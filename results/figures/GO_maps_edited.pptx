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4" r:id="rId4"/>
    <p:sldId id="258" r:id="rId5"/>
    <p:sldId id="259" r:id="rId6"/>
    <p:sldId id="276" r:id="rId7"/>
    <p:sldId id="260" r:id="rId8"/>
    <p:sldId id="261" r:id="rId9"/>
    <p:sldId id="278" r:id="rId10"/>
    <p:sldId id="262" r:id="rId11"/>
    <p:sldId id="263" r:id="rId12"/>
    <p:sldId id="279" r:id="rId13"/>
    <p:sldId id="280" r:id="rId14"/>
    <p:sldId id="265" r:id="rId15"/>
    <p:sldId id="264" r:id="rId16"/>
    <p:sldId id="266" r:id="rId17"/>
    <p:sldId id="267" r:id="rId18"/>
    <p:sldId id="281" r:id="rId19"/>
    <p:sldId id="272" r:id="rId20"/>
  </p:sldIdLst>
  <p:sldSz cx="27432000" cy="36576000"/>
  <p:notesSz cx="6858000" cy="9144000"/>
  <p:custDataLst>
    <p:tags r:id="rId22"/>
  </p:custDataLst>
  <p:defaultTextStyle>
    <a:defPPr>
      <a:defRPr lang="en-US"/>
    </a:defPPr>
    <a:lvl1pPr marL="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1pPr>
    <a:lvl2pPr marL="182880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2pPr>
    <a:lvl3pPr marL="365760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3pPr>
    <a:lvl4pPr marL="548640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4pPr>
    <a:lvl5pPr marL="731520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5pPr>
    <a:lvl6pPr marL="914400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6pPr>
    <a:lvl7pPr marL="1097280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7pPr>
    <a:lvl8pPr marL="1280160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8pPr>
    <a:lvl9pPr marL="14630400" algn="l" defTabSz="3657600" rtl="0" eaLnBrk="1" latinLnBrk="0" hangingPunct="1">
      <a:defRPr sz="7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86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2"/>
  </p:normalViewPr>
  <p:slideViewPr>
    <p:cSldViewPr>
      <p:cViewPr>
        <p:scale>
          <a:sx n="69" d="100"/>
          <a:sy n="69" d="100"/>
        </p:scale>
        <p:origin x="-864" y="-4944"/>
      </p:cViewPr>
      <p:guideLst>
        <p:guide orient="horz" pos="11520"/>
        <p:guide pos="86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046250-FBFE-DF4D-8194-99A6AC92BB86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8944D-ED95-EF4A-8A94-8F332FE090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689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1pPr>
    <a:lvl2pPr marL="182880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2pPr>
    <a:lvl3pPr marL="365760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3pPr>
    <a:lvl4pPr marL="548640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4pPr>
    <a:lvl5pPr marL="731520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5pPr>
    <a:lvl6pPr marL="914400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6pPr>
    <a:lvl7pPr marL="1097280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7pPr>
    <a:lvl8pPr marL="1280160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8pPr>
    <a:lvl9pPr marL="14630400" algn="l" defTabSz="3657600" rtl="0" eaLnBrk="1" latinLnBrk="0" hangingPunct="1">
      <a:defRPr sz="4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F8944D-ED95-EF4A-8A94-8F332FE090F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1817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05182-289C-D329-E3F2-8ED8A6D3F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884E0-05CA-E6A3-96F1-09E2E24C7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72FF6-58C0-2507-24CE-78B83ED643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B0B42-6A6A-2F89-592C-88C700B14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F8944D-ED95-EF4A-8A94-8F332FE090F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369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11362270"/>
            <a:ext cx="23317200" cy="78401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20726400"/>
            <a:ext cx="19202400" cy="93472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6939" y="23503469"/>
            <a:ext cx="23317200" cy="72644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6939" y="15502472"/>
            <a:ext cx="23317200" cy="800099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8534403"/>
            <a:ext cx="12115800" cy="241384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944600" y="8534403"/>
            <a:ext cx="12115800" cy="241384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8187269"/>
            <a:ext cx="12120564" cy="34120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11599333"/>
            <a:ext cx="12120564" cy="210735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935077" y="8187269"/>
            <a:ext cx="12125325" cy="34120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935077" y="11599333"/>
            <a:ext cx="12125325" cy="210735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1464736"/>
            <a:ext cx="24688800" cy="6096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8534403"/>
            <a:ext cx="24688800" cy="24138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71600" y="33900536"/>
            <a:ext cx="64008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372600" y="33900536"/>
            <a:ext cx="86868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659600" y="33900536"/>
            <a:ext cx="64008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10798055" y="16459200"/>
            <a:ext cx="5835888" cy="4525962"/>
            <a:chOff x="1654055" y="1600200"/>
            <a:chExt cx="5835888" cy="4525962"/>
          </a:xfrm>
        </p:grpSpPr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1E0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2E0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F0DC">
                <a:alpha val="100000"/>
              </a:srgbClr>
            </a:solidFill>
            <a:ln w="5420" cap="flat">
              <a:solidFill>
                <a:srgbClr val="CDF0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6C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B9E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71D3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6F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F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79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A76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7C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F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4EB4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53BA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6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D7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6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t3961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2850458" y="4909125"/>
              <a:ext cx="52355" cy="84402"/>
            </a:xfrm>
            <a:custGeom>
              <a:avLst/>
              <a:gdLst/>
              <a:ahLst/>
              <a:cxnLst/>
              <a:rect l="0" t="0" r="0" b="0"/>
              <a:pathLst>
                <a:path w="52355" h="84402">
                  <a:moveTo>
                    <a:pt x="0" y="0"/>
                  </a:moveTo>
                  <a:lnTo>
                    <a:pt x="52355" y="844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5710677" y="2781402"/>
              <a:ext cx="115898" cy="141269"/>
            </a:xfrm>
            <a:custGeom>
              <a:avLst/>
              <a:gdLst/>
              <a:ahLst/>
              <a:cxnLst/>
              <a:rect l="0" t="0" r="0" b="0"/>
              <a:pathLst>
                <a:path w="115898" h="141269">
                  <a:moveTo>
                    <a:pt x="0" y="0"/>
                  </a:moveTo>
                  <a:lnTo>
                    <a:pt x="115898" y="14126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4513352" y="4609160"/>
              <a:ext cx="54474" cy="79740"/>
            </a:xfrm>
            <a:custGeom>
              <a:avLst/>
              <a:gdLst/>
              <a:ahLst/>
              <a:cxnLst/>
              <a:rect l="0" t="0" r="0" b="0"/>
              <a:pathLst>
                <a:path w="54474" h="79740">
                  <a:moveTo>
                    <a:pt x="0" y="0"/>
                  </a:moveTo>
                  <a:lnTo>
                    <a:pt x="54474" y="797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3511671" y="4762457"/>
              <a:ext cx="53660" cy="82407"/>
            </a:xfrm>
            <a:custGeom>
              <a:avLst/>
              <a:gdLst/>
              <a:ahLst/>
              <a:cxnLst/>
              <a:rect l="0" t="0" r="0" b="0"/>
              <a:pathLst>
                <a:path w="53660" h="82407">
                  <a:moveTo>
                    <a:pt x="0" y="0"/>
                  </a:moveTo>
                  <a:lnTo>
                    <a:pt x="53660" y="8240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g3966"/>
            <p:cNvSpPr/>
            <p:nvPr/>
          </p:nvSpPr>
          <p:spPr>
            <a:xfrm>
              <a:off x="2291942" y="4760423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tx3967"/>
            <p:cNvSpPr/>
            <p:nvPr/>
          </p:nvSpPr>
          <p:spPr>
            <a:xfrm>
              <a:off x="2337662" y="4806143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378928" y="2589470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9" name="tx3969"/>
            <p:cNvSpPr/>
            <p:nvPr/>
          </p:nvSpPr>
          <p:spPr>
            <a:xfrm>
              <a:off x="5424648" y="2635190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381" y="4460281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1" name="tx3971"/>
            <p:cNvSpPr/>
            <p:nvPr/>
          </p:nvSpPr>
          <p:spPr>
            <a:xfrm>
              <a:off x="4016101" y="4506001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836" y="4613756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3" name="tx3973"/>
            <p:cNvSpPr/>
            <p:nvPr/>
          </p:nvSpPr>
          <p:spPr>
            <a:xfrm>
              <a:off x="3006556" y="4659476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5017697" y="2872610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5" name="tx3975"/>
            <p:cNvSpPr/>
            <p:nvPr/>
          </p:nvSpPr>
          <p:spPr>
            <a:xfrm>
              <a:off x="5063417" y="2918330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l4036"/>
            <p:cNvSpPr/>
            <p:nvPr/>
          </p:nvSpPr>
          <p:spPr>
            <a:xfrm>
              <a:off x="6928496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928496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l4045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pl4046"/>
            <p:cNvSpPr/>
            <p:nvPr/>
          </p:nvSpPr>
          <p:spPr>
            <a:xfrm>
              <a:off x="6752931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7" name="pl4047"/>
            <p:cNvSpPr/>
            <p:nvPr/>
          </p:nvSpPr>
          <p:spPr>
            <a:xfrm>
              <a:off x="6752931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8" name="pl4048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53805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435578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7041976" y="399124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7041976" y="380897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6" name="tx4056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7" name="tx4057"/>
            <p:cNvSpPr/>
            <p:nvPr/>
          </p:nvSpPr>
          <p:spPr>
            <a:xfrm>
              <a:off x="2201917" y="1998973"/>
              <a:ext cx="2151491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(LEA)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4" name="Group 753">
            <a:extLst>
              <a:ext uri="{FF2B5EF4-FFF2-40B4-BE49-F238E27FC236}">
                <a16:creationId xmlns:a16="http://schemas.microsoft.com/office/drawing/2014/main" id="{6C8530CF-A6A9-698D-6E5A-51FC59BCA7F3}"/>
              </a:ext>
            </a:extLst>
          </p:cNvPr>
          <p:cNvGrpSpPr/>
          <p:nvPr/>
        </p:nvGrpSpPr>
        <p:grpSpPr>
          <a:xfrm>
            <a:off x="11445907" y="16528790"/>
            <a:ext cx="4577989" cy="4051159"/>
            <a:chOff x="2301906" y="1669789"/>
            <a:chExt cx="4577989" cy="4051159"/>
          </a:xfrm>
        </p:grpSpPr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F0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80D7B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8BDA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90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A8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BCEAD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408816" y="4237726"/>
              <a:ext cx="1102704" cy="234974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36967" y="3324746"/>
              <a:ext cx="1087491" cy="365179"/>
            </a:xfrm>
            <a:custGeom>
              <a:avLst/>
              <a:gdLst/>
              <a:ahLst/>
              <a:cxnLst/>
              <a:rect l="0" t="0" r="0" b="0"/>
              <a:pathLst>
                <a:path w="1087491" h="365179">
                  <a:moveTo>
                    <a:pt x="1087491" y="0"/>
                  </a:moveTo>
                  <a:lnTo>
                    <a:pt x="0" y="36517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508717" y="3825242"/>
              <a:ext cx="1248462" cy="552205"/>
            </a:xfrm>
            <a:custGeom>
              <a:avLst/>
              <a:gdLst/>
              <a:ahLst/>
              <a:cxnLst/>
              <a:rect l="0" t="0" r="0" b="0"/>
              <a:pathLst>
                <a:path w="1248462" h="552205">
                  <a:moveTo>
                    <a:pt x="1248462" y="0"/>
                  </a:moveTo>
                  <a:lnTo>
                    <a:pt x="0" y="5522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511520" y="4071998"/>
              <a:ext cx="1193383" cy="324612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557240" y="4117718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8" y="3156339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670178" y="3202059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7180" y="3655838"/>
              <a:ext cx="1554937" cy="324612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802900" y="3701558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l734"/>
            <p:cNvSpPr/>
            <p:nvPr/>
          </p:nvSpPr>
          <p:spPr>
            <a:xfrm>
              <a:off x="6836004" y="416026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l735"/>
            <p:cNvSpPr/>
            <p:nvPr/>
          </p:nvSpPr>
          <p:spPr>
            <a:xfrm>
              <a:off x="6836004" y="39779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l736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l737"/>
            <p:cNvSpPr/>
            <p:nvPr/>
          </p:nvSpPr>
          <p:spPr>
            <a:xfrm>
              <a:off x="6836004" y="361345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l738"/>
            <p:cNvSpPr/>
            <p:nvPr/>
          </p:nvSpPr>
          <p:spPr>
            <a:xfrm>
              <a:off x="6836004" y="343118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l739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l740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l741"/>
            <p:cNvSpPr/>
            <p:nvPr/>
          </p:nvSpPr>
          <p:spPr>
            <a:xfrm>
              <a:off x="6660439" y="416026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l742"/>
            <p:cNvSpPr/>
            <p:nvPr/>
          </p:nvSpPr>
          <p:spPr>
            <a:xfrm>
              <a:off x="6660439" y="39779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l743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l744"/>
            <p:cNvSpPr/>
            <p:nvPr/>
          </p:nvSpPr>
          <p:spPr>
            <a:xfrm>
              <a:off x="6660439" y="361345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l745"/>
            <p:cNvSpPr/>
            <p:nvPr/>
          </p:nvSpPr>
          <p:spPr>
            <a:xfrm>
              <a:off x="6660439" y="343118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l746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60556-4EF5-5392-8A8D-BA31403A0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67" name="Group 14166">
            <a:extLst>
              <a:ext uri="{FF2B5EF4-FFF2-40B4-BE49-F238E27FC236}">
                <a16:creationId xmlns:a16="http://schemas.microsoft.com/office/drawing/2014/main" id="{F8234D27-AC63-C8AE-9DDC-70A2012DD48B}"/>
              </a:ext>
            </a:extLst>
          </p:cNvPr>
          <p:cNvGrpSpPr/>
          <p:nvPr/>
        </p:nvGrpSpPr>
        <p:grpSpPr>
          <a:xfrm>
            <a:off x="10798056" y="16025019"/>
            <a:ext cx="5835888" cy="4525962"/>
            <a:chOff x="10798056" y="16025019"/>
            <a:chExt cx="5835888" cy="4525962"/>
          </a:xfrm>
        </p:grpSpPr>
        <p:grpSp>
          <p:nvGrpSpPr>
            <p:cNvPr id="14164" name="Group 14163">
              <a:extLst>
                <a:ext uri="{FF2B5EF4-FFF2-40B4-BE49-F238E27FC236}">
                  <a16:creationId xmlns:a16="http://schemas.microsoft.com/office/drawing/2014/main" id="{5349CF92-1537-3B3B-2943-66CDC034E4F4}"/>
                </a:ext>
              </a:extLst>
            </p:cNvPr>
            <p:cNvGrpSpPr/>
            <p:nvPr/>
          </p:nvGrpSpPr>
          <p:grpSpPr>
            <a:xfrm>
              <a:off x="10798056" y="16025019"/>
              <a:ext cx="5835888" cy="4525962"/>
              <a:chOff x="1654056" y="1166019"/>
              <a:chExt cx="5835888" cy="4525962"/>
            </a:xfrm>
          </p:grpSpPr>
          <p:grpSp>
            <p:nvGrpSpPr>
              <p:cNvPr id="9458" name="Content Placeholder 2">
                <a:extLst>
                  <a:ext uri="{FF2B5EF4-FFF2-40B4-BE49-F238E27FC236}">
                    <a16:creationId xmlns:a16="http://schemas.microsoft.com/office/drawing/2014/main" id="{2DC9B2AC-CAD0-1B5D-4E5E-1979A28939C5}"/>
                  </a:ext>
                </a:extLst>
              </p:cNvPr>
              <p:cNvGrpSpPr/>
              <p:nvPr/>
            </p:nvGrpSpPr>
            <p:grpSpPr>
              <a:xfrm>
                <a:off x="1654056" y="1166019"/>
                <a:ext cx="5835888" cy="4525962"/>
                <a:chOff x="1654055" y="1600200"/>
                <a:chExt cx="5835888" cy="4525962"/>
              </a:xfrm>
            </p:grpSpPr>
            <p:sp>
              <p:nvSpPr>
                <p:cNvPr id="9459" name="rc4">
                  <a:extLst>
                    <a:ext uri="{FF2B5EF4-FFF2-40B4-BE49-F238E27FC236}">
                      <a16:creationId xmlns:a16="http://schemas.microsoft.com/office/drawing/2014/main" id="{DE4242F3-42ED-DCD4-4C1B-56BFBEAA5F66}"/>
                    </a:ext>
                  </a:extLst>
                </p:cNvPr>
                <p:cNvSpPr/>
                <p:nvPr/>
              </p:nvSpPr>
              <p:spPr>
                <a:xfrm>
                  <a:off x="1654055" y="1600200"/>
                  <a:ext cx="5835888" cy="4525962"/>
                </a:xfrm>
                <a:prstGeom prst="rect">
                  <a:avLst/>
                </a:prstGeom>
                <a:solidFill>
                  <a:srgbClr val="FFFFFF">
                    <a:alpha val="100000"/>
                  </a:srgbClr>
                </a:solidFill>
                <a:ln w="13550" cap="rnd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0" name="rc5">
                  <a:extLst>
                    <a:ext uri="{FF2B5EF4-FFF2-40B4-BE49-F238E27FC236}">
                      <a16:creationId xmlns:a16="http://schemas.microsoft.com/office/drawing/2014/main" id="{EB43499E-4CC6-2B48-25C4-ED9D234800A2}"/>
                    </a:ext>
                  </a:extLst>
                </p:cNvPr>
                <p:cNvSpPr/>
                <p:nvPr/>
              </p:nvSpPr>
              <p:spPr>
                <a:xfrm>
                  <a:off x="2201917" y="2354586"/>
                  <a:ext cx="4342247" cy="3366361"/>
                </a:xfrm>
                <a:prstGeom prst="rect">
                  <a:avLst/>
                </a:prstGeom>
                <a:solidFill>
                  <a:srgbClr val="F0F8FF">
                    <a:alpha val="100000"/>
                  </a:srgbClr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1" name="pl6">
                  <a:extLst>
                    <a:ext uri="{FF2B5EF4-FFF2-40B4-BE49-F238E27FC236}">
                      <a16:creationId xmlns:a16="http://schemas.microsoft.com/office/drawing/2014/main" id="{6ED6990A-447F-C67F-864B-3E8D002A1A4C}"/>
                    </a:ext>
                  </a:extLst>
                </p:cNvPr>
                <p:cNvSpPr/>
                <p:nvPr/>
              </p:nvSpPr>
              <p:spPr>
                <a:xfrm>
                  <a:off x="2610961" y="2354586"/>
                  <a:ext cx="0" cy="33663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366361">
                      <a:moveTo>
                        <a:pt x="0" y="3366361"/>
                      </a:moveTo>
                      <a:lnTo>
                        <a:pt x="0" y="3348846"/>
                      </a:lnTo>
                      <a:lnTo>
                        <a:pt x="0" y="3309435"/>
                      </a:lnTo>
                      <a:lnTo>
                        <a:pt x="0" y="3270024"/>
                      </a:lnTo>
                      <a:lnTo>
                        <a:pt x="0" y="3230613"/>
                      </a:lnTo>
                      <a:lnTo>
                        <a:pt x="0" y="3191202"/>
                      </a:lnTo>
                      <a:lnTo>
                        <a:pt x="0" y="3151791"/>
                      </a:lnTo>
                      <a:lnTo>
                        <a:pt x="0" y="3112380"/>
                      </a:lnTo>
                      <a:lnTo>
                        <a:pt x="0" y="3072969"/>
                      </a:lnTo>
                      <a:lnTo>
                        <a:pt x="0" y="3033559"/>
                      </a:lnTo>
                      <a:lnTo>
                        <a:pt x="0" y="2994148"/>
                      </a:lnTo>
                      <a:lnTo>
                        <a:pt x="0" y="2954737"/>
                      </a:lnTo>
                      <a:lnTo>
                        <a:pt x="0" y="2915326"/>
                      </a:lnTo>
                      <a:lnTo>
                        <a:pt x="0" y="2875915"/>
                      </a:lnTo>
                      <a:lnTo>
                        <a:pt x="0" y="2836504"/>
                      </a:lnTo>
                      <a:lnTo>
                        <a:pt x="0" y="2797093"/>
                      </a:lnTo>
                      <a:lnTo>
                        <a:pt x="0" y="2757682"/>
                      </a:lnTo>
                      <a:lnTo>
                        <a:pt x="0" y="2718271"/>
                      </a:lnTo>
                      <a:lnTo>
                        <a:pt x="0" y="2678860"/>
                      </a:lnTo>
                      <a:lnTo>
                        <a:pt x="0" y="2639450"/>
                      </a:lnTo>
                      <a:lnTo>
                        <a:pt x="0" y="2600039"/>
                      </a:lnTo>
                      <a:lnTo>
                        <a:pt x="0" y="2560628"/>
                      </a:lnTo>
                      <a:lnTo>
                        <a:pt x="0" y="2521217"/>
                      </a:lnTo>
                      <a:lnTo>
                        <a:pt x="0" y="2481806"/>
                      </a:lnTo>
                      <a:lnTo>
                        <a:pt x="0" y="2442395"/>
                      </a:lnTo>
                      <a:lnTo>
                        <a:pt x="0" y="2402984"/>
                      </a:lnTo>
                      <a:lnTo>
                        <a:pt x="0" y="2363573"/>
                      </a:lnTo>
                      <a:lnTo>
                        <a:pt x="0" y="2324162"/>
                      </a:lnTo>
                      <a:lnTo>
                        <a:pt x="0" y="2284751"/>
                      </a:lnTo>
                      <a:lnTo>
                        <a:pt x="0" y="2245340"/>
                      </a:lnTo>
                      <a:lnTo>
                        <a:pt x="0" y="2205930"/>
                      </a:lnTo>
                      <a:lnTo>
                        <a:pt x="0" y="2166519"/>
                      </a:lnTo>
                      <a:lnTo>
                        <a:pt x="0" y="2127108"/>
                      </a:lnTo>
                      <a:lnTo>
                        <a:pt x="0" y="2087697"/>
                      </a:lnTo>
                      <a:lnTo>
                        <a:pt x="0" y="2048286"/>
                      </a:lnTo>
                      <a:lnTo>
                        <a:pt x="0" y="2008875"/>
                      </a:lnTo>
                      <a:lnTo>
                        <a:pt x="0" y="1969464"/>
                      </a:lnTo>
                      <a:lnTo>
                        <a:pt x="0" y="1930053"/>
                      </a:lnTo>
                      <a:lnTo>
                        <a:pt x="0" y="1890642"/>
                      </a:lnTo>
                      <a:lnTo>
                        <a:pt x="0" y="1851231"/>
                      </a:lnTo>
                      <a:lnTo>
                        <a:pt x="0" y="1811821"/>
                      </a:lnTo>
                      <a:lnTo>
                        <a:pt x="0" y="1772410"/>
                      </a:lnTo>
                      <a:lnTo>
                        <a:pt x="0" y="1732999"/>
                      </a:lnTo>
                      <a:lnTo>
                        <a:pt x="0" y="1693588"/>
                      </a:lnTo>
                      <a:lnTo>
                        <a:pt x="0" y="1654177"/>
                      </a:lnTo>
                      <a:lnTo>
                        <a:pt x="0" y="1614766"/>
                      </a:lnTo>
                      <a:lnTo>
                        <a:pt x="0" y="1575355"/>
                      </a:lnTo>
                      <a:lnTo>
                        <a:pt x="0" y="1535944"/>
                      </a:lnTo>
                      <a:lnTo>
                        <a:pt x="0" y="1496533"/>
                      </a:lnTo>
                      <a:lnTo>
                        <a:pt x="0" y="1457122"/>
                      </a:lnTo>
                      <a:lnTo>
                        <a:pt x="0" y="1417711"/>
                      </a:lnTo>
                      <a:lnTo>
                        <a:pt x="0" y="1378301"/>
                      </a:lnTo>
                      <a:lnTo>
                        <a:pt x="0" y="1338890"/>
                      </a:lnTo>
                      <a:lnTo>
                        <a:pt x="0" y="1299479"/>
                      </a:lnTo>
                      <a:lnTo>
                        <a:pt x="0" y="1260068"/>
                      </a:lnTo>
                      <a:lnTo>
                        <a:pt x="0" y="1220657"/>
                      </a:lnTo>
                      <a:lnTo>
                        <a:pt x="0" y="1181246"/>
                      </a:lnTo>
                      <a:lnTo>
                        <a:pt x="0" y="1141835"/>
                      </a:lnTo>
                      <a:lnTo>
                        <a:pt x="0" y="1102424"/>
                      </a:lnTo>
                      <a:lnTo>
                        <a:pt x="0" y="1063013"/>
                      </a:lnTo>
                      <a:lnTo>
                        <a:pt x="0" y="1023602"/>
                      </a:lnTo>
                      <a:lnTo>
                        <a:pt x="0" y="984192"/>
                      </a:lnTo>
                      <a:lnTo>
                        <a:pt x="0" y="944781"/>
                      </a:lnTo>
                      <a:lnTo>
                        <a:pt x="0" y="905370"/>
                      </a:lnTo>
                      <a:lnTo>
                        <a:pt x="0" y="865959"/>
                      </a:lnTo>
                      <a:lnTo>
                        <a:pt x="0" y="826548"/>
                      </a:lnTo>
                      <a:lnTo>
                        <a:pt x="0" y="787137"/>
                      </a:lnTo>
                      <a:lnTo>
                        <a:pt x="0" y="747726"/>
                      </a:lnTo>
                      <a:lnTo>
                        <a:pt x="0" y="708315"/>
                      </a:lnTo>
                      <a:lnTo>
                        <a:pt x="0" y="668904"/>
                      </a:lnTo>
                      <a:lnTo>
                        <a:pt x="0" y="629493"/>
                      </a:lnTo>
                      <a:lnTo>
                        <a:pt x="0" y="590082"/>
                      </a:lnTo>
                      <a:lnTo>
                        <a:pt x="0" y="550672"/>
                      </a:lnTo>
                      <a:lnTo>
                        <a:pt x="0" y="511261"/>
                      </a:lnTo>
                      <a:lnTo>
                        <a:pt x="0" y="471850"/>
                      </a:lnTo>
                      <a:lnTo>
                        <a:pt x="0" y="432439"/>
                      </a:lnTo>
                      <a:lnTo>
                        <a:pt x="0" y="393028"/>
                      </a:lnTo>
                      <a:lnTo>
                        <a:pt x="0" y="353617"/>
                      </a:lnTo>
                      <a:lnTo>
                        <a:pt x="0" y="314206"/>
                      </a:lnTo>
                      <a:lnTo>
                        <a:pt x="0" y="274795"/>
                      </a:lnTo>
                      <a:lnTo>
                        <a:pt x="0" y="235384"/>
                      </a:lnTo>
                      <a:lnTo>
                        <a:pt x="0" y="195973"/>
                      </a:lnTo>
                      <a:lnTo>
                        <a:pt x="0" y="156563"/>
                      </a:lnTo>
                      <a:lnTo>
                        <a:pt x="0" y="117152"/>
                      </a:lnTo>
                      <a:lnTo>
                        <a:pt x="0" y="77741"/>
                      </a:lnTo>
                      <a:lnTo>
                        <a:pt x="0" y="38330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2" name="pl7">
                  <a:extLst>
                    <a:ext uri="{FF2B5EF4-FFF2-40B4-BE49-F238E27FC236}">
                      <a16:creationId xmlns:a16="http://schemas.microsoft.com/office/drawing/2014/main" id="{AC714CE8-91E1-76EF-E7CC-35B71F369655}"/>
                    </a:ext>
                  </a:extLst>
                </p:cNvPr>
                <p:cNvSpPr/>
                <p:nvPr/>
              </p:nvSpPr>
              <p:spPr>
                <a:xfrm>
                  <a:off x="3140137" y="2354586"/>
                  <a:ext cx="0" cy="33663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366361">
                      <a:moveTo>
                        <a:pt x="0" y="3366361"/>
                      </a:moveTo>
                      <a:lnTo>
                        <a:pt x="0" y="3348846"/>
                      </a:lnTo>
                      <a:lnTo>
                        <a:pt x="0" y="3309435"/>
                      </a:lnTo>
                      <a:lnTo>
                        <a:pt x="0" y="3270024"/>
                      </a:lnTo>
                      <a:lnTo>
                        <a:pt x="0" y="3230613"/>
                      </a:lnTo>
                      <a:lnTo>
                        <a:pt x="0" y="3191202"/>
                      </a:lnTo>
                      <a:lnTo>
                        <a:pt x="0" y="3151791"/>
                      </a:lnTo>
                      <a:lnTo>
                        <a:pt x="0" y="3112380"/>
                      </a:lnTo>
                      <a:lnTo>
                        <a:pt x="0" y="3072969"/>
                      </a:lnTo>
                      <a:lnTo>
                        <a:pt x="0" y="3033559"/>
                      </a:lnTo>
                      <a:lnTo>
                        <a:pt x="0" y="2994148"/>
                      </a:lnTo>
                      <a:lnTo>
                        <a:pt x="0" y="2954737"/>
                      </a:lnTo>
                      <a:lnTo>
                        <a:pt x="0" y="2915326"/>
                      </a:lnTo>
                      <a:lnTo>
                        <a:pt x="0" y="2875915"/>
                      </a:lnTo>
                      <a:lnTo>
                        <a:pt x="0" y="2836504"/>
                      </a:lnTo>
                      <a:lnTo>
                        <a:pt x="0" y="2797093"/>
                      </a:lnTo>
                      <a:lnTo>
                        <a:pt x="0" y="2757682"/>
                      </a:lnTo>
                      <a:lnTo>
                        <a:pt x="0" y="2718271"/>
                      </a:lnTo>
                      <a:lnTo>
                        <a:pt x="0" y="2678860"/>
                      </a:lnTo>
                      <a:lnTo>
                        <a:pt x="0" y="2639450"/>
                      </a:lnTo>
                      <a:lnTo>
                        <a:pt x="0" y="2600039"/>
                      </a:lnTo>
                      <a:lnTo>
                        <a:pt x="0" y="2560628"/>
                      </a:lnTo>
                      <a:lnTo>
                        <a:pt x="0" y="2521217"/>
                      </a:lnTo>
                      <a:lnTo>
                        <a:pt x="0" y="2481806"/>
                      </a:lnTo>
                      <a:lnTo>
                        <a:pt x="0" y="2442395"/>
                      </a:lnTo>
                      <a:lnTo>
                        <a:pt x="0" y="2402984"/>
                      </a:lnTo>
                      <a:lnTo>
                        <a:pt x="0" y="2363573"/>
                      </a:lnTo>
                      <a:lnTo>
                        <a:pt x="0" y="2324162"/>
                      </a:lnTo>
                      <a:lnTo>
                        <a:pt x="0" y="2284751"/>
                      </a:lnTo>
                      <a:lnTo>
                        <a:pt x="0" y="2245340"/>
                      </a:lnTo>
                      <a:lnTo>
                        <a:pt x="0" y="2205930"/>
                      </a:lnTo>
                      <a:lnTo>
                        <a:pt x="0" y="2166519"/>
                      </a:lnTo>
                      <a:lnTo>
                        <a:pt x="0" y="2127108"/>
                      </a:lnTo>
                      <a:lnTo>
                        <a:pt x="0" y="2087697"/>
                      </a:lnTo>
                      <a:lnTo>
                        <a:pt x="0" y="2048286"/>
                      </a:lnTo>
                      <a:lnTo>
                        <a:pt x="0" y="2008875"/>
                      </a:lnTo>
                      <a:lnTo>
                        <a:pt x="0" y="1969464"/>
                      </a:lnTo>
                      <a:lnTo>
                        <a:pt x="0" y="1930053"/>
                      </a:lnTo>
                      <a:lnTo>
                        <a:pt x="0" y="1890642"/>
                      </a:lnTo>
                      <a:lnTo>
                        <a:pt x="0" y="1851231"/>
                      </a:lnTo>
                      <a:lnTo>
                        <a:pt x="0" y="1811821"/>
                      </a:lnTo>
                      <a:lnTo>
                        <a:pt x="0" y="1772410"/>
                      </a:lnTo>
                      <a:lnTo>
                        <a:pt x="0" y="1732999"/>
                      </a:lnTo>
                      <a:lnTo>
                        <a:pt x="0" y="1693588"/>
                      </a:lnTo>
                      <a:lnTo>
                        <a:pt x="0" y="1654177"/>
                      </a:lnTo>
                      <a:lnTo>
                        <a:pt x="0" y="1614766"/>
                      </a:lnTo>
                      <a:lnTo>
                        <a:pt x="0" y="1575355"/>
                      </a:lnTo>
                      <a:lnTo>
                        <a:pt x="0" y="1535944"/>
                      </a:lnTo>
                      <a:lnTo>
                        <a:pt x="0" y="1496533"/>
                      </a:lnTo>
                      <a:lnTo>
                        <a:pt x="0" y="1457122"/>
                      </a:lnTo>
                      <a:lnTo>
                        <a:pt x="0" y="1417711"/>
                      </a:lnTo>
                      <a:lnTo>
                        <a:pt x="0" y="1378301"/>
                      </a:lnTo>
                      <a:lnTo>
                        <a:pt x="0" y="1338890"/>
                      </a:lnTo>
                      <a:lnTo>
                        <a:pt x="0" y="1299479"/>
                      </a:lnTo>
                      <a:lnTo>
                        <a:pt x="0" y="1260068"/>
                      </a:lnTo>
                      <a:lnTo>
                        <a:pt x="0" y="1220657"/>
                      </a:lnTo>
                      <a:lnTo>
                        <a:pt x="0" y="1181246"/>
                      </a:lnTo>
                      <a:lnTo>
                        <a:pt x="0" y="1141835"/>
                      </a:lnTo>
                      <a:lnTo>
                        <a:pt x="0" y="1102424"/>
                      </a:lnTo>
                      <a:lnTo>
                        <a:pt x="0" y="1063013"/>
                      </a:lnTo>
                      <a:lnTo>
                        <a:pt x="0" y="1023602"/>
                      </a:lnTo>
                      <a:lnTo>
                        <a:pt x="0" y="984192"/>
                      </a:lnTo>
                      <a:lnTo>
                        <a:pt x="0" y="944781"/>
                      </a:lnTo>
                      <a:lnTo>
                        <a:pt x="0" y="905370"/>
                      </a:lnTo>
                      <a:lnTo>
                        <a:pt x="0" y="865959"/>
                      </a:lnTo>
                      <a:lnTo>
                        <a:pt x="0" y="826548"/>
                      </a:lnTo>
                      <a:lnTo>
                        <a:pt x="0" y="787137"/>
                      </a:lnTo>
                      <a:lnTo>
                        <a:pt x="0" y="747726"/>
                      </a:lnTo>
                      <a:lnTo>
                        <a:pt x="0" y="708315"/>
                      </a:lnTo>
                      <a:lnTo>
                        <a:pt x="0" y="668904"/>
                      </a:lnTo>
                      <a:lnTo>
                        <a:pt x="0" y="629493"/>
                      </a:lnTo>
                      <a:lnTo>
                        <a:pt x="0" y="590082"/>
                      </a:lnTo>
                      <a:lnTo>
                        <a:pt x="0" y="550672"/>
                      </a:lnTo>
                      <a:lnTo>
                        <a:pt x="0" y="511261"/>
                      </a:lnTo>
                      <a:lnTo>
                        <a:pt x="0" y="471850"/>
                      </a:lnTo>
                      <a:lnTo>
                        <a:pt x="0" y="432439"/>
                      </a:lnTo>
                      <a:lnTo>
                        <a:pt x="0" y="393028"/>
                      </a:lnTo>
                      <a:lnTo>
                        <a:pt x="0" y="353617"/>
                      </a:lnTo>
                      <a:lnTo>
                        <a:pt x="0" y="314206"/>
                      </a:lnTo>
                      <a:lnTo>
                        <a:pt x="0" y="274795"/>
                      </a:lnTo>
                      <a:lnTo>
                        <a:pt x="0" y="235384"/>
                      </a:lnTo>
                      <a:lnTo>
                        <a:pt x="0" y="195973"/>
                      </a:lnTo>
                      <a:lnTo>
                        <a:pt x="0" y="156563"/>
                      </a:lnTo>
                      <a:lnTo>
                        <a:pt x="0" y="117152"/>
                      </a:lnTo>
                      <a:lnTo>
                        <a:pt x="0" y="77741"/>
                      </a:lnTo>
                      <a:lnTo>
                        <a:pt x="0" y="38330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3" name="pl8">
                  <a:extLst>
                    <a:ext uri="{FF2B5EF4-FFF2-40B4-BE49-F238E27FC236}">
                      <a16:creationId xmlns:a16="http://schemas.microsoft.com/office/drawing/2014/main" id="{DD373336-DFEE-11CC-83CC-660C56686CFA}"/>
                    </a:ext>
                  </a:extLst>
                </p:cNvPr>
                <p:cNvSpPr/>
                <p:nvPr/>
              </p:nvSpPr>
              <p:spPr>
                <a:xfrm>
                  <a:off x="3669312" y="2354586"/>
                  <a:ext cx="0" cy="33663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366361">
                      <a:moveTo>
                        <a:pt x="0" y="3366361"/>
                      </a:moveTo>
                      <a:lnTo>
                        <a:pt x="0" y="3348846"/>
                      </a:lnTo>
                      <a:lnTo>
                        <a:pt x="0" y="3309435"/>
                      </a:lnTo>
                      <a:lnTo>
                        <a:pt x="0" y="3270024"/>
                      </a:lnTo>
                      <a:lnTo>
                        <a:pt x="0" y="3230613"/>
                      </a:lnTo>
                      <a:lnTo>
                        <a:pt x="0" y="3191202"/>
                      </a:lnTo>
                      <a:lnTo>
                        <a:pt x="0" y="3151791"/>
                      </a:lnTo>
                      <a:lnTo>
                        <a:pt x="0" y="3112380"/>
                      </a:lnTo>
                      <a:lnTo>
                        <a:pt x="0" y="3072969"/>
                      </a:lnTo>
                      <a:lnTo>
                        <a:pt x="0" y="3033559"/>
                      </a:lnTo>
                      <a:lnTo>
                        <a:pt x="0" y="2994148"/>
                      </a:lnTo>
                      <a:lnTo>
                        <a:pt x="0" y="2954737"/>
                      </a:lnTo>
                      <a:lnTo>
                        <a:pt x="0" y="2915326"/>
                      </a:lnTo>
                      <a:lnTo>
                        <a:pt x="0" y="2875915"/>
                      </a:lnTo>
                      <a:lnTo>
                        <a:pt x="0" y="2836504"/>
                      </a:lnTo>
                      <a:lnTo>
                        <a:pt x="0" y="2797093"/>
                      </a:lnTo>
                      <a:lnTo>
                        <a:pt x="0" y="2757682"/>
                      </a:lnTo>
                      <a:lnTo>
                        <a:pt x="0" y="2718271"/>
                      </a:lnTo>
                      <a:lnTo>
                        <a:pt x="0" y="2678860"/>
                      </a:lnTo>
                      <a:lnTo>
                        <a:pt x="0" y="2639450"/>
                      </a:lnTo>
                      <a:lnTo>
                        <a:pt x="0" y="2600039"/>
                      </a:lnTo>
                      <a:lnTo>
                        <a:pt x="0" y="2560628"/>
                      </a:lnTo>
                      <a:lnTo>
                        <a:pt x="0" y="2521217"/>
                      </a:lnTo>
                      <a:lnTo>
                        <a:pt x="0" y="2481806"/>
                      </a:lnTo>
                      <a:lnTo>
                        <a:pt x="0" y="2442395"/>
                      </a:lnTo>
                      <a:lnTo>
                        <a:pt x="0" y="2402984"/>
                      </a:lnTo>
                      <a:lnTo>
                        <a:pt x="0" y="2363573"/>
                      </a:lnTo>
                      <a:lnTo>
                        <a:pt x="0" y="2324162"/>
                      </a:lnTo>
                      <a:lnTo>
                        <a:pt x="0" y="2284751"/>
                      </a:lnTo>
                      <a:lnTo>
                        <a:pt x="0" y="2245340"/>
                      </a:lnTo>
                      <a:lnTo>
                        <a:pt x="0" y="2205930"/>
                      </a:lnTo>
                      <a:lnTo>
                        <a:pt x="0" y="2166519"/>
                      </a:lnTo>
                      <a:lnTo>
                        <a:pt x="0" y="2127108"/>
                      </a:lnTo>
                      <a:lnTo>
                        <a:pt x="0" y="2087697"/>
                      </a:lnTo>
                      <a:lnTo>
                        <a:pt x="0" y="2048286"/>
                      </a:lnTo>
                      <a:lnTo>
                        <a:pt x="0" y="2008875"/>
                      </a:lnTo>
                      <a:lnTo>
                        <a:pt x="0" y="1969464"/>
                      </a:lnTo>
                      <a:lnTo>
                        <a:pt x="0" y="1930053"/>
                      </a:lnTo>
                      <a:lnTo>
                        <a:pt x="0" y="1890642"/>
                      </a:lnTo>
                      <a:lnTo>
                        <a:pt x="0" y="1851231"/>
                      </a:lnTo>
                      <a:lnTo>
                        <a:pt x="0" y="1811821"/>
                      </a:lnTo>
                      <a:lnTo>
                        <a:pt x="0" y="1772410"/>
                      </a:lnTo>
                      <a:lnTo>
                        <a:pt x="0" y="1732999"/>
                      </a:lnTo>
                      <a:lnTo>
                        <a:pt x="0" y="1693588"/>
                      </a:lnTo>
                      <a:lnTo>
                        <a:pt x="0" y="1654177"/>
                      </a:lnTo>
                      <a:lnTo>
                        <a:pt x="0" y="1614766"/>
                      </a:lnTo>
                      <a:lnTo>
                        <a:pt x="0" y="1575355"/>
                      </a:lnTo>
                      <a:lnTo>
                        <a:pt x="0" y="1535944"/>
                      </a:lnTo>
                      <a:lnTo>
                        <a:pt x="0" y="1496533"/>
                      </a:lnTo>
                      <a:lnTo>
                        <a:pt x="0" y="1457122"/>
                      </a:lnTo>
                      <a:lnTo>
                        <a:pt x="0" y="1417711"/>
                      </a:lnTo>
                      <a:lnTo>
                        <a:pt x="0" y="1378301"/>
                      </a:lnTo>
                      <a:lnTo>
                        <a:pt x="0" y="1338890"/>
                      </a:lnTo>
                      <a:lnTo>
                        <a:pt x="0" y="1299479"/>
                      </a:lnTo>
                      <a:lnTo>
                        <a:pt x="0" y="1260068"/>
                      </a:lnTo>
                      <a:lnTo>
                        <a:pt x="0" y="1220657"/>
                      </a:lnTo>
                      <a:lnTo>
                        <a:pt x="0" y="1181246"/>
                      </a:lnTo>
                      <a:lnTo>
                        <a:pt x="0" y="1141835"/>
                      </a:lnTo>
                      <a:lnTo>
                        <a:pt x="0" y="1102424"/>
                      </a:lnTo>
                      <a:lnTo>
                        <a:pt x="0" y="1063013"/>
                      </a:lnTo>
                      <a:lnTo>
                        <a:pt x="0" y="1023602"/>
                      </a:lnTo>
                      <a:lnTo>
                        <a:pt x="0" y="984192"/>
                      </a:lnTo>
                      <a:lnTo>
                        <a:pt x="0" y="944781"/>
                      </a:lnTo>
                      <a:lnTo>
                        <a:pt x="0" y="905370"/>
                      </a:lnTo>
                      <a:lnTo>
                        <a:pt x="0" y="865959"/>
                      </a:lnTo>
                      <a:lnTo>
                        <a:pt x="0" y="826548"/>
                      </a:lnTo>
                      <a:lnTo>
                        <a:pt x="0" y="787137"/>
                      </a:lnTo>
                      <a:lnTo>
                        <a:pt x="0" y="747726"/>
                      </a:lnTo>
                      <a:lnTo>
                        <a:pt x="0" y="708315"/>
                      </a:lnTo>
                      <a:lnTo>
                        <a:pt x="0" y="668904"/>
                      </a:lnTo>
                      <a:lnTo>
                        <a:pt x="0" y="629493"/>
                      </a:lnTo>
                      <a:lnTo>
                        <a:pt x="0" y="590082"/>
                      </a:lnTo>
                      <a:lnTo>
                        <a:pt x="0" y="550672"/>
                      </a:lnTo>
                      <a:lnTo>
                        <a:pt x="0" y="511261"/>
                      </a:lnTo>
                      <a:lnTo>
                        <a:pt x="0" y="471850"/>
                      </a:lnTo>
                      <a:lnTo>
                        <a:pt x="0" y="432439"/>
                      </a:lnTo>
                      <a:lnTo>
                        <a:pt x="0" y="393028"/>
                      </a:lnTo>
                      <a:lnTo>
                        <a:pt x="0" y="353617"/>
                      </a:lnTo>
                      <a:lnTo>
                        <a:pt x="0" y="314206"/>
                      </a:lnTo>
                      <a:lnTo>
                        <a:pt x="0" y="274795"/>
                      </a:lnTo>
                      <a:lnTo>
                        <a:pt x="0" y="235384"/>
                      </a:lnTo>
                      <a:lnTo>
                        <a:pt x="0" y="195973"/>
                      </a:lnTo>
                      <a:lnTo>
                        <a:pt x="0" y="156563"/>
                      </a:lnTo>
                      <a:lnTo>
                        <a:pt x="0" y="117152"/>
                      </a:lnTo>
                      <a:lnTo>
                        <a:pt x="0" y="77741"/>
                      </a:lnTo>
                      <a:lnTo>
                        <a:pt x="0" y="38330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4" name="pl9">
                  <a:extLst>
                    <a:ext uri="{FF2B5EF4-FFF2-40B4-BE49-F238E27FC236}">
                      <a16:creationId xmlns:a16="http://schemas.microsoft.com/office/drawing/2014/main" id="{75020709-A1C8-9C38-DE87-3CEF9023558A}"/>
                    </a:ext>
                  </a:extLst>
                </p:cNvPr>
                <p:cNvSpPr/>
                <p:nvPr/>
              </p:nvSpPr>
              <p:spPr>
                <a:xfrm>
                  <a:off x="4198487" y="2354586"/>
                  <a:ext cx="0" cy="33663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366361">
                      <a:moveTo>
                        <a:pt x="0" y="3366361"/>
                      </a:moveTo>
                      <a:lnTo>
                        <a:pt x="0" y="3348846"/>
                      </a:lnTo>
                      <a:lnTo>
                        <a:pt x="0" y="3309435"/>
                      </a:lnTo>
                      <a:lnTo>
                        <a:pt x="0" y="3270024"/>
                      </a:lnTo>
                      <a:lnTo>
                        <a:pt x="0" y="3230613"/>
                      </a:lnTo>
                      <a:lnTo>
                        <a:pt x="0" y="3191202"/>
                      </a:lnTo>
                      <a:lnTo>
                        <a:pt x="0" y="3151791"/>
                      </a:lnTo>
                      <a:lnTo>
                        <a:pt x="0" y="3112380"/>
                      </a:lnTo>
                      <a:lnTo>
                        <a:pt x="0" y="3072969"/>
                      </a:lnTo>
                      <a:lnTo>
                        <a:pt x="0" y="3033559"/>
                      </a:lnTo>
                      <a:lnTo>
                        <a:pt x="0" y="2994148"/>
                      </a:lnTo>
                      <a:lnTo>
                        <a:pt x="0" y="2954737"/>
                      </a:lnTo>
                      <a:lnTo>
                        <a:pt x="0" y="2915326"/>
                      </a:lnTo>
                      <a:lnTo>
                        <a:pt x="0" y="2875915"/>
                      </a:lnTo>
                      <a:lnTo>
                        <a:pt x="0" y="2836504"/>
                      </a:lnTo>
                      <a:lnTo>
                        <a:pt x="0" y="2797093"/>
                      </a:lnTo>
                      <a:lnTo>
                        <a:pt x="0" y="2757682"/>
                      </a:lnTo>
                      <a:lnTo>
                        <a:pt x="0" y="2718271"/>
                      </a:lnTo>
                      <a:lnTo>
                        <a:pt x="0" y="2678860"/>
                      </a:lnTo>
                      <a:lnTo>
                        <a:pt x="0" y="2639450"/>
                      </a:lnTo>
                      <a:lnTo>
                        <a:pt x="0" y="2600039"/>
                      </a:lnTo>
                      <a:lnTo>
                        <a:pt x="0" y="2560628"/>
                      </a:lnTo>
                      <a:lnTo>
                        <a:pt x="0" y="2521217"/>
                      </a:lnTo>
                      <a:lnTo>
                        <a:pt x="0" y="2481806"/>
                      </a:lnTo>
                      <a:lnTo>
                        <a:pt x="0" y="2442395"/>
                      </a:lnTo>
                      <a:lnTo>
                        <a:pt x="0" y="2402984"/>
                      </a:lnTo>
                      <a:lnTo>
                        <a:pt x="0" y="2363573"/>
                      </a:lnTo>
                      <a:lnTo>
                        <a:pt x="0" y="2324162"/>
                      </a:lnTo>
                      <a:lnTo>
                        <a:pt x="0" y="2284751"/>
                      </a:lnTo>
                      <a:lnTo>
                        <a:pt x="0" y="2245340"/>
                      </a:lnTo>
                      <a:lnTo>
                        <a:pt x="0" y="2205930"/>
                      </a:lnTo>
                      <a:lnTo>
                        <a:pt x="0" y="2166519"/>
                      </a:lnTo>
                      <a:lnTo>
                        <a:pt x="0" y="2127108"/>
                      </a:lnTo>
                      <a:lnTo>
                        <a:pt x="0" y="2087697"/>
                      </a:lnTo>
                      <a:lnTo>
                        <a:pt x="0" y="2048286"/>
                      </a:lnTo>
                      <a:lnTo>
                        <a:pt x="0" y="2008875"/>
                      </a:lnTo>
                      <a:lnTo>
                        <a:pt x="0" y="1969464"/>
                      </a:lnTo>
                      <a:lnTo>
                        <a:pt x="0" y="1930053"/>
                      </a:lnTo>
                      <a:lnTo>
                        <a:pt x="0" y="1890642"/>
                      </a:lnTo>
                      <a:lnTo>
                        <a:pt x="0" y="1851231"/>
                      </a:lnTo>
                      <a:lnTo>
                        <a:pt x="0" y="1811821"/>
                      </a:lnTo>
                      <a:lnTo>
                        <a:pt x="0" y="1772410"/>
                      </a:lnTo>
                      <a:lnTo>
                        <a:pt x="0" y="1732999"/>
                      </a:lnTo>
                      <a:lnTo>
                        <a:pt x="0" y="1693588"/>
                      </a:lnTo>
                      <a:lnTo>
                        <a:pt x="0" y="1654177"/>
                      </a:lnTo>
                      <a:lnTo>
                        <a:pt x="0" y="1614766"/>
                      </a:lnTo>
                      <a:lnTo>
                        <a:pt x="0" y="1575355"/>
                      </a:lnTo>
                      <a:lnTo>
                        <a:pt x="0" y="1535944"/>
                      </a:lnTo>
                      <a:lnTo>
                        <a:pt x="0" y="1496533"/>
                      </a:lnTo>
                      <a:lnTo>
                        <a:pt x="0" y="1457122"/>
                      </a:lnTo>
                      <a:lnTo>
                        <a:pt x="0" y="1417711"/>
                      </a:lnTo>
                      <a:lnTo>
                        <a:pt x="0" y="1378301"/>
                      </a:lnTo>
                      <a:lnTo>
                        <a:pt x="0" y="1338890"/>
                      </a:lnTo>
                      <a:lnTo>
                        <a:pt x="0" y="1299479"/>
                      </a:lnTo>
                      <a:lnTo>
                        <a:pt x="0" y="1260068"/>
                      </a:lnTo>
                      <a:lnTo>
                        <a:pt x="0" y="1220657"/>
                      </a:lnTo>
                      <a:lnTo>
                        <a:pt x="0" y="1181246"/>
                      </a:lnTo>
                      <a:lnTo>
                        <a:pt x="0" y="1141835"/>
                      </a:lnTo>
                      <a:lnTo>
                        <a:pt x="0" y="1102424"/>
                      </a:lnTo>
                      <a:lnTo>
                        <a:pt x="0" y="1063013"/>
                      </a:lnTo>
                      <a:lnTo>
                        <a:pt x="0" y="1023602"/>
                      </a:lnTo>
                      <a:lnTo>
                        <a:pt x="0" y="984192"/>
                      </a:lnTo>
                      <a:lnTo>
                        <a:pt x="0" y="944781"/>
                      </a:lnTo>
                      <a:lnTo>
                        <a:pt x="0" y="905370"/>
                      </a:lnTo>
                      <a:lnTo>
                        <a:pt x="0" y="865959"/>
                      </a:lnTo>
                      <a:lnTo>
                        <a:pt x="0" y="826548"/>
                      </a:lnTo>
                      <a:lnTo>
                        <a:pt x="0" y="787137"/>
                      </a:lnTo>
                      <a:lnTo>
                        <a:pt x="0" y="747726"/>
                      </a:lnTo>
                      <a:lnTo>
                        <a:pt x="0" y="708315"/>
                      </a:lnTo>
                      <a:lnTo>
                        <a:pt x="0" y="668904"/>
                      </a:lnTo>
                      <a:lnTo>
                        <a:pt x="0" y="629493"/>
                      </a:lnTo>
                      <a:lnTo>
                        <a:pt x="0" y="590082"/>
                      </a:lnTo>
                      <a:lnTo>
                        <a:pt x="0" y="550672"/>
                      </a:lnTo>
                      <a:lnTo>
                        <a:pt x="0" y="511261"/>
                      </a:lnTo>
                      <a:lnTo>
                        <a:pt x="0" y="471850"/>
                      </a:lnTo>
                      <a:lnTo>
                        <a:pt x="0" y="432439"/>
                      </a:lnTo>
                      <a:lnTo>
                        <a:pt x="0" y="393028"/>
                      </a:lnTo>
                      <a:lnTo>
                        <a:pt x="0" y="353617"/>
                      </a:lnTo>
                      <a:lnTo>
                        <a:pt x="0" y="314206"/>
                      </a:lnTo>
                      <a:lnTo>
                        <a:pt x="0" y="274795"/>
                      </a:lnTo>
                      <a:lnTo>
                        <a:pt x="0" y="235384"/>
                      </a:lnTo>
                      <a:lnTo>
                        <a:pt x="0" y="195973"/>
                      </a:lnTo>
                      <a:lnTo>
                        <a:pt x="0" y="156563"/>
                      </a:lnTo>
                      <a:lnTo>
                        <a:pt x="0" y="117152"/>
                      </a:lnTo>
                      <a:lnTo>
                        <a:pt x="0" y="77741"/>
                      </a:lnTo>
                      <a:lnTo>
                        <a:pt x="0" y="38330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5" name="pl10">
                  <a:extLst>
                    <a:ext uri="{FF2B5EF4-FFF2-40B4-BE49-F238E27FC236}">
                      <a16:creationId xmlns:a16="http://schemas.microsoft.com/office/drawing/2014/main" id="{3E6483BE-EB34-5F46-EAE9-F73DF7D50444}"/>
                    </a:ext>
                  </a:extLst>
                </p:cNvPr>
                <p:cNvSpPr/>
                <p:nvPr/>
              </p:nvSpPr>
              <p:spPr>
                <a:xfrm>
                  <a:off x="4727662" y="2354586"/>
                  <a:ext cx="0" cy="33663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366361">
                      <a:moveTo>
                        <a:pt x="0" y="3366361"/>
                      </a:moveTo>
                      <a:lnTo>
                        <a:pt x="0" y="3348846"/>
                      </a:lnTo>
                      <a:lnTo>
                        <a:pt x="0" y="3309435"/>
                      </a:lnTo>
                      <a:lnTo>
                        <a:pt x="0" y="3270024"/>
                      </a:lnTo>
                      <a:lnTo>
                        <a:pt x="0" y="3230613"/>
                      </a:lnTo>
                      <a:lnTo>
                        <a:pt x="0" y="3191202"/>
                      </a:lnTo>
                      <a:lnTo>
                        <a:pt x="0" y="3151791"/>
                      </a:lnTo>
                      <a:lnTo>
                        <a:pt x="0" y="3112380"/>
                      </a:lnTo>
                      <a:lnTo>
                        <a:pt x="0" y="3072969"/>
                      </a:lnTo>
                      <a:lnTo>
                        <a:pt x="0" y="3033559"/>
                      </a:lnTo>
                      <a:lnTo>
                        <a:pt x="0" y="2994148"/>
                      </a:lnTo>
                      <a:lnTo>
                        <a:pt x="0" y="2954737"/>
                      </a:lnTo>
                      <a:lnTo>
                        <a:pt x="0" y="2915326"/>
                      </a:lnTo>
                      <a:lnTo>
                        <a:pt x="0" y="2875915"/>
                      </a:lnTo>
                      <a:lnTo>
                        <a:pt x="0" y="2836504"/>
                      </a:lnTo>
                      <a:lnTo>
                        <a:pt x="0" y="2797093"/>
                      </a:lnTo>
                      <a:lnTo>
                        <a:pt x="0" y="2757682"/>
                      </a:lnTo>
                      <a:lnTo>
                        <a:pt x="0" y="2718271"/>
                      </a:lnTo>
                      <a:lnTo>
                        <a:pt x="0" y="2678860"/>
                      </a:lnTo>
                      <a:lnTo>
                        <a:pt x="0" y="2639450"/>
                      </a:lnTo>
                      <a:lnTo>
                        <a:pt x="0" y="2600039"/>
                      </a:lnTo>
                      <a:lnTo>
                        <a:pt x="0" y="2560628"/>
                      </a:lnTo>
                      <a:lnTo>
                        <a:pt x="0" y="2521217"/>
                      </a:lnTo>
                      <a:lnTo>
                        <a:pt x="0" y="2481806"/>
                      </a:lnTo>
                      <a:lnTo>
                        <a:pt x="0" y="2442395"/>
                      </a:lnTo>
                      <a:lnTo>
                        <a:pt x="0" y="2402984"/>
                      </a:lnTo>
                      <a:lnTo>
                        <a:pt x="0" y="2363573"/>
                      </a:lnTo>
                      <a:lnTo>
                        <a:pt x="0" y="2324162"/>
                      </a:lnTo>
                      <a:lnTo>
                        <a:pt x="0" y="2284751"/>
                      </a:lnTo>
                      <a:lnTo>
                        <a:pt x="0" y="2245340"/>
                      </a:lnTo>
                      <a:lnTo>
                        <a:pt x="0" y="2205930"/>
                      </a:lnTo>
                      <a:lnTo>
                        <a:pt x="0" y="2166519"/>
                      </a:lnTo>
                      <a:lnTo>
                        <a:pt x="0" y="2127108"/>
                      </a:lnTo>
                      <a:lnTo>
                        <a:pt x="0" y="2087697"/>
                      </a:lnTo>
                      <a:lnTo>
                        <a:pt x="0" y="2048286"/>
                      </a:lnTo>
                      <a:lnTo>
                        <a:pt x="0" y="2008875"/>
                      </a:lnTo>
                      <a:lnTo>
                        <a:pt x="0" y="1969464"/>
                      </a:lnTo>
                      <a:lnTo>
                        <a:pt x="0" y="1930053"/>
                      </a:lnTo>
                      <a:lnTo>
                        <a:pt x="0" y="1890642"/>
                      </a:lnTo>
                      <a:lnTo>
                        <a:pt x="0" y="1851231"/>
                      </a:lnTo>
                      <a:lnTo>
                        <a:pt x="0" y="1811821"/>
                      </a:lnTo>
                      <a:lnTo>
                        <a:pt x="0" y="1772410"/>
                      </a:lnTo>
                      <a:lnTo>
                        <a:pt x="0" y="1732999"/>
                      </a:lnTo>
                      <a:lnTo>
                        <a:pt x="0" y="1693588"/>
                      </a:lnTo>
                      <a:lnTo>
                        <a:pt x="0" y="1654177"/>
                      </a:lnTo>
                      <a:lnTo>
                        <a:pt x="0" y="1614766"/>
                      </a:lnTo>
                      <a:lnTo>
                        <a:pt x="0" y="1575355"/>
                      </a:lnTo>
                      <a:lnTo>
                        <a:pt x="0" y="1535944"/>
                      </a:lnTo>
                      <a:lnTo>
                        <a:pt x="0" y="1496533"/>
                      </a:lnTo>
                      <a:lnTo>
                        <a:pt x="0" y="1457122"/>
                      </a:lnTo>
                      <a:lnTo>
                        <a:pt x="0" y="1417711"/>
                      </a:lnTo>
                      <a:lnTo>
                        <a:pt x="0" y="1378301"/>
                      </a:lnTo>
                      <a:lnTo>
                        <a:pt x="0" y="1338890"/>
                      </a:lnTo>
                      <a:lnTo>
                        <a:pt x="0" y="1299479"/>
                      </a:lnTo>
                      <a:lnTo>
                        <a:pt x="0" y="1260068"/>
                      </a:lnTo>
                      <a:lnTo>
                        <a:pt x="0" y="1220657"/>
                      </a:lnTo>
                      <a:lnTo>
                        <a:pt x="0" y="1181246"/>
                      </a:lnTo>
                      <a:lnTo>
                        <a:pt x="0" y="1141835"/>
                      </a:lnTo>
                      <a:lnTo>
                        <a:pt x="0" y="1102424"/>
                      </a:lnTo>
                      <a:lnTo>
                        <a:pt x="0" y="1063013"/>
                      </a:lnTo>
                      <a:lnTo>
                        <a:pt x="0" y="1023602"/>
                      </a:lnTo>
                      <a:lnTo>
                        <a:pt x="0" y="984192"/>
                      </a:lnTo>
                      <a:lnTo>
                        <a:pt x="0" y="944781"/>
                      </a:lnTo>
                      <a:lnTo>
                        <a:pt x="0" y="905370"/>
                      </a:lnTo>
                      <a:lnTo>
                        <a:pt x="0" y="865959"/>
                      </a:lnTo>
                      <a:lnTo>
                        <a:pt x="0" y="826548"/>
                      </a:lnTo>
                      <a:lnTo>
                        <a:pt x="0" y="787137"/>
                      </a:lnTo>
                      <a:lnTo>
                        <a:pt x="0" y="747726"/>
                      </a:lnTo>
                      <a:lnTo>
                        <a:pt x="0" y="708315"/>
                      </a:lnTo>
                      <a:lnTo>
                        <a:pt x="0" y="668904"/>
                      </a:lnTo>
                      <a:lnTo>
                        <a:pt x="0" y="629493"/>
                      </a:lnTo>
                      <a:lnTo>
                        <a:pt x="0" y="590082"/>
                      </a:lnTo>
                      <a:lnTo>
                        <a:pt x="0" y="550672"/>
                      </a:lnTo>
                      <a:lnTo>
                        <a:pt x="0" y="511261"/>
                      </a:lnTo>
                      <a:lnTo>
                        <a:pt x="0" y="471850"/>
                      </a:lnTo>
                      <a:lnTo>
                        <a:pt x="0" y="432439"/>
                      </a:lnTo>
                      <a:lnTo>
                        <a:pt x="0" y="393028"/>
                      </a:lnTo>
                      <a:lnTo>
                        <a:pt x="0" y="353617"/>
                      </a:lnTo>
                      <a:lnTo>
                        <a:pt x="0" y="314206"/>
                      </a:lnTo>
                      <a:lnTo>
                        <a:pt x="0" y="274795"/>
                      </a:lnTo>
                      <a:lnTo>
                        <a:pt x="0" y="235384"/>
                      </a:lnTo>
                      <a:lnTo>
                        <a:pt x="0" y="195973"/>
                      </a:lnTo>
                      <a:lnTo>
                        <a:pt x="0" y="156563"/>
                      </a:lnTo>
                      <a:lnTo>
                        <a:pt x="0" y="117152"/>
                      </a:lnTo>
                      <a:lnTo>
                        <a:pt x="0" y="77741"/>
                      </a:lnTo>
                      <a:lnTo>
                        <a:pt x="0" y="38330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6" name="pl11">
                  <a:extLst>
                    <a:ext uri="{FF2B5EF4-FFF2-40B4-BE49-F238E27FC236}">
                      <a16:creationId xmlns:a16="http://schemas.microsoft.com/office/drawing/2014/main" id="{54365BC0-058E-BD9E-F05B-0D4217A57EA9}"/>
                    </a:ext>
                  </a:extLst>
                </p:cNvPr>
                <p:cNvSpPr/>
                <p:nvPr/>
              </p:nvSpPr>
              <p:spPr>
                <a:xfrm>
                  <a:off x="5256837" y="2354586"/>
                  <a:ext cx="0" cy="33663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366361">
                      <a:moveTo>
                        <a:pt x="0" y="3366361"/>
                      </a:moveTo>
                      <a:lnTo>
                        <a:pt x="0" y="3348846"/>
                      </a:lnTo>
                      <a:lnTo>
                        <a:pt x="0" y="3309435"/>
                      </a:lnTo>
                      <a:lnTo>
                        <a:pt x="0" y="3270024"/>
                      </a:lnTo>
                      <a:lnTo>
                        <a:pt x="0" y="3230613"/>
                      </a:lnTo>
                      <a:lnTo>
                        <a:pt x="0" y="3191202"/>
                      </a:lnTo>
                      <a:lnTo>
                        <a:pt x="0" y="3151791"/>
                      </a:lnTo>
                      <a:lnTo>
                        <a:pt x="0" y="3112380"/>
                      </a:lnTo>
                      <a:lnTo>
                        <a:pt x="0" y="3072969"/>
                      </a:lnTo>
                      <a:lnTo>
                        <a:pt x="0" y="3033559"/>
                      </a:lnTo>
                      <a:lnTo>
                        <a:pt x="0" y="2994148"/>
                      </a:lnTo>
                      <a:lnTo>
                        <a:pt x="0" y="2954737"/>
                      </a:lnTo>
                      <a:lnTo>
                        <a:pt x="0" y="2915326"/>
                      </a:lnTo>
                      <a:lnTo>
                        <a:pt x="0" y="2875915"/>
                      </a:lnTo>
                      <a:lnTo>
                        <a:pt x="0" y="2836504"/>
                      </a:lnTo>
                      <a:lnTo>
                        <a:pt x="0" y="2797093"/>
                      </a:lnTo>
                      <a:lnTo>
                        <a:pt x="0" y="2757682"/>
                      </a:lnTo>
                      <a:lnTo>
                        <a:pt x="0" y="2718271"/>
                      </a:lnTo>
                      <a:lnTo>
                        <a:pt x="0" y="2678860"/>
                      </a:lnTo>
                      <a:lnTo>
                        <a:pt x="0" y="2639450"/>
                      </a:lnTo>
                      <a:lnTo>
                        <a:pt x="0" y="2600039"/>
                      </a:lnTo>
                      <a:lnTo>
                        <a:pt x="0" y="2560628"/>
                      </a:lnTo>
                      <a:lnTo>
                        <a:pt x="0" y="2521217"/>
                      </a:lnTo>
                      <a:lnTo>
                        <a:pt x="0" y="2481806"/>
                      </a:lnTo>
                      <a:lnTo>
                        <a:pt x="0" y="2442395"/>
                      </a:lnTo>
                      <a:lnTo>
                        <a:pt x="0" y="2402984"/>
                      </a:lnTo>
                      <a:lnTo>
                        <a:pt x="0" y="2363573"/>
                      </a:lnTo>
                      <a:lnTo>
                        <a:pt x="0" y="2324162"/>
                      </a:lnTo>
                      <a:lnTo>
                        <a:pt x="0" y="2284751"/>
                      </a:lnTo>
                      <a:lnTo>
                        <a:pt x="0" y="2245340"/>
                      </a:lnTo>
                      <a:lnTo>
                        <a:pt x="0" y="2205930"/>
                      </a:lnTo>
                      <a:lnTo>
                        <a:pt x="0" y="2166519"/>
                      </a:lnTo>
                      <a:lnTo>
                        <a:pt x="0" y="2127108"/>
                      </a:lnTo>
                      <a:lnTo>
                        <a:pt x="0" y="2087697"/>
                      </a:lnTo>
                      <a:lnTo>
                        <a:pt x="0" y="2048286"/>
                      </a:lnTo>
                      <a:lnTo>
                        <a:pt x="0" y="2008875"/>
                      </a:lnTo>
                      <a:lnTo>
                        <a:pt x="0" y="1969464"/>
                      </a:lnTo>
                      <a:lnTo>
                        <a:pt x="0" y="1930053"/>
                      </a:lnTo>
                      <a:lnTo>
                        <a:pt x="0" y="1890642"/>
                      </a:lnTo>
                      <a:lnTo>
                        <a:pt x="0" y="1851231"/>
                      </a:lnTo>
                      <a:lnTo>
                        <a:pt x="0" y="1811821"/>
                      </a:lnTo>
                      <a:lnTo>
                        <a:pt x="0" y="1772410"/>
                      </a:lnTo>
                      <a:lnTo>
                        <a:pt x="0" y="1732999"/>
                      </a:lnTo>
                      <a:lnTo>
                        <a:pt x="0" y="1693588"/>
                      </a:lnTo>
                      <a:lnTo>
                        <a:pt x="0" y="1654177"/>
                      </a:lnTo>
                      <a:lnTo>
                        <a:pt x="0" y="1614766"/>
                      </a:lnTo>
                      <a:lnTo>
                        <a:pt x="0" y="1575355"/>
                      </a:lnTo>
                      <a:lnTo>
                        <a:pt x="0" y="1535944"/>
                      </a:lnTo>
                      <a:lnTo>
                        <a:pt x="0" y="1496533"/>
                      </a:lnTo>
                      <a:lnTo>
                        <a:pt x="0" y="1457122"/>
                      </a:lnTo>
                      <a:lnTo>
                        <a:pt x="0" y="1417711"/>
                      </a:lnTo>
                      <a:lnTo>
                        <a:pt x="0" y="1378301"/>
                      </a:lnTo>
                      <a:lnTo>
                        <a:pt x="0" y="1338890"/>
                      </a:lnTo>
                      <a:lnTo>
                        <a:pt x="0" y="1299479"/>
                      </a:lnTo>
                      <a:lnTo>
                        <a:pt x="0" y="1260068"/>
                      </a:lnTo>
                      <a:lnTo>
                        <a:pt x="0" y="1220657"/>
                      </a:lnTo>
                      <a:lnTo>
                        <a:pt x="0" y="1181246"/>
                      </a:lnTo>
                      <a:lnTo>
                        <a:pt x="0" y="1141835"/>
                      </a:lnTo>
                      <a:lnTo>
                        <a:pt x="0" y="1102424"/>
                      </a:lnTo>
                      <a:lnTo>
                        <a:pt x="0" y="1063013"/>
                      </a:lnTo>
                      <a:lnTo>
                        <a:pt x="0" y="1023602"/>
                      </a:lnTo>
                      <a:lnTo>
                        <a:pt x="0" y="984192"/>
                      </a:lnTo>
                      <a:lnTo>
                        <a:pt x="0" y="944781"/>
                      </a:lnTo>
                      <a:lnTo>
                        <a:pt x="0" y="905370"/>
                      </a:lnTo>
                      <a:lnTo>
                        <a:pt x="0" y="865959"/>
                      </a:lnTo>
                      <a:lnTo>
                        <a:pt x="0" y="826548"/>
                      </a:lnTo>
                      <a:lnTo>
                        <a:pt x="0" y="787137"/>
                      </a:lnTo>
                      <a:lnTo>
                        <a:pt x="0" y="747726"/>
                      </a:lnTo>
                      <a:lnTo>
                        <a:pt x="0" y="708315"/>
                      </a:lnTo>
                      <a:lnTo>
                        <a:pt x="0" y="668904"/>
                      </a:lnTo>
                      <a:lnTo>
                        <a:pt x="0" y="629493"/>
                      </a:lnTo>
                      <a:lnTo>
                        <a:pt x="0" y="590082"/>
                      </a:lnTo>
                      <a:lnTo>
                        <a:pt x="0" y="550672"/>
                      </a:lnTo>
                      <a:lnTo>
                        <a:pt x="0" y="511261"/>
                      </a:lnTo>
                      <a:lnTo>
                        <a:pt x="0" y="471850"/>
                      </a:lnTo>
                      <a:lnTo>
                        <a:pt x="0" y="432439"/>
                      </a:lnTo>
                      <a:lnTo>
                        <a:pt x="0" y="393028"/>
                      </a:lnTo>
                      <a:lnTo>
                        <a:pt x="0" y="353617"/>
                      </a:lnTo>
                      <a:lnTo>
                        <a:pt x="0" y="314206"/>
                      </a:lnTo>
                      <a:lnTo>
                        <a:pt x="0" y="274795"/>
                      </a:lnTo>
                      <a:lnTo>
                        <a:pt x="0" y="235384"/>
                      </a:lnTo>
                      <a:lnTo>
                        <a:pt x="0" y="195973"/>
                      </a:lnTo>
                      <a:lnTo>
                        <a:pt x="0" y="156563"/>
                      </a:lnTo>
                      <a:lnTo>
                        <a:pt x="0" y="117152"/>
                      </a:lnTo>
                      <a:lnTo>
                        <a:pt x="0" y="77741"/>
                      </a:lnTo>
                      <a:lnTo>
                        <a:pt x="0" y="38330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7" name="pl12">
                  <a:extLst>
                    <a:ext uri="{FF2B5EF4-FFF2-40B4-BE49-F238E27FC236}">
                      <a16:creationId xmlns:a16="http://schemas.microsoft.com/office/drawing/2014/main" id="{77FE435D-E5E3-9DB6-48AD-DD4199F09157}"/>
                    </a:ext>
                  </a:extLst>
                </p:cNvPr>
                <p:cNvSpPr/>
                <p:nvPr/>
              </p:nvSpPr>
              <p:spPr>
                <a:xfrm>
                  <a:off x="5786012" y="2354586"/>
                  <a:ext cx="0" cy="33663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366361">
                      <a:moveTo>
                        <a:pt x="0" y="3366361"/>
                      </a:moveTo>
                      <a:lnTo>
                        <a:pt x="0" y="3348846"/>
                      </a:lnTo>
                      <a:lnTo>
                        <a:pt x="0" y="3309435"/>
                      </a:lnTo>
                      <a:lnTo>
                        <a:pt x="0" y="3270024"/>
                      </a:lnTo>
                      <a:lnTo>
                        <a:pt x="0" y="3230613"/>
                      </a:lnTo>
                      <a:lnTo>
                        <a:pt x="0" y="3191202"/>
                      </a:lnTo>
                      <a:lnTo>
                        <a:pt x="0" y="3151791"/>
                      </a:lnTo>
                      <a:lnTo>
                        <a:pt x="0" y="3112380"/>
                      </a:lnTo>
                      <a:lnTo>
                        <a:pt x="0" y="3072969"/>
                      </a:lnTo>
                      <a:lnTo>
                        <a:pt x="0" y="3033559"/>
                      </a:lnTo>
                      <a:lnTo>
                        <a:pt x="0" y="2994148"/>
                      </a:lnTo>
                      <a:lnTo>
                        <a:pt x="0" y="2954737"/>
                      </a:lnTo>
                      <a:lnTo>
                        <a:pt x="0" y="2915326"/>
                      </a:lnTo>
                      <a:lnTo>
                        <a:pt x="0" y="2875915"/>
                      </a:lnTo>
                      <a:lnTo>
                        <a:pt x="0" y="2836504"/>
                      </a:lnTo>
                      <a:lnTo>
                        <a:pt x="0" y="2797093"/>
                      </a:lnTo>
                      <a:lnTo>
                        <a:pt x="0" y="2757682"/>
                      </a:lnTo>
                      <a:lnTo>
                        <a:pt x="0" y="2718271"/>
                      </a:lnTo>
                      <a:lnTo>
                        <a:pt x="0" y="2678860"/>
                      </a:lnTo>
                      <a:lnTo>
                        <a:pt x="0" y="2639450"/>
                      </a:lnTo>
                      <a:lnTo>
                        <a:pt x="0" y="2600039"/>
                      </a:lnTo>
                      <a:lnTo>
                        <a:pt x="0" y="2560628"/>
                      </a:lnTo>
                      <a:lnTo>
                        <a:pt x="0" y="2521217"/>
                      </a:lnTo>
                      <a:lnTo>
                        <a:pt x="0" y="2481806"/>
                      </a:lnTo>
                      <a:lnTo>
                        <a:pt x="0" y="2442395"/>
                      </a:lnTo>
                      <a:lnTo>
                        <a:pt x="0" y="2402984"/>
                      </a:lnTo>
                      <a:lnTo>
                        <a:pt x="0" y="2363573"/>
                      </a:lnTo>
                      <a:lnTo>
                        <a:pt x="0" y="2324162"/>
                      </a:lnTo>
                      <a:lnTo>
                        <a:pt x="0" y="2284751"/>
                      </a:lnTo>
                      <a:lnTo>
                        <a:pt x="0" y="2245340"/>
                      </a:lnTo>
                      <a:lnTo>
                        <a:pt x="0" y="2205930"/>
                      </a:lnTo>
                      <a:lnTo>
                        <a:pt x="0" y="2166519"/>
                      </a:lnTo>
                      <a:lnTo>
                        <a:pt x="0" y="2127108"/>
                      </a:lnTo>
                      <a:lnTo>
                        <a:pt x="0" y="2087697"/>
                      </a:lnTo>
                      <a:lnTo>
                        <a:pt x="0" y="2048286"/>
                      </a:lnTo>
                      <a:lnTo>
                        <a:pt x="0" y="2008875"/>
                      </a:lnTo>
                      <a:lnTo>
                        <a:pt x="0" y="1969464"/>
                      </a:lnTo>
                      <a:lnTo>
                        <a:pt x="0" y="1930053"/>
                      </a:lnTo>
                      <a:lnTo>
                        <a:pt x="0" y="1890642"/>
                      </a:lnTo>
                      <a:lnTo>
                        <a:pt x="0" y="1851231"/>
                      </a:lnTo>
                      <a:lnTo>
                        <a:pt x="0" y="1811821"/>
                      </a:lnTo>
                      <a:lnTo>
                        <a:pt x="0" y="1772410"/>
                      </a:lnTo>
                      <a:lnTo>
                        <a:pt x="0" y="1732999"/>
                      </a:lnTo>
                      <a:lnTo>
                        <a:pt x="0" y="1693588"/>
                      </a:lnTo>
                      <a:lnTo>
                        <a:pt x="0" y="1654177"/>
                      </a:lnTo>
                      <a:lnTo>
                        <a:pt x="0" y="1614766"/>
                      </a:lnTo>
                      <a:lnTo>
                        <a:pt x="0" y="1575355"/>
                      </a:lnTo>
                      <a:lnTo>
                        <a:pt x="0" y="1535944"/>
                      </a:lnTo>
                      <a:lnTo>
                        <a:pt x="0" y="1496533"/>
                      </a:lnTo>
                      <a:lnTo>
                        <a:pt x="0" y="1457122"/>
                      </a:lnTo>
                      <a:lnTo>
                        <a:pt x="0" y="1417711"/>
                      </a:lnTo>
                      <a:lnTo>
                        <a:pt x="0" y="1378301"/>
                      </a:lnTo>
                      <a:lnTo>
                        <a:pt x="0" y="1338890"/>
                      </a:lnTo>
                      <a:lnTo>
                        <a:pt x="0" y="1299479"/>
                      </a:lnTo>
                      <a:lnTo>
                        <a:pt x="0" y="1260068"/>
                      </a:lnTo>
                      <a:lnTo>
                        <a:pt x="0" y="1220657"/>
                      </a:lnTo>
                      <a:lnTo>
                        <a:pt x="0" y="1181246"/>
                      </a:lnTo>
                      <a:lnTo>
                        <a:pt x="0" y="1141835"/>
                      </a:lnTo>
                      <a:lnTo>
                        <a:pt x="0" y="1102424"/>
                      </a:lnTo>
                      <a:lnTo>
                        <a:pt x="0" y="1063013"/>
                      </a:lnTo>
                      <a:lnTo>
                        <a:pt x="0" y="1023602"/>
                      </a:lnTo>
                      <a:lnTo>
                        <a:pt x="0" y="984192"/>
                      </a:lnTo>
                      <a:lnTo>
                        <a:pt x="0" y="944781"/>
                      </a:lnTo>
                      <a:lnTo>
                        <a:pt x="0" y="905370"/>
                      </a:lnTo>
                      <a:lnTo>
                        <a:pt x="0" y="865959"/>
                      </a:lnTo>
                      <a:lnTo>
                        <a:pt x="0" y="826548"/>
                      </a:lnTo>
                      <a:lnTo>
                        <a:pt x="0" y="787137"/>
                      </a:lnTo>
                      <a:lnTo>
                        <a:pt x="0" y="747726"/>
                      </a:lnTo>
                      <a:lnTo>
                        <a:pt x="0" y="708315"/>
                      </a:lnTo>
                      <a:lnTo>
                        <a:pt x="0" y="668904"/>
                      </a:lnTo>
                      <a:lnTo>
                        <a:pt x="0" y="629493"/>
                      </a:lnTo>
                      <a:lnTo>
                        <a:pt x="0" y="590082"/>
                      </a:lnTo>
                      <a:lnTo>
                        <a:pt x="0" y="550672"/>
                      </a:lnTo>
                      <a:lnTo>
                        <a:pt x="0" y="511261"/>
                      </a:lnTo>
                      <a:lnTo>
                        <a:pt x="0" y="471850"/>
                      </a:lnTo>
                      <a:lnTo>
                        <a:pt x="0" y="432439"/>
                      </a:lnTo>
                      <a:lnTo>
                        <a:pt x="0" y="393028"/>
                      </a:lnTo>
                      <a:lnTo>
                        <a:pt x="0" y="353617"/>
                      </a:lnTo>
                      <a:lnTo>
                        <a:pt x="0" y="314206"/>
                      </a:lnTo>
                      <a:lnTo>
                        <a:pt x="0" y="274795"/>
                      </a:lnTo>
                      <a:lnTo>
                        <a:pt x="0" y="235384"/>
                      </a:lnTo>
                      <a:lnTo>
                        <a:pt x="0" y="195973"/>
                      </a:lnTo>
                      <a:lnTo>
                        <a:pt x="0" y="156563"/>
                      </a:lnTo>
                      <a:lnTo>
                        <a:pt x="0" y="117152"/>
                      </a:lnTo>
                      <a:lnTo>
                        <a:pt x="0" y="77741"/>
                      </a:lnTo>
                      <a:lnTo>
                        <a:pt x="0" y="38330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8" name="pl13">
                  <a:extLst>
                    <a:ext uri="{FF2B5EF4-FFF2-40B4-BE49-F238E27FC236}">
                      <a16:creationId xmlns:a16="http://schemas.microsoft.com/office/drawing/2014/main" id="{8FE797BF-7A29-9500-3766-CE22F1E4F7B4}"/>
                    </a:ext>
                  </a:extLst>
                </p:cNvPr>
                <p:cNvSpPr/>
                <p:nvPr/>
              </p:nvSpPr>
              <p:spPr>
                <a:xfrm>
                  <a:off x="6315187" y="2354586"/>
                  <a:ext cx="0" cy="33663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366361">
                      <a:moveTo>
                        <a:pt x="0" y="3366361"/>
                      </a:moveTo>
                      <a:lnTo>
                        <a:pt x="0" y="3348846"/>
                      </a:lnTo>
                      <a:lnTo>
                        <a:pt x="0" y="3309435"/>
                      </a:lnTo>
                      <a:lnTo>
                        <a:pt x="0" y="3270024"/>
                      </a:lnTo>
                      <a:lnTo>
                        <a:pt x="0" y="3230613"/>
                      </a:lnTo>
                      <a:lnTo>
                        <a:pt x="0" y="3191202"/>
                      </a:lnTo>
                      <a:lnTo>
                        <a:pt x="0" y="3151791"/>
                      </a:lnTo>
                      <a:lnTo>
                        <a:pt x="0" y="3112380"/>
                      </a:lnTo>
                      <a:lnTo>
                        <a:pt x="0" y="3072969"/>
                      </a:lnTo>
                      <a:lnTo>
                        <a:pt x="0" y="3033559"/>
                      </a:lnTo>
                      <a:lnTo>
                        <a:pt x="0" y="2994148"/>
                      </a:lnTo>
                      <a:lnTo>
                        <a:pt x="0" y="2954737"/>
                      </a:lnTo>
                      <a:lnTo>
                        <a:pt x="0" y="2915326"/>
                      </a:lnTo>
                      <a:lnTo>
                        <a:pt x="0" y="2875915"/>
                      </a:lnTo>
                      <a:lnTo>
                        <a:pt x="0" y="2836504"/>
                      </a:lnTo>
                      <a:lnTo>
                        <a:pt x="0" y="2797093"/>
                      </a:lnTo>
                      <a:lnTo>
                        <a:pt x="0" y="2757682"/>
                      </a:lnTo>
                      <a:lnTo>
                        <a:pt x="0" y="2718271"/>
                      </a:lnTo>
                      <a:lnTo>
                        <a:pt x="0" y="2678860"/>
                      </a:lnTo>
                      <a:lnTo>
                        <a:pt x="0" y="2639450"/>
                      </a:lnTo>
                      <a:lnTo>
                        <a:pt x="0" y="2600039"/>
                      </a:lnTo>
                      <a:lnTo>
                        <a:pt x="0" y="2560628"/>
                      </a:lnTo>
                      <a:lnTo>
                        <a:pt x="0" y="2521217"/>
                      </a:lnTo>
                      <a:lnTo>
                        <a:pt x="0" y="2481806"/>
                      </a:lnTo>
                      <a:lnTo>
                        <a:pt x="0" y="2442395"/>
                      </a:lnTo>
                      <a:lnTo>
                        <a:pt x="0" y="2402984"/>
                      </a:lnTo>
                      <a:lnTo>
                        <a:pt x="0" y="2363573"/>
                      </a:lnTo>
                      <a:lnTo>
                        <a:pt x="0" y="2324162"/>
                      </a:lnTo>
                      <a:lnTo>
                        <a:pt x="0" y="2284751"/>
                      </a:lnTo>
                      <a:lnTo>
                        <a:pt x="0" y="2245340"/>
                      </a:lnTo>
                      <a:lnTo>
                        <a:pt x="0" y="2205930"/>
                      </a:lnTo>
                      <a:lnTo>
                        <a:pt x="0" y="2166519"/>
                      </a:lnTo>
                      <a:lnTo>
                        <a:pt x="0" y="2127108"/>
                      </a:lnTo>
                      <a:lnTo>
                        <a:pt x="0" y="2087697"/>
                      </a:lnTo>
                      <a:lnTo>
                        <a:pt x="0" y="2048286"/>
                      </a:lnTo>
                      <a:lnTo>
                        <a:pt x="0" y="2008875"/>
                      </a:lnTo>
                      <a:lnTo>
                        <a:pt x="0" y="1969464"/>
                      </a:lnTo>
                      <a:lnTo>
                        <a:pt x="0" y="1930053"/>
                      </a:lnTo>
                      <a:lnTo>
                        <a:pt x="0" y="1890642"/>
                      </a:lnTo>
                      <a:lnTo>
                        <a:pt x="0" y="1851231"/>
                      </a:lnTo>
                      <a:lnTo>
                        <a:pt x="0" y="1811821"/>
                      </a:lnTo>
                      <a:lnTo>
                        <a:pt x="0" y="1772410"/>
                      </a:lnTo>
                      <a:lnTo>
                        <a:pt x="0" y="1732999"/>
                      </a:lnTo>
                      <a:lnTo>
                        <a:pt x="0" y="1693588"/>
                      </a:lnTo>
                      <a:lnTo>
                        <a:pt x="0" y="1654177"/>
                      </a:lnTo>
                      <a:lnTo>
                        <a:pt x="0" y="1614766"/>
                      </a:lnTo>
                      <a:lnTo>
                        <a:pt x="0" y="1575355"/>
                      </a:lnTo>
                      <a:lnTo>
                        <a:pt x="0" y="1535944"/>
                      </a:lnTo>
                      <a:lnTo>
                        <a:pt x="0" y="1496533"/>
                      </a:lnTo>
                      <a:lnTo>
                        <a:pt x="0" y="1457122"/>
                      </a:lnTo>
                      <a:lnTo>
                        <a:pt x="0" y="1417711"/>
                      </a:lnTo>
                      <a:lnTo>
                        <a:pt x="0" y="1378301"/>
                      </a:lnTo>
                      <a:lnTo>
                        <a:pt x="0" y="1338890"/>
                      </a:lnTo>
                      <a:lnTo>
                        <a:pt x="0" y="1299479"/>
                      </a:lnTo>
                      <a:lnTo>
                        <a:pt x="0" y="1260068"/>
                      </a:lnTo>
                      <a:lnTo>
                        <a:pt x="0" y="1220657"/>
                      </a:lnTo>
                      <a:lnTo>
                        <a:pt x="0" y="1181246"/>
                      </a:lnTo>
                      <a:lnTo>
                        <a:pt x="0" y="1141835"/>
                      </a:lnTo>
                      <a:lnTo>
                        <a:pt x="0" y="1102424"/>
                      </a:lnTo>
                      <a:lnTo>
                        <a:pt x="0" y="1063013"/>
                      </a:lnTo>
                      <a:lnTo>
                        <a:pt x="0" y="1023602"/>
                      </a:lnTo>
                      <a:lnTo>
                        <a:pt x="0" y="984192"/>
                      </a:lnTo>
                      <a:lnTo>
                        <a:pt x="0" y="944781"/>
                      </a:lnTo>
                      <a:lnTo>
                        <a:pt x="0" y="905370"/>
                      </a:lnTo>
                      <a:lnTo>
                        <a:pt x="0" y="865959"/>
                      </a:lnTo>
                      <a:lnTo>
                        <a:pt x="0" y="826548"/>
                      </a:lnTo>
                      <a:lnTo>
                        <a:pt x="0" y="787137"/>
                      </a:lnTo>
                      <a:lnTo>
                        <a:pt x="0" y="747726"/>
                      </a:lnTo>
                      <a:lnTo>
                        <a:pt x="0" y="708315"/>
                      </a:lnTo>
                      <a:lnTo>
                        <a:pt x="0" y="668904"/>
                      </a:lnTo>
                      <a:lnTo>
                        <a:pt x="0" y="629493"/>
                      </a:lnTo>
                      <a:lnTo>
                        <a:pt x="0" y="590082"/>
                      </a:lnTo>
                      <a:lnTo>
                        <a:pt x="0" y="550672"/>
                      </a:lnTo>
                      <a:lnTo>
                        <a:pt x="0" y="511261"/>
                      </a:lnTo>
                      <a:lnTo>
                        <a:pt x="0" y="471850"/>
                      </a:lnTo>
                      <a:lnTo>
                        <a:pt x="0" y="432439"/>
                      </a:lnTo>
                      <a:lnTo>
                        <a:pt x="0" y="393028"/>
                      </a:lnTo>
                      <a:lnTo>
                        <a:pt x="0" y="353617"/>
                      </a:lnTo>
                      <a:lnTo>
                        <a:pt x="0" y="314206"/>
                      </a:lnTo>
                      <a:lnTo>
                        <a:pt x="0" y="274795"/>
                      </a:lnTo>
                      <a:lnTo>
                        <a:pt x="0" y="235384"/>
                      </a:lnTo>
                      <a:lnTo>
                        <a:pt x="0" y="195973"/>
                      </a:lnTo>
                      <a:lnTo>
                        <a:pt x="0" y="156563"/>
                      </a:lnTo>
                      <a:lnTo>
                        <a:pt x="0" y="117152"/>
                      </a:lnTo>
                      <a:lnTo>
                        <a:pt x="0" y="77741"/>
                      </a:lnTo>
                      <a:lnTo>
                        <a:pt x="0" y="38330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9" name="pl14">
                  <a:extLst>
                    <a:ext uri="{FF2B5EF4-FFF2-40B4-BE49-F238E27FC236}">
                      <a16:creationId xmlns:a16="http://schemas.microsoft.com/office/drawing/2014/main" id="{4A33813A-2DDD-56DE-34F2-C9480AF9BEDE}"/>
                    </a:ext>
                  </a:extLst>
                </p:cNvPr>
                <p:cNvSpPr/>
                <p:nvPr/>
              </p:nvSpPr>
              <p:spPr>
                <a:xfrm>
                  <a:off x="2201917" y="5407850"/>
                  <a:ext cx="4342247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42247">
                      <a:moveTo>
                        <a:pt x="0" y="0"/>
                      </a:moveTo>
                      <a:lnTo>
                        <a:pt x="24190" y="0"/>
                      </a:lnTo>
                      <a:lnTo>
                        <a:pt x="72297" y="0"/>
                      </a:lnTo>
                      <a:lnTo>
                        <a:pt x="120403" y="0"/>
                      </a:lnTo>
                      <a:lnTo>
                        <a:pt x="168510" y="0"/>
                      </a:lnTo>
                      <a:lnTo>
                        <a:pt x="216617" y="0"/>
                      </a:lnTo>
                      <a:lnTo>
                        <a:pt x="264724" y="0"/>
                      </a:lnTo>
                      <a:lnTo>
                        <a:pt x="312831" y="0"/>
                      </a:lnTo>
                      <a:lnTo>
                        <a:pt x="360938" y="0"/>
                      </a:lnTo>
                      <a:lnTo>
                        <a:pt x="409044" y="0"/>
                      </a:lnTo>
                      <a:lnTo>
                        <a:pt x="457151" y="0"/>
                      </a:lnTo>
                      <a:lnTo>
                        <a:pt x="505258" y="0"/>
                      </a:lnTo>
                      <a:lnTo>
                        <a:pt x="553365" y="0"/>
                      </a:lnTo>
                      <a:lnTo>
                        <a:pt x="601472" y="0"/>
                      </a:lnTo>
                      <a:lnTo>
                        <a:pt x="649579" y="0"/>
                      </a:lnTo>
                      <a:lnTo>
                        <a:pt x="697685" y="0"/>
                      </a:lnTo>
                      <a:lnTo>
                        <a:pt x="745792" y="0"/>
                      </a:lnTo>
                      <a:lnTo>
                        <a:pt x="793899" y="0"/>
                      </a:lnTo>
                      <a:lnTo>
                        <a:pt x="842006" y="0"/>
                      </a:lnTo>
                      <a:lnTo>
                        <a:pt x="890113" y="0"/>
                      </a:lnTo>
                      <a:lnTo>
                        <a:pt x="938219" y="0"/>
                      </a:lnTo>
                      <a:lnTo>
                        <a:pt x="986326" y="0"/>
                      </a:lnTo>
                      <a:lnTo>
                        <a:pt x="1034433" y="0"/>
                      </a:lnTo>
                      <a:lnTo>
                        <a:pt x="1082540" y="0"/>
                      </a:lnTo>
                      <a:lnTo>
                        <a:pt x="1130647" y="0"/>
                      </a:lnTo>
                      <a:lnTo>
                        <a:pt x="1178754" y="0"/>
                      </a:lnTo>
                      <a:lnTo>
                        <a:pt x="1226860" y="0"/>
                      </a:lnTo>
                      <a:lnTo>
                        <a:pt x="1274967" y="0"/>
                      </a:lnTo>
                      <a:lnTo>
                        <a:pt x="1323074" y="0"/>
                      </a:lnTo>
                      <a:lnTo>
                        <a:pt x="1371181" y="0"/>
                      </a:lnTo>
                      <a:lnTo>
                        <a:pt x="1419288" y="0"/>
                      </a:lnTo>
                      <a:lnTo>
                        <a:pt x="1467394" y="0"/>
                      </a:lnTo>
                      <a:lnTo>
                        <a:pt x="1515501" y="0"/>
                      </a:lnTo>
                      <a:lnTo>
                        <a:pt x="1563608" y="0"/>
                      </a:lnTo>
                      <a:lnTo>
                        <a:pt x="1611715" y="0"/>
                      </a:lnTo>
                      <a:lnTo>
                        <a:pt x="1659822" y="0"/>
                      </a:lnTo>
                      <a:lnTo>
                        <a:pt x="1707929" y="0"/>
                      </a:lnTo>
                      <a:lnTo>
                        <a:pt x="1756035" y="0"/>
                      </a:lnTo>
                      <a:lnTo>
                        <a:pt x="1804142" y="0"/>
                      </a:lnTo>
                      <a:lnTo>
                        <a:pt x="1852249" y="0"/>
                      </a:lnTo>
                      <a:lnTo>
                        <a:pt x="1900356" y="0"/>
                      </a:lnTo>
                      <a:lnTo>
                        <a:pt x="1948463" y="0"/>
                      </a:lnTo>
                      <a:lnTo>
                        <a:pt x="1996570" y="0"/>
                      </a:lnTo>
                      <a:lnTo>
                        <a:pt x="2044676" y="0"/>
                      </a:lnTo>
                      <a:lnTo>
                        <a:pt x="2092783" y="0"/>
                      </a:lnTo>
                      <a:lnTo>
                        <a:pt x="2140890" y="0"/>
                      </a:lnTo>
                      <a:lnTo>
                        <a:pt x="2188997" y="0"/>
                      </a:lnTo>
                      <a:lnTo>
                        <a:pt x="2237104" y="0"/>
                      </a:lnTo>
                      <a:lnTo>
                        <a:pt x="2285210" y="0"/>
                      </a:lnTo>
                      <a:lnTo>
                        <a:pt x="2333317" y="0"/>
                      </a:lnTo>
                      <a:lnTo>
                        <a:pt x="2381424" y="0"/>
                      </a:lnTo>
                      <a:lnTo>
                        <a:pt x="2429531" y="0"/>
                      </a:lnTo>
                      <a:lnTo>
                        <a:pt x="2477638" y="0"/>
                      </a:lnTo>
                      <a:lnTo>
                        <a:pt x="2525745" y="0"/>
                      </a:lnTo>
                      <a:lnTo>
                        <a:pt x="2573851" y="0"/>
                      </a:lnTo>
                      <a:lnTo>
                        <a:pt x="2621958" y="0"/>
                      </a:lnTo>
                      <a:lnTo>
                        <a:pt x="2670065" y="0"/>
                      </a:lnTo>
                      <a:lnTo>
                        <a:pt x="2718172" y="0"/>
                      </a:lnTo>
                      <a:lnTo>
                        <a:pt x="2766279" y="0"/>
                      </a:lnTo>
                      <a:lnTo>
                        <a:pt x="2814386" y="0"/>
                      </a:lnTo>
                      <a:lnTo>
                        <a:pt x="2862492" y="0"/>
                      </a:lnTo>
                      <a:lnTo>
                        <a:pt x="2910599" y="0"/>
                      </a:lnTo>
                      <a:lnTo>
                        <a:pt x="2958706" y="0"/>
                      </a:lnTo>
                      <a:lnTo>
                        <a:pt x="3006813" y="0"/>
                      </a:lnTo>
                      <a:lnTo>
                        <a:pt x="3054920" y="0"/>
                      </a:lnTo>
                      <a:lnTo>
                        <a:pt x="3103026" y="0"/>
                      </a:lnTo>
                      <a:lnTo>
                        <a:pt x="3151133" y="0"/>
                      </a:lnTo>
                      <a:lnTo>
                        <a:pt x="3199240" y="0"/>
                      </a:lnTo>
                      <a:lnTo>
                        <a:pt x="3247347" y="0"/>
                      </a:lnTo>
                      <a:lnTo>
                        <a:pt x="3295454" y="0"/>
                      </a:lnTo>
                      <a:lnTo>
                        <a:pt x="3343561" y="0"/>
                      </a:lnTo>
                      <a:lnTo>
                        <a:pt x="3391667" y="0"/>
                      </a:lnTo>
                      <a:lnTo>
                        <a:pt x="3439774" y="0"/>
                      </a:lnTo>
                      <a:lnTo>
                        <a:pt x="3487881" y="0"/>
                      </a:lnTo>
                      <a:lnTo>
                        <a:pt x="3535988" y="0"/>
                      </a:lnTo>
                      <a:lnTo>
                        <a:pt x="3584095" y="0"/>
                      </a:lnTo>
                      <a:lnTo>
                        <a:pt x="3632202" y="0"/>
                      </a:lnTo>
                      <a:lnTo>
                        <a:pt x="3680308" y="0"/>
                      </a:lnTo>
                      <a:lnTo>
                        <a:pt x="3728415" y="0"/>
                      </a:lnTo>
                      <a:lnTo>
                        <a:pt x="3776522" y="0"/>
                      </a:lnTo>
                      <a:lnTo>
                        <a:pt x="3824629" y="0"/>
                      </a:lnTo>
                      <a:lnTo>
                        <a:pt x="3872736" y="0"/>
                      </a:lnTo>
                      <a:lnTo>
                        <a:pt x="3920842" y="0"/>
                      </a:lnTo>
                      <a:lnTo>
                        <a:pt x="3968949" y="0"/>
                      </a:lnTo>
                      <a:lnTo>
                        <a:pt x="4017056" y="0"/>
                      </a:lnTo>
                      <a:lnTo>
                        <a:pt x="4065163" y="0"/>
                      </a:lnTo>
                      <a:lnTo>
                        <a:pt x="4113270" y="0"/>
                      </a:lnTo>
                      <a:lnTo>
                        <a:pt x="4161377" y="0"/>
                      </a:lnTo>
                      <a:lnTo>
                        <a:pt x="4209483" y="0"/>
                      </a:lnTo>
                      <a:lnTo>
                        <a:pt x="4257590" y="0"/>
                      </a:lnTo>
                      <a:lnTo>
                        <a:pt x="4305697" y="0"/>
                      </a:lnTo>
                      <a:lnTo>
                        <a:pt x="4342247" y="0"/>
                      </a:lnTo>
                      <a:lnTo>
                        <a:pt x="4342247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0" name="pl15">
                  <a:extLst>
                    <a:ext uri="{FF2B5EF4-FFF2-40B4-BE49-F238E27FC236}">
                      <a16:creationId xmlns:a16="http://schemas.microsoft.com/office/drawing/2014/main" id="{0611C1E6-9140-FB11-3CEF-95F712952092}"/>
                    </a:ext>
                  </a:extLst>
                </p:cNvPr>
                <p:cNvSpPr/>
                <p:nvPr/>
              </p:nvSpPr>
              <p:spPr>
                <a:xfrm>
                  <a:off x="2201917" y="4757570"/>
                  <a:ext cx="4342247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42247">
                      <a:moveTo>
                        <a:pt x="0" y="0"/>
                      </a:moveTo>
                      <a:lnTo>
                        <a:pt x="24190" y="0"/>
                      </a:lnTo>
                      <a:lnTo>
                        <a:pt x="72297" y="0"/>
                      </a:lnTo>
                      <a:lnTo>
                        <a:pt x="120403" y="0"/>
                      </a:lnTo>
                      <a:lnTo>
                        <a:pt x="168510" y="0"/>
                      </a:lnTo>
                      <a:lnTo>
                        <a:pt x="216617" y="0"/>
                      </a:lnTo>
                      <a:lnTo>
                        <a:pt x="264724" y="0"/>
                      </a:lnTo>
                      <a:lnTo>
                        <a:pt x="312831" y="0"/>
                      </a:lnTo>
                      <a:lnTo>
                        <a:pt x="360938" y="0"/>
                      </a:lnTo>
                      <a:lnTo>
                        <a:pt x="409044" y="0"/>
                      </a:lnTo>
                      <a:lnTo>
                        <a:pt x="457151" y="0"/>
                      </a:lnTo>
                      <a:lnTo>
                        <a:pt x="505258" y="0"/>
                      </a:lnTo>
                      <a:lnTo>
                        <a:pt x="553365" y="0"/>
                      </a:lnTo>
                      <a:lnTo>
                        <a:pt x="601472" y="0"/>
                      </a:lnTo>
                      <a:lnTo>
                        <a:pt x="649579" y="0"/>
                      </a:lnTo>
                      <a:lnTo>
                        <a:pt x="697685" y="0"/>
                      </a:lnTo>
                      <a:lnTo>
                        <a:pt x="745792" y="0"/>
                      </a:lnTo>
                      <a:lnTo>
                        <a:pt x="793899" y="0"/>
                      </a:lnTo>
                      <a:lnTo>
                        <a:pt x="842006" y="0"/>
                      </a:lnTo>
                      <a:lnTo>
                        <a:pt x="890113" y="0"/>
                      </a:lnTo>
                      <a:lnTo>
                        <a:pt x="938219" y="0"/>
                      </a:lnTo>
                      <a:lnTo>
                        <a:pt x="986326" y="0"/>
                      </a:lnTo>
                      <a:lnTo>
                        <a:pt x="1034433" y="0"/>
                      </a:lnTo>
                      <a:lnTo>
                        <a:pt x="1082540" y="0"/>
                      </a:lnTo>
                      <a:lnTo>
                        <a:pt x="1130647" y="0"/>
                      </a:lnTo>
                      <a:lnTo>
                        <a:pt x="1178754" y="0"/>
                      </a:lnTo>
                      <a:lnTo>
                        <a:pt x="1226860" y="0"/>
                      </a:lnTo>
                      <a:lnTo>
                        <a:pt x="1274967" y="0"/>
                      </a:lnTo>
                      <a:lnTo>
                        <a:pt x="1323074" y="0"/>
                      </a:lnTo>
                      <a:lnTo>
                        <a:pt x="1371181" y="0"/>
                      </a:lnTo>
                      <a:lnTo>
                        <a:pt x="1419288" y="0"/>
                      </a:lnTo>
                      <a:lnTo>
                        <a:pt x="1467394" y="0"/>
                      </a:lnTo>
                      <a:lnTo>
                        <a:pt x="1515501" y="0"/>
                      </a:lnTo>
                      <a:lnTo>
                        <a:pt x="1563608" y="0"/>
                      </a:lnTo>
                      <a:lnTo>
                        <a:pt x="1611715" y="0"/>
                      </a:lnTo>
                      <a:lnTo>
                        <a:pt x="1659822" y="0"/>
                      </a:lnTo>
                      <a:lnTo>
                        <a:pt x="1707929" y="0"/>
                      </a:lnTo>
                      <a:lnTo>
                        <a:pt x="1756035" y="0"/>
                      </a:lnTo>
                      <a:lnTo>
                        <a:pt x="1804142" y="0"/>
                      </a:lnTo>
                      <a:lnTo>
                        <a:pt x="1852249" y="0"/>
                      </a:lnTo>
                      <a:lnTo>
                        <a:pt x="1900356" y="0"/>
                      </a:lnTo>
                      <a:lnTo>
                        <a:pt x="1948463" y="0"/>
                      </a:lnTo>
                      <a:lnTo>
                        <a:pt x="1996570" y="0"/>
                      </a:lnTo>
                      <a:lnTo>
                        <a:pt x="2044676" y="0"/>
                      </a:lnTo>
                      <a:lnTo>
                        <a:pt x="2092783" y="0"/>
                      </a:lnTo>
                      <a:lnTo>
                        <a:pt x="2140890" y="0"/>
                      </a:lnTo>
                      <a:lnTo>
                        <a:pt x="2188997" y="0"/>
                      </a:lnTo>
                      <a:lnTo>
                        <a:pt x="2237104" y="0"/>
                      </a:lnTo>
                      <a:lnTo>
                        <a:pt x="2285210" y="0"/>
                      </a:lnTo>
                      <a:lnTo>
                        <a:pt x="2333317" y="0"/>
                      </a:lnTo>
                      <a:lnTo>
                        <a:pt x="2381424" y="0"/>
                      </a:lnTo>
                      <a:lnTo>
                        <a:pt x="2429531" y="0"/>
                      </a:lnTo>
                      <a:lnTo>
                        <a:pt x="2477638" y="0"/>
                      </a:lnTo>
                      <a:lnTo>
                        <a:pt x="2525745" y="0"/>
                      </a:lnTo>
                      <a:lnTo>
                        <a:pt x="2573851" y="0"/>
                      </a:lnTo>
                      <a:lnTo>
                        <a:pt x="2621958" y="0"/>
                      </a:lnTo>
                      <a:lnTo>
                        <a:pt x="2670065" y="0"/>
                      </a:lnTo>
                      <a:lnTo>
                        <a:pt x="2718172" y="0"/>
                      </a:lnTo>
                      <a:lnTo>
                        <a:pt x="2766279" y="0"/>
                      </a:lnTo>
                      <a:lnTo>
                        <a:pt x="2814386" y="0"/>
                      </a:lnTo>
                      <a:lnTo>
                        <a:pt x="2862492" y="0"/>
                      </a:lnTo>
                      <a:lnTo>
                        <a:pt x="2910599" y="0"/>
                      </a:lnTo>
                      <a:lnTo>
                        <a:pt x="2958706" y="0"/>
                      </a:lnTo>
                      <a:lnTo>
                        <a:pt x="3006813" y="0"/>
                      </a:lnTo>
                      <a:lnTo>
                        <a:pt x="3054920" y="0"/>
                      </a:lnTo>
                      <a:lnTo>
                        <a:pt x="3103026" y="0"/>
                      </a:lnTo>
                      <a:lnTo>
                        <a:pt x="3151133" y="0"/>
                      </a:lnTo>
                      <a:lnTo>
                        <a:pt x="3199240" y="0"/>
                      </a:lnTo>
                      <a:lnTo>
                        <a:pt x="3247347" y="0"/>
                      </a:lnTo>
                      <a:lnTo>
                        <a:pt x="3295454" y="0"/>
                      </a:lnTo>
                      <a:lnTo>
                        <a:pt x="3343561" y="0"/>
                      </a:lnTo>
                      <a:lnTo>
                        <a:pt x="3391667" y="0"/>
                      </a:lnTo>
                      <a:lnTo>
                        <a:pt x="3439774" y="0"/>
                      </a:lnTo>
                      <a:lnTo>
                        <a:pt x="3487881" y="0"/>
                      </a:lnTo>
                      <a:lnTo>
                        <a:pt x="3535988" y="0"/>
                      </a:lnTo>
                      <a:lnTo>
                        <a:pt x="3584095" y="0"/>
                      </a:lnTo>
                      <a:lnTo>
                        <a:pt x="3632202" y="0"/>
                      </a:lnTo>
                      <a:lnTo>
                        <a:pt x="3680308" y="0"/>
                      </a:lnTo>
                      <a:lnTo>
                        <a:pt x="3728415" y="0"/>
                      </a:lnTo>
                      <a:lnTo>
                        <a:pt x="3776522" y="0"/>
                      </a:lnTo>
                      <a:lnTo>
                        <a:pt x="3824629" y="0"/>
                      </a:lnTo>
                      <a:lnTo>
                        <a:pt x="3872736" y="0"/>
                      </a:lnTo>
                      <a:lnTo>
                        <a:pt x="3920842" y="0"/>
                      </a:lnTo>
                      <a:lnTo>
                        <a:pt x="3968949" y="0"/>
                      </a:lnTo>
                      <a:lnTo>
                        <a:pt x="4017056" y="0"/>
                      </a:lnTo>
                      <a:lnTo>
                        <a:pt x="4065163" y="0"/>
                      </a:lnTo>
                      <a:lnTo>
                        <a:pt x="4113270" y="0"/>
                      </a:lnTo>
                      <a:lnTo>
                        <a:pt x="4161377" y="0"/>
                      </a:lnTo>
                      <a:lnTo>
                        <a:pt x="4209483" y="0"/>
                      </a:lnTo>
                      <a:lnTo>
                        <a:pt x="4257590" y="0"/>
                      </a:lnTo>
                      <a:lnTo>
                        <a:pt x="4305697" y="0"/>
                      </a:lnTo>
                      <a:lnTo>
                        <a:pt x="4342247" y="0"/>
                      </a:lnTo>
                      <a:lnTo>
                        <a:pt x="4342247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1" name="pl16">
                  <a:extLst>
                    <a:ext uri="{FF2B5EF4-FFF2-40B4-BE49-F238E27FC236}">
                      <a16:creationId xmlns:a16="http://schemas.microsoft.com/office/drawing/2014/main" id="{122687B3-8629-4AD6-D21C-8F9F66DD9D01}"/>
                    </a:ext>
                  </a:extLst>
                </p:cNvPr>
                <p:cNvSpPr/>
                <p:nvPr/>
              </p:nvSpPr>
              <p:spPr>
                <a:xfrm>
                  <a:off x="2201917" y="4107291"/>
                  <a:ext cx="4342247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42247">
                      <a:moveTo>
                        <a:pt x="0" y="0"/>
                      </a:moveTo>
                      <a:lnTo>
                        <a:pt x="24190" y="0"/>
                      </a:lnTo>
                      <a:lnTo>
                        <a:pt x="72297" y="0"/>
                      </a:lnTo>
                      <a:lnTo>
                        <a:pt x="120403" y="0"/>
                      </a:lnTo>
                      <a:lnTo>
                        <a:pt x="168510" y="0"/>
                      </a:lnTo>
                      <a:lnTo>
                        <a:pt x="216617" y="0"/>
                      </a:lnTo>
                      <a:lnTo>
                        <a:pt x="264724" y="0"/>
                      </a:lnTo>
                      <a:lnTo>
                        <a:pt x="312831" y="0"/>
                      </a:lnTo>
                      <a:lnTo>
                        <a:pt x="360938" y="0"/>
                      </a:lnTo>
                      <a:lnTo>
                        <a:pt x="409044" y="0"/>
                      </a:lnTo>
                      <a:lnTo>
                        <a:pt x="457151" y="0"/>
                      </a:lnTo>
                      <a:lnTo>
                        <a:pt x="505258" y="0"/>
                      </a:lnTo>
                      <a:lnTo>
                        <a:pt x="553365" y="0"/>
                      </a:lnTo>
                      <a:lnTo>
                        <a:pt x="601472" y="0"/>
                      </a:lnTo>
                      <a:lnTo>
                        <a:pt x="649579" y="0"/>
                      </a:lnTo>
                      <a:lnTo>
                        <a:pt x="697685" y="0"/>
                      </a:lnTo>
                      <a:lnTo>
                        <a:pt x="745792" y="0"/>
                      </a:lnTo>
                      <a:lnTo>
                        <a:pt x="793899" y="0"/>
                      </a:lnTo>
                      <a:lnTo>
                        <a:pt x="842006" y="0"/>
                      </a:lnTo>
                      <a:lnTo>
                        <a:pt x="890113" y="0"/>
                      </a:lnTo>
                      <a:lnTo>
                        <a:pt x="938219" y="0"/>
                      </a:lnTo>
                      <a:lnTo>
                        <a:pt x="986326" y="0"/>
                      </a:lnTo>
                      <a:lnTo>
                        <a:pt x="1034433" y="0"/>
                      </a:lnTo>
                      <a:lnTo>
                        <a:pt x="1082540" y="0"/>
                      </a:lnTo>
                      <a:lnTo>
                        <a:pt x="1130647" y="0"/>
                      </a:lnTo>
                      <a:lnTo>
                        <a:pt x="1178754" y="0"/>
                      </a:lnTo>
                      <a:lnTo>
                        <a:pt x="1226860" y="0"/>
                      </a:lnTo>
                      <a:lnTo>
                        <a:pt x="1274967" y="0"/>
                      </a:lnTo>
                      <a:lnTo>
                        <a:pt x="1323074" y="0"/>
                      </a:lnTo>
                      <a:lnTo>
                        <a:pt x="1371181" y="0"/>
                      </a:lnTo>
                      <a:lnTo>
                        <a:pt x="1419288" y="0"/>
                      </a:lnTo>
                      <a:lnTo>
                        <a:pt x="1467394" y="0"/>
                      </a:lnTo>
                      <a:lnTo>
                        <a:pt x="1515501" y="0"/>
                      </a:lnTo>
                      <a:lnTo>
                        <a:pt x="1563608" y="0"/>
                      </a:lnTo>
                      <a:lnTo>
                        <a:pt x="1611715" y="0"/>
                      </a:lnTo>
                      <a:lnTo>
                        <a:pt x="1659822" y="0"/>
                      </a:lnTo>
                      <a:lnTo>
                        <a:pt x="1707929" y="0"/>
                      </a:lnTo>
                      <a:lnTo>
                        <a:pt x="1756035" y="0"/>
                      </a:lnTo>
                      <a:lnTo>
                        <a:pt x="1804142" y="0"/>
                      </a:lnTo>
                      <a:lnTo>
                        <a:pt x="1852249" y="0"/>
                      </a:lnTo>
                      <a:lnTo>
                        <a:pt x="1900356" y="0"/>
                      </a:lnTo>
                      <a:lnTo>
                        <a:pt x="1948463" y="0"/>
                      </a:lnTo>
                      <a:lnTo>
                        <a:pt x="1996570" y="0"/>
                      </a:lnTo>
                      <a:lnTo>
                        <a:pt x="2044676" y="0"/>
                      </a:lnTo>
                      <a:lnTo>
                        <a:pt x="2092783" y="0"/>
                      </a:lnTo>
                      <a:lnTo>
                        <a:pt x="2140890" y="0"/>
                      </a:lnTo>
                      <a:lnTo>
                        <a:pt x="2188997" y="0"/>
                      </a:lnTo>
                      <a:lnTo>
                        <a:pt x="2237104" y="0"/>
                      </a:lnTo>
                      <a:lnTo>
                        <a:pt x="2285210" y="0"/>
                      </a:lnTo>
                      <a:lnTo>
                        <a:pt x="2333317" y="0"/>
                      </a:lnTo>
                      <a:lnTo>
                        <a:pt x="2381424" y="0"/>
                      </a:lnTo>
                      <a:lnTo>
                        <a:pt x="2429531" y="0"/>
                      </a:lnTo>
                      <a:lnTo>
                        <a:pt x="2477638" y="0"/>
                      </a:lnTo>
                      <a:lnTo>
                        <a:pt x="2525745" y="0"/>
                      </a:lnTo>
                      <a:lnTo>
                        <a:pt x="2573851" y="0"/>
                      </a:lnTo>
                      <a:lnTo>
                        <a:pt x="2621958" y="0"/>
                      </a:lnTo>
                      <a:lnTo>
                        <a:pt x="2670065" y="0"/>
                      </a:lnTo>
                      <a:lnTo>
                        <a:pt x="2718172" y="0"/>
                      </a:lnTo>
                      <a:lnTo>
                        <a:pt x="2766279" y="0"/>
                      </a:lnTo>
                      <a:lnTo>
                        <a:pt x="2814386" y="0"/>
                      </a:lnTo>
                      <a:lnTo>
                        <a:pt x="2862492" y="0"/>
                      </a:lnTo>
                      <a:lnTo>
                        <a:pt x="2910599" y="0"/>
                      </a:lnTo>
                      <a:lnTo>
                        <a:pt x="2958706" y="0"/>
                      </a:lnTo>
                      <a:lnTo>
                        <a:pt x="3006813" y="0"/>
                      </a:lnTo>
                      <a:lnTo>
                        <a:pt x="3054920" y="0"/>
                      </a:lnTo>
                      <a:lnTo>
                        <a:pt x="3103026" y="0"/>
                      </a:lnTo>
                      <a:lnTo>
                        <a:pt x="3151133" y="0"/>
                      </a:lnTo>
                      <a:lnTo>
                        <a:pt x="3199240" y="0"/>
                      </a:lnTo>
                      <a:lnTo>
                        <a:pt x="3247347" y="0"/>
                      </a:lnTo>
                      <a:lnTo>
                        <a:pt x="3295454" y="0"/>
                      </a:lnTo>
                      <a:lnTo>
                        <a:pt x="3343561" y="0"/>
                      </a:lnTo>
                      <a:lnTo>
                        <a:pt x="3391667" y="0"/>
                      </a:lnTo>
                      <a:lnTo>
                        <a:pt x="3439774" y="0"/>
                      </a:lnTo>
                      <a:lnTo>
                        <a:pt x="3487881" y="0"/>
                      </a:lnTo>
                      <a:lnTo>
                        <a:pt x="3535988" y="0"/>
                      </a:lnTo>
                      <a:lnTo>
                        <a:pt x="3584095" y="0"/>
                      </a:lnTo>
                      <a:lnTo>
                        <a:pt x="3632202" y="0"/>
                      </a:lnTo>
                      <a:lnTo>
                        <a:pt x="3680308" y="0"/>
                      </a:lnTo>
                      <a:lnTo>
                        <a:pt x="3728415" y="0"/>
                      </a:lnTo>
                      <a:lnTo>
                        <a:pt x="3776522" y="0"/>
                      </a:lnTo>
                      <a:lnTo>
                        <a:pt x="3824629" y="0"/>
                      </a:lnTo>
                      <a:lnTo>
                        <a:pt x="3872736" y="0"/>
                      </a:lnTo>
                      <a:lnTo>
                        <a:pt x="3920842" y="0"/>
                      </a:lnTo>
                      <a:lnTo>
                        <a:pt x="3968949" y="0"/>
                      </a:lnTo>
                      <a:lnTo>
                        <a:pt x="4017056" y="0"/>
                      </a:lnTo>
                      <a:lnTo>
                        <a:pt x="4065163" y="0"/>
                      </a:lnTo>
                      <a:lnTo>
                        <a:pt x="4113270" y="0"/>
                      </a:lnTo>
                      <a:lnTo>
                        <a:pt x="4161377" y="0"/>
                      </a:lnTo>
                      <a:lnTo>
                        <a:pt x="4209483" y="0"/>
                      </a:lnTo>
                      <a:lnTo>
                        <a:pt x="4257590" y="0"/>
                      </a:lnTo>
                      <a:lnTo>
                        <a:pt x="4305697" y="0"/>
                      </a:lnTo>
                      <a:lnTo>
                        <a:pt x="4342247" y="0"/>
                      </a:lnTo>
                      <a:lnTo>
                        <a:pt x="4342247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2" name="pl17">
                  <a:extLst>
                    <a:ext uri="{FF2B5EF4-FFF2-40B4-BE49-F238E27FC236}">
                      <a16:creationId xmlns:a16="http://schemas.microsoft.com/office/drawing/2014/main" id="{A58185AC-7CC5-18E4-188A-2EB8E75E6820}"/>
                    </a:ext>
                  </a:extLst>
                </p:cNvPr>
                <p:cNvSpPr/>
                <p:nvPr/>
              </p:nvSpPr>
              <p:spPr>
                <a:xfrm>
                  <a:off x="2201917" y="3457011"/>
                  <a:ext cx="4342247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42247">
                      <a:moveTo>
                        <a:pt x="0" y="0"/>
                      </a:moveTo>
                      <a:lnTo>
                        <a:pt x="24190" y="0"/>
                      </a:lnTo>
                      <a:lnTo>
                        <a:pt x="72297" y="0"/>
                      </a:lnTo>
                      <a:lnTo>
                        <a:pt x="120403" y="0"/>
                      </a:lnTo>
                      <a:lnTo>
                        <a:pt x="168510" y="0"/>
                      </a:lnTo>
                      <a:lnTo>
                        <a:pt x="216617" y="0"/>
                      </a:lnTo>
                      <a:lnTo>
                        <a:pt x="264724" y="0"/>
                      </a:lnTo>
                      <a:lnTo>
                        <a:pt x="312831" y="0"/>
                      </a:lnTo>
                      <a:lnTo>
                        <a:pt x="360938" y="0"/>
                      </a:lnTo>
                      <a:lnTo>
                        <a:pt x="409044" y="0"/>
                      </a:lnTo>
                      <a:lnTo>
                        <a:pt x="457151" y="0"/>
                      </a:lnTo>
                      <a:lnTo>
                        <a:pt x="505258" y="0"/>
                      </a:lnTo>
                      <a:lnTo>
                        <a:pt x="553365" y="0"/>
                      </a:lnTo>
                      <a:lnTo>
                        <a:pt x="601472" y="0"/>
                      </a:lnTo>
                      <a:lnTo>
                        <a:pt x="649579" y="0"/>
                      </a:lnTo>
                      <a:lnTo>
                        <a:pt x="697685" y="0"/>
                      </a:lnTo>
                      <a:lnTo>
                        <a:pt x="745792" y="0"/>
                      </a:lnTo>
                      <a:lnTo>
                        <a:pt x="793899" y="0"/>
                      </a:lnTo>
                      <a:lnTo>
                        <a:pt x="842006" y="0"/>
                      </a:lnTo>
                      <a:lnTo>
                        <a:pt x="890113" y="0"/>
                      </a:lnTo>
                      <a:lnTo>
                        <a:pt x="938219" y="0"/>
                      </a:lnTo>
                      <a:lnTo>
                        <a:pt x="986326" y="0"/>
                      </a:lnTo>
                      <a:lnTo>
                        <a:pt x="1034433" y="0"/>
                      </a:lnTo>
                      <a:lnTo>
                        <a:pt x="1082540" y="0"/>
                      </a:lnTo>
                      <a:lnTo>
                        <a:pt x="1130647" y="0"/>
                      </a:lnTo>
                      <a:lnTo>
                        <a:pt x="1178754" y="0"/>
                      </a:lnTo>
                      <a:lnTo>
                        <a:pt x="1226860" y="0"/>
                      </a:lnTo>
                      <a:lnTo>
                        <a:pt x="1274967" y="0"/>
                      </a:lnTo>
                      <a:lnTo>
                        <a:pt x="1323074" y="0"/>
                      </a:lnTo>
                      <a:lnTo>
                        <a:pt x="1371181" y="0"/>
                      </a:lnTo>
                      <a:lnTo>
                        <a:pt x="1419288" y="0"/>
                      </a:lnTo>
                      <a:lnTo>
                        <a:pt x="1467394" y="0"/>
                      </a:lnTo>
                      <a:lnTo>
                        <a:pt x="1515501" y="0"/>
                      </a:lnTo>
                      <a:lnTo>
                        <a:pt x="1563608" y="0"/>
                      </a:lnTo>
                      <a:lnTo>
                        <a:pt x="1611715" y="0"/>
                      </a:lnTo>
                      <a:lnTo>
                        <a:pt x="1659822" y="0"/>
                      </a:lnTo>
                      <a:lnTo>
                        <a:pt x="1707929" y="0"/>
                      </a:lnTo>
                      <a:lnTo>
                        <a:pt x="1756035" y="0"/>
                      </a:lnTo>
                      <a:lnTo>
                        <a:pt x="1804142" y="0"/>
                      </a:lnTo>
                      <a:lnTo>
                        <a:pt x="1852249" y="0"/>
                      </a:lnTo>
                      <a:lnTo>
                        <a:pt x="1900356" y="0"/>
                      </a:lnTo>
                      <a:lnTo>
                        <a:pt x="1948463" y="0"/>
                      </a:lnTo>
                      <a:lnTo>
                        <a:pt x="1996570" y="0"/>
                      </a:lnTo>
                      <a:lnTo>
                        <a:pt x="2044676" y="0"/>
                      </a:lnTo>
                      <a:lnTo>
                        <a:pt x="2092783" y="0"/>
                      </a:lnTo>
                      <a:lnTo>
                        <a:pt x="2140890" y="0"/>
                      </a:lnTo>
                      <a:lnTo>
                        <a:pt x="2188997" y="0"/>
                      </a:lnTo>
                      <a:lnTo>
                        <a:pt x="2237104" y="0"/>
                      </a:lnTo>
                      <a:lnTo>
                        <a:pt x="2285210" y="0"/>
                      </a:lnTo>
                      <a:lnTo>
                        <a:pt x="2333317" y="0"/>
                      </a:lnTo>
                      <a:lnTo>
                        <a:pt x="2381424" y="0"/>
                      </a:lnTo>
                      <a:lnTo>
                        <a:pt x="2429531" y="0"/>
                      </a:lnTo>
                      <a:lnTo>
                        <a:pt x="2477638" y="0"/>
                      </a:lnTo>
                      <a:lnTo>
                        <a:pt x="2525745" y="0"/>
                      </a:lnTo>
                      <a:lnTo>
                        <a:pt x="2573851" y="0"/>
                      </a:lnTo>
                      <a:lnTo>
                        <a:pt x="2621958" y="0"/>
                      </a:lnTo>
                      <a:lnTo>
                        <a:pt x="2670065" y="0"/>
                      </a:lnTo>
                      <a:lnTo>
                        <a:pt x="2718172" y="0"/>
                      </a:lnTo>
                      <a:lnTo>
                        <a:pt x="2766279" y="0"/>
                      </a:lnTo>
                      <a:lnTo>
                        <a:pt x="2814386" y="0"/>
                      </a:lnTo>
                      <a:lnTo>
                        <a:pt x="2862492" y="0"/>
                      </a:lnTo>
                      <a:lnTo>
                        <a:pt x="2910599" y="0"/>
                      </a:lnTo>
                      <a:lnTo>
                        <a:pt x="2958706" y="0"/>
                      </a:lnTo>
                      <a:lnTo>
                        <a:pt x="3006813" y="0"/>
                      </a:lnTo>
                      <a:lnTo>
                        <a:pt x="3054920" y="0"/>
                      </a:lnTo>
                      <a:lnTo>
                        <a:pt x="3103026" y="0"/>
                      </a:lnTo>
                      <a:lnTo>
                        <a:pt x="3151133" y="0"/>
                      </a:lnTo>
                      <a:lnTo>
                        <a:pt x="3199240" y="0"/>
                      </a:lnTo>
                      <a:lnTo>
                        <a:pt x="3247347" y="0"/>
                      </a:lnTo>
                      <a:lnTo>
                        <a:pt x="3295454" y="0"/>
                      </a:lnTo>
                      <a:lnTo>
                        <a:pt x="3343561" y="0"/>
                      </a:lnTo>
                      <a:lnTo>
                        <a:pt x="3391667" y="0"/>
                      </a:lnTo>
                      <a:lnTo>
                        <a:pt x="3439774" y="0"/>
                      </a:lnTo>
                      <a:lnTo>
                        <a:pt x="3487881" y="0"/>
                      </a:lnTo>
                      <a:lnTo>
                        <a:pt x="3535988" y="0"/>
                      </a:lnTo>
                      <a:lnTo>
                        <a:pt x="3584095" y="0"/>
                      </a:lnTo>
                      <a:lnTo>
                        <a:pt x="3632202" y="0"/>
                      </a:lnTo>
                      <a:lnTo>
                        <a:pt x="3680308" y="0"/>
                      </a:lnTo>
                      <a:lnTo>
                        <a:pt x="3728415" y="0"/>
                      </a:lnTo>
                      <a:lnTo>
                        <a:pt x="3776522" y="0"/>
                      </a:lnTo>
                      <a:lnTo>
                        <a:pt x="3824629" y="0"/>
                      </a:lnTo>
                      <a:lnTo>
                        <a:pt x="3872736" y="0"/>
                      </a:lnTo>
                      <a:lnTo>
                        <a:pt x="3920842" y="0"/>
                      </a:lnTo>
                      <a:lnTo>
                        <a:pt x="3968949" y="0"/>
                      </a:lnTo>
                      <a:lnTo>
                        <a:pt x="4017056" y="0"/>
                      </a:lnTo>
                      <a:lnTo>
                        <a:pt x="4065163" y="0"/>
                      </a:lnTo>
                      <a:lnTo>
                        <a:pt x="4113270" y="0"/>
                      </a:lnTo>
                      <a:lnTo>
                        <a:pt x="4161377" y="0"/>
                      </a:lnTo>
                      <a:lnTo>
                        <a:pt x="4209483" y="0"/>
                      </a:lnTo>
                      <a:lnTo>
                        <a:pt x="4257590" y="0"/>
                      </a:lnTo>
                      <a:lnTo>
                        <a:pt x="4305697" y="0"/>
                      </a:lnTo>
                      <a:lnTo>
                        <a:pt x="4342247" y="0"/>
                      </a:lnTo>
                      <a:lnTo>
                        <a:pt x="4342247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3" name="pl18">
                  <a:extLst>
                    <a:ext uri="{FF2B5EF4-FFF2-40B4-BE49-F238E27FC236}">
                      <a16:creationId xmlns:a16="http://schemas.microsoft.com/office/drawing/2014/main" id="{87EDA6B4-5950-DF4D-C86F-7A89E570985B}"/>
                    </a:ext>
                  </a:extLst>
                </p:cNvPr>
                <p:cNvSpPr/>
                <p:nvPr/>
              </p:nvSpPr>
              <p:spPr>
                <a:xfrm>
                  <a:off x="2201917" y="2806731"/>
                  <a:ext cx="4342247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42247">
                      <a:moveTo>
                        <a:pt x="0" y="0"/>
                      </a:moveTo>
                      <a:lnTo>
                        <a:pt x="24190" y="0"/>
                      </a:lnTo>
                      <a:lnTo>
                        <a:pt x="72297" y="0"/>
                      </a:lnTo>
                      <a:lnTo>
                        <a:pt x="120403" y="0"/>
                      </a:lnTo>
                      <a:lnTo>
                        <a:pt x="168510" y="0"/>
                      </a:lnTo>
                      <a:lnTo>
                        <a:pt x="216617" y="0"/>
                      </a:lnTo>
                      <a:lnTo>
                        <a:pt x="264724" y="0"/>
                      </a:lnTo>
                      <a:lnTo>
                        <a:pt x="312831" y="0"/>
                      </a:lnTo>
                      <a:lnTo>
                        <a:pt x="360938" y="0"/>
                      </a:lnTo>
                      <a:lnTo>
                        <a:pt x="409044" y="0"/>
                      </a:lnTo>
                      <a:lnTo>
                        <a:pt x="457151" y="0"/>
                      </a:lnTo>
                      <a:lnTo>
                        <a:pt x="505258" y="0"/>
                      </a:lnTo>
                      <a:lnTo>
                        <a:pt x="553365" y="0"/>
                      </a:lnTo>
                      <a:lnTo>
                        <a:pt x="601472" y="0"/>
                      </a:lnTo>
                      <a:lnTo>
                        <a:pt x="649579" y="0"/>
                      </a:lnTo>
                      <a:lnTo>
                        <a:pt x="697685" y="0"/>
                      </a:lnTo>
                      <a:lnTo>
                        <a:pt x="745792" y="0"/>
                      </a:lnTo>
                      <a:lnTo>
                        <a:pt x="793899" y="0"/>
                      </a:lnTo>
                      <a:lnTo>
                        <a:pt x="842006" y="0"/>
                      </a:lnTo>
                      <a:lnTo>
                        <a:pt x="890113" y="0"/>
                      </a:lnTo>
                      <a:lnTo>
                        <a:pt x="938219" y="0"/>
                      </a:lnTo>
                      <a:lnTo>
                        <a:pt x="986326" y="0"/>
                      </a:lnTo>
                      <a:lnTo>
                        <a:pt x="1034433" y="0"/>
                      </a:lnTo>
                      <a:lnTo>
                        <a:pt x="1082540" y="0"/>
                      </a:lnTo>
                      <a:lnTo>
                        <a:pt x="1130647" y="0"/>
                      </a:lnTo>
                      <a:lnTo>
                        <a:pt x="1178754" y="0"/>
                      </a:lnTo>
                      <a:lnTo>
                        <a:pt x="1226860" y="0"/>
                      </a:lnTo>
                      <a:lnTo>
                        <a:pt x="1274967" y="0"/>
                      </a:lnTo>
                      <a:lnTo>
                        <a:pt x="1323074" y="0"/>
                      </a:lnTo>
                      <a:lnTo>
                        <a:pt x="1371181" y="0"/>
                      </a:lnTo>
                      <a:lnTo>
                        <a:pt x="1419288" y="0"/>
                      </a:lnTo>
                      <a:lnTo>
                        <a:pt x="1467394" y="0"/>
                      </a:lnTo>
                      <a:lnTo>
                        <a:pt x="1515501" y="0"/>
                      </a:lnTo>
                      <a:lnTo>
                        <a:pt x="1563608" y="0"/>
                      </a:lnTo>
                      <a:lnTo>
                        <a:pt x="1611715" y="0"/>
                      </a:lnTo>
                      <a:lnTo>
                        <a:pt x="1659822" y="0"/>
                      </a:lnTo>
                      <a:lnTo>
                        <a:pt x="1707929" y="0"/>
                      </a:lnTo>
                      <a:lnTo>
                        <a:pt x="1756035" y="0"/>
                      </a:lnTo>
                      <a:lnTo>
                        <a:pt x="1804142" y="0"/>
                      </a:lnTo>
                      <a:lnTo>
                        <a:pt x="1852249" y="0"/>
                      </a:lnTo>
                      <a:lnTo>
                        <a:pt x="1900356" y="0"/>
                      </a:lnTo>
                      <a:lnTo>
                        <a:pt x="1948463" y="0"/>
                      </a:lnTo>
                      <a:lnTo>
                        <a:pt x="1996570" y="0"/>
                      </a:lnTo>
                      <a:lnTo>
                        <a:pt x="2044676" y="0"/>
                      </a:lnTo>
                      <a:lnTo>
                        <a:pt x="2092783" y="0"/>
                      </a:lnTo>
                      <a:lnTo>
                        <a:pt x="2140890" y="0"/>
                      </a:lnTo>
                      <a:lnTo>
                        <a:pt x="2188997" y="0"/>
                      </a:lnTo>
                      <a:lnTo>
                        <a:pt x="2237104" y="0"/>
                      </a:lnTo>
                      <a:lnTo>
                        <a:pt x="2285210" y="0"/>
                      </a:lnTo>
                      <a:lnTo>
                        <a:pt x="2333317" y="0"/>
                      </a:lnTo>
                      <a:lnTo>
                        <a:pt x="2381424" y="0"/>
                      </a:lnTo>
                      <a:lnTo>
                        <a:pt x="2429531" y="0"/>
                      </a:lnTo>
                      <a:lnTo>
                        <a:pt x="2477638" y="0"/>
                      </a:lnTo>
                      <a:lnTo>
                        <a:pt x="2525745" y="0"/>
                      </a:lnTo>
                      <a:lnTo>
                        <a:pt x="2573851" y="0"/>
                      </a:lnTo>
                      <a:lnTo>
                        <a:pt x="2621958" y="0"/>
                      </a:lnTo>
                      <a:lnTo>
                        <a:pt x="2670065" y="0"/>
                      </a:lnTo>
                      <a:lnTo>
                        <a:pt x="2718172" y="0"/>
                      </a:lnTo>
                      <a:lnTo>
                        <a:pt x="2766279" y="0"/>
                      </a:lnTo>
                      <a:lnTo>
                        <a:pt x="2814386" y="0"/>
                      </a:lnTo>
                      <a:lnTo>
                        <a:pt x="2862492" y="0"/>
                      </a:lnTo>
                      <a:lnTo>
                        <a:pt x="2910599" y="0"/>
                      </a:lnTo>
                      <a:lnTo>
                        <a:pt x="2958706" y="0"/>
                      </a:lnTo>
                      <a:lnTo>
                        <a:pt x="3006813" y="0"/>
                      </a:lnTo>
                      <a:lnTo>
                        <a:pt x="3054920" y="0"/>
                      </a:lnTo>
                      <a:lnTo>
                        <a:pt x="3103026" y="0"/>
                      </a:lnTo>
                      <a:lnTo>
                        <a:pt x="3151133" y="0"/>
                      </a:lnTo>
                      <a:lnTo>
                        <a:pt x="3199240" y="0"/>
                      </a:lnTo>
                      <a:lnTo>
                        <a:pt x="3247347" y="0"/>
                      </a:lnTo>
                      <a:lnTo>
                        <a:pt x="3295454" y="0"/>
                      </a:lnTo>
                      <a:lnTo>
                        <a:pt x="3343561" y="0"/>
                      </a:lnTo>
                      <a:lnTo>
                        <a:pt x="3391667" y="0"/>
                      </a:lnTo>
                      <a:lnTo>
                        <a:pt x="3439774" y="0"/>
                      </a:lnTo>
                      <a:lnTo>
                        <a:pt x="3487881" y="0"/>
                      </a:lnTo>
                      <a:lnTo>
                        <a:pt x="3535988" y="0"/>
                      </a:lnTo>
                      <a:lnTo>
                        <a:pt x="3584095" y="0"/>
                      </a:lnTo>
                      <a:lnTo>
                        <a:pt x="3632202" y="0"/>
                      </a:lnTo>
                      <a:lnTo>
                        <a:pt x="3680308" y="0"/>
                      </a:lnTo>
                      <a:lnTo>
                        <a:pt x="3728415" y="0"/>
                      </a:lnTo>
                      <a:lnTo>
                        <a:pt x="3776522" y="0"/>
                      </a:lnTo>
                      <a:lnTo>
                        <a:pt x="3824629" y="0"/>
                      </a:lnTo>
                      <a:lnTo>
                        <a:pt x="3872736" y="0"/>
                      </a:lnTo>
                      <a:lnTo>
                        <a:pt x="3920842" y="0"/>
                      </a:lnTo>
                      <a:lnTo>
                        <a:pt x="3968949" y="0"/>
                      </a:lnTo>
                      <a:lnTo>
                        <a:pt x="4017056" y="0"/>
                      </a:lnTo>
                      <a:lnTo>
                        <a:pt x="4065163" y="0"/>
                      </a:lnTo>
                      <a:lnTo>
                        <a:pt x="4113270" y="0"/>
                      </a:lnTo>
                      <a:lnTo>
                        <a:pt x="4161377" y="0"/>
                      </a:lnTo>
                      <a:lnTo>
                        <a:pt x="4209483" y="0"/>
                      </a:lnTo>
                      <a:lnTo>
                        <a:pt x="4257590" y="0"/>
                      </a:lnTo>
                      <a:lnTo>
                        <a:pt x="4305697" y="0"/>
                      </a:lnTo>
                      <a:lnTo>
                        <a:pt x="4342247" y="0"/>
                      </a:lnTo>
                      <a:lnTo>
                        <a:pt x="4342247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4" name="pg19">
                  <a:extLst>
                    <a:ext uri="{FF2B5EF4-FFF2-40B4-BE49-F238E27FC236}">
                      <a16:creationId xmlns:a16="http://schemas.microsoft.com/office/drawing/2014/main" id="{FF024BC2-63FE-2C17-2293-FB8253FFA939}"/>
                    </a:ext>
                  </a:extLst>
                </p:cNvPr>
                <p:cNvSpPr/>
                <p:nvPr/>
              </p:nvSpPr>
              <p:spPr>
                <a:xfrm>
                  <a:off x="5671824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5" name="pg20">
                  <a:extLst>
                    <a:ext uri="{FF2B5EF4-FFF2-40B4-BE49-F238E27FC236}">
                      <a16:creationId xmlns:a16="http://schemas.microsoft.com/office/drawing/2014/main" id="{9FCCAF85-CA84-71DB-41D9-343E27BC7601}"/>
                    </a:ext>
                  </a:extLst>
                </p:cNvPr>
                <p:cNvSpPr/>
                <p:nvPr/>
              </p:nvSpPr>
              <p:spPr>
                <a:xfrm>
                  <a:off x="5683461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6" name="pg21">
                  <a:extLst>
                    <a:ext uri="{FF2B5EF4-FFF2-40B4-BE49-F238E27FC236}">
                      <a16:creationId xmlns:a16="http://schemas.microsoft.com/office/drawing/2014/main" id="{52B7432C-70A4-1F0D-27A5-3504B7F6BEC8}"/>
                    </a:ext>
                  </a:extLst>
                </p:cNvPr>
                <p:cNvSpPr/>
                <p:nvPr/>
              </p:nvSpPr>
              <p:spPr>
                <a:xfrm>
                  <a:off x="5695098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7" name="pg22">
                  <a:extLst>
                    <a:ext uri="{FF2B5EF4-FFF2-40B4-BE49-F238E27FC236}">
                      <a16:creationId xmlns:a16="http://schemas.microsoft.com/office/drawing/2014/main" id="{46BC1351-C559-63F4-C747-436D540AAC5F}"/>
                    </a:ext>
                  </a:extLst>
                </p:cNvPr>
                <p:cNvSpPr/>
                <p:nvPr/>
              </p:nvSpPr>
              <p:spPr>
                <a:xfrm>
                  <a:off x="5718373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8" name="pg23">
                  <a:extLst>
                    <a:ext uri="{FF2B5EF4-FFF2-40B4-BE49-F238E27FC236}">
                      <a16:creationId xmlns:a16="http://schemas.microsoft.com/office/drawing/2014/main" id="{29A7EE87-A316-6696-AC1F-0C50080BA48D}"/>
                    </a:ext>
                  </a:extLst>
                </p:cNvPr>
                <p:cNvSpPr/>
                <p:nvPr/>
              </p:nvSpPr>
              <p:spPr>
                <a:xfrm>
                  <a:off x="5730010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9" name="pg24">
                  <a:extLst>
                    <a:ext uri="{FF2B5EF4-FFF2-40B4-BE49-F238E27FC236}">
                      <a16:creationId xmlns:a16="http://schemas.microsoft.com/office/drawing/2014/main" id="{8111537B-764B-7A96-68AD-3A416EF50CCD}"/>
                    </a:ext>
                  </a:extLst>
                </p:cNvPr>
                <p:cNvSpPr/>
                <p:nvPr/>
              </p:nvSpPr>
              <p:spPr>
                <a:xfrm>
                  <a:off x="5741648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0" name="pg25">
                  <a:extLst>
                    <a:ext uri="{FF2B5EF4-FFF2-40B4-BE49-F238E27FC236}">
                      <a16:creationId xmlns:a16="http://schemas.microsoft.com/office/drawing/2014/main" id="{AF247B9B-3D11-7686-E554-2D1EFAC0CDC9}"/>
                    </a:ext>
                  </a:extLst>
                </p:cNvPr>
                <p:cNvSpPr/>
                <p:nvPr/>
              </p:nvSpPr>
              <p:spPr>
                <a:xfrm>
                  <a:off x="6276965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1" name="pg26">
                  <a:extLst>
                    <a:ext uri="{FF2B5EF4-FFF2-40B4-BE49-F238E27FC236}">
                      <a16:creationId xmlns:a16="http://schemas.microsoft.com/office/drawing/2014/main" id="{835D9023-8964-5F48-BD9D-934330657562}"/>
                    </a:ext>
                  </a:extLst>
                </p:cNvPr>
                <p:cNvSpPr/>
                <p:nvPr/>
              </p:nvSpPr>
              <p:spPr>
                <a:xfrm>
                  <a:off x="6288602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2" name="pg27">
                  <a:extLst>
                    <a:ext uri="{FF2B5EF4-FFF2-40B4-BE49-F238E27FC236}">
                      <a16:creationId xmlns:a16="http://schemas.microsoft.com/office/drawing/2014/main" id="{ECD8C37E-56DD-CFE7-9B60-00E799D46257}"/>
                    </a:ext>
                  </a:extLst>
                </p:cNvPr>
                <p:cNvSpPr/>
                <p:nvPr/>
              </p:nvSpPr>
              <p:spPr>
                <a:xfrm>
                  <a:off x="6300240" y="25076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3" name="pg28">
                  <a:extLst>
                    <a:ext uri="{FF2B5EF4-FFF2-40B4-BE49-F238E27FC236}">
                      <a16:creationId xmlns:a16="http://schemas.microsoft.com/office/drawing/2014/main" id="{D034B747-02F7-0560-6FDF-BAFD35E6DA34}"/>
                    </a:ext>
                  </a:extLst>
                </p:cNvPr>
                <p:cNvSpPr/>
                <p:nvPr/>
              </p:nvSpPr>
              <p:spPr>
                <a:xfrm>
                  <a:off x="5648549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4" name="pg29">
                  <a:extLst>
                    <a:ext uri="{FF2B5EF4-FFF2-40B4-BE49-F238E27FC236}">
                      <a16:creationId xmlns:a16="http://schemas.microsoft.com/office/drawing/2014/main" id="{A04067F8-5A73-47B8-A9A9-6A654495C476}"/>
                    </a:ext>
                  </a:extLst>
                </p:cNvPr>
                <p:cNvSpPr/>
                <p:nvPr/>
              </p:nvSpPr>
              <p:spPr>
                <a:xfrm>
                  <a:off x="5660186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5" name="pg30">
                  <a:extLst>
                    <a:ext uri="{FF2B5EF4-FFF2-40B4-BE49-F238E27FC236}">
                      <a16:creationId xmlns:a16="http://schemas.microsoft.com/office/drawing/2014/main" id="{A9B4BAFA-2EE2-F967-E42A-35621AC578C9}"/>
                    </a:ext>
                  </a:extLst>
                </p:cNvPr>
                <p:cNvSpPr/>
                <p:nvPr/>
              </p:nvSpPr>
              <p:spPr>
                <a:xfrm>
                  <a:off x="5671824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6" name="pg31">
                  <a:extLst>
                    <a:ext uri="{FF2B5EF4-FFF2-40B4-BE49-F238E27FC236}">
                      <a16:creationId xmlns:a16="http://schemas.microsoft.com/office/drawing/2014/main" id="{5D023379-A5F1-8F06-27C8-4563D7C2C052}"/>
                    </a:ext>
                  </a:extLst>
                </p:cNvPr>
                <p:cNvSpPr/>
                <p:nvPr/>
              </p:nvSpPr>
              <p:spPr>
                <a:xfrm>
                  <a:off x="5683461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7" name="pg32">
                  <a:extLst>
                    <a:ext uri="{FF2B5EF4-FFF2-40B4-BE49-F238E27FC236}">
                      <a16:creationId xmlns:a16="http://schemas.microsoft.com/office/drawing/2014/main" id="{CF3BA9C6-0755-E08C-2F28-9AF57F84EF02}"/>
                    </a:ext>
                  </a:extLst>
                </p:cNvPr>
                <p:cNvSpPr/>
                <p:nvPr/>
              </p:nvSpPr>
              <p:spPr>
                <a:xfrm>
                  <a:off x="5695098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8" name="pg33">
                  <a:extLst>
                    <a:ext uri="{FF2B5EF4-FFF2-40B4-BE49-F238E27FC236}">
                      <a16:creationId xmlns:a16="http://schemas.microsoft.com/office/drawing/2014/main" id="{D790FA94-12FB-F076-E614-3545EFFA0AC6}"/>
                    </a:ext>
                  </a:extLst>
                </p:cNvPr>
                <p:cNvSpPr/>
                <p:nvPr/>
              </p:nvSpPr>
              <p:spPr>
                <a:xfrm>
                  <a:off x="5706736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9" name="pg34">
                  <a:extLst>
                    <a:ext uri="{FF2B5EF4-FFF2-40B4-BE49-F238E27FC236}">
                      <a16:creationId xmlns:a16="http://schemas.microsoft.com/office/drawing/2014/main" id="{6BBA6D5C-4166-E43B-46B1-9C0899290442}"/>
                    </a:ext>
                  </a:extLst>
                </p:cNvPr>
                <p:cNvSpPr/>
                <p:nvPr/>
              </p:nvSpPr>
              <p:spPr>
                <a:xfrm>
                  <a:off x="5718373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0" name="pg35">
                  <a:extLst>
                    <a:ext uri="{FF2B5EF4-FFF2-40B4-BE49-F238E27FC236}">
                      <a16:creationId xmlns:a16="http://schemas.microsoft.com/office/drawing/2014/main" id="{2B9B0E41-60C2-E31F-C70C-1491B906E3CD}"/>
                    </a:ext>
                  </a:extLst>
                </p:cNvPr>
                <p:cNvSpPr/>
                <p:nvPr/>
              </p:nvSpPr>
              <p:spPr>
                <a:xfrm>
                  <a:off x="5730010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1" name="pg36">
                  <a:extLst>
                    <a:ext uri="{FF2B5EF4-FFF2-40B4-BE49-F238E27FC236}">
                      <a16:creationId xmlns:a16="http://schemas.microsoft.com/office/drawing/2014/main" id="{E09853E8-F8BA-BEBC-5083-AE704F39EE44}"/>
                    </a:ext>
                  </a:extLst>
                </p:cNvPr>
                <p:cNvSpPr/>
                <p:nvPr/>
              </p:nvSpPr>
              <p:spPr>
                <a:xfrm>
                  <a:off x="5741648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2" name="pg37">
                  <a:extLst>
                    <a:ext uri="{FF2B5EF4-FFF2-40B4-BE49-F238E27FC236}">
                      <a16:creationId xmlns:a16="http://schemas.microsoft.com/office/drawing/2014/main" id="{E90717BE-8498-1050-E2DA-38B4F42783B9}"/>
                    </a:ext>
                  </a:extLst>
                </p:cNvPr>
                <p:cNvSpPr/>
                <p:nvPr/>
              </p:nvSpPr>
              <p:spPr>
                <a:xfrm>
                  <a:off x="6265328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3" name="pg38">
                  <a:extLst>
                    <a:ext uri="{FF2B5EF4-FFF2-40B4-BE49-F238E27FC236}">
                      <a16:creationId xmlns:a16="http://schemas.microsoft.com/office/drawing/2014/main" id="{13A3B6A8-570C-D080-EE8E-484B114917D2}"/>
                    </a:ext>
                  </a:extLst>
                </p:cNvPr>
                <p:cNvSpPr/>
                <p:nvPr/>
              </p:nvSpPr>
              <p:spPr>
                <a:xfrm>
                  <a:off x="6276965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4" name="pg39">
                  <a:extLst>
                    <a:ext uri="{FF2B5EF4-FFF2-40B4-BE49-F238E27FC236}">
                      <a16:creationId xmlns:a16="http://schemas.microsoft.com/office/drawing/2014/main" id="{E8177481-1F31-AB1C-1180-C2940C4563BC}"/>
                    </a:ext>
                  </a:extLst>
                </p:cNvPr>
                <p:cNvSpPr/>
                <p:nvPr/>
              </p:nvSpPr>
              <p:spPr>
                <a:xfrm>
                  <a:off x="6288602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5" name="pg40">
                  <a:extLst>
                    <a:ext uri="{FF2B5EF4-FFF2-40B4-BE49-F238E27FC236}">
                      <a16:creationId xmlns:a16="http://schemas.microsoft.com/office/drawing/2014/main" id="{F88235DB-D1A3-A1BB-7FBC-92CC7A7AD881}"/>
                    </a:ext>
                  </a:extLst>
                </p:cNvPr>
                <p:cNvSpPr/>
                <p:nvPr/>
              </p:nvSpPr>
              <p:spPr>
                <a:xfrm>
                  <a:off x="6300240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6" name="pg41">
                  <a:extLst>
                    <a:ext uri="{FF2B5EF4-FFF2-40B4-BE49-F238E27FC236}">
                      <a16:creationId xmlns:a16="http://schemas.microsoft.com/office/drawing/2014/main" id="{06896DA3-AE53-BBEE-795C-75F92D6CDDC8}"/>
                    </a:ext>
                  </a:extLst>
                </p:cNvPr>
                <p:cNvSpPr/>
                <p:nvPr/>
              </p:nvSpPr>
              <p:spPr>
                <a:xfrm>
                  <a:off x="6311877" y="25219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7" name="pg42">
                  <a:extLst>
                    <a:ext uri="{FF2B5EF4-FFF2-40B4-BE49-F238E27FC236}">
                      <a16:creationId xmlns:a16="http://schemas.microsoft.com/office/drawing/2014/main" id="{1291B384-3DBE-FEA3-A431-1DF4B7CA7E0F}"/>
                    </a:ext>
                  </a:extLst>
                </p:cNvPr>
                <p:cNvSpPr/>
                <p:nvPr/>
              </p:nvSpPr>
              <p:spPr>
                <a:xfrm>
                  <a:off x="5636912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8" name="pg43">
                  <a:extLst>
                    <a:ext uri="{FF2B5EF4-FFF2-40B4-BE49-F238E27FC236}">
                      <a16:creationId xmlns:a16="http://schemas.microsoft.com/office/drawing/2014/main" id="{1A0F1B3F-19D7-235A-3CCE-AE7AEC3BF714}"/>
                    </a:ext>
                  </a:extLst>
                </p:cNvPr>
                <p:cNvSpPr/>
                <p:nvPr/>
              </p:nvSpPr>
              <p:spPr>
                <a:xfrm>
                  <a:off x="5648549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9" name="pg44">
                  <a:extLst>
                    <a:ext uri="{FF2B5EF4-FFF2-40B4-BE49-F238E27FC236}">
                      <a16:creationId xmlns:a16="http://schemas.microsoft.com/office/drawing/2014/main" id="{CFE3D07E-E101-1D6B-D3E5-19039E052F26}"/>
                    </a:ext>
                  </a:extLst>
                </p:cNvPr>
                <p:cNvSpPr/>
                <p:nvPr/>
              </p:nvSpPr>
              <p:spPr>
                <a:xfrm>
                  <a:off x="5660186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0" name="pg45">
                  <a:extLst>
                    <a:ext uri="{FF2B5EF4-FFF2-40B4-BE49-F238E27FC236}">
                      <a16:creationId xmlns:a16="http://schemas.microsoft.com/office/drawing/2014/main" id="{3F425F1C-66F9-7129-2847-CFC2D6875CA3}"/>
                    </a:ext>
                  </a:extLst>
                </p:cNvPr>
                <p:cNvSpPr/>
                <p:nvPr/>
              </p:nvSpPr>
              <p:spPr>
                <a:xfrm>
                  <a:off x="5671824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1" name="pg46">
                  <a:extLst>
                    <a:ext uri="{FF2B5EF4-FFF2-40B4-BE49-F238E27FC236}">
                      <a16:creationId xmlns:a16="http://schemas.microsoft.com/office/drawing/2014/main" id="{CA2656B5-4CC5-BE2A-4F77-F58674A5F8E2}"/>
                    </a:ext>
                  </a:extLst>
                </p:cNvPr>
                <p:cNvSpPr/>
                <p:nvPr/>
              </p:nvSpPr>
              <p:spPr>
                <a:xfrm>
                  <a:off x="5683461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2" name="pg47">
                  <a:extLst>
                    <a:ext uri="{FF2B5EF4-FFF2-40B4-BE49-F238E27FC236}">
                      <a16:creationId xmlns:a16="http://schemas.microsoft.com/office/drawing/2014/main" id="{EA79AABA-DB2D-550A-A18D-6B6F7DEFE248}"/>
                    </a:ext>
                  </a:extLst>
                </p:cNvPr>
                <p:cNvSpPr/>
                <p:nvPr/>
              </p:nvSpPr>
              <p:spPr>
                <a:xfrm>
                  <a:off x="5695098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3" name="pg48">
                  <a:extLst>
                    <a:ext uri="{FF2B5EF4-FFF2-40B4-BE49-F238E27FC236}">
                      <a16:creationId xmlns:a16="http://schemas.microsoft.com/office/drawing/2014/main" id="{CF036B71-1CAF-E4A2-C734-94C8D16F1ECD}"/>
                    </a:ext>
                  </a:extLst>
                </p:cNvPr>
                <p:cNvSpPr/>
                <p:nvPr/>
              </p:nvSpPr>
              <p:spPr>
                <a:xfrm>
                  <a:off x="5706736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4" name="pg49">
                  <a:extLst>
                    <a:ext uri="{FF2B5EF4-FFF2-40B4-BE49-F238E27FC236}">
                      <a16:creationId xmlns:a16="http://schemas.microsoft.com/office/drawing/2014/main" id="{9B666354-5807-9CE4-5DDD-3105C7D1F587}"/>
                    </a:ext>
                  </a:extLst>
                </p:cNvPr>
                <p:cNvSpPr/>
                <p:nvPr/>
              </p:nvSpPr>
              <p:spPr>
                <a:xfrm>
                  <a:off x="5718373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5" name="pg50">
                  <a:extLst>
                    <a:ext uri="{FF2B5EF4-FFF2-40B4-BE49-F238E27FC236}">
                      <a16:creationId xmlns:a16="http://schemas.microsoft.com/office/drawing/2014/main" id="{4F10FFC6-64CC-B85F-D84B-C716D4444B5E}"/>
                    </a:ext>
                  </a:extLst>
                </p:cNvPr>
                <p:cNvSpPr/>
                <p:nvPr/>
              </p:nvSpPr>
              <p:spPr>
                <a:xfrm>
                  <a:off x="5730010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6" name="pg51">
                  <a:extLst>
                    <a:ext uri="{FF2B5EF4-FFF2-40B4-BE49-F238E27FC236}">
                      <a16:creationId xmlns:a16="http://schemas.microsoft.com/office/drawing/2014/main" id="{34124DFA-1959-0ED9-9AA4-96A92F74B82A}"/>
                    </a:ext>
                  </a:extLst>
                </p:cNvPr>
                <p:cNvSpPr/>
                <p:nvPr/>
              </p:nvSpPr>
              <p:spPr>
                <a:xfrm>
                  <a:off x="5741648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7" name="pg52">
                  <a:extLst>
                    <a:ext uri="{FF2B5EF4-FFF2-40B4-BE49-F238E27FC236}">
                      <a16:creationId xmlns:a16="http://schemas.microsoft.com/office/drawing/2014/main" id="{7402E70F-439A-BE37-FD21-F8E0B29F3BAB}"/>
                    </a:ext>
                  </a:extLst>
                </p:cNvPr>
                <p:cNvSpPr/>
                <p:nvPr/>
              </p:nvSpPr>
              <p:spPr>
                <a:xfrm>
                  <a:off x="5753285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8" name="pg53">
                  <a:extLst>
                    <a:ext uri="{FF2B5EF4-FFF2-40B4-BE49-F238E27FC236}">
                      <a16:creationId xmlns:a16="http://schemas.microsoft.com/office/drawing/2014/main" id="{F31EC74B-5A9F-B3AA-5288-C8F4970800D3}"/>
                    </a:ext>
                  </a:extLst>
                </p:cNvPr>
                <p:cNvSpPr/>
                <p:nvPr/>
              </p:nvSpPr>
              <p:spPr>
                <a:xfrm>
                  <a:off x="6265328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9" name="pg54">
                  <a:extLst>
                    <a:ext uri="{FF2B5EF4-FFF2-40B4-BE49-F238E27FC236}">
                      <a16:creationId xmlns:a16="http://schemas.microsoft.com/office/drawing/2014/main" id="{B7ACC16B-1642-2402-014D-2E1AD159980D}"/>
                    </a:ext>
                  </a:extLst>
                </p:cNvPr>
                <p:cNvSpPr/>
                <p:nvPr/>
              </p:nvSpPr>
              <p:spPr>
                <a:xfrm>
                  <a:off x="6276965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0" name="pg55">
                  <a:extLst>
                    <a:ext uri="{FF2B5EF4-FFF2-40B4-BE49-F238E27FC236}">
                      <a16:creationId xmlns:a16="http://schemas.microsoft.com/office/drawing/2014/main" id="{20627BFE-7CF2-D221-0FB3-796C42A24107}"/>
                    </a:ext>
                  </a:extLst>
                </p:cNvPr>
                <p:cNvSpPr/>
                <p:nvPr/>
              </p:nvSpPr>
              <p:spPr>
                <a:xfrm>
                  <a:off x="6288602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4" name="pg56">
                  <a:extLst>
                    <a:ext uri="{FF2B5EF4-FFF2-40B4-BE49-F238E27FC236}">
                      <a16:creationId xmlns:a16="http://schemas.microsoft.com/office/drawing/2014/main" id="{E0DED979-0B2F-6F06-8B1B-8DDF8D9EB430}"/>
                    </a:ext>
                  </a:extLst>
                </p:cNvPr>
                <p:cNvSpPr/>
                <p:nvPr/>
              </p:nvSpPr>
              <p:spPr>
                <a:xfrm>
                  <a:off x="6300240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9" name="pg57">
                  <a:extLst>
                    <a:ext uri="{FF2B5EF4-FFF2-40B4-BE49-F238E27FC236}">
                      <a16:creationId xmlns:a16="http://schemas.microsoft.com/office/drawing/2014/main" id="{0CDF69BC-638D-A7BB-6C5E-ED85717F09EA}"/>
                    </a:ext>
                  </a:extLst>
                </p:cNvPr>
                <p:cNvSpPr/>
                <p:nvPr/>
              </p:nvSpPr>
              <p:spPr>
                <a:xfrm>
                  <a:off x="6311877" y="25362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0" name="pg58">
                  <a:extLst>
                    <a:ext uri="{FF2B5EF4-FFF2-40B4-BE49-F238E27FC236}">
                      <a16:creationId xmlns:a16="http://schemas.microsoft.com/office/drawing/2014/main" id="{E152AF4D-BFE8-29C1-F2AB-052163DF02F2}"/>
                    </a:ext>
                  </a:extLst>
                </p:cNvPr>
                <p:cNvSpPr/>
                <p:nvPr/>
              </p:nvSpPr>
              <p:spPr>
                <a:xfrm>
                  <a:off x="5578725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1" name="pg59">
                  <a:extLst>
                    <a:ext uri="{FF2B5EF4-FFF2-40B4-BE49-F238E27FC236}">
                      <a16:creationId xmlns:a16="http://schemas.microsoft.com/office/drawing/2014/main" id="{C375361C-1483-508D-C8FB-E30A00F75935}"/>
                    </a:ext>
                  </a:extLst>
                </p:cNvPr>
                <p:cNvSpPr/>
                <p:nvPr/>
              </p:nvSpPr>
              <p:spPr>
                <a:xfrm>
                  <a:off x="5590363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2" name="pg60">
                  <a:extLst>
                    <a:ext uri="{FF2B5EF4-FFF2-40B4-BE49-F238E27FC236}">
                      <a16:creationId xmlns:a16="http://schemas.microsoft.com/office/drawing/2014/main" id="{83D6838D-9FFB-092F-2D05-3E51D81CC1AB}"/>
                    </a:ext>
                  </a:extLst>
                </p:cNvPr>
                <p:cNvSpPr/>
                <p:nvPr/>
              </p:nvSpPr>
              <p:spPr>
                <a:xfrm>
                  <a:off x="5602000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3" name="pg61">
                  <a:extLst>
                    <a:ext uri="{FF2B5EF4-FFF2-40B4-BE49-F238E27FC236}">
                      <a16:creationId xmlns:a16="http://schemas.microsoft.com/office/drawing/2014/main" id="{402009B1-B4B0-F495-D4C7-599E837F0AAB}"/>
                    </a:ext>
                  </a:extLst>
                </p:cNvPr>
                <p:cNvSpPr/>
                <p:nvPr/>
              </p:nvSpPr>
              <p:spPr>
                <a:xfrm>
                  <a:off x="5613637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4" name="pg62">
                  <a:extLst>
                    <a:ext uri="{FF2B5EF4-FFF2-40B4-BE49-F238E27FC236}">
                      <a16:creationId xmlns:a16="http://schemas.microsoft.com/office/drawing/2014/main" id="{7ECB4EFA-6564-2FF0-3B70-47BB68E49A34}"/>
                    </a:ext>
                  </a:extLst>
                </p:cNvPr>
                <p:cNvSpPr/>
                <p:nvPr/>
              </p:nvSpPr>
              <p:spPr>
                <a:xfrm>
                  <a:off x="5625275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5" name="pg63">
                  <a:extLst>
                    <a:ext uri="{FF2B5EF4-FFF2-40B4-BE49-F238E27FC236}">
                      <a16:creationId xmlns:a16="http://schemas.microsoft.com/office/drawing/2014/main" id="{D143A31A-5463-E2F9-81FF-D1051D8D4BCC}"/>
                    </a:ext>
                  </a:extLst>
                </p:cNvPr>
                <p:cNvSpPr/>
                <p:nvPr/>
              </p:nvSpPr>
              <p:spPr>
                <a:xfrm>
                  <a:off x="5636912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55" name="pg64">
                  <a:extLst>
                    <a:ext uri="{FF2B5EF4-FFF2-40B4-BE49-F238E27FC236}">
                      <a16:creationId xmlns:a16="http://schemas.microsoft.com/office/drawing/2014/main" id="{F1CF7EDB-37B6-D833-FB50-8BAB34E916BA}"/>
                    </a:ext>
                  </a:extLst>
                </p:cNvPr>
                <p:cNvSpPr/>
                <p:nvPr/>
              </p:nvSpPr>
              <p:spPr>
                <a:xfrm>
                  <a:off x="5648549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56" name="pg65">
                  <a:extLst>
                    <a:ext uri="{FF2B5EF4-FFF2-40B4-BE49-F238E27FC236}">
                      <a16:creationId xmlns:a16="http://schemas.microsoft.com/office/drawing/2014/main" id="{53366E01-29AB-6BC8-BE18-DC800996B4DA}"/>
                    </a:ext>
                  </a:extLst>
                </p:cNvPr>
                <p:cNvSpPr/>
                <p:nvPr/>
              </p:nvSpPr>
              <p:spPr>
                <a:xfrm>
                  <a:off x="5660186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57" name="pg66">
                  <a:extLst>
                    <a:ext uri="{FF2B5EF4-FFF2-40B4-BE49-F238E27FC236}">
                      <a16:creationId xmlns:a16="http://schemas.microsoft.com/office/drawing/2014/main" id="{97A8DF88-58E2-C77E-D83B-9FC652F7E012}"/>
                    </a:ext>
                  </a:extLst>
                </p:cNvPr>
                <p:cNvSpPr/>
                <p:nvPr/>
              </p:nvSpPr>
              <p:spPr>
                <a:xfrm>
                  <a:off x="5671824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58" name="pg67">
                  <a:extLst>
                    <a:ext uri="{FF2B5EF4-FFF2-40B4-BE49-F238E27FC236}">
                      <a16:creationId xmlns:a16="http://schemas.microsoft.com/office/drawing/2014/main" id="{2542135C-C8FC-159C-2064-12F901F232A0}"/>
                    </a:ext>
                  </a:extLst>
                </p:cNvPr>
                <p:cNvSpPr/>
                <p:nvPr/>
              </p:nvSpPr>
              <p:spPr>
                <a:xfrm>
                  <a:off x="5683461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59" name="pg68">
                  <a:extLst>
                    <a:ext uri="{FF2B5EF4-FFF2-40B4-BE49-F238E27FC236}">
                      <a16:creationId xmlns:a16="http://schemas.microsoft.com/office/drawing/2014/main" id="{F8C10080-6905-DC59-188E-C2FDA6245D46}"/>
                    </a:ext>
                  </a:extLst>
                </p:cNvPr>
                <p:cNvSpPr/>
                <p:nvPr/>
              </p:nvSpPr>
              <p:spPr>
                <a:xfrm>
                  <a:off x="5695098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0" name="pg69">
                  <a:extLst>
                    <a:ext uri="{FF2B5EF4-FFF2-40B4-BE49-F238E27FC236}">
                      <a16:creationId xmlns:a16="http://schemas.microsoft.com/office/drawing/2014/main" id="{8485E0BA-6DD8-CDF4-376B-83D620867DD8}"/>
                    </a:ext>
                  </a:extLst>
                </p:cNvPr>
                <p:cNvSpPr/>
                <p:nvPr/>
              </p:nvSpPr>
              <p:spPr>
                <a:xfrm>
                  <a:off x="5706736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1" name="pg70">
                  <a:extLst>
                    <a:ext uri="{FF2B5EF4-FFF2-40B4-BE49-F238E27FC236}">
                      <a16:creationId xmlns:a16="http://schemas.microsoft.com/office/drawing/2014/main" id="{AAAB9DE8-6623-5501-B0DD-9334010D3F47}"/>
                    </a:ext>
                  </a:extLst>
                </p:cNvPr>
                <p:cNvSpPr/>
                <p:nvPr/>
              </p:nvSpPr>
              <p:spPr>
                <a:xfrm>
                  <a:off x="5718373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2" name="pg71">
                  <a:extLst>
                    <a:ext uri="{FF2B5EF4-FFF2-40B4-BE49-F238E27FC236}">
                      <a16:creationId xmlns:a16="http://schemas.microsoft.com/office/drawing/2014/main" id="{51AD8B83-9D0F-1AB9-BC49-445A76224978}"/>
                    </a:ext>
                  </a:extLst>
                </p:cNvPr>
                <p:cNvSpPr/>
                <p:nvPr/>
              </p:nvSpPr>
              <p:spPr>
                <a:xfrm>
                  <a:off x="5730010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3" name="pg72">
                  <a:extLst>
                    <a:ext uri="{FF2B5EF4-FFF2-40B4-BE49-F238E27FC236}">
                      <a16:creationId xmlns:a16="http://schemas.microsoft.com/office/drawing/2014/main" id="{F75AB07C-961F-533D-4BE7-7F8B25981EBA}"/>
                    </a:ext>
                  </a:extLst>
                </p:cNvPr>
                <p:cNvSpPr/>
                <p:nvPr/>
              </p:nvSpPr>
              <p:spPr>
                <a:xfrm>
                  <a:off x="5741648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4" name="pg73">
                  <a:extLst>
                    <a:ext uri="{FF2B5EF4-FFF2-40B4-BE49-F238E27FC236}">
                      <a16:creationId xmlns:a16="http://schemas.microsoft.com/office/drawing/2014/main" id="{C2F75B1C-98C2-2AA4-FF6F-2EA179FAA13D}"/>
                    </a:ext>
                  </a:extLst>
                </p:cNvPr>
                <p:cNvSpPr/>
                <p:nvPr/>
              </p:nvSpPr>
              <p:spPr>
                <a:xfrm>
                  <a:off x="6276965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5" name="pg74">
                  <a:extLst>
                    <a:ext uri="{FF2B5EF4-FFF2-40B4-BE49-F238E27FC236}">
                      <a16:creationId xmlns:a16="http://schemas.microsoft.com/office/drawing/2014/main" id="{9C678107-4DE6-C679-2AF0-696C35716435}"/>
                    </a:ext>
                  </a:extLst>
                </p:cNvPr>
                <p:cNvSpPr/>
                <p:nvPr/>
              </p:nvSpPr>
              <p:spPr>
                <a:xfrm>
                  <a:off x="6288602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6" name="pg75">
                  <a:extLst>
                    <a:ext uri="{FF2B5EF4-FFF2-40B4-BE49-F238E27FC236}">
                      <a16:creationId xmlns:a16="http://schemas.microsoft.com/office/drawing/2014/main" id="{5A9E20A4-FE69-12A6-5C42-DACBAACC79D4}"/>
                    </a:ext>
                  </a:extLst>
                </p:cNvPr>
                <p:cNvSpPr/>
                <p:nvPr/>
              </p:nvSpPr>
              <p:spPr>
                <a:xfrm>
                  <a:off x="6300240" y="25505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7" name="pg76">
                  <a:extLst>
                    <a:ext uri="{FF2B5EF4-FFF2-40B4-BE49-F238E27FC236}">
                      <a16:creationId xmlns:a16="http://schemas.microsoft.com/office/drawing/2014/main" id="{B9A43F07-3C1B-C69B-F7D7-4EED25A1ECC2}"/>
                    </a:ext>
                  </a:extLst>
                </p:cNvPr>
                <p:cNvSpPr/>
                <p:nvPr/>
              </p:nvSpPr>
              <p:spPr>
                <a:xfrm>
                  <a:off x="5543813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8" name="pg77">
                  <a:extLst>
                    <a:ext uri="{FF2B5EF4-FFF2-40B4-BE49-F238E27FC236}">
                      <a16:creationId xmlns:a16="http://schemas.microsoft.com/office/drawing/2014/main" id="{6C957907-5080-2F18-DB24-51E1BD94E152}"/>
                    </a:ext>
                  </a:extLst>
                </p:cNvPr>
                <p:cNvSpPr/>
                <p:nvPr/>
              </p:nvSpPr>
              <p:spPr>
                <a:xfrm>
                  <a:off x="5555451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69" name="pg78">
                  <a:extLst>
                    <a:ext uri="{FF2B5EF4-FFF2-40B4-BE49-F238E27FC236}">
                      <a16:creationId xmlns:a16="http://schemas.microsoft.com/office/drawing/2014/main" id="{3116E1B6-F366-6187-805E-08831C8DB778}"/>
                    </a:ext>
                  </a:extLst>
                </p:cNvPr>
                <p:cNvSpPr/>
                <p:nvPr/>
              </p:nvSpPr>
              <p:spPr>
                <a:xfrm>
                  <a:off x="5567088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0" name="pg79">
                  <a:extLst>
                    <a:ext uri="{FF2B5EF4-FFF2-40B4-BE49-F238E27FC236}">
                      <a16:creationId xmlns:a16="http://schemas.microsoft.com/office/drawing/2014/main" id="{8C9A5502-FD86-5A99-4FF3-E786BCC66FD9}"/>
                    </a:ext>
                  </a:extLst>
                </p:cNvPr>
                <p:cNvSpPr/>
                <p:nvPr/>
              </p:nvSpPr>
              <p:spPr>
                <a:xfrm>
                  <a:off x="5578725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1" name="pg80">
                  <a:extLst>
                    <a:ext uri="{FF2B5EF4-FFF2-40B4-BE49-F238E27FC236}">
                      <a16:creationId xmlns:a16="http://schemas.microsoft.com/office/drawing/2014/main" id="{E2D8D769-844C-03B0-0664-1C253F9B2098}"/>
                    </a:ext>
                  </a:extLst>
                </p:cNvPr>
                <p:cNvSpPr/>
                <p:nvPr/>
              </p:nvSpPr>
              <p:spPr>
                <a:xfrm>
                  <a:off x="5590363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2" name="pg81">
                  <a:extLst>
                    <a:ext uri="{FF2B5EF4-FFF2-40B4-BE49-F238E27FC236}">
                      <a16:creationId xmlns:a16="http://schemas.microsoft.com/office/drawing/2014/main" id="{07459FF7-9FB7-DEF6-722D-1768304EF105}"/>
                    </a:ext>
                  </a:extLst>
                </p:cNvPr>
                <p:cNvSpPr/>
                <p:nvPr/>
              </p:nvSpPr>
              <p:spPr>
                <a:xfrm>
                  <a:off x="5602000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3" name="pg82">
                  <a:extLst>
                    <a:ext uri="{FF2B5EF4-FFF2-40B4-BE49-F238E27FC236}">
                      <a16:creationId xmlns:a16="http://schemas.microsoft.com/office/drawing/2014/main" id="{314BF2A7-9941-93FC-99AA-5B110C5B07A3}"/>
                    </a:ext>
                  </a:extLst>
                </p:cNvPr>
                <p:cNvSpPr/>
                <p:nvPr/>
              </p:nvSpPr>
              <p:spPr>
                <a:xfrm>
                  <a:off x="5613637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4" name="pg83">
                  <a:extLst>
                    <a:ext uri="{FF2B5EF4-FFF2-40B4-BE49-F238E27FC236}">
                      <a16:creationId xmlns:a16="http://schemas.microsoft.com/office/drawing/2014/main" id="{1B0DE18D-C4B7-8918-CC32-BE22E0E8A488}"/>
                    </a:ext>
                  </a:extLst>
                </p:cNvPr>
                <p:cNvSpPr/>
                <p:nvPr/>
              </p:nvSpPr>
              <p:spPr>
                <a:xfrm>
                  <a:off x="5625275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5" name="pg84">
                  <a:extLst>
                    <a:ext uri="{FF2B5EF4-FFF2-40B4-BE49-F238E27FC236}">
                      <a16:creationId xmlns:a16="http://schemas.microsoft.com/office/drawing/2014/main" id="{3B4F05BA-F0C2-F519-AD79-DCEE6682FD9E}"/>
                    </a:ext>
                  </a:extLst>
                </p:cNvPr>
                <p:cNvSpPr/>
                <p:nvPr/>
              </p:nvSpPr>
              <p:spPr>
                <a:xfrm>
                  <a:off x="5636912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6" name="pg85">
                  <a:extLst>
                    <a:ext uri="{FF2B5EF4-FFF2-40B4-BE49-F238E27FC236}">
                      <a16:creationId xmlns:a16="http://schemas.microsoft.com/office/drawing/2014/main" id="{6D3B01B3-C1BF-6D2F-52E2-B571AF5671D3}"/>
                    </a:ext>
                  </a:extLst>
                </p:cNvPr>
                <p:cNvSpPr/>
                <p:nvPr/>
              </p:nvSpPr>
              <p:spPr>
                <a:xfrm>
                  <a:off x="5648549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7" name="pg86">
                  <a:extLst>
                    <a:ext uri="{FF2B5EF4-FFF2-40B4-BE49-F238E27FC236}">
                      <a16:creationId xmlns:a16="http://schemas.microsoft.com/office/drawing/2014/main" id="{024C4496-87E6-1322-BF33-DC27EDB75727}"/>
                    </a:ext>
                  </a:extLst>
                </p:cNvPr>
                <p:cNvSpPr/>
                <p:nvPr/>
              </p:nvSpPr>
              <p:spPr>
                <a:xfrm>
                  <a:off x="5660186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8" name="pg87">
                  <a:extLst>
                    <a:ext uri="{FF2B5EF4-FFF2-40B4-BE49-F238E27FC236}">
                      <a16:creationId xmlns:a16="http://schemas.microsoft.com/office/drawing/2014/main" id="{16BEEB52-58F0-9E52-F7DF-01F76AAEC74A}"/>
                    </a:ext>
                  </a:extLst>
                </p:cNvPr>
                <p:cNvSpPr/>
                <p:nvPr/>
              </p:nvSpPr>
              <p:spPr>
                <a:xfrm>
                  <a:off x="5671824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79" name="pg88">
                  <a:extLst>
                    <a:ext uri="{FF2B5EF4-FFF2-40B4-BE49-F238E27FC236}">
                      <a16:creationId xmlns:a16="http://schemas.microsoft.com/office/drawing/2014/main" id="{88FEDF7D-DFC4-07F2-D19C-8D620ABF3EAF}"/>
                    </a:ext>
                  </a:extLst>
                </p:cNvPr>
                <p:cNvSpPr/>
                <p:nvPr/>
              </p:nvSpPr>
              <p:spPr>
                <a:xfrm>
                  <a:off x="5683461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0" name="pg89">
                  <a:extLst>
                    <a:ext uri="{FF2B5EF4-FFF2-40B4-BE49-F238E27FC236}">
                      <a16:creationId xmlns:a16="http://schemas.microsoft.com/office/drawing/2014/main" id="{63C5D03D-F289-8C8A-6FC0-25289341B751}"/>
                    </a:ext>
                  </a:extLst>
                </p:cNvPr>
                <p:cNvSpPr/>
                <p:nvPr/>
              </p:nvSpPr>
              <p:spPr>
                <a:xfrm>
                  <a:off x="5695098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1" name="pg90">
                  <a:extLst>
                    <a:ext uri="{FF2B5EF4-FFF2-40B4-BE49-F238E27FC236}">
                      <a16:creationId xmlns:a16="http://schemas.microsoft.com/office/drawing/2014/main" id="{28ECECBD-BC63-2037-86E8-A01AEAC1C5A6}"/>
                    </a:ext>
                  </a:extLst>
                </p:cNvPr>
                <p:cNvSpPr/>
                <p:nvPr/>
              </p:nvSpPr>
              <p:spPr>
                <a:xfrm>
                  <a:off x="5706736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2" name="pg91">
                  <a:extLst>
                    <a:ext uri="{FF2B5EF4-FFF2-40B4-BE49-F238E27FC236}">
                      <a16:creationId xmlns:a16="http://schemas.microsoft.com/office/drawing/2014/main" id="{B7340041-E611-A0D0-BEE5-F3B01ABFA134}"/>
                    </a:ext>
                  </a:extLst>
                </p:cNvPr>
                <p:cNvSpPr/>
                <p:nvPr/>
              </p:nvSpPr>
              <p:spPr>
                <a:xfrm>
                  <a:off x="5718373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3" name="pg92">
                  <a:extLst>
                    <a:ext uri="{FF2B5EF4-FFF2-40B4-BE49-F238E27FC236}">
                      <a16:creationId xmlns:a16="http://schemas.microsoft.com/office/drawing/2014/main" id="{29C80770-0B27-3D58-EAE0-FE97AA61AE13}"/>
                    </a:ext>
                  </a:extLst>
                </p:cNvPr>
                <p:cNvSpPr/>
                <p:nvPr/>
              </p:nvSpPr>
              <p:spPr>
                <a:xfrm>
                  <a:off x="5730010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4" name="pg93">
                  <a:extLst>
                    <a:ext uri="{FF2B5EF4-FFF2-40B4-BE49-F238E27FC236}">
                      <a16:creationId xmlns:a16="http://schemas.microsoft.com/office/drawing/2014/main" id="{5AC69316-753B-DA1E-8433-9608A588D1EE}"/>
                    </a:ext>
                  </a:extLst>
                </p:cNvPr>
                <p:cNvSpPr/>
                <p:nvPr/>
              </p:nvSpPr>
              <p:spPr>
                <a:xfrm>
                  <a:off x="6288602" y="25648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5" name="pg94">
                  <a:extLst>
                    <a:ext uri="{FF2B5EF4-FFF2-40B4-BE49-F238E27FC236}">
                      <a16:creationId xmlns:a16="http://schemas.microsoft.com/office/drawing/2014/main" id="{13994231-53C7-4D69-58B9-86E95355797A}"/>
                    </a:ext>
                  </a:extLst>
                </p:cNvPr>
                <p:cNvSpPr/>
                <p:nvPr/>
              </p:nvSpPr>
              <p:spPr>
                <a:xfrm>
                  <a:off x="5532176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6" name="pg95">
                  <a:extLst>
                    <a:ext uri="{FF2B5EF4-FFF2-40B4-BE49-F238E27FC236}">
                      <a16:creationId xmlns:a16="http://schemas.microsoft.com/office/drawing/2014/main" id="{D3F6BBE7-7C12-F0F6-8121-EE5BC1AABC57}"/>
                    </a:ext>
                  </a:extLst>
                </p:cNvPr>
                <p:cNvSpPr/>
                <p:nvPr/>
              </p:nvSpPr>
              <p:spPr>
                <a:xfrm>
                  <a:off x="5543813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7" name="pg96">
                  <a:extLst>
                    <a:ext uri="{FF2B5EF4-FFF2-40B4-BE49-F238E27FC236}">
                      <a16:creationId xmlns:a16="http://schemas.microsoft.com/office/drawing/2014/main" id="{066BFE1A-4B3C-8B2C-B2C5-9AC0016AD4AF}"/>
                    </a:ext>
                  </a:extLst>
                </p:cNvPr>
                <p:cNvSpPr/>
                <p:nvPr/>
              </p:nvSpPr>
              <p:spPr>
                <a:xfrm>
                  <a:off x="5555451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8" name="pg97">
                  <a:extLst>
                    <a:ext uri="{FF2B5EF4-FFF2-40B4-BE49-F238E27FC236}">
                      <a16:creationId xmlns:a16="http://schemas.microsoft.com/office/drawing/2014/main" id="{A9684DE2-9E9E-DDA2-D984-C3EC6991F04A}"/>
                    </a:ext>
                  </a:extLst>
                </p:cNvPr>
                <p:cNvSpPr/>
                <p:nvPr/>
              </p:nvSpPr>
              <p:spPr>
                <a:xfrm>
                  <a:off x="5567088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89" name="pg98">
                  <a:extLst>
                    <a:ext uri="{FF2B5EF4-FFF2-40B4-BE49-F238E27FC236}">
                      <a16:creationId xmlns:a16="http://schemas.microsoft.com/office/drawing/2014/main" id="{6F791BA6-F1D7-2453-4E6D-43C8308B04CC}"/>
                    </a:ext>
                  </a:extLst>
                </p:cNvPr>
                <p:cNvSpPr/>
                <p:nvPr/>
              </p:nvSpPr>
              <p:spPr>
                <a:xfrm>
                  <a:off x="5578725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90" name="pg99">
                  <a:extLst>
                    <a:ext uri="{FF2B5EF4-FFF2-40B4-BE49-F238E27FC236}">
                      <a16:creationId xmlns:a16="http://schemas.microsoft.com/office/drawing/2014/main" id="{4AB42FBC-8B1D-E065-1C51-DE2AC4EEF7AA}"/>
                    </a:ext>
                  </a:extLst>
                </p:cNvPr>
                <p:cNvSpPr/>
                <p:nvPr/>
              </p:nvSpPr>
              <p:spPr>
                <a:xfrm>
                  <a:off x="5590363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91" name="pg100">
                  <a:extLst>
                    <a:ext uri="{FF2B5EF4-FFF2-40B4-BE49-F238E27FC236}">
                      <a16:creationId xmlns:a16="http://schemas.microsoft.com/office/drawing/2014/main" id="{5F84B765-ABA6-6D8D-F446-3F980C8C0F0E}"/>
                    </a:ext>
                  </a:extLst>
                </p:cNvPr>
                <p:cNvSpPr/>
                <p:nvPr/>
              </p:nvSpPr>
              <p:spPr>
                <a:xfrm>
                  <a:off x="5602000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92" name="pg101">
                  <a:extLst>
                    <a:ext uri="{FF2B5EF4-FFF2-40B4-BE49-F238E27FC236}">
                      <a16:creationId xmlns:a16="http://schemas.microsoft.com/office/drawing/2014/main" id="{3BD578FF-3F14-8982-A191-CC26439BF457}"/>
                    </a:ext>
                  </a:extLst>
                </p:cNvPr>
                <p:cNvSpPr/>
                <p:nvPr/>
              </p:nvSpPr>
              <p:spPr>
                <a:xfrm>
                  <a:off x="5613637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93" name="pg102">
                  <a:extLst>
                    <a:ext uri="{FF2B5EF4-FFF2-40B4-BE49-F238E27FC236}">
                      <a16:creationId xmlns:a16="http://schemas.microsoft.com/office/drawing/2014/main" id="{7AA8FB75-C80F-0604-4F83-FE28345E9DAD}"/>
                    </a:ext>
                  </a:extLst>
                </p:cNvPr>
                <p:cNvSpPr/>
                <p:nvPr/>
              </p:nvSpPr>
              <p:spPr>
                <a:xfrm>
                  <a:off x="5625275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94" name="pg103">
                  <a:extLst>
                    <a:ext uri="{FF2B5EF4-FFF2-40B4-BE49-F238E27FC236}">
                      <a16:creationId xmlns:a16="http://schemas.microsoft.com/office/drawing/2014/main" id="{C7E88BF1-ABE0-9244-A005-2692A81D9C81}"/>
                    </a:ext>
                  </a:extLst>
                </p:cNvPr>
                <p:cNvSpPr/>
                <p:nvPr/>
              </p:nvSpPr>
              <p:spPr>
                <a:xfrm>
                  <a:off x="5636912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095" name="pg104">
                  <a:extLst>
                    <a:ext uri="{FF2B5EF4-FFF2-40B4-BE49-F238E27FC236}">
                      <a16:creationId xmlns:a16="http://schemas.microsoft.com/office/drawing/2014/main" id="{05625678-2BDA-04A5-A0D6-56A381F71091}"/>
                    </a:ext>
                  </a:extLst>
                </p:cNvPr>
                <p:cNvSpPr/>
                <p:nvPr/>
              </p:nvSpPr>
              <p:spPr>
                <a:xfrm>
                  <a:off x="5648549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68" name="pg105">
                  <a:extLst>
                    <a:ext uri="{FF2B5EF4-FFF2-40B4-BE49-F238E27FC236}">
                      <a16:creationId xmlns:a16="http://schemas.microsoft.com/office/drawing/2014/main" id="{31BEAE8F-9454-86E9-8BB4-998939DF426C}"/>
                    </a:ext>
                  </a:extLst>
                </p:cNvPr>
                <p:cNvSpPr/>
                <p:nvPr/>
              </p:nvSpPr>
              <p:spPr>
                <a:xfrm>
                  <a:off x="5660186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69" name="pg106">
                  <a:extLst>
                    <a:ext uri="{FF2B5EF4-FFF2-40B4-BE49-F238E27FC236}">
                      <a16:creationId xmlns:a16="http://schemas.microsoft.com/office/drawing/2014/main" id="{0F2EB9EE-A2A9-583E-CB2B-8198EC784A77}"/>
                    </a:ext>
                  </a:extLst>
                </p:cNvPr>
                <p:cNvSpPr/>
                <p:nvPr/>
              </p:nvSpPr>
              <p:spPr>
                <a:xfrm>
                  <a:off x="5671824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70" name="pg107">
                  <a:extLst>
                    <a:ext uri="{FF2B5EF4-FFF2-40B4-BE49-F238E27FC236}">
                      <a16:creationId xmlns:a16="http://schemas.microsoft.com/office/drawing/2014/main" id="{DC94B1F2-90B6-DEB5-EDC9-FB4F7E384BA0}"/>
                    </a:ext>
                  </a:extLst>
                </p:cNvPr>
                <p:cNvSpPr/>
                <p:nvPr/>
              </p:nvSpPr>
              <p:spPr>
                <a:xfrm>
                  <a:off x="5683461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71" name="pg108">
                  <a:extLst>
                    <a:ext uri="{FF2B5EF4-FFF2-40B4-BE49-F238E27FC236}">
                      <a16:creationId xmlns:a16="http://schemas.microsoft.com/office/drawing/2014/main" id="{339EBDBA-5562-46BE-5F4E-2831C1E9DF1C}"/>
                    </a:ext>
                  </a:extLst>
                </p:cNvPr>
                <p:cNvSpPr/>
                <p:nvPr/>
              </p:nvSpPr>
              <p:spPr>
                <a:xfrm>
                  <a:off x="5695098" y="25791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72" name="pg109">
                  <a:extLst>
                    <a:ext uri="{FF2B5EF4-FFF2-40B4-BE49-F238E27FC236}">
                      <a16:creationId xmlns:a16="http://schemas.microsoft.com/office/drawing/2014/main" id="{058ADB9A-76FA-611E-1EC0-CC9C1672BDF6}"/>
                    </a:ext>
                  </a:extLst>
                </p:cNvPr>
                <p:cNvSpPr/>
                <p:nvPr/>
              </p:nvSpPr>
              <p:spPr>
                <a:xfrm>
                  <a:off x="5508901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74" name="pg110">
                  <a:extLst>
                    <a:ext uri="{FF2B5EF4-FFF2-40B4-BE49-F238E27FC236}">
                      <a16:creationId xmlns:a16="http://schemas.microsoft.com/office/drawing/2014/main" id="{36E95CEC-0EF4-E90F-C862-0019565FAC2F}"/>
                    </a:ext>
                  </a:extLst>
                </p:cNvPr>
                <p:cNvSpPr/>
                <p:nvPr/>
              </p:nvSpPr>
              <p:spPr>
                <a:xfrm>
                  <a:off x="5520539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75" name="pg111">
                  <a:extLst>
                    <a:ext uri="{FF2B5EF4-FFF2-40B4-BE49-F238E27FC236}">
                      <a16:creationId xmlns:a16="http://schemas.microsoft.com/office/drawing/2014/main" id="{50922A97-7B12-3F46-E881-71FED2304E6B}"/>
                    </a:ext>
                  </a:extLst>
                </p:cNvPr>
                <p:cNvSpPr/>
                <p:nvPr/>
              </p:nvSpPr>
              <p:spPr>
                <a:xfrm>
                  <a:off x="5532176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77" name="pg112">
                  <a:extLst>
                    <a:ext uri="{FF2B5EF4-FFF2-40B4-BE49-F238E27FC236}">
                      <a16:creationId xmlns:a16="http://schemas.microsoft.com/office/drawing/2014/main" id="{C87BB6F9-FFE9-43D5-46A7-797D8004D707}"/>
                    </a:ext>
                  </a:extLst>
                </p:cNvPr>
                <p:cNvSpPr/>
                <p:nvPr/>
              </p:nvSpPr>
              <p:spPr>
                <a:xfrm>
                  <a:off x="5543813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78" name="pg113">
                  <a:extLst>
                    <a:ext uri="{FF2B5EF4-FFF2-40B4-BE49-F238E27FC236}">
                      <a16:creationId xmlns:a16="http://schemas.microsoft.com/office/drawing/2014/main" id="{E04BFD4D-C190-BA70-5E10-43CF3A1278AE}"/>
                    </a:ext>
                  </a:extLst>
                </p:cNvPr>
                <p:cNvSpPr/>
                <p:nvPr/>
              </p:nvSpPr>
              <p:spPr>
                <a:xfrm>
                  <a:off x="5555451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79" name="pg114">
                  <a:extLst>
                    <a:ext uri="{FF2B5EF4-FFF2-40B4-BE49-F238E27FC236}">
                      <a16:creationId xmlns:a16="http://schemas.microsoft.com/office/drawing/2014/main" id="{95BD5EB2-F3E9-EF51-7BD3-9944167E2122}"/>
                    </a:ext>
                  </a:extLst>
                </p:cNvPr>
                <p:cNvSpPr/>
                <p:nvPr/>
              </p:nvSpPr>
              <p:spPr>
                <a:xfrm>
                  <a:off x="5567088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0" name="pg115">
                  <a:extLst>
                    <a:ext uri="{FF2B5EF4-FFF2-40B4-BE49-F238E27FC236}">
                      <a16:creationId xmlns:a16="http://schemas.microsoft.com/office/drawing/2014/main" id="{BBE66151-4D99-A990-0A04-083046E5AC1A}"/>
                    </a:ext>
                  </a:extLst>
                </p:cNvPr>
                <p:cNvSpPr/>
                <p:nvPr/>
              </p:nvSpPr>
              <p:spPr>
                <a:xfrm>
                  <a:off x="5578725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1" name="pg116">
                  <a:extLst>
                    <a:ext uri="{FF2B5EF4-FFF2-40B4-BE49-F238E27FC236}">
                      <a16:creationId xmlns:a16="http://schemas.microsoft.com/office/drawing/2014/main" id="{73119A3F-7718-1CE9-3843-8181418C98D4}"/>
                    </a:ext>
                  </a:extLst>
                </p:cNvPr>
                <p:cNvSpPr/>
                <p:nvPr/>
              </p:nvSpPr>
              <p:spPr>
                <a:xfrm>
                  <a:off x="5590363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2" name="pg117">
                  <a:extLst>
                    <a:ext uri="{FF2B5EF4-FFF2-40B4-BE49-F238E27FC236}">
                      <a16:creationId xmlns:a16="http://schemas.microsoft.com/office/drawing/2014/main" id="{E335E059-314F-B0B4-2CFE-AC6F5E777816}"/>
                    </a:ext>
                  </a:extLst>
                </p:cNvPr>
                <p:cNvSpPr/>
                <p:nvPr/>
              </p:nvSpPr>
              <p:spPr>
                <a:xfrm>
                  <a:off x="5602000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3" name="pg118">
                  <a:extLst>
                    <a:ext uri="{FF2B5EF4-FFF2-40B4-BE49-F238E27FC236}">
                      <a16:creationId xmlns:a16="http://schemas.microsoft.com/office/drawing/2014/main" id="{996FCB69-7643-DE5B-B65A-2FCEF3B120D1}"/>
                    </a:ext>
                  </a:extLst>
                </p:cNvPr>
                <p:cNvSpPr/>
                <p:nvPr/>
              </p:nvSpPr>
              <p:spPr>
                <a:xfrm>
                  <a:off x="5613637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4" name="pg119">
                  <a:extLst>
                    <a:ext uri="{FF2B5EF4-FFF2-40B4-BE49-F238E27FC236}">
                      <a16:creationId xmlns:a16="http://schemas.microsoft.com/office/drawing/2014/main" id="{2D97788B-D8A1-A131-B1DC-9F90C9C3E65B}"/>
                    </a:ext>
                  </a:extLst>
                </p:cNvPr>
                <p:cNvSpPr/>
                <p:nvPr/>
              </p:nvSpPr>
              <p:spPr>
                <a:xfrm>
                  <a:off x="5625275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5" name="pg120">
                  <a:extLst>
                    <a:ext uri="{FF2B5EF4-FFF2-40B4-BE49-F238E27FC236}">
                      <a16:creationId xmlns:a16="http://schemas.microsoft.com/office/drawing/2014/main" id="{B0EB3C9F-83ED-E438-642D-113EC3764B4D}"/>
                    </a:ext>
                  </a:extLst>
                </p:cNvPr>
                <p:cNvSpPr/>
                <p:nvPr/>
              </p:nvSpPr>
              <p:spPr>
                <a:xfrm>
                  <a:off x="5636912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6" name="pg121">
                  <a:extLst>
                    <a:ext uri="{FF2B5EF4-FFF2-40B4-BE49-F238E27FC236}">
                      <a16:creationId xmlns:a16="http://schemas.microsoft.com/office/drawing/2014/main" id="{B909498C-82A1-A9E4-53D6-9CCAF9150543}"/>
                    </a:ext>
                  </a:extLst>
                </p:cNvPr>
                <p:cNvSpPr/>
                <p:nvPr/>
              </p:nvSpPr>
              <p:spPr>
                <a:xfrm>
                  <a:off x="5648549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7" name="pg122">
                  <a:extLst>
                    <a:ext uri="{FF2B5EF4-FFF2-40B4-BE49-F238E27FC236}">
                      <a16:creationId xmlns:a16="http://schemas.microsoft.com/office/drawing/2014/main" id="{52295677-633B-311E-6291-B72D4531E664}"/>
                    </a:ext>
                  </a:extLst>
                </p:cNvPr>
                <p:cNvSpPr/>
                <p:nvPr/>
              </p:nvSpPr>
              <p:spPr>
                <a:xfrm>
                  <a:off x="5660186" y="25934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8" name="pg123">
                  <a:extLst>
                    <a:ext uri="{FF2B5EF4-FFF2-40B4-BE49-F238E27FC236}">
                      <a16:creationId xmlns:a16="http://schemas.microsoft.com/office/drawing/2014/main" id="{C0613C38-F167-44C9-795F-41E4762AB35E}"/>
                    </a:ext>
                  </a:extLst>
                </p:cNvPr>
                <p:cNvSpPr/>
                <p:nvPr/>
              </p:nvSpPr>
              <p:spPr>
                <a:xfrm>
                  <a:off x="5473989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89" name="pg124">
                  <a:extLst>
                    <a:ext uri="{FF2B5EF4-FFF2-40B4-BE49-F238E27FC236}">
                      <a16:creationId xmlns:a16="http://schemas.microsoft.com/office/drawing/2014/main" id="{37E97B82-9FF5-EB13-234E-7E3DD6163B43}"/>
                    </a:ext>
                  </a:extLst>
                </p:cNvPr>
                <p:cNvSpPr/>
                <p:nvPr/>
              </p:nvSpPr>
              <p:spPr>
                <a:xfrm>
                  <a:off x="5485627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0" name="pg125">
                  <a:extLst>
                    <a:ext uri="{FF2B5EF4-FFF2-40B4-BE49-F238E27FC236}">
                      <a16:creationId xmlns:a16="http://schemas.microsoft.com/office/drawing/2014/main" id="{4B4EC0ED-FC09-B212-88D0-287E09BE1751}"/>
                    </a:ext>
                  </a:extLst>
                </p:cNvPr>
                <p:cNvSpPr/>
                <p:nvPr/>
              </p:nvSpPr>
              <p:spPr>
                <a:xfrm>
                  <a:off x="5497264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1" name="pg126">
                  <a:extLst>
                    <a:ext uri="{FF2B5EF4-FFF2-40B4-BE49-F238E27FC236}">
                      <a16:creationId xmlns:a16="http://schemas.microsoft.com/office/drawing/2014/main" id="{EE5AB606-C37D-52AC-9857-70C71F7A6320}"/>
                    </a:ext>
                  </a:extLst>
                </p:cNvPr>
                <p:cNvSpPr/>
                <p:nvPr/>
              </p:nvSpPr>
              <p:spPr>
                <a:xfrm>
                  <a:off x="5508901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2" name="pg127">
                  <a:extLst>
                    <a:ext uri="{FF2B5EF4-FFF2-40B4-BE49-F238E27FC236}">
                      <a16:creationId xmlns:a16="http://schemas.microsoft.com/office/drawing/2014/main" id="{C50BAE6C-2DC9-1EBD-0C1A-6E74A43F0542}"/>
                    </a:ext>
                  </a:extLst>
                </p:cNvPr>
                <p:cNvSpPr/>
                <p:nvPr/>
              </p:nvSpPr>
              <p:spPr>
                <a:xfrm>
                  <a:off x="5520539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3" name="pg128">
                  <a:extLst>
                    <a:ext uri="{FF2B5EF4-FFF2-40B4-BE49-F238E27FC236}">
                      <a16:creationId xmlns:a16="http://schemas.microsoft.com/office/drawing/2014/main" id="{D1051D75-3180-FD4A-EAEB-1DDF6D87D0C2}"/>
                    </a:ext>
                  </a:extLst>
                </p:cNvPr>
                <p:cNvSpPr/>
                <p:nvPr/>
              </p:nvSpPr>
              <p:spPr>
                <a:xfrm>
                  <a:off x="5532176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4" name="pg129">
                  <a:extLst>
                    <a:ext uri="{FF2B5EF4-FFF2-40B4-BE49-F238E27FC236}">
                      <a16:creationId xmlns:a16="http://schemas.microsoft.com/office/drawing/2014/main" id="{7036A1E9-7419-8A77-05E3-635CD6BE15CD}"/>
                    </a:ext>
                  </a:extLst>
                </p:cNvPr>
                <p:cNvSpPr/>
                <p:nvPr/>
              </p:nvSpPr>
              <p:spPr>
                <a:xfrm>
                  <a:off x="5543813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5" name="pg130">
                  <a:extLst>
                    <a:ext uri="{FF2B5EF4-FFF2-40B4-BE49-F238E27FC236}">
                      <a16:creationId xmlns:a16="http://schemas.microsoft.com/office/drawing/2014/main" id="{58D8E1CD-D6D7-AE52-818A-29BC0BAF118A}"/>
                    </a:ext>
                  </a:extLst>
                </p:cNvPr>
                <p:cNvSpPr/>
                <p:nvPr/>
              </p:nvSpPr>
              <p:spPr>
                <a:xfrm>
                  <a:off x="5555451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6" name="pg131">
                  <a:extLst>
                    <a:ext uri="{FF2B5EF4-FFF2-40B4-BE49-F238E27FC236}">
                      <a16:creationId xmlns:a16="http://schemas.microsoft.com/office/drawing/2014/main" id="{B17DAA58-DAFC-1DEE-31AD-6D445E74342A}"/>
                    </a:ext>
                  </a:extLst>
                </p:cNvPr>
                <p:cNvSpPr/>
                <p:nvPr/>
              </p:nvSpPr>
              <p:spPr>
                <a:xfrm>
                  <a:off x="5567088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7" name="pg132">
                  <a:extLst>
                    <a:ext uri="{FF2B5EF4-FFF2-40B4-BE49-F238E27FC236}">
                      <a16:creationId xmlns:a16="http://schemas.microsoft.com/office/drawing/2014/main" id="{A820B5EB-B2DB-7907-1036-FA075D690150}"/>
                    </a:ext>
                  </a:extLst>
                </p:cNvPr>
                <p:cNvSpPr/>
                <p:nvPr/>
              </p:nvSpPr>
              <p:spPr>
                <a:xfrm>
                  <a:off x="5578725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8" name="pg133">
                  <a:extLst>
                    <a:ext uri="{FF2B5EF4-FFF2-40B4-BE49-F238E27FC236}">
                      <a16:creationId xmlns:a16="http://schemas.microsoft.com/office/drawing/2014/main" id="{1F610E69-BC5C-C42B-078D-151E2E40ACB1}"/>
                    </a:ext>
                  </a:extLst>
                </p:cNvPr>
                <p:cNvSpPr/>
                <p:nvPr/>
              </p:nvSpPr>
              <p:spPr>
                <a:xfrm>
                  <a:off x="5590363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8799" name="pg134">
                  <a:extLst>
                    <a:ext uri="{FF2B5EF4-FFF2-40B4-BE49-F238E27FC236}">
                      <a16:creationId xmlns:a16="http://schemas.microsoft.com/office/drawing/2014/main" id="{6234E8A6-E357-869F-E234-C7F377DB3954}"/>
                    </a:ext>
                  </a:extLst>
                </p:cNvPr>
                <p:cNvSpPr/>
                <p:nvPr/>
              </p:nvSpPr>
              <p:spPr>
                <a:xfrm>
                  <a:off x="5602000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6" name="pg135">
                  <a:extLst>
                    <a:ext uri="{FF2B5EF4-FFF2-40B4-BE49-F238E27FC236}">
                      <a16:creationId xmlns:a16="http://schemas.microsoft.com/office/drawing/2014/main" id="{70ABEAFD-502A-946F-91F3-38AD350DA71C}"/>
                    </a:ext>
                  </a:extLst>
                </p:cNvPr>
                <p:cNvSpPr/>
                <p:nvPr/>
              </p:nvSpPr>
              <p:spPr>
                <a:xfrm>
                  <a:off x="5613637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7" name="pg136">
                  <a:extLst>
                    <a:ext uri="{FF2B5EF4-FFF2-40B4-BE49-F238E27FC236}">
                      <a16:creationId xmlns:a16="http://schemas.microsoft.com/office/drawing/2014/main" id="{EB7A9F15-DC2A-CCDE-2E35-74390686BF16}"/>
                    </a:ext>
                  </a:extLst>
                </p:cNvPr>
                <p:cNvSpPr/>
                <p:nvPr/>
              </p:nvSpPr>
              <p:spPr>
                <a:xfrm>
                  <a:off x="5625275" y="26077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8" name="pg137">
                  <a:extLst>
                    <a:ext uri="{FF2B5EF4-FFF2-40B4-BE49-F238E27FC236}">
                      <a16:creationId xmlns:a16="http://schemas.microsoft.com/office/drawing/2014/main" id="{FEAE6071-5582-4B95-2810-07E74B459B65}"/>
                    </a:ext>
                  </a:extLst>
                </p:cNvPr>
                <p:cNvSpPr/>
                <p:nvPr/>
              </p:nvSpPr>
              <p:spPr>
                <a:xfrm>
                  <a:off x="5450715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9" name="pg138">
                  <a:extLst>
                    <a:ext uri="{FF2B5EF4-FFF2-40B4-BE49-F238E27FC236}">
                      <a16:creationId xmlns:a16="http://schemas.microsoft.com/office/drawing/2014/main" id="{FFA6DDDA-B672-469C-0799-C2BEF4C2B45F}"/>
                    </a:ext>
                  </a:extLst>
                </p:cNvPr>
                <p:cNvSpPr/>
                <p:nvPr/>
              </p:nvSpPr>
              <p:spPr>
                <a:xfrm>
                  <a:off x="5462352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0" name="pg139">
                  <a:extLst>
                    <a:ext uri="{FF2B5EF4-FFF2-40B4-BE49-F238E27FC236}">
                      <a16:creationId xmlns:a16="http://schemas.microsoft.com/office/drawing/2014/main" id="{7D036086-ACBF-EB81-3B1F-495B43A43E0F}"/>
                    </a:ext>
                  </a:extLst>
                </p:cNvPr>
                <p:cNvSpPr/>
                <p:nvPr/>
              </p:nvSpPr>
              <p:spPr>
                <a:xfrm>
                  <a:off x="5473989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1" name="pg140">
                  <a:extLst>
                    <a:ext uri="{FF2B5EF4-FFF2-40B4-BE49-F238E27FC236}">
                      <a16:creationId xmlns:a16="http://schemas.microsoft.com/office/drawing/2014/main" id="{EA721622-0AA4-6F81-8084-FF83A02A4E3A}"/>
                    </a:ext>
                  </a:extLst>
                </p:cNvPr>
                <p:cNvSpPr/>
                <p:nvPr/>
              </p:nvSpPr>
              <p:spPr>
                <a:xfrm>
                  <a:off x="5485627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2" name="pg141">
                  <a:extLst>
                    <a:ext uri="{FF2B5EF4-FFF2-40B4-BE49-F238E27FC236}">
                      <a16:creationId xmlns:a16="http://schemas.microsoft.com/office/drawing/2014/main" id="{CB4A6469-53BB-0E3C-7249-9E9649A64B17}"/>
                    </a:ext>
                  </a:extLst>
                </p:cNvPr>
                <p:cNvSpPr/>
                <p:nvPr/>
              </p:nvSpPr>
              <p:spPr>
                <a:xfrm>
                  <a:off x="5497264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3" name="pg142">
                  <a:extLst>
                    <a:ext uri="{FF2B5EF4-FFF2-40B4-BE49-F238E27FC236}">
                      <a16:creationId xmlns:a16="http://schemas.microsoft.com/office/drawing/2014/main" id="{4641B938-BF44-CD44-41F5-878D5860373C}"/>
                    </a:ext>
                  </a:extLst>
                </p:cNvPr>
                <p:cNvSpPr/>
                <p:nvPr/>
              </p:nvSpPr>
              <p:spPr>
                <a:xfrm>
                  <a:off x="5508901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4" name="pg143">
                  <a:extLst>
                    <a:ext uri="{FF2B5EF4-FFF2-40B4-BE49-F238E27FC236}">
                      <a16:creationId xmlns:a16="http://schemas.microsoft.com/office/drawing/2014/main" id="{D8FC8915-1828-01C3-93D1-2FE9ACC36229}"/>
                    </a:ext>
                  </a:extLst>
                </p:cNvPr>
                <p:cNvSpPr/>
                <p:nvPr/>
              </p:nvSpPr>
              <p:spPr>
                <a:xfrm>
                  <a:off x="5520539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5" name="pg144">
                  <a:extLst>
                    <a:ext uri="{FF2B5EF4-FFF2-40B4-BE49-F238E27FC236}">
                      <a16:creationId xmlns:a16="http://schemas.microsoft.com/office/drawing/2014/main" id="{2962D95D-A5FD-AA58-24B1-D40957E0E5D4}"/>
                    </a:ext>
                  </a:extLst>
                </p:cNvPr>
                <p:cNvSpPr/>
                <p:nvPr/>
              </p:nvSpPr>
              <p:spPr>
                <a:xfrm>
                  <a:off x="5532176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6" name="pg145">
                  <a:extLst>
                    <a:ext uri="{FF2B5EF4-FFF2-40B4-BE49-F238E27FC236}">
                      <a16:creationId xmlns:a16="http://schemas.microsoft.com/office/drawing/2014/main" id="{43678606-76C7-2668-67D2-A0F4E4959DFF}"/>
                    </a:ext>
                  </a:extLst>
                </p:cNvPr>
                <p:cNvSpPr/>
                <p:nvPr/>
              </p:nvSpPr>
              <p:spPr>
                <a:xfrm>
                  <a:off x="5543813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7" name="pg146">
                  <a:extLst>
                    <a:ext uri="{FF2B5EF4-FFF2-40B4-BE49-F238E27FC236}">
                      <a16:creationId xmlns:a16="http://schemas.microsoft.com/office/drawing/2014/main" id="{3A5D3512-0915-C91C-8C46-6B4877B69CDC}"/>
                    </a:ext>
                  </a:extLst>
                </p:cNvPr>
                <p:cNvSpPr/>
                <p:nvPr/>
              </p:nvSpPr>
              <p:spPr>
                <a:xfrm>
                  <a:off x="5555451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8" name="pg147">
                  <a:extLst>
                    <a:ext uri="{FF2B5EF4-FFF2-40B4-BE49-F238E27FC236}">
                      <a16:creationId xmlns:a16="http://schemas.microsoft.com/office/drawing/2014/main" id="{E0AF61CE-8F7D-6341-138E-C356F108DBCD}"/>
                    </a:ext>
                  </a:extLst>
                </p:cNvPr>
                <p:cNvSpPr/>
                <p:nvPr/>
              </p:nvSpPr>
              <p:spPr>
                <a:xfrm>
                  <a:off x="5567088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9" name="pg148">
                  <a:extLst>
                    <a:ext uri="{FF2B5EF4-FFF2-40B4-BE49-F238E27FC236}">
                      <a16:creationId xmlns:a16="http://schemas.microsoft.com/office/drawing/2014/main" id="{A39DE7D9-DFD9-9715-5BC7-B2B1DEC082C8}"/>
                    </a:ext>
                  </a:extLst>
                </p:cNvPr>
                <p:cNvSpPr/>
                <p:nvPr/>
              </p:nvSpPr>
              <p:spPr>
                <a:xfrm>
                  <a:off x="5578725" y="26220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0" name="pg149">
                  <a:extLst>
                    <a:ext uri="{FF2B5EF4-FFF2-40B4-BE49-F238E27FC236}">
                      <a16:creationId xmlns:a16="http://schemas.microsoft.com/office/drawing/2014/main" id="{75CE2243-64CC-1F37-C704-467E3CA631F5}"/>
                    </a:ext>
                  </a:extLst>
                </p:cNvPr>
                <p:cNvSpPr/>
                <p:nvPr/>
              </p:nvSpPr>
              <p:spPr>
                <a:xfrm>
                  <a:off x="5439077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1" name="pg150">
                  <a:extLst>
                    <a:ext uri="{FF2B5EF4-FFF2-40B4-BE49-F238E27FC236}">
                      <a16:creationId xmlns:a16="http://schemas.microsoft.com/office/drawing/2014/main" id="{600FE673-42A1-1B23-045B-11ADC6D733E6}"/>
                    </a:ext>
                  </a:extLst>
                </p:cNvPr>
                <p:cNvSpPr/>
                <p:nvPr/>
              </p:nvSpPr>
              <p:spPr>
                <a:xfrm>
                  <a:off x="5450715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2" name="pg151">
                  <a:extLst>
                    <a:ext uri="{FF2B5EF4-FFF2-40B4-BE49-F238E27FC236}">
                      <a16:creationId xmlns:a16="http://schemas.microsoft.com/office/drawing/2014/main" id="{1E10D49E-81D1-D645-EEEC-190BAED7E66F}"/>
                    </a:ext>
                  </a:extLst>
                </p:cNvPr>
                <p:cNvSpPr/>
                <p:nvPr/>
              </p:nvSpPr>
              <p:spPr>
                <a:xfrm>
                  <a:off x="5462352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3" name="pg152">
                  <a:extLst>
                    <a:ext uri="{FF2B5EF4-FFF2-40B4-BE49-F238E27FC236}">
                      <a16:creationId xmlns:a16="http://schemas.microsoft.com/office/drawing/2014/main" id="{604BFF9F-13D3-8EC8-7EFA-73F2FF54E6E7}"/>
                    </a:ext>
                  </a:extLst>
                </p:cNvPr>
                <p:cNvSpPr/>
                <p:nvPr/>
              </p:nvSpPr>
              <p:spPr>
                <a:xfrm>
                  <a:off x="5473989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4" name="pg153">
                  <a:extLst>
                    <a:ext uri="{FF2B5EF4-FFF2-40B4-BE49-F238E27FC236}">
                      <a16:creationId xmlns:a16="http://schemas.microsoft.com/office/drawing/2014/main" id="{551B0C45-3DD6-761D-A89E-33CD749BCBB5}"/>
                    </a:ext>
                  </a:extLst>
                </p:cNvPr>
                <p:cNvSpPr/>
                <p:nvPr/>
              </p:nvSpPr>
              <p:spPr>
                <a:xfrm>
                  <a:off x="5485627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5" name="pg154">
                  <a:extLst>
                    <a:ext uri="{FF2B5EF4-FFF2-40B4-BE49-F238E27FC236}">
                      <a16:creationId xmlns:a16="http://schemas.microsoft.com/office/drawing/2014/main" id="{90CB1B99-6A1A-9E73-83BB-15D921E6AA1F}"/>
                    </a:ext>
                  </a:extLst>
                </p:cNvPr>
                <p:cNvSpPr/>
                <p:nvPr/>
              </p:nvSpPr>
              <p:spPr>
                <a:xfrm>
                  <a:off x="5497264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6" name="pg155">
                  <a:extLst>
                    <a:ext uri="{FF2B5EF4-FFF2-40B4-BE49-F238E27FC236}">
                      <a16:creationId xmlns:a16="http://schemas.microsoft.com/office/drawing/2014/main" id="{89F14651-CE20-B9EC-8AA5-8F4116E8E287}"/>
                    </a:ext>
                  </a:extLst>
                </p:cNvPr>
                <p:cNvSpPr/>
                <p:nvPr/>
              </p:nvSpPr>
              <p:spPr>
                <a:xfrm>
                  <a:off x="5508901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7" name="pg156">
                  <a:extLst>
                    <a:ext uri="{FF2B5EF4-FFF2-40B4-BE49-F238E27FC236}">
                      <a16:creationId xmlns:a16="http://schemas.microsoft.com/office/drawing/2014/main" id="{6E7386CE-052C-99E9-4705-4C8BCFC605F4}"/>
                    </a:ext>
                  </a:extLst>
                </p:cNvPr>
                <p:cNvSpPr/>
                <p:nvPr/>
              </p:nvSpPr>
              <p:spPr>
                <a:xfrm>
                  <a:off x="5520539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8" name="pg157">
                  <a:extLst>
                    <a:ext uri="{FF2B5EF4-FFF2-40B4-BE49-F238E27FC236}">
                      <a16:creationId xmlns:a16="http://schemas.microsoft.com/office/drawing/2014/main" id="{110707E1-960D-B08C-A59E-114426D17D7F}"/>
                    </a:ext>
                  </a:extLst>
                </p:cNvPr>
                <p:cNvSpPr/>
                <p:nvPr/>
              </p:nvSpPr>
              <p:spPr>
                <a:xfrm>
                  <a:off x="5532176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9" name="pg158">
                  <a:extLst>
                    <a:ext uri="{FF2B5EF4-FFF2-40B4-BE49-F238E27FC236}">
                      <a16:creationId xmlns:a16="http://schemas.microsoft.com/office/drawing/2014/main" id="{D059F392-808F-2BC8-64A3-11E2CE27414D}"/>
                    </a:ext>
                  </a:extLst>
                </p:cNvPr>
                <p:cNvSpPr/>
                <p:nvPr/>
              </p:nvSpPr>
              <p:spPr>
                <a:xfrm>
                  <a:off x="5543813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0" name="pg159">
                  <a:extLst>
                    <a:ext uri="{FF2B5EF4-FFF2-40B4-BE49-F238E27FC236}">
                      <a16:creationId xmlns:a16="http://schemas.microsoft.com/office/drawing/2014/main" id="{B8745630-9AF1-F14D-864D-D7021D189615}"/>
                    </a:ext>
                  </a:extLst>
                </p:cNvPr>
                <p:cNvSpPr/>
                <p:nvPr/>
              </p:nvSpPr>
              <p:spPr>
                <a:xfrm>
                  <a:off x="5555451" y="26363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1" name="pg160">
                  <a:extLst>
                    <a:ext uri="{FF2B5EF4-FFF2-40B4-BE49-F238E27FC236}">
                      <a16:creationId xmlns:a16="http://schemas.microsoft.com/office/drawing/2014/main" id="{90D2002A-8943-C8A7-7316-C0F97606FADF}"/>
                    </a:ext>
                  </a:extLst>
                </p:cNvPr>
                <p:cNvSpPr/>
                <p:nvPr/>
              </p:nvSpPr>
              <p:spPr>
                <a:xfrm>
                  <a:off x="5427440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2" name="pg161">
                  <a:extLst>
                    <a:ext uri="{FF2B5EF4-FFF2-40B4-BE49-F238E27FC236}">
                      <a16:creationId xmlns:a16="http://schemas.microsoft.com/office/drawing/2014/main" id="{70E83060-F967-D568-2AB9-FC3C98828AF2}"/>
                    </a:ext>
                  </a:extLst>
                </p:cNvPr>
                <p:cNvSpPr/>
                <p:nvPr/>
              </p:nvSpPr>
              <p:spPr>
                <a:xfrm>
                  <a:off x="5439077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3" name="pg162">
                  <a:extLst>
                    <a:ext uri="{FF2B5EF4-FFF2-40B4-BE49-F238E27FC236}">
                      <a16:creationId xmlns:a16="http://schemas.microsoft.com/office/drawing/2014/main" id="{F7AB9D42-EF57-10AC-2495-4BC690DF2905}"/>
                    </a:ext>
                  </a:extLst>
                </p:cNvPr>
                <p:cNvSpPr/>
                <p:nvPr/>
              </p:nvSpPr>
              <p:spPr>
                <a:xfrm>
                  <a:off x="5450715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4" name="pg163">
                  <a:extLst>
                    <a:ext uri="{FF2B5EF4-FFF2-40B4-BE49-F238E27FC236}">
                      <a16:creationId xmlns:a16="http://schemas.microsoft.com/office/drawing/2014/main" id="{3A753BAF-6728-4600-4D40-40804F56C44E}"/>
                    </a:ext>
                  </a:extLst>
                </p:cNvPr>
                <p:cNvSpPr/>
                <p:nvPr/>
              </p:nvSpPr>
              <p:spPr>
                <a:xfrm>
                  <a:off x="5462352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5" name="pg164">
                  <a:extLst>
                    <a:ext uri="{FF2B5EF4-FFF2-40B4-BE49-F238E27FC236}">
                      <a16:creationId xmlns:a16="http://schemas.microsoft.com/office/drawing/2014/main" id="{7E55232C-6836-F740-C5CC-5989C0B9F1FE}"/>
                    </a:ext>
                  </a:extLst>
                </p:cNvPr>
                <p:cNvSpPr/>
                <p:nvPr/>
              </p:nvSpPr>
              <p:spPr>
                <a:xfrm>
                  <a:off x="5473989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6" name="pg165">
                  <a:extLst>
                    <a:ext uri="{FF2B5EF4-FFF2-40B4-BE49-F238E27FC236}">
                      <a16:creationId xmlns:a16="http://schemas.microsoft.com/office/drawing/2014/main" id="{EB68467C-9E01-8196-7695-E08E63CDA854}"/>
                    </a:ext>
                  </a:extLst>
                </p:cNvPr>
                <p:cNvSpPr/>
                <p:nvPr/>
              </p:nvSpPr>
              <p:spPr>
                <a:xfrm>
                  <a:off x="5485627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7" name="pg166">
                  <a:extLst>
                    <a:ext uri="{FF2B5EF4-FFF2-40B4-BE49-F238E27FC236}">
                      <a16:creationId xmlns:a16="http://schemas.microsoft.com/office/drawing/2014/main" id="{343124FA-6879-16EF-6C2D-0D29743E023A}"/>
                    </a:ext>
                  </a:extLst>
                </p:cNvPr>
                <p:cNvSpPr/>
                <p:nvPr/>
              </p:nvSpPr>
              <p:spPr>
                <a:xfrm>
                  <a:off x="5497264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8" name="pg167">
                  <a:extLst>
                    <a:ext uri="{FF2B5EF4-FFF2-40B4-BE49-F238E27FC236}">
                      <a16:creationId xmlns:a16="http://schemas.microsoft.com/office/drawing/2014/main" id="{568021E4-B06F-4440-4021-C6CBC9743E99}"/>
                    </a:ext>
                  </a:extLst>
                </p:cNvPr>
                <p:cNvSpPr/>
                <p:nvPr/>
              </p:nvSpPr>
              <p:spPr>
                <a:xfrm>
                  <a:off x="5508901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9" name="pg168">
                  <a:extLst>
                    <a:ext uri="{FF2B5EF4-FFF2-40B4-BE49-F238E27FC236}">
                      <a16:creationId xmlns:a16="http://schemas.microsoft.com/office/drawing/2014/main" id="{A2ED79A4-228A-A180-9ED7-3F0D510C4E78}"/>
                    </a:ext>
                  </a:extLst>
                </p:cNvPr>
                <p:cNvSpPr/>
                <p:nvPr/>
              </p:nvSpPr>
              <p:spPr>
                <a:xfrm>
                  <a:off x="5520539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0" name="pg169">
                  <a:extLst>
                    <a:ext uri="{FF2B5EF4-FFF2-40B4-BE49-F238E27FC236}">
                      <a16:creationId xmlns:a16="http://schemas.microsoft.com/office/drawing/2014/main" id="{4117FAFD-6F83-2636-13C9-B074BC7FFD9C}"/>
                    </a:ext>
                  </a:extLst>
                </p:cNvPr>
                <p:cNvSpPr/>
                <p:nvPr/>
              </p:nvSpPr>
              <p:spPr>
                <a:xfrm>
                  <a:off x="5532176" y="26506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1" name="pg170">
                  <a:extLst>
                    <a:ext uri="{FF2B5EF4-FFF2-40B4-BE49-F238E27FC236}">
                      <a16:creationId xmlns:a16="http://schemas.microsoft.com/office/drawing/2014/main" id="{66E3C676-8261-C0B0-0714-C1E1F70587CC}"/>
                    </a:ext>
                  </a:extLst>
                </p:cNvPr>
                <p:cNvSpPr/>
                <p:nvPr/>
              </p:nvSpPr>
              <p:spPr>
                <a:xfrm>
                  <a:off x="5415803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2" name="pg171">
                  <a:extLst>
                    <a:ext uri="{FF2B5EF4-FFF2-40B4-BE49-F238E27FC236}">
                      <a16:creationId xmlns:a16="http://schemas.microsoft.com/office/drawing/2014/main" id="{177C47CB-DA0F-B5AE-54DE-4427D4D69A20}"/>
                    </a:ext>
                  </a:extLst>
                </p:cNvPr>
                <p:cNvSpPr/>
                <p:nvPr/>
              </p:nvSpPr>
              <p:spPr>
                <a:xfrm>
                  <a:off x="5427440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3" name="pg172">
                  <a:extLst>
                    <a:ext uri="{FF2B5EF4-FFF2-40B4-BE49-F238E27FC236}">
                      <a16:creationId xmlns:a16="http://schemas.microsoft.com/office/drawing/2014/main" id="{E475BCFB-43D8-1DEE-6688-CB0E20B00305}"/>
                    </a:ext>
                  </a:extLst>
                </p:cNvPr>
                <p:cNvSpPr/>
                <p:nvPr/>
              </p:nvSpPr>
              <p:spPr>
                <a:xfrm>
                  <a:off x="5439077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4" name="pg173">
                  <a:extLst>
                    <a:ext uri="{FF2B5EF4-FFF2-40B4-BE49-F238E27FC236}">
                      <a16:creationId xmlns:a16="http://schemas.microsoft.com/office/drawing/2014/main" id="{4C546E18-A4FC-9188-5072-376BFD74CC88}"/>
                    </a:ext>
                  </a:extLst>
                </p:cNvPr>
                <p:cNvSpPr/>
                <p:nvPr/>
              </p:nvSpPr>
              <p:spPr>
                <a:xfrm>
                  <a:off x="5450715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5" name="pg174">
                  <a:extLst>
                    <a:ext uri="{FF2B5EF4-FFF2-40B4-BE49-F238E27FC236}">
                      <a16:creationId xmlns:a16="http://schemas.microsoft.com/office/drawing/2014/main" id="{6FBD1723-1508-CDFC-AD07-C7339A4A1909}"/>
                    </a:ext>
                  </a:extLst>
                </p:cNvPr>
                <p:cNvSpPr/>
                <p:nvPr/>
              </p:nvSpPr>
              <p:spPr>
                <a:xfrm>
                  <a:off x="5462352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6" name="pg175">
                  <a:extLst>
                    <a:ext uri="{FF2B5EF4-FFF2-40B4-BE49-F238E27FC236}">
                      <a16:creationId xmlns:a16="http://schemas.microsoft.com/office/drawing/2014/main" id="{57A4EF18-2F61-9E37-F213-AD8702B9039A}"/>
                    </a:ext>
                  </a:extLst>
                </p:cNvPr>
                <p:cNvSpPr/>
                <p:nvPr/>
              </p:nvSpPr>
              <p:spPr>
                <a:xfrm>
                  <a:off x="5473989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7" name="pg176">
                  <a:extLst>
                    <a:ext uri="{FF2B5EF4-FFF2-40B4-BE49-F238E27FC236}">
                      <a16:creationId xmlns:a16="http://schemas.microsoft.com/office/drawing/2014/main" id="{7830DF01-E7D1-6B73-4E6D-91C1A8A294A9}"/>
                    </a:ext>
                  </a:extLst>
                </p:cNvPr>
                <p:cNvSpPr/>
                <p:nvPr/>
              </p:nvSpPr>
              <p:spPr>
                <a:xfrm>
                  <a:off x="5485627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8" name="pg177">
                  <a:extLst>
                    <a:ext uri="{FF2B5EF4-FFF2-40B4-BE49-F238E27FC236}">
                      <a16:creationId xmlns:a16="http://schemas.microsoft.com/office/drawing/2014/main" id="{5C679B42-BB8D-D534-5420-396D236757F2}"/>
                    </a:ext>
                  </a:extLst>
                </p:cNvPr>
                <p:cNvSpPr/>
                <p:nvPr/>
              </p:nvSpPr>
              <p:spPr>
                <a:xfrm>
                  <a:off x="5497264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9" name="pg178">
                  <a:extLst>
                    <a:ext uri="{FF2B5EF4-FFF2-40B4-BE49-F238E27FC236}">
                      <a16:creationId xmlns:a16="http://schemas.microsoft.com/office/drawing/2014/main" id="{BEA81917-C590-46AF-9529-6417226E5586}"/>
                    </a:ext>
                  </a:extLst>
                </p:cNvPr>
                <p:cNvSpPr/>
                <p:nvPr/>
              </p:nvSpPr>
              <p:spPr>
                <a:xfrm>
                  <a:off x="5508901" y="26649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0" name="pg179">
                  <a:extLst>
                    <a:ext uri="{FF2B5EF4-FFF2-40B4-BE49-F238E27FC236}">
                      <a16:creationId xmlns:a16="http://schemas.microsoft.com/office/drawing/2014/main" id="{8DE877BC-38A9-E39A-82CC-FB6423B2119A}"/>
                    </a:ext>
                  </a:extLst>
                </p:cNvPr>
                <p:cNvSpPr/>
                <p:nvPr/>
              </p:nvSpPr>
              <p:spPr>
                <a:xfrm>
                  <a:off x="5380891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1" name="pg180">
                  <a:extLst>
                    <a:ext uri="{FF2B5EF4-FFF2-40B4-BE49-F238E27FC236}">
                      <a16:creationId xmlns:a16="http://schemas.microsoft.com/office/drawing/2014/main" id="{E1D08769-9F2F-E8F6-2FAC-5038D9EED94F}"/>
                    </a:ext>
                  </a:extLst>
                </p:cNvPr>
                <p:cNvSpPr/>
                <p:nvPr/>
              </p:nvSpPr>
              <p:spPr>
                <a:xfrm>
                  <a:off x="5392528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2" name="pg181">
                  <a:extLst>
                    <a:ext uri="{FF2B5EF4-FFF2-40B4-BE49-F238E27FC236}">
                      <a16:creationId xmlns:a16="http://schemas.microsoft.com/office/drawing/2014/main" id="{CEE2D77C-3FC5-7165-B5BE-5AEAF05421D6}"/>
                    </a:ext>
                  </a:extLst>
                </p:cNvPr>
                <p:cNvSpPr/>
                <p:nvPr/>
              </p:nvSpPr>
              <p:spPr>
                <a:xfrm>
                  <a:off x="5404165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3" name="pg182">
                  <a:extLst>
                    <a:ext uri="{FF2B5EF4-FFF2-40B4-BE49-F238E27FC236}">
                      <a16:creationId xmlns:a16="http://schemas.microsoft.com/office/drawing/2014/main" id="{434ABF60-620B-5D57-1359-0D4DB12CCBE1}"/>
                    </a:ext>
                  </a:extLst>
                </p:cNvPr>
                <p:cNvSpPr/>
                <p:nvPr/>
              </p:nvSpPr>
              <p:spPr>
                <a:xfrm>
                  <a:off x="5415803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4" name="pg183">
                  <a:extLst>
                    <a:ext uri="{FF2B5EF4-FFF2-40B4-BE49-F238E27FC236}">
                      <a16:creationId xmlns:a16="http://schemas.microsoft.com/office/drawing/2014/main" id="{90621EDE-937C-02B2-DBA8-9EA6C9830ECF}"/>
                    </a:ext>
                  </a:extLst>
                </p:cNvPr>
                <p:cNvSpPr/>
                <p:nvPr/>
              </p:nvSpPr>
              <p:spPr>
                <a:xfrm>
                  <a:off x="5427440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5" name="pg184">
                  <a:extLst>
                    <a:ext uri="{FF2B5EF4-FFF2-40B4-BE49-F238E27FC236}">
                      <a16:creationId xmlns:a16="http://schemas.microsoft.com/office/drawing/2014/main" id="{462F9E0E-94BD-8409-59E6-0915007184E2}"/>
                    </a:ext>
                  </a:extLst>
                </p:cNvPr>
                <p:cNvSpPr/>
                <p:nvPr/>
              </p:nvSpPr>
              <p:spPr>
                <a:xfrm>
                  <a:off x="5439077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6" name="pg185">
                  <a:extLst>
                    <a:ext uri="{FF2B5EF4-FFF2-40B4-BE49-F238E27FC236}">
                      <a16:creationId xmlns:a16="http://schemas.microsoft.com/office/drawing/2014/main" id="{012E052C-3DDA-848A-4D71-CDAE393504AC}"/>
                    </a:ext>
                  </a:extLst>
                </p:cNvPr>
                <p:cNvSpPr/>
                <p:nvPr/>
              </p:nvSpPr>
              <p:spPr>
                <a:xfrm>
                  <a:off x="5450715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7" name="pg186">
                  <a:extLst>
                    <a:ext uri="{FF2B5EF4-FFF2-40B4-BE49-F238E27FC236}">
                      <a16:creationId xmlns:a16="http://schemas.microsoft.com/office/drawing/2014/main" id="{5215F666-F20F-BFF8-06C7-1ABE7BF6C3AF}"/>
                    </a:ext>
                  </a:extLst>
                </p:cNvPr>
                <p:cNvSpPr/>
                <p:nvPr/>
              </p:nvSpPr>
              <p:spPr>
                <a:xfrm>
                  <a:off x="5462352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8" name="pg187">
                  <a:extLst>
                    <a:ext uri="{FF2B5EF4-FFF2-40B4-BE49-F238E27FC236}">
                      <a16:creationId xmlns:a16="http://schemas.microsoft.com/office/drawing/2014/main" id="{1D238DC6-421D-97DF-D76F-0EBE5E48D68B}"/>
                    </a:ext>
                  </a:extLst>
                </p:cNvPr>
                <p:cNvSpPr/>
                <p:nvPr/>
              </p:nvSpPr>
              <p:spPr>
                <a:xfrm>
                  <a:off x="5473989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9" name="pg188">
                  <a:extLst>
                    <a:ext uri="{FF2B5EF4-FFF2-40B4-BE49-F238E27FC236}">
                      <a16:creationId xmlns:a16="http://schemas.microsoft.com/office/drawing/2014/main" id="{2EB721AC-0B72-EA71-7E99-5DA740C9D486}"/>
                    </a:ext>
                  </a:extLst>
                </p:cNvPr>
                <p:cNvSpPr/>
                <p:nvPr/>
              </p:nvSpPr>
              <p:spPr>
                <a:xfrm>
                  <a:off x="5485627" y="26792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0" name="pg189">
                  <a:extLst>
                    <a:ext uri="{FF2B5EF4-FFF2-40B4-BE49-F238E27FC236}">
                      <a16:creationId xmlns:a16="http://schemas.microsoft.com/office/drawing/2014/main" id="{9C3A5B8F-1D7E-9B75-0272-89407E894625}"/>
                    </a:ext>
                  </a:extLst>
                </p:cNvPr>
                <p:cNvSpPr/>
                <p:nvPr/>
              </p:nvSpPr>
              <p:spPr>
                <a:xfrm>
                  <a:off x="5369253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1" name="pg190">
                  <a:extLst>
                    <a:ext uri="{FF2B5EF4-FFF2-40B4-BE49-F238E27FC236}">
                      <a16:creationId xmlns:a16="http://schemas.microsoft.com/office/drawing/2014/main" id="{4B3A26DE-1D85-C6E6-DE71-FA8221479B88}"/>
                    </a:ext>
                  </a:extLst>
                </p:cNvPr>
                <p:cNvSpPr/>
                <p:nvPr/>
              </p:nvSpPr>
              <p:spPr>
                <a:xfrm>
                  <a:off x="5380891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2" name="pg191">
                  <a:extLst>
                    <a:ext uri="{FF2B5EF4-FFF2-40B4-BE49-F238E27FC236}">
                      <a16:creationId xmlns:a16="http://schemas.microsoft.com/office/drawing/2014/main" id="{43C0BA6B-BCDD-B3CB-7C76-4C87A249409B}"/>
                    </a:ext>
                  </a:extLst>
                </p:cNvPr>
                <p:cNvSpPr/>
                <p:nvPr/>
              </p:nvSpPr>
              <p:spPr>
                <a:xfrm>
                  <a:off x="5392528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3" name="pg192">
                  <a:extLst>
                    <a:ext uri="{FF2B5EF4-FFF2-40B4-BE49-F238E27FC236}">
                      <a16:creationId xmlns:a16="http://schemas.microsoft.com/office/drawing/2014/main" id="{9BA72576-B622-0E09-7145-275E7ED3B480}"/>
                    </a:ext>
                  </a:extLst>
                </p:cNvPr>
                <p:cNvSpPr/>
                <p:nvPr/>
              </p:nvSpPr>
              <p:spPr>
                <a:xfrm>
                  <a:off x="5404165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4" name="pg193">
                  <a:extLst>
                    <a:ext uri="{FF2B5EF4-FFF2-40B4-BE49-F238E27FC236}">
                      <a16:creationId xmlns:a16="http://schemas.microsoft.com/office/drawing/2014/main" id="{242ED2A1-3F8D-F2FB-D8E5-ECAE6CDEB6A8}"/>
                    </a:ext>
                  </a:extLst>
                </p:cNvPr>
                <p:cNvSpPr/>
                <p:nvPr/>
              </p:nvSpPr>
              <p:spPr>
                <a:xfrm>
                  <a:off x="5415803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5" name="pg194">
                  <a:extLst>
                    <a:ext uri="{FF2B5EF4-FFF2-40B4-BE49-F238E27FC236}">
                      <a16:creationId xmlns:a16="http://schemas.microsoft.com/office/drawing/2014/main" id="{5B56030C-0492-E021-8A69-82111D19362D}"/>
                    </a:ext>
                  </a:extLst>
                </p:cNvPr>
                <p:cNvSpPr/>
                <p:nvPr/>
              </p:nvSpPr>
              <p:spPr>
                <a:xfrm>
                  <a:off x="5427440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6" name="pg195">
                  <a:extLst>
                    <a:ext uri="{FF2B5EF4-FFF2-40B4-BE49-F238E27FC236}">
                      <a16:creationId xmlns:a16="http://schemas.microsoft.com/office/drawing/2014/main" id="{090DF99C-1D70-9635-CA86-8400EA3BCF2B}"/>
                    </a:ext>
                  </a:extLst>
                </p:cNvPr>
                <p:cNvSpPr/>
                <p:nvPr/>
              </p:nvSpPr>
              <p:spPr>
                <a:xfrm>
                  <a:off x="5439077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7" name="pg196">
                  <a:extLst>
                    <a:ext uri="{FF2B5EF4-FFF2-40B4-BE49-F238E27FC236}">
                      <a16:creationId xmlns:a16="http://schemas.microsoft.com/office/drawing/2014/main" id="{2EFAAB02-3725-DEE0-B1FD-3B56D73918D3}"/>
                    </a:ext>
                  </a:extLst>
                </p:cNvPr>
                <p:cNvSpPr/>
                <p:nvPr/>
              </p:nvSpPr>
              <p:spPr>
                <a:xfrm>
                  <a:off x="5450715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8" name="pg197">
                  <a:extLst>
                    <a:ext uri="{FF2B5EF4-FFF2-40B4-BE49-F238E27FC236}">
                      <a16:creationId xmlns:a16="http://schemas.microsoft.com/office/drawing/2014/main" id="{D48AD9AC-AA04-7D31-7C48-B60F655A57E3}"/>
                    </a:ext>
                  </a:extLst>
                </p:cNvPr>
                <p:cNvSpPr/>
                <p:nvPr/>
              </p:nvSpPr>
              <p:spPr>
                <a:xfrm>
                  <a:off x="5462352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9" name="pg198">
                  <a:extLst>
                    <a:ext uri="{FF2B5EF4-FFF2-40B4-BE49-F238E27FC236}">
                      <a16:creationId xmlns:a16="http://schemas.microsoft.com/office/drawing/2014/main" id="{CE555B88-28BD-15AA-9AFC-9B6DD250BB90}"/>
                    </a:ext>
                  </a:extLst>
                </p:cNvPr>
                <p:cNvSpPr/>
                <p:nvPr/>
              </p:nvSpPr>
              <p:spPr>
                <a:xfrm>
                  <a:off x="6311877" y="26935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0" name="pg199">
                  <a:extLst>
                    <a:ext uri="{FF2B5EF4-FFF2-40B4-BE49-F238E27FC236}">
                      <a16:creationId xmlns:a16="http://schemas.microsoft.com/office/drawing/2014/main" id="{D032D3E3-C282-D8BE-E720-A167A2CF214D}"/>
                    </a:ext>
                  </a:extLst>
                </p:cNvPr>
                <p:cNvSpPr/>
                <p:nvPr/>
              </p:nvSpPr>
              <p:spPr>
                <a:xfrm>
                  <a:off x="5311067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1" name="pg200">
                  <a:extLst>
                    <a:ext uri="{FF2B5EF4-FFF2-40B4-BE49-F238E27FC236}">
                      <a16:creationId xmlns:a16="http://schemas.microsoft.com/office/drawing/2014/main" id="{17A07705-79F8-F7CB-2C81-648C51B10ED6}"/>
                    </a:ext>
                  </a:extLst>
                </p:cNvPr>
                <p:cNvSpPr/>
                <p:nvPr/>
              </p:nvSpPr>
              <p:spPr>
                <a:xfrm>
                  <a:off x="5322704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2" name="pg201">
                  <a:extLst>
                    <a:ext uri="{FF2B5EF4-FFF2-40B4-BE49-F238E27FC236}">
                      <a16:creationId xmlns:a16="http://schemas.microsoft.com/office/drawing/2014/main" id="{810B681D-C678-992F-A541-40FBD727C507}"/>
                    </a:ext>
                  </a:extLst>
                </p:cNvPr>
                <p:cNvSpPr/>
                <p:nvPr/>
              </p:nvSpPr>
              <p:spPr>
                <a:xfrm>
                  <a:off x="5334341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3" name="pg202">
                  <a:extLst>
                    <a:ext uri="{FF2B5EF4-FFF2-40B4-BE49-F238E27FC236}">
                      <a16:creationId xmlns:a16="http://schemas.microsoft.com/office/drawing/2014/main" id="{13C4A49A-B64B-D864-9D48-9F701E869695}"/>
                    </a:ext>
                  </a:extLst>
                </p:cNvPr>
                <p:cNvSpPr/>
                <p:nvPr/>
              </p:nvSpPr>
              <p:spPr>
                <a:xfrm>
                  <a:off x="5345979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4" name="pg203">
                  <a:extLst>
                    <a:ext uri="{FF2B5EF4-FFF2-40B4-BE49-F238E27FC236}">
                      <a16:creationId xmlns:a16="http://schemas.microsoft.com/office/drawing/2014/main" id="{BA5ADC73-0164-95E7-212E-2AC0BB814CE9}"/>
                    </a:ext>
                  </a:extLst>
                </p:cNvPr>
                <p:cNvSpPr/>
                <p:nvPr/>
              </p:nvSpPr>
              <p:spPr>
                <a:xfrm>
                  <a:off x="5357616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5" name="pg204">
                  <a:extLst>
                    <a:ext uri="{FF2B5EF4-FFF2-40B4-BE49-F238E27FC236}">
                      <a16:creationId xmlns:a16="http://schemas.microsoft.com/office/drawing/2014/main" id="{9AEE8FF7-8858-F2C5-6B27-66AE24A37185}"/>
                    </a:ext>
                  </a:extLst>
                </p:cNvPr>
                <p:cNvSpPr/>
                <p:nvPr/>
              </p:nvSpPr>
              <p:spPr>
                <a:xfrm>
                  <a:off x="5369253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6" name="pg205">
                  <a:extLst>
                    <a:ext uri="{FF2B5EF4-FFF2-40B4-BE49-F238E27FC236}">
                      <a16:creationId xmlns:a16="http://schemas.microsoft.com/office/drawing/2014/main" id="{E2D09DBC-71C1-4DC7-3A91-BC80910371FA}"/>
                    </a:ext>
                  </a:extLst>
                </p:cNvPr>
                <p:cNvSpPr/>
                <p:nvPr/>
              </p:nvSpPr>
              <p:spPr>
                <a:xfrm>
                  <a:off x="5380891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7" name="pg206">
                  <a:extLst>
                    <a:ext uri="{FF2B5EF4-FFF2-40B4-BE49-F238E27FC236}">
                      <a16:creationId xmlns:a16="http://schemas.microsoft.com/office/drawing/2014/main" id="{A8D15C3D-3C85-D37B-AF72-FD2D356E92F1}"/>
                    </a:ext>
                  </a:extLst>
                </p:cNvPr>
                <p:cNvSpPr/>
                <p:nvPr/>
              </p:nvSpPr>
              <p:spPr>
                <a:xfrm>
                  <a:off x="5392528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8" name="pg207">
                  <a:extLst>
                    <a:ext uri="{FF2B5EF4-FFF2-40B4-BE49-F238E27FC236}">
                      <a16:creationId xmlns:a16="http://schemas.microsoft.com/office/drawing/2014/main" id="{2602C264-2FD6-7B87-79D1-36FCA21263A4}"/>
                    </a:ext>
                  </a:extLst>
                </p:cNvPr>
                <p:cNvSpPr/>
                <p:nvPr/>
              </p:nvSpPr>
              <p:spPr>
                <a:xfrm>
                  <a:off x="5404165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4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9" name="pg208">
                  <a:extLst>
                    <a:ext uri="{FF2B5EF4-FFF2-40B4-BE49-F238E27FC236}">
                      <a16:creationId xmlns:a16="http://schemas.microsoft.com/office/drawing/2014/main" id="{DF7684BD-2701-5110-2441-7626F72DE043}"/>
                    </a:ext>
                  </a:extLst>
                </p:cNvPr>
                <p:cNvSpPr/>
                <p:nvPr/>
              </p:nvSpPr>
              <p:spPr>
                <a:xfrm>
                  <a:off x="5415803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0" name="pg209">
                  <a:extLst>
                    <a:ext uri="{FF2B5EF4-FFF2-40B4-BE49-F238E27FC236}">
                      <a16:creationId xmlns:a16="http://schemas.microsoft.com/office/drawing/2014/main" id="{C3190522-B801-686E-4EBD-6F2DC0643070}"/>
                    </a:ext>
                  </a:extLst>
                </p:cNvPr>
                <p:cNvSpPr/>
                <p:nvPr/>
              </p:nvSpPr>
              <p:spPr>
                <a:xfrm>
                  <a:off x="5427440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1" name="pg210">
                  <a:extLst>
                    <a:ext uri="{FF2B5EF4-FFF2-40B4-BE49-F238E27FC236}">
                      <a16:creationId xmlns:a16="http://schemas.microsoft.com/office/drawing/2014/main" id="{BD271DF6-1A2C-190F-B583-32B110216660}"/>
                    </a:ext>
                  </a:extLst>
                </p:cNvPr>
                <p:cNvSpPr/>
                <p:nvPr/>
              </p:nvSpPr>
              <p:spPr>
                <a:xfrm>
                  <a:off x="5439077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2" name="pg211">
                  <a:extLst>
                    <a:ext uri="{FF2B5EF4-FFF2-40B4-BE49-F238E27FC236}">
                      <a16:creationId xmlns:a16="http://schemas.microsoft.com/office/drawing/2014/main" id="{D823DD69-B102-A62F-E340-E660A738FCCE}"/>
                    </a:ext>
                  </a:extLst>
                </p:cNvPr>
                <p:cNvSpPr/>
                <p:nvPr/>
              </p:nvSpPr>
              <p:spPr>
                <a:xfrm>
                  <a:off x="5450715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3" name="pg212">
                  <a:extLst>
                    <a:ext uri="{FF2B5EF4-FFF2-40B4-BE49-F238E27FC236}">
                      <a16:creationId xmlns:a16="http://schemas.microsoft.com/office/drawing/2014/main" id="{B18DE1D6-A1F6-BF6C-5945-5809A03A2E37}"/>
                    </a:ext>
                  </a:extLst>
                </p:cNvPr>
                <p:cNvSpPr/>
                <p:nvPr/>
              </p:nvSpPr>
              <p:spPr>
                <a:xfrm>
                  <a:off x="6276965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4" name="pg213">
                  <a:extLst>
                    <a:ext uri="{FF2B5EF4-FFF2-40B4-BE49-F238E27FC236}">
                      <a16:creationId xmlns:a16="http://schemas.microsoft.com/office/drawing/2014/main" id="{9E21DFAE-5AB7-ACC4-AE92-4707E0C41DE0}"/>
                    </a:ext>
                  </a:extLst>
                </p:cNvPr>
                <p:cNvSpPr/>
                <p:nvPr/>
              </p:nvSpPr>
              <p:spPr>
                <a:xfrm>
                  <a:off x="6288602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5" name="pg214">
                  <a:extLst>
                    <a:ext uri="{FF2B5EF4-FFF2-40B4-BE49-F238E27FC236}">
                      <a16:creationId xmlns:a16="http://schemas.microsoft.com/office/drawing/2014/main" id="{13E79789-95F6-51ED-2780-AB03C10852B6}"/>
                    </a:ext>
                  </a:extLst>
                </p:cNvPr>
                <p:cNvSpPr/>
                <p:nvPr/>
              </p:nvSpPr>
              <p:spPr>
                <a:xfrm>
                  <a:off x="6300240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6" name="pg215">
                  <a:extLst>
                    <a:ext uri="{FF2B5EF4-FFF2-40B4-BE49-F238E27FC236}">
                      <a16:creationId xmlns:a16="http://schemas.microsoft.com/office/drawing/2014/main" id="{DCB41DB3-3E42-D0BE-B661-1C028FEDBD22}"/>
                    </a:ext>
                  </a:extLst>
                </p:cNvPr>
                <p:cNvSpPr/>
                <p:nvPr/>
              </p:nvSpPr>
              <p:spPr>
                <a:xfrm>
                  <a:off x="6311877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7" name="pg216">
                  <a:extLst>
                    <a:ext uri="{FF2B5EF4-FFF2-40B4-BE49-F238E27FC236}">
                      <a16:creationId xmlns:a16="http://schemas.microsoft.com/office/drawing/2014/main" id="{16EBBE14-1BFA-0BF8-816A-8F1BE3901EB6}"/>
                    </a:ext>
                  </a:extLst>
                </p:cNvPr>
                <p:cNvSpPr/>
                <p:nvPr/>
              </p:nvSpPr>
              <p:spPr>
                <a:xfrm>
                  <a:off x="6323514" y="27078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8" name="pg217">
                  <a:extLst>
                    <a:ext uri="{FF2B5EF4-FFF2-40B4-BE49-F238E27FC236}">
                      <a16:creationId xmlns:a16="http://schemas.microsoft.com/office/drawing/2014/main" id="{615E2F02-4990-D0F5-BCA9-5F566D4D2ADC}"/>
                    </a:ext>
                  </a:extLst>
                </p:cNvPr>
                <p:cNvSpPr/>
                <p:nvPr/>
              </p:nvSpPr>
              <p:spPr>
                <a:xfrm>
                  <a:off x="5299429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9" name="pg218">
                  <a:extLst>
                    <a:ext uri="{FF2B5EF4-FFF2-40B4-BE49-F238E27FC236}">
                      <a16:creationId xmlns:a16="http://schemas.microsoft.com/office/drawing/2014/main" id="{ACA04228-FA40-A8C2-12F7-5491E3F702FB}"/>
                    </a:ext>
                  </a:extLst>
                </p:cNvPr>
                <p:cNvSpPr/>
                <p:nvPr/>
              </p:nvSpPr>
              <p:spPr>
                <a:xfrm>
                  <a:off x="5311067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0" name="pg219">
                  <a:extLst>
                    <a:ext uri="{FF2B5EF4-FFF2-40B4-BE49-F238E27FC236}">
                      <a16:creationId xmlns:a16="http://schemas.microsoft.com/office/drawing/2014/main" id="{D65D5DF9-DB3B-0AB6-0039-5B6C1531432B}"/>
                    </a:ext>
                  </a:extLst>
                </p:cNvPr>
                <p:cNvSpPr/>
                <p:nvPr/>
              </p:nvSpPr>
              <p:spPr>
                <a:xfrm>
                  <a:off x="5322704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1" name="pg220">
                  <a:extLst>
                    <a:ext uri="{FF2B5EF4-FFF2-40B4-BE49-F238E27FC236}">
                      <a16:creationId xmlns:a16="http://schemas.microsoft.com/office/drawing/2014/main" id="{E8159419-35EC-1DFC-EE46-E6418C10336D}"/>
                    </a:ext>
                  </a:extLst>
                </p:cNvPr>
                <p:cNvSpPr/>
                <p:nvPr/>
              </p:nvSpPr>
              <p:spPr>
                <a:xfrm>
                  <a:off x="5334341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2" name="pg221">
                  <a:extLst>
                    <a:ext uri="{FF2B5EF4-FFF2-40B4-BE49-F238E27FC236}">
                      <a16:creationId xmlns:a16="http://schemas.microsoft.com/office/drawing/2014/main" id="{6E213C63-A50E-14BC-DC7F-0EA89253C347}"/>
                    </a:ext>
                  </a:extLst>
                </p:cNvPr>
                <p:cNvSpPr/>
                <p:nvPr/>
              </p:nvSpPr>
              <p:spPr>
                <a:xfrm>
                  <a:off x="5345979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3" name="pg222">
                  <a:extLst>
                    <a:ext uri="{FF2B5EF4-FFF2-40B4-BE49-F238E27FC236}">
                      <a16:creationId xmlns:a16="http://schemas.microsoft.com/office/drawing/2014/main" id="{30ED90CE-02BE-946A-FC09-88CEAA162D4F}"/>
                    </a:ext>
                  </a:extLst>
                </p:cNvPr>
                <p:cNvSpPr/>
                <p:nvPr/>
              </p:nvSpPr>
              <p:spPr>
                <a:xfrm>
                  <a:off x="5357616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4" name="pg223">
                  <a:extLst>
                    <a:ext uri="{FF2B5EF4-FFF2-40B4-BE49-F238E27FC236}">
                      <a16:creationId xmlns:a16="http://schemas.microsoft.com/office/drawing/2014/main" id="{DE1F8477-5613-B74A-41EC-10D980C18370}"/>
                    </a:ext>
                  </a:extLst>
                </p:cNvPr>
                <p:cNvSpPr/>
                <p:nvPr/>
              </p:nvSpPr>
              <p:spPr>
                <a:xfrm>
                  <a:off x="5369253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5" name="pg224">
                  <a:extLst>
                    <a:ext uri="{FF2B5EF4-FFF2-40B4-BE49-F238E27FC236}">
                      <a16:creationId xmlns:a16="http://schemas.microsoft.com/office/drawing/2014/main" id="{4A01F126-EAE2-8568-77C2-C28E0585632E}"/>
                    </a:ext>
                  </a:extLst>
                </p:cNvPr>
                <p:cNvSpPr/>
                <p:nvPr/>
              </p:nvSpPr>
              <p:spPr>
                <a:xfrm>
                  <a:off x="5380891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6" name="pg225">
                  <a:extLst>
                    <a:ext uri="{FF2B5EF4-FFF2-40B4-BE49-F238E27FC236}">
                      <a16:creationId xmlns:a16="http://schemas.microsoft.com/office/drawing/2014/main" id="{C21C9389-7D30-7709-F57D-D8F7BBF1746F}"/>
                    </a:ext>
                  </a:extLst>
                </p:cNvPr>
                <p:cNvSpPr/>
                <p:nvPr/>
              </p:nvSpPr>
              <p:spPr>
                <a:xfrm>
                  <a:off x="5392528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7" name="pg226">
                  <a:extLst>
                    <a:ext uri="{FF2B5EF4-FFF2-40B4-BE49-F238E27FC236}">
                      <a16:creationId xmlns:a16="http://schemas.microsoft.com/office/drawing/2014/main" id="{01C3D485-E730-B4CE-F513-9381ED2B0727}"/>
                    </a:ext>
                  </a:extLst>
                </p:cNvPr>
                <p:cNvSpPr/>
                <p:nvPr/>
              </p:nvSpPr>
              <p:spPr>
                <a:xfrm>
                  <a:off x="5404165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4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8" name="pg227">
                  <a:extLst>
                    <a:ext uri="{FF2B5EF4-FFF2-40B4-BE49-F238E27FC236}">
                      <a16:creationId xmlns:a16="http://schemas.microsoft.com/office/drawing/2014/main" id="{539579E6-9EA3-8EBD-4B86-8AAC101B0732}"/>
                    </a:ext>
                  </a:extLst>
                </p:cNvPr>
                <p:cNvSpPr/>
                <p:nvPr/>
              </p:nvSpPr>
              <p:spPr>
                <a:xfrm>
                  <a:off x="5415803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9" name="pg228">
                  <a:extLst>
                    <a:ext uri="{FF2B5EF4-FFF2-40B4-BE49-F238E27FC236}">
                      <a16:creationId xmlns:a16="http://schemas.microsoft.com/office/drawing/2014/main" id="{92A9D82B-11A7-3D83-C768-F5CB8C3AA07A}"/>
                    </a:ext>
                  </a:extLst>
                </p:cNvPr>
                <p:cNvSpPr/>
                <p:nvPr/>
              </p:nvSpPr>
              <p:spPr>
                <a:xfrm>
                  <a:off x="5427440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0" name="pg229">
                  <a:extLst>
                    <a:ext uri="{FF2B5EF4-FFF2-40B4-BE49-F238E27FC236}">
                      <a16:creationId xmlns:a16="http://schemas.microsoft.com/office/drawing/2014/main" id="{99E29948-632A-D691-FCFE-4EA0297412F6}"/>
                    </a:ext>
                  </a:extLst>
                </p:cNvPr>
                <p:cNvSpPr/>
                <p:nvPr/>
              </p:nvSpPr>
              <p:spPr>
                <a:xfrm>
                  <a:off x="5439077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1" name="pg230">
                  <a:extLst>
                    <a:ext uri="{FF2B5EF4-FFF2-40B4-BE49-F238E27FC236}">
                      <a16:creationId xmlns:a16="http://schemas.microsoft.com/office/drawing/2014/main" id="{8D954523-5DCE-7854-0C82-3017787B4C76}"/>
                    </a:ext>
                  </a:extLst>
                </p:cNvPr>
                <p:cNvSpPr/>
                <p:nvPr/>
              </p:nvSpPr>
              <p:spPr>
                <a:xfrm>
                  <a:off x="6183866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2" name="pg231">
                  <a:extLst>
                    <a:ext uri="{FF2B5EF4-FFF2-40B4-BE49-F238E27FC236}">
                      <a16:creationId xmlns:a16="http://schemas.microsoft.com/office/drawing/2014/main" id="{CC7EFAFE-1391-A66A-E331-A32CCB91E0A6}"/>
                    </a:ext>
                  </a:extLst>
                </p:cNvPr>
                <p:cNvSpPr/>
                <p:nvPr/>
              </p:nvSpPr>
              <p:spPr>
                <a:xfrm>
                  <a:off x="6195504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3" name="pg232">
                  <a:extLst>
                    <a:ext uri="{FF2B5EF4-FFF2-40B4-BE49-F238E27FC236}">
                      <a16:creationId xmlns:a16="http://schemas.microsoft.com/office/drawing/2014/main" id="{AF063779-4E73-C569-7D0F-A14546193BD3}"/>
                    </a:ext>
                  </a:extLst>
                </p:cNvPr>
                <p:cNvSpPr/>
                <p:nvPr/>
              </p:nvSpPr>
              <p:spPr>
                <a:xfrm>
                  <a:off x="6207141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4" name="pg233">
                  <a:extLst>
                    <a:ext uri="{FF2B5EF4-FFF2-40B4-BE49-F238E27FC236}">
                      <a16:creationId xmlns:a16="http://schemas.microsoft.com/office/drawing/2014/main" id="{5139F58D-4C88-F083-D828-28B03FD4DF04}"/>
                    </a:ext>
                  </a:extLst>
                </p:cNvPr>
                <p:cNvSpPr/>
                <p:nvPr/>
              </p:nvSpPr>
              <p:spPr>
                <a:xfrm>
                  <a:off x="6218778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5" name="pg234">
                  <a:extLst>
                    <a:ext uri="{FF2B5EF4-FFF2-40B4-BE49-F238E27FC236}">
                      <a16:creationId xmlns:a16="http://schemas.microsoft.com/office/drawing/2014/main" id="{D6FD41AB-21A7-9B85-3102-D06535192AD0}"/>
                    </a:ext>
                  </a:extLst>
                </p:cNvPr>
                <p:cNvSpPr/>
                <p:nvPr/>
              </p:nvSpPr>
              <p:spPr>
                <a:xfrm>
                  <a:off x="6253690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6" name="pg235">
                  <a:extLst>
                    <a:ext uri="{FF2B5EF4-FFF2-40B4-BE49-F238E27FC236}">
                      <a16:creationId xmlns:a16="http://schemas.microsoft.com/office/drawing/2014/main" id="{69F1D896-8874-DDA9-486A-FB8F35594C20}"/>
                    </a:ext>
                  </a:extLst>
                </p:cNvPr>
                <p:cNvSpPr/>
                <p:nvPr/>
              </p:nvSpPr>
              <p:spPr>
                <a:xfrm>
                  <a:off x="6265328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7" name="pg236">
                  <a:extLst>
                    <a:ext uri="{FF2B5EF4-FFF2-40B4-BE49-F238E27FC236}">
                      <a16:creationId xmlns:a16="http://schemas.microsoft.com/office/drawing/2014/main" id="{62FCCC8F-F090-C358-9005-FA9D2E4AE4C1}"/>
                    </a:ext>
                  </a:extLst>
                </p:cNvPr>
                <p:cNvSpPr/>
                <p:nvPr/>
              </p:nvSpPr>
              <p:spPr>
                <a:xfrm>
                  <a:off x="6276965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8" name="pg237">
                  <a:extLst>
                    <a:ext uri="{FF2B5EF4-FFF2-40B4-BE49-F238E27FC236}">
                      <a16:creationId xmlns:a16="http://schemas.microsoft.com/office/drawing/2014/main" id="{76D1A878-F867-5440-5958-A1BEB17FE4CA}"/>
                    </a:ext>
                  </a:extLst>
                </p:cNvPr>
                <p:cNvSpPr/>
                <p:nvPr/>
              </p:nvSpPr>
              <p:spPr>
                <a:xfrm>
                  <a:off x="6288602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9" name="pg238">
                  <a:extLst>
                    <a:ext uri="{FF2B5EF4-FFF2-40B4-BE49-F238E27FC236}">
                      <a16:creationId xmlns:a16="http://schemas.microsoft.com/office/drawing/2014/main" id="{AF01F1AE-AD06-ECAE-04C2-7255DCE6EC9E}"/>
                    </a:ext>
                  </a:extLst>
                </p:cNvPr>
                <p:cNvSpPr/>
                <p:nvPr/>
              </p:nvSpPr>
              <p:spPr>
                <a:xfrm>
                  <a:off x="6300240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0" name="pg239">
                  <a:extLst>
                    <a:ext uri="{FF2B5EF4-FFF2-40B4-BE49-F238E27FC236}">
                      <a16:creationId xmlns:a16="http://schemas.microsoft.com/office/drawing/2014/main" id="{DD61E551-0262-122D-3258-5A615C8E09E4}"/>
                    </a:ext>
                  </a:extLst>
                </p:cNvPr>
                <p:cNvSpPr/>
                <p:nvPr/>
              </p:nvSpPr>
              <p:spPr>
                <a:xfrm>
                  <a:off x="6311877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1" name="pg240">
                  <a:extLst>
                    <a:ext uri="{FF2B5EF4-FFF2-40B4-BE49-F238E27FC236}">
                      <a16:creationId xmlns:a16="http://schemas.microsoft.com/office/drawing/2014/main" id="{EC55F2D4-124A-2E71-2A3F-73B70213C461}"/>
                    </a:ext>
                  </a:extLst>
                </p:cNvPr>
                <p:cNvSpPr/>
                <p:nvPr/>
              </p:nvSpPr>
              <p:spPr>
                <a:xfrm>
                  <a:off x="6323514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2" name="pg241">
                  <a:extLst>
                    <a:ext uri="{FF2B5EF4-FFF2-40B4-BE49-F238E27FC236}">
                      <a16:creationId xmlns:a16="http://schemas.microsoft.com/office/drawing/2014/main" id="{CD217109-0D60-CCC6-394C-13F4B7389E64}"/>
                    </a:ext>
                  </a:extLst>
                </p:cNvPr>
                <p:cNvSpPr/>
                <p:nvPr/>
              </p:nvSpPr>
              <p:spPr>
                <a:xfrm>
                  <a:off x="6335152" y="27221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3" name="pg242">
                  <a:extLst>
                    <a:ext uri="{FF2B5EF4-FFF2-40B4-BE49-F238E27FC236}">
                      <a16:creationId xmlns:a16="http://schemas.microsoft.com/office/drawing/2014/main" id="{96FC26D9-E425-CBD7-A679-90DC38923BA2}"/>
                    </a:ext>
                  </a:extLst>
                </p:cNvPr>
                <p:cNvSpPr/>
                <p:nvPr/>
              </p:nvSpPr>
              <p:spPr>
                <a:xfrm>
                  <a:off x="5299429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4" name="pg243">
                  <a:extLst>
                    <a:ext uri="{FF2B5EF4-FFF2-40B4-BE49-F238E27FC236}">
                      <a16:creationId xmlns:a16="http://schemas.microsoft.com/office/drawing/2014/main" id="{C3EDAB85-781F-7DFB-80B8-19A0CD67A3E4}"/>
                    </a:ext>
                  </a:extLst>
                </p:cNvPr>
                <p:cNvSpPr/>
                <p:nvPr/>
              </p:nvSpPr>
              <p:spPr>
                <a:xfrm>
                  <a:off x="5311067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5" name="pg244">
                  <a:extLst>
                    <a:ext uri="{FF2B5EF4-FFF2-40B4-BE49-F238E27FC236}">
                      <a16:creationId xmlns:a16="http://schemas.microsoft.com/office/drawing/2014/main" id="{86B86926-D5BD-E02C-36EC-95B75B2A061F}"/>
                    </a:ext>
                  </a:extLst>
                </p:cNvPr>
                <p:cNvSpPr/>
                <p:nvPr/>
              </p:nvSpPr>
              <p:spPr>
                <a:xfrm>
                  <a:off x="5322704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6" name="pg245">
                  <a:extLst>
                    <a:ext uri="{FF2B5EF4-FFF2-40B4-BE49-F238E27FC236}">
                      <a16:creationId xmlns:a16="http://schemas.microsoft.com/office/drawing/2014/main" id="{81EA2D9E-37C9-58E8-7B45-2063822465DA}"/>
                    </a:ext>
                  </a:extLst>
                </p:cNvPr>
                <p:cNvSpPr/>
                <p:nvPr/>
              </p:nvSpPr>
              <p:spPr>
                <a:xfrm>
                  <a:off x="5334341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7" name="pg246">
                  <a:extLst>
                    <a:ext uri="{FF2B5EF4-FFF2-40B4-BE49-F238E27FC236}">
                      <a16:creationId xmlns:a16="http://schemas.microsoft.com/office/drawing/2014/main" id="{C378577C-BE39-2C5A-4C39-D2B8D8B5889E}"/>
                    </a:ext>
                  </a:extLst>
                </p:cNvPr>
                <p:cNvSpPr/>
                <p:nvPr/>
              </p:nvSpPr>
              <p:spPr>
                <a:xfrm>
                  <a:off x="5345979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8" name="pg247">
                  <a:extLst>
                    <a:ext uri="{FF2B5EF4-FFF2-40B4-BE49-F238E27FC236}">
                      <a16:creationId xmlns:a16="http://schemas.microsoft.com/office/drawing/2014/main" id="{24BB1A24-6FAE-C240-1717-7EADEF229DF7}"/>
                    </a:ext>
                  </a:extLst>
                </p:cNvPr>
                <p:cNvSpPr/>
                <p:nvPr/>
              </p:nvSpPr>
              <p:spPr>
                <a:xfrm>
                  <a:off x="5357616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9" name="pg248">
                  <a:extLst>
                    <a:ext uri="{FF2B5EF4-FFF2-40B4-BE49-F238E27FC236}">
                      <a16:creationId xmlns:a16="http://schemas.microsoft.com/office/drawing/2014/main" id="{0414FC1F-0581-543B-C27C-B2F697BDA3BD}"/>
                    </a:ext>
                  </a:extLst>
                </p:cNvPr>
                <p:cNvSpPr/>
                <p:nvPr/>
              </p:nvSpPr>
              <p:spPr>
                <a:xfrm>
                  <a:off x="5369253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0" name="pg249">
                  <a:extLst>
                    <a:ext uri="{FF2B5EF4-FFF2-40B4-BE49-F238E27FC236}">
                      <a16:creationId xmlns:a16="http://schemas.microsoft.com/office/drawing/2014/main" id="{62C4C04B-F71E-FA10-FC54-30067D716534}"/>
                    </a:ext>
                  </a:extLst>
                </p:cNvPr>
                <p:cNvSpPr/>
                <p:nvPr/>
              </p:nvSpPr>
              <p:spPr>
                <a:xfrm>
                  <a:off x="5380891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1" name="pg250">
                  <a:extLst>
                    <a:ext uri="{FF2B5EF4-FFF2-40B4-BE49-F238E27FC236}">
                      <a16:creationId xmlns:a16="http://schemas.microsoft.com/office/drawing/2014/main" id="{04DFD9BB-563C-DAEB-1116-FDB09E121914}"/>
                    </a:ext>
                  </a:extLst>
                </p:cNvPr>
                <p:cNvSpPr/>
                <p:nvPr/>
              </p:nvSpPr>
              <p:spPr>
                <a:xfrm>
                  <a:off x="5392528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2" name="pg251">
                  <a:extLst>
                    <a:ext uri="{FF2B5EF4-FFF2-40B4-BE49-F238E27FC236}">
                      <a16:creationId xmlns:a16="http://schemas.microsoft.com/office/drawing/2014/main" id="{3A6FFC40-2A74-F9DA-8341-3E901AF46E56}"/>
                    </a:ext>
                  </a:extLst>
                </p:cNvPr>
                <p:cNvSpPr/>
                <p:nvPr/>
              </p:nvSpPr>
              <p:spPr>
                <a:xfrm>
                  <a:off x="5404165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4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3" name="pg252">
                  <a:extLst>
                    <a:ext uri="{FF2B5EF4-FFF2-40B4-BE49-F238E27FC236}">
                      <a16:creationId xmlns:a16="http://schemas.microsoft.com/office/drawing/2014/main" id="{A2C06037-8FF4-21CC-A747-06E24C940AF1}"/>
                    </a:ext>
                  </a:extLst>
                </p:cNvPr>
                <p:cNvSpPr/>
                <p:nvPr/>
              </p:nvSpPr>
              <p:spPr>
                <a:xfrm>
                  <a:off x="5415803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4" name="pg253">
                  <a:extLst>
                    <a:ext uri="{FF2B5EF4-FFF2-40B4-BE49-F238E27FC236}">
                      <a16:creationId xmlns:a16="http://schemas.microsoft.com/office/drawing/2014/main" id="{59ACFBAF-05CC-7979-0F7B-226AD06348C5}"/>
                    </a:ext>
                  </a:extLst>
                </p:cNvPr>
                <p:cNvSpPr/>
                <p:nvPr/>
              </p:nvSpPr>
              <p:spPr>
                <a:xfrm>
                  <a:off x="5427440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5" name="pg254">
                  <a:extLst>
                    <a:ext uri="{FF2B5EF4-FFF2-40B4-BE49-F238E27FC236}">
                      <a16:creationId xmlns:a16="http://schemas.microsoft.com/office/drawing/2014/main" id="{1D97CCAE-2A87-A7DC-9B93-7EF345B9B918}"/>
                    </a:ext>
                  </a:extLst>
                </p:cNvPr>
                <p:cNvSpPr/>
                <p:nvPr/>
              </p:nvSpPr>
              <p:spPr>
                <a:xfrm>
                  <a:off x="6172229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6" name="pg255">
                  <a:extLst>
                    <a:ext uri="{FF2B5EF4-FFF2-40B4-BE49-F238E27FC236}">
                      <a16:creationId xmlns:a16="http://schemas.microsoft.com/office/drawing/2014/main" id="{BEAA2B14-DF7B-C02B-F60D-BAE6417FA297}"/>
                    </a:ext>
                  </a:extLst>
                </p:cNvPr>
                <p:cNvSpPr/>
                <p:nvPr/>
              </p:nvSpPr>
              <p:spPr>
                <a:xfrm>
                  <a:off x="6183866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7" name="pg256">
                  <a:extLst>
                    <a:ext uri="{FF2B5EF4-FFF2-40B4-BE49-F238E27FC236}">
                      <a16:creationId xmlns:a16="http://schemas.microsoft.com/office/drawing/2014/main" id="{25B07733-5D78-4EFE-BD63-B4865F00B024}"/>
                    </a:ext>
                  </a:extLst>
                </p:cNvPr>
                <p:cNvSpPr/>
                <p:nvPr/>
              </p:nvSpPr>
              <p:spPr>
                <a:xfrm>
                  <a:off x="6195504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8" name="pg257">
                  <a:extLst>
                    <a:ext uri="{FF2B5EF4-FFF2-40B4-BE49-F238E27FC236}">
                      <a16:creationId xmlns:a16="http://schemas.microsoft.com/office/drawing/2014/main" id="{75AA2F8D-B251-DE9F-A57A-086B222287D9}"/>
                    </a:ext>
                  </a:extLst>
                </p:cNvPr>
                <p:cNvSpPr/>
                <p:nvPr/>
              </p:nvSpPr>
              <p:spPr>
                <a:xfrm>
                  <a:off x="6207141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9" name="pg258">
                  <a:extLst>
                    <a:ext uri="{FF2B5EF4-FFF2-40B4-BE49-F238E27FC236}">
                      <a16:creationId xmlns:a16="http://schemas.microsoft.com/office/drawing/2014/main" id="{AD34BC69-3662-6C44-673A-E2959827C54F}"/>
                    </a:ext>
                  </a:extLst>
                </p:cNvPr>
                <p:cNvSpPr/>
                <p:nvPr/>
              </p:nvSpPr>
              <p:spPr>
                <a:xfrm>
                  <a:off x="6218778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0" name="pg259">
                  <a:extLst>
                    <a:ext uri="{FF2B5EF4-FFF2-40B4-BE49-F238E27FC236}">
                      <a16:creationId xmlns:a16="http://schemas.microsoft.com/office/drawing/2014/main" id="{31147F3F-C795-80EA-5FE5-C9882B9409A2}"/>
                    </a:ext>
                  </a:extLst>
                </p:cNvPr>
                <p:cNvSpPr/>
                <p:nvPr/>
              </p:nvSpPr>
              <p:spPr>
                <a:xfrm>
                  <a:off x="6230416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1" name="pg260">
                  <a:extLst>
                    <a:ext uri="{FF2B5EF4-FFF2-40B4-BE49-F238E27FC236}">
                      <a16:creationId xmlns:a16="http://schemas.microsoft.com/office/drawing/2014/main" id="{9F477C45-AA72-C185-FF02-1A03B48011DB}"/>
                    </a:ext>
                  </a:extLst>
                </p:cNvPr>
                <p:cNvSpPr/>
                <p:nvPr/>
              </p:nvSpPr>
              <p:spPr>
                <a:xfrm>
                  <a:off x="6242053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2" name="pg261">
                  <a:extLst>
                    <a:ext uri="{FF2B5EF4-FFF2-40B4-BE49-F238E27FC236}">
                      <a16:creationId xmlns:a16="http://schemas.microsoft.com/office/drawing/2014/main" id="{4B1A79E6-893A-819F-5291-B76529937445}"/>
                    </a:ext>
                  </a:extLst>
                </p:cNvPr>
                <p:cNvSpPr/>
                <p:nvPr/>
              </p:nvSpPr>
              <p:spPr>
                <a:xfrm>
                  <a:off x="6253690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3" name="pg262">
                  <a:extLst>
                    <a:ext uri="{FF2B5EF4-FFF2-40B4-BE49-F238E27FC236}">
                      <a16:creationId xmlns:a16="http://schemas.microsoft.com/office/drawing/2014/main" id="{DB455AFB-2799-13E1-55C1-CEB364A46A44}"/>
                    </a:ext>
                  </a:extLst>
                </p:cNvPr>
                <p:cNvSpPr/>
                <p:nvPr/>
              </p:nvSpPr>
              <p:spPr>
                <a:xfrm>
                  <a:off x="6265328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4" name="pg263">
                  <a:extLst>
                    <a:ext uri="{FF2B5EF4-FFF2-40B4-BE49-F238E27FC236}">
                      <a16:creationId xmlns:a16="http://schemas.microsoft.com/office/drawing/2014/main" id="{85E0224A-125C-0E4F-6AB6-40E2B57A01C1}"/>
                    </a:ext>
                  </a:extLst>
                </p:cNvPr>
                <p:cNvSpPr/>
                <p:nvPr/>
              </p:nvSpPr>
              <p:spPr>
                <a:xfrm>
                  <a:off x="6276965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5" name="pg264">
                  <a:extLst>
                    <a:ext uri="{FF2B5EF4-FFF2-40B4-BE49-F238E27FC236}">
                      <a16:creationId xmlns:a16="http://schemas.microsoft.com/office/drawing/2014/main" id="{D1EE60C4-2B7E-54EA-41E8-83C1A7C3304B}"/>
                    </a:ext>
                  </a:extLst>
                </p:cNvPr>
                <p:cNvSpPr/>
                <p:nvPr/>
              </p:nvSpPr>
              <p:spPr>
                <a:xfrm>
                  <a:off x="6288602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6" name="pg265">
                  <a:extLst>
                    <a:ext uri="{FF2B5EF4-FFF2-40B4-BE49-F238E27FC236}">
                      <a16:creationId xmlns:a16="http://schemas.microsoft.com/office/drawing/2014/main" id="{03015CAE-FB25-EA2A-2C08-CB7F769902EC}"/>
                    </a:ext>
                  </a:extLst>
                </p:cNvPr>
                <p:cNvSpPr/>
                <p:nvPr/>
              </p:nvSpPr>
              <p:spPr>
                <a:xfrm>
                  <a:off x="6300240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7" name="pg266">
                  <a:extLst>
                    <a:ext uri="{FF2B5EF4-FFF2-40B4-BE49-F238E27FC236}">
                      <a16:creationId xmlns:a16="http://schemas.microsoft.com/office/drawing/2014/main" id="{3890649C-AC55-2CF8-AD90-0728BA736D3B}"/>
                    </a:ext>
                  </a:extLst>
                </p:cNvPr>
                <p:cNvSpPr/>
                <p:nvPr/>
              </p:nvSpPr>
              <p:spPr>
                <a:xfrm>
                  <a:off x="6311877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8" name="pg267">
                  <a:extLst>
                    <a:ext uri="{FF2B5EF4-FFF2-40B4-BE49-F238E27FC236}">
                      <a16:creationId xmlns:a16="http://schemas.microsoft.com/office/drawing/2014/main" id="{CFA1A9C8-6217-6657-26AD-AAE44292334F}"/>
                    </a:ext>
                  </a:extLst>
                </p:cNvPr>
                <p:cNvSpPr/>
                <p:nvPr/>
              </p:nvSpPr>
              <p:spPr>
                <a:xfrm>
                  <a:off x="6323514" y="27364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9" name="pg268">
                  <a:extLst>
                    <a:ext uri="{FF2B5EF4-FFF2-40B4-BE49-F238E27FC236}">
                      <a16:creationId xmlns:a16="http://schemas.microsoft.com/office/drawing/2014/main" id="{1165B4F7-E777-5FF8-3559-A0B288D7095B}"/>
                    </a:ext>
                  </a:extLst>
                </p:cNvPr>
                <p:cNvSpPr/>
                <p:nvPr/>
              </p:nvSpPr>
              <p:spPr>
                <a:xfrm>
                  <a:off x="5299429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0" name="pg269">
                  <a:extLst>
                    <a:ext uri="{FF2B5EF4-FFF2-40B4-BE49-F238E27FC236}">
                      <a16:creationId xmlns:a16="http://schemas.microsoft.com/office/drawing/2014/main" id="{BDF300A4-BC63-4361-C557-D074AAA8FFA7}"/>
                    </a:ext>
                  </a:extLst>
                </p:cNvPr>
                <p:cNvSpPr/>
                <p:nvPr/>
              </p:nvSpPr>
              <p:spPr>
                <a:xfrm>
                  <a:off x="5311067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1" name="pg270">
                  <a:extLst>
                    <a:ext uri="{FF2B5EF4-FFF2-40B4-BE49-F238E27FC236}">
                      <a16:creationId xmlns:a16="http://schemas.microsoft.com/office/drawing/2014/main" id="{BB6063E6-F6F4-9BC7-ED44-85B426E76F8F}"/>
                    </a:ext>
                  </a:extLst>
                </p:cNvPr>
                <p:cNvSpPr/>
                <p:nvPr/>
              </p:nvSpPr>
              <p:spPr>
                <a:xfrm>
                  <a:off x="5322704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2" name="pg271">
                  <a:extLst>
                    <a:ext uri="{FF2B5EF4-FFF2-40B4-BE49-F238E27FC236}">
                      <a16:creationId xmlns:a16="http://schemas.microsoft.com/office/drawing/2014/main" id="{5FA04197-3078-5259-DF07-65197E32BA3C}"/>
                    </a:ext>
                  </a:extLst>
                </p:cNvPr>
                <p:cNvSpPr/>
                <p:nvPr/>
              </p:nvSpPr>
              <p:spPr>
                <a:xfrm>
                  <a:off x="5334341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3" name="pg272">
                  <a:extLst>
                    <a:ext uri="{FF2B5EF4-FFF2-40B4-BE49-F238E27FC236}">
                      <a16:creationId xmlns:a16="http://schemas.microsoft.com/office/drawing/2014/main" id="{F5316534-9826-5F39-BC14-DA642CC29D01}"/>
                    </a:ext>
                  </a:extLst>
                </p:cNvPr>
                <p:cNvSpPr/>
                <p:nvPr/>
              </p:nvSpPr>
              <p:spPr>
                <a:xfrm>
                  <a:off x="5345979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4" name="pg273">
                  <a:extLst>
                    <a:ext uri="{FF2B5EF4-FFF2-40B4-BE49-F238E27FC236}">
                      <a16:creationId xmlns:a16="http://schemas.microsoft.com/office/drawing/2014/main" id="{FCFD1882-623C-0778-1B12-F41F1CAB7E03}"/>
                    </a:ext>
                  </a:extLst>
                </p:cNvPr>
                <p:cNvSpPr/>
                <p:nvPr/>
              </p:nvSpPr>
              <p:spPr>
                <a:xfrm>
                  <a:off x="5357616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5" name="pg274">
                  <a:extLst>
                    <a:ext uri="{FF2B5EF4-FFF2-40B4-BE49-F238E27FC236}">
                      <a16:creationId xmlns:a16="http://schemas.microsoft.com/office/drawing/2014/main" id="{5D5370B4-0316-6760-2892-01A1F697FC93}"/>
                    </a:ext>
                  </a:extLst>
                </p:cNvPr>
                <p:cNvSpPr/>
                <p:nvPr/>
              </p:nvSpPr>
              <p:spPr>
                <a:xfrm>
                  <a:off x="5369253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6" name="pg275">
                  <a:extLst>
                    <a:ext uri="{FF2B5EF4-FFF2-40B4-BE49-F238E27FC236}">
                      <a16:creationId xmlns:a16="http://schemas.microsoft.com/office/drawing/2014/main" id="{7D7164A5-7B88-7F38-02CB-42BDF3B4610C}"/>
                    </a:ext>
                  </a:extLst>
                </p:cNvPr>
                <p:cNvSpPr/>
                <p:nvPr/>
              </p:nvSpPr>
              <p:spPr>
                <a:xfrm>
                  <a:off x="5380891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7" name="pg276">
                  <a:extLst>
                    <a:ext uri="{FF2B5EF4-FFF2-40B4-BE49-F238E27FC236}">
                      <a16:creationId xmlns:a16="http://schemas.microsoft.com/office/drawing/2014/main" id="{74A9A9DA-2DCB-A983-5ED2-B5E00820E63D}"/>
                    </a:ext>
                  </a:extLst>
                </p:cNvPr>
                <p:cNvSpPr/>
                <p:nvPr/>
              </p:nvSpPr>
              <p:spPr>
                <a:xfrm>
                  <a:off x="5392528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8" name="pg277">
                  <a:extLst>
                    <a:ext uri="{FF2B5EF4-FFF2-40B4-BE49-F238E27FC236}">
                      <a16:creationId xmlns:a16="http://schemas.microsoft.com/office/drawing/2014/main" id="{E6B036F7-BB59-0581-02C3-7A4B535AC096}"/>
                    </a:ext>
                  </a:extLst>
                </p:cNvPr>
                <p:cNvSpPr/>
                <p:nvPr/>
              </p:nvSpPr>
              <p:spPr>
                <a:xfrm>
                  <a:off x="5404165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4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9" name="pg278">
                  <a:extLst>
                    <a:ext uri="{FF2B5EF4-FFF2-40B4-BE49-F238E27FC236}">
                      <a16:creationId xmlns:a16="http://schemas.microsoft.com/office/drawing/2014/main" id="{D7D28022-F22B-40B5-52D2-E38D099EF73C}"/>
                    </a:ext>
                  </a:extLst>
                </p:cNvPr>
                <p:cNvSpPr/>
                <p:nvPr/>
              </p:nvSpPr>
              <p:spPr>
                <a:xfrm>
                  <a:off x="5415803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0" name="pg279">
                  <a:extLst>
                    <a:ext uri="{FF2B5EF4-FFF2-40B4-BE49-F238E27FC236}">
                      <a16:creationId xmlns:a16="http://schemas.microsoft.com/office/drawing/2014/main" id="{E2D12631-0F3E-BF4F-E0B8-B2906657C0B6}"/>
                    </a:ext>
                  </a:extLst>
                </p:cNvPr>
                <p:cNvSpPr/>
                <p:nvPr/>
              </p:nvSpPr>
              <p:spPr>
                <a:xfrm>
                  <a:off x="5427440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1" name="pg280">
                  <a:extLst>
                    <a:ext uri="{FF2B5EF4-FFF2-40B4-BE49-F238E27FC236}">
                      <a16:creationId xmlns:a16="http://schemas.microsoft.com/office/drawing/2014/main" id="{6FE618F1-9ACF-C055-FD57-1766FCDE2677}"/>
                    </a:ext>
                  </a:extLst>
                </p:cNvPr>
                <p:cNvSpPr/>
                <p:nvPr/>
              </p:nvSpPr>
              <p:spPr>
                <a:xfrm>
                  <a:off x="6079130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2" name="pg281">
                  <a:extLst>
                    <a:ext uri="{FF2B5EF4-FFF2-40B4-BE49-F238E27FC236}">
                      <a16:creationId xmlns:a16="http://schemas.microsoft.com/office/drawing/2014/main" id="{84D92D7E-4184-E9C6-C749-D7FF6763398A}"/>
                    </a:ext>
                  </a:extLst>
                </p:cNvPr>
                <p:cNvSpPr/>
                <p:nvPr/>
              </p:nvSpPr>
              <p:spPr>
                <a:xfrm>
                  <a:off x="6090768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3" name="pg282">
                  <a:extLst>
                    <a:ext uri="{FF2B5EF4-FFF2-40B4-BE49-F238E27FC236}">
                      <a16:creationId xmlns:a16="http://schemas.microsoft.com/office/drawing/2014/main" id="{5E43DEAC-8182-F8FF-50BB-B90A99D0DE55}"/>
                    </a:ext>
                  </a:extLst>
                </p:cNvPr>
                <p:cNvSpPr/>
                <p:nvPr/>
              </p:nvSpPr>
              <p:spPr>
                <a:xfrm>
                  <a:off x="6102405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4" name="pg283">
                  <a:extLst>
                    <a:ext uri="{FF2B5EF4-FFF2-40B4-BE49-F238E27FC236}">
                      <a16:creationId xmlns:a16="http://schemas.microsoft.com/office/drawing/2014/main" id="{FF5ABA0C-0319-BED0-5951-427C3617A547}"/>
                    </a:ext>
                  </a:extLst>
                </p:cNvPr>
                <p:cNvSpPr/>
                <p:nvPr/>
              </p:nvSpPr>
              <p:spPr>
                <a:xfrm>
                  <a:off x="6114042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5" name="pg284">
                  <a:extLst>
                    <a:ext uri="{FF2B5EF4-FFF2-40B4-BE49-F238E27FC236}">
                      <a16:creationId xmlns:a16="http://schemas.microsoft.com/office/drawing/2014/main" id="{32D6BAB3-D699-9E75-83E5-55CD0904EFD5}"/>
                    </a:ext>
                  </a:extLst>
                </p:cNvPr>
                <p:cNvSpPr/>
                <p:nvPr/>
              </p:nvSpPr>
              <p:spPr>
                <a:xfrm>
                  <a:off x="6148954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6" name="pg285">
                  <a:extLst>
                    <a:ext uri="{FF2B5EF4-FFF2-40B4-BE49-F238E27FC236}">
                      <a16:creationId xmlns:a16="http://schemas.microsoft.com/office/drawing/2014/main" id="{37EC41F5-03FC-769D-0203-F2BADD0AD505}"/>
                    </a:ext>
                  </a:extLst>
                </p:cNvPr>
                <p:cNvSpPr/>
                <p:nvPr/>
              </p:nvSpPr>
              <p:spPr>
                <a:xfrm>
                  <a:off x="6160592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7" name="pg286">
                  <a:extLst>
                    <a:ext uri="{FF2B5EF4-FFF2-40B4-BE49-F238E27FC236}">
                      <a16:creationId xmlns:a16="http://schemas.microsoft.com/office/drawing/2014/main" id="{E2864770-2F89-F580-0CFD-0B825355D553}"/>
                    </a:ext>
                  </a:extLst>
                </p:cNvPr>
                <p:cNvSpPr/>
                <p:nvPr/>
              </p:nvSpPr>
              <p:spPr>
                <a:xfrm>
                  <a:off x="6172229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8" name="pg287">
                  <a:extLst>
                    <a:ext uri="{FF2B5EF4-FFF2-40B4-BE49-F238E27FC236}">
                      <a16:creationId xmlns:a16="http://schemas.microsoft.com/office/drawing/2014/main" id="{0DFE39AA-9589-1DFD-6E0A-682176EC9BC9}"/>
                    </a:ext>
                  </a:extLst>
                </p:cNvPr>
                <p:cNvSpPr/>
                <p:nvPr/>
              </p:nvSpPr>
              <p:spPr>
                <a:xfrm>
                  <a:off x="6183866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9" name="pg288">
                  <a:extLst>
                    <a:ext uri="{FF2B5EF4-FFF2-40B4-BE49-F238E27FC236}">
                      <a16:creationId xmlns:a16="http://schemas.microsoft.com/office/drawing/2014/main" id="{514A9E49-49A4-9F25-1971-39DA538FFE03}"/>
                    </a:ext>
                  </a:extLst>
                </p:cNvPr>
                <p:cNvSpPr/>
                <p:nvPr/>
              </p:nvSpPr>
              <p:spPr>
                <a:xfrm>
                  <a:off x="6195504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0" name="pg289">
                  <a:extLst>
                    <a:ext uri="{FF2B5EF4-FFF2-40B4-BE49-F238E27FC236}">
                      <a16:creationId xmlns:a16="http://schemas.microsoft.com/office/drawing/2014/main" id="{889FFB0B-0BE7-9031-DBF5-EDF587A96E5B}"/>
                    </a:ext>
                  </a:extLst>
                </p:cNvPr>
                <p:cNvSpPr/>
                <p:nvPr/>
              </p:nvSpPr>
              <p:spPr>
                <a:xfrm>
                  <a:off x="6207141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1" name="pg290">
                  <a:extLst>
                    <a:ext uri="{FF2B5EF4-FFF2-40B4-BE49-F238E27FC236}">
                      <a16:creationId xmlns:a16="http://schemas.microsoft.com/office/drawing/2014/main" id="{9D69A6D3-2061-80C5-B276-ECB3D976C109}"/>
                    </a:ext>
                  </a:extLst>
                </p:cNvPr>
                <p:cNvSpPr/>
                <p:nvPr/>
              </p:nvSpPr>
              <p:spPr>
                <a:xfrm>
                  <a:off x="6218778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2" name="pg291">
                  <a:extLst>
                    <a:ext uri="{FF2B5EF4-FFF2-40B4-BE49-F238E27FC236}">
                      <a16:creationId xmlns:a16="http://schemas.microsoft.com/office/drawing/2014/main" id="{0179C4FD-795E-229B-A3A5-E8B65AC35B80}"/>
                    </a:ext>
                  </a:extLst>
                </p:cNvPr>
                <p:cNvSpPr/>
                <p:nvPr/>
              </p:nvSpPr>
              <p:spPr>
                <a:xfrm>
                  <a:off x="6230416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3" name="pg292">
                  <a:extLst>
                    <a:ext uri="{FF2B5EF4-FFF2-40B4-BE49-F238E27FC236}">
                      <a16:creationId xmlns:a16="http://schemas.microsoft.com/office/drawing/2014/main" id="{DFC3E8A3-AE78-0CFD-47BE-25D92860BD6C}"/>
                    </a:ext>
                  </a:extLst>
                </p:cNvPr>
                <p:cNvSpPr/>
                <p:nvPr/>
              </p:nvSpPr>
              <p:spPr>
                <a:xfrm>
                  <a:off x="6242053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4" name="pg293">
                  <a:extLst>
                    <a:ext uri="{FF2B5EF4-FFF2-40B4-BE49-F238E27FC236}">
                      <a16:creationId xmlns:a16="http://schemas.microsoft.com/office/drawing/2014/main" id="{5AE153DB-499F-F586-7B4F-59F48402B251}"/>
                    </a:ext>
                  </a:extLst>
                </p:cNvPr>
                <p:cNvSpPr/>
                <p:nvPr/>
              </p:nvSpPr>
              <p:spPr>
                <a:xfrm>
                  <a:off x="6253690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5" name="pg294">
                  <a:extLst>
                    <a:ext uri="{FF2B5EF4-FFF2-40B4-BE49-F238E27FC236}">
                      <a16:creationId xmlns:a16="http://schemas.microsoft.com/office/drawing/2014/main" id="{B10E9B93-F2D0-2AF3-FAB6-84BA53A41D4A}"/>
                    </a:ext>
                  </a:extLst>
                </p:cNvPr>
                <p:cNvSpPr/>
                <p:nvPr/>
              </p:nvSpPr>
              <p:spPr>
                <a:xfrm>
                  <a:off x="6265328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6" name="pg295">
                  <a:extLst>
                    <a:ext uri="{FF2B5EF4-FFF2-40B4-BE49-F238E27FC236}">
                      <a16:creationId xmlns:a16="http://schemas.microsoft.com/office/drawing/2014/main" id="{68DC3F6F-501F-0F45-C1A8-81A5F04041FB}"/>
                    </a:ext>
                  </a:extLst>
                </p:cNvPr>
                <p:cNvSpPr/>
                <p:nvPr/>
              </p:nvSpPr>
              <p:spPr>
                <a:xfrm>
                  <a:off x="6276965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7" name="pg296">
                  <a:extLst>
                    <a:ext uri="{FF2B5EF4-FFF2-40B4-BE49-F238E27FC236}">
                      <a16:creationId xmlns:a16="http://schemas.microsoft.com/office/drawing/2014/main" id="{92EF4085-3B3E-26F8-EC08-54B17D31E8B7}"/>
                    </a:ext>
                  </a:extLst>
                </p:cNvPr>
                <p:cNvSpPr/>
                <p:nvPr/>
              </p:nvSpPr>
              <p:spPr>
                <a:xfrm>
                  <a:off x="6288602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8" name="pg297">
                  <a:extLst>
                    <a:ext uri="{FF2B5EF4-FFF2-40B4-BE49-F238E27FC236}">
                      <a16:creationId xmlns:a16="http://schemas.microsoft.com/office/drawing/2014/main" id="{5D9D15CE-428B-EE6C-504C-F102EC5ED2FB}"/>
                    </a:ext>
                  </a:extLst>
                </p:cNvPr>
                <p:cNvSpPr/>
                <p:nvPr/>
              </p:nvSpPr>
              <p:spPr>
                <a:xfrm>
                  <a:off x="6300240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9" name="pg298">
                  <a:extLst>
                    <a:ext uri="{FF2B5EF4-FFF2-40B4-BE49-F238E27FC236}">
                      <a16:creationId xmlns:a16="http://schemas.microsoft.com/office/drawing/2014/main" id="{C8D29AFD-15F6-6B44-7355-1677EC513FD8}"/>
                    </a:ext>
                  </a:extLst>
                </p:cNvPr>
                <p:cNvSpPr/>
                <p:nvPr/>
              </p:nvSpPr>
              <p:spPr>
                <a:xfrm>
                  <a:off x="6311877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0" name="pg299">
                  <a:extLst>
                    <a:ext uri="{FF2B5EF4-FFF2-40B4-BE49-F238E27FC236}">
                      <a16:creationId xmlns:a16="http://schemas.microsoft.com/office/drawing/2014/main" id="{F9E28D7E-DE0E-07D4-D8B5-EFCE0414FB9F}"/>
                    </a:ext>
                  </a:extLst>
                </p:cNvPr>
                <p:cNvSpPr/>
                <p:nvPr/>
              </p:nvSpPr>
              <p:spPr>
                <a:xfrm>
                  <a:off x="6323514" y="27507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1" name="pg300">
                  <a:extLst>
                    <a:ext uri="{FF2B5EF4-FFF2-40B4-BE49-F238E27FC236}">
                      <a16:creationId xmlns:a16="http://schemas.microsoft.com/office/drawing/2014/main" id="{FBEE56C7-3F56-3DE0-D5AE-F38DAA58835B}"/>
                    </a:ext>
                  </a:extLst>
                </p:cNvPr>
                <p:cNvSpPr/>
                <p:nvPr/>
              </p:nvSpPr>
              <p:spPr>
                <a:xfrm>
                  <a:off x="5287792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2" name="pg301">
                  <a:extLst>
                    <a:ext uri="{FF2B5EF4-FFF2-40B4-BE49-F238E27FC236}">
                      <a16:creationId xmlns:a16="http://schemas.microsoft.com/office/drawing/2014/main" id="{22B72E18-D70B-1B30-CCED-2C2A34415076}"/>
                    </a:ext>
                  </a:extLst>
                </p:cNvPr>
                <p:cNvSpPr/>
                <p:nvPr/>
              </p:nvSpPr>
              <p:spPr>
                <a:xfrm>
                  <a:off x="5299429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3" name="pg302">
                  <a:extLst>
                    <a:ext uri="{FF2B5EF4-FFF2-40B4-BE49-F238E27FC236}">
                      <a16:creationId xmlns:a16="http://schemas.microsoft.com/office/drawing/2014/main" id="{96F512E6-47C4-BB8C-0514-74E9A94568EF}"/>
                    </a:ext>
                  </a:extLst>
                </p:cNvPr>
                <p:cNvSpPr/>
                <p:nvPr/>
              </p:nvSpPr>
              <p:spPr>
                <a:xfrm>
                  <a:off x="5311067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4" name="pg303">
                  <a:extLst>
                    <a:ext uri="{FF2B5EF4-FFF2-40B4-BE49-F238E27FC236}">
                      <a16:creationId xmlns:a16="http://schemas.microsoft.com/office/drawing/2014/main" id="{05CB4675-C360-C927-8861-E7440CB86941}"/>
                    </a:ext>
                  </a:extLst>
                </p:cNvPr>
                <p:cNvSpPr/>
                <p:nvPr/>
              </p:nvSpPr>
              <p:spPr>
                <a:xfrm>
                  <a:off x="5322704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5" name="pg304">
                  <a:extLst>
                    <a:ext uri="{FF2B5EF4-FFF2-40B4-BE49-F238E27FC236}">
                      <a16:creationId xmlns:a16="http://schemas.microsoft.com/office/drawing/2014/main" id="{94D5EEEA-6D19-D81B-18BF-912CD7A5682C}"/>
                    </a:ext>
                  </a:extLst>
                </p:cNvPr>
                <p:cNvSpPr/>
                <p:nvPr/>
              </p:nvSpPr>
              <p:spPr>
                <a:xfrm>
                  <a:off x="5334341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6" name="pg305">
                  <a:extLst>
                    <a:ext uri="{FF2B5EF4-FFF2-40B4-BE49-F238E27FC236}">
                      <a16:creationId xmlns:a16="http://schemas.microsoft.com/office/drawing/2014/main" id="{3322853C-2DFE-D89F-8717-369EBBDE8B09}"/>
                    </a:ext>
                  </a:extLst>
                </p:cNvPr>
                <p:cNvSpPr/>
                <p:nvPr/>
              </p:nvSpPr>
              <p:spPr>
                <a:xfrm>
                  <a:off x="5345979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7" name="pg306">
                  <a:extLst>
                    <a:ext uri="{FF2B5EF4-FFF2-40B4-BE49-F238E27FC236}">
                      <a16:creationId xmlns:a16="http://schemas.microsoft.com/office/drawing/2014/main" id="{D747FA97-04BF-DB06-9D17-2CE573C4CA46}"/>
                    </a:ext>
                  </a:extLst>
                </p:cNvPr>
                <p:cNvSpPr/>
                <p:nvPr/>
              </p:nvSpPr>
              <p:spPr>
                <a:xfrm>
                  <a:off x="5357616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8" name="pg307">
                  <a:extLst>
                    <a:ext uri="{FF2B5EF4-FFF2-40B4-BE49-F238E27FC236}">
                      <a16:creationId xmlns:a16="http://schemas.microsoft.com/office/drawing/2014/main" id="{4BB6757B-07A6-830B-BD26-B42B414F53E7}"/>
                    </a:ext>
                  </a:extLst>
                </p:cNvPr>
                <p:cNvSpPr/>
                <p:nvPr/>
              </p:nvSpPr>
              <p:spPr>
                <a:xfrm>
                  <a:off x="5369253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9" name="pg308">
                  <a:extLst>
                    <a:ext uri="{FF2B5EF4-FFF2-40B4-BE49-F238E27FC236}">
                      <a16:creationId xmlns:a16="http://schemas.microsoft.com/office/drawing/2014/main" id="{D44BC1FA-9E73-EC02-044E-2EDA3D09074D}"/>
                    </a:ext>
                  </a:extLst>
                </p:cNvPr>
                <p:cNvSpPr/>
                <p:nvPr/>
              </p:nvSpPr>
              <p:spPr>
                <a:xfrm>
                  <a:off x="5380891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0" name="pg309">
                  <a:extLst>
                    <a:ext uri="{FF2B5EF4-FFF2-40B4-BE49-F238E27FC236}">
                      <a16:creationId xmlns:a16="http://schemas.microsoft.com/office/drawing/2014/main" id="{E7183BD5-5D3B-800C-CC4B-65EC2B0FC355}"/>
                    </a:ext>
                  </a:extLst>
                </p:cNvPr>
                <p:cNvSpPr/>
                <p:nvPr/>
              </p:nvSpPr>
              <p:spPr>
                <a:xfrm>
                  <a:off x="5392528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1" name="pg310">
                  <a:extLst>
                    <a:ext uri="{FF2B5EF4-FFF2-40B4-BE49-F238E27FC236}">
                      <a16:creationId xmlns:a16="http://schemas.microsoft.com/office/drawing/2014/main" id="{A6FAB8B9-44F5-9B82-C805-5FA6CF311A54}"/>
                    </a:ext>
                  </a:extLst>
                </p:cNvPr>
                <p:cNvSpPr/>
                <p:nvPr/>
              </p:nvSpPr>
              <p:spPr>
                <a:xfrm>
                  <a:off x="5404165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4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2" name="pg311">
                  <a:extLst>
                    <a:ext uri="{FF2B5EF4-FFF2-40B4-BE49-F238E27FC236}">
                      <a16:creationId xmlns:a16="http://schemas.microsoft.com/office/drawing/2014/main" id="{25671008-2DAD-6EC3-DFCE-8BAA727A7F39}"/>
                    </a:ext>
                  </a:extLst>
                </p:cNvPr>
                <p:cNvSpPr/>
                <p:nvPr/>
              </p:nvSpPr>
              <p:spPr>
                <a:xfrm>
                  <a:off x="5415803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3" name="pg312">
                  <a:extLst>
                    <a:ext uri="{FF2B5EF4-FFF2-40B4-BE49-F238E27FC236}">
                      <a16:creationId xmlns:a16="http://schemas.microsoft.com/office/drawing/2014/main" id="{151B38E2-EF5F-5375-5C13-AD9E3B4DB9E2}"/>
                    </a:ext>
                  </a:extLst>
                </p:cNvPr>
                <p:cNvSpPr/>
                <p:nvPr/>
              </p:nvSpPr>
              <p:spPr>
                <a:xfrm>
                  <a:off x="6067493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4" name="pg313">
                  <a:extLst>
                    <a:ext uri="{FF2B5EF4-FFF2-40B4-BE49-F238E27FC236}">
                      <a16:creationId xmlns:a16="http://schemas.microsoft.com/office/drawing/2014/main" id="{99198D91-C47E-45F4-CBED-64C0AE685136}"/>
                    </a:ext>
                  </a:extLst>
                </p:cNvPr>
                <p:cNvSpPr/>
                <p:nvPr/>
              </p:nvSpPr>
              <p:spPr>
                <a:xfrm>
                  <a:off x="6079130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5" name="pg314">
                  <a:extLst>
                    <a:ext uri="{FF2B5EF4-FFF2-40B4-BE49-F238E27FC236}">
                      <a16:creationId xmlns:a16="http://schemas.microsoft.com/office/drawing/2014/main" id="{496E43B1-3085-378B-51F1-A24EA98F6AB2}"/>
                    </a:ext>
                  </a:extLst>
                </p:cNvPr>
                <p:cNvSpPr/>
                <p:nvPr/>
              </p:nvSpPr>
              <p:spPr>
                <a:xfrm>
                  <a:off x="6090768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6" name="pg315">
                  <a:extLst>
                    <a:ext uri="{FF2B5EF4-FFF2-40B4-BE49-F238E27FC236}">
                      <a16:creationId xmlns:a16="http://schemas.microsoft.com/office/drawing/2014/main" id="{4751848F-8E9C-F53E-B4F8-E934E76F280A}"/>
                    </a:ext>
                  </a:extLst>
                </p:cNvPr>
                <p:cNvSpPr/>
                <p:nvPr/>
              </p:nvSpPr>
              <p:spPr>
                <a:xfrm>
                  <a:off x="6102405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7" name="pg316">
                  <a:extLst>
                    <a:ext uri="{FF2B5EF4-FFF2-40B4-BE49-F238E27FC236}">
                      <a16:creationId xmlns:a16="http://schemas.microsoft.com/office/drawing/2014/main" id="{5E8C3629-74DE-40DD-6284-3F11F4A42988}"/>
                    </a:ext>
                  </a:extLst>
                </p:cNvPr>
                <p:cNvSpPr/>
                <p:nvPr/>
              </p:nvSpPr>
              <p:spPr>
                <a:xfrm>
                  <a:off x="6114042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8" name="pg317">
                  <a:extLst>
                    <a:ext uri="{FF2B5EF4-FFF2-40B4-BE49-F238E27FC236}">
                      <a16:creationId xmlns:a16="http://schemas.microsoft.com/office/drawing/2014/main" id="{FC530017-CD85-DE14-F7F8-A6E44A6E33EB}"/>
                    </a:ext>
                  </a:extLst>
                </p:cNvPr>
                <p:cNvSpPr/>
                <p:nvPr/>
              </p:nvSpPr>
              <p:spPr>
                <a:xfrm>
                  <a:off x="6125680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6FA0">
                    <a:alpha val="100000"/>
                  </a:srgbClr>
                </a:solidFill>
                <a:ln w="5420" cap="flat">
                  <a:solidFill>
                    <a:srgbClr val="3B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9" name="pg318">
                  <a:extLst>
                    <a:ext uri="{FF2B5EF4-FFF2-40B4-BE49-F238E27FC236}">
                      <a16:creationId xmlns:a16="http://schemas.microsoft.com/office/drawing/2014/main" id="{705D42D2-38F2-5BDD-F86B-73053FA9E8F6}"/>
                    </a:ext>
                  </a:extLst>
                </p:cNvPr>
                <p:cNvSpPr/>
                <p:nvPr/>
              </p:nvSpPr>
              <p:spPr>
                <a:xfrm>
                  <a:off x="6137317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1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0" name="pg319">
                  <a:extLst>
                    <a:ext uri="{FF2B5EF4-FFF2-40B4-BE49-F238E27FC236}">
                      <a16:creationId xmlns:a16="http://schemas.microsoft.com/office/drawing/2014/main" id="{7716749F-FC51-7FC7-CC44-968B818BB7C6}"/>
                    </a:ext>
                  </a:extLst>
                </p:cNvPr>
                <p:cNvSpPr/>
                <p:nvPr/>
              </p:nvSpPr>
              <p:spPr>
                <a:xfrm>
                  <a:off x="6148954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1" name="pg320">
                  <a:extLst>
                    <a:ext uri="{FF2B5EF4-FFF2-40B4-BE49-F238E27FC236}">
                      <a16:creationId xmlns:a16="http://schemas.microsoft.com/office/drawing/2014/main" id="{81ACBB7A-45E2-5D21-21B4-257B125EE15C}"/>
                    </a:ext>
                  </a:extLst>
                </p:cNvPr>
                <p:cNvSpPr/>
                <p:nvPr/>
              </p:nvSpPr>
              <p:spPr>
                <a:xfrm>
                  <a:off x="6160592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2" name="pg321">
                  <a:extLst>
                    <a:ext uri="{FF2B5EF4-FFF2-40B4-BE49-F238E27FC236}">
                      <a16:creationId xmlns:a16="http://schemas.microsoft.com/office/drawing/2014/main" id="{FAF46AE9-8650-B1B9-D328-BE26A15F0B3F}"/>
                    </a:ext>
                  </a:extLst>
                </p:cNvPr>
                <p:cNvSpPr/>
                <p:nvPr/>
              </p:nvSpPr>
              <p:spPr>
                <a:xfrm>
                  <a:off x="6172229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3" name="pg322">
                  <a:extLst>
                    <a:ext uri="{FF2B5EF4-FFF2-40B4-BE49-F238E27FC236}">
                      <a16:creationId xmlns:a16="http://schemas.microsoft.com/office/drawing/2014/main" id="{85B386DF-AA2B-A43B-8815-9D3421257DA2}"/>
                    </a:ext>
                  </a:extLst>
                </p:cNvPr>
                <p:cNvSpPr/>
                <p:nvPr/>
              </p:nvSpPr>
              <p:spPr>
                <a:xfrm>
                  <a:off x="6183866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4" name="pg323">
                  <a:extLst>
                    <a:ext uri="{FF2B5EF4-FFF2-40B4-BE49-F238E27FC236}">
                      <a16:creationId xmlns:a16="http://schemas.microsoft.com/office/drawing/2014/main" id="{4254962B-59DE-6EA3-00EE-3747A92BB502}"/>
                    </a:ext>
                  </a:extLst>
                </p:cNvPr>
                <p:cNvSpPr/>
                <p:nvPr/>
              </p:nvSpPr>
              <p:spPr>
                <a:xfrm>
                  <a:off x="6195504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5" name="pg324">
                  <a:extLst>
                    <a:ext uri="{FF2B5EF4-FFF2-40B4-BE49-F238E27FC236}">
                      <a16:creationId xmlns:a16="http://schemas.microsoft.com/office/drawing/2014/main" id="{95E19348-04E7-C881-2F8B-FA7E6DCA61EB}"/>
                    </a:ext>
                  </a:extLst>
                </p:cNvPr>
                <p:cNvSpPr/>
                <p:nvPr/>
              </p:nvSpPr>
              <p:spPr>
                <a:xfrm>
                  <a:off x="6207141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6" name="pg325">
                  <a:extLst>
                    <a:ext uri="{FF2B5EF4-FFF2-40B4-BE49-F238E27FC236}">
                      <a16:creationId xmlns:a16="http://schemas.microsoft.com/office/drawing/2014/main" id="{39F8DB66-FA8F-CB66-A65D-BB1B5F91AA9B}"/>
                    </a:ext>
                  </a:extLst>
                </p:cNvPr>
                <p:cNvSpPr/>
                <p:nvPr/>
              </p:nvSpPr>
              <p:spPr>
                <a:xfrm>
                  <a:off x="6218778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7" name="pg326">
                  <a:extLst>
                    <a:ext uri="{FF2B5EF4-FFF2-40B4-BE49-F238E27FC236}">
                      <a16:creationId xmlns:a16="http://schemas.microsoft.com/office/drawing/2014/main" id="{6528F391-8B26-C565-5339-27BD37AFA60C}"/>
                    </a:ext>
                  </a:extLst>
                </p:cNvPr>
                <p:cNvSpPr/>
                <p:nvPr/>
              </p:nvSpPr>
              <p:spPr>
                <a:xfrm>
                  <a:off x="6230416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8" name="pg327">
                  <a:extLst>
                    <a:ext uri="{FF2B5EF4-FFF2-40B4-BE49-F238E27FC236}">
                      <a16:creationId xmlns:a16="http://schemas.microsoft.com/office/drawing/2014/main" id="{BEC710A3-18F0-A286-361E-328C803166E5}"/>
                    </a:ext>
                  </a:extLst>
                </p:cNvPr>
                <p:cNvSpPr/>
                <p:nvPr/>
              </p:nvSpPr>
              <p:spPr>
                <a:xfrm>
                  <a:off x="6242053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9" name="pg328">
                  <a:extLst>
                    <a:ext uri="{FF2B5EF4-FFF2-40B4-BE49-F238E27FC236}">
                      <a16:creationId xmlns:a16="http://schemas.microsoft.com/office/drawing/2014/main" id="{B585EA6B-1635-C21B-C45B-EB1CEA8692C0}"/>
                    </a:ext>
                  </a:extLst>
                </p:cNvPr>
                <p:cNvSpPr/>
                <p:nvPr/>
              </p:nvSpPr>
              <p:spPr>
                <a:xfrm>
                  <a:off x="6253690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0" name="pg329">
                  <a:extLst>
                    <a:ext uri="{FF2B5EF4-FFF2-40B4-BE49-F238E27FC236}">
                      <a16:creationId xmlns:a16="http://schemas.microsoft.com/office/drawing/2014/main" id="{D9D3E6BA-D8D2-45A9-3327-179A87F4C523}"/>
                    </a:ext>
                  </a:extLst>
                </p:cNvPr>
                <p:cNvSpPr/>
                <p:nvPr/>
              </p:nvSpPr>
              <p:spPr>
                <a:xfrm>
                  <a:off x="6265328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1" name="pg330">
                  <a:extLst>
                    <a:ext uri="{FF2B5EF4-FFF2-40B4-BE49-F238E27FC236}">
                      <a16:creationId xmlns:a16="http://schemas.microsoft.com/office/drawing/2014/main" id="{1B7E0522-4FC1-24FD-0785-FB7FC0A6D0C8}"/>
                    </a:ext>
                  </a:extLst>
                </p:cNvPr>
                <p:cNvSpPr/>
                <p:nvPr/>
              </p:nvSpPr>
              <p:spPr>
                <a:xfrm>
                  <a:off x="6276965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2" name="pg331">
                  <a:extLst>
                    <a:ext uri="{FF2B5EF4-FFF2-40B4-BE49-F238E27FC236}">
                      <a16:creationId xmlns:a16="http://schemas.microsoft.com/office/drawing/2014/main" id="{8C8D170A-6FC3-956E-37FE-3F7E02EBE7B6}"/>
                    </a:ext>
                  </a:extLst>
                </p:cNvPr>
                <p:cNvSpPr/>
                <p:nvPr/>
              </p:nvSpPr>
              <p:spPr>
                <a:xfrm>
                  <a:off x="6288602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3" name="pg332">
                  <a:extLst>
                    <a:ext uri="{FF2B5EF4-FFF2-40B4-BE49-F238E27FC236}">
                      <a16:creationId xmlns:a16="http://schemas.microsoft.com/office/drawing/2014/main" id="{8622B16C-F8E9-27B9-1ED9-EBA91064D5BA}"/>
                    </a:ext>
                  </a:extLst>
                </p:cNvPr>
                <p:cNvSpPr/>
                <p:nvPr/>
              </p:nvSpPr>
              <p:spPr>
                <a:xfrm>
                  <a:off x="6300240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4" name="pg333">
                  <a:extLst>
                    <a:ext uri="{FF2B5EF4-FFF2-40B4-BE49-F238E27FC236}">
                      <a16:creationId xmlns:a16="http://schemas.microsoft.com/office/drawing/2014/main" id="{B2901C54-D9F2-E73D-DCD5-CBE0C57FE411}"/>
                    </a:ext>
                  </a:extLst>
                </p:cNvPr>
                <p:cNvSpPr/>
                <p:nvPr/>
              </p:nvSpPr>
              <p:spPr>
                <a:xfrm>
                  <a:off x="6311877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5" name="pg334">
                  <a:extLst>
                    <a:ext uri="{FF2B5EF4-FFF2-40B4-BE49-F238E27FC236}">
                      <a16:creationId xmlns:a16="http://schemas.microsoft.com/office/drawing/2014/main" id="{9FBF5BD8-0D38-3BBB-50AB-3C88DC558271}"/>
                    </a:ext>
                  </a:extLst>
                </p:cNvPr>
                <p:cNvSpPr/>
                <p:nvPr/>
              </p:nvSpPr>
              <p:spPr>
                <a:xfrm>
                  <a:off x="6323514" y="27650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6" name="pg335">
                  <a:extLst>
                    <a:ext uri="{FF2B5EF4-FFF2-40B4-BE49-F238E27FC236}">
                      <a16:creationId xmlns:a16="http://schemas.microsoft.com/office/drawing/2014/main" id="{C539F95F-0E80-31BD-C9FF-9CCCC84FC27B}"/>
                    </a:ext>
                  </a:extLst>
                </p:cNvPr>
                <p:cNvSpPr/>
                <p:nvPr/>
              </p:nvSpPr>
              <p:spPr>
                <a:xfrm>
                  <a:off x="5264517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7" name="pg336">
                  <a:extLst>
                    <a:ext uri="{FF2B5EF4-FFF2-40B4-BE49-F238E27FC236}">
                      <a16:creationId xmlns:a16="http://schemas.microsoft.com/office/drawing/2014/main" id="{FE712A65-A1E6-8262-F0F4-6EF2AFB0A090}"/>
                    </a:ext>
                  </a:extLst>
                </p:cNvPr>
                <p:cNvSpPr/>
                <p:nvPr/>
              </p:nvSpPr>
              <p:spPr>
                <a:xfrm>
                  <a:off x="5276155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8" name="pg337">
                  <a:extLst>
                    <a:ext uri="{FF2B5EF4-FFF2-40B4-BE49-F238E27FC236}">
                      <a16:creationId xmlns:a16="http://schemas.microsoft.com/office/drawing/2014/main" id="{800A6CC4-D4D9-190E-10F5-5096EEC81A04}"/>
                    </a:ext>
                  </a:extLst>
                </p:cNvPr>
                <p:cNvSpPr/>
                <p:nvPr/>
              </p:nvSpPr>
              <p:spPr>
                <a:xfrm>
                  <a:off x="5287792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9" name="pg338">
                  <a:extLst>
                    <a:ext uri="{FF2B5EF4-FFF2-40B4-BE49-F238E27FC236}">
                      <a16:creationId xmlns:a16="http://schemas.microsoft.com/office/drawing/2014/main" id="{B85AD74B-4F97-60AA-6195-BD56D44E14DD}"/>
                    </a:ext>
                  </a:extLst>
                </p:cNvPr>
                <p:cNvSpPr/>
                <p:nvPr/>
              </p:nvSpPr>
              <p:spPr>
                <a:xfrm>
                  <a:off x="5299429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0" name="pg339">
                  <a:extLst>
                    <a:ext uri="{FF2B5EF4-FFF2-40B4-BE49-F238E27FC236}">
                      <a16:creationId xmlns:a16="http://schemas.microsoft.com/office/drawing/2014/main" id="{3FAAC521-CCFA-11AB-2584-715C33B8F892}"/>
                    </a:ext>
                  </a:extLst>
                </p:cNvPr>
                <p:cNvSpPr/>
                <p:nvPr/>
              </p:nvSpPr>
              <p:spPr>
                <a:xfrm>
                  <a:off x="5311067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1" name="pg340">
                  <a:extLst>
                    <a:ext uri="{FF2B5EF4-FFF2-40B4-BE49-F238E27FC236}">
                      <a16:creationId xmlns:a16="http://schemas.microsoft.com/office/drawing/2014/main" id="{7E1F87FB-84E3-3AE9-57A5-BB1C34F6A6B9}"/>
                    </a:ext>
                  </a:extLst>
                </p:cNvPr>
                <p:cNvSpPr/>
                <p:nvPr/>
              </p:nvSpPr>
              <p:spPr>
                <a:xfrm>
                  <a:off x="5322704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2" name="pg341">
                  <a:extLst>
                    <a:ext uri="{FF2B5EF4-FFF2-40B4-BE49-F238E27FC236}">
                      <a16:creationId xmlns:a16="http://schemas.microsoft.com/office/drawing/2014/main" id="{4361E7FB-5137-7C88-7812-A37AE9DBFABB}"/>
                    </a:ext>
                  </a:extLst>
                </p:cNvPr>
                <p:cNvSpPr/>
                <p:nvPr/>
              </p:nvSpPr>
              <p:spPr>
                <a:xfrm>
                  <a:off x="5334341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3" name="pg342">
                  <a:extLst>
                    <a:ext uri="{FF2B5EF4-FFF2-40B4-BE49-F238E27FC236}">
                      <a16:creationId xmlns:a16="http://schemas.microsoft.com/office/drawing/2014/main" id="{736473F5-7CDB-A3C8-BD37-84A425DE3B3A}"/>
                    </a:ext>
                  </a:extLst>
                </p:cNvPr>
                <p:cNvSpPr/>
                <p:nvPr/>
              </p:nvSpPr>
              <p:spPr>
                <a:xfrm>
                  <a:off x="5345979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4" name="pg343">
                  <a:extLst>
                    <a:ext uri="{FF2B5EF4-FFF2-40B4-BE49-F238E27FC236}">
                      <a16:creationId xmlns:a16="http://schemas.microsoft.com/office/drawing/2014/main" id="{7ABFF867-8912-94DC-2708-DB2C08EB004A}"/>
                    </a:ext>
                  </a:extLst>
                </p:cNvPr>
                <p:cNvSpPr/>
                <p:nvPr/>
              </p:nvSpPr>
              <p:spPr>
                <a:xfrm>
                  <a:off x="5357616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1A4">
                    <a:alpha val="100000"/>
                  </a:srgbClr>
                </a:solidFill>
                <a:ln w="5420" cap="flat">
                  <a:solidFill>
                    <a:srgbClr val="3A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5" name="pg344">
                  <a:extLst>
                    <a:ext uri="{FF2B5EF4-FFF2-40B4-BE49-F238E27FC236}">
                      <a16:creationId xmlns:a16="http://schemas.microsoft.com/office/drawing/2014/main" id="{BFA1E887-B48C-8370-240C-477B7F448C1E}"/>
                    </a:ext>
                  </a:extLst>
                </p:cNvPr>
                <p:cNvSpPr/>
                <p:nvPr/>
              </p:nvSpPr>
              <p:spPr>
                <a:xfrm>
                  <a:off x="5369253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6" name="pg345">
                  <a:extLst>
                    <a:ext uri="{FF2B5EF4-FFF2-40B4-BE49-F238E27FC236}">
                      <a16:creationId xmlns:a16="http://schemas.microsoft.com/office/drawing/2014/main" id="{41F498D6-46CC-53FA-8BAB-BDCA2A02330F}"/>
                    </a:ext>
                  </a:extLst>
                </p:cNvPr>
                <p:cNvSpPr/>
                <p:nvPr/>
              </p:nvSpPr>
              <p:spPr>
                <a:xfrm>
                  <a:off x="5380891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7" name="pg346">
                  <a:extLst>
                    <a:ext uri="{FF2B5EF4-FFF2-40B4-BE49-F238E27FC236}">
                      <a16:creationId xmlns:a16="http://schemas.microsoft.com/office/drawing/2014/main" id="{AA601E0C-A88C-4126-47DB-96FA489A20CD}"/>
                    </a:ext>
                  </a:extLst>
                </p:cNvPr>
                <p:cNvSpPr/>
                <p:nvPr/>
              </p:nvSpPr>
              <p:spPr>
                <a:xfrm>
                  <a:off x="6067493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8" name="pg347">
                  <a:extLst>
                    <a:ext uri="{FF2B5EF4-FFF2-40B4-BE49-F238E27FC236}">
                      <a16:creationId xmlns:a16="http://schemas.microsoft.com/office/drawing/2014/main" id="{4FE17634-F978-CE68-623E-6720B4A08772}"/>
                    </a:ext>
                  </a:extLst>
                </p:cNvPr>
                <p:cNvSpPr/>
                <p:nvPr/>
              </p:nvSpPr>
              <p:spPr>
                <a:xfrm>
                  <a:off x="6079130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9" name="pg348">
                  <a:extLst>
                    <a:ext uri="{FF2B5EF4-FFF2-40B4-BE49-F238E27FC236}">
                      <a16:creationId xmlns:a16="http://schemas.microsoft.com/office/drawing/2014/main" id="{24D47DB6-234C-F6C3-84F3-A621E1D52031}"/>
                    </a:ext>
                  </a:extLst>
                </p:cNvPr>
                <p:cNvSpPr/>
                <p:nvPr/>
              </p:nvSpPr>
              <p:spPr>
                <a:xfrm>
                  <a:off x="6090768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0" name="pg349">
                  <a:extLst>
                    <a:ext uri="{FF2B5EF4-FFF2-40B4-BE49-F238E27FC236}">
                      <a16:creationId xmlns:a16="http://schemas.microsoft.com/office/drawing/2014/main" id="{2C8F0F03-F9D6-1D2A-76CA-3C4CDA5D8473}"/>
                    </a:ext>
                  </a:extLst>
                </p:cNvPr>
                <p:cNvSpPr/>
                <p:nvPr/>
              </p:nvSpPr>
              <p:spPr>
                <a:xfrm>
                  <a:off x="6102405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1" name="pg350">
                  <a:extLst>
                    <a:ext uri="{FF2B5EF4-FFF2-40B4-BE49-F238E27FC236}">
                      <a16:creationId xmlns:a16="http://schemas.microsoft.com/office/drawing/2014/main" id="{61E9E62C-71BA-64E7-8691-59B5C29CD2FC}"/>
                    </a:ext>
                  </a:extLst>
                </p:cNvPr>
                <p:cNvSpPr/>
                <p:nvPr/>
              </p:nvSpPr>
              <p:spPr>
                <a:xfrm>
                  <a:off x="6114042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2" name="pg351">
                  <a:extLst>
                    <a:ext uri="{FF2B5EF4-FFF2-40B4-BE49-F238E27FC236}">
                      <a16:creationId xmlns:a16="http://schemas.microsoft.com/office/drawing/2014/main" id="{BC25C11B-58BA-F1F3-79BC-410775DA0D88}"/>
                    </a:ext>
                  </a:extLst>
                </p:cNvPr>
                <p:cNvSpPr/>
                <p:nvPr/>
              </p:nvSpPr>
              <p:spPr>
                <a:xfrm>
                  <a:off x="6125680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0">
                    <a:alpha val="100000"/>
                  </a:srgbClr>
                </a:solidFill>
                <a:ln w="5420" cap="flat">
                  <a:solidFill>
                    <a:srgbClr val="3B70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3" name="pg352">
                  <a:extLst>
                    <a:ext uri="{FF2B5EF4-FFF2-40B4-BE49-F238E27FC236}">
                      <a16:creationId xmlns:a16="http://schemas.microsoft.com/office/drawing/2014/main" id="{F0A91116-FA6C-6000-8B03-B613B7450793}"/>
                    </a:ext>
                  </a:extLst>
                </p:cNvPr>
                <p:cNvSpPr/>
                <p:nvPr/>
              </p:nvSpPr>
              <p:spPr>
                <a:xfrm>
                  <a:off x="6137317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4" name="pg353">
                  <a:extLst>
                    <a:ext uri="{FF2B5EF4-FFF2-40B4-BE49-F238E27FC236}">
                      <a16:creationId xmlns:a16="http://schemas.microsoft.com/office/drawing/2014/main" id="{2E7B8D5B-BB38-B555-5DE4-268564D8221E}"/>
                    </a:ext>
                  </a:extLst>
                </p:cNvPr>
                <p:cNvSpPr/>
                <p:nvPr/>
              </p:nvSpPr>
              <p:spPr>
                <a:xfrm>
                  <a:off x="6148954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5" name="pg354">
                  <a:extLst>
                    <a:ext uri="{FF2B5EF4-FFF2-40B4-BE49-F238E27FC236}">
                      <a16:creationId xmlns:a16="http://schemas.microsoft.com/office/drawing/2014/main" id="{E188F267-1AF3-43C0-1955-50B86B16C95F}"/>
                    </a:ext>
                  </a:extLst>
                </p:cNvPr>
                <p:cNvSpPr/>
                <p:nvPr/>
              </p:nvSpPr>
              <p:spPr>
                <a:xfrm>
                  <a:off x="6160592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6" name="pg355">
                  <a:extLst>
                    <a:ext uri="{FF2B5EF4-FFF2-40B4-BE49-F238E27FC236}">
                      <a16:creationId xmlns:a16="http://schemas.microsoft.com/office/drawing/2014/main" id="{45995D90-A356-D83B-00C5-CE5BE9B079EB}"/>
                    </a:ext>
                  </a:extLst>
                </p:cNvPr>
                <p:cNvSpPr/>
                <p:nvPr/>
              </p:nvSpPr>
              <p:spPr>
                <a:xfrm>
                  <a:off x="6172229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7" name="pg356">
                  <a:extLst>
                    <a:ext uri="{FF2B5EF4-FFF2-40B4-BE49-F238E27FC236}">
                      <a16:creationId xmlns:a16="http://schemas.microsoft.com/office/drawing/2014/main" id="{3DF6FCE0-45DF-1EB7-9DFE-631634AAA17F}"/>
                    </a:ext>
                  </a:extLst>
                </p:cNvPr>
                <p:cNvSpPr/>
                <p:nvPr/>
              </p:nvSpPr>
              <p:spPr>
                <a:xfrm>
                  <a:off x="6183866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8" name="pg357">
                  <a:extLst>
                    <a:ext uri="{FF2B5EF4-FFF2-40B4-BE49-F238E27FC236}">
                      <a16:creationId xmlns:a16="http://schemas.microsoft.com/office/drawing/2014/main" id="{2016C3B3-F819-F4A8-36E5-C79E24826775}"/>
                    </a:ext>
                  </a:extLst>
                </p:cNvPr>
                <p:cNvSpPr/>
                <p:nvPr/>
              </p:nvSpPr>
              <p:spPr>
                <a:xfrm>
                  <a:off x="6195504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9" name="pg358">
                  <a:extLst>
                    <a:ext uri="{FF2B5EF4-FFF2-40B4-BE49-F238E27FC236}">
                      <a16:creationId xmlns:a16="http://schemas.microsoft.com/office/drawing/2014/main" id="{8FFE2465-D2B2-A24E-7C75-60366E2B6038}"/>
                    </a:ext>
                  </a:extLst>
                </p:cNvPr>
                <p:cNvSpPr/>
                <p:nvPr/>
              </p:nvSpPr>
              <p:spPr>
                <a:xfrm>
                  <a:off x="6207141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0" name="pg359">
                  <a:extLst>
                    <a:ext uri="{FF2B5EF4-FFF2-40B4-BE49-F238E27FC236}">
                      <a16:creationId xmlns:a16="http://schemas.microsoft.com/office/drawing/2014/main" id="{3416D68A-276D-A810-C6F7-E31D5187CFA2}"/>
                    </a:ext>
                  </a:extLst>
                </p:cNvPr>
                <p:cNvSpPr/>
                <p:nvPr/>
              </p:nvSpPr>
              <p:spPr>
                <a:xfrm>
                  <a:off x="6218778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1" name="pg360">
                  <a:extLst>
                    <a:ext uri="{FF2B5EF4-FFF2-40B4-BE49-F238E27FC236}">
                      <a16:creationId xmlns:a16="http://schemas.microsoft.com/office/drawing/2014/main" id="{3D7E8335-BBD8-3813-B1F3-C426D09E0BAC}"/>
                    </a:ext>
                  </a:extLst>
                </p:cNvPr>
                <p:cNvSpPr/>
                <p:nvPr/>
              </p:nvSpPr>
              <p:spPr>
                <a:xfrm>
                  <a:off x="6230416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2" name="pg361">
                  <a:extLst>
                    <a:ext uri="{FF2B5EF4-FFF2-40B4-BE49-F238E27FC236}">
                      <a16:creationId xmlns:a16="http://schemas.microsoft.com/office/drawing/2014/main" id="{1124B957-3FC4-51CD-5BD9-76887119A82C}"/>
                    </a:ext>
                  </a:extLst>
                </p:cNvPr>
                <p:cNvSpPr/>
                <p:nvPr/>
              </p:nvSpPr>
              <p:spPr>
                <a:xfrm>
                  <a:off x="6242053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3" name="pg362">
                  <a:extLst>
                    <a:ext uri="{FF2B5EF4-FFF2-40B4-BE49-F238E27FC236}">
                      <a16:creationId xmlns:a16="http://schemas.microsoft.com/office/drawing/2014/main" id="{8A4A13F6-705A-8012-1228-EE3DE6AB05B8}"/>
                    </a:ext>
                  </a:extLst>
                </p:cNvPr>
                <p:cNvSpPr/>
                <p:nvPr/>
              </p:nvSpPr>
              <p:spPr>
                <a:xfrm>
                  <a:off x="6253690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4" name="pg363">
                  <a:extLst>
                    <a:ext uri="{FF2B5EF4-FFF2-40B4-BE49-F238E27FC236}">
                      <a16:creationId xmlns:a16="http://schemas.microsoft.com/office/drawing/2014/main" id="{56103860-C572-00FB-7F45-BC5FEAFE9894}"/>
                    </a:ext>
                  </a:extLst>
                </p:cNvPr>
                <p:cNvSpPr/>
                <p:nvPr/>
              </p:nvSpPr>
              <p:spPr>
                <a:xfrm>
                  <a:off x="6265328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5" name="pg364">
                  <a:extLst>
                    <a:ext uri="{FF2B5EF4-FFF2-40B4-BE49-F238E27FC236}">
                      <a16:creationId xmlns:a16="http://schemas.microsoft.com/office/drawing/2014/main" id="{200AB639-F332-1085-C528-A44833B3E418}"/>
                    </a:ext>
                  </a:extLst>
                </p:cNvPr>
                <p:cNvSpPr/>
                <p:nvPr/>
              </p:nvSpPr>
              <p:spPr>
                <a:xfrm>
                  <a:off x="6276965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6" name="pg365">
                  <a:extLst>
                    <a:ext uri="{FF2B5EF4-FFF2-40B4-BE49-F238E27FC236}">
                      <a16:creationId xmlns:a16="http://schemas.microsoft.com/office/drawing/2014/main" id="{D8EE1E27-9E0C-0FB8-070E-CDE73D30B7BF}"/>
                    </a:ext>
                  </a:extLst>
                </p:cNvPr>
                <p:cNvSpPr/>
                <p:nvPr/>
              </p:nvSpPr>
              <p:spPr>
                <a:xfrm>
                  <a:off x="6288602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7" name="pg366">
                  <a:extLst>
                    <a:ext uri="{FF2B5EF4-FFF2-40B4-BE49-F238E27FC236}">
                      <a16:creationId xmlns:a16="http://schemas.microsoft.com/office/drawing/2014/main" id="{4A3EA784-C908-E95F-0FD2-4E3509F80E4E}"/>
                    </a:ext>
                  </a:extLst>
                </p:cNvPr>
                <p:cNvSpPr/>
                <p:nvPr/>
              </p:nvSpPr>
              <p:spPr>
                <a:xfrm>
                  <a:off x="6300240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8" name="pg367">
                  <a:extLst>
                    <a:ext uri="{FF2B5EF4-FFF2-40B4-BE49-F238E27FC236}">
                      <a16:creationId xmlns:a16="http://schemas.microsoft.com/office/drawing/2014/main" id="{9D00E8C9-AF79-2DDD-664C-A9B4E4EDA1AF}"/>
                    </a:ext>
                  </a:extLst>
                </p:cNvPr>
                <p:cNvSpPr/>
                <p:nvPr/>
              </p:nvSpPr>
              <p:spPr>
                <a:xfrm>
                  <a:off x="6311877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9" name="pg368">
                  <a:extLst>
                    <a:ext uri="{FF2B5EF4-FFF2-40B4-BE49-F238E27FC236}">
                      <a16:creationId xmlns:a16="http://schemas.microsoft.com/office/drawing/2014/main" id="{D5674E19-8BFE-95D1-DE60-C71FFAD820DE}"/>
                    </a:ext>
                  </a:extLst>
                </p:cNvPr>
                <p:cNvSpPr/>
                <p:nvPr/>
              </p:nvSpPr>
              <p:spPr>
                <a:xfrm>
                  <a:off x="6323514" y="27793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0" name="pg369">
                  <a:extLst>
                    <a:ext uri="{FF2B5EF4-FFF2-40B4-BE49-F238E27FC236}">
                      <a16:creationId xmlns:a16="http://schemas.microsoft.com/office/drawing/2014/main" id="{326CB3A8-E181-2593-2274-E77B2231F6AC}"/>
                    </a:ext>
                  </a:extLst>
                </p:cNvPr>
                <p:cNvSpPr/>
                <p:nvPr/>
              </p:nvSpPr>
              <p:spPr>
                <a:xfrm>
                  <a:off x="5264517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1" name="pg370">
                  <a:extLst>
                    <a:ext uri="{FF2B5EF4-FFF2-40B4-BE49-F238E27FC236}">
                      <a16:creationId xmlns:a16="http://schemas.microsoft.com/office/drawing/2014/main" id="{1F179BAC-2C08-5E10-DBC1-18A1F97F7AE0}"/>
                    </a:ext>
                  </a:extLst>
                </p:cNvPr>
                <p:cNvSpPr/>
                <p:nvPr/>
              </p:nvSpPr>
              <p:spPr>
                <a:xfrm>
                  <a:off x="5276155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2" name="pg371">
                  <a:extLst>
                    <a:ext uri="{FF2B5EF4-FFF2-40B4-BE49-F238E27FC236}">
                      <a16:creationId xmlns:a16="http://schemas.microsoft.com/office/drawing/2014/main" id="{F3416C14-701B-B1CE-2B4F-F28A3DC50795}"/>
                    </a:ext>
                  </a:extLst>
                </p:cNvPr>
                <p:cNvSpPr/>
                <p:nvPr/>
              </p:nvSpPr>
              <p:spPr>
                <a:xfrm>
                  <a:off x="5287792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3" name="pg372">
                  <a:extLst>
                    <a:ext uri="{FF2B5EF4-FFF2-40B4-BE49-F238E27FC236}">
                      <a16:creationId xmlns:a16="http://schemas.microsoft.com/office/drawing/2014/main" id="{A52C3063-615D-27BB-88EA-8FE1F29B91FF}"/>
                    </a:ext>
                  </a:extLst>
                </p:cNvPr>
                <p:cNvSpPr/>
                <p:nvPr/>
              </p:nvSpPr>
              <p:spPr>
                <a:xfrm>
                  <a:off x="5299429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4" name="pg373">
                  <a:extLst>
                    <a:ext uri="{FF2B5EF4-FFF2-40B4-BE49-F238E27FC236}">
                      <a16:creationId xmlns:a16="http://schemas.microsoft.com/office/drawing/2014/main" id="{A57BC147-005F-6EFB-656E-B3E721706E6D}"/>
                    </a:ext>
                  </a:extLst>
                </p:cNvPr>
                <p:cNvSpPr/>
                <p:nvPr/>
              </p:nvSpPr>
              <p:spPr>
                <a:xfrm>
                  <a:off x="5311067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5" name="pg374">
                  <a:extLst>
                    <a:ext uri="{FF2B5EF4-FFF2-40B4-BE49-F238E27FC236}">
                      <a16:creationId xmlns:a16="http://schemas.microsoft.com/office/drawing/2014/main" id="{AA297E42-A912-4221-1D7F-732C35101878}"/>
                    </a:ext>
                  </a:extLst>
                </p:cNvPr>
                <p:cNvSpPr/>
                <p:nvPr/>
              </p:nvSpPr>
              <p:spPr>
                <a:xfrm>
                  <a:off x="5322704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6" name="pg375">
                  <a:extLst>
                    <a:ext uri="{FF2B5EF4-FFF2-40B4-BE49-F238E27FC236}">
                      <a16:creationId xmlns:a16="http://schemas.microsoft.com/office/drawing/2014/main" id="{49409D27-C719-35C1-E349-90E4522D6DA1}"/>
                    </a:ext>
                  </a:extLst>
                </p:cNvPr>
                <p:cNvSpPr/>
                <p:nvPr/>
              </p:nvSpPr>
              <p:spPr>
                <a:xfrm>
                  <a:off x="5334341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7" name="pg376">
                  <a:extLst>
                    <a:ext uri="{FF2B5EF4-FFF2-40B4-BE49-F238E27FC236}">
                      <a16:creationId xmlns:a16="http://schemas.microsoft.com/office/drawing/2014/main" id="{8A587DC5-11E6-C8E5-FD4A-3DB2CBBD2792}"/>
                    </a:ext>
                  </a:extLst>
                </p:cNvPr>
                <p:cNvSpPr/>
                <p:nvPr/>
              </p:nvSpPr>
              <p:spPr>
                <a:xfrm>
                  <a:off x="5345979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8" name="pg377">
                  <a:extLst>
                    <a:ext uri="{FF2B5EF4-FFF2-40B4-BE49-F238E27FC236}">
                      <a16:creationId xmlns:a16="http://schemas.microsoft.com/office/drawing/2014/main" id="{1C8B4DE9-F2BB-05BC-77ED-ADF74C389BD1}"/>
                    </a:ext>
                  </a:extLst>
                </p:cNvPr>
                <p:cNvSpPr/>
                <p:nvPr/>
              </p:nvSpPr>
              <p:spPr>
                <a:xfrm>
                  <a:off x="5357616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1A4">
                    <a:alpha val="100000"/>
                  </a:srgbClr>
                </a:solidFill>
                <a:ln w="5420" cap="flat">
                  <a:solidFill>
                    <a:srgbClr val="3A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9" name="pg378">
                  <a:extLst>
                    <a:ext uri="{FF2B5EF4-FFF2-40B4-BE49-F238E27FC236}">
                      <a16:creationId xmlns:a16="http://schemas.microsoft.com/office/drawing/2014/main" id="{FAF1CBC2-0F53-A25E-D557-6F9FD94CA8EE}"/>
                    </a:ext>
                  </a:extLst>
                </p:cNvPr>
                <p:cNvSpPr/>
                <p:nvPr/>
              </p:nvSpPr>
              <p:spPr>
                <a:xfrm>
                  <a:off x="6067493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0" name="pg379">
                  <a:extLst>
                    <a:ext uri="{FF2B5EF4-FFF2-40B4-BE49-F238E27FC236}">
                      <a16:creationId xmlns:a16="http://schemas.microsoft.com/office/drawing/2014/main" id="{A9D114A9-E9E7-32CC-E012-B08F113F72DA}"/>
                    </a:ext>
                  </a:extLst>
                </p:cNvPr>
                <p:cNvSpPr/>
                <p:nvPr/>
              </p:nvSpPr>
              <p:spPr>
                <a:xfrm>
                  <a:off x="6079130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1" name="pg380">
                  <a:extLst>
                    <a:ext uri="{FF2B5EF4-FFF2-40B4-BE49-F238E27FC236}">
                      <a16:creationId xmlns:a16="http://schemas.microsoft.com/office/drawing/2014/main" id="{14547493-9E02-BBBC-3F0C-9ADF34200C56}"/>
                    </a:ext>
                  </a:extLst>
                </p:cNvPr>
                <p:cNvSpPr/>
                <p:nvPr/>
              </p:nvSpPr>
              <p:spPr>
                <a:xfrm>
                  <a:off x="6090768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2" name="pg381">
                  <a:extLst>
                    <a:ext uri="{FF2B5EF4-FFF2-40B4-BE49-F238E27FC236}">
                      <a16:creationId xmlns:a16="http://schemas.microsoft.com/office/drawing/2014/main" id="{449019EC-5412-2FF9-387E-D94DDE3E3F20}"/>
                    </a:ext>
                  </a:extLst>
                </p:cNvPr>
                <p:cNvSpPr/>
                <p:nvPr/>
              </p:nvSpPr>
              <p:spPr>
                <a:xfrm>
                  <a:off x="6102405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3" name="pg382">
                  <a:extLst>
                    <a:ext uri="{FF2B5EF4-FFF2-40B4-BE49-F238E27FC236}">
                      <a16:creationId xmlns:a16="http://schemas.microsoft.com/office/drawing/2014/main" id="{AE8B50EB-3DE5-2465-1BC2-A84313E38DBE}"/>
                    </a:ext>
                  </a:extLst>
                </p:cNvPr>
                <p:cNvSpPr/>
                <p:nvPr/>
              </p:nvSpPr>
              <p:spPr>
                <a:xfrm>
                  <a:off x="6114042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4" name="pg383">
                  <a:extLst>
                    <a:ext uri="{FF2B5EF4-FFF2-40B4-BE49-F238E27FC236}">
                      <a16:creationId xmlns:a16="http://schemas.microsoft.com/office/drawing/2014/main" id="{E66B6C92-29CB-8E94-9572-95241B87CEBD}"/>
                    </a:ext>
                  </a:extLst>
                </p:cNvPr>
                <p:cNvSpPr/>
                <p:nvPr/>
              </p:nvSpPr>
              <p:spPr>
                <a:xfrm>
                  <a:off x="6125680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1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5" name="pg384">
                  <a:extLst>
                    <a:ext uri="{FF2B5EF4-FFF2-40B4-BE49-F238E27FC236}">
                      <a16:creationId xmlns:a16="http://schemas.microsoft.com/office/drawing/2014/main" id="{40E30E8E-3E69-D43C-B27F-E558212E6041}"/>
                    </a:ext>
                  </a:extLst>
                </p:cNvPr>
                <p:cNvSpPr/>
                <p:nvPr/>
              </p:nvSpPr>
              <p:spPr>
                <a:xfrm>
                  <a:off x="6137317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6" name="pg385">
                  <a:extLst>
                    <a:ext uri="{FF2B5EF4-FFF2-40B4-BE49-F238E27FC236}">
                      <a16:creationId xmlns:a16="http://schemas.microsoft.com/office/drawing/2014/main" id="{09DCA792-9697-903C-BC21-37C0D5B6E5D7}"/>
                    </a:ext>
                  </a:extLst>
                </p:cNvPr>
                <p:cNvSpPr/>
                <p:nvPr/>
              </p:nvSpPr>
              <p:spPr>
                <a:xfrm>
                  <a:off x="6148954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7" name="pg386">
                  <a:extLst>
                    <a:ext uri="{FF2B5EF4-FFF2-40B4-BE49-F238E27FC236}">
                      <a16:creationId xmlns:a16="http://schemas.microsoft.com/office/drawing/2014/main" id="{3E55AA9B-4A40-00FB-8D5E-40E517EB099F}"/>
                    </a:ext>
                  </a:extLst>
                </p:cNvPr>
                <p:cNvSpPr/>
                <p:nvPr/>
              </p:nvSpPr>
              <p:spPr>
                <a:xfrm>
                  <a:off x="6160592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8" name="pg387">
                  <a:extLst>
                    <a:ext uri="{FF2B5EF4-FFF2-40B4-BE49-F238E27FC236}">
                      <a16:creationId xmlns:a16="http://schemas.microsoft.com/office/drawing/2014/main" id="{F19D5036-FB89-71C8-F4BE-C188E1465B8D}"/>
                    </a:ext>
                  </a:extLst>
                </p:cNvPr>
                <p:cNvSpPr/>
                <p:nvPr/>
              </p:nvSpPr>
              <p:spPr>
                <a:xfrm>
                  <a:off x="6172229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9" name="pg388">
                  <a:extLst>
                    <a:ext uri="{FF2B5EF4-FFF2-40B4-BE49-F238E27FC236}">
                      <a16:creationId xmlns:a16="http://schemas.microsoft.com/office/drawing/2014/main" id="{6656520F-CEDC-1066-1E4D-40BA80017D79}"/>
                    </a:ext>
                  </a:extLst>
                </p:cNvPr>
                <p:cNvSpPr/>
                <p:nvPr/>
              </p:nvSpPr>
              <p:spPr>
                <a:xfrm>
                  <a:off x="6183866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0" name="pg389">
                  <a:extLst>
                    <a:ext uri="{FF2B5EF4-FFF2-40B4-BE49-F238E27FC236}">
                      <a16:creationId xmlns:a16="http://schemas.microsoft.com/office/drawing/2014/main" id="{4AA4F66D-01DB-6FE7-D7CA-A42136037378}"/>
                    </a:ext>
                  </a:extLst>
                </p:cNvPr>
                <p:cNvSpPr/>
                <p:nvPr/>
              </p:nvSpPr>
              <p:spPr>
                <a:xfrm>
                  <a:off x="6195504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1" name="pg390">
                  <a:extLst>
                    <a:ext uri="{FF2B5EF4-FFF2-40B4-BE49-F238E27FC236}">
                      <a16:creationId xmlns:a16="http://schemas.microsoft.com/office/drawing/2014/main" id="{7CF1BEA3-2199-214B-71FF-1BBFB9A61B25}"/>
                    </a:ext>
                  </a:extLst>
                </p:cNvPr>
                <p:cNvSpPr/>
                <p:nvPr/>
              </p:nvSpPr>
              <p:spPr>
                <a:xfrm>
                  <a:off x="6207141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2" name="pg391">
                  <a:extLst>
                    <a:ext uri="{FF2B5EF4-FFF2-40B4-BE49-F238E27FC236}">
                      <a16:creationId xmlns:a16="http://schemas.microsoft.com/office/drawing/2014/main" id="{21AE9B07-AEED-B802-7A16-B068A1E5678A}"/>
                    </a:ext>
                  </a:extLst>
                </p:cNvPr>
                <p:cNvSpPr/>
                <p:nvPr/>
              </p:nvSpPr>
              <p:spPr>
                <a:xfrm>
                  <a:off x="6218778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3" name="pg392">
                  <a:extLst>
                    <a:ext uri="{FF2B5EF4-FFF2-40B4-BE49-F238E27FC236}">
                      <a16:creationId xmlns:a16="http://schemas.microsoft.com/office/drawing/2014/main" id="{A028D817-68CD-B0E4-2F22-11DB993191ED}"/>
                    </a:ext>
                  </a:extLst>
                </p:cNvPr>
                <p:cNvSpPr/>
                <p:nvPr/>
              </p:nvSpPr>
              <p:spPr>
                <a:xfrm>
                  <a:off x="6230416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4" name="pg393">
                  <a:extLst>
                    <a:ext uri="{FF2B5EF4-FFF2-40B4-BE49-F238E27FC236}">
                      <a16:creationId xmlns:a16="http://schemas.microsoft.com/office/drawing/2014/main" id="{9F7DC2CF-F7BA-8DEF-2044-5939A69193D0}"/>
                    </a:ext>
                  </a:extLst>
                </p:cNvPr>
                <p:cNvSpPr/>
                <p:nvPr/>
              </p:nvSpPr>
              <p:spPr>
                <a:xfrm>
                  <a:off x="6242053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5" name="pg394">
                  <a:extLst>
                    <a:ext uri="{FF2B5EF4-FFF2-40B4-BE49-F238E27FC236}">
                      <a16:creationId xmlns:a16="http://schemas.microsoft.com/office/drawing/2014/main" id="{2A1B9EAF-CBB6-8420-F4EA-6769E838D170}"/>
                    </a:ext>
                  </a:extLst>
                </p:cNvPr>
                <p:cNvSpPr/>
                <p:nvPr/>
              </p:nvSpPr>
              <p:spPr>
                <a:xfrm>
                  <a:off x="6253690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6" name="pg395">
                  <a:extLst>
                    <a:ext uri="{FF2B5EF4-FFF2-40B4-BE49-F238E27FC236}">
                      <a16:creationId xmlns:a16="http://schemas.microsoft.com/office/drawing/2014/main" id="{72F22629-4E44-55F8-8FD4-176E0B7C6D36}"/>
                    </a:ext>
                  </a:extLst>
                </p:cNvPr>
                <p:cNvSpPr/>
                <p:nvPr/>
              </p:nvSpPr>
              <p:spPr>
                <a:xfrm>
                  <a:off x="6265328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7" name="pg396">
                  <a:extLst>
                    <a:ext uri="{FF2B5EF4-FFF2-40B4-BE49-F238E27FC236}">
                      <a16:creationId xmlns:a16="http://schemas.microsoft.com/office/drawing/2014/main" id="{64E03651-077E-E29A-D378-4EE878B92DC2}"/>
                    </a:ext>
                  </a:extLst>
                </p:cNvPr>
                <p:cNvSpPr/>
                <p:nvPr/>
              </p:nvSpPr>
              <p:spPr>
                <a:xfrm>
                  <a:off x="6276965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8" name="pg397">
                  <a:extLst>
                    <a:ext uri="{FF2B5EF4-FFF2-40B4-BE49-F238E27FC236}">
                      <a16:creationId xmlns:a16="http://schemas.microsoft.com/office/drawing/2014/main" id="{60AE6BDF-D281-11C9-F6E9-2AADB5D5361D}"/>
                    </a:ext>
                  </a:extLst>
                </p:cNvPr>
                <p:cNvSpPr/>
                <p:nvPr/>
              </p:nvSpPr>
              <p:spPr>
                <a:xfrm>
                  <a:off x="6288602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9" name="pg398">
                  <a:extLst>
                    <a:ext uri="{FF2B5EF4-FFF2-40B4-BE49-F238E27FC236}">
                      <a16:creationId xmlns:a16="http://schemas.microsoft.com/office/drawing/2014/main" id="{6A4B6DB3-D1A9-73A9-98F4-FE3B0DE587CF}"/>
                    </a:ext>
                  </a:extLst>
                </p:cNvPr>
                <p:cNvSpPr/>
                <p:nvPr/>
              </p:nvSpPr>
              <p:spPr>
                <a:xfrm>
                  <a:off x="6300240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0" name="pg399">
                  <a:extLst>
                    <a:ext uri="{FF2B5EF4-FFF2-40B4-BE49-F238E27FC236}">
                      <a16:creationId xmlns:a16="http://schemas.microsoft.com/office/drawing/2014/main" id="{4B166ADF-40E7-D115-EE7A-7E347D079297}"/>
                    </a:ext>
                  </a:extLst>
                </p:cNvPr>
                <p:cNvSpPr/>
                <p:nvPr/>
              </p:nvSpPr>
              <p:spPr>
                <a:xfrm>
                  <a:off x="6311877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1" name="pg400">
                  <a:extLst>
                    <a:ext uri="{FF2B5EF4-FFF2-40B4-BE49-F238E27FC236}">
                      <a16:creationId xmlns:a16="http://schemas.microsoft.com/office/drawing/2014/main" id="{48C404F9-610D-FA3C-F8B2-E27365168526}"/>
                    </a:ext>
                  </a:extLst>
                </p:cNvPr>
                <p:cNvSpPr/>
                <p:nvPr/>
              </p:nvSpPr>
              <p:spPr>
                <a:xfrm>
                  <a:off x="6323514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2" name="pg401">
                  <a:extLst>
                    <a:ext uri="{FF2B5EF4-FFF2-40B4-BE49-F238E27FC236}">
                      <a16:creationId xmlns:a16="http://schemas.microsoft.com/office/drawing/2014/main" id="{A4F17E64-DCCD-5C46-2D52-1668AC019405}"/>
                    </a:ext>
                  </a:extLst>
                </p:cNvPr>
                <p:cNvSpPr/>
                <p:nvPr/>
              </p:nvSpPr>
              <p:spPr>
                <a:xfrm>
                  <a:off x="6335152" y="27936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3" name="pg402">
                  <a:extLst>
                    <a:ext uri="{FF2B5EF4-FFF2-40B4-BE49-F238E27FC236}">
                      <a16:creationId xmlns:a16="http://schemas.microsoft.com/office/drawing/2014/main" id="{4FFFEF1B-40B0-4638-06F5-C80D3ED54602}"/>
                    </a:ext>
                  </a:extLst>
                </p:cNvPr>
                <p:cNvSpPr/>
                <p:nvPr/>
              </p:nvSpPr>
              <p:spPr>
                <a:xfrm>
                  <a:off x="5264517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4" name="pg403">
                  <a:extLst>
                    <a:ext uri="{FF2B5EF4-FFF2-40B4-BE49-F238E27FC236}">
                      <a16:creationId xmlns:a16="http://schemas.microsoft.com/office/drawing/2014/main" id="{23CB08A4-929F-D8E7-F341-B0DBB62B708F}"/>
                    </a:ext>
                  </a:extLst>
                </p:cNvPr>
                <p:cNvSpPr/>
                <p:nvPr/>
              </p:nvSpPr>
              <p:spPr>
                <a:xfrm>
                  <a:off x="5276155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5" name="pg404">
                  <a:extLst>
                    <a:ext uri="{FF2B5EF4-FFF2-40B4-BE49-F238E27FC236}">
                      <a16:creationId xmlns:a16="http://schemas.microsoft.com/office/drawing/2014/main" id="{B6895E35-DCAB-2ACB-D444-13B7678281A5}"/>
                    </a:ext>
                  </a:extLst>
                </p:cNvPr>
                <p:cNvSpPr/>
                <p:nvPr/>
              </p:nvSpPr>
              <p:spPr>
                <a:xfrm>
                  <a:off x="5287792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6" name="pg405">
                  <a:extLst>
                    <a:ext uri="{FF2B5EF4-FFF2-40B4-BE49-F238E27FC236}">
                      <a16:creationId xmlns:a16="http://schemas.microsoft.com/office/drawing/2014/main" id="{354D10A0-8241-B2C0-02AA-78B0ABFE96BD}"/>
                    </a:ext>
                  </a:extLst>
                </p:cNvPr>
                <p:cNvSpPr/>
                <p:nvPr/>
              </p:nvSpPr>
              <p:spPr>
                <a:xfrm>
                  <a:off x="5299429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7" name="pg406">
                  <a:extLst>
                    <a:ext uri="{FF2B5EF4-FFF2-40B4-BE49-F238E27FC236}">
                      <a16:creationId xmlns:a16="http://schemas.microsoft.com/office/drawing/2014/main" id="{4CAD676F-B683-EFA8-0BEB-866F65009725}"/>
                    </a:ext>
                  </a:extLst>
                </p:cNvPr>
                <p:cNvSpPr/>
                <p:nvPr/>
              </p:nvSpPr>
              <p:spPr>
                <a:xfrm>
                  <a:off x="5311067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8" name="pg407">
                  <a:extLst>
                    <a:ext uri="{FF2B5EF4-FFF2-40B4-BE49-F238E27FC236}">
                      <a16:creationId xmlns:a16="http://schemas.microsoft.com/office/drawing/2014/main" id="{6BA226B3-8F27-A263-FD0E-AEAD04CC6200}"/>
                    </a:ext>
                  </a:extLst>
                </p:cNvPr>
                <p:cNvSpPr/>
                <p:nvPr/>
              </p:nvSpPr>
              <p:spPr>
                <a:xfrm>
                  <a:off x="5322704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9" name="pg408">
                  <a:extLst>
                    <a:ext uri="{FF2B5EF4-FFF2-40B4-BE49-F238E27FC236}">
                      <a16:creationId xmlns:a16="http://schemas.microsoft.com/office/drawing/2014/main" id="{17BA5B1F-EB2C-F434-3203-9269078388D4}"/>
                    </a:ext>
                  </a:extLst>
                </p:cNvPr>
                <p:cNvSpPr/>
                <p:nvPr/>
              </p:nvSpPr>
              <p:spPr>
                <a:xfrm>
                  <a:off x="6055856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67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0" name="pg409">
                  <a:extLst>
                    <a:ext uri="{FF2B5EF4-FFF2-40B4-BE49-F238E27FC236}">
                      <a16:creationId xmlns:a16="http://schemas.microsoft.com/office/drawing/2014/main" id="{C535D46A-D437-F170-EA58-A742EB221CA6}"/>
                    </a:ext>
                  </a:extLst>
                </p:cNvPr>
                <p:cNvSpPr/>
                <p:nvPr/>
              </p:nvSpPr>
              <p:spPr>
                <a:xfrm>
                  <a:off x="6067493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1" name="pg410">
                  <a:extLst>
                    <a:ext uri="{FF2B5EF4-FFF2-40B4-BE49-F238E27FC236}">
                      <a16:creationId xmlns:a16="http://schemas.microsoft.com/office/drawing/2014/main" id="{D45E4D2B-8DCD-16E5-D305-3185A07F68D2}"/>
                    </a:ext>
                  </a:extLst>
                </p:cNvPr>
                <p:cNvSpPr/>
                <p:nvPr/>
              </p:nvSpPr>
              <p:spPr>
                <a:xfrm>
                  <a:off x="6079130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2" name="pg411">
                  <a:extLst>
                    <a:ext uri="{FF2B5EF4-FFF2-40B4-BE49-F238E27FC236}">
                      <a16:creationId xmlns:a16="http://schemas.microsoft.com/office/drawing/2014/main" id="{B0E71DE6-7D93-F6BF-D042-A56F1E160C0B}"/>
                    </a:ext>
                  </a:extLst>
                </p:cNvPr>
                <p:cNvSpPr/>
                <p:nvPr/>
              </p:nvSpPr>
              <p:spPr>
                <a:xfrm>
                  <a:off x="6090768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3" name="pg412">
                  <a:extLst>
                    <a:ext uri="{FF2B5EF4-FFF2-40B4-BE49-F238E27FC236}">
                      <a16:creationId xmlns:a16="http://schemas.microsoft.com/office/drawing/2014/main" id="{1349F13B-C7CF-4058-9383-3EAAFCA3B02E}"/>
                    </a:ext>
                  </a:extLst>
                </p:cNvPr>
                <p:cNvSpPr/>
                <p:nvPr/>
              </p:nvSpPr>
              <p:spPr>
                <a:xfrm>
                  <a:off x="6102405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4" name="pg413">
                  <a:extLst>
                    <a:ext uri="{FF2B5EF4-FFF2-40B4-BE49-F238E27FC236}">
                      <a16:creationId xmlns:a16="http://schemas.microsoft.com/office/drawing/2014/main" id="{B954B77B-9419-E6F8-9CE1-DFC02DDF7B6C}"/>
                    </a:ext>
                  </a:extLst>
                </p:cNvPr>
                <p:cNvSpPr/>
                <p:nvPr/>
              </p:nvSpPr>
              <p:spPr>
                <a:xfrm>
                  <a:off x="6114042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0">
                    <a:alpha val="100000"/>
                  </a:srgbClr>
                </a:solidFill>
                <a:ln w="5420" cap="flat">
                  <a:solidFill>
                    <a:srgbClr val="3B70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5" name="pg414">
                  <a:extLst>
                    <a:ext uri="{FF2B5EF4-FFF2-40B4-BE49-F238E27FC236}">
                      <a16:creationId xmlns:a16="http://schemas.microsoft.com/office/drawing/2014/main" id="{B31366B7-6468-16A4-8C02-5346E9E12B0C}"/>
                    </a:ext>
                  </a:extLst>
                </p:cNvPr>
                <p:cNvSpPr/>
                <p:nvPr/>
              </p:nvSpPr>
              <p:spPr>
                <a:xfrm>
                  <a:off x="6125680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6" name="pg415">
                  <a:extLst>
                    <a:ext uri="{FF2B5EF4-FFF2-40B4-BE49-F238E27FC236}">
                      <a16:creationId xmlns:a16="http://schemas.microsoft.com/office/drawing/2014/main" id="{98FED018-B580-9C20-D1B7-B90E6E3F2610}"/>
                    </a:ext>
                  </a:extLst>
                </p:cNvPr>
                <p:cNvSpPr/>
                <p:nvPr/>
              </p:nvSpPr>
              <p:spPr>
                <a:xfrm>
                  <a:off x="6137317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7" name="pg416">
                  <a:extLst>
                    <a:ext uri="{FF2B5EF4-FFF2-40B4-BE49-F238E27FC236}">
                      <a16:creationId xmlns:a16="http://schemas.microsoft.com/office/drawing/2014/main" id="{997E4069-4E74-9B56-431A-5639CEB78A03}"/>
                    </a:ext>
                  </a:extLst>
                </p:cNvPr>
                <p:cNvSpPr/>
                <p:nvPr/>
              </p:nvSpPr>
              <p:spPr>
                <a:xfrm>
                  <a:off x="6148954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8" name="pg417">
                  <a:extLst>
                    <a:ext uri="{FF2B5EF4-FFF2-40B4-BE49-F238E27FC236}">
                      <a16:creationId xmlns:a16="http://schemas.microsoft.com/office/drawing/2014/main" id="{C3325181-861D-01E2-2E6D-CB0F03BDFFDC}"/>
                    </a:ext>
                  </a:extLst>
                </p:cNvPr>
                <p:cNvSpPr/>
                <p:nvPr/>
              </p:nvSpPr>
              <p:spPr>
                <a:xfrm>
                  <a:off x="6160592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9" name="pg418">
                  <a:extLst>
                    <a:ext uri="{FF2B5EF4-FFF2-40B4-BE49-F238E27FC236}">
                      <a16:creationId xmlns:a16="http://schemas.microsoft.com/office/drawing/2014/main" id="{DA33206B-216D-14FC-2F00-77F5F79ECEF4}"/>
                    </a:ext>
                  </a:extLst>
                </p:cNvPr>
                <p:cNvSpPr/>
                <p:nvPr/>
              </p:nvSpPr>
              <p:spPr>
                <a:xfrm>
                  <a:off x="6172229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0" name="pg419">
                  <a:extLst>
                    <a:ext uri="{FF2B5EF4-FFF2-40B4-BE49-F238E27FC236}">
                      <a16:creationId xmlns:a16="http://schemas.microsoft.com/office/drawing/2014/main" id="{F6084B89-A1EA-C09E-3F77-16DA0B1B6735}"/>
                    </a:ext>
                  </a:extLst>
                </p:cNvPr>
                <p:cNvSpPr/>
                <p:nvPr/>
              </p:nvSpPr>
              <p:spPr>
                <a:xfrm>
                  <a:off x="6230416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1" name="pg420">
                  <a:extLst>
                    <a:ext uri="{FF2B5EF4-FFF2-40B4-BE49-F238E27FC236}">
                      <a16:creationId xmlns:a16="http://schemas.microsoft.com/office/drawing/2014/main" id="{DD0FE124-7BB8-46A0-F8A8-5B4BE5500DBF}"/>
                    </a:ext>
                  </a:extLst>
                </p:cNvPr>
                <p:cNvSpPr/>
                <p:nvPr/>
              </p:nvSpPr>
              <p:spPr>
                <a:xfrm>
                  <a:off x="6242053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2" name="pg421">
                  <a:extLst>
                    <a:ext uri="{FF2B5EF4-FFF2-40B4-BE49-F238E27FC236}">
                      <a16:creationId xmlns:a16="http://schemas.microsoft.com/office/drawing/2014/main" id="{2E9DEA8E-2D42-6935-38EF-BF166C40F0BE}"/>
                    </a:ext>
                  </a:extLst>
                </p:cNvPr>
                <p:cNvSpPr/>
                <p:nvPr/>
              </p:nvSpPr>
              <p:spPr>
                <a:xfrm>
                  <a:off x="6253690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3" name="pg422">
                  <a:extLst>
                    <a:ext uri="{FF2B5EF4-FFF2-40B4-BE49-F238E27FC236}">
                      <a16:creationId xmlns:a16="http://schemas.microsoft.com/office/drawing/2014/main" id="{79DC06B1-CF56-4AF0-FA4A-2B4CA7BF819D}"/>
                    </a:ext>
                  </a:extLst>
                </p:cNvPr>
                <p:cNvSpPr/>
                <p:nvPr/>
              </p:nvSpPr>
              <p:spPr>
                <a:xfrm>
                  <a:off x="6265328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4" name="pg423">
                  <a:extLst>
                    <a:ext uri="{FF2B5EF4-FFF2-40B4-BE49-F238E27FC236}">
                      <a16:creationId xmlns:a16="http://schemas.microsoft.com/office/drawing/2014/main" id="{6040BDA9-C76F-998E-A0B2-76FCFA18F5F4}"/>
                    </a:ext>
                  </a:extLst>
                </p:cNvPr>
                <p:cNvSpPr/>
                <p:nvPr/>
              </p:nvSpPr>
              <p:spPr>
                <a:xfrm>
                  <a:off x="6276965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5" name="pg424">
                  <a:extLst>
                    <a:ext uri="{FF2B5EF4-FFF2-40B4-BE49-F238E27FC236}">
                      <a16:creationId xmlns:a16="http://schemas.microsoft.com/office/drawing/2014/main" id="{ABCBE841-D39B-E181-C52E-CF3107D48612}"/>
                    </a:ext>
                  </a:extLst>
                </p:cNvPr>
                <p:cNvSpPr/>
                <p:nvPr/>
              </p:nvSpPr>
              <p:spPr>
                <a:xfrm>
                  <a:off x="6288602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6" name="pg425">
                  <a:extLst>
                    <a:ext uri="{FF2B5EF4-FFF2-40B4-BE49-F238E27FC236}">
                      <a16:creationId xmlns:a16="http://schemas.microsoft.com/office/drawing/2014/main" id="{57629347-3753-51BB-67BF-6DFA84E62978}"/>
                    </a:ext>
                  </a:extLst>
                </p:cNvPr>
                <p:cNvSpPr/>
                <p:nvPr/>
              </p:nvSpPr>
              <p:spPr>
                <a:xfrm>
                  <a:off x="6300240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7" name="pg426">
                  <a:extLst>
                    <a:ext uri="{FF2B5EF4-FFF2-40B4-BE49-F238E27FC236}">
                      <a16:creationId xmlns:a16="http://schemas.microsoft.com/office/drawing/2014/main" id="{C528A12D-8C62-1DD5-3F1A-7D373ECA8452}"/>
                    </a:ext>
                  </a:extLst>
                </p:cNvPr>
                <p:cNvSpPr/>
                <p:nvPr/>
              </p:nvSpPr>
              <p:spPr>
                <a:xfrm>
                  <a:off x="6311877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8" name="pg427">
                  <a:extLst>
                    <a:ext uri="{FF2B5EF4-FFF2-40B4-BE49-F238E27FC236}">
                      <a16:creationId xmlns:a16="http://schemas.microsoft.com/office/drawing/2014/main" id="{D7C1ACD5-3609-085C-368F-E926D71FF0B9}"/>
                    </a:ext>
                  </a:extLst>
                </p:cNvPr>
                <p:cNvSpPr/>
                <p:nvPr/>
              </p:nvSpPr>
              <p:spPr>
                <a:xfrm>
                  <a:off x="6323514" y="28079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9" name="pg428">
                  <a:extLst>
                    <a:ext uri="{FF2B5EF4-FFF2-40B4-BE49-F238E27FC236}">
                      <a16:creationId xmlns:a16="http://schemas.microsoft.com/office/drawing/2014/main" id="{5D473C12-9091-2766-BBE9-3FEC6FA47EB7}"/>
                    </a:ext>
                  </a:extLst>
                </p:cNvPr>
                <p:cNvSpPr/>
                <p:nvPr/>
              </p:nvSpPr>
              <p:spPr>
                <a:xfrm>
                  <a:off x="5264517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0" name="pg429">
                  <a:extLst>
                    <a:ext uri="{FF2B5EF4-FFF2-40B4-BE49-F238E27FC236}">
                      <a16:creationId xmlns:a16="http://schemas.microsoft.com/office/drawing/2014/main" id="{F9956898-890B-75FB-1D48-5C653AC7AEAF}"/>
                    </a:ext>
                  </a:extLst>
                </p:cNvPr>
                <p:cNvSpPr/>
                <p:nvPr/>
              </p:nvSpPr>
              <p:spPr>
                <a:xfrm>
                  <a:off x="5276155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1" name="pg430">
                  <a:extLst>
                    <a:ext uri="{FF2B5EF4-FFF2-40B4-BE49-F238E27FC236}">
                      <a16:creationId xmlns:a16="http://schemas.microsoft.com/office/drawing/2014/main" id="{F5F4D2D1-E1A5-9AA8-A4F2-89E3C0D58922}"/>
                    </a:ext>
                  </a:extLst>
                </p:cNvPr>
                <p:cNvSpPr/>
                <p:nvPr/>
              </p:nvSpPr>
              <p:spPr>
                <a:xfrm>
                  <a:off x="5287792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2" name="pg431">
                  <a:extLst>
                    <a:ext uri="{FF2B5EF4-FFF2-40B4-BE49-F238E27FC236}">
                      <a16:creationId xmlns:a16="http://schemas.microsoft.com/office/drawing/2014/main" id="{982495AB-CA86-F37F-5BFB-8B33E3907EED}"/>
                    </a:ext>
                  </a:extLst>
                </p:cNvPr>
                <p:cNvSpPr/>
                <p:nvPr/>
              </p:nvSpPr>
              <p:spPr>
                <a:xfrm>
                  <a:off x="5299429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3" name="pg432">
                  <a:extLst>
                    <a:ext uri="{FF2B5EF4-FFF2-40B4-BE49-F238E27FC236}">
                      <a16:creationId xmlns:a16="http://schemas.microsoft.com/office/drawing/2014/main" id="{0EDFB19A-6F8E-7F61-BD77-F8EBB24CE8E6}"/>
                    </a:ext>
                  </a:extLst>
                </p:cNvPr>
                <p:cNvSpPr/>
                <p:nvPr/>
              </p:nvSpPr>
              <p:spPr>
                <a:xfrm>
                  <a:off x="6009306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D9C">
                    <a:alpha val="100000"/>
                  </a:srgbClr>
                </a:solidFill>
                <a:ln w="5420" cap="flat">
                  <a:solidFill>
                    <a:srgbClr val="395D9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4" name="pg433">
                  <a:extLst>
                    <a:ext uri="{FF2B5EF4-FFF2-40B4-BE49-F238E27FC236}">
                      <a16:creationId xmlns:a16="http://schemas.microsoft.com/office/drawing/2014/main" id="{072E49F2-81BE-5E41-E9F7-1693BE69829C}"/>
                    </a:ext>
                  </a:extLst>
                </p:cNvPr>
                <p:cNvSpPr/>
                <p:nvPr/>
              </p:nvSpPr>
              <p:spPr>
                <a:xfrm>
                  <a:off x="6020944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F9D">
                    <a:alpha val="100000"/>
                  </a:srgbClr>
                </a:solidFill>
                <a:ln w="5420" cap="flat">
                  <a:solidFill>
                    <a:srgbClr val="395F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5" name="pg434">
                  <a:extLst>
                    <a:ext uri="{FF2B5EF4-FFF2-40B4-BE49-F238E27FC236}">
                      <a16:creationId xmlns:a16="http://schemas.microsoft.com/office/drawing/2014/main" id="{A00972FD-8F4F-E0CA-DF69-70A4F27BA09A}"/>
                    </a:ext>
                  </a:extLst>
                </p:cNvPr>
                <p:cNvSpPr/>
                <p:nvPr/>
              </p:nvSpPr>
              <p:spPr>
                <a:xfrm>
                  <a:off x="6032581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39E">
                    <a:alpha val="100000"/>
                  </a:srgbClr>
                </a:solidFill>
                <a:ln w="5420" cap="flat">
                  <a:solidFill>
                    <a:srgbClr val="3A63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6" name="pg435">
                  <a:extLst>
                    <a:ext uri="{FF2B5EF4-FFF2-40B4-BE49-F238E27FC236}">
                      <a16:creationId xmlns:a16="http://schemas.microsoft.com/office/drawing/2014/main" id="{E3B484A7-003A-55D4-C6FA-5207489DF2F0}"/>
                    </a:ext>
                  </a:extLst>
                </p:cNvPr>
                <p:cNvSpPr/>
                <p:nvPr/>
              </p:nvSpPr>
              <p:spPr>
                <a:xfrm>
                  <a:off x="6044218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59E">
                    <a:alpha val="100000"/>
                  </a:srgbClr>
                </a:solidFill>
                <a:ln w="5420" cap="flat">
                  <a:solidFill>
                    <a:srgbClr val="3A65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7" name="pg436">
                  <a:extLst>
                    <a:ext uri="{FF2B5EF4-FFF2-40B4-BE49-F238E27FC236}">
                      <a16:creationId xmlns:a16="http://schemas.microsoft.com/office/drawing/2014/main" id="{2070A467-9197-1881-12EC-67CE87CC15C6}"/>
                    </a:ext>
                  </a:extLst>
                </p:cNvPr>
                <p:cNvSpPr/>
                <p:nvPr/>
              </p:nvSpPr>
              <p:spPr>
                <a:xfrm>
                  <a:off x="6055856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67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8" name="pg437">
                  <a:extLst>
                    <a:ext uri="{FF2B5EF4-FFF2-40B4-BE49-F238E27FC236}">
                      <a16:creationId xmlns:a16="http://schemas.microsoft.com/office/drawing/2014/main" id="{1750554C-01C6-06AD-F46C-5106C14C282C}"/>
                    </a:ext>
                  </a:extLst>
                </p:cNvPr>
                <p:cNvSpPr/>
                <p:nvPr/>
              </p:nvSpPr>
              <p:spPr>
                <a:xfrm>
                  <a:off x="6067493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9" name="pg438">
                  <a:extLst>
                    <a:ext uri="{FF2B5EF4-FFF2-40B4-BE49-F238E27FC236}">
                      <a16:creationId xmlns:a16="http://schemas.microsoft.com/office/drawing/2014/main" id="{AAD2666A-4C9E-A306-8652-5868876C157A}"/>
                    </a:ext>
                  </a:extLst>
                </p:cNvPr>
                <p:cNvSpPr/>
                <p:nvPr/>
              </p:nvSpPr>
              <p:spPr>
                <a:xfrm>
                  <a:off x="6079130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0" name="pg439">
                  <a:extLst>
                    <a:ext uri="{FF2B5EF4-FFF2-40B4-BE49-F238E27FC236}">
                      <a16:creationId xmlns:a16="http://schemas.microsoft.com/office/drawing/2014/main" id="{F6EDE972-B050-78BE-9CCC-417AA415E8CF}"/>
                    </a:ext>
                  </a:extLst>
                </p:cNvPr>
                <p:cNvSpPr/>
                <p:nvPr/>
              </p:nvSpPr>
              <p:spPr>
                <a:xfrm>
                  <a:off x="6090768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1" name="pg440">
                  <a:extLst>
                    <a:ext uri="{FF2B5EF4-FFF2-40B4-BE49-F238E27FC236}">
                      <a16:creationId xmlns:a16="http://schemas.microsoft.com/office/drawing/2014/main" id="{61E64006-8EEA-61C4-244A-72D42FD21592}"/>
                    </a:ext>
                  </a:extLst>
                </p:cNvPr>
                <p:cNvSpPr/>
                <p:nvPr/>
              </p:nvSpPr>
              <p:spPr>
                <a:xfrm>
                  <a:off x="6102405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2" name="pg441">
                  <a:extLst>
                    <a:ext uri="{FF2B5EF4-FFF2-40B4-BE49-F238E27FC236}">
                      <a16:creationId xmlns:a16="http://schemas.microsoft.com/office/drawing/2014/main" id="{C1502EFB-59BD-6503-E03E-3E0400A46A38}"/>
                    </a:ext>
                  </a:extLst>
                </p:cNvPr>
                <p:cNvSpPr/>
                <p:nvPr/>
              </p:nvSpPr>
              <p:spPr>
                <a:xfrm>
                  <a:off x="6114042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1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3" name="pg442">
                  <a:extLst>
                    <a:ext uri="{FF2B5EF4-FFF2-40B4-BE49-F238E27FC236}">
                      <a16:creationId xmlns:a16="http://schemas.microsoft.com/office/drawing/2014/main" id="{B17A28FA-E0EA-AD36-2C46-C8EEE1F31CD0}"/>
                    </a:ext>
                  </a:extLst>
                </p:cNvPr>
                <p:cNvSpPr/>
                <p:nvPr/>
              </p:nvSpPr>
              <p:spPr>
                <a:xfrm>
                  <a:off x="6207141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4" name="pg443">
                  <a:extLst>
                    <a:ext uri="{FF2B5EF4-FFF2-40B4-BE49-F238E27FC236}">
                      <a16:creationId xmlns:a16="http://schemas.microsoft.com/office/drawing/2014/main" id="{344DBD39-3EF1-3757-3C56-9640B756AE21}"/>
                    </a:ext>
                  </a:extLst>
                </p:cNvPr>
                <p:cNvSpPr/>
                <p:nvPr/>
              </p:nvSpPr>
              <p:spPr>
                <a:xfrm>
                  <a:off x="6218778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5" name="pg444">
                  <a:extLst>
                    <a:ext uri="{FF2B5EF4-FFF2-40B4-BE49-F238E27FC236}">
                      <a16:creationId xmlns:a16="http://schemas.microsoft.com/office/drawing/2014/main" id="{6E6814A3-F108-BF82-905F-7DD72EF13CB7}"/>
                    </a:ext>
                  </a:extLst>
                </p:cNvPr>
                <p:cNvSpPr/>
                <p:nvPr/>
              </p:nvSpPr>
              <p:spPr>
                <a:xfrm>
                  <a:off x="6230416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6" name="pg445">
                  <a:extLst>
                    <a:ext uri="{FF2B5EF4-FFF2-40B4-BE49-F238E27FC236}">
                      <a16:creationId xmlns:a16="http://schemas.microsoft.com/office/drawing/2014/main" id="{0AE993DD-D008-CFEE-E776-1FCB80CB49FF}"/>
                    </a:ext>
                  </a:extLst>
                </p:cNvPr>
                <p:cNvSpPr/>
                <p:nvPr/>
              </p:nvSpPr>
              <p:spPr>
                <a:xfrm>
                  <a:off x="6242053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7" name="pg446">
                  <a:extLst>
                    <a:ext uri="{FF2B5EF4-FFF2-40B4-BE49-F238E27FC236}">
                      <a16:creationId xmlns:a16="http://schemas.microsoft.com/office/drawing/2014/main" id="{7459074F-7B7C-DB5A-5359-2E8BD6218F70}"/>
                    </a:ext>
                  </a:extLst>
                </p:cNvPr>
                <p:cNvSpPr/>
                <p:nvPr/>
              </p:nvSpPr>
              <p:spPr>
                <a:xfrm>
                  <a:off x="6253690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8" name="pg447">
                  <a:extLst>
                    <a:ext uri="{FF2B5EF4-FFF2-40B4-BE49-F238E27FC236}">
                      <a16:creationId xmlns:a16="http://schemas.microsoft.com/office/drawing/2014/main" id="{63D769EB-D87B-5164-72E9-17D3CABF6B04}"/>
                    </a:ext>
                  </a:extLst>
                </p:cNvPr>
                <p:cNvSpPr/>
                <p:nvPr/>
              </p:nvSpPr>
              <p:spPr>
                <a:xfrm>
                  <a:off x="6265328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9" name="pg448">
                  <a:extLst>
                    <a:ext uri="{FF2B5EF4-FFF2-40B4-BE49-F238E27FC236}">
                      <a16:creationId xmlns:a16="http://schemas.microsoft.com/office/drawing/2014/main" id="{5B05191C-C1AA-130D-7EE0-6B602E422B24}"/>
                    </a:ext>
                  </a:extLst>
                </p:cNvPr>
                <p:cNvSpPr/>
                <p:nvPr/>
              </p:nvSpPr>
              <p:spPr>
                <a:xfrm>
                  <a:off x="6276965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0" name="pg449">
                  <a:extLst>
                    <a:ext uri="{FF2B5EF4-FFF2-40B4-BE49-F238E27FC236}">
                      <a16:creationId xmlns:a16="http://schemas.microsoft.com/office/drawing/2014/main" id="{CA070B27-0226-E765-C707-405E82C9B63D}"/>
                    </a:ext>
                  </a:extLst>
                </p:cNvPr>
                <p:cNvSpPr/>
                <p:nvPr/>
              </p:nvSpPr>
              <p:spPr>
                <a:xfrm>
                  <a:off x="6288602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1" name="pg450">
                  <a:extLst>
                    <a:ext uri="{FF2B5EF4-FFF2-40B4-BE49-F238E27FC236}">
                      <a16:creationId xmlns:a16="http://schemas.microsoft.com/office/drawing/2014/main" id="{06A77D4B-AA49-6CF4-21C2-12FE54A86D55}"/>
                    </a:ext>
                  </a:extLst>
                </p:cNvPr>
                <p:cNvSpPr/>
                <p:nvPr/>
              </p:nvSpPr>
              <p:spPr>
                <a:xfrm>
                  <a:off x="6300240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2" name="pg451">
                  <a:extLst>
                    <a:ext uri="{FF2B5EF4-FFF2-40B4-BE49-F238E27FC236}">
                      <a16:creationId xmlns:a16="http://schemas.microsoft.com/office/drawing/2014/main" id="{AF342F08-B3F0-4DB8-A349-0F7C007C3604}"/>
                    </a:ext>
                  </a:extLst>
                </p:cNvPr>
                <p:cNvSpPr/>
                <p:nvPr/>
              </p:nvSpPr>
              <p:spPr>
                <a:xfrm>
                  <a:off x="6311877" y="28222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3" name="pg452">
                  <a:extLst>
                    <a:ext uri="{FF2B5EF4-FFF2-40B4-BE49-F238E27FC236}">
                      <a16:creationId xmlns:a16="http://schemas.microsoft.com/office/drawing/2014/main" id="{AC3457EF-1C00-7885-B6DB-35AAF07D9D68}"/>
                    </a:ext>
                  </a:extLst>
                </p:cNvPr>
                <p:cNvSpPr/>
                <p:nvPr/>
              </p:nvSpPr>
              <p:spPr>
                <a:xfrm>
                  <a:off x="5892933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57A">
                    <a:alpha val="100000"/>
                  </a:srgbClr>
                </a:solidFill>
                <a:ln w="5420" cap="flat">
                  <a:solidFill>
                    <a:srgbClr val="3C457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4" name="pg453">
                  <a:extLst>
                    <a:ext uri="{FF2B5EF4-FFF2-40B4-BE49-F238E27FC236}">
                      <a16:creationId xmlns:a16="http://schemas.microsoft.com/office/drawing/2014/main" id="{25A34055-1F0D-BAD0-4DDC-13C49074AD7B}"/>
                    </a:ext>
                  </a:extLst>
                </p:cNvPr>
                <p:cNvSpPr/>
                <p:nvPr/>
              </p:nvSpPr>
              <p:spPr>
                <a:xfrm>
                  <a:off x="5904570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77D">
                    <a:alpha val="100000"/>
                  </a:srgbClr>
                </a:solidFill>
                <a:ln w="5420" cap="flat">
                  <a:solidFill>
                    <a:srgbClr val="3C477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5" name="pg454">
                  <a:extLst>
                    <a:ext uri="{FF2B5EF4-FFF2-40B4-BE49-F238E27FC236}">
                      <a16:creationId xmlns:a16="http://schemas.microsoft.com/office/drawing/2014/main" id="{BFC0FC45-1EBF-B112-0D91-5D1A318A45AD}"/>
                    </a:ext>
                  </a:extLst>
                </p:cNvPr>
                <p:cNvSpPr/>
                <p:nvPr/>
              </p:nvSpPr>
              <p:spPr>
                <a:xfrm>
                  <a:off x="5916208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B82">
                    <a:alpha val="100000"/>
                  </a:srgbClr>
                </a:solidFill>
                <a:ln w="5420" cap="flat">
                  <a:solidFill>
                    <a:srgbClr val="3C4B8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6" name="pg455">
                  <a:extLst>
                    <a:ext uri="{FF2B5EF4-FFF2-40B4-BE49-F238E27FC236}">
                      <a16:creationId xmlns:a16="http://schemas.microsoft.com/office/drawing/2014/main" id="{ADEA1DA3-A7DF-E0E1-4C39-3FCCD5291F8C}"/>
                    </a:ext>
                  </a:extLst>
                </p:cNvPr>
                <p:cNvSpPr/>
                <p:nvPr/>
              </p:nvSpPr>
              <p:spPr>
                <a:xfrm>
                  <a:off x="5927845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D85">
                    <a:alpha val="100000"/>
                  </a:srgbClr>
                </a:solidFill>
                <a:ln w="5420" cap="flat">
                  <a:solidFill>
                    <a:srgbClr val="3C4D8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7" name="pg456">
                  <a:extLst>
                    <a:ext uri="{FF2B5EF4-FFF2-40B4-BE49-F238E27FC236}">
                      <a16:creationId xmlns:a16="http://schemas.microsoft.com/office/drawing/2014/main" id="{8C457011-6B73-1F69-774F-2B13DD0CEAAE}"/>
                    </a:ext>
                  </a:extLst>
                </p:cNvPr>
                <p:cNvSpPr/>
                <p:nvPr/>
              </p:nvSpPr>
              <p:spPr>
                <a:xfrm>
                  <a:off x="5939482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4F88">
                    <a:alpha val="100000"/>
                  </a:srgbClr>
                </a:solidFill>
                <a:ln w="5420" cap="flat">
                  <a:solidFill>
                    <a:srgbClr val="3B4F8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8" name="pg457">
                  <a:extLst>
                    <a:ext uri="{FF2B5EF4-FFF2-40B4-BE49-F238E27FC236}">
                      <a16:creationId xmlns:a16="http://schemas.microsoft.com/office/drawing/2014/main" id="{164A8785-E62F-2C8D-89A9-F8541D55BE21}"/>
                    </a:ext>
                  </a:extLst>
                </p:cNvPr>
                <p:cNvSpPr/>
                <p:nvPr/>
              </p:nvSpPr>
              <p:spPr>
                <a:xfrm>
                  <a:off x="5951120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18B">
                    <a:alpha val="100000"/>
                  </a:srgbClr>
                </a:solidFill>
                <a:ln w="5420" cap="flat">
                  <a:solidFill>
                    <a:srgbClr val="3B518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9" name="pg458">
                  <a:extLst>
                    <a:ext uri="{FF2B5EF4-FFF2-40B4-BE49-F238E27FC236}">
                      <a16:creationId xmlns:a16="http://schemas.microsoft.com/office/drawing/2014/main" id="{03DD47E0-C7D3-31F0-FE95-9D2627BF0DCC}"/>
                    </a:ext>
                  </a:extLst>
                </p:cNvPr>
                <p:cNvSpPr/>
                <p:nvPr/>
              </p:nvSpPr>
              <p:spPr>
                <a:xfrm>
                  <a:off x="5962757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38E">
                    <a:alpha val="100000"/>
                  </a:srgbClr>
                </a:solidFill>
                <a:ln w="5420" cap="flat">
                  <a:solidFill>
                    <a:srgbClr val="3B538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0" name="pg459">
                  <a:extLst>
                    <a:ext uri="{FF2B5EF4-FFF2-40B4-BE49-F238E27FC236}">
                      <a16:creationId xmlns:a16="http://schemas.microsoft.com/office/drawing/2014/main" id="{474712AD-3F88-492D-ACA3-0E824D080804}"/>
                    </a:ext>
                  </a:extLst>
                </p:cNvPr>
                <p:cNvSpPr/>
                <p:nvPr/>
              </p:nvSpPr>
              <p:spPr>
                <a:xfrm>
                  <a:off x="5974394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692">
                    <a:alpha val="100000"/>
                  </a:srgbClr>
                </a:solidFill>
                <a:ln w="5420" cap="flat">
                  <a:solidFill>
                    <a:srgbClr val="3B569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1" name="pg460">
                  <a:extLst>
                    <a:ext uri="{FF2B5EF4-FFF2-40B4-BE49-F238E27FC236}">
                      <a16:creationId xmlns:a16="http://schemas.microsoft.com/office/drawing/2014/main" id="{2A0675FD-A77C-B0F9-0895-73249D9D7444}"/>
                    </a:ext>
                  </a:extLst>
                </p:cNvPr>
                <p:cNvSpPr/>
                <p:nvPr/>
              </p:nvSpPr>
              <p:spPr>
                <a:xfrm>
                  <a:off x="5986032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895">
                    <a:alpha val="100000"/>
                  </a:srgbClr>
                </a:solidFill>
                <a:ln w="5420" cap="flat">
                  <a:solidFill>
                    <a:srgbClr val="3A589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2" name="pg461">
                  <a:extLst>
                    <a:ext uri="{FF2B5EF4-FFF2-40B4-BE49-F238E27FC236}">
                      <a16:creationId xmlns:a16="http://schemas.microsoft.com/office/drawing/2014/main" id="{ABCF721C-1536-CA73-C3F3-346FFCE4CC6A}"/>
                    </a:ext>
                  </a:extLst>
                </p:cNvPr>
                <p:cNvSpPr/>
                <p:nvPr/>
              </p:nvSpPr>
              <p:spPr>
                <a:xfrm>
                  <a:off x="5997669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A98">
                    <a:alpha val="100000"/>
                  </a:srgbClr>
                </a:solidFill>
                <a:ln w="5420" cap="flat">
                  <a:solidFill>
                    <a:srgbClr val="3A5A9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3" name="pg462">
                  <a:extLst>
                    <a:ext uri="{FF2B5EF4-FFF2-40B4-BE49-F238E27FC236}">
                      <a16:creationId xmlns:a16="http://schemas.microsoft.com/office/drawing/2014/main" id="{D3947F99-1DC6-FCDB-D03C-E66613D37F97}"/>
                    </a:ext>
                  </a:extLst>
                </p:cNvPr>
                <p:cNvSpPr/>
                <p:nvPr/>
              </p:nvSpPr>
              <p:spPr>
                <a:xfrm>
                  <a:off x="6009306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C9B">
                    <a:alpha val="100000"/>
                  </a:srgbClr>
                </a:solidFill>
                <a:ln w="5420" cap="flat">
                  <a:solidFill>
                    <a:srgbClr val="395C9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4" name="pg463">
                  <a:extLst>
                    <a:ext uri="{FF2B5EF4-FFF2-40B4-BE49-F238E27FC236}">
                      <a16:creationId xmlns:a16="http://schemas.microsoft.com/office/drawing/2014/main" id="{85D9DA47-A156-5B6E-A1CA-47E9032BBDC1}"/>
                    </a:ext>
                  </a:extLst>
                </p:cNvPr>
                <p:cNvSpPr/>
                <p:nvPr/>
              </p:nvSpPr>
              <p:spPr>
                <a:xfrm>
                  <a:off x="6020944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F9C">
                    <a:alpha val="100000"/>
                  </a:srgbClr>
                </a:solidFill>
                <a:ln w="5420" cap="flat">
                  <a:solidFill>
                    <a:srgbClr val="395F9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5" name="pg464">
                  <a:extLst>
                    <a:ext uri="{FF2B5EF4-FFF2-40B4-BE49-F238E27FC236}">
                      <a16:creationId xmlns:a16="http://schemas.microsoft.com/office/drawing/2014/main" id="{88175D6F-21C0-AC11-2050-2E7555E6772E}"/>
                    </a:ext>
                  </a:extLst>
                </p:cNvPr>
                <p:cNvSpPr/>
                <p:nvPr/>
              </p:nvSpPr>
              <p:spPr>
                <a:xfrm>
                  <a:off x="6032581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39D">
                    <a:alpha val="100000"/>
                  </a:srgbClr>
                </a:solidFill>
                <a:ln w="5420" cap="flat">
                  <a:solidFill>
                    <a:srgbClr val="3A63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6" name="pg465">
                  <a:extLst>
                    <a:ext uri="{FF2B5EF4-FFF2-40B4-BE49-F238E27FC236}">
                      <a16:creationId xmlns:a16="http://schemas.microsoft.com/office/drawing/2014/main" id="{6F9793A9-1457-2D58-1DC1-4CC69A5F09B7}"/>
                    </a:ext>
                  </a:extLst>
                </p:cNvPr>
                <p:cNvSpPr/>
                <p:nvPr/>
              </p:nvSpPr>
              <p:spPr>
                <a:xfrm>
                  <a:off x="6044218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59E">
                    <a:alpha val="100000"/>
                  </a:srgbClr>
                </a:solidFill>
                <a:ln w="5420" cap="flat">
                  <a:solidFill>
                    <a:srgbClr val="3A65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7" name="pg466">
                  <a:extLst>
                    <a:ext uri="{FF2B5EF4-FFF2-40B4-BE49-F238E27FC236}">
                      <a16:creationId xmlns:a16="http://schemas.microsoft.com/office/drawing/2014/main" id="{253288FF-2758-F6C9-BF41-495461B73CAB}"/>
                    </a:ext>
                  </a:extLst>
                </p:cNvPr>
                <p:cNvSpPr/>
                <p:nvPr/>
              </p:nvSpPr>
              <p:spPr>
                <a:xfrm>
                  <a:off x="6055856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67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8" name="pg467">
                  <a:extLst>
                    <a:ext uri="{FF2B5EF4-FFF2-40B4-BE49-F238E27FC236}">
                      <a16:creationId xmlns:a16="http://schemas.microsoft.com/office/drawing/2014/main" id="{7036B5E4-FC85-5A69-0115-4B736694A5D6}"/>
                    </a:ext>
                  </a:extLst>
                </p:cNvPr>
                <p:cNvSpPr/>
                <p:nvPr/>
              </p:nvSpPr>
              <p:spPr>
                <a:xfrm>
                  <a:off x="6067493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9" name="pg468">
                  <a:extLst>
                    <a:ext uri="{FF2B5EF4-FFF2-40B4-BE49-F238E27FC236}">
                      <a16:creationId xmlns:a16="http://schemas.microsoft.com/office/drawing/2014/main" id="{A837A68D-79C6-434D-0313-D24541040D91}"/>
                    </a:ext>
                  </a:extLst>
                </p:cNvPr>
                <p:cNvSpPr/>
                <p:nvPr/>
              </p:nvSpPr>
              <p:spPr>
                <a:xfrm>
                  <a:off x="6079130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9F">
                    <a:alpha val="100000"/>
                  </a:srgbClr>
                </a:solidFill>
                <a:ln w="5420" cap="flat">
                  <a:solidFill>
                    <a:srgbClr val="3A6C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0" name="pg469">
                  <a:extLst>
                    <a:ext uri="{FF2B5EF4-FFF2-40B4-BE49-F238E27FC236}">
                      <a16:creationId xmlns:a16="http://schemas.microsoft.com/office/drawing/2014/main" id="{A43501C1-40ED-C760-F217-9FF199F54B74}"/>
                    </a:ext>
                  </a:extLst>
                </p:cNvPr>
                <p:cNvSpPr/>
                <p:nvPr/>
              </p:nvSpPr>
              <p:spPr>
                <a:xfrm>
                  <a:off x="6090768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1" name="pg470">
                  <a:extLst>
                    <a:ext uri="{FF2B5EF4-FFF2-40B4-BE49-F238E27FC236}">
                      <a16:creationId xmlns:a16="http://schemas.microsoft.com/office/drawing/2014/main" id="{9E8018FD-573B-755A-9873-94AB5BBDC62B}"/>
                    </a:ext>
                  </a:extLst>
                </p:cNvPr>
                <p:cNvSpPr/>
                <p:nvPr/>
              </p:nvSpPr>
              <p:spPr>
                <a:xfrm>
                  <a:off x="6102405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2" name="pg471">
                  <a:extLst>
                    <a:ext uri="{FF2B5EF4-FFF2-40B4-BE49-F238E27FC236}">
                      <a16:creationId xmlns:a16="http://schemas.microsoft.com/office/drawing/2014/main" id="{EBD57BBE-6A70-5BCD-2569-5EC8E587E67E}"/>
                    </a:ext>
                  </a:extLst>
                </p:cNvPr>
                <p:cNvSpPr/>
                <p:nvPr/>
              </p:nvSpPr>
              <p:spPr>
                <a:xfrm>
                  <a:off x="6114042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3" name="pg472">
                  <a:extLst>
                    <a:ext uri="{FF2B5EF4-FFF2-40B4-BE49-F238E27FC236}">
                      <a16:creationId xmlns:a16="http://schemas.microsoft.com/office/drawing/2014/main" id="{5A2F44AD-243C-0D6D-ADC4-754CB280E3EB}"/>
                    </a:ext>
                  </a:extLst>
                </p:cNvPr>
                <p:cNvSpPr/>
                <p:nvPr/>
              </p:nvSpPr>
              <p:spPr>
                <a:xfrm>
                  <a:off x="6183866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4" name="pg473">
                  <a:extLst>
                    <a:ext uri="{FF2B5EF4-FFF2-40B4-BE49-F238E27FC236}">
                      <a16:creationId xmlns:a16="http://schemas.microsoft.com/office/drawing/2014/main" id="{14A93003-FD7E-FC8B-7247-1BE251F3F559}"/>
                    </a:ext>
                  </a:extLst>
                </p:cNvPr>
                <p:cNvSpPr/>
                <p:nvPr/>
              </p:nvSpPr>
              <p:spPr>
                <a:xfrm>
                  <a:off x="6195504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5" name="pg474">
                  <a:extLst>
                    <a:ext uri="{FF2B5EF4-FFF2-40B4-BE49-F238E27FC236}">
                      <a16:creationId xmlns:a16="http://schemas.microsoft.com/office/drawing/2014/main" id="{D53C3A9D-CCC2-8F4F-EA30-1DB677D74C57}"/>
                    </a:ext>
                  </a:extLst>
                </p:cNvPr>
                <p:cNvSpPr/>
                <p:nvPr/>
              </p:nvSpPr>
              <p:spPr>
                <a:xfrm>
                  <a:off x="6207141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6" name="pg475">
                  <a:extLst>
                    <a:ext uri="{FF2B5EF4-FFF2-40B4-BE49-F238E27FC236}">
                      <a16:creationId xmlns:a16="http://schemas.microsoft.com/office/drawing/2014/main" id="{5E3B615A-B87C-5CC0-D120-8BFF8A442088}"/>
                    </a:ext>
                  </a:extLst>
                </p:cNvPr>
                <p:cNvSpPr/>
                <p:nvPr/>
              </p:nvSpPr>
              <p:spPr>
                <a:xfrm>
                  <a:off x="6218778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7" name="pg476">
                  <a:extLst>
                    <a:ext uri="{FF2B5EF4-FFF2-40B4-BE49-F238E27FC236}">
                      <a16:creationId xmlns:a16="http://schemas.microsoft.com/office/drawing/2014/main" id="{355AAB5A-E050-A913-D335-2AB98F222B1B}"/>
                    </a:ext>
                  </a:extLst>
                </p:cNvPr>
                <p:cNvSpPr/>
                <p:nvPr/>
              </p:nvSpPr>
              <p:spPr>
                <a:xfrm>
                  <a:off x="6230416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8" name="pg477">
                  <a:extLst>
                    <a:ext uri="{FF2B5EF4-FFF2-40B4-BE49-F238E27FC236}">
                      <a16:creationId xmlns:a16="http://schemas.microsoft.com/office/drawing/2014/main" id="{177CAEB6-6F3F-671B-4D2D-6CDC602A867B}"/>
                    </a:ext>
                  </a:extLst>
                </p:cNvPr>
                <p:cNvSpPr/>
                <p:nvPr/>
              </p:nvSpPr>
              <p:spPr>
                <a:xfrm>
                  <a:off x="6242053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9" name="pg478">
                  <a:extLst>
                    <a:ext uri="{FF2B5EF4-FFF2-40B4-BE49-F238E27FC236}">
                      <a16:creationId xmlns:a16="http://schemas.microsoft.com/office/drawing/2014/main" id="{C5928DDF-35C5-D618-4875-D85042D7903E}"/>
                    </a:ext>
                  </a:extLst>
                </p:cNvPr>
                <p:cNvSpPr/>
                <p:nvPr/>
              </p:nvSpPr>
              <p:spPr>
                <a:xfrm>
                  <a:off x="6253690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0" name="pg479">
                  <a:extLst>
                    <a:ext uri="{FF2B5EF4-FFF2-40B4-BE49-F238E27FC236}">
                      <a16:creationId xmlns:a16="http://schemas.microsoft.com/office/drawing/2014/main" id="{B8374576-26C2-5B28-DA9B-85BA0AC72A05}"/>
                    </a:ext>
                  </a:extLst>
                </p:cNvPr>
                <p:cNvSpPr/>
                <p:nvPr/>
              </p:nvSpPr>
              <p:spPr>
                <a:xfrm>
                  <a:off x="6265328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1" name="pg480">
                  <a:extLst>
                    <a:ext uri="{FF2B5EF4-FFF2-40B4-BE49-F238E27FC236}">
                      <a16:creationId xmlns:a16="http://schemas.microsoft.com/office/drawing/2014/main" id="{42F6AE81-B831-F740-BFC7-7D21F215BE4A}"/>
                    </a:ext>
                  </a:extLst>
                </p:cNvPr>
                <p:cNvSpPr/>
                <p:nvPr/>
              </p:nvSpPr>
              <p:spPr>
                <a:xfrm>
                  <a:off x="6276965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2" name="pg481">
                  <a:extLst>
                    <a:ext uri="{FF2B5EF4-FFF2-40B4-BE49-F238E27FC236}">
                      <a16:creationId xmlns:a16="http://schemas.microsoft.com/office/drawing/2014/main" id="{9C1B8274-8993-2316-4197-8C70BB47C287}"/>
                    </a:ext>
                  </a:extLst>
                </p:cNvPr>
                <p:cNvSpPr/>
                <p:nvPr/>
              </p:nvSpPr>
              <p:spPr>
                <a:xfrm>
                  <a:off x="6288602" y="28365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3" name="pg482">
                  <a:extLst>
                    <a:ext uri="{FF2B5EF4-FFF2-40B4-BE49-F238E27FC236}">
                      <a16:creationId xmlns:a16="http://schemas.microsoft.com/office/drawing/2014/main" id="{33DEBC46-4CDB-13E8-CB74-2AC46179D9E8}"/>
                    </a:ext>
                  </a:extLst>
                </p:cNvPr>
                <p:cNvSpPr/>
                <p:nvPr/>
              </p:nvSpPr>
              <p:spPr>
                <a:xfrm>
                  <a:off x="5881296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073">
                    <a:alpha val="100000"/>
                  </a:srgbClr>
                </a:solidFill>
                <a:ln w="5420" cap="flat">
                  <a:solidFill>
                    <a:srgbClr val="3C407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4" name="pg483">
                  <a:extLst>
                    <a:ext uri="{FF2B5EF4-FFF2-40B4-BE49-F238E27FC236}">
                      <a16:creationId xmlns:a16="http://schemas.microsoft.com/office/drawing/2014/main" id="{8689F4FA-8224-4E4E-A9F2-3E258C3790E9}"/>
                    </a:ext>
                  </a:extLst>
                </p:cNvPr>
                <p:cNvSpPr/>
                <p:nvPr/>
              </p:nvSpPr>
              <p:spPr>
                <a:xfrm>
                  <a:off x="5892933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275">
                    <a:alpha val="100000"/>
                  </a:srgbClr>
                </a:solidFill>
                <a:ln w="5420" cap="flat">
                  <a:solidFill>
                    <a:srgbClr val="3C427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5" name="pg484">
                  <a:extLst>
                    <a:ext uri="{FF2B5EF4-FFF2-40B4-BE49-F238E27FC236}">
                      <a16:creationId xmlns:a16="http://schemas.microsoft.com/office/drawing/2014/main" id="{39F523C8-B5F6-F757-4DBA-6659DD2E7AB7}"/>
                    </a:ext>
                  </a:extLst>
                </p:cNvPr>
                <p:cNvSpPr/>
                <p:nvPr/>
              </p:nvSpPr>
              <p:spPr>
                <a:xfrm>
                  <a:off x="5904570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478">
                    <a:alpha val="100000"/>
                  </a:srgbClr>
                </a:solidFill>
                <a:ln w="5420" cap="flat">
                  <a:solidFill>
                    <a:srgbClr val="3C447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6" name="pg485">
                  <a:extLst>
                    <a:ext uri="{FF2B5EF4-FFF2-40B4-BE49-F238E27FC236}">
                      <a16:creationId xmlns:a16="http://schemas.microsoft.com/office/drawing/2014/main" id="{5108F60D-AC19-8DCC-6A99-6CB305C8BFF9}"/>
                    </a:ext>
                  </a:extLst>
                </p:cNvPr>
                <p:cNvSpPr/>
                <p:nvPr/>
              </p:nvSpPr>
              <p:spPr>
                <a:xfrm>
                  <a:off x="5916208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87E">
                    <a:alpha val="100000"/>
                  </a:srgbClr>
                </a:solidFill>
                <a:ln w="5420" cap="flat">
                  <a:solidFill>
                    <a:srgbClr val="3C487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7" name="pg486">
                  <a:extLst>
                    <a:ext uri="{FF2B5EF4-FFF2-40B4-BE49-F238E27FC236}">
                      <a16:creationId xmlns:a16="http://schemas.microsoft.com/office/drawing/2014/main" id="{7C582EFC-D1F4-9401-0274-D0101B573A4C}"/>
                    </a:ext>
                  </a:extLst>
                </p:cNvPr>
                <p:cNvSpPr/>
                <p:nvPr/>
              </p:nvSpPr>
              <p:spPr>
                <a:xfrm>
                  <a:off x="5927845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B82">
                    <a:alpha val="100000"/>
                  </a:srgbClr>
                </a:solidFill>
                <a:ln w="5420" cap="flat">
                  <a:solidFill>
                    <a:srgbClr val="3C4B8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8" name="pg487">
                  <a:extLst>
                    <a:ext uri="{FF2B5EF4-FFF2-40B4-BE49-F238E27FC236}">
                      <a16:creationId xmlns:a16="http://schemas.microsoft.com/office/drawing/2014/main" id="{31468099-B34D-C73A-305D-09A774478214}"/>
                    </a:ext>
                  </a:extLst>
                </p:cNvPr>
                <p:cNvSpPr/>
                <p:nvPr/>
              </p:nvSpPr>
              <p:spPr>
                <a:xfrm>
                  <a:off x="5939482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D85">
                    <a:alpha val="100000"/>
                  </a:srgbClr>
                </a:solidFill>
                <a:ln w="5420" cap="flat">
                  <a:solidFill>
                    <a:srgbClr val="3C4D8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9" name="pg488">
                  <a:extLst>
                    <a:ext uri="{FF2B5EF4-FFF2-40B4-BE49-F238E27FC236}">
                      <a16:creationId xmlns:a16="http://schemas.microsoft.com/office/drawing/2014/main" id="{7FE47F97-346F-DB6E-F9B9-129E1418C10A}"/>
                    </a:ext>
                  </a:extLst>
                </p:cNvPr>
                <p:cNvSpPr/>
                <p:nvPr/>
              </p:nvSpPr>
              <p:spPr>
                <a:xfrm>
                  <a:off x="5951120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089">
                    <a:alpha val="100000"/>
                  </a:srgbClr>
                </a:solidFill>
                <a:ln w="5420" cap="flat">
                  <a:solidFill>
                    <a:srgbClr val="3B508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0" name="pg489">
                  <a:extLst>
                    <a:ext uri="{FF2B5EF4-FFF2-40B4-BE49-F238E27FC236}">
                      <a16:creationId xmlns:a16="http://schemas.microsoft.com/office/drawing/2014/main" id="{26A9D82D-523F-1376-3077-55C01E2C6007}"/>
                    </a:ext>
                  </a:extLst>
                </p:cNvPr>
                <p:cNvSpPr/>
                <p:nvPr/>
              </p:nvSpPr>
              <p:spPr>
                <a:xfrm>
                  <a:off x="5962757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28C">
                    <a:alpha val="100000"/>
                  </a:srgbClr>
                </a:solidFill>
                <a:ln w="5420" cap="flat">
                  <a:solidFill>
                    <a:srgbClr val="3B528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1" name="pg490">
                  <a:extLst>
                    <a:ext uri="{FF2B5EF4-FFF2-40B4-BE49-F238E27FC236}">
                      <a16:creationId xmlns:a16="http://schemas.microsoft.com/office/drawing/2014/main" id="{D32B4A8E-BFA6-A138-F64B-E84E38DF840E}"/>
                    </a:ext>
                  </a:extLst>
                </p:cNvPr>
                <p:cNvSpPr/>
                <p:nvPr/>
              </p:nvSpPr>
              <p:spPr>
                <a:xfrm>
                  <a:off x="5974394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490">
                    <a:alpha val="100000"/>
                  </a:srgbClr>
                </a:solidFill>
                <a:ln w="5420" cap="flat">
                  <a:solidFill>
                    <a:srgbClr val="3B549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2" name="pg491">
                  <a:extLst>
                    <a:ext uri="{FF2B5EF4-FFF2-40B4-BE49-F238E27FC236}">
                      <a16:creationId xmlns:a16="http://schemas.microsoft.com/office/drawing/2014/main" id="{70CDE01A-1C99-81DE-F15F-BA5C0B2F6BE2}"/>
                    </a:ext>
                  </a:extLst>
                </p:cNvPr>
                <p:cNvSpPr/>
                <p:nvPr/>
              </p:nvSpPr>
              <p:spPr>
                <a:xfrm>
                  <a:off x="5986032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793">
                    <a:alpha val="100000"/>
                  </a:srgbClr>
                </a:solidFill>
                <a:ln w="5420" cap="flat">
                  <a:solidFill>
                    <a:srgbClr val="3A579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3" name="pg492">
                  <a:extLst>
                    <a:ext uri="{FF2B5EF4-FFF2-40B4-BE49-F238E27FC236}">
                      <a16:creationId xmlns:a16="http://schemas.microsoft.com/office/drawing/2014/main" id="{CFC00719-271E-6B87-5C39-76BE70195F84}"/>
                    </a:ext>
                  </a:extLst>
                </p:cNvPr>
                <p:cNvSpPr/>
                <p:nvPr/>
              </p:nvSpPr>
              <p:spPr>
                <a:xfrm>
                  <a:off x="5997669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997">
                    <a:alpha val="100000"/>
                  </a:srgbClr>
                </a:solidFill>
                <a:ln w="5420" cap="flat">
                  <a:solidFill>
                    <a:srgbClr val="3A599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4" name="pg493">
                  <a:extLst>
                    <a:ext uri="{FF2B5EF4-FFF2-40B4-BE49-F238E27FC236}">
                      <a16:creationId xmlns:a16="http://schemas.microsoft.com/office/drawing/2014/main" id="{B4C60DF8-C6C1-10A3-BDCE-01B632E31C58}"/>
                    </a:ext>
                  </a:extLst>
                </p:cNvPr>
                <p:cNvSpPr/>
                <p:nvPr/>
              </p:nvSpPr>
              <p:spPr>
                <a:xfrm>
                  <a:off x="6009306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C9A">
                    <a:alpha val="100000"/>
                  </a:srgbClr>
                </a:solidFill>
                <a:ln w="5420" cap="flat">
                  <a:solidFill>
                    <a:srgbClr val="395C9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5" name="pg494">
                  <a:extLst>
                    <a:ext uri="{FF2B5EF4-FFF2-40B4-BE49-F238E27FC236}">
                      <a16:creationId xmlns:a16="http://schemas.microsoft.com/office/drawing/2014/main" id="{966614C1-8AC6-2996-E919-486DDF6F9CA9}"/>
                    </a:ext>
                  </a:extLst>
                </p:cNvPr>
                <p:cNvSpPr/>
                <p:nvPr/>
              </p:nvSpPr>
              <p:spPr>
                <a:xfrm>
                  <a:off x="6020944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E9C">
                    <a:alpha val="100000"/>
                  </a:srgbClr>
                </a:solidFill>
                <a:ln w="5420" cap="flat">
                  <a:solidFill>
                    <a:srgbClr val="395E9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6" name="pg495">
                  <a:extLst>
                    <a:ext uri="{FF2B5EF4-FFF2-40B4-BE49-F238E27FC236}">
                      <a16:creationId xmlns:a16="http://schemas.microsoft.com/office/drawing/2014/main" id="{3DBC98D4-207A-38CD-4D5F-EC4E554C5FD8}"/>
                    </a:ext>
                  </a:extLst>
                </p:cNvPr>
                <p:cNvSpPr/>
                <p:nvPr/>
              </p:nvSpPr>
              <p:spPr>
                <a:xfrm>
                  <a:off x="6032581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39D">
                    <a:alpha val="100000"/>
                  </a:srgbClr>
                </a:solidFill>
                <a:ln w="5420" cap="flat">
                  <a:solidFill>
                    <a:srgbClr val="3A63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7" name="pg496">
                  <a:extLst>
                    <a:ext uri="{FF2B5EF4-FFF2-40B4-BE49-F238E27FC236}">
                      <a16:creationId xmlns:a16="http://schemas.microsoft.com/office/drawing/2014/main" id="{4694DF21-16EA-5911-D418-9BCDFCBE9E1B}"/>
                    </a:ext>
                  </a:extLst>
                </p:cNvPr>
                <p:cNvSpPr/>
                <p:nvPr/>
              </p:nvSpPr>
              <p:spPr>
                <a:xfrm>
                  <a:off x="6044218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59E">
                    <a:alpha val="100000"/>
                  </a:srgbClr>
                </a:solidFill>
                <a:ln w="5420" cap="flat">
                  <a:solidFill>
                    <a:srgbClr val="3A65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8" name="pg497">
                  <a:extLst>
                    <a:ext uri="{FF2B5EF4-FFF2-40B4-BE49-F238E27FC236}">
                      <a16:creationId xmlns:a16="http://schemas.microsoft.com/office/drawing/2014/main" id="{9047D4CC-9D54-2B66-C01A-58B5E46E2313}"/>
                    </a:ext>
                  </a:extLst>
                </p:cNvPr>
                <p:cNvSpPr/>
                <p:nvPr/>
              </p:nvSpPr>
              <p:spPr>
                <a:xfrm>
                  <a:off x="6055856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89F">
                    <a:alpha val="100000"/>
                  </a:srgbClr>
                </a:solidFill>
                <a:ln w="5420" cap="flat">
                  <a:solidFill>
                    <a:srgbClr val="3A68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9" name="pg498">
                  <a:extLst>
                    <a:ext uri="{FF2B5EF4-FFF2-40B4-BE49-F238E27FC236}">
                      <a16:creationId xmlns:a16="http://schemas.microsoft.com/office/drawing/2014/main" id="{49B66BDB-CE32-B1EA-6F67-CD3D248494C7}"/>
                    </a:ext>
                  </a:extLst>
                </p:cNvPr>
                <p:cNvSpPr/>
                <p:nvPr/>
              </p:nvSpPr>
              <p:spPr>
                <a:xfrm>
                  <a:off x="6067493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0" name="pg499">
                  <a:extLst>
                    <a:ext uri="{FF2B5EF4-FFF2-40B4-BE49-F238E27FC236}">
                      <a16:creationId xmlns:a16="http://schemas.microsoft.com/office/drawing/2014/main" id="{E2081F76-3B99-8961-069F-370C27084E9C}"/>
                    </a:ext>
                  </a:extLst>
                </p:cNvPr>
                <p:cNvSpPr/>
                <p:nvPr/>
              </p:nvSpPr>
              <p:spPr>
                <a:xfrm>
                  <a:off x="6079130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1" name="pg500">
                  <a:extLst>
                    <a:ext uri="{FF2B5EF4-FFF2-40B4-BE49-F238E27FC236}">
                      <a16:creationId xmlns:a16="http://schemas.microsoft.com/office/drawing/2014/main" id="{0B6DAD1D-CA02-FC52-883C-9D84111B1C44}"/>
                    </a:ext>
                  </a:extLst>
                </p:cNvPr>
                <p:cNvSpPr/>
                <p:nvPr/>
              </p:nvSpPr>
              <p:spPr>
                <a:xfrm>
                  <a:off x="6090768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2" name="pg501">
                  <a:extLst>
                    <a:ext uri="{FF2B5EF4-FFF2-40B4-BE49-F238E27FC236}">
                      <a16:creationId xmlns:a16="http://schemas.microsoft.com/office/drawing/2014/main" id="{7ADB13EB-CBEA-A356-6667-887B98C3355B}"/>
                    </a:ext>
                  </a:extLst>
                </p:cNvPr>
                <p:cNvSpPr/>
                <p:nvPr/>
              </p:nvSpPr>
              <p:spPr>
                <a:xfrm>
                  <a:off x="6102405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0">
                    <a:alpha val="100000"/>
                  </a:srgbClr>
                </a:solidFill>
                <a:ln w="5420" cap="flat">
                  <a:solidFill>
                    <a:srgbClr val="3B70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3" name="pg502">
                  <a:extLst>
                    <a:ext uri="{FF2B5EF4-FFF2-40B4-BE49-F238E27FC236}">
                      <a16:creationId xmlns:a16="http://schemas.microsoft.com/office/drawing/2014/main" id="{1A054570-6205-C12A-6F4D-C4705764C7DE}"/>
                    </a:ext>
                  </a:extLst>
                </p:cNvPr>
                <p:cNvSpPr/>
                <p:nvPr/>
              </p:nvSpPr>
              <p:spPr>
                <a:xfrm>
                  <a:off x="6172229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4" name="pg503">
                  <a:extLst>
                    <a:ext uri="{FF2B5EF4-FFF2-40B4-BE49-F238E27FC236}">
                      <a16:creationId xmlns:a16="http://schemas.microsoft.com/office/drawing/2014/main" id="{1DB543DE-5296-DF31-1FB8-FB86EF00E5D3}"/>
                    </a:ext>
                  </a:extLst>
                </p:cNvPr>
                <p:cNvSpPr/>
                <p:nvPr/>
              </p:nvSpPr>
              <p:spPr>
                <a:xfrm>
                  <a:off x="6183866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5" name="pg504">
                  <a:extLst>
                    <a:ext uri="{FF2B5EF4-FFF2-40B4-BE49-F238E27FC236}">
                      <a16:creationId xmlns:a16="http://schemas.microsoft.com/office/drawing/2014/main" id="{92F6724F-99D9-4376-2018-42CBC883340F}"/>
                    </a:ext>
                  </a:extLst>
                </p:cNvPr>
                <p:cNvSpPr/>
                <p:nvPr/>
              </p:nvSpPr>
              <p:spPr>
                <a:xfrm>
                  <a:off x="6195504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6" name="pg505">
                  <a:extLst>
                    <a:ext uri="{FF2B5EF4-FFF2-40B4-BE49-F238E27FC236}">
                      <a16:creationId xmlns:a16="http://schemas.microsoft.com/office/drawing/2014/main" id="{1217D1F5-0712-4C06-0DC1-61B927598E92}"/>
                    </a:ext>
                  </a:extLst>
                </p:cNvPr>
                <p:cNvSpPr/>
                <p:nvPr/>
              </p:nvSpPr>
              <p:spPr>
                <a:xfrm>
                  <a:off x="6207141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7" name="pg506">
                  <a:extLst>
                    <a:ext uri="{FF2B5EF4-FFF2-40B4-BE49-F238E27FC236}">
                      <a16:creationId xmlns:a16="http://schemas.microsoft.com/office/drawing/2014/main" id="{0D8BDCFD-E4E3-FB8A-63B7-AC082BF93D69}"/>
                    </a:ext>
                  </a:extLst>
                </p:cNvPr>
                <p:cNvSpPr/>
                <p:nvPr/>
              </p:nvSpPr>
              <p:spPr>
                <a:xfrm>
                  <a:off x="6218778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8" name="pg507">
                  <a:extLst>
                    <a:ext uri="{FF2B5EF4-FFF2-40B4-BE49-F238E27FC236}">
                      <a16:creationId xmlns:a16="http://schemas.microsoft.com/office/drawing/2014/main" id="{75C87B7E-2206-F67A-978A-724D10DBF9A7}"/>
                    </a:ext>
                  </a:extLst>
                </p:cNvPr>
                <p:cNvSpPr/>
                <p:nvPr/>
              </p:nvSpPr>
              <p:spPr>
                <a:xfrm>
                  <a:off x="6230416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9" name="pg508">
                  <a:extLst>
                    <a:ext uri="{FF2B5EF4-FFF2-40B4-BE49-F238E27FC236}">
                      <a16:creationId xmlns:a16="http://schemas.microsoft.com/office/drawing/2014/main" id="{CBDA2B71-97F9-01BB-C7C0-61B2F465A3BF}"/>
                    </a:ext>
                  </a:extLst>
                </p:cNvPr>
                <p:cNvSpPr/>
                <p:nvPr/>
              </p:nvSpPr>
              <p:spPr>
                <a:xfrm>
                  <a:off x="6242053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0" name="pg509">
                  <a:extLst>
                    <a:ext uri="{FF2B5EF4-FFF2-40B4-BE49-F238E27FC236}">
                      <a16:creationId xmlns:a16="http://schemas.microsoft.com/office/drawing/2014/main" id="{CBA48D2F-9CDA-2F57-D4A9-3B0599C195A9}"/>
                    </a:ext>
                  </a:extLst>
                </p:cNvPr>
                <p:cNvSpPr/>
                <p:nvPr/>
              </p:nvSpPr>
              <p:spPr>
                <a:xfrm>
                  <a:off x="6253690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1" name="pg510">
                  <a:extLst>
                    <a:ext uri="{FF2B5EF4-FFF2-40B4-BE49-F238E27FC236}">
                      <a16:creationId xmlns:a16="http://schemas.microsoft.com/office/drawing/2014/main" id="{517CC3CD-0DA1-B4DE-B596-42F49AEB09FD}"/>
                    </a:ext>
                  </a:extLst>
                </p:cNvPr>
                <p:cNvSpPr/>
                <p:nvPr/>
              </p:nvSpPr>
              <p:spPr>
                <a:xfrm>
                  <a:off x="6265328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2" name="pg511">
                  <a:extLst>
                    <a:ext uri="{FF2B5EF4-FFF2-40B4-BE49-F238E27FC236}">
                      <a16:creationId xmlns:a16="http://schemas.microsoft.com/office/drawing/2014/main" id="{06A5804D-DD5B-E04E-0975-88E1E2DC3D4D}"/>
                    </a:ext>
                  </a:extLst>
                </p:cNvPr>
                <p:cNvSpPr/>
                <p:nvPr/>
              </p:nvSpPr>
              <p:spPr>
                <a:xfrm>
                  <a:off x="6276965" y="28508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3" name="pg512">
                  <a:extLst>
                    <a:ext uri="{FF2B5EF4-FFF2-40B4-BE49-F238E27FC236}">
                      <a16:creationId xmlns:a16="http://schemas.microsoft.com/office/drawing/2014/main" id="{45D67CB0-E4B4-C016-2658-EE11950AED8E}"/>
                    </a:ext>
                  </a:extLst>
                </p:cNvPr>
                <p:cNvSpPr/>
                <p:nvPr/>
              </p:nvSpPr>
              <p:spPr>
                <a:xfrm>
                  <a:off x="5869658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A6A">
                    <a:alpha val="100000"/>
                  </a:srgbClr>
                </a:solidFill>
                <a:ln w="5420" cap="flat">
                  <a:solidFill>
                    <a:srgbClr val="3B3A6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4" name="pg513">
                  <a:extLst>
                    <a:ext uri="{FF2B5EF4-FFF2-40B4-BE49-F238E27FC236}">
                      <a16:creationId xmlns:a16="http://schemas.microsoft.com/office/drawing/2014/main" id="{DED90F0C-4411-E006-F4EA-41D5E347E42A}"/>
                    </a:ext>
                  </a:extLst>
                </p:cNvPr>
                <p:cNvSpPr/>
                <p:nvPr/>
              </p:nvSpPr>
              <p:spPr>
                <a:xfrm>
                  <a:off x="5881296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B6C">
                    <a:alpha val="100000"/>
                  </a:srgbClr>
                </a:solidFill>
                <a:ln w="5420" cap="flat">
                  <a:solidFill>
                    <a:srgbClr val="3B3B6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5" name="pg514">
                  <a:extLst>
                    <a:ext uri="{FF2B5EF4-FFF2-40B4-BE49-F238E27FC236}">
                      <a16:creationId xmlns:a16="http://schemas.microsoft.com/office/drawing/2014/main" id="{7335C134-1FB4-49CB-B40A-AAEBFA3E3C25}"/>
                    </a:ext>
                  </a:extLst>
                </p:cNvPr>
                <p:cNvSpPr/>
                <p:nvPr/>
              </p:nvSpPr>
              <p:spPr>
                <a:xfrm>
                  <a:off x="5892933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E70">
                    <a:alpha val="100000"/>
                  </a:srgbClr>
                </a:solidFill>
                <a:ln w="5420" cap="flat">
                  <a:solidFill>
                    <a:srgbClr val="3B3E7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6" name="pg515">
                  <a:extLst>
                    <a:ext uri="{FF2B5EF4-FFF2-40B4-BE49-F238E27FC236}">
                      <a16:creationId xmlns:a16="http://schemas.microsoft.com/office/drawing/2014/main" id="{5F402768-C388-3D71-3A5C-2397E0109340}"/>
                    </a:ext>
                  </a:extLst>
                </p:cNvPr>
                <p:cNvSpPr/>
                <p:nvPr/>
              </p:nvSpPr>
              <p:spPr>
                <a:xfrm>
                  <a:off x="5904570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073">
                    <a:alpha val="100000"/>
                  </a:srgbClr>
                </a:solidFill>
                <a:ln w="5420" cap="flat">
                  <a:solidFill>
                    <a:srgbClr val="3C407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7" name="pg516">
                  <a:extLst>
                    <a:ext uri="{FF2B5EF4-FFF2-40B4-BE49-F238E27FC236}">
                      <a16:creationId xmlns:a16="http://schemas.microsoft.com/office/drawing/2014/main" id="{90C5B0EF-B45D-5C50-A109-87250E73CDB9}"/>
                    </a:ext>
                  </a:extLst>
                </p:cNvPr>
                <p:cNvSpPr/>
                <p:nvPr/>
              </p:nvSpPr>
              <p:spPr>
                <a:xfrm>
                  <a:off x="5916208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67B">
                    <a:alpha val="100000"/>
                  </a:srgbClr>
                </a:solidFill>
                <a:ln w="5420" cap="flat">
                  <a:solidFill>
                    <a:srgbClr val="3C467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8" name="pg517">
                  <a:extLst>
                    <a:ext uri="{FF2B5EF4-FFF2-40B4-BE49-F238E27FC236}">
                      <a16:creationId xmlns:a16="http://schemas.microsoft.com/office/drawing/2014/main" id="{A7E6A0F1-F648-6BC1-A6E5-5980B97474FB}"/>
                    </a:ext>
                  </a:extLst>
                </p:cNvPr>
                <p:cNvSpPr/>
                <p:nvPr/>
              </p:nvSpPr>
              <p:spPr>
                <a:xfrm>
                  <a:off x="5927845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87F">
                    <a:alpha val="100000"/>
                  </a:srgbClr>
                </a:solidFill>
                <a:ln w="5420" cap="flat">
                  <a:solidFill>
                    <a:srgbClr val="3C487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9" name="pg518">
                  <a:extLst>
                    <a:ext uri="{FF2B5EF4-FFF2-40B4-BE49-F238E27FC236}">
                      <a16:creationId xmlns:a16="http://schemas.microsoft.com/office/drawing/2014/main" id="{6A2DE734-72AA-FC4F-CB92-3AFDF923F7E9}"/>
                    </a:ext>
                  </a:extLst>
                </p:cNvPr>
                <p:cNvSpPr/>
                <p:nvPr/>
              </p:nvSpPr>
              <p:spPr>
                <a:xfrm>
                  <a:off x="5939482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B83">
                    <a:alpha val="100000"/>
                  </a:srgbClr>
                </a:solidFill>
                <a:ln w="5420" cap="flat">
                  <a:solidFill>
                    <a:srgbClr val="3C4B8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0" name="pg519">
                  <a:extLst>
                    <a:ext uri="{FF2B5EF4-FFF2-40B4-BE49-F238E27FC236}">
                      <a16:creationId xmlns:a16="http://schemas.microsoft.com/office/drawing/2014/main" id="{3BB9CCAD-74C2-6960-4099-3F36247760A6}"/>
                    </a:ext>
                  </a:extLst>
                </p:cNvPr>
                <p:cNvSpPr/>
                <p:nvPr/>
              </p:nvSpPr>
              <p:spPr>
                <a:xfrm>
                  <a:off x="5951120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4E87">
                    <a:alpha val="100000"/>
                  </a:srgbClr>
                </a:solidFill>
                <a:ln w="5420" cap="flat">
                  <a:solidFill>
                    <a:srgbClr val="3B4E8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1" name="pg520">
                  <a:extLst>
                    <a:ext uri="{FF2B5EF4-FFF2-40B4-BE49-F238E27FC236}">
                      <a16:creationId xmlns:a16="http://schemas.microsoft.com/office/drawing/2014/main" id="{73E56DCB-2D37-5909-7089-2766F8788D45}"/>
                    </a:ext>
                  </a:extLst>
                </p:cNvPr>
                <p:cNvSpPr/>
                <p:nvPr/>
              </p:nvSpPr>
              <p:spPr>
                <a:xfrm>
                  <a:off x="5962757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18A">
                    <a:alpha val="100000"/>
                  </a:srgbClr>
                </a:solidFill>
                <a:ln w="5420" cap="flat">
                  <a:solidFill>
                    <a:srgbClr val="3B518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2" name="pg521">
                  <a:extLst>
                    <a:ext uri="{FF2B5EF4-FFF2-40B4-BE49-F238E27FC236}">
                      <a16:creationId xmlns:a16="http://schemas.microsoft.com/office/drawing/2014/main" id="{5B02450E-4D0B-74BA-3CB6-B108FE70F2D9}"/>
                    </a:ext>
                  </a:extLst>
                </p:cNvPr>
                <p:cNvSpPr/>
                <p:nvPr/>
              </p:nvSpPr>
              <p:spPr>
                <a:xfrm>
                  <a:off x="5974394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38E">
                    <a:alpha val="100000"/>
                  </a:srgbClr>
                </a:solidFill>
                <a:ln w="5420" cap="flat">
                  <a:solidFill>
                    <a:srgbClr val="3B538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3" name="pg522">
                  <a:extLst>
                    <a:ext uri="{FF2B5EF4-FFF2-40B4-BE49-F238E27FC236}">
                      <a16:creationId xmlns:a16="http://schemas.microsoft.com/office/drawing/2014/main" id="{33B4CAB7-FCE5-0927-E83E-07EFC8563BCB}"/>
                    </a:ext>
                  </a:extLst>
                </p:cNvPr>
                <p:cNvSpPr/>
                <p:nvPr/>
              </p:nvSpPr>
              <p:spPr>
                <a:xfrm>
                  <a:off x="5986032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692">
                    <a:alpha val="100000"/>
                  </a:srgbClr>
                </a:solidFill>
                <a:ln w="5420" cap="flat">
                  <a:solidFill>
                    <a:srgbClr val="3A569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4" name="pg523">
                  <a:extLst>
                    <a:ext uri="{FF2B5EF4-FFF2-40B4-BE49-F238E27FC236}">
                      <a16:creationId xmlns:a16="http://schemas.microsoft.com/office/drawing/2014/main" id="{97E616E4-FAE8-7D2C-F736-CA2FA2DBA934}"/>
                    </a:ext>
                  </a:extLst>
                </p:cNvPr>
                <p:cNvSpPr/>
                <p:nvPr/>
              </p:nvSpPr>
              <p:spPr>
                <a:xfrm>
                  <a:off x="5997669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996">
                    <a:alpha val="100000"/>
                  </a:srgbClr>
                </a:solidFill>
                <a:ln w="5420" cap="flat">
                  <a:solidFill>
                    <a:srgbClr val="3A599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5" name="pg524">
                  <a:extLst>
                    <a:ext uri="{FF2B5EF4-FFF2-40B4-BE49-F238E27FC236}">
                      <a16:creationId xmlns:a16="http://schemas.microsoft.com/office/drawing/2014/main" id="{36D149AF-4041-7CF5-3D3A-17EE7ED8F030}"/>
                    </a:ext>
                  </a:extLst>
                </p:cNvPr>
                <p:cNvSpPr/>
                <p:nvPr/>
              </p:nvSpPr>
              <p:spPr>
                <a:xfrm>
                  <a:off x="6009306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B99">
                    <a:alpha val="100000"/>
                  </a:srgbClr>
                </a:solidFill>
                <a:ln w="5420" cap="flat">
                  <a:solidFill>
                    <a:srgbClr val="395B9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6" name="pg525">
                  <a:extLst>
                    <a:ext uri="{FF2B5EF4-FFF2-40B4-BE49-F238E27FC236}">
                      <a16:creationId xmlns:a16="http://schemas.microsoft.com/office/drawing/2014/main" id="{08D3F446-C1BC-E552-E81A-BE6F1792C597}"/>
                    </a:ext>
                  </a:extLst>
                </p:cNvPr>
                <p:cNvSpPr/>
                <p:nvPr/>
              </p:nvSpPr>
              <p:spPr>
                <a:xfrm>
                  <a:off x="6020944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E9C">
                    <a:alpha val="100000"/>
                  </a:srgbClr>
                </a:solidFill>
                <a:ln w="5420" cap="flat">
                  <a:solidFill>
                    <a:srgbClr val="395E9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7" name="pg526">
                  <a:extLst>
                    <a:ext uri="{FF2B5EF4-FFF2-40B4-BE49-F238E27FC236}">
                      <a16:creationId xmlns:a16="http://schemas.microsoft.com/office/drawing/2014/main" id="{66322A8E-5515-84DA-0C98-F5FB65E10F56}"/>
                    </a:ext>
                  </a:extLst>
                </p:cNvPr>
                <p:cNvSpPr/>
                <p:nvPr/>
              </p:nvSpPr>
              <p:spPr>
                <a:xfrm>
                  <a:off x="6032581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39D">
                    <a:alpha val="100000"/>
                  </a:srgbClr>
                </a:solidFill>
                <a:ln w="5420" cap="flat">
                  <a:solidFill>
                    <a:srgbClr val="3A63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8" name="pg527">
                  <a:extLst>
                    <a:ext uri="{FF2B5EF4-FFF2-40B4-BE49-F238E27FC236}">
                      <a16:creationId xmlns:a16="http://schemas.microsoft.com/office/drawing/2014/main" id="{56E86CE4-DE3C-9EC2-5B1D-AA76C24D471A}"/>
                    </a:ext>
                  </a:extLst>
                </p:cNvPr>
                <p:cNvSpPr/>
                <p:nvPr/>
              </p:nvSpPr>
              <p:spPr>
                <a:xfrm>
                  <a:off x="6044218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69E">
                    <a:alpha val="100000"/>
                  </a:srgbClr>
                </a:solidFill>
                <a:ln w="5420" cap="flat">
                  <a:solidFill>
                    <a:srgbClr val="3A66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9" name="pg528">
                  <a:extLst>
                    <a:ext uri="{FF2B5EF4-FFF2-40B4-BE49-F238E27FC236}">
                      <a16:creationId xmlns:a16="http://schemas.microsoft.com/office/drawing/2014/main" id="{09670E8E-CFAD-AE9F-10E7-57F73E2A192B}"/>
                    </a:ext>
                  </a:extLst>
                </p:cNvPr>
                <p:cNvSpPr/>
                <p:nvPr/>
              </p:nvSpPr>
              <p:spPr>
                <a:xfrm>
                  <a:off x="6055856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89F">
                    <a:alpha val="100000"/>
                  </a:srgbClr>
                </a:solidFill>
                <a:ln w="5420" cap="flat">
                  <a:solidFill>
                    <a:srgbClr val="3A68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0" name="pg529">
                  <a:extLst>
                    <a:ext uri="{FF2B5EF4-FFF2-40B4-BE49-F238E27FC236}">
                      <a16:creationId xmlns:a16="http://schemas.microsoft.com/office/drawing/2014/main" id="{40F7B502-9927-B333-158D-D4F4D9D73CC6}"/>
                    </a:ext>
                  </a:extLst>
                </p:cNvPr>
                <p:cNvSpPr/>
                <p:nvPr/>
              </p:nvSpPr>
              <p:spPr>
                <a:xfrm>
                  <a:off x="6067493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1" name="pg530">
                  <a:extLst>
                    <a:ext uri="{FF2B5EF4-FFF2-40B4-BE49-F238E27FC236}">
                      <a16:creationId xmlns:a16="http://schemas.microsoft.com/office/drawing/2014/main" id="{B0C0296D-5405-B237-B373-049C478449DA}"/>
                    </a:ext>
                  </a:extLst>
                </p:cNvPr>
                <p:cNvSpPr/>
                <p:nvPr/>
              </p:nvSpPr>
              <p:spPr>
                <a:xfrm>
                  <a:off x="6079130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2" name="pg531">
                  <a:extLst>
                    <a:ext uri="{FF2B5EF4-FFF2-40B4-BE49-F238E27FC236}">
                      <a16:creationId xmlns:a16="http://schemas.microsoft.com/office/drawing/2014/main" id="{482E81B5-35C1-1BB9-8533-CD1228639FE3}"/>
                    </a:ext>
                  </a:extLst>
                </p:cNvPr>
                <p:cNvSpPr/>
                <p:nvPr/>
              </p:nvSpPr>
              <p:spPr>
                <a:xfrm>
                  <a:off x="6090768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3" name="pg532">
                  <a:extLst>
                    <a:ext uri="{FF2B5EF4-FFF2-40B4-BE49-F238E27FC236}">
                      <a16:creationId xmlns:a16="http://schemas.microsoft.com/office/drawing/2014/main" id="{56BC04A0-8160-453F-4382-1B54DB168F48}"/>
                    </a:ext>
                  </a:extLst>
                </p:cNvPr>
                <p:cNvSpPr/>
                <p:nvPr/>
              </p:nvSpPr>
              <p:spPr>
                <a:xfrm>
                  <a:off x="6172229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4" name="pg533">
                  <a:extLst>
                    <a:ext uri="{FF2B5EF4-FFF2-40B4-BE49-F238E27FC236}">
                      <a16:creationId xmlns:a16="http://schemas.microsoft.com/office/drawing/2014/main" id="{942E430B-A348-150C-E5B9-E444D5838AF0}"/>
                    </a:ext>
                  </a:extLst>
                </p:cNvPr>
                <p:cNvSpPr/>
                <p:nvPr/>
              </p:nvSpPr>
              <p:spPr>
                <a:xfrm>
                  <a:off x="6183866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5" name="pg534">
                  <a:extLst>
                    <a:ext uri="{FF2B5EF4-FFF2-40B4-BE49-F238E27FC236}">
                      <a16:creationId xmlns:a16="http://schemas.microsoft.com/office/drawing/2014/main" id="{B2799DA8-B8ED-D151-5EFB-69E482D689A0}"/>
                    </a:ext>
                  </a:extLst>
                </p:cNvPr>
                <p:cNvSpPr/>
                <p:nvPr/>
              </p:nvSpPr>
              <p:spPr>
                <a:xfrm>
                  <a:off x="6195504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6" name="pg535">
                  <a:extLst>
                    <a:ext uri="{FF2B5EF4-FFF2-40B4-BE49-F238E27FC236}">
                      <a16:creationId xmlns:a16="http://schemas.microsoft.com/office/drawing/2014/main" id="{E0C107CF-DDB3-49FF-E32B-1981B4608E2E}"/>
                    </a:ext>
                  </a:extLst>
                </p:cNvPr>
                <p:cNvSpPr/>
                <p:nvPr/>
              </p:nvSpPr>
              <p:spPr>
                <a:xfrm>
                  <a:off x="6207141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7" name="pg536">
                  <a:extLst>
                    <a:ext uri="{FF2B5EF4-FFF2-40B4-BE49-F238E27FC236}">
                      <a16:creationId xmlns:a16="http://schemas.microsoft.com/office/drawing/2014/main" id="{C20C2B37-214C-5E9F-900F-18CFA78AC94C}"/>
                    </a:ext>
                  </a:extLst>
                </p:cNvPr>
                <p:cNvSpPr/>
                <p:nvPr/>
              </p:nvSpPr>
              <p:spPr>
                <a:xfrm>
                  <a:off x="6218778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8" name="pg537">
                  <a:extLst>
                    <a:ext uri="{FF2B5EF4-FFF2-40B4-BE49-F238E27FC236}">
                      <a16:creationId xmlns:a16="http://schemas.microsoft.com/office/drawing/2014/main" id="{25EBDF7B-302B-1C82-4060-6D088F92C839}"/>
                    </a:ext>
                  </a:extLst>
                </p:cNvPr>
                <p:cNvSpPr/>
                <p:nvPr/>
              </p:nvSpPr>
              <p:spPr>
                <a:xfrm>
                  <a:off x="6230416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9" name="pg538">
                  <a:extLst>
                    <a:ext uri="{FF2B5EF4-FFF2-40B4-BE49-F238E27FC236}">
                      <a16:creationId xmlns:a16="http://schemas.microsoft.com/office/drawing/2014/main" id="{AB9C5010-739F-C933-A96D-2B74FE940AAA}"/>
                    </a:ext>
                  </a:extLst>
                </p:cNvPr>
                <p:cNvSpPr/>
                <p:nvPr/>
              </p:nvSpPr>
              <p:spPr>
                <a:xfrm>
                  <a:off x="6242053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0" name="pg539">
                  <a:extLst>
                    <a:ext uri="{FF2B5EF4-FFF2-40B4-BE49-F238E27FC236}">
                      <a16:creationId xmlns:a16="http://schemas.microsoft.com/office/drawing/2014/main" id="{6ED098EB-E4A5-DAC1-805C-B8D8CFE211F5}"/>
                    </a:ext>
                  </a:extLst>
                </p:cNvPr>
                <p:cNvSpPr/>
                <p:nvPr/>
              </p:nvSpPr>
              <p:spPr>
                <a:xfrm>
                  <a:off x="6253690" y="28651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1" name="pg540">
                  <a:extLst>
                    <a:ext uri="{FF2B5EF4-FFF2-40B4-BE49-F238E27FC236}">
                      <a16:creationId xmlns:a16="http://schemas.microsoft.com/office/drawing/2014/main" id="{34045AB7-11B3-68A9-09FC-41DBD30CAD20}"/>
                    </a:ext>
                  </a:extLst>
                </p:cNvPr>
                <p:cNvSpPr/>
                <p:nvPr/>
              </p:nvSpPr>
              <p:spPr>
                <a:xfrm>
                  <a:off x="5869658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462">
                    <a:alpha val="100000"/>
                  </a:srgbClr>
                </a:solidFill>
                <a:ln w="5420" cap="flat">
                  <a:solidFill>
                    <a:srgbClr val="3A346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2" name="pg541">
                  <a:extLst>
                    <a:ext uri="{FF2B5EF4-FFF2-40B4-BE49-F238E27FC236}">
                      <a16:creationId xmlns:a16="http://schemas.microsoft.com/office/drawing/2014/main" id="{10BADCE8-BEDB-D2F5-6800-56C3AB450099}"/>
                    </a:ext>
                  </a:extLst>
                </p:cNvPr>
                <p:cNvSpPr/>
                <p:nvPr/>
              </p:nvSpPr>
              <p:spPr>
                <a:xfrm>
                  <a:off x="5881296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766">
                    <a:alpha val="100000"/>
                  </a:srgbClr>
                </a:solidFill>
                <a:ln w="5420" cap="flat">
                  <a:solidFill>
                    <a:srgbClr val="3B376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3" name="pg542">
                  <a:extLst>
                    <a:ext uri="{FF2B5EF4-FFF2-40B4-BE49-F238E27FC236}">
                      <a16:creationId xmlns:a16="http://schemas.microsoft.com/office/drawing/2014/main" id="{ECCCD4BD-2833-9E40-A09D-09DE262E68CE}"/>
                    </a:ext>
                  </a:extLst>
                </p:cNvPr>
                <p:cNvSpPr/>
                <p:nvPr/>
              </p:nvSpPr>
              <p:spPr>
                <a:xfrm>
                  <a:off x="5892933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A6A">
                    <a:alpha val="100000"/>
                  </a:srgbClr>
                </a:solidFill>
                <a:ln w="5420" cap="flat">
                  <a:solidFill>
                    <a:srgbClr val="3B3A6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4" name="pg543">
                  <a:extLst>
                    <a:ext uri="{FF2B5EF4-FFF2-40B4-BE49-F238E27FC236}">
                      <a16:creationId xmlns:a16="http://schemas.microsoft.com/office/drawing/2014/main" id="{31654324-F5A4-34C3-37B8-54496F1DB126}"/>
                    </a:ext>
                  </a:extLst>
                </p:cNvPr>
                <p:cNvSpPr/>
                <p:nvPr/>
              </p:nvSpPr>
              <p:spPr>
                <a:xfrm>
                  <a:off x="5904570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D6E">
                    <a:alpha val="100000"/>
                  </a:srgbClr>
                </a:solidFill>
                <a:ln w="5420" cap="flat">
                  <a:solidFill>
                    <a:srgbClr val="3B3D6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5" name="pg544">
                  <a:extLst>
                    <a:ext uri="{FF2B5EF4-FFF2-40B4-BE49-F238E27FC236}">
                      <a16:creationId xmlns:a16="http://schemas.microsoft.com/office/drawing/2014/main" id="{B85AB5F9-6D60-AFC8-02B3-91AD9B78C18A}"/>
                    </a:ext>
                  </a:extLst>
                </p:cNvPr>
                <p:cNvSpPr/>
                <p:nvPr/>
              </p:nvSpPr>
              <p:spPr>
                <a:xfrm>
                  <a:off x="5916208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377">
                    <a:alpha val="100000"/>
                  </a:srgbClr>
                </a:solidFill>
                <a:ln w="5420" cap="flat">
                  <a:solidFill>
                    <a:srgbClr val="3C437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6" name="pg545">
                  <a:extLst>
                    <a:ext uri="{FF2B5EF4-FFF2-40B4-BE49-F238E27FC236}">
                      <a16:creationId xmlns:a16="http://schemas.microsoft.com/office/drawing/2014/main" id="{6A186B67-1F39-97A4-02DC-DA6CE7F28F94}"/>
                    </a:ext>
                  </a:extLst>
                </p:cNvPr>
                <p:cNvSpPr/>
                <p:nvPr/>
              </p:nvSpPr>
              <p:spPr>
                <a:xfrm>
                  <a:off x="5927845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77C">
                    <a:alpha val="100000"/>
                  </a:srgbClr>
                </a:solidFill>
                <a:ln w="5420" cap="flat">
                  <a:solidFill>
                    <a:srgbClr val="3C477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7" name="pg546">
                  <a:extLst>
                    <a:ext uri="{FF2B5EF4-FFF2-40B4-BE49-F238E27FC236}">
                      <a16:creationId xmlns:a16="http://schemas.microsoft.com/office/drawing/2014/main" id="{7565EAD4-5B23-0368-D34E-4A8CE309EA73}"/>
                    </a:ext>
                  </a:extLst>
                </p:cNvPr>
                <p:cNvSpPr/>
                <p:nvPr/>
              </p:nvSpPr>
              <p:spPr>
                <a:xfrm>
                  <a:off x="5939482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A80">
                    <a:alpha val="100000"/>
                  </a:srgbClr>
                </a:solidFill>
                <a:ln w="5420" cap="flat">
                  <a:solidFill>
                    <a:srgbClr val="3C4A8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8" name="pg547">
                  <a:extLst>
                    <a:ext uri="{FF2B5EF4-FFF2-40B4-BE49-F238E27FC236}">
                      <a16:creationId xmlns:a16="http://schemas.microsoft.com/office/drawing/2014/main" id="{2DCB2247-73D9-298E-C519-A75811D4A244}"/>
                    </a:ext>
                  </a:extLst>
                </p:cNvPr>
                <p:cNvSpPr/>
                <p:nvPr/>
              </p:nvSpPr>
              <p:spPr>
                <a:xfrm>
                  <a:off x="5951120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D85">
                    <a:alpha val="100000"/>
                  </a:srgbClr>
                </a:solidFill>
                <a:ln w="5420" cap="flat">
                  <a:solidFill>
                    <a:srgbClr val="3C4D8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9" name="pg548">
                  <a:extLst>
                    <a:ext uri="{FF2B5EF4-FFF2-40B4-BE49-F238E27FC236}">
                      <a16:creationId xmlns:a16="http://schemas.microsoft.com/office/drawing/2014/main" id="{5D291304-1602-A165-3116-46C217354CD6}"/>
                    </a:ext>
                  </a:extLst>
                </p:cNvPr>
                <p:cNvSpPr/>
                <p:nvPr/>
              </p:nvSpPr>
              <p:spPr>
                <a:xfrm>
                  <a:off x="5962757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089">
                    <a:alpha val="100000"/>
                  </a:srgbClr>
                </a:solidFill>
                <a:ln w="5420" cap="flat">
                  <a:solidFill>
                    <a:srgbClr val="3B508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0" name="pg549">
                  <a:extLst>
                    <a:ext uri="{FF2B5EF4-FFF2-40B4-BE49-F238E27FC236}">
                      <a16:creationId xmlns:a16="http://schemas.microsoft.com/office/drawing/2014/main" id="{0085AE95-F76D-A13E-5F4B-369EEB595B45}"/>
                    </a:ext>
                  </a:extLst>
                </p:cNvPr>
                <p:cNvSpPr/>
                <p:nvPr/>
              </p:nvSpPr>
              <p:spPr>
                <a:xfrm>
                  <a:off x="5974394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38D">
                    <a:alpha val="100000"/>
                  </a:srgbClr>
                </a:solidFill>
                <a:ln w="5420" cap="flat">
                  <a:solidFill>
                    <a:srgbClr val="3B538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1" name="pg550">
                  <a:extLst>
                    <a:ext uri="{FF2B5EF4-FFF2-40B4-BE49-F238E27FC236}">
                      <a16:creationId xmlns:a16="http://schemas.microsoft.com/office/drawing/2014/main" id="{4425617C-845B-D55D-6214-78480B50ADEB}"/>
                    </a:ext>
                  </a:extLst>
                </p:cNvPr>
                <p:cNvSpPr/>
                <p:nvPr/>
              </p:nvSpPr>
              <p:spPr>
                <a:xfrm>
                  <a:off x="5986032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591">
                    <a:alpha val="100000"/>
                  </a:srgbClr>
                </a:solidFill>
                <a:ln w="5420" cap="flat">
                  <a:solidFill>
                    <a:srgbClr val="3B559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2" name="pg551">
                  <a:extLst>
                    <a:ext uri="{FF2B5EF4-FFF2-40B4-BE49-F238E27FC236}">
                      <a16:creationId xmlns:a16="http://schemas.microsoft.com/office/drawing/2014/main" id="{375603BE-6B7E-61B7-2FBA-1A68EBCAD84D}"/>
                    </a:ext>
                  </a:extLst>
                </p:cNvPr>
                <p:cNvSpPr/>
                <p:nvPr/>
              </p:nvSpPr>
              <p:spPr>
                <a:xfrm>
                  <a:off x="5997669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895">
                    <a:alpha val="100000"/>
                  </a:srgbClr>
                </a:solidFill>
                <a:ln w="5420" cap="flat">
                  <a:solidFill>
                    <a:srgbClr val="3A589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3" name="pg552">
                  <a:extLst>
                    <a:ext uri="{FF2B5EF4-FFF2-40B4-BE49-F238E27FC236}">
                      <a16:creationId xmlns:a16="http://schemas.microsoft.com/office/drawing/2014/main" id="{FB6CC1CC-1754-652D-0A74-E67AA4A7FAB4}"/>
                    </a:ext>
                  </a:extLst>
                </p:cNvPr>
                <p:cNvSpPr/>
                <p:nvPr/>
              </p:nvSpPr>
              <p:spPr>
                <a:xfrm>
                  <a:off x="6009306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B99">
                    <a:alpha val="100000"/>
                  </a:srgbClr>
                </a:solidFill>
                <a:ln w="5420" cap="flat">
                  <a:solidFill>
                    <a:srgbClr val="3A5B9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4" name="pg553">
                  <a:extLst>
                    <a:ext uri="{FF2B5EF4-FFF2-40B4-BE49-F238E27FC236}">
                      <a16:creationId xmlns:a16="http://schemas.microsoft.com/office/drawing/2014/main" id="{6A392BF5-4383-4FFC-E0F9-90C00ACE450E}"/>
                    </a:ext>
                  </a:extLst>
                </p:cNvPr>
                <p:cNvSpPr/>
                <p:nvPr/>
              </p:nvSpPr>
              <p:spPr>
                <a:xfrm>
                  <a:off x="6020944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E9C">
                    <a:alpha val="100000"/>
                  </a:srgbClr>
                </a:solidFill>
                <a:ln w="5420" cap="flat">
                  <a:solidFill>
                    <a:srgbClr val="395E9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5" name="pg554">
                  <a:extLst>
                    <a:ext uri="{FF2B5EF4-FFF2-40B4-BE49-F238E27FC236}">
                      <a16:creationId xmlns:a16="http://schemas.microsoft.com/office/drawing/2014/main" id="{38D02682-22F4-A58C-BDD6-062C78367F3F}"/>
                    </a:ext>
                  </a:extLst>
                </p:cNvPr>
                <p:cNvSpPr/>
                <p:nvPr/>
              </p:nvSpPr>
              <p:spPr>
                <a:xfrm>
                  <a:off x="6032581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39D">
                    <a:alpha val="100000"/>
                  </a:srgbClr>
                </a:solidFill>
                <a:ln w="5420" cap="flat">
                  <a:solidFill>
                    <a:srgbClr val="3A63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6" name="pg555">
                  <a:extLst>
                    <a:ext uri="{FF2B5EF4-FFF2-40B4-BE49-F238E27FC236}">
                      <a16:creationId xmlns:a16="http://schemas.microsoft.com/office/drawing/2014/main" id="{CD35455A-2B8C-9CF4-263D-9EA71B72D5C9}"/>
                    </a:ext>
                  </a:extLst>
                </p:cNvPr>
                <p:cNvSpPr/>
                <p:nvPr/>
              </p:nvSpPr>
              <p:spPr>
                <a:xfrm>
                  <a:off x="6044218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69E">
                    <a:alpha val="100000"/>
                  </a:srgbClr>
                </a:solidFill>
                <a:ln w="5420" cap="flat">
                  <a:solidFill>
                    <a:srgbClr val="3A66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7" name="pg556">
                  <a:extLst>
                    <a:ext uri="{FF2B5EF4-FFF2-40B4-BE49-F238E27FC236}">
                      <a16:creationId xmlns:a16="http://schemas.microsoft.com/office/drawing/2014/main" id="{32F535DD-1C6A-0C4F-4782-51F32429DFA2}"/>
                    </a:ext>
                  </a:extLst>
                </p:cNvPr>
                <p:cNvSpPr/>
                <p:nvPr/>
              </p:nvSpPr>
              <p:spPr>
                <a:xfrm>
                  <a:off x="6172229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8" name="pg557">
                  <a:extLst>
                    <a:ext uri="{FF2B5EF4-FFF2-40B4-BE49-F238E27FC236}">
                      <a16:creationId xmlns:a16="http://schemas.microsoft.com/office/drawing/2014/main" id="{B3E75A54-92A3-DFBE-8C35-FE25CA43A43F}"/>
                    </a:ext>
                  </a:extLst>
                </p:cNvPr>
                <p:cNvSpPr/>
                <p:nvPr/>
              </p:nvSpPr>
              <p:spPr>
                <a:xfrm>
                  <a:off x="6183866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9" name="pg558">
                  <a:extLst>
                    <a:ext uri="{FF2B5EF4-FFF2-40B4-BE49-F238E27FC236}">
                      <a16:creationId xmlns:a16="http://schemas.microsoft.com/office/drawing/2014/main" id="{ECD14590-DB2C-8409-8DE0-DC26EF10FF05}"/>
                    </a:ext>
                  </a:extLst>
                </p:cNvPr>
                <p:cNvSpPr/>
                <p:nvPr/>
              </p:nvSpPr>
              <p:spPr>
                <a:xfrm>
                  <a:off x="6195504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0" name="pg559">
                  <a:extLst>
                    <a:ext uri="{FF2B5EF4-FFF2-40B4-BE49-F238E27FC236}">
                      <a16:creationId xmlns:a16="http://schemas.microsoft.com/office/drawing/2014/main" id="{7DFE5D18-B557-4D7A-57ED-1A5ECBA527AE}"/>
                    </a:ext>
                  </a:extLst>
                </p:cNvPr>
                <p:cNvSpPr/>
                <p:nvPr/>
              </p:nvSpPr>
              <p:spPr>
                <a:xfrm>
                  <a:off x="6207141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1" name="pg560">
                  <a:extLst>
                    <a:ext uri="{FF2B5EF4-FFF2-40B4-BE49-F238E27FC236}">
                      <a16:creationId xmlns:a16="http://schemas.microsoft.com/office/drawing/2014/main" id="{3CDA4394-7F74-5A6E-CA4B-2DBA8607705B}"/>
                    </a:ext>
                  </a:extLst>
                </p:cNvPr>
                <p:cNvSpPr/>
                <p:nvPr/>
              </p:nvSpPr>
              <p:spPr>
                <a:xfrm>
                  <a:off x="6218778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2" name="pg561">
                  <a:extLst>
                    <a:ext uri="{FF2B5EF4-FFF2-40B4-BE49-F238E27FC236}">
                      <a16:creationId xmlns:a16="http://schemas.microsoft.com/office/drawing/2014/main" id="{85E3496A-8885-DB7A-1327-79511D449725}"/>
                    </a:ext>
                  </a:extLst>
                </p:cNvPr>
                <p:cNvSpPr/>
                <p:nvPr/>
              </p:nvSpPr>
              <p:spPr>
                <a:xfrm>
                  <a:off x="6230416" y="28794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3" name="pg562">
                  <a:extLst>
                    <a:ext uri="{FF2B5EF4-FFF2-40B4-BE49-F238E27FC236}">
                      <a16:creationId xmlns:a16="http://schemas.microsoft.com/office/drawing/2014/main" id="{03D6FA3E-178D-C163-1560-FE5D642225EC}"/>
                    </a:ext>
                  </a:extLst>
                </p:cNvPr>
                <p:cNvSpPr/>
                <p:nvPr/>
              </p:nvSpPr>
              <p:spPr>
                <a:xfrm>
                  <a:off x="5858021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2C56">
                    <a:alpha val="100000"/>
                  </a:srgbClr>
                </a:solidFill>
                <a:ln w="5420" cap="flat">
                  <a:solidFill>
                    <a:srgbClr val="382C5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4" name="pg563">
                  <a:extLst>
                    <a:ext uri="{FF2B5EF4-FFF2-40B4-BE49-F238E27FC236}">
                      <a16:creationId xmlns:a16="http://schemas.microsoft.com/office/drawing/2014/main" id="{D282B051-467A-92E1-8B09-4796871107DB}"/>
                    </a:ext>
                  </a:extLst>
                </p:cNvPr>
                <p:cNvSpPr/>
                <p:nvPr/>
              </p:nvSpPr>
              <p:spPr>
                <a:xfrm>
                  <a:off x="5869658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F5A">
                    <a:alpha val="100000"/>
                  </a:srgbClr>
                </a:solidFill>
                <a:ln w="5420" cap="flat">
                  <a:solidFill>
                    <a:srgbClr val="392F5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5" name="pg564">
                  <a:extLst>
                    <a:ext uri="{FF2B5EF4-FFF2-40B4-BE49-F238E27FC236}">
                      <a16:creationId xmlns:a16="http://schemas.microsoft.com/office/drawing/2014/main" id="{EC7D6AC8-1F61-DA44-5A42-E7DBB023E9CD}"/>
                    </a:ext>
                  </a:extLst>
                </p:cNvPr>
                <p:cNvSpPr/>
                <p:nvPr/>
              </p:nvSpPr>
              <p:spPr>
                <a:xfrm>
                  <a:off x="5881296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260">
                    <a:alpha val="100000"/>
                  </a:srgbClr>
                </a:solidFill>
                <a:ln w="5420" cap="flat">
                  <a:solidFill>
                    <a:srgbClr val="3A326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6" name="pg565">
                  <a:extLst>
                    <a:ext uri="{FF2B5EF4-FFF2-40B4-BE49-F238E27FC236}">
                      <a16:creationId xmlns:a16="http://schemas.microsoft.com/office/drawing/2014/main" id="{DEC9851D-403A-D1DE-7774-A7FD75ED9D7C}"/>
                    </a:ext>
                  </a:extLst>
                </p:cNvPr>
                <p:cNvSpPr/>
                <p:nvPr/>
              </p:nvSpPr>
              <p:spPr>
                <a:xfrm>
                  <a:off x="5892933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665">
                    <a:alpha val="100000"/>
                  </a:srgbClr>
                </a:solidFill>
                <a:ln w="5420" cap="flat">
                  <a:solidFill>
                    <a:srgbClr val="3A366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7" name="pg566">
                  <a:extLst>
                    <a:ext uri="{FF2B5EF4-FFF2-40B4-BE49-F238E27FC236}">
                      <a16:creationId xmlns:a16="http://schemas.microsoft.com/office/drawing/2014/main" id="{DDF4C48E-E1C1-D596-2127-4393876C5D41}"/>
                    </a:ext>
                  </a:extLst>
                </p:cNvPr>
                <p:cNvSpPr/>
                <p:nvPr/>
              </p:nvSpPr>
              <p:spPr>
                <a:xfrm>
                  <a:off x="5904570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A6A">
                    <a:alpha val="100000"/>
                  </a:srgbClr>
                </a:solidFill>
                <a:ln w="5420" cap="flat">
                  <a:solidFill>
                    <a:srgbClr val="3B3A6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8" name="pg567">
                  <a:extLst>
                    <a:ext uri="{FF2B5EF4-FFF2-40B4-BE49-F238E27FC236}">
                      <a16:creationId xmlns:a16="http://schemas.microsoft.com/office/drawing/2014/main" id="{AD2B07CF-F3ED-94D7-B44B-68D81D6DC304}"/>
                    </a:ext>
                  </a:extLst>
                </p:cNvPr>
                <p:cNvSpPr/>
                <p:nvPr/>
              </p:nvSpPr>
              <p:spPr>
                <a:xfrm>
                  <a:off x="5916208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275">
                    <a:alpha val="100000"/>
                  </a:srgbClr>
                </a:solidFill>
                <a:ln w="5420" cap="flat">
                  <a:solidFill>
                    <a:srgbClr val="3C427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9" name="pg568">
                  <a:extLst>
                    <a:ext uri="{FF2B5EF4-FFF2-40B4-BE49-F238E27FC236}">
                      <a16:creationId xmlns:a16="http://schemas.microsoft.com/office/drawing/2014/main" id="{05B97D71-8F07-5472-68D0-D5F234BB3E26}"/>
                    </a:ext>
                  </a:extLst>
                </p:cNvPr>
                <p:cNvSpPr/>
                <p:nvPr/>
              </p:nvSpPr>
              <p:spPr>
                <a:xfrm>
                  <a:off x="5927845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57A">
                    <a:alpha val="100000"/>
                  </a:srgbClr>
                </a:solidFill>
                <a:ln w="5420" cap="flat">
                  <a:solidFill>
                    <a:srgbClr val="3C457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0" name="pg569">
                  <a:extLst>
                    <a:ext uri="{FF2B5EF4-FFF2-40B4-BE49-F238E27FC236}">
                      <a16:creationId xmlns:a16="http://schemas.microsoft.com/office/drawing/2014/main" id="{0EC8A17A-2EE6-8D98-7D6A-67430DE659FD}"/>
                    </a:ext>
                  </a:extLst>
                </p:cNvPr>
                <p:cNvSpPr/>
                <p:nvPr/>
              </p:nvSpPr>
              <p:spPr>
                <a:xfrm>
                  <a:off x="5939482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87F">
                    <a:alpha val="100000"/>
                  </a:srgbClr>
                </a:solidFill>
                <a:ln w="5420" cap="flat">
                  <a:solidFill>
                    <a:srgbClr val="3C487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1" name="pg570">
                  <a:extLst>
                    <a:ext uri="{FF2B5EF4-FFF2-40B4-BE49-F238E27FC236}">
                      <a16:creationId xmlns:a16="http://schemas.microsoft.com/office/drawing/2014/main" id="{2AAEF907-6AC6-A1C1-92D3-28FE2D439F8F}"/>
                    </a:ext>
                  </a:extLst>
                </p:cNvPr>
                <p:cNvSpPr/>
                <p:nvPr/>
              </p:nvSpPr>
              <p:spPr>
                <a:xfrm>
                  <a:off x="5951120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C83">
                    <a:alpha val="100000"/>
                  </a:srgbClr>
                </a:solidFill>
                <a:ln w="5420" cap="flat">
                  <a:solidFill>
                    <a:srgbClr val="3C4C8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2" name="pg571">
                  <a:extLst>
                    <a:ext uri="{FF2B5EF4-FFF2-40B4-BE49-F238E27FC236}">
                      <a16:creationId xmlns:a16="http://schemas.microsoft.com/office/drawing/2014/main" id="{D0C17892-3ABD-2EDB-EA58-DB419C5C4E08}"/>
                    </a:ext>
                  </a:extLst>
                </p:cNvPr>
                <p:cNvSpPr/>
                <p:nvPr/>
              </p:nvSpPr>
              <p:spPr>
                <a:xfrm>
                  <a:off x="5962757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4F88">
                    <a:alpha val="100000"/>
                  </a:srgbClr>
                </a:solidFill>
                <a:ln w="5420" cap="flat">
                  <a:solidFill>
                    <a:srgbClr val="3B4F8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3" name="pg572">
                  <a:extLst>
                    <a:ext uri="{FF2B5EF4-FFF2-40B4-BE49-F238E27FC236}">
                      <a16:creationId xmlns:a16="http://schemas.microsoft.com/office/drawing/2014/main" id="{55D18A75-B95A-9A51-7005-400F2561404F}"/>
                    </a:ext>
                  </a:extLst>
                </p:cNvPr>
                <p:cNvSpPr/>
                <p:nvPr/>
              </p:nvSpPr>
              <p:spPr>
                <a:xfrm>
                  <a:off x="5974394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28C">
                    <a:alpha val="100000"/>
                  </a:srgbClr>
                </a:solidFill>
                <a:ln w="5420" cap="flat">
                  <a:solidFill>
                    <a:srgbClr val="3B528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4" name="pg573">
                  <a:extLst>
                    <a:ext uri="{FF2B5EF4-FFF2-40B4-BE49-F238E27FC236}">
                      <a16:creationId xmlns:a16="http://schemas.microsoft.com/office/drawing/2014/main" id="{FD504E15-6337-143D-AC85-F87AB5C3EBA7}"/>
                    </a:ext>
                  </a:extLst>
                </p:cNvPr>
                <p:cNvSpPr/>
                <p:nvPr/>
              </p:nvSpPr>
              <p:spPr>
                <a:xfrm>
                  <a:off x="5986032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591">
                    <a:alpha val="100000"/>
                  </a:srgbClr>
                </a:solidFill>
                <a:ln w="5420" cap="flat">
                  <a:solidFill>
                    <a:srgbClr val="3B559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5" name="pg574">
                  <a:extLst>
                    <a:ext uri="{FF2B5EF4-FFF2-40B4-BE49-F238E27FC236}">
                      <a16:creationId xmlns:a16="http://schemas.microsoft.com/office/drawing/2014/main" id="{5DBC15BB-4ADB-0D82-A4CF-B656EB8937B5}"/>
                    </a:ext>
                  </a:extLst>
                </p:cNvPr>
                <p:cNvSpPr/>
                <p:nvPr/>
              </p:nvSpPr>
              <p:spPr>
                <a:xfrm>
                  <a:off x="5997669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895">
                    <a:alpha val="100000"/>
                  </a:srgbClr>
                </a:solidFill>
                <a:ln w="5420" cap="flat">
                  <a:solidFill>
                    <a:srgbClr val="3A589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6" name="pg575">
                  <a:extLst>
                    <a:ext uri="{FF2B5EF4-FFF2-40B4-BE49-F238E27FC236}">
                      <a16:creationId xmlns:a16="http://schemas.microsoft.com/office/drawing/2014/main" id="{35E14A59-F4E3-65CE-64D4-F96259032E69}"/>
                    </a:ext>
                  </a:extLst>
                </p:cNvPr>
                <p:cNvSpPr/>
                <p:nvPr/>
              </p:nvSpPr>
              <p:spPr>
                <a:xfrm>
                  <a:off x="6009306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B99">
                    <a:alpha val="100000"/>
                  </a:srgbClr>
                </a:solidFill>
                <a:ln w="5420" cap="flat">
                  <a:solidFill>
                    <a:srgbClr val="3A5B9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7" name="pg576">
                  <a:extLst>
                    <a:ext uri="{FF2B5EF4-FFF2-40B4-BE49-F238E27FC236}">
                      <a16:creationId xmlns:a16="http://schemas.microsoft.com/office/drawing/2014/main" id="{A07CDF62-636F-A826-7E80-A43125FE140C}"/>
                    </a:ext>
                  </a:extLst>
                </p:cNvPr>
                <p:cNvSpPr/>
                <p:nvPr/>
              </p:nvSpPr>
              <p:spPr>
                <a:xfrm>
                  <a:off x="6160592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8" name="pg577">
                  <a:extLst>
                    <a:ext uri="{FF2B5EF4-FFF2-40B4-BE49-F238E27FC236}">
                      <a16:creationId xmlns:a16="http://schemas.microsoft.com/office/drawing/2014/main" id="{A4CB496F-AE02-F5DA-8E35-602EAB1FD400}"/>
                    </a:ext>
                  </a:extLst>
                </p:cNvPr>
                <p:cNvSpPr/>
                <p:nvPr/>
              </p:nvSpPr>
              <p:spPr>
                <a:xfrm>
                  <a:off x="6172229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9" name="pg578">
                  <a:extLst>
                    <a:ext uri="{FF2B5EF4-FFF2-40B4-BE49-F238E27FC236}">
                      <a16:creationId xmlns:a16="http://schemas.microsoft.com/office/drawing/2014/main" id="{00E5A7E0-A408-4E21-2FA3-1132929AF57A}"/>
                    </a:ext>
                  </a:extLst>
                </p:cNvPr>
                <p:cNvSpPr/>
                <p:nvPr/>
              </p:nvSpPr>
              <p:spPr>
                <a:xfrm>
                  <a:off x="6183866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0" name="pg579">
                  <a:extLst>
                    <a:ext uri="{FF2B5EF4-FFF2-40B4-BE49-F238E27FC236}">
                      <a16:creationId xmlns:a16="http://schemas.microsoft.com/office/drawing/2014/main" id="{1535DDC2-D4AB-A11A-68B1-764FA67D2573}"/>
                    </a:ext>
                  </a:extLst>
                </p:cNvPr>
                <p:cNvSpPr/>
                <p:nvPr/>
              </p:nvSpPr>
              <p:spPr>
                <a:xfrm>
                  <a:off x="6195504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1" name="pg580">
                  <a:extLst>
                    <a:ext uri="{FF2B5EF4-FFF2-40B4-BE49-F238E27FC236}">
                      <a16:creationId xmlns:a16="http://schemas.microsoft.com/office/drawing/2014/main" id="{20AC265E-83FD-B5E5-60B5-88648731CF46}"/>
                    </a:ext>
                  </a:extLst>
                </p:cNvPr>
                <p:cNvSpPr/>
                <p:nvPr/>
              </p:nvSpPr>
              <p:spPr>
                <a:xfrm>
                  <a:off x="6207141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2" name="pg581">
                  <a:extLst>
                    <a:ext uri="{FF2B5EF4-FFF2-40B4-BE49-F238E27FC236}">
                      <a16:creationId xmlns:a16="http://schemas.microsoft.com/office/drawing/2014/main" id="{C37B88EA-7712-439B-99E8-44ED03CE4B57}"/>
                    </a:ext>
                  </a:extLst>
                </p:cNvPr>
                <p:cNvSpPr/>
                <p:nvPr/>
              </p:nvSpPr>
              <p:spPr>
                <a:xfrm>
                  <a:off x="6218778" y="28937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3" name="pg582">
                  <a:extLst>
                    <a:ext uri="{FF2B5EF4-FFF2-40B4-BE49-F238E27FC236}">
                      <a16:creationId xmlns:a16="http://schemas.microsoft.com/office/drawing/2014/main" id="{ED83F611-03E6-77BE-7B01-E616FAA95EBC}"/>
                    </a:ext>
                  </a:extLst>
                </p:cNvPr>
                <p:cNvSpPr/>
                <p:nvPr/>
              </p:nvSpPr>
              <p:spPr>
                <a:xfrm>
                  <a:off x="5799834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F5B">
                    <a:alpha val="100000"/>
                  </a:srgbClr>
                </a:solidFill>
                <a:ln w="5420" cap="flat">
                  <a:solidFill>
                    <a:srgbClr val="392F5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4" name="pg583">
                  <a:extLst>
                    <a:ext uri="{FF2B5EF4-FFF2-40B4-BE49-F238E27FC236}">
                      <a16:creationId xmlns:a16="http://schemas.microsoft.com/office/drawing/2014/main" id="{8F14F676-1B5E-7803-694C-B27FD4A016B9}"/>
                    </a:ext>
                  </a:extLst>
                </p:cNvPr>
                <p:cNvSpPr/>
                <p:nvPr/>
              </p:nvSpPr>
              <p:spPr>
                <a:xfrm>
                  <a:off x="5811472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274D">
                    <a:alpha val="100000"/>
                  </a:srgbClr>
                </a:solidFill>
                <a:ln w="5420" cap="flat">
                  <a:solidFill>
                    <a:srgbClr val="35274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5" name="pg584">
                  <a:extLst>
                    <a:ext uri="{FF2B5EF4-FFF2-40B4-BE49-F238E27FC236}">
                      <a16:creationId xmlns:a16="http://schemas.microsoft.com/office/drawing/2014/main" id="{F4F39FD5-5D46-7F60-91CE-B75F5212A457}"/>
                    </a:ext>
                  </a:extLst>
                </p:cNvPr>
                <p:cNvSpPr/>
                <p:nvPr/>
              </p:nvSpPr>
              <p:spPr>
                <a:xfrm>
                  <a:off x="5823109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2F2343">
                    <a:alpha val="100000"/>
                  </a:srgbClr>
                </a:solidFill>
                <a:ln w="5420" cap="flat">
                  <a:solidFill>
                    <a:srgbClr val="2F234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6" name="pg585">
                  <a:extLst>
                    <a:ext uri="{FF2B5EF4-FFF2-40B4-BE49-F238E27FC236}">
                      <a16:creationId xmlns:a16="http://schemas.microsoft.com/office/drawing/2014/main" id="{2107A0FB-12A4-DCE6-5F9A-8209E9469796}"/>
                    </a:ext>
                  </a:extLst>
                </p:cNvPr>
                <p:cNvSpPr/>
                <p:nvPr/>
              </p:nvSpPr>
              <p:spPr>
                <a:xfrm>
                  <a:off x="5834746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2D2240">
                    <a:alpha val="100000"/>
                  </a:srgbClr>
                </a:solidFill>
                <a:ln w="5420" cap="flat">
                  <a:solidFill>
                    <a:srgbClr val="2D224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7" name="pg586">
                  <a:extLst>
                    <a:ext uri="{FF2B5EF4-FFF2-40B4-BE49-F238E27FC236}">
                      <a16:creationId xmlns:a16="http://schemas.microsoft.com/office/drawing/2014/main" id="{8F5E8D74-C58D-C191-4799-4680DB86EDD4}"/>
                    </a:ext>
                  </a:extLst>
                </p:cNvPr>
                <p:cNvSpPr/>
                <p:nvPr/>
              </p:nvSpPr>
              <p:spPr>
                <a:xfrm>
                  <a:off x="5846384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02446">
                    <a:alpha val="100000"/>
                  </a:srgbClr>
                </a:solidFill>
                <a:ln w="5420" cap="flat">
                  <a:solidFill>
                    <a:srgbClr val="30244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8" name="pg587">
                  <a:extLst>
                    <a:ext uri="{FF2B5EF4-FFF2-40B4-BE49-F238E27FC236}">
                      <a16:creationId xmlns:a16="http://schemas.microsoft.com/office/drawing/2014/main" id="{2FC8121D-49DC-348E-6A89-C0B93A93FC1B}"/>
                    </a:ext>
                  </a:extLst>
                </p:cNvPr>
                <p:cNvSpPr/>
                <p:nvPr/>
              </p:nvSpPr>
              <p:spPr>
                <a:xfrm>
                  <a:off x="5858021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274C">
                    <a:alpha val="100000"/>
                  </a:srgbClr>
                </a:solidFill>
                <a:ln w="5420" cap="flat">
                  <a:solidFill>
                    <a:srgbClr val="34274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9" name="pg588">
                  <a:extLst>
                    <a:ext uri="{FF2B5EF4-FFF2-40B4-BE49-F238E27FC236}">
                      <a16:creationId xmlns:a16="http://schemas.microsoft.com/office/drawing/2014/main" id="{FA75A404-EF52-8703-0584-A484F3915DCE}"/>
                    </a:ext>
                  </a:extLst>
                </p:cNvPr>
                <p:cNvSpPr/>
                <p:nvPr/>
              </p:nvSpPr>
              <p:spPr>
                <a:xfrm>
                  <a:off x="5869658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2A54">
                    <a:alpha val="100000"/>
                  </a:srgbClr>
                </a:solidFill>
                <a:ln w="5420" cap="flat">
                  <a:solidFill>
                    <a:srgbClr val="382A5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0" name="pg589">
                  <a:extLst>
                    <a:ext uri="{FF2B5EF4-FFF2-40B4-BE49-F238E27FC236}">
                      <a16:creationId xmlns:a16="http://schemas.microsoft.com/office/drawing/2014/main" id="{2335B5D9-F158-0FE1-A2A5-9AC974607BE1}"/>
                    </a:ext>
                  </a:extLst>
                </p:cNvPr>
                <p:cNvSpPr/>
                <p:nvPr/>
              </p:nvSpPr>
              <p:spPr>
                <a:xfrm>
                  <a:off x="5881296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F5A">
                    <a:alpha val="100000"/>
                  </a:srgbClr>
                </a:solidFill>
                <a:ln w="5420" cap="flat">
                  <a:solidFill>
                    <a:srgbClr val="392F5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1" name="pg590">
                  <a:extLst>
                    <a:ext uri="{FF2B5EF4-FFF2-40B4-BE49-F238E27FC236}">
                      <a16:creationId xmlns:a16="http://schemas.microsoft.com/office/drawing/2014/main" id="{9055B05E-F2A6-BB5D-67B8-67ACDA0D6EDF}"/>
                    </a:ext>
                  </a:extLst>
                </p:cNvPr>
                <p:cNvSpPr/>
                <p:nvPr/>
              </p:nvSpPr>
              <p:spPr>
                <a:xfrm>
                  <a:off x="5892933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361">
                    <a:alpha val="100000"/>
                  </a:srgbClr>
                </a:solidFill>
                <a:ln w="5420" cap="flat">
                  <a:solidFill>
                    <a:srgbClr val="3A336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2" name="pg591">
                  <a:extLst>
                    <a:ext uri="{FF2B5EF4-FFF2-40B4-BE49-F238E27FC236}">
                      <a16:creationId xmlns:a16="http://schemas.microsoft.com/office/drawing/2014/main" id="{68E9AFC9-A30E-FC0A-7CC7-1607A023A1ED}"/>
                    </a:ext>
                  </a:extLst>
                </p:cNvPr>
                <p:cNvSpPr/>
                <p:nvPr/>
              </p:nvSpPr>
              <p:spPr>
                <a:xfrm>
                  <a:off x="5904570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867">
                    <a:alpha val="100000"/>
                  </a:srgbClr>
                </a:solidFill>
                <a:ln w="5420" cap="flat">
                  <a:solidFill>
                    <a:srgbClr val="3B386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3" name="pg592">
                  <a:extLst>
                    <a:ext uri="{FF2B5EF4-FFF2-40B4-BE49-F238E27FC236}">
                      <a16:creationId xmlns:a16="http://schemas.microsoft.com/office/drawing/2014/main" id="{D552303E-9F77-0448-E7E5-46E18C800F83}"/>
                    </a:ext>
                  </a:extLst>
                </p:cNvPr>
                <p:cNvSpPr/>
                <p:nvPr/>
              </p:nvSpPr>
              <p:spPr>
                <a:xfrm>
                  <a:off x="5916208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073">
                    <a:alpha val="100000"/>
                  </a:srgbClr>
                </a:solidFill>
                <a:ln w="5420" cap="flat">
                  <a:solidFill>
                    <a:srgbClr val="3C407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4" name="pg593">
                  <a:extLst>
                    <a:ext uri="{FF2B5EF4-FFF2-40B4-BE49-F238E27FC236}">
                      <a16:creationId xmlns:a16="http://schemas.microsoft.com/office/drawing/2014/main" id="{F09B95EF-C987-75FD-E710-0F27C55F1DD2}"/>
                    </a:ext>
                  </a:extLst>
                </p:cNvPr>
                <p:cNvSpPr/>
                <p:nvPr/>
              </p:nvSpPr>
              <p:spPr>
                <a:xfrm>
                  <a:off x="5927845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479">
                    <a:alpha val="100000"/>
                  </a:srgbClr>
                </a:solidFill>
                <a:ln w="5420" cap="flat">
                  <a:solidFill>
                    <a:srgbClr val="3C447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5" name="pg594">
                  <a:extLst>
                    <a:ext uri="{FF2B5EF4-FFF2-40B4-BE49-F238E27FC236}">
                      <a16:creationId xmlns:a16="http://schemas.microsoft.com/office/drawing/2014/main" id="{137B68B0-455D-6730-1CF1-05071FB5C93B}"/>
                    </a:ext>
                  </a:extLst>
                </p:cNvPr>
                <p:cNvSpPr/>
                <p:nvPr/>
              </p:nvSpPr>
              <p:spPr>
                <a:xfrm>
                  <a:off x="5939482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87E">
                    <a:alpha val="100000"/>
                  </a:srgbClr>
                </a:solidFill>
                <a:ln w="5420" cap="flat">
                  <a:solidFill>
                    <a:srgbClr val="3C487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6" name="pg595">
                  <a:extLst>
                    <a:ext uri="{FF2B5EF4-FFF2-40B4-BE49-F238E27FC236}">
                      <a16:creationId xmlns:a16="http://schemas.microsoft.com/office/drawing/2014/main" id="{7F0E5B0C-8C87-F55D-B557-B1C860CFDB2C}"/>
                    </a:ext>
                  </a:extLst>
                </p:cNvPr>
                <p:cNvSpPr/>
                <p:nvPr/>
              </p:nvSpPr>
              <p:spPr>
                <a:xfrm>
                  <a:off x="5951120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B83">
                    <a:alpha val="100000"/>
                  </a:srgbClr>
                </a:solidFill>
                <a:ln w="5420" cap="flat">
                  <a:solidFill>
                    <a:srgbClr val="3C4B8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7" name="pg596">
                  <a:extLst>
                    <a:ext uri="{FF2B5EF4-FFF2-40B4-BE49-F238E27FC236}">
                      <a16:creationId xmlns:a16="http://schemas.microsoft.com/office/drawing/2014/main" id="{186066F0-5437-BC1E-727C-D5DD4BD70794}"/>
                    </a:ext>
                  </a:extLst>
                </p:cNvPr>
                <p:cNvSpPr/>
                <p:nvPr/>
              </p:nvSpPr>
              <p:spPr>
                <a:xfrm>
                  <a:off x="5974394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28C">
                    <a:alpha val="100000"/>
                  </a:srgbClr>
                </a:solidFill>
                <a:ln w="5420" cap="flat">
                  <a:solidFill>
                    <a:srgbClr val="3B528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8" name="pg597">
                  <a:extLst>
                    <a:ext uri="{FF2B5EF4-FFF2-40B4-BE49-F238E27FC236}">
                      <a16:creationId xmlns:a16="http://schemas.microsoft.com/office/drawing/2014/main" id="{61BFCCDB-212A-6FBB-D5D2-590FD48BDFD7}"/>
                    </a:ext>
                  </a:extLst>
                </p:cNvPr>
                <p:cNvSpPr/>
                <p:nvPr/>
              </p:nvSpPr>
              <p:spPr>
                <a:xfrm>
                  <a:off x="5986032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590">
                    <a:alpha val="100000"/>
                  </a:srgbClr>
                </a:solidFill>
                <a:ln w="5420" cap="flat">
                  <a:solidFill>
                    <a:srgbClr val="3B559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9" name="pg598">
                  <a:extLst>
                    <a:ext uri="{FF2B5EF4-FFF2-40B4-BE49-F238E27FC236}">
                      <a16:creationId xmlns:a16="http://schemas.microsoft.com/office/drawing/2014/main" id="{A22C4C40-D974-EFC4-6B0D-C98E9D62FAC7}"/>
                    </a:ext>
                  </a:extLst>
                </p:cNvPr>
                <p:cNvSpPr/>
                <p:nvPr/>
              </p:nvSpPr>
              <p:spPr>
                <a:xfrm>
                  <a:off x="5997669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895">
                    <a:alpha val="100000"/>
                  </a:srgbClr>
                </a:solidFill>
                <a:ln w="5420" cap="flat">
                  <a:solidFill>
                    <a:srgbClr val="3A589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0" name="pg599">
                  <a:extLst>
                    <a:ext uri="{FF2B5EF4-FFF2-40B4-BE49-F238E27FC236}">
                      <a16:creationId xmlns:a16="http://schemas.microsoft.com/office/drawing/2014/main" id="{421D9864-824D-D17B-BCC9-D5B644D3EE42}"/>
                    </a:ext>
                  </a:extLst>
                </p:cNvPr>
                <p:cNvSpPr/>
                <p:nvPr/>
              </p:nvSpPr>
              <p:spPr>
                <a:xfrm>
                  <a:off x="6160592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1" name="pg600">
                  <a:extLst>
                    <a:ext uri="{FF2B5EF4-FFF2-40B4-BE49-F238E27FC236}">
                      <a16:creationId xmlns:a16="http://schemas.microsoft.com/office/drawing/2014/main" id="{F525FBBB-573B-01E0-B0E7-088D3C86AF70}"/>
                    </a:ext>
                  </a:extLst>
                </p:cNvPr>
                <p:cNvSpPr/>
                <p:nvPr/>
              </p:nvSpPr>
              <p:spPr>
                <a:xfrm>
                  <a:off x="6172229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2" name="pg601">
                  <a:extLst>
                    <a:ext uri="{FF2B5EF4-FFF2-40B4-BE49-F238E27FC236}">
                      <a16:creationId xmlns:a16="http://schemas.microsoft.com/office/drawing/2014/main" id="{5F37F8FD-82A1-B31D-9979-5114155D050B}"/>
                    </a:ext>
                  </a:extLst>
                </p:cNvPr>
                <p:cNvSpPr/>
                <p:nvPr/>
              </p:nvSpPr>
              <p:spPr>
                <a:xfrm>
                  <a:off x="6183866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3" name="pg602">
                  <a:extLst>
                    <a:ext uri="{FF2B5EF4-FFF2-40B4-BE49-F238E27FC236}">
                      <a16:creationId xmlns:a16="http://schemas.microsoft.com/office/drawing/2014/main" id="{AA881865-1789-AD8C-996A-5627FA7AF64B}"/>
                    </a:ext>
                  </a:extLst>
                </p:cNvPr>
                <p:cNvSpPr/>
                <p:nvPr/>
              </p:nvSpPr>
              <p:spPr>
                <a:xfrm>
                  <a:off x="6195504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4" name="pg603">
                  <a:extLst>
                    <a:ext uri="{FF2B5EF4-FFF2-40B4-BE49-F238E27FC236}">
                      <a16:creationId xmlns:a16="http://schemas.microsoft.com/office/drawing/2014/main" id="{9C6732C8-483E-6D77-75ED-DEB42E2F2B09}"/>
                    </a:ext>
                  </a:extLst>
                </p:cNvPr>
                <p:cNvSpPr/>
                <p:nvPr/>
              </p:nvSpPr>
              <p:spPr>
                <a:xfrm>
                  <a:off x="6207141" y="29080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5" name="pg604">
                  <a:extLst>
                    <a:ext uri="{FF2B5EF4-FFF2-40B4-BE49-F238E27FC236}">
                      <a16:creationId xmlns:a16="http://schemas.microsoft.com/office/drawing/2014/main" id="{1DBE16AE-DEF4-5EE3-70BC-498FF33C21B2}"/>
                    </a:ext>
                  </a:extLst>
                </p:cNvPr>
                <p:cNvSpPr/>
                <p:nvPr/>
              </p:nvSpPr>
              <p:spPr>
                <a:xfrm>
                  <a:off x="5764922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895">
                    <a:alpha val="100000"/>
                  </a:srgbClr>
                </a:solidFill>
                <a:ln w="5420" cap="flat">
                  <a:solidFill>
                    <a:srgbClr val="3A589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6" name="pg605">
                  <a:extLst>
                    <a:ext uri="{FF2B5EF4-FFF2-40B4-BE49-F238E27FC236}">
                      <a16:creationId xmlns:a16="http://schemas.microsoft.com/office/drawing/2014/main" id="{96BF6C09-FCAA-2AB3-11E1-B3909BF6FE6A}"/>
                    </a:ext>
                  </a:extLst>
                </p:cNvPr>
                <p:cNvSpPr/>
                <p:nvPr/>
              </p:nvSpPr>
              <p:spPr>
                <a:xfrm>
                  <a:off x="5776560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591">
                    <a:alpha val="100000"/>
                  </a:srgbClr>
                </a:solidFill>
                <a:ln w="5420" cap="flat">
                  <a:solidFill>
                    <a:srgbClr val="3B559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7" name="pg606">
                  <a:extLst>
                    <a:ext uri="{FF2B5EF4-FFF2-40B4-BE49-F238E27FC236}">
                      <a16:creationId xmlns:a16="http://schemas.microsoft.com/office/drawing/2014/main" id="{B453EC61-BF4E-62CC-F59D-723369B8D923}"/>
                    </a:ext>
                  </a:extLst>
                </p:cNvPr>
                <p:cNvSpPr/>
                <p:nvPr/>
              </p:nvSpPr>
              <p:spPr>
                <a:xfrm>
                  <a:off x="5788197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4E86">
                    <a:alpha val="100000"/>
                  </a:srgbClr>
                </a:solidFill>
                <a:ln w="5420" cap="flat">
                  <a:solidFill>
                    <a:srgbClr val="3B4E8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8" name="pg607">
                  <a:extLst>
                    <a:ext uri="{FF2B5EF4-FFF2-40B4-BE49-F238E27FC236}">
                      <a16:creationId xmlns:a16="http://schemas.microsoft.com/office/drawing/2014/main" id="{7E52B8AA-72B6-6BBC-3831-F3357D8D6D68}"/>
                    </a:ext>
                  </a:extLst>
                </p:cNvPr>
                <p:cNvSpPr/>
                <p:nvPr/>
              </p:nvSpPr>
              <p:spPr>
                <a:xfrm>
                  <a:off x="5799834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F5B">
                    <a:alpha val="100000"/>
                  </a:srgbClr>
                </a:solidFill>
                <a:ln w="5420" cap="flat">
                  <a:solidFill>
                    <a:srgbClr val="392F5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9" name="pg608">
                  <a:extLst>
                    <a:ext uri="{FF2B5EF4-FFF2-40B4-BE49-F238E27FC236}">
                      <a16:creationId xmlns:a16="http://schemas.microsoft.com/office/drawing/2014/main" id="{7269212D-B7B5-EDD2-3F77-D3116969CACC}"/>
                    </a:ext>
                  </a:extLst>
                </p:cNvPr>
                <p:cNvSpPr/>
                <p:nvPr/>
              </p:nvSpPr>
              <p:spPr>
                <a:xfrm>
                  <a:off x="5811472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2E2242">
                    <a:alpha val="100000"/>
                  </a:srgbClr>
                </a:solidFill>
                <a:ln w="5420" cap="flat">
                  <a:solidFill>
                    <a:srgbClr val="2E224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0" name="pg609">
                  <a:extLst>
                    <a:ext uri="{FF2B5EF4-FFF2-40B4-BE49-F238E27FC236}">
                      <a16:creationId xmlns:a16="http://schemas.microsoft.com/office/drawing/2014/main" id="{55CDCD42-F4B2-AEF8-FE8C-540A87379BB3}"/>
                    </a:ext>
                  </a:extLst>
                </p:cNvPr>
                <p:cNvSpPr/>
                <p:nvPr/>
              </p:nvSpPr>
              <p:spPr>
                <a:xfrm>
                  <a:off x="5823109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271D34">
                    <a:alpha val="100000"/>
                  </a:srgbClr>
                </a:solidFill>
                <a:ln w="5420" cap="flat">
                  <a:solidFill>
                    <a:srgbClr val="271D3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1" name="pg610">
                  <a:extLst>
                    <a:ext uri="{FF2B5EF4-FFF2-40B4-BE49-F238E27FC236}">
                      <a16:creationId xmlns:a16="http://schemas.microsoft.com/office/drawing/2014/main" id="{02FA3091-74B5-1982-B11C-EE73D615C035}"/>
                    </a:ext>
                  </a:extLst>
                </p:cNvPr>
                <p:cNvSpPr/>
                <p:nvPr/>
              </p:nvSpPr>
              <p:spPr>
                <a:xfrm>
                  <a:off x="5834746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261C33">
                    <a:alpha val="100000"/>
                  </a:srgbClr>
                </a:solidFill>
                <a:ln w="5420" cap="flat">
                  <a:solidFill>
                    <a:srgbClr val="261C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2" name="pg611">
                  <a:extLst>
                    <a:ext uri="{FF2B5EF4-FFF2-40B4-BE49-F238E27FC236}">
                      <a16:creationId xmlns:a16="http://schemas.microsoft.com/office/drawing/2014/main" id="{29904480-6D41-2616-7CCA-5FAF53EF7FF3}"/>
                    </a:ext>
                  </a:extLst>
                </p:cNvPr>
                <p:cNvSpPr/>
                <p:nvPr/>
              </p:nvSpPr>
              <p:spPr>
                <a:xfrm>
                  <a:off x="5846384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2A1F3B">
                    <a:alpha val="100000"/>
                  </a:srgbClr>
                </a:solidFill>
                <a:ln w="5420" cap="flat">
                  <a:solidFill>
                    <a:srgbClr val="2A1F3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3" name="pg612">
                  <a:extLst>
                    <a:ext uri="{FF2B5EF4-FFF2-40B4-BE49-F238E27FC236}">
                      <a16:creationId xmlns:a16="http://schemas.microsoft.com/office/drawing/2014/main" id="{6B6C1ADB-028C-A912-745A-1B855BF801FE}"/>
                    </a:ext>
                  </a:extLst>
                </p:cNvPr>
                <p:cNvSpPr/>
                <p:nvPr/>
              </p:nvSpPr>
              <p:spPr>
                <a:xfrm>
                  <a:off x="5858021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02344">
                    <a:alpha val="100000"/>
                  </a:srgbClr>
                </a:solidFill>
                <a:ln w="5420" cap="flat">
                  <a:solidFill>
                    <a:srgbClr val="30234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4" name="pg613">
                  <a:extLst>
                    <a:ext uri="{FF2B5EF4-FFF2-40B4-BE49-F238E27FC236}">
                      <a16:creationId xmlns:a16="http://schemas.microsoft.com/office/drawing/2014/main" id="{265713D2-20A2-6599-1655-0D0B463A2D4B}"/>
                    </a:ext>
                  </a:extLst>
                </p:cNvPr>
                <p:cNvSpPr/>
                <p:nvPr/>
              </p:nvSpPr>
              <p:spPr>
                <a:xfrm>
                  <a:off x="5869658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284F">
                    <a:alpha val="100000"/>
                  </a:srgbClr>
                </a:solidFill>
                <a:ln w="5420" cap="flat">
                  <a:solidFill>
                    <a:srgbClr val="35284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5" name="pg614">
                  <a:extLst>
                    <a:ext uri="{FF2B5EF4-FFF2-40B4-BE49-F238E27FC236}">
                      <a16:creationId xmlns:a16="http://schemas.microsoft.com/office/drawing/2014/main" id="{BC0C2444-2D71-CEC2-F7E1-5F90A8CDB628}"/>
                    </a:ext>
                  </a:extLst>
                </p:cNvPr>
                <p:cNvSpPr/>
                <p:nvPr/>
              </p:nvSpPr>
              <p:spPr>
                <a:xfrm>
                  <a:off x="5881296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D58">
                    <a:alpha val="100000"/>
                  </a:srgbClr>
                </a:solidFill>
                <a:ln w="5420" cap="flat">
                  <a:solidFill>
                    <a:srgbClr val="392D5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6" name="pg615">
                  <a:extLst>
                    <a:ext uri="{FF2B5EF4-FFF2-40B4-BE49-F238E27FC236}">
                      <a16:creationId xmlns:a16="http://schemas.microsoft.com/office/drawing/2014/main" id="{670D0880-12C0-C40B-AA28-87F1FCBF1B81}"/>
                    </a:ext>
                  </a:extLst>
                </p:cNvPr>
                <p:cNvSpPr/>
                <p:nvPr/>
              </p:nvSpPr>
              <p:spPr>
                <a:xfrm>
                  <a:off x="5892933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25F">
                    <a:alpha val="100000"/>
                  </a:srgbClr>
                </a:solidFill>
                <a:ln w="5420" cap="flat">
                  <a:solidFill>
                    <a:srgbClr val="3A325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7" name="pg616">
                  <a:extLst>
                    <a:ext uri="{FF2B5EF4-FFF2-40B4-BE49-F238E27FC236}">
                      <a16:creationId xmlns:a16="http://schemas.microsoft.com/office/drawing/2014/main" id="{5145D2E8-D1D2-8F72-ED7D-DF2AE304C9ED}"/>
                    </a:ext>
                  </a:extLst>
                </p:cNvPr>
                <p:cNvSpPr/>
                <p:nvPr/>
              </p:nvSpPr>
              <p:spPr>
                <a:xfrm>
                  <a:off x="5904570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766">
                    <a:alpha val="100000"/>
                  </a:srgbClr>
                </a:solidFill>
                <a:ln w="5420" cap="flat">
                  <a:solidFill>
                    <a:srgbClr val="3B376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8" name="pg617">
                  <a:extLst>
                    <a:ext uri="{FF2B5EF4-FFF2-40B4-BE49-F238E27FC236}">
                      <a16:creationId xmlns:a16="http://schemas.microsoft.com/office/drawing/2014/main" id="{5E2F2BDB-C24C-AE83-5848-392E5114786D}"/>
                    </a:ext>
                  </a:extLst>
                </p:cNvPr>
                <p:cNvSpPr/>
                <p:nvPr/>
              </p:nvSpPr>
              <p:spPr>
                <a:xfrm>
                  <a:off x="5927845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478">
                    <a:alpha val="100000"/>
                  </a:srgbClr>
                </a:solidFill>
                <a:ln w="5420" cap="flat">
                  <a:solidFill>
                    <a:srgbClr val="3C447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9" name="pg618">
                  <a:extLst>
                    <a:ext uri="{FF2B5EF4-FFF2-40B4-BE49-F238E27FC236}">
                      <a16:creationId xmlns:a16="http://schemas.microsoft.com/office/drawing/2014/main" id="{D58B82FB-5DE6-44CD-6B37-479CAC5E2634}"/>
                    </a:ext>
                  </a:extLst>
                </p:cNvPr>
                <p:cNvSpPr/>
                <p:nvPr/>
              </p:nvSpPr>
              <p:spPr>
                <a:xfrm>
                  <a:off x="5939482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87E">
                    <a:alpha val="100000"/>
                  </a:srgbClr>
                </a:solidFill>
                <a:ln w="5420" cap="flat">
                  <a:solidFill>
                    <a:srgbClr val="3C487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0" name="pg619">
                  <a:extLst>
                    <a:ext uri="{FF2B5EF4-FFF2-40B4-BE49-F238E27FC236}">
                      <a16:creationId xmlns:a16="http://schemas.microsoft.com/office/drawing/2014/main" id="{EC1005D3-D524-65F7-0CC1-C447461FF581}"/>
                    </a:ext>
                  </a:extLst>
                </p:cNvPr>
                <p:cNvSpPr/>
                <p:nvPr/>
              </p:nvSpPr>
              <p:spPr>
                <a:xfrm>
                  <a:off x="6160592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1" name="pg620">
                  <a:extLst>
                    <a:ext uri="{FF2B5EF4-FFF2-40B4-BE49-F238E27FC236}">
                      <a16:creationId xmlns:a16="http://schemas.microsoft.com/office/drawing/2014/main" id="{67B7B3B2-E445-E939-8AE8-83F2D48FA5BD}"/>
                    </a:ext>
                  </a:extLst>
                </p:cNvPr>
                <p:cNvSpPr/>
                <p:nvPr/>
              </p:nvSpPr>
              <p:spPr>
                <a:xfrm>
                  <a:off x="6172229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2" name="pg621">
                  <a:extLst>
                    <a:ext uri="{FF2B5EF4-FFF2-40B4-BE49-F238E27FC236}">
                      <a16:creationId xmlns:a16="http://schemas.microsoft.com/office/drawing/2014/main" id="{D82E509B-9DE3-7316-3048-138D9CE5AF76}"/>
                    </a:ext>
                  </a:extLst>
                </p:cNvPr>
                <p:cNvSpPr/>
                <p:nvPr/>
              </p:nvSpPr>
              <p:spPr>
                <a:xfrm>
                  <a:off x="6183866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3" name="pg622">
                  <a:extLst>
                    <a:ext uri="{FF2B5EF4-FFF2-40B4-BE49-F238E27FC236}">
                      <a16:creationId xmlns:a16="http://schemas.microsoft.com/office/drawing/2014/main" id="{0B641E55-C399-47BA-D2C7-0FF335497053}"/>
                    </a:ext>
                  </a:extLst>
                </p:cNvPr>
                <p:cNvSpPr/>
                <p:nvPr/>
              </p:nvSpPr>
              <p:spPr>
                <a:xfrm>
                  <a:off x="6195504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4" name="pg623">
                  <a:extLst>
                    <a:ext uri="{FF2B5EF4-FFF2-40B4-BE49-F238E27FC236}">
                      <a16:creationId xmlns:a16="http://schemas.microsoft.com/office/drawing/2014/main" id="{178052B4-AEE4-0444-04A2-51C68260A30D}"/>
                    </a:ext>
                  </a:extLst>
                </p:cNvPr>
                <p:cNvSpPr/>
                <p:nvPr/>
              </p:nvSpPr>
              <p:spPr>
                <a:xfrm>
                  <a:off x="6207141" y="29223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5" name="pg624">
                  <a:extLst>
                    <a:ext uri="{FF2B5EF4-FFF2-40B4-BE49-F238E27FC236}">
                      <a16:creationId xmlns:a16="http://schemas.microsoft.com/office/drawing/2014/main" id="{0543DD69-C0E4-64B4-E278-484276ADD3E4}"/>
                    </a:ext>
                  </a:extLst>
                </p:cNvPr>
                <p:cNvSpPr/>
                <p:nvPr/>
              </p:nvSpPr>
              <p:spPr>
                <a:xfrm>
                  <a:off x="5753285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39D">
                    <a:alpha val="100000"/>
                  </a:srgbClr>
                </a:solidFill>
                <a:ln w="5420" cap="flat">
                  <a:solidFill>
                    <a:srgbClr val="3A63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6" name="pg625">
                  <a:extLst>
                    <a:ext uri="{FF2B5EF4-FFF2-40B4-BE49-F238E27FC236}">
                      <a16:creationId xmlns:a16="http://schemas.microsoft.com/office/drawing/2014/main" id="{EFB6B53E-5069-6CAD-BA6A-F05B2B55BE6E}"/>
                    </a:ext>
                  </a:extLst>
                </p:cNvPr>
                <p:cNvSpPr/>
                <p:nvPr/>
              </p:nvSpPr>
              <p:spPr>
                <a:xfrm>
                  <a:off x="5764922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59E">
                    <a:alpha val="100000"/>
                  </a:srgbClr>
                </a:solidFill>
                <a:ln w="5420" cap="flat">
                  <a:solidFill>
                    <a:srgbClr val="3A65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7" name="pg626">
                  <a:extLst>
                    <a:ext uri="{FF2B5EF4-FFF2-40B4-BE49-F238E27FC236}">
                      <a16:creationId xmlns:a16="http://schemas.microsoft.com/office/drawing/2014/main" id="{4D453779-E1E6-DA88-7F73-F19A0F14C62E}"/>
                    </a:ext>
                  </a:extLst>
                </p:cNvPr>
                <p:cNvSpPr/>
                <p:nvPr/>
              </p:nvSpPr>
              <p:spPr>
                <a:xfrm>
                  <a:off x="5776560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8" name="pg627">
                  <a:extLst>
                    <a:ext uri="{FF2B5EF4-FFF2-40B4-BE49-F238E27FC236}">
                      <a16:creationId xmlns:a16="http://schemas.microsoft.com/office/drawing/2014/main" id="{DE841C06-629F-5205-DF45-BB2117E024E8}"/>
                    </a:ext>
                  </a:extLst>
                </p:cNvPr>
                <p:cNvSpPr/>
                <p:nvPr/>
              </p:nvSpPr>
              <p:spPr>
                <a:xfrm>
                  <a:off x="5788197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9" name="pg628">
                  <a:extLst>
                    <a:ext uri="{FF2B5EF4-FFF2-40B4-BE49-F238E27FC236}">
                      <a16:creationId xmlns:a16="http://schemas.microsoft.com/office/drawing/2014/main" id="{55AD5F2C-FC9A-8882-7276-D7BC410B9911}"/>
                    </a:ext>
                  </a:extLst>
                </p:cNvPr>
                <p:cNvSpPr/>
                <p:nvPr/>
              </p:nvSpPr>
              <p:spPr>
                <a:xfrm>
                  <a:off x="5799834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693">
                    <a:alpha val="100000"/>
                  </a:srgbClr>
                </a:solidFill>
                <a:ln w="5420" cap="flat">
                  <a:solidFill>
                    <a:srgbClr val="3A569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0" name="pg629">
                  <a:extLst>
                    <a:ext uri="{FF2B5EF4-FFF2-40B4-BE49-F238E27FC236}">
                      <a16:creationId xmlns:a16="http://schemas.microsoft.com/office/drawing/2014/main" id="{7DE3BDBC-2EBC-7C68-8FE7-13FCF05BE8B8}"/>
                    </a:ext>
                  </a:extLst>
                </p:cNvPr>
                <p:cNvSpPr/>
                <p:nvPr/>
              </p:nvSpPr>
              <p:spPr>
                <a:xfrm>
                  <a:off x="5811472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969">
                    <a:alpha val="100000"/>
                  </a:srgbClr>
                </a:solidFill>
                <a:ln w="5420" cap="flat">
                  <a:solidFill>
                    <a:srgbClr val="3B396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1" name="pg630">
                  <a:extLst>
                    <a:ext uri="{FF2B5EF4-FFF2-40B4-BE49-F238E27FC236}">
                      <a16:creationId xmlns:a16="http://schemas.microsoft.com/office/drawing/2014/main" id="{FF96FF42-E6AA-6A72-A55A-BC0A2AF5EBA5}"/>
                    </a:ext>
                  </a:extLst>
                </p:cNvPr>
                <p:cNvSpPr/>
                <p:nvPr/>
              </p:nvSpPr>
              <p:spPr>
                <a:xfrm>
                  <a:off x="5823109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274C">
                    <a:alpha val="100000"/>
                  </a:srgbClr>
                </a:solidFill>
                <a:ln w="5420" cap="flat">
                  <a:solidFill>
                    <a:srgbClr val="34274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2" name="pg631">
                  <a:extLst>
                    <a:ext uri="{FF2B5EF4-FFF2-40B4-BE49-F238E27FC236}">
                      <a16:creationId xmlns:a16="http://schemas.microsoft.com/office/drawing/2014/main" id="{6A0164BA-09AC-94BB-63EC-B9A2382E52C0}"/>
                    </a:ext>
                  </a:extLst>
                </p:cNvPr>
                <p:cNvSpPr/>
                <p:nvPr/>
              </p:nvSpPr>
              <p:spPr>
                <a:xfrm>
                  <a:off x="5834746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2F2344">
                    <a:alpha val="100000"/>
                  </a:srgbClr>
                </a:solidFill>
                <a:ln w="5420" cap="flat">
                  <a:solidFill>
                    <a:srgbClr val="2F234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3" name="pg632">
                  <a:extLst>
                    <a:ext uri="{FF2B5EF4-FFF2-40B4-BE49-F238E27FC236}">
                      <a16:creationId xmlns:a16="http://schemas.microsoft.com/office/drawing/2014/main" id="{8B685A87-48B2-F799-3A22-49630ED6C500}"/>
                    </a:ext>
                  </a:extLst>
                </p:cNvPr>
                <p:cNvSpPr/>
                <p:nvPr/>
              </p:nvSpPr>
              <p:spPr>
                <a:xfrm>
                  <a:off x="5846384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12548">
                    <a:alpha val="100000"/>
                  </a:srgbClr>
                </a:solidFill>
                <a:ln w="5420" cap="flat">
                  <a:solidFill>
                    <a:srgbClr val="31254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4" name="pg633">
                  <a:extLst>
                    <a:ext uri="{FF2B5EF4-FFF2-40B4-BE49-F238E27FC236}">
                      <a16:creationId xmlns:a16="http://schemas.microsoft.com/office/drawing/2014/main" id="{E9729564-5655-B228-FB97-C4A100ACC063}"/>
                    </a:ext>
                  </a:extLst>
                </p:cNvPr>
                <p:cNvSpPr/>
                <p:nvPr/>
              </p:nvSpPr>
              <p:spPr>
                <a:xfrm>
                  <a:off x="5858021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284F">
                    <a:alpha val="100000"/>
                  </a:srgbClr>
                </a:solidFill>
                <a:ln w="5420" cap="flat">
                  <a:solidFill>
                    <a:srgbClr val="35284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5" name="pg634">
                  <a:extLst>
                    <a:ext uri="{FF2B5EF4-FFF2-40B4-BE49-F238E27FC236}">
                      <a16:creationId xmlns:a16="http://schemas.microsoft.com/office/drawing/2014/main" id="{168B9CF0-0A52-EA84-16A5-594B836F1A28}"/>
                    </a:ext>
                  </a:extLst>
                </p:cNvPr>
                <p:cNvSpPr/>
                <p:nvPr/>
              </p:nvSpPr>
              <p:spPr>
                <a:xfrm>
                  <a:off x="5869658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C57">
                    <a:alpha val="100000"/>
                  </a:srgbClr>
                </a:solidFill>
                <a:ln w="5420" cap="flat">
                  <a:solidFill>
                    <a:srgbClr val="392C5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6" name="pg635">
                  <a:extLst>
                    <a:ext uri="{FF2B5EF4-FFF2-40B4-BE49-F238E27FC236}">
                      <a16:creationId xmlns:a16="http://schemas.microsoft.com/office/drawing/2014/main" id="{310FD35E-AE0A-72FA-F8AC-1596DCBC733A}"/>
                    </a:ext>
                  </a:extLst>
                </p:cNvPr>
                <p:cNvSpPr/>
                <p:nvPr/>
              </p:nvSpPr>
              <p:spPr>
                <a:xfrm>
                  <a:off x="5881296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15E">
                    <a:alpha val="100000"/>
                  </a:srgbClr>
                </a:solidFill>
                <a:ln w="5420" cap="flat">
                  <a:solidFill>
                    <a:srgbClr val="3A315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7" name="pg636">
                  <a:extLst>
                    <a:ext uri="{FF2B5EF4-FFF2-40B4-BE49-F238E27FC236}">
                      <a16:creationId xmlns:a16="http://schemas.microsoft.com/office/drawing/2014/main" id="{827C5839-FBAB-43AE-03D5-32102EE90AF5}"/>
                    </a:ext>
                  </a:extLst>
                </p:cNvPr>
                <p:cNvSpPr/>
                <p:nvPr/>
              </p:nvSpPr>
              <p:spPr>
                <a:xfrm>
                  <a:off x="5892933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664">
                    <a:alpha val="100000"/>
                  </a:srgbClr>
                </a:solidFill>
                <a:ln w="5420" cap="flat">
                  <a:solidFill>
                    <a:srgbClr val="3A366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8" name="pg637">
                  <a:extLst>
                    <a:ext uri="{FF2B5EF4-FFF2-40B4-BE49-F238E27FC236}">
                      <a16:creationId xmlns:a16="http://schemas.microsoft.com/office/drawing/2014/main" id="{84571DFE-E086-DD45-FDDB-E38E06BC15C2}"/>
                    </a:ext>
                  </a:extLst>
                </p:cNvPr>
                <p:cNvSpPr/>
                <p:nvPr/>
              </p:nvSpPr>
              <p:spPr>
                <a:xfrm>
                  <a:off x="6160592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9" name="pg638">
                  <a:extLst>
                    <a:ext uri="{FF2B5EF4-FFF2-40B4-BE49-F238E27FC236}">
                      <a16:creationId xmlns:a16="http://schemas.microsoft.com/office/drawing/2014/main" id="{0FB30AD6-D1AC-4943-CA35-90D04F8311D5}"/>
                    </a:ext>
                  </a:extLst>
                </p:cNvPr>
                <p:cNvSpPr/>
                <p:nvPr/>
              </p:nvSpPr>
              <p:spPr>
                <a:xfrm>
                  <a:off x="6172229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0" name="pg639">
                  <a:extLst>
                    <a:ext uri="{FF2B5EF4-FFF2-40B4-BE49-F238E27FC236}">
                      <a16:creationId xmlns:a16="http://schemas.microsoft.com/office/drawing/2014/main" id="{E37455C4-FC59-DBB2-DFD0-A7EBA700D54B}"/>
                    </a:ext>
                  </a:extLst>
                </p:cNvPr>
                <p:cNvSpPr/>
                <p:nvPr/>
              </p:nvSpPr>
              <p:spPr>
                <a:xfrm>
                  <a:off x="6183866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1" name="pg640">
                  <a:extLst>
                    <a:ext uri="{FF2B5EF4-FFF2-40B4-BE49-F238E27FC236}">
                      <a16:creationId xmlns:a16="http://schemas.microsoft.com/office/drawing/2014/main" id="{4B30F3B4-3004-F4BB-E9B3-87D187329990}"/>
                    </a:ext>
                  </a:extLst>
                </p:cNvPr>
                <p:cNvSpPr/>
                <p:nvPr/>
              </p:nvSpPr>
              <p:spPr>
                <a:xfrm>
                  <a:off x="6195504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2" name="pg641">
                  <a:extLst>
                    <a:ext uri="{FF2B5EF4-FFF2-40B4-BE49-F238E27FC236}">
                      <a16:creationId xmlns:a16="http://schemas.microsoft.com/office/drawing/2014/main" id="{A0A4CFD9-413B-3D85-0F8A-94E29B81A68F}"/>
                    </a:ext>
                  </a:extLst>
                </p:cNvPr>
                <p:cNvSpPr/>
                <p:nvPr/>
              </p:nvSpPr>
              <p:spPr>
                <a:xfrm>
                  <a:off x="6207141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3" name="pg642">
                  <a:extLst>
                    <a:ext uri="{FF2B5EF4-FFF2-40B4-BE49-F238E27FC236}">
                      <a16:creationId xmlns:a16="http://schemas.microsoft.com/office/drawing/2014/main" id="{C2FDE961-2213-CA3C-B9EC-5925FCC38F85}"/>
                    </a:ext>
                  </a:extLst>
                </p:cNvPr>
                <p:cNvSpPr/>
                <p:nvPr/>
              </p:nvSpPr>
              <p:spPr>
                <a:xfrm>
                  <a:off x="6218778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4" name="pg643">
                  <a:extLst>
                    <a:ext uri="{FF2B5EF4-FFF2-40B4-BE49-F238E27FC236}">
                      <a16:creationId xmlns:a16="http://schemas.microsoft.com/office/drawing/2014/main" id="{549311C0-0A71-8A4C-CE37-9BCA415549B9}"/>
                    </a:ext>
                  </a:extLst>
                </p:cNvPr>
                <p:cNvSpPr/>
                <p:nvPr/>
              </p:nvSpPr>
              <p:spPr>
                <a:xfrm>
                  <a:off x="6230416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5" name="pg644">
                  <a:extLst>
                    <a:ext uri="{FF2B5EF4-FFF2-40B4-BE49-F238E27FC236}">
                      <a16:creationId xmlns:a16="http://schemas.microsoft.com/office/drawing/2014/main" id="{207F836B-808B-B2C7-4F0C-FFCF544353B9}"/>
                    </a:ext>
                  </a:extLst>
                </p:cNvPr>
                <p:cNvSpPr/>
                <p:nvPr/>
              </p:nvSpPr>
              <p:spPr>
                <a:xfrm>
                  <a:off x="6276965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6" name="pg645">
                  <a:extLst>
                    <a:ext uri="{FF2B5EF4-FFF2-40B4-BE49-F238E27FC236}">
                      <a16:creationId xmlns:a16="http://schemas.microsoft.com/office/drawing/2014/main" id="{E1D038CF-0310-84EE-D197-E9979BF615CB}"/>
                    </a:ext>
                  </a:extLst>
                </p:cNvPr>
                <p:cNvSpPr/>
                <p:nvPr/>
              </p:nvSpPr>
              <p:spPr>
                <a:xfrm>
                  <a:off x="6288602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7" name="pg646">
                  <a:extLst>
                    <a:ext uri="{FF2B5EF4-FFF2-40B4-BE49-F238E27FC236}">
                      <a16:creationId xmlns:a16="http://schemas.microsoft.com/office/drawing/2014/main" id="{5B3563B1-0B34-D626-045C-64D0ACC4BED8}"/>
                    </a:ext>
                  </a:extLst>
                </p:cNvPr>
                <p:cNvSpPr/>
                <p:nvPr/>
              </p:nvSpPr>
              <p:spPr>
                <a:xfrm>
                  <a:off x="6300240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8" name="pg647">
                  <a:extLst>
                    <a:ext uri="{FF2B5EF4-FFF2-40B4-BE49-F238E27FC236}">
                      <a16:creationId xmlns:a16="http://schemas.microsoft.com/office/drawing/2014/main" id="{EED2B08B-77CD-BCD1-DA90-C9A02CDEDFFD}"/>
                    </a:ext>
                  </a:extLst>
                </p:cNvPr>
                <p:cNvSpPr/>
                <p:nvPr/>
              </p:nvSpPr>
              <p:spPr>
                <a:xfrm>
                  <a:off x="6311877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9" name="pg648">
                  <a:extLst>
                    <a:ext uri="{FF2B5EF4-FFF2-40B4-BE49-F238E27FC236}">
                      <a16:creationId xmlns:a16="http://schemas.microsoft.com/office/drawing/2014/main" id="{3D164F75-694F-8D29-9BAA-A41282866F79}"/>
                    </a:ext>
                  </a:extLst>
                </p:cNvPr>
                <p:cNvSpPr/>
                <p:nvPr/>
              </p:nvSpPr>
              <p:spPr>
                <a:xfrm>
                  <a:off x="6323514" y="29366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0" name="pg649">
                  <a:extLst>
                    <a:ext uri="{FF2B5EF4-FFF2-40B4-BE49-F238E27FC236}">
                      <a16:creationId xmlns:a16="http://schemas.microsoft.com/office/drawing/2014/main" id="{DCF4BE72-44E7-3773-C9F6-E3CBE7722068}"/>
                    </a:ext>
                  </a:extLst>
                </p:cNvPr>
                <p:cNvSpPr/>
                <p:nvPr/>
              </p:nvSpPr>
              <p:spPr>
                <a:xfrm>
                  <a:off x="5741648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49E">
                    <a:alpha val="100000"/>
                  </a:srgbClr>
                </a:solidFill>
                <a:ln w="5420" cap="flat">
                  <a:solidFill>
                    <a:srgbClr val="3A64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1" name="pg650">
                  <a:extLst>
                    <a:ext uri="{FF2B5EF4-FFF2-40B4-BE49-F238E27FC236}">
                      <a16:creationId xmlns:a16="http://schemas.microsoft.com/office/drawing/2014/main" id="{A5D9B38A-C056-EC7E-5724-B42585E4A62B}"/>
                    </a:ext>
                  </a:extLst>
                </p:cNvPr>
                <p:cNvSpPr/>
                <p:nvPr/>
              </p:nvSpPr>
              <p:spPr>
                <a:xfrm>
                  <a:off x="5753285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69E">
                    <a:alpha val="100000"/>
                  </a:srgbClr>
                </a:solidFill>
                <a:ln w="5420" cap="flat">
                  <a:solidFill>
                    <a:srgbClr val="3A66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2" name="pg651">
                  <a:extLst>
                    <a:ext uri="{FF2B5EF4-FFF2-40B4-BE49-F238E27FC236}">
                      <a16:creationId xmlns:a16="http://schemas.microsoft.com/office/drawing/2014/main" id="{61DF7A37-7B0E-6E30-79EC-DA9F602E94C4}"/>
                    </a:ext>
                  </a:extLst>
                </p:cNvPr>
                <p:cNvSpPr/>
                <p:nvPr/>
              </p:nvSpPr>
              <p:spPr>
                <a:xfrm>
                  <a:off x="5764922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89F">
                    <a:alpha val="100000"/>
                  </a:srgbClr>
                </a:solidFill>
                <a:ln w="5420" cap="flat">
                  <a:solidFill>
                    <a:srgbClr val="3A68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3" name="pg652">
                  <a:extLst>
                    <a:ext uri="{FF2B5EF4-FFF2-40B4-BE49-F238E27FC236}">
                      <a16:creationId xmlns:a16="http://schemas.microsoft.com/office/drawing/2014/main" id="{E43FAA0B-35A7-375A-2058-E4FEB59431D4}"/>
                    </a:ext>
                  </a:extLst>
                </p:cNvPr>
                <p:cNvSpPr/>
                <p:nvPr/>
              </p:nvSpPr>
              <p:spPr>
                <a:xfrm>
                  <a:off x="5776560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4" name="pg653">
                  <a:extLst>
                    <a:ext uri="{FF2B5EF4-FFF2-40B4-BE49-F238E27FC236}">
                      <a16:creationId xmlns:a16="http://schemas.microsoft.com/office/drawing/2014/main" id="{391F78BC-829A-AB23-4145-B22A9F48163F}"/>
                    </a:ext>
                  </a:extLst>
                </p:cNvPr>
                <p:cNvSpPr/>
                <p:nvPr/>
              </p:nvSpPr>
              <p:spPr>
                <a:xfrm>
                  <a:off x="5788197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5" name="pg654">
                  <a:extLst>
                    <a:ext uri="{FF2B5EF4-FFF2-40B4-BE49-F238E27FC236}">
                      <a16:creationId xmlns:a16="http://schemas.microsoft.com/office/drawing/2014/main" id="{557DB278-BFC2-539A-762E-3A4E476ECB47}"/>
                    </a:ext>
                  </a:extLst>
                </p:cNvPr>
                <p:cNvSpPr/>
                <p:nvPr/>
              </p:nvSpPr>
              <p:spPr>
                <a:xfrm>
                  <a:off x="5799834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49E">
                    <a:alpha val="100000"/>
                  </a:srgbClr>
                </a:solidFill>
                <a:ln w="5420" cap="flat">
                  <a:solidFill>
                    <a:srgbClr val="3A64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6" name="pg655">
                  <a:extLst>
                    <a:ext uri="{FF2B5EF4-FFF2-40B4-BE49-F238E27FC236}">
                      <a16:creationId xmlns:a16="http://schemas.microsoft.com/office/drawing/2014/main" id="{E712A978-C063-C5F8-0A05-51E8081A9150}"/>
                    </a:ext>
                  </a:extLst>
                </p:cNvPr>
                <p:cNvSpPr/>
                <p:nvPr/>
              </p:nvSpPr>
              <p:spPr>
                <a:xfrm>
                  <a:off x="5811472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4F88">
                    <a:alpha val="100000"/>
                  </a:srgbClr>
                </a:solidFill>
                <a:ln w="5420" cap="flat">
                  <a:solidFill>
                    <a:srgbClr val="3B4F8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7" name="pg656">
                  <a:extLst>
                    <a:ext uri="{FF2B5EF4-FFF2-40B4-BE49-F238E27FC236}">
                      <a16:creationId xmlns:a16="http://schemas.microsoft.com/office/drawing/2014/main" id="{C951B960-3259-7C72-7F14-C8A841CB53C4}"/>
                    </a:ext>
                  </a:extLst>
                </p:cNvPr>
                <p:cNvSpPr/>
                <p:nvPr/>
              </p:nvSpPr>
              <p:spPr>
                <a:xfrm>
                  <a:off x="5823109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D6F">
                    <a:alpha val="100000"/>
                  </a:srgbClr>
                </a:solidFill>
                <a:ln w="5420" cap="flat">
                  <a:solidFill>
                    <a:srgbClr val="3B3D6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8" name="pg657">
                  <a:extLst>
                    <a:ext uri="{FF2B5EF4-FFF2-40B4-BE49-F238E27FC236}">
                      <a16:creationId xmlns:a16="http://schemas.microsoft.com/office/drawing/2014/main" id="{CD5FEE43-31AA-FB1B-CC0C-2F641DA06A2E}"/>
                    </a:ext>
                  </a:extLst>
                </p:cNvPr>
                <p:cNvSpPr/>
                <p:nvPr/>
              </p:nvSpPr>
              <p:spPr>
                <a:xfrm>
                  <a:off x="5834746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462">
                    <a:alpha val="100000"/>
                  </a:srgbClr>
                </a:solidFill>
                <a:ln w="5420" cap="flat">
                  <a:solidFill>
                    <a:srgbClr val="3A346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9" name="pg658">
                  <a:extLst>
                    <a:ext uri="{FF2B5EF4-FFF2-40B4-BE49-F238E27FC236}">
                      <a16:creationId xmlns:a16="http://schemas.microsoft.com/office/drawing/2014/main" id="{177CD434-CFEA-3097-CCB8-31226CDA1AE3}"/>
                    </a:ext>
                  </a:extLst>
                </p:cNvPr>
                <p:cNvSpPr/>
                <p:nvPr/>
              </p:nvSpPr>
              <p:spPr>
                <a:xfrm>
                  <a:off x="5846384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15E">
                    <a:alpha val="100000"/>
                  </a:srgbClr>
                </a:solidFill>
                <a:ln w="5420" cap="flat">
                  <a:solidFill>
                    <a:srgbClr val="3A315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0" name="pg659">
                  <a:extLst>
                    <a:ext uri="{FF2B5EF4-FFF2-40B4-BE49-F238E27FC236}">
                      <a16:creationId xmlns:a16="http://schemas.microsoft.com/office/drawing/2014/main" id="{C9E0AE14-CCE2-C7A9-F66D-D46E52F6BC84}"/>
                    </a:ext>
                  </a:extLst>
                </p:cNvPr>
                <p:cNvSpPr/>
                <p:nvPr/>
              </p:nvSpPr>
              <p:spPr>
                <a:xfrm>
                  <a:off x="5858021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25F">
                    <a:alpha val="100000"/>
                  </a:srgbClr>
                </a:solidFill>
                <a:ln w="5420" cap="flat">
                  <a:solidFill>
                    <a:srgbClr val="3A325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1" name="pg660">
                  <a:extLst>
                    <a:ext uri="{FF2B5EF4-FFF2-40B4-BE49-F238E27FC236}">
                      <a16:creationId xmlns:a16="http://schemas.microsoft.com/office/drawing/2014/main" id="{5898F829-7E25-26EF-3B87-1541E11B2F3B}"/>
                    </a:ext>
                  </a:extLst>
                </p:cNvPr>
                <p:cNvSpPr/>
                <p:nvPr/>
              </p:nvSpPr>
              <p:spPr>
                <a:xfrm>
                  <a:off x="5869658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462">
                    <a:alpha val="100000"/>
                  </a:srgbClr>
                </a:solidFill>
                <a:ln w="5420" cap="flat">
                  <a:solidFill>
                    <a:srgbClr val="3A346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2" name="pg661">
                  <a:extLst>
                    <a:ext uri="{FF2B5EF4-FFF2-40B4-BE49-F238E27FC236}">
                      <a16:creationId xmlns:a16="http://schemas.microsoft.com/office/drawing/2014/main" id="{9DB2170F-2DD7-1B78-E048-8BA35081F8BD}"/>
                    </a:ext>
                  </a:extLst>
                </p:cNvPr>
                <p:cNvSpPr/>
                <p:nvPr/>
              </p:nvSpPr>
              <p:spPr>
                <a:xfrm>
                  <a:off x="5881296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665">
                    <a:alpha val="100000"/>
                  </a:srgbClr>
                </a:solidFill>
                <a:ln w="5420" cap="flat">
                  <a:solidFill>
                    <a:srgbClr val="3A366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3" name="pg662">
                  <a:extLst>
                    <a:ext uri="{FF2B5EF4-FFF2-40B4-BE49-F238E27FC236}">
                      <a16:creationId xmlns:a16="http://schemas.microsoft.com/office/drawing/2014/main" id="{353570EB-8218-D0BB-7B65-382DF2443FE9}"/>
                    </a:ext>
                  </a:extLst>
                </p:cNvPr>
                <p:cNvSpPr/>
                <p:nvPr/>
              </p:nvSpPr>
              <p:spPr>
                <a:xfrm>
                  <a:off x="6172229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4" name="pg663">
                  <a:extLst>
                    <a:ext uri="{FF2B5EF4-FFF2-40B4-BE49-F238E27FC236}">
                      <a16:creationId xmlns:a16="http://schemas.microsoft.com/office/drawing/2014/main" id="{62436327-F14E-3C26-18E0-3495C05AC8FF}"/>
                    </a:ext>
                  </a:extLst>
                </p:cNvPr>
                <p:cNvSpPr/>
                <p:nvPr/>
              </p:nvSpPr>
              <p:spPr>
                <a:xfrm>
                  <a:off x="6183866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5" name="pg664">
                  <a:extLst>
                    <a:ext uri="{FF2B5EF4-FFF2-40B4-BE49-F238E27FC236}">
                      <a16:creationId xmlns:a16="http://schemas.microsoft.com/office/drawing/2014/main" id="{C78E01A9-C0DF-49E7-8AB7-58D95E81A3DA}"/>
                    </a:ext>
                  </a:extLst>
                </p:cNvPr>
                <p:cNvSpPr/>
                <p:nvPr/>
              </p:nvSpPr>
              <p:spPr>
                <a:xfrm>
                  <a:off x="6195504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6" name="pg665">
                  <a:extLst>
                    <a:ext uri="{FF2B5EF4-FFF2-40B4-BE49-F238E27FC236}">
                      <a16:creationId xmlns:a16="http://schemas.microsoft.com/office/drawing/2014/main" id="{9D35A7DD-F372-E0AB-6467-CA0598D53EF7}"/>
                    </a:ext>
                  </a:extLst>
                </p:cNvPr>
                <p:cNvSpPr/>
                <p:nvPr/>
              </p:nvSpPr>
              <p:spPr>
                <a:xfrm>
                  <a:off x="6207141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7" name="pg666">
                  <a:extLst>
                    <a:ext uri="{FF2B5EF4-FFF2-40B4-BE49-F238E27FC236}">
                      <a16:creationId xmlns:a16="http://schemas.microsoft.com/office/drawing/2014/main" id="{666DBDFC-E2FC-F5C7-F630-614FF65BD851}"/>
                    </a:ext>
                  </a:extLst>
                </p:cNvPr>
                <p:cNvSpPr/>
                <p:nvPr/>
              </p:nvSpPr>
              <p:spPr>
                <a:xfrm>
                  <a:off x="6218778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8" name="pg667">
                  <a:extLst>
                    <a:ext uri="{FF2B5EF4-FFF2-40B4-BE49-F238E27FC236}">
                      <a16:creationId xmlns:a16="http://schemas.microsoft.com/office/drawing/2014/main" id="{CC51EB53-E640-B3D3-5E44-C45A762E46FF}"/>
                    </a:ext>
                  </a:extLst>
                </p:cNvPr>
                <p:cNvSpPr/>
                <p:nvPr/>
              </p:nvSpPr>
              <p:spPr>
                <a:xfrm>
                  <a:off x="6230416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9" name="pg668">
                  <a:extLst>
                    <a:ext uri="{FF2B5EF4-FFF2-40B4-BE49-F238E27FC236}">
                      <a16:creationId xmlns:a16="http://schemas.microsoft.com/office/drawing/2014/main" id="{AD1B464F-2193-C14B-84E6-90F743F7E777}"/>
                    </a:ext>
                  </a:extLst>
                </p:cNvPr>
                <p:cNvSpPr/>
                <p:nvPr/>
              </p:nvSpPr>
              <p:spPr>
                <a:xfrm>
                  <a:off x="6242053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0" name="pg669">
                  <a:extLst>
                    <a:ext uri="{FF2B5EF4-FFF2-40B4-BE49-F238E27FC236}">
                      <a16:creationId xmlns:a16="http://schemas.microsoft.com/office/drawing/2014/main" id="{A1C79E59-869B-F7C2-EFA9-6DFAE4DFEC20}"/>
                    </a:ext>
                  </a:extLst>
                </p:cNvPr>
                <p:cNvSpPr/>
                <p:nvPr/>
              </p:nvSpPr>
              <p:spPr>
                <a:xfrm>
                  <a:off x="6265328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1" name="pg670">
                  <a:extLst>
                    <a:ext uri="{FF2B5EF4-FFF2-40B4-BE49-F238E27FC236}">
                      <a16:creationId xmlns:a16="http://schemas.microsoft.com/office/drawing/2014/main" id="{520CDF2E-AEEF-A0E9-10AE-56A4E8571E92}"/>
                    </a:ext>
                  </a:extLst>
                </p:cNvPr>
                <p:cNvSpPr/>
                <p:nvPr/>
              </p:nvSpPr>
              <p:spPr>
                <a:xfrm>
                  <a:off x="6276965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2" name="pg671">
                  <a:extLst>
                    <a:ext uri="{FF2B5EF4-FFF2-40B4-BE49-F238E27FC236}">
                      <a16:creationId xmlns:a16="http://schemas.microsoft.com/office/drawing/2014/main" id="{95963A62-1DD8-936F-0FD7-23C603C08404}"/>
                    </a:ext>
                  </a:extLst>
                </p:cNvPr>
                <p:cNvSpPr/>
                <p:nvPr/>
              </p:nvSpPr>
              <p:spPr>
                <a:xfrm>
                  <a:off x="6288602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3" name="pg672">
                  <a:extLst>
                    <a:ext uri="{FF2B5EF4-FFF2-40B4-BE49-F238E27FC236}">
                      <a16:creationId xmlns:a16="http://schemas.microsoft.com/office/drawing/2014/main" id="{536C89B2-B8C3-60C6-C222-52FB84D09CEA}"/>
                    </a:ext>
                  </a:extLst>
                </p:cNvPr>
                <p:cNvSpPr/>
                <p:nvPr/>
              </p:nvSpPr>
              <p:spPr>
                <a:xfrm>
                  <a:off x="6300240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4" name="pg673">
                  <a:extLst>
                    <a:ext uri="{FF2B5EF4-FFF2-40B4-BE49-F238E27FC236}">
                      <a16:creationId xmlns:a16="http://schemas.microsoft.com/office/drawing/2014/main" id="{E908E79F-7F64-42B0-84B9-466584BBABAA}"/>
                    </a:ext>
                  </a:extLst>
                </p:cNvPr>
                <p:cNvSpPr/>
                <p:nvPr/>
              </p:nvSpPr>
              <p:spPr>
                <a:xfrm>
                  <a:off x="6311877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5" name="pg674">
                  <a:extLst>
                    <a:ext uri="{FF2B5EF4-FFF2-40B4-BE49-F238E27FC236}">
                      <a16:creationId xmlns:a16="http://schemas.microsoft.com/office/drawing/2014/main" id="{B300E89E-D45A-ADD7-437F-6BEB6AD70539}"/>
                    </a:ext>
                  </a:extLst>
                </p:cNvPr>
                <p:cNvSpPr/>
                <p:nvPr/>
              </p:nvSpPr>
              <p:spPr>
                <a:xfrm>
                  <a:off x="6323514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6" name="pg675">
                  <a:extLst>
                    <a:ext uri="{FF2B5EF4-FFF2-40B4-BE49-F238E27FC236}">
                      <a16:creationId xmlns:a16="http://schemas.microsoft.com/office/drawing/2014/main" id="{CBA96C6C-DB7D-EA09-CF1E-F613DE78951C}"/>
                    </a:ext>
                  </a:extLst>
                </p:cNvPr>
                <p:cNvSpPr/>
                <p:nvPr/>
              </p:nvSpPr>
              <p:spPr>
                <a:xfrm>
                  <a:off x="6335152" y="29509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7" name="pg676">
                  <a:extLst>
                    <a:ext uri="{FF2B5EF4-FFF2-40B4-BE49-F238E27FC236}">
                      <a16:creationId xmlns:a16="http://schemas.microsoft.com/office/drawing/2014/main" id="{D8185B40-51FD-0A05-13B2-961A12748466}"/>
                    </a:ext>
                  </a:extLst>
                </p:cNvPr>
                <p:cNvSpPr/>
                <p:nvPr/>
              </p:nvSpPr>
              <p:spPr>
                <a:xfrm>
                  <a:off x="5730010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67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8" name="pg677">
                  <a:extLst>
                    <a:ext uri="{FF2B5EF4-FFF2-40B4-BE49-F238E27FC236}">
                      <a16:creationId xmlns:a16="http://schemas.microsoft.com/office/drawing/2014/main" id="{3CEBC584-6E22-1106-BF1C-31FAEDB5A671}"/>
                    </a:ext>
                  </a:extLst>
                </p:cNvPr>
                <p:cNvSpPr/>
                <p:nvPr/>
              </p:nvSpPr>
              <p:spPr>
                <a:xfrm>
                  <a:off x="5741648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69E">
                    <a:alpha val="100000"/>
                  </a:srgbClr>
                </a:solidFill>
                <a:ln w="5420" cap="flat">
                  <a:solidFill>
                    <a:srgbClr val="3A66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9" name="pg678">
                  <a:extLst>
                    <a:ext uri="{FF2B5EF4-FFF2-40B4-BE49-F238E27FC236}">
                      <a16:creationId xmlns:a16="http://schemas.microsoft.com/office/drawing/2014/main" id="{D5AAD48D-E7D9-24C9-51B5-C05F2A63B37E}"/>
                    </a:ext>
                  </a:extLst>
                </p:cNvPr>
                <p:cNvSpPr/>
                <p:nvPr/>
              </p:nvSpPr>
              <p:spPr>
                <a:xfrm>
                  <a:off x="5753285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69E">
                    <a:alpha val="100000"/>
                  </a:srgbClr>
                </a:solidFill>
                <a:ln w="5420" cap="flat">
                  <a:solidFill>
                    <a:srgbClr val="3A66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0" name="pg679">
                  <a:extLst>
                    <a:ext uri="{FF2B5EF4-FFF2-40B4-BE49-F238E27FC236}">
                      <a16:creationId xmlns:a16="http://schemas.microsoft.com/office/drawing/2014/main" id="{BBF5F198-2AF4-8E70-0585-2C954B15F27C}"/>
                    </a:ext>
                  </a:extLst>
                </p:cNvPr>
                <p:cNvSpPr/>
                <p:nvPr/>
              </p:nvSpPr>
              <p:spPr>
                <a:xfrm>
                  <a:off x="5764922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89F">
                    <a:alpha val="100000"/>
                  </a:srgbClr>
                </a:solidFill>
                <a:ln w="5420" cap="flat">
                  <a:solidFill>
                    <a:srgbClr val="3A68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1" name="pg680">
                  <a:extLst>
                    <a:ext uri="{FF2B5EF4-FFF2-40B4-BE49-F238E27FC236}">
                      <a16:creationId xmlns:a16="http://schemas.microsoft.com/office/drawing/2014/main" id="{7C47AB1A-C32D-8E8B-EECA-A2A4737D978A}"/>
                    </a:ext>
                  </a:extLst>
                </p:cNvPr>
                <p:cNvSpPr/>
                <p:nvPr/>
              </p:nvSpPr>
              <p:spPr>
                <a:xfrm>
                  <a:off x="5776560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2" name="pg681">
                  <a:extLst>
                    <a:ext uri="{FF2B5EF4-FFF2-40B4-BE49-F238E27FC236}">
                      <a16:creationId xmlns:a16="http://schemas.microsoft.com/office/drawing/2014/main" id="{3463FAA1-04F4-1806-F483-ADCAA479C3DB}"/>
                    </a:ext>
                  </a:extLst>
                </p:cNvPr>
                <p:cNvSpPr/>
                <p:nvPr/>
              </p:nvSpPr>
              <p:spPr>
                <a:xfrm>
                  <a:off x="5788197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3" name="pg682">
                  <a:extLst>
                    <a:ext uri="{FF2B5EF4-FFF2-40B4-BE49-F238E27FC236}">
                      <a16:creationId xmlns:a16="http://schemas.microsoft.com/office/drawing/2014/main" id="{208CB94B-6499-6294-650C-A59FEAD6F00C}"/>
                    </a:ext>
                  </a:extLst>
                </p:cNvPr>
                <p:cNvSpPr/>
                <p:nvPr/>
              </p:nvSpPr>
              <p:spPr>
                <a:xfrm>
                  <a:off x="5799834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19D">
                    <a:alpha val="100000"/>
                  </a:srgbClr>
                </a:solidFill>
                <a:ln w="5420" cap="flat">
                  <a:solidFill>
                    <a:srgbClr val="3A61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4" name="pg683">
                  <a:extLst>
                    <a:ext uri="{FF2B5EF4-FFF2-40B4-BE49-F238E27FC236}">
                      <a16:creationId xmlns:a16="http://schemas.microsoft.com/office/drawing/2014/main" id="{365207CC-44A1-40C6-F0CC-84EBA4300311}"/>
                    </a:ext>
                  </a:extLst>
                </p:cNvPr>
                <p:cNvSpPr/>
                <p:nvPr/>
              </p:nvSpPr>
              <p:spPr>
                <a:xfrm>
                  <a:off x="5811472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692">
                    <a:alpha val="100000"/>
                  </a:srgbClr>
                </a:solidFill>
                <a:ln w="5420" cap="flat">
                  <a:solidFill>
                    <a:srgbClr val="3A569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5" name="pg684">
                  <a:extLst>
                    <a:ext uri="{FF2B5EF4-FFF2-40B4-BE49-F238E27FC236}">
                      <a16:creationId xmlns:a16="http://schemas.microsoft.com/office/drawing/2014/main" id="{29CDB0DD-D58F-2AD1-2B1B-4D2AF172C946}"/>
                    </a:ext>
                  </a:extLst>
                </p:cNvPr>
                <p:cNvSpPr/>
                <p:nvPr/>
              </p:nvSpPr>
              <p:spPr>
                <a:xfrm>
                  <a:off x="5823109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B82">
                    <a:alpha val="100000"/>
                  </a:srgbClr>
                </a:solidFill>
                <a:ln w="5420" cap="flat">
                  <a:solidFill>
                    <a:srgbClr val="3C4B8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6" name="pg685">
                  <a:extLst>
                    <a:ext uri="{FF2B5EF4-FFF2-40B4-BE49-F238E27FC236}">
                      <a16:creationId xmlns:a16="http://schemas.microsoft.com/office/drawing/2014/main" id="{1934C0F2-6237-CC38-6625-F8296C218868}"/>
                    </a:ext>
                  </a:extLst>
                </p:cNvPr>
                <p:cNvSpPr/>
                <p:nvPr/>
              </p:nvSpPr>
              <p:spPr>
                <a:xfrm>
                  <a:off x="5834746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276">
                    <a:alpha val="100000"/>
                  </a:srgbClr>
                </a:solidFill>
                <a:ln w="5420" cap="flat">
                  <a:solidFill>
                    <a:srgbClr val="3C427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7" name="pg686">
                  <a:extLst>
                    <a:ext uri="{FF2B5EF4-FFF2-40B4-BE49-F238E27FC236}">
                      <a16:creationId xmlns:a16="http://schemas.microsoft.com/office/drawing/2014/main" id="{13A2271B-14E9-47AC-9FBD-7B6581E44E8E}"/>
                    </a:ext>
                  </a:extLst>
                </p:cNvPr>
                <p:cNvSpPr/>
                <p:nvPr/>
              </p:nvSpPr>
              <p:spPr>
                <a:xfrm>
                  <a:off x="5846384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D6E">
                    <a:alpha val="100000"/>
                  </a:srgbClr>
                </a:solidFill>
                <a:ln w="5420" cap="flat">
                  <a:solidFill>
                    <a:srgbClr val="3B3D6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8" name="pg687">
                  <a:extLst>
                    <a:ext uri="{FF2B5EF4-FFF2-40B4-BE49-F238E27FC236}">
                      <a16:creationId xmlns:a16="http://schemas.microsoft.com/office/drawing/2014/main" id="{FB64813E-D350-7069-9CD7-2D63AC707E5F}"/>
                    </a:ext>
                  </a:extLst>
                </p:cNvPr>
                <p:cNvSpPr/>
                <p:nvPr/>
              </p:nvSpPr>
              <p:spPr>
                <a:xfrm>
                  <a:off x="6172229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9" name="pg688">
                  <a:extLst>
                    <a:ext uri="{FF2B5EF4-FFF2-40B4-BE49-F238E27FC236}">
                      <a16:creationId xmlns:a16="http://schemas.microsoft.com/office/drawing/2014/main" id="{9ABADC13-7A71-B3F8-5164-432851FCFF8D}"/>
                    </a:ext>
                  </a:extLst>
                </p:cNvPr>
                <p:cNvSpPr/>
                <p:nvPr/>
              </p:nvSpPr>
              <p:spPr>
                <a:xfrm>
                  <a:off x="6183866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0" name="pg689">
                  <a:extLst>
                    <a:ext uri="{FF2B5EF4-FFF2-40B4-BE49-F238E27FC236}">
                      <a16:creationId xmlns:a16="http://schemas.microsoft.com/office/drawing/2014/main" id="{633F80A5-15C2-48E3-C2A5-477F89AA1D36}"/>
                    </a:ext>
                  </a:extLst>
                </p:cNvPr>
                <p:cNvSpPr/>
                <p:nvPr/>
              </p:nvSpPr>
              <p:spPr>
                <a:xfrm>
                  <a:off x="6195504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1" name="pg690">
                  <a:extLst>
                    <a:ext uri="{FF2B5EF4-FFF2-40B4-BE49-F238E27FC236}">
                      <a16:creationId xmlns:a16="http://schemas.microsoft.com/office/drawing/2014/main" id="{12CA4201-D1D0-704B-4215-6F8595E506DC}"/>
                    </a:ext>
                  </a:extLst>
                </p:cNvPr>
                <p:cNvSpPr/>
                <p:nvPr/>
              </p:nvSpPr>
              <p:spPr>
                <a:xfrm>
                  <a:off x="6207141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2" name="pg691">
                  <a:extLst>
                    <a:ext uri="{FF2B5EF4-FFF2-40B4-BE49-F238E27FC236}">
                      <a16:creationId xmlns:a16="http://schemas.microsoft.com/office/drawing/2014/main" id="{0238C448-668A-8114-D790-D4B28BD2EE20}"/>
                    </a:ext>
                  </a:extLst>
                </p:cNvPr>
                <p:cNvSpPr/>
                <p:nvPr/>
              </p:nvSpPr>
              <p:spPr>
                <a:xfrm>
                  <a:off x="6218778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3" name="pg692">
                  <a:extLst>
                    <a:ext uri="{FF2B5EF4-FFF2-40B4-BE49-F238E27FC236}">
                      <a16:creationId xmlns:a16="http://schemas.microsoft.com/office/drawing/2014/main" id="{C2F70634-3AF0-DAE3-0F26-30F1C9935333}"/>
                    </a:ext>
                  </a:extLst>
                </p:cNvPr>
                <p:cNvSpPr/>
                <p:nvPr/>
              </p:nvSpPr>
              <p:spPr>
                <a:xfrm>
                  <a:off x="6230416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4" name="pg693">
                  <a:extLst>
                    <a:ext uri="{FF2B5EF4-FFF2-40B4-BE49-F238E27FC236}">
                      <a16:creationId xmlns:a16="http://schemas.microsoft.com/office/drawing/2014/main" id="{4E285B8E-C1CD-AD39-88DC-87E8A2334DE7}"/>
                    </a:ext>
                  </a:extLst>
                </p:cNvPr>
                <p:cNvSpPr/>
                <p:nvPr/>
              </p:nvSpPr>
              <p:spPr>
                <a:xfrm>
                  <a:off x="6242053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5" name="pg694">
                  <a:extLst>
                    <a:ext uri="{FF2B5EF4-FFF2-40B4-BE49-F238E27FC236}">
                      <a16:creationId xmlns:a16="http://schemas.microsoft.com/office/drawing/2014/main" id="{7B636D96-671C-F229-7D8A-8C546ED2F8B9}"/>
                    </a:ext>
                  </a:extLst>
                </p:cNvPr>
                <p:cNvSpPr/>
                <p:nvPr/>
              </p:nvSpPr>
              <p:spPr>
                <a:xfrm>
                  <a:off x="6253690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6" name="pg695">
                  <a:extLst>
                    <a:ext uri="{FF2B5EF4-FFF2-40B4-BE49-F238E27FC236}">
                      <a16:creationId xmlns:a16="http://schemas.microsoft.com/office/drawing/2014/main" id="{88F6F5AA-ADA4-6536-C186-6359F81D59FA}"/>
                    </a:ext>
                  </a:extLst>
                </p:cNvPr>
                <p:cNvSpPr/>
                <p:nvPr/>
              </p:nvSpPr>
              <p:spPr>
                <a:xfrm>
                  <a:off x="6265328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7" name="pg696">
                  <a:extLst>
                    <a:ext uri="{FF2B5EF4-FFF2-40B4-BE49-F238E27FC236}">
                      <a16:creationId xmlns:a16="http://schemas.microsoft.com/office/drawing/2014/main" id="{9E90C54A-A1A3-479D-035C-7E6B6EB47BE9}"/>
                    </a:ext>
                  </a:extLst>
                </p:cNvPr>
                <p:cNvSpPr/>
                <p:nvPr/>
              </p:nvSpPr>
              <p:spPr>
                <a:xfrm>
                  <a:off x="6276965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8" name="pg697">
                  <a:extLst>
                    <a:ext uri="{FF2B5EF4-FFF2-40B4-BE49-F238E27FC236}">
                      <a16:creationId xmlns:a16="http://schemas.microsoft.com/office/drawing/2014/main" id="{DE113C19-2417-66C7-13C8-D90A720CBAE2}"/>
                    </a:ext>
                  </a:extLst>
                </p:cNvPr>
                <p:cNvSpPr/>
                <p:nvPr/>
              </p:nvSpPr>
              <p:spPr>
                <a:xfrm>
                  <a:off x="6288602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9" name="pg698">
                  <a:extLst>
                    <a:ext uri="{FF2B5EF4-FFF2-40B4-BE49-F238E27FC236}">
                      <a16:creationId xmlns:a16="http://schemas.microsoft.com/office/drawing/2014/main" id="{2AC567EA-86B2-3F0F-67A8-3D8EB1BB0841}"/>
                    </a:ext>
                  </a:extLst>
                </p:cNvPr>
                <p:cNvSpPr/>
                <p:nvPr/>
              </p:nvSpPr>
              <p:spPr>
                <a:xfrm>
                  <a:off x="6300240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0" name="pg699">
                  <a:extLst>
                    <a:ext uri="{FF2B5EF4-FFF2-40B4-BE49-F238E27FC236}">
                      <a16:creationId xmlns:a16="http://schemas.microsoft.com/office/drawing/2014/main" id="{A6700562-1B1F-C48E-B5BB-F1AEE6F1D5C6}"/>
                    </a:ext>
                  </a:extLst>
                </p:cNvPr>
                <p:cNvSpPr/>
                <p:nvPr/>
              </p:nvSpPr>
              <p:spPr>
                <a:xfrm>
                  <a:off x="6311877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1" name="pg700">
                  <a:extLst>
                    <a:ext uri="{FF2B5EF4-FFF2-40B4-BE49-F238E27FC236}">
                      <a16:creationId xmlns:a16="http://schemas.microsoft.com/office/drawing/2014/main" id="{BF92CA16-836E-62DC-2659-C15661A592F7}"/>
                    </a:ext>
                  </a:extLst>
                </p:cNvPr>
                <p:cNvSpPr/>
                <p:nvPr/>
              </p:nvSpPr>
              <p:spPr>
                <a:xfrm>
                  <a:off x="6323514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2" name="pg701">
                  <a:extLst>
                    <a:ext uri="{FF2B5EF4-FFF2-40B4-BE49-F238E27FC236}">
                      <a16:creationId xmlns:a16="http://schemas.microsoft.com/office/drawing/2014/main" id="{F429927F-F8CD-B03B-8A69-4EA6AAA3BB1E}"/>
                    </a:ext>
                  </a:extLst>
                </p:cNvPr>
                <p:cNvSpPr/>
                <p:nvPr/>
              </p:nvSpPr>
              <p:spPr>
                <a:xfrm>
                  <a:off x="6335152" y="29652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3" name="pg702">
                  <a:extLst>
                    <a:ext uri="{FF2B5EF4-FFF2-40B4-BE49-F238E27FC236}">
                      <a16:creationId xmlns:a16="http://schemas.microsoft.com/office/drawing/2014/main" id="{CA9077BB-0929-BD56-5AC2-0FE81984554E}"/>
                    </a:ext>
                  </a:extLst>
                </p:cNvPr>
                <p:cNvSpPr/>
                <p:nvPr/>
              </p:nvSpPr>
              <p:spPr>
                <a:xfrm>
                  <a:off x="5718373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4" name="pg703">
                  <a:extLst>
                    <a:ext uri="{FF2B5EF4-FFF2-40B4-BE49-F238E27FC236}">
                      <a16:creationId xmlns:a16="http://schemas.microsoft.com/office/drawing/2014/main" id="{1D625F00-6073-FA66-A519-EA56E6333ACD}"/>
                    </a:ext>
                  </a:extLst>
                </p:cNvPr>
                <p:cNvSpPr/>
                <p:nvPr/>
              </p:nvSpPr>
              <p:spPr>
                <a:xfrm>
                  <a:off x="5730010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5" name="pg704">
                  <a:extLst>
                    <a:ext uri="{FF2B5EF4-FFF2-40B4-BE49-F238E27FC236}">
                      <a16:creationId xmlns:a16="http://schemas.microsoft.com/office/drawing/2014/main" id="{27697763-B43E-436A-1A83-6B8A3B328138}"/>
                    </a:ext>
                  </a:extLst>
                </p:cNvPr>
                <p:cNvSpPr/>
                <p:nvPr/>
              </p:nvSpPr>
              <p:spPr>
                <a:xfrm>
                  <a:off x="5741648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89F">
                    <a:alpha val="100000"/>
                  </a:srgbClr>
                </a:solidFill>
                <a:ln w="5420" cap="flat">
                  <a:solidFill>
                    <a:srgbClr val="3A68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6" name="pg705">
                  <a:extLst>
                    <a:ext uri="{FF2B5EF4-FFF2-40B4-BE49-F238E27FC236}">
                      <a16:creationId xmlns:a16="http://schemas.microsoft.com/office/drawing/2014/main" id="{5761FF07-02E8-70FC-43B9-F9DF3A85BB2B}"/>
                    </a:ext>
                  </a:extLst>
                </p:cNvPr>
                <p:cNvSpPr/>
                <p:nvPr/>
              </p:nvSpPr>
              <p:spPr>
                <a:xfrm>
                  <a:off x="5753285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67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7" name="pg706">
                  <a:extLst>
                    <a:ext uri="{FF2B5EF4-FFF2-40B4-BE49-F238E27FC236}">
                      <a16:creationId xmlns:a16="http://schemas.microsoft.com/office/drawing/2014/main" id="{3BFD032C-CCED-74BB-AFA8-81E09FACA671}"/>
                    </a:ext>
                  </a:extLst>
                </p:cNvPr>
                <p:cNvSpPr/>
                <p:nvPr/>
              </p:nvSpPr>
              <p:spPr>
                <a:xfrm>
                  <a:off x="5764922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69E">
                    <a:alpha val="100000"/>
                  </a:srgbClr>
                </a:solidFill>
                <a:ln w="5420" cap="flat">
                  <a:solidFill>
                    <a:srgbClr val="3A66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8" name="pg707">
                  <a:extLst>
                    <a:ext uri="{FF2B5EF4-FFF2-40B4-BE49-F238E27FC236}">
                      <a16:creationId xmlns:a16="http://schemas.microsoft.com/office/drawing/2014/main" id="{F78C55BA-E7E3-E12A-E0A6-8F80922E757E}"/>
                    </a:ext>
                  </a:extLst>
                </p:cNvPr>
                <p:cNvSpPr/>
                <p:nvPr/>
              </p:nvSpPr>
              <p:spPr>
                <a:xfrm>
                  <a:off x="5776560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69E">
                    <a:alpha val="100000"/>
                  </a:srgbClr>
                </a:solidFill>
                <a:ln w="5420" cap="flat">
                  <a:solidFill>
                    <a:srgbClr val="3A66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9" name="pg708">
                  <a:extLst>
                    <a:ext uri="{FF2B5EF4-FFF2-40B4-BE49-F238E27FC236}">
                      <a16:creationId xmlns:a16="http://schemas.microsoft.com/office/drawing/2014/main" id="{0BF03C9D-D3BC-1B58-B2EF-1CAAAB547779}"/>
                    </a:ext>
                  </a:extLst>
                </p:cNvPr>
                <p:cNvSpPr/>
                <p:nvPr/>
              </p:nvSpPr>
              <p:spPr>
                <a:xfrm>
                  <a:off x="5788197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59E">
                    <a:alpha val="100000"/>
                  </a:srgbClr>
                </a:solidFill>
                <a:ln w="5420" cap="flat">
                  <a:solidFill>
                    <a:srgbClr val="3A65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0" name="pg709">
                  <a:extLst>
                    <a:ext uri="{FF2B5EF4-FFF2-40B4-BE49-F238E27FC236}">
                      <a16:creationId xmlns:a16="http://schemas.microsoft.com/office/drawing/2014/main" id="{9BDBC738-2F50-8028-A75E-B7FC7EDB3230}"/>
                    </a:ext>
                  </a:extLst>
                </p:cNvPr>
                <p:cNvSpPr/>
                <p:nvPr/>
              </p:nvSpPr>
              <p:spPr>
                <a:xfrm>
                  <a:off x="5799834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E9C">
                    <a:alpha val="100000"/>
                  </a:srgbClr>
                </a:solidFill>
                <a:ln w="5420" cap="flat">
                  <a:solidFill>
                    <a:srgbClr val="395E9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1" name="pg710">
                  <a:extLst>
                    <a:ext uri="{FF2B5EF4-FFF2-40B4-BE49-F238E27FC236}">
                      <a16:creationId xmlns:a16="http://schemas.microsoft.com/office/drawing/2014/main" id="{F5EA654E-3D76-8A9E-4AEE-934CE1FA43B3}"/>
                    </a:ext>
                  </a:extLst>
                </p:cNvPr>
                <p:cNvSpPr/>
                <p:nvPr/>
              </p:nvSpPr>
              <p:spPr>
                <a:xfrm>
                  <a:off x="5811472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894">
                    <a:alpha val="100000"/>
                  </a:srgbClr>
                </a:solidFill>
                <a:ln w="5420" cap="flat">
                  <a:solidFill>
                    <a:srgbClr val="3A589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2" name="pg711">
                  <a:extLst>
                    <a:ext uri="{FF2B5EF4-FFF2-40B4-BE49-F238E27FC236}">
                      <a16:creationId xmlns:a16="http://schemas.microsoft.com/office/drawing/2014/main" id="{DAB23697-A507-DAF1-BDBA-D48729776B9A}"/>
                    </a:ext>
                  </a:extLst>
                </p:cNvPr>
                <p:cNvSpPr/>
                <p:nvPr/>
              </p:nvSpPr>
              <p:spPr>
                <a:xfrm>
                  <a:off x="6183866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3" name="pg712">
                  <a:extLst>
                    <a:ext uri="{FF2B5EF4-FFF2-40B4-BE49-F238E27FC236}">
                      <a16:creationId xmlns:a16="http://schemas.microsoft.com/office/drawing/2014/main" id="{5DB98DD8-7344-38B9-D07E-62EEB1FEE05A}"/>
                    </a:ext>
                  </a:extLst>
                </p:cNvPr>
                <p:cNvSpPr/>
                <p:nvPr/>
              </p:nvSpPr>
              <p:spPr>
                <a:xfrm>
                  <a:off x="6195504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4" name="pg713">
                  <a:extLst>
                    <a:ext uri="{FF2B5EF4-FFF2-40B4-BE49-F238E27FC236}">
                      <a16:creationId xmlns:a16="http://schemas.microsoft.com/office/drawing/2014/main" id="{08D888FD-361D-F5BD-E903-9CD393B9BB6A}"/>
                    </a:ext>
                  </a:extLst>
                </p:cNvPr>
                <p:cNvSpPr/>
                <p:nvPr/>
              </p:nvSpPr>
              <p:spPr>
                <a:xfrm>
                  <a:off x="6207141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5" name="pg714">
                  <a:extLst>
                    <a:ext uri="{FF2B5EF4-FFF2-40B4-BE49-F238E27FC236}">
                      <a16:creationId xmlns:a16="http://schemas.microsoft.com/office/drawing/2014/main" id="{35F5A758-7593-9CAA-240D-F0AA968094AF}"/>
                    </a:ext>
                  </a:extLst>
                </p:cNvPr>
                <p:cNvSpPr/>
                <p:nvPr/>
              </p:nvSpPr>
              <p:spPr>
                <a:xfrm>
                  <a:off x="6218778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6" name="pg715">
                  <a:extLst>
                    <a:ext uri="{FF2B5EF4-FFF2-40B4-BE49-F238E27FC236}">
                      <a16:creationId xmlns:a16="http://schemas.microsoft.com/office/drawing/2014/main" id="{701A5FBC-1D30-8250-9F94-6B439DE8627E}"/>
                    </a:ext>
                  </a:extLst>
                </p:cNvPr>
                <p:cNvSpPr/>
                <p:nvPr/>
              </p:nvSpPr>
              <p:spPr>
                <a:xfrm>
                  <a:off x="6230416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7" name="pg716">
                  <a:extLst>
                    <a:ext uri="{FF2B5EF4-FFF2-40B4-BE49-F238E27FC236}">
                      <a16:creationId xmlns:a16="http://schemas.microsoft.com/office/drawing/2014/main" id="{3C2B5E4F-9A55-5418-3D1C-D70A672A20B3}"/>
                    </a:ext>
                  </a:extLst>
                </p:cNvPr>
                <p:cNvSpPr/>
                <p:nvPr/>
              </p:nvSpPr>
              <p:spPr>
                <a:xfrm>
                  <a:off x="6242053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8" name="pg717">
                  <a:extLst>
                    <a:ext uri="{FF2B5EF4-FFF2-40B4-BE49-F238E27FC236}">
                      <a16:creationId xmlns:a16="http://schemas.microsoft.com/office/drawing/2014/main" id="{13044B66-CC16-1E18-CD29-1F5CC1B77B73}"/>
                    </a:ext>
                  </a:extLst>
                </p:cNvPr>
                <p:cNvSpPr/>
                <p:nvPr/>
              </p:nvSpPr>
              <p:spPr>
                <a:xfrm>
                  <a:off x="6253690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1A4">
                    <a:alpha val="100000"/>
                  </a:srgbClr>
                </a:solidFill>
                <a:ln w="5420" cap="flat">
                  <a:solidFill>
                    <a:srgbClr val="3A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19" name="pg718">
                  <a:extLst>
                    <a:ext uri="{FF2B5EF4-FFF2-40B4-BE49-F238E27FC236}">
                      <a16:creationId xmlns:a16="http://schemas.microsoft.com/office/drawing/2014/main" id="{F34A781C-517E-EF29-3A69-DA28267B8FFF}"/>
                    </a:ext>
                  </a:extLst>
                </p:cNvPr>
                <p:cNvSpPr/>
                <p:nvPr/>
              </p:nvSpPr>
              <p:spPr>
                <a:xfrm>
                  <a:off x="6265328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0" name="pg719">
                  <a:extLst>
                    <a:ext uri="{FF2B5EF4-FFF2-40B4-BE49-F238E27FC236}">
                      <a16:creationId xmlns:a16="http://schemas.microsoft.com/office/drawing/2014/main" id="{A18EBB11-100A-7F31-C4C7-14B1CEEEFA25}"/>
                    </a:ext>
                  </a:extLst>
                </p:cNvPr>
                <p:cNvSpPr/>
                <p:nvPr/>
              </p:nvSpPr>
              <p:spPr>
                <a:xfrm>
                  <a:off x="6276965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1" name="pg720">
                  <a:extLst>
                    <a:ext uri="{FF2B5EF4-FFF2-40B4-BE49-F238E27FC236}">
                      <a16:creationId xmlns:a16="http://schemas.microsoft.com/office/drawing/2014/main" id="{7F03A4A8-D76B-1AC0-1EAC-C931838804A7}"/>
                    </a:ext>
                  </a:extLst>
                </p:cNvPr>
                <p:cNvSpPr/>
                <p:nvPr/>
              </p:nvSpPr>
              <p:spPr>
                <a:xfrm>
                  <a:off x="6288602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2" name="pg721">
                  <a:extLst>
                    <a:ext uri="{FF2B5EF4-FFF2-40B4-BE49-F238E27FC236}">
                      <a16:creationId xmlns:a16="http://schemas.microsoft.com/office/drawing/2014/main" id="{DBE5D2D7-78AA-939E-7FDF-1F0A03462169}"/>
                    </a:ext>
                  </a:extLst>
                </p:cNvPr>
                <p:cNvSpPr/>
                <p:nvPr/>
              </p:nvSpPr>
              <p:spPr>
                <a:xfrm>
                  <a:off x="6300240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3" name="pg722">
                  <a:extLst>
                    <a:ext uri="{FF2B5EF4-FFF2-40B4-BE49-F238E27FC236}">
                      <a16:creationId xmlns:a16="http://schemas.microsoft.com/office/drawing/2014/main" id="{2CECD8DE-0C62-0E20-DC77-FC2393CF6280}"/>
                    </a:ext>
                  </a:extLst>
                </p:cNvPr>
                <p:cNvSpPr/>
                <p:nvPr/>
              </p:nvSpPr>
              <p:spPr>
                <a:xfrm>
                  <a:off x="6311877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4" name="pg723">
                  <a:extLst>
                    <a:ext uri="{FF2B5EF4-FFF2-40B4-BE49-F238E27FC236}">
                      <a16:creationId xmlns:a16="http://schemas.microsoft.com/office/drawing/2014/main" id="{1C08FEA0-4458-2AA8-D0A5-FAF4F3DE1FB0}"/>
                    </a:ext>
                  </a:extLst>
                </p:cNvPr>
                <p:cNvSpPr/>
                <p:nvPr/>
              </p:nvSpPr>
              <p:spPr>
                <a:xfrm>
                  <a:off x="6323514" y="29795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5" name="pg724">
                  <a:extLst>
                    <a:ext uri="{FF2B5EF4-FFF2-40B4-BE49-F238E27FC236}">
                      <a16:creationId xmlns:a16="http://schemas.microsoft.com/office/drawing/2014/main" id="{07FAE0EB-6064-8BA1-3064-5818AC65063E}"/>
                    </a:ext>
                  </a:extLst>
                </p:cNvPr>
                <p:cNvSpPr/>
                <p:nvPr/>
              </p:nvSpPr>
              <p:spPr>
                <a:xfrm>
                  <a:off x="5706736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6" name="pg725">
                  <a:extLst>
                    <a:ext uri="{FF2B5EF4-FFF2-40B4-BE49-F238E27FC236}">
                      <a16:creationId xmlns:a16="http://schemas.microsoft.com/office/drawing/2014/main" id="{CC044B1E-7560-8D11-1571-BC6E073BF945}"/>
                    </a:ext>
                  </a:extLst>
                </p:cNvPr>
                <p:cNvSpPr/>
                <p:nvPr/>
              </p:nvSpPr>
              <p:spPr>
                <a:xfrm>
                  <a:off x="5718373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7" name="pg726">
                  <a:extLst>
                    <a:ext uri="{FF2B5EF4-FFF2-40B4-BE49-F238E27FC236}">
                      <a16:creationId xmlns:a16="http://schemas.microsoft.com/office/drawing/2014/main" id="{8C900853-2E4E-F720-F774-AAC137D0A3D1}"/>
                    </a:ext>
                  </a:extLst>
                </p:cNvPr>
                <p:cNvSpPr/>
                <p:nvPr/>
              </p:nvSpPr>
              <p:spPr>
                <a:xfrm>
                  <a:off x="5730010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8" name="pg727">
                  <a:extLst>
                    <a:ext uri="{FF2B5EF4-FFF2-40B4-BE49-F238E27FC236}">
                      <a16:creationId xmlns:a16="http://schemas.microsoft.com/office/drawing/2014/main" id="{13DE32C5-E48D-21AA-BD4C-00A4389F844C}"/>
                    </a:ext>
                  </a:extLst>
                </p:cNvPr>
                <p:cNvSpPr/>
                <p:nvPr/>
              </p:nvSpPr>
              <p:spPr>
                <a:xfrm>
                  <a:off x="5741648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9F">
                    <a:alpha val="100000"/>
                  </a:srgbClr>
                </a:solidFill>
                <a:ln w="5420" cap="flat">
                  <a:solidFill>
                    <a:srgbClr val="3A6C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29" name="pg728">
                  <a:extLst>
                    <a:ext uri="{FF2B5EF4-FFF2-40B4-BE49-F238E27FC236}">
                      <a16:creationId xmlns:a16="http://schemas.microsoft.com/office/drawing/2014/main" id="{7034E3C4-4579-CDB1-8497-0D6BFC0932C5}"/>
                    </a:ext>
                  </a:extLst>
                </p:cNvPr>
                <p:cNvSpPr/>
                <p:nvPr/>
              </p:nvSpPr>
              <p:spPr>
                <a:xfrm>
                  <a:off x="5753285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0" name="pg729">
                  <a:extLst>
                    <a:ext uri="{FF2B5EF4-FFF2-40B4-BE49-F238E27FC236}">
                      <a16:creationId xmlns:a16="http://schemas.microsoft.com/office/drawing/2014/main" id="{F5EE968E-AAD5-EF4A-1017-18DD887CD498}"/>
                    </a:ext>
                  </a:extLst>
                </p:cNvPr>
                <p:cNvSpPr/>
                <p:nvPr/>
              </p:nvSpPr>
              <p:spPr>
                <a:xfrm>
                  <a:off x="5764922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67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1" name="pg730">
                  <a:extLst>
                    <a:ext uri="{FF2B5EF4-FFF2-40B4-BE49-F238E27FC236}">
                      <a16:creationId xmlns:a16="http://schemas.microsoft.com/office/drawing/2014/main" id="{DA15D462-8E57-BF1D-B234-2FB79EBE61A5}"/>
                    </a:ext>
                  </a:extLst>
                </p:cNvPr>
                <p:cNvSpPr/>
                <p:nvPr/>
              </p:nvSpPr>
              <p:spPr>
                <a:xfrm>
                  <a:off x="5776560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59E">
                    <a:alpha val="100000"/>
                  </a:srgbClr>
                </a:solidFill>
                <a:ln w="5420" cap="flat">
                  <a:solidFill>
                    <a:srgbClr val="3A65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2" name="pg731">
                  <a:extLst>
                    <a:ext uri="{FF2B5EF4-FFF2-40B4-BE49-F238E27FC236}">
                      <a16:creationId xmlns:a16="http://schemas.microsoft.com/office/drawing/2014/main" id="{4F9DADE4-FCD3-E36F-D65F-0CD2AF3FBE97}"/>
                    </a:ext>
                  </a:extLst>
                </p:cNvPr>
                <p:cNvSpPr/>
                <p:nvPr/>
              </p:nvSpPr>
              <p:spPr>
                <a:xfrm>
                  <a:off x="6195504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3" name="pg732">
                  <a:extLst>
                    <a:ext uri="{FF2B5EF4-FFF2-40B4-BE49-F238E27FC236}">
                      <a16:creationId xmlns:a16="http://schemas.microsoft.com/office/drawing/2014/main" id="{F608FCF0-EE8D-EC5D-153C-008F2E90B794}"/>
                    </a:ext>
                  </a:extLst>
                </p:cNvPr>
                <p:cNvSpPr/>
                <p:nvPr/>
              </p:nvSpPr>
              <p:spPr>
                <a:xfrm>
                  <a:off x="6207141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4" name="pg733">
                  <a:extLst>
                    <a:ext uri="{FF2B5EF4-FFF2-40B4-BE49-F238E27FC236}">
                      <a16:creationId xmlns:a16="http://schemas.microsoft.com/office/drawing/2014/main" id="{0496F418-E970-93D9-4631-02838FDEADEB}"/>
                    </a:ext>
                  </a:extLst>
                </p:cNvPr>
                <p:cNvSpPr/>
                <p:nvPr/>
              </p:nvSpPr>
              <p:spPr>
                <a:xfrm>
                  <a:off x="6218778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5" name="pg734">
                  <a:extLst>
                    <a:ext uri="{FF2B5EF4-FFF2-40B4-BE49-F238E27FC236}">
                      <a16:creationId xmlns:a16="http://schemas.microsoft.com/office/drawing/2014/main" id="{17A72FE1-6631-0DDD-54B8-C110D921C5E6}"/>
                    </a:ext>
                  </a:extLst>
                </p:cNvPr>
                <p:cNvSpPr/>
                <p:nvPr/>
              </p:nvSpPr>
              <p:spPr>
                <a:xfrm>
                  <a:off x="6230416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6" name="pg735">
                  <a:extLst>
                    <a:ext uri="{FF2B5EF4-FFF2-40B4-BE49-F238E27FC236}">
                      <a16:creationId xmlns:a16="http://schemas.microsoft.com/office/drawing/2014/main" id="{FC9F6997-E9AB-3E53-F669-6A90B9289C7D}"/>
                    </a:ext>
                  </a:extLst>
                </p:cNvPr>
                <p:cNvSpPr/>
                <p:nvPr/>
              </p:nvSpPr>
              <p:spPr>
                <a:xfrm>
                  <a:off x="6242053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7" name="pg736">
                  <a:extLst>
                    <a:ext uri="{FF2B5EF4-FFF2-40B4-BE49-F238E27FC236}">
                      <a16:creationId xmlns:a16="http://schemas.microsoft.com/office/drawing/2014/main" id="{CBD40A9A-E1A2-E7F2-4B13-050AB66D57D1}"/>
                    </a:ext>
                  </a:extLst>
                </p:cNvPr>
                <p:cNvSpPr/>
                <p:nvPr/>
              </p:nvSpPr>
              <p:spPr>
                <a:xfrm>
                  <a:off x="6253690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8" name="pg737">
                  <a:extLst>
                    <a:ext uri="{FF2B5EF4-FFF2-40B4-BE49-F238E27FC236}">
                      <a16:creationId xmlns:a16="http://schemas.microsoft.com/office/drawing/2014/main" id="{F8C901F5-DA1F-6DF0-05FD-41310BCBE829}"/>
                    </a:ext>
                  </a:extLst>
                </p:cNvPr>
                <p:cNvSpPr/>
                <p:nvPr/>
              </p:nvSpPr>
              <p:spPr>
                <a:xfrm>
                  <a:off x="6265328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39" name="pg738">
                  <a:extLst>
                    <a:ext uri="{FF2B5EF4-FFF2-40B4-BE49-F238E27FC236}">
                      <a16:creationId xmlns:a16="http://schemas.microsoft.com/office/drawing/2014/main" id="{CC605092-7B16-8672-137E-8648BCF0C45C}"/>
                    </a:ext>
                  </a:extLst>
                </p:cNvPr>
                <p:cNvSpPr/>
                <p:nvPr/>
              </p:nvSpPr>
              <p:spPr>
                <a:xfrm>
                  <a:off x="6276965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0" name="pg739">
                  <a:extLst>
                    <a:ext uri="{FF2B5EF4-FFF2-40B4-BE49-F238E27FC236}">
                      <a16:creationId xmlns:a16="http://schemas.microsoft.com/office/drawing/2014/main" id="{DBCABE93-F2DB-0312-15BB-815A7E93E1DC}"/>
                    </a:ext>
                  </a:extLst>
                </p:cNvPr>
                <p:cNvSpPr/>
                <p:nvPr/>
              </p:nvSpPr>
              <p:spPr>
                <a:xfrm>
                  <a:off x="6288602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1" name="pg740">
                  <a:extLst>
                    <a:ext uri="{FF2B5EF4-FFF2-40B4-BE49-F238E27FC236}">
                      <a16:creationId xmlns:a16="http://schemas.microsoft.com/office/drawing/2014/main" id="{8491A18C-4DE8-B252-9886-E70F0035577C}"/>
                    </a:ext>
                  </a:extLst>
                </p:cNvPr>
                <p:cNvSpPr/>
                <p:nvPr/>
              </p:nvSpPr>
              <p:spPr>
                <a:xfrm>
                  <a:off x="6300240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2" name="pg741">
                  <a:extLst>
                    <a:ext uri="{FF2B5EF4-FFF2-40B4-BE49-F238E27FC236}">
                      <a16:creationId xmlns:a16="http://schemas.microsoft.com/office/drawing/2014/main" id="{352B1FD8-4F49-D5FF-0B01-396FD2AEA4D2}"/>
                    </a:ext>
                  </a:extLst>
                </p:cNvPr>
                <p:cNvSpPr/>
                <p:nvPr/>
              </p:nvSpPr>
              <p:spPr>
                <a:xfrm>
                  <a:off x="6311877" y="29938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3" name="pg742">
                  <a:extLst>
                    <a:ext uri="{FF2B5EF4-FFF2-40B4-BE49-F238E27FC236}">
                      <a16:creationId xmlns:a16="http://schemas.microsoft.com/office/drawing/2014/main" id="{373D5D4B-F71C-8270-1156-0ACB01E18B99}"/>
                    </a:ext>
                  </a:extLst>
                </p:cNvPr>
                <p:cNvSpPr/>
                <p:nvPr/>
              </p:nvSpPr>
              <p:spPr>
                <a:xfrm>
                  <a:off x="5706736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4" name="pg743">
                  <a:extLst>
                    <a:ext uri="{FF2B5EF4-FFF2-40B4-BE49-F238E27FC236}">
                      <a16:creationId xmlns:a16="http://schemas.microsoft.com/office/drawing/2014/main" id="{6DCBFA91-5A35-5A9B-87B9-C67FAA4AAC5E}"/>
                    </a:ext>
                  </a:extLst>
                </p:cNvPr>
                <p:cNvSpPr/>
                <p:nvPr/>
              </p:nvSpPr>
              <p:spPr>
                <a:xfrm>
                  <a:off x="5718373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5" name="pg744">
                  <a:extLst>
                    <a:ext uri="{FF2B5EF4-FFF2-40B4-BE49-F238E27FC236}">
                      <a16:creationId xmlns:a16="http://schemas.microsoft.com/office/drawing/2014/main" id="{4881E1D2-3183-D89E-1B7B-19DF2E3DD674}"/>
                    </a:ext>
                  </a:extLst>
                </p:cNvPr>
                <p:cNvSpPr/>
                <p:nvPr/>
              </p:nvSpPr>
              <p:spPr>
                <a:xfrm>
                  <a:off x="5730010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6" name="pg745">
                  <a:extLst>
                    <a:ext uri="{FF2B5EF4-FFF2-40B4-BE49-F238E27FC236}">
                      <a16:creationId xmlns:a16="http://schemas.microsoft.com/office/drawing/2014/main" id="{765D6CD3-A755-EE02-5A8D-E8313217175C}"/>
                    </a:ext>
                  </a:extLst>
                </p:cNvPr>
                <p:cNvSpPr/>
                <p:nvPr/>
              </p:nvSpPr>
              <p:spPr>
                <a:xfrm>
                  <a:off x="5741648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0">
                    <a:alpha val="100000"/>
                  </a:srgbClr>
                </a:solidFill>
                <a:ln w="5420" cap="flat">
                  <a:solidFill>
                    <a:srgbClr val="3B70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7" name="pg746">
                  <a:extLst>
                    <a:ext uri="{FF2B5EF4-FFF2-40B4-BE49-F238E27FC236}">
                      <a16:creationId xmlns:a16="http://schemas.microsoft.com/office/drawing/2014/main" id="{706792F9-0788-4F80-B9E1-BFE0EB9C647B}"/>
                    </a:ext>
                  </a:extLst>
                </p:cNvPr>
                <p:cNvSpPr/>
                <p:nvPr/>
              </p:nvSpPr>
              <p:spPr>
                <a:xfrm>
                  <a:off x="5753285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8" name="pg747">
                  <a:extLst>
                    <a:ext uri="{FF2B5EF4-FFF2-40B4-BE49-F238E27FC236}">
                      <a16:creationId xmlns:a16="http://schemas.microsoft.com/office/drawing/2014/main" id="{7853C650-D64B-9FAC-3049-0E7CCF928B45}"/>
                    </a:ext>
                  </a:extLst>
                </p:cNvPr>
                <p:cNvSpPr/>
                <p:nvPr/>
              </p:nvSpPr>
              <p:spPr>
                <a:xfrm>
                  <a:off x="5764922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49" name="pg748">
                  <a:extLst>
                    <a:ext uri="{FF2B5EF4-FFF2-40B4-BE49-F238E27FC236}">
                      <a16:creationId xmlns:a16="http://schemas.microsoft.com/office/drawing/2014/main" id="{D032D243-3354-7DE0-07DA-87A64B81AC9F}"/>
                    </a:ext>
                  </a:extLst>
                </p:cNvPr>
                <p:cNvSpPr/>
                <p:nvPr/>
              </p:nvSpPr>
              <p:spPr>
                <a:xfrm>
                  <a:off x="6218778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0" name="pg749">
                  <a:extLst>
                    <a:ext uri="{FF2B5EF4-FFF2-40B4-BE49-F238E27FC236}">
                      <a16:creationId xmlns:a16="http://schemas.microsoft.com/office/drawing/2014/main" id="{078E1256-1FE9-7BA1-596C-66888704270B}"/>
                    </a:ext>
                  </a:extLst>
                </p:cNvPr>
                <p:cNvSpPr/>
                <p:nvPr/>
              </p:nvSpPr>
              <p:spPr>
                <a:xfrm>
                  <a:off x="6230416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1" name="pg750">
                  <a:extLst>
                    <a:ext uri="{FF2B5EF4-FFF2-40B4-BE49-F238E27FC236}">
                      <a16:creationId xmlns:a16="http://schemas.microsoft.com/office/drawing/2014/main" id="{059475D6-B751-5A95-8845-E12D040B313D}"/>
                    </a:ext>
                  </a:extLst>
                </p:cNvPr>
                <p:cNvSpPr/>
                <p:nvPr/>
              </p:nvSpPr>
              <p:spPr>
                <a:xfrm>
                  <a:off x="6242053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2" name="pg751">
                  <a:extLst>
                    <a:ext uri="{FF2B5EF4-FFF2-40B4-BE49-F238E27FC236}">
                      <a16:creationId xmlns:a16="http://schemas.microsoft.com/office/drawing/2014/main" id="{0438E7BE-6104-804F-AF4C-DAEA241649DC}"/>
                    </a:ext>
                  </a:extLst>
                </p:cNvPr>
                <p:cNvSpPr/>
                <p:nvPr/>
              </p:nvSpPr>
              <p:spPr>
                <a:xfrm>
                  <a:off x="6253690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3" name="pg752">
                  <a:extLst>
                    <a:ext uri="{FF2B5EF4-FFF2-40B4-BE49-F238E27FC236}">
                      <a16:creationId xmlns:a16="http://schemas.microsoft.com/office/drawing/2014/main" id="{BABFE341-C61F-6721-4B1A-4A177B9FC692}"/>
                    </a:ext>
                  </a:extLst>
                </p:cNvPr>
                <p:cNvSpPr/>
                <p:nvPr/>
              </p:nvSpPr>
              <p:spPr>
                <a:xfrm>
                  <a:off x="6265328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4" name="pg753">
                  <a:extLst>
                    <a:ext uri="{FF2B5EF4-FFF2-40B4-BE49-F238E27FC236}">
                      <a16:creationId xmlns:a16="http://schemas.microsoft.com/office/drawing/2014/main" id="{A129E4B8-2FF2-AA32-3712-C47D78080024}"/>
                    </a:ext>
                  </a:extLst>
                </p:cNvPr>
                <p:cNvSpPr/>
                <p:nvPr/>
              </p:nvSpPr>
              <p:spPr>
                <a:xfrm>
                  <a:off x="6276965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5" name="pg754">
                  <a:extLst>
                    <a:ext uri="{FF2B5EF4-FFF2-40B4-BE49-F238E27FC236}">
                      <a16:creationId xmlns:a16="http://schemas.microsoft.com/office/drawing/2014/main" id="{63DAAE0C-9B29-4727-0391-770AB17B09C6}"/>
                    </a:ext>
                  </a:extLst>
                </p:cNvPr>
                <p:cNvSpPr/>
                <p:nvPr/>
              </p:nvSpPr>
              <p:spPr>
                <a:xfrm>
                  <a:off x="6288602" y="30081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6" name="pg755">
                  <a:extLst>
                    <a:ext uri="{FF2B5EF4-FFF2-40B4-BE49-F238E27FC236}">
                      <a16:creationId xmlns:a16="http://schemas.microsoft.com/office/drawing/2014/main" id="{846246E8-7C8B-94DB-4DB7-BC0CDE6D9E33}"/>
                    </a:ext>
                  </a:extLst>
                </p:cNvPr>
                <p:cNvSpPr/>
                <p:nvPr/>
              </p:nvSpPr>
              <p:spPr>
                <a:xfrm>
                  <a:off x="5695098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7" name="pg756">
                  <a:extLst>
                    <a:ext uri="{FF2B5EF4-FFF2-40B4-BE49-F238E27FC236}">
                      <a16:creationId xmlns:a16="http://schemas.microsoft.com/office/drawing/2014/main" id="{D514F9AB-1FF7-F8D3-0C5F-8582B4B6A070}"/>
                    </a:ext>
                  </a:extLst>
                </p:cNvPr>
                <p:cNvSpPr/>
                <p:nvPr/>
              </p:nvSpPr>
              <p:spPr>
                <a:xfrm>
                  <a:off x="5706736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8" name="pg757">
                  <a:extLst>
                    <a:ext uri="{FF2B5EF4-FFF2-40B4-BE49-F238E27FC236}">
                      <a16:creationId xmlns:a16="http://schemas.microsoft.com/office/drawing/2014/main" id="{72CE4A2C-768B-1D43-DB9D-FB4EB2ED7B9C}"/>
                    </a:ext>
                  </a:extLst>
                </p:cNvPr>
                <p:cNvSpPr/>
                <p:nvPr/>
              </p:nvSpPr>
              <p:spPr>
                <a:xfrm>
                  <a:off x="5718373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59" name="pg758">
                  <a:extLst>
                    <a:ext uri="{FF2B5EF4-FFF2-40B4-BE49-F238E27FC236}">
                      <a16:creationId xmlns:a16="http://schemas.microsoft.com/office/drawing/2014/main" id="{445C1855-2A0C-C9D4-C208-3B450453E8AC}"/>
                    </a:ext>
                  </a:extLst>
                </p:cNvPr>
                <p:cNvSpPr/>
                <p:nvPr/>
              </p:nvSpPr>
              <p:spPr>
                <a:xfrm>
                  <a:off x="5730010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0" name="pg759">
                  <a:extLst>
                    <a:ext uri="{FF2B5EF4-FFF2-40B4-BE49-F238E27FC236}">
                      <a16:creationId xmlns:a16="http://schemas.microsoft.com/office/drawing/2014/main" id="{F747849E-C0B8-2128-F579-BB172390803C}"/>
                    </a:ext>
                  </a:extLst>
                </p:cNvPr>
                <p:cNvSpPr/>
                <p:nvPr/>
              </p:nvSpPr>
              <p:spPr>
                <a:xfrm>
                  <a:off x="5741648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1" name="pg760">
                  <a:extLst>
                    <a:ext uri="{FF2B5EF4-FFF2-40B4-BE49-F238E27FC236}">
                      <a16:creationId xmlns:a16="http://schemas.microsoft.com/office/drawing/2014/main" id="{E174727E-BCF3-4415-7BB4-F667EF2CABED}"/>
                    </a:ext>
                  </a:extLst>
                </p:cNvPr>
                <p:cNvSpPr/>
                <p:nvPr/>
              </p:nvSpPr>
              <p:spPr>
                <a:xfrm>
                  <a:off x="5753285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1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2" name="pg761">
                  <a:extLst>
                    <a:ext uri="{FF2B5EF4-FFF2-40B4-BE49-F238E27FC236}">
                      <a16:creationId xmlns:a16="http://schemas.microsoft.com/office/drawing/2014/main" id="{C1AF205C-B008-50B6-0DF3-0AE2BE9704ED}"/>
                    </a:ext>
                  </a:extLst>
                </p:cNvPr>
                <p:cNvSpPr/>
                <p:nvPr/>
              </p:nvSpPr>
              <p:spPr>
                <a:xfrm>
                  <a:off x="6242053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3" name="pg762">
                  <a:extLst>
                    <a:ext uri="{FF2B5EF4-FFF2-40B4-BE49-F238E27FC236}">
                      <a16:creationId xmlns:a16="http://schemas.microsoft.com/office/drawing/2014/main" id="{883C1C92-5E04-934A-2F71-D7298C40A2DD}"/>
                    </a:ext>
                  </a:extLst>
                </p:cNvPr>
                <p:cNvSpPr/>
                <p:nvPr/>
              </p:nvSpPr>
              <p:spPr>
                <a:xfrm>
                  <a:off x="6253690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4" name="pg763">
                  <a:extLst>
                    <a:ext uri="{FF2B5EF4-FFF2-40B4-BE49-F238E27FC236}">
                      <a16:creationId xmlns:a16="http://schemas.microsoft.com/office/drawing/2014/main" id="{6E47B1F2-40C4-36B0-BAF9-50F320041320}"/>
                    </a:ext>
                  </a:extLst>
                </p:cNvPr>
                <p:cNvSpPr/>
                <p:nvPr/>
              </p:nvSpPr>
              <p:spPr>
                <a:xfrm>
                  <a:off x="6265328" y="30224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5" name="pg764">
                  <a:extLst>
                    <a:ext uri="{FF2B5EF4-FFF2-40B4-BE49-F238E27FC236}">
                      <a16:creationId xmlns:a16="http://schemas.microsoft.com/office/drawing/2014/main" id="{B89A7140-9200-E2EE-C372-6FD6EB75AED5}"/>
                    </a:ext>
                  </a:extLst>
                </p:cNvPr>
                <p:cNvSpPr/>
                <p:nvPr/>
              </p:nvSpPr>
              <p:spPr>
                <a:xfrm>
                  <a:off x="5683461" y="30367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6" name="pg765">
                  <a:extLst>
                    <a:ext uri="{FF2B5EF4-FFF2-40B4-BE49-F238E27FC236}">
                      <a16:creationId xmlns:a16="http://schemas.microsoft.com/office/drawing/2014/main" id="{D058BD3F-29C4-AC87-6A22-432D3D1CCB73}"/>
                    </a:ext>
                  </a:extLst>
                </p:cNvPr>
                <p:cNvSpPr/>
                <p:nvPr/>
              </p:nvSpPr>
              <p:spPr>
                <a:xfrm>
                  <a:off x="5695098" y="30367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7" name="pg766">
                  <a:extLst>
                    <a:ext uri="{FF2B5EF4-FFF2-40B4-BE49-F238E27FC236}">
                      <a16:creationId xmlns:a16="http://schemas.microsoft.com/office/drawing/2014/main" id="{49C22C59-1FBB-8D4F-6FC1-7396B37BFF91}"/>
                    </a:ext>
                  </a:extLst>
                </p:cNvPr>
                <p:cNvSpPr/>
                <p:nvPr/>
              </p:nvSpPr>
              <p:spPr>
                <a:xfrm>
                  <a:off x="5706736" y="30367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8" name="pg767">
                  <a:extLst>
                    <a:ext uri="{FF2B5EF4-FFF2-40B4-BE49-F238E27FC236}">
                      <a16:creationId xmlns:a16="http://schemas.microsoft.com/office/drawing/2014/main" id="{1A027211-D38F-30E2-0708-2F6F972E3533}"/>
                    </a:ext>
                  </a:extLst>
                </p:cNvPr>
                <p:cNvSpPr/>
                <p:nvPr/>
              </p:nvSpPr>
              <p:spPr>
                <a:xfrm>
                  <a:off x="5718373" y="30367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69" name="pg768">
                  <a:extLst>
                    <a:ext uri="{FF2B5EF4-FFF2-40B4-BE49-F238E27FC236}">
                      <a16:creationId xmlns:a16="http://schemas.microsoft.com/office/drawing/2014/main" id="{199C1360-0824-1F64-9855-377DDAA38843}"/>
                    </a:ext>
                  </a:extLst>
                </p:cNvPr>
                <p:cNvSpPr/>
                <p:nvPr/>
              </p:nvSpPr>
              <p:spPr>
                <a:xfrm>
                  <a:off x="5730010" y="30367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0" name="pg769">
                  <a:extLst>
                    <a:ext uri="{FF2B5EF4-FFF2-40B4-BE49-F238E27FC236}">
                      <a16:creationId xmlns:a16="http://schemas.microsoft.com/office/drawing/2014/main" id="{62B300F5-C583-B831-F44D-6DE1302E7904}"/>
                    </a:ext>
                  </a:extLst>
                </p:cNvPr>
                <p:cNvSpPr/>
                <p:nvPr/>
              </p:nvSpPr>
              <p:spPr>
                <a:xfrm>
                  <a:off x="5741648" y="30367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1" name="pg770">
                  <a:extLst>
                    <a:ext uri="{FF2B5EF4-FFF2-40B4-BE49-F238E27FC236}">
                      <a16:creationId xmlns:a16="http://schemas.microsoft.com/office/drawing/2014/main" id="{7F678B34-A15B-3E54-EA77-CD857419E5FC}"/>
                    </a:ext>
                  </a:extLst>
                </p:cNvPr>
                <p:cNvSpPr/>
                <p:nvPr/>
              </p:nvSpPr>
              <p:spPr>
                <a:xfrm>
                  <a:off x="5683461" y="30510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2" name="pg771">
                  <a:extLst>
                    <a:ext uri="{FF2B5EF4-FFF2-40B4-BE49-F238E27FC236}">
                      <a16:creationId xmlns:a16="http://schemas.microsoft.com/office/drawing/2014/main" id="{D7A29BBE-C090-E683-4963-A42C2D3C0E7F}"/>
                    </a:ext>
                  </a:extLst>
                </p:cNvPr>
                <p:cNvSpPr/>
                <p:nvPr/>
              </p:nvSpPr>
              <p:spPr>
                <a:xfrm>
                  <a:off x="5695098" y="30510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3" name="pg772">
                  <a:extLst>
                    <a:ext uri="{FF2B5EF4-FFF2-40B4-BE49-F238E27FC236}">
                      <a16:creationId xmlns:a16="http://schemas.microsoft.com/office/drawing/2014/main" id="{D7B14E72-9215-4A29-51B1-A9E5F4CD8435}"/>
                    </a:ext>
                  </a:extLst>
                </p:cNvPr>
                <p:cNvSpPr/>
                <p:nvPr/>
              </p:nvSpPr>
              <p:spPr>
                <a:xfrm>
                  <a:off x="5706736" y="30510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4" name="pg773">
                  <a:extLst>
                    <a:ext uri="{FF2B5EF4-FFF2-40B4-BE49-F238E27FC236}">
                      <a16:creationId xmlns:a16="http://schemas.microsoft.com/office/drawing/2014/main" id="{5A1D8F66-7338-3D09-80A5-62284EF4D373}"/>
                    </a:ext>
                  </a:extLst>
                </p:cNvPr>
                <p:cNvSpPr/>
                <p:nvPr/>
              </p:nvSpPr>
              <p:spPr>
                <a:xfrm>
                  <a:off x="5718373" y="30510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5" name="pg774">
                  <a:extLst>
                    <a:ext uri="{FF2B5EF4-FFF2-40B4-BE49-F238E27FC236}">
                      <a16:creationId xmlns:a16="http://schemas.microsoft.com/office/drawing/2014/main" id="{7165C5E6-18E3-FF6D-67D3-4CF05B2D7F32}"/>
                    </a:ext>
                  </a:extLst>
                </p:cNvPr>
                <p:cNvSpPr/>
                <p:nvPr/>
              </p:nvSpPr>
              <p:spPr>
                <a:xfrm>
                  <a:off x="5730010" y="30510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6" name="pg775">
                  <a:extLst>
                    <a:ext uri="{FF2B5EF4-FFF2-40B4-BE49-F238E27FC236}">
                      <a16:creationId xmlns:a16="http://schemas.microsoft.com/office/drawing/2014/main" id="{63568C2E-9A05-1B71-B071-04965D732A32}"/>
                    </a:ext>
                  </a:extLst>
                </p:cNvPr>
                <p:cNvSpPr/>
                <p:nvPr/>
              </p:nvSpPr>
              <p:spPr>
                <a:xfrm>
                  <a:off x="5671824" y="30653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7" name="pg776">
                  <a:extLst>
                    <a:ext uri="{FF2B5EF4-FFF2-40B4-BE49-F238E27FC236}">
                      <a16:creationId xmlns:a16="http://schemas.microsoft.com/office/drawing/2014/main" id="{37416A36-D5AC-5102-68EE-79B9F5FB810E}"/>
                    </a:ext>
                  </a:extLst>
                </p:cNvPr>
                <p:cNvSpPr/>
                <p:nvPr/>
              </p:nvSpPr>
              <p:spPr>
                <a:xfrm>
                  <a:off x="5683461" y="30653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8" name="pg777">
                  <a:extLst>
                    <a:ext uri="{FF2B5EF4-FFF2-40B4-BE49-F238E27FC236}">
                      <a16:creationId xmlns:a16="http://schemas.microsoft.com/office/drawing/2014/main" id="{86DA1D07-A43D-130B-8674-391CF09DFBC6}"/>
                    </a:ext>
                  </a:extLst>
                </p:cNvPr>
                <p:cNvSpPr/>
                <p:nvPr/>
              </p:nvSpPr>
              <p:spPr>
                <a:xfrm>
                  <a:off x="5695098" y="30653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79" name="pg778">
                  <a:extLst>
                    <a:ext uri="{FF2B5EF4-FFF2-40B4-BE49-F238E27FC236}">
                      <a16:creationId xmlns:a16="http://schemas.microsoft.com/office/drawing/2014/main" id="{AF048113-B9E8-A81D-70AC-C48A53F1A325}"/>
                    </a:ext>
                  </a:extLst>
                </p:cNvPr>
                <p:cNvSpPr/>
                <p:nvPr/>
              </p:nvSpPr>
              <p:spPr>
                <a:xfrm>
                  <a:off x="5706736" y="30653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0" name="pg779">
                  <a:extLst>
                    <a:ext uri="{FF2B5EF4-FFF2-40B4-BE49-F238E27FC236}">
                      <a16:creationId xmlns:a16="http://schemas.microsoft.com/office/drawing/2014/main" id="{ABC1CD6F-9EFB-FBEE-321A-90DC14B23FC5}"/>
                    </a:ext>
                  </a:extLst>
                </p:cNvPr>
                <p:cNvSpPr/>
                <p:nvPr/>
              </p:nvSpPr>
              <p:spPr>
                <a:xfrm>
                  <a:off x="5718373" y="30653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1" name="pg780">
                  <a:extLst>
                    <a:ext uri="{FF2B5EF4-FFF2-40B4-BE49-F238E27FC236}">
                      <a16:creationId xmlns:a16="http://schemas.microsoft.com/office/drawing/2014/main" id="{D42EC705-2E29-106D-4618-DBA82B4DE4FB}"/>
                    </a:ext>
                  </a:extLst>
                </p:cNvPr>
                <p:cNvSpPr/>
                <p:nvPr/>
              </p:nvSpPr>
              <p:spPr>
                <a:xfrm>
                  <a:off x="5730010" y="30653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2" name="pg781">
                  <a:extLst>
                    <a:ext uri="{FF2B5EF4-FFF2-40B4-BE49-F238E27FC236}">
                      <a16:creationId xmlns:a16="http://schemas.microsoft.com/office/drawing/2014/main" id="{0AB3042B-10E9-05C9-F027-23D4D00E1465}"/>
                    </a:ext>
                  </a:extLst>
                </p:cNvPr>
                <p:cNvSpPr/>
                <p:nvPr/>
              </p:nvSpPr>
              <p:spPr>
                <a:xfrm>
                  <a:off x="5671824" y="30796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3" name="pg782">
                  <a:extLst>
                    <a:ext uri="{FF2B5EF4-FFF2-40B4-BE49-F238E27FC236}">
                      <a16:creationId xmlns:a16="http://schemas.microsoft.com/office/drawing/2014/main" id="{4365ECCD-A008-B00D-0C89-0F59A87B0C7B}"/>
                    </a:ext>
                  </a:extLst>
                </p:cNvPr>
                <p:cNvSpPr/>
                <p:nvPr/>
              </p:nvSpPr>
              <p:spPr>
                <a:xfrm>
                  <a:off x="5683461" y="30796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4" name="pg783">
                  <a:extLst>
                    <a:ext uri="{FF2B5EF4-FFF2-40B4-BE49-F238E27FC236}">
                      <a16:creationId xmlns:a16="http://schemas.microsoft.com/office/drawing/2014/main" id="{4F49CF07-3D89-D5A9-F669-A19A470856CE}"/>
                    </a:ext>
                  </a:extLst>
                </p:cNvPr>
                <p:cNvSpPr/>
                <p:nvPr/>
              </p:nvSpPr>
              <p:spPr>
                <a:xfrm>
                  <a:off x="5695098" y="30796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5" name="pg784">
                  <a:extLst>
                    <a:ext uri="{FF2B5EF4-FFF2-40B4-BE49-F238E27FC236}">
                      <a16:creationId xmlns:a16="http://schemas.microsoft.com/office/drawing/2014/main" id="{EFCEFA49-210A-1D3D-A6F8-51DBFF135DBE}"/>
                    </a:ext>
                  </a:extLst>
                </p:cNvPr>
                <p:cNvSpPr/>
                <p:nvPr/>
              </p:nvSpPr>
              <p:spPr>
                <a:xfrm>
                  <a:off x="5706736" y="30796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6" name="pg785">
                  <a:extLst>
                    <a:ext uri="{FF2B5EF4-FFF2-40B4-BE49-F238E27FC236}">
                      <a16:creationId xmlns:a16="http://schemas.microsoft.com/office/drawing/2014/main" id="{45F16B58-AC7C-5298-677A-4B4A0011970F}"/>
                    </a:ext>
                  </a:extLst>
                </p:cNvPr>
                <p:cNvSpPr/>
                <p:nvPr/>
              </p:nvSpPr>
              <p:spPr>
                <a:xfrm>
                  <a:off x="5718373" y="30796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7" name="pg786">
                  <a:extLst>
                    <a:ext uri="{FF2B5EF4-FFF2-40B4-BE49-F238E27FC236}">
                      <a16:creationId xmlns:a16="http://schemas.microsoft.com/office/drawing/2014/main" id="{280BDF5E-BDAF-5C45-CA64-547C40230581}"/>
                    </a:ext>
                  </a:extLst>
                </p:cNvPr>
                <p:cNvSpPr/>
                <p:nvPr/>
              </p:nvSpPr>
              <p:spPr>
                <a:xfrm>
                  <a:off x="5730010" y="30796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8" name="pg787">
                  <a:extLst>
                    <a:ext uri="{FF2B5EF4-FFF2-40B4-BE49-F238E27FC236}">
                      <a16:creationId xmlns:a16="http://schemas.microsoft.com/office/drawing/2014/main" id="{3E8CA0F7-AA07-5E5A-9EC5-0750E5BADAC9}"/>
                    </a:ext>
                  </a:extLst>
                </p:cNvPr>
                <p:cNvSpPr/>
                <p:nvPr/>
              </p:nvSpPr>
              <p:spPr>
                <a:xfrm>
                  <a:off x="5671824" y="30939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89" name="pg788">
                  <a:extLst>
                    <a:ext uri="{FF2B5EF4-FFF2-40B4-BE49-F238E27FC236}">
                      <a16:creationId xmlns:a16="http://schemas.microsoft.com/office/drawing/2014/main" id="{58D355A6-2086-C111-C8D7-43DDC71760E6}"/>
                    </a:ext>
                  </a:extLst>
                </p:cNvPr>
                <p:cNvSpPr/>
                <p:nvPr/>
              </p:nvSpPr>
              <p:spPr>
                <a:xfrm>
                  <a:off x="5683461" y="30939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0" name="pg789">
                  <a:extLst>
                    <a:ext uri="{FF2B5EF4-FFF2-40B4-BE49-F238E27FC236}">
                      <a16:creationId xmlns:a16="http://schemas.microsoft.com/office/drawing/2014/main" id="{A9B1460B-81F3-D946-EF38-85E85FF5E6EA}"/>
                    </a:ext>
                  </a:extLst>
                </p:cNvPr>
                <p:cNvSpPr/>
                <p:nvPr/>
              </p:nvSpPr>
              <p:spPr>
                <a:xfrm>
                  <a:off x="5695098" y="30939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1" name="pg790">
                  <a:extLst>
                    <a:ext uri="{FF2B5EF4-FFF2-40B4-BE49-F238E27FC236}">
                      <a16:creationId xmlns:a16="http://schemas.microsoft.com/office/drawing/2014/main" id="{F17359B9-D481-E5F9-6C24-F5D2F8965617}"/>
                    </a:ext>
                  </a:extLst>
                </p:cNvPr>
                <p:cNvSpPr/>
                <p:nvPr/>
              </p:nvSpPr>
              <p:spPr>
                <a:xfrm>
                  <a:off x="5706736" y="30939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2" name="pg791">
                  <a:extLst>
                    <a:ext uri="{FF2B5EF4-FFF2-40B4-BE49-F238E27FC236}">
                      <a16:creationId xmlns:a16="http://schemas.microsoft.com/office/drawing/2014/main" id="{41B329E0-4C0D-B1B5-D4A0-EE01CBE3DD05}"/>
                    </a:ext>
                  </a:extLst>
                </p:cNvPr>
                <p:cNvSpPr/>
                <p:nvPr/>
              </p:nvSpPr>
              <p:spPr>
                <a:xfrm>
                  <a:off x="5718373" y="30939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3" name="pg792">
                  <a:extLst>
                    <a:ext uri="{FF2B5EF4-FFF2-40B4-BE49-F238E27FC236}">
                      <a16:creationId xmlns:a16="http://schemas.microsoft.com/office/drawing/2014/main" id="{6427DAA1-CE77-4403-887B-48580DFDCFEA}"/>
                    </a:ext>
                  </a:extLst>
                </p:cNvPr>
                <p:cNvSpPr/>
                <p:nvPr/>
              </p:nvSpPr>
              <p:spPr>
                <a:xfrm>
                  <a:off x="5730010" y="30939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4" name="pg793">
                  <a:extLst>
                    <a:ext uri="{FF2B5EF4-FFF2-40B4-BE49-F238E27FC236}">
                      <a16:creationId xmlns:a16="http://schemas.microsoft.com/office/drawing/2014/main" id="{B973B633-96F5-5ABC-68A3-19216CB97778}"/>
                    </a:ext>
                  </a:extLst>
                </p:cNvPr>
                <p:cNvSpPr/>
                <p:nvPr/>
              </p:nvSpPr>
              <p:spPr>
                <a:xfrm>
                  <a:off x="5671824" y="31082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5" name="pg794">
                  <a:extLst>
                    <a:ext uri="{FF2B5EF4-FFF2-40B4-BE49-F238E27FC236}">
                      <a16:creationId xmlns:a16="http://schemas.microsoft.com/office/drawing/2014/main" id="{85D4C026-339E-5227-A7FE-92BE4BB94BB4}"/>
                    </a:ext>
                  </a:extLst>
                </p:cNvPr>
                <p:cNvSpPr/>
                <p:nvPr/>
              </p:nvSpPr>
              <p:spPr>
                <a:xfrm>
                  <a:off x="5683461" y="31082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6" name="pg795">
                  <a:extLst>
                    <a:ext uri="{FF2B5EF4-FFF2-40B4-BE49-F238E27FC236}">
                      <a16:creationId xmlns:a16="http://schemas.microsoft.com/office/drawing/2014/main" id="{715FDECF-A007-596B-33A3-863DDC0750F3}"/>
                    </a:ext>
                  </a:extLst>
                </p:cNvPr>
                <p:cNvSpPr/>
                <p:nvPr/>
              </p:nvSpPr>
              <p:spPr>
                <a:xfrm>
                  <a:off x="5695098" y="31082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7" name="pg796">
                  <a:extLst>
                    <a:ext uri="{FF2B5EF4-FFF2-40B4-BE49-F238E27FC236}">
                      <a16:creationId xmlns:a16="http://schemas.microsoft.com/office/drawing/2014/main" id="{842DFF73-6B3F-E4F1-D940-56F0DC72CD47}"/>
                    </a:ext>
                  </a:extLst>
                </p:cNvPr>
                <p:cNvSpPr/>
                <p:nvPr/>
              </p:nvSpPr>
              <p:spPr>
                <a:xfrm>
                  <a:off x="5706736" y="31082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8" name="pg797">
                  <a:extLst>
                    <a:ext uri="{FF2B5EF4-FFF2-40B4-BE49-F238E27FC236}">
                      <a16:creationId xmlns:a16="http://schemas.microsoft.com/office/drawing/2014/main" id="{67A21595-1625-2578-ACF4-D8D8D476539D}"/>
                    </a:ext>
                  </a:extLst>
                </p:cNvPr>
                <p:cNvSpPr/>
                <p:nvPr/>
              </p:nvSpPr>
              <p:spPr>
                <a:xfrm>
                  <a:off x="5718373" y="31082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99" name="pg798">
                  <a:extLst>
                    <a:ext uri="{FF2B5EF4-FFF2-40B4-BE49-F238E27FC236}">
                      <a16:creationId xmlns:a16="http://schemas.microsoft.com/office/drawing/2014/main" id="{67E7569C-D7D5-60DF-E604-375A78D78158}"/>
                    </a:ext>
                  </a:extLst>
                </p:cNvPr>
                <p:cNvSpPr/>
                <p:nvPr/>
              </p:nvSpPr>
              <p:spPr>
                <a:xfrm>
                  <a:off x="5730010" y="31082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0" name="pg799">
                  <a:extLst>
                    <a:ext uri="{FF2B5EF4-FFF2-40B4-BE49-F238E27FC236}">
                      <a16:creationId xmlns:a16="http://schemas.microsoft.com/office/drawing/2014/main" id="{8E36C8AB-FEE8-ACC0-BA55-1EDD36C3AC20}"/>
                    </a:ext>
                  </a:extLst>
                </p:cNvPr>
                <p:cNvSpPr/>
                <p:nvPr/>
              </p:nvSpPr>
              <p:spPr>
                <a:xfrm>
                  <a:off x="5741648" y="31082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1" name="pg800">
                  <a:extLst>
                    <a:ext uri="{FF2B5EF4-FFF2-40B4-BE49-F238E27FC236}">
                      <a16:creationId xmlns:a16="http://schemas.microsoft.com/office/drawing/2014/main" id="{10F0E37D-9061-27D2-E40E-78FFA27D1DC7}"/>
                    </a:ext>
                  </a:extLst>
                </p:cNvPr>
                <p:cNvSpPr/>
                <p:nvPr/>
              </p:nvSpPr>
              <p:spPr>
                <a:xfrm>
                  <a:off x="5660186" y="31225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2" name="pg801">
                  <a:extLst>
                    <a:ext uri="{FF2B5EF4-FFF2-40B4-BE49-F238E27FC236}">
                      <a16:creationId xmlns:a16="http://schemas.microsoft.com/office/drawing/2014/main" id="{8FDF4B7C-2592-950D-EEFC-EAD9B89CC17F}"/>
                    </a:ext>
                  </a:extLst>
                </p:cNvPr>
                <p:cNvSpPr/>
                <p:nvPr/>
              </p:nvSpPr>
              <p:spPr>
                <a:xfrm>
                  <a:off x="5671824" y="31225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3" name="pg802">
                  <a:extLst>
                    <a:ext uri="{FF2B5EF4-FFF2-40B4-BE49-F238E27FC236}">
                      <a16:creationId xmlns:a16="http://schemas.microsoft.com/office/drawing/2014/main" id="{D8108BE8-4C33-4062-1E86-7C5B072A12FF}"/>
                    </a:ext>
                  </a:extLst>
                </p:cNvPr>
                <p:cNvSpPr/>
                <p:nvPr/>
              </p:nvSpPr>
              <p:spPr>
                <a:xfrm>
                  <a:off x="5683461" y="31225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4" name="pg803">
                  <a:extLst>
                    <a:ext uri="{FF2B5EF4-FFF2-40B4-BE49-F238E27FC236}">
                      <a16:creationId xmlns:a16="http://schemas.microsoft.com/office/drawing/2014/main" id="{9C766EF5-0764-FCDF-467E-E260C5D981F4}"/>
                    </a:ext>
                  </a:extLst>
                </p:cNvPr>
                <p:cNvSpPr/>
                <p:nvPr/>
              </p:nvSpPr>
              <p:spPr>
                <a:xfrm>
                  <a:off x="5695098" y="31225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5" name="pg804">
                  <a:extLst>
                    <a:ext uri="{FF2B5EF4-FFF2-40B4-BE49-F238E27FC236}">
                      <a16:creationId xmlns:a16="http://schemas.microsoft.com/office/drawing/2014/main" id="{E74EBAFC-738B-F7C8-432E-F6CC8B01D215}"/>
                    </a:ext>
                  </a:extLst>
                </p:cNvPr>
                <p:cNvSpPr/>
                <p:nvPr/>
              </p:nvSpPr>
              <p:spPr>
                <a:xfrm>
                  <a:off x="5706736" y="31225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6" name="pg805">
                  <a:extLst>
                    <a:ext uri="{FF2B5EF4-FFF2-40B4-BE49-F238E27FC236}">
                      <a16:creationId xmlns:a16="http://schemas.microsoft.com/office/drawing/2014/main" id="{6DE206E1-2379-FFAF-211E-AA5D6A0A74F0}"/>
                    </a:ext>
                  </a:extLst>
                </p:cNvPr>
                <p:cNvSpPr/>
                <p:nvPr/>
              </p:nvSpPr>
              <p:spPr>
                <a:xfrm>
                  <a:off x="5718373" y="31225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7" name="pg806">
                  <a:extLst>
                    <a:ext uri="{FF2B5EF4-FFF2-40B4-BE49-F238E27FC236}">
                      <a16:creationId xmlns:a16="http://schemas.microsoft.com/office/drawing/2014/main" id="{3DFB9F9B-2F46-17F1-317B-D0009C121D7F}"/>
                    </a:ext>
                  </a:extLst>
                </p:cNvPr>
                <p:cNvSpPr/>
                <p:nvPr/>
              </p:nvSpPr>
              <p:spPr>
                <a:xfrm>
                  <a:off x="5730010" y="31225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8" name="pg807">
                  <a:extLst>
                    <a:ext uri="{FF2B5EF4-FFF2-40B4-BE49-F238E27FC236}">
                      <a16:creationId xmlns:a16="http://schemas.microsoft.com/office/drawing/2014/main" id="{A4813DDE-31A2-C432-598F-71CA82B903A3}"/>
                    </a:ext>
                  </a:extLst>
                </p:cNvPr>
                <p:cNvSpPr/>
                <p:nvPr/>
              </p:nvSpPr>
              <p:spPr>
                <a:xfrm>
                  <a:off x="5648549" y="31368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09" name="pg808">
                  <a:extLst>
                    <a:ext uri="{FF2B5EF4-FFF2-40B4-BE49-F238E27FC236}">
                      <a16:creationId xmlns:a16="http://schemas.microsoft.com/office/drawing/2014/main" id="{413F31F5-422A-ECCB-9821-6AA1B51AAF27}"/>
                    </a:ext>
                  </a:extLst>
                </p:cNvPr>
                <p:cNvSpPr/>
                <p:nvPr/>
              </p:nvSpPr>
              <p:spPr>
                <a:xfrm>
                  <a:off x="5660186" y="31368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0" name="pg809">
                  <a:extLst>
                    <a:ext uri="{FF2B5EF4-FFF2-40B4-BE49-F238E27FC236}">
                      <a16:creationId xmlns:a16="http://schemas.microsoft.com/office/drawing/2014/main" id="{3AA5E0BC-47A6-D085-A1AF-DA7D64C17096}"/>
                    </a:ext>
                  </a:extLst>
                </p:cNvPr>
                <p:cNvSpPr/>
                <p:nvPr/>
              </p:nvSpPr>
              <p:spPr>
                <a:xfrm>
                  <a:off x="5671824" y="31368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1" name="pg810">
                  <a:extLst>
                    <a:ext uri="{FF2B5EF4-FFF2-40B4-BE49-F238E27FC236}">
                      <a16:creationId xmlns:a16="http://schemas.microsoft.com/office/drawing/2014/main" id="{529ACB2D-8637-7F81-E39F-1C4E7D038623}"/>
                    </a:ext>
                  </a:extLst>
                </p:cNvPr>
                <p:cNvSpPr/>
                <p:nvPr/>
              </p:nvSpPr>
              <p:spPr>
                <a:xfrm>
                  <a:off x="5683461" y="31368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2" name="pg811">
                  <a:extLst>
                    <a:ext uri="{FF2B5EF4-FFF2-40B4-BE49-F238E27FC236}">
                      <a16:creationId xmlns:a16="http://schemas.microsoft.com/office/drawing/2014/main" id="{00907F24-20A5-86DB-22C6-929E3DE3F7BB}"/>
                    </a:ext>
                  </a:extLst>
                </p:cNvPr>
                <p:cNvSpPr/>
                <p:nvPr/>
              </p:nvSpPr>
              <p:spPr>
                <a:xfrm>
                  <a:off x="5695098" y="31368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3" name="pg812">
                  <a:extLst>
                    <a:ext uri="{FF2B5EF4-FFF2-40B4-BE49-F238E27FC236}">
                      <a16:creationId xmlns:a16="http://schemas.microsoft.com/office/drawing/2014/main" id="{DB376089-2F23-2F93-1EFB-3EAD3708AB96}"/>
                    </a:ext>
                  </a:extLst>
                </p:cNvPr>
                <p:cNvSpPr/>
                <p:nvPr/>
              </p:nvSpPr>
              <p:spPr>
                <a:xfrm>
                  <a:off x="5706736" y="31368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4" name="pg813">
                  <a:extLst>
                    <a:ext uri="{FF2B5EF4-FFF2-40B4-BE49-F238E27FC236}">
                      <a16:creationId xmlns:a16="http://schemas.microsoft.com/office/drawing/2014/main" id="{6A7FFC6D-A33B-4085-4215-5A5DEFE5ED7A}"/>
                    </a:ext>
                  </a:extLst>
                </p:cNvPr>
                <p:cNvSpPr/>
                <p:nvPr/>
              </p:nvSpPr>
              <p:spPr>
                <a:xfrm>
                  <a:off x="5718373" y="31368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5" name="pg814">
                  <a:extLst>
                    <a:ext uri="{FF2B5EF4-FFF2-40B4-BE49-F238E27FC236}">
                      <a16:creationId xmlns:a16="http://schemas.microsoft.com/office/drawing/2014/main" id="{58408263-5F61-253B-F891-8AAD9D51BC95}"/>
                    </a:ext>
                  </a:extLst>
                </p:cNvPr>
                <p:cNvSpPr/>
                <p:nvPr/>
              </p:nvSpPr>
              <p:spPr>
                <a:xfrm>
                  <a:off x="5648549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6" name="pg815">
                  <a:extLst>
                    <a:ext uri="{FF2B5EF4-FFF2-40B4-BE49-F238E27FC236}">
                      <a16:creationId xmlns:a16="http://schemas.microsoft.com/office/drawing/2014/main" id="{557BD3B6-BCC1-391C-6484-63B00E965BBC}"/>
                    </a:ext>
                  </a:extLst>
                </p:cNvPr>
                <p:cNvSpPr/>
                <p:nvPr/>
              </p:nvSpPr>
              <p:spPr>
                <a:xfrm>
                  <a:off x="5660186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7" name="pg816">
                  <a:extLst>
                    <a:ext uri="{FF2B5EF4-FFF2-40B4-BE49-F238E27FC236}">
                      <a16:creationId xmlns:a16="http://schemas.microsoft.com/office/drawing/2014/main" id="{6A86BDA8-86A2-A669-7A0E-29DFEFCA7F2A}"/>
                    </a:ext>
                  </a:extLst>
                </p:cNvPr>
                <p:cNvSpPr/>
                <p:nvPr/>
              </p:nvSpPr>
              <p:spPr>
                <a:xfrm>
                  <a:off x="5671824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8" name="pg817">
                  <a:extLst>
                    <a:ext uri="{FF2B5EF4-FFF2-40B4-BE49-F238E27FC236}">
                      <a16:creationId xmlns:a16="http://schemas.microsoft.com/office/drawing/2014/main" id="{CD8A98F7-4E0D-D776-3000-001C66CC7792}"/>
                    </a:ext>
                  </a:extLst>
                </p:cNvPr>
                <p:cNvSpPr/>
                <p:nvPr/>
              </p:nvSpPr>
              <p:spPr>
                <a:xfrm>
                  <a:off x="5683461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19" name="pg818">
                  <a:extLst>
                    <a:ext uri="{FF2B5EF4-FFF2-40B4-BE49-F238E27FC236}">
                      <a16:creationId xmlns:a16="http://schemas.microsoft.com/office/drawing/2014/main" id="{87A1E2F2-3C39-6C01-F4AC-6BCD54EDF94D}"/>
                    </a:ext>
                  </a:extLst>
                </p:cNvPr>
                <p:cNvSpPr/>
                <p:nvPr/>
              </p:nvSpPr>
              <p:spPr>
                <a:xfrm>
                  <a:off x="5695098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0" name="pg819">
                  <a:extLst>
                    <a:ext uri="{FF2B5EF4-FFF2-40B4-BE49-F238E27FC236}">
                      <a16:creationId xmlns:a16="http://schemas.microsoft.com/office/drawing/2014/main" id="{A1EDD763-73A5-D75F-3B0B-C56980541F50}"/>
                    </a:ext>
                  </a:extLst>
                </p:cNvPr>
                <p:cNvSpPr/>
                <p:nvPr/>
              </p:nvSpPr>
              <p:spPr>
                <a:xfrm>
                  <a:off x="5706736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1" name="pg820">
                  <a:extLst>
                    <a:ext uri="{FF2B5EF4-FFF2-40B4-BE49-F238E27FC236}">
                      <a16:creationId xmlns:a16="http://schemas.microsoft.com/office/drawing/2014/main" id="{2BA5B532-FC61-3B91-21C7-DB4AB064CF50}"/>
                    </a:ext>
                  </a:extLst>
                </p:cNvPr>
                <p:cNvSpPr/>
                <p:nvPr/>
              </p:nvSpPr>
              <p:spPr>
                <a:xfrm>
                  <a:off x="5718373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2" name="pg821">
                  <a:extLst>
                    <a:ext uri="{FF2B5EF4-FFF2-40B4-BE49-F238E27FC236}">
                      <a16:creationId xmlns:a16="http://schemas.microsoft.com/office/drawing/2014/main" id="{674417E2-B5A2-7DFC-1069-5E0EE7659AB0}"/>
                    </a:ext>
                  </a:extLst>
                </p:cNvPr>
                <p:cNvSpPr/>
                <p:nvPr/>
              </p:nvSpPr>
              <p:spPr>
                <a:xfrm>
                  <a:off x="5741648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3" name="pg822">
                  <a:extLst>
                    <a:ext uri="{FF2B5EF4-FFF2-40B4-BE49-F238E27FC236}">
                      <a16:creationId xmlns:a16="http://schemas.microsoft.com/office/drawing/2014/main" id="{2AD3AA3A-4A53-71FF-18C5-274741EC3014}"/>
                    </a:ext>
                  </a:extLst>
                </p:cNvPr>
                <p:cNvSpPr/>
                <p:nvPr/>
              </p:nvSpPr>
              <p:spPr>
                <a:xfrm>
                  <a:off x="5753285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4" name="pg823">
                  <a:extLst>
                    <a:ext uri="{FF2B5EF4-FFF2-40B4-BE49-F238E27FC236}">
                      <a16:creationId xmlns:a16="http://schemas.microsoft.com/office/drawing/2014/main" id="{AE414D53-5A51-0563-7D02-1958EF5CC627}"/>
                    </a:ext>
                  </a:extLst>
                </p:cNvPr>
                <p:cNvSpPr/>
                <p:nvPr/>
              </p:nvSpPr>
              <p:spPr>
                <a:xfrm>
                  <a:off x="5764922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5" name="pg824">
                  <a:extLst>
                    <a:ext uri="{FF2B5EF4-FFF2-40B4-BE49-F238E27FC236}">
                      <a16:creationId xmlns:a16="http://schemas.microsoft.com/office/drawing/2014/main" id="{8FA21583-667F-136F-E48E-26D4BEACDC8C}"/>
                    </a:ext>
                  </a:extLst>
                </p:cNvPr>
                <p:cNvSpPr/>
                <p:nvPr/>
              </p:nvSpPr>
              <p:spPr>
                <a:xfrm>
                  <a:off x="5776560" y="31511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6" name="pg825">
                  <a:extLst>
                    <a:ext uri="{FF2B5EF4-FFF2-40B4-BE49-F238E27FC236}">
                      <a16:creationId xmlns:a16="http://schemas.microsoft.com/office/drawing/2014/main" id="{F93C76F7-2A73-DF29-0A19-149ED128E7E1}"/>
                    </a:ext>
                  </a:extLst>
                </p:cNvPr>
                <p:cNvSpPr/>
                <p:nvPr/>
              </p:nvSpPr>
              <p:spPr>
                <a:xfrm>
                  <a:off x="5648549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7" name="pg826">
                  <a:extLst>
                    <a:ext uri="{FF2B5EF4-FFF2-40B4-BE49-F238E27FC236}">
                      <a16:creationId xmlns:a16="http://schemas.microsoft.com/office/drawing/2014/main" id="{DB7B3E70-3A24-8E1A-BA97-09FFF622571B}"/>
                    </a:ext>
                  </a:extLst>
                </p:cNvPr>
                <p:cNvSpPr/>
                <p:nvPr/>
              </p:nvSpPr>
              <p:spPr>
                <a:xfrm>
                  <a:off x="5660186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8" name="pg827">
                  <a:extLst>
                    <a:ext uri="{FF2B5EF4-FFF2-40B4-BE49-F238E27FC236}">
                      <a16:creationId xmlns:a16="http://schemas.microsoft.com/office/drawing/2014/main" id="{98A5D429-740F-A71F-E692-A8E9F250E655}"/>
                    </a:ext>
                  </a:extLst>
                </p:cNvPr>
                <p:cNvSpPr/>
                <p:nvPr/>
              </p:nvSpPr>
              <p:spPr>
                <a:xfrm>
                  <a:off x="5671824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29" name="pg828">
                  <a:extLst>
                    <a:ext uri="{FF2B5EF4-FFF2-40B4-BE49-F238E27FC236}">
                      <a16:creationId xmlns:a16="http://schemas.microsoft.com/office/drawing/2014/main" id="{4A6278DD-573C-160D-D69E-A3EC4BE90472}"/>
                    </a:ext>
                  </a:extLst>
                </p:cNvPr>
                <p:cNvSpPr/>
                <p:nvPr/>
              </p:nvSpPr>
              <p:spPr>
                <a:xfrm>
                  <a:off x="5683461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0" name="pg829">
                  <a:extLst>
                    <a:ext uri="{FF2B5EF4-FFF2-40B4-BE49-F238E27FC236}">
                      <a16:creationId xmlns:a16="http://schemas.microsoft.com/office/drawing/2014/main" id="{41CD877C-31E3-E067-8B6C-FAFABE413822}"/>
                    </a:ext>
                  </a:extLst>
                </p:cNvPr>
                <p:cNvSpPr/>
                <p:nvPr/>
              </p:nvSpPr>
              <p:spPr>
                <a:xfrm>
                  <a:off x="5695098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1" name="pg830">
                  <a:extLst>
                    <a:ext uri="{FF2B5EF4-FFF2-40B4-BE49-F238E27FC236}">
                      <a16:creationId xmlns:a16="http://schemas.microsoft.com/office/drawing/2014/main" id="{0951ED93-4592-CAC9-35FD-992E7EB45C5D}"/>
                    </a:ext>
                  </a:extLst>
                </p:cNvPr>
                <p:cNvSpPr/>
                <p:nvPr/>
              </p:nvSpPr>
              <p:spPr>
                <a:xfrm>
                  <a:off x="5706736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2" name="pg831">
                  <a:extLst>
                    <a:ext uri="{FF2B5EF4-FFF2-40B4-BE49-F238E27FC236}">
                      <a16:creationId xmlns:a16="http://schemas.microsoft.com/office/drawing/2014/main" id="{814CA6C4-3B2E-F950-3B27-16C0CD70BC83}"/>
                    </a:ext>
                  </a:extLst>
                </p:cNvPr>
                <p:cNvSpPr/>
                <p:nvPr/>
              </p:nvSpPr>
              <p:spPr>
                <a:xfrm>
                  <a:off x="5718373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3" name="pg832">
                  <a:extLst>
                    <a:ext uri="{FF2B5EF4-FFF2-40B4-BE49-F238E27FC236}">
                      <a16:creationId xmlns:a16="http://schemas.microsoft.com/office/drawing/2014/main" id="{95D71C7D-0A1C-3730-B5F1-341714A03A40}"/>
                    </a:ext>
                  </a:extLst>
                </p:cNvPr>
                <p:cNvSpPr/>
                <p:nvPr/>
              </p:nvSpPr>
              <p:spPr>
                <a:xfrm>
                  <a:off x="5730010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4" name="pg833">
                  <a:extLst>
                    <a:ext uri="{FF2B5EF4-FFF2-40B4-BE49-F238E27FC236}">
                      <a16:creationId xmlns:a16="http://schemas.microsoft.com/office/drawing/2014/main" id="{2690C6F1-C5F0-6152-B254-8C803C40D99F}"/>
                    </a:ext>
                  </a:extLst>
                </p:cNvPr>
                <p:cNvSpPr/>
                <p:nvPr/>
              </p:nvSpPr>
              <p:spPr>
                <a:xfrm>
                  <a:off x="5741648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5" name="pg834">
                  <a:extLst>
                    <a:ext uri="{FF2B5EF4-FFF2-40B4-BE49-F238E27FC236}">
                      <a16:creationId xmlns:a16="http://schemas.microsoft.com/office/drawing/2014/main" id="{D3F7FEEF-DFA3-0204-5503-00D034C585C8}"/>
                    </a:ext>
                  </a:extLst>
                </p:cNvPr>
                <p:cNvSpPr/>
                <p:nvPr/>
              </p:nvSpPr>
              <p:spPr>
                <a:xfrm>
                  <a:off x="5753285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6" name="pg835">
                  <a:extLst>
                    <a:ext uri="{FF2B5EF4-FFF2-40B4-BE49-F238E27FC236}">
                      <a16:creationId xmlns:a16="http://schemas.microsoft.com/office/drawing/2014/main" id="{92C4DBA9-86FA-7536-E920-8BD3BD23D32C}"/>
                    </a:ext>
                  </a:extLst>
                </p:cNvPr>
                <p:cNvSpPr/>
                <p:nvPr/>
              </p:nvSpPr>
              <p:spPr>
                <a:xfrm>
                  <a:off x="5764922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7" name="pg836">
                  <a:extLst>
                    <a:ext uri="{FF2B5EF4-FFF2-40B4-BE49-F238E27FC236}">
                      <a16:creationId xmlns:a16="http://schemas.microsoft.com/office/drawing/2014/main" id="{F4FAC665-917D-9028-FCC7-208294FDAFDF}"/>
                    </a:ext>
                  </a:extLst>
                </p:cNvPr>
                <p:cNvSpPr/>
                <p:nvPr/>
              </p:nvSpPr>
              <p:spPr>
                <a:xfrm>
                  <a:off x="5776560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8" name="pg837">
                  <a:extLst>
                    <a:ext uri="{FF2B5EF4-FFF2-40B4-BE49-F238E27FC236}">
                      <a16:creationId xmlns:a16="http://schemas.microsoft.com/office/drawing/2014/main" id="{F5D43BBB-14C8-5EA7-2502-BB799B11E231}"/>
                    </a:ext>
                  </a:extLst>
                </p:cNvPr>
                <p:cNvSpPr/>
                <p:nvPr/>
              </p:nvSpPr>
              <p:spPr>
                <a:xfrm>
                  <a:off x="5788197" y="31654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39" name="pg838">
                  <a:extLst>
                    <a:ext uri="{FF2B5EF4-FFF2-40B4-BE49-F238E27FC236}">
                      <a16:creationId xmlns:a16="http://schemas.microsoft.com/office/drawing/2014/main" id="{B2F2AAFF-0958-5156-7A37-46FD8EAD29ED}"/>
                    </a:ext>
                  </a:extLst>
                </p:cNvPr>
                <p:cNvSpPr/>
                <p:nvPr/>
              </p:nvSpPr>
              <p:spPr>
                <a:xfrm>
                  <a:off x="5671824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0" name="pg839">
                  <a:extLst>
                    <a:ext uri="{FF2B5EF4-FFF2-40B4-BE49-F238E27FC236}">
                      <a16:creationId xmlns:a16="http://schemas.microsoft.com/office/drawing/2014/main" id="{62574E33-7809-6313-AE10-B1AB0D235BF6}"/>
                    </a:ext>
                  </a:extLst>
                </p:cNvPr>
                <p:cNvSpPr/>
                <p:nvPr/>
              </p:nvSpPr>
              <p:spPr>
                <a:xfrm>
                  <a:off x="5683461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1" name="pg840">
                  <a:extLst>
                    <a:ext uri="{FF2B5EF4-FFF2-40B4-BE49-F238E27FC236}">
                      <a16:creationId xmlns:a16="http://schemas.microsoft.com/office/drawing/2014/main" id="{7E4A48FC-3C78-77DE-3310-73C457925454}"/>
                    </a:ext>
                  </a:extLst>
                </p:cNvPr>
                <p:cNvSpPr/>
                <p:nvPr/>
              </p:nvSpPr>
              <p:spPr>
                <a:xfrm>
                  <a:off x="5695098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2" name="pg841">
                  <a:extLst>
                    <a:ext uri="{FF2B5EF4-FFF2-40B4-BE49-F238E27FC236}">
                      <a16:creationId xmlns:a16="http://schemas.microsoft.com/office/drawing/2014/main" id="{E74CC763-071B-3483-280C-6B199CC36881}"/>
                    </a:ext>
                  </a:extLst>
                </p:cNvPr>
                <p:cNvSpPr/>
                <p:nvPr/>
              </p:nvSpPr>
              <p:spPr>
                <a:xfrm>
                  <a:off x="5706736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3" name="pg842">
                  <a:extLst>
                    <a:ext uri="{FF2B5EF4-FFF2-40B4-BE49-F238E27FC236}">
                      <a16:creationId xmlns:a16="http://schemas.microsoft.com/office/drawing/2014/main" id="{30B3C6CC-82E3-EAB4-1546-554DB38E4A3C}"/>
                    </a:ext>
                  </a:extLst>
                </p:cNvPr>
                <p:cNvSpPr/>
                <p:nvPr/>
              </p:nvSpPr>
              <p:spPr>
                <a:xfrm>
                  <a:off x="5718373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4" name="pg843">
                  <a:extLst>
                    <a:ext uri="{FF2B5EF4-FFF2-40B4-BE49-F238E27FC236}">
                      <a16:creationId xmlns:a16="http://schemas.microsoft.com/office/drawing/2014/main" id="{648BA0AC-4776-1AC3-CFBD-2893034B4078}"/>
                    </a:ext>
                  </a:extLst>
                </p:cNvPr>
                <p:cNvSpPr/>
                <p:nvPr/>
              </p:nvSpPr>
              <p:spPr>
                <a:xfrm>
                  <a:off x="5730010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5" name="pg844">
                  <a:extLst>
                    <a:ext uri="{FF2B5EF4-FFF2-40B4-BE49-F238E27FC236}">
                      <a16:creationId xmlns:a16="http://schemas.microsoft.com/office/drawing/2014/main" id="{6B982A5A-5A90-55BF-7A4B-E81249F72622}"/>
                    </a:ext>
                  </a:extLst>
                </p:cNvPr>
                <p:cNvSpPr/>
                <p:nvPr/>
              </p:nvSpPr>
              <p:spPr>
                <a:xfrm>
                  <a:off x="5741648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6" name="pg845">
                  <a:extLst>
                    <a:ext uri="{FF2B5EF4-FFF2-40B4-BE49-F238E27FC236}">
                      <a16:creationId xmlns:a16="http://schemas.microsoft.com/office/drawing/2014/main" id="{10F25F87-50F6-0295-3AC4-99582CDAF102}"/>
                    </a:ext>
                  </a:extLst>
                </p:cNvPr>
                <p:cNvSpPr/>
                <p:nvPr/>
              </p:nvSpPr>
              <p:spPr>
                <a:xfrm>
                  <a:off x="5753285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7" name="pg846">
                  <a:extLst>
                    <a:ext uri="{FF2B5EF4-FFF2-40B4-BE49-F238E27FC236}">
                      <a16:creationId xmlns:a16="http://schemas.microsoft.com/office/drawing/2014/main" id="{1BB7D81F-57D1-4BDE-9462-A81BB2762FA9}"/>
                    </a:ext>
                  </a:extLst>
                </p:cNvPr>
                <p:cNvSpPr/>
                <p:nvPr/>
              </p:nvSpPr>
              <p:spPr>
                <a:xfrm>
                  <a:off x="5764922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8" name="pg847">
                  <a:extLst>
                    <a:ext uri="{FF2B5EF4-FFF2-40B4-BE49-F238E27FC236}">
                      <a16:creationId xmlns:a16="http://schemas.microsoft.com/office/drawing/2014/main" id="{40AD55F4-B562-9C59-4710-B282A74B1275}"/>
                    </a:ext>
                  </a:extLst>
                </p:cNvPr>
                <p:cNvSpPr/>
                <p:nvPr/>
              </p:nvSpPr>
              <p:spPr>
                <a:xfrm>
                  <a:off x="5776560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49" name="pg848">
                  <a:extLst>
                    <a:ext uri="{FF2B5EF4-FFF2-40B4-BE49-F238E27FC236}">
                      <a16:creationId xmlns:a16="http://schemas.microsoft.com/office/drawing/2014/main" id="{67E7EE0A-E7CC-5CA0-EFE6-D1F66E2408D1}"/>
                    </a:ext>
                  </a:extLst>
                </p:cNvPr>
                <p:cNvSpPr/>
                <p:nvPr/>
              </p:nvSpPr>
              <p:spPr>
                <a:xfrm>
                  <a:off x="5788197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0" name="pg849">
                  <a:extLst>
                    <a:ext uri="{FF2B5EF4-FFF2-40B4-BE49-F238E27FC236}">
                      <a16:creationId xmlns:a16="http://schemas.microsoft.com/office/drawing/2014/main" id="{B4C2B0EF-2D90-8ED1-8672-2E5BB9A6B536}"/>
                    </a:ext>
                  </a:extLst>
                </p:cNvPr>
                <p:cNvSpPr/>
                <p:nvPr/>
              </p:nvSpPr>
              <p:spPr>
                <a:xfrm>
                  <a:off x="5799834" y="31797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1" name="pg850">
                  <a:extLst>
                    <a:ext uri="{FF2B5EF4-FFF2-40B4-BE49-F238E27FC236}">
                      <a16:creationId xmlns:a16="http://schemas.microsoft.com/office/drawing/2014/main" id="{35180814-263F-B5F0-CBD1-F08191141D7E}"/>
                    </a:ext>
                  </a:extLst>
                </p:cNvPr>
                <p:cNvSpPr/>
                <p:nvPr/>
              </p:nvSpPr>
              <p:spPr>
                <a:xfrm>
                  <a:off x="5625275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2" name="pg851">
                  <a:extLst>
                    <a:ext uri="{FF2B5EF4-FFF2-40B4-BE49-F238E27FC236}">
                      <a16:creationId xmlns:a16="http://schemas.microsoft.com/office/drawing/2014/main" id="{6746F31F-20C0-9BD3-6EE2-92D2F9061BD1}"/>
                    </a:ext>
                  </a:extLst>
                </p:cNvPr>
                <p:cNvSpPr/>
                <p:nvPr/>
              </p:nvSpPr>
              <p:spPr>
                <a:xfrm>
                  <a:off x="5636912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3" name="pg852">
                  <a:extLst>
                    <a:ext uri="{FF2B5EF4-FFF2-40B4-BE49-F238E27FC236}">
                      <a16:creationId xmlns:a16="http://schemas.microsoft.com/office/drawing/2014/main" id="{260D09A9-1EF6-239D-F820-0E01E4CDCBEB}"/>
                    </a:ext>
                  </a:extLst>
                </p:cNvPr>
                <p:cNvSpPr/>
                <p:nvPr/>
              </p:nvSpPr>
              <p:spPr>
                <a:xfrm>
                  <a:off x="5648549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4" name="pg853">
                  <a:extLst>
                    <a:ext uri="{FF2B5EF4-FFF2-40B4-BE49-F238E27FC236}">
                      <a16:creationId xmlns:a16="http://schemas.microsoft.com/office/drawing/2014/main" id="{F6B9F381-946A-358E-C8FE-44A89FD6BC9B}"/>
                    </a:ext>
                  </a:extLst>
                </p:cNvPr>
                <p:cNvSpPr/>
                <p:nvPr/>
              </p:nvSpPr>
              <p:spPr>
                <a:xfrm>
                  <a:off x="5660186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5" name="pg854">
                  <a:extLst>
                    <a:ext uri="{FF2B5EF4-FFF2-40B4-BE49-F238E27FC236}">
                      <a16:creationId xmlns:a16="http://schemas.microsoft.com/office/drawing/2014/main" id="{EFE6D954-D7AB-2475-8FE8-7CF4ED235F41}"/>
                    </a:ext>
                  </a:extLst>
                </p:cNvPr>
                <p:cNvSpPr/>
                <p:nvPr/>
              </p:nvSpPr>
              <p:spPr>
                <a:xfrm>
                  <a:off x="5695098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6" name="pg855">
                  <a:extLst>
                    <a:ext uri="{FF2B5EF4-FFF2-40B4-BE49-F238E27FC236}">
                      <a16:creationId xmlns:a16="http://schemas.microsoft.com/office/drawing/2014/main" id="{3C7A9265-8151-F125-B292-DDEEDCD6AE01}"/>
                    </a:ext>
                  </a:extLst>
                </p:cNvPr>
                <p:cNvSpPr/>
                <p:nvPr/>
              </p:nvSpPr>
              <p:spPr>
                <a:xfrm>
                  <a:off x="5706736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7" name="pg856">
                  <a:extLst>
                    <a:ext uri="{FF2B5EF4-FFF2-40B4-BE49-F238E27FC236}">
                      <a16:creationId xmlns:a16="http://schemas.microsoft.com/office/drawing/2014/main" id="{B4DC4B50-EE6B-277D-DC58-3D8793F092DF}"/>
                    </a:ext>
                  </a:extLst>
                </p:cNvPr>
                <p:cNvSpPr/>
                <p:nvPr/>
              </p:nvSpPr>
              <p:spPr>
                <a:xfrm>
                  <a:off x="5718373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8" name="pg857">
                  <a:extLst>
                    <a:ext uri="{FF2B5EF4-FFF2-40B4-BE49-F238E27FC236}">
                      <a16:creationId xmlns:a16="http://schemas.microsoft.com/office/drawing/2014/main" id="{9F2721D1-C1E3-7D44-8754-DAECCD427BAE}"/>
                    </a:ext>
                  </a:extLst>
                </p:cNvPr>
                <p:cNvSpPr/>
                <p:nvPr/>
              </p:nvSpPr>
              <p:spPr>
                <a:xfrm>
                  <a:off x="5730010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59" name="pg858">
                  <a:extLst>
                    <a:ext uri="{FF2B5EF4-FFF2-40B4-BE49-F238E27FC236}">
                      <a16:creationId xmlns:a16="http://schemas.microsoft.com/office/drawing/2014/main" id="{8153010F-E27A-614A-A5A8-BB0807A3D196}"/>
                    </a:ext>
                  </a:extLst>
                </p:cNvPr>
                <p:cNvSpPr/>
                <p:nvPr/>
              </p:nvSpPr>
              <p:spPr>
                <a:xfrm>
                  <a:off x="5741648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0" name="pg859">
                  <a:extLst>
                    <a:ext uri="{FF2B5EF4-FFF2-40B4-BE49-F238E27FC236}">
                      <a16:creationId xmlns:a16="http://schemas.microsoft.com/office/drawing/2014/main" id="{6526C36F-5424-E6BC-0DD3-75CC1F1D68A3}"/>
                    </a:ext>
                  </a:extLst>
                </p:cNvPr>
                <p:cNvSpPr/>
                <p:nvPr/>
              </p:nvSpPr>
              <p:spPr>
                <a:xfrm>
                  <a:off x="5753285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4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1" name="pg860">
                  <a:extLst>
                    <a:ext uri="{FF2B5EF4-FFF2-40B4-BE49-F238E27FC236}">
                      <a16:creationId xmlns:a16="http://schemas.microsoft.com/office/drawing/2014/main" id="{610034EC-2576-2D86-8BFC-01344D79BC40}"/>
                    </a:ext>
                  </a:extLst>
                </p:cNvPr>
                <p:cNvSpPr/>
                <p:nvPr/>
              </p:nvSpPr>
              <p:spPr>
                <a:xfrm>
                  <a:off x="5764922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2" name="pg861">
                  <a:extLst>
                    <a:ext uri="{FF2B5EF4-FFF2-40B4-BE49-F238E27FC236}">
                      <a16:creationId xmlns:a16="http://schemas.microsoft.com/office/drawing/2014/main" id="{A2D07E35-7DF2-B9BF-594F-FEF074675FD8}"/>
                    </a:ext>
                  </a:extLst>
                </p:cNvPr>
                <p:cNvSpPr/>
                <p:nvPr/>
              </p:nvSpPr>
              <p:spPr>
                <a:xfrm>
                  <a:off x="5776560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3" name="pg862">
                  <a:extLst>
                    <a:ext uri="{FF2B5EF4-FFF2-40B4-BE49-F238E27FC236}">
                      <a16:creationId xmlns:a16="http://schemas.microsoft.com/office/drawing/2014/main" id="{D1B9E7D6-CCD2-AFD6-FD9B-FEC854076520}"/>
                    </a:ext>
                  </a:extLst>
                </p:cNvPr>
                <p:cNvSpPr/>
                <p:nvPr/>
              </p:nvSpPr>
              <p:spPr>
                <a:xfrm>
                  <a:off x="5788197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4" name="pg863">
                  <a:extLst>
                    <a:ext uri="{FF2B5EF4-FFF2-40B4-BE49-F238E27FC236}">
                      <a16:creationId xmlns:a16="http://schemas.microsoft.com/office/drawing/2014/main" id="{84DEB038-47AF-C46D-574D-CE5254A37C7D}"/>
                    </a:ext>
                  </a:extLst>
                </p:cNvPr>
                <p:cNvSpPr/>
                <p:nvPr/>
              </p:nvSpPr>
              <p:spPr>
                <a:xfrm>
                  <a:off x="5799834" y="31940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5" name="pg864">
                  <a:extLst>
                    <a:ext uri="{FF2B5EF4-FFF2-40B4-BE49-F238E27FC236}">
                      <a16:creationId xmlns:a16="http://schemas.microsoft.com/office/drawing/2014/main" id="{C0D13116-5775-CF5D-ED92-BAFDB1E71564}"/>
                    </a:ext>
                  </a:extLst>
                </p:cNvPr>
                <p:cNvSpPr/>
                <p:nvPr/>
              </p:nvSpPr>
              <p:spPr>
                <a:xfrm>
                  <a:off x="5613637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6" name="pg865">
                  <a:extLst>
                    <a:ext uri="{FF2B5EF4-FFF2-40B4-BE49-F238E27FC236}">
                      <a16:creationId xmlns:a16="http://schemas.microsoft.com/office/drawing/2014/main" id="{F1943D20-1404-03A2-F578-BF100AFE3F99}"/>
                    </a:ext>
                  </a:extLst>
                </p:cNvPr>
                <p:cNvSpPr/>
                <p:nvPr/>
              </p:nvSpPr>
              <p:spPr>
                <a:xfrm>
                  <a:off x="5625275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7" name="pg866">
                  <a:extLst>
                    <a:ext uri="{FF2B5EF4-FFF2-40B4-BE49-F238E27FC236}">
                      <a16:creationId xmlns:a16="http://schemas.microsoft.com/office/drawing/2014/main" id="{AE58A935-0EC6-B12C-272D-F3BACF0FA6D9}"/>
                    </a:ext>
                  </a:extLst>
                </p:cNvPr>
                <p:cNvSpPr/>
                <p:nvPr/>
              </p:nvSpPr>
              <p:spPr>
                <a:xfrm>
                  <a:off x="5636912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8" name="pg867">
                  <a:extLst>
                    <a:ext uri="{FF2B5EF4-FFF2-40B4-BE49-F238E27FC236}">
                      <a16:creationId xmlns:a16="http://schemas.microsoft.com/office/drawing/2014/main" id="{4A12941A-F701-8374-CD57-271829DDD253}"/>
                    </a:ext>
                  </a:extLst>
                </p:cNvPr>
                <p:cNvSpPr/>
                <p:nvPr/>
              </p:nvSpPr>
              <p:spPr>
                <a:xfrm>
                  <a:off x="5648549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69" name="pg868">
                  <a:extLst>
                    <a:ext uri="{FF2B5EF4-FFF2-40B4-BE49-F238E27FC236}">
                      <a16:creationId xmlns:a16="http://schemas.microsoft.com/office/drawing/2014/main" id="{3096268A-A972-E080-6604-6C538364136B}"/>
                    </a:ext>
                  </a:extLst>
                </p:cNvPr>
                <p:cNvSpPr/>
                <p:nvPr/>
              </p:nvSpPr>
              <p:spPr>
                <a:xfrm>
                  <a:off x="5660186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0" name="pg869">
                  <a:extLst>
                    <a:ext uri="{FF2B5EF4-FFF2-40B4-BE49-F238E27FC236}">
                      <a16:creationId xmlns:a16="http://schemas.microsoft.com/office/drawing/2014/main" id="{7F92FA64-D9C6-4F20-AD88-5CBA6A82F334}"/>
                    </a:ext>
                  </a:extLst>
                </p:cNvPr>
                <p:cNvSpPr/>
                <p:nvPr/>
              </p:nvSpPr>
              <p:spPr>
                <a:xfrm>
                  <a:off x="5671824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1" name="pg870">
                  <a:extLst>
                    <a:ext uri="{FF2B5EF4-FFF2-40B4-BE49-F238E27FC236}">
                      <a16:creationId xmlns:a16="http://schemas.microsoft.com/office/drawing/2014/main" id="{3141B224-AE49-5FCB-8A80-5DB2040A1FCF}"/>
                    </a:ext>
                  </a:extLst>
                </p:cNvPr>
                <p:cNvSpPr/>
                <p:nvPr/>
              </p:nvSpPr>
              <p:spPr>
                <a:xfrm>
                  <a:off x="5683461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2" name="pg871">
                  <a:extLst>
                    <a:ext uri="{FF2B5EF4-FFF2-40B4-BE49-F238E27FC236}">
                      <a16:creationId xmlns:a16="http://schemas.microsoft.com/office/drawing/2014/main" id="{99B0F26F-5B1E-2B3A-9498-01F4593F5A4C}"/>
                    </a:ext>
                  </a:extLst>
                </p:cNvPr>
                <p:cNvSpPr/>
                <p:nvPr/>
              </p:nvSpPr>
              <p:spPr>
                <a:xfrm>
                  <a:off x="5695098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3" name="pg872">
                  <a:extLst>
                    <a:ext uri="{FF2B5EF4-FFF2-40B4-BE49-F238E27FC236}">
                      <a16:creationId xmlns:a16="http://schemas.microsoft.com/office/drawing/2014/main" id="{911BE39F-4AD3-3A17-A204-FC28CEFA6E23}"/>
                    </a:ext>
                  </a:extLst>
                </p:cNvPr>
                <p:cNvSpPr/>
                <p:nvPr/>
              </p:nvSpPr>
              <p:spPr>
                <a:xfrm>
                  <a:off x="5706736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4" name="pg873">
                  <a:extLst>
                    <a:ext uri="{FF2B5EF4-FFF2-40B4-BE49-F238E27FC236}">
                      <a16:creationId xmlns:a16="http://schemas.microsoft.com/office/drawing/2014/main" id="{8AD61A20-ACA2-A056-193C-DDD3E114CE19}"/>
                    </a:ext>
                  </a:extLst>
                </p:cNvPr>
                <p:cNvSpPr/>
                <p:nvPr/>
              </p:nvSpPr>
              <p:spPr>
                <a:xfrm>
                  <a:off x="5718373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5" name="pg874">
                  <a:extLst>
                    <a:ext uri="{FF2B5EF4-FFF2-40B4-BE49-F238E27FC236}">
                      <a16:creationId xmlns:a16="http://schemas.microsoft.com/office/drawing/2014/main" id="{FB8B9CF3-A090-7C94-3200-419717CCFC7B}"/>
                    </a:ext>
                  </a:extLst>
                </p:cNvPr>
                <p:cNvSpPr/>
                <p:nvPr/>
              </p:nvSpPr>
              <p:spPr>
                <a:xfrm>
                  <a:off x="5730010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6" name="pg875">
                  <a:extLst>
                    <a:ext uri="{FF2B5EF4-FFF2-40B4-BE49-F238E27FC236}">
                      <a16:creationId xmlns:a16="http://schemas.microsoft.com/office/drawing/2014/main" id="{BE118E4B-26EF-BE56-4C7A-D5171499226F}"/>
                    </a:ext>
                  </a:extLst>
                </p:cNvPr>
                <p:cNvSpPr/>
                <p:nvPr/>
              </p:nvSpPr>
              <p:spPr>
                <a:xfrm>
                  <a:off x="5741648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7" name="pg876">
                  <a:extLst>
                    <a:ext uri="{FF2B5EF4-FFF2-40B4-BE49-F238E27FC236}">
                      <a16:creationId xmlns:a16="http://schemas.microsoft.com/office/drawing/2014/main" id="{8CBC9F94-E398-14F2-2576-02B82444FB13}"/>
                    </a:ext>
                  </a:extLst>
                </p:cNvPr>
                <p:cNvSpPr/>
                <p:nvPr/>
              </p:nvSpPr>
              <p:spPr>
                <a:xfrm>
                  <a:off x="5753285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8" name="pg877">
                  <a:extLst>
                    <a:ext uri="{FF2B5EF4-FFF2-40B4-BE49-F238E27FC236}">
                      <a16:creationId xmlns:a16="http://schemas.microsoft.com/office/drawing/2014/main" id="{4467B47A-17B9-83B6-B9C5-67B1A66CE398}"/>
                    </a:ext>
                  </a:extLst>
                </p:cNvPr>
                <p:cNvSpPr/>
                <p:nvPr/>
              </p:nvSpPr>
              <p:spPr>
                <a:xfrm>
                  <a:off x="5764922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79" name="pg878">
                  <a:extLst>
                    <a:ext uri="{FF2B5EF4-FFF2-40B4-BE49-F238E27FC236}">
                      <a16:creationId xmlns:a16="http://schemas.microsoft.com/office/drawing/2014/main" id="{32E661BE-194E-FF90-D13F-DC6EE53F8300}"/>
                    </a:ext>
                  </a:extLst>
                </p:cNvPr>
                <p:cNvSpPr/>
                <p:nvPr/>
              </p:nvSpPr>
              <p:spPr>
                <a:xfrm>
                  <a:off x="5776560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0" name="pg879">
                  <a:extLst>
                    <a:ext uri="{FF2B5EF4-FFF2-40B4-BE49-F238E27FC236}">
                      <a16:creationId xmlns:a16="http://schemas.microsoft.com/office/drawing/2014/main" id="{0574449A-6CE7-2F3B-1CEA-46AA7592F188}"/>
                    </a:ext>
                  </a:extLst>
                </p:cNvPr>
                <p:cNvSpPr/>
                <p:nvPr/>
              </p:nvSpPr>
              <p:spPr>
                <a:xfrm>
                  <a:off x="5788197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1" name="pg880">
                  <a:extLst>
                    <a:ext uri="{FF2B5EF4-FFF2-40B4-BE49-F238E27FC236}">
                      <a16:creationId xmlns:a16="http://schemas.microsoft.com/office/drawing/2014/main" id="{8A9F3111-290F-3C00-376D-B3610E21E2BB}"/>
                    </a:ext>
                  </a:extLst>
                </p:cNvPr>
                <p:cNvSpPr/>
                <p:nvPr/>
              </p:nvSpPr>
              <p:spPr>
                <a:xfrm>
                  <a:off x="5799834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2" name="pg881">
                  <a:extLst>
                    <a:ext uri="{FF2B5EF4-FFF2-40B4-BE49-F238E27FC236}">
                      <a16:creationId xmlns:a16="http://schemas.microsoft.com/office/drawing/2014/main" id="{4FC3245A-1ECE-CC7F-8081-2AC6EFD29F1C}"/>
                    </a:ext>
                  </a:extLst>
                </p:cNvPr>
                <p:cNvSpPr/>
                <p:nvPr/>
              </p:nvSpPr>
              <p:spPr>
                <a:xfrm>
                  <a:off x="5811472" y="32083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3" name="pg882">
                  <a:extLst>
                    <a:ext uri="{FF2B5EF4-FFF2-40B4-BE49-F238E27FC236}">
                      <a16:creationId xmlns:a16="http://schemas.microsoft.com/office/drawing/2014/main" id="{0EF85F4D-C33D-75B9-8B5E-D324D563C2AE}"/>
                    </a:ext>
                  </a:extLst>
                </p:cNvPr>
                <p:cNvSpPr/>
                <p:nvPr/>
              </p:nvSpPr>
              <p:spPr>
                <a:xfrm>
                  <a:off x="5613637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4" name="pg883">
                  <a:extLst>
                    <a:ext uri="{FF2B5EF4-FFF2-40B4-BE49-F238E27FC236}">
                      <a16:creationId xmlns:a16="http://schemas.microsoft.com/office/drawing/2014/main" id="{905B240C-F0CD-F212-3B49-CC56575AEE3A}"/>
                    </a:ext>
                  </a:extLst>
                </p:cNvPr>
                <p:cNvSpPr/>
                <p:nvPr/>
              </p:nvSpPr>
              <p:spPr>
                <a:xfrm>
                  <a:off x="5625275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5" name="pg884">
                  <a:extLst>
                    <a:ext uri="{FF2B5EF4-FFF2-40B4-BE49-F238E27FC236}">
                      <a16:creationId xmlns:a16="http://schemas.microsoft.com/office/drawing/2014/main" id="{E2B71EF6-E414-5F90-3358-597AB5937B90}"/>
                    </a:ext>
                  </a:extLst>
                </p:cNvPr>
                <p:cNvSpPr/>
                <p:nvPr/>
              </p:nvSpPr>
              <p:spPr>
                <a:xfrm>
                  <a:off x="5636912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6" name="pg885">
                  <a:extLst>
                    <a:ext uri="{FF2B5EF4-FFF2-40B4-BE49-F238E27FC236}">
                      <a16:creationId xmlns:a16="http://schemas.microsoft.com/office/drawing/2014/main" id="{8C74810A-B243-5D37-84A5-A6E4F7BFEB7E}"/>
                    </a:ext>
                  </a:extLst>
                </p:cNvPr>
                <p:cNvSpPr/>
                <p:nvPr/>
              </p:nvSpPr>
              <p:spPr>
                <a:xfrm>
                  <a:off x="5648549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7" name="pg886">
                  <a:extLst>
                    <a:ext uri="{FF2B5EF4-FFF2-40B4-BE49-F238E27FC236}">
                      <a16:creationId xmlns:a16="http://schemas.microsoft.com/office/drawing/2014/main" id="{08B2899B-1963-2B8E-EDAF-A607DB7807A8}"/>
                    </a:ext>
                  </a:extLst>
                </p:cNvPr>
                <p:cNvSpPr/>
                <p:nvPr/>
              </p:nvSpPr>
              <p:spPr>
                <a:xfrm>
                  <a:off x="5660186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8" name="pg887">
                  <a:extLst>
                    <a:ext uri="{FF2B5EF4-FFF2-40B4-BE49-F238E27FC236}">
                      <a16:creationId xmlns:a16="http://schemas.microsoft.com/office/drawing/2014/main" id="{AF65C841-565F-C195-D965-C5536847CD6D}"/>
                    </a:ext>
                  </a:extLst>
                </p:cNvPr>
                <p:cNvSpPr/>
                <p:nvPr/>
              </p:nvSpPr>
              <p:spPr>
                <a:xfrm>
                  <a:off x="5671824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89" name="pg888">
                  <a:extLst>
                    <a:ext uri="{FF2B5EF4-FFF2-40B4-BE49-F238E27FC236}">
                      <a16:creationId xmlns:a16="http://schemas.microsoft.com/office/drawing/2014/main" id="{82D637EC-8439-CA72-005B-38BB2BA04BA5}"/>
                    </a:ext>
                  </a:extLst>
                </p:cNvPr>
                <p:cNvSpPr/>
                <p:nvPr/>
              </p:nvSpPr>
              <p:spPr>
                <a:xfrm>
                  <a:off x="5683461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0" name="pg889">
                  <a:extLst>
                    <a:ext uri="{FF2B5EF4-FFF2-40B4-BE49-F238E27FC236}">
                      <a16:creationId xmlns:a16="http://schemas.microsoft.com/office/drawing/2014/main" id="{8954684E-9F48-AA5F-6B64-93D25A1ADBF2}"/>
                    </a:ext>
                  </a:extLst>
                </p:cNvPr>
                <p:cNvSpPr/>
                <p:nvPr/>
              </p:nvSpPr>
              <p:spPr>
                <a:xfrm>
                  <a:off x="5695098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1" name="pg890">
                  <a:extLst>
                    <a:ext uri="{FF2B5EF4-FFF2-40B4-BE49-F238E27FC236}">
                      <a16:creationId xmlns:a16="http://schemas.microsoft.com/office/drawing/2014/main" id="{A6F070D1-59AD-D7B9-AE09-20487335376C}"/>
                    </a:ext>
                  </a:extLst>
                </p:cNvPr>
                <p:cNvSpPr/>
                <p:nvPr/>
              </p:nvSpPr>
              <p:spPr>
                <a:xfrm>
                  <a:off x="5706736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2" name="pg891">
                  <a:extLst>
                    <a:ext uri="{FF2B5EF4-FFF2-40B4-BE49-F238E27FC236}">
                      <a16:creationId xmlns:a16="http://schemas.microsoft.com/office/drawing/2014/main" id="{F20D7C54-FD2D-6338-A350-748C8D958E9F}"/>
                    </a:ext>
                  </a:extLst>
                </p:cNvPr>
                <p:cNvSpPr/>
                <p:nvPr/>
              </p:nvSpPr>
              <p:spPr>
                <a:xfrm>
                  <a:off x="5718373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3" name="pg892">
                  <a:extLst>
                    <a:ext uri="{FF2B5EF4-FFF2-40B4-BE49-F238E27FC236}">
                      <a16:creationId xmlns:a16="http://schemas.microsoft.com/office/drawing/2014/main" id="{8D30D403-FB91-2849-F1BA-E3C475B56994}"/>
                    </a:ext>
                  </a:extLst>
                </p:cNvPr>
                <p:cNvSpPr/>
                <p:nvPr/>
              </p:nvSpPr>
              <p:spPr>
                <a:xfrm>
                  <a:off x="5730010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4" name="pg893">
                  <a:extLst>
                    <a:ext uri="{FF2B5EF4-FFF2-40B4-BE49-F238E27FC236}">
                      <a16:creationId xmlns:a16="http://schemas.microsoft.com/office/drawing/2014/main" id="{6E673640-6E37-EC5A-CB58-C20913E6F634}"/>
                    </a:ext>
                  </a:extLst>
                </p:cNvPr>
                <p:cNvSpPr/>
                <p:nvPr/>
              </p:nvSpPr>
              <p:spPr>
                <a:xfrm>
                  <a:off x="5741648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5" name="pg894">
                  <a:extLst>
                    <a:ext uri="{FF2B5EF4-FFF2-40B4-BE49-F238E27FC236}">
                      <a16:creationId xmlns:a16="http://schemas.microsoft.com/office/drawing/2014/main" id="{DEB9118D-8BD4-7159-3FBE-3B92CA155FD3}"/>
                    </a:ext>
                  </a:extLst>
                </p:cNvPr>
                <p:cNvSpPr/>
                <p:nvPr/>
              </p:nvSpPr>
              <p:spPr>
                <a:xfrm>
                  <a:off x="5753285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6" name="pg895">
                  <a:extLst>
                    <a:ext uri="{FF2B5EF4-FFF2-40B4-BE49-F238E27FC236}">
                      <a16:creationId xmlns:a16="http://schemas.microsoft.com/office/drawing/2014/main" id="{FB335B32-1CB1-3EB7-3346-D2A7D571A6EB}"/>
                    </a:ext>
                  </a:extLst>
                </p:cNvPr>
                <p:cNvSpPr/>
                <p:nvPr/>
              </p:nvSpPr>
              <p:spPr>
                <a:xfrm>
                  <a:off x="5764922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7" name="pg896">
                  <a:extLst>
                    <a:ext uri="{FF2B5EF4-FFF2-40B4-BE49-F238E27FC236}">
                      <a16:creationId xmlns:a16="http://schemas.microsoft.com/office/drawing/2014/main" id="{4AFEDCCA-75CB-6BE4-F0BC-A61E1169788E}"/>
                    </a:ext>
                  </a:extLst>
                </p:cNvPr>
                <p:cNvSpPr/>
                <p:nvPr/>
              </p:nvSpPr>
              <p:spPr>
                <a:xfrm>
                  <a:off x="5776560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8" name="pg897">
                  <a:extLst>
                    <a:ext uri="{FF2B5EF4-FFF2-40B4-BE49-F238E27FC236}">
                      <a16:creationId xmlns:a16="http://schemas.microsoft.com/office/drawing/2014/main" id="{312463F1-4FAC-7AE5-C8B4-DABE5C020C9C}"/>
                    </a:ext>
                  </a:extLst>
                </p:cNvPr>
                <p:cNvSpPr/>
                <p:nvPr/>
              </p:nvSpPr>
              <p:spPr>
                <a:xfrm>
                  <a:off x="5788197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299" name="pg898">
                  <a:extLst>
                    <a:ext uri="{FF2B5EF4-FFF2-40B4-BE49-F238E27FC236}">
                      <a16:creationId xmlns:a16="http://schemas.microsoft.com/office/drawing/2014/main" id="{F4E5F14D-13ED-8C08-D2FD-4C8C8773448A}"/>
                    </a:ext>
                  </a:extLst>
                </p:cNvPr>
                <p:cNvSpPr/>
                <p:nvPr/>
              </p:nvSpPr>
              <p:spPr>
                <a:xfrm>
                  <a:off x="5799834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0" name="pg899">
                  <a:extLst>
                    <a:ext uri="{FF2B5EF4-FFF2-40B4-BE49-F238E27FC236}">
                      <a16:creationId xmlns:a16="http://schemas.microsoft.com/office/drawing/2014/main" id="{A2819470-59D0-AB30-5B2C-545ED9A4BEF3}"/>
                    </a:ext>
                  </a:extLst>
                </p:cNvPr>
                <p:cNvSpPr/>
                <p:nvPr/>
              </p:nvSpPr>
              <p:spPr>
                <a:xfrm>
                  <a:off x="5811472" y="322263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1" name="pg900">
                  <a:extLst>
                    <a:ext uri="{FF2B5EF4-FFF2-40B4-BE49-F238E27FC236}">
                      <a16:creationId xmlns:a16="http://schemas.microsoft.com/office/drawing/2014/main" id="{DF0B9938-11C5-66B8-7E4F-50B2929CD535}"/>
                    </a:ext>
                  </a:extLst>
                </p:cNvPr>
                <p:cNvSpPr/>
                <p:nvPr/>
              </p:nvSpPr>
              <p:spPr>
                <a:xfrm>
                  <a:off x="5613637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2" name="pg901">
                  <a:extLst>
                    <a:ext uri="{FF2B5EF4-FFF2-40B4-BE49-F238E27FC236}">
                      <a16:creationId xmlns:a16="http://schemas.microsoft.com/office/drawing/2014/main" id="{9DFB6A47-9F42-14B1-0CF3-8368B0DC71BC}"/>
                    </a:ext>
                  </a:extLst>
                </p:cNvPr>
                <p:cNvSpPr/>
                <p:nvPr/>
              </p:nvSpPr>
              <p:spPr>
                <a:xfrm>
                  <a:off x="5625275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3" name="pg902">
                  <a:extLst>
                    <a:ext uri="{FF2B5EF4-FFF2-40B4-BE49-F238E27FC236}">
                      <a16:creationId xmlns:a16="http://schemas.microsoft.com/office/drawing/2014/main" id="{23C545C6-910A-54A3-CC59-890129985A37}"/>
                    </a:ext>
                  </a:extLst>
                </p:cNvPr>
                <p:cNvSpPr/>
                <p:nvPr/>
              </p:nvSpPr>
              <p:spPr>
                <a:xfrm>
                  <a:off x="5636912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4" name="pg903">
                  <a:extLst>
                    <a:ext uri="{FF2B5EF4-FFF2-40B4-BE49-F238E27FC236}">
                      <a16:creationId xmlns:a16="http://schemas.microsoft.com/office/drawing/2014/main" id="{EDE75DDF-C797-782A-4895-DB4E0B45BF33}"/>
                    </a:ext>
                  </a:extLst>
                </p:cNvPr>
                <p:cNvSpPr/>
                <p:nvPr/>
              </p:nvSpPr>
              <p:spPr>
                <a:xfrm>
                  <a:off x="5648549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5" name="pg904">
                  <a:extLst>
                    <a:ext uri="{FF2B5EF4-FFF2-40B4-BE49-F238E27FC236}">
                      <a16:creationId xmlns:a16="http://schemas.microsoft.com/office/drawing/2014/main" id="{6EDBF9B1-7CAF-880D-BD55-833A29C6132B}"/>
                    </a:ext>
                  </a:extLst>
                </p:cNvPr>
                <p:cNvSpPr/>
                <p:nvPr/>
              </p:nvSpPr>
              <p:spPr>
                <a:xfrm>
                  <a:off x="5660186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6" name="pg905">
                  <a:extLst>
                    <a:ext uri="{FF2B5EF4-FFF2-40B4-BE49-F238E27FC236}">
                      <a16:creationId xmlns:a16="http://schemas.microsoft.com/office/drawing/2014/main" id="{C9E8F920-E4B2-F67A-097A-91D83294A512}"/>
                    </a:ext>
                  </a:extLst>
                </p:cNvPr>
                <p:cNvSpPr/>
                <p:nvPr/>
              </p:nvSpPr>
              <p:spPr>
                <a:xfrm>
                  <a:off x="5671824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7" name="pg906">
                  <a:extLst>
                    <a:ext uri="{FF2B5EF4-FFF2-40B4-BE49-F238E27FC236}">
                      <a16:creationId xmlns:a16="http://schemas.microsoft.com/office/drawing/2014/main" id="{0F83A430-009B-856B-234E-32975CDCE7A6}"/>
                    </a:ext>
                  </a:extLst>
                </p:cNvPr>
                <p:cNvSpPr/>
                <p:nvPr/>
              </p:nvSpPr>
              <p:spPr>
                <a:xfrm>
                  <a:off x="5683461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8" name="pg907">
                  <a:extLst>
                    <a:ext uri="{FF2B5EF4-FFF2-40B4-BE49-F238E27FC236}">
                      <a16:creationId xmlns:a16="http://schemas.microsoft.com/office/drawing/2014/main" id="{CF3720A2-004B-5A89-B32D-22EF1393D364}"/>
                    </a:ext>
                  </a:extLst>
                </p:cNvPr>
                <p:cNvSpPr/>
                <p:nvPr/>
              </p:nvSpPr>
              <p:spPr>
                <a:xfrm>
                  <a:off x="5695098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09" name="pg908">
                  <a:extLst>
                    <a:ext uri="{FF2B5EF4-FFF2-40B4-BE49-F238E27FC236}">
                      <a16:creationId xmlns:a16="http://schemas.microsoft.com/office/drawing/2014/main" id="{F11F3942-3BE7-5F9D-E5C8-77ABAD3E35C7}"/>
                    </a:ext>
                  </a:extLst>
                </p:cNvPr>
                <p:cNvSpPr/>
                <p:nvPr/>
              </p:nvSpPr>
              <p:spPr>
                <a:xfrm>
                  <a:off x="5706736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0" name="pg909">
                  <a:extLst>
                    <a:ext uri="{FF2B5EF4-FFF2-40B4-BE49-F238E27FC236}">
                      <a16:creationId xmlns:a16="http://schemas.microsoft.com/office/drawing/2014/main" id="{D01B1930-2CE2-6120-6644-2B258D82784E}"/>
                    </a:ext>
                  </a:extLst>
                </p:cNvPr>
                <p:cNvSpPr/>
                <p:nvPr/>
              </p:nvSpPr>
              <p:spPr>
                <a:xfrm>
                  <a:off x="5718373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1" name="pg910">
                  <a:extLst>
                    <a:ext uri="{FF2B5EF4-FFF2-40B4-BE49-F238E27FC236}">
                      <a16:creationId xmlns:a16="http://schemas.microsoft.com/office/drawing/2014/main" id="{9129053F-30DE-2E0B-8268-0C746A9071CE}"/>
                    </a:ext>
                  </a:extLst>
                </p:cNvPr>
                <p:cNvSpPr/>
                <p:nvPr/>
              </p:nvSpPr>
              <p:spPr>
                <a:xfrm>
                  <a:off x="5730010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2" name="pg911">
                  <a:extLst>
                    <a:ext uri="{FF2B5EF4-FFF2-40B4-BE49-F238E27FC236}">
                      <a16:creationId xmlns:a16="http://schemas.microsoft.com/office/drawing/2014/main" id="{777E9AD6-A761-8AAC-C0F0-4B96B9E8D6AF}"/>
                    </a:ext>
                  </a:extLst>
                </p:cNvPr>
                <p:cNvSpPr/>
                <p:nvPr/>
              </p:nvSpPr>
              <p:spPr>
                <a:xfrm>
                  <a:off x="5741648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3" name="pg912">
                  <a:extLst>
                    <a:ext uri="{FF2B5EF4-FFF2-40B4-BE49-F238E27FC236}">
                      <a16:creationId xmlns:a16="http://schemas.microsoft.com/office/drawing/2014/main" id="{5091017D-495C-CBAF-DBF3-549CE7CE11FE}"/>
                    </a:ext>
                  </a:extLst>
                </p:cNvPr>
                <p:cNvSpPr/>
                <p:nvPr/>
              </p:nvSpPr>
              <p:spPr>
                <a:xfrm>
                  <a:off x="5753285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1A4">
                    <a:alpha val="100000"/>
                  </a:srgbClr>
                </a:solidFill>
                <a:ln w="5420" cap="flat">
                  <a:solidFill>
                    <a:srgbClr val="3A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4" name="pg913">
                  <a:extLst>
                    <a:ext uri="{FF2B5EF4-FFF2-40B4-BE49-F238E27FC236}">
                      <a16:creationId xmlns:a16="http://schemas.microsoft.com/office/drawing/2014/main" id="{05EC412B-5BA1-C4BB-539F-4752AF6DDECA}"/>
                    </a:ext>
                  </a:extLst>
                </p:cNvPr>
                <p:cNvSpPr/>
                <p:nvPr/>
              </p:nvSpPr>
              <p:spPr>
                <a:xfrm>
                  <a:off x="5764922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5" name="pg914">
                  <a:extLst>
                    <a:ext uri="{FF2B5EF4-FFF2-40B4-BE49-F238E27FC236}">
                      <a16:creationId xmlns:a16="http://schemas.microsoft.com/office/drawing/2014/main" id="{5EAD3CF2-A5C8-512B-F2BB-F1488EDA3D53}"/>
                    </a:ext>
                  </a:extLst>
                </p:cNvPr>
                <p:cNvSpPr/>
                <p:nvPr/>
              </p:nvSpPr>
              <p:spPr>
                <a:xfrm>
                  <a:off x="5776560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6" name="pg915">
                  <a:extLst>
                    <a:ext uri="{FF2B5EF4-FFF2-40B4-BE49-F238E27FC236}">
                      <a16:creationId xmlns:a16="http://schemas.microsoft.com/office/drawing/2014/main" id="{79C31AFB-C097-B46E-20F1-E21285E22459}"/>
                    </a:ext>
                  </a:extLst>
                </p:cNvPr>
                <p:cNvSpPr/>
                <p:nvPr/>
              </p:nvSpPr>
              <p:spPr>
                <a:xfrm>
                  <a:off x="5788197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7" name="pg916">
                  <a:extLst>
                    <a:ext uri="{FF2B5EF4-FFF2-40B4-BE49-F238E27FC236}">
                      <a16:creationId xmlns:a16="http://schemas.microsoft.com/office/drawing/2014/main" id="{ABE6B91B-3D25-E83B-8A4E-ED5B6B667177}"/>
                    </a:ext>
                  </a:extLst>
                </p:cNvPr>
                <p:cNvSpPr/>
                <p:nvPr/>
              </p:nvSpPr>
              <p:spPr>
                <a:xfrm>
                  <a:off x="5799834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8" name="pg917">
                  <a:extLst>
                    <a:ext uri="{FF2B5EF4-FFF2-40B4-BE49-F238E27FC236}">
                      <a16:creationId xmlns:a16="http://schemas.microsoft.com/office/drawing/2014/main" id="{97AC4549-79E6-D542-CA65-5EFF012D7685}"/>
                    </a:ext>
                  </a:extLst>
                </p:cNvPr>
                <p:cNvSpPr/>
                <p:nvPr/>
              </p:nvSpPr>
              <p:spPr>
                <a:xfrm>
                  <a:off x="5811472" y="323693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19" name="pg918">
                  <a:extLst>
                    <a:ext uri="{FF2B5EF4-FFF2-40B4-BE49-F238E27FC236}">
                      <a16:creationId xmlns:a16="http://schemas.microsoft.com/office/drawing/2014/main" id="{55FA52D6-A2F6-4007-2D20-8A96E3854BE3}"/>
                    </a:ext>
                  </a:extLst>
                </p:cNvPr>
                <p:cNvSpPr/>
                <p:nvPr/>
              </p:nvSpPr>
              <p:spPr>
                <a:xfrm>
                  <a:off x="5473989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0" name="pg919">
                  <a:extLst>
                    <a:ext uri="{FF2B5EF4-FFF2-40B4-BE49-F238E27FC236}">
                      <a16:creationId xmlns:a16="http://schemas.microsoft.com/office/drawing/2014/main" id="{303A7234-1864-CB01-7C3D-D1CF1A1905CD}"/>
                    </a:ext>
                  </a:extLst>
                </p:cNvPr>
                <p:cNvSpPr/>
                <p:nvPr/>
              </p:nvSpPr>
              <p:spPr>
                <a:xfrm>
                  <a:off x="5520539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1" name="pg920">
                  <a:extLst>
                    <a:ext uri="{FF2B5EF4-FFF2-40B4-BE49-F238E27FC236}">
                      <a16:creationId xmlns:a16="http://schemas.microsoft.com/office/drawing/2014/main" id="{737EC3F9-B65F-47C4-2080-B1592AB1D54D}"/>
                    </a:ext>
                  </a:extLst>
                </p:cNvPr>
                <p:cNvSpPr/>
                <p:nvPr/>
              </p:nvSpPr>
              <p:spPr>
                <a:xfrm>
                  <a:off x="5532176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2" name="pg921">
                  <a:extLst>
                    <a:ext uri="{FF2B5EF4-FFF2-40B4-BE49-F238E27FC236}">
                      <a16:creationId xmlns:a16="http://schemas.microsoft.com/office/drawing/2014/main" id="{D48F8256-B312-6794-FC34-E3102958F93B}"/>
                    </a:ext>
                  </a:extLst>
                </p:cNvPr>
                <p:cNvSpPr/>
                <p:nvPr/>
              </p:nvSpPr>
              <p:spPr>
                <a:xfrm>
                  <a:off x="5543813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3" name="pg922">
                  <a:extLst>
                    <a:ext uri="{FF2B5EF4-FFF2-40B4-BE49-F238E27FC236}">
                      <a16:creationId xmlns:a16="http://schemas.microsoft.com/office/drawing/2014/main" id="{950C7879-69B0-B990-2022-CABA33160C98}"/>
                    </a:ext>
                  </a:extLst>
                </p:cNvPr>
                <p:cNvSpPr/>
                <p:nvPr/>
              </p:nvSpPr>
              <p:spPr>
                <a:xfrm>
                  <a:off x="5555451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4" name="pg923">
                  <a:extLst>
                    <a:ext uri="{FF2B5EF4-FFF2-40B4-BE49-F238E27FC236}">
                      <a16:creationId xmlns:a16="http://schemas.microsoft.com/office/drawing/2014/main" id="{6161FCE5-6FF2-93C0-87A1-96638C2566B7}"/>
                    </a:ext>
                  </a:extLst>
                </p:cNvPr>
                <p:cNvSpPr/>
                <p:nvPr/>
              </p:nvSpPr>
              <p:spPr>
                <a:xfrm>
                  <a:off x="5567088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5" name="pg924">
                  <a:extLst>
                    <a:ext uri="{FF2B5EF4-FFF2-40B4-BE49-F238E27FC236}">
                      <a16:creationId xmlns:a16="http://schemas.microsoft.com/office/drawing/2014/main" id="{AC2D71DB-CE24-DEDD-5DE2-8FD6EE0EA6EE}"/>
                    </a:ext>
                  </a:extLst>
                </p:cNvPr>
                <p:cNvSpPr/>
                <p:nvPr/>
              </p:nvSpPr>
              <p:spPr>
                <a:xfrm>
                  <a:off x="5578725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6" name="pg925">
                  <a:extLst>
                    <a:ext uri="{FF2B5EF4-FFF2-40B4-BE49-F238E27FC236}">
                      <a16:creationId xmlns:a16="http://schemas.microsoft.com/office/drawing/2014/main" id="{F4EFDEBE-3789-9416-909C-2090BB76C691}"/>
                    </a:ext>
                  </a:extLst>
                </p:cNvPr>
                <p:cNvSpPr/>
                <p:nvPr/>
              </p:nvSpPr>
              <p:spPr>
                <a:xfrm>
                  <a:off x="5590363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7" name="pg926">
                  <a:extLst>
                    <a:ext uri="{FF2B5EF4-FFF2-40B4-BE49-F238E27FC236}">
                      <a16:creationId xmlns:a16="http://schemas.microsoft.com/office/drawing/2014/main" id="{22F21620-ADB6-D947-BC4F-BF3623F26AD5}"/>
                    </a:ext>
                  </a:extLst>
                </p:cNvPr>
                <p:cNvSpPr/>
                <p:nvPr/>
              </p:nvSpPr>
              <p:spPr>
                <a:xfrm>
                  <a:off x="5602000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8" name="pg927">
                  <a:extLst>
                    <a:ext uri="{FF2B5EF4-FFF2-40B4-BE49-F238E27FC236}">
                      <a16:creationId xmlns:a16="http://schemas.microsoft.com/office/drawing/2014/main" id="{E46E41F3-C51A-599B-7BFF-707755A36917}"/>
                    </a:ext>
                  </a:extLst>
                </p:cNvPr>
                <p:cNvSpPr/>
                <p:nvPr/>
              </p:nvSpPr>
              <p:spPr>
                <a:xfrm>
                  <a:off x="5613637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29" name="pg928">
                  <a:extLst>
                    <a:ext uri="{FF2B5EF4-FFF2-40B4-BE49-F238E27FC236}">
                      <a16:creationId xmlns:a16="http://schemas.microsoft.com/office/drawing/2014/main" id="{FC052DCA-FAFE-B4C5-BC36-FCA3B9AB26D5}"/>
                    </a:ext>
                  </a:extLst>
                </p:cNvPr>
                <p:cNvSpPr/>
                <p:nvPr/>
              </p:nvSpPr>
              <p:spPr>
                <a:xfrm>
                  <a:off x="5625275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0" name="pg929">
                  <a:extLst>
                    <a:ext uri="{FF2B5EF4-FFF2-40B4-BE49-F238E27FC236}">
                      <a16:creationId xmlns:a16="http://schemas.microsoft.com/office/drawing/2014/main" id="{C415A2D8-CB02-E66A-0C93-2A32BFA48189}"/>
                    </a:ext>
                  </a:extLst>
                </p:cNvPr>
                <p:cNvSpPr/>
                <p:nvPr/>
              </p:nvSpPr>
              <p:spPr>
                <a:xfrm>
                  <a:off x="5636912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1" name="pg930">
                  <a:extLst>
                    <a:ext uri="{FF2B5EF4-FFF2-40B4-BE49-F238E27FC236}">
                      <a16:creationId xmlns:a16="http://schemas.microsoft.com/office/drawing/2014/main" id="{3B69EC26-1139-57DF-8EA5-5FBB29DF16E0}"/>
                    </a:ext>
                  </a:extLst>
                </p:cNvPr>
                <p:cNvSpPr/>
                <p:nvPr/>
              </p:nvSpPr>
              <p:spPr>
                <a:xfrm>
                  <a:off x="5648549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2" name="pg931">
                  <a:extLst>
                    <a:ext uri="{FF2B5EF4-FFF2-40B4-BE49-F238E27FC236}">
                      <a16:creationId xmlns:a16="http://schemas.microsoft.com/office/drawing/2014/main" id="{E811A25F-EEB7-28DB-0815-51C3330843D3}"/>
                    </a:ext>
                  </a:extLst>
                </p:cNvPr>
                <p:cNvSpPr/>
                <p:nvPr/>
              </p:nvSpPr>
              <p:spPr>
                <a:xfrm>
                  <a:off x="5660186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3" name="pg932">
                  <a:extLst>
                    <a:ext uri="{FF2B5EF4-FFF2-40B4-BE49-F238E27FC236}">
                      <a16:creationId xmlns:a16="http://schemas.microsoft.com/office/drawing/2014/main" id="{033F87BB-05BE-6480-415C-CF3025C92296}"/>
                    </a:ext>
                  </a:extLst>
                </p:cNvPr>
                <p:cNvSpPr/>
                <p:nvPr/>
              </p:nvSpPr>
              <p:spPr>
                <a:xfrm>
                  <a:off x="5671824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4" name="pg933">
                  <a:extLst>
                    <a:ext uri="{FF2B5EF4-FFF2-40B4-BE49-F238E27FC236}">
                      <a16:creationId xmlns:a16="http://schemas.microsoft.com/office/drawing/2014/main" id="{8A952676-D1E0-E3E0-0A7C-8851336F760E}"/>
                    </a:ext>
                  </a:extLst>
                </p:cNvPr>
                <p:cNvSpPr/>
                <p:nvPr/>
              </p:nvSpPr>
              <p:spPr>
                <a:xfrm>
                  <a:off x="5683461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5" name="pg934">
                  <a:extLst>
                    <a:ext uri="{FF2B5EF4-FFF2-40B4-BE49-F238E27FC236}">
                      <a16:creationId xmlns:a16="http://schemas.microsoft.com/office/drawing/2014/main" id="{A2045E84-CF88-6D69-329B-E9AC910395DF}"/>
                    </a:ext>
                  </a:extLst>
                </p:cNvPr>
                <p:cNvSpPr/>
                <p:nvPr/>
              </p:nvSpPr>
              <p:spPr>
                <a:xfrm>
                  <a:off x="5695098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6" name="pg935">
                  <a:extLst>
                    <a:ext uri="{FF2B5EF4-FFF2-40B4-BE49-F238E27FC236}">
                      <a16:creationId xmlns:a16="http://schemas.microsoft.com/office/drawing/2014/main" id="{C5DA2683-1138-21F1-C588-4F928F12500A}"/>
                    </a:ext>
                  </a:extLst>
                </p:cNvPr>
                <p:cNvSpPr/>
                <p:nvPr/>
              </p:nvSpPr>
              <p:spPr>
                <a:xfrm>
                  <a:off x="5706736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7" name="pg936">
                  <a:extLst>
                    <a:ext uri="{FF2B5EF4-FFF2-40B4-BE49-F238E27FC236}">
                      <a16:creationId xmlns:a16="http://schemas.microsoft.com/office/drawing/2014/main" id="{268FDCD5-3BF1-32A2-39A9-7DDDC61DC24E}"/>
                    </a:ext>
                  </a:extLst>
                </p:cNvPr>
                <p:cNvSpPr/>
                <p:nvPr/>
              </p:nvSpPr>
              <p:spPr>
                <a:xfrm>
                  <a:off x="5718373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8" name="pg937">
                  <a:extLst>
                    <a:ext uri="{FF2B5EF4-FFF2-40B4-BE49-F238E27FC236}">
                      <a16:creationId xmlns:a16="http://schemas.microsoft.com/office/drawing/2014/main" id="{EEBDA34C-AD2F-7D33-E675-3006F6E9EB3D}"/>
                    </a:ext>
                  </a:extLst>
                </p:cNvPr>
                <p:cNvSpPr/>
                <p:nvPr/>
              </p:nvSpPr>
              <p:spPr>
                <a:xfrm>
                  <a:off x="5730010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39" name="pg938">
                  <a:extLst>
                    <a:ext uri="{FF2B5EF4-FFF2-40B4-BE49-F238E27FC236}">
                      <a16:creationId xmlns:a16="http://schemas.microsoft.com/office/drawing/2014/main" id="{BB50F913-9F34-AB28-57B6-A18A1701BF46}"/>
                    </a:ext>
                  </a:extLst>
                </p:cNvPr>
                <p:cNvSpPr/>
                <p:nvPr/>
              </p:nvSpPr>
              <p:spPr>
                <a:xfrm>
                  <a:off x="5741648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0" name="pg939">
                  <a:extLst>
                    <a:ext uri="{FF2B5EF4-FFF2-40B4-BE49-F238E27FC236}">
                      <a16:creationId xmlns:a16="http://schemas.microsoft.com/office/drawing/2014/main" id="{2AE4F5FD-22C2-52CB-D418-5E331B61A413}"/>
                    </a:ext>
                  </a:extLst>
                </p:cNvPr>
                <p:cNvSpPr/>
                <p:nvPr/>
              </p:nvSpPr>
              <p:spPr>
                <a:xfrm>
                  <a:off x="5753285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1" name="pg940">
                  <a:extLst>
                    <a:ext uri="{FF2B5EF4-FFF2-40B4-BE49-F238E27FC236}">
                      <a16:creationId xmlns:a16="http://schemas.microsoft.com/office/drawing/2014/main" id="{48F93673-7261-4808-8119-8E4E2CF22E49}"/>
                    </a:ext>
                  </a:extLst>
                </p:cNvPr>
                <p:cNvSpPr/>
                <p:nvPr/>
              </p:nvSpPr>
              <p:spPr>
                <a:xfrm>
                  <a:off x="5764922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2" name="pg941">
                  <a:extLst>
                    <a:ext uri="{FF2B5EF4-FFF2-40B4-BE49-F238E27FC236}">
                      <a16:creationId xmlns:a16="http://schemas.microsoft.com/office/drawing/2014/main" id="{9E2EFBCB-63D9-5EDA-A0EA-0E2B9C812216}"/>
                    </a:ext>
                  </a:extLst>
                </p:cNvPr>
                <p:cNvSpPr/>
                <p:nvPr/>
              </p:nvSpPr>
              <p:spPr>
                <a:xfrm>
                  <a:off x="5776560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1A4">
                    <a:alpha val="100000"/>
                  </a:srgbClr>
                </a:solidFill>
                <a:ln w="5420" cap="flat">
                  <a:solidFill>
                    <a:srgbClr val="3A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3" name="pg942">
                  <a:extLst>
                    <a:ext uri="{FF2B5EF4-FFF2-40B4-BE49-F238E27FC236}">
                      <a16:creationId xmlns:a16="http://schemas.microsoft.com/office/drawing/2014/main" id="{05E44192-4FFC-C4C8-373C-D343A8C6A7DA}"/>
                    </a:ext>
                  </a:extLst>
                </p:cNvPr>
                <p:cNvSpPr/>
                <p:nvPr/>
              </p:nvSpPr>
              <p:spPr>
                <a:xfrm>
                  <a:off x="5788197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4" name="pg943">
                  <a:extLst>
                    <a:ext uri="{FF2B5EF4-FFF2-40B4-BE49-F238E27FC236}">
                      <a16:creationId xmlns:a16="http://schemas.microsoft.com/office/drawing/2014/main" id="{8BF3604D-568B-F4BE-E8EF-5DCA3A5AC400}"/>
                    </a:ext>
                  </a:extLst>
                </p:cNvPr>
                <p:cNvSpPr/>
                <p:nvPr/>
              </p:nvSpPr>
              <p:spPr>
                <a:xfrm>
                  <a:off x="5799834" y="32512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5" name="pg944">
                  <a:extLst>
                    <a:ext uri="{FF2B5EF4-FFF2-40B4-BE49-F238E27FC236}">
                      <a16:creationId xmlns:a16="http://schemas.microsoft.com/office/drawing/2014/main" id="{610FCA2D-E860-1713-0256-C339D835E61D}"/>
                    </a:ext>
                  </a:extLst>
                </p:cNvPr>
                <p:cNvSpPr/>
                <p:nvPr/>
              </p:nvSpPr>
              <p:spPr>
                <a:xfrm>
                  <a:off x="5345979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6" name="pg945">
                  <a:extLst>
                    <a:ext uri="{FF2B5EF4-FFF2-40B4-BE49-F238E27FC236}">
                      <a16:creationId xmlns:a16="http://schemas.microsoft.com/office/drawing/2014/main" id="{28556B99-E5D9-A4B5-D6FB-69154C256C16}"/>
                    </a:ext>
                  </a:extLst>
                </p:cNvPr>
                <p:cNvSpPr/>
                <p:nvPr/>
              </p:nvSpPr>
              <p:spPr>
                <a:xfrm>
                  <a:off x="5357616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7" name="pg946">
                  <a:extLst>
                    <a:ext uri="{FF2B5EF4-FFF2-40B4-BE49-F238E27FC236}">
                      <a16:creationId xmlns:a16="http://schemas.microsoft.com/office/drawing/2014/main" id="{55E68B21-1560-3E16-08A2-6281ECE4CD9B}"/>
                    </a:ext>
                  </a:extLst>
                </p:cNvPr>
                <p:cNvSpPr/>
                <p:nvPr/>
              </p:nvSpPr>
              <p:spPr>
                <a:xfrm>
                  <a:off x="5369253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8" name="pg947">
                  <a:extLst>
                    <a:ext uri="{FF2B5EF4-FFF2-40B4-BE49-F238E27FC236}">
                      <a16:creationId xmlns:a16="http://schemas.microsoft.com/office/drawing/2014/main" id="{EFBAAEAF-EF2E-0810-0932-E41B09973F51}"/>
                    </a:ext>
                  </a:extLst>
                </p:cNvPr>
                <p:cNvSpPr/>
                <p:nvPr/>
              </p:nvSpPr>
              <p:spPr>
                <a:xfrm>
                  <a:off x="5439077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49" name="pg948">
                  <a:extLst>
                    <a:ext uri="{FF2B5EF4-FFF2-40B4-BE49-F238E27FC236}">
                      <a16:creationId xmlns:a16="http://schemas.microsoft.com/office/drawing/2014/main" id="{75ABA135-6136-FF75-E4D1-D59C01C4F16E}"/>
                    </a:ext>
                  </a:extLst>
                </p:cNvPr>
                <p:cNvSpPr/>
                <p:nvPr/>
              </p:nvSpPr>
              <p:spPr>
                <a:xfrm>
                  <a:off x="5450715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0" name="pg949">
                  <a:extLst>
                    <a:ext uri="{FF2B5EF4-FFF2-40B4-BE49-F238E27FC236}">
                      <a16:creationId xmlns:a16="http://schemas.microsoft.com/office/drawing/2014/main" id="{26FFCA7C-699B-1A7B-0713-8AEE7C02423A}"/>
                    </a:ext>
                  </a:extLst>
                </p:cNvPr>
                <p:cNvSpPr/>
                <p:nvPr/>
              </p:nvSpPr>
              <p:spPr>
                <a:xfrm>
                  <a:off x="5462352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1" name="pg950">
                  <a:extLst>
                    <a:ext uri="{FF2B5EF4-FFF2-40B4-BE49-F238E27FC236}">
                      <a16:creationId xmlns:a16="http://schemas.microsoft.com/office/drawing/2014/main" id="{F68275FE-0EEC-22F1-B9D1-D2893243CE61}"/>
                    </a:ext>
                  </a:extLst>
                </p:cNvPr>
                <p:cNvSpPr/>
                <p:nvPr/>
              </p:nvSpPr>
              <p:spPr>
                <a:xfrm>
                  <a:off x="5473989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2" name="pg951">
                  <a:extLst>
                    <a:ext uri="{FF2B5EF4-FFF2-40B4-BE49-F238E27FC236}">
                      <a16:creationId xmlns:a16="http://schemas.microsoft.com/office/drawing/2014/main" id="{5C39CFA0-6449-B939-4FC7-44A2F05EA050}"/>
                    </a:ext>
                  </a:extLst>
                </p:cNvPr>
                <p:cNvSpPr/>
                <p:nvPr/>
              </p:nvSpPr>
              <p:spPr>
                <a:xfrm>
                  <a:off x="5485627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3" name="pg952">
                  <a:extLst>
                    <a:ext uri="{FF2B5EF4-FFF2-40B4-BE49-F238E27FC236}">
                      <a16:creationId xmlns:a16="http://schemas.microsoft.com/office/drawing/2014/main" id="{5EDE4E9C-2247-D25F-9863-0FE34EE0F216}"/>
                    </a:ext>
                  </a:extLst>
                </p:cNvPr>
                <p:cNvSpPr/>
                <p:nvPr/>
              </p:nvSpPr>
              <p:spPr>
                <a:xfrm>
                  <a:off x="5497264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4" name="pg953">
                  <a:extLst>
                    <a:ext uri="{FF2B5EF4-FFF2-40B4-BE49-F238E27FC236}">
                      <a16:creationId xmlns:a16="http://schemas.microsoft.com/office/drawing/2014/main" id="{27DD4E32-21DA-9427-429D-F8484070BE21}"/>
                    </a:ext>
                  </a:extLst>
                </p:cNvPr>
                <p:cNvSpPr/>
                <p:nvPr/>
              </p:nvSpPr>
              <p:spPr>
                <a:xfrm>
                  <a:off x="5508901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5" name="pg954">
                  <a:extLst>
                    <a:ext uri="{FF2B5EF4-FFF2-40B4-BE49-F238E27FC236}">
                      <a16:creationId xmlns:a16="http://schemas.microsoft.com/office/drawing/2014/main" id="{726B8FD0-BBAC-CBBC-0BAD-7E05AFAC8E0C}"/>
                    </a:ext>
                  </a:extLst>
                </p:cNvPr>
                <p:cNvSpPr/>
                <p:nvPr/>
              </p:nvSpPr>
              <p:spPr>
                <a:xfrm>
                  <a:off x="5520539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6" name="pg955">
                  <a:extLst>
                    <a:ext uri="{FF2B5EF4-FFF2-40B4-BE49-F238E27FC236}">
                      <a16:creationId xmlns:a16="http://schemas.microsoft.com/office/drawing/2014/main" id="{F2DE11B2-DF44-EF8A-DD7E-D84DEC43BAC7}"/>
                    </a:ext>
                  </a:extLst>
                </p:cNvPr>
                <p:cNvSpPr/>
                <p:nvPr/>
              </p:nvSpPr>
              <p:spPr>
                <a:xfrm>
                  <a:off x="5532176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7" name="pg956">
                  <a:extLst>
                    <a:ext uri="{FF2B5EF4-FFF2-40B4-BE49-F238E27FC236}">
                      <a16:creationId xmlns:a16="http://schemas.microsoft.com/office/drawing/2014/main" id="{886D7568-E676-34CE-FC15-3EA859E8C632}"/>
                    </a:ext>
                  </a:extLst>
                </p:cNvPr>
                <p:cNvSpPr/>
                <p:nvPr/>
              </p:nvSpPr>
              <p:spPr>
                <a:xfrm>
                  <a:off x="5543813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8" name="pg957">
                  <a:extLst>
                    <a:ext uri="{FF2B5EF4-FFF2-40B4-BE49-F238E27FC236}">
                      <a16:creationId xmlns:a16="http://schemas.microsoft.com/office/drawing/2014/main" id="{B3C8C225-2FA0-4CA5-2F44-D49B690E8D85}"/>
                    </a:ext>
                  </a:extLst>
                </p:cNvPr>
                <p:cNvSpPr/>
                <p:nvPr/>
              </p:nvSpPr>
              <p:spPr>
                <a:xfrm>
                  <a:off x="5555451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59" name="pg958">
                  <a:extLst>
                    <a:ext uri="{FF2B5EF4-FFF2-40B4-BE49-F238E27FC236}">
                      <a16:creationId xmlns:a16="http://schemas.microsoft.com/office/drawing/2014/main" id="{3E645757-E667-8A6D-584C-B68D5779CB27}"/>
                    </a:ext>
                  </a:extLst>
                </p:cNvPr>
                <p:cNvSpPr/>
                <p:nvPr/>
              </p:nvSpPr>
              <p:spPr>
                <a:xfrm>
                  <a:off x="5567088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0" name="pg959">
                  <a:extLst>
                    <a:ext uri="{FF2B5EF4-FFF2-40B4-BE49-F238E27FC236}">
                      <a16:creationId xmlns:a16="http://schemas.microsoft.com/office/drawing/2014/main" id="{1715FAE8-2654-07E4-5309-847E7C65BFAA}"/>
                    </a:ext>
                  </a:extLst>
                </p:cNvPr>
                <p:cNvSpPr/>
                <p:nvPr/>
              </p:nvSpPr>
              <p:spPr>
                <a:xfrm>
                  <a:off x="5578725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1" name="pg960">
                  <a:extLst>
                    <a:ext uri="{FF2B5EF4-FFF2-40B4-BE49-F238E27FC236}">
                      <a16:creationId xmlns:a16="http://schemas.microsoft.com/office/drawing/2014/main" id="{BA15B968-F3A1-6F49-E54E-EFC2DBC78269}"/>
                    </a:ext>
                  </a:extLst>
                </p:cNvPr>
                <p:cNvSpPr/>
                <p:nvPr/>
              </p:nvSpPr>
              <p:spPr>
                <a:xfrm>
                  <a:off x="5590363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2" name="pg961">
                  <a:extLst>
                    <a:ext uri="{FF2B5EF4-FFF2-40B4-BE49-F238E27FC236}">
                      <a16:creationId xmlns:a16="http://schemas.microsoft.com/office/drawing/2014/main" id="{E5C92CD7-9CF5-9EB8-D6A3-0E7B2A48A88C}"/>
                    </a:ext>
                  </a:extLst>
                </p:cNvPr>
                <p:cNvSpPr/>
                <p:nvPr/>
              </p:nvSpPr>
              <p:spPr>
                <a:xfrm>
                  <a:off x="5602000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3" name="pg962">
                  <a:extLst>
                    <a:ext uri="{FF2B5EF4-FFF2-40B4-BE49-F238E27FC236}">
                      <a16:creationId xmlns:a16="http://schemas.microsoft.com/office/drawing/2014/main" id="{8E64383F-0F90-5DD2-C459-F8E7919E5870}"/>
                    </a:ext>
                  </a:extLst>
                </p:cNvPr>
                <p:cNvSpPr/>
                <p:nvPr/>
              </p:nvSpPr>
              <p:spPr>
                <a:xfrm>
                  <a:off x="5613637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4" name="pg963">
                  <a:extLst>
                    <a:ext uri="{FF2B5EF4-FFF2-40B4-BE49-F238E27FC236}">
                      <a16:creationId xmlns:a16="http://schemas.microsoft.com/office/drawing/2014/main" id="{5E51599C-939A-D5BF-2B60-98F3630021CA}"/>
                    </a:ext>
                  </a:extLst>
                </p:cNvPr>
                <p:cNvSpPr/>
                <p:nvPr/>
              </p:nvSpPr>
              <p:spPr>
                <a:xfrm>
                  <a:off x="5625275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5" name="pg964">
                  <a:extLst>
                    <a:ext uri="{FF2B5EF4-FFF2-40B4-BE49-F238E27FC236}">
                      <a16:creationId xmlns:a16="http://schemas.microsoft.com/office/drawing/2014/main" id="{53E2927C-725C-2BBF-0C35-C17EE62EA2AC}"/>
                    </a:ext>
                  </a:extLst>
                </p:cNvPr>
                <p:cNvSpPr/>
                <p:nvPr/>
              </p:nvSpPr>
              <p:spPr>
                <a:xfrm>
                  <a:off x="5636912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6" name="pg965">
                  <a:extLst>
                    <a:ext uri="{FF2B5EF4-FFF2-40B4-BE49-F238E27FC236}">
                      <a16:creationId xmlns:a16="http://schemas.microsoft.com/office/drawing/2014/main" id="{7E2B4B45-5E91-808F-881E-90C1AA38CB0C}"/>
                    </a:ext>
                  </a:extLst>
                </p:cNvPr>
                <p:cNvSpPr/>
                <p:nvPr/>
              </p:nvSpPr>
              <p:spPr>
                <a:xfrm>
                  <a:off x="5648549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7" name="pg966">
                  <a:extLst>
                    <a:ext uri="{FF2B5EF4-FFF2-40B4-BE49-F238E27FC236}">
                      <a16:creationId xmlns:a16="http://schemas.microsoft.com/office/drawing/2014/main" id="{70A8F54D-6E6E-9202-3B63-B440C121D7DE}"/>
                    </a:ext>
                  </a:extLst>
                </p:cNvPr>
                <p:cNvSpPr/>
                <p:nvPr/>
              </p:nvSpPr>
              <p:spPr>
                <a:xfrm>
                  <a:off x="5660186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8" name="pg967">
                  <a:extLst>
                    <a:ext uri="{FF2B5EF4-FFF2-40B4-BE49-F238E27FC236}">
                      <a16:creationId xmlns:a16="http://schemas.microsoft.com/office/drawing/2014/main" id="{96FEB1B5-F3F9-38BE-DCA1-D64CC3CC00F8}"/>
                    </a:ext>
                  </a:extLst>
                </p:cNvPr>
                <p:cNvSpPr/>
                <p:nvPr/>
              </p:nvSpPr>
              <p:spPr>
                <a:xfrm>
                  <a:off x="5671824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69" name="pg968">
                  <a:extLst>
                    <a:ext uri="{FF2B5EF4-FFF2-40B4-BE49-F238E27FC236}">
                      <a16:creationId xmlns:a16="http://schemas.microsoft.com/office/drawing/2014/main" id="{7A39167A-026F-4C30-3D6E-4A1DF39F5184}"/>
                    </a:ext>
                  </a:extLst>
                </p:cNvPr>
                <p:cNvSpPr/>
                <p:nvPr/>
              </p:nvSpPr>
              <p:spPr>
                <a:xfrm>
                  <a:off x="5683461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0" name="pg969">
                  <a:extLst>
                    <a:ext uri="{FF2B5EF4-FFF2-40B4-BE49-F238E27FC236}">
                      <a16:creationId xmlns:a16="http://schemas.microsoft.com/office/drawing/2014/main" id="{B2390644-2BD1-4006-79DB-682407EC8664}"/>
                    </a:ext>
                  </a:extLst>
                </p:cNvPr>
                <p:cNvSpPr/>
                <p:nvPr/>
              </p:nvSpPr>
              <p:spPr>
                <a:xfrm>
                  <a:off x="5695098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1" name="pg970">
                  <a:extLst>
                    <a:ext uri="{FF2B5EF4-FFF2-40B4-BE49-F238E27FC236}">
                      <a16:creationId xmlns:a16="http://schemas.microsoft.com/office/drawing/2014/main" id="{FE4B2883-E581-2275-871B-5BAE7F539223}"/>
                    </a:ext>
                  </a:extLst>
                </p:cNvPr>
                <p:cNvSpPr/>
                <p:nvPr/>
              </p:nvSpPr>
              <p:spPr>
                <a:xfrm>
                  <a:off x="5706736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2" name="pg971">
                  <a:extLst>
                    <a:ext uri="{FF2B5EF4-FFF2-40B4-BE49-F238E27FC236}">
                      <a16:creationId xmlns:a16="http://schemas.microsoft.com/office/drawing/2014/main" id="{AD2CB9C1-ACAC-D6CE-74F2-6C67125F70D0}"/>
                    </a:ext>
                  </a:extLst>
                </p:cNvPr>
                <p:cNvSpPr/>
                <p:nvPr/>
              </p:nvSpPr>
              <p:spPr>
                <a:xfrm>
                  <a:off x="5718373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3" name="pg972">
                  <a:extLst>
                    <a:ext uri="{FF2B5EF4-FFF2-40B4-BE49-F238E27FC236}">
                      <a16:creationId xmlns:a16="http://schemas.microsoft.com/office/drawing/2014/main" id="{ECCE404A-4049-600E-6E90-87FB9DAAB671}"/>
                    </a:ext>
                  </a:extLst>
                </p:cNvPr>
                <p:cNvSpPr/>
                <p:nvPr/>
              </p:nvSpPr>
              <p:spPr>
                <a:xfrm>
                  <a:off x="5730010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4" name="pg973">
                  <a:extLst>
                    <a:ext uri="{FF2B5EF4-FFF2-40B4-BE49-F238E27FC236}">
                      <a16:creationId xmlns:a16="http://schemas.microsoft.com/office/drawing/2014/main" id="{4795D050-C735-3ED7-F02E-862D5CAEFFD8}"/>
                    </a:ext>
                  </a:extLst>
                </p:cNvPr>
                <p:cNvSpPr/>
                <p:nvPr/>
              </p:nvSpPr>
              <p:spPr>
                <a:xfrm>
                  <a:off x="5741648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5" name="pg974">
                  <a:extLst>
                    <a:ext uri="{FF2B5EF4-FFF2-40B4-BE49-F238E27FC236}">
                      <a16:creationId xmlns:a16="http://schemas.microsoft.com/office/drawing/2014/main" id="{6CEB7711-FEEA-3B69-30AB-1AC4158CE2A3}"/>
                    </a:ext>
                  </a:extLst>
                </p:cNvPr>
                <p:cNvSpPr/>
                <p:nvPr/>
              </p:nvSpPr>
              <p:spPr>
                <a:xfrm>
                  <a:off x="5753285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6" name="pg975">
                  <a:extLst>
                    <a:ext uri="{FF2B5EF4-FFF2-40B4-BE49-F238E27FC236}">
                      <a16:creationId xmlns:a16="http://schemas.microsoft.com/office/drawing/2014/main" id="{05951A68-98F4-331C-4F94-95B55545CA1F}"/>
                    </a:ext>
                  </a:extLst>
                </p:cNvPr>
                <p:cNvSpPr/>
                <p:nvPr/>
              </p:nvSpPr>
              <p:spPr>
                <a:xfrm>
                  <a:off x="5764922" y="326553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7" name="pg976">
                  <a:extLst>
                    <a:ext uri="{FF2B5EF4-FFF2-40B4-BE49-F238E27FC236}">
                      <a16:creationId xmlns:a16="http://schemas.microsoft.com/office/drawing/2014/main" id="{8E9F9662-C882-08D2-DC81-3306B08F01BB}"/>
                    </a:ext>
                  </a:extLst>
                </p:cNvPr>
                <p:cNvSpPr/>
                <p:nvPr/>
              </p:nvSpPr>
              <p:spPr>
                <a:xfrm>
                  <a:off x="5334341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8" name="pg977">
                  <a:extLst>
                    <a:ext uri="{FF2B5EF4-FFF2-40B4-BE49-F238E27FC236}">
                      <a16:creationId xmlns:a16="http://schemas.microsoft.com/office/drawing/2014/main" id="{71C8434C-2AF6-2EEC-C880-A9793FC7C733}"/>
                    </a:ext>
                  </a:extLst>
                </p:cNvPr>
                <p:cNvSpPr/>
                <p:nvPr/>
              </p:nvSpPr>
              <p:spPr>
                <a:xfrm>
                  <a:off x="5345979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79" name="pg978">
                  <a:extLst>
                    <a:ext uri="{FF2B5EF4-FFF2-40B4-BE49-F238E27FC236}">
                      <a16:creationId xmlns:a16="http://schemas.microsoft.com/office/drawing/2014/main" id="{A3630741-ACCE-D8BF-B1CE-A7BD9B5E13FF}"/>
                    </a:ext>
                  </a:extLst>
                </p:cNvPr>
                <p:cNvSpPr/>
                <p:nvPr/>
              </p:nvSpPr>
              <p:spPr>
                <a:xfrm>
                  <a:off x="5357616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0" name="pg979">
                  <a:extLst>
                    <a:ext uri="{FF2B5EF4-FFF2-40B4-BE49-F238E27FC236}">
                      <a16:creationId xmlns:a16="http://schemas.microsoft.com/office/drawing/2014/main" id="{68125B0A-7ABC-CF16-7064-D5F09FC757C3}"/>
                    </a:ext>
                  </a:extLst>
                </p:cNvPr>
                <p:cNvSpPr/>
                <p:nvPr/>
              </p:nvSpPr>
              <p:spPr>
                <a:xfrm>
                  <a:off x="5369253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1" name="pg980">
                  <a:extLst>
                    <a:ext uri="{FF2B5EF4-FFF2-40B4-BE49-F238E27FC236}">
                      <a16:creationId xmlns:a16="http://schemas.microsoft.com/office/drawing/2014/main" id="{51E5E0DE-C8EB-4C70-7FCE-D0109F54F091}"/>
                    </a:ext>
                  </a:extLst>
                </p:cNvPr>
                <p:cNvSpPr/>
                <p:nvPr/>
              </p:nvSpPr>
              <p:spPr>
                <a:xfrm>
                  <a:off x="5380891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2" name="pg981">
                  <a:extLst>
                    <a:ext uri="{FF2B5EF4-FFF2-40B4-BE49-F238E27FC236}">
                      <a16:creationId xmlns:a16="http://schemas.microsoft.com/office/drawing/2014/main" id="{0489F77E-48F7-E959-D6EF-4DC1ACCD28B9}"/>
                    </a:ext>
                  </a:extLst>
                </p:cNvPr>
                <p:cNvSpPr/>
                <p:nvPr/>
              </p:nvSpPr>
              <p:spPr>
                <a:xfrm>
                  <a:off x="5415803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3" name="pg982">
                  <a:extLst>
                    <a:ext uri="{FF2B5EF4-FFF2-40B4-BE49-F238E27FC236}">
                      <a16:creationId xmlns:a16="http://schemas.microsoft.com/office/drawing/2014/main" id="{150848C2-D897-6499-C9DB-BBC4D1743EDD}"/>
                    </a:ext>
                  </a:extLst>
                </p:cNvPr>
                <p:cNvSpPr/>
                <p:nvPr/>
              </p:nvSpPr>
              <p:spPr>
                <a:xfrm>
                  <a:off x="5427440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4" name="pg983">
                  <a:extLst>
                    <a:ext uri="{FF2B5EF4-FFF2-40B4-BE49-F238E27FC236}">
                      <a16:creationId xmlns:a16="http://schemas.microsoft.com/office/drawing/2014/main" id="{2602349D-7BB1-6322-45C4-598EEC33E415}"/>
                    </a:ext>
                  </a:extLst>
                </p:cNvPr>
                <p:cNvSpPr/>
                <p:nvPr/>
              </p:nvSpPr>
              <p:spPr>
                <a:xfrm>
                  <a:off x="5439077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5" name="pg984">
                  <a:extLst>
                    <a:ext uri="{FF2B5EF4-FFF2-40B4-BE49-F238E27FC236}">
                      <a16:creationId xmlns:a16="http://schemas.microsoft.com/office/drawing/2014/main" id="{3D956BE9-0BF6-3C0A-0F98-C8A451442150}"/>
                    </a:ext>
                  </a:extLst>
                </p:cNvPr>
                <p:cNvSpPr/>
                <p:nvPr/>
              </p:nvSpPr>
              <p:spPr>
                <a:xfrm>
                  <a:off x="5450715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6" name="pg985">
                  <a:extLst>
                    <a:ext uri="{FF2B5EF4-FFF2-40B4-BE49-F238E27FC236}">
                      <a16:creationId xmlns:a16="http://schemas.microsoft.com/office/drawing/2014/main" id="{9D9EE961-A5F4-C714-5442-6856440CF918}"/>
                    </a:ext>
                  </a:extLst>
                </p:cNvPr>
                <p:cNvSpPr/>
                <p:nvPr/>
              </p:nvSpPr>
              <p:spPr>
                <a:xfrm>
                  <a:off x="5462352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7" name="pg986">
                  <a:extLst>
                    <a:ext uri="{FF2B5EF4-FFF2-40B4-BE49-F238E27FC236}">
                      <a16:creationId xmlns:a16="http://schemas.microsoft.com/office/drawing/2014/main" id="{D39EE5A0-04DF-40BB-F55E-634305CAD138}"/>
                    </a:ext>
                  </a:extLst>
                </p:cNvPr>
                <p:cNvSpPr/>
                <p:nvPr/>
              </p:nvSpPr>
              <p:spPr>
                <a:xfrm>
                  <a:off x="5473989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8" name="pg987">
                  <a:extLst>
                    <a:ext uri="{FF2B5EF4-FFF2-40B4-BE49-F238E27FC236}">
                      <a16:creationId xmlns:a16="http://schemas.microsoft.com/office/drawing/2014/main" id="{71E96EB2-6631-E6B5-E951-AFE16B1DB536}"/>
                    </a:ext>
                  </a:extLst>
                </p:cNvPr>
                <p:cNvSpPr/>
                <p:nvPr/>
              </p:nvSpPr>
              <p:spPr>
                <a:xfrm>
                  <a:off x="5485627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89" name="pg988">
                  <a:extLst>
                    <a:ext uri="{FF2B5EF4-FFF2-40B4-BE49-F238E27FC236}">
                      <a16:creationId xmlns:a16="http://schemas.microsoft.com/office/drawing/2014/main" id="{AC30B3F8-E8C5-BAAA-939C-B42998D1983E}"/>
                    </a:ext>
                  </a:extLst>
                </p:cNvPr>
                <p:cNvSpPr/>
                <p:nvPr/>
              </p:nvSpPr>
              <p:spPr>
                <a:xfrm>
                  <a:off x="5497264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0" name="pg989">
                  <a:extLst>
                    <a:ext uri="{FF2B5EF4-FFF2-40B4-BE49-F238E27FC236}">
                      <a16:creationId xmlns:a16="http://schemas.microsoft.com/office/drawing/2014/main" id="{ED425D7C-4538-A211-2EFA-A9D4A148628D}"/>
                    </a:ext>
                  </a:extLst>
                </p:cNvPr>
                <p:cNvSpPr/>
                <p:nvPr/>
              </p:nvSpPr>
              <p:spPr>
                <a:xfrm>
                  <a:off x="5508901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1" name="pg990">
                  <a:extLst>
                    <a:ext uri="{FF2B5EF4-FFF2-40B4-BE49-F238E27FC236}">
                      <a16:creationId xmlns:a16="http://schemas.microsoft.com/office/drawing/2014/main" id="{3667C3BB-9517-F177-8407-F8BEB69C6B59}"/>
                    </a:ext>
                  </a:extLst>
                </p:cNvPr>
                <p:cNvSpPr/>
                <p:nvPr/>
              </p:nvSpPr>
              <p:spPr>
                <a:xfrm>
                  <a:off x="5520539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2" name="pg991">
                  <a:extLst>
                    <a:ext uri="{FF2B5EF4-FFF2-40B4-BE49-F238E27FC236}">
                      <a16:creationId xmlns:a16="http://schemas.microsoft.com/office/drawing/2014/main" id="{13DAE461-32A8-2138-B158-747E5EAFB52B}"/>
                    </a:ext>
                  </a:extLst>
                </p:cNvPr>
                <p:cNvSpPr/>
                <p:nvPr/>
              </p:nvSpPr>
              <p:spPr>
                <a:xfrm>
                  <a:off x="5532176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3" name="pg992">
                  <a:extLst>
                    <a:ext uri="{FF2B5EF4-FFF2-40B4-BE49-F238E27FC236}">
                      <a16:creationId xmlns:a16="http://schemas.microsoft.com/office/drawing/2014/main" id="{C2D96E66-9DA6-D495-5AAC-F6856577AA2D}"/>
                    </a:ext>
                  </a:extLst>
                </p:cNvPr>
                <p:cNvSpPr/>
                <p:nvPr/>
              </p:nvSpPr>
              <p:spPr>
                <a:xfrm>
                  <a:off x="5543813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4" name="pg993">
                  <a:extLst>
                    <a:ext uri="{FF2B5EF4-FFF2-40B4-BE49-F238E27FC236}">
                      <a16:creationId xmlns:a16="http://schemas.microsoft.com/office/drawing/2014/main" id="{B159F3EB-F7D7-D331-6B28-121BBA460C04}"/>
                    </a:ext>
                  </a:extLst>
                </p:cNvPr>
                <p:cNvSpPr/>
                <p:nvPr/>
              </p:nvSpPr>
              <p:spPr>
                <a:xfrm>
                  <a:off x="5555451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5" name="pg994">
                  <a:extLst>
                    <a:ext uri="{FF2B5EF4-FFF2-40B4-BE49-F238E27FC236}">
                      <a16:creationId xmlns:a16="http://schemas.microsoft.com/office/drawing/2014/main" id="{16B8F903-9146-B8E4-48F8-4E62199731E5}"/>
                    </a:ext>
                  </a:extLst>
                </p:cNvPr>
                <p:cNvSpPr/>
                <p:nvPr/>
              </p:nvSpPr>
              <p:spPr>
                <a:xfrm>
                  <a:off x="5567088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6" name="pg995">
                  <a:extLst>
                    <a:ext uri="{FF2B5EF4-FFF2-40B4-BE49-F238E27FC236}">
                      <a16:creationId xmlns:a16="http://schemas.microsoft.com/office/drawing/2014/main" id="{B1956D04-46A9-44B9-D84E-34870DFC7420}"/>
                    </a:ext>
                  </a:extLst>
                </p:cNvPr>
                <p:cNvSpPr/>
                <p:nvPr/>
              </p:nvSpPr>
              <p:spPr>
                <a:xfrm>
                  <a:off x="5578725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7" name="pg996">
                  <a:extLst>
                    <a:ext uri="{FF2B5EF4-FFF2-40B4-BE49-F238E27FC236}">
                      <a16:creationId xmlns:a16="http://schemas.microsoft.com/office/drawing/2014/main" id="{55FEB8C0-63D8-7033-6F61-010FA881C2E7}"/>
                    </a:ext>
                  </a:extLst>
                </p:cNvPr>
                <p:cNvSpPr/>
                <p:nvPr/>
              </p:nvSpPr>
              <p:spPr>
                <a:xfrm>
                  <a:off x="5590363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8" name="pg997">
                  <a:extLst>
                    <a:ext uri="{FF2B5EF4-FFF2-40B4-BE49-F238E27FC236}">
                      <a16:creationId xmlns:a16="http://schemas.microsoft.com/office/drawing/2014/main" id="{3CEEE2C8-F935-2C64-90FD-9EE47ED7F004}"/>
                    </a:ext>
                  </a:extLst>
                </p:cNvPr>
                <p:cNvSpPr/>
                <p:nvPr/>
              </p:nvSpPr>
              <p:spPr>
                <a:xfrm>
                  <a:off x="5602000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399" name="pg998">
                  <a:extLst>
                    <a:ext uri="{FF2B5EF4-FFF2-40B4-BE49-F238E27FC236}">
                      <a16:creationId xmlns:a16="http://schemas.microsoft.com/office/drawing/2014/main" id="{48494E7F-2B44-0344-B2CF-BA54904F93D2}"/>
                    </a:ext>
                  </a:extLst>
                </p:cNvPr>
                <p:cNvSpPr/>
                <p:nvPr/>
              </p:nvSpPr>
              <p:spPr>
                <a:xfrm>
                  <a:off x="5613637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0" name="pg999">
                  <a:extLst>
                    <a:ext uri="{FF2B5EF4-FFF2-40B4-BE49-F238E27FC236}">
                      <a16:creationId xmlns:a16="http://schemas.microsoft.com/office/drawing/2014/main" id="{E7341E9B-F643-0B15-C894-A25B3625EA36}"/>
                    </a:ext>
                  </a:extLst>
                </p:cNvPr>
                <p:cNvSpPr/>
                <p:nvPr/>
              </p:nvSpPr>
              <p:spPr>
                <a:xfrm>
                  <a:off x="5625275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1" name="pg1000">
                  <a:extLst>
                    <a:ext uri="{FF2B5EF4-FFF2-40B4-BE49-F238E27FC236}">
                      <a16:creationId xmlns:a16="http://schemas.microsoft.com/office/drawing/2014/main" id="{14B428CE-5523-8CC5-D9D2-7C9ABC645A33}"/>
                    </a:ext>
                  </a:extLst>
                </p:cNvPr>
                <p:cNvSpPr/>
                <p:nvPr/>
              </p:nvSpPr>
              <p:spPr>
                <a:xfrm>
                  <a:off x="5636912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2" name="pg1001">
                  <a:extLst>
                    <a:ext uri="{FF2B5EF4-FFF2-40B4-BE49-F238E27FC236}">
                      <a16:creationId xmlns:a16="http://schemas.microsoft.com/office/drawing/2014/main" id="{7FB88892-8D71-BEB0-8D14-F1899A7BBC10}"/>
                    </a:ext>
                  </a:extLst>
                </p:cNvPr>
                <p:cNvSpPr/>
                <p:nvPr/>
              </p:nvSpPr>
              <p:spPr>
                <a:xfrm>
                  <a:off x="5648549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3" name="pg1002">
                  <a:extLst>
                    <a:ext uri="{FF2B5EF4-FFF2-40B4-BE49-F238E27FC236}">
                      <a16:creationId xmlns:a16="http://schemas.microsoft.com/office/drawing/2014/main" id="{4108CA52-25D8-441C-365D-2FBE28867AE7}"/>
                    </a:ext>
                  </a:extLst>
                </p:cNvPr>
                <p:cNvSpPr/>
                <p:nvPr/>
              </p:nvSpPr>
              <p:spPr>
                <a:xfrm>
                  <a:off x="5660186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4" name="pg1003">
                  <a:extLst>
                    <a:ext uri="{FF2B5EF4-FFF2-40B4-BE49-F238E27FC236}">
                      <a16:creationId xmlns:a16="http://schemas.microsoft.com/office/drawing/2014/main" id="{6100FD06-1F29-C9EA-F007-157A6985870C}"/>
                    </a:ext>
                  </a:extLst>
                </p:cNvPr>
                <p:cNvSpPr/>
                <p:nvPr/>
              </p:nvSpPr>
              <p:spPr>
                <a:xfrm>
                  <a:off x="5671824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5" name="pg1004">
                  <a:extLst>
                    <a:ext uri="{FF2B5EF4-FFF2-40B4-BE49-F238E27FC236}">
                      <a16:creationId xmlns:a16="http://schemas.microsoft.com/office/drawing/2014/main" id="{9DE370D4-7A18-51B4-5E73-568336A2BD67}"/>
                    </a:ext>
                  </a:extLst>
                </p:cNvPr>
                <p:cNvSpPr/>
                <p:nvPr/>
              </p:nvSpPr>
              <p:spPr>
                <a:xfrm>
                  <a:off x="5683461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6" name="pg1005">
                  <a:extLst>
                    <a:ext uri="{FF2B5EF4-FFF2-40B4-BE49-F238E27FC236}">
                      <a16:creationId xmlns:a16="http://schemas.microsoft.com/office/drawing/2014/main" id="{A3271AB2-79CD-22E3-1528-162A28E980B0}"/>
                    </a:ext>
                  </a:extLst>
                </p:cNvPr>
                <p:cNvSpPr/>
                <p:nvPr/>
              </p:nvSpPr>
              <p:spPr>
                <a:xfrm>
                  <a:off x="5706736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7" name="pg1006">
                  <a:extLst>
                    <a:ext uri="{FF2B5EF4-FFF2-40B4-BE49-F238E27FC236}">
                      <a16:creationId xmlns:a16="http://schemas.microsoft.com/office/drawing/2014/main" id="{04E1ADDF-3C35-3694-A20B-1BC2C694CFA2}"/>
                    </a:ext>
                  </a:extLst>
                </p:cNvPr>
                <p:cNvSpPr/>
                <p:nvPr/>
              </p:nvSpPr>
              <p:spPr>
                <a:xfrm>
                  <a:off x="5718373" y="32798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8" name="pg1007">
                  <a:extLst>
                    <a:ext uri="{FF2B5EF4-FFF2-40B4-BE49-F238E27FC236}">
                      <a16:creationId xmlns:a16="http://schemas.microsoft.com/office/drawing/2014/main" id="{788B51A2-48AF-8E62-6E5D-69876C9883C6}"/>
                    </a:ext>
                  </a:extLst>
                </p:cNvPr>
                <p:cNvSpPr/>
                <p:nvPr/>
              </p:nvSpPr>
              <p:spPr>
                <a:xfrm>
                  <a:off x="5334341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09" name="pg1008">
                  <a:extLst>
                    <a:ext uri="{FF2B5EF4-FFF2-40B4-BE49-F238E27FC236}">
                      <a16:creationId xmlns:a16="http://schemas.microsoft.com/office/drawing/2014/main" id="{141DAD23-C8C8-FF49-9328-CEEF2AA8B21D}"/>
                    </a:ext>
                  </a:extLst>
                </p:cNvPr>
                <p:cNvSpPr/>
                <p:nvPr/>
              </p:nvSpPr>
              <p:spPr>
                <a:xfrm>
                  <a:off x="5345979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0" name="pg1009">
                  <a:extLst>
                    <a:ext uri="{FF2B5EF4-FFF2-40B4-BE49-F238E27FC236}">
                      <a16:creationId xmlns:a16="http://schemas.microsoft.com/office/drawing/2014/main" id="{C92B5E48-C8DE-0E4F-460F-3F2D5217DB18}"/>
                    </a:ext>
                  </a:extLst>
                </p:cNvPr>
                <p:cNvSpPr/>
                <p:nvPr/>
              </p:nvSpPr>
              <p:spPr>
                <a:xfrm>
                  <a:off x="5357616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1" name="pg1010">
                  <a:extLst>
                    <a:ext uri="{FF2B5EF4-FFF2-40B4-BE49-F238E27FC236}">
                      <a16:creationId xmlns:a16="http://schemas.microsoft.com/office/drawing/2014/main" id="{02495777-28BB-41B5-65B0-092FC32FF948}"/>
                    </a:ext>
                  </a:extLst>
                </p:cNvPr>
                <p:cNvSpPr/>
                <p:nvPr/>
              </p:nvSpPr>
              <p:spPr>
                <a:xfrm>
                  <a:off x="5369253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2" name="pg1011">
                  <a:extLst>
                    <a:ext uri="{FF2B5EF4-FFF2-40B4-BE49-F238E27FC236}">
                      <a16:creationId xmlns:a16="http://schemas.microsoft.com/office/drawing/2014/main" id="{CE95FE50-D777-38A9-97B0-41FADA4A8503}"/>
                    </a:ext>
                  </a:extLst>
                </p:cNvPr>
                <p:cNvSpPr/>
                <p:nvPr/>
              </p:nvSpPr>
              <p:spPr>
                <a:xfrm>
                  <a:off x="5380891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3" name="pg1012">
                  <a:extLst>
                    <a:ext uri="{FF2B5EF4-FFF2-40B4-BE49-F238E27FC236}">
                      <a16:creationId xmlns:a16="http://schemas.microsoft.com/office/drawing/2014/main" id="{7F6D7F63-C2FB-E827-1E83-75731FD2A639}"/>
                    </a:ext>
                  </a:extLst>
                </p:cNvPr>
                <p:cNvSpPr/>
                <p:nvPr/>
              </p:nvSpPr>
              <p:spPr>
                <a:xfrm>
                  <a:off x="5392528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1A4">
                    <a:alpha val="100000"/>
                  </a:srgbClr>
                </a:solidFill>
                <a:ln w="5420" cap="flat">
                  <a:solidFill>
                    <a:srgbClr val="3A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4" name="pg1013">
                  <a:extLst>
                    <a:ext uri="{FF2B5EF4-FFF2-40B4-BE49-F238E27FC236}">
                      <a16:creationId xmlns:a16="http://schemas.microsoft.com/office/drawing/2014/main" id="{A621EE8F-FA8D-EBB4-ED6F-D9BB7265A74F}"/>
                    </a:ext>
                  </a:extLst>
                </p:cNvPr>
                <p:cNvSpPr/>
                <p:nvPr/>
              </p:nvSpPr>
              <p:spPr>
                <a:xfrm>
                  <a:off x="5404165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5" name="pg1014">
                  <a:extLst>
                    <a:ext uri="{FF2B5EF4-FFF2-40B4-BE49-F238E27FC236}">
                      <a16:creationId xmlns:a16="http://schemas.microsoft.com/office/drawing/2014/main" id="{C12AD2EB-6299-F868-F379-2504A70BAACE}"/>
                    </a:ext>
                  </a:extLst>
                </p:cNvPr>
                <p:cNvSpPr/>
                <p:nvPr/>
              </p:nvSpPr>
              <p:spPr>
                <a:xfrm>
                  <a:off x="5415803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6" name="pg1015">
                  <a:extLst>
                    <a:ext uri="{FF2B5EF4-FFF2-40B4-BE49-F238E27FC236}">
                      <a16:creationId xmlns:a16="http://schemas.microsoft.com/office/drawing/2014/main" id="{45A2875D-DCB6-6157-C82C-928B82D61CFF}"/>
                    </a:ext>
                  </a:extLst>
                </p:cNvPr>
                <p:cNvSpPr/>
                <p:nvPr/>
              </p:nvSpPr>
              <p:spPr>
                <a:xfrm>
                  <a:off x="5427440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7" name="pg1016">
                  <a:extLst>
                    <a:ext uri="{FF2B5EF4-FFF2-40B4-BE49-F238E27FC236}">
                      <a16:creationId xmlns:a16="http://schemas.microsoft.com/office/drawing/2014/main" id="{2BDDDF18-7230-599A-669D-3BD4B2A351FB}"/>
                    </a:ext>
                  </a:extLst>
                </p:cNvPr>
                <p:cNvSpPr/>
                <p:nvPr/>
              </p:nvSpPr>
              <p:spPr>
                <a:xfrm>
                  <a:off x="5439077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8" name="pg1017">
                  <a:extLst>
                    <a:ext uri="{FF2B5EF4-FFF2-40B4-BE49-F238E27FC236}">
                      <a16:creationId xmlns:a16="http://schemas.microsoft.com/office/drawing/2014/main" id="{85466262-008C-9A28-7D31-82EBD3C1909A}"/>
                    </a:ext>
                  </a:extLst>
                </p:cNvPr>
                <p:cNvSpPr/>
                <p:nvPr/>
              </p:nvSpPr>
              <p:spPr>
                <a:xfrm>
                  <a:off x="5450715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19" name="pg1018">
                  <a:extLst>
                    <a:ext uri="{FF2B5EF4-FFF2-40B4-BE49-F238E27FC236}">
                      <a16:creationId xmlns:a16="http://schemas.microsoft.com/office/drawing/2014/main" id="{2AA97903-CDBC-5753-CBB1-295F6426BF9D}"/>
                    </a:ext>
                  </a:extLst>
                </p:cNvPr>
                <p:cNvSpPr/>
                <p:nvPr/>
              </p:nvSpPr>
              <p:spPr>
                <a:xfrm>
                  <a:off x="5462352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0" name="pg1019">
                  <a:extLst>
                    <a:ext uri="{FF2B5EF4-FFF2-40B4-BE49-F238E27FC236}">
                      <a16:creationId xmlns:a16="http://schemas.microsoft.com/office/drawing/2014/main" id="{7404AB97-E8EF-0975-D280-A7B1976580EE}"/>
                    </a:ext>
                  </a:extLst>
                </p:cNvPr>
                <p:cNvSpPr/>
                <p:nvPr/>
              </p:nvSpPr>
              <p:spPr>
                <a:xfrm>
                  <a:off x="5473989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1" name="pg1020">
                  <a:extLst>
                    <a:ext uri="{FF2B5EF4-FFF2-40B4-BE49-F238E27FC236}">
                      <a16:creationId xmlns:a16="http://schemas.microsoft.com/office/drawing/2014/main" id="{B10D4EA3-F287-19E5-B631-F13375A50F3E}"/>
                    </a:ext>
                  </a:extLst>
                </p:cNvPr>
                <p:cNvSpPr/>
                <p:nvPr/>
              </p:nvSpPr>
              <p:spPr>
                <a:xfrm>
                  <a:off x="5485627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2" name="pg1021">
                  <a:extLst>
                    <a:ext uri="{FF2B5EF4-FFF2-40B4-BE49-F238E27FC236}">
                      <a16:creationId xmlns:a16="http://schemas.microsoft.com/office/drawing/2014/main" id="{FCFF315B-656D-DD93-7B8E-BF46A3A59781}"/>
                    </a:ext>
                  </a:extLst>
                </p:cNvPr>
                <p:cNvSpPr/>
                <p:nvPr/>
              </p:nvSpPr>
              <p:spPr>
                <a:xfrm>
                  <a:off x="5497264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3" name="pg1022">
                  <a:extLst>
                    <a:ext uri="{FF2B5EF4-FFF2-40B4-BE49-F238E27FC236}">
                      <a16:creationId xmlns:a16="http://schemas.microsoft.com/office/drawing/2014/main" id="{EE1E5EC3-339B-6EF7-9366-ADEB5BAD8296}"/>
                    </a:ext>
                  </a:extLst>
                </p:cNvPr>
                <p:cNvSpPr/>
                <p:nvPr/>
              </p:nvSpPr>
              <p:spPr>
                <a:xfrm>
                  <a:off x="5508901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4" name="pg1023">
                  <a:extLst>
                    <a:ext uri="{FF2B5EF4-FFF2-40B4-BE49-F238E27FC236}">
                      <a16:creationId xmlns:a16="http://schemas.microsoft.com/office/drawing/2014/main" id="{2C731D4B-DDB4-1A84-7826-8B15541E73A5}"/>
                    </a:ext>
                  </a:extLst>
                </p:cNvPr>
                <p:cNvSpPr/>
                <p:nvPr/>
              </p:nvSpPr>
              <p:spPr>
                <a:xfrm>
                  <a:off x="5520539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5" name="pg1024">
                  <a:extLst>
                    <a:ext uri="{FF2B5EF4-FFF2-40B4-BE49-F238E27FC236}">
                      <a16:creationId xmlns:a16="http://schemas.microsoft.com/office/drawing/2014/main" id="{043F5BF4-805A-80C2-10A4-0A8AA1ADF053}"/>
                    </a:ext>
                  </a:extLst>
                </p:cNvPr>
                <p:cNvSpPr/>
                <p:nvPr/>
              </p:nvSpPr>
              <p:spPr>
                <a:xfrm>
                  <a:off x="5532176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6" name="pg1025">
                  <a:extLst>
                    <a:ext uri="{FF2B5EF4-FFF2-40B4-BE49-F238E27FC236}">
                      <a16:creationId xmlns:a16="http://schemas.microsoft.com/office/drawing/2014/main" id="{D4ED9C13-2772-1D0F-1B8D-E4C226F7302F}"/>
                    </a:ext>
                  </a:extLst>
                </p:cNvPr>
                <p:cNvSpPr/>
                <p:nvPr/>
              </p:nvSpPr>
              <p:spPr>
                <a:xfrm>
                  <a:off x="5543813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7" name="pg1026">
                  <a:extLst>
                    <a:ext uri="{FF2B5EF4-FFF2-40B4-BE49-F238E27FC236}">
                      <a16:creationId xmlns:a16="http://schemas.microsoft.com/office/drawing/2014/main" id="{1BA2FC17-339C-318F-FD24-CC4118EDF5D6}"/>
                    </a:ext>
                  </a:extLst>
                </p:cNvPr>
                <p:cNvSpPr/>
                <p:nvPr/>
              </p:nvSpPr>
              <p:spPr>
                <a:xfrm>
                  <a:off x="5555451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8" name="pg1027">
                  <a:extLst>
                    <a:ext uri="{FF2B5EF4-FFF2-40B4-BE49-F238E27FC236}">
                      <a16:creationId xmlns:a16="http://schemas.microsoft.com/office/drawing/2014/main" id="{CF230104-41E7-092B-DF33-9028D7EC159E}"/>
                    </a:ext>
                  </a:extLst>
                </p:cNvPr>
                <p:cNvSpPr/>
                <p:nvPr/>
              </p:nvSpPr>
              <p:spPr>
                <a:xfrm>
                  <a:off x="5567088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29" name="pg1028">
                  <a:extLst>
                    <a:ext uri="{FF2B5EF4-FFF2-40B4-BE49-F238E27FC236}">
                      <a16:creationId xmlns:a16="http://schemas.microsoft.com/office/drawing/2014/main" id="{0A293932-0764-0D88-D12C-EEDD39380253}"/>
                    </a:ext>
                  </a:extLst>
                </p:cNvPr>
                <p:cNvSpPr/>
                <p:nvPr/>
              </p:nvSpPr>
              <p:spPr>
                <a:xfrm>
                  <a:off x="5578725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0" name="pg1029">
                  <a:extLst>
                    <a:ext uri="{FF2B5EF4-FFF2-40B4-BE49-F238E27FC236}">
                      <a16:creationId xmlns:a16="http://schemas.microsoft.com/office/drawing/2014/main" id="{1D1765E1-1084-F32F-AAED-515EF96A0349}"/>
                    </a:ext>
                  </a:extLst>
                </p:cNvPr>
                <p:cNvSpPr/>
                <p:nvPr/>
              </p:nvSpPr>
              <p:spPr>
                <a:xfrm>
                  <a:off x="5590363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1" name="pg1030">
                  <a:extLst>
                    <a:ext uri="{FF2B5EF4-FFF2-40B4-BE49-F238E27FC236}">
                      <a16:creationId xmlns:a16="http://schemas.microsoft.com/office/drawing/2014/main" id="{5871DD3D-9A89-0186-1361-B37681247A8C}"/>
                    </a:ext>
                  </a:extLst>
                </p:cNvPr>
                <p:cNvSpPr/>
                <p:nvPr/>
              </p:nvSpPr>
              <p:spPr>
                <a:xfrm>
                  <a:off x="5602000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2" name="pg1031">
                  <a:extLst>
                    <a:ext uri="{FF2B5EF4-FFF2-40B4-BE49-F238E27FC236}">
                      <a16:creationId xmlns:a16="http://schemas.microsoft.com/office/drawing/2014/main" id="{8B983DD5-C842-7216-E324-9D61AEDBB5E0}"/>
                    </a:ext>
                  </a:extLst>
                </p:cNvPr>
                <p:cNvSpPr/>
                <p:nvPr/>
              </p:nvSpPr>
              <p:spPr>
                <a:xfrm>
                  <a:off x="5613637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3" name="pg1032">
                  <a:extLst>
                    <a:ext uri="{FF2B5EF4-FFF2-40B4-BE49-F238E27FC236}">
                      <a16:creationId xmlns:a16="http://schemas.microsoft.com/office/drawing/2014/main" id="{A06E2177-B58A-6246-565C-E5D1684FABC5}"/>
                    </a:ext>
                  </a:extLst>
                </p:cNvPr>
                <p:cNvSpPr/>
                <p:nvPr/>
              </p:nvSpPr>
              <p:spPr>
                <a:xfrm>
                  <a:off x="5625275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4" name="pg1033">
                  <a:extLst>
                    <a:ext uri="{FF2B5EF4-FFF2-40B4-BE49-F238E27FC236}">
                      <a16:creationId xmlns:a16="http://schemas.microsoft.com/office/drawing/2014/main" id="{9A6F979F-10DE-27AF-38DF-3F48150FB7B9}"/>
                    </a:ext>
                  </a:extLst>
                </p:cNvPr>
                <p:cNvSpPr/>
                <p:nvPr/>
              </p:nvSpPr>
              <p:spPr>
                <a:xfrm>
                  <a:off x="5636912" y="329413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5" name="pg1034">
                  <a:extLst>
                    <a:ext uri="{FF2B5EF4-FFF2-40B4-BE49-F238E27FC236}">
                      <a16:creationId xmlns:a16="http://schemas.microsoft.com/office/drawing/2014/main" id="{C4220493-7EEC-D795-9EBD-4A5A0125C834}"/>
                    </a:ext>
                  </a:extLst>
                </p:cNvPr>
                <p:cNvSpPr/>
                <p:nvPr/>
              </p:nvSpPr>
              <p:spPr>
                <a:xfrm>
                  <a:off x="5345979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6" name="pg1035">
                  <a:extLst>
                    <a:ext uri="{FF2B5EF4-FFF2-40B4-BE49-F238E27FC236}">
                      <a16:creationId xmlns:a16="http://schemas.microsoft.com/office/drawing/2014/main" id="{24A7F057-07C5-5271-3961-8F1103E1DA98}"/>
                    </a:ext>
                  </a:extLst>
                </p:cNvPr>
                <p:cNvSpPr/>
                <p:nvPr/>
              </p:nvSpPr>
              <p:spPr>
                <a:xfrm>
                  <a:off x="5357616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7" name="pg1036">
                  <a:extLst>
                    <a:ext uri="{FF2B5EF4-FFF2-40B4-BE49-F238E27FC236}">
                      <a16:creationId xmlns:a16="http://schemas.microsoft.com/office/drawing/2014/main" id="{8FFDE552-3FFE-5902-5C7F-499C472AAE27}"/>
                    </a:ext>
                  </a:extLst>
                </p:cNvPr>
                <p:cNvSpPr/>
                <p:nvPr/>
              </p:nvSpPr>
              <p:spPr>
                <a:xfrm>
                  <a:off x="5369253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8" name="pg1037">
                  <a:extLst>
                    <a:ext uri="{FF2B5EF4-FFF2-40B4-BE49-F238E27FC236}">
                      <a16:creationId xmlns:a16="http://schemas.microsoft.com/office/drawing/2014/main" id="{78461589-F08C-2DB8-688A-5BDDB80B8509}"/>
                    </a:ext>
                  </a:extLst>
                </p:cNvPr>
                <p:cNvSpPr/>
                <p:nvPr/>
              </p:nvSpPr>
              <p:spPr>
                <a:xfrm>
                  <a:off x="5380891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39" name="pg1038">
                  <a:extLst>
                    <a:ext uri="{FF2B5EF4-FFF2-40B4-BE49-F238E27FC236}">
                      <a16:creationId xmlns:a16="http://schemas.microsoft.com/office/drawing/2014/main" id="{3CC4759F-77F4-44C9-5BD2-9F4A420DD8EE}"/>
                    </a:ext>
                  </a:extLst>
                </p:cNvPr>
                <p:cNvSpPr/>
                <p:nvPr/>
              </p:nvSpPr>
              <p:spPr>
                <a:xfrm>
                  <a:off x="5392528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0" name="pg1039">
                  <a:extLst>
                    <a:ext uri="{FF2B5EF4-FFF2-40B4-BE49-F238E27FC236}">
                      <a16:creationId xmlns:a16="http://schemas.microsoft.com/office/drawing/2014/main" id="{BC7E953B-2896-7682-0CE3-187F85AF47A9}"/>
                    </a:ext>
                  </a:extLst>
                </p:cNvPr>
                <p:cNvSpPr/>
                <p:nvPr/>
              </p:nvSpPr>
              <p:spPr>
                <a:xfrm>
                  <a:off x="5404165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1" name="pg1040">
                  <a:extLst>
                    <a:ext uri="{FF2B5EF4-FFF2-40B4-BE49-F238E27FC236}">
                      <a16:creationId xmlns:a16="http://schemas.microsoft.com/office/drawing/2014/main" id="{8311840D-C59D-8A72-01EC-0956182C6036}"/>
                    </a:ext>
                  </a:extLst>
                </p:cNvPr>
                <p:cNvSpPr/>
                <p:nvPr/>
              </p:nvSpPr>
              <p:spPr>
                <a:xfrm>
                  <a:off x="5415803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2" name="pg1041">
                  <a:extLst>
                    <a:ext uri="{FF2B5EF4-FFF2-40B4-BE49-F238E27FC236}">
                      <a16:creationId xmlns:a16="http://schemas.microsoft.com/office/drawing/2014/main" id="{3C4A68A7-0108-1415-11D1-1E920AD7716E}"/>
                    </a:ext>
                  </a:extLst>
                </p:cNvPr>
                <p:cNvSpPr/>
                <p:nvPr/>
              </p:nvSpPr>
              <p:spPr>
                <a:xfrm>
                  <a:off x="5427440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3" name="pg1042">
                  <a:extLst>
                    <a:ext uri="{FF2B5EF4-FFF2-40B4-BE49-F238E27FC236}">
                      <a16:creationId xmlns:a16="http://schemas.microsoft.com/office/drawing/2014/main" id="{8D271597-BB4E-AC09-7D50-CA0BB50AAD1D}"/>
                    </a:ext>
                  </a:extLst>
                </p:cNvPr>
                <p:cNvSpPr/>
                <p:nvPr/>
              </p:nvSpPr>
              <p:spPr>
                <a:xfrm>
                  <a:off x="5439077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4" name="pg1043">
                  <a:extLst>
                    <a:ext uri="{FF2B5EF4-FFF2-40B4-BE49-F238E27FC236}">
                      <a16:creationId xmlns:a16="http://schemas.microsoft.com/office/drawing/2014/main" id="{B9D8E571-CF63-F087-9BD1-E7247CAC41A9}"/>
                    </a:ext>
                  </a:extLst>
                </p:cNvPr>
                <p:cNvSpPr/>
                <p:nvPr/>
              </p:nvSpPr>
              <p:spPr>
                <a:xfrm>
                  <a:off x="5450715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5" name="pg1044">
                  <a:extLst>
                    <a:ext uri="{FF2B5EF4-FFF2-40B4-BE49-F238E27FC236}">
                      <a16:creationId xmlns:a16="http://schemas.microsoft.com/office/drawing/2014/main" id="{751D554D-58EE-24C6-8866-F8C89594CAFB}"/>
                    </a:ext>
                  </a:extLst>
                </p:cNvPr>
                <p:cNvSpPr/>
                <p:nvPr/>
              </p:nvSpPr>
              <p:spPr>
                <a:xfrm>
                  <a:off x="5462352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6" name="pg1045">
                  <a:extLst>
                    <a:ext uri="{FF2B5EF4-FFF2-40B4-BE49-F238E27FC236}">
                      <a16:creationId xmlns:a16="http://schemas.microsoft.com/office/drawing/2014/main" id="{F2F81853-37C0-7230-0CE3-5051B039530D}"/>
                    </a:ext>
                  </a:extLst>
                </p:cNvPr>
                <p:cNvSpPr/>
                <p:nvPr/>
              </p:nvSpPr>
              <p:spPr>
                <a:xfrm>
                  <a:off x="5473989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7" name="pg1046">
                  <a:extLst>
                    <a:ext uri="{FF2B5EF4-FFF2-40B4-BE49-F238E27FC236}">
                      <a16:creationId xmlns:a16="http://schemas.microsoft.com/office/drawing/2014/main" id="{19C36328-3B12-5D62-6E0C-82B5693F72D3}"/>
                    </a:ext>
                  </a:extLst>
                </p:cNvPr>
                <p:cNvSpPr/>
                <p:nvPr/>
              </p:nvSpPr>
              <p:spPr>
                <a:xfrm>
                  <a:off x="5485627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8" name="pg1047">
                  <a:extLst>
                    <a:ext uri="{FF2B5EF4-FFF2-40B4-BE49-F238E27FC236}">
                      <a16:creationId xmlns:a16="http://schemas.microsoft.com/office/drawing/2014/main" id="{2BCFFCE6-BB56-281A-792F-DE54F2B94B06}"/>
                    </a:ext>
                  </a:extLst>
                </p:cNvPr>
                <p:cNvSpPr/>
                <p:nvPr/>
              </p:nvSpPr>
              <p:spPr>
                <a:xfrm>
                  <a:off x="5497264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49" name="pg1048">
                  <a:extLst>
                    <a:ext uri="{FF2B5EF4-FFF2-40B4-BE49-F238E27FC236}">
                      <a16:creationId xmlns:a16="http://schemas.microsoft.com/office/drawing/2014/main" id="{11D38D03-417E-645C-2BC5-54BB8EB1A83A}"/>
                    </a:ext>
                  </a:extLst>
                </p:cNvPr>
                <p:cNvSpPr/>
                <p:nvPr/>
              </p:nvSpPr>
              <p:spPr>
                <a:xfrm>
                  <a:off x="5508901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0" name="pg1049">
                  <a:extLst>
                    <a:ext uri="{FF2B5EF4-FFF2-40B4-BE49-F238E27FC236}">
                      <a16:creationId xmlns:a16="http://schemas.microsoft.com/office/drawing/2014/main" id="{444786D7-55DB-2937-CEA4-579145C7BD24}"/>
                    </a:ext>
                  </a:extLst>
                </p:cNvPr>
                <p:cNvSpPr/>
                <p:nvPr/>
              </p:nvSpPr>
              <p:spPr>
                <a:xfrm>
                  <a:off x="5520539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1" name="pg1050">
                  <a:extLst>
                    <a:ext uri="{FF2B5EF4-FFF2-40B4-BE49-F238E27FC236}">
                      <a16:creationId xmlns:a16="http://schemas.microsoft.com/office/drawing/2014/main" id="{EB187405-8B7B-E270-22FD-12F1225F2C1B}"/>
                    </a:ext>
                  </a:extLst>
                </p:cNvPr>
                <p:cNvSpPr/>
                <p:nvPr/>
              </p:nvSpPr>
              <p:spPr>
                <a:xfrm>
                  <a:off x="5532176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2" name="pg1051">
                  <a:extLst>
                    <a:ext uri="{FF2B5EF4-FFF2-40B4-BE49-F238E27FC236}">
                      <a16:creationId xmlns:a16="http://schemas.microsoft.com/office/drawing/2014/main" id="{826FA39D-9476-6884-0962-2FD247DF998D}"/>
                    </a:ext>
                  </a:extLst>
                </p:cNvPr>
                <p:cNvSpPr/>
                <p:nvPr/>
              </p:nvSpPr>
              <p:spPr>
                <a:xfrm>
                  <a:off x="5543813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3" name="pg1052">
                  <a:extLst>
                    <a:ext uri="{FF2B5EF4-FFF2-40B4-BE49-F238E27FC236}">
                      <a16:creationId xmlns:a16="http://schemas.microsoft.com/office/drawing/2014/main" id="{665946EE-902E-9CA2-A501-89C96B8ADC50}"/>
                    </a:ext>
                  </a:extLst>
                </p:cNvPr>
                <p:cNvSpPr/>
                <p:nvPr/>
              </p:nvSpPr>
              <p:spPr>
                <a:xfrm>
                  <a:off x="5555451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4" name="pg1053">
                  <a:extLst>
                    <a:ext uri="{FF2B5EF4-FFF2-40B4-BE49-F238E27FC236}">
                      <a16:creationId xmlns:a16="http://schemas.microsoft.com/office/drawing/2014/main" id="{DCBC2C54-2940-1B24-1DF4-AA1FA817C829}"/>
                    </a:ext>
                  </a:extLst>
                </p:cNvPr>
                <p:cNvSpPr/>
                <p:nvPr/>
              </p:nvSpPr>
              <p:spPr>
                <a:xfrm>
                  <a:off x="5567088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5" name="pg1054">
                  <a:extLst>
                    <a:ext uri="{FF2B5EF4-FFF2-40B4-BE49-F238E27FC236}">
                      <a16:creationId xmlns:a16="http://schemas.microsoft.com/office/drawing/2014/main" id="{DA67C1BC-12F6-8C1C-65DD-1E4D7122F2F1}"/>
                    </a:ext>
                  </a:extLst>
                </p:cNvPr>
                <p:cNvSpPr/>
                <p:nvPr/>
              </p:nvSpPr>
              <p:spPr>
                <a:xfrm>
                  <a:off x="5590363" y="330843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6" name="pg1055">
                  <a:extLst>
                    <a:ext uri="{FF2B5EF4-FFF2-40B4-BE49-F238E27FC236}">
                      <a16:creationId xmlns:a16="http://schemas.microsoft.com/office/drawing/2014/main" id="{B37E6E0D-B34F-FC82-5308-F73E68D44696}"/>
                    </a:ext>
                  </a:extLst>
                </p:cNvPr>
                <p:cNvSpPr/>
                <p:nvPr/>
              </p:nvSpPr>
              <p:spPr>
                <a:xfrm>
                  <a:off x="5345979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7" name="pg1056">
                  <a:extLst>
                    <a:ext uri="{FF2B5EF4-FFF2-40B4-BE49-F238E27FC236}">
                      <a16:creationId xmlns:a16="http://schemas.microsoft.com/office/drawing/2014/main" id="{7EDF8E3E-98F5-4A4C-A67F-647B4C15E382}"/>
                    </a:ext>
                  </a:extLst>
                </p:cNvPr>
                <p:cNvSpPr/>
                <p:nvPr/>
              </p:nvSpPr>
              <p:spPr>
                <a:xfrm>
                  <a:off x="5357616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CA7">
                    <a:alpha val="100000"/>
                  </a:srgbClr>
                </a:solidFill>
                <a:ln w="5420" cap="flat">
                  <a:solidFill>
                    <a:srgbClr val="38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8" name="pg1057">
                  <a:extLst>
                    <a:ext uri="{FF2B5EF4-FFF2-40B4-BE49-F238E27FC236}">
                      <a16:creationId xmlns:a16="http://schemas.microsoft.com/office/drawing/2014/main" id="{AAB8DFBC-798B-EBF8-476A-4090EFC7C1A5}"/>
                    </a:ext>
                  </a:extLst>
                </p:cNvPr>
                <p:cNvSpPr/>
                <p:nvPr/>
              </p:nvSpPr>
              <p:spPr>
                <a:xfrm>
                  <a:off x="5369253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59" name="pg1058">
                  <a:extLst>
                    <a:ext uri="{FF2B5EF4-FFF2-40B4-BE49-F238E27FC236}">
                      <a16:creationId xmlns:a16="http://schemas.microsoft.com/office/drawing/2014/main" id="{F2E02499-AAE9-812B-E197-601A6A52CF27}"/>
                    </a:ext>
                  </a:extLst>
                </p:cNvPr>
                <p:cNvSpPr/>
                <p:nvPr/>
              </p:nvSpPr>
              <p:spPr>
                <a:xfrm>
                  <a:off x="5380891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0" name="pg1059">
                  <a:extLst>
                    <a:ext uri="{FF2B5EF4-FFF2-40B4-BE49-F238E27FC236}">
                      <a16:creationId xmlns:a16="http://schemas.microsoft.com/office/drawing/2014/main" id="{001002FA-B1B7-81CF-5109-9099BA65F0C3}"/>
                    </a:ext>
                  </a:extLst>
                </p:cNvPr>
                <p:cNvSpPr/>
                <p:nvPr/>
              </p:nvSpPr>
              <p:spPr>
                <a:xfrm>
                  <a:off x="5392528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1" name="pg1060">
                  <a:extLst>
                    <a:ext uri="{FF2B5EF4-FFF2-40B4-BE49-F238E27FC236}">
                      <a16:creationId xmlns:a16="http://schemas.microsoft.com/office/drawing/2014/main" id="{AB0BE28B-A87B-0C9C-DB28-7E6536A7DBB7}"/>
                    </a:ext>
                  </a:extLst>
                </p:cNvPr>
                <p:cNvSpPr/>
                <p:nvPr/>
              </p:nvSpPr>
              <p:spPr>
                <a:xfrm>
                  <a:off x="5404165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2" name="pg1061">
                  <a:extLst>
                    <a:ext uri="{FF2B5EF4-FFF2-40B4-BE49-F238E27FC236}">
                      <a16:creationId xmlns:a16="http://schemas.microsoft.com/office/drawing/2014/main" id="{DCF4DF8A-4DCD-FB38-6115-A2419A87AA08}"/>
                    </a:ext>
                  </a:extLst>
                </p:cNvPr>
                <p:cNvSpPr/>
                <p:nvPr/>
              </p:nvSpPr>
              <p:spPr>
                <a:xfrm>
                  <a:off x="5415803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3" name="pg1062">
                  <a:extLst>
                    <a:ext uri="{FF2B5EF4-FFF2-40B4-BE49-F238E27FC236}">
                      <a16:creationId xmlns:a16="http://schemas.microsoft.com/office/drawing/2014/main" id="{F8D0EB8C-87AF-4FDA-E78E-0B5ACC0CF976}"/>
                    </a:ext>
                  </a:extLst>
                </p:cNvPr>
                <p:cNvSpPr/>
                <p:nvPr/>
              </p:nvSpPr>
              <p:spPr>
                <a:xfrm>
                  <a:off x="5427440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4" name="pg1063">
                  <a:extLst>
                    <a:ext uri="{FF2B5EF4-FFF2-40B4-BE49-F238E27FC236}">
                      <a16:creationId xmlns:a16="http://schemas.microsoft.com/office/drawing/2014/main" id="{95A62DE6-56D5-9D11-CD93-AE1D1B69FA54}"/>
                    </a:ext>
                  </a:extLst>
                </p:cNvPr>
                <p:cNvSpPr/>
                <p:nvPr/>
              </p:nvSpPr>
              <p:spPr>
                <a:xfrm>
                  <a:off x="5439077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5" name="pg1064">
                  <a:extLst>
                    <a:ext uri="{FF2B5EF4-FFF2-40B4-BE49-F238E27FC236}">
                      <a16:creationId xmlns:a16="http://schemas.microsoft.com/office/drawing/2014/main" id="{F527C453-6B26-D33F-DF45-BC98C14FB54C}"/>
                    </a:ext>
                  </a:extLst>
                </p:cNvPr>
                <p:cNvSpPr/>
                <p:nvPr/>
              </p:nvSpPr>
              <p:spPr>
                <a:xfrm>
                  <a:off x="5450715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6" name="pg1065">
                  <a:extLst>
                    <a:ext uri="{FF2B5EF4-FFF2-40B4-BE49-F238E27FC236}">
                      <a16:creationId xmlns:a16="http://schemas.microsoft.com/office/drawing/2014/main" id="{3E0BBF73-0E39-AD1C-88BE-16FE6C31FB91}"/>
                    </a:ext>
                  </a:extLst>
                </p:cNvPr>
                <p:cNvSpPr/>
                <p:nvPr/>
              </p:nvSpPr>
              <p:spPr>
                <a:xfrm>
                  <a:off x="5462352" y="33227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7" name="pg1066">
                  <a:extLst>
                    <a:ext uri="{FF2B5EF4-FFF2-40B4-BE49-F238E27FC236}">
                      <a16:creationId xmlns:a16="http://schemas.microsoft.com/office/drawing/2014/main" id="{3D258297-D56D-811D-4B09-294B6F217335}"/>
                    </a:ext>
                  </a:extLst>
                </p:cNvPr>
                <p:cNvSpPr/>
                <p:nvPr/>
              </p:nvSpPr>
              <p:spPr>
                <a:xfrm>
                  <a:off x="5334341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8" name="pg1067">
                  <a:extLst>
                    <a:ext uri="{FF2B5EF4-FFF2-40B4-BE49-F238E27FC236}">
                      <a16:creationId xmlns:a16="http://schemas.microsoft.com/office/drawing/2014/main" id="{FA2E45E6-16A2-571E-28F2-08BDF2071F23}"/>
                    </a:ext>
                  </a:extLst>
                </p:cNvPr>
                <p:cNvSpPr/>
                <p:nvPr/>
              </p:nvSpPr>
              <p:spPr>
                <a:xfrm>
                  <a:off x="5345979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69" name="pg1068">
                  <a:extLst>
                    <a:ext uri="{FF2B5EF4-FFF2-40B4-BE49-F238E27FC236}">
                      <a16:creationId xmlns:a16="http://schemas.microsoft.com/office/drawing/2014/main" id="{BF0D07D2-3A49-C9FA-F6D1-55268475C63D}"/>
                    </a:ext>
                  </a:extLst>
                </p:cNvPr>
                <p:cNvSpPr/>
                <p:nvPr/>
              </p:nvSpPr>
              <p:spPr>
                <a:xfrm>
                  <a:off x="5357616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0" name="pg1069">
                  <a:extLst>
                    <a:ext uri="{FF2B5EF4-FFF2-40B4-BE49-F238E27FC236}">
                      <a16:creationId xmlns:a16="http://schemas.microsoft.com/office/drawing/2014/main" id="{5E710E32-C3A0-8B9D-6DAF-7E1290104A25}"/>
                    </a:ext>
                  </a:extLst>
                </p:cNvPr>
                <p:cNvSpPr/>
                <p:nvPr/>
              </p:nvSpPr>
              <p:spPr>
                <a:xfrm>
                  <a:off x="5369253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1" name="pg1070">
                  <a:extLst>
                    <a:ext uri="{FF2B5EF4-FFF2-40B4-BE49-F238E27FC236}">
                      <a16:creationId xmlns:a16="http://schemas.microsoft.com/office/drawing/2014/main" id="{6CD20D4E-3536-6728-D0B0-3C675B957C3A}"/>
                    </a:ext>
                  </a:extLst>
                </p:cNvPr>
                <p:cNvSpPr/>
                <p:nvPr/>
              </p:nvSpPr>
              <p:spPr>
                <a:xfrm>
                  <a:off x="5380891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2" name="pg1071">
                  <a:extLst>
                    <a:ext uri="{FF2B5EF4-FFF2-40B4-BE49-F238E27FC236}">
                      <a16:creationId xmlns:a16="http://schemas.microsoft.com/office/drawing/2014/main" id="{C6D8A445-D763-FCEB-BB97-25FB708DB284}"/>
                    </a:ext>
                  </a:extLst>
                </p:cNvPr>
                <p:cNvSpPr/>
                <p:nvPr/>
              </p:nvSpPr>
              <p:spPr>
                <a:xfrm>
                  <a:off x="5392528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3" name="pg1072">
                  <a:extLst>
                    <a:ext uri="{FF2B5EF4-FFF2-40B4-BE49-F238E27FC236}">
                      <a16:creationId xmlns:a16="http://schemas.microsoft.com/office/drawing/2014/main" id="{F6927B21-996F-B6BC-2600-E5FA94F3822F}"/>
                    </a:ext>
                  </a:extLst>
                </p:cNvPr>
                <p:cNvSpPr/>
                <p:nvPr/>
              </p:nvSpPr>
              <p:spPr>
                <a:xfrm>
                  <a:off x="5404165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4" name="pg1073">
                  <a:extLst>
                    <a:ext uri="{FF2B5EF4-FFF2-40B4-BE49-F238E27FC236}">
                      <a16:creationId xmlns:a16="http://schemas.microsoft.com/office/drawing/2014/main" id="{8D422641-BE59-AEC1-36B3-70666F8287EA}"/>
                    </a:ext>
                  </a:extLst>
                </p:cNvPr>
                <p:cNvSpPr/>
                <p:nvPr/>
              </p:nvSpPr>
              <p:spPr>
                <a:xfrm>
                  <a:off x="5415803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1A4">
                    <a:alpha val="100000"/>
                  </a:srgbClr>
                </a:solidFill>
                <a:ln w="5420" cap="flat">
                  <a:solidFill>
                    <a:srgbClr val="3A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5" name="pg1074">
                  <a:extLst>
                    <a:ext uri="{FF2B5EF4-FFF2-40B4-BE49-F238E27FC236}">
                      <a16:creationId xmlns:a16="http://schemas.microsoft.com/office/drawing/2014/main" id="{800DFA07-C7E1-B865-B04D-013EBFBDA2C7}"/>
                    </a:ext>
                  </a:extLst>
                </p:cNvPr>
                <p:cNvSpPr/>
                <p:nvPr/>
              </p:nvSpPr>
              <p:spPr>
                <a:xfrm>
                  <a:off x="5427440" y="333703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6" name="pg1075">
                  <a:extLst>
                    <a:ext uri="{FF2B5EF4-FFF2-40B4-BE49-F238E27FC236}">
                      <a16:creationId xmlns:a16="http://schemas.microsoft.com/office/drawing/2014/main" id="{8A621868-4C52-5C92-9CB8-D4A76EA33AA3}"/>
                    </a:ext>
                  </a:extLst>
                </p:cNvPr>
                <p:cNvSpPr/>
                <p:nvPr/>
              </p:nvSpPr>
              <p:spPr>
                <a:xfrm>
                  <a:off x="5322704" y="33513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7" name="pg1076">
                  <a:extLst>
                    <a:ext uri="{FF2B5EF4-FFF2-40B4-BE49-F238E27FC236}">
                      <a16:creationId xmlns:a16="http://schemas.microsoft.com/office/drawing/2014/main" id="{9F81D5D5-43F3-AFB1-C0FF-3DABD74F3F58}"/>
                    </a:ext>
                  </a:extLst>
                </p:cNvPr>
                <p:cNvSpPr/>
                <p:nvPr/>
              </p:nvSpPr>
              <p:spPr>
                <a:xfrm>
                  <a:off x="5334341" y="33513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8" name="pg1077">
                  <a:extLst>
                    <a:ext uri="{FF2B5EF4-FFF2-40B4-BE49-F238E27FC236}">
                      <a16:creationId xmlns:a16="http://schemas.microsoft.com/office/drawing/2014/main" id="{26AEE1A5-9CC9-AFB5-B538-5DA106867BA9}"/>
                    </a:ext>
                  </a:extLst>
                </p:cNvPr>
                <p:cNvSpPr/>
                <p:nvPr/>
              </p:nvSpPr>
              <p:spPr>
                <a:xfrm>
                  <a:off x="5345979" y="33513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79" name="pg1078">
                  <a:extLst>
                    <a:ext uri="{FF2B5EF4-FFF2-40B4-BE49-F238E27FC236}">
                      <a16:creationId xmlns:a16="http://schemas.microsoft.com/office/drawing/2014/main" id="{1D5CFE5A-B32B-637C-E7EF-8038F490EEEC}"/>
                    </a:ext>
                  </a:extLst>
                </p:cNvPr>
                <p:cNvSpPr/>
                <p:nvPr/>
              </p:nvSpPr>
              <p:spPr>
                <a:xfrm>
                  <a:off x="5357616" y="33513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0" name="pg1079">
                  <a:extLst>
                    <a:ext uri="{FF2B5EF4-FFF2-40B4-BE49-F238E27FC236}">
                      <a16:creationId xmlns:a16="http://schemas.microsoft.com/office/drawing/2014/main" id="{10690D05-095C-13CA-56C8-A84C14A4519D}"/>
                    </a:ext>
                  </a:extLst>
                </p:cNvPr>
                <p:cNvSpPr/>
                <p:nvPr/>
              </p:nvSpPr>
              <p:spPr>
                <a:xfrm>
                  <a:off x="5369253" y="33513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1" name="pg1080">
                  <a:extLst>
                    <a:ext uri="{FF2B5EF4-FFF2-40B4-BE49-F238E27FC236}">
                      <a16:creationId xmlns:a16="http://schemas.microsoft.com/office/drawing/2014/main" id="{EEE2B64D-AFAC-B6A9-1364-4ED7D662A762}"/>
                    </a:ext>
                  </a:extLst>
                </p:cNvPr>
                <p:cNvSpPr/>
                <p:nvPr/>
              </p:nvSpPr>
              <p:spPr>
                <a:xfrm>
                  <a:off x="5380891" y="33513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2" name="pg1081">
                  <a:extLst>
                    <a:ext uri="{FF2B5EF4-FFF2-40B4-BE49-F238E27FC236}">
                      <a16:creationId xmlns:a16="http://schemas.microsoft.com/office/drawing/2014/main" id="{A79495C3-371A-C28F-411F-C25BEE675635}"/>
                    </a:ext>
                  </a:extLst>
                </p:cNvPr>
                <p:cNvSpPr/>
                <p:nvPr/>
              </p:nvSpPr>
              <p:spPr>
                <a:xfrm>
                  <a:off x="5392528" y="33513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3" name="pg1082">
                  <a:extLst>
                    <a:ext uri="{FF2B5EF4-FFF2-40B4-BE49-F238E27FC236}">
                      <a16:creationId xmlns:a16="http://schemas.microsoft.com/office/drawing/2014/main" id="{4D01AEF3-B8CD-293A-C90C-3A7B1724DAE1}"/>
                    </a:ext>
                  </a:extLst>
                </p:cNvPr>
                <p:cNvSpPr/>
                <p:nvPr/>
              </p:nvSpPr>
              <p:spPr>
                <a:xfrm>
                  <a:off x="5404165" y="33513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4" name="pg1083">
                  <a:extLst>
                    <a:ext uri="{FF2B5EF4-FFF2-40B4-BE49-F238E27FC236}">
                      <a16:creationId xmlns:a16="http://schemas.microsoft.com/office/drawing/2014/main" id="{19194076-5B59-5096-F3FD-3963F812DEE7}"/>
                    </a:ext>
                  </a:extLst>
                </p:cNvPr>
                <p:cNvSpPr/>
                <p:nvPr/>
              </p:nvSpPr>
              <p:spPr>
                <a:xfrm>
                  <a:off x="5311067" y="33656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5" name="pg1084">
                  <a:extLst>
                    <a:ext uri="{FF2B5EF4-FFF2-40B4-BE49-F238E27FC236}">
                      <a16:creationId xmlns:a16="http://schemas.microsoft.com/office/drawing/2014/main" id="{A5E3A3E9-558F-00A4-AE09-493ADF1222C6}"/>
                    </a:ext>
                  </a:extLst>
                </p:cNvPr>
                <p:cNvSpPr/>
                <p:nvPr/>
              </p:nvSpPr>
              <p:spPr>
                <a:xfrm>
                  <a:off x="5322704" y="33656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6" name="pg1085">
                  <a:extLst>
                    <a:ext uri="{FF2B5EF4-FFF2-40B4-BE49-F238E27FC236}">
                      <a16:creationId xmlns:a16="http://schemas.microsoft.com/office/drawing/2014/main" id="{6A9BD940-CBF5-C189-708A-D09D7A25E77D}"/>
                    </a:ext>
                  </a:extLst>
                </p:cNvPr>
                <p:cNvSpPr/>
                <p:nvPr/>
              </p:nvSpPr>
              <p:spPr>
                <a:xfrm>
                  <a:off x="5334341" y="33656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7" name="pg1086">
                  <a:extLst>
                    <a:ext uri="{FF2B5EF4-FFF2-40B4-BE49-F238E27FC236}">
                      <a16:creationId xmlns:a16="http://schemas.microsoft.com/office/drawing/2014/main" id="{619B4A7B-6D23-FA6D-3AC5-88FF52708ACA}"/>
                    </a:ext>
                  </a:extLst>
                </p:cNvPr>
                <p:cNvSpPr/>
                <p:nvPr/>
              </p:nvSpPr>
              <p:spPr>
                <a:xfrm>
                  <a:off x="5345979" y="33656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8" name="pg1087">
                  <a:extLst>
                    <a:ext uri="{FF2B5EF4-FFF2-40B4-BE49-F238E27FC236}">
                      <a16:creationId xmlns:a16="http://schemas.microsoft.com/office/drawing/2014/main" id="{CD22E1EF-4CB0-7B57-D141-79D597FAB5F0}"/>
                    </a:ext>
                  </a:extLst>
                </p:cNvPr>
                <p:cNvSpPr/>
                <p:nvPr/>
              </p:nvSpPr>
              <p:spPr>
                <a:xfrm>
                  <a:off x="5357616" y="33656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89" name="pg1088">
                  <a:extLst>
                    <a:ext uri="{FF2B5EF4-FFF2-40B4-BE49-F238E27FC236}">
                      <a16:creationId xmlns:a16="http://schemas.microsoft.com/office/drawing/2014/main" id="{8F246A95-4A9C-F32D-3349-FD4318DA995A}"/>
                    </a:ext>
                  </a:extLst>
                </p:cNvPr>
                <p:cNvSpPr/>
                <p:nvPr/>
              </p:nvSpPr>
              <p:spPr>
                <a:xfrm>
                  <a:off x="5369253" y="33656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0" name="pg1089">
                  <a:extLst>
                    <a:ext uri="{FF2B5EF4-FFF2-40B4-BE49-F238E27FC236}">
                      <a16:creationId xmlns:a16="http://schemas.microsoft.com/office/drawing/2014/main" id="{6F340B01-8E3B-1C03-FC81-A9551A1DB82C}"/>
                    </a:ext>
                  </a:extLst>
                </p:cNvPr>
                <p:cNvSpPr/>
                <p:nvPr/>
              </p:nvSpPr>
              <p:spPr>
                <a:xfrm>
                  <a:off x="5380891" y="336563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1" name="pg1090">
                  <a:extLst>
                    <a:ext uri="{FF2B5EF4-FFF2-40B4-BE49-F238E27FC236}">
                      <a16:creationId xmlns:a16="http://schemas.microsoft.com/office/drawing/2014/main" id="{66463063-F5DB-5E2D-7156-96763410A5B7}"/>
                    </a:ext>
                  </a:extLst>
                </p:cNvPr>
                <p:cNvSpPr/>
                <p:nvPr/>
              </p:nvSpPr>
              <p:spPr>
                <a:xfrm>
                  <a:off x="5311067" y="337993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2" name="pg1091">
                  <a:extLst>
                    <a:ext uri="{FF2B5EF4-FFF2-40B4-BE49-F238E27FC236}">
                      <a16:creationId xmlns:a16="http://schemas.microsoft.com/office/drawing/2014/main" id="{5A0CEE35-32B4-1714-4863-0AD754361F73}"/>
                    </a:ext>
                  </a:extLst>
                </p:cNvPr>
                <p:cNvSpPr/>
                <p:nvPr/>
              </p:nvSpPr>
              <p:spPr>
                <a:xfrm>
                  <a:off x="5322704" y="337993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3" name="pg1092">
                  <a:extLst>
                    <a:ext uri="{FF2B5EF4-FFF2-40B4-BE49-F238E27FC236}">
                      <a16:creationId xmlns:a16="http://schemas.microsoft.com/office/drawing/2014/main" id="{18427B21-CD2E-B564-F532-F0DF9FD34BD0}"/>
                    </a:ext>
                  </a:extLst>
                </p:cNvPr>
                <p:cNvSpPr/>
                <p:nvPr/>
              </p:nvSpPr>
              <p:spPr>
                <a:xfrm>
                  <a:off x="5334341" y="337993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4" name="pg1093">
                  <a:extLst>
                    <a:ext uri="{FF2B5EF4-FFF2-40B4-BE49-F238E27FC236}">
                      <a16:creationId xmlns:a16="http://schemas.microsoft.com/office/drawing/2014/main" id="{CE9842EC-0738-7A42-9051-022E550360DD}"/>
                    </a:ext>
                  </a:extLst>
                </p:cNvPr>
                <p:cNvSpPr/>
                <p:nvPr/>
              </p:nvSpPr>
              <p:spPr>
                <a:xfrm>
                  <a:off x="5345979" y="337993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5" name="pg1094">
                  <a:extLst>
                    <a:ext uri="{FF2B5EF4-FFF2-40B4-BE49-F238E27FC236}">
                      <a16:creationId xmlns:a16="http://schemas.microsoft.com/office/drawing/2014/main" id="{B7C15084-D924-9E13-8BD2-BBFD733B0C65}"/>
                    </a:ext>
                  </a:extLst>
                </p:cNvPr>
                <p:cNvSpPr/>
                <p:nvPr/>
              </p:nvSpPr>
              <p:spPr>
                <a:xfrm>
                  <a:off x="5357616" y="337993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6" name="pg1095">
                  <a:extLst>
                    <a:ext uri="{FF2B5EF4-FFF2-40B4-BE49-F238E27FC236}">
                      <a16:creationId xmlns:a16="http://schemas.microsoft.com/office/drawing/2014/main" id="{42C09E41-9146-C9C6-B15F-F86FA7597E1E}"/>
                    </a:ext>
                  </a:extLst>
                </p:cNvPr>
                <p:cNvSpPr/>
                <p:nvPr/>
              </p:nvSpPr>
              <p:spPr>
                <a:xfrm>
                  <a:off x="5369253" y="337993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7" name="pg1096">
                  <a:extLst>
                    <a:ext uri="{FF2B5EF4-FFF2-40B4-BE49-F238E27FC236}">
                      <a16:creationId xmlns:a16="http://schemas.microsoft.com/office/drawing/2014/main" id="{5C71956B-B639-F53C-EF34-295E5919B00F}"/>
                    </a:ext>
                  </a:extLst>
                </p:cNvPr>
                <p:cNvSpPr/>
                <p:nvPr/>
              </p:nvSpPr>
              <p:spPr>
                <a:xfrm>
                  <a:off x="5380891" y="337993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8" name="pg1097">
                  <a:extLst>
                    <a:ext uri="{FF2B5EF4-FFF2-40B4-BE49-F238E27FC236}">
                      <a16:creationId xmlns:a16="http://schemas.microsoft.com/office/drawing/2014/main" id="{AE317022-5BEB-9EFA-EC20-B0A53586F7A4}"/>
                    </a:ext>
                  </a:extLst>
                </p:cNvPr>
                <p:cNvSpPr/>
                <p:nvPr/>
              </p:nvSpPr>
              <p:spPr>
                <a:xfrm>
                  <a:off x="5311067" y="33942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499" name="pg1098">
                  <a:extLst>
                    <a:ext uri="{FF2B5EF4-FFF2-40B4-BE49-F238E27FC236}">
                      <a16:creationId xmlns:a16="http://schemas.microsoft.com/office/drawing/2014/main" id="{EE3B0504-EAB3-E346-ADF5-C2BD2E6FBE31}"/>
                    </a:ext>
                  </a:extLst>
                </p:cNvPr>
                <p:cNvSpPr/>
                <p:nvPr/>
              </p:nvSpPr>
              <p:spPr>
                <a:xfrm>
                  <a:off x="5322704" y="33942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0" name="pg1099">
                  <a:extLst>
                    <a:ext uri="{FF2B5EF4-FFF2-40B4-BE49-F238E27FC236}">
                      <a16:creationId xmlns:a16="http://schemas.microsoft.com/office/drawing/2014/main" id="{53AB1119-45C8-BA27-119C-249360CABAC1}"/>
                    </a:ext>
                  </a:extLst>
                </p:cNvPr>
                <p:cNvSpPr/>
                <p:nvPr/>
              </p:nvSpPr>
              <p:spPr>
                <a:xfrm>
                  <a:off x="5334341" y="33942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1" name="pg1100">
                  <a:extLst>
                    <a:ext uri="{FF2B5EF4-FFF2-40B4-BE49-F238E27FC236}">
                      <a16:creationId xmlns:a16="http://schemas.microsoft.com/office/drawing/2014/main" id="{5CC57852-F01F-847F-1F72-2726683580C8}"/>
                    </a:ext>
                  </a:extLst>
                </p:cNvPr>
                <p:cNvSpPr/>
                <p:nvPr/>
              </p:nvSpPr>
              <p:spPr>
                <a:xfrm>
                  <a:off x="5345979" y="33942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2" name="pg1101">
                  <a:extLst>
                    <a:ext uri="{FF2B5EF4-FFF2-40B4-BE49-F238E27FC236}">
                      <a16:creationId xmlns:a16="http://schemas.microsoft.com/office/drawing/2014/main" id="{04ED7BBE-C232-BB28-AF5F-D2ABD721FD91}"/>
                    </a:ext>
                  </a:extLst>
                </p:cNvPr>
                <p:cNvSpPr/>
                <p:nvPr/>
              </p:nvSpPr>
              <p:spPr>
                <a:xfrm>
                  <a:off x="5357616" y="33942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3" name="pg1102">
                  <a:extLst>
                    <a:ext uri="{FF2B5EF4-FFF2-40B4-BE49-F238E27FC236}">
                      <a16:creationId xmlns:a16="http://schemas.microsoft.com/office/drawing/2014/main" id="{7EE4519D-E053-39EF-D53E-F31DC08E446C}"/>
                    </a:ext>
                  </a:extLst>
                </p:cNvPr>
                <p:cNvSpPr/>
                <p:nvPr/>
              </p:nvSpPr>
              <p:spPr>
                <a:xfrm>
                  <a:off x="5369253" y="33942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4" name="pg1103">
                  <a:extLst>
                    <a:ext uri="{FF2B5EF4-FFF2-40B4-BE49-F238E27FC236}">
                      <a16:creationId xmlns:a16="http://schemas.microsoft.com/office/drawing/2014/main" id="{23FAF944-95EE-AC15-F3E2-D9C4333693E4}"/>
                    </a:ext>
                  </a:extLst>
                </p:cNvPr>
                <p:cNvSpPr/>
                <p:nvPr/>
              </p:nvSpPr>
              <p:spPr>
                <a:xfrm>
                  <a:off x="5380891" y="33942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5" name="pg1104">
                  <a:extLst>
                    <a:ext uri="{FF2B5EF4-FFF2-40B4-BE49-F238E27FC236}">
                      <a16:creationId xmlns:a16="http://schemas.microsoft.com/office/drawing/2014/main" id="{00A6BB68-FD30-B2E8-3479-C9F02F9917CC}"/>
                    </a:ext>
                  </a:extLst>
                </p:cNvPr>
                <p:cNvSpPr/>
                <p:nvPr/>
              </p:nvSpPr>
              <p:spPr>
                <a:xfrm>
                  <a:off x="5311067" y="34085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6" name="pg1105">
                  <a:extLst>
                    <a:ext uri="{FF2B5EF4-FFF2-40B4-BE49-F238E27FC236}">
                      <a16:creationId xmlns:a16="http://schemas.microsoft.com/office/drawing/2014/main" id="{23F6A366-689B-18A1-BF57-4B2698787CFB}"/>
                    </a:ext>
                  </a:extLst>
                </p:cNvPr>
                <p:cNvSpPr/>
                <p:nvPr/>
              </p:nvSpPr>
              <p:spPr>
                <a:xfrm>
                  <a:off x="5322704" y="34085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7" name="pg1106">
                  <a:extLst>
                    <a:ext uri="{FF2B5EF4-FFF2-40B4-BE49-F238E27FC236}">
                      <a16:creationId xmlns:a16="http://schemas.microsoft.com/office/drawing/2014/main" id="{DE3F9C0B-CA2C-4F29-724F-1D7CAE8BBC73}"/>
                    </a:ext>
                  </a:extLst>
                </p:cNvPr>
                <p:cNvSpPr/>
                <p:nvPr/>
              </p:nvSpPr>
              <p:spPr>
                <a:xfrm>
                  <a:off x="5334341" y="34085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8" name="pg1107">
                  <a:extLst>
                    <a:ext uri="{FF2B5EF4-FFF2-40B4-BE49-F238E27FC236}">
                      <a16:creationId xmlns:a16="http://schemas.microsoft.com/office/drawing/2014/main" id="{35942FEF-25E2-CB65-8CAA-0B15608BF0B6}"/>
                    </a:ext>
                  </a:extLst>
                </p:cNvPr>
                <p:cNvSpPr/>
                <p:nvPr/>
              </p:nvSpPr>
              <p:spPr>
                <a:xfrm>
                  <a:off x="5345979" y="34085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09" name="pg1108">
                  <a:extLst>
                    <a:ext uri="{FF2B5EF4-FFF2-40B4-BE49-F238E27FC236}">
                      <a16:creationId xmlns:a16="http://schemas.microsoft.com/office/drawing/2014/main" id="{4FE5C0B9-3EB7-4B40-BB24-200458F31340}"/>
                    </a:ext>
                  </a:extLst>
                </p:cNvPr>
                <p:cNvSpPr/>
                <p:nvPr/>
              </p:nvSpPr>
              <p:spPr>
                <a:xfrm>
                  <a:off x="5357616" y="34085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0" name="pg1109">
                  <a:extLst>
                    <a:ext uri="{FF2B5EF4-FFF2-40B4-BE49-F238E27FC236}">
                      <a16:creationId xmlns:a16="http://schemas.microsoft.com/office/drawing/2014/main" id="{3645CB45-564C-5F09-F6DC-7810595E47DA}"/>
                    </a:ext>
                  </a:extLst>
                </p:cNvPr>
                <p:cNvSpPr/>
                <p:nvPr/>
              </p:nvSpPr>
              <p:spPr>
                <a:xfrm>
                  <a:off x="5369253" y="34085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1" name="pg1110">
                  <a:extLst>
                    <a:ext uri="{FF2B5EF4-FFF2-40B4-BE49-F238E27FC236}">
                      <a16:creationId xmlns:a16="http://schemas.microsoft.com/office/drawing/2014/main" id="{B2792713-4FB7-A201-7941-90316FC31A02}"/>
                    </a:ext>
                  </a:extLst>
                </p:cNvPr>
                <p:cNvSpPr/>
                <p:nvPr/>
              </p:nvSpPr>
              <p:spPr>
                <a:xfrm>
                  <a:off x="5380891" y="340854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2" name="pg1111">
                  <a:extLst>
                    <a:ext uri="{FF2B5EF4-FFF2-40B4-BE49-F238E27FC236}">
                      <a16:creationId xmlns:a16="http://schemas.microsoft.com/office/drawing/2014/main" id="{4CEDC31E-1329-2F5B-19DD-107EC5B1D0D7}"/>
                    </a:ext>
                  </a:extLst>
                </p:cNvPr>
                <p:cNvSpPr/>
                <p:nvPr/>
              </p:nvSpPr>
              <p:spPr>
                <a:xfrm>
                  <a:off x="5241243" y="34228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3" name="pg1112">
                  <a:extLst>
                    <a:ext uri="{FF2B5EF4-FFF2-40B4-BE49-F238E27FC236}">
                      <a16:creationId xmlns:a16="http://schemas.microsoft.com/office/drawing/2014/main" id="{4D1E1E43-0737-B082-CC11-6EAE930EF8EA}"/>
                    </a:ext>
                  </a:extLst>
                </p:cNvPr>
                <p:cNvSpPr/>
                <p:nvPr/>
              </p:nvSpPr>
              <p:spPr>
                <a:xfrm>
                  <a:off x="5252880" y="34228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4" name="pg1113">
                  <a:extLst>
                    <a:ext uri="{FF2B5EF4-FFF2-40B4-BE49-F238E27FC236}">
                      <a16:creationId xmlns:a16="http://schemas.microsoft.com/office/drawing/2014/main" id="{5A96984B-A222-8C44-75EC-80895C659415}"/>
                    </a:ext>
                  </a:extLst>
                </p:cNvPr>
                <p:cNvSpPr/>
                <p:nvPr/>
              </p:nvSpPr>
              <p:spPr>
                <a:xfrm>
                  <a:off x="5334341" y="34228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2AB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5" name="pg1114">
                  <a:extLst>
                    <a:ext uri="{FF2B5EF4-FFF2-40B4-BE49-F238E27FC236}">
                      <a16:creationId xmlns:a16="http://schemas.microsoft.com/office/drawing/2014/main" id="{70070A49-F6CA-078D-6DDC-A51026451047}"/>
                    </a:ext>
                  </a:extLst>
                </p:cNvPr>
                <p:cNvSpPr/>
                <p:nvPr/>
              </p:nvSpPr>
              <p:spPr>
                <a:xfrm>
                  <a:off x="5345979" y="34228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6" name="pg1115">
                  <a:extLst>
                    <a:ext uri="{FF2B5EF4-FFF2-40B4-BE49-F238E27FC236}">
                      <a16:creationId xmlns:a16="http://schemas.microsoft.com/office/drawing/2014/main" id="{68F7B262-B31E-F45E-8BF8-4DC4BDC07073}"/>
                    </a:ext>
                  </a:extLst>
                </p:cNvPr>
                <p:cNvSpPr/>
                <p:nvPr/>
              </p:nvSpPr>
              <p:spPr>
                <a:xfrm>
                  <a:off x="5357616" y="34228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7" name="pg1116">
                  <a:extLst>
                    <a:ext uri="{FF2B5EF4-FFF2-40B4-BE49-F238E27FC236}">
                      <a16:creationId xmlns:a16="http://schemas.microsoft.com/office/drawing/2014/main" id="{8043DF69-190D-B15F-C408-BDA06F2D8A1D}"/>
                    </a:ext>
                  </a:extLst>
                </p:cNvPr>
                <p:cNvSpPr/>
                <p:nvPr/>
              </p:nvSpPr>
              <p:spPr>
                <a:xfrm>
                  <a:off x="5369253" y="34228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8" name="pg1117">
                  <a:extLst>
                    <a:ext uri="{FF2B5EF4-FFF2-40B4-BE49-F238E27FC236}">
                      <a16:creationId xmlns:a16="http://schemas.microsoft.com/office/drawing/2014/main" id="{720EA1EB-3F9D-6BB9-F57F-575B53D26E6D}"/>
                    </a:ext>
                  </a:extLst>
                </p:cNvPr>
                <p:cNvSpPr/>
                <p:nvPr/>
              </p:nvSpPr>
              <p:spPr>
                <a:xfrm>
                  <a:off x="5380891" y="34228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19" name="pg1118">
                  <a:extLst>
                    <a:ext uri="{FF2B5EF4-FFF2-40B4-BE49-F238E27FC236}">
                      <a16:creationId xmlns:a16="http://schemas.microsoft.com/office/drawing/2014/main" id="{5CB5A334-32C0-4948-5910-FBD417DBC510}"/>
                    </a:ext>
                  </a:extLst>
                </p:cNvPr>
                <p:cNvSpPr/>
                <p:nvPr/>
              </p:nvSpPr>
              <p:spPr>
                <a:xfrm>
                  <a:off x="5217968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0" name="pg1119">
                  <a:extLst>
                    <a:ext uri="{FF2B5EF4-FFF2-40B4-BE49-F238E27FC236}">
                      <a16:creationId xmlns:a16="http://schemas.microsoft.com/office/drawing/2014/main" id="{BC0E8C8C-0AC1-D59B-8A12-03D46AED9706}"/>
                    </a:ext>
                  </a:extLst>
                </p:cNvPr>
                <p:cNvSpPr/>
                <p:nvPr/>
              </p:nvSpPr>
              <p:spPr>
                <a:xfrm>
                  <a:off x="5229605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1" name="pg1120">
                  <a:extLst>
                    <a:ext uri="{FF2B5EF4-FFF2-40B4-BE49-F238E27FC236}">
                      <a16:creationId xmlns:a16="http://schemas.microsoft.com/office/drawing/2014/main" id="{788FA283-BED4-5B46-0731-079D50D46484}"/>
                    </a:ext>
                  </a:extLst>
                </p:cNvPr>
                <p:cNvSpPr/>
                <p:nvPr/>
              </p:nvSpPr>
              <p:spPr>
                <a:xfrm>
                  <a:off x="5241243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2" name="pg1121">
                  <a:extLst>
                    <a:ext uri="{FF2B5EF4-FFF2-40B4-BE49-F238E27FC236}">
                      <a16:creationId xmlns:a16="http://schemas.microsoft.com/office/drawing/2014/main" id="{77353661-CF2D-B9BD-12FD-F8AEA62EF894}"/>
                    </a:ext>
                  </a:extLst>
                </p:cNvPr>
                <p:cNvSpPr/>
                <p:nvPr/>
              </p:nvSpPr>
              <p:spPr>
                <a:xfrm>
                  <a:off x="5252880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3" name="pg1122">
                  <a:extLst>
                    <a:ext uri="{FF2B5EF4-FFF2-40B4-BE49-F238E27FC236}">
                      <a16:creationId xmlns:a16="http://schemas.microsoft.com/office/drawing/2014/main" id="{3A74251F-9C3D-D3C5-2237-668EBE4625EF}"/>
                    </a:ext>
                  </a:extLst>
                </p:cNvPr>
                <p:cNvSpPr/>
                <p:nvPr/>
              </p:nvSpPr>
              <p:spPr>
                <a:xfrm>
                  <a:off x="5264517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4" name="pg1123">
                  <a:extLst>
                    <a:ext uri="{FF2B5EF4-FFF2-40B4-BE49-F238E27FC236}">
                      <a16:creationId xmlns:a16="http://schemas.microsoft.com/office/drawing/2014/main" id="{B5A00264-E23D-FA83-9F83-BDA433A53A9A}"/>
                    </a:ext>
                  </a:extLst>
                </p:cNvPr>
                <p:cNvSpPr/>
                <p:nvPr/>
              </p:nvSpPr>
              <p:spPr>
                <a:xfrm>
                  <a:off x="5334341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5" name="pg1124">
                  <a:extLst>
                    <a:ext uri="{FF2B5EF4-FFF2-40B4-BE49-F238E27FC236}">
                      <a16:creationId xmlns:a16="http://schemas.microsoft.com/office/drawing/2014/main" id="{05447CF1-5604-170D-8DA9-0D68E25D89B9}"/>
                    </a:ext>
                  </a:extLst>
                </p:cNvPr>
                <p:cNvSpPr/>
                <p:nvPr/>
              </p:nvSpPr>
              <p:spPr>
                <a:xfrm>
                  <a:off x="5345979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6" name="pg1125">
                  <a:extLst>
                    <a:ext uri="{FF2B5EF4-FFF2-40B4-BE49-F238E27FC236}">
                      <a16:creationId xmlns:a16="http://schemas.microsoft.com/office/drawing/2014/main" id="{11F8629C-3250-BB34-EBC4-DB2DEACBC1F9}"/>
                    </a:ext>
                  </a:extLst>
                </p:cNvPr>
                <p:cNvSpPr/>
                <p:nvPr/>
              </p:nvSpPr>
              <p:spPr>
                <a:xfrm>
                  <a:off x="5357616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7" name="pg1126">
                  <a:extLst>
                    <a:ext uri="{FF2B5EF4-FFF2-40B4-BE49-F238E27FC236}">
                      <a16:creationId xmlns:a16="http://schemas.microsoft.com/office/drawing/2014/main" id="{80CF7FDF-9070-1CBA-A77B-809A237E5EC8}"/>
                    </a:ext>
                  </a:extLst>
                </p:cNvPr>
                <p:cNvSpPr/>
                <p:nvPr/>
              </p:nvSpPr>
              <p:spPr>
                <a:xfrm>
                  <a:off x="5369253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8" name="pg1127">
                  <a:extLst>
                    <a:ext uri="{FF2B5EF4-FFF2-40B4-BE49-F238E27FC236}">
                      <a16:creationId xmlns:a16="http://schemas.microsoft.com/office/drawing/2014/main" id="{A947EC78-B2EC-ED48-A55C-18325773FE13}"/>
                    </a:ext>
                  </a:extLst>
                </p:cNvPr>
                <p:cNvSpPr/>
                <p:nvPr/>
              </p:nvSpPr>
              <p:spPr>
                <a:xfrm>
                  <a:off x="5380891" y="343714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29" name="pg1128">
                  <a:extLst>
                    <a:ext uri="{FF2B5EF4-FFF2-40B4-BE49-F238E27FC236}">
                      <a16:creationId xmlns:a16="http://schemas.microsoft.com/office/drawing/2014/main" id="{1B97FD09-D96C-E7B8-93BC-F73CBE8AED4B}"/>
                    </a:ext>
                  </a:extLst>
                </p:cNvPr>
                <p:cNvSpPr/>
                <p:nvPr/>
              </p:nvSpPr>
              <p:spPr>
                <a:xfrm>
                  <a:off x="5194693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0" name="pg1129">
                  <a:extLst>
                    <a:ext uri="{FF2B5EF4-FFF2-40B4-BE49-F238E27FC236}">
                      <a16:creationId xmlns:a16="http://schemas.microsoft.com/office/drawing/2014/main" id="{145A601F-DF22-FC57-0AC7-5EBFA69F3261}"/>
                    </a:ext>
                  </a:extLst>
                </p:cNvPr>
                <p:cNvSpPr/>
                <p:nvPr/>
              </p:nvSpPr>
              <p:spPr>
                <a:xfrm>
                  <a:off x="5206331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1" name="pg1130">
                  <a:extLst>
                    <a:ext uri="{FF2B5EF4-FFF2-40B4-BE49-F238E27FC236}">
                      <a16:creationId xmlns:a16="http://schemas.microsoft.com/office/drawing/2014/main" id="{65DDE1DE-8CA8-B993-EBF7-D948F45F5154}"/>
                    </a:ext>
                  </a:extLst>
                </p:cNvPr>
                <p:cNvSpPr/>
                <p:nvPr/>
              </p:nvSpPr>
              <p:spPr>
                <a:xfrm>
                  <a:off x="5217968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AF">
                    <a:alpha val="100000"/>
                  </a:srgbClr>
                </a:solidFill>
                <a:ln w="5420" cap="flat">
                  <a:solidFill>
                    <a:srgbClr val="6AD1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2" name="pg1131">
                  <a:extLst>
                    <a:ext uri="{FF2B5EF4-FFF2-40B4-BE49-F238E27FC236}">
                      <a16:creationId xmlns:a16="http://schemas.microsoft.com/office/drawing/2014/main" id="{2C6176EC-AF55-07FD-2E80-5E21E15F78A1}"/>
                    </a:ext>
                  </a:extLst>
                </p:cNvPr>
                <p:cNvSpPr/>
                <p:nvPr/>
              </p:nvSpPr>
              <p:spPr>
                <a:xfrm>
                  <a:off x="5229605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3" name="pg1132">
                  <a:extLst>
                    <a:ext uri="{FF2B5EF4-FFF2-40B4-BE49-F238E27FC236}">
                      <a16:creationId xmlns:a16="http://schemas.microsoft.com/office/drawing/2014/main" id="{AB0E4A50-7D83-3100-1A21-CE62AE963D9D}"/>
                    </a:ext>
                  </a:extLst>
                </p:cNvPr>
                <p:cNvSpPr/>
                <p:nvPr/>
              </p:nvSpPr>
              <p:spPr>
                <a:xfrm>
                  <a:off x="5241243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4" name="pg1133">
                  <a:extLst>
                    <a:ext uri="{FF2B5EF4-FFF2-40B4-BE49-F238E27FC236}">
                      <a16:creationId xmlns:a16="http://schemas.microsoft.com/office/drawing/2014/main" id="{612C6A03-0EEA-C589-FDA8-F6287C346FA9}"/>
                    </a:ext>
                  </a:extLst>
                </p:cNvPr>
                <p:cNvSpPr/>
                <p:nvPr/>
              </p:nvSpPr>
              <p:spPr>
                <a:xfrm>
                  <a:off x="5252880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5" name="pg1134">
                  <a:extLst>
                    <a:ext uri="{FF2B5EF4-FFF2-40B4-BE49-F238E27FC236}">
                      <a16:creationId xmlns:a16="http://schemas.microsoft.com/office/drawing/2014/main" id="{A41A2074-943C-9E0D-6361-53F81941637C}"/>
                    </a:ext>
                  </a:extLst>
                </p:cNvPr>
                <p:cNvSpPr/>
                <p:nvPr/>
              </p:nvSpPr>
              <p:spPr>
                <a:xfrm>
                  <a:off x="5264517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6" name="pg1135">
                  <a:extLst>
                    <a:ext uri="{FF2B5EF4-FFF2-40B4-BE49-F238E27FC236}">
                      <a16:creationId xmlns:a16="http://schemas.microsoft.com/office/drawing/2014/main" id="{F45D0501-DC01-89C0-9C40-73CA9E066DF0}"/>
                    </a:ext>
                  </a:extLst>
                </p:cNvPr>
                <p:cNvSpPr/>
                <p:nvPr/>
              </p:nvSpPr>
              <p:spPr>
                <a:xfrm>
                  <a:off x="5322704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7" name="pg1136">
                  <a:extLst>
                    <a:ext uri="{FF2B5EF4-FFF2-40B4-BE49-F238E27FC236}">
                      <a16:creationId xmlns:a16="http://schemas.microsoft.com/office/drawing/2014/main" id="{103B236F-F724-D1E3-C7DC-EED22934C792}"/>
                    </a:ext>
                  </a:extLst>
                </p:cNvPr>
                <p:cNvSpPr/>
                <p:nvPr/>
              </p:nvSpPr>
              <p:spPr>
                <a:xfrm>
                  <a:off x="5334341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8" name="pg1137">
                  <a:extLst>
                    <a:ext uri="{FF2B5EF4-FFF2-40B4-BE49-F238E27FC236}">
                      <a16:creationId xmlns:a16="http://schemas.microsoft.com/office/drawing/2014/main" id="{A42BDD7B-4E44-CACE-3A94-D08DC54FFFA6}"/>
                    </a:ext>
                  </a:extLst>
                </p:cNvPr>
                <p:cNvSpPr/>
                <p:nvPr/>
              </p:nvSpPr>
              <p:spPr>
                <a:xfrm>
                  <a:off x="5345979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7AB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39" name="pg1138">
                  <a:extLst>
                    <a:ext uri="{FF2B5EF4-FFF2-40B4-BE49-F238E27FC236}">
                      <a16:creationId xmlns:a16="http://schemas.microsoft.com/office/drawing/2014/main" id="{72D11B04-54B5-212B-FB1E-BB6B6E36C4ED}"/>
                    </a:ext>
                  </a:extLst>
                </p:cNvPr>
                <p:cNvSpPr/>
                <p:nvPr/>
              </p:nvSpPr>
              <p:spPr>
                <a:xfrm>
                  <a:off x="5357616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4F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0" name="pg1139">
                  <a:extLst>
                    <a:ext uri="{FF2B5EF4-FFF2-40B4-BE49-F238E27FC236}">
                      <a16:creationId xmlns:a16="http://schemas.microsoft.com/office/drawing/2014/main" id="{B39BA2AE-7923-02F3-76D9-F4CDDC20411F}"/>
                    </a:ext>
                  </a:extLst>
                </p:cNvPr>
                <p:cNvSpPr/>
                <p:nvPr/>
              </p:nvSpPr>
              <p:spPr>
                <a:xfrm>
                  <a:off x="5369253" y="345144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1" name="pg1140">
                  <a:extLst>
                    <a:ext uri="{FF2B5EF4-FFF2-40B4-BE49-F238E27FC236}">
                      <a16:creationId xmlns:a16="http://schemas.microsoft.com/office/drawing/2014/main" id="{299D5210-2642-D1FF-12D6-34010076BE19}"/>
                    </a:ext>
                  </a:extLst>
                </p:cNvPr>
                <p:cNvSpPr/>
                <p:nvPr/>
              </p:nvSpPr>
              <p:spPr>
                <a:xfrm>
                  <a:off x="5183056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2" name="pg1141">
                  <a:extLst>
                    <a:ext uri="{FF2B5EF4-FFF2-40B4-BE49-F238E27FC236}">
                      <a16:creationId xmlns:a16="http://schemas.microsoft.com/office/drawing/2014/main" id="{CE189EB1-E815-C2DB-3C2E-D59092186A41}"/>
                    </a:ext>
                  </a:extLst>
                </p:cNvPr>
                <p:cNvSpPr/>
                <p:nvPr/>
              </p:nvSpPr>
              <p:spPr>
                <a:xfrm>
                  <a:off x="5194693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3" name="pg1142">
                  <a:extLst>
                    <a:ext uri="{FF2B5EF4-FFF2-40B4-BE49-F238E27FC236}">
                      <a16:creationId xmlns:a16="http://schemas.microsoft.com/office/drawing/2014/main" id="{1E1A2DDD-315B-5E5B-1C28-A1A19D245E1D}"/>
                    </a:ext>
                  </a:extLst>
                </p:cNvPr>
                <p:cNvSpPr/>
                <p:nvPr/>
              </p:nvSpPr>
              <p:spPr>
                <a:xfrm>
                  <a:off x="5206331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4" name="pg1143">
                  <a:extLst>
                    <a:ext uri="{FF2B5EF4-FFF2-40B4-BE49-F238E27FC236}">
                      <a16:creationId xmlns:a16="http://schemas.microsoft.com/office/drawing/2014/main" id="{342132CD-45C2-61B7-5232-5A9F96C0285B}"/>
                    </a:ext>
                  </a:extLst>
                </p:cNvPr>
                <p:cNvSpPr/>
                <p:nvPr/>
              </p:nvSpPr>
              <p:spPr>
                <a:xfrm>
                  <a:off x="5217968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5" name="pg1144">
                  <a:extLst>
                    <a:ext uri="{FF2B5EF4-FFF2-40B4-BE49-F238E27FC236}">
                      <a16:creationId xmlns:a16="http://schemas.microsoft.com/office/drawing/2014/main" id="{D00CDD3D-6E06-1629-67DF-DE19E5F31C8B}"/>
                    </a:ext>
                  </a:extLst>
                </p:cNvPr>
                <p:cNvSpPr/>
                <p:nvPr/>
              </p:nvSpPr>
              <p:spPr>
                <a:xfrm>
                  <a:off x="5229605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6" name="pg1145">
                  <a:extLst>
                    <a:ext uri="{FF2B5EF4-FFF2-40B4-BE49-F238E27FC236}">
                      <a16:creationId xmlns:a16="http://schemas.microsoft.com/office/drawing/2014/main" id="{4873E168-3397-0CD2-0723-39383B4890D5}"/>
                    </a:ext>
                  </a:extLst>
                </p:cNvPr>
                <p:cNvSpPr/>
                <p:nvPr/>
              </p:nvSpPr>
              <p:spPr>
                <a:xfrm>
                  <a:off x="5241243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7" name="pg1146">
                  <a:extLst>
                    <a:ext uri="{FF2B5EF4-FFF2-40B4-BE49-F238E27FC236}">
                      <a16:creationId xmlns:a16="http://schemas.microsoft.com/office/drawing/2014/main" id="{B4D7FE8E-B9D7-6479-CB72-66AD7368A4B8}"/>
                    </a:ext>
                  </a:extLst>
                </p:cNvPr>
                <p:cNvSpPr/>
                <p:nvPr/>
              </p:nvSpPr>
              <p:spPr>
                <a:xfrm>
                  <a:off x="5252880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8" name="pg1147">
                  <a:extLst>
                    <a:ext uri="{FF2B5EF4-FFF2-40B4-BE49-F238E27FC236}">
                      <a16:creationId xmlns:a16="http://schemas.microsoft.com/office/drawing/2014/main" id="{D3B4E644-1E12-6573-8E51-E1E2DA06593F}"/>
                    </a:ext>
                  </a:extLst>
                </p:cNvPr>
                <p:cNvSpPr/>
                <p:nvPr/>
              </p:nvSpPr>
              <p:spPr>
                <a:xfrm>
                  <a:off x="5264517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49" name="pg1148">
                  <a:extLst>
                    <a:ext uri="{FF2B5EF4-FFF2-40B4-BE49-F238E27FC236}">
                      <a16:creationId xmlns:a16="http://schemas.microsoft.com/office/drawing/2014/main" id="{70531849-CDD6-D465-641A-4B376E8BBBFF}"/>
                    </a:ext>
                  </a:extLst>
                </p:cNvPr>
                <p:cNvSpPr/>
                <p:nvPr/>
              </p:nvSpPr>
              <p:spPr>
                <a:xfrm>
                  <a:off x="5322704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0" name="pg1149">
                  <a:extLst>
                    <a:ext uri="{FF2B5EF4-FFF2-40B4-BE49-F238E27FC236}">
                      <a16:creationId xmlns:a16="http://schemas.microsoft.com/office/drawing/2014/main" id="{1DBC1C5D-FDED-B9A8-E27B-4B768C9AA7F3}"/>
                    </a:ext>
                  </a:extLst>
                </p:cNvPr>
                <p:cNvSpPr/>
                <p:nvPr/>
              </p:nvSpPr>
              <p:spPr>
                <a:xfrm>
                  <a:off x="5334341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1" name="pg1150">
                  <a:extLst>
                    <a:ext uri="{FF2B5EF4-FFF2-40B4-BE49-F238E27FC236}">
                      <a16:creationId xmlns:a16="http://schemas.microsoft.com/office/drawing/2014/main" id="{71E23F36-5BF5-DE28-8CD0-A7FE7F24AD51}"/>
                    </a:ext>
                  </a:extLst>
                </p:cNvPr>
                <p:cNvSpPr/>
                <p:nvPr/>
              </p:nvSpPr>
              <p:spPr>
                <a:xfrm>
                  <a:off x="5345979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2" name="pg1151">
                  <a:extLst>
                    <a:ext uri="{FF2B5EF4-FFF2-40B4-BE49-F238E27FC236}">
                      <a16:creationId xmlns:a16="http://schemas.microsoft.com/office/drawing/2014/main" id="{0905D427-78BD-E747-DFA7-96CEE840EA00}"/>
                    </a:ext>
                  </a:extLst>
                </p:cNvPr>
                <p:cNvSpPr/>
                <p:nvPr/>
              </p:nvSpPr>
              <p:spPr>
                <a:xfrm>
                  <a:off x="5357616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8AB">
                    <a:alpha val="100000"/>
                  </a:srgbClr>
                </a:solidFill>
                <a:ln w="5420" cap="flat">
                  <a:solidFill>
                    <a:srgbClr val="52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3" name="pg1152">
                  <a:extLst>
                    <a:ext uri="{FF2B5EF4-FFF2-40B4-BE49-F238E27FC236}">
                      <a16:creationId xmlns:a16="http://schemas.microsoft.com/office/drawing/2014/main" id="{158A533B-31F9-C640-18EB-DAD9F930E684}"/>
                    </a:ext>
                  </a:extLst>
                </p:cNvPr>
                <p:cNvSpPr/>
                <p:nvPr/>
              </p:nvSpPr>
              <p:spPr>
                <a:xfrm>
                  <a:off x="5369253" y="34657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4" name="pg1153">
                  <a:extLst>
                    <a:ext uri="{FF2B5EF4-FFF2-40B4-BE49-F238E27FC236}">
                      <a16:creationId xmlns:a16="http://schemas.microsoft.com/office/drawing/2014/main" id="{945CB172-3F06-25E7-CC8E-98789E3F3600}"/>
                    </a:ext>
                  </a:extLst>
                </p:cNvPr>
                <p:cNvSpPr/>
                <p:nvPr/>
              </p:nvSpPr>
              <p:spPr>
                <a:xfrm>
                  <a:off x="5124869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4B4">
                    <a:alpha val="100000"/>
                  </a:srgbClr>
                </a:solidFill>
                <a:ln w="5420" cap="flat">
                  <a:solidFill>
                    <a:srgbClr val="74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5" name="pg1154">
                  <a:extLst>
                    <a:ext uri="{FF2B5EF4-FFF2-40B4-BE49-F238E27FC236}">
                      <a16:creationId xmlns:a16="http://schemas.microsoft.com/office/drawing/2014/main" id="{4F1BECCB-4F0C-A96D-75B3-4F372F617B85}"/>
                    </a:ext>
                  </a:extLst>
                </p:cNvPr>
                <p:cNvSpPr/>
                <p:nvPr/>
              </p:nvSpPr>
              <p:spPr>
                <a:xfrm>
                  <a:off x="5136507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6" name="pg1155">
                  <a:extLst>
                    <a:ext uri="{FF2B5EF4-FFF2-40B4-BE49-F238E27FC236}">
                      <a16:creationId xmlns:a16="http://schemas.microsoft.com/office/drawing/2014/main" id="{D4300316-FDCE-B33B-9FDE-59E64F6F702A}"/>
                    </a:ext>
                  </a:extLst>
                </p:cNvPr>
                <p:cNvSpPr/>
                <p:nvPr/>
              </p:nvSpPr>
              <p:spPr>
                <a:xfrm>
                  <a:off x="5148144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7" name="pg1156">
                  <a:extLst>
                    <a:ext uri="{FF2B5EF4-FFF2-40B4-BE49-F238E27FC236}">
                      <a16:creationId xmlns:a16="http://schemas.microsoft.com/office/drawing/2014/main" id="{2E096F4D-8AA3-7686-FBFF-23D4530F074A}"/>
                    </a:ext>
                  </a:extLst>
                </p:cNvPr>
                <p:cNvSpPr/>
                <p:nvPr/>
              </p:nvSpPr>
              <p:spPr>
                <a:xfrm>
                  <a:off x="5159781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8" name="pg1157">
                  <a:extLst>
                    <a:ext uri="{FF2B5EF4-FFF2-40B4-BE49-F238E27FC236}">
                      <a16:creationId xmlns:a16="http://schemas.microsoft.com/office/drawing/2014/main" id="{8738390E-C44A-1876-F7E9-AA212CD83312}"/>
                    </a:ext>
                  </a:extLst>
                </p:cNvPr>
                <p:cNvSpPr/>
                <p:nvPr/>
              </p:nvSpPr>
              <p:spPr>
                <a:xfrm>
                  <a:off x="5171419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59" name="pg1158">
                  <a:extLst>
                    <a:ext uri="{FF2B5EF4-FFF2-40B4-BE49-F238E27FC236}">
                      <a16:creationId xmlns:a16="http://schemas.microsoft.com/office/drawing/2014/main" id="{E5E87CF1-F4C1-2009-1DEF-7D458CD4368F}"/>
                    </a:ext>
                  </a:extLst>
                </p:cNvPr>
                <p:cNvSpPr/>
                <p:nvPr/>
              </p:nvSpPr>
              <p:spPr>
                <a:xfrm>
                  <a:off x="5183056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6B8">
                    <a:alpha val="100000"/>
                  </a:srgbClr>
                </a:solidFill>
                <a:ln w="5420" cap="flat">
                  <a:solidFill>
                    <a:srgbClr val="7F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0" name="pg1159">
                  <a:extLst>
                    <a:ext uri="{FF2B5EF4-FFF2-40B4-BE49-F238E27FC236}">
                      <a16:creationId xmlns:a16="http://schemas.microsoft.com/office/drawing/2014/main" id="{46BC0FCE-0270-9BFF-AF0C-58C72527ADD6}"/>
                    </a:ext>
                  </a:extLst>
                </p:cNvPr>
                <p:cNvSpPr/>
                <p:nvPr/>
              </p:nvSpPr>
              <p:spPr>
                <a:xfrm>
                  <a:off x="5194693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1" name="pg1160">
                  <a:extLst>
                    <a:ext uri="{FF2B5EF4-FFF2-40B4-BE49-F238E27FC236}">
                      <a16:creationId xmlns:a16="http://schemas.microsoft.com/office/drawing/2014/main" id="{DFCD76C6-95F1-FE8E-4FF0-6EC18BBB0687}"/>
                    </a:ext>
                  </a:extLst>
                </p:cNvPr>
                <p:cNvSpPr/>
                <p:nvPr/>
              </p:nvSpPr>
              <p:spPr>
                <a:xfrm>
                  <a:off x="5206331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2" name="pg1161">
                  <a:extLst>
                    <a:ext uri="{FF2B5EF4-FFF2-40B4-BE49-F238E27FC236}">
                      <a16:creationId xmlns:a16="http://schemas.microsoft.com/office/drawing/2014/main" id="{97C5C04D-9E78-5982-F75A-7E6344313D12}"/>
                    </a:ext>
                  </a:extLst>
                </p:cNvPr>
                <p:cNvSpPr/>
                <p:nvPr/>
              </p:nvSpPr>
              <p:spPr>
                <a:xfrm>
                  <a:off x="5217968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3" name="pg1162">
                  <a:extLst>
                    <a:ext uri="{FF2B5EF4-FFF2-40B4-BE49-F238E27FC236}">
                      <a16:creationId xmlns:a16="http://schemas.microsoft.com/office/drawing/2014/main" id="{4124047D-95F7-5B4B-B729-60521764A62D}"/>
                    </a:ext>
                  </a:extLst>
                </p:cNvPr>
                <p:cNvSpPr/>
                <p:nvPr/>
              </p:nvSpPr>
              <p:spPr>
                <a:xfrm>
                  <a:off x="5229605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4">
                    <a:alpha val="100000"/>
                  </a:srgbClr>
                </a:solidFill>
                <a:ln w="5420" cap="flat">
                  <a:solidFill>
                    <a:srgbClr val="77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4" name="pg1163">
                  <a:extLst>
                    <a:ext uri="{FF2B5EF4-FFF2-40B4-BE49-F238E27FC236}">
                      <a16:creationId xmlns:a16="http://schemas.microsoft.com/office/drawing/2014/main" id="{8AB086B6-2602-9DDF-B104-97DDA1DEC784}"/>
                    </a:ext>
                  </a:extLst>
                </p:cNvPr>
                <p:cNvSpPr/>
                <p:nvPr/>
              </p:nvSpPr>
              <p:spPr>
                <a:xfrm>
                  <a:off x="5241243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5" name="pg1164">
                  <a:extLst>
                    <a:ext uri="{FF2B5EF4-FFF2-40B4-BE49-F238E27FC236}">
                      <a16:creationId xmlns:a16="http://schemas.microsoft.com/office/drawing/2014/main" id="{DE9059C3-7005-E0F4-65C0-A38618B8923C}"/>
                    </a:ext>
                  </a:extLst>
                </p:cNvPr>
                <p:cNvSpPr/>
                <p:nvPr/>
              </p:nvSpPr>
              <p:spPr>
                <a:xfrm>
                  <a:off x="5252880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6" name="pg1165">
                  <a:extLst>
                    <a:ext uri="{FF2B5EF4-FFF2-40B4-BE49-F238E27FC236}">
                      <a16:creationId xmlns:a16="http://schemas.microsoft.com/office/drawing/2014/main" id="{09B0A34D-7590-0C05-BB0B-4EBE7249138C}"/>
                    </a:ext>
                  </a:extLst>
                </p:cNvPr>
                <p:cNvSpPr/>
                <p:nvPr/>
              </p:nvSpPr>
              <p:spPr>
                <a:xfrm>
                  <a:off x="5311067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7" name="pg1166">
                  <a:extLst>
                    <a:ext uri="{FF2B5EF4-FFF2-40B4-BE49-F238E27FC236}">
                      <a16:creationId xmlns:a16="http://schemas.microsoft.com/office/drawing/2014/main" id="{240521FF-E756-B00F-DA29-17BE21FFBA36}"/>
                    </a:ext>
                  </a:extLst>
                </p:cNvPr>
                <p:cNvSpPr/>
                <p:nvPr/>
              </p:nvSpPr>
              <p:spPr>
                <a:xfrm>
                  <a:off x="5322704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8" name="pg1167">
                  <a:extLst>
                    <a:ext uri="{FF2B5EF4-FFF2-40B4-BE49-F238E27FC236}">
                      <a16:creationId xmlns:a16="http://schemas.microsoft.com/office/drawing/2014/main" id="{9774828D-DD88-E207-5060-47F37BEBFB8F}"/>
                    </a:ext>
                  </a:extLst>
                </p:cNvPr>
                <p:cNvSpPr/>
                <p:nvPr/>
              </p:nvSpPr>
              <p:spPr>
                <a:xfrm>
                  <a:off x="5334341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69" name="pg1168">
                  <a:extLst>
                    <a:ext uri="{FF2B5EF4-FFF2-40B4-BE49-F238E27FC236}">
                      <a16:creationId xmlns:a16="http://schemas.microsoft.com/office/drawing/2014/main" id="{44D21005-6248-F216-1FA4-2317BD413E87}"/>
                    </a:ext>
                  </a:extLst>
                </p:cNvPr>
                <p:cNvSpPr/>
                <p:nvPr/>
              </p:nvSpPr>
              <p:spPr>
                <a:xfrm>
                  <a:off x="5345979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0" name="pg1169">
                  <a:extLst>
                    <a:ext uri="{FF2B5EF4-FFF2-40B4-BE49-F238E27FC236}">
                      <a16:creationId xmlns:a16="http://schemas.microsoft.com/office/drawing/2014/main" id="{F8BA9A8D-9999-9B5D-655B-C40A3DF7E905}"/>
                    </a:ext>
                  </a:extLst>
                </p:cNvPr>
                <p:cNvSpPr/>
                <p:nvPr/>
              </p:nvSpPr>
              <p:spPr>
                <a:xfrm>
                  <a:off x="5357616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1" name="pg1170">
                  <a:extLst>
                    <a:ext uri="{FF2B5EF4-FFF2-40B4-BE49-F238E27FC236}">
                      <a16:creationId xmlns:a16="http://schemas.microsoft.com/office/drawing/2014/main" id="{7D275818-F1D7-1AF6-A9E2-C5A03A5F169C}"/>
                    </a:ext>
                  </a:extLst>
                </p:cNvPr>
                <p:cNvSpPr/>
                <p:nvPr/>
              </p:nvSpPr>
              <p:spPr>
                <a:xfrm>
                  <a:off x="5369253" y="348004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2" name="pg1171">
                  <a:extLst>
                    <a:ext uri="{FF2B5EF4-FFF2-40B4-BE49-F238E27FC236}">
                      <a16:creationId xmlns:a16="http://schemas.microsoft.com/office/drawing/2014/main" id="{99638EF9-C2AB-9929-FCC3-CD1B53C2CF1E}"/>
                    </a:ext>
                  </a:extLst>
                </p:cNvPr>
                <p:cNvSpPr/>
                <p:nvPr/>
              </p:nvSpPr>
              <p:spPr>
                <a:xfrm>
                  <a:off x="5113232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3" name="pg1172">
                  <a:extLst>
                    <a:ext uri="{FF2B5EF4-FFF2-40B4-BE49-F238E27FC236}">
                      <a16:creationId xmlns:a16="http://schemas.microsoft.com/office/drawing/2014/main" id="{49633EB0-7692-95E6-91BA-2C9878E5F9F5}"/>
                    </a:ext>
                  </a:extLst>
                </p:cNvPr>
                <p:cNvSpPr/>
                <p:nvPr/>
              </p:nvSpPr>
              <p:spPr>
                <a:xfrm>
                  <a:off x="5124869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4" name="pg1173">
                  <a:extLst>
                    <a:ext uri="{FF2B5EF4-FFF2-40B4-BE49-F238E27FC236}">
                      <a16:creationId xmlns:a16="http://schemas.microsoft.com/office/drawing/2014/main" id="{6A251128-C727-678C-D18C-45D56DBC40F6}"/>
                    </a:ext>
                  </a:extLst>
                </p:cNvPr>
                <p:cNvSpPr/>
                <p:nvPr/>
              </p:nvSpPr>
              <p:spPr>
                <a:xfrm>
                  <a:off x="5136507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5" name="pg1174">
                  <a:extLst>
                    <a:ext uri="{FF2B5EF4-FFF2-40B4-BE49-F238E27FC236}">
                      <a16:creationId xmlns:a16="http://schemas.microsoft.com/office/drawing/2014/main" id="{12177FE9-6989-5B60-C2E9-3405DCA7684A}"/>
                    </a:ext>
                  </a:extLst>
                </p:cNvPr>
                <p:cNvSpPr/>
                <p:nvPr/>
              </p:nvSpPr>
              <p:spPr>
                <a:xfrm>
                  <a:off x="5148144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6" name="pg1175">
                  <a:extLst>
                    <a:ext uri="{FF2B5EF4-FFF2-40B4-BE49-F238E27FC236}">
                      <a16:creationId xmlns:a16="http://schemas.microsoft.com/office/drawing/2014/main" id="{CFBD5C3D-6BDF-1A1D-6C57-3885182BA2F0}"/>
                    </a:ext>
                  </a:extLst>
                </p:cNvPr>
                <p:cNvSpPr/>
                <p:nvPr/>
              </p:nvSpPr>
              <p:spPr>
                <a:xfrm>
                  <a:off x="5159781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7" name="pg1176">
                  <a:extLst>
                    <a:ext uri="{FF2B5EF4-FFF2-40B4-BE49-F238E27FC236}">
                      <a16:creationId xmlns:a16="http://schemas.microsoft.com/office/drawing/2014/main" id="{93D346BD-59C6-4AA2-B91E-D419ABD27C91}"/>
                    </a:ext>
                  </a:extLst>
                </p:cNvPr>
                <p:cNvSpPr/>
                <p:nvPr/>
              </p:nvSpPr>
              <p:spPr>
                <a:xfrm>
                  <a:off x="5171419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8" name="pg1177">
                  <a:extLst>
                    <a:ext uri="{FF2B5EF4-FFF2-40B4-BE49-F238E27FC236}">
                      <a16:creationId xmlns:a16="http://schemas.microsoft.com/office/drawing/2014/main" id="{80548238-CED8-1A7C-BCA9-4A0E292037F8}"/>
                    </a:ext>
                  </a:extLst>
                </p:cNvPr>
                <p:cNvSpPr/>
                <p:nvPr/>
              </p:nvSpPr>
              <p:spPr>
                <a:xfrm>
                  <a:off x="5183056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8BA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79" name="pg1178">
                  <a:extLst>
                    <a:ext uri="{FF2B5EF4-FFF2-40B4-BE49-F238E27FC236}">
                      <a16:creationId xmlns:a16="http://schemas.microsoft.com/office/drawing/2014/main" id="{13705556-F393-ED27-CCB9-3FE7215DF06E}"/>
                    </a:ext>
                  </a:extLst>
                </p:cNvPr>
                <p:cNvSpPr/>
                <p:nvPr/>
              </p:nvSpPr>
              <p:spPr>
                <a:xfrm>
                  <a:off x="5194693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0" name="pg1179">
                  <a:extLst>
                    <a:ext uri="{FF2B5EF4-FFF2-40B4-BE49-F238E27FC236}">
                      <a16:creationId xmlns:a16="http://schemas.microsoft.com/office/drawing/2014/main" id="{1F3460AB-7CDD-2D02-6CEE-E9B0536DC05F}"/>
                    </a:ext>
                  </a:extLst>
                </p:cNvPr>
                <p:cNvSpPr/>
                <p:nvPr/>
              </p:nvSpPr>
              <p:spPr>
                <a:xfrm>
                  <a:off x="5206331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9BB">
                    <a:alpha val="100000"/>
                  </a:srgbClr>
                </a:solidFill>
                <a:ln w="5420" cap="flat">
                  <a:solidFill>
                    <a:srgbClr val="85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1" name="pg1180">
                  <a:extLst>
                    <a:ext uri="{FF2B5EF4-FFF2-40B4-BE49-F238E27FC236}">
                      <a16:creationId xmlns:a16="http://schemas.microsoft.com/office/drawing/2014/main" id="{90FA5DCA-22DC-CBD3-D292-9935700DCEC4}"/>
                    </a:ext>
                  </a:extLst>
                </p:cNvPr>
                <p:cNvSpPr/>
                <p:nvPr/>
              </p:nvSpPr>
              <p:spPr>
                <a:xfrm>
                  <a:off x="5217968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2" name="pg1181">
                  <a:extLst>
                    <a:ext uri="{FF2B5EF4-FFF2-40B4-BE49-F238E27FC236}">
                      <a16:creationId xmlns:a16="http://schemas.microsoft.com/office/drawing/2014/main" id="{711D897D-D724-66E3-4AB5-5949F28D6FBC}"/>
                    </a:ext>
                  </a:extLst>
                </p:cNvPr>
                <p:cNvSpPr/>
                <p:nvPr/>
              </p:nvSpPr>
              <p:spPr>
                <a:xfrm>
                  <a:off x="5229605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3" name="pg1182">
                  <a:extLst>
                    <a:ext uri="{FF2B5EF4-FFF2-40B4-BE49-F238E27FC236}">
                      <a16:creationId xmlns:a16="http://schemas.microsoft.com/office/drawing/2014/main" id="{E6FCDE51-374E-4374-F6E9-26817B6C4133}"/>
                    </a:ext>
                  </a:extLst>
                </p:cNvPr>
                <p:cNvSpPr/>
                <p:nvPr/>
              </p:nvSpPr>
              <p:spPr>
                <a:xfrm>
                  <a:off x="5241243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4" name="pg1183">
                  <a:extLst>
                    <a:ext uri="{FF2B5EF4-FFF2-40B4-BE49-F238E27FC236}">
                      <a16:creationId xmlns:a16="http://schemas.microsoft.com/office/drawing/2014/main" id="{BA073C96-8FE8-E814-A7D6-1CC7E425158C}"/>
                    </a:ext>
                  </a:extLst>
                </p:cNvPr>
                <p:cNvSpPr/>
                <p:nvPr/>
              </p:nvSpPr>
              <p:spPr>
                <a:xfrm>
                  <a:off x="5299429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5" name="pg1184">
                  <a:extLst>
                    <a:ext uri="{FF2B5EF4-FFF2-40B4-BE49-F238E27FC236}">
                      <a16:creationId xmlns:a16="http://schemas.microsoft.com/office/drawing/2014/main" id="{9040EEFB-2417-ECB9-AC6D-0B0A2587BB6B}"/>
                    </a:ext>
                  </a:extLst>
                </p:cNvPr>
                <p:cNvSpPr/>
                <p:nvPr/>
              </p:nvSpPr>
              <p:spPr>
                <a:xfrm>
                  <a:off x="5311067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6" name="pg1185">
                  <a:extLst>
                    <a:ext uri="{FF2B5EF4-FFF2-40B4-BE49-F238E27FC236}">
                      <a16:creationId xmlns:a16="http://schemas.microsoft.com/office/drawing/2014/main" id="{90BCA096-EFC2-D367-9D2A-F8BC7B279BA0}"/>
                    </a:ext>
                  </a:extLst>
                </p:cNvPr>
                <p:cNvSpPr/>
                <p:nvPr/>
              </p:nvSpPr>
              <p:spPr>
                <a:xfrm>
                  <a:off x="5322704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7" name="pg1186">
                  <a:extLst>
                    <a:ext uri="{FF2B5EF4-FFF2-40B4-BE49-F238E27FC236}">
                      <a16:creationId xmlns:a16="http://schemas.microsoft.com/office/drawing/2014/main" id="{1DFAC440-81EA-F1C7-0FC2-491F525022A6}"/>
                    </a:ext>
                  </a:extLst>
                </p:cNvPr>
                <p:cNvSpPr/>
                <p:nvPr/>
              </p:nvSpPr>
              <p:spPr>
                <a:xfrm>
                  <a:off x="5334341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8" name="pg1187">
                  <a:extLst>
                    <a:ext uri="{FF2B5EF4-FFF2-40B4-BE49-F238E27FC236}">
                      <a16:creationId xmlns:a16="http://schemas.microsoft.com/office/drawing/2014/main" id="{6DA373AA-5CF2-9BF6-9CAE-ACF3F68D45A1}"/>
                    </a:ext>
                  </a:extLst>
                </p:cNvPr>
                <p:cNvSpPr/>
                <p:nvPr/>
              </p:nvSpPr>
              <p:spPr>
                <a:xfrm>
                  <a:off x="5345979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89" name="pg1188">
                  <a:extLst>
                    <a:ext uri="{FF2B5EF4-FFF2-40B4-BE49-F238E27FC236}">
                      <a16:creationId xmlns:a16="http://schemas.microsoft.com/office/drawing/2014/main" id="{E765CC0E-F42E-899E-9B32-9CBF4B2537E9}"/>
                    </a:ext>
                  </a:extLst>
                </p:cNvPr>
                <p:cNvSpPr/>
                <p:nvPr/>
              </p:nvSpPr>
              <p:spPr>
                <a:xfrm>
                  <a:off x="5357616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0" name="pg1189">
                  <a:extLst>
                    <a:ext uri="{FF2B5EF4-FFF2-40B4-BE49-F238E27FC236}">
                      <a16:creationId xmlns:a16="http://schemas.microsoft.com/office/drawing/2014/main" id="{BE23797A-5D22-14A0-BAAB-7352D70FE4E6}"/>
                    </a:ext>
                  </a:extLst>
                </p:cNvPr>
                <p:cNvSpPr/>
                <p:nvPr/>
              </p:nvSpPr>
              <p:spPr>
                <a:xfrm>
                  <a:off x="5369253" y="34943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1" name="pg1190">
                  <a:extLst>
                    <a:ext uri="{FF2B5EF4-FFF2-40B4-BE49-F238E27FC236}">
                      <a16:creationId xmlns:a16="http://schemas.microsoft.com/office/drawing/2014/main" id="{774A63FD-CF7C-72B5-2CD9-ADBC88580AAC}"/>
                    </a:ext>
                  </a:extLst>
                </p:cNvPr>
                <p:cNvSpPr/>
                <p:nvPr/>
              </p:nvSpPr>
              <p:spPr>
                <a:xfrm>
                  <a:off x="5089957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4">
                    <a:alpha val="100000"/>
                  </a:srgbClr>
                </a:solidFill>
                <a:ln w="5420" cap="flat">
                  <a:solidFill>
                    <a:srgbClr val="74D3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2" name="pg1191">
                  <a:extLst>
                    <a:ext uri="{FF2B5EF4-FFF2-40B4-BE49-F238E27FC236}">
                      <a16:creationId xmlns:a16="http://schemas.microsoft.com/office/drawing/2014/main" id="{07BAA334-F8E1-F7DD-62A5-D72D2872A318}"/>
                    </a:ext>
                  </a:extLst>
                </p:cNvPr>
                <p:cNvSpPr/>
                <p:nvPr/>
              </p:nvSpPr>
              <p:spPr>
                <a:xfrm>
                  <a:off x="5101595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3" name="pg1192">
                  <a:extLst>
                    <a:ext uri="{FF2B5EF4-FFF2-40B4-BE49-F238E27FC236}">
                      <a16:creationId xmlns:a16="http://schemas.microsoft.com/office/drawing/2014/main" id="{A785F998-CEF5-058A-7C01-58C122DBFA31}"/>
                    </a:ext>
                  </a:extLst>
                </p:cNvPr>
                <p:cNvSpPr/>
                <p:nvPr/>
              </p:nvSpPr>
              <p:spPr>
                <a:xfrm>
                  <a:off x="5113232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6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4" name="pg1193">
                  <a:extLst>
                    <a:ext uri="{FF2B5EF4-FFF2-40B4-BE49-F238E27FC236}">
                      <a16:creationId xmlns:a16="http://schemas.microsoft.com/office/drawing/2014/main" id="{E786962A-4C03-384D-64E1-1C0D79264233}"/>
                    </a:ext>
                  </a:extLst>
                </p:cNvPr>
                <p:cNvSpPr/>
                <p:nvPr/>
              </p:nvSpPr>
              <p:spPr>
                <a:xfrm>
                  <a:off x="5124869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5" name="pg1194">
                  <a:extLst>
                    <a:ext uri="{FF2B5EF4-FFF2-40B4-BE49-F238E27FC236}">
                      <a16:creationId xmlns:a16="http://schemas.microsoft.com/office/drawing/2014/main" id="{EF9FB297-EE19-68F9-0AB8-9159CA778339}"/>
                    </a:ext>
                  </a:extLst>
                </p:cNvPr>
                <p:cNvSpPr/>
                <p:nvPr/>
              </p:nvSpPr>
              <p:spPr>
                <a:xfrm>
                  <a:off x="5136507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6" name="pg1195">
                  <a:extLst>
                    <a:ext uri="{FF2B5EF4-FFF2-40B4-BE49-F238E27FC236}">
                      <a16:creationId xmlns:a16="http://schemas.microsoft.com/office/drawing/2014/main" id="{C829E75D-5932-2F4D-5105-A3E1F735C724}"/>
                    </a:ext>
                  </a:extLst>
                </p:cNvPr>
                <p:cNvSpPr/>
                <p:nvPr/>
              </p:nvSpPr>
              <p:spPr>
                <a:xfrm>
                  <a:off x="5148144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7" name="pg1196">
                  <a:extLst>
                    <a:ext uri="{FF2B5EF4-FFF2-40B4-BE49-F238E27FC236}">
                      <a16:creationId xmlns:a16="http://schemas.microsoft.com/office/drawing/2014/main" id="{9E0D06F1-46F2-8725-9CD9-AFCA27B2561D}"/>
                    </a:ext>
                  </a:extLst>
                </p:cNvPr>
                <p:cNvSpPr/>
                <p:nvPr/>
              </p:nvSpPr>
              <p:spPr>
                <a:xfrm>
                  <a:off x="5159781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8" name="pg1197">
                  <a:extLst>
                    <a:ext uri="{FF2B5EF4-FFF2-40B4-BE49-F238E27FC236}">
                      <a16:creationId xmlns:a16="http://schemas.microsoft.com/office/drawing/2014/main" id="{774DEB0C-1860-6E52-F6DB-4FF560D0DDD6}"/>
                    </a:ext>
                  </a:extLst>
                </p:cNvPr>
                <p:cNvSpPr/>
                <p:nvPr/>
              </p:nvSpPr>
              <p:spPr>
                <a:xfrm>
                  <a:off x="5171419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599" name="pg1198">
                  <a:extLst>
                    <a:ext uri="{FF2B5EF4-FFF2-40B4-BE49-F238E27FC236}">
                      <a16:creationId xmlns:a16="http://schemas.microsoft.com/office/drawing/2014/main" id="{3238BD52-D698-C9B0-4B3D-78AEBE00715C}"/>
                    </a:ext>
                  </a:extLst>
                </p:cNvPr>
                <p:cNvSpPr/>
                <p:nvPr/>
              </p:nvSpPr>
              <p:spPr>
                <a:xfrm>
                  <a:off x="5183056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0" name="pg1199">
                  <a:extLst>
                    <a:ext uri="{FF2B5EF4-FFF2-40B4-BE49-F238E27FC236}">
                      <a16:creationId xmlns:a16="http://schemas.microsoft.com/office/drawing/2014/main" id="{F61C0EC9-D920-D452-6DEE-023FEFD2921E}"/>
                    </a:ext>
                  </a:extLst>
                </p:cNvPr>
                <p:cNvSpPr/>
                <p:nvPr/>
              </p:nvSpPr>
              <p:spPr>
                <a:xfrm>
                  <a:off x="5194693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1" name="pg1200">
                  <a:extLst>
                    <a:ext uri="{FF2B5EF4-FFF2-40B4-BE49-F238E27FC236}">
                      <a16:creationId xmlns:a16="http://schemas.microsoft.com/office/drawing/2014/main" id="{AF3F10B5-064C-7D77-236E-FFCCCD8685C3}"/>
                    </a:ext>
                  </a:extLst>
                </p:cNvPr>
                <p:cNvSpPr/>
                <p:nvPr/>
              </p:nvSpPr>
              <p:spPr>
                <a:xfrm>
                  <a:off x="5206331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2" name="pg1201">
                  <a:extLst>
                    <a:ext uri="{FF2B5EF4-FFF2-40B4-BE49-F238E27FC236}">
                      <a16:creationId xmlns:a16="http://schemas.microsoft.com/office/drawing/2014/main" id="{2F492148-30EE-BF44-1D99-9EEB48E41E7C}"/>
                    </a:ext>
                  </a:extLst>
                </p:cNvPr>
                <p:cNvSpPr/>
                <p:nvPr/>
              </p:nvSpPr>
              <p:spPr>
                <a:xfrm>
                  <a:off x="5217968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3" name="pg1202">
                  <a:extLst>
                    <a:ext uri="{FF2B5EF4-FFF2-40B4-BE49-F238E27FC236}">
                      <a16:creationId xmlns:a16="http://schemas.microsoft.com/office/drawing/2014/main" id="{A68D8DF9-954C-464B-E528-C2B541684FB1}"/>
                    </a:ext>
                  </a:extLst>
                </p:cNvPr>
                <p:cNvSpPr/>
                <p:nvPr/>
              </p:nvSpPr>
              <p:spPr>
                <a:xfrm>
                  <a:off x="5287792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1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4" name="pg1203">
                  <a:extLst>
                    <a:ext uri="{FF2B5EF4-FFF2-40B4-BE49-F238E27FC236}">
                      <a16:creationId xmlns:a16="http://schemas.microsoft.com/office/drawing/2014/main" id="{7F2E793C-6BB5-01F2-2BC7-FB5BDBC08C08}"/>
                    </a:ext>
                  </a:extLst>
                </p:cNvPr>
                <p:cNvSpPr/>
                <p:nvPr/>
              </p:nvSpPr>
              <p:spPr>
                <a:xfrm>
                  <a:off x="5299429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5" name="pg1204">
                  <a:extLst>
                    <a:ext uri="{FF2B5EF4-FFF2-40B4-BE49-F238E27FC236}">
                      <a16:creationId xmlns:a16="http://schemas.microsoft.com/office/drawing/2014/main" id="{5D248AC0-0869-20C8-2CC8-5C542EF012DF}"/>
                    </a:ext>
                  </a:extLst>
                </p:cNvPr>
                <p:cNvSpPr/>
                <p:nvPr/>
              </p:nvSpPr>
              <p:spPr>
                <a:xfrm>
                  <a:off x="5311067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6" name="pg1205">
                  <a:extLst>
                    <a:ext uri="{FF2B5EF4-FFF2-40B4-BE49-F238E27FC236}">
                      <a16:creationId xmlns:a16="http://schemas.microsoft.com/office/drawing/2014/main" id="{185DDF1D-5155-59CC-5777-06432E438D9F}"/>
                    </a:ext>
                  </a:extLst>
                </p:cNvPr>
                <p:cNvSpPr/>
                <p:nvPr/>
              </p:nvSpPr>
              <p:spPr>
                <a:xfrm>
                  <a:off x="5322704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7" name="pg1206">
                  <a:extLst>
                    <a:ext uri="{FF2B5EF4-FFF2-40B4-BE49-F238E27FC236}">
                      <a16:creationId xmlns:a16="http://schemas.microsoft.com/office/drawing/2014/main" id="{EF760112-35FC-88F9-E205-098AFD2C126B}"/>
                    </a:ext>
                  </a:extLst>
                </p:cNvPr>
                <p:cNvSpPr/>
                <p:nvPr/>
              </p:nvSpPr>
              <p:spPr>
                <a:xfrm>
                  <a:off x="5334341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8" name="pg1207">
                  <a:extLst>
                    <a:ext uri="{FF2B5EF4-FFF2-40B4-BE49-F238E27FC236}">
                      <a16:creationId xmlns:a16="http://schemas.microsoft.com/office/drawing/2014/main" id="{7A30643A-649A-DC95-5A21-FE8B65B3989E}"/>
                    </a:ext>
                  </a:extLst>
                </p:cNvPr>
                <p:cNvSpPr/>
                <p:nvPr/>
              </p:nvSpPr>
              <p:spPr>
                <a:xfrm>
                  <a:off x="5345979" y="350864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09" name="pg1208">
                  <a:extLst>
                    <a:ext uri="{FF2B5EF4-FFF2-40B4-BE49-F238E27FC236}">
                      <a16:creationId xmlns:a16="http://schemas.microsoft.com/office/drawing/2014/main" id="{B413FB21-CBFE-FFE7-3DFB-F1D0C1C175E4}"/>
                    </a:ext>
                  </a:extLst>
                </p:cNvPr>
                <p:cNvSpPr/>
                <p:nvPr/>
              </p:nvSpPr>
              <p:spPr>
                <a:xfrm>
                  <a:off x="5066683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0" name="pg1209">
                  <a:extLst>
                    <a:ext uri="{FF2B5EF4-FFF2-40B4-BE49-F238E27FC236}">
                      <a16:creationId xmlns:a16="http://schemas.microsoft.com/office/drawing/2014/main" id="{B62CDCD8-79E7-50A1-B63C-091808910E55}"/>
                    </a:ext>
                  </a:extLst>
                </p:cNvPr>
                <p:cNvSpPr/>
                <p:nvPr/>
              </p:nvSpPr>
              <p:spPr>
                <a:xfrm>
                  <a:off x="5078320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1" name="pg1210">
                  <a:extLst>
                    <a:ext uri="{FF2B5EF4-FFF2-40B4-BE49-F238E27FC236}">
                      <a16:creationId xmlns:a16="http://schemas.microsoft.com/office/drawing/2014/main" id="{4899F37C-04F8-9BB8-F525-A29C788D3B86}"/>
                    </a:ext>
                  </a:extLst>
                </p:cNvPr>
                <p:cNvSpPr/>
                <p:nvPr/>
              </p:nvSpPr>
              <p:spPr>
                <a:xfrm>
                  <a:off x="5089957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2" name="pg1211">
                  <a:extLst>
                    <a:ext uri="{FF2B5EF4-FFF2-40B4-BE49-F238E27FC236}">
                      <a16:creationId xmlns:a16="http://schemas.microsoft.com/office/drawing/2014/main" id="{B7EE5A0C-5022-6FF9-05C8-CF135391A2E1}"/>
                    </a:ext>
                  </a:extLst>
                </p:cNvPr>
                <p:cNvSpPr/>
                <p:nvPr/>
              </p:nvSpPr>
              <p:spPr>
                <a:xfrm>
                  <a:off x="5101595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6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3" name="pg1212">
                  <a:extLst>
                    <a:ext uri="{FF2B5EF4-FFF2-40B4-BE49-F238E27FC236}">
                      <a16:creationId xmlns:a16="http://schemas.microsoft.com/office/drawing/2014/main" id="{80317303-5A61-29CF-9E75-CA252D1660F2}"/>
                    </a:ext>
                  </a:extLst>
                </p:cNvPr>
                <p:cNvSpPr/>
                <p:nvPr/>
              </p:nvSpPr>
              <p:spPr>
                <a:xfrm>
                  <a:off x="5113232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4" name="pg1213">
                  <a:extLst>
                    <a:ext uri="{FF2B5EF4-FFF2-40B4-BE49-F238E27FC236}">
                      <a16:creationId xmlns:a16="http://schemas.microsoft.com/office/drawing/2014/main" id="{D86DD33E-8DEF-ADE5-FF19-05D9B3F736D7}"/>
                    </a:ext>
                  </a:extLst>
                </p:cNvPr>
                <p:cNvSpPr/>
                <p:nvPr/>
              </p:nvSpPr>
              <p:spPr>
                <a:xfrm>
                  <a:off x="5124869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5" name="pg1214">
                  <a:extLst>
                    <a:ext uri="{FF2B5EF4-FFF2-40B4-BE49-F238E27FC236}">
                      <a16:creationId xmlns:a16="http://schemas.microsoft.com/office/drawing/2014/main" id="{E435A8BA-C004-B84E-BF8D-B05CB9CB2E57}"/>
                    </a:ext>
                  </a:extLst>
                </p:cNvPr>
                <p:cNvSpPr/>
                <p:nvPr/>
              </p:nvSpPr>
              <p:spPr>
                <a:xfrm>
                  <a:off x="5136507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6" name="pg1215">
                  <a:extLst>
                    <a:ext uri="{FF2B5EF4-FFF2-40B4-BE49-F238E27FC236}">
                      <a16:creationId xmlns:a16="http://schemas.microsoft.com/office/drawing/2014/main" id="{FB90E29A-DF47-BC77-6EA0-76E758578F40}"/>
                    </a:ext>
                  </a:extLst>
                </p:cNvPr>
                <p:cNvSpPr/>
                <p:nvPr/>
              </p:nvSpPr>
              <p:spPr>
                <a:xfrm>
                  <a:off x="5148144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7" name="pg1216">
                  <a:extLst>
                    <a:ext uri="{FF2B5EF4-FFF2-40B4-BE49-F238E27FC236}">
                      <a16:creationId xmlns:a16="http://schemas.microsoft.com/office/drawing/2014/main" id="{007C3F5D-A51E-C3FA-7BEC-29ED76AD33D5}"/>
                    </a:ext>
                  </a:extLst>
                </p:cNvPr>
                <p:cNvSpPr/>
                <p:nvPr/>
              </p:nvSpPr>
              <p:spPr>
                <a:xfrm>
                  <a:off x="5159781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8" name="pg1217">
                  <a:extLst>
                    <a:ext uri="{FF2B5EF4-FFF2-40B4-BE49-F238E27FC236}">
                      <a16:creationId xmlns:a16="http://schemas.microsoft.com/office/drawing/2014/main" id="{805AF297-5A8D-D6A3-D0BC-6C9AF812FD15}"/>
                    </a:ext>
                  </a:extLst>
                </p:cNvPr>
                <p:cNvSpPr/>
                <p:nvPr/>
              </p:nvSpPr>
              <p:spPr>
                <a:xfrm>
                  <a:off x="5171419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19" name="pg1218">
                  <a:extLst>
                    <a:ext uri="{FF2B5EF4-FFF2-40B4-BE49-F238E27FC236}">
                      <a16:creationId xmlns:a16="http://schemas.microsoft.com/office/drawing/2014/main" id="{BE7A4CB6-AA5A-2AAD-4D33-39D5807AF237}"/>
                    </a:ext>
                  </a:extLst>
                </p:cNvPr>
                <p:cNvSpPr/>
                <p:nvPr/>
              </p:nvSpPr>
              <p:spPr>
                <a:xfrm>
                  <a:off x="5183056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0" name="pg1219">
                  <a:extLst>
                    <a:ext uri="{FF2B5EF4-FFF2-40B4-BE49-F238E27FC236}">
                      <a16:creationId xmlns:a16="http://schemas.microsoft.com/office/drawing/2014/main" id="{52110D3E-3A9F-4FD5-4B2E-88D31E587810}"/>
                    </a:ext>
                  </a:extLst>
                </p:cNvPr>
                <p:cNvSpPr/>
                <p:nvPr/>
              </p:nvSpPr>
              <p:spPr>
                <a:xfrm>
                  <a:off x="5194693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FDCBF">
                    <a:alpha val="100000"/>
                  </a:srgbClr>
                </a:solidFill>
                <a:ln w="5420" cap="flat">
                  <a:solidFill>
                    <a:srgbClr val="8FDC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1" name="pg1220">
                  <a:extLst>
                    <a:ext uri="{FF2B5EF4-FFF2-40B4-BE49-F238E27FC236}">
                      <a16:creationId xmlns:a16="http://schemas.microsoft.com/office/drawing/2014/main" id="{2C9F65FF-2FB1-0603-1780-E68F87004DD9}"/>
                    </a:ext>
                  </a:extLst>
                </p:cNvPr>
                <p:cNvSpPr/>
                <p:nvPr/>
              </p:nvSpPr>
              <p:spPr>
                <a:xfrm>
                  <a:off x="5206331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2" name="pg1221">
                  <a:extLst>
                    <a:ext uri="{FF2B5EF4-FFF2-40B4-BE49-F238E27FC236}">
                      <a16:creationId xmlns:a16="http://schemas.microsoft.com/office/drawing/2014/main" id="{7D2B344A-FC84-0C96-2B5F-D0EA715C4C16}"/>
                    </a:ext>
                  </a:extLst>
                </p:cNvPr>
                <p:cNvSpPr/>
                <p:nvPr/>
              </p:nvSpPr>
              <p:spPr>
                <a:xfrm>
                  <a:off x="5217968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3" name="pg1222">
                  <a:extLst>
                    <a:ext uri="{FF2B5EF4-FFF2-40B4-BE49-F238E27FC236}">
                      <a16:creationId xmlns:a16="http://schemas.microsoft.com/office/drawing/2014/main" id="{9EF6FA36-9FDB-882A-D971-B8F45DCEDDF9}"/>
                    </a:ext>
                  </a:extLst>
                </p:cNvPr>
                <p:cNvSpPr/>
                <p:nvPr/>
              </p:nvSpPr>
              <p:spPr>
                <a:xfrm>
                  <a:off x="5229605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4" name="pg1223">
                  <a:extLst>
                    <a:ext uri="{FF2B5EF4-FFF2-40B4-BE49-F238E27FC236}">
                      <a16:creationId xmlns:a16="http://schemas.microsoft.com/office/drawing/2014/main" id="{7D6582F3-2E84-C3C7-8DA7-FCDC419CCA39}"/>
                    </a:ext>
                  </a:extLst>
                </p:cNvPr>
                <p:cNvSpPr/>
                <p:nvPr/>
              </p:nvSpPr>
              <p:spPr>
                <a:xfrm>
                  <a:off x="5241243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5" name="pg1224">
                  <a:extLst>
                    <a:ext uri="{FF2B5EF4-FFF2-40B4-BE49-F238E27FC236}">
                      <a16:creationId xmlns:a16="http://schemas.microsoft.com/office/drawing/2014/main" id="{6FAA0A8F-E769-93B8-98B5-7B8B15723682}"/>
                    </a:ext>
                  </a:extLst>
                </p:cNvPr>
                <p:cNvSpPr/>
                <p:nvPr/>
              </p:nvSpPr>
              <p:spPr>
                <a:xfrm>
                  <a:off x="5252880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6" name="pg1225">
                  <a:extLst>
                    <a:ext uri="{FF2B5EF4-FFF2-40B4-BE49-F238E27FC236}">
                      <a16:creationId xmlns:a16="http://schemas.microsoft.com/office/drawing/2014/main" id="{CE841AFB-3EB6-FC33-0486-613DCF6353EC}"/>
                    </a:ext>
                  </a:extLst>
                </p:cNvPr>
                <p:cNvSpPr/>
                <p:nvPr/>
              </p:nvSpPr>
              <p:spPr>
                <a:xfrm>
                  <a:off x="5276155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7" name="pg1226">
                  <a:extLst>
                    <a:ext uri="{FF2B5EF4-FFF2-40B4-BE49-F238E27FC236}">
                      <a16:creationId xmlns:a16="http://schemas.microsoft.com/office/drawing/2014/main" id="{06A9A012-BACF-1237-DDA1-D65ECAEEA307}"/>
                    </a:ext>
                  </a:extLst>
                </p:cNvPr>
                <p:cNvSpPr/>
                <p:nvPr/>
              </p:nvSpPr>
              <p:spPr>
                <a:xfrm>
                  <a:off x="5287792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8" name="pg1227">
                  <a:extLst>
                    <a:ext uri="{FF2B5EF4-FFF2-40B4-BE49-F238E27FC236}">
                      <a16:creationId xmlns:a16="http://schemas.microsoft.com/office/drawing/2014/main" id="{C0B65E22-89F0-7A9D-2785-486E215EEE87}"/>
                    </a:ext>
                  </a:extLst>
                </p:cNvPr>
                <p:cNvSpPr/>
                <p:nvPr/>
              </p:nvSpPr>
              <p:spPr>
                <a:xfrm>
                  <a:off x="5299429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1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29" name="pg1228">
                  <a:extLst>
                    <a:ext uri="{FF2B5EF4-FFF2-40B4-BE49-F238E27FC236}">
                      <a16:creationId xmlns:a16="http://schemas.microsoft.com/office/drawing/2014/main" id="{C8FB6D4B-C8AA-F63D-C25A-08C73D0FBCA0}"/>
                    </a:ext>
                  </a:extLst>
                </p:cNvPr>
                <p:cNvSpPr/>
                <p:nvPr/>
              </p:nvSpPr>
              <p:spPr>
                <a:xfrm>
                  <a:off x="5311067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0" name="pg1229">
                  <a:extLst>
                    <a:ext uri="{FF2B5EF4-FFF2-40B4-BE49-F238E27FC236}">
                      <a16:creationId xmlns:a16="http://schemas.microsoft.com/office/drawing/2014/main" id="{08CB217F-A27A-631C-FD88-A0355AC5F1FC}"/>
                    </a:ext>
                  </a:extLst>
                </p:cNvPr>
                <p:cNvSpPr/>
                <p:nvPr/>
              </p:nvSpPr>
              <p:spPr>
                <a:xfrm>
                  <a:off x="5322704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1" name="pg1230">
                  <a:extLst>
                    <a:ext uri="{FF2B5EF4-FFF2-40B4-BE49-F238E27FC236}">
                      <a16:creationId xmlns:a16="http://schemas.microsoft.com/office/drawing/2014/main" id="{10C5665C-7DC7-DBF5-E837-09236C08C52D}"/>
                    </a:ext>
                  </a:extLst>
                </p:cNvPr>
                <p:cNvSpPr/>
                <p:nvPr/>
              </p:nvSpPr>
              <p:spPr>
                <a:xfrm>
                  <a:off x="5334341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2" name="pg1231">
                  <a:extLst>
                    <a:ext uri="{FF2B5EF4-FFF2-40B4-BE49-F238E27FC236}">
                      <a16:creationId xmlns:a16="http://schemas.microsoft.com/office/drawing/2014/main" id="{84FD8AAB-8A62-895F-F70D-0F864238C219}"/>
                    </a:ext>
                  </a:extLst>
                </p:cNvPr>
                <p:cNvSpPr/>
                <p:nvPr/>
              </p:nvSpPr>
              <p:spPr>
                <a:xfrm>
                  <a:off x="5345979" y="352294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3" name="pg1232">
                  <a:extLst>
                    <a:ext uri="{FF2B5EF4-FFF2-40B4-BE49-F238E27FC236}">
                      <a16:creationId xmlns:a16="http://schemas.microsoft.com/office/drawing/2014/main" id="{C6728DAA-5516-E2D7-5B9F-38D9F432BA0B}"/>
                    </a:ext>
                  </a:extLst>
                </p:cNvPr>
                <p:cNvSpPr/>
                <p:nvPr/>
              </p:nvSpPr>
              <p:spPr>
                <a:xfrm>
                  <a:off x="5066683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4" name="pg1233">
                  <a:extLst>
                    <a:ext uri="{FF2B5EF4-FFF2-40B4-BE49-F238E27FC236}">
                      <a16:creationId xmlns:a16="http://schemas.microsoft.com/office/drawing/2014/main" id="{2849CE20-57E6-3833-3D13-A355473C222B}"/>
                    </a:ext>
                  </a:extLst>
                </p:cNvPr>
                <p:cNvSpPr/>
                <p:nvPr/>
              </p:nvSpPr>
              <p:spPr>
                <a:xfrm>
                  <a:off x="5078320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5" name="pg1234">
                  <a:extLst>
                    <a:ext uri="{FF2B5EF4-FFF2-40B4-BE49-F238E27FC236}">
                      <a16:creationId xmlns:a16="http://schemas.microsoft.com/office/drawing/2014/main" id="{7DE7D61F-A163-5E9F-E575-87525732A733}"/>
                    </a:ext>
                  </a:extLst>
                </p:cNvPr>
                <p:cNvSpPr/>
                <p:nvPr/>
              </p:nvSpPr>
              <p:spPr>
                <a:xfrm>
                  <a:off x="5089957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6" name="pg1235">
                  <a:extLst>
                    <a:ext uri="{FF2B5EF4-FFF2-40B4-BE49-F238E27FC236}">
                      <a16:creationId xmlns:a16="http://schemas.microsoft.com/office/drawing/2014/main" id="{7F650D62-8741-D1A6-0F89-3E2AA1AE69C9}"/>
                    </a:ext>
                  </a:extLst>
                </p:cNvPr>
                <p:cNvSpPr/>
                <p:nvPr/>
              </p:nvSpPr>
              <p:spPr>
                <a:xfrm>
                  <a:off x="5101595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7" name="pg1236">
                  <a:extLst>
                    <a:ext uri="{FF2B5EF4-FFF2-40B4-BE49-F238E27FC236}">
                      <a16:creationId xmlns:a16="http://schemas.microsoft.com/office/drawing/2014/main" id="{34E961E8-CCF3-310D-589B-CFD0E6EAE340}"/>
                    </a:ext>
                  </a:extLst>
                </p:cNvPr>
                <p:cNvSpPr/>
                <p:nvPr/>
              </p:nvSpPr>
              <p:spPr>
                <a:xfrm>
                  <a:off x="5113232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8" name="pg1237">
                  <a:extLst>
                    <a:ext uri="{FF2B5EF4-FFF2-40B4-BE49-F238E27FC236}">
                      <a16:creationId xmlns:a16="http://schemas.microsoft.com/office/drawing/2014/main" id="{39EEA169-0458-F232-BC21-20F875BF57F7}"/>
                    </a:ext>
                  </a:extLst>
                </p:cNvPr>
                <p:cNvSpPr/>
                <p:nvPr/>
              </p:nvSpPr>
              <p:spPr>
                <a:xfrm>
                  <a:off x="5124869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7">
                    <a:alpha val="100000"/>
                  </a:srgbClr>
                </a:solidFill>
                <a:ln w="5420" cap="flat">
                  <a:solidFill>
                    <a:srgbClr val="7E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39" name="pg1238">
                  <a:extLst>
                    <a:ext uri="{FF2B5EF4-FFF2-40B4-BE49-F238E27FC236}">
                      <a16:creationId xmlns:a16="http://schemas.microsoft.com/office/drawing/2014/main" id="{4B9AFFA2-5DBD-A306-FA47-72B6E88B6F3C}"/>
                    </a:ext>
                  </a:extLst>
                </p:cNvPr>
                <p:cNvSpPr/>
                <p:nvPr/>
              </p:nvSpPr>
              <p:spPr>
                <a:xfrm>
                  <a:off x="5136507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0" name="pg1239">
                  <a:extLst>
                    <a:ext uri="{FF2B5EF4-FFF2-40B4-BE49-F238E27FC236}">
                      <a16:creationId xmlns:a16="http://schemas.microsoft.com/office/drawing/2014/main" id="{D15AAF36-4C28-C93A-8669-A36C447EC69D}"/>
                    </a:ext>
                  </a:extLst>
                </p:cNvPr>
                <p:cNvSpPr/>
                <p:nvPr/>
              </p:nvSpPr>
              <p:spPr>
                <a:xfrm>
                  <a:off x="5148144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1" name="pg1240">
                  <a:extLst>
                    <a:ext uri="{FF2B5EF4-FFF2-40B4-BE49-F238E27FC236}">
                      <a16:creationId xmlns:a16="http://schemas.microsoft.com/office/drawing/2014/main" id="{8E1236C5-B95D-C2C8-3DFC-2E3458045707}"/>
                    </a:ext>
                  </a:extLst>
                </p:cNvPr>
                <p:cNvSpPr/>
                <p:nvPr/>
              </p:nvSpPr>
              <p:spPr>
                <a:xfrm>
                  <a:off x="5159781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2" name="pg1241">
                  <a:extLst>
                    <a:ext uri="{FF2B5EF4-FFF2-40B4-BE49-F238E27FC236}">
                      <a16:creationId xmlns:a16="http://schemas.microsoft.com/office/drawing/2014/main" id="{C5C89488-10AD-3C66-6027-3C0D57E053A1}"/>
                    </a:ext>
                  </a:extLst>
                </p:cNvPr>
                <p:cNvSpPr/>
                <p:nvPr/>
              </p:nvSpPr>
              <p:spPr>
                <a:xfrm>
                  <a:off x="5171419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9D9BC">
                    <a:alpha val="100000"/>
                  </a:srgbClr>
                </a:solidFill>
                <a:ln w="5420" cap="flat">
                  <a:solidFill>
                    <a:srgbClr val="89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3" name="pg1242">
                  <a:extLst>
                    <a:ext uri="{FF2B5EF4-FFF2-40B4-BE49-F238E27FC236}">
                      <a16:creationId xmlns:a16="http://schemas.microsoft.com/office/drawing/2014/main" id="{65857AD3-18EA-B6B8-F4F2-417FB188F73C}"/>
                    </a:ext>
                  </a:extLst>
                </p:cNvPr>
                <p:cNvSpPr/>
                <p:nvPr/>
              </p:nvSpPr>
              <p:spPr>
                <a:xfrm>
                  <a:off x="5183056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4" name="pg1243">
                  <a:extLst>
                    <a:ext uri="{FF2B5EF4-FFF2-40B4-BE49-F238E27FC236}">
                      <a16:creationId xmlns:a16="http://schemas.microsoft.com/office/drawing/2014/main" id="{46D62A50-BB1A-5040-6EFA-1980617698DC}"/>
                    </a:ext>
                  </a:extLst>
                </p:cNvPr>
                <p:cNvSpPr/>
                <p:nvPr/>
              </p:nvSpPr>
              <p:spPr>
                <a:xfrm>
                  <a:off x="5194693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CDBBE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5" name="pg1244">
                  <a:extLst>
                    <a:ext uri="{FF2B5EF4-FFF2-40B4-BE49-F238E27FC236}">
                      <a16:creationId xmlns:a16="http://schemas.microsoft.com/office/drawing/2014/main" id="{0CBC5426-BD32-CEB7-A79F-DC17C498F9A4}"/>
                    </a:ext>
                  </a:extLst>
                </p:cNvPr>
                <p:cNvSpPr/>
                <p:nvPr/>
              </p:nvSpPr>
              <p:spPr>
                <a:xfrm>
                  <a:off x="5206331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CDBBD">
                    <a:alpha val="100000"/>
                  </a:srgbClr>
                </a:solidFill>
                <a:ln w="5420" cap="flat">
                  <a:solidFill>
                    <a:srgbClr val="8CDB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6" name="pg1245">
                  <a:extLst>
                    <a:ext uri="{FF2B5EF4-FFF2-40B4-BE49-F238E27FC236}">
                      <a16:creationId xmlns:a16="http://schemas.microsoft.com/office/drawing/2014/main" id="{3844D834-F57A-0FEF-6651-C1F370DBBA9B}"/>
                    </a:ext>
                  </a:extLst>
                </p:cNvPr>
                <p:cNvSpPr/>
                <p:nvPr/>
              </p:nvSpPr>
              <p:spPr>
                <a:xfrm>
                  <a:off x="5217968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8BA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7" name="pg1246">
                  <a:extLst>
                    <a:ext uri="{FF2B5EF4-FFF2-40B4-BE49-F238E27FC236}">
                      <a16:creationId xmlns:a16="http://schemas.microsoft.com/office/drawing/2014/main" id="{E6149415-C35E-E905-0F90-6796D19A4F66}"/>
                    </a:ext>
                  </a:extLst>
                </p:cNvPr>
                <p:cNvSpPr/>
                <p:nvPr/>
              </p:nvSpPr>
              <p:spPr>
                <a:xfrm>
                  <a:off x="5229605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8" name="pg1247">
                  <a:extLst>
                    <a:ext uri="{FF2B5EF4-FFF2-40B4-BE49-F238E27FC236}">
                      <a16:creationId xmlns:a16="http://schemas.microsoft.com/office/drawing/2014/main" id="{555730E6-8035-9C50-9C80-35140AF79BBC}"/>
                    </a:ext>
                  </a:extLst>
                </p:cNvPr>
                <p:cNvSpPr/>
                <p:nvPr/>
              </p:nvSpPr>
              <p:spPr>
                <a:xfrm>
                  <a:off x="5241243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49" name="pg1248">
                  <a:extLst>
                    <a:ext uri="{FF2B5EF4-FFF2-40B4-BE49-F238E27FC236}">
                      <a16:creationId xmlns:a16="http://schemas.microsoft.com/office/drawing/2014/main" id="{A7113743-DF15-22CB-E765-7E50AA43F879}"/>
                    </a:ext>
                  </a:extLst>
                </p:cNvPr>
                <p:cNvSpPr/>
                <p:nvPr/>
              </p:nvSpPr>
              <p:spPr>
                <a:xfrm>
                  <a:off x="5252880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0" name="pg1249">
                  <a:extLst>
                    <a:ext uri="{FF2B5EF4-FFF2-40B4-BE49-F238E27FC236}">
                      <a16:creationId xmlns:a16="http://schemas.microsoft.com/office/drawing/2014/main" id="{CF2D5229-F6B0-5784-7CF3-43B5C6594188}"/>
                    </a:ext>
                  </a:extLst>
                </p:cNvPr>
                <p:cNvSpPr/>
                <p:nvPr/>
              </p:nvSpPr>
              <p:spPr>
                <a:xfrm>
                  <a:off x="5264517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1" name="pg1250">
                  <a:extLst>
                    <a:ext uri="{FF2B5EF4-FFF2-40B4-BE49-F238E27FC236}">
                      <a16:creationId xmlns:a16="http://schemas.microsoft.com/office/drawing/2014/main" id="{FCF5F93F-B515-AE80-D07A-50DBC8FE7BE7}"/>
                    </a:ext>
                  </a:extLst>
                </p:cNvPr>
                <p:cNvSpPr/>
                <p:nvPr/>
              </p:nvSpPr>
              <p:spPr>
                <a:xfrm>
                  <a:off x="5276155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2" name="pg1251">
                  <a:extLst>
                    <a:ext uri="{FF2B5EF4-FFF2-40B4-BE49-F238E27FC236}">
                      <a16:creationId xmlns:a16="http://schemas.microsoft.com/office/drawing/2014/main" id="{E768D684-804E-91B0-7584-C4AD1AAB8B39}"/>
                    </a:ext>
                  </a:extLst>
                </p:cNvPr>
                <p:cNvSpPr/>
                <p:nvPr/>
              </p:nvSpPr>
              <p:spPr>
                <a:xfrm>
                  <a:off x="5287792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3" name="pg1252">
                  <a:extLst>
                    <a:ext uri="{FF2B5EF4-FFF2-40B4-BE49-F238E27FC236}">
                      <a16:creationId xmlns:a16="http://schemas.microsoft.com/office/drawing/2014/main" id="{70E493B2-F644-2AB4-8B8B-B10879736CA9}"/>
                    </a:ext>
                  </a:extLst>
                </p:cNvPr>
                <p:cNvSpPr/>
                <p:nvPr/>
              </p:nvSpPr>
              <p:spPr>
                <a:xfrm>
                  <a:off x="5299429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4" name="pg1253">
                  <a:extLst>
                    <a:ext uri="{FF2B5EF4-FFF2-40B4-BE49-F238E27FC236}">
                      <a16:creationId xmlns:a16="http://schemas.microsoft.com/office/drawing/2014/main" id="{36DBC022-4218-650C-CF87-B23C33265D25}"/>
                    </a:ext>
                  </a:extLst>
                </p:cNvPr>
                <p:cNvSpPr/>
                <p:nvPr/>
              </p:nvSpPr>
              <p:spPr>
                <a:xfrm>
                  <a:off x="5311067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5" name="pg1254">
                  <a:extLst>
                    <a:ext uri="{FF2B5EF4-FFF2-40B4-BE49-F238E27FC236}">
                      <a16:creationId xmlns:a16="http://schemas.microsoft.com/office/drawing/2014/main" id="{4D807C72-7C48-EC90-47BC-B7CC30AB321F}"/>
                    </a:ext>
                  </a:extLst>
                </p:cNvPr>
                <p:cNvSpPr/>
                <p:nvPr/>
              </p:nvSpPr>
              <p:spPr>
                <a:xfrm>
                  <a:off x="5322704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6" name="pg1255">
                  <a:extLst>
                    <a:ext uri="{FF2B5EF4-FFF2-40B4-BE49-F238E27FC236}">
                      <a16:creationId xmlns:a16="http://schemas.microsoft.com/office/drawing/2014/main" id="{3673F045-FF7A-5D36-BD33-51DA8F0B930F}"/>
                    </a:ext>
                  </a:extLst>
                </p:cNvPr>
                <p:cNvSpPr/>
                <p:nvPr/>
              </p:nvSpPr>
              <p:spPr>
                <a:xfrm>
                  <a:off x="5334341" y="35372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7" name="pg1256">
                  <a:extLst>
                    <a:ext uri="{FF2B5EF4-FFF2-40B4-BE49-F238E27FC236}">
                      <a16:creationId xmlns:a16="http://schemas.microsoft.com/office/drawing/2014/main" id="{46FDE465-3857-1AD8-7BBD-95265FA097C9}"/>
                    </a:ext>
                  </a:extLst>
                </p:cNvPr>
                <p:cNvSpPr/>
                <p:nvPr/>
              </p:nvSpPr>
              <p:spPr>
                <a:xfrm>
                  <a:off x="5066683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8" name="pg1257">
                  <a:extLst>
                    <a:ext uri="{FF2B5EF4-FFF2-40B4-BE49-F238E27FC236}">
                      <a16:creationId xmlns:a16="http://schemas.microsoft.com/office/drawing/2014/main" id="{7213140A-A6AE-8B16-CFA7-F95A735EFF6C}"/>
                    </a:ext>
                  </a:extLst>
                </p:cNvPr>
                <p:cNvSpPr/>
                <p:nvPr/>
              </p:nvSpPr>
              <p:spPr>
                <a:xfrm>
                  <a:off x="5078320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59" name="pg1258">
                  <a:extLst>
                    <a:ext uri="{FF2B5EF4-FFF2-40B4-BE49-F238E27FC236}">
                      <a16:creationId xmlns:a16="http://schemas.microsoft.com/office/drawing/2014/main" id="{6E591982-38B1-A95B-6051-FCFE42517777}"/>
                    </a:ext>
                  </a:extLst>
                </p:cNvPr>
                <p:cNvSpPr/>
                <p:nvPr/>
              </p:nvSpPr>
              <p:spPr>
                <a:xfrm>
                  <a:off x="5089957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0" name="pg1259">
                  <a:extLst>
                    <a:ext uri="{FF2B5EF4-FFF2-40B4-BE49-F238E27FC236}">
                      <a16:creationId xmlns:a16="http://schemas.microsoft.com/office/drawing/2014/main" id="{3F801720-34F2-208C-594D-27A42B19E74D}"/>
                    </a:ext>
                  </a:extLst>
                </p:cNvPr>
                <p:cNvSpPr/>
                <p:nvPr/>
              </p:nvSpPr>
              <p:spPr>
                <a:xfrm>
                  <a:off x="5101595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1" name="pg1260">
                  <a:extLst>
                    <a:ext uri="{FF2B5EF4-FFF2-40B4-BE49-F238E27FC236}">
                      <a16:creationId xmlns:a16="http://schemas.microsoft.com/office/drawing/2014/main" id="{F06530C9-D098-38CB-46A2-44CC7244B9DF}"/>
                    </a:ext>
                  </a:extLst>
                </p:cNvPr>
                <p:cNvSpPr/>
                <p:nvPr/>
              </p:nvSpPr>
              <p:spPr>
                <a:xfrm>
                  <a:off x="5113232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2" name="pg1261">
                  <a:extLst>
                    <a:ext uri="{FF2B5EF4-FFF2-40B4-BE49-F238E27FC236}">
                      <a16:creationId xmlns:a16="http://schemas.microsoft.com/office/drawing/2014/main" id="{836FDA31-7842-F1EC-4E28-AE54E2D5EF55}"/>
                    </a:ext>
                  </a:extLst>
                </p:cNvPr>
                <p:cNvSpPr/>
                <p:nvPr/>
              </p:nvSpPr>
              <p:spPr>
                <a:xfrm>
                  <a:off x="5124869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3" name="pg1262">
                  <a:extLst>
                    <a:ext uri="{FF2B5EF4-FFF2-40B4-BE49-F238E27FC236}">
                      <a16:creationId xmlns:a16="http://schemas.microsoft.com/office/drawing/2014/main" id="{CEB2A10E-2168-D9F1-DF8D-F97F4B850A91}"/>
                    </a:ext>
                  </a:extLst>
                </p:cNvPr>
                <p:cNvSpPr/>
                <p:nvPr/>
              </p:nvSpPr>
              <p:spPr>
                <a:xfrm>
                  <a:off x="5136507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4" name="pg1263">
                  <a:extLst>
                    <a:ext uri="{FF2B5EF4-FFF2-40B4-BE49-F238E27FC236}">
                      <a16:creationId xmlns:a16="http://schemas.microsoft.com/office/drawing/2014/main" id="{AC65C193-B495-C3CE-79B1-C7114A27942A}"/>
                    </a:ext>
                  </a:extLst>
                </p:cNvPr>
                <p:cNvSpPr/>
                <p:nvPr/>
              </p:nvSpPr>
              <p:spPr>
                <a:xfrm>
                  <a:off x="5148144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5" name="pg1264">
                  <a:extLst>
                    <a:ext uri="{FF2B5EF4-FFF2-40B4-BE49-F238E27FC236}">
                      <a16:creationId xmlns:a16="http://schemas.microsoft.com/office/drawing/2014/main" id="{6AA6542E-6E28-5EEF-84F7-70A19BF8C4EA}"/>
                    </a:ext>
                  </a:extLst>
                </p:cNvPr>
                <p:cNvSpPr/>
                <p:nvPr/>
              </p:nvSpPr>
              <p:spPr>
                <a:xfrm>
                  <a:off x="5159781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6" name="pg1265">
                  <a:extLst>
                    <a:ext uri="{FF2B5EF4-FFF2-40B4-BE49-F238E27FC236}">
                      <a16:creationId xmlns:a16="http://schemas.microsoft.com/office/drawing/2014/main" id="{0EFD0B3E-89BE-84C7-83F0-C3E373D2C2ED}"/>
                    </a:ext>
                  </a:extLst>
                </p:cNvPr>
                <p:cNvSpPr/>
                <p:nvPr/>
              </p:nvSpPr>
              <p:spPr>
                <a:xfrm>
                  <a:off x="5171419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9BB">
                    <a:alpha val="100000"/>
                  </a:srgbClr>
                </a:solidFill>
                <a:ln w="5420" cap="flat">
                  <a:solidFill>
                    <a:srgbClr val="85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7" name="pg1266">
                  <a:extLst>
                    <a:ext uri="{FF2B5EF4-FFF2-40B4-BE49-F238E27FC236}">
                      <a16:creationId xmlns:a16="http://schemas.microsoft.com/office/drawing/2014/main" id="{F63FB661-98D0-BD6E-D3A9-044513C8AC82}"/>
                    </a:ext>
                  </a:extLst>
                </p:cNvPr>
                <p:cNvSpPr/>
                <p:nvPr/>
              </p:nvSpPr>
              <p:spPr>
                <a:xfrm>
                  <a:off x="5183056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8" name="pg1267">
                  <a:extLst>
                    <a:ext uri="{FF2B5EF4-FFF2-40B4-BE49-F238E27FC236}">
                      <a16:creationId xmlns:a16="http://schemas.microsoft.com/office/drawing/2014/main" id="{5EE8A3C1-CF97-55BC-E4E0-4D891A493A31}"/>
                    </a:ext>
                  </a:extLst>
                </p:cNvPr>
                <p:cNvSpPr/>
                <p:nvPr/>
              </p:nvSpPr>
              <p:spPr>
                <a:xfrm>
                  <a:off x="5194693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69" name="pg1268">
                  <a:extLst>
                    <a:ext uri="{FF2B5EF4-FFF2-40B4-BE49-F238E27FC236}">
                      <a16:creationId xmlns:a16="http://schemas.microsoft.com/office/drawing/2014/main" id="{A847FFF5-61B9-844A-0C0D-FDB9D353A03D}"/>
                    </a:ext>
                  </a:extLst>
                </p:cNvPr>
                <p:cNvSpPr/>
                <p:nvPr/>
              </p:nvSpPr>
              <p:spPr>
                <a:xfrm>
                  <a:off x="5206331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0" name="pg1269">
                  <a:extLst>
                    <a:ext uri="{FF2B5EF4-FFF2-40B4-BE49-F238E27FC236}">
                      <a16:creationId xmlns:a16="http://schemas.microsoft.com/office/drawing/2014/main" id="{B2E21BA8-757F-5F6D-34A2-45C3429B2864}"/>
                    </a:ext>
                  </a:extLst>
                </p:cNvPr>
                <p:cNvSpPr/>
                <p:nvPr/>
              </p:nvSpPr>
              <p:spPr>
                <a:xfrm>
                  <a:off x="5217968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1" name="pg1270">
                  <a:extLst>
                    <a:ext uri="{FF2B5EF4-FFF2-40B4-BE49-F238E27FC236}">
                      <a16:creationId xmlns:a16="http://schemas.microsoft.com/office/drawing/2014/main" id="{6E67E66E-00F1-92BE-7F4F-31B7EC270D6A}"/>
                    </a:ext>
                  </a:extLst>
                </p:cNvPr>
                <p:cNvSpPr/>
                <p:nvPr/>
              </p:nvSpPr>
              <p:spPr>
                <a:xfrm>
                  <a:off x="5229605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2" name="pg1271">
                  <a:extLst>
                    <a:ext uri="{FF2B5EF4-FFF2-40B4-BE49-F238E27FC236}">
                      <a16:creationId xmlns:a16="http://schemas.microsoft.com/office/drawing/2014/main" id="{20BF308C-2238-880E-CDB7-912DB5EC41AD}"/>
                    </a:ext>
                  </a:extLst>
                </p:cNvPr>
                <p:cNvSpPr/>
                <p:nvPr/>
              </p:nvSpPr>
              <p:spPr>
                <a:xfrm>
                  <a:off x="5241243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6B6">
                    <a:alpha val="100000"/>
                  </a:srgbClr>
                </a:solidFill>
                <a:ln w="5420" cap="flat">
                  <a:solidFill>
                    <a:srgbClr val="7BD6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3" name="pg1272">
                  <a:extLst>
                    <a:ext uri="{FF2B5EF4-FFF2-40B4-BE49-F238E27FC236}">
                      <a16:creationId xmlns:a16="http://schemas.microsoft.com/office/drawing/2014/main" id="{BB93AC6F-5E1B-D564-30A2-C62AA74F3680}"/>
                    </a:ext>
                  </a:extLst>
                </p:cNvPr>
                <p:cNvSpPr/>
                <p:nvPr/>
              </p:nvSpPr>
              <p:spPr>
                <a:xfrm>
                  <a:off x="5252880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4" name="pg1273">
                  <a:extLst>
                    <a:ext uri="{FF2B5EF4-FFF2-40B4-BE49-F238E27FC236}">
                      <a16:creationId xmlns:a16="http://schemas.microsoft.com/office/drawing/2014/main" id="{538A1165-9F50-FD30-1B9B-D580C966C4DF}"/>
                    </a:ext>
                  </a:extLst>
                </p:cNvPr>
                <p:cNvSpPr/>
                <p:nvPr/>
              </p:nvSpPr>
              <p:spPr>
                <a:xfrm>
                  <a:off x="5264517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5" name="pg1274">
                  <a:extLst>
                    <a:ext uri="{FF2B5EF4-FFF2-40B4-BE49-F238E27FC236}">
                      <a16:creationId xmlns:a16="http://schemas.microsoft.com/office/drawing/2014/main" id="{1F0E880F-5B99-CFF6-CBAF-337283E15404}"/>
                    </a:ext>
                  </a:extLst>
                </p:cNvPr>
                <p:cNvSpPr/>
                <p:nvPr/>
              </p:nvSpPr>
              <p:spPr>
                <a:xfrm>
                  <a:off x="5276155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6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6" name="pg1275">
                  <a:extLst>
                    <a:ext uri="{FF2B5EF4-FFF2-40B4-BE49-F238E27FC236}">
                      <a16:creationId xmlns:a16="http://schemas.microsoft.com/office/drawing/2014/main" id="{7CB3E905-4FCF-71F1-1784-15960523A062}"/>
                    </a:ext>
                  </a:extLst>
                </p:cNvPr>
                <p:cNvSpPr/>
                <p:nvPr/>
              </p:nvSpPr>
              <p:spPr>
                <a:xfrm>
                  <a:off x="5287792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7" name="pg1276">
                  <a:extLst>
                    <a:ext uri="{FF2B5EF4-FFF2-40B4-BE49-F238E27FC236}">
                      <a16:creationId xmlns:a16="http://schemas.microsoft.com/office/drawing/2014/main" id="{69FAB03F-AF61-6EEC-007E-1D738FE82263}"/>
                    </a:ext>
                  </a:extLst>
                </p:cNvPr>
                <p:cNvSpPr/>
                <p:nvPr/>
              </p:nvSpPr>
              <p:spPr>
                <a:xfrm>
                  <a:off x="5299429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4">
                    <a:alpha val="100000"/>
                  </a:srgbClr>
                </a:solidFill>
                <a:ln w="5420" cap="flat">
                  <a:solidFill>
                    <a:srgbClr val="74D3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8" name="pg1277">
                  <a:extLst>
                    <a:ext uri="{FF2B5EF4-FFF2-40B4-BE49-F238E27FC236}">
                      <a16:creationId xmlns:a16="http://schemas.microsoft.com/office/drawing/2014/main" id="{71A05985-886F-01C3-D520-FB4D6FED13BF}"/>
                    </a:ext>
                  </a:extLst>
                </p:cNvPr>
                <p:cNvSpPr/>
                <p:nvPr/>
              </p:nvSpPr>
              <p:spPr>
                <a:xfrm>
                  <a:off x="5311067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79" name="pg1278">
                  <a:extLst>
                    <a:ext uri="{FF2B5EF4-FFF2-40B4-BE49-F238E27FC236}">
                      <a16:creationId xmlns:a16="http://schemas.microsoft.com/office/drawing/2014/main" id="{C91642B7-4B38-517B-4E90-D6FB5D8EBFC6}"/>
                    </a:ext>
                  </a:extLst>
                </p:cNvPr>
                <p:cNvSpPr/>
                <p:nvPr/>
              </p:nvSpPr>
              <p:spPr>
                <a:xfrm>
                  <a:off x="5322704" y="355154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0" name="pg1279">
                  <a:extLst>
                    <a:ext uri="{FF2B5EF4-FFF2-40B4-BE49-F238E27FC236}">
                      <a16:creationId xmlns:a16="http://schemas.microsoft.com/office/drawing/2014/main" id="{E25FD86C-BC51-96DA-46DA-E485C8145F30}"/>
                    </a:ext>
                  </a:extLst>
                </p:cNvPr>
                <p:cNvSpPr/>
                <p:nvPr/>
              </p:nvSpPr>
              <p:spPr>
                <a:xfrm>
                  <a:off x="5031771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1" name="pg1280">
                  <a:extLst>
                    <a:ext uri="{FF2B5EF4-FFF2-40B4-BE49-F238E27FC236}">
                      <a16:creationId xmlns:a16="http://schemas.microsoft.com/office/drawing/2014/main" id="{49DD40A8-5FCA-D630-76D0-2B3A1C518147}"/>
                    </a:ext>
                  </a:extLst>
                </p:cNvPr>
                <p:cNvSpPr/>
                <p:nvPr/>
              </p:nvSpPr>
              <p:spPr>
                <a:xfrm>
                  <a:off x="5043408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2" name="pg1281">
                  <a:extLst>
                    <a:ext uri="{FF2B5EF4-FFF2-40B4-BE49-F238E27FC236}">
                      <a16:creationId xmlns:a16="http://schemas.microsoft.com/office/drawing/2014/main" id="{BAFABA63-4F10-B7FE-AAD2-64994D3CFBD6}"/>
                    </a:ext>
                  </a:extLst>
                </p:cNvPr>
                <p:cNvSpPr/>
                <p:nvPr/>
              </p:nvSpPr>
              <p:spPr>
                <a:xfrm>
                  <a:off x="5066683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3" name="pg1282">
                  <a:extLst>
                    <a:ext uri="{FF2B5EF4-FFF2-40B4-BE49-F238E27FC236}">
                      <a16:creationId xmlns:a16="http://schemas.microsoft.com/office/drawing/2014/main" id="{767E16FB-8C5F-D9E6-AD8B-F18BE11E4787}"/>
                    </a:ext>
                  </a:extLst>
                </p:cNvPr>
                <p:cNvSpPr/>
                <p:nvPr/>
              </p:nvSpPr>
              <p:spPr>
                <a:xfrm>
                  <a:off x="5078320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4" name="pg1283">
                  <a:extLst>
                    <a:ext uri="{FF2B5EF4-FFF2-40B4-BE49-F238E27FC236}">
                      <a16:creationId xmlns:a16="http://schemas.microsoft.com/office/drawing/2014/main" id="{9932B69F-808F-9200-B700-5A2B0EBF0991}"/>
                    </a:ext>
                  </a:extLst>
                </p:cNvPr>
                <p:cNvSpPr/>
                <p:nvPr/>
              </p:nvSpPr>
              <p:spPr>
                <a:xfrm>
                  <a:off x="5089957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5" name="pg1284">
                  <a:extLst>
                    <a:ext uri="{FF2B5EF4-FFF2-40B4-BE49-F238E27FC236}">
                      <a16:creationId xmlns:a16="http://schemas.microsoft.com/office/drawing/2014/main" id="{FC3FBEBB-BF37-431F-47FC-AE1B7C098CA2}"/>
                    </a:ext>
                  </a:extLst>
                </p:cNvPr>
                <p:cNvSpPr/>
                <p:nvPr/>
              </p:nvSpPr>
              <p:spPr>
                <a:xfrm>
                  <a:off x="5101595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6" name="pg1285">
                  <a:extLst>
                    <a:ext uri="{FF2B5EF4-FFF2-40B4-BE49-F238E27FC236}">
                      <a16:creationId xmlns:a16="http://schemas.microsoft.com/office/drawing/2014/main" id="{F9CB7893-1955-C261-0C02-802162D6B644}"/>
                    </a:ext>
                  </a:extLst>
                </p:cNvPr>
                <p:cNvSpPr/>
                <p:nvPr/>
              </p:nvSpPr>
              <p:spPr>
                <a:xfrm>
                  <a:off x="5113232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7" name="pg1286">
                  <a:extLst>
                    <a:ext uri="{FF2B5EF4-FFF2-40B4-BE49-F238E27FC236}">
                      <a16:creationId xmlns:a16="http://schemas.microsoft.com/office/drawing/2014/main" id="{F8644C62-5E91-DCA6-097D-0B19394414FD}"/>
                    </a:ext>
                  </a:extLst>
                </p:cNvPr>
                <p:cNvSpPr/>
                <p:nvPr/>
              </p:nvSpPr>
              <p:spPr>
                <a:xfrm>
                  <a:off x="5124869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8" name="pg1287">
                  <a:extLst>
                    <a:ext uri="{FF2B5EF4-FFF2-40B4-BE49-F238E27FC236}">
                      <a16:creationId xmlns:a16="http://schemas.microsoft.com/office/drawing/2014/main" id="{C7BDB7E9-45DD-6FCB-7053-FEBCC0E5A5AF}"/>
                    </a:ext>
                  </a:extLst>
                </p:cNvPr>
                <p:cNvSpPr/>
                <p:nvPr/>
              </p:nvSpPr>
              <p:spPr>
                <a:xfrm>
                  <a:off x="5136507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89" name="pg1288">
                  <a:extLst>
                    <a:ext uri="{FF2B5EF4-FFF2-40B4-BE49-F238E27FC236}">
                      <a16:creationId xmlns:a16="http://schemas.microsoft.com/office/drawing/2014/main" id="{6BAB4BE6-1CAE-BF8C-DF36-AC0813FDCAC0}"/>
                    </a:ext>
                  </a:extLst>
                </p:cNvPr>
                <p:cNvSpPr/>
                <p:nvPr/>
              </p:nvSpPr>
              <p:spPr>
                <a:xfrm>
                  <a:off x="5148144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0" name="pg1289">
                  <a:extLst>
                    <a:ext uri="{FF2B5EF4-FFF2-40B4-BE49-F238E27FC236}">
                      <a16:creationId xmlns:a16="http://schemas.microsoft.com/office/drawing/2014/main" id="{2B24D505-87A7-DD36-903D-3552E7D33327}"/>
                    </a:ext>
                  </a:extLst>
                </p:cNvPr>
                <p:cNvSpPr/>
                <p:nvPr/>
              </p:nvSpPr>
              <p:spPr>
                <a:xfrm>
                  <a:off x="5183056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1" name="pg1290">
                  <a:extLst>
                    <a:ext uri="{FF2B5EF4-FFF2-40B4-BE49-F238E27FC236}">
                      <a16:creationId xmlns:a16="http://schemas.microsoft.com/office/drawing/2014/main" id="{A4975911-2306-C06E-F85E-7E497F0F45AB}"/>
                    </a:ext>
                  </a:extLst>
                </p:cNvPr>
                <p:cNvSpPr/>
                <p:nvPr/>
              </p:nvSpPr>
              <p:spPr>
                <a:xfrm>
                  <a:off x="5194693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2" name="pg1291">
                  <a:extLst>
                    <a:ext uri="{FF2B5EF4-FFF2-40B4-BE49-F238E27FC236}">
                      <a16:creationId xmlns:a16="http://schemas.microsoft.com/office/drawing/2014/main" id="{CC2B647C-92F9-161F-EE8C-50689E2642F0}"/>
                    </a:ext>
                  </a:extLst>
                </p:cNvPr>
                <p:cNvSpPr/>
                <p:nvPr/>
              </p:nvSpPr>
              <p:spPr>
                <a:xfrm>
                  <a:off x="5206331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3" name="pg1292">
                  <a:extLst>
                    <a:ext uri="{FF2B5EF4-FFF2-40B4-BE49-F238E27FC236}">
                      <a16:creationId xmlns:a16="http://schemas.microsoft.com/office/drawing/2014/main" id="{65106EB4-C97E-4E80-899F-A07EE9E91BD6}"/>
                    </a:ext>
                  </a:extLst>
                </p:cNvPr>
                <p:cNvSpPr/>
                <p:nvPr/>
              </p:nvSpPr>
              <p:spPr>
                <a:xfrm>
                  <a:off x="5217968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4" name="pg1293">
                  <a:extLst>
                    <a:ext uri="{FF2B5EF4-FFF2-40B4-BE49-F238E27FC236}">
                      <a16:creationId xmlns:a16="http://schemas.microsoft.com/office/drawing/2014/main" id="{93C9CDE2-9D91-C1DB-D5E4-AFDBBF5ADCD5}"/>
                    </a:ext>
                  </a:extLst>
                </p:cNvPr>
                <p:cNvSpPr/>
                <p:nvPr/>
              </p:nvSpPr>
              <p:spPr>
                <a:xfrm>
                  <a:off x="5229605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6B6">
                    <a:alpha val="100000"/>
                  </a:srgbClr>
                </a:solidFill>
                <a:ln w="5420" cap="flat">
                  <a:solidFill>
                    <a:srgbClr val="7BD6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5" name="pg1294">
                  <a:extLst>
                    <a:ext uri="{FF2B5EF4-FFF2-40B4-BE49-F238E27FC236}">
                      <a16:creationId xmlns:a16="http://schemas.microsoft.com/office/drawing/2014/main" id="{B9E3EF66-B276-73A2-670D-3D5D93C2FACE}"/>
                    </a:ext>
                  </a:extLst>
                </p:cNvPr>
                <p:cNvSpPr/>
                <p:nvPr/>
              </p:nvSpPr>
              <p:spPr>
                <a:xfrm>
                  <a:off x="5241243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6" name="pg1295">
                  <a:extLst>
                    <a:ext uri="{FF2B5EF4-FFF2-40B4-BE49-F238E27FC236}">
                      <a16:creationId xmlns:a16="http://schemas.microsoft.com/office/drawing/2014/main" id="{5E0BAF2F-7659-C295-A80E-C887C62978F9}"/>
                    </a:ext>
                  </a:extLst>
                </p:cNvPr>
                <p:cNvSpPr/>
                <p:nvPr/>
              </p:nvSpPr>
              <p:spPr>
                <a:xfrm>
                  <a:off x="5252880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7" name="pg1296">
                  <a:extLst>
                    <a:ext uri="{FF2B5EF4-FFF2-40B4-BE49-F238E27FC236}">
                      <a16:creationId xmlns:a16="http://schemas.microsoft.com/office/drawing/2014/main" id="{F700809E-DCBE-D62A-EF6A-4C7B1A06091A}"/>
                    </a:ext>
                  </a:extLst>
                </p:cNvPr>
                <p:cNvSpPr/>
                <p:nvPr/>
              </p:nvSpPr>
              <p:spPr>
                <a:xfrm>
                  <a:off x="5264517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8" name="pg1297">
                  <a:extLst>
                    <a:ext uri="{FF2B5EF4-FFF2-40B4-BE49-F238E27FC236}">
                      <a16:creationId xmlns:a16="http://schemas.microsoft.com/office/drawing/2014/main" id="{A7C95005-E7D1-6214-28FD-90F8948B17AB}"/>
                    </a:ext>
                  </a:extLst>
                </p:cNvPr>
                <p:cNvSpPr/>
                <p:nvPr/>
              </p:nvSpPr>
              <p:spPr>
                <a:xfrm>
                  <a:off x="5276155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699" name="pg1298">
                  <a:extLst>
                    <a:ext uri="{FF2B5EF4-FFF2-40B4-BE49-F238E27FC236}">
                      <a16:creationId xmlns:a16="http://schemas.microsoft.com/office/drawing/2014/main" id="{0F2CDAD2-3DF5-8A33-DBE1-6B0B0D3E5436}"/>
                    </a:ext>
                  </a:extLst>
                </p:cNvPr>
                <p:cNvSpPr/>
                <p:nvPr/>
              </p:nvSpPr>
              <p:spPr>
                <a:xfrm>
                  <a:off x="5287792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0" name="pg1299">
                  <a:extLst>
                    <a:ext uri="{FF2B5EF4-FFF2-40B4-BE49-F238E27FC236}">
                      <a16:creationId xmlns:a16="http://schemas.microsoft.com/office/drawing/2014/main" id="{05149864-12DD-5EE8-9318-7ADD43FBD3BC}"/>
                    </a:ext>
                  </a:extLst>
                </p:cNvPr>
                <p:cNvSpPr/>
                <p:nvPr/>
              </p:nvSpPr>
              <p:spPr>
                <a:xfrm>
                  <a:off x="5299429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1" name="pg1300">
                  <a:extLst>
                    <a:ext uri="{FF2B5EF4-FFF2-40B4-BE49-F238E27FC236}">
                      <a16:creationId xmlns:a16="http://schemas.microsoft.com/office/drawing/2014/main" id="{5C108577-0658-7FBF-F427-3FDDDDA27859}"/>
                    </a:ext>
                  </a:extLst>
                </p:cNvPr>
                <p:cNvSpPr/>
                <p:nvPr/>
              </p:nvSpPr>
              <p:spPr>
                <a:xfrm>
                  <a:off x="5311067" y="35658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1D3B2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2" name="pg1301">
                  <a:extLst>
                    <a:ext uri="{FF2B5EF4-FFF2-40B4-BE49-F238E27FC236}">
                      <a16:creationId xmlns:a16="http://schemas.microsoft.com/office/drawing/2014/main" id="{31F4242E-F84B-5670-7960-005388349724}"/>
                    </a:ext>
                  </a:extLst>
                </p:cNvPr>
                <p:cNvSpPr/>
                <p:nvPr/>
              </p:nvSpPr>
              <p:spPr>
                <a:xfrm>
                  <a:off x="5020133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CDBBE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3" name="pg1302">
                  <a:extLst>
                    <a:ext uri="{FF2B5EF4-FFF2-40B4-BE49-F238E27FC236}">
                      <a16:creationId xmlns:a16="http://schemas.microsoft.com/office/drawing/2014/main" id="{B1D7F56D-F4A2-8B17-98E9-F4E16B73C7E8}"/>
                    </a:ext>
                  </a:extLst>
                </p:cNvPr>
                <p:cNvSpPr/>
                <p:nvPr/>
              </p:nvSpPr>
              <p:spPr>
                <a:xfrm>
                  <a:off x="5031771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4" name="pg1303">
                  <a:extLst>
                    <a:ext uri="{FF2B5EF4-FFF2-40B4-BE49-F238E27FC236}">
                      <a16:creationId xmlns:a16="http://schemas.microsoft.com/office/drawing/2014/main" id="{C13EC6E1-E3F5-66BF-D830-F9DA1D55AB00}"/>
                    </a:ext>
                  </a:extLst>
                </p:cNvPr>
                <p:cNvSpPr/>
                <p:nvPr/>
              </p:nvSpPr>
              <p:spPr>
                <a:xfrm>
                  <a:off x="5043408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5" name="pg1304">
                  <a:extLst>
                    <a:ext uri="{FF2B5EF4-FFF2-40B4-BE49-F238E27FC236}">
                      <a16:creationId xmlns:a16="http://schemas.microsoft.com/office/drawing/2014/main" id="{D601E2BD-1D85-0690-774B-E7397D0C5533}"/>
                    </a:ext>
                  </a:extLst>
                </p:cNvPr>
                <p:cNvSpPr/>
                <p:nvPr/>
              </p:nvSpPr>
              <p:spPr>
                <a:xfrm>
                  <a:off x="5055045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CDBBD">
                    <a:alpha val="100000"/>
                  </a:srgbClr>
                </a:solidFill>
                <a:ln w="5420" cap="flat">
                  <a:solidFill>
                    <a:srgbClr val="8CDB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6" name="pg1305">
                  <a:extLst>
                    <a:ext uri="{FF2B5EF4-FFF2-40B4-BE49-F238E27FC236}">
                      <a16:creationId xmlns:a16="http://schemas.microsoft.com/office/drawing/2014/main" id="{990EC7CD-DC60-2CED-27E7-F06D832DE64A}"/>
                    </a:ext>
                  </a:extLst>
                </p:cNvPr>
                <p:cNvSpPr/>
                <p:nvPr/>
              </p:nvSpPr>
              <p:spPr>
                <a:xfrm>
                  <a:off x="5066683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7" name="pg1306">
                  <a:extLst>
                    <a:ext uri="{FF2B5EF4-FFF2-40B4-BE49-F238E27FC236}">
                      <a16:creationId xmlns:a16="http://schemas.microsoft.com/office/drawing/2014/main" id="{46340C71-F949-4120-10BE-688D75AAA765}"/>
                    </a:ext>
                  </a:extLst>
                </p:cNvPr>
                <p:cNvSpPr/>
                <p:nvPr/>
              </p:nvSpPr>
              <p:spPr>
                <a:xfrm>
                  <a:off x="5078320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8" name="pg1307">
                  <a:extLst>
                    <a:ext uri="{FF2B5EF4-FFF2-40B4-BE49-F238E27FC236}">
                      <a16:creationId xmlns:a16="http://schemas.microsoft.com/office/drawing/2014/main" id="{1510AE02-72F0-AE39-323A-EBA6922FFA9C}"/>
                    </a:ext>
                  </a:extLst>
                </p:cNvPr>
                <p:cNvSpPr/>
                <p:nvPr/>
              </p:nvSpPr>
              <p:spPr>
                <a:xfrm>
                  <a:off x="5089957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09" name="pg1308">
                  <a:extLst>
                    <a:ext uri="{FF2B5EF4-FFF2-40B4-BE49-F238E27FC236}">
                      <a16:creationId xmlns:a16="http://schemas.microsoft.com/office/drawing/2014/main" id="{41570DBB-3B4A-DFC2-8A8D-F430FB714889}"/>
                    </a:ext>
                  </a:extLst>
                </p:cNvPr>
                <p:cNvSpPr/>
                <p:nvPr/>
              </p:nvSpPr>
              <p:spPr>
                <a:xfrm>
                  <a:off x="5101595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7B9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0" name="pg1309">
                  <a:extLst>
                    <a:ext uri="{FF2B5EF4-FFF2-40B4-BE49-F238E27FC236}">
                      <a16:creationId xmlns:a16="http://schemas.microsoft.com/office/drawing/2014/main" id="{6FE4B349-4D28-E7BD-3956-484B88A68FDD}"/>
                    </a:ext>
                  </a:extLst>
                </p:cNvPr>
                <p:cNvSpPr/>
                <p:nvPr/>
              </p:nvSpPr>
              <p:spPr>
                <a:xfrm>
                  <a:off x="5113232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1" name="pg1310">
                  <a:extLst>
                    <a:ext uri="{FF2B5EF4-FFF2-40B4-BE49-F238E27FC236}">
                      <a16:creationId xmlns:a16="http://schemas.microsoft.com/office/drawing/2014/main" id="{C3948C50-E041-08C8-1F44-D37DA7157D3D}"/>
                    </a:ext>
                  </a:extLst>
                </p:cNvPr>
                <p:cNvSpPr/>
                <p:nvPr/>
              </p:nvSpPr>
              <p:spPr>
                <a:xfrm>
                  <a:off x="5124869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2" name="pg1311">
                  <a:extLst>
                    <a:ext uri="{FF2B5EF4-FFF2-40B4-BE49-F238E27FC236}">
                      <a16:creationId xmlns:a16="http://schemas.microsoft.com/office/drawing/2014/main" id="{0E61E32F-E8EB-4453-42A0-2579EF8A5C7F}"/>
                    </a:ext>
                  </a:extLst>
                </p:cNvPr>
                <p:cNvSpPr/>
                <p:nvPr/>
              </p:nvSpPr>
              <p:spPr>
                <a:xfrm>
                  <a:off x="5136507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3" name="pg1312">
                  <a:extLst>
                    <a:ext uri="{FF2B5EF4-FFF2-40B4-BE49-F238E27FC236}">
                      <a16:creationId xmlns:a16="http://schemas.microsoft.com/office/drawing/2014/main" id="{9D16CBE8-E197-A855-9959-8E4B26EEFA95}"/>
                    </a:ext>
                  </a:extLst>
                </p:cNvPr>
                <p:cNvSpPr/>
                <p:nvPr/>
              </p:nvSpPr>
              <p:spPr>
                <a:xfrm>
                  <a:off x="5148144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4" name="pg1313">
                  <a:extLst>
                    <a:ext uri="{FF2B5EF4-FFF2-40B4-BE49-F238E27FC236}">
                      <a16:creationId xmlns:a16="http://schemas.microsoft.com/office/drawing/2014/main" id="{0DF57531-5DA0-9FA1-B030-30DF453DBDE9}"/>
                    </a:ext>
                  </a:extLst>
                </p:cNvPr>
                <p:cNvSpPr/>
                <p:nvPr/>
              </p:nvSpPr>
              <p:spPr>
                <a:xfrm>
                  <a:off x="5194693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5" name="pg1314">
                  <a:extLst>
                    <a:ext uri="{FF2B5EF4-FFF2-40B4-BE49-F238E27FC236}">
                      <a16:creationId xmlns:a16="http://schemas.microsoft.com/office/drawing/2014/main" id="{78FCFCAD-717C-BBF5-AB62-A99249CB27E9}"/>
                    </a:ext>
                  </a:extLst>
                </p:cNvPr>
                <p:cNvSpPr/>
                <p:nvPr/>
              </p:nvSpPr>
              <p:spPr>
                <a:xfrm>
                  <a:off x="5206331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6" name="pg1315">
                  <a:extLst>
                    <a:ext uri="{FF2B5EF4-FFF2-40B4-BE49-F238E27FC236}">
                      <a16:creationId xmlns:a16="http://schemas.microsoft.com/office/drawing/2014/main" id="{A82832DB-F8F2-2D6E-AA89-81AA3FEAD84C}"/>
                    </a:ext>
                  </a:extLst>
                </p:cNvPr>
                <p:cNvSpPr/>
                <p:nvPr/>
              </p:nvSpPr>
              <p:spPr>
                <a:xfrm>
                  <a:off x="5217968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7" name="pg1316">
                  <a:extLst>
                    <a:ext uri="{FF2B5EF4-FFF2-40B4-BE49-F238E27FC236}">
                      <a16:creationId xmlns:a16="http://schemas.microsoft.com/office/drawing/2014/main" id="{8FA1C4F7-95B3-2E2C-0725-A44E0EC46FC4}"/>
                    </a:ext>
                  </a:extLst>
                </p:cNvPr>
                <p:cNvSpPr/>
                <p:nvPr/>
              </p:nvSpPr>
              <p:spPr>
                <a:xfrm>
                  <a:off x="5229605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8" name="pg1317">
                  <a:extLst>
                    <a:ext uri="{FF2B5EF4-FFF2-40B4-BE49-F238E27FC236}">
                      <a16:creationId xmlns:a16="http://schemas.microsoft.com/office/drawing/2014/main" id="{B40B192D-A578-1283-7F79-BBB17940910B}"/>
                    </a:ext>
                  </a:extLst>
                </p:cNvPr>
                <p:cNvSpPr/>
                <p:nvPr/>
              </p:nvSpPr>
              <p:spPr>
                <a:xfrm>
                  <a:off x="5241243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19" name="pg1318">
                  <a:extLst>
                    <a:ext uri="{FF2B5EF4-FFF2-40B4-BE49-F238E27FC236}">
                      <a16:creationId xmlns:a16="http://schemas.microsoft.com/office/drawing/2014/main" id="{D8940AF7-06D6-FD8E-0F7A-6E9824D6C205}"/>
                    </a:ext>
                  </a:extLst>
                </p:cNvPr>
                <p:cNvSpPr/>
                <p:nvPr/>
              </p:nvSpPr>
              <p:spPr>
                <a:xfrm>
                  <a:off x="5252880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0" name="pg1319">
                  <a:extLst>
                    <a:ext uri="{FF2B5EF4-FFF2-40B4-BE49-F238E27FC236}">
                      <a16:creationId xmlns:a16="http://schemas.microsoft.com/office/drawing/2014/main" id="{60A8F0BE-B416-E74B-76C8-8F106424D552}"/>
                    </a:ext>
                  </a:extLst>
                </p:cNvPr>
                <p:cNvSpPr/>
                <p:nvPr/>
              </p:nvSpPr>
              <p:spPr>
                <a:xfrm>
                  <a:off x="5264517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1" name="pg1320">
                  <a:extLst>
                    <a:ext uri="{FF2B5EF4-FFF2-40B4-BE49-F238E27FC236}">
                      <a16:creationId xmlns:a16="http://schemas.microsoft.com/office/drawing/2014/main" id="{2722E0D9-7782-32B9-DA49-D884FBC7F66F}"/>
                    </a:ext>
                  </a:extLst>
                </p:cNvPr>
                <p:cNvSpPr/>
                <p:nvPr/>
              </p:nvSpPr>
              <p:spPr>
                <a:xfrm>
                  <a:off x="5276155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2" name="pg1321">
                  <a:extLst>
                    <a:ext uri="{FF2B5EF4-FFF2-40B4-BE49-F238E27FC236}">
                      <a16:creationId xmlns:a16="http://schemas.microsoft.com/office/drawing/2014/main" id="{3F3157C3-93E2-EC1C-21FF-6D0A7A593089}"/>
                    </a:ext>
                  </a:extLst>
                </p:cNvPr>
                <p:cNvSpPr/>
                <p:nvPr/>
              </p:nvSpPr>
              <p:spPr>
                <a:xfrm>
                  <a:off x="5287792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4B5">
                    <a:alpha val="100000"/>
                  </a:srgbClr>
                </a:solidFill>
                <a:ln w="5420" cap="flat">
                  <a:solidFill>
                    <a:srgbClr val="78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3" name="pg1322">
                  <a:extLst>
                    <a:ext uri="{FF2B5EF4-FFF2-40B4-BE49-F238E27FC236}">
                      <a16:creationId xmlns:a16="http://schemas.microsoft.com/office/drawing/2014/main" id="{6870E516-F5D4-BC3F-226A-BF289D91E25D}"/>
                    </a:ext>
                  </a:extLst>
                </p:cNvPr>
                <p:cNvSpPr/>
                <p:nvPr/>
              </p:nvSpPr>
              <p:spPr>
                <a:xfrm>
                  <a:off x="5299429" y="358014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4" name="pg1323">
                  <a:extLst>
                    <a:ext uri="{FF2B5EF4-FFF2-40B4-BE49-F238E27FC236}">
                      <a16:creationId xmlns:a16="http://schemas.microsoft.com/office/drawing/2014/main" id="{B1BB74B9-AAA0-3A74-791F-A7B01C623EC3}"/>
                    </a:ext>
                  </a:extLst>
                </p:cNvPr>
                <p:cNvSpPr/>
                <p:nvPr/>
              </p:nvSpPr>
              <p:spPr>
                <a:xfrm>
                  <a:off x="5008496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93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5" name="pg1324">
                  <a:extLst>
                    <a:ext uri="{FF2B5EF4-FFF2-40B4-BE49-F238E27FC236}">
                      <a16:creationId xmlns:a16="http://schemas.microsoft.com/office/drawing/2014/main" id="{5E8632FC-F3A5-E83E-BB6B-6EE89E07E191}"/>
                    </a:ext>
                  </a:extLst>
                </p:cNvPr>
                <p:cNvSpPr/>
                <p:nvPr/>
              </p:nvSpPr>
              <p:spPr>
                <a:xfrm>
                  <a:off x="5020133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6" name="pg1325">
                  <a:extLst>
                    <a:ext uri="{FF2B5EF4-FFF2-40B4-BE49-F238E27FC236}">
                      <a16:creationId xmlns:a16="http://schemas.microsoft.com/office/drawing/2014/main" id="{CD53E635-C38F-99FA-08EC-F346C7DCAEEC}"/>
                    </a:ext>
                  </a:extLst>
                </p:cNvPr>
                <p:cNvSpPr/>
                <p:nvPr/>
              </p:nvSpPr>
              <p:spPr>
                <a:xfrm>
                  <a:off x="5031771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95DD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7" name="pg1326">
                  <a:extLst>
                    <a:ext uri="{FF2B5EF4-FFF2-40B4-BE49-F238E27FC236}">
                      <a16:creationId xmlns:a16="http://schemas.microsoft.com/office/drawing/2014/main" id="{C3971581-EC28-7CBC-06DB-1545E7EAC29A}"/>
                    </a:ext>
                  </a:extLst>
                </p:cNvPr>
                <p:cNvSpPr/>
                <p:nvPr/>
              </p:nvSpPr>
              <p:spPr>
                <a:xfrm>
                  <a:off x="5043408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95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8" name="pg1327">
                  <a:extLst>
                    <a:ext uri="{FF2B5EF4-FFF2-40B4-BE49-F238E27FC236}">
                      <a16:creationId xmlns:a16="http://schemas.microsoft.com/office/drawing/2014/main" id="{0D2780DD-D146-E0DB-F2D5-93F9D9A03D98}"/>
                    </a:ext>
                  </a:extLst>
                </p:cNvPr>
                <p:cNvSpPr/>
                <p:nvPr/>
              </p:nvSpPr>
              <p:spPr>
                <a:xfrm>
                  <a:off x="5055045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29" name="pg1328">
                  <a:extLst>
                    <a:ext uri="{FF2B5EF4-FFF2-40B4-BE49-F238E27FC236}">
                      <a16:creationId xmlns:a16="http://schemas.microsoft.com/office/drawing/2014/main" id="{BF7B40BD-3D46-97C8-A413-2EE01E7591BC}"/>
                    </a:ext>
                  </a:extLst>
                </p:cNvPr>
                <p:cNvSpPr/>
                <p:nvPr/>
              </p:nvSpPr>
              <p:spPr>
                <a:xfrm>
                  <a:off x="5066683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0" name="pg1329">
                  <a:extLst>
                    <a:ext uri="{FF2B5EF4-FFF2-40B4-BE49-F238E27FC236}">
                      <a16:creationId xmlns:a16="http://schemas.microsoft.com/office/drawing/2014/main" id="{E7BC3B39-D231-3DAC-228B-78813061F73F}"/>
                    </a:ext>
                  </a:extLst>
                </p:cNvPr>
                <p:cNvSpPr/>
                <p:nvPr/>
              </p:nvSpPr>
              <p:spPr>
                <a:xfrm>
                  <a:off x="5078320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1" name="pg1330">
                  <a:extLst>
                    <a:ext uri="{FF2B5EF4-FFF2-40B4-BE49-F238E27FC236}">
                      <a16:creationId xmlns:a16="http://schemas.microsoft.com/office/drawing/2014/main" id="{87EC8632-B130-5EBF-A831-32CC68AA91FB}"/>
                    </a:ext>
                  </a:extLst>
                </p:cNvPr>
                <p:cNvSpPr/>
                <p:nvPr/>
              </p:nvSpPr>
              <p:spPr>
                <a:xfrm>
                  <a:off x="5089957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CDABD">
                    <a:alpha val="100000"/>
                  </a:srgbClr>
                </a:solidFill>
                <a:ln w="5420" cap="flat">
                  <a:solidFill>
                    <a:srgbClr val="8C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2" name="pg1331">
                  <a:extLst>
                    <a:ext uri="{FF2B5EF4-FFF2-40B4-BE49-F238E27FC236}">
                      <a16:creationId xmlns:a16="http://schemas.microsoft.com/office/drawing/2014/main" id="{F6A2B4F3-73F7-99DC-D274-9C1742604D00}"/>
                    </a:ext>
                  </a:extLst>
                </p:cNvPr>
                <p:cNvSpPr/>
                <p:nvPr/>
              </p:nvSpPr>
              <p:spPr>
                <a:xfrm>
                  <a:off x="5101595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8BB">
                    <a:alpha val="100000"/>
                  </a:srgbClr>
                </a:solidFill>
                <a:ln w="5420" cap="flat">
                  <a:solidFill>
                    <a:srgbClr val="85D8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3" name="pg1332">
                  <a:extLst>
                    <a:ext uri="{FF2B5EF4-FFF2-40B4-BE49-F238E27FC236}">
                      <a16:creationId xmlns:a16="http://schemas.microsoft.com/office/drawing/2014/main" id="{8876894E-787D-D286-9F9D-35830B0BEC13}"/>
                    </a:ext>
                  </a:extLst>
                </p:cNvPr>
                <p:cNvSpPr/>
                <p:nvPr/>
              </p:nvSpPr>
              <p:spPr>
                <a:xfrm>
                  <a:off x="5113232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4" name="pg1333">
                  <a:extLst>
                    <a:ext uri="{FF2B5EF4-FFF2-40B4-BE49-F238E27FC236}">
                      <a16:creationId xmlns:a16="http://schemas.microsoft.com/office/drawing/2014/main" id="{7ECD39A1-26CC-623C-4900-1887B8370A3D}"/>
                    </a:ext>
                  </a:extLst>
                </p:cNvPr>
                <p:cNvSpPr/>
                <p:nvPr/>
              </p:nvSpPr>
              <p:spPr>
                <a:xfrm>
                  <a:off x="5124869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5" name="pg1334">
                  <a:extLst>
                    <a:ext uri="{FF2B5EF4-FFF2-40B4-BE49-F238E27FC236}">
                      <a16:creationId xmlns:a16="http://schemas.microsoft.com/office/drawing/2014/main" id="{C002F15B-AB03-289B-A3F7-049C81E13927}"/>
                    </a:ext>
                  </a:extLst>
                </p:cNvPr>
                <p:cNvSpPr/>
                <p:nvPr/>
              </p:nvSpPr>
              <p:spPr>
                <a:xfrm>
                  <a:off x="5136507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6" name="pg1335">
                  <a:extLst>
                    <a:ext uri="{FF2B5EF4-FFF2-40B4-BE49-F238E27FC236}">
                      <a16:creationId xmlns:a16="http://schemas.microsoft.com/office/drawing/2014/main" id="{0916DC13-BF15-0E93-49D7-A67816D44C53}"/>
                    </a:ext>
                  </a:extLst>
                </p:cNvPr>
                <p:cNvSpPr/>
                <p:nvPr/>
              </p:nvSpPr>
              <p:spPr>
                <a:xfrm>
                  <a:off x="5148144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7" name="pg1336">
                  <a:extLst>
                    <a:ext uri="{FF2B5EF4-FFF2-40B4-BE49-F238E27FC236}">
                      <a16:creationId xmlns:a16="http://schemas.microsoft.com/office/drawing/2014/main" id="{B773763E-288C-AAD2-558D-769A29025257}"/>
                    </a:ext>
                  </a:extLst>
                </p:cNvPr>
                <p:cNvSpPr/>
                <p:nvPr/>
              </p:nvSpPr>
              <p:spPr>
                <a:xfrm>
                  <a:off x="5194693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8" name="pg1337">
                  <a:extLst>
                    <a:ext uri="{FF2B5EF4-FFF2-40B4-BE49-F238E27FC236}">
                      <a16:creationId xmlns:a16="http://schemas.microsoft.com/office/drawing/2014/main" id="{AECE0B81-D0C0-B165-7408-4E58D14218CE}"/>
                    </a:ext>
                  </a:extLst>
                </p:cNvPr>
                <p:cNvSpPr/>
                <p:nvPr/>
              </p:nvSpPr>
              <p:spPr>
                <a:xfrm>
                  <a:off x="5206331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39" name="pg1338">
                  <a:extLst>
                    <a:ext uri="{FF2B5EF4-FFF2-40B4-BE49-F238E27FC236}">
                      <a16:creationId xmlns:a16="http://schemas.microsoft.com/office/drawing/2014/main" id="{A18618DF-65A6-9182-E30F-40212D689A0A}"/>
                    </a:ext>
                  </a:extLst>
                </p:cNvPr>
                <p:cNvSpPr/>
                <p:nvPr/>
              </p:nvSpPr>
              <p:spPr>
                <a:xfrm>
                  <a:off x="5217968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0" name="pg1339">
                  <a:extLst>
                    <a:ext uri="{FF2B5EF4-FFF2-40B4-BE49-F238E27FC236}">
                      <a16:creationId xmlns:a16="http://schemas.microsoft.com/office/drawing/2014/main" id="{DEF8B4E7-3B1B-0DB7-6750-88D957E8FE3D}"/>
                    </a:ext>
                  </a:extLst>
                </p:cNvPr>
                <p:cNvSpPr/>
                <p:nvPr/>
              </p:nvSpPr>
              <p:spPr>
                <a:xfrm>
                  <a:off x="5229605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1" name="pg1340">
                  <a:extLst>
                    <a:ext uri="{FF2B5EF4-FFF2-40B4-BE49-F238E27FC236}">
                      <a16:creationId xmlns:a16="http://schemas.microsoft.com/office/drawing/2014/main" id="{7766189D-891E-3416-46C5-C9E494926439}"/>
                    </a:ext>
                  </a:extLst>
                </p:cNvPr>
                <p:cNvSpPr/>
                <p:nvPr/>
              </p:nvSpPr>
              <p:spPr>
                <a:xfrm>
                  <a:off x="5241243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2" name="pg1341">
                  <a:extLst>
                    <a:ext uri="{FF2B5EF4-FFF2-40B4-BE49-F238E27FC236}">
                      <a16:creationId xmlns:a16="http://schemas.microsoft.com/office/drawing/2014/main" id="{ADA87E13-E1F4-D387-7C80-EBC1AD36BC85}"/>
                    </a:ext>
                  </a:extLst>
                </p:cNvPr>
                <p:cNvSpPr/>
                <p:nvPr/>
              </p:nvSpPr>
              <p:spPr>
                <a:xfrm>
                  <a:off x="5252880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6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3" name="pg1342">
                  <a:extLst>
                    <a:ext uri="{FF2B5EF4-FFF2-40B4-BE49-F238E27FC236}">
                      <a16:creationId xmlns:a16="http://schemas.microsoft.com/office/drawing/2014/main" id="{A71ACE4E-014E-32F6-20B1-3E2EF05F77AD}"/>
                    </a:ext>
                  </a:extLst>
                </p:cNvPr>
                <p:cNvSpPr/>
                <p:nvPr/>
              </p:nvSpPr>
              <p:spPr>
                <a:xfrm>
                  <a:off x="5264517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4" name="pg1343">
                  <a:extLst>
                    <a:ext uri="{FF2B5EF4-FFF2-40B4-BE49-F238E27FC236}">
                      <a16:creationId xmlns:a16="http://schemas.microsoft.com/office/drawing/2014/main" id="{F01C7C50-F295-43BC-29F2-9D5070DCCF99}"/>
                    </a:ext>
                  </a:extLst>
                </p:cNvPr>
                <p:cNvSpPr/>
                <p:nvPr/>
              </p:nvSpPr>
              <p:spPr>
                <a:xfrm>
                  <a:off x="5276155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5" name="pg1344">
                  <a:extLst>
                    <a:ext uri="{FF2B5EF4-FFF2-40B4-BE49-F238E27FC236}">
                      <a16:creationId xmlns:a16="http://schemas.microsoft.com/office/drawing/2014/main" id="{D3E3B203-DBA9-92A5-00FB-2B14E2831A76}"/>
                    </a:ext>
                  </a:extLst>
                </p:cNvPr>
                <p:cNvSpPr/>
                <p:nvPr/>
              </p:nvSpPr>
              <p:spPr>
                <a:xfrm>
                  <a:off x="5287792" y="359444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6" name="pg1345">
                  <a:extLst>
                    <a:ext uri="{FF2B5EF4-FFF2-40B4-BE49-F238E27FC236}">
                      <a16:creationId xmlns:a16="http://schemas.microsoft.com/office/drawing/2014/main" id="{E32AA756-13EB-2F39-E828-760720BEC2AF}"/>
                    </a:ext>
                  </a:extLst>
                </p:cNvPr>
                <p:cNvSpPr/>
                <p:nvPr/>
              </p:nvSpPr>
              <p:spPr>
                <a:xfrm>
                  <a:off x="4996859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98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7" name="pg1346">
                  <a:extLst>
                    <a:ext uri="{FF2B5EF4-FFF2-40B4-BE49-F238E27FC236}">
                      <a16:creationId xmlns:a16="http://schemas.microsoft.com/office/drawing/2014/main" id="{3E3664E0-82FD-3538-825D-17CF7C8265FF}"/>
                    </a:ext>
                  </a:extLst>
                </p:cNvPr>
                <p:cNvSpPr/>
                <p:nvPr/>
              </p:nvSpPr>
              <p:spPr>
                <a:xfrm>
                  <a:off x="5008496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8" name="pg1347">
                  <a:extLst>
                    <a:ext uri="{FF2B5EF4-FFF2-40B4-BE49-F238E27FC236}">
                      <a16:creationId xmlns:a16="http://schemas.microsoft.com/office/drawing/2014/main" id="{59F177D5-16FF-7445-64D4-772FE8AB4BF2}"/>
                    </a:ext>
                  </a:extLst>
                </p:cNvPr>
                <p:cNvSpPr/>
                <p:nvPr/>
              </p:nvSpPr>
              <p:spPr>
                <a:xfrm>
                  <a:off x="5020133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49" name="pg1348">
                  <a:extLst>
                    <a:ext uri="{FF2B5EF4-FFF2-40B4-BE49-F238E27FC236}">
                      <a16:creationId xmlns:a16="http://schemas.microsoft.com/office/drawing/2014/main" id="{CDC4394F-8BE5-F75F-62AE-CB8A240A1754}"/>
                    </a:ext>
                  </a:extLst>
                </p:cNvPr>
                <p:cNvSpPr/>
                <p:nvPr/>
              </p:nvSpPr>
              <p:spPr>
                <a:xfrm>
                  <a:off x="5031771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0" name="pg1349">
                  <a:extLst>
                    <a:ext uri="{FF2B5EF4-FFF2-40B4-BE49-F238E27FC236}">
                      <a16:creationId xmlns:a16="http://schemas.microsoft.com/office/drawing/2014/main" id="{ADA5D56B-A902-D9BB-DBC0-F318F1EDB1AF}"/>
                    </a:ext>
                  </a:extLst>
                </p:cNvPr>
                <p:cNvSpPr/>
                <p:nvPr/>
              </p:nvSpPr>
              <p:spPr>
                <a:xfrm>
                  <a:off x="5043408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1" name="pg1350">
                  <a:extLst>
                    <a:ext uri="{FF2B5EF4-FFF2-40B4-BE49-F238E27FC236}">
                      <a16:creationId xmlns:a16="http://schemas.microsoft.com/office/drawing/2014/main" id="{7F00EA47-B20B-5D42-C2A9-82736042CDBD}"/>
                    </a:ext>
                  </a:extLst>
                </p:cNvPr>
                <p:cNvSpPr/>
                <p:nvPr/>
              </p:nvSpPr>
              <p:spPr>
                <a:xfrm>
                  <a:off x="5055045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CE0C5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2" name="pg1351">
                  <a:extLst>
                    <a:ext uri="{FF2B5EF4-FFF2-40B4-BE49-F238E27FC236}">
                      <a16:creationId xmlns:a16="http://schemas.microsoft.com/office/drawing/2014/main" id="{DE52F247-E3EA-DCB7-8579-F8B177E5ED4A}"/>
                    </a:ext>
                  </a:extLst>
                </p:cNvPr>
                <p:cNvSpPr/>
                <p:nvPr/>
              </p:nvSpPr>
              <p:spPr>
                <a:xfrm>
                  <a:off x="5066683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3" name="pg1352">
                  <a:extLst>
                    <a:ext uri="{FF2B5EF4-FFF2-40B4-BE49-F238E27FC236}">
                      <a16:creationId xmlns:a16="http://schemas.microsoft.com/office/drawing/2014/main" id="{E133523E-115F-DA8F-45B9-4EF2FBA65A1C}"/>
                    </a:ext>
                  </a:extLst>
                </p:cNvPr>
                <p:cNvSpPr/>
                <p:nvPr/>
              </p:nvSpPr>
              <p:spPr>
                <a:xfrm>
                  <a:off x="5078320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96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4" name="pg1353">
                  <a:extLst>
                    <a:ext uri="{FF2B5EF4-FFF2-40B4-BE49-F238E27FC236}">
                      <a16:creationId xmlns:a16="http://schemas.microsoft.com/office/drawing/2014/main" id="{2D36BC8D-ABAB-032D-3700-48C809A82B5D}"/>
                    </a:ext>
                  </a:extLst>
                </p:cNvPr>
                <p:cNvSpPr/>
                <p:nvPr/>
              </p:nvSpPr>
              <p:spPr>
                <a:xfrm>
                  <a:off x="5089957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5" name="pg1354">
                  <a:extLst>
                    <a:ext uri="{FF2B5EF4-FFF2-40B4-BE49-F238E27FC236}">
                      <a16:creationId xmlns:a16="http://schemas.microsoft.com/office/drawing/2014/main" id="{E9E5E1EB-DC73-A765-3783-6525D430DD6E}"/>
                    </a:ext>
                  </a:extLst>
                </p:cNvPr>
                <p:cNvSpPr/>
                <p:nvPr/>
              </p:nvSpPr>
              <p:spPr>
                <a:xfrm>
                  <a:off x="5101595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89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6" name="pg1355">
                  <a:extLst>
                    <a:ext uri="{FF2B5EF4-FFF2-40B4-BE49-F238E27FC236}">
                      <a16:creationId xmlns:a16="http://schemas.microsoft.com/office/drawing/2014/main" id="{92AA5F89-2CAC-E9EA-6C95-BF962AA4D324}"/>
                    </a:ext>
                  </a:extLst>
                </p:cNvPr>
                <p:cNvSpPr/>
                <p:nvPr/>
              </p:nvSpPr>
              <p:spPr>
                <a:xfrm>
                  <a:off x="5113232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8BB">
                    <a:alpha val="100000"/>
                  </a:srgbClr>
                </a:solidFill>
                <a:ln w="5420" cap="flat">
                  <a:solidFill>
                    <a:srgbClr val="85D8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7" name="pg1356">
                  <a:extLst>
                    <a:ext uri="{FF2B5EF4-FFF2-40B4-BE49-F238E27FC236}">
                      <a16:creationId xmlns:a16="http://schemas.microsoft.com/office/drawing/2014/main" id="{3CFCC3EE-3F9B-F41B-F0E9-1AA1F447364B}"/>
                    </a:ext>
                  </a:extLst>
                </p:cNvPr>
                <p:cNvSpPr/>
                <p:nvPr/>
              </p:nvSpPr>
              <p:spPr>
                <a:xfrm>
                  <a:off x="5124869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7B9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8" name="pg1357">
                  <a:extLst>
                    <a:ext uri="{FF2B5EF4-FFF2-40B4-BE49-F238E27FC236}">
                      <a16:creationId xmlns:a16="http://schemas.microsoft.com/office/drawing/2014/main" id="{0EB1FD80-424A-1FDE-10A8-AFF070C74D53}"/>
                    </a:ext>
                  </a:extLst>
                </p:cNvPr>
                <p:cNvSpPr/>
                <p:nvPr/>
              </p:nvSpPr>
              <p:spPr>
                <a:xfrm>
                  <a:off x="5136507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59" name="pg1358">
                  <a:extLst>
                    <a:ext uri="{FF2B5EF4-FFF2-40B4-BE49-F238E27FC236}">
                      <a16:creationId xmlns:a16="http://schemas.microsoft.com/office/drawing/2014/main" id="{38EFAC87-4782-B8EC-4FC0-46C5E460E059}"/>
                    </a:ext>
                  </a:extLst>
                </p:cNvPr>
                <p:cNvSpPr/>
                <p:nvPr/>
              </p:nvSpPr>
              <p:spPr>
                <a:xfrm>
                  <a:off x="5148144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0" name="pg1359">
                  <a:extLst>
                    <a:ext uri="{FF2B5EF4-FFF2-40B4-BE49-F238E27FC236}">
                      <a16:creationId xmlns:a16="http://schemas.microsoft.com/office/drawing/2014/main" id="{93739D03-A6F7-22A4-715B-7ADDE1FA8B4A}"/>
                    </a:ext>
                  </a:extLst>
                </p:cNvPr>
                <p:cNvSpPr/>
                <p:nvPr/>
              </p:nvSpPr>
              <p:spPr>
                <a:xfrm>
                  <a:off x="5159781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1" name="pg1360">
                  <a:extLst>
                    <a:ext uri="{FF2B5EF4-FFF2-40B4-BE49-F238E27FC236}">
                      <a16:creationId xmlns:a16="http://schemas.microsoft.com/office/drawing/2014/main" id="{DC15F43E-AFCE-AC56-B3E7-6ED1AA2014A3}"/>
                    </a:ext>
                  </a:extLst>
                </p:cNvPr>
                <p:cNvSpPr/>
                <p:nvPr/>
              </p:nvSpPr>
              <p:spPr>
                <a:xfrm>
                  <a:off x="5206331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4B5">
                    <a:alpha val="100000"/>
                  </a:srgbClr>
                </a:solidFill>
                <a:ln w="5420" cap="flat">
                  <a:solidFill>
                    <a:srgbClr val="78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2" name="pg1361">
                  <a:extLst>
                    <a:ext uri="{FF2B5EF4-FFF2-40B4-BE49-F238E27FC236}">
                      <a16:creationId xmlns:a16="http://schemas.microsoft.com/office/drawing/2014/main" id="{8B890530-B42C-C64F-3A77-5A3F48872F34}"/>
                    </a:ext>
                  </a:extLst>
                </p:cNvPr>
                <p:cNvSpPr/>
                <p:nvPr/>
              </p:nvSpPr>
              <p:spPr>
                <a:xfrm>
                  <a:off x="5217968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3" name="pg1362">
                  <a:extLst>
                    <a:ext uri="{FF2B5EF4-FFF2-40B4-BE49-F238E27FC236}">
                      <a16:creationId xmlns:a16="http://schemas.microsoft.com/office/drawing/2014/main" id="{0384CBFC-10BE-0592-8CA5-717937611A1E}"/>
                    </a:ext>
                  </a:extLst>
                </p:cNvPr>
                <p:cNvSpPr/>
                <p:nvPr/>
              </p:nvSpPr>
              <p:spPr>
                <a:xfrm>
                  <a:off x="5229605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4" name="pg1363">
                  <a:extLst>
                    <a:ext uri="{FF2B5EF4-FFF2-40B4-BE49-F238E27FC236}">
                      <a16:creationId xmlns:a16="http://schemas.microsoft.com/office/drawing/2014/main" id="{821F50AC-8ADE-EBFD-7865-4FA0CDCDE711}"/>
                    </a:ext>
                  </a:extLst>
                </p:cNvPr>
                <p:cNvSpPr/>
                <p:nvPr/>
              </p:nvSpPr>
              <p:spPr>
                <a:xfrm>
                  <a:off x="5241243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5" name="pg1364">
                  <a:extLst>
                    <a:ext uri="{FF2B5EF4-FFF2-40B4-BE49-F238E27FC236}">
                      <a16:creationId xmlns:a16="http://schemas.microsoft.com/office/drawing/2014/main" id="{4A16D629-7F60-5517-3565-9C3C469B1683}"/>
                    </a:ext>
                  </a:extLst>
                </p:cNvPr>
                <p:cNvSpPr/>
                <p:nvPr/>
              </p:nvSpPr>
              <p:spPr>
                <a:xfrm>
                  <a:off x="5252880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6" name="pg1365">
                  <a:extLst>
                    <a:ext uri="{FF2B5EF4-FFF2-40B4-BE49-F238E27FC236}">
                      <a16:creationId xmlns:a16="http://schemas.microsoft.com/office/drawing/2014/main" id="{B2EACDF3-3D39-5C8E-78DA-60B49B7F7CCE}"/>
                    </a:ext>
                  </a:extLst>
                </p:cNvPr>
                <p:cNvSpPr/>
                <p:nvPr/>
              </p:nvSpPr>
              <p:spPr>
                <a:xfrm>
                  <a:off x="5264517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7" name="pg1366">
                  <a:extLst>
                    <a:ext uri="{FF2B5EF4-FFF2-40B4-BE49-F238E27FC236}">
                      <a16:creationId xmlns:a16="http://schemas.microsoft.com/office/drawing/2014/main" id="{F5A27543-D7A9-2424-05F0-3064554FE964}"/>
                    </a:ext>
                  </a:extLst>
                </p:cNvPr>
                <p:cNvSpPr/>
                <p:nvPr/>
              </p:nvSpPr>
              <p:spPr>
                <a:xfrm>
                  <a:off x="5276155" y="36087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8" name="pg1367">
                  <a:extLst>
                    <a:ext uri="{FF2B5EF4-FFF2-40B4-BE49-F238E27FC236}">
                      <a16:creationId xmlns:a16="http://schemas.microsoft.com/office/drawing/2014/main" id="{6B78479C-980C-F91E-6824-A5ED70092C76}"/>
                    </a:ext>
                  </a:extLst>
                </p:cNvPr>
                <p:cNvSpPr/>
                <p:nvPr/>
              </p:nvSpPr>
              <p:spPr>
                <a:xfrm>
                  <a:off x="4996859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69" name="pg1368">
                  <a:extLst>
                    <a:ext uri="{FF2B5EF4-FFF2-40B4-BE49-F238E27FC236}">
                      <a16:creationId xmlns:a16="http://schemas.microsoft.com/office/drawing/2014/main" id="{EC02373B-2FCF-4DA9-A5D3-48CF82CA09AD}"/>
                    </a:ext>
                  </a:extLst>
                </p:cNvPr>
                <p:cNvSpPr/>
                <p:nvPr/>
              </p:nvSpPr>
              <p:spPr>
                <a:xfrm>
                  <a:off x="5008496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0" name="pg1369">
                  <a:extLst>
                    <a:ext uri="{FF2B5EF4-FFF2-40B4-BE49-F238E27FC236}">
                      <a16:creationId xmlns:a16="http://schemas.microsoft.com/office/drawing/2014/main" id="{C25BA245-0E64-4161-19B1-F6C39A02DBDC}"/>
                    </a:ext>
                  </a:extLst>
                </p:cNvPr>
                <p:cNvSpPr/>
                <p:nvPr/>
              </p:nvSpPr>
              <p:spPr>
                <a:xfrm>
                  <a:off x="5020133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1" name="pg1370">
                  <a:extLst>
                    <a:ext uri="{FF2B5EF4-FFF2-40B4-BE49-F238E27FC236}">
                      <a16:creationId xmlns:a16="http://schemas.microsoft.com/office/drawing/2014/main" id="{CAB6E3D2-9DD2-E809-7305-CF8C852F6A50}"/>
                    </a:ext>
                  </a:extLst>
                </p:cNvPr>
                <p:cNvSpPr/>
                <p:nvPr/>
              </p:nvSpPr>
              <p:spPr>
                <a:xfrm>
                  <a:off x="5031771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2" name="pg1371">
                  <a:extLst>
                    <a:ext uri="{FF2B5EF4-FFF2-40B4-BE49-F238E27FC236}">
                      <a16:creationId xmlns:a16="http://schemas.microsoft.com/office/drawing/2014/main" id="{41F13F45-1EAC-EB50-74B7-244CA1E92B12}"/>
                    </a:ext>
                  </a:extLst>
                </p:cNvPr>
                <p:cNvSpPr/>
                <p:nvPr/>
              </p:nvSpPr>
              <p:spPr>
                <a:xfrm>
                  <a:off x="5043408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3" name="pg1372">
                  <a:extLst>
                    <a:ext uri="{FF2B5EF4-FFF2-40B4-BE49-F238E27FC236}">
                      <a16:creationId xmlns:a16="http://schemas.microsoft.com/office/drawing/2014/main" id="{7F0943AD-69A9-4D36-5893-DA7687300F43}"/>
                    </a:ext>
                  </a:extLst>
                </p:cNvPr>
                <p:cNvSpPr/>
                <p:nvPr/>
              </p:nvSpPr>
              <p:spPr>
                <a:xfrm>
                  <a:off x="5055045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4" name="pg1373">
                  <a:extLst>
                    <a:ext uri="{FF2B5EF4-FFF2-40B4-BE49-F238E27FC236}">
                      <a16:creationId xmlns:a16="http://schemas.microsoft.com/office/drawing/2014/main" id="{21A212D5-9C83-678C-9AB7-4E43D231958D}"/>
                    </a:ext>
                  </a:extLst>
                </p:cNvPr>
                <p:cNvSpPr/>
                <p:nvPr/>
              </p:nvSpPr>
              <p:spPr>
                <a:xfrm>
                  <a:off x="5066683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5" name="pg1374">
                  <a:extLst>
                    <a:ext uri="{FF2B5EF4-FFF2-40B4-BE49-F238E27FC236}">
                      <a16:creationId xmlns:a16="http://schemas.microsoft.com/office/drawing/2014/main" id="{89A4E5C6-17CC-6435-4C49-E9BC2B1F5AFC}"/>
                    </a:ext>
                  </a:extLst>
                </p:cNvPr>
                <p:cNvSpPr/>
                <p:nvPr/>
              </p:nvSpPr>
              <p:spPr>
                <a:xfrm>
                  <a:off x="5078320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EE0C6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6" name="pg1375">
                  <a:extLst>
                    <a:ext uri="{FF2B5EF4-FFF2-40B4-BE49-F238E27FC236}">
                      <a16:creationId xmlns:a16="http://schemas.microsoft.com/office/drawing/2014/main" id="{AB6E0FF6-3D3F-7B8B-F890-808D593E2156}"/>
                    </a:ext>
                  </a:extLst>
                </p:cNvPr>
                <p:cNvSpPr/>
                <p:nvPr/>
              </p:nvSpPr>
              <p:spPr>
                <a:xfrm>
                  <a:off x="5089957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9DEC3">
                    <a:alpha val="100000"/>
                  </a:srgbClr>
                </a:solidFill>
                <a:ln w="5420" cap="flat">
                  <a:solidFill>
                    <a:srgbClr val="99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7" name="pg1376">
                  <a:extLst>
                    <a:ext uri="{FF2B5EF4-FFF2-40B4-BE49-F238E27FC236}">
                      <a16:creationId xmlns:a16="http://schemas.microsoft.com/office/drawing/2014/main" id="{00D95434-CEAA-67C9-EB1F-C88C01AEFAB3}"/>
                    </a:ext>
                  </a:extLst>
                </p:cNvPr>
                <p:cNvSpPr/>
                <p:nvPr/>
              </p:nvSpPr>
              <p:spPr>
                <a:xfrm>
                  <a:off x="5101595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8" name="pg1377">
                  <a:extLst>
                    <a:ext uri="{FF2B5EF4-FFF2-40B4-BE49-F238E27FC236}">
                      <a16:creationId xmlns:a16="http://schemas.microsoft.com/office/drawing/2014/main" id="{DF9A6219-4568-DCB1-1227-41DD56FE8E45}"/>
                    </a:ext>
                  </a:extLst>
                </p:cNvPr>
                <p:cNvSpPr/>
                <p:nvPr/>
              </p:nvSpPr>
              <p:spPr>
                <a:xfrm>
                  <a:off x="5113232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79" name="pg1378">
                  <a:extLst>
                    <a:ext uri="{FF2B5EF4-FFF2-40B4-BE49-F238E27FC236}">
                      <a16:creationId xmlns:a16="http://schemas.microsoft.com/office/drawing/2014/main" id="{412E2B95-E152-809B-0058-79459EFF1BC4}"/>
                    </a:ext>
                  </a:extLst>
                </p:cNvPr>
                <p:cNvSpPr/>
                <p:nvPr/>
              </p:nvSpPr>
              <p:spPr>
                <a:xfrm>
                  <a:off x="5124869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0" name="pg1379">
                  <a:extLst>
                    <a:ext uri="{FF2B5EF4-FFF2-40B4-BE49-F238E27FC236}">
                      <a16:creationId xmlns:a16="http://schemas.microsoft.com/office/drawing/2014/main" id="{B144230F-F765-8968-FF44-BC838775914D}"/>
                    </a:ext>
                  </a:extLst>
                </p:cNvPr>
                <p:cNvSpPr/>
                <p:nvPr/>
              </p:nvSpPr>
              <p:spPr>
                <a:xfrm>
                  <a:off x="5136507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1" name="pg1380">
                  <a:extLst>
                    <a:ext uri="{FF2B5EF4-FFF2-40B4-BE49-F238E27FC236}">
                      <a16:creationId xmlns:a16="http://schemas.microsoft.com/office/drawing/2014/main" id="{6DC17B2A-1F86-3CC8-7F7A-A85CAE4CF70B}"/>
                    </a:ext>
                  </a:extLst>
                </p:cNvPr>
                <p:cNvSpPr/>
                <p:nvPr/>
              </p:nvSpPr>
              <p:spPr>
                <a:xfrm>
                  <a:off x="5148144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2" name="pg1381">
                  <a:extLst>
                    <a:ext uri="{FF2B5EF4-FFF2-40B4-BE49-F238E27FC236}">
                      <a16:creationId xmlns:a16="http://schemas.microsoft.com/office/drawing/2014/main" id="{55CD436C-AAC2-20EB-159D-6175DA85B8DD}"/>
                    </a:ext>
                  </a:extLst>
                </p:cNvPr>
                <p:cNvSpPr/>
                <p:nvPr/>
              </p:nvSpPr>
              <p:spPr>
                <a:xfrm>
                  <a:off x="5159781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3" name="pg1382">
                  <a:extLst>
                    <a:ext uri="{FF2B5EF4-FFF2-40B4-BE49-F238E27FC236}">
                      <a16:creationId xmlns:a16="http://schemas.microsoft.com/office/drawing/2014/main" id="{7A1365DF-D2C7-7DBA-95C0-09A181869A29}"/>
                    </a:ext>
                  </a:extLst>
                </p:cNvPr>
                <p:cNvSpPr/>
                <p:nvPr/>
              </p:nvSpPr>
              <p:spPr>
                <a:xfrm>
                  <a:off x="5206331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4" name="pg1383">
                  <a:extLst>
                    <a:ext uri="{FF2B5EF4-FFF2-40B4-BE49-F238E27FC236}">
                      <a16:creationId xmlns:a16="http://schemas.microsoft.com/office/drawing/2014/main" id="{B2B05AF0-0EF9-994E-A1CC-6BD89F1E363A}"/>
                    </a:ext>
                  </a:extLst>
                </p:cNvPr>
                <p:cNvSpPr/>
                <p:nvPr/>
              </p:nvSpPr>
              <p:spPr>
                <a:xfrm>
                  <a:off x="5217968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5" name="pg1384">
                  <a:extLst>
                    <a:ext uri="{FF2B5EF4-FFF2-40B4-BE49-F238E27FC236}">
                      <a16:creationId xmlns:a16="http://schemas.microsoft.com/office/drawing/2014/main" id="{7B79DA14-993E-FC6D-513D-BC86B223F941}"/>
                    </a:ext>
                  </a:extLst>
                </p:cNvPr>
                <p:cNvSpPr/>
                <p:nvPr/>
              </p:nvSpPr>
              <p:spPr>
                <a:xfrm>
                  <a:off x="5229605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6" name="pg1385">
                  <a:extLst>
                    <a:ext uri="{FF2B5EF4-FFF2-40B4-BE49-F238E27FC236}">
                      <a16:creationId xmlns:a16="http://schemas.microsoft.com/office/drawing/2014/main" id="{0E1DC083-1719-8A76-8E20-DE2AA68C345F}"/>
                    </a:ext>
                  </a:extLst>
                </p:cNvPr>
                <p:cNvSpPr/>
                <p:nvPr/>
              </p:nvSpPr>
              <p:spPr>
                <a:xfrm>
                  <a:off x="5241243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7" name="pg1386">
                  <a:extLst>
                    <a:ext uri="{FF2B5EF4-FFF2-40B4-BE49-F238E27FC236}">
                      <a16:creationId xmlns:a16="http://schemas.microsoft.com/office/drawing/2014/main" id="{35C12E40-67ED-173C-99B8-2F3B5CF2B91B}"/>
                    </a:ext>
                  </a:extLst>
                </p:cNvPr>
                <p:cNvSpPr/>
                <p:nvPr/>
              </p:nvSpPr>
              <p:spPr>
                <a:xfrm>
                  <a:off x="5252880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8" name="pg1387">
                  <a:extLst>
                    <a:ext uri="{FF2B5EF4-FFF2-40B4-BE49-F238E27FC236}">
                      <a16:creationId xmlns:a16="http://schemas.microsoft.com/office/drawing/2014/main" id="{A56F2872-16E9-EB55-6DAA-056ABCB2EDD9}"/>
                    </a:ext>
                  </a:extLst>
                </p:cNvPr>
                <p:cNvSpPr/>
                <p:nvPr/>
              </p:nvSpPr>
              <p:spPr>
                <a:xfrm>
                  <a:off x="5264517" y="362304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89" name="pg1388">
                  <a:extLst>
                    <a:ext uri="{FF2B5EF4-FFF2-40B4-BE49-F238E27FC236}">
                      <a16:creationId xmlns:a16="http://schemas.microsoft.com/office/drawing/2014/main" id="{F537D39D-1952-D198-DAE3-432A746964C6}"/>
                    </a:ext>
                  </a:extLst>
                </p:cNvPr>
                <p:cNvSpPr/>
                <p:nvPr/>
              </p:nvSpPr>
              <p:spPr>
                <a:xfrm>
                  <a:off x="4985221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0E1C6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0" name="pg1389">
                  <a:extLst>
                    <a:ext uri="{FF2B5EF4-FFF2-40B4-BE49-F238E27FC236}">
                      <a16:creationId xmlns:a16="http://schemas.microsoft.com/office/drawing/2014/main" id="{60F7F2C1-639E-D2AF-3C4C-CA3C0C400C14}"/>
                    </a:ext>
                  </a:extLst>
                </p:cNvPr>
                <p:cNvSpPr/>
                <p:nvPr/>
              </p:nvSpPr>
              <p:spPr>
                <a:xfrm>
                  <a:off x="4996859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1" name="pg1390">
                  <a:extLst>
                    <a:ext uri="{FF2B5EF4-FFF2-40B4-BE49-F238E27FC236}">
                      <a16:creationId xmlns:a16="http://schemas.microsoft.com/office/drawing/2014/main" id="{60FB7353-5573-8A61-5698-771CD5F458D0}"/>
                    </a:ext>
                  </a:extLst>
                </p:cNvPr>
                <p:cNvSpPr/>
                <p:nvPr/>
              </p:nvSpPr>
              <p:spPr>
                <a:xfrm>
                  <a:off x="5008496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9E4CB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2" name="pg1391">
                  <a:extLst>
                    <a:ext uri="{FF2B5EF4-FFF2-40B4-BE49-F238E27FC236}">
                      <a16:creationId xmlns:a16="http://schemas.microsoft.com/office/drawing/2014/main" id="{A3B88766-846A-8E2C-33F0-53C8053CC93B}"/>
                    </a:ext>
                  </a:extLst>
                </p:cNvPr>
                <p:cNvSpPr/>
                <p:nvPr/>
              </p:nvSpPr>
              <p:spPr>
                <a:xfrm>
                  <a:off x="5020133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3" name="pg1392">
                  <a:extLst>
                    <a:ext uri="{FF2B5EF4-FFF2-40B4-BE49-F238E27FC236}">
                      <a16:creationId xmlns:a16="http://schemas.microsoft.com/office/drawing/2014/main" id="{AE8F28F1-B6CF-FAE0-6D3E-48BC7633A681}"/>
                    </a:ext>
                  </a:extLst>
                </p:cNvPr>
                <p:cNvSpPr/>
                <p:nvPr/>
              </p:nvSpPr>
              <p:spPr>
                <a:xfrm>
                  <a:off x="5031771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4" name="pg1393">
                  <a:extLst>
                    <a:ext uri="{FF2B5EF4-FFF2-40B4-BE49-F238E27FC236}">
                      <a16:creationId xmlns:a16="http://schemas.microsoft.com/office/drawing/2014/main" id="{49F5F704-600F-230E-EF0C-008CF316D33B}"/>
                    </a:ext>
                  </a:extLst>
                </p:cNvPr>
                <p:cNvSpPr/>
                <p:nvPr/>
              </p:nvSpPr>
              <p:spPr>
                <a:xfrm>
                  <a:off x="5043408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5" name="pg1394">
                  <a:extLst>
                    <a:ext uri="{FF2B5EF4-FFF2-40B4-BE49-F238E27FC236}">
                      <a16:creationId xmlns:a16="http://schemas.microsoft.com/office/drawing/2014/main" id="{5A54D0D6-1650-1474-AD92-C58AAA97E77B}"/>
                    </a:ext>
                  </a:extLst>
                </p:cNvPr>
                <p:cNvSpPr/>
                <p:nvPr/>
              </p:nvSpPr>
              <p:spPr>
                <a:xfrm>
                  <a:off x="5055045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6" name="pg1395">
                  <a:extLst>
                    <a:ext uri="{FF2B5EF4-FFF2-40B4-BE49-F238E27FC236}">
                      <a16:creationId xmlns:a16="http://schemas.microsoft.com/office/drawing/2014/main" id="{FBAAF1B8-3691-27D8-F66E-94800207EF03}"/>
                    </a:ext>
                  </a:extLst>
                </p:cNvPr>
                <p:cNvSpPr/>
                <p:nvPr/>
              </p:nvSpPr>
              <p:spPr>
                <a:xfrm>
                  <a:off x="5066683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AE4CB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7" name="pg1396">
                  <a:extLst>
                    <a:ext uri="{FF2B5EF4-FFF2-40B4-BE49-F238E27FC236}">
                      <a16:creationId xmlns:a16="http://schemas.microsoft.com/office/drawing/2014/main" id="{43638207-ABB9-075F-2295-C320A4A66B35}"/>
                    </a:ext>
                  </a:extLst>
                </p:cNvPr>
                <p:cNvSpPr/>
                <p:nvPr/>
              </p:nvSpPr>
              <p:spPr>
                <a:xfrm>
                  <a:off x="5078320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8" name="pg1397">
                  <a:extLst>
                    <a:ext uri="{FF2B5EF4-FFF2-40B4-BE49-F238E27FC236}">
                      <a16:creationId xmlns:a16="http://schemas.microsoft.com/office/drawing/2014/main" id="{8A845390-DF1B-9FB2-D171-A8F95F436789}"/>
                    </a:ext>
                  </a:extLst>
                </p:cNvPr>
                <p:cNvSpPr/>
                <p:nvPr/>
              </p:nvSpPr>
              <p:spPr>
                <a:xfrm>
                  <a:off x="5089957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799" name="pg1398">
                  <a:extLst>
                    <a:ext uri="{FF2B5EF4-FFF2-40B4-BE49-F238E27FC236}">
                      <a16:creationId xmlns:a16="http://schemas.microsoft.com/office/drawing/2014/main" id="{0F8CB25F-EB1B-CA7A-169F-5741833B62D1}"/>
                    </a:ext>
                  </a:extLst>
                </p:cNvPr>
                <p:cNvSpPr/>
                <p:nvPr/>
              </p:nvSpPr>
              <p:spPr>
                <a:xfrm>
                  <a:off x="5101595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91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0" name="pg1399">
                  <a:extLst>
                    <a:ext uri="{FF2B5EF4-FFF2-40B4-BE49-F238E27FC236}">
                      <a16:creationId xmlns:a16="http://schemas.microsoft.com/office/drawing/2014/main" id="{71A0B523-CDA2-195F-440B-EF9EBFB6B730}"/>
                    </a:ext>
                  </a:extLst>
                </p:cNvPr>
                <p:cNvSpPr/>
                <p:nvPr/>
              </p:nvSpPr>
              <p:spPr>
                <a:xfrm>
                  <a:off x="5113232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1" name="pg1400">
                  <a:extLst>
                    <a:ext uri="{FF2B5EF4-FFF2-40B4-BE49-F238E27FC236}">
                      <a16:creationId xmlns:a16="http://schemas.microsoft.com/office/drawing/2014/main" id="{357B3CA9-98ED-DECA-CFDC-AAF080A0A4E9}"/>
                    </a:ext>
                  </a:extLst>
                </p:cNvPr>
                <p:cNvSpPr/>
                <p:nvPr/>
              </p:nvSpPr>
              <p:spPr>
                <a:xfrm>
                  <a:off x="5124869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9BB">
                    <a:alpha val="100000"/>
                  </a:srgbClr>
                </a:solidFill>
                <a:ln w="5420" cap="flat">
                  <a:solidFill>
                    <a:srgbClr val="85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2" name="pg1401">
                  <a:extLst>
                    <a:ext uri="{FF2B5EF4-FFF2-40B4-BE49-F238E27FC236}">
                      <a16:creationId xmlns:a16="http://schemas.microsoft.com/office/drawing/2014/main" id="{20B1E755-6F51-0381-8E5D-60115B980D5E}"/>
                    </a:ext>
                  </a:extLst>
                </p:cNvPr>
                <p:cNvSpPr/>
                <p:nvPr/>
              </p:nvSpPr>
              <p:spPr>
                <a:xfrm>
                  <a:off x="5136507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3" name="pg1402">
                  <a:extLst>
                    <a:ext uri="{FF2B5EF4-FFF2-40B4-BE49-F238E27FC236}">
                      <a16:creationId xmlns:a16="http://schemas.microsoft.com/office/drawing/2014/main" id="{F4C785F5-6163-2C84-A8E0-E9ABF9094304}"/>
                    </a:ext>
                  </a:extLst>
                </p:cNvPr>
                <p:cNvSpPr/>
                <p:nvPr/>
              </p:nvSpPr>
              <p:spPr>
                <a:xfrm>
                  <a:off x="5148144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4" name="pg1403">
                  <a:extLst>
                    <a:ext uri="{FF2B5EF4-FFF2-40B4-BE49-F238E27FC236}">
                      <a16:creationId xmlns:a16="http://schemas.microsoft.com/office/drawing/2014/main" id="{2D900FA8-A4EA-D3B7-17F2-7F8CE72CE870}"/>
                    </a:ext>
                  </a:extLst>
                </p:cNvPr>
                <p:cNvSpPr/>
                <p:nvPr/>
              </p:nvSpPr>
              <p:spPr>
                <a:xfrm>
                  <a:off x="5159781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6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5" name="pg1404">
                  <a:extLst>
                    <a:ext uri="{FF2B5EF4-FFF2-40B4-BE49-F238E27FC236}">
                      <a16:creationId xmlns:a16="http://schemas.microsoft.com/office/drawing/2014/main" id="{04FDC409-CB6F-FF69-12CB-D63894FC987B}"/>
                    </a:ext>
                  </a:extLst>
                </p:cNvPr>
                <p:cNvSpPr/>
                <p:nvPr/>
              </p:nvSpPr>
              <p:spPr>
                <a:xfrm>
                  <a:off x="5171419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6" name="pg1405">
                  <a:extLst>
                    <a:ext uri="{FF2B5EF4-FFF2-40B4-BE49-F238E27FC236}">
                      <a16:creationId xmlns:a16="http://schemas.microsoft.com/office/drawing/2014/main" id="{DCC7955B-FD7D-8310-4B61-1C790BF5CFA9}"/>
                    </a:ext>
                  </a:extLst>
                </p:cNvPr>
                <p:cNvSpPr/>
                <p:nvPr/>
              </p:nvSpPr>
              <p:spPr>
                <a:xfrm>
                  <a:off x="5206331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7" name="pg1406">
                  <a:extLst>
                    <a:ext uri="{FF2B5EF4-FFF2-40B4-BE49-F238E27FC236}">
                      <a16:creationId xmlns:a16="http://schemas.microsoft.com/office/drawing/2014/main" id="{EF0146CD-7772-B579-B477-8B5E76B9F705}"/>
                    </a:ext>
                  </a:extLst>
                </p:cNvPr>
                <p:cNvSpPr/>
                <p:nvPr/>
              </p:nvSpPr>
              <p:spPr>
                <a:xfrm>
                  <a:off x="5217968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1D3B2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8" name="pg1407">
                  <a:extLst>
                    <a:ext uri="{FF2B5EF4-FFF2-40B4-BE49-F238E27FC236}">
                      <a16:creationId xmlns:a16="http://schemas.microsoft.com/office/drawing/2014/main" id="{3CCC30C8-FE17-EA49-E61C-181A4167CBD7}"/>
                    </a:ext>
                  </a:extLst>
                </p:cNvPr>
                <p:cNvSpPr/>
                <p:nvPr/>
              </p:nvSpPr>
              <p:spPr>
                <a:xfrm>
                  <a:off x="5229605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1D2B2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09" name="pg1408">
                  <a:extLst>
                    <a:ext uri="{FF2B5EF4-FFF2-40B4-BE49-F238E27FC236}">
                      <a16:creationId xmlns:a16="http://schemas.microsoft.com/office/drawing/2014/main" id="{D6340B6D-C014-9701-1F07-FAFD1094B157}"/>
                    </a:ext>
                  </a:extLst>
                </p:cNvPr>
                <p:cNvSpPr/>
                <p:nvPr/>
              </p:nvSpPr>
              <p:spPr>
                <a:xfrm>
                  <a:off x="5241243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0" name="pg1409">
                  <a:extLst>
                    <a:ext uri="{FF2B5EF4-FFF2-40B4-BE49-F238E27FC236}">
                      <a16:creationId xmlns:a16="http://schemas.microsoft.com/office/drawing/2014/main" id="{282F158D-4256-1E0A-1FAD-7701C5631A21}"/>
                    </a:ext>
                  </a:extLst>
                </p:cNvPr>
                <p:cNvSpPr/>
                <p:nvPr/>
              </p:nvSpPr>
              <p:spPr>
                <a:xfrm>
                  <a:off x="5252880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1" name="pg1410">
                  <a:extLst>
                    <a:ext uri="{FF2B5EF4-FFF2-40B4-BE49-F238E27FC236}">
                      <a16:creationId xmlns:a16="http://schemas.microsoft.com/office/drawing/2014/main" id="{5566D597-E7FB-3CCB-431F-66C95961474A}"/>
                    </a:ext>
                  </a:extLst>
                </p:cNvPr>
                <p:cNvSpPr/>
                <p:nvPr/>
              </p:nvSpPr>
              <p:spPr>
                <a:xfrm>
                  <a:off x="5264517" y="36373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1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2" name="pg1411">
                  <a:extLst>
                    <a:ext uri="{FF2B5EF4-FFF2-40B4-BE49-F238E27FC236}">
                      <a16:creationId xmlns:a16="http://schemas.microsoft.com/office/drawing/2014/main" id="{A9357EEA-FD38-14D1-E3C6-FF345D5BFB4E}"/>
                    </a:ext>
                  </a:extLst>
                </p:cNvPr>
                <p:cNvSpPr/>
                <p:nvPr/>
              </p:nvSpPr>
              <p:spPr>
                <a:xfrm>
                  <a:off x="4985221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3" name="pg1412">
                  <a:extLst>
                    <a:ext uri="{FF2B5EF4-FFF2-40B4-BE49-F238E27FC236}">
                      <a16:creationId xmlns:a16="http://schemas.microsoft.com/office/drawing/2014/main" id="{131920D5-6BA0-3540-585A-950CDD4C5F36}"/>
                    </a:ext>
                  </a:extLst>
                </p:cNvPr>
                <p:cNvSpPr/>
                <p:nvPr/>
              </p:nvSpPr>
              <p:spPr>
                <a:xfrm>
                  <a:off x="4996859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4" name="pg1413">
                  <a:extLst>
                    <a:ext uri="{FF2B5EF4-FFF2-40B4-BE49-F238E27FC236}">
                      <a16:creationId xmlns:a16="http://schemas.microsoft.com/office/drawing/2014/main" id="{CFF23067-A2E5-2AF1-23B7-E8DE937F12B0}"/>
                    </a:ext>
                  </a:extLst>
                </p:cNvPr>
                <p:cNvSpPr/>
                <p:nvPr/>
              </p:nvSpPr>
              <p:spPr>
                <a:xfrm>
                  <a:off x="5008496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5" name="pg1414">
                  <a:extLst>
                    <a:ext uri="{FF2B5EF4-FFF2-40B4-BE49-F238E27FC236}">
                      <a16:creationId xmlns:a16="http://schemas.microsoft.com/office/drawing/2014/main" id="{B8D994FA-CF7D-37E2-2DFD-A54FAEF8E520}"/>
                    </a:ext>
                  </a:extLst>
                </p:cNvPr>
                <p:cNvSpPr/>
                <p:nvPr/>
              </p:nvSpPr>
              <p:spPr>
                <a:xfrm>
                  <a:off x="5020133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6" name="pg1415">
                  <a:extLst>
                    <a:ext uri="{FF2B5EF4-FFF2-40B4-BE49-F238E27FC236}">
                      <a16:creationId xmlns:a16="http://schemas.microsoft.com/office/drawing/2014/main" id="{771F9948-DF9E-F563-53C0-959980B65566}"/>
                    </a:ext>
                  </a:extLst>
                </p:cNvPr>
                <p:cNvSpPr/>
                <p:nvPr/>
              </p:nvSpPr>
              <p:spPr>
                <a:xfrm>
                  <a:off x="5031771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7" name="pg1416">
                  <a:extLst>
                    <a:ext uri="{FF2B5EF4-FFF2-40B4-BE49-F238E27FC236}">
                      <a16:creationId xmlns:a16="http://schemas.microsoft.com/office/drawing/2014/main" id="{D2C45380-C2A7-1E05-8C1F-E58A80AB0601}"/>
                    </a:ext>
                  </a:extLst>
                </p:cNvPr>
                <p:cNvSpPr/>
                <p:nvPr/>
              </p:nvSpPr>
              <p:spPr>
                <a:xfrm>
                  <a:off x="5043408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BB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8" name="pg1417">
                  <a:extLst>
                    <a:ext uri="{FF2B5EF4-FFF2-40B4-BE49-F238E27FC236}">
                      <a16:creationId xmlns:a16="http://schemas.microsoft.com/office/drawing/2014/main" id="{171459DB-406E-4162-7D8F-4A41D2B841FB}"/>
                    </a:ext>
                  </a:extLst>
                </p:cNvPr>
                <p:cNvSpPr/>
                <p:nvPr/>
              </p:nvSpPr>
              <p:spPr>
                <a:xfrm>
                  <a:off x="5055045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B9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19" name="pg1418">
                  <a:extLst>
                    <a:ext uri="{FF2B5EF4-FFF2-40B4-BE49-F238E27FC236}">
                      <a16:creationId xmlns:a16="http://schemas.microsoft.com/office/drawing/2014/main" id="{F72B0927-DBD8-77E1-2621-0831977711C7}"/>
                    </a:ext>
                  </a:extLst>
                </p:cNvPr>
                <p:cNvSpPr/>
                <p:nvPr/>
              </p:nvSpPr>
              <p:spPr>
                <a:xfrm>
                  <a:off x="5066683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0" name="pg1419">
                  <a:extLst>
                    <a:ext uri="{FF2B5EF4-FFF2-40B4-BE49-F238E27FC236}">
                      <a16:creationId xmlns:a16="http://schemas.microsoft.com/office/drawing/2014/main" id="{6E8DC476-9179-2A6A-658E-359EE5F336FC}"/>
                    </a:ext>
                  </a:extLst>
                </p:cNvPr>
                <p:cNvSpPr/>
                <p:nvPr/>
              </p:nvSpPr>
              <p:spPr>
                <a:xfrm>
                  <a:off x="5078320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AFE6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1" name="pg1420">
                  <a:extLst>
                    <a:ext uri="{FF2B5EF4-FFF2-40B4-BE49-F238E27FC236}">
                      <a16:creationId xmlns:a16="http://schemas.microsoft.com/office/drawing/2014/main" id="{32464146-B5FB-D8A4-19C6-BEFAAF7F4F14}"/>
                    </a:ext>
                  </a:extLst>
                </p:cNvPr>
                <p:cNvSpPr/>
                <p:nvPr/>
              </p:nvSpPr>
              <p:spPr>
                <a:xfrm>
                  <a:off x="5089957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2" name="pg1421">
                  <a:extLst>
                    <a:ext uri="{FF2B5EF4-FFF2-40B4-BE49-F238E27FC236}">
                      <a16:creationId xmlns:a16="http://schemas.microsoft.com/office/drawing/2014/main" id="{5CEC0739-A12D-1C8D-0751-1933CDA0273E}"/>
                    </a:ext>
                  </a:extLst>
                </p:cNvPr>
                <p:cNvSpPr/>
                <p:nvPr/>
              </p:nvSpPr>
              <p:spPr>
                <a:xfrm>
                  <a:off x="5101595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96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3" name="pg1422">
                  <a:extLst>
                    <a:ext uri="{FF2B5EF4-FFF2-40B4-BE49-F238E27FC236}">
                      <a16:creationId xmlns:a16="http://schemas.microsoft.com/office/drawing/2014/main" id="{7B9B5B86-0580-5235-9D53-C620A0476A78}"/>
                    </a:ext>
                  </a:extLst>
                </p:cNvPr>
                <p:cNvSpPr/>
                <p:nvPr/>
              </p:nvSpPr>
              <p:spPr>
                <a:xfrm>
                  <a:off x="5113232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8E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4" name="pg1423">
                  <a:extLst>
                    <a:ext uri="{FF2B5EF4-FFF2-40B4-BE49-F238E27FC236}">
                      <a16:creationId xmlns:a16="http://schemas.microsoft.com/office/drawing/2014/main" id="{08ECF270-C20A-F95B-22A0-D4649038F575}"/>
                    </a:ext>
                  </a:extLst>
                </p:cNvPr>
                <p:cNvSpPr/>
                <p:nvPr/>
              </p:nvSpPr>
              <p:spPr>
                <a:xfrm>
                  <a:off x="5124869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5" name="pg1424">
                  <a:extLst>
                    <a:ext uri="{FF2B5EF4-FFF2-40B4-BE49-F238E27FC236}">
                      <a16:creationId xmlns:a16="http://schemas.microsoft.com/office/drawing/2014/main" id="{10B7A3C4-BCA6-2458-6C73-8B0DBD804F8C}"/>
                    </a:ext>
                  </a:extLst>
                </p:cNvPr>
                <p:cNvSpPr/>
                <p:nvPr/>
              </p:nvSpPr>
              <p:spPr>
                <a:xfrm>
                  <a:off x="5136507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6" name="pg1425">
                  <a:extLst>
                    <a:ext uri="{FF2B5EF4-FFF2-40B4-BE49-F238E27FC236}">
                      <a16:creationId xmlns:a16="http://schemas.microsoft.com/office/drawing/2014/main" id="{5C5ED486-448C-8CAD-3E63-C3EA018C87BC}"/>
                    </a:ext>
                  </a:extLst>
                </p:cNvPr>
                <p:cNvSpPr/>
                <p:nvPr/>
              </p:nvSpPr>
              <p:spPr>
                <a:xfrm>
                  <a:off x="5148144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7" name="pg1426">
                  <a:extLst>
                    <a:ext uri="{FF2B5EF4-FFF2-40B4-BE49-F238E27FC236}">
                      <a16:creationId xmlns:a16="http://schemas.microsoft.com/office/drawing/2014/main" id="{1C0F840F-9734-DA1F-D989-BE5CC9CED18E}"/>
                    </a:ext>
                  </a:extLst>
                </p:cNvPr>
                <p:cNvSpPr/>
                <p:nvPr/>
              </p:nvSpPr>
              <p:spPr>
                <a:xfrm>
                  <a:off x="5159781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8" name="pg1427">
                  <a:extLst>
                    <a:ext uri="{FF2B5EF4-FFF2-40B4-BE49-F238E27FC236}">
                      <a16:creationId xmlns:a16="http://schemas.microsoft.com/office/drawing/2014/main" id="{4385A9BA-BA11-2806-B547-9AD8D8D4B335}"/>
                    </a:ext>
                  </a:extLst>
                </p:cNvPr>
                <p:cNvSpPr/>
                <p:nvPr/>
              </p:nvSpPr>
              <p:spPr>
                <a:xfrm>
                  <a:off x="5171419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29" name="pg1428">
                  <a:extLst>
                    <a:ext uri="{FF2B5EF4-FFF2-40B4-BE49-F238E27FC236}">
                      <a16:creationId xmlns:a16="http://schemas.microsoft.com/office/drawing/2014/main" id="{1861D976-5AEB-23A0-4F7A-FE9E422009E7}"/>
                    </a:ext>
                  </a:extLst>
                </p:cNvPr>
                <p:cNvSpPr/>
                <p:nvPr/>
              </p:nvSpPr>
              <p:spPr>
                <a:xfrm>
                  <a:off x="5183056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0" name="pg1429">
                  <a:extLst>
                    <a:ext uri="{FF2B5EF4-FFF2-40B4-BE49-F238E27FC236}">
                      <a16:creationId xmlns:a16="http://schemas.microsoft.com/office/drawing/2014/main" id="{F9599DEA-6D04-6F14-531D-57029526E91A}"/>
                    </a:ext>
                  </a:extLst>
                </p:cNvPr>
                <p:cNvSpPr/>
                <p:nvPr/>
              </p:nvSpPr>
              <p:spPr>
                <a:xfrm>
                  <a:off x="5217968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1" name="pg1430">
                  <a:extLst>
                    <a:ext uri="{FF2B5EF4-FFF2-40B4-BE49-F238E27FC236}">
                      <a16:creationId xmlns:a16="http://schemas.microsoft.com/office/drawing/2014/main" id="{9F448F72-6ECC-AD37-9F19-E8F06E46F998}"/>
                    </a:ext>
                  </a:extLst>
                </p:cNvPr>
                <p:cNvSpPr/>
                <p:nvPr/>
              </p:nvSpPr>
              <p:spPr>
                <a:xfrm>
                  <a:off x="5229605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AF">
                    <a:alpha val="100000"/>
                  </a:srgbClr>
                </a:solidFill>
                <a:ln w="5420" cap="flat">
                  <a:solidFill>
                    <a:srgbClr val="6AD1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2" name="pg1431">
                  <a:extLst>
                    <a:ext uri="{FF2B5EF4-FFF2-40B4-BE49-F238E27FC236}">
                      <a16:creationId xmlns:a16="http://schemas.microsoft.com/office/drawing/2014/main" id="{5ED6E661-F363-EDB7-180D-AD9CD9EB6890}"/>
                    </a:ext>
                  </a:extLst>
                </p:cNvPr>
                <p:cNvSpPr/>
                <p:nvPr/>
              </p:nvSpPr>
              <p:spPr>
                <a:xfrm>
                  <a:off x="5241243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3" name="pg1432">
                  <a:extLst>
                    <a:ext uri="{FF2B5EF4-FFF2-40B4-BE49-F238E27FC236}">
                      <a16:creationId xmlns:a16="http://schemas.microsoft.com/office/drawing/2014/main" id="{CBDE3451-DE2E-A56B-F5BC-CA48B40DB57C}"/>
                    </a:ext>
                  </a:extLst>
                </p:cNvPr>
                <p:cNvSpPr/>
                <p:nvPr/>
              </p:nvSpPr>
              <p:spPr>
                <a:xfrm>
                  <a:off x="5252880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4" name="pg1433">
                  <a:extLst>
                    <a:ext uri="{FF2B5EF4-FFF2-40B4-BE49-F238E27FC236}">
                      <a16:creationId xmlns:a16="http://schemas.microsoft.com/office/drawing/2014/main" id="{61763209-5F51-0F92-4418-B207167018E3}"/>
                    </a:ext>
                  </a:extLst>
                </p:cNvPr>
                <p:cNvSpPr/>
                <p:nvPr/>
              </p:nvSpPr>
              <p:spPr>
                <a:xfrm>
                  <a:off x="5264517" y="365165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7D0AF">
                    <a:alpha val="100000"/>
                  </a:srgbClr>
                </a:solidFill>
                <a:ln w="5420" cap="flat">
                  <a:solidFill>
                    <a:srgbClr val="67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5" name="pg1434">
                  <a:extLst>
                    <a:ext uri="{FF2B5EF4-FFF2-40B4-BE49-F238E27FC236}">
                      <a16:creationId xmlns:a16="http://schemas.microsoft.com/office/drawing/2014/main" id="{5AD1DD62-D80E-E18F-C90B-FAD10459439E}"/>
                    </a:ext>
                  </a:extLst>
                </p:cNvPr>
                <p:cNvSpPr/>
                <p:nvPr/>
              </p:nvSpPr>
              <p:spPr>
                <a:xfrm>
                  <a:off x="4985221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6" name="pg1435">
                  <a:extLst>
                    <a:ext uri="{FF2B5EF4-FFF2-40B4-BE49-F238E27FC236}">
                      <a16:creationId xmlns:a16="http://schemas.microsoft.com/office/drawing/2014/main" id="{C7252E60-DEA6-B506-16D3-942FDB6D41FF}"/>
                    </a:ext>
                  </a:extLst>
                </p:cNvPr>
                <p:cNvSpPr/>
                <p:nvPr/>
              </p:nvSpPr>
              <p:spPr>
                <a:xfrm>
                  <a:off x="4996859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7" name="pg1436">
                  <a:extLst>
                    <a:ext uri="{FF2B5EF4-FFF2-40B4-BE49-F238E27FC236}">
                      <a16:creationId xmlns:a16="http://schemas.microsoft.com/office/drawing/2014/main" id="{8C10CF6A-E76C-7294-B8C6-8B8034D76388}"/>
                    </a:ext>
                  </a:extLst>
                </p:cNvPr>
                <p:cNvSpPr/>
                <p:nvPr/>
              </p:nvSpPr>
              <p:spPr>
                <a:xfrm>
                  <a:off x="5008496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8" name="pg1437">
                  <a:extLst>
                    <a:ext uri="{FF2B5EF4-FFF2-40B4-BE49-F238E27FC236}">
                      <a16:creationId xmlns:a16="http://schemas.microsoft.com/office/drawing/2014/main" id="{45BA2D4B-6E0C-6C21-2B7F-BC1DEBD433B0}"/>
                    </a:ext>
                  </a:extLst>
                </p:cNvPr>
                <p:cNvSpPr/>
                <p:nvPr/>
              </p:nvSpPr>
              <p:spPr>
                <a:xfrm>
                  <a:off x="5020133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39" name="pg1438">
                  <a:extLst>
                    <a:ext uri="{FF2B5EF4-FFF2-40B4-BE49-F238E27FC236}">
                      <a16:creationId xmlns:a16="http://schemas.microsoft.com/office/drawing/2014/main" id="{639F9901-64FE-F0C3-042B-52C2097EE6BC}"/>
                    </a:ext>
                  </a:extLst>
                </p:cNvPr>
                <p:cNvSpPr/>
                <p:nvPr/>
              </p:nvSpPr>
              <p:spPr>
                <a:xfrm>
                  <a:off x="5031771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0" name="pg1439">
                  <a:extLst>
                    <a:ext uri="{FF2B5EF4-FFF2-40B4-BE49-F238E27FC236}">
                      <a16:creationId xmlns:a16="http://schemas.microsoft.com/office/drawing/2014/main" id="{0C8445D0-397C-B5AA-2147-5344BD4E5DD2}"/>
                    </a:ext>
                  </a:extLst>
                </p:cNvPr>
                <p:cNvSpPr/>
                <p:nvPr/>
              </p:nvSpPr>
              <p:spPr>
                <a:xfrm>
                  <a:off x="5043408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BEAD3">
                    <a:alpha val="100000"/>
                  </a:srgbClr>
                </a:solidFill>
                <a:ln w="5420" cap="flat">
                  <a:solidFill>
                    <a:srgbClr val="BBEA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1" name="pg1440">
                  <a:extLst>
                    <a:ext uri="{FF2B5EF4-FFF2-40B4-BE49-F238E27FC236}">
                      <a16:creationId xmlns:a16="http://schemas.microsoft.com/office/drawing/2014/main" id="{A09B4CC1-6832-7D50-6570-597A21D16134}"/>
                    </a:ext>
                  </a:extLst>
                </p:cNvPr>
                <p:cNvSpPr/>
                <p:nvPr/>
              </p:nvSpPr>
              <p:spPr>
                <a:xfrm>
                  <a:off x="5055045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2" name="pg1441">
                  <a:extLst>
                    <a:ext uri="{FF2B5EF4-FFF2-40B4-BE49-F238E27FC236}">
                      <a16:creationId xmlns:a16="http://schemas.microsoft.com/office/drawing/2014/main" id="{C557573F-5D4D-D154-3420-15D238D90F93}"/>
                    </a:ext>
                  </a:extLst>
                </p:cNvPr>
                <p:cNvSpPr/>
                <p:nvPr/>
              </p:nvSpPr>
              <p:spPr>
                <a:xfrm>
                  <a:off x="5066683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3" name="pg1442">
                  <a:extLst>
                    <a:ext uri="{FF2B5EF4-FFF2-40B4-BE49-F238E27FC236}">
                      <a16:creationId xmlns:a16="http://schemas.microsoft.com/office/drawing/2014/main" id="{3EBE4580-ED3F-0A1F-EE14-D0D5A2FF78E3}"/>
                    </a:ext>
                  </a:extLst>
                </p:cNvPr>
                <p:cNvSpPr/>
                <p:nvPr/>
              </p:nvSpPr>
              <p:spPr>
                <a:xfrm>
                  <a:off x="5078320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4" name="pg1443">
                  <a:extLst>
                    <a:ext uri="{FF2B5EF4-FFF2-40B4-BE49-F238E27FC236}">
                      <a16:creationId xmlns:a16="http://schemas.microsoft.com/office/drawing/2014/main" id="{9DC72216-A485-4838-FF44-54FB167AD506}"/>
                    </a:ext>
                  </a:extLst>
                </p:cNvPr>
                <p:cNvSpPr/>
                <p:nvPr/>
              </p:nvSpPr>
              <p:spPr>
                <a:xfrm>
                  <a:off x="5089957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5" name="pg1444">
                  <a:extLst>
                    <a:ext uri="{FF2B5EF4-FFF2-40B4-BE49-F238E27FC236}">
                      <a16:creationId xmlns:a16="http://schemas.microsoft.com/office/drawing/2014/main" id="{0FBFDDEE-97DF-527F-E72A-BFB2FFEA61F4}"/>
                    </a:ext>
                  </a:extLst>
                </p:cNvPr>
                <p:cNvSpPr/>
                <p:nvPr/>
              </p:nvSpPr>
              <p:spPr>
                <a:xfrm>
                  <a:off x="5101595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95DD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6" name="pg1445">
                  <a:extLst>
                    <a:ext uri="{FF2B5EF4-FFF2-40B4-BE49-F238E27FC236}">
                      <a16:creationId xmlns:a16="http://schemas.microsoft.com/office/drawing/2014/main" id="{ECAD9EEB-DDEE-4F14-9D42-FACE33334F89}"/>
                    </a:ext>
                  </a:extLst>
                </p:cNvPr>
                <p:cNvSpPr/>
                <p:nvPr/>
              </p:nvSpPr>
              <p:spPr>
                <a:xfrm>
                  <a:off x="5113232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7" name="pg1446">
                  <a:extLst>
                    <a:ext uri="{FF2B5EF4-FFF2-40B4-BE49-F238E27FC236}">
                      <a16:creationId xmlns:a16="http://schemas.microsoft.com/office/drawing/2014/main" id="{E32ABC6D-3916-2A2F-BA69-EFC8716FD732}"/>
                    </a:ext>
                  </a:extLst>
                </p:cNvPr>
                <p:cNvSpPr/>
                <p:nvPr/>
              </p:nvSpPr>
              <p:spPr>
                <a:xfrm>
                  <a:off x="5124869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8BB">
                    <a:alpha val="100000"/>
                  </a:srgbClr>
                </a:solidFill>
                <a:ln w="5420" cap="flat">
                  <a:solidFill>
                    <a:srgbClr val="85D8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8" name="pg1447">
                  <a:extLst>
                    <a:ext uri="{FF2B5EF4-FFF2-40B4-BE49-F238E27FC236}">
                      <a16:creationId xmlns:a16="http://schemas.microsoft.com/office/drawing/2014/main" id="{C21C9F58-2607-FE41-0A2A-63C658070913}"/>
                    </a:ext>
                  </a:extLst>
                </p:cNvPr>
                <p:cNvSpPr/>
                <p:nvPr/>
              </p:nvSpPr>
              <p:spPr>
                <a:xfrm>
                  <a:off x="5136507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49" name="pg1448">
                  <a:extLst>
                    <a:ext uri="{FF2B5EF4-FFF2-40B4-BE49-F238E27FC236}">
                      <a16:creationId xmlns:a16="http://schemas.microsoft.com/office/drawing/2014/main" id="{280A9158-160A-31F7-3994-0F6031880703}"/>
                    </a:ext>
                  </a:extLst>
                </p:cNvPr>
                <p:cNvSpPr/>
                <p:nvPr/>
              </p:nvSpPr>
              <p:spPr>
                <a:xfrm>
                  <a:off x="5148144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0" name="pg1449">
                  <a:extLst>
                    <a:ext uri="{FF2B5EF4-FFF2-40B4-BE49-F238E27FC236}">
                      <a16:creationId xmlns:a16="http://schemas.microsoft.com/office/drawing/2014/main" id="{A3B3CBB1-B63D-0426-7171-8DE0B23FDB8C}"/>
                    </a:ext>
                  </a:extLst>
                </p:cNvPr>
                <p:cNvSpPr/>
                <p:nvPr/>
              </p:nvSpPr>
              <p:spPr>
                <a:xfrm>
                  <a:off x="5159781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1" name="pg1450">
                  <a:extLst>
                    <a:ext uri="{FF2B5EF4-FFF2-40B4-BE49-F238E27FC236}">
                      <a16:creationId xmlns:a16="http://schemas.microsoft.com/office/drawing/2014/main" id="{FD4633EB-7F6E-546A-BF37-9B3DF43E0DFA}"/>
                    </a:ext>
                  </a:extLst>
                </p:cNvPr>
                <p:cNvSpPr/>
                <p:nvPr/>
              </p:nvSpPr>
              <p:spPr>
                <a:xfrm>
                  <a:off x="5171419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2" name="pg1451">
                  <a:extLst>
                    <a:ext uri="{FF2B5EF4-FFF2-40B4-BE49-F238E27FC236}">
                      <a16:creationId xmlns:a16="http://schemas.microsoft.com/office/drawing/2014/main" id="{962548B4-250A-58B4-BB50-E72AABB6BA9A}"/>
                    </a:ext>
                  </a:extLst>
                </p:cNvPr>
                <p:cNvSpPr/>
                <p:nvPr/>
              </p:nvSpPr>
              <p:spPr>
                <a:xfrm>
                  <a:off x="5183056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DD1B1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3" name="pg1452">
                  <a:extLst>
                    <a:ext uri="{FF2B5EF4-FFF2-40B4-BE49-F238E27FC236}">
                      <a16:creationId xmlns:a16="http://schemas.microsoft.com/office/drawing/2014/main" id="{0B4457A2-5D12-183E-F0D9-9AF2E2577899}"/>
                    </a:ext>
                  </a:extLst>
                </p:cNvPr>
                <p:cNvSpPr/>
                <p:nvPr/>
              </p:nvSpPr>
              <p:spPr>
                <a:xfrm>
                  <a:off x="5206331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4" name="pg1453">
                  <a:extLst>
                    <a:ext uri="{FF2B5EF4-FFF2-40B4-BE49-F238E27FC236}">
                      <a16:creationId xmlns:a16="http://schemas.microsoft.com/office/drawing/2014/main" id="{17A81BAA-12F1-9DAB-8DE5-66632C102CA0}"/>
                    </a:ext>
                  </a:extLst>
                </p:cNvPr>
                <p:cNvSpPr/>
                <p:nvPr/>
              </p:nvSpPr>
              <p:spPr>
                <a:xfrm>
                  <a:off x="5217968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7D0AE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5" name="pg1454">
                  <a:extLst>
                    <a:ext uri="{FF2B5EF4-FFF2-40B4-BE49-F238E27FC236}">
                      <a16:creationId xmlns:a16="http://schemas.microsoft.com/office/drawing/2014/main" id="{CC378050-1C6A-E483-F202-3BD0C6144523}"/>
                    </a:ext>
                  </a:extLst>
                </p:cNvPr>
                <p:cNvSpPr/>
                <p:nvPr/>
              </p:nvSpPr>
              <p:spPr>
                <a:xfrm>
                  <a:off x="5229605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6" name="pg1455">
                  <a:extLst>
                    <a:ext uri="{FF2B5EF4-FFF2-40B4-BE49-F238E27FC236}">
                      <a16:creationId xmlns:a16="http://schemas.microsoft.com/office/drawing/2014/main" id="{63D67DD6-6D23-7F32-53FD-A8BF5FFBBDDC}"/>
                    </a:ext>
                  </a:extLst>
                </p:cNvPr>
                <p:cNvSpPr/>
                <p:nvPr/>
              </p:nvSpPr>
              <p:spPr>
                <a:xfrm>
                  <a:off x="5241243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7" name="pg1456">
                  <a:extLst>
                    <a:ext uri="{FF2B5EF4-FFF2-40B4-BE49-F238E27FC236}">
                      <a16:creationId xmlns:a16="http://schemas.microsoft.com/office/drawing/2014/main" id="{73BAFB5E-4892-7827-1844-E65F123854E9}"/>
                    </a:ext>
                  </a:extLst>
                </p:cNvPr>
                <p:cNvSpPr/>
                <p:nvPr/>
              </p:nvSpPr>
              <p:spPr>
                <a:xfrm>
                  <a:off x="5252880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E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8" name="pg1457">
                  <a:extLst>
                    <a:ext uri="{FF2B5EF4-FFF2-40B4-BE49-F238E27FC236}">
                      <a16:creationId xmlns:a16="http://schemas.microsoft.com/office/drawing/2014/main" id="{FE3F710B-7A44-EBE5-9B9E-477174FBBBCE}"/>
                    </a:ext>
                  </a:extLst>
                </p:cNvPr>
                <p:cNvSpPr/>
                <p:nvPr/>
              </p:nvSpPr>
              <p:spPr>
                <a:xfrm>
                  <a:off x="5264517" y="366595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59" name="pg1458">
                  <a:extLst>
                    <a:ext uri="{FF2B5EF4-FFF2-40B4-BE49-F238E27FC236}">
                      <a16:creationId xmlns:a16="http://schemas.microsoft.com/office/drawing/2014/main" id="{CBF36284-E860-B896-BF6A-F1B4311BDB39}"/>
                    </a:ext>
                  </a:extLst>
                </p:cNvPr>
                <p:cNvSpPr/>
                <p:nvPr/>
              </p:nvSpPr>
              <p:spPr>
                <a:xfrm>
                  <a:off x="4996859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0" name="pg1459">
                  <a:extLst>
                    <a:ext uri="{FF2B5EF4-FFF2-40B4-BE49-F238E27FC236}">
                      <a16:creationId xmlns:a16="http://schemas.microsoft.com/office/drawing/2014/main" id="{1C2FD868-FE08-62E4-E2FF-B63381A2F8AA}"/>
                    </a:ext>
                  </a:extLst>
                </p:cNvPr>
                <p:cNvSpPr/>
                <p:nvPr/>
              </p:nvSpPr>
              <p:spPr>
                <a:xfrm>
                  <a:off x="5008496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1" name="pg1460">
                  <a:extLst>
                    <a:ext uri="{FF2B5EF4-FFF2-40B4-BE49-F238E27FC236}">
                      <a16:creationId xmlns:a16="http://schemas.microsoft.com/office/drawing/2014/main" id="{F42CD30D-7F9E-BD93-C72E-6597ED674252}"/>
                    </a:ext>
                  </a:extLst>
                </p:cNvPr>
                <p:cNvSpPr/>
                <p:nvPr/>
              </p:nvSpPr>
              <p:spPr>
                <a:xfrm>
                  <a:off x="5020133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2" name="pg1461">
                  <a:extLst>
                    <a:ext uri="{FF2B5EF4-FFF2-40B4-BE49-F238E27FC236}">
                      <a16:creationId xmlns:a16="http://schemas.microsoft.com/office/drawing/2014/main" id="{E553E398-7DF9-FEB5-C1AD-47BCECA59BFC}"/>
                    </a:ext>
                  </a:extLst>
                </p:cNvPr>
                <p:cNvSpPr/>
                <p:nvPr/>
              </p:nvSpPr>
              <p:spPr>
                <a:xfrm>
                  <a:off x="5031771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3" name="pg1462">
                  <a:extLst>
                    <a:ext uri="{FF2B5EF4-FFF2-40B4-BE49-F238E27FC236}">
                      <a16:creationId xmlns:a16="http://schemas.microsoft.com/office/drawing/2014/main" id="{AE951689-CC82-3C93-E486-E4B84C5D6E48}"/>
                    </a:ext>
                  </a:extLst>
                </p:cNvPr>
                <p:cNvSpPr/>
                <p:nvPr/>
              </p:nvSpPr>
              <p:spPr>
                <a:xfrm>
                  <a:off x="5043408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B8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4" name="pg1463">
                  <a:extLst>
                    <a:ext uri="{FF2B5EF4-FFF2-40B4-BE49-F238E27FC236}">
                      <a16:creationId xmlns:a16="http://schemas.microsoft.com/office/drawing/2014/main" id="{F1EAFB26-D340-68A7-FA83-EBA4C5A5E9FE}"/>
                    </a:ext>
                  </a:extLst>
                </p:cNvPr>
                <p:cNvSpPr/>
                <p:nvPr/>
              </p:nvSpPr>
              <p:spPr>
                <a:xfrm>
                  <a:off x="5055045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5" name="pg1464">
                  <a:extLst>
                    <a:ext uri="{FF2B5EF4-FFF2-40B4-BE49-F238E27FC236}">
                      <a16:creationId xmlns:a16="http://schemas.microsoft.com/office/drawing/2014/main" id="{A1E8F451-3852-6684-15C8-34848D2DA7A8}"/>
                    </a:ext>
                  </a:extLst>
                </p:cNvPr>
                <p:cNvSpPr/>
                <p:nvPr/>
              </p:nvSpPr>
              <p:spPr>
                <a:xfrm>
                  <a:off x="5066683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6" name="pg1465">
                  <a:extLst>
                    <a:ext uri="{FF2B5EF4-FFF2-40B4-BE49-F238E27FC236}">
                      <a16:creationId xmlns:a16="http://schemas.microsoft.com/office/drawing/2014/main" id="{6BCC19D7-EE79-0064-805C-84C3860A6D1E}"/>
                    </a:ext>
                  </a:extLst>
                </p:cNvPr>
                <p:cNvSpPr/>
                <p:nvPr/>
              </p:nvSpPr>
              <p:spPr>
                <a:xfrm>
                  <a:off x="5078320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7" name="pg1466">
                  <a:extLst>
                    <a:ext uri="{FF2B5EF4-FFF2-40B4-BE49-F238E27FC236}">
                      <a16:creationId xmlns:a16="http://schemas.microsoft.com/office/drawing/2014/main" id="{6447C208-E757-7DF3-4461-E8FA795323AA}"/>
                    </a:ext>
                  </a:extLst>
                </p:cNvPr>
                <p:cNvSpPr/>
                <p:nvPr/>
              </p:nvSpPr>
              <p:spPr>
                <a:xfrm>
                  <a:off x="5089957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4E2C8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8" name="pg1467">
                  <a:extLst>
                    <a:ext uri="{FF2B5EF4-FFF2-40B4-BE49-F238E27FC236}">
                      <a16:creationId xmlns:a16="http://schemas.microsoft.com/office/drawing/2014/main" id="{FCDC4715-6639-1218-5140-A86F16FCE6F2}"/>
                    </a:ext>
                  </a:extLst>
                </p:cNvPr>
                <p:cNvSpPr/>
                <p:nvPr/>
              </p:nvSpPr>
              <p:spPr>
                <a:xfrm>
                  <a:off x="5101595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93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69" name="pg1468">
                  <a:extLst>
                    <a:ext uri="{FF2B5EF4-FFF2-40B4-BE49-F238E27FC236}">
                      <a16:creationId xmlns:a16="http://schemas.microsoft.com/office/drawing/2014/main" id="{6C39F45C-8ED7-9BFB-4A60-8FEC7D3C7F17}"/>
                    </a:ext>
                  </a:extLst>
                </p:cNvPr>
                <p:cNvSpPr/>
                <p:nvPr/>
              </p:nvSpPr>
              <p:spPr>
                <a:xfrm>
                  <a:off x="5113232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0" name="pg1469">
                  <a:extLst>
                    <a:ext uri="{FF2B5EF4-FFF2-40B4-BE49-F238E27FC236}">
                      <a16:creationId xmlns:a16="http://schemas.microsoft.com/office/drawing/2014/main" id="{A85FB430-CCC5-41C5-CC2F-2AFA9A665EFB}"/>
                    </a:ext>
                  </a:extLst>
                </p:cNvPr>
                <p:cNvSpPr/>
                <p:nvPr/>
              </p:nvSpPr>
              <p:spPr>
                <a:xfrm>
                  <a:off x="5124869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1" name="pg1470">
                  <a:extLst>
                    <a:ext uri="{FF2B5EF4-FFF2-40B4-BE49-F238E27FC236}">
                      <a16:creationId xmlns:a16="http://schemas.microsoft.com/office/drawing/2014/main" id="{146852F2-D848-5922-E056-0086DC04FFDA}"/>
                    </a:ext>
                  </a:extLst>
                </p:cNvPr>
                <p:cNvSpPr/>
                <p:nvPr/>
              </p:nvSpPr>
              <p:spPr>
                <a:xfrm>
                  <a:off x="5136507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6B6">
                    <a:alpha val="100000"/>
                  </a:srgbClr>
                </a:solidFill>
                <a:ln w="5420" cap="flat">
                  <a:solidFill>
                    <a:srgbClr val="7BD6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2" name="pg1471">
                  <a:extLst>
                    <a:ext uri="{FF2B5EF4-FFF2-40B4-BE49-F238E27FC236}">
                      <a16:creationId xmlns:a16="http://schemas.microsoft.com/office/drawing/2014/main" id="{DA344E8D-B082-8E2F-7A95-1D2B516A16C4}"/>
                    </a:ext>
                  </a:extLst>
                </p:cNvPr>
                <p:cNvSpPr/>
                <p:nvPr/>
              </p:nvSpPr>
              <p:spPr>
                <a:xfrm>
                  <a:off x="5148144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3" name="pg1472">
                  <a:extLst>
                    <a:ext uri="{FF2B5EF4-FFF2-40B4-BE49-F238E27FC236}">
                      <a16:creationId xmlns:a16="http://schemas.microsoft.com/office/drawing/2014/main" id="{B90CD1AA-8BD1-BC94-5656-173CF1DB1D15}"/>
                    </a:ext>
                  </a:extLst>
                </p:cNvPr>
                <p:cNvSpPr/>
                <p:nvPr/>
              </p:nvSpPr>
              <p:spPr>
                <a:xfrm>
                  <a:off x="5159781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4" name="pg1473">
                  <a:extLst>
                    <a:ext uri="{FF2B5EF4-FFF2-40B4-BE49-F238E27FC236}">
                      <a16:creationId xmlns:a16="http://schemas.microsoft.com/office/drawing/2014/main" id="{AF948598-7149-8C98-197C-497209C3AD1C}"/>
                    </a:ext>
                  </a:extLst>
                </p:cNvPr>
                <p:cNvSpPr/>
                <p:nvPr/>
              </p:nvSpPr>
              <p:spPr>
                <a:xfrm>
                  <a:off x="5171419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5" name="pg1474">
                  <a:extLst>
                    <a:ext uri="{FF2B5EF4-FFF2-40B4-BE49-F238E27FC236}">
                      <a16:creationId xmlns:a16="http://schemas.microsoft.com/office/drawing/2014/main" id="{ED9B23CF-74C4-2C87-DAFF-305AD0FA4985}"/>
                    </a:ext>
                  </a:extLst>
                </p:cNvPr>
                <p:cNvSpPr/>
                <p:nvPr/>
              </p:nvSpPr>
              <p:spPr>
                <a:xfrm>
                  <a:off x="5183056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6" name="pg1475">
                  <a:extLst>
                    <a:ext uri="{FF2B5EF4-FFF2-40B4-BE49-F238E27FC236}">
                      <a16:creationId xmlns:a16="http://schemas.microsoft.com/office/drawing/2014/main" id="{31504216-F6F6-8ECD-12CA-8F84995FDFE2}"/>
                    </a:ext>
                  </a:extLst>
                </p:cNvPr>
                <p:cNvSpPr/>
                <p:nvPr/>
              </p:nvSpPr>
              <p:spPr>
                <a:xfrm>
                  <a:off x="5194693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7" name="pg1476">
                  <a:extLst>
                    <a:ext uri="{FF2B5EF4-FFF2-40B4-BE49-F238E27FC236}">
                      <a16:creationId xmlns:a16="http://schemas.microsoft.com/office/drawing/2014/main" id="{B129337F-575E-9E1D-C927-52D9F95C6397}"/>
                    </a:ext>
                  </a:extLst>
                </p:cNvPr>
                <p:cNvSpPr/>
                <p:nvPr/>
              </p:nvSpPr>
              <p:spPr>
                <a:xfrm>
                  <a:off x="5206331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8" name="pg1477">
                  <a:extLst>
                    <a:ext uri="{FF2B5EF4-FFF2-40B4-BE49-F238E27FC236}">
                      <a16:creationId xmlns:a16="http://schemas.microsoft.com/office/drawing/2014/main" id="{2CB646DF-9954-1701-9B5B-C44BAED4B09F}"/>
                    </a:ext>
                  </a:extLst>
                </p:cNvPr>
                <p:cNvSpPr/>
                <p:nvPr/>
              </p:nvSpPr>
              <p:spPr>
                <a:xfrm>
                  <a:off x="5217968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79" name="pg1478">
                  <a:extLst>
                    <a:ext uri="{FF2B5EF4-FFF2-40B4-BE49-F238E27FC236}">
                      <a16:creationId xmlns:a16="http://schemas.microsoft.com/office/drawing/2014/main" id="{D10706BD-A252-AD28-F20A-0DE53FE9A9FE}"/>
                    </a:ext>
                  </a:extLst>
                </p:cNvPr>
                <p:cNvSpPr/>
                <p:nvPr/>
              </p:nvSpPr>
              <p:spPr>
                <a:xfrm>
                  <a:off x="5229605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0" name="pg1479">
                  <a:extLst>
                    <a:ext uri="{FF2B5EF4-FFF2-40B4-BE49-F238E27FC236}">
                      <a16:creationId xmlns:a16="http://schemas.microsoft.com/office/drawing/2014/main" id="{CCE748C7-645E-7596-43FB-A80DB8C2CEBB}"/>
                    </a:ext>
                  </a:extLst>
                </p:cNvPr>
                <p:cNvSpPr/>
                <p:nvPr/>
              </p:nvSpPr>
              <p:spPr>
                <a:xfrm>
                  <a:off x="5241243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1" name="pg1480">
                  <a:extLst>
                    <a:ext uri="{FF2B5EF4-FFF2-40B4-BE49-F238E27FC236}">
                      <a16:creationId xmlns:a16="http://schemas.microsoft.com/office/drawing/2014/main" id="{EBC3ABFF-C23E-0ED4-42FE-109F90736E2C}"/>
                    </a:ext>
                  </a:extLst>
                </p:cNvPr>
                <p:cNvSpPr/>
                <p:nvPr/>
              </p:nvSpPr>
              <p:spPr>
                <a:xfrm>
                  <a:off x="5252880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2" name="pg1481">
                  <a:extLst>
                    <a:ext uri="{FF2B5EF4-FFF2-40B4-BE49-F238E27FC236}">
                      <a16:creationId xmlns:a16="http://schemas.microsoft.com/office/drawing/2014/main" id="{17FA4BA6-8311-D61D-1FB1-C2237EE3EA4C}"/>
                    </a:ext>
                  </a:extLst>
                </p:cNvPr>
                <p:cNvSpPr/>
                <p:nvPr/>
              </p:nvSpPr>
              <p:spPr>
                <a:xfrm>
                  <a:off x="5264517" y="36802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3" name="pg1482">
                  <a:extLst>
                    <a:ext uri="{FF2B5EF4-FFF2-40B4-BE49-F238E27FC236}">
                      <a16:creationId xmlns:a16="http://schemas.microsoft.com/office/drawing/2014/main" id="{5D309EE8-26EB-DB78-C233-8C8014C99AE9}"/>
                    </a:ext>
                  </a:extLst>
                </p:cNvPr>
                <p:cNvSpPr/>
                <p:nvPr/>
              </p:nvSpPr>
              <p:spPr>
                <a:xfrm>
                  <a:off x="5008496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4" name="pg1483">
                  <a:extLst>
                    <a:ext uri="{FF2B5EF4-FFF2-40B4-BE49-F238E27FC236}">
                      <a16:creationId xmlns:a16="http://schemas.microsoft.com/office/drawing/2014/main" id="{3DBA4D55-FCE4-F5E6-EB04-A073159258F6}"/>
                    </a:ext>
                  </a:extLst>
                </p:cNvPr>
                <p:cNvSpPr/>
                <p:nvPr/>
              </p:nvSpPr>
              <p:spPr>
                <a:xfrm>
                  <a:off x="5020133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AFE6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5" name="pg1484">
                  <a:extLst>
                    <a:ext uri="{FF2B5EF4-FFF2-40B4-BE49-F238E27FC236}">
                      <a16:creationId xmlns:a16="http://schemas.microsoft.com/office/drawing/2014/main" id="{32EE8522-FD4D-3B8D-0773-B26E1A00FA32}"/>
                    </a:ext>
                  </a:extLst>
                </p:cNvPr>
                <p:cNvSpPr/>
                <p:nvPr/>
              </p:nvSpPr>
              <p:spPr>
                <a:xfrm>
                  <a:off x="5031771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6" name="pg1485">
                  <a:extLst>
                    <a:ext uri="{FF2B5EF4-FFF2-40B4-BE49-F238E27FC236}">
                      <a16:creationId xmlns:a16="http://schemas.microsoft.com/office/drawing/2014/main" id="{052FF7C4-BD27-913D-C9EA-0E94BBC7325B}"/>
                    </a:ext>
                  </a:extLst>
                </p:cNvPr>
                <p:cNvSpPr/>
                <p:nvPr/>
              </p:nvSpPr>
              <p:spPr>
                <a:xfrm>
                  <a:off x="5043408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7" name="pg1486">
                  <a:extLst>
                    <a:ext uri="{FF2B5EF4-FFF2-40B4-BE49-F238E27FC236}">
                      <a16:creationId xmlns:a16="http://schemas.microsoft.com/office/drawing/2014/main" id="{829F6412-2DDF-25C4-1B70-03A9442F6C1C}"/>
                    </a:ext>
                  </a:extLst>
                </p:cNvPr>
                <p:cNvSpPr/>
                <p:nvPr/>
              </p:nvSpPr>
              <p:spPr>
                <a:xfrm>
                  <a:off x="5055045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8" name="pg1487">
                  <a:extLst>
                    <a:ext uri="{FF2B5EF4-FFF2-40B4-BE49-F238E27FC236}">
                      <a16:creationId xmlns:a16="http://schemas.microsoft.com/office/drawing/2014/main" id="{B43C6A33-8E14-1744-543C-C6A617DAD738}"/>
                    </a:ext>
                  </a:extLst>
                </p:cNvPr>
                <p:cNvSpPr/>
                <p:nvPr/>
              </p:nvSpPr>
              <p:spPr>
                <a:xfrm>
                  <a:off x="5066683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89" name="pg1488">
                  <a:extLst>
                    <a:ext uri="{FF2B5EF4-FFF2-40B4-BE49-F238E27FC236}">
                      <a16:creationId xmlns:a16="http://schemas.microsoft.com/office/drawing/2014/main" id="{057F39A3-891B-A3D9-D920-F1E6CAE890FF}"/>
                    </a:ext>
                  </a:extLst>
                </p:cNvPr>
                <p:cNvSpPr/>
                <p:nvPr/>
              </p:nvSpPr>
              <p:spPr>
                <a:xfrm>
                  <a:off x="5078320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0" name="pg1489">
                  <a:extLst>
                    <a:ext uri="{FF2B5EF4-FFF2-40B4-BE49-F238E27FC236}">
                      <a16:creationId xmlns:a16="http://schemas.microsoft.com/office/drawing/2014/main" id="{FF36377C-73CB-6B9E-C577-CD1382ADD86D}"/>
                    </a:ext>
                  </a:extLst>
                </p:cNvPr>
                <p:cNvSpPr/>
                <p:nvPr/>
              </p:nvSpPr>
              <p:spPr>
                <a:xfrm>
                  <a:off x="5089957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FE1C6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1" name="pg1490">
                  <a:extLst>
                    <a:ext uri="{FF2B5EF4-FFF2-40B4-BE49-F238E27FC236}">
                      <a16:creationId xmlns:a16="http://schemas.microsoft.com/office/drawing/2014/main" id="{8399AC11-A6BC-8C58-7961-8B05A1E77894}"/>
                    </a:ext>
                  </a:extLst>
                </p:cNvPr>
                <p:cNvSpPr/>
                <p:nvPr/>
              </p:nvSpPr>
              <p:spPr>
                <a:xfrm>
                  <a:off x="5101595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FDCBF">
                    <a:alpha val="100000"/>
                  </a:srgbClr>
                </a:solidFill>
                <a:ln w="5420" cap="flat">
                  <a:solidFill>
                    <a:srgbClr val="8FDC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2" name="pg1491">
                  <a:extLst>
                    <a:ext uri="{FF2B5EF4-FFF2-40B4-BE49-F238E27FC236}">
                      <a16:creationId xmlns:a16="http://schemas.microsoft.com/office/drawing/2014/main" id="{0892B3AA-6AF0-154F-68DF-7192CE7466DB}"/>
                    </a:ext>
                  </a:extLst>
                </p:cNvPr>
                <p:cNvSpPr/>
                <p:nvPr/>
              </p:nvSpPr>
              <p:spPr>
                <a:xfrm>
                  <a:off x="5113232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3" name="pg1492">
                  <a:extLst>
                    <a:ext uri="{FF2B5EF4-FFF2-40B4-BE49-F238E27FC236}">
                      <a16:creationId xmlns:a16="http://schemas.microsoft.com/office/drawing/2014/main" id="{0EDFA469-6D7B-A2DF-0DBF-2A16C2E0A194}"/>
                    </a:ext>
                  </a:extLst>
                </p:cNvPr>
                <p:cNvSpPr/>
                <p:nvPr/>
              </p:nvSpPr>
              <p:spPr>
                <a:xfrm>
                  <a:off x="5124869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4" name="pg1493">
                  <a:extLst>
                    <a:ext uri="{FF2B5EF4-FFF2-40B4-BE49-F238E27FC236}">
                      <a16:creationId xmlns:a16="http://schemas.microsoft.com/office/drawing/2014/main" id="{0A72FF05-3AA9-E326-D19F-EBF78E7F4561}"/>
                    </a:ext>
                  </a:extLst>
                </p:cNvPr>
                <p:cNvSpPr/>
                <p:nvPr/>
              </p:nvSpPr>
              <p:spPr>
                <a:xfrm>
                  <a:off x="5136507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5" name="pg1494">
                  <a:extLst>
                    <a:ext uri="{FF2B5EF4-FFF2-40B4-BE49-F238E27FC236}">
                      <a16:creationId xmlns:a16="http://schemas.microsoft.com/office/drawing/2014/main" id="{03BDDCF9-0C6B-EB83-4FA5-BB38B7CB6AFC}"/>
                    </a:ext>
                  </a:extLst>
                </p:cNvPr>
                <p:cNvSpPr/>
                <p:nvPr/>
              </p:nvSpPr>
              <p:spPr>
                <a:xfrm>
                  <a:off x="5148144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6" name="pg1495">
                  <a:extLst>
                    <a:ext uri="{FF2B5EF4-FFF2-40B4-BE49-F238E27FC236}">
                      <a16:creationId xmlns:a16="http://schemas.microsoft.com/office/drawing/2014/main" id="{F4418B84-7EAF-68B5-EA6A-698B1F41DD4B}"/>
                    </a:ext>
                  </a:extLst>
                </p:cNvPr>
                <p:cNvSpPr/>
                <p:nvPr/>
              </p:nvSpPr>
              <p:spPr>
                <a:xfrm>
                  <a:off x="5159781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7" name="pg1496">
                  <a:extLst>
                    <a:ext uri="{FF2B5EF4-FFF2-40B4-BE49-F238E27FC236}">
                      <a16:creationId xmlns:a16="http://schemas.microsoft.com/office/drawing/2014/main" id="{DAFC43F9-28D1-5548-5741-FEEB49B234ED}"/>
                    </a:ext>
                  </a:extLst>
                </p:cNvPr>
                <p:cNvSpPr/>
                <p:nvPr/>
              </p:nvSpPr>
              <p:spPr>
                <a:xfrm>
                  <a:off x="5171419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8" name="pg1497">
                  <a:extLst>
                    <a:ext uri="{FF2B5EF4-FFF2-40B4-BE49-F238E27FC236}">
                      <a16:creationId xmlns:a16="http://schemas.microsoft.com/office/drawing/2014/main" id="{D271C4C7-0439-CC3F-32CB-6111E480DD07}"/>
                    </a:ext>
                  </a:extLst>
                </p:cNvPr>
                <p:cNvSpPr/>
                <p:nvPr/>
              </p:nvSpPr>
              <p:spPr>
                <a:xfrm>
                  <a:off x="5183056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899" name="pg1498">
                  <a:extLst>
                    <a:ext uri="{FF2B5EF4-FFF2-40B4-BE49-F238E27FC236}">
                      <a16:creationId xmlns:a16="http://schemas.microsoft.com/office/drawing/2014/main" id="{F5507541-82C3-C9DD-E2FE-0A252AE5294D}"/>
                    </a:ext>
                  </a:extLst>
                </p:cNvPr>
                <p:cNvSpPr/>
                <p:nvPr/>
              </p:nvSpPr>
              <p:spPr>
                <a:xfrm>
                  <a:off x="5194693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0" name="pg1499">
                  <a:extLst>
                    <a:ext uri="{FF2B5EF4-FFF2-40B4-BE49-F238E27FC236}">
                      <a16:creationId xmlns:a16="http://schemas.microsoft.com/office/drawing/2014/main" id="{9035AEBD-6D35-AA17-D56C-2717D419EF00}"/>
                    </a:ext>
                  </a:extLst>
                </p:cNvPr>
                <p:cNvSpPr/>
                <p:nvPr/>
              </p:nvSpPr>
              <p:spPr>
                <a:xfrm>
                  <a:off x="5206331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1" name="pg1500">
                  <a:extLst>
                    <a:ext uri="{FF2B5EF4-FFF2-40B4-BE49-F238E27FC236}">
                      <a16:creationId xmlns:a16="http://schemas.microsoft.com/office/drawing/2014/main" id="{CD4F7BEF-C163-B267-1A87-CE626D152752}"/>
                    </a:ext>
                  </a:extLst>
                </p:cNvPr>
                <p:cNvSpPr/>
                <p:nvPr/>
              </p:nvSpPr>
              <p:spPr>
                <a:xfrm>
                  <a:off x="5217968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2" name="pg1501">
                  <a:extLst>
                    <a:ext uri="{FF2B5EF4-FFF2-40B4-BE49-F238E27FC236}">
                      <a16:creationId xmlns:a16="http://schemas.microsoft.com/office/drawing/2014/main" id="{D5271BE9-4B02-EA0B-C073-FFCE3265411A}"/>
                    </a:ext>
                  </a:extLst>
                </p:cNvPr>
                <p:cNvSpPr/>
                <p:nvPr/>
              </p:nvSpPr>
              <p:spPr>
                <a:xfrm>
                  <a:off x="5229605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3" name="pg1502">
                  <a:extLst>
                    <a:ext uri="{FF2B5EF4-FFF2-40B4-BE49-F238E27FC236}">
                      <a16:creationId xmlns:a16="http://schemas.microsoft.com/office/drawing/2014/main" id="{7234AFF1-9EBE-1DE7-BEA1-7EFE06DB1131}"/>
                    </a:ext>
                  </a:extLst>
                </p:cNvPr>
                <p:cNvSpPr/>
                <p:nvPr/>
              </p:nvSpPr>
              <p:spPr>
                <a:xfrm>
                  <a:off x="5241243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4" name="pg1503">
                  <a:extLst>
                    <a:ext uri="{FF2B5EF4-FFF2-40B4-BE49-F238E27FC236}">
                      <a16:creationId xmlns:a16="http://schemas.microsoft.com/office/drawing/2014/main" id="{4C29F90B-F3AB-99CC-68F2-50F7EF83DACF}"/>
                    </a:ext>
                  </a:extLst>
                </p:cNvPr>
                <p:cNvSpPr/>
                <p:nvPr/>
              </p:nvSpPr>
              <p:spPr>
                <a:xfrm>
                  <a:off x="5252880" y="369455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5" name="pg1504">
                  <a:extLst>
                    <a:ext uri="{FF2B5EF4-FFF2-40B4-BE49-F238E27FC236}">
                      <a16:creationId xmlns:a16="http://schemas.microsoft.com/office/drawing/2014/main" id="{8C19DBC2-D9CD-D219-4CF4-E9BAEC21AFE8}"/>
                    </a:ext>
                  </a:extLst>
                </p:cNvPr>
                <p:cNvSpPr/>
                <p:nvPr/>
              </p:nvSpPr>
              <p:spPr>
                <a:xfrm>
                  <a:off x="5008496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6E3CA">
                    <a:alpha val="100000"/>
                  </a:srgbClr>
                </a:solidFill>
                <a:ln w="5420" cap="flat">
                  <a:solidFill>
                    <a:srgbClr val="A6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6" name="pg1505">
                  <a:extLst>
                    <a:ext uri="{FF2B5EF4-FFF2-40B4-BE49-F238E27FC236}">
                      <a16:creationId xmlns:a16="http://schemas.microsoft.com/office/drawing/2014/main" id="{8969C470-9480-4F84-4164-0472C40C515C}"/>
                    </a:ext>
                  </a:extLst>
                </p:cNvPr>
                <p:cNvSpPr/>
                <p:nvPr/>
              </p:nvSpPr>
              <p:spPr>
                <a:xfrm>
                  <a:off x="5020133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8E3CA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7" name="pg1506">
                  <a:extLst>
                    <a:ext uri="{FF2B5EF4-FFF2-40B4-BE49-F238E27FC236}">
                      <a16:creationId xmlns:a16="http://schemas.microsoft.com/office/drawing/2014/main" id="{8AD1D29F-EE75-BD3F-3CD9-04AF9D653493}"/>
                    </a:ext>
                  </a:extLst>
                </p:cNvPr>
                <p:cNvSpPr/>
                <p:nvPr/>
              </p:nvSpPr>
              <p:spPr>
                <a:xfrm>
                  <a:off x="5031771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AE4CB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8" name="pg1507">
                  <a:extLst>
                    <a:ext uri="{FF2B5EF4-FFF2-40B4-BE49-F238E27FC236}">
                      <a16:creationId xmlns:a16="http://schemas.microsoft.com/office/drawing/2014/main" id="{40B92426-047F-7A59-BA26-4029B21658EA}"/>
                    </a:ext>
                  </a:extLst>
                </p:cNvPr>
                <p:cNvSpPr/>
                <p:nvPr/>
              </p:nvSpPr>
              <p:spPr>
                <a:xfrm>
                  <a:off x="5043408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AE4CB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09" name="pg1508">
                  <a:extLst>
                    <a:ext uri="{FF2B5EF4-FFF2-40B4-BE49-F238E27FC236}">
                      <a16:creationId xmlns:a16="http://schemas.microsoft.com/office/drawing/2014/main" id="{BD703C6D-2112-0FCF-59A7-5A8BE07002F5}"/>
                    </a:ext>
                  </a:extLst>
                </p:cNvPr>
                <p:cNvSpPr/>
                <p:nvPr/>
              </p:nvSpPr>
              <p:spPr>
                <a:xfrm>
                  <a:off x="5055045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8E3CA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0" name="pg1509">
                  <a:extLst>
                    <a:ext uri="{FF2B5EF4-FFF2-40B4-BE49-F238E27FC236}">
                      <a16:creationId xmlns:a16="http://schemas.microsoft.com/office/drawing/2014/main" id="{A9134C5A-2F26-0F54-DC54-C38692332C71}"/>
                    </a:ext>
                  </a:extLst>
                </p:cNvPr>
                <p:cNvSpPr/>
                <p:nvPr/>
              </p:nvSpPr>
              <p:spPr>
                <a:xfrm>
                  <a:off x="5066683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1" name="pg1510">
                  <a:extLst>
                    <a:ext uri="{FF2B5EF4-FFF2-40B4-BE49-F238E27FC236}">
                      <a16:creationId xmlns:a16="http://schemas.microsoft.com/office/drawing/2014/main" id="{AB7B1F40-5230-FD21-6F9D-2CECFC2DD72E}"/>
                    </a:ext>
                  </a:extLst>
                </p:cNvPr>
                <p:cNvSpPr/>
                <p:nvPr/>
              </p:nvSpPr>
              <p:spPr>
                <a:xfrm>
                  <a:off x="5078320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2" name="pg1511">
                  <a:extLst>
                    <a:ext uri="{FF2B5EF4-FFF2-40B4-BE49-F238E27FC236}">
                      <a16:creationId xmlns:a16="http://schemas.microsoft.com/office/drawing/2014/main" id="{E55B985B-3C7E-E57E-5871-B550EAE2AE82}"/>
                    </a:ext>
                  </a:extLst>
                </p:cNvPr>
                <p:cNvSpPr/>
                <p:nvPr/>
              </p:nvSpPr>
              <p:spPr>
                <a:xfrm>
                  <a:off x="5089957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3" name="pg1512">
                  <a:extLst>
                    <a:ext uri="{FF2B5EF4-FFF2-40B4-BE49-F238E27FC236}">
                      <a16:creationId xmlns:a16="http://schemas.microsoft.com/office/drawing/2014/main" id="{36DD64C0-2BDE-C884-2629-C2AF06CCC7B2}"/>
                    </a:ext>
                  </a:extLst>
                </p:cNvPr>
                <p:cNvSpPr/>
                <p:nvPr/>
              </p:nvSpPr>
              <p:spPr>
                <a:xfrm>
                  <a:off x="5101595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4" name="pg1513">
                  <a:extLst>
                    <a:ext uri="{FF2B5EF4-FFF2-40B4-BE49-F238E27FC236}">
                      <a16:creationId xmlns:a16="http://schemas.microsoft.com/office/drawing/2014/main" id="{A027362E-9F43-2E61-F8AF-B0DC30335E27}"/>
                    </a:ext>
                  </a:extLst>
                </p:cNvPr>
                <p:cNvSpPr/>
                <p:nvPr/>
              </p:nvSpPr>
              <p:spPr>
                <a:xfrm>
                  <a:off x="5113232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5" name="pg1514">
                  <a:extLst>
                    <a:ext uri="{FF2B5EF4-FFF2-40B4-BE49-F238E27FC236}">
                      <a16:creationId xmlns:a16="http://schemas.microsoft.com/office/drawing/2014/main" id="{B7FE2CCB-9787-1821-24B0-828619A3F572}"/>
                    </a:ext>
                  </a:extLst>
                </p:cNvPr>
                <p:cNvSpPr/>
                <p:nvPr/>
              </p:nvSpPr>
              <p:spPr>
                <a:xfrm>
                  <a:off x="5124869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6" name="pg1515">
                  <a:extLst>
                    <a:ext uri="{FF2B5EF4-FFF2-40B4-BE49-F238E27FC236}">
                      <a16:creationId xmlns:a16="http://schemas.microsoft.com/office/drawing/2014/main" id="{8E224F21-D46B-3EAE-AD65-D5BD339D5ED1}"/>
                    </a:ext>
                  </a:extLst>
                </p:cNvPr>
                <p:cNvSpPr/>
                <p:nvPr/>
              </p:nvSpPr>
              <p:spPr>
                <a:xfrm>
                  <a:off x="5136507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7" name="pg1516">
                  <a:extLst>
                    <a:ext uri="{FF2B5EF4-FFF2-40B4-BE49-F238E27FC236}">
                      <a16:creationId xmlns:a16="http://schemas.microsoft.com/office/drawing/2014/main" id="{756620DC-4E20-D192-A82E-297FF034A58D}"/>
                    </a:ext>
                  </a:extLst>
                </p:cNvPr>
                <p:cNvSpPr/>
                <p:nvPr/>
              </p:nvSpPr>
              <p:spPr>
                <a:xfrm>
                  <a:off x="5148144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8" name="pg1517">
                  <a:extLst>
                    <a:ext uri="{FF2B5EF4-FFF2-40B4-BE49-F238E27FC236}">
                      <a16:creationId xmlns:a16="http://schemas.microsoft.com/office/drawing/2014/main" id="{E61CF6DC-3906-C362-478C-935D76DA7064}"/>
                    </a:ext>
                  </a:extLst>
                </p:cNvPr>
                <p:cNvSpPr/>
                <p:nvPr/>
              </p:nvSpPr>
              <p:spPr>
                <a:xfrm>
                  <a:off x="5159781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19" name="pg1518">
                  <a:extLst>
                    <a:ext uri="{FF2B5EF4-FFF2-40B4-BE49-F238E27FC236}">
                      <a16:creationId xmlns:a16="http://schemas.microsoft.com/office/drawing/2014/main" id="{8611321E-0CEB-1C3F-1F29-37454C8D1151}"/>
                    </a:ext>
                  </a:extLst>
                </p:cNvPr>
                <p:cNvSpPr/>
                <p:nvPr/>
              </p:nvSpPr>
              <p:spPr>
                <a:xfrm>
                  <a:off x="5171419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0" name="pg1519">
                  <a:extLst>
                    <a:ext uri="{FF2B5EF4-FFF2-40B4-BE49-F238E27FC236}">
                      <a16:creationId xmlns:a16="http://schemas.microsoft.com/office/drawing/2014/main" id="{5860E3A7-69AD-3F73-521A-E2B878DC4BE3}"/>
                    </a:ext>
                  </a:extLst>
                </p:cNvPr>
                <p:cNvSpPr/>
                <p:nvPr/>
              </p:nvSpPr>
              <p:spPr>
                <a:xfrm>
                  <a:off x="5183056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1" name="pg1520">
                  <a:extLst>
                    <a:ext uri="{FF2B5EF4-FFF2-40B4-BE49-F238E27FC236}">
                      <a16:creationId xmlns:a16="http://schemas.microsoft.com/office/drawing/2014/main" id="{940FECEB-8707-A045-4786-BB88DC7FB47C}"/>
                    </a:ext>
                  </a:extLst>
                </p:cNvPr>
                <p:cNvSpPr/>
                <p:nvPr/>
              </p:nvSpPr>
              <p:spPr>
                <a:xfrm>
                  <a:off x="5194693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2" name="pg1521">
                  <a:extLst>
                    <a:ext uri="{FF2B5EF4-FFF2-40B4-BE49-F238E27FC236}">
                      <a16:creationId xmlns:a16="http://schemas.microsoft.com/office/drawing/2014/main" id="{B50E033E-8118-0163-DFE7-5D47D44935DD}"/>
                    </a:ext>
                  </a:extLst>
                </p:cNvPr>
                <p:cNvSpPr/>
                <p:nvPr/>
              </p:nvSpPr>
              <p:spPr>
                <a:xfrm>
                  <a:off x="5206331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3" name="pg1522">
                  <a:extLst>
                    <a:ext uri="{FF2B5EF4-FFF2-40B4-BE49-F238E27FC236}">
                      <a16:creationId xmlns:a16="http://schemas.microsoft.com/office/drawing/2014/main" id="{80BE6732-7A9F-E43F-D270-0434215ED738}"/>
                    </a:ext>
                  </a:extLst>
                </p:cNvPr>
                <p:cNvSpPr/>
                <p:nvPr/>
              </p:nvSpPr>
              <p:spPr>
                <a:xfrm>
                  <a:off x="5217968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4" name="pg1523">
                  <a:extLst>
                    <a:ext uri="{FF2B5EF4-FFF2-40B4-BE49-F238E27FC236}">
                      <a16:creationId xmlns:a16="http://schemas.microsoft.com/office/drawing/2014/main" id="{DCDE0F4F-CB20-AC14-D537-E2019614AF85}"/>
                    </a:ext>
                  </a:extLst>
                </p:cNvPr>
                <p:cNvSpPr/>
                <p:nvPr/>
              </p:nvSpPr>
              <p:spPr>
                <a:xfrm>
                  <a:off x="5229605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5" name="pg1524">
                  <a:extLst>
                    <a:ext uri="{FF2B5EF4-FFF2-40B4-BE49-F238E27FC236}">
                      <a16:creationId xmlns:a16="http://schemas.microsoft.com/office/drawing/2014/main" id="{B838C084-7B40-8B9E-805F-5F7DE006BC79}"/>
                    </a:ext>
                  </a:extLst>
                </p:cNvPr>
                <p:cNvSpPr/>
                <p:nvPr/>
              </p:nvSpPr>
              <p:spPr>
                <a:xfrm>
                  <a:off x="5241243" y="370885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6" name="pg1525">
                  <a:extLst>
                    <a:ext uri="{FF2B5EF4-FFF2-40B4-BE49-F238E27FC236}">
                      <a16:creationId xmlns:a16="http://schemas.microsoft.com/office/drawing/2014/main" id="{CCFE7F64-5ED0-6649-00A0-2A7632011DD8}"/>
                    </a:ext>
                  </a:extLst>
                </p:cNvPr>
                <p:cNvSpPr/>
                <p:nvPr/>
              </p:nvSpPr>
              <p:spPr>
                <a:xfrm>
                  <a:off x="5031771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4E2C8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7" name="pg1526">
                  <a:extLst>
                    <a:ext uri="{FF2B5EF4-FFF2-40B4-BE49-F238E27FC236}">
                      <a16:creationId xmlns:a16="http://schemas.microsoft.com/office/drawing/2014/main" id="{87A39D8C-B330-DD55-DA10-E24888C52BBB}"/>
                    </a:ext>
                  </a:extLst>
                </p:cNvPr>
                <p:cNvSpPr/>
                <p:nvPr/>
              </p:nvSpPr>
              <p:spPr>
                <a:xfrm>
                  <a:off x="5043408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4E2C8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8" name="pg1527">
                  <a:extLst>
                    <a:ext uri="{FF2B5EF4-FFF2-40B4-BE49-F238E27FC236}">
                      <a16:creationId xmlns:a16="http://schemas.microsoft.com/office/drawing/2014/main" id="{A53008C9-5CD5-BAC6-B8B3-00E1314779BE}"/>
                    </a:ext>
                  </a:extLst>
                </p:cNvPr>
                <p:cNvSpPr/>
                <p:nvPr/>
              </p:nvSpPr>
              <p:spPr>
                <a:xfrm>
                  <a:off x="5055045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29" name="pg1528">
                  <a:extLst>
                    <a:ext uri="{FF2B5EF4-FFF2-40B4-BE49-F238E27FC236}">
                      <a16:creationId xmlns:a16="http://schemas.microsoft.com/office/drawing/2014/main" id="{FF93EDE0-26F7-01FF-51DE-5EC4E48D28F7}"/>
                    </a:ext>
                  </a:extLst>
                </p:cNvPr>
                <p:cNvSpPr/>
                <p:nvPr/>
              </p:nvSpPr>
              <p:spPr>
                <a:xfrm>
                  <a:off x="5066683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0E1C6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0" name="pg1529">
                  <a:extLst>
                    <a:ext uri="{FF2B5EF4-FFF2-40B4-BE49-F238E27FC236}">
                      <a16:creationId xmlns:a16="http://schemas.microsoft.com/office/drawing/2014/main" id="{744AC185-2A75-5CF0-547E-1E11F2E7164E}"/>
                    </a:ext>
                  </a:extLst>
                </p:cNvPr>
                <p:cNvSpPr/>
                <p:nvPr/>
              </p:nvSpPr>
              <p:spPr>
                <a:xfrm>
                  <a:off x="5078320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CDFC5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1" name="pg1530">
                  <a:extLst>
                    <a:ext uri="{FF2B5EF4-FFF2-40B4-BE49-F238E27FC236}">
                      <a16:creationId xmlns:a16="http://schemas.microsoft.com/office/drawing/2014/main" id="{1D5DA864-386C-418B-4A0B-D452C9A97744}"/>
                    </a:ext>
                  </a:extLst>
                </p:cNvPr>
                <p:cNvSpPr/>
                <p:nvPr/>
              </p:nvSpPr>
              <p:spPr>
                <a:xfrm>
                  <a:off x="5089957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96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2" name="pg1531">
                  <a:extLst>
                    <a:ext uri="{FF2B5EF4-FFF2-40B4-BE49-F238E27FC236}">
                      <a16:creationId xmlns:a16="http://schemas.microsoft.com/office/drawing/2014/main" id="{2ED572A3-7C58-0E17-9F55-4FE4B59EA39D}"/>
                    </a:ext>
                  </a:extLst>
                </p:cNvPr>
                <p:cNvSpPr/>
                <p:nvPr/>
              </p:nvSpPr>
              <p:spPr>
                <a:xfrm>
                  <a:off x="5101595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3" name="pg1532">
                  <a:extLst>
                    <a:ext uri="{FF2B5EF4-FFF2-40B4-BE49-F238E27FC236}">
                      <a16:creationId xmlns:a16="http://schemas.microsoft.com/office/drawing/2014/main" id="{5947C514-F5F6-B9A9-BBA5-0116E78B9470}"/>
                    </a:ext>
                  </a:extLst>
                </p:cNvPr>
                <p:cNvSpPr/>
                <p:nvPr/>
              </p:nvSpPr>
              <p:spPr>
                <a:xfrm>
                  <a:off x="5113232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4" name="pg1533">
                  <a:extLst>
                    <a:ext uri="{FF2B5EF4-FFF2-40B4-BE49-F238E27FC236}">
                      <a16:creationId xmlns:a16="http://schemas.microsoft.com/office/drawing/2014/main" id="{85A0A113-8E27-4273-BFE8-E2EB01FAD7EA}"/>
                    </a:ext>
                  </a:extLst>
                </p:cNvPr>
                <p:cNvSpPr/>
                <p:nvPr/>
              </p:nvSpPr>
              <p:spPr>
                <a:xfrm>
                  <a:off x="5124869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5" name="pg1534">
                  <a:extLst>
                    <a:ext uri="{FF2B5EF4-FFF2-40B4-BE49-F238E27FC236}">
                      <a16:creationId xmlns:a16="http://schemas.microsoft.com/office/drawing/2014/main" id="{CF23A56C-ABDB-7DA9-EAB2-28AFA2552CC0}"/>
                    </a:ext>
                  </a:extLst>
                </p:cNvPr>
                <p:cNvSpPr/>
                <p:nvPr/>
              </p:nvSpPr>
              <p:spPr>
                <a:xfrm>
                  <a:off x="5136507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DD1B1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6" name="pg1535">
                  <a:extLst>
                    <a:ext uri="{FF2B5EF4-FFF2-40B4-BE49-F238E27FC236}">
                      <a16:creationId xmlns:a16="http://schemas.microsoft.com/office/drawing/2014/main" id="{6AAE7E2A-4E9F-3176-4812-AE739490B715}"/>
                    </a:ext>
                  </a:extLst>
                </p:cNvPr>
                <p:cNvSpPr/>
                <p:nvPr/>
              </p:nvSpPr>
              <p:spPr>
                <a:xfrm>
                  <a:off x="5148144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7" name="pg1536">
                  <a:extLst>
                    <a:ext uri="{FF2B5EF4-FFF2-40B4-BE49-F238E27FC236}">
                      <a16:creationId xmlns:a16="http://schemas.microsoft.com/office/drawing/2014/main" id="{2C335358-09A5-7205-EAC6-14A18B8EBA3B}"/>
                    </a:ext>
                  </a:extLst>
                </p:cNvPr>
                <p:cNvSpPr/>
                <p:nvPr/>
              </p:nvSpPr>
              <p:spPr>
                <a:xfrm>
                  <a:off x="5159781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8" name="pg1537">
                  <a:extLst>
                    <a:ext uri="{FF2B5EF4-FFF2-40B4-BE49-F238E27FC236}">
                      <a16:creationId xmlns:a16="http://schemas.microsoft.com/office/drawing/2014/main" id="{E9B2C614-7135-B544-2742-9AD4A5DBFE05}"/>
                    </a:ext>
                  </a:extLst>
                </p:cNvPr>
                <p:cNvSpPr/>
                <p:nvPr/>
              </p:nvSpPr>
              <p:spPr>
                <a:xfrm>
                  <a:off x="5171419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39" name="pg1538">
                  <a:extLst>
                    <a:ext uri="{FF2B5EF4-FFF2-40B4-BE49-F238E27FC236}">
                      <a16:creationId xmlns:a16="http://schemas.microsoft.com/office/drawing/2014/main" id="{13D979A7-C608-20EF-620F-007EE78B1C52}"/>
                    </a:ext>
                  </a:extLst>
                </p:cNvPr>
                <p:cNvSpPr/>
                <p:nvPr/>
              </p:nvSpPr>
              <p:spPr>
                <a:xfrm>
                  <a:off x="5183056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0" name="pg1539">
                  <a:extLst>
                    <a:ext uri="{FF2B5EF4-FFF2-40B4-BE49-F238E27FC236}">
                      <a16:creationId xmlns:a16="http://schemas.microsoft.com/office/drawing/2014/main" id="{7FC6A8DB-67BC-BF6F-0C05-4EBA7A29CC94}"/>
                    </a:ext>
                  </a:extLst>
                </p:cNvPr>
                <p:cNvSpPr/>
                <p:nvPr/>
              </p:nvSpPr>
              <p:spPr>
                <a:xfrm>
                  <a:off x="5194693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1" name="pg1540">
                  <a:extLst>
                    <a:ext uri="{FF2B5EF4-FFF2-40B4-BE49-F238E27FC236}">
                      <a16:creationId xmlns:a16="http://schemas.microsoft.com/office/drawing/2014/main" id="{945DDCAD-A28D-7D3B-13D3-C15849CFEBAE}"/>
                    </a:ext>
                  </a:extLst>
                </p:cNvPr>
                <p:cNvSpPr/>
                <p:nvPr/>
              </p:nvSpPr>
              <p:spPr>
                <a:xfrm>
                  <a:off x="5206331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2" name="pg1541">
                  <a:extLst>
                    <a:ext uri="{FF2B5EF4-FFF2-40B4-BE49-F238E27FC236}">
                      <a16:creationId xmlns:a16="http://schemas.microsoft.com/office/drawing/2014/main" id="{AB317824-2948-9308-9D1E-AD12590E7175}"/>
                    </a:ext>
                  </a:extLst>
                </p:cNvPr>
                <p:cNvSpPr/>
                <p:nvPr/>
              </p:nvSpPr>
              <p:spPr>
                <a:xfrm>
                  <a:off x="5217968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3" name="pg1542">
                  <a:extLst>
                    <a:ext uri="{FF2B5EF4-FFF2-40B4-BE49-F238E27FC236}">
                      <a16:creationId xmlns:a16="http://schemas.microsoft.com/office/drawing/2014/main" id="{AE86FBAB-15A8-67AE-514A-A1CC663196AC}"/>
                    </a:ext>
                  </a:extLst>
                </p:cNvPr>
                <p:cNvSpPr/>
                <p:nvPr/>
              </p:nvSpPr>
              <p:spPr>
                <a:xfrm>
                  <a:off x="5229605" y="37231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4" name="pg1543">
                  <a:extLst>
                    <a:ext uri="{FF2B5EF4-FFF2-40B4-BE49-F238E27FC236}">
                      <a16:creationId xmlns:a16="http://schemas.microsoft.com/office/drawing/2014/main" id="{524A34DB-0CC4-DDAE-EDB8-AB08321CBFD2}"/>
                    </a:ext>
                  </a:extLst>
                </p:cNvPr>
                <p:cNvSpPr/>
                <p:nvPr/>
              </p:nvSpPr>
              <p:spPr>
                <a:xfrm>
                  <a:off x="5043408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5" name="pg1544">
                  <a:extLst>
                    <a:ext uri="{FF2B5EF4-FFF2-40B4-BE49-F238E27FC236}">
                      <a16:creationId xmlns:a16="http://schemas.microsoft.com/office/drawing/2014/main" id="{816F8517-1506-E423-E416-F3AAD50DD66B}"/>
                    </a:ext>
                  </a:extLst>
                </p:cNvPr>
                <p:cNvSpPr/>
                <p:nvPr/>
              </p:nvSpPr>
              <p:spPr>
                <a:xfrm>
                  <a:off x="5055045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0E1C6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6" name="pg1545">
                  <a:extLst>
                    <a:ext uri="{FF2B5EF4-FFF2-40B4-BE49-F238E27FC236}">
                      <a16:creationId xmlns:a16="http://schemas.microsoft.com/office/drawing/2014/main" id="{1AFEC2DE-C01D-2887-BA65-8FF7373EBF40}"/>
                    </a:ext>
                  </a:extLst>
                </p:cNvPr>
                <p:cNvSpPr/>
                <p:nvPr/>
              </p:nvSpPr>
              <p:spPr>
                <a:xfrm>
                  <a:off x="5066683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7" name="pg1546">
                  <a:extLst>
                    <a:ext uri="{FF2B5EF4-FFF2-40B4-BE49-F238E27FC236}">
                      <a16:creationId xmlns:a16="http://schemas.microsoft.com/office/drawing/2014/main" id="{3AC3C1D2-B937-8BDA-267A-82899134AA44}"/>
                    </a:ext>
                  </a:extLst>
                </p:cNvPr>
                <p:cNvSpPr/>
                <p:nvPr/>
              </p:nvSpPr>
              <p:spPr>
                <a:xfrm>
                  <a:off x="5078320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8" name="pg1547">
                  <a:extLst>
                    <a:ext uri="{FF2B5EF4-FFF2-40B4-BE49-F238E27FC236}">
                      <a16:creationId xmlns:a16="http://schemas.microsoft.com/office/drawing/2014/main" id="{A5172809-A0DB-CC4B-29BF-65EFA8C02A32}"/>
                    </a:ext>
                  </a:extLst>
                </p:cNvPr>
                <p:cNvSpPr/>
                <p:nvPr/>
              </p:nvSpPr>
              <p:spPr>
                <a:xfrm>
                  <a:off x="5089957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96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49" name="pg1548">
                  <a:extLst>
                    <a:ext uri="{FF2B5EF4-FFF2-40B4-BE49-F238E27FC236}">
                      <a16:creationId xmlns:a16="http://schemas.microsoft.com/office/drawing/2014/main" id="{9C71C553-F80F-1AD4-10B1-83C1C15DC36A}"/>
                    </a:ext>
                  </a:extLst>
                </p:cNvPr>
                <p:cNvSpPr/>
                <p:nvPr/>
              </p:nvSpPr>
              <p:spPr>
                <a:xfrm>
                  <a:off x="5101595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0" name="pg1549">
                  <a:extLst>
                    <a:ext uri="{FF2B5EF4-FFF2-40B4-BE49-F238E27FC236}">
                      <a16:creationId xmlns:a16="http://schemas.microsoft.com/office/drawing/2014/main" id="{C761B84E-8F29-6319-E84E-5AECA8827BE0}"/>
                    </a:ext>
                  </a:extLst>
                </p:cNvPr>
                <p:cNvSpPr/>
                <p:nvPr/>
              </p:nvSpPr>
              <p:spPr>
                <a:xfrm>
                  <a:off x="5113232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1" name="pg1550">
                  <a:extLst>
                    <a:ext uri="{FF2B5EF4-FFF2-40B4-BE49-F238E27FC236}">
                      <a16:creationId xmlns:a16="http://schemas.microsoft.com/office/drawing/2014/main" id="{8CAD61E3-BAFA-39AE-7128-BFF2A4B17491}"/>
                    </a:ext>
                  </a:extLst>
                </p:cNvPr>
                <p:cNvSpPr/>
                <p:nvPr/>
              </p:nvSpPr>
              <p:spPr>
                <a:xfrm>
                  <a:off x="5124869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2" name="pg1551">
                  <a:extLst>
                    <a:ext uri="{FF2B5EF4-FFF2-40B4-BE49-F238E27FC236}">
                      <a16:creationId xmlns:a16="http://schemas.microsoft.com/office/drawing/2014/main" id="{7447CD2A-5435-461F-E16F-F4A1EBEE35D7}"/>
                    </a:ext>
                  </a:extLst>
                </p:cNvPr>
                <p:cNvSpPr/>
                <p:nvPr/>
              </p:nvSpPr>
              <p:spPr>
                <a:xfrm>
                  <a:off x="5136507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3" name="pg1552">
                  <a:extLst>
                    <a:ext uri="{FF2B5EF4-FFF2-40B4-BE49-F238E27FC236}">
                      <a16:creationId xmlns:a16="http://schemas.microsoft.com/office/drawing/2014/main" id="{2F211958-FEF8-B3C2-30F6-271273128364}"/>
                    </a:ext>
                  </a:extLst>
                </p:cNvPr>
                <p:cNvSpPr/>
                <p:nvPr/>
              </p:nvSpPr>
              <p:spPr>
                <a:xfrm>
                  <a:off x="5148144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4" name="pg1553">
                  <a:extLst>
                    <a:ext uri="{FF2B5EF4-FFF2-40B4-BE49-F238E27FC236}">
                      <a16:creationId xmlns:a16="http://schemas.microsoft.com/office/drawing/2014/main" id="{D0574408-A822-7309-27AF-C827F8E2F938}"/>
                    </a:ext>
                  </a:extLst>
                </p:cNvPr>
                <p:cNvSpPr/>
                <p:nvPr/>
              </p:nvSpPr>
              <p:spPr>
                <a:xfrm>
                  <a:off x="5159781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5" name="pg1554">
                  <a:extLst>
                    <a:ext uri="{FF2B5EF4-FFF2-40B4-BE49-F238E27FC236}">
                      <a16:creationId xmlns:a16="http://schemas.microsoft.com/office/drawing/2014/main" id="{5EED574C-2C2F-7EA6-D084-33BCB6458053}"/>
                    </a:ext>
                  </a:extLst>
                </p:cNvPr>
                <p:cNvSpPr/>
                <p:nvPr/>
              </p:nvSpPr>
              <p:spPr>
                <a:xfrm>
                  <a:off x="5171419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6" name="pg1555">
                  <a:extLst>
                    <a:ext uri="{FF2B5EF4-FFF2-40B4-BE49-F238E27FC236}">
                      <a16:creationId xmlns:a16="http://schemas.microsoft.com/office/drawing/2014/main" id="{1D556E2D-5976-B6F3-18F6-A8A6626C8230}"/>
                    </a:ext>
                  </a:extLst>
                </p:cNvPr>
                <p:cNvSpPr/>
                <p:nvPr/>
              </p:nvSpPr>
              <p:spPr>
                <a:xfrm>
                  <a:off x="5183056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7" name="pg1556">
                  <a:extLst>
                    <a:ext uri="{FF2B5EF4-FFF2-40B4-BE49-F238E27FC236}">
                      <a16:creationId xmlns:a16="http://schemas.microsoft.com/office/drawing/2014/main" id="{D4626490-2809-CABA-C4C3-9283EE784164}"/>
                    </a:ext>
                  </a:extLst>
                </p:cNvPr>
                <p:cNvSpPr/>
                <p:nvPr/>
              </p:nvSpPr>
              <p:spPr>
                <a:xfrm>
                  <a:off x="5194693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8" name="pg1557">
                  <a:extLst>
                    <a:ext uri="{FF2B5EF4-FFF2-40B4-BE49-F238E27FC236}">
                      <a16:creationId xmlns:a16="http://schemas.microsoft.com/office/drawing/2014/main" id="{4FB90DC4-EADF-5933-1F84-C012CCFC033B}"/>
                    </a:ext>
                  </a:extLst>
                </p:cNvPr>
                <p:cNvSpPr/>
                <p:nvPr/>
              </p:nvSpPr>
              <p:spPr>
                <a:xfrm>
                  <a:off x="5206331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59" name="pg1558">
                  <a:extLst>
                    <a:ext uri="{FF2B5EF4-FFF2-40B4-BE49-F238E27FC236}">
                      <a16:creationId xmlns:a16="http://schemas.microsoft.com/office/drawing/2014/main" id="{35230BE2-1B2E-B0A9-A2E0-65038D1B5420}"/>
                    </a:ext>
                  </a:extLst>
                </p:cNvPr>
                <p:cNvSpPr/>
                <p:nvPr/>
              </p:nvSpPr>
              <p:spPr>
                <a:xfrm>
                  <a:off x="5217968" y="373745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0" name="pg1559">
                  <a:extLst>
                    <a:ext uri="{FF2B5EF4-FFF2-40B4-BE49-F238E27FC236}">
                      <a16:creationId xmlns:a16="http://schemas.microsoft.com/office/drawing/2014/main" id="{F7A4118A-8EC9-83A7-8C46-92EA0515121F}"/>
                    </a:ext>
                  </a:extLst>
                </p:cNvPr>
                <p:cNvSpPr/>
                <p:nvPr/>
              </p:nvSpPr>
              <p:spPr>
                <a:xfrm>
                  <a:off x="5055045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1" name="pg1560">
                  <a:extLst>
                    <a:ext uri="{FF2B5EF4-FFF2-40B4-BE49-F238E27FC236}">
                      <a16:creationId xmlns:a16="http://schemas.microsoft.com/office/drawing/2014/main" id="{ABA289B6-C53D-ED3E-ADB4-E65FC4ADC706}"/>
                    </a:ext>
                  </a:extLst>
                </p:cNvPr>
                <p:cNvSpPr/>
                <p:nvPr/>
              </p:nvSpPr>
              <p:spPr>
                <a:xfrm>
                  <a:off x="5066683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2" name="pg1561">
                  <a:extLst>
                    <a:ext uri="{FF2B5EF4-FFF2-40B4-BE49-F238E27FC236}">
                      <a16:creationId xmlns:a16="http://schemas.microsoft.com/office/drawing/2014/main" id="{D848132E-9B30-AD7C-08CD-46E22EC691F7}"/>
                    </a:ext>
                  </a:extLst>
                </p:cNvPr>
                <p:cNvSpPr/>
                <p:nvPr/>
              </p:nvSpPr>
              <p:spPr>
                <a:xfrm>
                  <a:off x="5078320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EE0C6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3" name="pg1562">
                  <a:extLst>
                    <a:ext uri="{FF2B5EF4-FFF2-40B4-BE49-F238E27FC236}">
                      <a16:creationId xmlns:a16="http://schemas.microsoft.com/office/drawing/2014/main" id="{A8B54828-9DA7-1362-5AEA-854574F84FF5}"/>
                    </a:ext>
                  </a:extLst>
                </p:cNvPr>
                <p:cNvSpPr/>
                <p:nvPr/>
              </p:nvSpPr>
              <p:spPr>
                <a:xfrm>
                  <a:off x="5089957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4" name="pg1563">
                  <a:extLst>
                    <a:ext uri="{FF2B5EF4-FFF2-40B4-BE49-F238E27FC236}">
                      <a16:creationId xmlns:a16="http://schemas.microsoft.com/office/drawing/2014/main" id="{482238A0-C510-0FBD-86FE-36F8A70037E5}"/>
                    </a:ext>
                  </a:extLst>
                </p:cNvPr>
                <p:cNvSpPr/>
                <p:nvPr/>
              </p:nvSpPr>
              <p:spPr>
                <a:xfrm>
                  <a:off x="5101595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5" name="pg1564">
                  <a:extLst>
                    <a:ext uri="{FF2B5EF4-FFF2-40B4-BE49-F238E27FC236}">
                      <a16:creationId xmlns:a16="http://schemas.microsoft.com/office/drawing/2014/main" id="{D2EA51AA-BDD4-E9E8-154E-88CD4DD853AD}"/>
                    </a:ext>
                  </a:extLst>
                </p:cNvPr>
                <p:cNvSpPr/>
                <p:nvPr/>
              </p:nvSpPr>
              <p:spPr>
                <a:xfrm>
                  <a:off x="5113232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6" name="pg1565">
                  <a:extLst>
                    <a:ext uri="{FF2B5EF4-FFF2-40B4-BE49-F238E27FC236}">
                      <a16:creationId xmlns:a16="http://schemas.microsoft.com/office/drawing/2014/main" id="{538FA921-FE71-03B8-75BB-36CB3144B56E}"/>
                    </a:ext>
                  </a:extLst>
                </p:cNvPr>
                <p:cNvSpPr/>
                <p:nvPr/>
              </p:nvSpPr>
              <p:spPr>
                <a:xfrm>
                  <a:off x="5124869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7" name="pg1566">
                  <a:extLst>
                    <a:ext uri="{FF2B5EF4-FFF2-40B4-BE49-F238E27FC236}">
                      <a16:creationId xmlns:a16="http://schemas.microsoft.com/office/drawing/2014/main" id="{68CC401F-B7CB-EDD2-A75D-96B8E1C57446}"/>
                    </a:ext>
                  </a:extLst>
                </p:cNvPr>
                <p:cNvSpPr/>
                <p:nvPr/>
              </p:nvSpPr>
              <p:spPr>
                <a:xfrm>
                  <a:off x="5136507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7D0AE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8" name="pg1567">
                  <a:extLst>
                    <a:ext uri="{FF2B5EF4-FFF2-40B4-BE49-F238E27FC236}">
                      <a16:creationId xmlns:a16="http://schemas.microsoft.com/office/drawing/2014/main" id="{B47AC870-BC69-4407-4240-6969FBD4B45A}"/>
                    </a:ext>
                  </a:extLst>
                </p:cNvPr>
                <p:cNvSpPr/>
                <p:nvPr/>
              </p:nvSpPr>
              <p:spPr>
                <a:xfrm>
                  <a:off x="5148144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69" name="pg1568">
                  <a:extLst>
                    <a:ext uri="{FF2B5EF4-FFF2-40B4-BE49-F238E27FC236}">
                      <a16:creationId xmlns:a16="http://schemas.microsoft.com/office/drawing/2014/main" id="{96CD8422-6225-63C6-EC4D-211CE530FCA3}"/>
                    </a:ext>
                  </a:extLst>
                </p:cNvPr>
                <p:cNvSpPr/>
                <p:nvPr/>
              </p:nvSpPr>
              <p:spPr>
                <a:xfrm>
                  <a:off x="5159781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0" name="pg1569">
                  <a:extLst>
                    <a:ext uri="{FF2B5EF4-FFF2-40B4-BE49-F238E27FC236}">
                      <a16:creationId xmlns:a16="http://schemas.microsoft.com/office/drawing/2014/main" id="{48113F8A-5D9D-C663-2093-2CEAADAF5C6F}"/>
                    </a:ext>
                  </a:extLst>
                </p:cNvPr>
                <p:cNvSpPr/>
                <p:nvPr/>
              </p:nvSpPr>
              <p:spPr>
                <a:xfrm>
                  <a:off x="5171419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1" name="pg1570">
                  <a:extLst>
                    <a:ext uri="{FF2B5EF4-FFF2-40B4-BE49-F238E27FC236}">
                      <a16:creationId xmlns:a16="http://schemas.microsoft.com/office/drawing/2014/main" id="{2C01461F-9262-7CC6-39AF-81161B4B145F}"/>
                    </a:ext>
                  </a:extLst>
                </p:cNvPr>
                <p:cNvSpPr/>
                <p:nvPr/>
              </p:nvSpPr>
              <p:spPr>
                <a:xfrm>
                  <a:off x="5183056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2" name="pg1571">
                  <a:extLst>
                    <a:ext uri="{FF2B5EF4-FFF2-40B4-BE49-F238E27FC236}">
                      <a16:creationId xmlns:a16="http://schemas.microsoft.com/office/drawing/2014/main" id="{E0941184-FE08-C9AB-FC4F-0D71F3DE4F64}"/>
                    </a:ext>
                  </a:extLst>
                </p:cNvPr>
                <p:cNvSpPr/>
                <p:nvPr/>
              </p:nvSpPr>
              <p:spPr>
                <a:xfrm>
                  <a:off x="5194693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3" name="pg1572">
                  <a:extLst>
                    <a:ext uri="{FF2B5EF4-FFF2-40B4-BE49-F238E27FC236}">
                      <a16:creationId xmlns:a16="http://schemas.microsoft.com/office/drawing/2014/main" id="{97321891-2775-DC94-BF13-DEEF87CBF683}"/>
                    </a:ext>
                  </a:extLst>
                </p:cNvPr>
                <p:cNvSpPr/>
                <p:nvPr/>
              </p:nvSpPr>
              <p:spPr>
                <a:xfrm>
                  <a:off x="5206331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4" name="pg1573">
                  <a:extLst>
                    <a:ext uri="{FF2B5EF4-FFF2-40B4-BE49-F238E27FC236}">
                      <a16:creationId xmlns:a16="http://schemas.microsoft.com/office/drawing/2014/main" id="{385902A6-7470-B9DB-6C74-DF6A8D29150D}"/>
                    </a:ext>
                  </a:extLst>
                </p:cNvPr>
                <p:cNvSpPr/>
                <p:nvPr/>
              </p:nvSpPr>
              <p:spPr>
                <a:xfrm>
                  <a:off x="5217968" y="37517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5" name="pg1574">
                  <a:extLst>
                    <a:ext uri="{FF2B5EF4-FFF2-40B4-BE49-F238E27FC236}">
                      <a16:creationId xmlns:a16="http://schemas.microsoft.com/office/drawing/2014/main" id="{A039BF6E-DF7D-0373-97A2-869868B9C62A}"/>
                    </a:ext>
                  </a:extLst>
                </p:cNvPr>
                <p:cNvSpPr/>
                <p:nvPr/>
              </p:nvSpPr>
              <p:spPr>
                <a:xfrm>
                  <a:off x="5008496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6" name="pg1575">
                  <a:extLst>
                    <a:ext uri="{FF2B5EF4-FFF2-40B4-BE49-F238E27FC236}">
                      <a16:creationId xmlns:a16="http://schemas.microsoft.com/office/drawing/2014/main" id="{6FEAEE94-8669-8FE1-AFD3-EB581BD541C0}"/>
                    </a:ext>
                  </a:extLst>
                </p:cNvPr>
                <p:cNvSpPr/>
                <p:nvPr/>
              </p:nvSpPr>
              <p:spPr>
                <a:xfrm>
                  <a:off x="5020133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7" name="pg1576">
                  <a:extLst>
                    <a:ext uri="{FF2B5EF4-FFF2-40B4-BE49-F238E27FC236}">
                      <a16:creationId xmlns:a16="http://schemas.microsoft.com/office/drawing/2014/main" id="{00AC3E5C-A58D-164D-03B5-3BC242BC18A5}"/>
                    </a:ext>
                  </a:extLst>
                </p:cNvPr>
                <p:cNvSpPr/>
                <p:nvPr/>
              </p:nvSpPr>
              <p:spPr>
                <a:xfrm>
                  <a:off x="5031771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8" name="pg1577">
                  <a:extLst>
                    <a:ext uri="{FF2B5EF4-FFF2-40B4-BE49-F238E27FC236}">
                      <a16:creationId xmlns:a16="http://schemas.microsoft.com/office/drawing/2014/main" id="{67B1F89D-A07E-80F3-6540-E0D8FEDC9775}"/>
                    </a:ext>
                  </a:extLst>
                </p:cNvPr>
                <p:cNvSpPr/>
                <p:nvPr/>
              </p:nvSpPr>
              <p:spPr>
                <a:xfrm>
                  <a:off x="5043408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79" name="pg1578">
                  <a:extLst>
                    <a:ext uri="{FF2B5EF4-FFF2-40B4-BE49-F238E27FC236}">
                      <a16:creationId xmlns:a16="http://schemas.microsoft.com/office/drawing/2014/main" id="{97E722E0-684C-2B1F-BBB7-3786FFD58CB0}"/>
                    </a:ext>
                  </a:extLst>
                </p:cNvPr>
                <p:cNvSpPr/>
                <p:nvPr/>
              </p:nvSpPr>
              <p:spPr>
                <a:xfrm>
                  <a:off x="5055045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0" name="pg1579">
                  <a:extLst>
                    <a:ext uri="{FF2B5EF4-FFF2-40B4-BE49-F238E27FC236}">
                      <a16:creationId xmlns:a16="http://schemas.microsoft.com/office/drawing/2014/main" id="{4CF6613C-C011-2E13-BC6B-B1F8A26ABB06}"/>
                    </a:ext>
                  </a:extLst>
                </p:cNvPr>
                <p:cNvSpPr/>
                <p:nvPr/>
              </p:nvSpPr>
              <p:spPr>
                <a:xfrm>
                  <a:off x="5066683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8E3CA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1" name="pg1580">
                  <a:extLst>
                    <a:ext uri="{FF2B5EF4-FFF2-40B4-BE49-F238E27FC236}">
                      <a16:creationId xmlns:a16="http://schemas.microsoft.com/office/drawing/2014/main" id="{86E4DD89-072F-1477-5980-726B6CDDA9C7}"/>
                    </a:ext>
                  </a:extLst>
                </p:cNvPr>
                <p:cNvSpPr/>
                <p:nvPr/>
              </p:nvSpPr>
              <p:spPr>
                <a:xfrm>
                  <a:off x="5078320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2" name="pg1581">
                  <a:extLst>
                    <a:ext uri="{FF2B5EF4-FFF2-40B4-BE49-F238E27FC236}">
                      <a16:creationId xmlns:a16="http://schemas.microsoft.com/office/drawing/2014/main" id="{6A06DE43-B7BF-FF61-9644-8C7FDB78B1BC}"/>
                    </a:ext>
                  </a:extLst>
                </p:cNvPr>
                <p:cNvSpPr/>
                <p:nvPr/>
              </p:nvSpPr>
              <p:spPr>
                <a:xfrm>
                  <a:off x="5089957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3E2C8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3" name="pg1582">
                  <a:extLst>
                    <a:ext uri="{FF2B5EF4-FFF2-40B4-BE49-F238E27FC236}">
                      <a16:creationId xmlns:a16="http://schemas.microsoft.com/office/drawing/2014/main" id="{D7A2557B-62AB-DF95-42BD-EC1B212D767A}"/>
                    </a:ext>
                  </a:extLst>
                </p:cNvPr>
                <p:cNvSpPr/>
                <p:nvPr/>
              </p:nvSpPr>
              <p:spPr>
                <a:xfrm>
                  <a:off x="5101595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93DD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4" name="pg1583">
                  <a:extLst>
                    <a:ext uri="{FF2B5EF4-FFF2-40B4-BE49-F238E27FC236}">
                      <a16:creationId xmlns:a16="http://schemas.microsoft.com/office/drawing/2014/main" id="{DA4EA92A-C618-D474-F9E7-21CAB682319F}"/>
                    </a:ext>
                  </a:extLst>
                </p:cNvPr>
                <p:cNvSpPr/>
                <p:nvPr/>
              </p:nvSpPr>
              <p:spPr>
                <a:xfrm>
                  <a:off x="5113232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5" name="pg1584">
                  <a:extLst>
                    <a:ext uri="{FF2B5EF4-FFF2-40B4-BE49-F238E27FC236}">
                      <a16:creationId xmlns:a16="http://schemas.microsoft.com/office/drawing/2014/main" id="{EA8E7678-5911-815E-3F1C-4767FAB4F91F}"/>
                    </a:ext>
                  </a:extLst>
                </p:cNvPr>
                <p:cNvSpPr/>
                <p:nvPr/>
              </p:nvSpPr>
              <p:spPr>
                <a:xfrm>
                  <a:off x="5124869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6" name="pg1585">
                  <a:extLst>
                    <a:ext uri="{FF2B5EF4-FFF2-40B4-BE49-F238E27FC236}">
                      <a16:creationId xmlns:a16="http://schemas.microsoft.com/office/drawing/2014/main" id="{CE15E673-E55D-7027-E6C4-E79B1FCFBDDB}"/>
                    </a:ext>
                  </a:extLst>
                </p:cNvPr>
                <p:cNvSpPr/>
                <p:nvPr/>
              </p:nvSpPr>
              <p:spPr>
                <a:xfrm>
                  <a:off x="5136507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7" name="pg1586">
                  <a:extLst>
                    <a:ext uri="{FF2B5EF4-FFF2-40B4-BE49-F238E27FC236}">
                      <a16:creationId xmlns:a16="http://schemas.microsoft.com/office/drawing/2014/main" id="{360CCE5D-6F86-160B-42EF-62132EC8564B}"/>
                    </a:ext>
                  </a:extLst>
                </p:cNvPr>
                <p:cNvSpPr/>
                <p:nvPr/>
              </p:nvSpPr>
              <p:spPr>
                <a:xfrm>
                  <a:off x="5148144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8" name="pg1587">
                  <a:extLst>
                    <a:ext uri="{FF2B5EF4-FFF2-40B4-BE49-F238E27FC236}">
                      <a16:creationId xmlns:a16="http://schemas.microsoft.com/office/drawing/2014/main" id="{BF9F54D7-3997-7002-99A2-0E8ECABFC15C}"/>
                    </a:ext>
                  </a:extLst>
                </p:cNvPr>
                <p:cNvSpPr/>
                <p:nvPr/>
              </p:nvSpPr>
              <p:spPr>
                <a:xfrm>
                  <a:off x="5159781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89" name="pg1588">
                  <a:extLst>
                    <a:ext uri="{FF2B5EF4-FFF2-40B4-BE49-F238E27FC236}">
                      <a16:creationId xmlns:a16="http://schemas.microsoft.com/office/drawing/2014/main" id="{0B706E57-876A-9A4B-AB6A-9C9A9D5F7C7B}"/>
                    </a:ext>
                  </a:extLst>
                </p:cNvPr>
                <p:cNvSpPr/>
                <p:nvPr/>
              </p:nvSpPr>
              <p:spPr>
                <a:xfrm>
                  <a:off x="5171419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0" name="pg1589">
                  <a:extLst>
                    <a:ext uri="{FF2B5EF4-FFF2-40B4-BE49-F238E27FC236}">
                      <a16:creationId xmlns:a16="http://schemas.microsoft.com/office/drawing/2014/main" id="{257F2618-A6C5-4678-356A-5BC9A0C30DCB}"/>
                    </a:ext>
                  </a:extLst>
                </p:cNvPr>
                <p:cNvSpPr/>
                <p:nvPr/>
              </p:nvSpPr>
              <p:spPr>
                <a:xfrm>
                  <a:off x="5183056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1" name="pg1590">
                  <a:extLst>
                    <a:ext uri="{FF2B5EF4-FFF2-40B4-BE49-F238E27FC236}">
                      <a16:creationId xmlns:a16="http://schemas.microsoft.com/office/drawing/2014/main" id="{8921D305-614D-B1A1-8F5E-FE15E6F292FF}"/>
                    </a:ext>
                  </a:extLst>
                </p:cNvPr>
                <p:cNvSpPr/>
                <p:nvPr/>
              </p:nvSpPr>
              <p:spPr>
                <a:xfrm>
                  <a:off x="5194693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2" name="pg1591">
                  <a:extLst>
                    <a:ext uri="{FF2B5EF4-FFF2-40B4-BE49-F238E27FC236}">
                      <a16:creationId xmlns:a16="http://schemas.microsoft.com/office/drawing/2014/main" id="{B0628DED-EC85-2ECB-B553-B9C77E3126C5}"/>
                    </a:ext>
                  </a:extLst>
                </p:cNvPr>
                <p:cNvSpPr/>
                <p:nvPr/>
              </p:nvSpPr>
              <p:spPr>
                <a:xfrm>
                  <a:off x="5206331" y="376605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3" name="pg1592">
                  <a:extLst>
                    <a:ext uri="{FF2B5EF4-FFF2-40B4-BE49-F238E27FC236}">
                      <a16:creationId xmlns:a16="http://schemas.microsoft.com/office/drawing/2014/main" id="{776C68AE-3292-AF50-32A2-6A6152BC1D00}"/>
                    </a:ext>
                  </a:extLst>
                </p:cNvPr>
                <p:cNvSpPr/>
                <p:nvPr/>
              </p:nvSpPr>
              <p:spPr>
                <a:xfrm>
                  <a:off x="4996859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4" name="pg1593">
                  <a:extLst>
                    <a:ext uri="{FF2B5EF4-FFF2-40B4-BE49-F238E27FC236}">
                      <a16:creationId xmlns:a16="http://schemas.microsoft.com/office/drawing/2014/main" id="{23EB6C9E-BA5B-FBE8-2C45-411A0C75896D}"/>
                    </a:ext>
                  </a:extLst>
                </p:cNvPr>
                <p:cNvSpPr/>
                <p:nvPr/>
              </p:nvSpPr>
              <p:spPr>
                <a:xfrm>
                  <a:off x="5008496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5" name="pg1594">
                  <a:extLst>
                    <a:ext uri="{FF2B5EF4-FFF2-40B4-BE49-F238E27FC236}">
                      <a16:creationId xmlns:a16="http://schemas.microsoft.com/office/drawing/2014/main" id="{A4759E08-6A1A-5A0F-2CBF-5F9D9B725A69}"/>
                    </a:ext>
                  </a:extLst>
                </p:cNvPr>
                <p:cNvSpPr/>
                <p:nvPr/>
              </p:nvSpPr>
              <p:spPr>
                <a:xfrm>
                  <a:off x="5020133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4E2C8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6" name="pg1595">
                  <a:extLst>
                    <a:ext uri="{FF2B5EF4-FFF2-40B4-BE49-F238E27FC236}">
                      <a16:creationId xmlns:a16="http://schemas.microsoft.com/office/drawing/2014/main" id="{4C96A593-23D8-AE06-91E8-F7FB257B2FF4}"/>
                    </a:ext>
                  </a:extLst>
                </p:cNvPr>
                <p:cNvSpPr/>
                <p:nvPr/>
              </p:nvSpPr>
              <p:spPr>
                <a:xfrm>
                  <a:off x="5031771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9E4CB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7" name="pg1596">
                  <a:extLst>
                    <a:ext uri="{FF2B5EF4-FFF2-40B4-BE49-F238E27FC236}">
                      <a16:creationId xmlns:a16="http://schemas.microsoft.com/office/drawing/2014/main" id="{2B568F09-720F-BBFC-F472-A687E4ECA274}"/>
                    </a:ext>
                  </a:extLst>
                </p:cNvPr>
                <p:cNvSpPr/>
                <p:nvPr/>
              </p:nvSpPr>
              <p:spPr>
                <a:xfrm>
                  <a:off x="5043408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8" name="pg1597">
                  <a:extLst>
                    <a:ext uri="{FF2B5EF4-FFF2-40B4-BE49-F238E27FC236}">
                      <a16:creationId xmlns:a16="http://schemas.microsoft.com/office/drawing/2014/main" id="{E3F06E52-D630-209D-7373-1A35BF449E30}"/>
                    </a:ext>
                  </a:extLst>
                </p:cNvPr>
                <p:cNvSpPr/>
                <p:nvPr/>
              </p:nvSpPr>
              <p:spPr>
                <a:xfrm>
                  <a:off x="5055045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999" name="pg1598">
                  <a:extLst>
                    <a:ext uri="{FF2B5EF4-FFF2-40B4-BE49-F238E27FC236}">
                      <a16:creationId xmlns:a16="http://schemas.microsoft.com/office/drawing/2014/main" id="{1FC9DDA9-7CBE-9F84-739F-685E508C8163}"/>
                    </a:ext>
                  </a:extLst>
                </p:cNvPr>
                <p:cNvSpPr/>
                <p:nvPr/>
              </p:nvSpPr>
              <p:spPr>
                <a:xfrm>
                  <a:off x="5066683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B3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0" name="pg1599">
                  <a:extLst>
                    <a:ext uri="{FF2B5EF4-FFF2-40B4-BE49-F238E27FC236}">
                      <a16:creationId xmlns:a16="http://schemas.microsoft.com/office/drawing/2014/main" id="{67A4DFDE-EDB1-C314-C187-0F01452DE419}"/>
                    </a:ext>
                  </a:extLst>
                </p:cNvPr>
                <p:cNvSpPr/>
                <p:nvPr/>
              </p:nvSpPr>
              <p:spPr>
                <a:xfrm>
                  <a:off x="5078320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B3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1" name="pg1600">
                  <a:extLst>
                    <a:ext uri="{FF2B5EF4-FFF2-40B4-BE49-F238E27FC236}">
                      <a16:creationId xmlns:a16="http://schemas.microsoft.com/office/drawing/2014/main" id="{3066010E-FAD6-22D9-1615-9A560EEEEEF2}"/>
                    </a:ext>
                  </a:extLst>
                </p:cNvPr>
                <p:cNvSpPr/>
                <p:nvPr/>
              </p:nvSpPr>
              <p:spPr>
                <a:xfrm>
                  <a:off x="5089957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2" name="pg1601">
                  <a:extLst>
                    <a:ext uri="{FF2B5EF4-FFF2-40B4-BE49-F238E27FC236}">
                      <a16:creationId xmlns:a16="http://schemas.microsoft.com/office/drawing/2014/main" id="{C5ECA09F-4553-AC27-5427-34FE77062282}"/>
                    </a:ext>
                  </a:extLst>
                </p:cNvPr>
                <p:cNvSpPr/>
                <p:nvPr/>
              </p:nvSpPr>
              <p:spPr>
                <a:xfrm>
                  <a:off x="5101595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3" name="pg1602">
                  <a:extLst>
                    <a:ext uri="{FF2B5EF4-FFF2-40B4-BE49-F238E27FC236}">
                      <a16:creationId xmlns:a16="http://schemas.microsoft.com/office/drawing/2014/main" id="{7110A844-01C5-81E3-74CB-F32B48F0BA76}"/>
                    </a:ext>
                  </a:extLst>
                </p:cNvPr>
                <p:cNvSpPr/>
                <p:nvPr/>
              </p:nvSpPr>
              <p:spPr>
                <a:xfrm>
                  <a:off x="5113232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91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4" name="pg1603">
                  <a:extLst>
                    <a:ext uri="{FF2B5EF4-FFF2-40B4-BE49-F238E27FC236}">
                      <a16:creationId xmlns:a16="http://schemas.microsoft.com/office/drawing/2014/main" id="{698F92E2-107A-D19D-1956-E9DC45DE4757}"/>
                    </a:ext>
                  </a:extLst>
                </p:cNvPr>
                <p:cNvSpPr/>
                <p:nvPr/>
              </p:nvSpPr>
              <p:spPr>
                <a:xfrm>
                  <a:off x="5124869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5" name="pg1604">
                  <a:extLst>
                    <a:ext uri="{FF2B5EF4-FFF2-40B4-BE49-F238E27FC236}">
                      <a16:creationId xmlns:a16="http://schemas.microsoft.com/office/drawing/2014/main" id="{59822426-1E84-E47C-6B28-6CA91EFB437A}"/>
                    </a:ext>
                  </a:extLst>
                </p:cNvPr>
                <p:cNvSpPr/>
                <p:nvPr/>
              </p:nvSpPr>
              <p:spPr>
                <a:xfrm>
                  <a:off x="5136507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6" name="pg1605">
                  <a:extLst>
                    <a:ext uri="{FF2B5EF4-FFF2-40B4-BE49-F238E27FC236}">
                      <a16:creationId xmlns:a16="http://schemas.microsoft.com/office/drawing/2014/main" id="{E5D8B212-030D-C7B5-E9AF-BE150604B2E7}"/>
                    </a:ext>
                  </a:extLst>
                </p:cNvPr>
                <p:cNvSpPr/>
                <p:nvPr/>
              </p:nvSpPr>
              <p:spPr>
                <a:xfrm>
                  <a:off x="5148144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7" name="pg1606">
                  <a:extLst>
                    <a:ext uri="{FF2B5EF4-FFF2-40B4-BE49-F238E27FC236}">
                      <a16:creationId xmlns:a16="http://schemas.microsoft.com/office/drawing/2014/main" id="{D06731B4-D861-EE58-F373-8290E76B7A05}"/>
                    </a:ext>
                  </a:extLst>
                </p:cNvPr>
                <p:cNvSpPr/>
                <p:nvPr/>
              </p:nvSpPr>
              <p:spPr>
                <a:xfrm>
                  <a:off x="5159781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8" name="pg1607">
                  <a:extLst>
                    <a:ext uri="{FF2B5EF4-FFF2-40B4-BE49-F238E27FC236}">
                      <a16:creationId xmlns:a16="http://schemas.microsoft.com/office/drawing/2014/main" id="{5E0ADC21-E9C0-4C6C-F05A-36AF605293D8}"/>
                    </a:ext>
                  </a:extLst>
                </p:cNvPr>
                <p:cNvSpPr/>
                <p:nvPr/>
              </p:nvSpPr>
              <p:spPr>
                <a:xfrm>
                  <a:off x="5171419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09" name="pg1608">
                  <a:extLst>
                    <a:ext uri="{FF2B5EF4-FFF2-40B4-BE49-F238E27FC236}">
                      <a16:creationId xmlns:a16="http://schemas.microsoft.com/office/drawing/2014/main" id="{D195F2C6-8C93-5CCA-FBB4-02A29923F08C}"/>
                    </a:ext>
                  </a:extLst>
                </p:cNvPr>
                <p:cNvSpPr/>
                <p:nvPr/>
              </p:nvSpPr>
              <p:spPr>
                <a:xfrm>
                  <a:off x="5183056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0" name="pg1609">
                  <a:extLst>
                    <a:ext uri="{FF2B5EF4-FFF2-40B4-BE49-F238E27FC236}">
                      <a16:creationId xmlns:a16="http://schemas.microsoft.com/office/drawing/2014/main" id="{923B1C41-FD45-0922-955F-88584FBB3316}"/>
                    </a:ext>
                  </a:extLst>
                </p:cNvPr>
                <p:cNvSpPr/>
                <p:nvPr/>
              </p:nvSpPr>
              <p:spPr>
                <a:xfrm>
                  <a:off x="5194693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1" name="pg1610">
                  <a:extLst>
                    <a:ext uri="{FF2B5EF4-FFF2-40B4-BE49-F238E27FC236}">
                      <a16:creationId xmlns:a16="http://schemas.microsoft.com/office/drawing/2014/main" id="{6B0D0FCF-B746-E16D-C001-BE62F2475489}"/>
                    </a:ext>
                  </a:extLst>
                </p:cNvPr>
                <p:cNvSpPr/>
                <p:nvPr/>
              </p:nvSpPr>
              <p:spPr>
                <a:xfrm>
                  <a:off x="5206331" y="378035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2" name="pg1611">
                  <a:extLst>
                    <a:ext uri="{FF2B5EF4-FFF2-40B4-BE49-F238E27FC236}">
                      <a16:creationId xmlns:a16="http://schemas.microsoft.com/office/drawing/2014/main" id="{04117FC8-8E31-E449-30D3-E09ED3356004}"/>
                    </a:ext>
                  </a:extLst>
                </p:cNvPr>
                <p:cNvSpPr/>
                <p:nvPr/>
              </p:nvSpPr>
              <p:spPr>
                <a:xfrm>
                  <a:off x="4996859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3" name="pg1612">
                  <a:extLst>
                    <a:ext uri="{FF2B5EF4-FFF2-40B4-BE49-F238E27FC236}">
                      <a16:creationId xmlns:a16="http://schemas.microsoft.com/office/drawing/2014/main" id="{EDA6AA62-2960-127E-831F-3889AEC17ABC}"/>
                    </a:ext>
                  </a:extLst>
                </p:cNvPr>
                <p:cNvSpPr/>
                <p:nvPr/>
              </p:nvSpPr>
              <p:spPr>
                <a:xfrm>
                  <a:off x="5008496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4" name="pg1613">
                  <a:extLst>
                    <a:ext uri="{FF2B5EF4-FFF2-40B4-BE49-F238E27FC236}">
                      <a16:creationId xmlns:a16="http://schemas.microsoft.com/office/drawing/2014/main" id="{205D0162-CA91-6903-1EEA-A7864F072CF6}"/>
                    </a:ext>
                  </a:extLst>
                </p:cNvPr>
                <p:cNvSpPr/>
                <p:nvPr/>
              </p:nvSpPr>
              <p:spPr>
                <a:xfrm>
                  <a:off x="5020133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5" name="pg1614">
                  <a:extLst>
                    <a:ext uri="{FF2B5EF4-FFF2-40B4-BE49-F238E27FC236}">
                      <a16:creationId xmlns:a16="http://schemas.microsoft.com/office/drawing/2014/main" id="{240C1F6C-8466-C9C7-D3E4-3E5C25200C7E}"/>
                    </a:ext>
                  </a:extLst>
                </p:cNvPr>
                <p:cNvSpPr/>
                <p:nvPr/>
              </p:nvSpPr>
              <p:spPr>
                <a:xfrm>
                  <a:off x="5031771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6" name="pg1615">
                  <a:extLst>
                    <a:ext uri="{FF2B5EF4-FFF2-40B4-BE49-F238E27FC236}">
                      <a16:creationId xmlns:a16="http://schemas.microsoft.com/office/drawing/2014/main" id="{3CA6B009-0D0F-F718-5954-3D0EC4DD84F9}"/>
                    </a:ext>
                  </a:extLst>
                </p:cNvPr>
                <p:cNvSpPr/>
                <p:nvPr/>
              </p:nvSpPr>
              <p:spPr>
                <a:xfrm>
                  <a:off x="5043408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7" name="pg1616">
                  <a:extLst>
                    <a:ext uri="{FF2B5EF4-FFF2-40B4-BE49-F238E27FC236}">
                      <a16:creationId xmlns:a16="http://schemas.microsoft.com/office/drawing/2014/main" id="{F3B4630E-6C98-6990-C6A8-3B5CBD232254}"/>
                    </a:ext>
                  </a:extLst>
                </p:cNvPr>
                <p:cNvSpPr/>
                <p:nvPr/>
              </p:nvSpPr>
              <p:spPr>
                <a:xfrm>
                  <a:off x="5055045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C5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8" name="pg1617">
                  <a:extLst>
                    <a:ext uri="{FF2B5EF4-FFF2-40B4-BE49-F238E27FC236}">
                      <a16:creationId xmlns:a16="http://schemas.microsoft.com/office/drawing/2014/main" id="{A64F678E-A57F-4C23-3062-A5F29D05043F}"/>
                    </a:ext>
                  </a:extLst>
                </p:cNvPr>
                <p:cNvSpPr/>
                <p:nvPr/>
              </p:nvSpPr>
              <p:spPr>
                <a:xfrm>
                  <a:off x="5066683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B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19" name="pg1618">
                  <a:extLst>
                    <a:ext uri="{FF2B5EF4-FFF2-40B4-BE49-F238E27FC236}">
                      <a16:creationId xmlns:a16="http://schemas.microsoft.com/office/drawing/2014/main" id="{F969745A-090F-5815-83D8-12A15FCF1FD5}"/>
                    </a:ext>
                  </a:extLst>
                </p:cNvPr>
                <p:cNvSpPr/>
                <p:nvPr/>
              </p:nvSpPr>
              <p:spPr>
                <a:xfrm>
                  <a:off x="5078320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DEFDC">
                    <a:alpha val="100000"/>
                  </a:srgbClr>
                </a:solidFill>
                <a:ln w="5420" cap="flat">
                  <a:solidFill>
                    <a:srgbClr val="CD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0" name="pg1619">
                  <a:extLst>
                    <a:ext uri="{FF2B5EF4-FFF2-40B4-BE49-F238E27FC236}">
                      <a16:creationId xmlns:a16="http://schemas.microsoft.com/office/drawing/2014/main" id="{A6E3789A-EB21-6911-8669-C71B723CBA8D}"/>
                    </a:ext>
                  </a:extLst>
                </p:cNvPr>
                <p:cNvSpPr/>
                <p:nvPr/>
              </p:nvSpPr>
              <p:spPr>
                <a:xfrm>
                  <a:off x="5089957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CEFDC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1" name="pg1620">
                  <a:extLst>
                    <a:ext uri="{FF2B5EF4-FFF2-40B4-BE49-F238E27FC236}">
                      <a16:creationId xmlns:a16="http://schemas.microsoft.com/office/drawing/2014/main" id="{F00A9B92-5BFA-D661-9EFB-51C3781E6C33}"/>
                    </a:ext>
                  </a:extLst>
                </p:cNvPr>
                <p:cNvSpPr/>
                <p:nvPr/>
              </p:nvSpPr>
              <p:spPr>
                <a:xfrm>
                  <a:off x="5101595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2" name="pg1621">
                  <a:extLst>
                    <a:ext uri="{FF2B5EF4-FFF2-40B4-BE49-F238E27FC236}">
                      <a16:creationId xmlns:a16="http://schemas.microsoft.com/office/drawing/2014/main" id="{6C1F4EAD-0D8A-C8D9-827A-D5F36ADFE11E}"/>
                    </a:ext>
                  </a:extLst>
                </p:cNvPr>
                <p:cNvSpPr/>
                <p:nvPr/>
              </p:nvSpPr>
              <p:spPr>
                <a:xfrm>
                  <a:off x="5113232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3" name="pg1622">
                  <a:extLst>
                    <a:ext uri="{FF2B5EF4-FFF2-40B4-BE49-F238E27FC236}">
                      <a16:creationId xmlns:a16="http://schemas.microsoft.com/office/drawing/2014/main" id="{310FD7F1-8270-317D-28FD-DA6CFEA64C2F}"/>
                    </a:ext>
                  </a:extLst>
                </p:cNvPr>
                <p:cNvSpPr/>
                <p:nvPr/>
              </p:nvSpPr>
              <p:spPr>
                <a:xfrm>
                  <a:off x="5124869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4" name="pg1623">
                  <a:extLst>
                    <a:ext uri="{FF2B5EF4-FFF2-40B4-BE49-F238E27FC236}">
                      <a16:creationId xmlns:a16="http://schemas.microsoft.com/office/drawing/2014/main" id="{5EC2D4A2-1D42-1E4E-1555-BBDE98A444ED}"/>
                    </a:ext>
                  </a:extLst>
                </p:cNvPr>
                <p:cNvSpPr/>
                <p:nvPr/>
              </p:nvSpPr>
              <p:spPr>
                <a:xfrm>
                  <a:off x="5136507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5" name="pg1624">
                  <a:extLst>
                    <a:ext uri="{FF2B5EF4-FFF2-40B4-BE49-F238E27FC236}">
                      <a16:creationId xmlns:a16="http://schemas.microsoft.com/office/drawing/2014/main" id="{66B57E2C-2845-BAB9-EF91-11D584DE4E4F}"/>
                    </a:ext>
                  </a:extLst>
                </p:cNvPr>
                <p:cNvSpPr/>
                <p:nvPr/>
              </p:nvSpPr>
              <p:spPr>
                <a:xfrm>
                  <a:off x="5148144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6" name="pg1625">
                  <a:extLst>
                    <a:ext uri="{FF2B5EF4-FFF2-40B4-BE49-F238E27FC236}">
                      <a16:creationId xmlns:a16="http://schemas.microsoft.com/office/drawing/2014/main" id="{2AFD97D3-6362-E3DB-C3B1-B7946B88E1A7}"/>
                    </a:ext>
                  </a:extLst>
                </p:cNvPr>
                <p:cNvSpPr/>
                <p:nvPr/>
              </p:nvSpPr>
              <p:spPr>
                <a:xfrm>
                  <a:off x="5159781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7" name="pg1626">
                  <a:extLst>
                    <a:ext uri="{FF2B5EF4-FFF2-40B4-BE49-F238E27FC236}">
                      <a16:creationId xmlns:a16="http://schemas.microsoft.com/office/drawing/2014/main" id="{4416D73A-A882-05C0-C0AD-A98E3D528370}"/>
                    </a:ext>
                  </a:extLst>
                </p:cNvPr>
                <p:cNvSpPr/>
                <p:nvPr/>
              </p:nvSpPr>
              <p:spPr>
                <a:xfrm>
                  <a:off x="5171419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8" name="pg1627">
                  <a:extLst>
                    <a:ext uri="{FF2B5EF4-FFF2-40B4-BE49-F238E27FC236}">
                      <a16:creationId xmlns:a16="http://schemas.microsoft.com/office/drawing/2014/main" id="{78F109E1-2DEF-2136-CF45-BC2E91D0BDC0}"/>
                    </a:ext>
                  </a:extLst>
                </p:cNvPr>
                <p:cNvSpPr/>
                <p:nvPr/>
              </p:nvSpPr>
              <p:spPr>
                <a:xfrm>
                  <a:off x="5183056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29" name="pg1628">
                  <a:extLst>
                    <a:ext uri="{FF2B5EF4-FFF2-40B4-BE49-F238E27FC236}">
                      <a16:creationId xmlns:a16="http://schemas.microsoft.com/office/drawing/2014/main" id="{8D94D7AF-552A-5D90-855A-004CB1C8789D}"/>
                    </a:ext>
                  </a:extLst>
                </p:cNvPr>
                <p:cNvSpPr/>
                <p:nvPr/>
              </p:nvSpPr>
              <p:spPr>
                <a:xfrm>
                  <a:off x="5194693" y="37946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0" name="pg1629">
                  <a:extLst>
                    <a:ext uri="{FF2B5EF4-FFF2-40B4-BE49-F238E27FC236}">
                      <a16:creationId xmlns:a16="http://schemas.microsoft.com/office/drawing/2014/main" id="{EBCE1044-8BE1-4DB5-02DD-57EAD2DBE726}"/>
                    </a:ext>
                  </a:extLst>
                </p:cNvPr>
                <p:cNvSpPr/>
                <p:nvPr/>
              </p:nvSpPr>
              <p:spPr>
                <a:xfrm>
                  <a:off x="4996859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1" name="pg1630">
                  <a:extLst>
                    <a:ext uri="{FF2B5EF4-FFF2-40B4-BE49-F238E27FC236}">
                      <a16:creationId xmlns:a16="http://schemas.microsoft.com/office/drawing/2014/main" id="{A52397D5-A062-FA5D-FBCF-71C85FD85D66}"/>
                    </a:ext>
                  </a:extLst>
                </p:cNvPr>
                <p:cNvSpPr/>
                <p:nvPr/>
              </p:nvSpPr>
              <p:spPr>
                <a:xfrm>
                  <a:off x="5008496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2" name="pg1631">
                  <a:extLst>
                    <a:ext uri="{FF2B5EF4-FFF2-40B4-BE49-F238E27FC236}">
                      <a16:creationId xmlns:a16="http://schemas.microsoft.com/office/drawing/2014/main" id="{7B7050F4-C3D8-67B6-464D-0C8DB8A93E92}"/>
                    </a:ext>
                  </a:extLst>
                </p:cNvPr>
                <p:cNvSpPr/>
                <p:nvPr/>
              </p:nvSpPr>
              <p:spPr>
                <a:xfrm>
                  <a:off x="5020133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3" name="pg1632">
                  <a:extLst>
                    <a:ext uri="{FF2B5EF4-FFF2-40B4-BE49-F238E27FC236}">
                      <a16:creationId xmlns:a16="http://schemas.microsoft.com/office/drawing/2014/main" id="{C0B162D1-E376-A5B2-CA7D-9645D8AB2953}"/>
                    </a:ext>
                  </a:extLst>
                </p:cNvPr>
                <p:cNvSpPr/>
                <p:nvPr/>
              </p:nvSpPr>
              <p:spPr>
                <a:xfrm>
                  <a:off x="5031771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4" name="pg1633">
                  <a:extLst>
                    <a:ext uri="{FF2B5EF4-FFF2-40B4-BE49-F238E27FC236}">
                      <a16:creationId xmlns:a16="http://schemas.microsoft.com/office/drawing/2014/main" id="{C67A0770-BF19-BEA4-8219-BAA6BE1AE0E8}"/>
                    </a:ext>
                  </a:extLst>
                </p:cNvPr>
                <p:cNvSpPr/>
                <p:nvPr/>
              </p:nvSpPr>
              <p:spPr>
                <a:xfrm>
                  <a:off x="5043408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5" name="pg1634">
                  <a:extLst>
                    <a:ext uri="{FF2B5EF4-FFF2-40B4-BE49-F238E27FC236}">
                      <a16:creationId xmlns:a16="http://schemas.microsoft.com/office/drawing/2014/main" id="{9DC564F1-605C-3238-D3F9-E62D82CC8CBF}"/>
                    </a:ext>
                  </a:extLst>
                </p:cNvPr>
                <p:cNvSpPr/>
                <p:nvPr/>
              </p:nvSpPr>
              <p:spPr>
                <a:xfrm>
                  <a:off x="5055045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AEFDB">
                    <a:alpha val="100000"/>
                  </a:srgbClr>
                </a:solidFill>
                <a:ln w="5420" cap="flat">
                  <a:solidFill>
                    <a:srgbClr val="CA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6" name="pg1635">
                  <a:extLst>
                    <a:ext uri="{FF2B5EF4-FFF2-40B4-BE49-F238E27FC236}">
                      <a16:creationId xmlns:a16="http://schemas.microsoft.com/office/drawing/2014/main" id="{93E8D353-7369-0437-FB47-07F54798B3BD}"/>
                    </a:ext>
                  </a:extLst>
                </p:cNvPr>
                <p:cNvSpPr/>
                <p:nvPr/>
              </p:nvSpPr>
              <p:spPr>
                <a:xfrm>
                  <a:off x="5066683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D1F1DE">
                    <a:alpha val="100000"/>
                  </a:srgbClr>
                </a:solidFill>
                <a:ln w="5420" cap="flat">
                  <a:solidFill>
                    <a:srgbClr val="D1F1D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7" name="pg1636">
                  <a:extLst>
                    <a:ext uri="{FF2B5EF4-FFF2-40B4-BE49-F238E27FC236}">
                      <a16:creationId xmlns:a16="http://schemas.microsoft.com/office/drawing/2014/main" id="{3AC39DA5-F661-CFAA-3407-F43CE48DCBD4}"/>
                    </a:ext>
                  </a:extLst>
                </p:cNvPr>
                <p:cNvSpPr/>
                <p:nvPr/>
              </p:nvSpPr>
              <p:spPr>
                <a:xfrm>
                  <a:off x="5078320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D4F2E0">
                    <a:alpha val="100000"/>
                  </a:srgbClr>
                </a:solidFill>
                <a:ln w="5420" cap="flat">
                  <a:solidFill>
                    <a:srgbClr val="D4F2E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8" name="pg1637">
                  <a:extLst>
                    <a:ext uri="{FF2B5EF4-FFF2-40B4-BE49-F238E27FC236}">
                      <a16:creationId xmlns:a16="http://schemas.microsoft.com/office/drawing/2014/main" id="{751696BA-0450-B4F4-FD77-0BD945036572}"/>
                    </a:ext>
                  </a:extLst>
                </p:cNvPr>
                <p:cNvSpPr/>
                <p:nvPr/>
              </p:nvSpPr>
              <p:spPr>
                <a:xfrm>
                  <a:off x="5089957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D3F1E0">
                    <a:alpha val="100000"/>
                  </a:srgbClr>
                </a:solidFill>
                <a:ln w="5420" cap="flat">
                  <a:solidFill>
                    <a:srgbClr val="D3F1E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39" name="pg1638">
                  <a:extLst>
                    <a:ext uri="{FF2B5EF4-FFF2-40B4-BE49-F238E27FC236}">
                      <a16:creationId xmlns:a16="http://schemas.microsoft.com/office/drawing/2014/main" id="{2FAEC50D-9F84-A694-761E-2E32E1A8959B}"/>
                    </a:ext>
                  </a:extLst>
                </p:cNvPr>
                <p:cNvSpPr/>
                <p:nvPr/>
              </p:nvSpPr>
              <p:spPr>
                <a:xfrm>
                  <a:off x="5101595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0" name="pg1639">
                  <a:extLst>
                    <a:ext uri="{FF2B5EF4-FFF2-40B4-BE49-F238E27FC236}">
                      <a16:creationId xmlns:a16="http://schemas.microsoft.com/office/drawing/2014/main" id="{52005B4B-D4EF-389B-44EA-0CCE60C1A34A}"/>
                    </a:ext>
                  </a:extLst>
                </p:cNvPr>
                <p:cNvSpPr/>
                <p:nvPr/>
              </p:nvSpPr>
              <p:spPr>
                <a:xfrm>
                  <a:off x="5113232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1" name="pg1640">
                  <a:extLst>
                    <a:ext uri="{FF2B5EF4-FFF2-40B4-BE49-F238E27FC236}">
                      <a16:creationId xmlns:a16="http://schemas.microsoft.com/office/drawing/2014/main" id="{88713F79-B087-6F85-2EB9-29A179C105A6}"/>
                    </a:ext>
                  </a:extLst>
                </p:cNvPr>
                <p:cNvSpPr/>
                <p:nvPr/>
              </p:nvSpPr>
              <p:spPr>
                <a:xfrm>
                  <a:off x="5124869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3E2C8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2" name="pg1641">
                  <a:extLst>
                    <a:ext uri="{FF2B5EF4-FFF2-40B4-BE49-F238E27FC236}">
                      <a16:creationId xmlns:a16="http://schemas.microsoft.com/office/drawing/2014/main" id="{E1E1A8A8-6F77-78B1-CB11-2D47F133FFC6}"/>
                    </a:ext>
                  </a:extLst>
                </p:cNvPr>
                <p:cNvSpPr/>
                <p:nvPr/>
              </p:nvSpPr>
              <p:spPr>
                <a:xfrm>
                  <a:off x="5136507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3" name="pg1642">
                  <a:extLst>
                    <a:ext uri="{FF2B5EF4-FFF2-40B4-BE49-F238E27FC236}">
                      <a16:creationId xmlns:a16="http://schemas.microsoft.com/office/drawing/2014/main" id="{8C779F05-0102-2FD9-DB6F-42C9271C1CE7}"/>
                    </a:ext>
                  </a:extLst>
                </p:cNvPr>
                <p:cNvSpPr/>
                <p:nvPr/>
              </p:nvSpPr>
              <p:spPr>
                <a:xfrm>
                  <a:off x="5148144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4" name="pg1643">
                  <a:extLst>
                    <a:ext uri="{FF2B5EF4-FFF2-40B4-BE49-F238E27FC236}">
                      <a16:creationId xmlns:a16="http://schemas.microsoft.com/office/drawing/2014/main" id="{31960CF5-01D5-493D-C4AE-04881BBCF324}"/>
                    </a:ext>
                  </a:extLst>
                </p:cNvPr>
                <p:cNvSpPr/>
                <p:nvPr/>
              </p:nvSpPr>
              <p:spPr>
                <a:xfrm>
                  <a:off x="5159781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5" name="pg1644">
                  <a:extLst>
                    <a:ext uri="{FF2B5EF4-FFF2-40B4-BE49-F238E27FC236}">
                      <a16:creationId xmlns:a16="http://schemas.microsoft.com/office/drawing/2014/main" id="{A17D28D9-73F6-127A-9688-B5AFA3F5E950}"/>
                    </a:ext>
                  </a:extLst>
                </p:cNvPr>
                <p:cNvSpPr/>
                <p:nvPr/>
              </p:nvSpPr>
              <p:spPr>
                <a:xfrm>
                  <a:off x="5171419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6" name="pg1645">
                  <a:extLst>
                    <a:ext uri="{FF2B5EF4-FFF2-40B4-BE49-F238E27FC236}">
                      <a16:creationId xmlns:a16="http://schemas.microsoft.com/office/drawing/2014/main" id="{5FDFC79F-43AC-8777-7793-A6E099945DFC}"/>
                    </a:ext>
                  </a:extLst>
                </p:cNvPr>
                <p:cNvSpPr/>
                <p:nvPr/>
              </p:nvSpPr>
              <p:spPr>
                <a:xfrm>
                  <a:off x="5183056" y="380895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7" name="pg1646">
                  <a:extLst>
                    <a:ext uri="{FF2B5EF4-FFF2-40B4-BE49-F238E27FC236}">
                      <a16:creationId xmlns:a16="http://schemas.microsoft.com/office/drawing/2014/main" id="{903425F3-A8DB-279B-4CF8-1CC4574BCA95}"/>
                    </a:ext>
                  </a:extLst>
                </p:cNvPr>
                <p:cNvSpPr/>
                <p:nvPr/>
              </p:nvSpPr>
              <p:spPr>
                <a:xfrm>
                  <a:off x="5008496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8" name="pg1647">
                  <a:extLst>
                    <a:ext uri="{FF2B5EF4-FFF2-40B4-BE49-F238E27FC236}">
                      <a16:creationId xmlns:a16="http://schemas.microsoft.com/office/drawing/2014/main" id="{3E6F2765-155F-BB40-87D2-51EFE0C4F4EB}"/>
                    </a:ext>
                  </a:extLst>
                </p:cNvPr>
                <p:cNvSpPr/>
                <p:nvPr/>
              </p:nvSpPr>
              <p:spPr>
                <a:xfrm>
                  <a:off x="5020133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49" name="pg1648">
                  <a:extLst>
                    <a:ext uri="{FF2B5EF4-FFF2-40B4-BE49-F238E27FC236}">
                      <a16:creationId xmlns:a16="http://schemas.microsoft.com/office/drawing/2014/main" id="{E7F228CD-740B-811C-0C3C-1062BE52863F}"/>
                    </a:ext>
                  </a:extLst>
                </p:cNvPr>
                <p:cNvSpPr/>
                <p:nvPr/>
              </p:nvSpPr>
              <p:spPr>
                <a:xfrm>
                  <a:off x="5031771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0" name="pg1649">
                  <a:extLst>
                    <a:ext uri="{FF2B5EF4-FFF2-40B4-BE49-F238E27FC236}">
                      <a16:creationId xmlns:a16="http://schemas.microsoft.com/office/drawing/2014/main" id="{7683E15A-E91B-7FF7-6576-3951AFF092F8}"/>
                    </a:ext>
                  </a:extLst>
                </p:cNvPr>
                <p:cNvSpPr/>
                <p:nvPr/>
              </p:nvSpPr>
              <p:spPr>
                <a:xfrm>
                  <a:off x="5043408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1" name="pg1650">
                  <a:extLst>
                    <a:ext uri="{FF2B5EF4-FFF2-40B4-BE49-F238E27FC236}">
                      <a16:creationId xmlns:a16="http://schemas.microsoft.com/office/drawing/2014/main" id="{EEDC95C5-4FA2-EEFE-B3EC-42B7FDE4E696}"/>
                    </a:ext>
                  </a:extLst>
                </p:cNvPr>
                <p:cNvSpPr/>
                <p:nvPr/>
              </p:nvSpPr>
              <p:spPr>
                <a:xfrm>
                  <a:off x="5055045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B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2" name="pg1651">
                  <a:extLst>
                    <a:ext uri="{FF2B5EF4-FFF2-40B4-BE49-F238E27FC236}">
                      <a16:creationId xmlns:a16="http://schemas.microsoft.com/office/drawing/2014/main" id="{C657F57B-2DB1-33E2-4659-652079B9FC09}"/>
                    </a:ext>
                  </a:extLst>
                </p:cNvPr>
                <p:cNvSpPr/>
                <p:nvPr/>
              </p:nvSpPr>
              <p:spPr>
                <a:xfrm>
                  <a:off x="5066683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D1F1DE">
                    <a:alpha val="100000"/>
                  </a:srgbClr>
                </a:solidFill>
                <a:ln w="5420" cap="flat">
                  <a:solidFill>
                    <a:srgbClr val="D1F1D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3" name="pg1652">
                  <a:extLst>
                    <a:ext uri="{FF2B5EF4-FFF2-40B4-BE49-F238E27FC236}">
                      <a16:creationId xmlns:a16="http://schemas.microsoft.com/office/drawing/2014/main" id="{31589A15-5804-5013-2BDA-22202EE73E6E}"/>
                    </a:ext>
                  </a:extLst>
                </p:cNvPr>
                <p:cNvSpPr/>
                <p:nvPr/>
              </p:nvSpPr>
              <p:spPr>
                <a:xfrm>
                  <a:off x="5078320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D4F2E0">
                    <a:alpha val="100000"/>
                  </a:srgbClr>
                </a:solidFill>
                <a:ln w="5420" cap="flat">
                  <a:solidFill>
                    <a:srgbClr val="D4F2E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4" name="pg1653">
                  <a:extLst>
                    <a:ext uri="{FF2B5EF4-FFF2-40B4-BE49-F238E27FC236}">
                      <a16:creationId xmlns:a16="http://schemas.microsoft.com/office/drawing/2014/main" id="{03E8DDF8-8D82-D501-9ED9-F368CFA65983}"/>
                    </a:ext>
                  </a:extLst>
                </p:cNvPr>
                <p:cNvSpPr/>
                <p:nvPr/>
              </p:nvSpPr>
              <p:spPr>
                <a:xfrm>
                  <a:off x="5089957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D3F2E0">
                    <a:alpha val="100000"/>
                  </a:srgbClr>
                </a:solidFill>
                <a:ln w="5420" cap="flat">
                  <a:solidFill>
                    <a:srgbClr val="D3F2E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5" name="pg1654">
                  <a:extLst>
                    <a:ext uri="{FF2B5EF4-FFF2-40B4-BE49-F238E27FC236}">
                      <a16:creationId xmlns:a16="http://schemas.microsoft.com/office/drawing/2014/main" id="{EF22A9E1-F9FD-404A-B222-40735FD37176}"/>
                    </a:ext>
                  </a:extLst>
                </p:cNvPr>
                <p:cNvSpPr/>
                <p:nvPr/>
              </p:nvSpPr>
              <p:spPr>
                <a:xfrm>
                  <a:off x="5101595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4ECD8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6" name="pg1655">
                  <a:extLst>
                    <a:ext uri="{FF2B5EF4-FFF2-40B4-BE49-F238E27FC236}">
                      <a16:creationId xmlns:a16="http://schemas.microsoft.com/office/drawing/2014/main" id="{EB6FF858-2797-002D-2CFE-44953DA26D8C}"/>
                    </a:ext>
                  </a:extLst>
                </p:cNvPr>
                <p:cNvSpPr/>
                <p:nvPr/>
              </p:nvSpPr>
              <p:spPr>
                <a:xfrm>
                  <a:off x="5113232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7" name="pg1656">
                  <a:extLst>
                    <a:ext uri="{FF2B5EF4-FFF2-40B4-BE49-F238E27FC236}">
                      <a16:creationId xmlns:a16="http://schemas.microsoft.com/office/drawing/2014/main" id="{9D2CD191-9FA7-7B76-DE69-9F154A4D16FE}"/>
                    </a:ext>
                  </a:extLst>
                </p:cNvPr>
                <p:cNvSpPr/>
                <p:nvPr/>
              </p:nvSpPr>
              <p:spPr>
                <a:xfrm>
                  <a:off x="5124869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8" name="pg1657">
                  <a:extLst>
                    <a:ext uri="{FF2B5EF4-FFF2-40B4-BE49-F238E27FC236}">
                      <a16:creationId xmlns:a16="http://schemas.microsoft.com/office/drawing/2014/main" id="{C8220B5D-11FD-4153-9C6B-2CC87E360027}"/>
                    </a:ext>
                  </a:extLst>
                </p:cNvPr>
                <p:cNvSpPr/>
                <p:nvPr/>
              </p:nvSpPr>
              <p:spPr>
                <a:xfrm>
                  <a:off x="5136507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98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59" name="pg1658">
                  <a:extLst>
                    <a:ext uri="{FF2B5EF4-FFF2-40B4-BE49-F238E27FC236}">
                      <a16:creationId xmlns:a16="http://schemas.microsoft.com/office/drawing/2014/main" id="{024DF003-80B9-D420-398B-681AA03914D9}"/>
                    </a:ext>
                  </a:extLst>
                </p:cNvPr>
                <p:cNvSpPr/>
                <p:nvPr/>
              </p:nvSpPr>
              <p:spPr>
                <a:xfrm>
                  <a:off x="5148144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89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0" name="pg1659">
                  <a:extLst>
                    <a:ext uri="{FF2B5EF4-FFF2-40B4-BE49-F238E27FC236}">
                      <a16:creationId xmlns:a16="http://schemas.microsoft.com/office/drawing/2014/main" id="{A4E76645-48AC-6CFA-0F1A-B72E5B55EA19}"/>
                    </a:ext>
                  </a:extLst>
                </p:cNvPr>
                <p:cNvSpPr/>
                <p:nvPr/>
              </p:nvSpPr>
              <p:spPr>
                <a:xfrm>
                  <a:off x="5159781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1" name="pg1660">
                  <a:extLst>
                    <a:ext uri="{FF2B5EF4-FFF2-40B4-BE49-F238E27FC236}">
                      <a16:creationId xmlns:a16="http://schemas.microsoft.com/office/drawing/2014/main" id="{BB07029D-60CA-A1A5-4F70-6F0D45CE4121}"/>
                    </a:ext>
                  </a:extLst>
                </p:cNvPr>
                <p:cNvSpPr/>
                <p:nvPr/>
              </p:nvSpPr>
              <p:spPr>
                <a:xfrm>
                  <a:off x="5171419" y="38232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2" name="pg1661">
                  <a:extLst>
                    <a:ext uri="{FF2B5EF4-FFF2-40B4-BE49-F238E27FC236}">
                      <a16:creationId xmlns:a16="http://schemas.microsoft.com/office/drawing/2014/main" id="{FA2E132E-AF5C-10D8-F43A-D5D9C2972DF3}"/>
                    </a:ext>
                  </a:extLst>
                </p:cNvPr>
                <p:cNvSpPr/>
                <p:nvPr/>
              </p:nvSpPr>
              <p:spPr>
                <a:xfrm>
                  <a:off x="5043408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3" name="pg1662">
                  <a:extLst>
                    <a:ext uri="{FF2B5EF4-FFF2-40B4-BE49-F238E27FC236}">
                      <a16:creationId xmlns:a16="http://schemas.microsoft.com/office/drawing/2014/main" id="{9D82100A-151F-5B90-1C05-754639B176D7}"/>
                    </a:ext>
                  </a:extLst>
                </p:cNvPr>
                <p:cNvSpPr/>
                <p:nvPr/>
              </p:nvSpPr>
              <p:spPr>
                <a:xfrm>
                  <a:off x="5055045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C6ED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4" name="pg1663">
                  <a:extLst>
                    <a:ext uri="{FF2B5EF4-FFF2-40B4-BE49-F238E27FC236}">
                      <a16:creationId xmlns:a16="http://schemas.microsoft.com/office/drawing/2014/main" id="{9201CAB7-1791-6327-DE6E-B0BA14AB9725}"/>
                    </a:ext>
                  </a:extLst>
                </p:cNvPr>
                <p:cNvSpPr/>
                <p:nvPr/>
              </p:nvSpPr>
              <p:spPr>
                <a:xfrm>
                  <a:off x="5066683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CEFDC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5" name="pg1664">
                  <a:extLst>
                    <a:ext uri="{FF2B5EF4-FFF2-40B4-BE49-F238E27FC236}">
                      <a16:creationId xmlns:a16="http://schemas.microsoft.com/office/drawing/2014/main" id="{A811C42B-03BF-3DB1-0456-CFB5F8792B32}"/>
                    </a:ext>
                  </a:extLst>
                </p:cNvPr>
                <p:cNvSpPr/>
                <p:nvPr/>
              </p:nvSpPr>
              <p:spPr>
                <a:xfrm>
                  <a:off x="5078320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E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6" name="pg1665">
                  <a:extLst>
                    <a:ext uri="{FF2B5EF4-FFF2-40B4-BE49-F238E27FC236}">
                      <a16:creationId xmlns:a16="http://schemas.microsoft.com/office/drawing/2014/main" id="{2D0B8959-F008-0265-C211-5A99967C2051}"/>
                    </a:ext>
                  </a:extLst>
                </p:cNvPr>
                <p:cNvSpPr/>
                <p:nvPr/>
              </p:nvSpPr>
              <p:spPr>
                <a:xfrm>
                  <a:off x="5089957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DF0DC">
                    <a:alpha val="100000"/>
                  </a:srgbClr>
                </a:solidFill>
                <a:ln w="5420" cap="flat">
                  <a:solidFill>
                    <a:srgbClr val="CDF0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7" name="pg1666">
                  <a:extLst>
                    <a:ext uri="{FF2B5EF4-FFF2-40B4-BE49-F238E27FC236}">
                      <a16:creationId xmlns:a16="http://schemas.microsoft.com/office/drawing/2014/main" id="{C21D73E1-3500-9D7A-3E9C-62D5A90808E0}"/>
                    </a:ext>
                  </a:extLst>
                </p:cNvPr>
                <p:cNvSpPr/>
                <p:nvPr/>
              </p:nvSpPr>
              <p:spPr>
                <a:xfrm>
                  <a:off x="5101595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8" name="pg1667">
                  <a:extLst>
                    <a:ext uri="{FF2B5EF4-FFF2-40B4-BE49-F238E27FC236}">
                      <a16:creationId xmlns:a16="http://schemas.microsoft.com/office/drawing/2014/main" id="{82455871-62C9-7F4E-ED50-A0CD48D5E488}"/>
                    </a:ext>
                  </a:extLst>
                </p:cNvPr>
                <p:cNvSpPr/>
                <p:nvPr/>
              </p:nvSpPr>
              <p:spPr>
                <a:xfrm>
                  <a:off x="5113232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69" name="pg1668">
                  <a:extLst>
                    <a:ext uri="{FF2B5EF4-FFF2-40B4-BE49-F238E27FC236}">
                      <a16:creationId xmlns:a16="http://schemas.microsoft.com/office/drawing/2014/main" id="{197C3249-9EC3-5AEE-E2DF-EC12749C56DD}"/>
                    </a:ext>
                  </a:extLst>
                </p:cNvPr>
                <p:cNvSpPr/>
                <p:nvPr/>
              </p:nvSpPr>
              <p:spPr>
                <a:xfrm>
                  <a:off x="5124869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0" name="pg1669">
                  <a:extLst>
                    <a:ext uri="{FF2B5EF4-FFF2-40B4-BE49-F238E27FC236}">
                      <a16:creationId xmlns:a16="http://schemas.microsoft.com/office/drawing/2014/main" id="{B0FFC573-CD7C-1546-2C3A-DE7799F1BF2E}"/>
                    </a:ext>
                  </a:extLst>
                </p:cNvPr>
                <p:cNvSpPr/>
                <p:nvPr/>
              </p:nvSpPr>
              <p:spPr>
                <a:xfrm>
                  <a:off x="5136507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1" name="pg1670">
                  <a:extLst>
                    <a:ext uri="{FF2B5EF4-FFF2-40B4-BE49-F238E27FC236}">
                      <a16:creationId xmlns:a16="http://schemas.microsoft.com/office/drawing/2014/main" id="{4EDF75B0-20D5-B7EE-D295-E248BCA4B554}"/>
                    </a:ext>
                  </a:extLst>
                </p:cNvPr>
                <p:cNvSpPr/>
                <p:nvPr/>
              </p:nvSpPr>
              <p:spPr>
                <a:xfrm>
                  <a:off x="5148144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CDBBE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2" name="pg1671">
                  <a:extLst>
                    <a:ext uri="{FF2B5EF4-FFF2-40B4-BE49-F238E27FC236}">
                      <a16:creationId xmlns:a16="http://schemas.microsoft.com/office/drawing/2014/main" id="{44329240-3648-C3B6-F1C7-34BAA9099252}"/>
                    </a:ext>
                  </a:extLst>
                </p:cNvPr>
                <p:cNvSpPr/>
                <p:nvPr/>
              </p:nvSpPr>
              <p:spPr>
                <a:xfrm>
                  <a:off x="5159781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3" name="pg1672">
                  <a:extLst>
                    <a:ext uri="{FF2B5EF4-FFF2-40B4-BE49-F238E27FC236}">
                      <a16:creationId xmlns:a16="http://schemas.microsoft.com/office/drawing/2014/main" id="{9C367162-C5EB-D39A-3933-A29DF5A50498}"/>
                    </a:ext>
                  </a:extLst>
                </p:cNvPr>
                <p:cNvSpPr/>
                <p:nvPr/>
              </p:nvSpPr>
              <p:spPr>
                <a:xfrm>
                  <a:off x="5171419" y="383755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4" name="pg1673">
                  <a:extLst>
                    <a:ext uri="{FF2B5EF4-FFF2-40B4-BE49-F238E27FC236}">
                      <a16:creationId xmlns:a16="http://schemas.microsoft.com/office/drawing/2014/main" id="{19D265CC-EEEA-FF98-416E-57D113296C1B}"/>
                    </a:ext>
                  </a:extLst>
                </p:cNvPr>
                <p:cNvSpPr/>
                <p:nvPr/>
              </p:nvSpPr>
              <p:spPr>
                <a:xfrm>
                  <a:off x="5066683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5" name="pg1674">
                  <a:extLst>
                    <a:ext uri="{FF2B5EF4-FFF2-40B4-BE49-F238E27FC236}">
                      <a16:creationId xmlns:a16="http://schemas.microsoft.com/office/drawing/2014/main" id="{DA6D36BE-9661-CE81-F3E0-4C8487C6BCC2}"/>
                    </a:ext>
                  </a:extLst>
                </p:cNvPr>
                <p:cNvSpPr/>
                <p:nvPr/>
              </p:nvSpPr>
              <p:spPr>
                <a:xfrm>
                  <a:off x="5078320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4ECD8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6" name="pg1675">
                  <a:extLst>
                    <a:ext uri="{FF2B5EF4-FFF2-40B4-BE49-F238E27FC236}">
                      <a16:creationId xmlns:a16="http://schemas.microsoft.com/office/drawing/2014/main" id="{3303FD2D-07A8-43E3-CD7D-576E60090376}"/>
                    </a:ext>
                  </a:extLst>
                </p:cNvPr>
                <p:cNvSpPr/>
                <p:nvPr/>
              </p:nvSpPr>
              <p:spPr>
                <a:xfrm>
                  <a:off x="5089957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7" name="pg1676">
                  <a:extLst>
                    <a:ext uri="{FF2B5EF4-FFF2-40B4-BE49-F238E27FC236}">
                      <a16:creationId xmlns:a16="http://schemas.microsoft.com/office/drawing/2014/main" id="{FEEC842B-FA8A-8D47-F44A-2C3AD5BF9930}"/>
                    </a:ext>
                  </a:extLst>
                </p:cNvPr>
                <p:cNvSpPr/>
                <p:nvPr/>
              </p:nvSpPr>
              <p:spPr>
                <a:xfrm>
                  <a:off x="5101595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8" name="pg1677">
                  <a:extLst>
                    <a:ext uri="{FF2B5EF4-FFF2-40B4-BE49-F238E27FC236}">
                      <a16:creationId xmlns:a16="http://schemas.microsoft.com/office/drawing/2014/main" id="{66DA50EE-5614-A744-AA10-1CDE4C39BD35}"/>
                    </a:ext>
                  </a:extLst>
                </p:cNvPr>
                <p:cNvSpPr/>
                <p:nvPr/>
              </p:nvSpPr>
              <p:spPr>
                <a:xfrm>
                  <a:off x="5113232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79" name="pg1678">
                  <a:extLst>
                    <a:ext uri="{FF2B5EF4-FFF2-40B4-BE49-F238E27FC236}">
                      <a16:creationId xmlns:a16="http://schemas.microsoft.com/office/drawing/2014/main" id="{82BCD034-C7D6-4394-6E08-1722388335E5}"/>
                    </a:ext>
                  </a:extLst>
                </p:cNvPr>
                <p:cNvSpPr/>
                <p:nvPr/>
              </p:nvSpPr>
              <p:spPr>
                <a:xfrm>
                  <a:off x="5124869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0" name="pg1679">
                  <a:extLst>
                    <a:ext uri="{FF2B5EF4-FFF2-40B4-BE49-F238E27FC236}">
                      <a16:creationId xmlns:a16="http://schemas.microsoft.com/office/drawing/2014/main" id="{26B3CDBA-E001-BDA2-F1F1-25C06B07253A}"/>
                    </a:ext>
                  </a:extLst>
                </p:cNvPr>
                <p:cNvSpPr/>
                <p:nvPr/>
              </p:nvSpPr>
              <p:spPr>
                <a:xfrm>
                  <a:off x="5136507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97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1" name="pg1680">
                  <a:extLst>
                    <a:ext uri="{FF2B5EF4-FFF2-40B4-BE49-F238E27FC236}">
                      <a16:creationId xmlns:a16="http://schemas.microsoft.com/office/drawing/2014/main" id="{952C8D34-FC98-D543-D4B6-2D62A9A95ECF}"/>
                    </a:ext>
                  </a:extLst>
                </p:cNvPr>
                <p:cNvSpPr/>
                <p:nvPr/>
              </p:nvSpPr>
              <p:spPr>
                <a:xfrm>
                  <a:off x="5148144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CDBBE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2" name="pg1681">
                  <a:extLst>
                    <a:ext uri="{FF2B5EF4-FFF2-40B4-BE49-F238E27FC236}">
                      <a16:creationId xmlns:a16="http://schemas.microsoft.com/office/drawing/2014/main" id="{57250585-CAB5-DF51-AA39-EB0B61ECE005}"/>
                    </a:ext>
                  </a:extLst>
                </p:cNvPr>
                <p:cNvSpPr/>
                <p:nvPr/>
              </p:nvSpPr>
              <p:spPr>
                <a:xfrm>
                  <a:off x="5159781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3" name="pg1682">
                  <a:extLst>
                    <a:ext uri="{FF2B5EF4-FFF2-40B4-BE49-F238E27FC236}">
                      <a16:creationId xmlns:a16="http://schemas.microsoft.com/office/drawing/2014/main" id="{2A7FB795-3E05-7131-57FD-1E8CD051430D}"/>
                    </a:ext>
                  </a:extLst>
                </p:cNvPr>
                <p:cNvSpPr/>
                <p:nvPr/>
              </p:nvSpPr>
              <p:spPr>
                <a:xfrm>
                  <a:off x="5171419" y="385185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6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4" name="pg1683">
                  <a:extLst>
                    <a:ext uri="{FF2B5EF4-FFF2-40B4-BE49-F238E27FC236}">
                      <a16:creationId xmlns:a16="http://schemas.microsoft.com/office/drawing/2014/main" id="{EBC226CC-7125-19F1-ACDA-A1EA05F17E97}"/>
                    </a:ext>
                  </a:extLst>
                </p:cNvPr>
                <p:cNvSpPr/>
                <p:nvPr/>
              </p:nvSpPr>
              <p:spPr>
                <a:xfrm>
                  <a:off x="5078320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5" name="pg1684">
                  <a:extLst>
                    <a:ext uri="{FF2B5EF4-FFF2-40B4-BE49-F238E27FC236}">
                      <a16:creationId xmlns:a16="http://schemas.microsoft.com/office/drawing/2014/main" id="{EAF29159-A3E5-5067-5DCE-0F5421E4E0E7}"/>
                    </a:ext>
                  </a:extLst>
                </p:cNvPr>
                <p:cNvSpPr/>
                <p:nvPr/>
              </p:nvSpPr>
              <p:spPr>
                <a:xfrm>
                  <a:off x="5089957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6" name="pg1685">
                  <a:extLst>
                    <a:ext uri="{FF2B5EF4-FFF2-40B4-BE49-F238E27FC236}">
                      <a16:creationId xmlns:a16="http://schemas.microsoft.com/office/drawing/2014/main" id="{B1C76810-7D43-129C-C780-AEA2722278E1}"/>
                    </a:ext>
                  </a:extLst>
                </p:cNvPr>
                <p:cNvSpPr/>
                <p:nvPr/>
              </p:nvSpPr>
              <p:spPr>
                <a:xfrm>
                  <a:off x="5101595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7" name="pg1686">
                  <a:extLst>
                    <a:ext uri="{FF2B5EF4-FFF2-40B4-BE49-F238E27FC236}">
                      <a16:creationId xmlns:a16="http://schemas.microsoft.com/office/drawing/2014/main" id="{8D7FBCD8-AE70-F260-7715-4EB2D536D3D8}"/>
                    </a:ext>
                  </a:extLst>
                </p:cNvPr>
                <p:cNvSpPr/>
                <p:nvPr/>
              </p:nvSpPr>
              <p:spPr>
                <a:xfrm>
                  <a:off x="5113232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8" name="pg1687">
                  <a:extLst>
                    <a:ext uri="{FF2B5EF4-FFF2-40B4-BE49-F238E27FC236}">
                      <a16:creationId xmlns:a16="http://schemas.microsoft.com/office/drawing/2014/main" id="{010DE796-8BD5-4290-422C-F459A45ECE86}"/>
                    </a:ext>
                  </a:extLst>
                </p:cNvPr>
                <p:cNvSpPr/>
                <p:nvPr/>
              </p:nvSpPr>
              <p:spPr>
                <a:xfrm>
                  <a:off x="5124869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CDFC5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89" name="pg1688">
                  <a:extLst>
                    <a:ext uri="{FF2B5EF4-FFF2-40B4-BE49-F238E27FC236}">
                      <a16:creationId xmlns:a16="http://schemas.microsoft.com/office/drawing/2014/main" id="{C09A6A73-95A7-DBFE-E0A9-129FBAF55872}"/>
                    </a:ext>
                  </a:extLst>
                </p:cNvPr>
                <p:cNvSpPr/>
                <p:nvPr/>
              </p:nvSpPr>
              <p:spPr>
                <a:xfrm>
                  <a:off x="5136507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0" name="pg1689">
                  <a:extLst>
                    <a:ext uri="{FF2B5EF4-FFF2-40B4-BE49-F238E27FC236}">
                      <a16:creationId xmlns:a16="http://schemas.microsoft.com/office/drawing/2014/main" id="{DB9FF9F1-12D3-EBA5-460A-FB4B023BA632}"/>
                    </a:ext>
                  </a:extLst>
                </p:cNvPr>
                <p:cNvSpPr/>
                <p:nvPr/>
              </p:nvSpPr>
              <p:spPr>
                <a:xfrm>
                  <a:off x="5148144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89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1" name="pg1690">
                  <a:extLst>
                    <a:ext uri="{FF2B5EF4-FFF2-40B4-BE49-F238E27FC236}">
                      <a16:creationId xmlns:a16="http://schemas.microsoft.com/office/drawing/2014/main" id="{2D0BD653-5ED1-4F90-B3DE-8A9769727A2C}"/>
                    </a:ext>
                  </a:extLst>
                </p:cNvPr>
                <p:cNvSpPr/>
                <p:nvPr/>
              </p:nvSpPr>
              <p:spPr>
                <a:xfrm>
                  <a:off x="5159781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2" name="pg1691">
                  <a:extLst>
                    <a:ext uri="{FF2B5EF4-FFF2-40B4-BE49-F238E27FC236}">
                      <a16:creationId xmlns:a16="http://schemas.microsoft.com/office/drawing/2014/main" id="{39F3A13D-0965-5AAC-60E6-2CA5E6DD74E6}"/>
                    </a:ext>
                  </a:extLst>
                </p:cNvPr>
                <p:cNvSpPr/>
                <p:nvPr/>
              </p:nvSpPr>
              <p:spPr>
                <a:xfrm>
                  <a:off x="5171419" y="38661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3" name="pg1692">
                  <a:extLst>
                    <a:ext uri="{FF2B5EF4-FFF2-40B4-BE49-F238E27FC236}">
                      <a16:creationId xmlns:a16="http://schemas.microsoft.com/office/drawing/2014/main" id="{3DB6FD8F-DB2B-CA40-2CE8-5CA284918864}"/>
                    </a:ext>
                  </a:extLst>
                </p:cNvPr>
                <p:cNvSpPr/>
                <p:nvPr/>
              </p:nvSpPr>
              <p:spPr>
                <a:xfrm>
                  <a:off x="5089957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9E4CB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4" name="pg1693">
                  <a:extLst>
                    <a:ext uri="{FF2B5EF4-FFF2-40B4-BE49-F238E27FC236}">
                      <a16:creationId xmlns:a16="http://schemas.microsoft.com/office/drawing/2014/main" id="{3CF9F8C8-D0A7-F457-9BFA-FE2F6C298626}"/>
                    </a:ext>
                  </a:extLst>
                </p:cNvPr>
                <p:cNvSpPr/>
                <p:nvPr/>
              </p:nvSpPr>
              <p:spPr>
                <a:xfrm>
                  <a:off x="5101595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5" name="pg1694">
                  <a:extLst>
                    <a:ext uri="{FF2B5EF4-FFF2-40B4-BE49-F238E27FC236}">
                      <a16:creationId xmlns:a16="http://schemas.microsoft.com/office/drawing/2014/main" id="{CC990E3B-0181-B94B-80C9-2714DF920780}"/>
                    </a:ext>
                  </a:extLst>
                </p:cNvPr>
                <p:cNvSpPr/>
                <p:nvPr/>
              </p:nvSpPr>
              <p:spPr>
                <a:xfrm>
                  <a:off x="5113232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CDFC5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6" name="pg1695">
                  <a:extLst>
                    <a:ext uri="{FF2B5EF4-FFF2-40B4-BE49-F238E27FC236}">
                      <a16:creationId xmlns:a16="http://schemas.microsoft.com/office/drawing/2014/main" id="{88CA81BD-1E90-1D74-00A6-50281F72A305}"/>
                    </a:ext>
                  </a:extLst>
                </p:cNvPr>
                <p:cNvSpPr/>
                <p:nvPr/>
              </p:nvSpPr>
              <p:spPr>
                <a:xfrm>
                  <a:off x="5124869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93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7" name="pg1696">
                  <a:extLst>
                    <a:ext uri="{FF2B5EF4-FFF2-40B4-BE49-F238E27FC236}">
                      <a16:creationId xmlns:a16="http://schemas.microsoft.com/office/drawing/2014/main" id="{A7BE2061-9F86-8DF6-C918-7F337AC67A98}"/>
                    </a:ext>
                  </a:extLst>
                </p:cNvPr>
                <p:cNvSpPr/>
                <p:nvPr/>
              </p:nvSpPr>
              <p:spPr>
                <a:xfrm>
                  <a:off x="5136507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8" name="pg1697">
                  <a:extLst>
                    <a:ext uri="{FF2B5EF4-FFF2-40B4-BE49-F238E27FC236}">
                      <a16:creationId xmlns:a16="http://schemas.microsoft.com/office/drawing/2014/main" id="{69E0E658-CF9D-82EC-C516-56104EFCC9B4}"/>
                    </a:ext>
                  </a:extLst>
                </p:cNvPr>
                <p:cNvSpPr/>
                <p:nvPr/>
              </p:nvSpPr>
              <p:spPr>
                <a:xfrm>
                  <a:off x="5148144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099" name="pg1698">
                  <a:extLst>
                    <a:ext uri="{FF2B5EF4-FFF2-40B4-BE49-F238E27FC236}">
                      <a16:creationId xmlns:a16="http://schemas.microsoft.com/office/drawing/2014/main" id="{55282332-B747-0A82-BE03-82BF7E9632B9}"/>
                    </a:ext>
                  </a:extLst>
                </p:cNvPr>
                <p:cNvSpPr/>
                <p:nvPr/>
              </p:nvSpPr>
              <p:spPr>
                <a:xfrm>
                  <a:off x="5159781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0" name="pg1699">
                  <a:extLst>
                    <a:ext uri="{FF2B5EF4-FFF2-40B4-BE49-F238E27FC236}">
                      <a16:creationId xmlns:a16="http://schemas.microsoft.com/office/drawing/2014/main" id="{FEC39D49-FF5E-AC04-3EFA-62C67BF6025A}"/>
                    </a:ext>
                  </a:extLst>
                </p:cNvPr>
                <p:cNvSpPr/>
                <p:nvPr/>
              </p:nvSpPr>
              <p:spPr>
                <a:xfrm>
                  <a:off x="5171419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1" name="pg1700">
                  <a:extLst>
                    <a:ext uri="{FF2B5EF4-FFF2-40B4-BE49-F238E27FC236}">
                      <a16:creationId xmlns:a16="http://schemas.microsoft.com/office/drawing/2014/main" id="{4FCD8FF4-9385-8C8D-F4D7-DC3165ADCA83}"/>
                    </a:ext>
                  </a:extLst>
                </p:cNvPr>
                <p:cNvSpPr/>
                <p:nvPr/>
              </p:nvSpPr>
              <p:spPr>
                <a:xfrm>
                  <a:off x="5183056" y="388046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2" name="pg1701">
                  <a:extLst>
                    <a:ext uri="{FF2B5EF4-FFF2-40B4-BE49-F238E27FC236}">
                      <a16:creationId xmlns:a16="http://schemas.microsoft.com/office/drawing/2014/main" id="{B99A4E0F-3128-8882-6EEC-006337987D7C}"/>
                    </a:ext>
                  </a:extLst>
                </p:cNvPr>
                <p:cNvSpPr/>
                <p:nvPr/>
              </p:nvSpPr>
              <p:spPr>
                <a:xfrm>
                  <a:off x="5124869" y="38947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89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3" name="pg1702">
                  <a:extLst>
                    <a:ext uri="{FF2B5EF4-FFF2-40B4-BE49-F238E27FC236}">
                      <a16:creationId xmlns:a16="http://schemas.microsoft.com/office/drawing/2014/main" id="{DA98D6A1-54F0-675A-20ED-95BDFE9502BC}"/>
                    </a:ext>
                  </a:extLst>
                </p:cNvPr>
                <p:cNvSpPr/>
                <p:nvPr/>
              </p:nvSpPr>
              <p:spPr>
                <a:xfrm>
                  <a:off x="5136507" y="38947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4" name="pg1703">
                  <a:extLst>
                    <a:ext uri="{FF2B5EF4-FFF2-40B4-BE49-F238E27FC236}">
                      <a16:creationId xmlns:a16="http://schemas.microsoft.com/office/drawing/2014/main" id="{A2F803C9-B7BE-C8B9-B6F9-7399CB3206BE}"/>
                    </a:ext>
                  </a:extLst>
                </p:cNvPr>
                <p:cNvSpPr/>
                <p:nvPr/>
              </p:nvSpPr>
              <p:spPr>
                <a:xfrm>
                  <a:off x="5148144" y="38947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5" name="pg1704">
                  <a:extLst>
                    <a:ext uri="{FF2B5EF4-FFF2-40B4-BE49-F238E27FC236}">
                      <a16:creationId xmlns:a16="http://schemas.microsoft.com/office/drawing/2014/main" id="{26C480D9-EFB4-7A02-1611-E0EB35AA59B5}"/>
                    </a:ext>
                  </a:extLst>
                </p:cNvPr>
                <p:cNvSpPr/>
                <p:nvPr/>
              </p:nvSpPr>
              <p:spPr>
                <a:xfrm>
                  <a:off x="5159781" y="38947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6" name="pg1705">
                  <a:extLst>
                    <a:ext uri="{FF2B5EF4-FFF2-40B4-BE49-F238E27FC236}">
                      <a16:creationId xmlns:a16="http://schemas.microsoft.com/office/drawing/2014/main" id="{E4D139FC-B760-8509-04E0-AD1EB49F5613}"/>
                    </a:ext>
                  </a:extLst>
                </p:cNvPr>
                <p:cNvSpPr/>
                <p:nvPr/>
              </p:nvSpPr>
              <p:spPr>
                <a:xfrm>
                  <a:off x="5171419" y="38947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7" name="pg1706">
                  <a:extLst>
                    <a:ext uri="{FF2B5EF4-FFF2-40B4-BE49-F238E27FC236}">
                      <a16:creationId xmlns:a16="http://schemas.microsoft.com/office/drawing/2014/main" id="{09399ADB-B5C4-2707-DD2D-F4E79D4F2BFA}"/>
                    </a:ext>
                  </a:extLst>
                </p:cNvPr>
                <p:cNvSpPr/>
                <p:nvPr/>
              </p:nvSpPr>
              <p:spPr>
                <a:xfrm>
                  <a:off x="5183056" y="38947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8" name="pg1707">
                  <a:extLst>
                    <a:ext uri="{FF2B5EF4-FFF2-40B4-BE49-F238E27FC236}">
                      <a16:creationId xmlns:a16="http://schemas.microsoft.com/office/drawing/2014/main" id="{C9A637B8-6C5D-AA74-79E8-BC2CE7F9AF61}"/>
                    </a:ext>
                  </a:extLst>
                </p:cNvPr>
                <p:cNvSpPr/>
                <p:nvPr/>
              </p:nvSpPr>
              <p:spPr>
                <a:xfrm>
                  <a:off x="5066683" y="39090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5D8BA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09" name="pg1708">
                  <a:extLst>
                    <a:ext uri="{FF2B5EF4-FFF2-40B4-BE49-F238E27FC236}">
                      <a16:creationId xmlns:a16="http://schemas.microsoft.com/office/drawing/2014/main" id="{626812C4-9A4C-E268-327C-6111460FE620}"/>
                    </a:ext>
                  </a:extLst>
                </p:cNvPr>
                <p:cNvSpPr/>
                <p:nvPr/>
              </p:nvSpPr>
              <p:spPr>
                <a:xfrm>
                  <a:off x="5113232" y="39090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0" name="pg1709">
                  <a:extLst>
                    <a:ext uri="{FF2B5EF4-FFF2-40B4-BE49-F238E27FC236}">
                      <a16:creationId xmlns:a16="http://schemas.microsoft.com/office/drawing/2014/main" id="{40F2079C-BB1E-49A7-019C-E94B92D2926D}"/>
                    </a:ext>
                  </a:extLst>
                </p:cNvPr>
                <p:cNvSpPr/>
                <p:nvPr/>
              </p:nvSpPr>
              <p:spPr>
                <a:xfrm>
                  <a:off x="5124869" y="39090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1" name="pg1710">
                  <a:extLst>
                    <a:ext uri="{FF2B5EF4-FFF2-40B4-BE49-F238E27FC236}">
                      <a16:creationId xmlns:a16="http://schemas.microsoft.com/office/drawing/2014/main" id="{D7790A84-C928-C080-5A20-5124E1DF63D9}"/>
                    </a:ext>
                  </a:extLst>
                </p:cNvPr>
                <p:cNvSpPr/>
                <p:nvPr/>
              </p:nvSpPr>
              <p:spPr>
                <a:xfrm>
                  <a:off x="5136507" y="39090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2" name="pg1711">
                  <a:extLst>
                    <a:ext uri="{FF2B5EF4-FFF2-40B4-BE49-F238E27FC236}">
                      <a16:creationId xmlns:a16="http://schemas.microsoft.com/office/drawing/2014/main" id="{EB7EF236-5DDE-F818-0716-AE63DE69F2EE}"/>
                    </a:ext>
                  </a:extLst>
                </p:cNvPr>
                <p:cNvSpPr/>
                <p:nvPr/>
              </p:nvSpPr>
              <p:spPr>
                <a:xfrm>
                  <a:off x="5148144" y="39090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4B4">
                    <a:alpha val="100000"/>
                  </a:srgbClr>
                </a:solidFill>
                <a:ln w="5420" cap="flat">
                  <a:solidFill>
                    <a:srgbClr val="74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3" name="pg1712">
                  <a:extLst>
                    <a:ext uri="{FF2B5EF4-FFF2-40B4-BE49-F238E27FC236}">
                      <a16:creationId xmlns:a16="http://schemas.microsoft.com/office/drawing/2014/main" id="{173AAD7B-327E-EF1C-A082-CE70A8EFD7BA}"/>
                    </a:ext>
                  </a:extLst>
                </p:cNvPr>
                <p:cNvSpPr/>
                <p:nvPr/>
              </p:nvSpPr>
              <p:spPr>
                <a:xfrm>
                  <a:off x="5159781" y="39090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1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4" name="pg1713">
                  <a:extLst>
                    <a:ext uri="{FF2B5EF4-FFF2-40B4-BE49-F238E27FC236}">
                      <a16:creationId xmlns:a16="http://schemas.microsoft.com/office/drawing/2014/main" id="{B93712A6-9606-C39C-B3BD-B01E5CA24DDF}"/>
                    </a:ext>
                  </a:extLst>
                </p:cNvPr>
                <p:cNvSpPr/>
                <p:nvPr/>
              </p:nvSpPr>
              <p:spPr>
                <a:xfrm>
                  <a:off x="5171419" y="39090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AF">
                    <a:alpha val="100000"/>
                  </a:srgbClr>
                </a:solidFill>
                <a:ln w="5420" cap="flat">
                  <a:solidFill>
                    <a:srgbClr val="6AD1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5" name="pg1714">
                  <a:extLst>
                    <a:ext uri="{FF2B5EF4-FFF2-40B4-BE49-F238E27FC236}">
                      <a16:creationId xmlns:a16="http://schemas.microsoft.com/office/drawing/2014/main" id="{1C1B8802-EF08-F705-5C4E-6F73D99DC677}"/>
                    </a:ext>
                  </a:extLst>
                </p:cNvPr>
                <p:cNvSpPr/>
                <p:nvPr/>
              </p:nvSpPr>
              <p:spPr>
                <a:xfrm>
                  <a:off x="5183056" y="390906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E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6" name="pg1715">
                  <a:extLst>
                    <a:ext uri="{FF2B5EF4-FFF2-40B4-BE49-F238E27FC236}">
                      <a16:creationId xmlns:a16="http://schemas.microsoft.com/office/drawing/2014/main" id="{406CE327-8FB1-BE66-BFAC-25D8A2FF288E}"/>
                    </a:ext>
                  </a:extLst>
                </p:cNvPr>
                <p:cNvSpPr/>
                <p:nvPr/>
              </p:nvSpPr>
              <p:spPr>
                <a:xfrm>
                  <a:off x="5055045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7" name="pg1716">
                  <a:extLst>
                    <a:ext uri="{FF2B5EF4-FFF2-40B4-BE49-F238E27FC236}">
                      <a16:creationId xmlns:a16="http://schemas.microsoft.com/office/drawing/2014/main" id="{137717FF-B696-40F9-9609-9E3727098626}"/>
                    </a:ext>
                  </a:extLst>
                </p:cNvPr>
                <p:cNvSpPr/>
                <p:nvPr/>
              </p:nvSpPr>
              <p:spPr>
                <a:xfrm>
                  <a:off x="5066683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8" name="pg1717">
                  <a:extLst>
                    <a:ext uri="{FF2B5EF4-FFF2-40B4-BE49-F238E27FC236}">
                      <a16:creationId xmlns:a16="http://schemas.microsoft.com/office/drawing/2014/main" id="{768F8134-0BF7-B277-19E3-C8C38F53C79E}"/>
                    </a:ext>
                  </a:extLst>
                </p:cNvPr>
                <p:cNvSpPr/>
                <p:nvPr/>
              </p:nvSpPr>
              <p:spPr>
                <a:xfrm>
                  <a:off x="5078320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19" name="pg1718">
                  <a:extLst>
                    <a:ext uri="{FF2B5EF4-FFF2-40B4-BE49-F238E27FC236}">
                      <a16:creationId xmlns:a16="http://schemas.microsoft.com/office/drawing/2014/main" id="{4969A3C0-F600-E4AA-3331-6E65A21501A7}"/>
                    </a:ext>
                  </a:extLst>
                </p:cNvPr>
                <p:cNvSpPr/>
                <p:nvPr/>
              </p:nvSpPr>
              <p:spPr>
                <a:xfrm>
                  <a:off x="5089957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0" name="pg1719">
                  <a:extLst>
                    <a:ext uri="{FF2B5EF4-FFF2-40B4-BE49-F238E27FC236}">
                      <a16:creationId xmlns:a16="http://schemas.microsoft.com/office/drawing/2014/main" id="{6B513C6E-BFD6-8C0D-A96F-FF267DB1D8B8}"/>
                    </a:ext>
                  </a:extLst>
                </p:cNvPr>
                <p:cNvSpPr/>
                <p:nvPr/>
              </p:nvSpPr>
              <p:spPr>
                <a:xfrm>
                  <a:off x="5101595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1" name="pg1720">
                  <a:extLst>
                    <a:ext uri="{FF2B5EF4-FFF2-40B4-BE49-F238E27FC236}">
                      <a16:creationId xmlns:a16="http://schemas.microsoft.com/office/drawing/2014/main" id="{4AB1AD11-4DC9-70BF-952F-A95701F5A5E6}"/>
                    </a:ext>
                  </a:extLst>
                </p:cNvPr>
                <p:cNvSpPr/>
                <p:nvPr/>
              </p:nvSpPr>
              <p:spPr>
                <a:xfrm>
                  <a:off x="5113232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2" name="pg1721">
                  <a:extLst>
                    <a:ext uri="{FF2B5EF4-FFF2-40B4-BE49-F238E27FC236}">
                      <a16:creationId xmlns:a16="http://schemas.microsoft.com/office/drawing/2014/main" id="{76E27FD5-0596-4502-D6D1-5069ACDEC488}"/>
                    </a:ext>
                  </a:extLst>
                </p:cNvPr>
                <p:cNvSpPr/>
                <p:nvPr/>
              </p:nvSpPr>
              <p:spPr>
                <a:xfrm>
                  <a:off x="5124869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3" name="pg1722">
                  <a:extLst>
                    <a:ext uri="{FF2B5EF4-FFF2-40B4-BE49-F238E27FC236}">
                      <a16:creationId xmlns:a16="http://schemas.microsoft.com/office/drawing/2014/main" id="{D00811D5-112B-5638-807A-66987A038F62}"/>
                    </a:ext>
                  </a:extLst>
                </p:cNvPr>
                <p:cNvSpPr/>
                <p:nvPr/>
              </p:nvSpPr>
              <p:spPr>
                <a:xfrm>
                  <a:off x="5136507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4" name="pg1723">
                  <a:extLst>
                    <a:ext uri="{FF2B5EF4-FFF2-40B4-BE49-F238E27FC236}">
                      <a16:creationId xmlns:a16="http://schemas.microsoft.com/office/drawing/2014/main" id="{CC077E35-16A6-FA4F-1D7D-9754AAFA3268}"/>
                    </a:ext>
                  </a:extLst>
                </p:cNvPr>
                <p:cNvSpPr/>
                <p:nvPr/>
              </p:nvSpPr>
              <p:spPr>
                <a:xfrm>
                  <a:off x="5148144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5" name="pg1724">
                  <a:extLst>
                    <a:ext uri="{FF2B5EF4-FFF2-40B4-BE49-F238E27FC236}">
                      <a16:creationId xmlns:a16="http://schemas.microsoft.com/office/drawing/2014/main" id="{C0C537D3-9C68-78E9-5BFB-449573B11330}"/>
                    </a:ext>
                  </a:extLst>
                </p:cNvPr>
                <p:cNvSpPr/>
                <p:nvPr/>
              </p:nvSpPr>
              <p:spPr>
                <a:xfrm>
                  <a:off x="5159781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6" name="pg1725">
                  <a:extLst>
                    <a:ext uri="{FF2B5EF4-FFF2-40B4-BE49-F238E27FC236}">
                      <a16:creationId xmlns:a16="http://schemas.microsoft.com/office/drawing/2014/main" id="{C201D9EE-3FA3-1B22-12FC-50532144A334}"/>
                    </a:ext>
                  </a:extLst>
                </p:cNvPr>
                <p:cNvSpPr/>
                <p:nvPr/>
              </p:nvSpPr>
              <p:spPr>
                <a:xfrm>
                  <a:off x="5171419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7" name="pg1726">
                  <a:extLst>
                    <a:ext uri="{FF2B5EF4-FFF2-40B4-BE49-F238E27FC236}">
                      <a16:creationId xmlns:a16="http://schemas.microsoft.com/office/drawing/2014/main" id="{F74F56C3-EE33-4125-A0E5-6191AB88C006}"/>
                    </a:ext>
                  </a:extLst>
                </p:cNvPr>
                <p:cNvSpPr/>
                <p:nvPr/>
              </p:nvSpPr>
              <p:spPr>
                <a:xfrm>
                  <a:off x="5183056" y="392336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8" name="pg1727">
                  <a:extLst>
                    <a:ext uri="{FF2B5EF4-FFF2-40B4-BE49-F238E27FC236}">
                      <a16:creationId xmlns:a16="http://schemas.microsoft.com/office/drawing/2014/main" id="{9FA3EFCA-C555-767D-11BD-F7495BCD1642}"/>
                    </a:ext>
                  </a:extLst>
                </p:cNvPr>
                <p:cNvSpPr/>
                <p:nvPr/>
              </p:nvSpPr>
              <p:spPr>
                <a:xfrm>
                  <a:off x="5043408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29" name="pg1728">
                  <a:extLst>
                    <a:ext uri="{FF2B5EF4-FFF2-40B4-BE49-F238E27FC236}">
                      <a16:creationId xmlns:a16="http://schemas.microsoft.com/office/drawing/2014/main" id="{654B361D-83E6-6FAC-A151-3CEAFFF863B4}"/>
                    </a:ext>
                  </a:extLst>
                </p:cNvPr>
                <p:cNvSpPr/>
                <p:nvPr/>
              </p:nvSpPr>
              <p:spPr>
                <a:xfrm>
                  <a:off x="5055045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0" name="pg1729">
                  <a:extLst>
                    <a:ext uri="{FF2B5EF4-FFF2-40B4-BE49-F238E27FC236}">
                      <a16:creationId xmlns:a16="http://schemas.microsoft.com/office/drawing/2014/main" id="{69A83EAC-24C4-9FA5-F42A-E8D88E9AE02D}"/>
                    </a:ext>
                  </a:extLst>
                </p:cNvPr>
                <p:cNvSpPr/>
                <p:nvPr/>
              </p:nvSpPr>
              <p:spPr>
                <a:xfrm>
                  <a:off x="5066683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1" name="pg1730">
                  <a:extLst>
                    <a:ext uri="{FF2B5EF4-FFF2-40B4-BE49-F238E27FC236}">
                      <a16:creationId xmlns:a16="http://schemas.microsoft.com/office/drawing/2014/main" id="{A68E44B3-BE35-2ECC-5189-287F068CEC65}"/>
                    </a:ext>
                  </a:extLst>
                </p:cNvPr>
                <p:cNvSpPr/>
                <p:nvPr/>
              </p:nvSpPr>
              <p:spPr>
                <a:xfrm>
                  <a:off x="5078320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2" name="pg1731">
                  <a:extLst>
                    <a:ext uri="{FF2B5EF4-FFF2-40B4-BE49-F238E27FC236}">
                      <a16:creationId xmlns:a16="http://schemas.microsoft.com/office/drawing/2014/main" id="{8DD6E134-8328-EB92-9C72-A0CBCD0FF968}"/>
                    </a:ext>
                  </a:extLst>
                </p:cNvPr>
                <p:cNvSpPr/>
                <p:nvPr/>
              </p:nvSpPr>
              <p:spPr>
                <a:xfrm>
                  <a:off x="5089957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3" name="pg1732">
                  <a:extLst>
                    <a:ext uri="{FF2B5EF4-FFF2-40B4-BE49-F238E27FC236}">
                      <a16:creationId xmlns:a16="http://schemas.microsoft.com/office/drawing/2014/main" id="{4E94928B-754D-BCB5-065E-C006FECDD558}"/>
                    </a:ext>
                  </a:extLst>
                </p:cNvPr>
                <p:cNvSpPr/>
                <p:nvPr/>
              </p:nvSpPr>
              <p:spPr>
                <a:xfrm>
                  <a:off x="5101595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4" name="pg1733">
                  <a:extLst>
                    <a:ext uri="{FF2B5EF4-FFF2-40B4-BE49-F238E27FC236}">
                      <a16:creationId xmlns:a16="http://schemas.microsoft.com/office/drawing/2014/main" id="{04E6EE74-3A43-AB28-DCFD-F28724E527B6}"/>
                    </a:ext>
                  </a:extLst>
                </p:cNvPr>
                <p:cNvSpPr/>
                <p:nvPr/>
              </p:nvSpPr>
              <p:spPr>
                <a:xfrm>
                  <a:off x="5113232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5" name="pg1734">
                  <a:extLst>
                    <a:ext uri="{FF2B5EF4-FFF2-40B4-BE49-F238E27FC236}">
                      <a16:creationId xmlns:a16="http://schemas.microsoft.com/office/drawing/2014/main" id="{D22C65A9-560E-CB19-1170-C4D86C389406}"/>
                    </a:ext>
                  </a:extLst>
                </p:cNvPr>
                <p:cNvSpPr/>
                <p:nvPr/>
              </p:nvSpPr>
              <p:spPr>
                <a:xfrm>
                  <a:off x="5124869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6" name="pg1735">
                  <a:extLst>
                    <a:ext uri="{FF2B5EF4-FFF2-40B4-BE49-F238E27FC236}">
                      <a16:creationId xmlns:a16="http://schemas.microsoft.com/office/drawing/2014/main" id="{AE204083-59DE-6401-78F9-783D6E44EDB3}"/>
                    </a:ext>
                  </a:extLst>
                </p:cNvPr>
                <p:cNvSpPr/>
                <p:nvPr/>
              </p:nvSpPr>
              <p:spPr>
                <a:xfrm>
                  <a:off x="5136507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7" name="pg1736">
                  <a:extLst>
                    <a:ext uri="{FF2B5EF4-FFF2-40B4-BE49-F238E27FC236}">
                      <a16:creationId xmlns:a16="http://schemas.microsoft.com/office/drawing/2014/main" id="{AE573D21-8058-3C60-23EC-DDC59C3FDCFF}"/>
                    </a:ext>
                  </a:extLst>
                </p:cNvPr>
                <p:cNvSpPr/>
                <p:nvPr/>
              </p:nvSpPr>
              <p:spPr>
                <a:xfrm>
                  <a:off x="5148144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8" name="pg1737">
                  <a:extLst>
                    <a:ext uri="{FF2B5EF4-FFF2-40B4-BE49-F238E27FC236}">
                      <a16:creationId xmlns:a16="http://schemas.microsoft.com/office/drawing/2014/main" id="{5193D040-87DB-863B-706B-C3832E6E8152}"/>
                    </a:ext>
                  </a:extLst>
                </p:cNvPr>
                <p:cNvSpPr/>
                <p:nvPr/>
              </p:nvSpPr>
              <p:spPr>
                <a:xfrm>
                  <a:off x="5159781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39" name="pg1738">
                  <a:extLst>
                    <a:ext uri="{FF2B5EF4-FFF2-40B4-BE49-F238E27FC236}">
                      <a16:creationId xmlns:a16="http://schemas.microsoft.com/office/drawing/2014/main" id="{14A80353-77C3-B964-4A0A-675689C38DEF}"/>
                    </a:ext>
                  </a:extLst>
                </p:cNvPr>
                <p:cNvSpPr/>
                <p:nvPr/>
              </p:nvSpPr>
              <p:spPr>
                <a:xfrm>
                  <a:off x="5171419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0" name="pg1739">
                  <a:extLst>
                    <a:ext uri="{FF2B5EF4-FFF2-40B4-BE49-F238E27FC236}">
                      <a16:creationId xmlns:a16="http://schemas.microsoft.com/office/drawing/2014/main" id="{2533296C-0BB3-A12E-0AC7-6D95DDB509DF}"/>
                    </a:ext>
                  </a:extLst>
                </p:cNvPr>
                <p:cNvSpPr/>
                <p:nvPr/>
              </p:nvSpPr>
              <p:spPr>
                <a:xfrm>
                  <a:off x="5183056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1" name="pg1740">
                  <a:extLst>
                    <a:ext uri="{FF2B5EF4-FFF2-40B4-BE49-F238E27FC236}">
                      <a16:creationId xmlns:a16="http://schemas.microsoft.com/office/drawing/2014/main" id="{D82758B7-5698-0A98-A147-2CA6E08B6BFD}"/>
                    </a:ext>
                  </a:extLst>
                </p:cNvPr>
                <p:cNvSpPr/>
                <p:nvPr/>
              </p:nvSpPr>
              <p:spPr>
                <a:xfrm>
                  <a:off x="5194693" y="39376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2" name="pg1741">
                  <a:extLst>
                    <a:ext uri="{FF2B5EF4-FFF2-40B4-BE49-F238E27FC236}">
                      <a16:creationId xmlns:a16="http://schemas.microsoft.com/office/drawing/2014/main" id="{4CC70D21-CA0A-A357-283E-7C0D8F82EA0D}"/>
                    </a:ext>
                  </a:extLst>
                </p:cNvPr>
                <p:cNvSpPr/>
                <p:nvPr/>
              </p:nvSpPr>
              <p:spPr>
                <a:xfrm>
                  <a:off x="5043408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3" name="pg1742">
                  <a:extLst>
                    <a:ext uri="{FF2B5EF4-FFF2-40B4-BE49-F238E27FC236}">
                      <a16:creationId xmlns:a16="http://schemas.microsoft.com/office/drawing/2014/main" id="{ADDFE517-731B-6BA5-9D12-7CF413428672}"/>
                    </a:ext>
                  </a:extLst>
                </p:cNvPr>
                <p:cNvSpPr/>
                <p:nvPr/>
              </p:nvSpPr>
              <p:spPr>
                <a:xfrm>
                  <a:off x="5055045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4" name="pg1743">
                  <a:extLst>
                    <a:ext uri="{FF2B5EF4-FFF2-40B4-BE49-F238E27FC236}">
                      <a16:creationId xmlns:a16="http://schemas.microsoft.com/office/drawing/2014/main" id="{11DBDF45-DC9A-A9CF-E0EE-AC06DA9DD475}"/>
                    </a:ext>
                  </a:extLst>
                </p:cNvPr>
                <p:cNvSpPr/>
                <p:nvPr/>
              </p:nvSpPr>
              <p:spPr>
                <a:xfrm>
                  <a:off x="5066683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5" name="pg1744">
                  <a:extLst>
                    <a:ext uri="{FF2B5EF4-FFF2-40B4-BE49-F238E27FC236}">
                      <a16:creationId xmlns:a16="http://schemas.microsoft.com/office/drawing/2014/main" id="{D75F72F6-2280-E663-E645-DDE6B3454CD6}"/>
                    </a:ext>
                  </a:extLst>
                </p:cNvPr>
                <p:cNvSpPr/>
                <p:nvPr/>
              </p:nvSpPr>
              <p:spPr>
                <a:xfrm>
                  <a:off x="5078320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6" name="pg1745">
                  <a:extLst>
                    <a:ext uri="{FF2B5EF4-FFF2-40B4-BE49-F238E27FC236}">
                      <a16:creationId xmlns:a16="http://schemas.microsoft.com/office/drawing/2014/main" id="{A5E8A63C-0A9E-9CA7-63A0-16DD3668F689}"/>
                    </a:ext>
                  </a:extLst>
                </p:cNvPr>
                <p:cNvSpPr/>
                <p:nvPr/>
              </p:nvSpPr>
              <p:spPr>
                <a:xfrm>
                  <a:off x="5089957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7" name="pg1746">
                  <a:extLst>
                    <a:ext uri="{FF2B5EF4-FFF2-40B4-BE49-F238E27FC236}">
                      <a16:creationId xmlns:a16="http://schemas.microsoft.com/office/drawing/2014/main" id="{30A0683D-59C9-FC3D-17A7-5E8F9EFD24C1}"/>
                    </a:ext>
                  </a:extLst>
                </p:cNvPr>
                <p:cNvSpPr/>
                <p:nvPr/>
              </p:nvSpPr>
              <p:spPr>
                <a:xfrm>
                  <a:off x="5101595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8" name="pg1747">
                  <a:extLst>
                    <a:ext uri="{FF2B5EF4-FFF2-40B4-BE49-F238E27FC236}">
                      <a16:creationId xmlns:a16="http://schemas.microsoft.com/office/drawing/2014/main" id="{564410B7-A090-EE1E-C2F1-827D5567AF3B}"/>
                    </a:ext>
                  </a:extLst>
                </p:cNvPr>
                <p:cNvSpPr/>
                <p:nvPr/>
              </p:nvSpPr>
              <p:spPr>
                <a:xfrm>
                  <a:off x="5113232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49" name="pg1748">
                  <a:extLst>
                    <a:ext uri="{FF2B5EF4-FFF2-40B4-BE49-F238E27FC236}">
                      <a16:creationId xmlns:a16="http://schemas.microsoft.com/office/drawing/2014/main" id="{03E334EF-DADA-EAB8-A596-E142B66BEA9C}"/>
                    </a:ext>
                  </a:extLst>
                </p:cNvPr>
                <p:cNvSpPr/>
                <p:nvPr/>
              </p:nvSpPr>
              <p:spPr>
                <a:xfrm>
                  <a:off x="5124869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0" name="pg1749">
                  <a:extLst>
                    <a:ext uri="{FF2B5EF4-FFF2-40B4-BE49-F238E27FC236}">
                      <a16:creationId xmlns:a16="http://schemas.microsoft.com/office/drawing/2014/main" id="{5A650163-F6A4-0BCB-6EC8-2252C4CBB534}"/>
                    </a:ext>
                  </a:extLst>
                </p:cNvPr>
                <p:cNvSpPr/>
                <p:nvPr/>
              </p:nvSpPr>
              <p:spPr>
                <a:xfrm>
                  <a:off x="5136507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1" name="pg1750">
                  <a:extLst>
                    <a:ext uri="{FF2B5EF4-FFF2-40B4-BE49-F238E27FC236}">
                      <a16:creationId xmlns:a16="http://schemas.microsoft.com/office/drawing/2014/main" id="{B287F0A5-9BAD-B1BA-F7F2-980CC33811F0}"/>
                    </a:ext>
                  </a:extLst>
                </p:cNvPr>
                <p:cNvSpPr/>
                <p:nvPr/>
              </p:nvSpPr>
              <p:spPr>
                <a:xfrm>
                  <a:off x="5148144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2" name="pg1751">
                  <a:extLst>
                    <a:ext uri="{FF2B5EF4-FFF2-40B4-BE49-F238E27FC236}">
                      <a16:creationId xmlns:a16="http://schemas.microsoft.com/office/drawing/2014/main" id="{4CDB1959-0472-09C4-0266-24ABDCB9D496}"/>
                    </a:ext>
                  </a:extLst>
                </p:cNvPr>
                <p:cNvSpPr/>
                <p:nvPr/>
              </p:nvSpPr>
              <p:spPr>
                <a:xfrm>
                  <a:off x="5159781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3" name="pg1752">
                  <a:extLst>
                    <a:ext uri="{FF2B5EF4-FFF2-40B4-BE49-F238E27FC236}">
                      <a16:creationId xmlns:a16="http://schemas.microsoft.com/office/drawing/2014/main" id="{6421E7A8-CEE0-5301-C31A-20284790BEED}"/>
                    </a:ext>
                  </a:extLst>
                </p:cNvPr>
                <p:cNvSpPr/>
                <p:nvPr/>
              </p:nvSpPr>
              <p:spPr>
                <a:xfrm>
                  <a:off x="5171419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4" name="pg1753">
                  <a:extLst>
                    <a:ext uri="{FF2B5EF4-FFF2-40B4-BE49-F238E27FC236}">
                      <a16:creationId xmlns:a16="http://schemas.microsoft.com/office/drawing/2014/main" id="{B29A68B3-A639-261F-4CA4-AEEFAE8467A9}"/>
                    </a:ext>
                  </a:extLst>
                </p:cNvPr>
                <p:cNvSpPr/>
                <p:nvPr/>
              </p:nvSpPr>
              <p:spPr>
                <a:xfrm>
                  <a:off x="5183056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5" name="pg1754">
                  <a:extLst>
                    <a:ext uri="{FF2B5EF4-FFF2-40B4-BE49-F238E27FC236}">
                      <a16:creationId xmlns:a16="http://schemas.microsoft.com/office/drawing/2014/main" id="{C1EA3B36-3B59-A749-F484-DD5530652AD3}"/>
                    </a:ext>
                  </a:extLst>
                </p:cNvPr>
                <p:cNvSpPr/>
                <p:nvPr/>
              </p:nvSpPr>
              <p:spPr>
                <a:xfrm>
                  <a:off x="5194693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6" name="pg1755">
                  <a:extLst>
                    <a:ext uri="{FF2B5EF4-FFF2-40B4-BE49-F238E27FC236}">
                      <a16:creationId xmlns:a16="http://schemas.microsoft.com/office/drawing/2014/main" id="{167F1922-44B7-D206-7CEA-D78DD5F16216}"/>
                    </a:ext>
                  </a:extLst>
                </p:cNvPr>
                <p:cNvSpPr/>
                <p:nvPr/>
              </p:nvSpPr>
              <p:spPr>
                <a:xfrm>
                  <a:off x="5206331" y="395196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7" name="pg1756">
                  <a:extLst>
                    <a:ext uri="{FF2B5EF4-FFF2-40B4-BE49-F238E27FC236}">
                      <a16:creationId xmlns:a16="http://schemas.microsoft.com/office/drawing/2014/main" id="{7DCB46C7-A163-555A-CEC7-16050783F8F4}"/>
                    </a:ext>
                  </a:extLst>
                </p:cNvPr>
                <p:cNvSpPr/>
                <p:nvPr/>
              </p:nvSpPr>
              <p:spPr>
                <a:xfrm>
                  <a:off x="5043408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8" name="pg1757">
                  <a:extLst>
                    <a:ext uri="{FF2B5EF4-FFF2-40B4-BE49-F238E27FC236}">
                      <a16:creationId xmlns:a16="http://schemas.microsoft.com/office/drawing/2014/main" id="{57E8A483-C816-F0D8-DEDC-7850874172D9}"/>
                    </a:ext>
                  </a:extLst>
                </p:cNvPr>
                <p:cNvSpPr/>
                <p:nvPr/>
              </p:nvSpPr>
              <p:spPr>
                <a:xfrm>
                  <a:off x="5055045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59" name="pg1758">
                  <a:extLst>
                    <a:ext uri="{FF2B5EF4-FFF2-40B4-BE49-F238E27FC236}">
                      <a16:creationId xmlns:a16="http://schemas.microsoft.com/office/drawing/2014/main" id="{2806F41A-B875-FCD8-D2DF-721372A1C0B4}"/>
                    </a:ext>
                  </a:extLst>
                </p:cNvPr>
                <p:cNvSpPr/>
                <p:nvPr/>
              </p:nvSpPr>
              <p:spPr>
                <a:xfrm>
                  <a:off x="5066683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0" name="pg1759">
                  <a:extLst>
                    <a:ext uri="{FF2B5EF4-FFF2-40B4-BE49-F238E27FC236}">
                      <a16:creationId xmlns:a16="http://schemas.microsoft.com/office/drawing/2014/main" id="{14EF9C55-2278-A16A-1832-1BF93814B61B}"/>
                    </a:ext>
                  </a:extLst>
                </p:cNvPr>
                <p:cNvSpPr/>
                <p:nvPr/>
              </p:nvSpPr>
              <p:spPr>
                <a:xfrm>
                  <a:off x="5078320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1" name="pg1760">
                  <a:extLst>
                    <a:ext uri="{FF2B5EF4-FFF2-40B4-BE49-F238E27FC236}">
                      <a16:creationId xmlns:a16="http://schemas.microsoft.com/office/drawing/2014/main" id="{FB6574A8-63F9-AE1B-D14B-FDDE87FD4349}"/>
                    </a:ext>
                  </a:extLst>
                </p:cNvPr>
                <p:cNvSpPr/>
                <p:nvPr/>
              </p:nvSpPr>
              <p:spPr>
                <a:xfrm>
                  <a:off x="5089957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2" name="pg1761">
                  <a:extLst>
                    <a:ext uri="{FF2B5EF4-FFF2-40B4-BE49-F238E27FC236}">
                      <a16:creationId xmlns:a16="http://schemas.microsoft.com/office/drawing/2014/main" id="{61729B28-8C5C-8596-7C2E-148BA9848E7A}"/>
                    </a:ext>
                  </a:extLst>
                </p:cNvPr>
                <p:cNvSpPr/>
                <p:nvPr/>
              </p:nvSpPr>
              <p:spPr>
                <a:xfrm>
                  <a:off x="5101595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2AC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3" name="pg1762">
                  <a:extLst>
                    <a:ext uri="{FF2B5EF4-FFF2-40B4-BE49-F238E27FC236}">
                      <a16:creationId xmlns:a16="http://schemas.microsoft.com/office/drawing/2014/main" id="{2E82FC66-887A-87FB-E2F6-F47623ECB0B7}"/>
                    </a:ext>
                  </a:extLst>
                </p:cNvPr>
                <p:cNvSpPr/>
                <p:nvPr/>
              </p:nvSpPr>
              <p:spPr>
                <a:xfrm>
                  <a:off x="5113232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2AC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4" name="pg1763">
                  <a:extLst>
                    <a:ext uri="{FF2B5EF4-FFF2-40B4-BE49-F238E27FC236}">
                      <a16:creationId xmlns:a16="http://schemas.microsoft.com/office/drawing/2014/main" id="{4D932C4E-D2F8-B3E3-3D68-39EB2A1FDA3C}"/>
                    </a:ext>
                  </a:extLst>
                </p:cNvPr>
                <p:cNvSpPr/>
                <p:nvPr/>
              </p:nvSpPr>
              <p:spPr>
                <a:xfrm>
                  <a:off x="5124869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2AC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5" name="pg1764">
                  <a:extLst>
                    <a:ext uri="{FF2B5EF4-FFF2-40B4-BE49-F238E27FC236}">
                      <a16:creationId xmlns:a16="http://schemas.microsoft.com/office/drawing/2014/main" id="{AE39FAB2-34AF-86D7-8CCD-614D940D49E7}"/>
                    </a:ext>
                  </a:extLst>
                </p:cNvPr>
                <p:cNvSpPr/>
                <p:nvPr/>
              </p:nvSpPr>
              <p:spPr>
                <a:xfrm>
                  <a:off x="5136507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6" name="pg1765">
                  <a:extLst>
                    <a:ext uri="{FF2B5EF4-FFF2-40B4-BE49-F238E27FC236}">
                      <a16:creationId xmlns:a16="http://schemas.microsoft.com/office/drawing/2014/main" id="{E3FCD25D-6DC2-FD01-06CF-BFF60F65DA88}"/>
                    </a:ext>
                  </a:extLst>
                </p:cNvPr>
                <p:cNvSpPr/>
                <p:nvPr/>
              </p:nvSpPr>
              <p:spPr>
                <a:xfrm>
                  <a:off x="5148144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7" name="pg1766">
                  <a:extLst>
                    <a:ext uri="{FF2B5EF4-FFF2-40B4-BE49-F238E27FC236}">
                      <a16:creationId xmlns:a16="http://schemas.microsoft.com/office/drawing/2014/main" id="{05FC408F-6269-0747-4CCB-B1F4A881F884}"/>
                    </a:ext>
                  </a:extLst>
                </p:cNvPr>
                <p:cNvSpPr/>
                <p:nvPr/>
              </p:nvSpPr>
              <p:spPr>
                <a:xfrm>
                  <a:off x="5159781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8" name="pg1767">
                  <a:extLst>
                    <a:ext uri="{FF2B5EF4-FFF2-40B4-BE49-F238E27FC236}">
                      <a16:creationId xmlns:a16="http://schemas.microsoft.com/office/drawing/2014/main" id="{E940CFAC-DAB9-9A70-058D-39FAF5459A59}"/>
                    </a:ext>
                  </a:extLst>
                </p:cNvPr>
                <p:cNvSpPr/>
                <p:nvPr/>
              </p:nvSpPr>
              <p:spPr>
                <a:xfrm>
                  <a:off x="5171419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69" name="pg1768">
                  <a:extLst>
                    <a:ext uri="{FF2B5EF4-FFF2-40B4-BE49-F238E27FC236}">
                      <a16:creationId xmlns:a16="http://schemas.microsoft.com/office/drawing/2014/main" id="{6D4DFFAB-DE63-6813-AD39-27D59C332002}"/>
                    </a:ext>
                  </a:extLst>
                </p:cNvPr>
                <p:cNvSpPr/>
                <p:nvPr/>
              </p:nvSpPr>
              <p:spPr>
                <a:xfrm>
                  <a:off x="5183056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0" name="pg1769">
                  <a:extLst>
                    <a:ext uri="{FF2B5EF4-FFF2-40B4-BE49-F238E27FC236}">
                      <a16:creationId xmlns:a16="http://schemas.microsoft.com/office/drawing/2014/main" id="{2813CDEF-70CB-5DE4-4F18-48E28C0694DA}"/>
                    </a:ext>
                  </a:extLst>
                </p:cNvPr>
                <p:cNvSpPr/>
                <p:nvPr/>
              </p:nvSpPr>
              <p:spPr>
                <a:xfrm>
                  <a:off x="5194693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1" name="pg1770">
                  <a:extLst>
                    <a:ext uri="{FF2B5EF4-FFF2-40B4-BE49-F238E27FC236}">
                      <a16:creationId xmlns:a16="http://schemas.microsoft.com/office/drawing/2014/main" id="{4010E471-EBE8-CB35-CC45-33FA849378DF}"/>
                    </a:ext>
                  </a:extLst>
                </p:cNvPr>
                <p:cNvSpPr/>
                <p:nvPr/>
              </p:nvSpPr>
              <p:spPr>
                <a:xfrm>
                  <a:off x="5206331" y="39662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2" name="pg1771">
                  <a:extLst>
                    <a:ext uri="{FF2B5EF4-FFF2-40B4-BE49-F238E27FC236}">
                      <a16:creationId xmlns:a16="http://schemas.microsoft.com/office/drawing/2014/main" id="{C1AC9E8C-365E-C8EA-8789-8D2350AD3B34}"/>
                    </a:ext>
                  </a:extLst>
                </p:cNvPr>
                <p:cNvSpPr/>
                <p:nvPr/>
              </p:nvSpPr>
              <p:spPr>
                <a:xfrm>
                  <a:off x="5043408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3" name="pg1772">
                  <a:extLst>
                    <a:ext uri="{FF2B5EF4-FFF2-40B4-BE49-F238E27FC236}">
                      <a16:creationId xmlns:a16="http://schemas.microsoft.com/office/drawing/2014/main" id="{023EBED3-0EE3-60B4-4520-A601D75E205F}"/>
                    </a:ext>
                  </a:extLst>
                </p:cNvPr>
                <p:cNvSpPr/>
                <p:nvPr/>
              </p:nvSpPr>
              <p:spPr>
                <a:xfrm>
                  <a:off x="5055045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4" name="pg1773">
                  <a:extLst>
                    <a:ext uri="{FF2B5EF4-FFF2-40B4-BE49-F238E27FC236}">
                      <a16:creationId xmlns:a16="http://schemas.microsoft.com/office/drawing/2014/main" id="{B824A2D9-7759-AB8E-B026-58FBC19184F6}"/>
                    </a:ext>
                  </a:extLst>
                </p:cNvPr>
                <p:cNvSpPr/>
                <p:nvPr/>
              </p:nvSpPr>
              <p:spPr>
                <a:xfrm>
                  <a:off x="5066683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5" name="pg1774">
                  <a:extLst>
                    <a:ext uri="{FF2B5EF4-FFF2-40B4-BE49-F238E27FC236}">
                      <a16:creationId xmlns:a16="http://schemas.microsoft.com/office/drawing/2014/main" id="{C3F4A24D-546C-0BB5-ABE1-B685EF08D335}"/>
                    </a:ext>
                  </a:extLst>
                </p:cNvPr>
                <p:cNvSpPr/>
                <p:nvPr/>
              </p:nvSpPr>
              <p:spPr>
                <a:xfrm>
                  <a:off x="5078320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6" name="pg1775">
                  <a:extLst>
                    <a:ext uri="{FF2B5EF4-FFF2-40B4-BE49-F238E27FC236}">
                      <a16:creationId xmlns:a16="http://schemas.microsoft.com/office/drawing/2014/main" id="{C6B86FD0-26C7-699F-EA0B-ADD54FA46E28}"/>
                    </a:ext>
                  </a:extLst>
                </p:cNvPr>
                <p:cNvSpPr/>
                <p:nvPr/>
              </p:nvSpPr>
              <p:spPr>
                <a:xfrm>
                  <a:off x="5089957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7" name="pg1776">
                  <a:extLst>
                    <a:ext uri="{FF2B5EF4-FFF2-40B4-BE49-F238E27FC236}">
                      <a16:creationId xmlns:a16="http://schemas.microsoft.com/office/drawing/2014/main" id="{3858DE39-5559-55C2-8F84-E52C89E10777}"/>
                    </a:ext>
                  </a:extLst>
                </p:cNvPr>
                <p:cNvSpPr/>
                <p:nvPr/>
              </p:nvSpPr>
              <p:spPr>
                <a:xfrm>
                  <a:off x="5101595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8" name="pg1777">
                  <a:extLst>
                    <a:ext uri="{FF2B5EF4-FFF2-40B4-BE49-F238E27FC236}">
                      <a16:creationId xmlns:a16="http://schemas.microsoft.com/office/drawing/2014/main" id="{BFF20A78-DD3C-BCCD-31C5-BF1147E8B164}"/>
                    </a:ext>
                  </a:extLst>
                </p:cNvPr>
                <p:cNvSpPr/>
                <p:nvPr/>
              </p:nvSpPr>
              <p:spPr>
                <a:xfrm>
                  <a:off x="5113232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79" name="pg1778">
                  <a:extLst>
                    <a:ext uri="{FF2B5EF4-FFF2-40B4-BE49-F238E27FC236}">
                      <a16:creationId xmlns:a16="http://schemas.microsoft.com/office/drawing/2014/main" id="{AA406D35-D403-918F-CBC3-DD9BAC79895B}"/>
                    </a:ext>
                  </a:extLst>
                </p:cNvPr>
                <p:cNvSpPr/>
                <p:nvPr/>
              </p:nvSpPr>
              <p:spPr>
                <a:xfrm>
                  <a:off x="5124869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0" name="pg1779">
                  <a:extLst>
                    <a:ext uri="{FF2B5EF4-FFF2-40B4-BE49-F238E27FC236}">
                      <a16:creationId xmlns:a16="http://schemas.microsoft.com/office/drawing/2014/main" id="{DE53FF4A-341C-1C48-28FE-670CAAC1D427}"/>
                    </a:ext>
                  </a:extLst>
                </p:cNvPr>
                <p:cNvSpPr/>
                <p:nvPr/>
              </p:nvSpPr>
              <p:spPr>
                <a:xfrm>
                  <a:off x="5136507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1" name="pg1780">
                  <a:extLst>
                    <a:ext uri="{FF2B5EF4-FFF2-40B4-BE49-F238E27FC236}">
                      <a16:creationId xmlns:a16="http://schemas.microsoft.com/office/drawing/2014/main" id="{C16AC023-17EB-F6B8-893B-CDB7F93DF22D}"/>
                    </a:ext>
                  </a:extLst>
                </p:cNvPr>
                <p:cNvSpPr/>
                <p:nvPr/>
              </p:nvSpPr>
              <p:spPr>
                <a:xfrm>
                  <a:off x="5148144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2" name="pg1781">
                  <a:extLst>
                    <a:ext uri="{FF2B5EF4-FFF2-40B4-BE49-F238E27FC236}">
                      <a16:creationId xmlns:a16="http://schemas.microsoft.com/office/drawing/2014/main" id="{778C468E-F4A0-DE53-8C4C-4FDD45628D1B}"/>
                    </a:ext>
                  </a:extLst>
                </p:cNvPr>
                <p:cNvSpPr/>
                <p:nvPr/>
              </p:nvSpPr>
              <p:spPr>
                <a:xfrm>
                  <a:off x="5159781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3" name="pg1782">
                  <a:extLst>
                    <a:ext uri="{FF2B5EF4-FFF2-40B4-BE49-F238E27FC236}">
                      <a16:creationId xmlns:a16="http://schemas.microsoft.com/office/drawing/2014/main" id="{7CB87C5D-EE11-74B2-70D8-BB601297B971}"/>
                    </a:ext>
                  </a:extLst>
                </p:cNvPr>
                <p:cNvSpPr/>
                <p:nvPr/>
              </p:nvSpPr>
              <p:spPr>
                <a:xfrm>
                  <a:off x="5171419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4" name="pg1783">
                  <a:extLst>
                    <a:ext uri="{FF2B5EF4-FFF2-40B4-BE49-F238E27FC236}">
                      <a16:creationId xmlns:a16="http://schemas.microsoft.com/office/drawing/2014/main" id="{D24A5B67-18B1-1D71-447D-4C5933E402BF}"/>
                    </a:ext>
                  </a:extLst>
                </p:cNvPr>
                <p:cNvSpPr/>
                <p:nvPr/>
              </p:nvSpPr>
              <p:spPr>
                <a:xfrm>
                  <a:off x="5183056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5" name="pg1784">
                  <a:extLst>
                    <a:ext uri="{FF2B5EF4-FFF2-40B4-BE49-F238E27FC236}">
                      <a16:creationId xmlns:a16="http://schemas.microsoft.com/office/drawing/2014/main" id="{6B941A67-9FFD-1213-8484-C915F4D44637}"/>
                    </a:ext>
                  </a:extLst>
                </p:cNvPr>
                <p:cNvSpPr/>
                <p:nvPr/>
              </p:nvSpPr>
              <p:spPr>
                <a:xfrm>
                  <a:off x="5194693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6" name="pg1785">
                  <a:extLst>
                    <a:ext uri="{FF2B5EF4-FFF2-40B4-BE49-F238E27FC236}">
                      <a16:creationId xmlns:a16="http://schemas.microsoft.com/office/drawing/2014/main" id="{35677407-DB99-2389-B0D8-CAC0A29E26A6}"/>
                    </a:ext>
                  </a:extLst>
                </p:cNvPr>
                <p:cNvSpPr/>
                <p:nvPr/>
              </p:nvSpPr>
              <p:spPr>
                <a:xfrm>
                  <a:off x="5206331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7" name="pg1786">
                  <a:extLst>
                    <a:ext uri="{FF2B5EF4-FFF2-40B4-BE49-F238E27FC236}">
                      <a16:creationId xmlns:a16="http://schemas.microsoft.com/office/drawing/2014/main" id="{C43912ED-FAA2-F83F-CDFD-305AB1920542}"/>
                    </a:ext>
                  </a:extLst>
                </p:cNvPr>
                <p:cNvSpPr/>
                <p:nvPr/>
              </p:nvSpPr>
              <p:spPr>
                <a:xfrm>
                  <a:off x="5217968" y="398056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8" name="pg1787">
                  <a:extLst>
                    <a:ext uri="{FF2B5EF4-FFF2-40B4-BE49-F238E27FC236}">
                      <a16:creationId xmlns:a16="http://schemas.microsoft.com/office/drawing/2014/main" id="{9813ACCA-7F24-F726-0A8B-BD3ED858DFF8}"/>
                    </a:ext>
                  </a:extLst>
                </p:cNvPr>
                <p:cNvSpPr/>
                <p:nvPr/>
              </p:nvSpPr>
              <p:spPr>
                <a:xfrm>
                  <a:off x="5055045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4F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89" name="pg1788">
                  <a:extLst>
                    <a:ext uri="{FF2B5EF4-FFF2-40B4-BE49-F238E27FC236}">
                      <a16:creationId xmlns:a16="http://schemas.microsoft.com/office/drawing/2014/main" id="{4802B4BC-1484-1329-34F6-AD867D4B5251}"/>
                    </a:ext>
                  </a:extLst>
                </p:cNvPr>
                <p:cNvSpPr/>
                <p:nvPr/>
              </p:nvSpPr>
              <p:spPr>
                <a:xfrm>
                  <a:off x="5066683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0" name="pg1789">
                  <a:extLst>
                    <a:ext uri="{FF2B5EF4-FFF2-40B4-BE49-F238E27FC236}">
                      <a16:creationId xmlns:a16="http://schemas.microsoft.com/office/drawing/2014/main" id="{DB2B18A8-34C7-6DA2-3711-921B976A4495}"/>
                    </a:ext>
                  </a:extLst>
                </p:cNvPr>
                <p:cNvSpPr/>
                <p:nvPr/>
              </p:nvSpPr>
              <p:spPr>
                <a:xfrm>
                  <a:off x="5078320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1" name="pg1790">
                  <a:extLst>
                    <a:ext uri="{FF2B5EF4-FFF2-40B4-BE49-F238E27FC236}">
                      <a16:creationId xmlns:a16="http://schemas.microsoft.com/office/drawing/2014/main" id="{4591767F-0E46-2B7F-39F9-94BAC206F1ED}"/>
                    </a:ext>
                  </a:extLst>
                </p:cNvPr>
                <p:cNvSpPr/>
                <p:nvPr/>
              </p:nvSpPr>
              <p:spPr>
                <a:xfrm>
                  <a:off x="5089957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7AB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2" name="pg1791">
                  <a:extLst>
                    <a:ext uri="{FF2B5EF4-FFF2-40B4-BE49-F238E27FC236}">
                      <a16:creationId xmlns:a16="http://schemas.microsoft.com/office/drawing/2014/main" id="{09EDA051-151A-2683-5BCB-3C10DCE6EC3C}"/>
                    </a:ext>
                  </a:extLst>
                </p:cNvPr>
                <p:cNvSpPr/>
                <p:nvPr/>
              </p:nvSpPr>
              <p:spPr>
                <a:xfrm>
                  <a:off x="5101595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3" name="pg1792">
                  <a:extLst>
                    <a:ext uri="{FF2B5EF4-FFF2-40B4-BE49-F238E27FC236}">
                      <a16:creationId xmlns:a16="http://schemas.microsoft.com/office/drawing/2014/main" id="{BD038DAF-AC59-DED7-24AC-9ACCB2217CFD}"/>
                    </a:ext>
                  </a:extLst>
                </p:cNvPr>
                <p:cNvSpPr/>
                <p:nvPr/>
              </p:nvSpPr>
              <p:spPr>
                <a:xfrm>
                  <a:off x="5113232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4" name="pg1793">
                  <a:extLst>
                    <a:ext uri="{FF2B5EF4-FFF2-40B4-BE49-F238E27FC236}">
                      <a16:creationId xmlns:a16="http://schemas.microsoft.com/office/drawing/2014/main" id="{DE36BB8D-1B88-F102-746E-EF548FDA1CD2}"/>
                    </a:ext>
                  </a:extLst>
                </p:cNvPr>
                <p:cNvSpPr/>
                <p:nvPr/>
              </p:nvSpPr>
              <p:spPr>
                <a:xfrm>
                  <a:off x="5124869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5" name="pg1794">
                  <a:extLst>
                    <a:ext uri="{FF2B5EF4-FFF2-40B4-BE49-F238E27FC236}">
                      <a16:creationId xmlns:a16="http://schemas.microsoft.com/office/drawing/2014/main" id="{06B629E7-EA53-3075-7797-7F38034CF5D9}"/>
                    </a:ext>
                  </a:extLst>
                </p:cNvPr>
                <p:cNvSpPr/>
                <p:nvPr/>
              </p:nvSpPr>
              <p:spPr>
                <a:xfrm>
                  <a:off x="5136507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AAB">
                    <a:alpha val="100000"/>
                  </a:srgbClr>
                </a:solidFill>
                <a:ln w="5420" cap="flat">
                  <a:solidFill>
                    <a:srgbClr val="52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6" name="pg1795">
                  <a:extLst>
                    <a:ext uri="{FF2B5EF4-FFF2-40B4-BE49-F238E27FC236}">
                      <a16:creationId xmlns:a16="http://schemas.microsoft.com/office/drawing/2014/main" id="{6AA54286-2C3C-BB96-9DEA-6AB668576CE2}"/>
                    </a:ext>
                  </a:extLst>
                </p:cNvPr>
                <p:cNvSpPr/>
                <p:nvPr/>
              </p:nvSpPr>
              <p:spPr>
                <a:xfrm>
                  <a:off x="5148144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7" name="pg1796">
                  <a:extLst>
                    <a:ext uri="{FF2B5EF4-FFF2-40B4-BE49-F238E27FC236}">
                      <a16:creationId xmlns:a16="http://schemas.microsoft.com/office/drawing/2014/main" id="{E082068B-B0B1-45BC-13D8-6D1B63C813E9}"/>
                    </a:ext>
                  </a:extLst>
                </p:cNvPr>
                <p:cNvSpPr/>
                <p:nvPr/>
              </p:nvSpPr>
              <p:spPr>
                <a:xfrm>
                  <a:off x="5159781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8" name="pg1797">
                  <a:extLst>
                    <a:ext uri="{FF2B5EF4-FFF2-40B4-BE49-F238E27FC236}">
                      <a16:creationId xmlns:a16="http://schemas.microsoft.com/office/drawing/2014/main" id="{69661D80-A6B9-2CCB-4B24-AF7DBC6B0D7E}"/>
                    </a:ext>
                  </a:extLst>
                </p:cNvPr>
                <p:cNvSpPr/>
                <p:nvPr/>
              </p:nvSpPr>
              <p:spPr>
                <a:xfrm>
                  <a:off x="5171419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AAB">
                    <a:alpha val="100000"/>
                  </a:srgbClr>
                </a:solidFill>
                <a:ln w="5420" cap="flat">
                  <a:solidFill>
                    <a:srgbClr val="52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199" name="pg1798">
                  <a:extLst>
                    <a:ext uri="{FF2B5EF4-FFF2-40B4-BE49-F238E27FC236}">
                      <a16:creationId xmlns:a16="http://schemas.microsoft.com/office/drawing/2014/main" id="{4E504BB9-B15E-AF56-D9D0-35C0F78DF163}"/>
                    </a:ext>
                  </a:extLst>
                </p:cNvPr>
                <p:cNvSpPr/>
                <p:nvPr/>
              </p:nvSpPr>
              <p:spPr>
                <a:xfrm>
                  <a:off x="5183056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AAB">
                    <a:alpha val="100000"/>
                  </a:srgbClr>
                </a:solidFill>
                <a:ln w="5420" cap="flat">
                  <a:solidFill>
                    <a:srgbClr val="52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0" name="pg1799">
                  <a:extLst>
                    <a:ext uri="{FF2B5EF4-FFF2-40B4-BE49-F238E27FC236}">
                      <a16:creationId xmlns:a16="http://schemas.microsoft.com/office/drawing/2014/main" id="{3C284723-9C73-6734-784B-3F71DA0D6EC9}"/>
                    </a:ext>
                  </a:extLst>
                </p:cNvPr>
                <p:cNvSpPr/>
                <p:nvPr/>
              </p:nvSpPr>
              <p:spPr>
                <a:xfrm>
                  <a:off x="5194693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1" name="pg1800">
                  <a:extLst>
                    <a:ext uri="{FF2B5EF4-FFF2-40B4-BE49-F238E27FC236}">
                      <a16:creationId xmlns:a16="http://schemas.microsoft.com/office/drawing/2014/main" id="{D72671CD-969E-FCC2-A0C4-F4A9CB0DE5C1}"/>
                    </a:ext>
                  </a:extLst>
                </p:cNvPr>
                <p:cNvSpPr/>
                <p:nvPr/>
              </p:nvSpPr>
              <p:spPr>
                <a:xfrm>
                  <a:off x="5206331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2" name="pg1801">
                  <a:extLst>
                    <a:ext uri="{FF2B5EF4-FFF2-40B4-BE49-F238E27FC236}">
                      <a16:creationId xmlns:a16="http://schemas.microsoft.com/office/drawing/2014/main" id="{9C520CC0-FECE-A34C-F3E5-151506DDFA06}"/>
                    </a:ext>
                  </a:extLst>
                </p:cNvPr>
                <p:cNvSpPr/>
                <p:nvPr/>
              </p:nvSpPr>
              <p:spPr>
                <a:xfrm>
                  <a:off x="5217968" y="399486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3" name="pg1802">
                  <a:extLst>
                    <a:ext uri="{FF2B5EF4-FFF2-40B4-BE49-F238E27FC236}">
                      <a16:creationId xmlns:a16="http://schemas.microsoft.com/office/drawing/2014/main" id="{91889A90-2D02-1404-85DF-DF0F5B338D98}"/>
                    </a:ext>
                  </a:extLst>
                </p:cNvPr>
                <p:cNvSpPr/>
                <p:nvPr/>
              </p:nvSpPr>
              <p:spPr>
                <a:xfrm>
                  <a:off x="5020133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4" name="pg1803">
                  <a:extLst>
                    <a:ext uri="{FF2B5EF4-FFF2-40B4-BE49-F238E27FC236}">
                      <a16:creationId xmlns:a16="http://schemas.microsoft.com/office/drawing/2014/main" id="{007F3378-51B4-323E-3DA1-5540C0D2408C}"/>
                    </a:ext>
                  </a:extLst>
                </p:cNvPr>
                <p:cNvSpPr/>
                <p:nvPr/>
              </p:nvSpPr>
              <p:spPr>
                <a:xfrm>
                  <a:off x="5031771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5" name="pg1804">
                  <a:extLst>
                    <a:ext uri="{FF2B5EF4-FFF2-40B4-BE49-F238E27FC236}">
                      <a16:creationId xmlns:a16="http://schemas.microsoft.com/office/drawing/2014/main" id="{97B22691-73FB-1E0A-A3BC-0D27DAE95054}"/>
                    </a:ext>
                  </a:extLst>
                </p:cNvPr>
                <p:cNvSpPr/>
                <p:nvPr/>
              </p:nvSpPr>
              <p:spPr>
                <a:xfrm>
                  <a:off x="5043408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6" name="pg1805">
                  <a:extLst>
                    <a:ext uri="{FF2B5EF4-FFF2-40B4-BE49-F238E27FC236}">
                      <a16:creationId xmlns:a16="http://schemas.microsoft.com/office/drawing/2014/main" id="{289646FC-FC1B-0E5E-0726-9A92970CA5AF}"/>
                    </a:ext>
                  </a:extLst>
                </p:cNvPr>
                <p:cNvSpPr/>
                <p:nvPr/>
              </p:nvSpPr>
              <p:spPr>
                <a:xfrm>
                  <a:off x="5055045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7" name="pg1806">
                  <a:extLst>
                    <a:ext uri="{FF2B5EF4-FFF2-40B4-BE49-F238E27FC236}">
                      <a16:creationId xmlns:a16="http://schemas.microsoft.com/office/drawing/2014/main" id="{3434E198-50CB-064D-3BFE-EF9F1B28CB63}"/>
                    </a:ext>
                  </a:extLst>
                </p:cNvPr>
                <p:cNvSpPr/>
                <p:nvPr/>
              </p:nvSpPr>
              <p:spPr>
                <a:xfrm>
                  <a:off x="5066683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8" name="pg1807">
                  <a:extLst>
                    <a:ext uri="{FF2B5EF4-FFF2-40B4-BE49-F238E27FC236}">
                      <a16:creationId xmlns:a16="http://schemas.microsoft.com/office/drawing/2014/main" id="{BC60795C-4800-5EF4-0375-843098ECB8D0}"/>
                    </a:ext>
                  </a:extLst>
                </p:cNvPr>
                <p:cNvSpPr/>
                <p:nvPr/>
              </p:nvSpPr>
              <p:spPr>
                <a:xfrm>
                  <a:off x="5078320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09" name="pg1808">
                  <a:extLst>
                    <a:ext uri="{FF2B5EF4-FFF2-40B4-BE49-F238E27FC236}">
                      <a16:creationId xmlns:a16="http://schemas.microsoft.com/office/drawing/2014/main" id="{181502EF-CF66-BCA8-071A-BCE82B8AE517}"/>
                    </a:ext>
                  </a:extLst>
                </p:cNvPr>
                <p:cNvSpPr/>
                <p:nvPr/>
              </p:nvSpPr>
              <p:spPr>
                <a:xfrm>
                  <a:off x="5089957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0" name="pg1809">
                  <a:extLst>
                    <a:ext uri="{FF2B5EF4-FFF2-40B4-BE49-F238E27FC236}">
                      <a16:creationId xmlns:a16="http://schemas.microsoft.com/office/drawing/2014/main" id="{4F317DF6-90B6-5736-A31B-84EEA1BEC73F}"/>
                    </a:ext>
                  </a:extLst>
                </p:cNvPr>
                <p:cNvSpPr/>
                <p:nvPr/>
              </p:nvSpPr>
              <p:spPr>
                <a:xfrm>
                  <a:off x="5101595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1" name="pg1810">
                  <a:extLst>
                    <a:ext uri="{FF2B5EF4-FFF2-40B4-BE49-F238E27FC236}">
                      <a16:creationId xmlns:a16="http://schemas.microsoft.com/office/drawing/2014/main" id="{8C0854E7-3690-2263-089B-C187BA1FC5DF}"/>
                    </a:ext>
                  </a:extLst>
                </p:cNvPr>
                <p:cNvSpPr/>
                <p:nvPr/>
              </p:nvSpPr>
              <p:spPr>
                <a:xfrm>
                  <a:off x="5113232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2" name="pg1811">
                  <a:extLst>
                    <a:ext uri="{FF2B5EF4-FFF2-40B4-BE49-F238E27FC236}">
                      <a16:creationId xmlns:a16="http://schemas.microsoft.com/office/drawing/2014/main" id="{402220F4-6F62-6D4D-88FB-CBC7994A7B97}"/>
                    </a:ext>
                  </a:extLst>
                </p:cNvPr>
                <p:cNvSpPr/>
                <p:nvPr/>
              </p:nvSpPr>
              <p:spPr>
                <a:xfrm>
                  <a:off x="5124869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3" name="pg1812">
                  <a:extLst>
                    <a:ext uri="{FF2B5EF4-FFF2-40B4-BE49-F238E27FC236}">
                      <a16:creationId xmlns:a16="http://schemas.microsoft.com/office/drawing/2014/main" id="{20BE216A-1122-855E-9123-3D64E53A5263}"/>
                    </a:ext>
                  </a:extLst>
                </p:cNvPr>
                <p:cNvSpPr/>
                <p:nvPr/>
              </p:nvSpPr>
              <p:spPr>
                <a:xfrm>
                  <a:off x="5136507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6AB">
                    <a:alpha val="100000"/>
                  </a:srgbClr>
                </a:solidFill>
                <a:ln w="5420" cap="flat">
                  <a:solidFill>
                    <a:srgbClr val="4F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4" name="pg1813">
                  <a:extLst>
                    <a:ext uri="{FF2B5EF4-FFF2-40B4-BE49-F238E27FC236}">
                      <a16:creationId xmlns:a16="http://schemas.microsoft.com/office/drawing/2014/main" id="{D4A10D4E-5961-1AEC-14FF-5A2C9457C7B6}"/>
                    </a:ext>
                  </a:extLst>
                </p:cNvPr>
                <p:cNvSpPr/>
                <p:nvPr/>
              </p:nvSpPr>
              <p:spPr>
                <a:xfrm>
                  <a:off x="5148144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5" name="pg1814">
                  <a:extLst>
                    <a:ext uri="{FF2B5EF4-FFF2-40B4-BE49-F238E27FC236}">
                      <a16:creationId xmlns:a16="http://schemas.microsoft.com/office/drawing/2014/main" id="{30DA7C4C-FA35-BBC9-83DB-46CDC50FAF9D}"/>
                    </a:ext>
                  </a:extLst>
                </p:cNvPr>
                <p:cNvSpPr/>
                <p:nvPr/>
              </p:nvSpPr>
              <p:spPr>
                <a:xfrm>
                  <a:off x="5159781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6" name="pg1815">
                  <a:extLst>
                    <a:ext uri="{FF2B5EF4-FFF2-40B4-BE49-F238E27FC236}">
                      <a16:creationId xmlns:a16="http://schemas.microsoft.com/office/drawing/2014/main" id="{315EBDD2-86B0-ACEB-DA75-C659B6329E55}"/>
                    </a:ext>
                  </a:extLst>
                </p:cNvPr>
                <p:cNvSpPr/>
                <p:nvPr/>
              </p:nvSpPr>
              <p:spPr>
                <a:xfrm>
                  <a:off x="5171419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7" name="pg1816">
                  <a:extLst>
                    <a:ext uri="{FF2B5EF4-FFF2-40B4-BE49-F238E27FC236}">
                      <a16:creationId xmlns:a16="http://schemas.microsoft.com/office/drawing/2014/main" id="{13DBD68C-0F8F-1F68-24EA-4A5B38989FFC}"/>
                    </a:ext>
                  </a:extLst>
                </p:cNvPr>
                <p:cNvSpPr/>
                <p:nvPr/>
              </p:nvSpPr>
              <p:spPr>
                <a:xfrm>
                  <a:off x="5183056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8" name="pg1817">
                  <a:extLst>
                    <a:ext uri="{FF2B5EF4-FFF2-40B4-BE49-F238E27FC236}">
                      <a16:creationId xmlns:a16="http://schemas.microsoft.com/office/drawing/2014/main" id="{8849E2D7-463C-6983-0E79-9ED7512F1C9E}"/>
                    </a:ext>
                  </a:extLst>
                </p:cNvPr>
                <p:cNvSpPr/>
                <p:nvPr/>
              </p:nvSpPr>
              <p:spPr>
                <a:xfrm>
                  <a:off x="5194693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19" name="pg1818">
                  <a:extLst>
                    <a:ext uri="{FF2B5EF4-FFF2-40B4-BE49-F238E27FC236}">
                      <a16:creationId xmlns:a16="http://schemas.microsoft.com/office/drawing/2014/main" id="{597C5F3A-3842-75CB-7CF7-C324E7932101}"/>
                    </a:ext>
                  </a:extLst>
                </p:cNvPr>
                <p:cNvSpPr/>
                <p:nvPr/>
              </p:nvSpPr>
              <p:spPr>
                <a:xfrm>
                  <a:off x="5206331" y="40091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0" name="pg1819">
                  <a:extLst>
                    <a:ext uri="{FF2B5EF4-FFF2-40B4-BE49-F238E27FC236}">
                      <a16:creationId xmlns:a16="http://schemas.microsoft.com/office/drawing/2014/main" id="{465F8AFC-2EF4-C305-2583-222F368FC8C5}"/>
                    </a:ext>
                  </a:extLst>
                </p:cNvPr>
                <p:cNvSpPr/>
                <p:nvPr/>
              </p:nvSpPr>
              <p:spPr>
                <a:xfrm>
                  <a:off x="5020133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1" name="pg1820">
                  <a:extLst>
                    <a:ext uri="{FF2B5EF4-FFF2-40B4-BE49-F238E27FC236}">
                      <a16:creationId xmlns:a16="http://schemas.microsoft.com/office/drawing/2014/main" id="{BCF626CB-5E24-5E76-5BC7-66B11A85FD98}"/>
                    </a:ext>
                  </a:extLst>
                </p:cNvPr>
                <p:cNvSpPr/>
                <p:nvPr/>
              </p:nvSpPr>
              <p:spPr>
                <a:xfrm>
                  <a:off x="5031771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2" name="pg1821">
                  <a:extLst>
                    <a:ext uri="{FF2B5EF4-FFF2-40B4-BE49-F238E27FC236}">
                      <a16:creationId xmlns:a16="http://schemas.microsoft.com/office/drawing/2014/main" id="{7422F53D-1139-AEA5-0BBC-DB70B9A97B6C}"/>
                    </a:ext>
                  </a:extLst>
                </p:cNvPr>
                <p:cNvSpPr/>
                <p:nvPr/>
              </p:nvSpPr>
              <p:spPr>
                <a:xfrm>
                  <a:off x="5043408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3" name="pg1822">
                  <a:extLst>
                    <a:ext uri="{FF2B5EF4-FFF2-40B4-BE49-F238E27FC236}">
                      <a16:creationId xmlns:a16="http://schemas.microsoft.com/office/drawing/2014/main" id="{47E62936-62CE-8A47-2844-8709CD8190F9}"/>
                    </a:ext>
                  </a:extLst>
                </p:cNvPr>
                <p:cNvSpPr/>
                <p:nvPr/>
              </p:nvSpPr>
              <p:spPr>
                <a:xfrm>
                  <a:off x="5055045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4" name="pg1823">
                  <a:extLst>
                    <a:ext uri="{FF2B5EF4-FFF2-40B4-BE49-F238E27FC236}">
                      <a16:creationId xmlns:a16="http://schemas.microsoft.com/office/drawing/2014/main" id="{597F87F1-EE91-503C-DC30-98D6977411EB}"/>
                    </a:ext>
                  </a:extLst>
                </p:cNvPr>
                <p:cNvSpPr/>
                <p:nvPr/>
              </p:nvSpPr>
              <p:spPr>
                <a:xfrm>
                  <a:off x="5066683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5" name="pg1824">
                  <a:extLst>
                    <a:ext uri="{FF2B5EF4-FFF2-40B4-BE49-F238E27FC236}">
                      <a16:creationId xmlns:a16="http://schemas.microsoft.com/office/drawing/2014/main" id="{DC2F7DCC-0A02-E7BE-9438-EF42C7A20952}"/>
                    </a:ext>
                  </a:extLst>
                </p:cNvPr>
                <p:cNvSpPr/>
                <p:nvPr/>
              </p:nvSpPr>
              <p:spPr>
                <a:xfrm>
                  <a:off x="5078320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DAB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6" name="pg1825">
                  <a:extLst>
                    <a:ext uri="{FF2B5EF4-FFF2-40B4-BE49-F238E27FC236}">
                      <a16:creationId xmlns:a16="http://schemas.microsoft.com/office/drawing/2014/main" id="{71477393-72BF-1EF9-4739-271FB98EC483}"/>
                    </a:ext>
                  </a:extLst>
                </p:cNvPr>
                <p:cNvSpPr/>
                <p:nvPr/>
              </p:nvSpPr>
              <p:spPr>
                <a:xfrm>
                  <a:off x="5089957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7" name="pg1826">
                  <a:extLst>
                    <a:ext uri="{FF2B5EF4-FFF2-40B4-BE49-F238E27FC236}">
                      <a16:creationId xmlns:a16="http://schemas.microsoft.com/office/drawing/2014/main" id="{9DA1249E-4931-CCC4-129F-5858844D3535}"/>
                    </a:ext>
                  </a:extLst>
                </p:cNvPr>
                <p:cNvSpPr/>
                <p:nvPr/>
              </p:nvSpPr>
              <p:spPr>
                <a:xfrm>
                  <a:off x="5101595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8" name="pg1827">
                  <a:extLst>
                    <a:ext uri="{FF2B5EF4-FFF2-40B4-BE49-F238E27FC236}">
                      <a16:creationId xmlns:a16="http://schemas.microsoft.com/office/drawing/2014/main" id="{4423A32D-92E4-3C26-BDD1-D21B756111D3}"/>
                    </a:ext>
                  </a:extLst>
                </p:cNvPr>
                <p:cNvSpPr/>
                <p:nvPr/>
              </p:nvSpPr>
              <p:spPr>
                <a:xfrm>
                  <a:off x="5113232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29" name="pg1828">
                  <a:extLst>
                    <a:ext uri="{FF2B5EF4-FFF2-40B4-BE49-F238E27FC236}">
                      <a16:creationId xmlns:a16="http://schemas.microsoft.com/office/drawing/2014/main" id="{358AC20F-EAE5-8A4E-F707-EFD1CC46D674}"/>
                    </a:ext>
                  </a:extLst>
                </p:cNvPr>
                <p:cNvSpPr/>
                <p:nvPr/>
              </p:nvSpPr>
              <p:spPr>
                <a:xfrm>
                  <a:off x="5124869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0" name="pg1829">
                  <a:extLst>
                    <a:ext uri="{FF2B5EF4-FFF2-40B4-BE49-F238E27FC236}">
                      <a16:creationId xmlns:a16="http://schemas.microsoft.com/office/drawing/2014/main" id="{5DC195D4-AD9D-D947-93B3-BC87190EDDC8}"/>
                    </a:ext>
                  </a:extLst>
                </p:cNvPr>
                <p:cNvSpPr/>
                <p:nvPr/>
              </p:nvSpPr>
              <p:spPr>
                <a:xfrm>
                  <a:off x="5136507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2AB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1" name="pg1830">
                  <a:extLst>
                    <a:ext uri="{FF2B5EF4-FFF2-40B4-BE49-F238E27FC236}">
                      <a16:creationId xmlns:a16="http://schemas.microsoft.com/office/drawing/2014/main" id="{DE773854-48E4-D161-617A-F8B693473F54}"/>
                    </a:ext>
                  </a:extLst>
                </p:cNvPr>
                <p:cNvSpPr/>
                <p:nvPr/>
              </p:nvSpPr>
              <p:spPr>
                <a:xfrm>
                  <a:off x="5148144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2" name="pg1831">
                  <a:extLst>
                    <a:ext uri="{FF2B5EF4-FFF2-40B4-BE49-F238E27FC236}">
                      <a16:creationId xmlns:a16="http://schemas.microsoft.com/office/drawing/2014/main" id="{947E5F05-FAD0-C172-097F-715BC49C9906}"/>
                    </a:ext>
                  </a:extLst>
                </p:cNvPr>
                <p:cNvSpPr/>
                <p:nvPr/>
              </p:nvSpPr>
              <p:spPr>
                <a:xfrm>
                  <a:off x="5159781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3" name="pg1832">
                  <a:extLst>
                    <a:ext uri="{FF2B5EF4-FFF2-40B4-BE49-F238E27FC236}">
                      <a16:creationId xmlns:a16="http://schemas.microsoft.com/office/drawing/2014/main" id="{8BF8DA41-0766-2162-907D-F877331EA257}"/>
                    </a:ext>
                  </a:extLst>
                </p:cNvPr>
                <p:cNvSpPr/>
                <p:nvPr/>
              </p:nvSpPr>
              <p:spPr>
                <a:xfrm>
                  <a:off x="5171419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4" name="pg1833">
                  <a:extLst>
                    <a:ext uri="{FF2B5EF4-FFF2-40B4-BE49-F238E27FC236}">
                      <a16:creationId xmlns:a16="http://schemas.microsoft.com/office/drawing/2014/main" id="{490593E2-A739-7507-025D-533CA6BC90FD}"/>
                    </a:ext>
                  </a:extLst>
                </p:cNvPr>
                <p:cNvSpPr/>
                <p:nvPr/>
              </p:nvSpPr>
              <p:spPr>
                <a:xfrm>
                  <a:off x="5183056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5" name="pg1834">
                  <a:extLst>
                    <a:ext uri="{FF2B5EF4-FFF2-40B4-BE49-F238E27FC236}">
                      <a16:creationId xmlns:a16="http://schemas.microsoft.com/office/drawing/2014/main" id="{C8518F3B-A958-5358-E4BB-783147B0DADB}"/>
                    </a:ext>
                  </a:extLst>
                </p:cNvPr>
                <p:cNvSpPr/>
                <p:nvPr/>
              </p:nvSpPr>
              <p:spPr>
                <a:xfrm>
                  <a:off x="5194693" y="402346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6" name="pg1835">
                  <a:extLst>
                    <a:ext uri="{FF2B5EF4-FFF2-40B4-BE49-F238E27FC236}">
                      <a16:creationId xmlns:a16="http://schemas.microsoft.com/office/drawing/2014/main" id="{073B904A-1415-BC85-8AB0-7E97F4C9888C}"/>
                    </a:ext>
                  </a:extLst>
                </p:cNvPr>
                <p:cNvSpPr/>
                <p:nvPr/>
              </p:nvSpPr>
              <p:spPr>
                <a:xfrm>
                  <a:off x="5020133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1AA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7" name="pg1836">
                  <a:extLst>
                    <a:ext uri="{FF2B5EF4-FFF2-40B4-BE49-F238E27FC236}">
                      <a16:creationId xmlns:a16="http://schemas.microsoft.com/office/drawing/2014/main" id="{2652E99F-8C91-5509-438B-5422CCD4209A}"/>
                    </a:ext>
                  </a:extLst>
                </p:cNvPr>
                <p:cNvSpPr/>
                <p:nvPr/>
              </p:nvSpPr>
              <p:spPr>
                <a:xfrm>
                  <a:off x="5031771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8" name="pg1837">
                  <a:extLst>
                    <a:ext uri="{FF2B5EF4-FFF2-40B4-BE49-F238E27FC236}">
                      <a16:creationId xmlns:a16="http://schemas.microsoft.com/office/drawing/2014/main" id="{6D8183F7-8D43-DBE8-4BD4-A24AB0E07B64}"/>
                    </a:ext>
                  </a:extLst>
                </p:cNvPr>
                <p:cNvSpPr/>
                <p:nvPr/>
              </p:nvSpPr>
              <p:spPr>
                <a:xfrm>
                  <a:off x="5043408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39" name="pg1838">
                  <a:extLst>
                    <a:ext uri="{FF2B5EF4-FFF2-40B4-BE49-F238E27FC236}">
                      <a16:creationId xmlns:a16="http://schemas.microsoft.com/office/drawing/2014/main" id="{1799996B-8B80-C30B-10AA-827B6AA6DF4E}"/>
                    </a:ext>
                  </a:extLst>
                </p:cNvPr>
                <p:cNvSpPr/>
                <p:nvPr/>
              </p:nvSpPr>
              <p:spPr>
                <a:xfrm>
                  <a:off x="5055045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6AA">
                    <a:alpha val="100000"/>
                  </a:srgbClr>
                </a:solidFill>
                <a:ln w="5420" cap="flat">
                  <a:solidFill>
                    <a:srgbClr val="42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0" name="pg1839">
                  <a:extLst>
                    <a:ext uri="{FF2B5EF4-FFF2-40B4-BE49-F238E27FC236}">
                      <a16:creationId xmlns:a16="http://schemas.microsoft.com/office/drawing/2014/main" id="{98FE8E40-B78E-05F0-B9F1-59983F098CFC}"/>
                    </a:ext>
                  </a:extLst>
                </p:cNvPr>
                <p:cNvSpPr/>
                <p:nvPr/>
              </p:nvSpPr>
              <p:spPr>
                <a:xfrm>
                  <a:off x="5066683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1" name="pg1840">
                  <a:extLst>
                    <a:ext uri="{FF2B5EF4-FFF2-40B4-BE49-F238E27FC236}">
                      <a16:creationId xmlns:a16="http://schemas.microsoft.com/office/drawing/2014/main" id="{1D71DB22-F0BD-138C-D57F-640C6B4186BC}"/>
                    </a:ext>
                  </a:extLst>
                </p:cNvPr>
                <p:cNvSpPr/>
                <p:nvPr/>
              </p:nvSpPr>
              <p:spPr>
                <a:xfrm>
                  <a:off x="5078320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2" name="pg1841">
                  <a:extLst>
                    <a:ext uri="{FF2B5EF4-FFF2-40B4-BE49-F238E27FC236}">
                      <a16:creationId xmlns:a16="http://schemas.microsoft.com/office/drawing/2014/main" id="{5375F5F9-0357-DC82-5FC2-CDA5D1C39F5E}"/>
                    </a:ext>
                  </a:extLst>
                </p:cNvPr>
                <p:cNvSpPr/>
                <p:nvPr/>
              </p:nvSpPr>
              <p:spPr>
                <a:xfrm>
                  <a:off x="5089957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3" name="pg1842">
                  <a:extLst>
                    <a:ext uri="{FF2B5EF4-FFF2-40B4-BE49-F238E27FC236}">
                      <a16:creationId xmlns:a16="http://schemas.microsoft.com/office/drawing/2014/main" id="{039F0F11-1C47-9B7F-BBB2-3F2DE4581932}"/>
                    </a:ext>
                  </a:extLst>
                </p:cNvPr>
                <p:cNvSpPr/>
                <p:nvPr/>
              </p:nvSpPr>
              <p:spPr>
                <a:xfrm>
                  <a:off x="5101595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BAA">
                    <a:alpha val="100000"/>
                  </a:srgbClr>
                </a:solidFill>
                <a:ln w="5420" cap="flat">
                  <a:solidFill>
                    <a:srgbClr val="48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4" name="pg1843">
                  <a:extLst>
                    <a:ext uri="{FF2B5EF4-FFF2-40B4-BE49-F238E27FC236}">
                      <a16:creationId xmlns:a16="http://schemas.microsoft.com/office/drawing/2014/main" id="{F9A986B8-ABD4-AD49-A32A-06B20624AF44}"/>
                    </a:ext>
                  </a:extLst>
                </p:cNvPr>
                <p:cNvSpPr/>
                <p:nvPr/>
              </p:nvSpPr>
              <p:spPr>
                <a:xfrm>
                  <a:off x="5113232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B">
                    <a:alpha val="100000"/>
                  </a:srgbClr>
                </a:solidFill>
                <a:ln w="5420" cap="flat">
                  <a:solidFill>
                    <a:srgbClr val="48A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5" name="pg1844">
                  <a:extLst>
                    <a:ext uri="{FF2B5EF4-FFF2-40B4-BE49-F238E27FC236}">
                      <a16:creationId xmlns:a16="http://schemas.microsoft.com/office/drawing/2014/main" id="{BF985179-9BEC-6793-5A31-C717877EA11D}"/>
                    </a:ext>
                  </a:extLst>
                </p:cNvPr>
                <p:cNvSpPr/>
                <p:nvPr/>
              </p:nvSpPr>
              <p:spPr>
                <a:xfrm>
                  <a:off x="5124869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6" name="pg1845">
                  <a:extLst>
                    <a:ext uri="{FF2B5EF4-FFF2-40B4-BE49-F238E27FC236}">
                      <a16:creationId xmlns:a16="http://schemas.microsoft.com/office/drawing/2014/main" id="{DD09B926-94EF-F4EE-4F85-17B45BCD03B2}"/>
                    </a:ext>
                  </a:extLst>
                </p:cNvPr>
                <p:cNvSpPr/>
                <p:nvPr/>
              </p:nvSpPr>
              <p:spPr>
                <a:xfrm>
                  <a:off x="5136507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7" name="pg1846">
                  <a:extLst>
                    <a:ext uri="{FF2B5EF4-FFF2-40B4-BE49-F238E27FC236}">
                      <a16:creationId xmlns:a16="http://schemas.microsoft.com/office/drawing/2014/main" id="{E0965E0A-93AC-D170-3B13-A3FFC884390F}"/>
                    </a:ext>
                  </a:extLst>
                </p:cNvPr>
                <p:cNvSpPr/>
                <p:nvPr/>
              </p:nvSpPr>
              <p:spPr>
                <a:xfrm>
                  <a:off x="5148144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8" name="pg1847">
                  <a:extLst>
                    <a:ext uri="{FF2B5EF4-FFF2-40B4-BE49-F238E27FC236}">
                      <a16:creationId xmlns:a16="http://schemas.microsoft.com/office/drawing/2014/main" id="{FFE81C11-3C36-C119-3470-A51341DE04C1}"/>
                    </a:ext>
                  </a:extLst>
                </p:cNvPr>
                <p:cNvSpPr/>
                <p:nvPr/>
              </p:nvSpPr>
              <p:spPr>
                <a:xfrm>
                  <a:off x="5159781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49" name="pg1848">
                  <a:extLst>
                    <a:ext uri="{FF2B5EF4-FFF2-40B4-BE49-F238E27FC236}">
                      <a16:creationId xmlns:a16="http://schemas.microsoft.com/office/drawing/2014/main" id="{49F83BCE-5FC9-9138-5BC5-75524CDE7D41}"/>
                    </a:ext>
                  </a:extLst>
                </p:cNvPr>
                <p:cNvSpPr/>
                <p:nvPr/>
              </p:nvSpPr>
              <p:spPr>
                <a:xfrm>
                  <a:off x="5171419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0" name="pg1849">
                  <a:extLst>
                    <a:ext uri="{FF2B5EF4-FFF2-40B4-BE49-F238E27FC236}">
                      <a16:creationId xmlns:a16="http://schemas.microsoft.com/office/drawing/2014/main" id="{8BC22105-CFB3-F650-C87D-23C4CD179EEE}"/>
                    </a:ext>
                  </a:extLst>
                </p:cNvPr>
                <p:cNvSpPr/>
                <p:nvPr/>
              </p:nvSpPr>
              <p:spPr>
                <a:xfrm>
                  <a:off x="5183056" y="40377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1" name="pg1850">
                  <a:extLst>
                    <a:ext uri="{FF2B5EF4-FFF2-40B4-BE49-F238E27FC236}">
                      <a16:creationId xmlns:a16="http://schemas.microsoft.com/office/drawing/2014/main" id="{D31B7849-C531-3F5D-C916-5A1B41441342}"/>
                    </a:ext>
                  </a:extLst>
                </p:cNvPr>
                <p:cNvSpPr/>
                <p:nvPr/>
              </p:nvSpPr>
              <p:spPr>
                <a:xfrm>
                  <a:off x="5020133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2" name="pg1851">
                  <a:extLst>
                    <a:ext uri="{FF2B5EF4-FFF2-40B4-BE49-F238E27FC236}">
                      <a16:creationId xmlns:a16="http://schemas.microsoft.com/office/drawing/2014/main" id="{6D416AB9-541E-60D0-944C-90244BB8579B}"/>
                    </a:ext>
                  </a:extLst>
                </p:cNvPr>
                <p:cNvSpPr/>
                <p:nvPr/>
              </p:nvSpPr>
              <p:spPr>
                <a:xfrm>
                  <a:off x="5031771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EAA">
                    <a:alpha val="100000"/>
                  </a:srgbClr>
                </a:solidFill>
                <a:ln w="5420" cap="flat">
                  <a:solidFill>
                    <a:srgbClr val="3C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3" name="pg1852">
                  <a:extLst>
                    <a:ext uri="{FF2B5EF4-FFF2-40B4-BE49-F238E27FC236}">
                      <a16:creationId xmlns:a16="http://schemas.microsoft.com/office/drawing/2014/main" id="{AB00952F-3697-51BF-28CB-C7747320253D}"/>
                    </a:ext>
                  </a:extLst>
                </p:cNvPr>
                <p:cNvSpPr/>
                <p:nvPr/>
              </p:nvSpPr>
              <p:spPr>
                <a:xfrm>
                  <a:off x="5043408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4" name="pg1853">
                  <a:extLst>
                    <a:ext uri="{FF2B5EF4-FFF2-40B4-BE49-F238E27FC236}">
                      <a16:creationId xmlns:a16="http://schemas.microsoft.com/office/drawing/2014/main" id="{399D2143-DACC-03B0-5130-70749EA02F43}"/>
                    </a:ext>
                  </a:extLst>
                </p:cNvPr>
                <p:cNvSpPr/>
                <p:nvPr/>
              </p:nvSpPr>
              <p:spPr>
                <a:xfrm>
                  <a:off x="5055045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1AA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5" name="pg1854">
                  <a:extLst>
                    <a:ext uri="{FF2B5EF4-FFF2-40B4-BE49-F238E27FC236}">
                      <a16:creationId xmlns:a16="http://schemas.microsoft.com/office/drawing/2014/main" id="{964EE807-B2F1-73A1-5BD2-A6EC96D2972B}"/>
                    </a:ext>
                  </a:extLst>
                </p:cNvPr>
                <p:cNvSpPr/>
                <p:nvPr/>
              </p:nvSpPr>
              <p:spPr>
                <a:xfrm>
                  <a:off x="5066683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6" name="pg1855">
                  <a:extLst>
                    <a:ext uri="{FF2B5EF4-FFF2-40B4-BE49-F238E27FC236}">
                      <a16:creationId xmlns:a16="http://schemas.microsoft.com/office/drawing/2014/main" id="{0BD9BF7A-D543-25FD-4B6A-322FAE790E62}"/>
                    </a:ext>
                  </a:extLst>
                </p:cNvPr>
                <p:cNvSpPr/>
                <p:nvPr/>
              </p:nvSpPr>
              <p:spPr>
                <a:xfrm>
                  <a:off x="5078320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7" name="pg1856">
                  <a:extLst>
                    <a:ext uri="{FF2B5EF4-FFF2-40B4-BE49-F238E27FC236}">
                      <a16:creationId xmlns:a16="http://schemas.microsoft.com/office/drawing/2014/main" id="{91EF63B4-14F8-9F15-BFAC-C8D2F80CC022}"/>
                    </a:ext>
                  </a:extLst>
                </p:cNvPr>
                <p:cNvSpPr/>
                <p:nvPr/>
              </p:nvSpPr>
              <p:spPr>
                <a:xfrm>
                  <a:off x="5089957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8" name="pg1857">
                  <a:extLst>
                    <a:ext uri="{FF2B5EF4-FFF2-40B4-BE49-F238E27FC236}">
                      <a16:creationId xmlns:a16="http://schemas.microsoft.com/office/drawing/2014/main" id="{BCAE8E99-E95F-4BDC-58EF-D43D99B2009F}"/>
                    </a:ext>
                  </a:extLst>
                </p:cNvPr>
                <p:cNvSpPr/>
                <p:nvPr/>
              </p:nvSpPr>
              <p:spPr>
                <a:xfrm>
                  <a:off x="5101595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8AA">
                    <a:alpha val="100000"/>
                  </a:srgbClr>
                </a:solidFill>
                <a:ln w="5420" cap="flat">
                  <a:solidFill>
                    <a:srgbClr val="44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59" name="pg1858">
                  <a:extLst>
                    <a:ext uri="{FF2B5EF4-FFF2-40B4-BE49-F238E27FC236}">
                      <a16:creationId xmlns:a16="http://schemas.microsoft.com/office/drawing/2014/main" id="{45D1BD96-32D6-AE5D-E4B1-F6761866355D}"/>
                    </a:ext>
                  </a:extLst>
                </p:cNvPr>
                <p:cNvSpPr/>
                <p:nvPr/>
              </p:nvSpPr>
              <p:spPr>
                <a:xfrm>
                  <a:off x="5113232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0" name="pg1859">
                  <a:extLst>
                    <a:ext uri="{FF2B5EF4-FFF2-40B4-BE49-F238E27FC236}">
                      <a16:creationId xmlns:a16="http://schemas.microsoft.com/office/drawing/2014/main" id="{4808F170-5D7F-0004-9179-A3F7ADBED591}"/>
                    </a:ext>
                  </a:extLst>
                </p:cNvPr>
                <p:cNvSpPr/>
                <p:nvPr/>
              </p:nvSpPr>
              <p:spPr>
                <a:xfrm>
                  <a:off x="5124869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1" name="pg1860">
                  <a:extLst>
                    <a:ext uri="{FF2B5EF4-FFF2-40B4-BE49-F238E27FC236}">
                      <a16:creationId xmlns:a16="http://schemas.microsoft.com/office/drawing/2014/main" id="{F887B730-2B2B-26E0-F7F5-F576A3D2921F}"/>
                    </a:ext>
                  </a:extLst>
                </p:cNvPr>
                <p:cNvSpPr/>
                <p:nvPr/>
              </p:nvSpPr>
              <p:spPr>
                <a:xfrm>
                  <a:off x="5136507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AAA">
                    <a:alpha val="100000"/>
                  </a:srgbClr>
                </a:solidFill>
                <a:ln w="5420" cap="flat">
                  <a:solidFill>
                    <a:srgbClr val="47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2" name="pg1861">
                  <a:extLst>
                    <a:ext uri="{FF2B5EF4-FFF2-40B4-BE49-F238E27FC236}">
                      <a16:creationId xmlns:a16="http://schemas.microsoft.com/office/drawing/2014/main" id="{F9B3AB8B-D8B5-FC73-5237-91D994C23F6A}"/>
                    </a:ext>
                  </a:extLst>
                </p:cNvPr>
                <p:cNvSpPr/>
                <p:nvPr/>
              </p:nvSpPr>
              <p:spPr>
                <a:xfrm>
                  <a:off x="5148144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3" name="pg1862">
                  <a:extLst>
                    <a:ext uri="{FF2B5EF4-FFF2-40B4-BE49-F238E27FC236}">
                      <a16:creationId xmlns:a16="http://schemas.microsoft.com/office/drawing/2014/main" id="{67959CBF-33B5-FA0E-7657-64F72C0BDDA7}"/>
                    </a:ext>
                  </a:extLst>
                </p:cNvPr>
                <p:cNvSpPr/>
                <p:nvPr/>
              </p:nvSpPr>
              <p:spPr>
                <a:xfrm>
                  <a:off x="5159781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4" name="pg1863">
                  <a:extLst>
                    <a:ext uri="{FF2B5EF4-FFF2-40B4-BE49-F238E27FC236}">
                      <a16:creationId xmlns:a16="http://schemas.microsoft.com/office/drawing/2014/main" id="{E0EA0C94-64D1-E8CE-9AE6-953B2B80BEC9}"/>
                    </a:ext>
                  </a:extLst>
                </p:cNvPr>
                <p:cNvSpPr/>
                <p:nvPr/>
              </p:nvSpPr>
              <p:spPr>
                <a:xfrm>
                  <a:off x="5171419" y="405206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B">
                    <a:alpha val="100000"/>
                  </a:srgbClr>
                </a:solidFill>
                <a:ln w="5420" cap="flat">
                  <a:solidFill>
                    <a:srgbClr val="48A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5" name="pg1864">
                  <a:extLst>
                    <a:ext uri="{FF2B5EF4-FFF2-40B4-BE49-F238E27FC236}">
                      <a16:creationId xmlns:a16="http://schemas.microsoft.com/office/drawing/2014/main" id="{A5203149-C36F-C6E7-825D-FE9885FA7F2F}"/>
                    </a:ext>
                  </a:extLst>
                </p:cNvPr>
                <p:cNvSpPr/>
                <p:nvPr/>
              </p:nvSpPr>
              <p:spPr>
                <a:xfrm>
                  <a:off x="5008496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7A9">
                    <a:alpha val="100000"/>
                  </a:srgbClr>
                </a:solidFill>
                <a:ln w="5420" cap="flat">
                  <a:solidFill>
                    <a:srgbClr val="35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6" name="pg1865">
                  <a:extLst>
                    <a:ext uri="{FF2B5EF4-FFF2-40B4-BE49-F238E27FC236}">
                      <a16:creationId xmlns:a16="http://schemas.microsoft.com/office/drawing/2014/main" id="{0B722661-2CD3-7A80-5EFD-B9DFFBECA7B0}"/>
                    </a:ext>
                  </a:extLst>
                </p:cNvPr>
                <p:cNvSpPr/>
                <p:nvPr/>
              </p:nvSpPr>
              <p:spPr>
                <a:xfrm>
                  <a:off x="5020133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7" name="pg1866">
                  <a:extLst>
                    <a:ext uri="{FF2B5EF4-FFF2-40B4-BE49-F238E27FC236}">
                      <a16:creationId xmlns:a16="http://schemas.microsoft.com/office/drawing/2014/main" id="{DA35828A-7393-D341-C32D-2D4A09A4376D}"/>
                    </a:ext>
                  </a:extLst>
                </p:cNvPr>
                <p:cNvSpPr/>
                <p:nvPr/>
              </p:nvSpPr>
              <p:spPr>
                <a:xfrm>
                  <a:off x="5031771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8" name="pg1867">
                  <a:extLst>
                    <a:ext uri="{FF2B5EF4-FFF2-40B4-BE49-F238E27FC236}">
                      <a16:creationId xmlns:a16="http://schemas.microsoft.com/office/drawing/2014/main" id="{85BA21D3-32FC-921C-71B0-28010656C000}"/>
                    </a:ext>
                  </a:extLst>
                </p:cNvPr>
                <p:cNvSpPr/>
                <p:nvPr/>
              </p:nvSpPr>
              <p:spPr>
                <a:xfrm>
                  <a:off x="5043408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69" name="pg1868">
                  <a:extLst>
                    <a:ext uri="{FF2B5EF4-FFF2-40B4-BE49-F238E27FC236}">
                      <a16:creationId xmlns:a16="http://schemas.microsoft.com/office/drawing/2014/main" id="{06D5668F-26CD-1003-2D2D-E666F6FF222D}"/>
                    </a:ext>
                  </a:extLst>
                </p:cNvPr>
                <p:cNvSpPr/>
                <p:nvPr/>
              </p:nvSpPr>
              <p:spPr>
                <a:xfrm>
                  <a:off x="5055045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DA9">
                    <a:alpha val="100000"/>
                  </a:srgbClr>
                </a:solidFill>
                <a:ln w="5420" cap="flat">
                  <a:solidFill>
                    <a:srgbClr val="3B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0" name="pg1869">
                  <a:extLst>
                    <a:ext uri="{FF2B5EF4-FFF2-40B4-BE49-F238E27FC236}">
                      <a16:creationId xmlns:a16="http://schemas.microsoft.com/office/drawing/2014/main" id="{87ED4F9F-D1DA-0CCF-C886-25E279696145}"/>
                    </a:ext>
                  </a:extLst>
                </p:cNvPr>
                <p:cNvSpPr/>
                <p:nvPr/>
              </p:nvSpPr>
              <p:spPr>
                <a:xfrm>
                  <a:off x="5066683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1" name="pg1870">
                  <a:extLst>
                    <a:ext uri="{FF2B5EF4-FFF2-40B4-BE49-F238E27FC236}">
                      <a16:creationId xmlns:a16="http://schemas.microsoft.com/office/drawing/2014/main" id="{BD73C69D-1692-49C4-227C-87747F4BBDA8}"/>
                    </a:ext>
                  </a:extLst>
                </p:cNvPr>
                <p:cNvSpPr/>
                <p:nvPr/>
              </p:nvSpPr>
              <p:spPr>
                <a:xfrm>
                  <a:off x="5078320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2" name="pg1871">
                  <a:extLst>
                    <a:ext uri="{FF2B5EF4-FFF2-40B4-BE49-F238E27FC236}">
                      <a16:creationId xmlns:a16="http://schemas.microsoft.com/office/drawing/2014/main" id="{235BB587-7A90-CFE6-802F-62E9EC3CD6DC}"/>
                    </a:ext>
                  </a:extLst>
                </p:cNvPr>
                <p:cNvSpPr/>
                <p:nvPr/>
              </p:nvSpPr>
              <p:spPr>
                <a:xfrm>
                  <a:off x="5089957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1AA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3" name="pg1872">
                  <a:extLst>
                    <a:ext uri="{FF2B5EF4-FFF2-40B4-BE49-F238E27FC236}">
                      <a16:creationId xmlns:a16="http://schemas.microsoft.com/office/drawing/2014/main" id="{D586BE8D-D85B-4297-5E00-72E187480319}"/>
                    </a:ext>
                  </a:extLst>
                </p:cNvPr>
                <p:cNvSpPr/>
                <p:nvPr/>
              </p:nvSpPr>
              <p:spPr>
                <a:xfrm>
                  <a:off x="5101595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4" name="pg1873">
                  <a:extLst>
                    <a:ext uri="{FF2B5EF4-FFF2-40B4-BE49-F238E27FC236}">
                      <a16:creationId xmlns:a16="http://schemas.microsoft.com/office/drawing/2014/main" id="{C3BE5F70-ED2F-54FE-613E-6EDEB3B0DFD3}"/>
                    </a:ext>
                  </a:extLst>
                </p:cNvPr>
                <p:cNvSpPr/>
                <p:nvPr/>
              </p:nvSpPr>
              <p:spPr>
                <a:xfrm>
                  <a:off x="5113232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5" name="pg1874">
                  <a:extLst>
                    <a:ext uri="{FF2B5EF4-FFF2-40B4-BE49-F238E27FC236}">
                      <a16:creationId xmlns:a16="http://schemas.microsoft.com/office/drawing/2014/main" id="{DC4A06FE-F592-1498-E6E1-081C830787A4}"/>
                    </a:ext>
                  </a:extLst>
                </p:cNvPr>
                <p:cNvSpPr/>
                <p:nvPr/>
              </p:nvSpPr>
              <p:spPr>
                <a:xfrm>
                  <a:off x="5124869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6" name="pg1875">
                  <a:extLst>
                    <a:ext uri="{FF2B5EF4-FFF2-40B4-BE49-F238E27FC236}">
                      <a16:creationId xmlns:a16="http://schemas.microsoft.com/office/drawing/2014/main" id="{7801671F-52D6-8E5F-B726-0E9598AF05AC}"/>
                    </a:ext>
                  </a:extLst>
                </p:cNvPr>
                <p:cNvSpPr/>
                <p:nvPr/>
              </p:nvSpPr>
              <p:spPr>
                <a:xfrm>
                  <a:off x="5136507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7" name="pg1876">
                  <a:extLst>
                    <a:ext uri="{FF2B5EF4-FFF2-40B4-BE49-F238E27FC236}">
                      <a16:creationId xmlns:a16="http://schemas.microsoft.com/office/drawing/2014/main" id="{5E514F71-8529-5C7A-A6FC-75EDE5B25A1D}"/>
                    </a:ext>
                  </a:extLst>
                </p:cNvPr>
                <p:cNvSpPr/>
                <p:nvPr/>
              </p:nvSpPr>
              <p:spPr>
                <a:xfrm>
                  <a:off x="5148144" y="406636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8AA">
                    <a:alpha val="100000"/>
                  </a:srgbClr>
                </a:solidFill>
                <a:ln w="5420" cap="flat">
                  <a:solidFill>
                    <a:srgbClr val="44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8" name="pg1877">
                  <a:extLst>
                    <a:ext uri="{FF2B5EF4-FFF2-40B4-BE49-F238E27FC236}">
                      <a16:creationId xmlns:a16="http://schemas.microsoft.com/office/drawing/2014/main" id="{E1A29314-7F5D-CB57-85C4-F1EF3943010B}"/>
                    </a:ext>
                  </a:extLst>
                </p:cNvPr>
                <p:cNvSpPr/>
                <p:nvPr/>
              </p:nvSpPr>
              <p:spPr>
                <a:xfrm>
                  <a:off x="5008496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79" name="pg1878">
                  <a:extLst>
                    <a:ext uri="{FF2B5EF4-FFF2-40B4-BE49-F238E27FC236}">
                      <a16:creationId xmlns:a16="http://schemas.microsoft.com/office/drawing/2014/main" id="{72068B7C-7381-AC19-AB2B-BF802EF84804}"/>
                    </a:ext>
                  </a:extLst>
                </p:cNvPr>
                <p:cNvSpPr/>
                <p:nvPr/>
              </p:nvSpPr>
              <p:spPr>
                <a:xfrm>
                  <a:off x="5020133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0" name="pg1879">
                  <a:extLst>
                    <a:ext uri="{FF2B5EF4-FFF2-40B4-BE49-F238E27FC236}">
                      <a16:creationId xmlns:a16="http://schemas.microsoft.com/office/drawing/2014/main" id="{6A31AACE-B5F5-764E-2DA9-8777C0DAF8E2}"/>
                    </a:ext>
                  </a:extLst>
                </p:cNvPr>
                <p:cNvSpPr/>
                <p:nvPr/>
              </p:nvSpPr>
              <p:spPr>
                <a:xfrm>
                  <a:off x="5031771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1" name="pg1880">
                  <a:extLst>
                    <a:ext uri="{FF2B5EF4-FFF2-40B4-BE49-F238E27FC236}">
                      <a16:creationId xmlns:a16="http://schemas.microsoft.com/office/drawing/2014/main" id="{14CD3F9C-1216-17D1-0FA3-036A98430878}"/>
                    </a:ext>
                  </a:extLst>
                </p:cNvPr>
                <p:cNvSpPr/>
                <p:nvPr/>
              </p:nvSpPr>
              <p:spPr>
                <a:xfrm>
                  <a:off x="5043408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2" name="pg1881">
                  <a:extLst>
                    <a:ext uri="{FF2B5EF4-FFF2-40B4-BE49-F238E27FC236}">
                      <a16:creationId xmlns:a16="http://schemas.microsoft.com/office/drawing/2014/main" id="{5F7E782C-18C0-E7A0-2C00-27F9946AC117}"/>
                    </a:ext>
                  </a:extLst>
                </p:cNvPr>
                <p:cNvSpPr/>
                <p:nvPr/>
              </p:nvSpPr>
              <p:spPr>
                <a:xfrm>
                  <a:off x="5055045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3" name="pg1882">
                  <a:extLst>
                    <a:ext uri="{FF2B5EF4-FFF2-40B4-BE49-F238E27FC236}">
                      <a16:creationId xmlns:a16="http://schemas.microsoft.com/office/drawing/2014/main" id="{DEACC1A2-64B5-78CC-A6B1-60E7CC0B8BAF}"/>
                    </a:ext>
                  </a:extLst>
                </p:cNvPr>
                <p:cNvSpPr/>
                <p:nvPr/>
              </p:nvSpPr>
              <p:spPr>
                <a:xfrm>
                  <a:off x="5066683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4" name="pg1883">
                  <a:extLst>
                    <a:ext uri="{FF2B5EF4-FFF2-40B4-BE49-F238E27FC236}">
                      <a16:creationId xmlns:a16="http://schemas.microsoft.com/office/drawing/2014/main" id="{7DC50A7B-350F-ACD4-956D-76041ADE38BB}"/>
                    </a:ext>
                  </a:extLst>
                </p:cNvPr>
                <p:cNvSpPr/>
                <p:nvPr/>
              </p:nvSpPr>
              <p:spPr>
                <a:xfrm>
                  <a:off x="5078320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5" name="pg1884">
                  <a:extLst>
                    <a:ext uri="{FF2B5EF4-FFF2-40B4-BE49-F238E27FC236}">
                      <a16:creationId xmlns:a16="http://schemas.microsoft.com/office/drawing/2014/main" id="{7CAFF912-706D-AB77-9058-15CF51AC65E9}"/>
                    </a:ext>
                  </a:extLst>
                </p:cNvPr>
                <p:cNvSpPr/>
                <p:nvPr/>
              </p:nvSpPr>
              <p:spPr>
                <a:xfrm>
                  <a:off x="5089957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6" name="pg1885">
                  <a:extLst>
                    <a:ext uri="{FF2B5EF4-FFF2-40B4-BE49-F238E27FC236}">
                      <a16:creationId xmlns:a16="http://schemas.microsoft.com/office/drawing/2014/main" id="{870EA1C9-CCD1-E7FF-A18B-8AB9726AEB45}"/>
                    </a:ext>
                  </a:extLst>
                </p:cNvPr>
                <p:cNvSpPr/>
                <p:nvPr/>
              </p:nvSpPr>
              <p:spPr>
                <a:xfrm>
                  <a:off x="5101595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DA9">
                    <a:alpha val="100000"/>
                  </a:srgbClr>
                </a:solidFill>
                <a:ln w="5420" cap="flat">
                  <a:solidFill>
                    <a:srgbClr val="3B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7" name="pg1886">
                  <a:extLst>
                    <a:ext uri="{FF2B5EF4-FFF2-40B4-BE49-F238E27FC236}">
                      <a16:creationId xmlns:a16="http://schemas.microsoft.com/office/drawing/2014/main" id="{D13A341E-613A-993A-3498-FD510021B8D2}"/>
                    </a:ext>
                  </a:extLst>
                </p:cNvPr>
                <p:cNvSpPr/>
                <p:nvPr/>
              </p:nvSpPr>
              <p:spPr>
                <a:xfrm>
                  <a:off x="5113232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EAA">
                    <a:alpha val="100000"/>
                  </a:srgbClr>
                </a:solidFill>
                <a:ln w="5420" cap="flat">
                  <a:solidFill>
                    <a:srgbClr val="3C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8" name="pg1887">
                  <a:extLst>
                    <a:ext uri="{FF2B5EF4-FFF2-40B4-BE49-F238E27FC236}">
                      <a16:creationId xmlns:a16="http://schemas.microsoft.com/office/drawing/2014/main" id="{8810A8B6-72A8-90DC-EE15-E63243DE1932}"/>
                    </a:ext>
                  </a:extLst>
                </p:cNvPr>
                <p:cNvSpPr/>
                <p:nvPr/>
              </p:nvSpPr>
              <p:spPr>
                <a:xfrm>
                  <a:off x="5124869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89" name="pg1888">
                  <a:extLst>
                    <a:ext uri="{FF2B5EF4-FFF2-40B4-BE49-F238E27FC236}">
                      <a16:creationId xmlns:a16="http://schemas.microsoft.com/office/drawing/2014/main" id="{1241553E-F6B4-0E6B-FAA3-7647F630ACA0}"/>
                    </a:ext>
                  </a:extLst>
                </p:cNvPr>
                <p:cNvSpPr/>
                <p:nvPr/>
              </p:nvSpPr>
              <p:spPr>
                <a:xfrm>
                  <a:off x="5136507" y="40806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0" name="pg1889">
                  <a:extLst>
                    <a:ext uri="{FF2B5EF4-FFF2-40B4-BE49-F238E27FC236}">
                      <a16:creationId xmlns:a16="http://schemas.microsoft.com/office/drawing/2014/main" id="{029409C3-55CB-5186-CFBD-6958254F64C6}"/>
                    </a:ext>
                  </a:extLst>
                </p:cNvPr>
                <p:cNvSpPr/>
                <p:nvPr/>
              </p:nvSpPr>
              <p:spPr>
                <a:xfrm>
                  <a:off x="5008496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1" name="pg1890">
                  <a:extLst>
                    <a:ext uri="{FF2B5EF4-FFF2-40B4-BE49-F238E27FC236}">
                      <a16:creationId xmlns:a16="http://schemas.microsoft.com/office/drawing/2014/main" id="{30224C5A-1A5B-C2CD-4D49-9FE383F0F69A}"/>
                    </a:ext>
                  </a:extLst>
                </p:cNvPr>
                <p:cNvSpPr/>
                <p:nvPr/>
              </p:nvSpPr>
              <p:spPr>
                <a:xfrm>
                  <a:off x="5020133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2" name="pg1891">
                  <a:extLst>
                    <a:ext uri="{FF2B5EF4-FFF2-40B4-BE49-F238E27FC236}">
                      <a16:creationId xmlns:a16="http://schemas.microsoft.com/office/drawing/2014/main" id="{F3FFC4AF-65A1-63C2-889B-E2E3903E3854}"/>
                    </a:ext>
                  </a:extLst>
                </p:cNvPr>
                <p:cNvSpPr/>
                <p:nvPr/>
              </p:nvSpPr>
              <p:spPr>
                <a:xfrm>
                  <a:off x="5031771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8FA7">
                    <a:alpha val="100000"/>
                  </a:srgbClr>
                </a:solidFill>
                <a:ln w="5420" cap="flat">
                  <a:solidFill>
                    <a:srgbClr val="36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3" name="pg1892">
                  <a:extLst>
                    <a:ext uri="{FF2B5EF4-FFF2-40B4-BE49-F238E27FC236}">
                      <a16:creationId xmlns:a16="http://schemas.microsoft.com/office/drawing/2014/main" id="{859F84EF-1AF9-C8C4-5EE7-158A3605B0AC}"/>
                    </a:ext>
                  </a:extLst>
                </p:cNvPr>
                <p:cNvSpPr/>
                <p:nvPr/>
              </p:nvSpPr>
              <p:spPr>
                <a:xfrm>
                  <a:off x="5043408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4" name="pg1893">
                  <a:extLst>
                    <a:ext uri="{FF2B5EF4-FFF2-40B4-BE49-F238E27FC236}">
                      <a16:creationId xmlns:a16="http://schemas.microsoft.com/office/drawing/2014/main" id="{32977671-CF7C-EFF6-CBE3-FCE44E06D643}"/>
                    </a:ext>
                  </a:extLst>
                </p:cNvPr>
                <p:cNvSpPr/>
                <p:nvPr/>
              </p:nvSpPr>
              <p:spPr>
                <a:xfrm>
                  <a:off x="5055045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3A8">
                    <a:alpha val="100000"/>
                  </a:srgbClr>
                </a:solidFill>
                <a:ln w="5420" cap="flat">
                  <a:solidFill>
                    <a:srgbClr val="36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5" name="pg1894">
                  <a:extLst>
                    <a:ext uri="{FF2B5EF4-FFF2-40B4-BE49-F238E27FC236}">
                      <a16:creationId xmlns:a16="http://schemas.microsoft.com/office/drawing/2014/main" id="{470519BD-3E43-727F-D97D-CA3822E5F204}"/>
                    </a:ext>
                  </a:extLst>
                </p:cNvPr>
                <p:cNvSpPr/>
                <p:nvPr/>
              </p:nvSpPr>
              <p:spPr>
                <a:xfrm>
                  <a:off x="5066683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6" name="pg1895">
                  <a:extLst>
                    <a:ext uri="{FF2B5EF4-FFF2-40B4-BE49-F238E27FC236}">
                      <a16:creationId xmlns:a16="http://schemas.microsoft.com/office/drawing/2014/main" id="{F96AFDA1-9845-74AB-73C5-41A7C1D36407}"/>
                    </a:ext>
                  </a:extLst>
                </p:cNvPr>
                <p:cNvSpPr/>
                <p:nvPr/>
              </p:nvSpPr>
              <p:spPr>
                <a:xfrm>
                  <a:off x="5078320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7" name="pg1896">
                  <a:extLst>
                    <a:ext uri="{FF2B5EF4-FFF2-40B4-BE49-F238E27FC236}">
                      <a16:creationId xmlns:a16="http://schemas.microsoft.com/office/drawing/2014/main" id="{8D63700C-4B70-1C7F-2E48-48009CD884CB}"/>
                    </a:ext>
                  </a:extLst>
                </p:cNvPr>
                <p:cNvSpPr/>
                <p:nvPr/>
              </p:nvSpPr>
              <p:spPr>
                <a:xfrm>
                  <a:off x="5089957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8" name="pg1897">
                  <a:extLst>
                    <a:ext uri="{FF2B5EF4-FFF2-40B4-BE49-F238E27FC236}">
                      <a16:creationId xmlns:a16="http://schemas.microsoft.com/office/drawing/2014/main" id="{3322E1D5-9C39-6B7F-6372-3634BD84A191}"/>
                    </a:ext>
                  </a:extLst>
                </p:cNvPr>
                <p:cNvSpPr/>
                <p:nvPr/>
              </p:nvSpPr>
              <p:spPr>
                <a:xfrm>
                  <a:off x="5101595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299" name="pg1898">
                  <a:extLst>
                    <a:ext uri="{FF2B5EF4-FFF2-40B4-BE49-F238E27FC236}">
                      <a16:creationId xmlns:a16="http://schemas.microsoft.com/office/drawing/2014/main" id="{742D904C-5ABC-E450-C7BB-DCBF4FA4668E}"/>
                    </a:ext>
                  </a:extLst>
                </p:cNvPr>
                <p:cNvSpPr/>
                <p:nvPr/>
              </p:nvSpPr>
              <p:spPr>
                <a:xfrm>
                  <a:off x="5113232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0" name="pg1899">
                  <a:extLst>
                    <a:ext uri="{FF2B5EF4-FFF2-40B4-BE49-F238E27FC236}">
                      <a16:creationId xmlns:a16="http://schemas.microsoft.com/office/drawing/2014/main" id="{F6EC1462-1EC6-867E-1761-7D8E240BF5D2}"/>
                    </a:ext>
                  </a:extLst>
                </p:cNvPr>
                <p:cNvSpPr/>
                <p:nvPr/>
              </p:nvSpPr>
              <p:spPr>
                <a:xfrm>
                  <a:off x="5124869" y="409496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1" name="pg1900">
                  <a:extLst>
                    <a:ext uri="{FF2B5EF4-FFF2-40B4-BE49-F238E27FC236}">
                      <a16:creationId xmlns:a16="http://schemas.microsoft.com/office/drawing/2014/main" id="{E092BC51-F6DB-A95D-00A6-3B9EC5787BC6}"/>
                    </a:ext>
                  </a:extLst>
                </p:cNvPr>
                <p:cNvSpPr/>
                <p:nvPr/>
              </p:nvSpPr>
              <p:spPr>
                <a:xfrm>
                  <a:off x="4985221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2" name="pg1901">
                  <a:extLst>
                    <a:ext uri="{FF2B5EF4-FFF2-40B4-BE49-F238E27FC236}">
                      <a16:creationId xmlns:a16="http://schemas.microsoft.com/office/drawing/2014/main" id="{BD75B518-2381-8BDE-A0F0-3E6B8C957E6F}"/>
                    </a:ext>
                  </a:extLst>
                </p:cNvPr>
                <p:cNvSpPr/>
                <p:nvPr/>
              </p:nvSpPr>
              <p:spPr>
                <a:xfrm>
                  <a:off x="4996859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3" name="pg1902">
                  <a:extLst>
                    <a:ext uri="{FF2B5EF4-FFF2-40B4-BE49-F238E27FC236}">
                      <a16:creationId xmlns:a16="http://schemas.microsoft.com/office/drawing/2014/main" id="{5AEEF39E-5A4E-B660-A4FC-36A3802D3D72}"/>
                    </a:ext>
                  </a:extLst>
                </p:cNvPr>
                <p:cNvSpPr/>
                <p:nvPr/>
              </p:nvSpPr>
              <p:spPr>
                <a:xfrm>
                  <a:off x="5008496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4" name="pg1903">
                  <a:extLst>
                    <a:ext uri="{FF2B5EF4-FFF2-40B4-BE49-F238E27FC236}">
                      <a16:creationId xmlns:a16="http://schemas.microsoft.com/office/drawing/2014/main" id="{7D588E30-2143-F38D-9A67-AD47D7B6D370}"/>
                    </a:ext>
                  </a:extLst>
                </p:cNvPr>
                <p:cNvSpPr/>
                <p:nvPr/>
              </p:nvSpPr>
              <p:spPr>
                <a:xfrm>
                  <a:off x="5020133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5" name="pg1904">
                  <a:extLst>
                    <a:ext uri="{FF2B5EF4-FFF2-40B4-BE49-F238E27FC236}">
                      <a16:creationId xmlns:a16="http://schemas.microsoft.com/office/drawing/2014/main" id="{BF4B389B-E359-3F59-85CB-2C4A784DE903}"/>
                    </a:ext>
                  </a:extLst>
                </p:cNvPr>
                <p:cNvSpPr/>
                <p:nvPr/>
              </p:nvSpPr>
              <p:spPr>
                <a:xfrm>
                  <a:off x="5031771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6" name="pg1905">
                  <a:extLst>
                    <a:ext uri="{FF2B5EF4-FFF2-40B4-BE49-F238E27FC236}">
                      <a16:creationId xmlns:a16="http://schemas.microsoft.com/office/drawing/2014/main" id="{2A5DAB5A-4F86-F8DE-B927-3452899BB452}"/>
                    </a:ext>
                  </a:extLst>
                </p:cNvPr>
                <p:cNvSpPr/>
                <p:nvPr/>
              </p:nvSpPr>
              <p:spPr>
                <a:xfrm>
                  <a:off x="5043408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7" name="pg1906">
                  <a:extLst>
                    <a:ext uri="{FF2B5EF4-FFF2-40B4-BE49-F238E27FC236}">
                      <a16:creationId xmlns:a16="http://schemas.microsoft.com/office/drawing/2014/main" id="{B820A301-2DF3-E34F-46DE-6293535D4B49}"/>
                    </a:ext>
                  </a:extLst>
                </p:cNvPr>
                <p:cNvSpPr/>
                <p:nvPr/>
              </p:nvSpPr>
              <p:spPr>
                <a:xfrm>
                  <a:off x="5055045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8" name="pg1907">
                  <a:extLst>
                    <a:ext uri="{FF2B5EF4-FFF2-40B4-BE49-F238E27FC236}">
                      <a16:creationId xmlns:a16="http://schemas.microsoft.com/office/drawing/2014/main" id="{B0093191-7CBE-A68E-87F9-523E4944C921}"/>
                    </a:ext>
                  </a:extLst>
                </p:cNvPr>
                <p:cNvSpPr/>
                <p:nvPr/>
              </p:nvSpPr>
              <p:spPr>
                <a:xfrm>
                  <a:off x="5066683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09" name="pg1908">
                  <a:extLst>
                    <a:ext uri="{FF2B5EF4-FFF2-40B4-BE49-F238E27FC236}">
                      <a16:creationId xmlns:a16="http://schemas.microsoft.com/office/drawing/2014/main" id="{D60CCFCC-1982-4704-6DF1-E13D366DF2B9}"/>
                    </a:ext>
                  </a:extLst>
                </p:cNvPr>
                <p:cNvSpPr/>
                <p:nvPr/>
              </p:nvSpPr>
              <p:spPr>
                <a:xfrm>
                  <a:off x="5078320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0" name="pg1909">
                  <a:extLst>
                    <a:ext uri="{FF2B5EF4-FFF2-40B4-BE49-F238E27FC236}">
                      <a16:creationId xmlns:a16="http://schemas.microsoft.com/office/drawing/2014/main" id="{CFA13F7F-6D93-BECB-68FF-B382DBE09367}"/>
                    </a:ext>
                  </a:extLst>
                </p:cNvPr>
                <p:cNvSpPr/>
                <p:nvPr/>
              </p:nvSpPr>
              <p:spPr>
                <a:xfrm>
                  <a:off x="5089957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1" name="pg1910">
                  <a:extLst>
                    <a:ext uri="{FF2B5EF4-FFF2-40B4-BE49-F238E27FC236}">
                      <a16:creationId xmlns:a16="http://schemas.microsoft.com/office/drawing/2014/main" id="{B0231691-35BE-67B2-7156-AC3C0E27E1C6}"/>
                    </a:ext>
                  </a:extLst>
                </p:cNvPr>
                <p:cNvSpPr/>
                <p:nvPr/>
              </p:nvSpPr>
              <p:spPr>
                <a:xfrm>
                  <a:off x="5101595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2" name="pg1911">
                  <a:extLst>
                    <a:ext uri="{FF2B5EF4-FFF2-40B4-BE49-F238E27FC236}">
                      <a16:creationId xmlns:a16="http://schemas.microsoft.com/office/drawing/2014/main" id="{06EFBAFF-52EC-BCB7-7B66-C9D12DDCE939}"/>
                    </a:ext>
                  </a:extLst>
                </p:cNvPr>
                <p:cNvSpPr/>
                <p:nvPr/>
              </p:nvSpPr>
              <p:spPr>
                <a:xfrm>
                  <a:off x="5113232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3" name="pg1912">
                  <a:extLst>
                    <a:ext uri="{FF2B5EF4-FFF2-40B4-BE49-F238E27FC236}">
                      <a16:creationId xmlns:a16="http://schemas.microsoft.com/office/drawing/2014/main" id="{E2A8C546-6904-85DA-8D25-0F38BE3533E4}"/>
                    </a:ext>
                  </a:extLst>
                </p:cNvPr>
                <p:cNvSpPr/>
                <p:nvPr/>
              </p:nvSpPr>
              <p:spPr>
                <a:xfrm>
                  <a:off x="5124869" y="41092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4" name="pg1913">
                  <a:extLst>
                    <a:ext uri="{FF2B5EF4-FFF2-40B4-BE49-F238E27FC236}">
                      <a16:creationId xmlns:a16="http://schemas.microsoft.com/office/drawing/2014/main" id="{3AC6631F-23E4-F782-CCE1-6DF2F563418C}"/>
                    </a:ext>
                  </a:extLst>
                </p:cNvPr>
                <p:cNvSpPr/>
                <p:nvPr/>
              </p:nvSpPr>
              <p:spPr>
                <a:xfrm>
                  <a:off x="4973584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5" name="pg1914">
                  <a:extLst>
                    <a:ext uri="{FF2B5EF4-FFF2-40B4-BE49-F238E27FC236}">
                      <a16:creationId xmlns:a16="http://schemas.microsoft.com/office/drawing/2014/main" id="{60E564D8-76B9-F433-7B47-17F85965C0B7}"/>
                    </a:ext>
                  </a:extLst>
                </p:cNvPr>
                <p:cNvSpPr/>
                <p:nvPr/>
              </p:nvSpPr>
              <p:spPr>
                <a:xfrm>
                  <a:off x="4985221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6" name="pg1915">
                  <a:extLst>
                    <a:ext uri="{FF2B5EF4-FFF2-40B4-BE49-F238E27FC236}">
                      <a16:creationId xmlns:a16="http://schemas.microsoft.com/office/drawing/2014/main" id="{61467779-11E8-B405-9968-2D5EF9E93458}"/>
                    </a:ext>
                  </a:extLst>
                </p:cNvPr>
                <p:cNvSpPr/>
                <p:nvPr/>
              </p:nvSpPr>
              <p:spPr>
                <a:xfrm>
                  <a:off x="4996859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7" name="pg1916">
                  <a:extLst>
                    <a:ext uri="{FF2B5EF4-FFF2-40B4-BE49-F238E27FC236}">
                      <a16:creationId xmlns:a16="http://schemas.microsoft.com/office/drawing/2014/main" id="{B0B5A204-C877-B807-F171-AFD226D81C0B}"/>
                    </a:ext>
                  </a:extLst>
                </p:cNvPr>
                <p:cNvSpPr/>
                <p:nvPr/>
              </p:nvSpPr>
              <p:spPr>
                <a:xfrm>
                  <a:off x="5008496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8" name="pg1917">
                  <a:extLst>
                    <a:ext uri="{FF2B5EF4-FFF2-40B4-BE49-F238E27FC236}">
                      <a16:creationId xmlns:a16="http://schemas.microsoft.com/office/drawing/2014/main" id="{1310FD10-E78B-3911-78A5-E1477EACBA84}"/>
                    </a:ext>
                  </a:extLst>
                </p:cNvPr>
                <p:cNvSpPr/>
                <p:nvPr/>
              </p:nvSpPr>
              <p:spPr>
                <a:xfrm>
                  <a:off x="5020133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19" name="pg1918">
                  <a:extLst>
                    <a:ext uri="{FF2B5EF4-FFF2-40B4-BE49-F238E27FC236}">
                      <a16:creationId xmlns:a16="http://schemas.microsoft.com/office/drawing/2014/main" id="{5CC19C81-33D7-7E99-580A-88389218A405}"/>
                    </a:ext>
                  </a:extLst>
                </p:cNvPr>
                <p:cNvSpPr/>
                <p:nvPr/>
              </p:nvSpPr>
              <p:spPr>
                <a:xfrm>
                  <a:off x="5031771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0" name="pg1919">
                  <a:extLst>
                    <a:ext uri="{FF2B5EF4-FFF2-40B4-BE49-F238E27FC236}">
                      <a16:creationId xmlns:a16="http://schemas.microsoft.com/office/drawing/2014/main" id="{CC89CA05-6668-D6B0-DEF0-D1930F71CCD7}"/>
                    </a:ext>
                  </a:extLst>
                </p:cNvPr>
                <p:cNvSpPr/>
                <p:nvPr/>
              </p:nvSpPr>
              <p:spPr>
                <a:xfrm>
                  <a:off x="5043408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1" name="pg1920">
                  <a:extLst>
                    <a:ext uri="{FF2B5EF4-FFF2-40B4-BE49-F238E27FC236}">
                      <a16:creationId xmlns:a16="http://schemas.microsoft.com/office/drawing/2014/main" id="{3A897F4C-69FE-B4B9-4714-F5700FCFD289}"/>
                    </a:ext>
                  </a:extLst>
                </p:cNvPr>
                <p:cNvSpPr/>
                <p:nvPr/>
              </p:nvSpPr>
              <p:spPr>
                <a:xfrm>
                  <a:off x="5055045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2" name="pg1921">
                  <a:extLst>
                    <a:ext uri="{FF2B5EF4-FFF2-40B4-BE49-F238E27FC236}">
                      <a16:creationId xmlns:a16="http://schemas.microsoft.com/office/drawing/2014/main" id="{A4CF8673-A963-9650-66B0-8E47CF756FD9}"/>
                    </a:ext>
                  </a:extLst>
                </p:cNvPr>
                <p:cNvSpPr/>
                <p:nvPr/>
              </p:nvSpPr>
              <p:spPr>
                <a:xfrm>
                  <a:off x="5066683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3" name="pg1922">
                  <a:extLst>
                    <a:ext uri="{FF2B5EF4-FFF2-40B4-BE49-F238E27FC236}">
                      <a16:creationId xmlns:a16="http://schemas.microsoft.com/office/drawing/2014/main" id="{C346FB94-08B7-1861-CD36-C31E52FE5319}"/>
                    </a:ext>
                  </a:extLst>
                </p:cNvPr>
                <p:cNvSpPr/>
                <p:nvPr/>
              </p:nvSpPr>
              <p:spPr>
                <a:xfrm>
                  <a:off x="5078320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4" name="pg1923">
                  <a:extLst>
                    <a:ext uri="{FF2B5EF4-FFF2-40B4-BE49-F238E27FC236}">
                      <a16:creationId xmlns:a16="http://schemas.microsoft.com/office/drawing/2014/main" id="{8051EB92-8206-FCC9-3710-46FDE816D475}"/>
                    </a:ext>
                  </a:extLst>
                </p:cNvPr>
                <p:cNvSpPr/>
                <p:nvPr/>
              </p:nvSpPr>
              <p:spPr>
                <a:xfrm>
                  <a:off x="5089957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5" name="pg1924">
                  <a:extLst>
                    <a:ext uri="{FF2B5EF4-FFF2-40B4-BE49-F238E27FC236}">
                      <a16:creationId xmlns:a16="http://schemas.microsoft.com/office/drawing/2014/main" id="{244B157C-9519-1158-BE4A-B2F188B7BB00}"/>
                    </a:ext>
                  </a:extLst>
                </p:cNvPr>
                <p:cNvSpPr/>
                <p:nvPr/>
              </p:nvSpPr>
              <p:spPr>
                <a:xfrm>
                  <a:off x="5101595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6" name="pg1925">
                  <a:extLst>
                    <a:ext uri="{FF2B5EF4-FFF2-40B4-BE49-F238E27FC236}">
                      <a16:creationId xmlns:a16="http://schemas.microsoft.com/office/drawing/2014/main" id="{F5577F07-D919-2923-34C6-A5458A9C16AC}"/>
                    </a:ext>
                  </a:extLst>
                </p:cNvPr>
                <p:cNvSpPr/>
                <p:nvPr/>
              </p:nvSpPr>
              <p:spPr>
                <a:xfrm>
                  <a:off x="5113232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7" name="pg1926">
                  <a:extLst>
                    <a:ext uri="{FF2B5EF4-FFF2-40B4-BE49-F238E27FC236}">
                      <a16:creationId xmlns:a16="http://schemas.microsoft.com/office/drawing/2014/main" id="{1332457E-4289-521B-6C03-AF6225C2E1ED}"/>
                    </a:ext>
                  </a:extLst>
                </p:cNvPr>
                <p:cNvSpPr/>
                <p:nvPr/>
              </p:nvSpPr>
              <p:spPr>
                <a:xfrm>
                  <a:off x="5124869" y="412357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8" name="pg1927">
                  <a:extLst>
                    <a:ext uri="{FF2B5EF4-FFF2-40B4-BE49-F238E27FC236}">
                      <a16:creationId xmlns:a16="http://schemas.microsoft.com/office/drawing/2014/main" id="{34477FA0-E0E6-CD64-E50B-EE24F96BF241}"/>
                    </a:ext>
                  </a:extLst>
                </p:cNvPr>
                <p:cNvSpPr/>
                <p:nvPr/>
              </p:nvSpPr>
              <p:spPr>
                <a:xfrm>
                  <a:off x="4973584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29" name="pg1928">
                  <a:extLst>
                    <a:ext uri="{FF2B5EF4-FFF2-40B4-BE49-F238E27FC236}">
                      <a16:creationId xmlns:a16="http://schemas.microsoft.com/office/drawing/2014/main" id="{FD65D328-A148-31AD-87FF-4CF50F19F273}"/>
                    </a:ext>
                  </a:extLst>
                </p:cNvPr>
                <p:cNvSpPr/>
                <p:nvPr/>
              </p:nvSpPr>
              <p:spPr>
                <a:xfrm>
                  <a:off x="4985221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982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0" name="pg1929">
                  <a:extLst>
                    <a:ext uri="{FF2B5EF4-FFF2-40B4-BE49-F238E27FC236}">
                      <a16:creationId xmlns:a16="http://schemas.microsoft.com/office/drawing/2014/main" id="{11CCE2A7-0532-467B-5025-8D7F022D4A74}"/>
                    </a:ext>
                  </a:extLst>
                </p:cNvPr>
                <p:cNvSpPr/>
                <p:nvPr/>
              </p:nvSpPr>
              <p:spPr>
                <a:xfrm>
                  <a:off x="4996859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1" name="pg1930">
                  <a:extLst>
                    <a:ext uri="{FF2B5EF4-FFF2-40B4-BE49-F238E27FC236}">
                      <a16:creationId xmlns:a16="http://schemas.microsoft.com/office/drawing/2014/main" id="{2034040E-6882-B950-E824-A1C0AC8B799F}"/>
                    </a:ext>
                  </a:extLst>
                </p:cNvPr>
                <p:cNvSpPr/>
                <p:nvPr/>
              </p:nvSpPr>
              <p:spPr>
                <a:xfrm>
                  <a:off x="5008496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2" name="pg1931">
                  <a:extLst>
                    <a:ext uri="{FF2B5EF4-FFF2-40B4-BE49-F238E27FC236}">
                      <a16:creationId xmlns:a16="http://schemas.microsoft.com/office/drawing/2014/main" id="{6ED122F0-41CD-18FF-8668-AE8C412A1BEE}"/>
                    </a:ext>
                  </a:extLst>
                </p:cNvPr>
                <p:cNvSpPr/>
                <p:nvPr/>
              </p:nvSpPr>
              <p:spPr>
                <a:xfrm>
                  <a:off x="5020133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3" name="pg1932">
                  <a:extLst>
                    <a:ext uri="{FF2B5EF4-FFF2-40B4-BE49-F238E27FC236}">
                      <a16:creationId xmlns:a16="http://schemas.microsoft.com/office/drawing/2014/main" id="{E4C25963-1C19-35CB-A09E-73A0389770D3}"/>
                    </a:ext>
                  </a:extLst>
                </p:cNvPr>
                <p:cNvSpPr/>
                <p:nvPr/>
              </p:nvSpPr>
              <p:spPr>
                <a:xfrm>
                  <a:off x="5031771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4" name="pg1933">
                  <a:extLst>
                    <a:ext uri="{FF2B5EF4-FFF2-40B4-BE49-F238E27FC236}">
                      <a16:creationId xmlns:a16="http://schemas.microsoft.com/office/drawing/2014/main" id="{76F68A28-F5AF-33C9-5E85-A0DD7C4ADB55}"/>
                    </a:ext>
                  </a:extLst>
                </p:cNvPr>
                <p:cNvSpPr/>
                <p:nvPr/>
              </p:nvSpPr>
              <p:spPr>
                <a:xfrm>
                  <a:off x="5043408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5" name="pg1934">
                  <a:extLst>
                    <a:ext uri="{FF2B5EF4-FFF2-40B4-BE49-F238E27FC236}">
                      <a16:creationId xmlns:a16="http://schemas.microsoft.com/office/drawing/2014/main" id="{7BAF392F-0630-CE1D-C323-FD5787834CB7}"/>
                    </a:ext>
                  </a:extLst>
                </p:cNvPr>
                <p:cNvSpPr/>
                <p:nvPr/>
              </p:nvSpPr>
              <p:spPr>
                <a:xfrm>
                  <a:off x="5055045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6" name="pg1935">
                  <a:extLst>
                    <a:ext uri="{FF2B5EF4-FFF2-40B4-BE49-F238E27FC236}">
                      <a16:creationId xmlns:a16="http://schemas.microsoft.com/office/drawing/2014/main" id="{D08AF1F7-F6E6-42CC-4E2E-B5B374AB6420}"/>
                    </a:ext>
                  </a:extLst>
                </p:cNvPr>
                <p:cNvSpPr/>
                <p:nvPr/>
              </p:nvSpPr>
              <p:spPr>
                <a:xfrm>
                  <a:off x="5066683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7" name="pg1936">
                  <a:extLst>
                    <a:ext uri="{FF2B5EF4-FFF2-40B4-BE49-F238E27FC236}">
                      <a16:creationId xmlns:a16="http://schemas.microsoft.com/office/drawing/2014/main" id="{C754CD18-8566-7676-6AD7-88C66BC9FA0C}"/>
                    </a:ext>
                  </a:extLst>
                </p:cNvPr>
                <p:cNvSpPr/>
                <p:nvPr/>
              </p:nvSpPr>
              <p:spPr>
                <a:xfrm>
                  <a:off x="5078320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8" name="pg1937">
                  <a:extLst>
                    <a:ext uri="{FF2B5EF4-FFF2-40B4-BE49-F238E27FC236}">
                      <a16:creationId xmlns:a16="http://schemas.microsoft.com/office/drawing/2014/main" id="{99A02942-53BA-80E6-A1DF-7E5856C5E76B}"/>
                    </a:ext>
                  </a:extLst>
                </p:cNvPr>
                <p:cNvSpPr/>
                <p:nvPr/>
              </p:nvSpPr>
              <p:spPr>
                <a:xfrm>
                  <a:off x="5089957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39" name="pg1938">
                  <a:extLst>
                    <a:ext uri="{FF2B5EF4-FFF2-40B4-BE49-F238E27FC236}">
                      <a16:creationId xmlns:a16="http://schemas.microsoft.com/office/drawing/2014/main" id="{8AF47695-871E-0DE9-FAA4-2876E073172C}"/>
                    </a:ext>
                  </a:extLst>
                </p:cNvPr>
                <p:cNvSpPr/>
                <p:nvPr/>
              </p:nvSpPr>
              <p:spPr>
                <a:xfrm>
                  <a:off x="5101595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0" name="pg1939">
                  <a:extLst>
                    <a:ext uri="{FF2B5EF4-FFF2-40B4-BE49-F238E27FC236}">
                      <a16:creationId xmlns:a16="http://schemas.microsoft.com/office/drawing/2014/main" id="{373BB2D4-06B7-0F39-86D2-7D3CC8CA5801}"/>
                    </a:ext>
                  </a:extLst>
                </p:cNvPr>
                <p:cNvSpPr/>
                <p:nvPr/>
              </p:nvSpPr>
              <p:spPr>
                <a:xfrm>
                  <a:off x="5113232" y="413787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1" name="pg1940">
                  <a:extLst>
                    <a:ext uri="{FF2B5EF4-FFF2-40B4-BE49-F238E27FC236}">
                      <a16:creationId xmlns:a16="http://schemas.microsoft.com/office/drawing/2014/main" id="{8EF281C6-32B1-030B-AF5F-61C7E6065D8B}"/>
                    </a:ext>
                  </a:extLst>
                </p:cNvPr>
                <p:cNvSpPr/>
                <p:nvPr/>
              </p:nvSpPr>
              <p:spPr>
                <a:xfrm>
                  <a:off x="4961947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2" name="pg1941">
                  <a:extLst>
                    <a:ext uri="{FF2B5EF4-FFF2-40B4-BE49-F238E27FC236}">
                      <a16:creationId xmlns:a16="http://schemas.microsoft.com/office/drawing/2014/main" id="{6C17C415-0CF1-6AE7-75C2-E02534171020}"/>
                    </a:ext>
                  </a:extLst>
                </p:cNvPr>
                <p:cNvSpPr/>
                <p:nvPr/>
              </p:nvSpPr>
              <p:spPr>
                <a:xfrm>
                  <a:off x="4973584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4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3" name="pg1942">
                  <a:extLst>
                    <a:ext uri="{FF2B5EF4-FFF2-40B4-BE49-F238E27FC236}">
                      <a16:creationId xmlns:a16="http://schemas.microsoft.com/office/drawing/2014/main" id="{A4B0FCC7-F5D5-5842-5535-B83D517EA67A}"/>
                    </a:ext>
                  </a:extLst>
                </p:cNvPr>
                <p:cNvSpPr/>
                <p:nvPr/>
              </p:nvSpPr>
              <p:spPr>
                <a:xfrm>
                  <a:off x="4985221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4" name="pg1943">
                  <a:extLst>
                    <a:ext uri="{FF2B5EF4-FFF2-40B4-BE49-F238E27FC236}">
                      <a16:creationId xmlns:a16="http://schemas.microsoft.com/office/drawing/2014/main" id="{45A98BA4-B029-9833-04CB-449278605E33}"/>
                    </a:ext>
                  </a:extLst>
                </p:cNvPr>
                <p:cNvSpPr/>
                <p:nvPr/>
              </p:nvSpPr>
              <p:spPr>
                <a:xfrm>
                  <a:off x="4996859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5" name="pg1944">
                  <a:extLst>
                    <a:ext uri="{FF2B5EF4-FFF2-40B4-BE49-F238E27FC236}">
                      <a16:creationId xmlns:a16="http://schemas.microsoft.com/office/drawing/2014/main" id="{7838A1B1-F1B3-4BAF-1034-5CD5BB32AF1B}"/>
                    </a:ext>
                  </a:extLst>
                </p:cNvPr>
                <p:cNvSpPr/>
                <p:nvPr/>
              </p:nvSpPr>
              <p:spPr>
                <a:xfrm>
                  <a:off x="5008496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6" name="pg1945">
                  <a:extLst>
                    <a:ext uri="{FF2B5EF4-FFF2-40B4-BE49-F238E27FC236}">
                      <a16:creationId xmlns:a16="http://schemas.microsoft.com/office/drawing/2014/main" id="{973911C3-84CF-CA39-4274-184E5EFF3BD0}"/>
                    </a:ext>
                  </a:extLst>
                </p:cNvPr>
                <p:cNvSpPr/>
                <p:nvPr/>
              </p:nvSpPr>
              <p:spPr>
                <a:xfrm>
                  <a:off x="5020133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7" name="pg1946">
                  <a:extLst>
                    <a:ext uri="{FF2B5EF4-FFF2-40B4-BE49-F238E27FC236}">
                      <a16:creationId xmlns:a16="http://schemas.microsoft.com/office/drawing/2014/main" id="{C4916CA0-C0FE-7BA9-20BC-1220CFF0E82D}"/>
                    </a:ext>
                  </a:extLst>
                </p:cNvPr>
                <p:cNvSpPr/>
                <p:nvPr/>
              </p:nvSpPr>
              <p:spPr>
                <a:xfrm>
                  <a:off x="5031771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8" name="pg1947">
                  <a:extLst>
                    <a:ext uri="{FF2B5EF4-FFF2-40B4-BE49-F238E27FC236}">
                      <a16:creationId xmlns:a16="http://schemas.microsoft.com/office/drawing/2014/main" id="{0F3C5423-E148-7E78-C386-EC8DA0B943E3}"/>
                    </a:ext>
                  </a:extLst>
                </p:cNvPr>
                <p:cNvSpPr/>
                <p:nvPr/>
              </p:nvSpPr>
              <p:spPr>
                <a:xfrm>
                  <a:off x="5043408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49" name="pg1948">
                  <a:extLst>
                    <a:ext uri="{FF2B5EF4-FFF2-40B4-BE49-F238E27FC236}">
                      <a16:creationId xmlns:a16="http://schemas.microsoft.com/office/drawing/2014/main" id="{9CB9597E-8046-1F92-53C1-4BF74659882E}"/>
                    </a:ext>
                  </a:extLst>
                </p:cNvPr>
                <p:cNvSpPr/>
                <p:nvPr/>
              </p:nvSpPr>
              <p:spPr>
                <a:xfrm>
                  <a:off x="5055045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0" name="pg1949">
                  <a:extLst>
                    <a:ext uri="{FF2B5EF4-FFF2-40B4-BE49-F238E27FC236}">
                      <a16:creationId xmlns:a16="http://schemas.microsoft.com/office/drawing/2014/main" id="{D13D1D9D-6909-BC61-7C02-7600263D478E}"/>
                    </a:ext>
                  </a:extLst>
                </p:cNvPr>
                <p:cNvSpPr/>
                <p:nvPr/>
              </p:nvSpPr>
              <p:spPr>
                <a:xfrm>
                  <a:off x="5066683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1" name="pg1950">
                  <a:extLst>
                    <a:ext uri="{FF2B5EF4-FFF2-40B4-BE49-F238E27FC236}">
                      <a16:creationId xmlns:a16="http://schemas.microsoft.com/office/drawing/2014/main" id="{5757823D-90A2-C40E-7535-7D371D69B5B1}"/>
                    </a:ext>
                  </a:extLst>
                </p:cNvPr>
                <p:cNvSpPr/>
                <p:nvPr/>
              </p:nvSpPr>
              <p:spPr>
                <a:xfrm>
                  <a:off x="5078320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2" name="pg1951">
                  <a:extLst>
                    <a:ext uri="{FF2B5EF4-FFF2-40B4-BE49-F238E27FC236}">
                      <a16:creationId xmlns:a16="http://schemas.microsoft.com/office/drawing/2014/main" id="{D7FB1E1A-012A-08B7-E50F-B84E87F00CDC}"/>
                    </a:ext>
                  </a:extLst>
                </p:cNvPr>
                <p:cNvSpPr/>
                <p:nvPr/>
              </p:nvSpPr>
              <p:spPr>
                <a:xfrm>
                  <a:off x="5089957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3" name="pg1952">
                  <a:extLst>
                    <a:ext uri="{FF2B5EF4-FFF2-40B4-BE49-F238E27FC236}">
                      <a16:creationId xmlns:a16="http://schemas.microsoft.com/office/drawing/2014/main" id="{5633C269-6B6B-6C34-3F67-9301A0DFF187}"/>
                    </a:ext>
                  </a:extLst>
                </p:cNvPr>
                <p:cNvSpPr/>
                <p:nvPr/>
              </p:nvSpPr>
              <p:spPr>
                <a:xfrm>
                  <a:off x="5101595" y="41521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4" name="pg1953">
                  <a:extLst>
                    <a:ext uri="{FF2B5EF4-FFF2-40B4-BE49-F238E27FC236}">
                      <a16:creationId xmlns:a16="http://schemas.microsoft.com/office/drawing/2014/main" id="{A90125C1-A387-86E3-F46C-6B7FBC569443}"/>
                    </a:ext>
                  </a:extLst>
                </p:cNvPr>
                <p:cNvSpPr/>
                <p:nvPr/>
              </p:nvSpPr>
              <p:spPr>
                <a:xfrm>
                  <a:off x="4950309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5" name="pg1954">
                  <a:extLst>
                    <a:ext uri="{FF2B5EF4-FFF2-40B4-BE49-F238E27FC236}">
                      <a16:creationId xmlns:a16="http://schemas.microsoft.com/office/drawing/2014/main" id="{BFD8C670-A189-1B85-AAE0-848AB2FBED60}"/>
                    </a:ext>
                  </a:extLst>
                </p:cNvPr>
                <p:cNvSpPr/>
                <p:nvPr/>
              </p:nvSpPr>
              <p:spPr>
                <a:xfrm>
                  <a:off x="4961947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6" name="pg1955">
                  <a:extLst>
                    <a:ext uri="{FF2B5EF4-FFF2-40B4-BE49-F238E27FC236}">
                      <a16:creationId xmlns:a16="http://schemas.microsoft.com/office/drawing/2014/main" id="{7ACCF2BD-A870-5948-799F-B8544C849548}"/>
                    </a:ext>
                  </a:extLst>
                </p:cNvPr>
                <p:cNvSpPr/>
                <p:nvPr/>
              </p:nvSpPr>
              <p:spPr>
                <a:xfrm>
                  <a:off x="4973584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7" name="pg1956">
                  <a:extLst>
                    <a:ext uri="{FF2B5EF4-FFF2-40B4-BE49-F238E27FC236}">
                      <a16:creationId xmlns:a16="http://schemas.microsoft.com/office/drawing/2014/main" id="{DAAF9B59-752F-3622-639E-964BC23A4533}"/>
                    </a:ext>
                  </a:extLst>
                </p:cNvPr>
                <p:cNvSpPr/>
                <p:nvPr/>
              </p:nvSpPr>
              <p:spPr>
                <a:xfrm>
                  <a:off x="4985221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8" name="pg1957">
                  <a:extLst>
                    <a:ext uri="{FF2B5EF4-FFF2-40B4-BE49-F238E27FC236}">
                      <a16:creationId xmlns:a16="http://schemas.microsoft.com/office/drawing/2014/main" id="{6C655AA7-F7D4-E5C1-08B7-C07C1C95E299}"/>
                    </a:ext>
                  </a:extLst>
                </p:cNvPr>
                <p:cNvSpPr/>
                <p:nvPr/>
              </p:nvSpPr>
              <p:spPr>
                <a:xfrm>
                  <a:off x="4996859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59" name="pg1958">
                  <a:extLst>
                    <a:ext uri="{FF2B5EF4-FFF2-40B4-BE49-F238E27FC236}">
                      <a16:creationId xmlns:a16="http://schemas.microsoft.com/office/drawing/2014/main" id="{9440BAB2-BC96-40B2-C559-2C6FB68D9A4E}"/>
                    </a:ext>
                  </a:extLst>
                </p:cNvPr>
                <p:cNvSpPr/>
                <p:nvPr/>
              </p:nvSpPr>
              <p:spPr>
                <a:xfrm>
                  <a:off x="5008496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0" name="pg1959">
                  <a:extLst>
                    <a:ext uri="{FF2B5EF4-FFF2-40B4-BE49-F238E27FC236}">
                      <a16:creationId xmlns:a16="http://schemas.microsoft.com/office/drawing/2014/main" id="{C9258968-AAD7-E9C4-89FD-174C3E2841A8}"/>
                    </a:ext>
                  </a:extLst>
                </p:cNvPr>
                <p:cNvSpPr/>
                <p:nvPr/>
              </p:nvSpPr>
              <p:spPr>
                <a:xfrm>
                  <a:off x="5020133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1" name="pg1960">
                  <a:extLst>
                    <a:ext uri="{FF2B5EF4-FFF2-40B4-BE49-F238E27FC236}">
                      <a16:creationId xmlns:a16="http://schemas.microsoft.com/office/drawing/2014/main" id="{26FB4DD7-0999-D477-11C5-898EF42EA7BE}"/>
                    </a:ext>
                  </a:extLst>
                </p:cNvPr>
                <p:cNvSpPr/>
                <p:nvPr/>
              </p:nvSpPr>
              <p:spPr>
                <a:xfrm>
                  <a:off x="5031771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2" name="pg1961">
                  <a:extLst>
                    <a:ext uri="{FF2B5EF4-FFF2-40B4-BE49-F238E27FC236}">
                      <a16:creationId xmlns:a16="http://schemas.microsoft.com/office/drawing/2014/main" id="{9A63B838-7910-8D91-A69A-894C8772A3A4}"/>
                    </a:ext>
                  </a:extLst>
                </p:cNvPr>
                <p:cNvSpPr/>
                <p:nvPr/>
              </p:nvSpPr>
              <p:spPr>
                <a:xfrm>
                  <a:off x="5043408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3" name="pg1962">
                  <a:extLst>
                    <a:ext uri="{FF2B5EF4-FFF2-40B4-BE49-F238E27FC236}">
                      <a16:creationId xmlns:a16="http://schemas.microsoft.com/office/drawing/2014/main" id="{3C057DCE-4973-3B01-1635-8E7E57E19721}"/>
                    </a:ext>
                  </a:extLst>
                </p:cNvPr>
                <p:cNvSpPr/>
                <p:nvPr/>
              </p:nvSpPr>
              <p:spPr>
                <a:xfrm>
                  <a:off x="5055045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4" name="pg1963">
                  <a:extLst>
                    <a:ext uri="{FF2B5EF4-FFF2-40B4-BE49-F238E27FC236}">
                      <a16:creationId xmlns:a16="http://schemas.microsoft.com/office/drawing/2014/main" id="{B002FB51-D4AB-9AF8-BAA8-0F7B34AA5F25}"/>
                    </a:ext>
                  </a:extLst>
                </p:cNvPr>
                <p:cNvSpPr/>
                <p:nvPr/>
              </p:nvSpPr>
              <p:spPr>
                <a:xfrm>
                  <a:off x="5066683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5" name="pg1964">
                  <a:extLst>
                    <a:ext uri="{FF2B5EF4-FFF2-40B4-BE49-F238E27FC236}">
                      <a16:creationId xmlns:a16="http://schemas.microsoft.com/office/drawing/2014/main" id="{ECC6346B-E025-545B-4A00-1A9940BCB0B8}"/>
                    </a:ext>
                  </a:extLst>
                </p:cNvPr>
                <p:cNvSpPr/>
                <p:nvPr/>
              </p:nvSpPr>
              <p:spPr>
                <a:xfrm>
                  <a:off x="5078320" y="416647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6" name="pg1965">
                  <a:extLst>
                    <a:ext uri="{FF2B5EF4-FFF2-40B4-BE49-F238E27FC236}">
                      <a16:creationId xmlns:a16="http://schemas.microsoft.com/office/drawing/2014/main" id="{3316598A-6EEE-4719-E27C-CC74E90F0D51}"/>
                    </a:ext>
                  </a:extLst>
                </p:cNvPr>
                <p:cNvSpPr/>
                <p:nvPr/>
              </p:nvSpPr>
              <p:spPr>
                <a:xfrm>
                  <a:off x="4927035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7" name="pg1966">
                  <a:extLst>
                    <a:ext uri="{FF2B5EF4-FFF2-40B4-BE49-F238E27FC236}">
                      <a16:creationId xmlns:a16="http://schemas.microsoft.com/office/drawing/2014/main" id="{1C9556B7-4C30-0C42-EB63-FCB9A7EAF43D}"/>
                    </a:ext>
                  </a:extLst>
                </p:cNvPr>
                <p:cNvSpPr/>
                <p:nvPr/>
              </p:nvSpPr>
              <p:spPr>
                <a:xfrm>
                  <a:off x="4938672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8" name="pg1967">
                  <a:extLst>
                    <a:ext uri="{FF2B5EF4-FFF2-40B4-BE49-F238E27FC236}">
                      <a16:creationId xmlns:a16="http://schemas.microsoft.com/office/drawing/2014/main" id="{FD1769B3-68FC-A708-B2BC-4DE5714B83BE}"/>
                    </a:ext>
                  </a:extLst>
                </p:cNvPr>
                <p:cNvSpPr/>
                <p:nvPr/>
              </p:nvSpPr>
              <p:spPr>
                <a:xfrm>
                  <a:off x="4950309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69" name="pg1968">
                  <a:extLst>
                    <a:ext uri="{FF2B5EF4-FFF2-40B4-BE49-F238E27FC236}">
                      <a16:creationId xmlns:a16="http://schemas.microsoft.com/office/drawing/2014/main" id="{1D9B5D5F-71B9-CE58-9BC9-D977FAE0F3C5}"/>
                    </a:ext>
                  </a:extLst>
                </p:cNvPr>
                <p:cNvSpPr/>
                <p:nvPr/>
              </p:nvSpPr>
              <p:spPr>
                <a:xfrm>
                  <a:off x="4961947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0" name="pg1969">
                  <a:extLst>
                    <a:ext uri="{FF2B5EF4-FFF2-40B4-BE49-F238E27FC236}">
                      <a16:creationId xmlns:a16="http://schemas.microsoft.com/office/drawing/2014/main" id="{C7CD124B-9BEF-B4B8-7646-309867D2D7F4}"/>
                    </a:ext>
                  </a:extLst>
                </p:cNvPr>
                <p:cNvSpPr/>
                <p:nvPr/>
              </p:nvSpPr>
              <p:spPr>
                <a:xfrm>
                  <a:off x="4973584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1" name="pg1970">
                  <a:extLst>
                    <a:ext uri="{FF2B5EF4-FFF2-40B4-BE49-F238E27FC236}">
                      <a16:creationId xmlns:a16="http://schemas.microsoft.com/office/drawing/2014/main" id="{1A5B1D3F-5A01-90EB-230B-6B60BA3EDAEE}"/>
                    </a:ext>
                  </a:extLst>
                </p:cNvPr>
                <p:cNvSpPr/>
                <p:nvPr/>
              </p:nvSpPr>
              <p:spPr>
                <a:xfrm>
                  <a:off x="4985221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2" name="pg1971">
                  <a:extLst>
                    <a:ext uri="{FF2B5EF4-FFF2-40B4-BE49-F238E27FC236}">
                      <a16:creationId xmlns:a16="http://schemas.microsoft.com/office/drawing/2014/main" id="{F759805A-27A9-7243-143E-7CD3D5D4E960}"/>
                    </a:ext>
                  </a:extLst>
                </p:cNvPr>
                <p:cNvSpPr/>
                <p:nvPr/>
              </p:nvSpPr>
              <p:spPr>
                <a:xfrm>
                  <a:off x="4996859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3" name="pg1972">
                  <a:extLst>
                    <a:ext uri="{FF2B5EF4-FFF2-40B4-BE49-F238E27FC236}">
                      <a16:creationId xmlns:a16="http://schemas.microsoft.com/office/drawing/2014/main" id="{1DF9DE9B-FFA9-8DD4-9CF3-948991DCF84D}"/>
                    </a:ext>
                  </a:extLst>
                </p:cNvPr>
                <p:cNvSpPr/>
                <p:nvPr/>
              </p:nvSpPr>
              <p:spPr>
                <a:xfrm>
                  <a:off x="5008496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4" name="pg1973">
                  <a:extLst>
                    <a:ext uri="{FF2B5EF4-FFF2-40B4-BE49-F238E27FC236}">
                      <a16:creationId xmlns:a16="http://schemas.microsoft.com/office/drawing/2014/main" id="{531DA42C-93A0-1080-55C0-1EEC966B883F}"/>
                    </a:ext>
                  </a:extLst>
                </p:cNvPr>
                <p:cNvSpPr/>
                <p:nvPr/>
              </p:nvSpPr>
              <p:spPr>
                <a:xfrm>
                  <a:off x="5020133" y="41807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5" name="pg1974">
                  <a:extLst>
                    <a:ext uri="{FF2B5EF4-FFF2-40B4-BE49-F238E27FC236}">
                      <a16:creationId xmlns:a16="http://schemas.microsoft.com/office/drawing/2014/main" id="{285B2FFE-D06F-DD88-ABEB-68D2F2E943DD}"/>
                    </a:ext>
                  </a:extLst>
                </p:cNvPr>
                <p:cNvSpPr/>
                <p:nvPr/>
              </p:nvSpPr>
              <p:spPr>
                <a:xfrm>
                  <a:off x="4915397" y="41950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6" name="pg1975">
                  <a:extLst>
                    <a:ext uri="{FF2B5EF4-FFF2-40B4-BE49-F238E27FC236}">
                      <a16:creationId xmlns:a16="http://schemas.microsoft.com/office/drawing/2014/main" id="{83720852-905D-D4E2-5954-4C1455537977}"/>
                    </a:ext>
                  </a:extLst>
                </p:cNvPr>
                <p:cNvSpPr/>
                <p:nvPr/>
              </p:nvSpPr>
              <p:spPr>
                <a:xfrm>
                  <a:off x="4927035" y="41950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7" name="pg1976">
                  <a:extLst>
                    <a:ext uri="{FF2B5EF4-FFF2-40B4-BE49-F238E27FC236}">
                      <a16:creationId xmlns:a16="http://schemas.microsoft.com/office/drawing/2014/main" id="{F6E4BE08-B24E-E8C6-9F9E-24CECB3EE8BD}"/>
                    </a:ext>
                  </a:extLst>
                </p:cNvPr>
                <p:cNvSpPr/>
                <p:nvPr/>
              </p:nvSpPr>
              <p:spPr>
                <a:xfrm>
                  <a:off x="4938672" y="41950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8" name="pg1977">
                  <a:extLst>
                    <a:ext uri="{FF2B5EF4-FFF2-40B4-BE49-F238E27FC236}">
                      <a16:creationId xmlns:a16="http://schemas.microsoft.com/office/drawing/2014/main" id="{3697F51B-E49C-3662-51A7-542FF6C3B1BC}"/>
                    </a:ext>
                  </a:extLst>
                </p:cNvPr>
                <p:cNvSpPr/>
                <p:nvPr/>
              </p:nvSpPr>
              <p:spPr>
                <a:xfrm>
                  <a:off x="4950309" y="41950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79" name="pg1978">
                  <a:extLst>
                    <a:ext uri="{FF2B5EF4-FFF2-40B4-BE49-F238E27FC236}">
                      <a16:creationId xmlns:a16="http://schemas.microsoft.com/office/drawing/2014/main" id="{22797B3E-8D58-36A9-74AC-4BAAD96C7891}"/>
                    </a:ext>
                  </a:extLst>
                </p:cNvPr>
                <p:cNvSpPr/>
                <p:nvPr/>
              </p:nvSpPr>
              <p:spPr>
                <a:xfrm>
                  <a:off x="4961947" y="41950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0" name="pg1979">
                  <a:extLst>
                    <a:ext uri="{FF2B5EF4-FFF2-40B4-BE49-F238E27FC236}">
                      <a16:creationId xmlns:a16="http://schemas.microsoft.com/office/drawing/2014/main" id="{ED75F071-40FD-2111-6F8F-35221726BF14}"/>
                    </a:ext>
                  </a:extLst>
                </p:cNvPr>
                <p:cNvSpPr/>
                <p:nvPr/>
              </p:nvSpPr>
              <p:spPr>
                <a:xfrm>
                  <a:off x="4973584" y="41950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1" name="pg1980">
                  <a:extLst>
                    <a:ext uri="{FF2B5EF4-FFF2-40B4-BE49-F238E27FC236}">
                      <a16:creationId xmlns:a16="http://schemas.microsoft.com/office/drawing/2014/main" id="{324D8814-FF41-1162-617A-FA3F8A830FDF}"/>
                    </a:ext>
                  </a:extLst>
                </p:cNvPr>
                <p:cNvSpPr/>
                <p:nvPr/>
              </p:nvSpPr>
              <p:spPr>
                <a:xfrm>
                  <a:off x="4985221" y="41950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2" name="pg1981">
                  <a:extLst>
                    <a:ext uri="{FF2B5EF4-FFF2-40B4-BE49-F238E27FC236}">
                      <a16:creationId xmlns:a16="http://schemas.microsoft.com/office/drawing/2014/main" id="{22DBDEC9-2B38-AA44-5951-A0C8B29FB2AB}"/>
                    </a:ext>
                  </a:extLst>
                </p:cNvPr>
                <p:cNvSpPr/>
                <p:nvPr/>
              </p:nvSpPr>
              <p:spPr>
                <a:xfrm>
                  <a:off x="4996859" y="419507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3" name="pg1982">
                  <a:extLst>
                    <a:ext uri="{FF2B5EF4-FFF2-40B4-BE49-F238E27FC236}">
                      <a16:creationId xmlns:a16="http://schemas.microsoft.com/office/drawing/2014/main" id="{DC192885-441C-A71C-323D-D25EBCE98AB5}"/>
                    </a:ext>
                  </a:extLst>
                </p:cNvPr>
                <p:cNvSpPr/>
                <p:nvPr/>
              </p:nvSpPr>
              <p:spPr>
                <a:xfrm>
                  <a:off x="4892123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4" name="pg1983">
                  <a:extLst>
                    <a:ext uri="{FF2B5EF4-FFF2-40B4-BE49-F238E27FC236}">
                      <a16:creationId xmlns:a16="http://schemas.microsoft.com/office/drawing/2014/main" id="{6951ACEE-E322-5A9B-B3E7-2493FDC00DBE}"/>
                    </a:ext>
                  </a:extLst>
                </p:cNvPr>
                <p:cNvSpPr/>
                <p:nvPr/>
              </p:nvSpPr>
              <p:spPr>
                <a:xfrm>
                  <a:off x="4903760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5" name="pg1984">
                  <a:extLst>
                    <a:ext uri="{FF2B5EF4-FFF2-40B4-BE49-F238E27FC236}">
                      <a16:creationId xmlns:a16="http://schemas.microsoft.com/office/drawing/2014/main" id="{44975718-3F18-E9C9-DCFE-4AD1024A67F0}"/>
                    </a:ext>
                  </a:extLst>
                </p:cNvPr>
                <p:cNvSpPr/>
                <p:nvPr/>
              </p:nvSpPr>
              <p:spPr>
                <a:xfrm>
                  <a:off x="4915397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6" name="pg1985">
                  <a:extLst>
                    <a:ext uri="{FF2B5EF4-FFF2-40B4-BE49-F238E27FC236}">
                      <a16:creationId xmlns:a16="http://schemas.microsoft.com/office/drawing/2014/main" id="{340C75F6-97E1-F776-DB21-5B652D48793D}"/>
                    </a:ext>
                  </a:extLst>
                </p:cNvPr>
                <p:cNvSpPr/>
                <p:nvPr/>
              </p:nvSpPr>
              <p:spPr>
                <a:xfrm>
                  <a:off x="4927035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7" name="pg1986">
                  <a:extLst>
                    <a:ext uri="{FF2B5EF4-FFF2-40B4-BE49-F238E27FC236}">
                      <a16:creationId xmlns:a16="http://schemas.microsoft.com/office/drawing/2014/main" id="{B0DE16F8-E99E-16CF-E841-F90B9C5F4EBC}"/>
                    </a:ext>
                  </a:extLst>
                </p:cNvPr>
                <p:cNvSpPr/>
                <p:nvPr/>
              </p:nvSpPr>
              <p:spPr>
                <a:xfrm>
                  <a:off x="4938672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8" name="pg1987">
                  <a:extLst>
                    <a:ext uri="{FF2B5EF4-FFF2-40B4-BE49-F238E27FC236}">
                      <a16:creationId xmlns:a16="http://schemas.microsoft.com/office/drawing/2014/main" id="{E26677B6-C03E-E805-C615-727A6AB6406A}"/>
                    </a:ext>
                  </a:extLst>
                </p:cNvPr>
                <p:cNvSpPr/>
                <p:nvPr/>
              </p:nvSpPr>
              <p:spPr>
                <a:xfrm>
                  <a:off x="4950309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89" name="pg1988">
                  <a:extLst>
                    <a:ext uri="{FF2B5EF4-FFF2-40B4-BE49-F238E27FC236}">
                      <a16:creationId xmlns:a16="http://schemas.microsoft.com/office/drawing/2014/main" id="{D8BF7C52-B75A-F034-3D01-A4E6C7121FBD}"/>
                    </a:ext>
                  </a:extLst>
                </p:cNvPr>
                <p:cNvSpPr/>
                <p:nvPr/>
              </p:nvSpPr>
              <p:spPr>
                <a:xfrm>
                  <a:off x="4961947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0" name="pg1989">
                  <a:extLst>
                    <a:ext uri="{FF2B5EF4-FFF2-40B4-BE49-F238E27FC236}">
                      <a16:creationId xmlns:a16="http://schemas.microsoft.com/office/drawing/2014/main" id="{A862F4B2-9231-6EEB-4E72-E1EF79F1D2F6}"/>
                    </a:ext>
                  </a:extLst>
                </p:cNvPr>
                <p:cNvSpPr/>
                <p:nvPr/>
              </p:nvSpPr>
              <p:spPr>
                <a:xfrm>
                  <a:off x="4973584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1" name="pg1990">
                  <a:extLst>
                    <a:ext uri="{FF2B5EF4-FFF2-40B4-BE49-F238E27FC236}">
                      <a16:creationId xmlns:a16="http://schemas.microsoft.com/office/drawing/2014/main" id="{AF703E68-AB76-2D29-9EB3-A35F828FF22F}"/>
                    </a:ext>
                  </a:extLst>
                </p:cNvPr>
                <p:cNvSpPr/>
                <p:nvPr/>
              </p:nvSpPr>
              <p:spPr>
                <a:xfrm>
                  <a:off x="4985221" y="420937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2" name="pg1991">
                  <a:extLst>
                    <a:ext uri="{FF2B5EF4-FFF2-40B4-BE49-F238E27FC236}">
                      <a16:creationId xmlns:a16="http://schemas.microsoft.com/office/drawing/2014/main" id="{F96EA9F2-513F-F5BA-40BC-5C828A800EF9}"/>
                    </a:ext>
                  </a:extLst>
                </p:cNvPr>
                <p:cNvSpPr/>
                <p:nvPr/>
              </p:nvSpPr>
              <p:spPr>
                <a:xfrm>
                  <a:off x="4857211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59E">
                    <a:alpha val="100000"/>
                  </a:srgbClr>
                </a:solidFill>
                <a:ln w="5420" cap="flat">
                  <a:solidFill>
                    <a:srgbClr val="3A65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3" name="pg1992">
                  <a:extLst>
                    <a:ext uri="{FF2B5EF4-FFF2-40B4-BE49-F238E27FC236}">
                      <a16:creationId xmlns:a16="http://schemas.microsoft.com/office/drawing/2014/main" id="{86951742-1647-5D30-85CD-DB4D8D3DFD27}"/>
                    </a:ext>
                  </a:extLst>
                </p:cNvPr>
                <p:cNvSpPr/>
                <p:nvPr/>
              </p:nvSpPr>
              <p:spPr>
                <a:xfrm>
                  <a:off x="4868848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4" name="pg1993">
                  <a:extLst>
                    <a:ext uri="{FF2B5EF4-FFF2-40B4-BE49-F238E27FC236}">
                      <a16:creationId xmlns:a16="http://schemas.microsoft.com/office/drawing/2014/main" id="{E632A442-1181-4BAB-C6A6-0B220008FDEE}"/>
                    </a:ext>
                  </a:extLst>
                </p:cNvPr>
                <p:cNvSpPr/>
                <p:nvPr/>
              </p:nvSpPr>
              <p:spPr>
                <a:xfrm>
                  <a:off x="4880485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5" name="pg1994">
                  <a:extLst>
                    <a:ext uri="{FF2B5EF4-FFF2-40B4-BE49-F238E27FC236}">
                      <a16:creationId xmlns:a16="http://schemas.microsoft.com/office/drawing/2014/main" id="{F2ADCC66-8F89-CACA-4974-1E848A583B19}"/>
                    </a:ext>
                  </a:extLst>
                </p:cNvPr>
                <p:cNvSpPr/>
                <p:nvPr/>
              </p:nvSpPr>
              <p:spPr>
                <a:xfrm>
                  <a:off x="4892123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6" name="pg1995">
                  <a:extLst>
                    <a:ext uri="{FF2B5EF4-FFF2-40B4-BE49-F238E27FC236}">
                      <a16:creationId xmlns:a16="http://schemas.microsoft.com/office/drawing/2014/main" id="{2D9E0FD1-7A54-B7DE-AAFB-366612DB2702}"/>
                    </a:ext>
                  </a:extLst>
                </p:cNvPr>
                <p:cNvSpPr/>
                <p:nvPr/>
              </p:nvSpPr>
              <p:spPr>
                <a:xfrm>
                  <a:off x="4903760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7" name="pg1996">
                  <a:extLst>
                    <a:ext uri="{FF2B5EF4-FFF2-40B4-BE49-F238E27FC236}">
                      <a16:creationId xmlns:a16="http://schemas.microsoft.com/office/drawing/2014/main" id="{ACEF2182-94AA-EAC3-43FF-245ACD34D8D3}"/>
                    </a:ext>
                  </a:extLst>
                </p:cNvPr>
                <p:cNvSpPr/>
                <p:nvPr/>
              </p:nvSpPr>
              <p:spPr>
                <a:xfrm>
                  <a:off x="4915397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8" name="pg1997">
                  <a:extLst>
                    <a:ext uri="{FF2B5EF4-FFF2-40B4-BE49-F238E27FC236}">
                      <a16:creationId xmlns:a16="http://schemas.microsoft.com/office/drawing/2014/main" id="{C3D8E266-EE80-ADEB-6F3C-6EC29FAC0B84}"/>
                    </a:ext>
                  </a:extLst>
                </p:cNvPr>
                <p:cNvSpPr/>
                <p:nvPr/>
              </p:nvSpPr>
              <p:spPr>
                <a:xfrm>
                  <a:off x="4927035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399" name="pg1998">
                  <a:extLst>
                    <a:ext uri="{FF2B5EF4-FFF2-40B4-BE49-F238E27FC236}">
                      <a16:creationId xmlns:a16="http://schemas.microsoft.com/office/drawing/2014/main" id="{781A5D76-4A9F-9B84-C14E-5735380F9591}"/>
                    </a:ext>
                  </a:extLst>
                </p:cNvPr>
                <p:cNvSpPr/>
                <p:nvPr/>
              </p:nvSpPr>
              <p:spPr>
                <a:xfrm>
                  <a:off x="4938672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0" name="pg1999">
                  <a:extLst>
                    <a:ext uri="{FF2B5EF4-FFF2-40B4-BE49-F238E27FC236}">
                      <a16:creationId xmlns:a16="http://schemas.microsoft.com/office/drawing/2014/main" id="{51078E65-501F-988C-E735-97AA89267B95}"/>
                    </a:ext>
                  </a:extLst>
                </p:cNvPr>
                <p:cNvSpPr/>
                <p:nvPr/>
              </p:nvSpPr>
              <p:spPr>
                <a:xfrm>
                  <a:off x="4950309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1" name="pg2000">
                  <a:extLst>
                    <a:ext uri="{FF2B5EF4-FFF2-40B4-BE49-F238E27FC236}">
                      <a16:creationId xmlns:a16="http://schemas.microsoft.com/office/drawing/2014/main" id="{BAA1EB10-2EB0-04A5-CAEC-86483A959900}"/>
                    </a:ext>
                  </a:extLst>
                </p:cNvPr>
                <p:cNvSpPr/>
                <p:nvPr/>
              </p:nvSpPr>
              <p:spPr>
                <a:xfrm>
                  <a:off x="4961947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2" name="pg2001">
                  <a:extLst>
                    <a:ext uri="{FF2B5EF4-FFF2-40B4-BE49-F238E27FC236}">
                      <a16:creationId xmlns:a16="http://schemas.microsoft.com/office/drawing/2014/main" id="{1E6354D8-8B4D-F5EF-73CD-2B815B43DF02}"/>
                    </a:ext>
                  </a:extLst>
                </p:cNvPr>
                <p:cNvSpPr/>
                <p:nvPr/>
              </p:nvSpPr>
              <p:spPr>
                <a:xfrm>
                  <a:off x="4973584" y="42236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3" name="pg2002">
                  <a:extLst>
                    <a:ext uri="{FF2B5EF4-FFF2-40B4-BE49-F238E27FC236}">
                      <a16:creationId xmlns:a16="http://schemas.microsoft.com/office/drawing/2014/main" id="{D4997174-4FAC-2BEC-9734-B232C30A12A2}"/>
                    </a:ext>
                  </a:extLst>
                </p:cNvPr>
                <p:cNvSpPr/>
                <p:nvPr/>
              </p:nvSpPr>
              <p:spPr>
                <a:xfrm>
                  <a:off x="4833936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77D">
                    <a:alpha val="100000"/>
                  </a:srgbClr>
                </a:solidFill>
                <a:ln w="5420" cap="flat">
                  <a:solidFill>
                    <a:srgbClr val="3C477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4" name="pg2003">
                  <a:extLst>
                    <a:ext uri="{FF2B5EF4-FFF2-40B4-BE49-F238E27FC236}">
                      <a16:creationId xmlns:a16="http://schemas.microsoft.com/office/drawing/2014/main" id="{A51D5B21-DB03-55D4-121A-67DCE712D3EE}"/>
                    </a:ext>
                  </a:extLst>
                </p:cNvPr>
                <p:cNvSpPr/>
                <p:nvPr/>
              </p:nvSpPr>
              <p:spPr>
                <a:xfrm>
                  <a:off x="4845573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4D85">
                    <a:alpha val="100000"/>
                  </a:srgbClr>
                </a:solidFill>
                <a:ln w="5420" cap="flat">
                  <a:solidFill>
                    <a:srgbClr val="3B4D8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5" name="pg2004">
                  <a:extLst>
                    <a:ext uri="{FF2B5EF4-FFF2-40B4-BE49-F238E27FC236}">
                      <a16:creationId xmlns:a16="http://schemas.microsoft.com/office/drawing/2014/main" id="{BA1162CD-21CA-F710-9DE2-2D6EF0C5EB6E}"/>
                    </a:ext>
                  </a:extLst>
                </p:cNvPr>
                <p:cNvSpPr/>
                <p:nvPr/>
              </p:nvSpPr>
              <p:spPr>
                <a:xfrm>
                  <a:off x="4857211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591">
                    <a:alpha val="100000"/>
                  </a:srgbClr>
                </a:solidFill>
                <a:ln w="5420" cap="flat">
                  <a:solidFill>
                    <a:srgbClr val="3B559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6" name="pg2005">
                  <a:extLst>
                    <a:ext uri="{FF2B5EF4-FFF2-40B4-BE49-F238E27FC236}">
                      <a16:creationId xmlns:a16="http://schemas.microsoft.com/office/drawing/2014/main" id="{A4C741ED-C071-1C27-8D8D-37C3C6901D03}"/>
                    </a:ext>
                  </a:extLst>
                </p:cNvPr>
                <p:cNvSpPr/>
                <p:nvPr/>
              </p:nvSpPr>
              <p:spPr>
                <a:xfrm>
                  <a:off x="4868848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7" name="pg2006">
                  <a:extLst>
                    <a:ext uri="{FF2B5EF4-FFF2-40B4-BE49-F238E27FC236}">
                      <a16:creationId xmlns:a16="http://schemas.microsoft.com/office/drawing/2014/main" id="{8D9826DE-4C56-4EEB-4CA0-2CF3B27F5414}"/>
                    </a:ext>
                  </a:extLst>
                </p:cNvPr>
                <p:cNvSpPr/>
                <p:nvPr/>
              </p:nvSpPr>
              <p:spPr>
                <a:xfrm>
                  <a:off x="4880485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8" name="pg2007">
                  <a:extLst>
                    <a:ext uri="{FF2B5EF4-FFF2-40B4-BE49-F238E27FC236}">
                      <a16:creationId xmlns:a16="http://schemas.microsoft.com/office/drawing/2014/main" id="{420E5B37-7B67-D804-7EFD-FA17742EA712}"/>
                    </a:ext>
                  </a:extLst>
                </p:cNvPr>
                <p:cNvSpPr/>
                <p:nvPr/>
              </p:nvSpPr>
              <p:spPr>
                <a:xfrm>
                  <a:off x="4892123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09" name="pg2008">
                  <a:extLst>
                    <a:ext uri="{FF2B5EF4-FFF2-40B4-BE49-F238E27FC236}">
                      <a16:creationId xmlns:a16="http://schemas.microsoft.com/office/drawing/2014/main" id="{22FFDD34-27E6-02AD-F1A3-B95D20DD5020}"/>
                    </a:ext>
                  </a:extLst>
                </p:cNvPr>
                <p:cNvSpPr/>
                <p:nvPr/>
              </p:nvSpPr>
              <p:spPr>
                <a:xfrm>
                  <a:off x="4903760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0" name="pg2009">
                  <a:extLst>
                    <a:ext uri="{FF2B5EF4-FFF2-40B4-BE49-F238E27FC236}">
                      <a16:creationId xmlns:a16="http://schemas.microsoft.com/office/drawing/2014/main" id="{2AC66B2B-06B9-55F3-2867-9ACA03AE1093}"/>
                    </a:ext>
                  </a:extLst>
                </p:cNvPr>
                <p:cNvSpPr/>
                <p:nvPr/>
              </p:nvSpPr>
              <p:spPr>
                <a:xfrm>
                  <a:off x="4915397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1" name="pg2010">
                  <a:extLst>
                    <a:ext uri="{FF2B5EF4-FFF2-40B4-BE49-F238E27FC236}">
                      <a16:creationId xmlns:a16="http://schemas.microsoft.com/office/drawing/2014/main" id="{9EA3BC9C-7484-6C6D-60CC-1F7A71FFFD7D}"/>
                    </a:ext>
                  </a:extLst>
                </p:cNvPr>
                <p:cNvSpPr/>
                <p:nvPr/>
              </p:nvSpPr>
              <p:spPr>
                <a:xfrm>
                  <a:off x="4927035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2" name="pg2011">
                  <a:extLst>
                    <a:ext uri="{FF2B5EF4-FFF2-40B4-BE49-F238E27FC236}">
                      <a16:creationId xmlns:a16="http://schemas.microsoft.com/office/drawing/2014/main" id="{FD3C69FB-B637-2537-CE93-BEDBEACD56D7}"/>
                    </a:ext>
                  </a:extLst>
                </p:cNvPr>
                <p:cNvSpPr/>
                <p:nvPr/>
              </p:nvSpPr>
              <p:spPr>
                <a:xfrm>
                  <a:off x="4938672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7A9">
                    <a:alpha val="100000"/>
                  </a:srgbClr>
                </a:solidFill>
                <a:ln w="5420" cap="flat">
                  <a:solidFill>
                    <a:srgbClr val="35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3" name="pg2012">
                  <a:extLst>
                    <a:ext uri="{FF2B5EF4-FFF2-40B4-BE49-F238E27FC236}">
                      <a16:creationId xmlns:a16="http://schemas.microsoft.com/office/drawing/2014/main" id="{A432180D-7311-8BB8-41E7-179838472448}"/>
                    </a:ext>
                  </a:extLst>
                </p:cNvPr>
                <p:cNvSpPr/>
                <p:nvPr/>
              </p:nvSpPr>
              <p:spPr>
                <a:xfrm>
                  <a:off x="4950309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4" name="pg2013">
                  <a:extLst>
                    <a:ext uri="{FF2B5EF4-FFF2-40B4-BE49-F238E27FC236}">
                      <a16:creationId xmlns:a16="http://schemas.microsoft.com/office/drawing/2014/main" id="{AFBBD09B-30DF-6C91-4E5B-7946C0B55F0F}"/>
                    </a:ext>
                  </a:extLst>
                </p:cNvPr>
                <p:cNvSpPr/>
                <p:nvPr/>
              </p:nvSpPr>
              <p:spPr>
                <a:xfrm>
                  <a:off x="4961947" y="423797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5" name="pg2014">
                  <a:extLst>
                    <a:ext uri="{FF2B5EF4-FFF2-40B4-BE49-F238E27FC236}">
                      <a16:creationId xmlns:a16="http://schemas.microsoft.com/office/drawing/2014/main" id="{F9B3D226-2170-26A6-B0C3-C03DE73ED1B0}"/>
                    </a:ext>
                  </a:extLst>
                </p:cNvPr>
                <p:cNvSpPr/>
                <p:nvPr/>
              </p:nvSpPr>
              <p:spPr>
                <a:xfrm>
                  <a:off x="4822299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969">
                    <a:alpha val="100000"/>
                  </a:srgbClr>
                </a:solidFill>
                <a:ln w="5420" cap="flat">
                  <a:solidFill>
                    <a:srgbClr val="3B396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6" name="pg2015">
                  <a:extLst>
                    <a:ext uri="{FF2B5EF4-FFF2-40B4-BE49-F238E27FC236}">
                      <a16:creationId xmlns:a16="http://schemas.microsoft.com/office/drawing/2014/main" id="{F61149EA-E44F-CEA7-89C7-924F9755E0FD}"/>
                    </a:ext>
                  </a:extLst>
                </p:cNvPr>
                <p:cNvSpPr/>
                <p:nvPr/>
              </p:nvSpPr>
              <p:spPr>
                <a:xfrm>
                  <a:off x="4833936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C6D">
                    <a:alpha val="100000"/>
                  </a:srgbClr>
                </a:solidFill>
                <a:ln w="5420" cap="flat">
                  <a:solidFill>
                    <a:srgbClr val="3B3C6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7" name="pg2016">
                  <a:extLst>
                    <a:ext uri="{FF2B5EF4-FFF2-40B4-BE49-F238E27FC236}">
                      <a16:creationId xmlns:a16="http://schemas.microsoft.com/office/drawing/2014/main" id="{FA9AA200-6C4D-D315-07F0-A38E08D474C2}"/>
                    </a:ext>
                  </a:extLst>
                </p:cNvPr>
                <p:cNvSpPr/>
                <p:nvPr/>
              </p:nvSpPr>
              <p:spPr>
                <a:xfrm>
                  <a:off x="4845573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275">
                    <a:alpha val="100000"/>
                  </a:srgbClr>
                </a:solidFill>
                <a:ln w="5420" cap="flat">
                  <a:solidFill>
                    <a:srgbClr val="3C427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8" name="pg2017">
                  <a:extLst>
                    <a:ext uri="{FF2B5EF4-FFF2-40B4-BE49-F238E27FC236}">
                      <a16:creationId xmlns:a16="http://schemas.microsoft.com/office/drawing/2014/main" id="{4106178E-E5AB-E2BD-406B-2BB0DAAE0B94}"/>
                    </a:ext>
                  </a:extLst>
                </p:cNvPr>
                <p:cNvSpPr/>
                <p:nvPr/>
              </p:nvSpPr>
              <p:spPr>
                <a:xfrm>
                  <a:off x="4857211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B82">
                    <a:alpha val="100000"/>
                  </a:srgbClr>
                </a:solidFill>
                <a:ln w="5420" cap="flat">
                  <a:solidFill>
                    <a:srgbClr val="3C4B8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19" name="pg2018">
                  <a:extLst>
                    <a:ext uri="{FF2B5EF4-FFF2-40B4-BE49-F238E27FC236}">
                      <a16:creationId xmlns:a16="http://schemas.microsoft.com/office/drawing/2014/main" id="{09CC1DE0-E543-3764-462F-6E057A46DB93}"/>
                    </a:ext>
                  </a:extLst>
                </p:cNvPr>
                <p:cNvSpPr/>
                <p:nvPr/>
              </p:nvSpPr>
              <p:spPr>
                <a:xfrm>
                  <a:off x="4868848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29D">
                    <a:alpha val="100000"/>
                  </a:srgbClr>
                </a:solidFill>
                <a:ln w="5420" cap="flat">
                  <a:solidFill>
                    <a:srgbClr val="3A62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0" name="pg2019">
                  <a:extLst>
                    <a:ext uri="{FF2B5EF4-FFF2-40B4-BE49-F238E27FC236}">
                      <a16:creationId xmlns:a16="http://schemas.microsoft.com/office/drawing/2014/main" id="{16C0BE00-D8F4-FBAC-F87E-C57C4D818F1A}"/>
                    </a:ext>
                  </a:extLst>
                </p:cNvPr>
                <p:cNvSpPr/>
                <p:nvPr/>
              </p:nvSpPr>
              <p:spPr>
                <a:xfrm>
                  <a:off x="4880485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1" name="pg2020">
                  <a:extLst>
                    <a:ext uri="{FF2B5EF4-FFF2-40B4-BE49-F238E27FC236}">
                      <a16:creationId xmlns:a16="http://schemas.microsoft.com/office/drawing/2014/main" id="{F8B83C89-25F4-EDE5-24B0-1DB2034AAE88}"/>
                    </a:ext>
                  </a:extLst>
                </p:cNvPr>
                <p:cNvSpPr/>
                <p:nvPr/>
              </p:nvSpPr>
              <p:spPr>
                <a:xfrm>
                  <a:off x="4892123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2" name="pg2021">
                  <a:extLst>
                    <a:ext uri="{FF2B5EF4-FFF2-40B4-BE49-F238E27FC236}">
                      <a16:creationId xmlns:a16="http://schemas.microsoft.com/office/drawing/2014/main" id="{F1B12FE9-67F7-A69E-D059-AC299184C833}"/>
                    </a:ext>
                  </a:extLst>
                </p:cNvPr>
                <p:cNvSpPr/>
                <p:nvPr/>
              </p:nvSpPr>
              <p:spPr>
                <a:xfrm>
                  <a:off x="4903760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981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3" name="pg2022">
                  <a:extLst>
                    <a:ext uri="{FF2B5EF4-FFF2-40B4-BE49-F238E27FC236}">
                      <a16:creationId xmlns:a16="http://schemas.microsoft.com/office/drawing/2014/main" id="{3BBCE6F1-F798-016F-168D-BB6AD79F65E7}"/>
                    </a:ext>
                  </a:extLst>
                </p:cNvPr>
                <p:cNvSpPr/>
                <p:nvPr/>
              </p:nvSpPr>
              <p:spPr>
                <a:xfrm>
                  <a:off x="4915397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4" name="pg2023">
                  <a:extLst>
                    <a:ext uri="{FF2B5EF4-FFF2-40B4-BE49-F238E27FC236}">
                      <a16:creationId xmlns:a16="http://schemas.microsoft.com/office/drawing/2014/main" id="{C05A0FE7-3D93-B165-2E70-3FC10B18FB1F}"/>
                    </a:ext>
                  </a:extLst>
                </p:cNvPr>
                <p:cNvSpPr/>
                <p:nvPr/>
              </p:nvSpPr>
              <p:spPr>
                <a:xfrm>
                  <a:off x="4927035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5" name="pg2024">
                  <a:extLst>
                    <a:ext uri="{FF2B5EF4-FFF2-40B4-BE49-F238E27FC236}">
                      <a16:creationId xmlns:a16="http://schemas.microsoft.com/office/drawing/2014/main" id="{96A3C606-9150-7B46-9B58-DBA207F977F5}"/>
                    </a:ext>
                  </a:extLst>
                </p:cNvPr>
                <p:cNvSpPr/>
                <p:nvPr/>
              </p:nvSpPr>
              <p:spPr>
                <a:xfrm>
                  <a:off x="4938672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6" name="pg2025">
                  <a:extLst>
                    <a:ext uri="{FF2B5EF4-FFF2-40B4-BE49-F238E27FC236}">
                      <a16:creationId xmlns:a16="http://schemas.microsoft.com/office/drawing/2014/main" id="{47352D45-C159-082B-396F-7AA6FFF0FEA3}"/>
                    </a:ext>
                  </a:extLst>
                </p:cNvPr>
                <p:cNvSpPr/>
                <p:nvPr/>
              </p:nvSpPr>
              <p:spPr>
                <a:xfrm>
                  <a:off x="4950309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7" name="pg2026">
                  <a:extLst>
                    <a:ext uri="{FF2B5EF4-FFF2-40B4-BE49-F238E27FC236}">
                      <a16:creationId xmlns:a16="http://schemas.microsoft.com/office/drawing/2014/main" id="{96B886F1-DD86-E41F-2274-4726BB814736}"/>
                    </a:ext>
                  </a:extLst>
                </p:cNvPr>
                <p:cNvSpPr/>
                <p:nvPr/>
              </p:nvSpPr>
              <p:spPr>
                <a:xfrm>
                  <a:off x="4961947" y="42522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8" name="pg2027">
                  <a:extLst>
                    <a:ext uri="{FF2B5EF4-FFF2-40B4-BE49-F238E27FC236}">
                      <a16:creationId xmlns:a16="http://schemas.microsoft.com/office/drawing/2014/main" id="{9037DCD5-DF81-ECBB-71D8-38C9EAF2D8B8}"/>
                    </a:ext>
                  </a:extLst>
                </p:cNvPr>
                <p:cNvSpPr/>
                <p:nvPr/>
              </p:nvSpPr>
              <p:spPr>
                <a:xfrm>
                  <a:off x="4810661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305C">
                    <a:alpha val="100000"/>
                  </a:srgbClr>
                </a:solidFill>
                <a:ln w="5420" cap="flat">
                  <a:solidFill>
                    <a:srgbClr val="39305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29" name="pg2028">
                  <a:extLst>
                    <a:ext uri="{FF2B5EF4-FFF2-40B4-BE49-F238E27FC236}">
                      <a16:creationId xmlns:a16="http://schemas.microsoft.com/office/drawing/2014/main" id="{B9C2F523-268A-E01D-705F-3028570D5BE1}"/>
                    </a:ext>
                  </a:extLst>
                </p:cNvPr>
                <p:cNvSpPr/>
                <p:nvPr/>
              </p:nvSpPr>
              <p:spPr>
                <a:xfrm>
                  <a:off x="4822299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E5A">
                    <a:alpha val="100000"/>
                  </a:srgbClr>
                </a:solidFill>
                <a:ln w="5420" cap="flat">
                  <a:solidFill>
                    <a:srgbClr val="392E5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0" name="pg2029">
                  <a:extLst>
                    <a:ext uri="{FF2B5EF4-FFF2-40B4-BE49-F238E27FC236}">
                      <a16:creationId xmlns:a16="http://schemas.microsoft.com/office/drawing/2014/main" id="{E19F5007-D159-46E0-C9AA-493AE7AE52A7}"/>
                    </a:ext>
                  </a:extLst>
                </p:cNvPr>
                <p:cNvSpPr/>
                <p:nvPr/>
              </p:nvSpPr>
              <p:spPr>
                <a:xfrm>
                  <a:off x="4833936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15D">
                    <a:alpha val="100000"/>
                  </a:srgbClr>
                </a:solidFill>
                <a:ln w="5420" cap="flat">
                  <a:solidFill>
                    <a:srgbClr val="3A315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1" name="pg2030">
                  <a:extLst>
                    <a:ext uri="{FF2B5EF4-FFF2-40B4-BE49-F238E27FC236}">
                      <a16:creationId xmlns:a16="http://schemas.microsoft.com/office/drawing/2014/main" id="{A5A5B90E-CF95-BFDA-7C9C-9CBF3DE4C986}"/>
                    </a:ext>
                  </a:extLst>
                </p:cNvPr>
                <p:cNvSpPr/>
                <p:nvPr/>
              </p:nvSpPr>
              <p:spPr>
                <a:xfrm>
                  <a:off x="4845573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766">
                    <a:alpha val="100000"/>
                  </a:srgbClr>
                </a:solidFill>
                <a:ln w="5420" cap="flat">
                  <a:solidFill>
                    <a:srgbClr val="3B376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2" name="pg2031">
                  <a:extLst>
                    <a:ext uri="{FF2B5EF4-FFF2-40B4-BE49-F238E27FC236}">
                      <a16:creationId xmlns:a16="http://schemas.microsoft.com/office/drawing/2014/main" id="{4218321F-DF70-E560-ECC7-8A0B0301ADF3}"/>
                    </a:ext>
                  </a:extLst>
                </p:cNvPr>
                <p:cNvSpPr/>
                <p:nvPr/>
              </p:nvSpPr>
              <p:spPr>
                <a:xfrm>
                  <a:off x="4857211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174">
                    <a:alpha val="100000"/>
                  </a:srgbClr>
                </a:solidFill>
                <a:ln w="5420" cap="flat">
                  <a:solidFill>
                    <a:srgbClr val="3C417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3" name="pg2032">
                  <a:extLst>
                    <a:ext uri="{FF2B5EF4-FFF2-40B4-BE49-F238E27FC236}">
                      <a16:creationId xmlns:a16="http://schemas.microsoft.com/office/drawing/2014/main" id="{BD7437F5-03F0-7826-334E-045405799A23}"/>
                    </a:ext>
                  </a:extLst>
                </p:cNvPr>
                <p:cNvSpPr/>
                <p:nvPr/>
              </p:nvSpPr>
              <p:spPr>
                <a:xfrm>
                  <a:off x="4868848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A98">
                    <a:alpha val="100000"/>
                  </a:srgbClr>
                </a:solidFill>
                <a:ln w="5420" cap="flat">
                  <a:solidFill>
                    <a:srgbClr val="3A5A9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4" name="pg2033">
                  <a:extLst>
                    <a:ext uri="{FF2B5EF4-FFF2-40B4-BE49-F238E27FC236}">
                      <a16:creationId xmlns:a16="http://schemas.microsoft.com/office/drawing/2014/main" id="{0B038D81-1AD9-F4DC-2DB4-23CE826E0603}"/>
                    </a:ext>
                  </a:extLst>
                </p:cNvPr>
                <p:cNvSpPr/>
                <p:nvPr/>
              </p:nvSpPr>
              <p:spPr>
                <a:xfrm>
                  <a:off x="4880485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67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5" name="pg2034">
                  <a:extLst>
                    <a:ext uri="{FF2B5EF4-FFF2-40B4-BE49-F238E27FC236}">
                      <a16:creationId xmlns:a16="http://schemas.microsoft.com/office/drawing/2014/main" id="{AC34AC4F-57CF-4B3B-7BE7-3672F81023DF}"/>
                    </a:ext>
                  </a:extLst>
                </p:cNvPr>
                <p:cNvSpPr/>
                <p:nvPr/>
              </p:nvSpPr>
              <p:spPr>
                <a:xfrm>
                  <a:off x="4892123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6" name="pg2035">
                  <a:extLst>
                    <a:ext uri="{FF2B5EF4-FFF2-40B4-BE49-F238E27FC236}">
                      <a16:creationId xmlns:a16="http://schemas.microsoft.com/office/drawing/2014/main" id="{7DAD19C8-26A1-E6EF-37DB-48BF8D1DEDBE}"/>
                    </a:ext>
                  </a:extLst>
                </p:cNvPr>
                <p:cNvSpPr/>
                <p:nvPr/>
              </p:nvSpPr>
              <p:spPr>
                <a:xfrm>
                  <a:off x="4903760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7" name="pg2036">
                  <a:extLst>
                    <a:ext uri="{FF2B5EF4-FFF2-40B4-BE49-F238E27FC236}">
                      <a16:creationId xmlns:a16="http://schemas.microsoft.com/office/drawing/2014/main" id="{D7D3D542-F8B2-1954-AF09-47379CCCCD78}"/>
                    </a:ext>
                  </a:extLst>
                </p:cNvPr>
                <p:cNvSpPr/>
                <p:nvPr/>
              </p:nvSpPr>
              <p:spPr>
                <a:xfrm>
                  <a:off x="4915397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8" name="pg2037">
                  <a:extLst>
                    <a:ext uri="{FF2B5EF4-FFF2-40B4-BE49-F238E27FC236}">
                      <a16:creationId xmlns:a16="http://schemas.microsoft.com/office/drawing/2014/main" id="{3AEE5D45-7439-1E6D-C016-53D8849C687D}"/>
                    </a:ext>
                  </a:extLst>
                </p:cNvPr>
                <p:cNvSpPr/>
                <p:nvPr/>
              </p:nvSpPr>
              <p:spPr>
                <a:xfrm>
                  <a:off x="4927035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39" name="pg2038">
                  <a:extLst>
                    <a:ext uri="{FF2B5EF4-FFF2-40B4-BE49-F238E27FC236}">
                      <a16:creationId xmlns:a16="http://schemas.microsoft.com/office/drawing/2014/main" id="{5ACC094F-088E-AF94-34E0-DBC18D7AF2EF}"/>
                    </a:ext>
                  </a:extLst>
                </p:cNvPr>
                <p:cNvSpPr/>
                <p:nvPr/>
              </p:nvSpPr>
              <p:spPr>
                <a:xfrm>
                  <a:off x="4938672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0" name="pg2039">
                  <a:extLst>
                    <a:ext uri="{FF2B5EF4-FFF2-40B4-BE49-F238E27FC236}">
                      <a16:creationId xmlns:a16="http://schemas.microsoft.com/office/drawing/2014/main" id="{29005A59-DACF-0655-A7EB-01DEB4D259F7}"/>
                    </a:ext>
                  </a:extLst>
                </p:cNvPr>
                <p:cNvSpPr/>
                <p:nvPr/>
              </p:nvSpPr>
              <p:spPr>
                <a:xfrm>
                  <a:off x="4950309" y="426657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1" name="pg2040">
                  <a:extLst>
                    <a:ext uri="{FF2B5EF4-FFF2-40B4-BE49-F238E27FC236}">
                      <a16:creationId xmlns:a16="http://schemas.microsoft.com/office/drawing/2014/main" id="{29B0B4B4-57DF-455B-C4DA-8D741E618FC1}"/>
                    </a:ext>
                  </a:extLst>
                </p:cNvPr>
                <p:cNvSpPr/>
                <p:nvPr/>
              </p:nvSpPr>
              <p:spPr>
                <a:xfrm>
                  <a:off x="4799024" y="428087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F5B">
                    <a:alpha val="100000"/>
                  </a:srgbClr>
                </a:solidFill>
                <a:ln w="5420" cap="flat">
                  <a:solidFill>
                    <a:srgbClr val="392F5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2" name="pg2041">
                  <a:extLst>
                    <a:ext uri="{FF2B5EF4-FFF2-40B4-BE49-F238E27FC236}">
                      <a16:creationId xmlns:a16="http://schemas.microsoft.com/office/drawing/2014/main" id="{794D820B-9FC4-FCBD-02BD-9D90834755B2}"/>
                    </a:ext>
                  </a:extLst>
                </p:cNvPr>
                <p:cNvSpPr/>
                <p:nvPr/>
              </p:nvSpPr>
              <p:spPr>
                <a:xfrm>
                  <a:off x="4810661" y="428087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2A53">
                    <a:alpha val="100000"/>
                  </a:srgbClr>
                </a:solidFill>
                <a:ln w="5420" cap="flat">
                  <a:solidFill>
                    <a:srgbClr val="382A5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3" name="pg2042">
                  <a:extLst>
                    <a:ext uri="{FF2B5EF4-FFF2-40B4-BE49-F238E27FC236}">
                      <a16:creationId xmlns:a16="http://schemas.microsoft.com/office/drawing/2014/main" id="{D9964DB0-447E-DDE8-7ADD-B9BCBC29182E}"/>
                    </a:ext>
                  </a:extLst>
                </p:cNvPr>
                <p:cNvSpPr/>
                <p:nvPr/>
              </p:nvSpPr>
              <p:spPr>
                <a:xfrm>
                  <a:off x="4822299" y="428087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284F">
                    <a:alpha val="100000"/>
                  </a:srgbClr>
                </a:solidFill>
                <a:ln w="5420" cap="flat">
                  <a:solidFill>
                    <a:srgbClr val="35284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4" name="pg2043">
                  <a:extLst>
                    <a:ext uri="{FF2B5EF4-FFF2-40B4-BE49-F238E27FC236}">
                      <a16:creationId xmlns:a16="http://schemas.microsoft.com/office/drawing/2014/main" id="{EAA19502-44B7-36F5-18BA-253F2B1725E9}"/>
                    </a:ext>
                  </a:extLst>
                </p:cNvPr>
                <p:cNvSpPr/>
                <p:nvPr/>
              </p:nvSpPr>
              <p:spPr>
                <a:xfrm>
                  <a:off x="4833936" y="428087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2953">
                    <a:alpha val="100000"/>
                  </a:srgbClr>
                </a:solidFill>
                <a:ln w="5420" cap="flat">
                  <a:solidFill>
                    <a:srgbClr val="37295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5" name="pg2044">
                  <a:extLst>
                    <a:ext uri="{FF2B5EF4-FFF2-40B4-BE49-F238E27FC236}">
                      <a16:creationId xmlns:a16="http://schemas.microsoft.com/office/drawing/2014/main" id="{5FD8DFE7-70B5-FDE0-8452-10568F20744C}"/>
                    </a:ext>
                  </a:extLst>
                </p:cNvPr>
                <p:cNvSpPr/>
                <p:nvPr/>
              </p:nvSpPr>
              <p:spPr>
                <a:xfrm>
                  <a:off x="4845573" y="428087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305C">
                    <a:alpha val="100000"/>
                  </a:srgbClr>
                </a:solidFill>
                <a:ln w="5420" cap="flat">
                  <a:solidFill>
                    <a:srgbClr val="39305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6" name="pg2045">
                  <a:extLst>
                    <a:ext uri="{FF2B5EF4-FFF2-40B4-BE49-F238E27FC236}">
                      <a16:creationId xmlns:a16="http://schemas.microsoft.com/office/drawing/2014/main" id="{87E2D43F-3E71-3052-08CB-0F4DEBB87612}"/>
                    </a:ext>
                  </a:extLst>
                </p:cNvPr>
                <p:cNvSpPr/>
                <p:nvPr/>
              </p:nvSpPr>
              <p:spPr>
                <a:xfrm>
                  <a:off x="4857211" y="428087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A6B">
                    <a:alpha val="100000"/>
                  </a:srgbClr>
                </a:solidFill>
                <a:ln w="5420" cap="flat">
                  <a:solidFill>
                    <a:srgbClr val="3B3A6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7" name="pg2046">
                  <a:extLst>
                    <a:ext uri="{FF2B5EF4-FFF2-40B4-BE49-F238E27FC236}">
                      <a16:creationId xmlns:a16="http://schemas.microsoft.com/office/drawing/2014/main" id="{E0042D86-2531-E65B-8736-FE0B8D219ED1}"/>
                    </a:ext>
                  </a:extLst>
                </p:cNvPr>
                <p:cNvSpPr/>
                <p:nvPr/>
              </p:nvSpPr>
              <p:spPr>
                <a:xfrm>
                  <a:off x="4868848" y="428087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48F">
                    <a:alpha val="100000"/>
                  </a:srgbClr>
                </a:solidFill>
                <a:ln w="5420" cap="flat">
                  <a:solidFill>
                    <a:srgbClr val="3B548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8" name="pg2047">
                  <a:extLst>
                    <a:ext uri="{FF2B5EF4-FFF2-40B4-BE49-F238E27FC236}">
                      <a16:creationId xmlns:a16="http://schemas.microsoft.com/office/drawing/2014/main" id="{E867C7F3-6C2C-9FB4-D614-F99E75596921}"/>
                    </a:ext>
                  </a:extLst>
                </p:cNvPr>
                <p:cNvSpPr/>
                <p:nvPr/>
              </p:nvSpPr>
              <p:spPr>
                <a:xfrm>
                  <a:off x="4787387" y="42951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766">
                    <a:alpha val="100000"/>
                  </a:srgbClr>
                </a:solidFill>
                <a:ln w="5420" cap="flat">
                  <a:solidFill>
                    <a:srgbClr val="3B376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49" name="pg2048">
                  <a:extLst>
                    <a:ext uri="{FF2B5EF4-FFF2-40B4-BE49-F238E27FC236}">
                      <a16:creationId xmlns:a16="http://schemas.microsoft.com/office/drawing/2014/main" id="{F1EAB73E-FEFF-CEF3-0EE9-A224937917DC}"/>
                    </a:ext>
                  </a:extLst>
                </p:cNvPr>
                <p:cNvSpPr/>
                <p:nvPr/>
              </p:nvSpPr>
              <p:spPr>
                <a:xfrm>
                  <a:off x="4799024" y="42951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E5A">
                    <a:alpha val="100000"/>
                  </a:srgbClr>
                </a:solidFill>
                <a:ln w="5420" cap="flat">
                  <a:solidFill>
                    <a:srgbClr val="392E5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0" name="pg2049">
                  <a:extLst>
                    <a:ext uri="{FF2B5EF4-FFF2-40B4-BE49-F238E27FC236}">
                      <a16:creationId xmlns:a16="http://schemas.microsoft.com/office/drawing/2014/main" id="{2E26C2F1-36C0-9642-3031-629EFDE25641}"/>
                    </a:ext>
                  </a:extLst>
                </p:cNvPr>
                <p:cNvSpPr/>
                <p:nvPr/>
              </p:nvSpPr>
              <p:spPr>
                <a:xfrm>
                  <a:off x="4810661" y="42951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2951">
                    <a:alpha val="100000"/>
                  </a:srgbClr>
                </a:solidFill>
                <a:ln w="5420" cap="flat">
                  <a:solidFill>
                    <a:srgbClr val="36295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1" name="pg2050">
                  <a:extLst>
                    <a:ext uri="{FF2B5EF4-FFF2-40B4-BE49-F238E27FC236}">
                      <a16:creationId xmlns:a16="http://schemas.microsoft.com/office/drawing/2014/main" id="{3713E7ED-B7E1-A861-C087-0E455DC0B885}"/>
                    </a:ext>
                  </a:extLst>
                </p:cNvPr>
                <p:cNvSpPr/>
                <p:nvPr/>
              </p:nvSpPr>
              <p:spPr>
                <a:xfrm>
                  <a:off x="4822299" y="42951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274D">
                    <a:alpha val="100000"/>
                  </a:srgbClr>
                </a:solidFill>
                <a:ln w="5420" cap="flat">
                  <a:solidFill>
                    <a:srgbClr val="34274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2" name="pg2051">
                  <a:extLst>
                    <a:ext uri="{FF2B5EF4-FFF2-40B4-BE49-F238E27FC236}">
                      <a16:creationId xmlns:a16="http://schemas.microsoft.com/office/drawing/2014/main" id="{B6C27384-8B0A-A1C5-10A0-2E02EC7F03D5}"/>
                    </a:ext>
                  </a:extLst>
                </p:cNvPr>
                <p:cNvSpPr/>
                <p:nvPr/>
              </p:nvSpPr>
              <p:spPr>
                <a:xfrm>
                  <a:off x="4833936" y="42951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2850">
                    <a:alpha val="100000"/>
                  </a:srgbClr>
                </a:solidFill>
                <a:ln w="5420" cap="flat">
                  <a:solidFill>
                    <a:srgbClr val="36285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3" name="pg2052">
                  <a:extLst>
                    <a:ext uri="{FF2B5EF4-FFF2-40B4-BE49-F238E27FC236}">
                      <a16:creationId xmlns:a16="http://schemas.microsoft.com/office/drawing/2014/main" id="{789E193A-51AC-8CEC-87CB-3F73209AFB7E}"/>
                    </a:ext>
                  </a:extLst>
                </p:cNvPr>
                <p:cNvSpPr/>
                <p:nvPr/>
              </p:nvSpPr>
              <p:spPr>
                <a:xfrm>
                  <a:off x="4845573" y="42951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E59">
                    <a:alpha val="100000"/>
                  </a:srgbClr>
                </a:solidFill>
                <a:ln w="5420" cap="flat">
                  <a:solidFill>
                    <a:srgbClr val="392E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4" name="pg2053">
                  <a:extLst>
                    <a:ext uri="{FF2B5EF4-FFF2-40B4-BE49-F238E27FC236}">
                      <a16:creationId xmlns:a16="http://schemas.microsoft.com/office/drawing/2014/main" id="{5D8F3257-84C6-E513-7FF0-05151FBC4575}"/>
                    </a:ext>
                  </a:extLst>
                </p:cNvPr>
                <p:cNvSpPr/>
                <p:nvPr/>
              </p:nvSpPr>
              <p:spPr>
                <a:xfrm>
                  <a:off x="4857211" y="42951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767">
                    <a:alpha val="100000"/>
                  </a:srgbClr>
                </a:solidFill>
                <a:ln w="5420" cap="flat">
                  <a:solidFill>
                    <a:srgbClr val="3B376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5" name="pg2054">
                  <a:extLst>
                    <a:ext uri="{FF2B5EF4-FFF2-40B4-BE49-F238E27FC236}">
                      <a16:creationId xmlns:a16="http://schemas.microsoft.com/office/drawing/2014/main" id="{EC0AEB8D-C428-2F0B-543A-F7612224C34B}"/>
                    </a:ext>
                  </a:extLst>
                </p:cNvPr>
                <p:cNvSpPr/>
                <p:nvPr/>
              </p:nvSpPr>
              <p:spPr>
                <a:xfrm>
                  <a:off x="4775749" y="43094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479">
                    <a:alpha val="100000"/>
                  </a:srgbClr>
                </a:solidFill>
                <a:ln w="5420" cap="flat">
                  <a:solidFill>
                    <a:srgbClr val="3C447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6" name="pg2055">
                  <a:extLst>
                    <a:ext uri="{FF2B5EF4-FFF2-40B4-BE49-F238E27FC236}">
                      <a16:creationId xmlns:a16="http://schemas.microsoft.com/office/drawing/2014/main" id="{59AE4EB4-37C2-4913-4DD9-9F46F5BD3908}"/>
                    </a:ext>
                  </a:extLst>
                </p:cNvPr>
                <p:cNvSpPr/>
                <p:nvPr/>
              </p:nvSpPr>
              <p:spPr>
                <a:xfrm>
                  <a:off x="4787387" y="43094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B6B">
                    <a:alpha val="100000"/>
                  </a:srgbClr>
                </a:solidFill>
                <a:ln w="5420" cap="flat">
                  <a:solidFill>
                    <a:srgbClr val="3B3B6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7" name="pg2056">
                  <a:extLst>
                    <a:ext uri="{FF2B5EF4-FFF2-40B4-BE49-F238E27FC236}">
                      <a16:creationId xmlns:a16="http://schemas.microsoft.com/office/drawing/2014/main" id="{19F2878B-9A6E-31A6-3387-5A1BD1902527}"/>
                    </a:ext>
                  </a:extLst>
                </p:cNvPr>
                <p:cNvSpPr/>
                <p:nvPr/>
              </p:nvSpPr>
              <p:spPr>
                <a:xfrm>
                  <a:off x="4799024" y="43094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260">
                    <a:alpha val="100000"/>
                  </a:srgbClr>
                </a:solidFill>
                <a:ln w="5420" cap="flat">
                  <a:solidFill>
                    <a:srgbClr val="3A326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8" name="pg2057">
                  <a:extLst>
                    <a:ext uri="{FF2B5EF4-FFF2-40B4-BE49-F238E27FC236}">
                      <a16:creationId xmlns:a16="http://schemas.microsoft.com/office/drawing/2014/main" id="{99F77A4F-D7D0-F7F7-56A5-04B914257CE4}"/>
                    </a:ext>
                  </a:extLst>
                </p:cNvPr>
                <p:cNvSpPr/>
                <p:nvPr/>
              </p:nvSpPr>
              <p:spPr>
                <a:xfrm>
                  <a:off x="4810661" y="43094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2C57">
                    <a:alpha val="100000"/>
                  </a:srgbClr>
                </a:solidFill>
                <a:ln w="5420" cap="flat">
                  <a:solidFill>
                    <a:srgbClr val="392C5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59" name="pg2058">
                  <a:extLst>
                    <a:ext uri="{FF2B5EF4-FFF2-40B4-BE49-F238E27FC236}">
                      <a16:creationId xmlns:a16="http://schemas.microsoft.com/office/drawing/2014/main" id="{E7E17C6F-F02E-85E4-FED4-6A917CD97BD0}"/>
                    </a:ext>
                  </a:extLst>
                </p:cNvPr>
                <p:cNvSpPr/>
                <p:nvPr/>
              </p:nvSpPr>
              <p:spPr>
                <a:xfrm>
                  <a:off x="4822299" y="43094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2A54">
                    <a:alpha val="100000"/>
                  </a:srgbClr>
                </a:solidFill>
                <a:ln w="5420" cap="flat">
                  <a:solidFill>
                    <a:srgbClr val="382A5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0" name="pg2059">
                  <a:extLst>
                    <a:ext uri="{FF2B5EF4-FFF2-40B4-BE49-F238E27FC236}">
                      <a16:creationId xmlns:a16="http://schemas.microsoft.com/office/drawing/2014/main" id="{EE07A720-29C8-62FE-EB4A-412A2210612C}"/>
                    </a:ext>
                  </a:extLst>
                </p:cNvPr>
                <p:cNvSpPr/>
                <p:nvPr/>
              </p:nvSpPr>
              <p:spPr>
                <a:xfrm>
                  <a:off x="4833936" y="43094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2C57">
                    <a:alpha val="100000"/>
                  </a:srgbClr>
                </a:solidFill>
                <a:ln w="5420" cap="flat">
                  <a:solidFill>
                    <a:srgbClr val="382C5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1" name="pg2060">
                  <a:extLst>
                    <a:ext uri="{FF2B5EF4-FFF2-40B4-BE49-F238E27FC236}">
                      <a16:creationId xmlns:a16="http://schemas.microsoft.com/office/drawing/2014/main" id="{75A1F596-8B57-1D54-1513-A82106AC1A7C}"/>
                    </a:ext>
                  </a:extLst>
                </p:cNvPr>
                <p:cNvSpPr/>
                <p:nvPr/>
              </p:nvSpPr>
              <p:spPr>
                <a:xfrm>
                  <a:off x="4845573" y="430947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15E">
                    <a:alpha val="100000"/>
                  </a:srgbClr>
                </a:solidFill>
                <a:ln w="5420" cap="flat">
                  <a:solidFill>
                    <a:srgbClr val="3A315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2" name="pg2061">
                  <a:extLst>
                    <a:ext uri="{FF2B5EF4-FFF2-40B4-BE49-F238E27FC236}">
                      <a16:creationId xmlns:a16="http://schemas.microsoft.com/office/drawing/2014/main" id="{2DE1918B-857B-3B89-BA55-C5E77DE7758F}"/>
                    </a:ext>
                  </a:extLst>
                </p:cNvPr>
                <p:cNvSpPr/>
                <p:nvPr/>
              </p:nvSpPr>
              <p:spPr>
                <a:xfrm>
                  <a:off x="4775749" y="43237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B83">
                    <a:alpha val="100000"/>
                  </a:srgbClr>
                </a:solidFill>
                <a:ln w="5420" cap="flat">
                  <a:solidFill>
                    <a:srgbClr val="3C4B8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3" name="pg2062">
                  <a:extLst>
                    <a:ext uri="{FF2B5EF4-FFF2-40B4-BE49-F238E27FC236}">
                      <a16:creationId xmlns:a16="http://schemas.microsoft.com/office/drawing/2014/main" id="{D5BCFBEB-D32E-A404-7936-42E4172166EC}"/>
                    </a:ext>
                  </a:extLst>
                </p:cNvPr>
                <p:cNvSpPr/>
                <p:nvPr/>
              </p:nvSpPr>
              <p:spPr>
                <a:xfrm>
                  <a:off x="4787387" y="43237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377">
                    <a:alpha val="100000"/>
                  </a:srgbClr>
                </a:solidFill>
                <a:ln w="5420" cap="flat">
                  <a:solidFill>
                    <a:srgbClr val="3C437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4" name="pg2063">
                  <a:extLst>
                    <a:ext uri="{FF2B5EF4-FFF2-40B4-BE49-F238E27FC236}">
                      <a16:creationId xmlns:a16="http://schemas.microsoft.com/office/drawing/2014/main" id="{F692FA00-E6FA-7FD7-1911-C92F3A4579DA}"/>
                    </a:ext>
                  </a:extLst>
                </p:cNvPr>
                <p:cNvSpPr/>
                <p:nvPr/>
              </p:nvSpPr>
              <p:spPr>
                <a:xfrm>
                  <a:off x="4799024" y="43237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B6C">
                    <a:alpha val="100000"/>
                  </a:srgbClr>
                </a:solidFill>
                <a:ln w="5420" cap="flat">
                  <a:solidFill>
                    <a:srgbClr val="3B3B6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5" name="pg2064">
                  <a:extLst>
                    <a:ext uri="{FF2B5EF4-FFF2-40B4-BE49-F238E27FC236}">
                      <a16:creationId xmlns:a16="http://schemas.microsoft.com/office/drawing/2014/main" id="{334920AF-7982-BCD9-E9C3-05C7B15F2B92}"/>
                    </a:ext>
                  </a:extLst>
                </p:cNvPr>
                <p:cNvSpPr/>
                <p:nvPr/>
              </p:nvSpPr>
              <p:spPr>
                <a:xfrm>
                  <a:off x="4810661" y="43237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664">
                    <a:alpha val="100000"/>
                  </a:srgbClr>
                </a:solidFill>
                <a:ln w="5420" cap="flat">
                  <a:solidFill>
                    <a:srgbClr val="3A366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6" name="pg2065">
                  <a:extLst>
                    <a:ext uri="{FF2B5EF4-FFF2-40B4-BE49-F238E27FC236}">
                      <a16:creationId xmlns:a16="http://schemas.microsoft.com/office/drawing/2014/main" id="{2399EC74-7836-BE48-106D-2F29AD2D9964}"/>
                    </a:ext>
                  </a:extLst>
                </p:cNvPr>
                <p:cNvSpPr/>
                <p:nvPr/>
              </p:nvSpPr>
              <p:spPr>
                <a:xfrm>
                  <a:off x="4822299" y="43237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461">
                    <a:alpha val="100000"/>
                  </a:srgbClr>
                </a:solidFill>
                <a:ln w="5420" cap="flat">
                  <a:solidFill>
                    <a:srgbClr val="3A346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7" name="pg2066">
                  <a:extLst>
                    <a:ext uri="{FF2B5EF4-FFF2-40B4-BE49-F238E27FC236}">
                      <a16:creationId xmlns:a16="http://schemas.microsoft.com/office/drawing/2014/main" id="{73148AE5-CFE3-F6C7-6C61-DA81D8BDC473}"/>
                    </a:ext>
                  </a:extLst>
                </p:cNvPr>
                <p:cNvSpPr/>
                <p:nvPr/>
              </p:nvSpPr>
              <p:spPr>
                <a:xfrm>
                  <a:off x="4833936" y="43237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3563">
                    <a:alpha val="100000"/>
                  </a:srgbClr>
                </a:solidFill>
                <a:ln w="5420" cap="flat">
                  <a:solidFill>
                    <a:srgbClr val="3A356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8" name="pg2067">
                  <a:extLst>
                    <a:ext uri="{FF2B5EF4-FFF2-40B4-BE49-F238E27FC236}">
                      <a16:creationId xmlns:a16="http://schemas.microsoft.com/office/drawing/2014/main" id="{AAF8EDB6-CFEE-7C8D-7F83-C2414FCAE8CD}"/>
                    </a:ext>
                  </a:extLst>
                </p:cNvPr>
                <p:cNvSpPr/>
                <p:nvPr/>
              </p:nvSpPr>
              <p:spPr>
                <a:xfrm>
                  <a:off x="4752475" y="43380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39D">
                    <a:alpha val="100000"/>
                  </a:srgbClr>
                </a:solidFill>
                <a:ln w="5420" cap="flat">
                  <a:solidFill>
                    <a:srgbClr val="3A63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69" name="pg2068">
                  <a:extLst>
                    <a:ext uri="{FF2B5EF4-FFF2-40B4-BE49-F238E27FC236}">
                      <a16:creationId xmlns:a16="http://schemas.microsoft.com/office/drawing/2014/main" id="{B67EB047-3A94-E518-8792-AC264BD608D0}"/>
                    </a:ext>
                  </a:extLst>
                </p:cNvPr>
                <p:cNvSpPr/>
                <p:nvPr/>
              </p:nvSpPr>
              <p:spPr>
                <a:xfrm>
                  <a:off x="4764112" y="43380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C9A">
                    <a:alpha val="100000"/>
                  </a:srgbClr>
                </a:solidFill>
                <a:ln w="5420" cap="flat">
                  <a:solidFill>
                    <a:srgbClr val="395C9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0" name="pg2069">
                  <a:extLst>
                    <a:ext uri="{FF2B5EF4-FFF2-40B4-BE49-F238E27FC236}">
                      <a16:creationId xmlns:a16="http://schemas.microsoft.com/office/drawing/2014/main" id="{AA8EF794-48BD-FFFD-269F-10D0F3FE074E}"/>
                    </a:ext>
                  </a:extLst>
                </p:cNvPr>
                <p:cNvSpPr/>
                <p:nvPr/>
              </p:nvSpPr>
              <p:spPr>
                <a:xfrm>
                  <a:off x="4775749" y="43380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490">
                    <a:alpha val="100000"/>
                  </a:srgbClr>
                </a:solidFill>
                <a:ln w="5420" cap="flat">
                  <a:solidFill>
                    <a:srgbClr val="3B549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1" name="pg2070">
                  <a:extLst>
                    <a:ext uri="{FF2B5EF4-FFF2-40B4-BE49-F238E27FC236}">
                      <a16:creationId xmlns:a16="http://schemas.microsoft.com/office/drawing/2014/main" id="{1509ECF1-E919-50F7-CA4A-079927DC09A7}"/>
                    </a:ext>
                  </a:extLst>
                </p:cNvPr>
                <p:cNvSpPr/>
                <p:nvPr/>
              </p:nvSpPr>
              <p:spPr>
                <a:xfrm>
                  <a:off x="4787387" y="43380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D85">
                    <a:alpha val="100000"/>
                  </a:srgbClr>
                </a:solidFill>
                <a:ln w="5420" cap="flat">
                  <a:solidFill>
                    <a:srgbClr val="3C4D8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2" name="pg2071">
                  <a:extLst>
                    <a:ext uri="{FF2B5EF4-FFF2-40B4-BE49-F238E27FC236}">
                      <a16:creationId xmlns:a16="http://schemas.microsoft.com/office/drawing/2014/main" id="{ABC47C41-66EF-3F17-7FD2-B0094A139E17}"/>
                    </a:ext>
                  </a:extLst>
                </p:cNvPr>
                <p:cNvSpPr/>
                <p:nvPr/>
              </p:nvSpPr>
              <p:spPr>
                <a:xfrm>
                  <a:off x="4799024" y="43380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67B">
                    <a:alpha val="100000"/>
                  </a:srgbClr>
                </a:solidFill>
                <a:ln w="5420" cap="flat">
                  <a:solidFill>
                    <a:srgbClr val="3C467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3" name="pg2072">
                  <a:extLst>
                    <a:ext uri="{FF2B5EF4-FFF2-40B4-BE49-F238E27FC236}">
                      <a16:creationId xmlns:a16="http://schemas.microsoft.com/office/drawing/2014/main" id="{2C2D0B9C-C310-14BE-FDE3-E0374CF09629}"/>
                    </a:ext>
                  </a:extLst>
                </p:cNvPr>
                <p:cNvSpPr/>
                <p:nvPr/>
              </p:nvSpPr>
              <p:spPr>
                <a:xfrm>
                  <a:off x="4810661" y="43380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175">
                    <a:alpha val="100000"/>
                  </a:srgbClr>
                </a:solidFill>
                <a:ln w="5420" cap="flat">
                  <a:solidFill>
                    <a:srgbClr val="3C417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4" name="pg2073">
                  <a:extLst>
                    <a:ext uri="{FF2B5EF4-FFF2-40B4-BE49-F238E27FC236}">
                      <a16:creationId xmlns:a16="http://schemas.microsoft.com/office/drawing/2014/main" id="{F9131F2F-72C9-B307-25D7-A6D5B6F04C53}"/>
                    </a:ext>
                  </a:extLst>
                </p:cNvPr>
                <p:cNvSpPr/>
                <p:nvPr/>
              </p:nvSpPr>
              <p:spPr>
                <a:xfrm>
                  <a:off x="4822299" y="433807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3F72">
                    <a:alpha val="100000"/>
                  </a:srgbClr>
                </a:solidFill>
                <a:ln w="5420" cap="flat">
                  <a:solidFill>
                    <a:srgbClr val="3B3F7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5" name="pg2074">
                  <a:extLst>
                    <a:ext uri="{FF2B5EF4-FFF2-40B4-BE49-F238E27FC236}">
                      <a16:creationId xmlns:a16="http://schemas.microsoft.com/office/drawing/2014/main" id="{7E057939-F769-93E7-3E4C-3CFAFAA2B34C}"/>
                    </a:ext>
                  </a:extLst>
                </p:cNvPr>
                <p:cNvSpPr/>
                <p:nvPr/>
              </p:nvSpPr>
              <p:spPr>
                <a:xfrm>
                  <a:off x="4740837" y="435238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6" name="pg2075">
                  <a:extLst>
                    <a:ext uri="{FF2B5EF4-FFF2-40B4-BE49-F238E27FC236}">
                      <a16:creationId xmlns:a16="http://schemas.microsoft.com/office/drawing/2014/main" id="{17B2C221-4132-B154-27A0-B3D42CB4449B}"/>
                    </a:ext>
                  </a:extLst>
                </p:cNvPr>
                <p:cNvSpPr/>
                <p:nvPr/>
              </p:nvSpPr>
              <p:spPr>
                <a:xfrm>
                  <a:off x="4752475" y="435238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7" name="pg2076">
                  <a:extLst>
                    <a:ext uri="{FF2B5EF4-FFF2-40B4-BE49-F238E27FC236}">
                      <a16:creationId xmlns:a16="http://schemas.microsoft.com/office/drawing/2014/main" id="{BBB73C93-203A-D500-8C80-AF2EBA58DF4C}"/>
                    </a:ext>
                  </a:extLst>
                </p:cNvPr>
                <p:cNvSpPr/>
                <p:nvPr/>
              </p:nvSpPr>
              <p:spPr>
                <a:xfrm>
                  <a:off x="4764112" y="435238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49E">
                    <a:alpha val="100000"/>
                  </a:srgbClr>
                </a:solidFill>
                <a:ln w="5420" cap="flat">
                  <a:solidFill>
                    <a:srgbClr val="3A64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8" name="pg2077">
                  <a:extLst>
                    <a:ext uri="{FF2B5EF4-FFF2-40B4-BE49-F238E27FC236}">
                      <a16:creationId xmlns:a16="http://schemas.microsoft.com/office/drawing/2014/main" id="{8885950A-81AB-76BC-D414-08C8EA42B364}"/>
                    </a:ext>
                  </a:extLst>
                </p:cNvPr>
                <p:cNvSpPr/>
                <p:nvPr/>
              </p:nvSpPr>
              <p:spPr>
                <a:xfrm>
                  <a:off x="4775749" y="435238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E9C">
                    <a:alpha val="100000"/>
                  </a:srgbClr>
                </a:solidFill>
                <a:ln w="5420" cap="flat">
                  <a:solidFill>
                    <a:srgbClr val="395E9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79" name="pg2078">
                  <a:extLst>
                    <a:ext uri="{FF2B5EF4-FFF2-40B4-BE49-F238E27FC236}">
                      <a16:creationId xmlns:a16="http://schemas.microsoft.com/office/drawing/2014/main" id="{B3C4BA68-CEAB-AB7F-24B5-50F215221F6D}"/>
                    </a:ext>
                  </a:extLst>
                </p:cNvPr>
                <p:cNvSpPr/>
                <p:nvPr/>
              </p:nvSpPr>
              <p:spPr>
                <a:xfrm>
                  <a:off x="4787387" y="435238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794">
                    <a:alpha val="100000"/>
                  </a:srgbClr>
                </a:solidFill>
                <a:ln w="5420" cap="flat">
                  <a:solidFill>
                    <a:srgbClr val="3A579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0" name="pg2079">
                  <a:extLst>
                    <a:ext uri="{FF2B5EF4-FFF2-40B4-BE49-F238E27FC236}">
                      <a16:creationId xmlns:a16="http://schemas.microsoft.com/office/drawing/2014/main" id="{FB8BAFCC-F3EF-31BE-91B9-1610C0A146CF}"/>
                    </a:ext>
                  </a:extLst>
                </p:cNvPr>
                <p:cNvSpPr/>
                <p:nvPr/>
              </p:nvSpPr>
              <p:spPr>
                <a:xfrm>
                  <a:off x="4799024" y="435238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518B">
                    <a:alpha val="100000"/>
                  </a:srgbClr>
                </a:solidFill>
                <a:ln w="5420" cap="flat">
                  <a:solidFill>
                    <a:srgbClr val="3B518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1" name="pg2080">
                  <a:extLst>
                    <a:ext uri="{FF2B5EF4-FFF2-40B4-BE49-F238E27FC236}">
                      <a16:creationId xmlns:a16="http://schemas.microsoft.com/office/drawing/2014/main" id="{3BB85907-CCA1-9D67-8519-5607EF298069}"/>
                    </a:ext>
                  </a:extLst>
                </p:cNvPr>
                <p:cNvSpPr/>
                <p:nvPr/>
              </p:nvSpPr>
              <p:spPr>
                <a:xfrm>
                  <a:off x="4810661" y="435238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D85">
                    <a:alpha val="100000"/>
                  </a:srgbClr>
                </a:solidFill>
                <a:ln w="5420" cap="flat">
                  <a:solidFill>
                    <a:srgbClr val="3C4D8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2" name="pg2081">
                  <a:extLst>
                    <a:ext uri="{FF2B5EF4-FFF2-40B4-BE49-F238E27FC236}">
                      <a16:creationId xmlns:a16="http://schemas.microsoft.com/office/drawing/2014/main" id="{08C7291A-0E62-17CC-E6D2-61E21EDA4C3B}"/>
                    </a:ext>
                  </a:extLst>
                </p:cNvPr>
                <p:cNvSpPr/>
                <p:nvPr/>
              </p:nvSpPr>
              <p:spPr>
                <a:xfrm>
                  <a:off x="4822299" y="435238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4B82">
                    <a:alpha val="100000"/>
                  </a:srgbClr>
                </a:solidFill>
                <a:ln w="5420" cap="flat">
                  <a:solidFill>
                    <a:srgbClr val="3C4B8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3" name="pg2082">
                  <a:extLst>
                    <a:ext uri="{FF2B5EF4-FFF2-40B4-BE49-F238E27FC236}">
                      <a16:creationId xmlns:a16="http://schemas.microsoft.com/office/drawing/2014/main" id="{AB62B9CD-37AD-C3E3-BA80-A3F441675D22}"/>
                    </a:ext>
                  </a:extLst>
                </p:cNvPr>
                <p:cNvSpPr/>
                <p:nvPr/>
              </p:nvSpPr>
              <p:spPr>
                <a:xfrm>
                  <a:off x="4717563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4" name="pg2083">
                  <a:extLst>
                    <a:ext uri="{FF2B5EF4-FFF2-40B4-BE49-F238E27FC236}">
                      <a16:creationId xmlns:a16="http://schemas.microsoft.com/office/drawing/2014/main" id="{83E0C205-3D2C-B22C-C640-CCE51DDD8795}"/>
                    </a:ext>
                  </a:extLst>
                </p:cNvPr>
                <p:cNvSpPr/>
                <p:nvPr/>
              </p:nvSpPr>
              <p:spPr>
                <a:xfrm>
                  <a:off x="4729200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5" name="pg2084">
                  <a:extLst>
                    <a:ext uri="{FF2B5EF4-FFF2-40B4-BE49-F238E27FC236}">
                      <a16:creationId xmlns:a16="http://schemas.microsoft.com/office/drawing/2014/main" id="{EEB97BE9-39CD-D57C-4ABF-5D574FD70A54}"/>
                    </a:ext>
                  </a:extLst>
                </p:cNvPr>
                <p:cNvSpPr/>
                <p:nvPr/>
              </p:nvSpPr>
              <p:spPr>
                <a:xfrm>
                  <a:off x="4740837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6" name="pg2085">
                  <a:extLst>
                    <a:ext uri="{FF2B5EF4-FFF2-40B4-BE49-F238E27FC236}">
                      <a16:creationId xmlns:a16="http://schemas.microsoft.com/office/drawing/2014/main" id="{87D192EA-9D8A-C774-9233-0A975BCB5BDF}"/>
                    </a:ext>
                  </a:extLst>
                </p:cNvPr>
                <p:cNvSpPr/>
                <p:nvPr/>
              </p:nvSpPr>
              <p:spPr>
                <a:xfrm>
                  <a:off x="4752475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1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7" name="pg2086">
                  <a:extLst>
                    <a:ext uri="{FF2B5EF4-FFF2-40B4-BE49-F238E27FC236}">
                      <a16:creationId xmlns:a16="http://schemas.microsoft.com/office/drawing/2014/main" id="{9C970B6A-8701-5DAE-3A66-3384F2037DBA}"/>
                    </a:ext>
                  </a:extLst>
                </p:cNvPr>
                <p:cNvSpPr/>
                <p:nvPr/>
              </p:nvSpPr>
              <p:spPr>
                <a:xfrm>
                  <a:off x="4764112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9F">
                    <a:alpha val="100000"/>
                  </a:srgbClr>
                </a:solidFill>
                <a:ln w="5420" cap="flat">
                  <a:solidFill>
                    <a:srgbClr val="3A6C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8" name="pg2087">
                  <a:extLst>
                    <a:ext uri="{FF2B5EF4-FFF2-40B4-BE49-F238E27FC236}">
                      <a16:creationId xmlns:a16="http://schemas.microsoft.com/office/drawing/2014/main" id="{779B2BD8-E53D-CB8F-0B86-7D1944B39BD9}"/>
                    </a:ext>
                  </a:extLst>
                </p:cNvPr>
                <p:cNvSpPr/>
                <p:nvPr/>
              </p:nvSpPr>
              <p:spPr>
                <a:xfrm>
                  <a:off x="4775749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69E">
                    <a:alpha val="100000"/>
                  </a:srgbClr>
                </a:solidFill>
                <a:ln w="5420" cap="flat">
                  <a:solidFill>
                    <a:srgbClr val="3A669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89" name="pg2088">
                  <a:extLst>
                    <a:ext uri="{FF2B5EF4-FFF2-40B4-BE49-F238E27FC236}">
                      <a16:creationId xmlns:a16="http://schemas.microsoft.com/office/drawing/2014/main" id="{52176D1C-7A65-A038-4155-829FF9901478}"/>
                    </a:ext>
                  </a:extLst>
                </p:cNvPr>
                <p:cNvSpPr/>
                <p:nvPr/>
              </p:nvSpPr>
              <p:spPr>
                <a:xfrm>
                  <a:off x="4787387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609D">
                    <a:alpha val="100000"/>
                  </a:srgbClr>
                </a:solidFill>
                <a:ln w="5420" cap="flat">
                  <a:solidFill>
                    <a:srgbClr val="3960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0" name="pg2089">
                  <a:extLst>
                    <a:ext uri="{FF2B5EF4-FFF2-40B4-BE49-F238E27FC236}">
                      <a16:creationId xmlns:a16="http://schemas.microsoft.com/office/drawing/2014/main" id="{B16843E4-8E77-FDDB-C20D-FF2272D35C96}"/>
                    </a:ext>
                  </a:extLst>
                </p:cNvPr>
                <p:cNvSpPr/>
                <p:nvPr/>
              </p:nvSpPr>
              <p:spPr>
                <a:xfrm>
                  <a:off x="4799024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B99">
                    <a:alpha val="100000"/>
                  </a:srgbClr>
                </a:solidFill>
                <a:ln w="5420" cap="flat">
                  <a:solidFill>
                    <a:srgbClr val="395B9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1" name="pg2090">
                  <a:extLst>
                    <a:ext uri="{FF2B5EF4-FFF2-40B4-BE49-F238E27FC236}">
                      <a16:creationId xmlns:a16="http://schemas.microsoft.com/office/drawing/2014/main" id="{A867268D-48CD-4C7B-389A-75238C03373F}"/>
                    </a:ext>
                  </a:extLst>
                </p:cNvPr>
                <p:cNvSpPr/>
                <p:nvPr/>
              </p:nvSpPr>
              <p:spPr>
                <a:xfrm>
                  <a:off x="4810661" y="43666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5794">
                    <a:alpha val="100000"/>
                  </a:srgbClr>
                </a:solidFill>
                <a:ln w="5420" cap="flat">
                  <a:solidFill>
                    <a:srgbClr val="3A579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2" name="pg2091">
                  <a:extLst>
                    <a:ext uri="{FF2B5EF4-FFF2-40B4-BE49-F238E27FC236}">
                      <a16:creationId xmlns:a16="http://schemas.microsoft.com/office/drawing/2014/main" id="{D8A93A6D-42D8-10F1-28CD-8DED992642BF}"/>
                    </a:ext>
                  </a:extLst>
                </p:cNvPr>
                <p:cNvSpPr/>
                <p:nvPr/>
              </p:nvSpPr>
              <p:spPr>
                <a:xfrm>
                  <a:off x="4705925" y="43809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3" name="pg2092">
                  <a:extLst>
                    <a:ext uri="{FF2B5EF4-FFF2-40B4-BE49-F238E27FC236}">
                      <a16:creationId xmlns:a16="http://schemas.microsoft.com/office/drawing/2014/main" id="{A28656D3-E31D-5D30-FC32-1FA4BBA4273E}"/>
                    </a:ext>
                  </a:extLst>
                </p:cNvPr>
                <p:cNvSpPr/>
                <p:nvPr/>
              </p:nvSpPr>
              <p:spPr>
                <a:xfrm>
                  <a:off x="4717563" y="43809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4" name="pg2093">
                  <a:extLst>
                    <a:ext uri="{FF2B5EF4-FFF2-40B4-BE49-F238E27FC236}">
                      <a16:creationId xmlns:a16="http://schemas.microsoft.com/office/drawing/2014/main" id="{578517C1-D36B-E5BD-09F8-8051843F09D4}"/>
                    </a:ext>
                  </a:extLst>
                </p:cNvPr>
                <p:cNvSpPr/>
                <p:nvPr/>
              </p:nvSpPr>
              <p:spPr>
                <a:xfrm>
                  <a:off x="4729200" y="43809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5" name="pg2094">
                  <a:extLst>
                    <a:ext uri="{FF2B5EF4-FFF2-40B4-BE49-F238E27FC236}">
                      <a16:creationId xmlns:a16="http://schemas.microsoft.com/office/drawing/2014/main" id="{D6F6DE1B-5EC5-3BF5-2139-1EA8251F205E}"/>
                    </a:ext>
                  </a:extLst>
                </p:cNvPr>
                <p:cNvSpPr/>
                <p:nvPr/>
              </p:nvSpPr>
              <p:spPr>
                <a:xfrm>
                  <a:off x="4740837" y="43809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6" name="pg2095">
                  <a:extLst>
                    <a:ext uri="{FF2B5EF4-FFF2-40B4-BE49-F238E27FC236}">
                      <a16:creationId xmlns:a16="http://schemas.microsoft.com/office/drawing/2014/main" id="{E92DC737-D2B2-66C4-1AD6-CFFDA53ACF99}"/>
                    </a:ext>
                  </a:extLst>
                </p:cNvPr>
                <p:cNvSpPr/>
                <p:nvPr/>
              </p:nvSpPr>
              <p:spPr>
                <a:xfrm>
                  <a:off x="4752475" y="43809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7" name="pg2096">
                  <a:extLst>
                    <a:ext uri="{FF2B5EF4-FFF2-40B4-BE49-F238E27FC236}">
                      <a16:creationId xmlns:a16="http://schemas.microsoft.com/office/drawing/2014/main" id="{25E7D0A2-2D35-A0E1-9525-84F9178C21E5}"/>
                    </a:ext>
                  </a:extLst>
                </p:cNvPr>
                <p:cNvSpPr/>
                <p:nvPr/>
              </p:nvSpPr>
              <p:spPr>
                <a:xfrm>
                  <a:off x="4764112" y="43809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8" name="pg2097">
                  <a:extLst>
                    <a:ext uri="{FF2B5EF4-FFF2-40B4-BE49-F238E27FC236}">
                      <a16:creationId xmlns:a16="http://schemas.microsoft.com/office/drawing/2014/main" id="{AA06D2A7-8DD2-FD3D-EF25-282048E4A093}"/>
                    </a:ext>
                  </a:extLst>
                </p:cNvPr>
                <p:cNvSpPr/>
                <p:nvPr/>
              </p:nvSpPr>
              <p:spPr>
                <a:xfrm>
                  <a:off x="4775749" y="43809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1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499" name="pg2098">
                  <a:extLst>
                    <a:ext uri="{FF2B5EF4-FFF2-40B4-BE49-F238E27FC236}">
                      <a16:creationId xmlns:a16="http://schemas.microsoft.com/office/drawing/2014/main" id="{F695C680-C324-9E24-A1FC-42D287309037}"/>
                    </a:ext>
                  </a:extLst>
                </p:cNvPr>
                <p:cNvSpPr/>
                <p:nvPr/>
              </p:nvSpPr>
              <p:spPr>
                <a:xfrm>
                  <a:off x="4787387" y="438098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0" name="pg2099">
                  <a:extLst>
                    <a:ext uri="{FF2B5EF4-FFF2-40B4-BE49-F238E27FC236}">
                      <a16:creationId xmlns:a16="http://schemas.microsoft.com/office/drawing/2014/main" id="{C21F6952-2245-8F9C-AA97-E7D439A9F3F0}"/>
                    </a:ext>
                  </a:extLst>
                </p:cNvPr>
                <p:cNvSpPr/>
                <p:nvPr/>
              </p:nvSpPr>
              <p:spPr>
                <a:xfrm>
                  <a:off x="4647739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1" name="pg2100">
                  <a:extLst>
                    <a:ext uri="{FF2B5EF4-FFF2-40B4-BE49-F238E27FC236}">
                      <a16:creationId xmlns:a16="http://schemas.microsoft.com/office/drawing/2014/main" id="{8A32AFFE-D79C-7CF2-9162-D0F8950818E1}"/>
                    </a:ext>
                  </a:extLst>
                </p:cNvPr>
                <p:cNvSpPr/>
                <p:nvPr/>
              </p:nvSpPr>
              <p:spPr>
                <a:xfrm>
                  <a:off x="4659376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2" name="pg2101">
                  <a:extLst>
                    <a:ext uri="{FF2B5EF4-FFF2-40B4-BE49-F238E27FC236}">
                      <a16:creationId xmlns:a16="http://schemas.microsoft.com/office/drawing/2014/main" id="{11D74CB4-FC64-D8C0-8884-47DBEA57A4BB}"/>
                    </a:ext>
                  </a:extLst>
                </p:cNvPr>
                <p:cNvSpPr/>
                <p:nvPr/>
              </p:nvSpPr>
              <p:spPr>
                <a:xfrm>
                  <a:off x="4671013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3" name="pg2102">
                  <a:extLst>
                    <a:ext uri="{FF2B5EF4-FFF2-40B4-BE49-F238E27FC236}">
                      <a16:creationId xmlns:a16="http://schemas.microsoft.com/office/drawing/2014/main" id="{36CB8054-E722-76D8-C66E-A839D33B90C1}"/>
                    </a:ext>
                  </a:extLst>
                </p:cNvPr>
                <p:cNvSpPr/>
                <p:nvPr/>
              </p:nvSpPr>
              <p:spPr>
                <a:xfrm>
                  <a:off x="4682651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4" name="pg2103">
                  <a:extLst>
                    <a:ext uri="{FF2B5EF4-FFF2-40B4-BE49-F238E27FC236}">
                      <a16:creationId xmlns:a16="http://schemas.microsoft.com/office/drawing/2014/main" id="{C5EBEB2B-BFC6-0AD3-6BB4-BAC52BEFBDD1}"/>
                    </a:ext>
                  </a:extLst>
                </p:cNvPr>
                <p:cNvSpPr/>
                <p:nvPr/>
              </p:nvSpPr>
              <p:spPr>
                <a:xfrm>
                  <a:off x="4694288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5" name="pg2104">
                  <a:extLst>
                    <a:ext uri="{FF2B5EF4-FFF2-40B4-BE49-F238E27FC236}">
                      <a16:creationId xmlns:a16="http://schemas.microsoft.com/office/drawing/2014/main" id="{9D38FDE9-F7EB-3416-24AA-428659183D30}"/>
                    </a:ext>
                  </a:extLst>
                </p:cNvPr>
                <p:cNvSpPr/>
                <p:nvPr/>
              </p:nvSpPr>
              <p:spPr>
                <a:xfrm>
                  <a:off x="4705925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6" name="pg2105">
                  <a:extLst>
                    <a:ext uri="{FF2B5EF4-FFF2-40B4-BE49-F238E27FC236}">
                      <a16:creationId xmlns:a16="http://schemas.microsoft.com/office/drawing/2014/main" id="{BACDE89E-1CAE-2591-9343-7B04C2E987CC}"/>
                    </a:ext>
                  </a:extLst>
                </p:cNvPr>
                <p:cNvSpPr/>
                <p:nvPr/>
              </p:nvSpPr>
              <p:spPr>
                <a:xfrm>
                  <a:off x="4717563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7" name="pg2106">
                  <a:extLst>
                    <a:ext uri="{FF2B5EF4-FFF2-40B4-BE49-F238E27FC236}">
                      <a16:creationId xmlns:a16="http://schemas.microsoft.com/office/drawing/2014/main" id="{EE614284-9BDF-8E10-4184-30E92D6EE3AE}"/>
                    </a:ext>
                  </a:extLst>
                </p:cNvPr>
                <p:cNvSpPr/>
                <p:nvPr/>
              </p:nvSpPr>
              <p:spPr>
                <a:xfrm>
                  <a:off x="4729200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8" name="pg2107">
                  <a:extLst>
                    <a:ext uri="{FF2B5EF4-FFF2-40B4-BE49-F238E27FC236}">
                      <a16:creationId xmlns:a16="http://schemas.microsoft.com/office/drawing/2014/main" id="{FC986BB9-9152-674D-3A9B-71EED51BB6EF}"/>
                    </a:ext>
                  </a:extLst>
                </p:cNvPr>
                <p:cNvSpPr/>
                <p:nvPr/>
              </p:nvSpPr>
              <p:spPr>
                <a:xfrm>
                  <a:off x="4740837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09" name="pg2108">
                  <a:extLst>
                    <a:ext uri="{FF2B5EF4-FFF2-40B4-BE49-F238E27FC236}">
                      <a16:creationId xmlns:a16="http://schemas.microsoft.com/office/drawing/2014/main" id="{F95718C9-3416-DFEE-7B1D-8AEC77FEA8A3}"/>
                    </a:ext>
                  </a:extLst>
                </p:cNvPr>
                <p:cNvSpPr/>
                <p:nvPr/>
              </p:nvSpPr>
              <p:spPr>
                <a:xfrm>
                  <a:off x="4752475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0" name="pg2109">
                  <a:extLst>
                    <a:ext uri="{FF2B5EF4-FFF2-40B4-BE49-F238E27FC236}">
                      <a16:creationId xmlns:a16="http://schemas.microsoft.com/office/drawing/2014/main" id="{8C236D46-908E-CB21-65DD-72B660D93ACF}"/>
                    </a:ext>
                  </a:extLst>
                </p:cNvPr>
                <p:cNvSpPr/>
                <p:nvPr/>
              </p:nvSpPr>
              <p:spPr>
                <a:xfrm>
                  <a:off x="4764112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1" name="pg2110">
                  <a:extLst>
                    <a:ext uri="{FF2B5EF4-FFF2-40B4-BE49-F238E27FC236}">
                      <a16:creationId xmlns:a16="http://schemas.microsoft.com/office/drawing/2014/main" id="{4D0D7558-8739-5B16-831C-F3416D42BF53}"/>
                    </a:ext>
                  </a:extLst>
                </p:cNvPr>
                <p:cNvSpPr/>
                <p:nvPr/>
              </p:nvSpPr>
              <p:spPr>
                <a:xfrm>
                  <a:off x="4775749" y="43952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2" name="pg2111">
                  <a:extLst>
                    <a:ext uri="{FF2B5EF4-FFF2-40B4-BE49-F238E27FC236}">
                      <a16:creationId xmlns:a16="http://schemas.microsoft.com/office/drawing/2014/main" id="{E8785339-B314-F8A1-BCC9-8E37ACF0B2B3}"/>
                    </a:ext>
                  </a:extLst>
                </p:cNvPr>
                <p:cNvSpPr/>
                <p:nvPr/>
              </p:nvSpPr>
              <p:spPr>
                <a:xfrm>
                  <a:off x="4624464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3" name="pg2112">
                  <a:extLst>
                    <a:ext uri="{FF2B5EF4-FFF2-40B4-BE49-F238E27FC236}">
                      <a16:creationId xmlns:a16="http://schemas.microsoft.com/office/drawing/2014/main" id="{FE025483-C304-559F-7DD9-5B5E69DA8BED}"/>
                    </a:ext>
                  </a:extLst>
                </p:cNvPr>
                <p:cNvSpPr/>
                <p:nvPr/>
              </p:nvSpPr>
              <p:spPr>
                <a:xfrm>
                  <a:off x="4636101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4" name="pg2113">
                  <a:extLst>
                    <a:ext uri="{FF2B5EF4-FFF2-40B4-BE49-F238E27FC236}">
                      <a16:creationId xmlns:a16="http://schemas.microsoft.com/office/drawing/2014/main" id="{5C3F84ED-A9A2-365D-CD48-9153ECBD6F9F}"/>
                    </a:ext>
                  </a:extLst>
                </p:cNvPr>
                <p:cNvSpPr/>
                <p:nvPr/>
              </p:nvSpPr>
              <p:spPr>
                <a:xfrm>
                  <a:off x="4647739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5" name="pg2114">
                  <a:extLst>
                    <a:ext uri="{FF2B5EF4-FFF2-40B4-BE49-F238E27FC236}">
                      <a16:creationId xmlns:a16="http://schemas.microsoft.com/office/drawing/2014/main" id="{80A4A821-A3AA-4EB1-106B-F9A10FECF041}"/>
                    </a:ext>
                  </a:extLst>
                </p:cNvPr>
                <p:cNvSpPr/>
                <p:nvPr/>
              </p:nvSpPr>
              <p:spPr>
                <a:xfrm>
                  <a:off x="4659376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6" name="pg2115">
                  <a:extLst>
                    <a:ext uri="{FF2B5EF4-FFF2-40B4-BE49-F238E27FC236}">
                      <a16:creationId xmlns:a16="http://schemas.microsoft.com/office/drawing/2014/main" id="{D9DF89AF-C488-9CD6-9316-29CE7851B675}"/>
                    </a:ext>
                  </a:extLst>
                </p:cNvPr>
                <p:cNvSpPr/>
                <p:nvPr/>
              </p:nvSpPr>
              <p:spPr>
                <a:xfrm>
                  <a:off x="4671013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7" name="pg2116">
                  <a:extLst>
                    <a:ext uri="{FF2B5EF4-FFF2-40B4-BE49-F238E27FC236}">
                      <a16:creationId xmlns:a16="http://schemas.microsoft.com/office/drawing/2014/main" id="{E36C1669-2C17-04E8-C848-E9CE6802D2D0}"/>
                    </a:ext>
                  </a:extLst>
                </p:cNvPr>
                <p:cNvSpPr/>
                <p:nvPr/>
              </p:nvSpPr>
              <p:spPr>
                <a:xfrm>
                  <a:off x="4682651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8" name="pg2117">
                  <a:extLst>
                    <a:ext uri="{FF2B5EF4-FFF2-40B4-BE49-F238E27FC236}">
                      <a16:creationId xmlns:a16="http://schemas.microsoft.com/office/drawing/2014/main" id="{B3D10857-D321-44BD-8F21-ED38071278C4}"/>
                    </a:ext>
                  </a:extLst>
                </p:cNvPr>
                <p:cNvSpPr/>
                <p:nvPr/>
              </p:nvSpPr>
              <p:spPr>
                <a:xfrm>
                  <a:off x="4694288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19" name="pg2118">
                  <a:extLst>
                    <a:ext uri="{FF2B5EF4-FFF2-40B4-BE49-F238E27FC236}">
                      <a16:creationId xmlns:a16="http://schemas.microsoft.com/office/drawing/2014/main" id="{9FE335CB-E788-A0F4-EC81-246E4B96BD61}"/>
                    </a:ext>
                  </a:extLst>
                </p:cNvPr>
                <p:cNvSpPr/>
                <p:nvPr/>
              </p:nvSpPr>
              <p:spPr>
                <a:xfrm>
                  <a:off x="4705925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0" name="pg2119">
                  <a:extLst>
                    <a:ext uri="{FF2B5EF4-FFF2-40B4-BE49-F238E27FC236}">
                      <a16:creationId xmlns:a16="http://schemas.microsoft.com/office/drawing/2014/main" id="{11DF40F0-EEBC-B8CC-4828-1BABFE7CA13C}"/>
                    </a:ext>
                  </a:extLst>
                </p:cNvPr>
                <p:cNvSpPr/>
                <p:nvPr/>
              </p:nvSpPr>
              <p:spPr>
                <a:xfrm>
                  <a:off x="4717563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1" name="pg2120">
                  <a:extLst>
                    <a:ext uri="{FF2B5EF4-FFF2-40B4-BE49-F238E27FC236}">
                      <a16:creationId xmlns:a16="http://schemas.microsoft.com/office/drawing/2014/main" id="{E906BD5E-B47B-BF80-33A8-25A77994D451}"/>
                    </a:ext>
                  </a:extLst>
                </p:cNvPr>
                <p:cNvSpPr/>
                <p:nvPr/>
              </p:nvSpPr>
              <p:spPr>
                <a:xfrm>
                  <a:off x="4729200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2" name="pg2121">
                  <a:extLst>
                    <a:ext uri="{FF2B5EF4-FFF2-40B4-BE49-F238E27FC236}">
                      <a16:creationId xmlns:a16="http://schemas.microsoft.com/office/drawing/2014/main" id="{A482808D-4009-C9D5-E64F-743C3D47EC47}"/>
                    </a:ext>
                  </a:extLst>
                </p:cNvPr>
                <p:cNvSpPr/>
                <p:nvPr/>
              </p:nvSpPr>
              <p:spPr>
                <a:xfrm>
                  <a:off x="4740837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3" name="pg2122">
                  <a:extLst>
                    <a:ext uri="{FF2B5EF4-FFF2-40B4-BE49-F238E27FC236}">
                      <a16:creationId xmlns:a16="http://schemas.microsoft.com/office/drawing/2014/main" id="{21139043-0EE2-CC34-534E-D9DEBFF30012}"/>
                    </a:ext>
                  </a:extLst>
                </p:cNvPr>
                <p:cNvSpPr/>
                <p:nvPr/>
              </p:nvSpPr>
              <p:spPr>
                <a:xfrm>
                  <a:off x="4752475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4" name="pg2123">
                  <a:extLst>
                    <a:ext uri="{FF2B5EF4-FFF2-40B4-BE49-F238E27FC236}">
                      <a16:creationId xmlns:a16="http://schemas.microsoft.com/office/drawing/2014/main" id="{E67A1F39-7DC5-AE8A-4FB8-B2801E151F7C}"/>
                    </a:ext>
                  </a:extLst>
                </p:cNvPr>
                <p:cNvSpPr/>
                <p:nvPr/>
              </p:nvSpPr>
              <p:spPr>
                <a:xfrm>
                  <a:off x="4764112" y="440958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5" name="pg2124">
                  <a:extLst>
                    <a:ext uri="{FF2B5EF4-FFF2-40B4-BE49-F238E27FC236}">
                      <a16:creationId xmlns:a16="http://schemas.microsoft.com/office/drawing/2014/main" id="{E2AF68E3-0DE4-FA9E-4913-3E3593B6AA28}"/>
                    </a:ext>
                  </a:extLst>
                </p:cNvPr>
                <p:cNvSpPr/>
                <p:nvPr/>
              </p:nvSpPr>
              <p:spPr>
                <a:xfrm>
                  <a:off x="4612827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6" name="pg2125">
                  <a:extLst>
                    <a:ext uri="{FF2B5EF4-FFF2-40B4-BE49-F238E27FC236}">
                      <a16:creationId xmlns:a16="http://schemas.microsoft.com/office/drawing/2014/main" id="{4F377D6F-389D-8FB8-F5C8-6FDCE07EFD93}"/>
                    </a:ext>
                  </a:extLst>
                </p:cNvPr>
                <p:cNvSpPr/>
                <p:nvPr/>
              </p:nvSpPr>
              <p:spPr>
                <a:xfrm>
                  <a:off x="4624464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7" name="pg2126">
                  <a:extLst>
                    <a:ext uri="{FF2B5EF4-FFF2-40B4-BE49-F238E27FC236}">
                      <a16:creationId xmlns:a16="http://schemas.microsoft.com/office/drawing/2014/main" id="{BD2CC415-8E09-8D18-E409-64006D7995FD}"/>
                    </a:ext>
                  </a:extLst>
                </p:cNvPr>
                <p:cNvSpPr/>
                <p:nvPr/>
              </p:nvSpPr>
              <p:spPr>
                <a:xfrm>
                  <a:off x="4636101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8" name="pg2127">
                  <a:extLst>
                    <a:ext uri="{FF2B5EF4-FFF2-40B4-BE49-F238E27FC236}">
                      <a16:creationId xmlns:a16="http://schemas.microsoft.com/office/drawing/2014/main" id="{49C31E20-141B-58A0-1627-82E004AE8D39}"/>
                    </a:ext>
                  </a:extLst>
                </p:cNvPr>
                <p:cNvSpPr/>
                <p:nvPr/>
              </p:nvSpPr>
              <p:spPr>
                <a:xfrm>
                  <a:off x="4647739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29" name="pg2128">
                  <a:extLst>
                    <a:ext uri="{FF2B5EF4-FFF2-40B4-BE49-F238E27FC236}">
                      <a16:creationId xmlns:a16="http://schemas.microsoft.com/office/drawing/2014/main" id="{1368B688-0F7A-C460-E168-DBD3678BB43A}"/>
                    </a:ext>
                  </a:extLst>
                </p:cNvPr>
                <p:cNvSpPr/>
                <p:nvPr/>
              </p:nvSpPr>
              <p:spPr>
                <a:xfrm>
                  <a:off x="4659376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0" name="pg2129">
                  <a:extLst>
                    <a:ext uri="{FF2B5EF4-FFF2-40B4-BE49-F238E27FC236}">
                      <a16:creationId xmlns:a16="http://schemas.microsoft.com/office/drawing/2014/main" id="{6CAC9676-C390-3EAE-66BF-4FB84F86C7D7}"/>
                    </a:ext>
                  </a:extLst>
                </p:cNvPr>
                <p:cNvSpPr/>
                <p:nvPr/>
              </p:nvSpPr>
              <p:spPr>
                <a:xfrm>
                  <a:off x="4671013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1" name="pg2130">
                  <a:extLst>
                    <a:ext uri="{FF2B5EF4-FFF2-40B4-BE49-F238E27FC236}">
                      <a16:creationId xmlns:a16="http://schemas.microsoft.com/office/drawing/2014/main" id="{07E01A36-B289-7E0A-D267-7E5401747921}"/>
                    </a:ext>
                  </a:extLst>
                </p:cNvPr>
                <p:cNvSpPr/>
                <p:nvPr/>
              </p:nvSpPr>
              <p:spPr>
                <a:xfrm>
                  <a:off x="4682651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2" name="pg2131">
                  <a:extLst>
                    <a:ext uri="{FF2B5EF4-FFF2-40B4-BE49-F238E27FC236}">
                      <a16:creationId xmlns:a16="http://schemas.microsoft.com/office/drawing/2014/main" id="{66EF8E7F-5378-8316-6657-7B1B58AF1827}"/>
                    </a:ext>
                  </a:extLst>
                </p:cNvPr>
                <p:cNvSpPr/>
                <p:nvPr/>
              </p:nvSpPr>
              <p:spPr>
                <a:xfrm>
                  <a:off x="4694288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3" name="pg2132">
                  <a:extLst>
                    <a:ext uri="{FF2B5EF4-FFF2-40B4-BE49-F238E27FC236}">
                      <a16:creationId xmlns:a16="http://schemas.microsoft.com/office/drawing/2014/main" id="{5751069C-12F2-83ED-DF01-25E701150F7A}"/>
                    </a:ext>
                  </a:extLst>
                </p:cNvPr>
                <p:cNvSpPr/>
                <p:nvPr/>
              </p:nvSpPr>
              <p:spPr>
                <a:xfrm>
                  <a:off x="4705925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4" name="pg2133">
                  <a:extLst>
                    <a:ext uri="{FF2B5EF4-FFF2-40B4-BE49-F238E27FC236}">
                      <a16:creationId xmlns:a16="http://schemas.microsoft.com/office/drawing/2014/main" id="{0B87516D-BE34-2DBB-1AB1-9F4D32F8AD9A}"/>
                    </a:ext>
                  </a:extLst>
                </p:cNvPr>
                <p:cNvSpPr/>
                <p:nvPr/>
              </p:nvSpPr>
              <p:spPr>
                <a:xfrm>
                  <a:off x="4717563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5" name="pg2134">
                  <a:extLst>
                    <a:ext uri="{FF2B5EF4-FFF2-40B4-BE49-F238E27FC236}">
                      <a16:creationId xmlns:a16="http://schemas.microsoft.com/office/drawing/2014/main" id="{B54ED124-6858-EF01-95D2-3661EF039F05}"/>
                    </a:ext>
                  </a:extLst>
                </p:cNvPr>
                <p:cNvSpPr/>
                <p:nvPr/>
              </p:nvSpPr>
              <p:spPr>
                <a:xfrm>
                  <a:off x="4729200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6" name="pg2135">
                  <a:extLst>
                    <a:ext uri="{FF2B5EF4-FFF2-40B4-BE49-F238E27FC236}">
                      <a16:creationId xmlns:a16="http://schemas.microsoft.com/office/drawing/2014/main" id="{A9CB0C96-C218-5372-F1EB-62AED0CA6387}"/>
                    </a:ext>
                  </a:extLst>
                </p:cNvPr>
                <p:cNvSpPr/>
                <p:nvPr/>
              </p:nvSpPr>
              <p:spPr>
                <a:xfrm>
                  <a:off x="4740837" y="442388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7" name="pg2136">
                  <a:extLst>
                    <a:ext uri="{FF2B5EF4-FFF2-40B4-BE49-F238E27FC236}">
                      <a16:creationId xmlns:a16="http://schemas.microsoft.com/office/drawing/2014/main" id="{FC140AF6-27ED-17D5-F21A-F201D4C34A96}"/>
                    </a:ext>
                  </a:extLst>
                </p:cNvPr>
                <p:cNvSpPr/>
                <p:nvPr/>
              </p:nvSpPr>
              <p:spPr>
                <a:xfrm>
                  <a:off x="4612827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8" name="pg2137">
                  <a:extLst>
                    <a:ext uri="{FF2B5EF4-FFF2-40B4-BE49-F238E27FC236}">
                      <a16:creationId xmlns:a16="http://schemas.microsoft.com/office/drawing/2014/main" id="{DAF0A8B7-31E4-1886-BCA7-D680980E2384}"/>
                    </a:ext>
                  </a:extLst>
                </p:cNvPr>
                <p:cNvSpPr/>
                <p:nvPr/>
              </p:nvSpPr>
              <p:spPr>
                <a:xfrm>
                  <a:off x="4624464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39" name="pg2138">
                  <a:extLst>
                    <a:ext uri="{FF2B5EF4-FFF2-40B4-BE49-F238E27FC236}">
                      <a16:creationId xmlns:a16="http://schemas.microsoft.com/office/drawing/2014/main" id="{C0E0178B-E9C2-11AB-B6EC-E2AE110CB93F}"/>
                    </a:ext>
                  </a:extLst>
                </p:cNvPr>
                <p:cNvSpPr/>
                <p:nvPr/>
              </p:nvSpPr>
              <p:spPr>
                <a:xfrm>
                  <a:off x="4636101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0" name="pg2139">
                  <a:extLst>
                    <a:ext uri="{FF2B5EF4-FFF2-40B4-BE49-F238E27FC236}">
                      <a16:creationId xmlns:a16="http://schemas.microsoft.com/office/drawing/2014/main" id="{CBA8BD69-6BF7-9B60-B53E-D326358E356E}"/>
                    </a:ext>
                  </a:extLst>
                </p:cNvPr>
                <p:cNvSpPr/>
                <p:nvPr/>
              </p:nvSpPr>
              <p:spPr>
                <a:xfrm>
                  <a:off x="4647739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1" name="pg2140">
                  <a:extLst>
                    <a:ext uri="{FF2B5EF4-FFF2-40B4-BE49-F238E27FC236}">
                      <a16:creationId xmlns:a16="http://schemas.microsoft.com/office/drawing/2014/main" id="{3010DF7D-95C2-7234-2950-979C89AA395C}"/>
                    </a:ext>
                  </a:extLst>
                </p:cNvPr>
                <p:cNvSpPr/>
                <p:nvPr/>
              </p:nvSpPr>
              <p:spPr>
                <a:xfrm>
                  <a:off x="4659376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2" name="pg2141">
                  <a:extLst>
                    <a:ext uri="{FF2B5EF4-FFF2-40B4-BE49-F238E27FC236}">
                      <a16:creationId xmlns:a16="http://schemas.microsoft.com/office/drawing/2014/main" id="{3804CE66-996C-5F85-CDA0-6F5E1C1A56B5}"/>
                    </a:ext>
                  </a:extLst>
                </p:cNvPr>
                <p:cNvSpPr/>
                <p:nvPr/>
              </p:nvSpPr>
              <p:spPr>
                <a:xfrm>
                  <a:off x="4671013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3" name="pg2142">
                  <a:extLst>
                    <a:ext uri="{FF2B5EF4-FFF2-40B4-BE49-F238E27FC236}">
                      <a16:creationId xmlns:a16="http://schemas.microsoft.com/office/drawing/2014/main" id="{EA480B29-F184-26AC-3700-1A6A5BE76CDF}"/>
                    </a:ext>
                  </a:extLst>
                </p:cNvPr>
                <p:cNvSpPr/>
                <p:nvPr/>
              </p:nvSpPr>
              <p:spPr>
                <a:xfrm>
                  <a:off x="4682651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4" name="pg2143">
                  <a:extLst>
                    <a:ext uri="{FF2B5EF4-FFF2-40B4-BE49-F238E27FC236}">
                      <a16:creationId xmlns:a16="http://schemas.microsoft.com/office/drawing/2014/main" id="{5A7FC69D-EA91-C119-EE2B-15A47CF3C8BB}"/>
                    </a:ext>
                  </a:extLst>
                </p:cNvPr>
                <p:cNvSpPr/>
                <p:nvPr/>
              </p:nvSpPr>
              <p:spPr>
                <a:xfrm>
                  <a:off x="4694288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5" name="pg2144">
                  <a:extLst>
                    <a:ext uri="{FF2B5EF4-FFF2-40B4-BE49-F238E27FC236}">
                      <a16:creationId xmlns:a16="http://schemas.microsoft.com/office/drawing/2014/main" id="{FC066EBF-0E92-95FD-DEEE-7742727218E3}"/>
                    </a:ext>
                  </a:extLst>
                </p:cNvPr>
                <p:cNvSpPr/>
                <p:nvPr/>
              </p:nvSpPr>
              <p:spPr>
                <a:xfrm>
                  <a:off x="4705925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6" name="pg2145">
                  <a:extLst>
                    <a:ext uri="{FF2B5EF4-FFF2-40B4-BE49-F238E27FC236}">
                      <a16:creationId xmlns:a16="http://schemas.microsoft.com/office/drawing/2014/main" id="{2A6CE3D2-DB78-B6CB-2005-DFFCDAA82882}"/>
                    </a:ext>
                  </a:extLst>
                </p:cNvPr>
                <p:cNvSpPr/>
                <p:nvPr/>
              </p:nvSpPr>
              <p:spPr>
                <a:xfrm>
                  <a:off x="4717563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2">
                    <a:alpha val="100000"/>
                  </a:srgbClr>
                </a:solidFill>
                <a:ln w="5420" cap="flat">
                  <a:solidFill>
                    <a:srgbClr val="3A79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7" name="pg2146">
                  <a:extLst>
                    <a:ext uri="{FF2B5EF4-FFF2-40B4-BE49-F238E27FC236}">
                      <a16:creationId xmlns:a16="http://schemas.microsoft.com/office/drawing/2014/main" id="{3704A23E-8C6D-FAEA-98F0-B6E67B00C784}"/>
                    </a:ext>
                  </a:extLst>
                </p:cNvPr>
                <p:cNvSpPr/>
                <p:nvPr/>
              </p:nvSpPr>
              <p:spPr>
                <a:xfrm>
                  <a:off x="4729200" y="44381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8" name="pg2147">
                  <a:extLst>
                    <a:ext uri="{FF2B5EF4-FFF2-40B4-BE49-F238E27FC236}">
                      <a16:creationId xmlns:a16="http://schemas.microsoft.com/office/drawing/2014/main" id="{9B7FFF0B-20FA-63FE-AC11-EE43850D2E3C}"/>
                    </a:ext>
                  </a:extLst>
                </p:cNvPr>
                <p:cNvSpPr/>
                <p:nvPr/>
              </p:nvSpPr>
              <p:spPr>
                <a:xfrm>
                  <a:off x="4612827" y="44524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49" name="pg2148">
                  <a:extLst>
                    <a:ext uri="{FF2B5EF4-FFF2-40B4-BE49-F238E27FC236}">
                      <a16:creationId xmlns:a16="http://schemas.microsoft.com/office/drawing/2014/main" id="{DB585DC5-03CE-1229-6E66-C49081B0D675}"/>
                    </a:ext>
                  </a:extLst>
                </p:cNvPr>
                <p:cNvSpPr/>
                <p:nvPr/>
              </p:nvSpPr>
              <p:spPr>
                <a:xfrm>
                  <a:off x="4624464" y="44524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0" name="pg2149">
                  <a:extLst>
                    <a:ext uri="{FF2B5EF4-FFF2-40B4-BE49-F238E27FC236}">
                      <a16:creationId xmlns:a16="http://schemas.microsoft.com/office/drawing/2014/main" id="{4B7CE5E2-FC22-4DF4-E4C6-BE5C23BF9C93}"/>
                    </a:ext>
                  </a:extLst>
                </p:cNvPr>
                <p:cNvSpPr/>
                <p:nvPr/>
              </p:nvSpPr>
              <p:spPr>
                <a:xfrm>
                  <a:off x="4636101" y="44524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3A1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1" name="pg2150">
                  <a:extLst>
                    <a:ext uri="{FF2B5EF4-FFF2-40B4-BE49-F238E27FC236}">
                      <a16:creationId xmlns:a16="http://schemas.microsoft.com/office/drawing/2014/main" id="{F25F2709-4375-6EB1-E2CD-B7202F386594}"/>
                    </a:ext>
                  </a:extLst>
                </p:cNvPr>
                <p:cNvSpPr/>
                <p:nvPr/>
              </p:nvSpPr>
              <p:spPr>
                <a:xfrm>
                  <a:off x="4647739" y="44524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2" name="pg2151">
                  <a:extLst>
                    <a:ext uri="{FF2B5EF4-FFF2-40B4-BE49-F238E27FC236}">
                      <a16:creationId xmlns:a16="http://schemas.microsoft.com/office/drawing/2014/main" id="{5B6C8AA9-DF94-617E-6E93-354130D939A8}"/>
                    </a:ext>
                  </a:extLst>
                </p:cNvPr>
                <p:cNvSpPr/>
                <p:nvPr/>
              </p:nvSpPr>
              <p:spPr>
                <a:xfrm>
                  <a:off x="4659376" y="44524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3" name="pg2152">
                  <a:extLst>
                    <a:ext uri="{FF2B5EF4-FFF2-40B4-BE49-F238E27FC236}">
                      <a16:creationId xmlns:a16="http://schemas.microsoft.com/office/drawing/2014/main" id="{DC58858F-7435-D627-1BEF-9CF0EF273663}"/>
                    </a:ext>
                  </a:extLst>
                </p:cNvPr>
                <p:cNvSpPr/>
                <p:nvPr/>
              </p:nvSpPr>
              <p:spPr>
                <a:xfrm>
                  <a:off x="4671013" y="44524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4" name="pg2153">
                  <a:extLst>
                    <a:ext uri="{FF2B5EF4-FFF2-40B4-BE49-F238E27FC236}">
                      <a16:creationId xmlns:a16="http://schemas.microsoft.com/office/drawing/2014/main" id="{3C7D51AC-E8E8-AF45-F16B-8DC58388CF6D}"/>
                    </a:ext>
                  </a:extLst>
                </p:cNvPr>
                <p:cNvSpPr/>
                <p:nvPr/>
              </p:nvSpPr>
              <p:spPr>
                <a:xfrm>
                  <a:off x="4682651" y="44524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5" name="pg2154">
                  <a:extLst>
                    <a:ext uri="{FF2B5EF4-FFF2-40B4-BE49-F238E27FC236}">
                      <a16:creationId xmlns:a16="http://schemas.microsoft.com/office/drawing/2014/main" id="{D21AB570-8393-C7B1-D939-D9AEB7AE6591}"/>
                    </a:ext>
                  </a:extLst>
                </p:cNvPr>
                <p:cNvSpPr/>
                <p:nvPr/>
              </p:nvSpPr>
              <p:spPr>
                <a:xfrm>
                  <a:off x="4694288" y="445248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6" name="pg2155">
                  <a:extLst>
                    <a:ext uri="{FF2B5EF4-FFF2-40B4-BE49-F238E27FC236}">
                      <a16:creationId xmlns:a16="http://schemas.microsoft.com/office/drawing/2014/main" id="{FDC5D8FE-4784-4FBB-73AB-B485D2A24EE6}"/>
                    </a:ext>
                  </a:extLst>
                </p:cNvPr>
                <p:cNvSpPr/>
                <p:nvPr/>
              </p:nvSpPr>
              <p:spPr>
                <a:xfrm>
                  <a:off x="4612827" y="44667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7" name="pg2156">
                  <a:extLst>
                    <a:ext uri="{FF2B5EF4-FFF2-40B4-BE49-F238E27FC236}">
                      <a16:creationId xmlns:a16="http://schemas.microsoft.com/office/drawing/2014/main" id="{559D0B4B-1140-91C4-9F82-4E0B58882799}"/>
                    </a:ext>
                  </a:extLst>
                </p:cNvPr>
                <p:cNvSpPr/>
                <p:nvPr/>
              </p:nvSpPr>
              <p:spPr>
                <a:xfrm>
                  <a:off x="4624464" y="44667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8" name="pg2157">
                  <a:extLst>
                    <a:ext uri="{FF2B5EF4-FFF2-40B4-BE49-F238E27FC236}">
                      <a16:creationId xmlns:a16="http://schemas.microsoft.com/office/drawing/2014/main" id="{1C99CA2C-2AFC-BEC0-154B-7975969F7646}"/>
                    </a:ext>
                  </a:extLst>
                </p:cNvPr>
                <p:cNvSpPr/>
                <p:nvPr/>
              </p:nvSpPr>
              <p:spPr>
                <a:xfrm>
                  <a:off x="4636101" y="44667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59" name="pg2158">
                  <a:extLst>
                    <a:ext uri="{FF2B5EF4-FFF2-40B4-BE49-F238E27FC236}">
                      <a16:creationId xmlns:a16="http://schemas.microsoft.com/office/drawing/2014/main" id="{624B9651-36B1-D54E-72C5-33B5E1DF98F8}"/>
                    </a:ext>
                  </a:extLst>
                </p:cNvPr>
                <p:cNvSpPr/>
                <p:nvPr/>
              </p:nvSpPr>
              <p:spPr>
                <a:xfrm>
                  <a:off x="4647739" y="44667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0" name="pg2159">
                  <a:extLst>
                    <a:ext uri="{FF2B5EF4-FFF2-40B4-BE49-F238E27FC236}">
                      <a16:creationId xmlns:a16="http://schemas.microsoft.com/office/drawing/2014/main" id="{0E436F2F-BB0A-1CBD-5147-04F25E9E7610}"/>
                    </a:ext>
                  </a:extLst>
                </p:cNvPr>
                <p:cNvSpPr/>
                <p:nvPr/>
              </p:nvSpPr>
              <p:spPr>
                <a:xfrm>
                  <a:off x="4659376" y="44667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1" name="pg2160">
                  <a:extLst>
                    <a:ext uri="{FF2B5EF4-FFF2-40B4-BE49-F238E27FC236}">
                      <a16:creationId xmlns:a16="http://schemas.microsoft.com/office/drawing/2014/main" id="{A27E0C83-8CF9-750E-334E-5F202C3B6E31}"/>
                    </a:ext>
                  </a:extLst>
                </p:cNvPr>
                <p:cNvSpPr/>
                <p:nvPr/>
              </p:nvSpPr>
              <p:spPr>
                <a:xfrm>
                  <a:off x="4671013" y="44667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2" name="pg2161">
                  <a:extLst>
                    <a:ext uri="{FF2B5EF4-FFF2-40B4-BE49-F238E27FC236}">
                      <a16:creationId xmlns:a16="http://schemas.microsoft.com/office/drawing/2014/main" id="{8284A8A2-DE1B-02A7-C611-9BB07E7B8C99}"/>
                    </a:ext>
                  </a:extLst>
                </p:cNvPr>
                <p:cNvSpPr/>
                <p:nvPr/>
              </p:nvSpPr>
              <p:spPr>
                <a:xfrm>
                  <a:off x="4682651" y="44667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3" name="pg2162">
                  <a:extLst>
                    <a:ext uri="{FF2B5EF4-FFF2-40B4-BE49-F238E27FC236}">
                      <a16:creationId xmlns:a16="http://schemas.microsoft.com/office/drawing/2014/main" id="{A8320131-A473-F821-F23D-62545CF1ED13}"/>
                    </a:ext>
                  </a:extLst>
                </p:cNvPr>
                <p:cNvSpPr/>
                <p:nvPr/>
              </p:nvSpPr>
              <p:spPr>
                <a:xfrm>
                  <a:off x="4589552" y="44810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4" name="pg2163">
                  <a:extLst>
                    <a:ext uri="{FF2B5EF4-FFF2-40B4-BE49-F238E27FC236}">
                      <a16:creationId xmlns:a16="http://schemas.microsoft.com/office/drawing/2014/main" id="{0AE91E55-59CA-F7C5-9FB6-9877B2CCFF17}"/>
                    </a:ext>
                  </a:extLst>
                </p:cNvPr>
                <p:cNvSpPr/>
                <p:nvPr/>
              </p:nvSpPr>
              <p:spPr>
                <a:xfrm>
                  <a:off x="4601190" y="44810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5" name="pg2164">
                  <a:extLst>
                    <a:ext uri="{FF2B5EF4-FFF2-40B4-BE49-F238E27FC236}">
                      <a16:creationId xmlns:a16="http://schemas.microsoft.com/office/drawing/2014/main" id="{1F9DCBBB-9CFC-995A-8515-4E69613C605C}"/>
                    </a:ext>
                  </a:extLst>
                </p:cNvPr>
                <p:cNvSpPr/>
                <p:nvPr/>
              </p:nvSpPr>
              <p:spPr>
                <a:xfrm>
                  <a:off x="4612827" y="44810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6" name="pg2165">
                  <a:extLst>
                    <a:ext uri="{FF2B5EF4-FFF2-40B4-BE49-F238E27FC236}">
                      <a16:creationId xmlns:a16="http://schemas.microsoft.com/office/drawing/2014/main" id="{6D257D2E-777A-2495-F322-1328A4926186}"/>
                    </a:ext>
                  </a:extLst>
                </p:cNvPr>
                <p:cNvSpPr/>
                <p:nvPr/>
              </p:nvSpPr>
              <p:spPr>
                <a:xfrm>
                  <a:off x="4624464" y="44810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7" name="pg2166">
                  <a:extLst>
                    <a:ext uri="{FF2B5EF4-FFF2-40B4-BE49-F238E27FC236}">
                      <a16:creationId xmlns:a16="http://schemas.microsoft.com/office/drawing/2014/main" id="{F82583E8-7354-00FF-387D-89BB42171256}"/>
                    </a:ext>
                  </a:extLst>
                </p:cNvPr>
                <p:cNvSpPr/>
                <p:nvPr/>
              </p:nvSpPr>
              <p:spPr>
                <a:xfrm>
                  <a:off x="4636101" y="44810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19D">
                    <a:alpha val="100000"/>
                  </a:srgbClr>
                </a:solidFill>
                <a:ln w="5420" cap="flat">
                  <a:solidFill>
                    <a:srgbClr val="3A619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8" name="pg2167">
                  <a:extLst>
                    <a:ext uri="{FF2B5EF4-FFF2-40B4-BE49-F238E27FC236}">
                      <a16:creationId xmlns:a16="http://schemas.microsoft.com/office/drawing/2014/main" id="{B0A5F301-73B1-DBF7-C8F7-2C35AE24B49E}"/>
                    </a:ext>
                  </a:extLst>
                </p:cNvPr>
                <p:cNvSpPr/>
                <p:nvPr/>
              </p:nvSpPr>
              <p:spPr>
                <a:xfrm>
                  <a:off x="4647739" y="44810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69" name="pg2168">
                  <a:extLst>
                    <a:ext uri="{FF2B5EF4-FFF2-40B4-BE49-F238E27FC236}">
                      <a16:creationId xmlns:a16="http://schemas.microsoft.com/office/drawing/2014/main" id="{6EB3EA19-7653-3895-9DD1-0E384C77E14D}"/>
                    </a:ext>
                  </a:extLst>
                </p:cNvPr>
                <p:cNvSpPr/>
                <p:nvPr/>
              </p:nvSpPr>
              <p:spPr>
                <a:xfrm>
                  <a:off x="4659376" y="44810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1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0" name="pg2169">
                  <a:extLst>
                    <a:ext uri="{FF2B5EF4-FFF2-40B4-BE49-F238E27FC236}">
                      <a16:creationId xmlns:a16="http://schemas.microsoft.com/office/drawing/2014/main" id="{E48FD6C9-71ED-E657-3457-BA2AF2791897}"/>
                    </a:ext>
                  </a:extLst>
                </p:cNvPr>
                <p:cNvSpPr/>
                <p:nvPr/>
              </p:nvSpPr>
              <p:spPr>
                <a:xfrm>
                  <a:off x="4671013" y="448108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A74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1" name="pg2170">
                  <a:extLst>
                    <a:ext uri="{FF2B5EF4-FFF2-40B4-BE49-F238E27FC236}">
                      <a16:creationId xmlns:a16="http://schemas.microsoft.com/office/drawing/2014/main" id="{DF54A19E-38E6-2813-1579-873FB4FEFA25}"/>
                    </a:ext>
                  </a:extLst>
                </p:cNvPr>
                <p:cNvSpPr/>
                <p:nvPr/>
              </p:nvSpPr>
              <p:spPr>
                <a:xfrm>
                  <a:off x="4589552" y="449538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2" name="pg2171">
                  <a:extLst>
                    <a:ext uri="{FF2B5EF4-FFF2-40B4-BE49-F238E27FC236}">
                      <a16:creationId xmlns:a16="http://schemas.microsoft.com/office/drawing/2014/main" id="{96B9B76B-A0B3-BBB4-AC95-6516E009353B}"/>
                    </a:ext>
                  </a:extLst>
                </p:cNvPr>
                <p:cNvSpPr/>
                <p:nvPr/>
              </p:nvSpPr>
              <p:spPr>
                <a:xfrm>
                  <a:off x="4601190" y="449538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3" name="pg2172">
                  <a:extLst>
                    <a:ext uri="{FF2B5EF4-FFF2-40B4-BE49-F238E27FC236}">
                      <a16:creationId xmlns:a16="http://schemas.microsoft.com/office/drawing/2014/main" id="{1CBA48AA-6E5F-C4B6-C851-195E946A303F}"/>
                    </a:ext>
                  </a:extLst>
                </p:cNvPr>
                <p:cNvSpPr/>
                <p:nvPr/>
              </p:nvSpPr>
              <p:spPr>
                <a:xfrm>
                  <a:off x="4612827" y="449538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BAA">
                    <a:alpha val="100000"/>
                  </a:srgbClr>
                </a:solidFill>
                <a:ln w="5420" cap="flat">
                  <a:solidFill>
                    <a:srgbClr val="48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4" name="pg2173">
                  <a:extLst>
                    <a:ext uri="{FF2B5EF4-FFF2-40B4-BE49-F238E27FC236}">
                      <a16:creationId xmlns:a16="http://schemas.microsoft.com/office/drawing/2014/main" id="{D5B138F0-24E9-9D87-EAC5-FF04B6BE851C}"/>
                    </a:ext>
                  </a:extLst>
                </p:cNvPr>
                <p:cNvSpPr/>
                <p:nvPr/>
              </p:nvSpPr>
              <p:spPr>
                <a:xfrm>
                  <a:off x="4624464" y="449538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5" name="pg2174">
                  <a:extLst>
                    <a:ext uri="{FF2B5EF4-FFF2-40B4-BE49-F238E27FC236}">
                      <a16:creationId xmlns:a16="http://schemas.microsoft.com/office/drawing/2014/main" id="{C9E278B6-9C04-4031-DBDA-A5C9581D66D8}"/>
                    </a:ext>
                  </a:extLst>
                </p:cNvPr>
                <p:cNvSpPr/>
                <p:nvPr/>
              </p:nvSpPr>
              <p:spPr>
                <a:xfrm>
                  <a:off x="4636101" y="449538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5F9C">
                    <a:alpha val="100000"/>
                  </a:srgbClr>
                </a:solidFill>
                <a:ln w="5420" cap="flat">
                  <a:solidFill>
                    <a:srgbClr val="395F9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6" name="pg2175">
                  <a:extLst>
                    <a:ext uri="{FF2B5EF4-FFF2-40B4-BE49-F238E27FC236}">
                      <a16:creationId xmlns:a16="http://schemas.microsoft.com/office/drawing/2014/main" id="{F863983D-60B6-F57E-DAD1-7AA7706998F0}"/>
                    </a:ext>
                  </a:extLst>
                </p:cNvPr>
                <p:cNvSpPr/>
                <p:nvPr/>
              </p:nvSpPr>
              <p:spPr>
                <a:xfrm>
                  <a:off x="4647739" y="449538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A9F">
                    <a:alpha val="100000"/>
                  </a:srgbClr>
                </a:solidFill>
                <a:ln w="5420" cap="flat">
                  <a:solidFill>
                    <a:srgbClr val="3A6A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7" name="pg2176">
                  <a:extLst>
                    <a:ext uri="{FF2B5EF4-FFF2-40B4-BE49-F238E27FC236}">
                      <a16:creationId xmlns:a16="http://schemas.microsoft.com/office/drawing/2014/main" id="{BA06CEDD-F0C6-E5BB-3DEA-80030A9563AE}"/>
                    </a:ext>
                  </a:extLst>
                </p:cNvPr>
                <p:cNvSpPr/>
                <p:nvPr/>
              </p:nvSpPr>
              <p:spPr>
                <a:xfrm>
                  <a:off x="4659376" y="449538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0">
                    <a:alpha val="100000"/>
                  </a:srgbClr>
                </a:solidFill>
                <a:ln w="5420" cap="flat">
                  <a:solidFill>
                    <a:srgbClr val="3B70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8" name="pg2177">
                  <a:extLst>
                    <a:ext uri="{FF2B5EF4-FFF2-40B4-BE49-F238E27FC236}">
                      <a16:creationId xmlns:a16="http://schemas.microsoft.com/office/drawing/2014/main" id="{3FF26D0E-C1B1-26F0-B077-105D9471BAC3}"/>
                    </a:ext>
                  </a:extLst>
                </p:cNvPr>
                <p:cNvSpPr/>
                <p:nvPr/>
              </p:nvSpPr>
              <p:spPr>
                <a:xfrm>
                  <a:off x="4577915" y="45096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79" name="pg2178">
                  <a:extLst>
                    <a:ext uri="{FF2B5EF4-FFF2-40B4-BE49-F238E27FC236}">
                      <a16:creationId xmlns:a16="http://schemas.microsoft.com/office/drawing/2014/main" id="{AF80876D-AF05-4BCD-75E1-AAAFBA32B27D}"/>
                    </a:ext>
                  </a:extLst>
                </p:cNvPr>
                <p:cNvSpPr/>
                <p:nvPr/>
              </p:nvSpPr>
              <p:spPr>
                <a:xfrm>
                  <a:off x="4589552" y="45096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0" name="pg2179">
                  <a:extLst>
                    <a:ext uri="{FF2B5EF4-FFF2-40B4-BE49-F238E27FC236}">
                      <a16:creationId xmlns:a16="http://schemas.microsoft.com/office/drawing/2014/main" id="{7DC88580-11AA-B7B4-7088-6429C4D9DD8A}"/>
                    </a:ext>
                  </a:extLst>
                </p:cNvPr>
                <p:cNvSpPr/>
                <p:nvPr/>
              </p:nvSpPr>
              <p:spPr>
                <a:xfrm>
                  <a:off x="4601190" y="45096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1" name="pg2180">
                  <a:extLst>
                    <a:ext uri="{FF2B5EF4-FFF2-40B4-BE49-F238E27FC236}">
                      <a16:creationId xmlns:a16="http://schemas.microsoft.com/office/drawing/2014/main" id="{4921514C-67D5-FBF9-92A9-5D3AC6C2C1B5}"/>
                    </a:ext>
                  </a:extLst>
                </p:cNvPr>
                <p:cNvSpPr/>
                <p:nvPr/>
              </p:nvSpPr>
              <p:spPr>
                <a:xfrm>
                  <a:off x="4612827" y="45096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2" name="pg2181">
                  <a:extLst>
                    <a:ext uri="{FF2B5EF4-FFF2-40B4-BE49-F238E27FC236}">
                      <a16:creationId xmlns:a16="http://schemas.microsoft.com/office/drawing/2014/main" id="{30439567-797F-1710-BE65-767DF3E6E831}"/>
                    </a:ext>
                  </a:extLst>
                </p:cNvPr>
                <p:cNvSpPr/>
                <p:nvPr/>
              </p:nvSpPr>
              <p:spPr>
                <a:xfrm>
                  <a:off x="4624464" y="45096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3" name="pg2182">
                  <a:extLst>
                    <a:ext uri="{FF2B5EF4-FFF2-40B4-BE49-F238E27FC236}">
                      <a16:creationId xmlns:a16="http://schemas.microsoft.com/office/drawing/2014/main" id="{2A661EFD-A0B8-CCF6-69C2-AE64603B6A29}"/>
                    </a:ext>
                  </a:extLst>
                </p:cNvPr>
                <p:cNvSpPr/>
                <p:nvPr/>
              </p:nvSpPr>
              <p:spPr>
                <a:xfrm>
                  <a:off x="4636101" y="45096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4" name="pg2183">
                  <a:extLst>
                    <a:ext uri="{FF2B5EF4-FFF2-40B4-BE49-F238E27FC236}">
                      <a16:creationId xmlns:a16="http://schemas.microsoft.com/office/drawing/2014/main" id="{37C31D02-BFC1-96DA-FEF8-A4CE9CF1A046}"/>
                    </a:ext>
                  </a:extLst>
                </p:cNvPr>
                <p:cNvSpPr/>
                <p:nvPr/>
              </p:nvSpPr>
              <p:spPr>
                <a:xfrm>
                  <a:off x="4647739" y="45096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5" name="pg2184">
                  <a:extLst>
                    <a:ext uri="{FF2B5EF4-FFF2-40B4-BE49-F238E27FC236}">
                      <a16:creationId xmlns:a16="http://schemas.microsoft.com/office/drawing/2014/main" id="{37386E43-8A91-D5E1-B257-86DB8D3D6E9E}"/>
                    </a:ext>
                  </a:extLst>
                </p:cNvPr>
                <p:cNvSpPr/>
                <p:nvPr/>
              </p:nvSpPr>
              <p:spPr>
                <a:xfrm>
                  <a:off x="4577915" y="45239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6" name="pg2185">
                  <a:extLst>
                    <a:ext uri="{FF2B5EF4-FFF2-40B4-BE49-F238E27FC236}">
                      <a16:creationId xmlns:a16="http://schemas.microsoft.com/office/drawing/2014/main" id="{8F083BFB-BA0D-1FA2-264D-992F19FFEDDE}"/>
                    </a:ext>
                  </a:extLst>
                </p:cNvPr>
                <p:cNvSpPr/>
                <p:nvPr/>
              </p:nvSpPr>
              <p:spPr>
                <a:xfrm>
                  <a:off x="4589552" y="45239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7" name="pg2186">
                  <a:extLst>
                    <a:ext uri="{FF2B5EF4-FFF2-40B4-BE49-F238E27FC236}">
                      <a16:creationId xmlns:a16="http://schemas.microsoft.com/office/drawing/2014/main" id="{63928907-A96F-1123-A2C0-3D612C2C73F5}"/>
                    </a:ext>
                  </a:extLst>
                </p:cNvPr>
                <p:cNvSpPr/>
                <p:nvPr/>
              </p:nvSpPr>
              <p:spPr>
                <a:xfrm>
                  <a:off x="4601190" y="45239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8" name="pg2187">
                  <a:extLst>
                    <a:ext uri="{FF2B5EF4-FFF2-40B4-BE49-F238E27FC236}">
                      <a16:creationId xmlns:a16="http://schemas.microsoft.com/office/drawing/2014/main" id="{21914EA7-F3A5-B7E1-9D57-2D6C768EED05}"/>
                    </a:ext>
                  </a:extLst>
                </p:cNvPr>
                <p:cNvSpPr/>
                <p:nvPr/>
              </p:nvSpPr>
              <p:spPr>
                <a:xfrm>
                  <a:off x="4612827" y="45239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89" name="pg2188">
                  <a:extLst>
                    <a:ext uri="{FF2B5EF4-FFF2-40B4-BE49-F238E27FC236}">
                      <a16:creationId xmlns:a16="http://schemas.microsoft.com/office/drawing/2014/main" id="{8450B5F5-110E-55F4-F699-11A4EFF145A6}"/>
                    </a:ext>
                  </a:extLst>
                </p:cNvPr>
                <p:cNvSpPr/>
                <p:nvPr/>
              </p:nvSpPr>
              <p:spPr>
                <a:xfrm>
                  <a:off x="4624464" y="45239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0" name="pg2189">
                  <a:extLst>
                    <a:ext uri="{FF2B5EF4-FFF2-40B4-BE49-F238E27FC236}">
                      <a16:creationId xmlns:a16="http://schemas.microsoft.com/office/drawing/2014/main" id="{D7FA9547-1AA7-61A5-9DEB-DC5C09890D70}"/>
                    </a:ext>
                  </a:extLst>
                </p:cNvPr>
                <p:cNvSpPr/>
                <p:nvPr/>
              </p:nvSpPr>
              <p:spPr>
                <a:xfrm>
                  <a:off x="4636101" y="452398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1" name="pg2190">
                  <a:extLst>
                    <a:ext uri="{FF2B5EF4-FFF2-40B4-BE49-F238E27FC236}">
                      <a16:creationId xmlns:a16="http://schemas.microsoft.com/office/drawing/2014/main" id="{F0C9F779-9736-3C6E-2094-284D5711100F}"/>
                    </a:ext>
                  </a:extLst>
                </p:cNvPr>
                <p:cNvSpPr/>
                <p:nvPr/>
              </p:nvSpPr>
              <p:spPr>
                <a:xfrm>
                  <a:off x="4566278" y="45382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3A8">
                    <a:alpha val="100000"/>
                  </a:srgbClr>
                </a:solidFill>
                <a:ln w="5420" cap="flat">
                  <a:solidFill>
                    <a:srgbClr val="36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2" name="pg2191">
                  <a:extLst>
                    <a:ext uri="{FF2B5EF4-FFF2-40B4-BE49-F238E27FC236}">
                      <a16:creationId xmlns:a16="http://schemas.microsoft.com/office/drawing/2014/main" id="{4DBD7A94-DCF0-C5FF-9BE4-9090FA75AD7A}"/>
                    </a:ext>
                  </a:extLst>
                </p:cNvPr>
                <p:cNvSpPr/>
                <p:nvPr/>
              </p:nvSpPr>
              <p:spPr>
                <a:xfrm>
                  <a:off x="4577915" y="45382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3" name="pg2192">
                  <a:extLst>
                    <a:ext uri="{FF2B5EF4-FFF2-40B4-BE49-F238E27FC236}">
                      <a16:creationId xmlns:a16="http://schemas.microsoft.com/office/drawing/2014/main" id="{998C22D1-B5F9-7598-DB0F-49D43DF3929F}"/>
                    </a:ext>
                  </a:extLst>
                </p:cNvPr>
                <p:cNvSpPr/>
                <p:nvPr/>
              </p:nvSpPr>
              <p:spPr>
                <a:xfrm>
                  <a:off x="4589552" y="45382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4" name="pg2193">
                  <a:extLst>
                    <a:ext uri="{FF2B5EF4-FFF2-40B4-BE49-F238E27FC236}">
                      <a16:creationId xmlns:a16="http://schemas.microsoft.com/office/drawing/2014/main" id="{40DD55E2-9868-94F0-875B-CAF7CF4D8608}"/>
                    </a:ext>
                  </a:extLst>
                </p:cNvPr>
                <p:cNvSpPr/>
                <p:nvPr/>
              </p:nvSpPr>
              <p:spPr>
                <a:xfrm>
                  <a:off x="4601190" y="45382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3A8">
                    <a:alpha val="100000"/>
                  </a:srgbClr>
                </a:solidFill>
                <a:ln w="5420" cap="flat">
                  <a:solidFill>
                    <a:srgbClr val="36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5" name="pg2194">
                  <a:extLst>
                    <a:ext uri="{FF2B5EF4-FFF2-40B4-BE49-F238E27FC236}">
                      <a16:creationId xmlns:a16="http://schemas.microsoft.com/office/drawing/2014/main" id="{D31AB869-9171-6EB4-91FD-30110C39E6F1}"/>
                    </a:ext>
                  </a:extLst>
                </p:cNvPr>
                <p:cNvSpPr/>
                <p:nvPr/>
              </p:nvSpPr>
              <p:spPr>
                <a:xfrm>
                  <a:off x="4612827" y="45382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6" name="pg2195">
                  <a:extLst>
                    <a:ext uri="{FF2B5EF4-FFF2-40B4-BE49-F238E27FC236}">
                      <a16:creationId xmlns:a16="http://schemas.microsoft.com/office/drawing/2014/main" id="{D1699DB1-05D0-6DCE-535E-9899CA5A93EC}"/>
                    </a:ext>
                  </a:extLst>
                </p:cNvPr>
                <p:cNvSpPr/>
                <p:nvPr/>
              </p:nvSpPr>
              <p:spPr>
                <a:xfrm>
                  <a:off x="4624464" y="45382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7" name="pg2196">
                  <a:extLst>
                    <a:ext uri="{FF2B5EF4-FFF2-40B4-BE49-F238E27FC236}">
                      <a16:creationId xmlns:a16="http://schemas.microsoft.com/office/drawing/2014/main" id="{65FD4C07-AB37-9337-B061-3B40399B6FA5}"/>
                    </a:ext>
                  </a:extLst>
                </p:cNvPr>
                <p:cNvSpPr/>
                <p:nvPr/>
              </p:nvSpPr>
              <p:spPr>
                <a:xfrm>
                  <a:off x="4566278" y="45525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8" name="pg2197">
                  <a:extLst>
                    <a:ext uri="{FF2B5EF4-FFF2-40B4-BE49-F238E27FC236}">
                      <a16:creationId xmlns:a16="http://schemas.microsoft.com/office/drawing/2014/main" id="{4D4A534A-2AC7-7791-8136-0211852D297F}"/>
                    </a:ext>
                  </a:extLst>
                </p:cNvPr>
                <p:cNvSpPr/>
                <p:nvPr/>
              </p:nvSpPr>
              <p:spPr>
                <a:xfrm>
                  <a:off x="4577915" y="45525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3A8">
                    <a:alpha val="100000"/>
                  </a:srgbClr>
                </a:solidFill>
                <a:ln w="5420" cap="flat">
                  <a:solidFill>
                    <a:srgbClr val="36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599" name="pg2198">
                  <a:extLst>
                    <a:ext uri="{FF2B5EF4-FFF2-40B4-BE49-F238E27FC236}">
                      <a16:creationId xmlns:a16="http://schemas.microsoft.com/office/drawing/2014/main" id="{092E599D-DFA9-C708-05FA-D0F8E666E01C}"/>
                    </a:ext>
                  </a:extLst>
                </p:cNvPr>
                <p:cNvSpPr/>
                <p:nvPr/>
              </p:nvSpPr>
              <p:spPr>
                <a:xfrm>
                  <a:off x="4589552" y="45525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0" name="pg2199">
                  <a:extLst>
                    <a:ext uri="{FF2B5EF4-FFF2-40B4-BE49-F238E27FC236}">
                      <a16:creationId xmlns:a16="http://schemas.microsoft.com/office/drawing/2014/main" id="{719A3F91-C700-75A2-67B9-D6F605AA638B}"/>
                    </a:ext>
                  </a:extLst>
                </p:cNvPr>
                <p:cNvSpPr/>
                <p:nvPr/>
              </p:nvSpPr>
              <p:spPr>
                <a:xfrm>
                  <a:off x="4601190" y="45525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1" name="pg2200">
                  <a:extLst>
                    <a:ext uri="{FF2B5EF4-FFF2-40B4-BE49-F238E27FC236}">
                      <a16:creationId xmlns:a16="http://schemas.microsoft.com/office/drawing/2014/main" id="{4712B241-68F2-DFB5-0F02-1B041F8E290D}"/>
                    </a:ext>
                  </a:extLst>
                </p:cNvPr>
                <p:cNvSpPr/>
                <p:nvPr/>
              </p:nvSpPr>
              <p:spPr>
                <a:xfrm>
                  <a:off x="4612827" y="455258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2" name="pg2201">
                  <a:extLst>
                    <a:ext uri="{FF2B5EF4-FFF2-40B4-BE49-F238E27FC236}">
                      <a16:creationId xmlns:a16="http://schemas.microsoft.com/office/drawing/2014/main" id="{FCA045F3-9DDE-5F6F-86FC-024E3FE7F9AF}"/>
                    </a:ext>
                  </a:extLst>
                </p:cNvPr>
                <p:cNvSpPr/>
                <p:nvPr/>
              </p:nvSpPr>
              <p:spPr>
                <a:xfrm>
                  <a:off x="4554640" y="456688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3" name="pg2202">
                  <a:extLst>
                    <a:ext uri="{FF2B5EF4-FFF2-40B4-BE49-F238E27FC236}">
                      <a16:creationId xmlns:a16="http://schemas.microsoft.com/office/drawing/2014/main" id="{E7C30529-CC19-F280-18B5-7EE0E6FAA181}"/>
                    </a:ext>
                  </a:extLst>
                </p:cNvPr>
                <p:cNvSpPr/>
                <p:nvPr/>
              </p:nvSpPr>
              <p:spPr>
                <a:xfrm>
                  <a:off x="4566278" y="456688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4" name="pg2203">
                  <a:extLst>
                    <a:ext uri="{FF2B5EF4-FFF2-40B4-BE49-F238E27FC236}">
                      <a16:creationId xmlns:a16="http://schemas.microsoft.com/office/drawing/2014/main" id="{CF572187-ED1C-42B5-D379-A7942ED5DAAC}"/>
                    </a:ext>
                  </a:extLst>
                </p:cNvPr>
                <p:cNvSpPr/>
                <p:nvPr/>
              </p:nvSpPr>
              <p:spPr>
                <a:xfrm>
                  <a:off x="4577915" y="456688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6A9">
                    <a:alpha val="100000"/>
                  </a:srgbClr>
                </a:solidFill>
                <a:ln w="5420" cap="flat">
                  <a:solidFill>
                    <a:srgbClr val="35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5" name="pg2204">
                  <a:extLst>
                    <a:ext uri="{FF2B5EF4-FFF2-40B4-BE49-F238E27FC236}">
                      <a16:creationId xmlns:a16="http://schemas.microsoft.com/office/drawing/2014/main" id="{8034C4F4-EFC8-75B1-8E96-562A6588FC10}"/>
                    </a:ext>
                  </a:extLst>
                </p:cNvPr>
                <p:cNvSpPr/>
                <p:nvPr/>
              </p:nvSpPr>
              <p:spPr>
                <a:xfrm>
                  <a:off x="4589552" y="456688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6" name="pg2205">
                  <a:extLst>
                    <a:ext uri="{FF2B5EF4-FFF2-40B4-BE49-F238E27FC236}">
                      <a16:creationId xmlns:a16="http://schemas.microsoft.com/office/drawing/2014/main" id="{C70F4C2F-8E86-EA68-23D9-B5079671E6C4}"/>
                    </a:ext>
                  </a:extLst>
                </p:cNvPr>
                <p:cNvSpPr/>
                <p:nvPr/>
              </p:nvSpPr>
              <p:spPr>
                <a:xfrm>
                  <a:off x="4601190" y="456688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7" name="pg2206">
                  <a:extLst>
                    <a:ext uri="{FF2B5EF4-FFF2-40B4-BE49-F238E27FC236}">
                      <a16:creationId xmlns:a16="http://schemas.microsoft.com/office/drawing/2014/main" id="{472785F5-37B0-7D8A-117F-D5BC76409BC9}"/>
                    </a:ext>
                  </a:extLst>
                </p:cNvPr>
                <p:cNvSpPr/>
                <p:nvPr/>
              </p:nvSpPr>
              <p:spPr>
                <a:xfrm>
                  <a:off x="4612827" y="456688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8">
                    <a:alpha val="100000"/>
                  </a:srgbClr>
                </a:solidFill>
                <a:ln w="5420" cap="flat">
                  <a:solidFill>
                    <a:srgbClr val="3595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8" name="pg2207">
                  <a:extLst>
                    <a:ext uri="{FF2B5EF4-FFF2-40B4-BE49-F238E27FC236}">
                      <a16:creationId xmlns:a16="http://schemas.microsoft.com/office/drawing/2014/main" id="{11A96B5D-F0EF-E57E-3634-A7E040E8C3CB}"/>
                    </a:ext>
                  </a:extLst>
                </p:cNvPr>
                <p:cNvSpPr/>
                <p:nvPr/>
              </p:nvSpPr>
              <p:spPr>
                <a:xfrm>
                  <a:off x="4554640" y="45811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09" name="pg2208">
                  <a:extLst>
                    <a:ext uri="{FF2B5EF4-FFF2-40B4-BE49-F238E27FC236}">
                      <a16:creationId xmlns:a16="http://schemas.microsoft.com/office/drawing/2014/main" id="{197C4592-F3C2-8A74-75FD-37D5B020F6DF}"/>
                    </a:ext>
                  </a:extLst>
                </p:cNvPr>
                <p:cNvSpPr/>
                <p:nvPr/>
              </p:nvSpPr>
              <p:spPr>
                <a:xfrm>
                  <a:off x="4566278" y="45811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0" name="pg2209">
                  <a:extLst>
                    <a:ext uri="{FF2B5EF4-FFF2-40B4-BE49-F238E27FC236}">
                      <a16:creationId xmlns:a16="http://schemas.microsoft.com/office/drawing/2014/main" id="{ED0B004F-4186-A790-3FC7-9A6ED204EC35}"/>
                    </a:ext>
                  </a:extLst>
                </p:cNvPr>
                <p:cNvSpPr/>
                <p:nvPr/>
              </p:nvSpPr>
              <p:spPr>
                <a:xfrm>
                  <a:off x="4577915" y="45811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1" name="pg2210">
                  <a:extLst>
                    <a:ext uri="{FF2B5EF4-FFF2-40B4-BE49-F238E27FC236}">
                      <a16:creationId xmlns:a16="http://schemas.microsoft.com/office/drawing/2014/main" id="{49207F8E-F33B-98AF-D768-BAA768947451}"/>
                    </a:ext>
                  </a:extLst>
                </p:cNvPr>
                <p:cNvSpPr/>
                <p:nvPr/>
              </p:nvSpPr>
              <p:spPr>
                <a:xfrm>
                  <a:off x="4589552" y="45811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2" name="pg2211">
                  <a:extLst>
                    <a:ext uri="{FF2B5EF4-FFF2-40B4-BE49-F238E27FC236}">
                      <a16:creationId xmlns:a16="http://schemas.microsoft.com/office/drawing/2014/main" id="{17C09EB0-A7A9-20A4-8382-AB523A46DE41}"/>
                    </a:ext>
                  </a:extLst>
                </p:cNvPr>
                <p:cNvSpPr/>
                <p:nvPr/>
              </p:nvSpPr>
              <p:spPr>
                <a:xfrm>
                  <a:off x="4601190" y="45811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3" name="pg2212">
                  <a:extLst>
                    <a:ext uri="{FF2B5EF4-FFF2-40B4-BE49-F238E27FC236}">
                      <a16:creationId xmlns:a16="http://schemas.microsoft.com/office/drawing/2014/main" id="{4EB6E3A3-82AA-39FA-9D2A-8D7751FBA0B8}"/>
                    </a:ext>
                  </a:extLst>
                </p:cNvPr>
                <p:cNvSpPr/>
                <p:nvPr/>
              </p:nvSpPr>
              <p:spPr>
                <a:xfrm>
                  <a:off x="4543003" y="45954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4" name="pg2213">
                  <a:extLst>
                    <a:ext uri="{FF2B5EF4-FFF2-40B4-BE49-F238E27FC236}">
                      <a16:creationId xmlns:a16="http://schemas.microsoft.com/office/drawing/2014/main" id="{5EC25D32-1042-4A42-AB0B-47C977C9FB04}"/>
                    </a:ext>
                  </a:extLst>
                </p:cNvPr>
                <p:cNvSpPr/>
                <p:nvPr/>
              </p:nvSpPr>
              <p:spPr>
                <a:xfrm>
                  <a:off x="4554640" y="45954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5" name="pg2214">
                  <a:extLst>
                    <a:ext uri="{FF2B5EF4-FFF2-40B4-BE49-F238E27FC236}">
                      <a16:creationId xmlns:a16="http://schemas.microsoft.com/office/drawing/2014/main" id="{23943F1C-214D-A904-D5EE-3F264A6CEA8E}"/>
                    </a:ext>
                  </a:extLst>
                </p:cNvPr>
                <p:cNvSpPr/>
                <p:nvPr/>
              </p:nvSpPr>
              <p:spPr>
                <a:xfrm>
                  <a:off x="4566278" y="45954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6" name="pg2215">
                  <a:extLst>
                    <a:ext uri="{FF2B5EF4-FFF2-40B4-BE49-F238E27FC236}">
                      <a16:creationId xmlns:a16="http://schemas.microsoft.com/office/drawing/2014/main" id="{BAC94379-0716-16C6-BD11-8E826AC0EEAD}"/>
                    </a:ext>
                  </a:extLst>
                </p:cNvPr>
                <p:cNvSpPr/>
                <p:nvPr/>
              </p:nvSpPr>
              <p:spPr>
                <a:xfrm>
                  <a:off x="4577915" y="45954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7" name="pg2216">
                  <a:extLst>
                    <a:ext uri="{FF2B5EF4-FFF2-40B4-BE49-F238E27FC236}">
                      <a16:creationId xmlns:a16="http://schemas.microsoft.com/office/drawing/2014/main" id="{48E06EBE-4353-ED29-3BF3-54B517FB0D54}"/>
                    </a:ext>
                  </a:extLst>
                </p:cNvPr>
                <p:cNvSpPr/>
                <p:nvPr/>
              </p:nvSpPr>
              <p:spPr>
                <a:xfrm>
                  <a:off x="4589552" y="45954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8" name="pg2217">
                  <a:extLst>
                    <a:ext uri="{FF2B5EF4-FFF2-40B4-BE49-F238E27FC236}">
                      <a16:creationId xmlns:a16="http://schemas.microsoft.com/office/drawing/2014/main" id="{5C939F01-0FC5-95EE-A9AF-989C823EE622}"/>
                    </a:ext>
                  </a:extLst>
                </p:cNvPr>
                <p:cNvSpPr/>
                <p:nvPr/>
              </p:nvSpPr>
              <p:spPr>
                <a:xfrm>
                  <a:off x="4601190" y="459549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19" name="pg2218">
                  <a:extLst>
                    <a:ext uri="{FF2B5EF4-FFF2-40B4-BE49-F238E27FC236}">
                      <a16:creationId xmlns:a16="http://schemas.microsoft.com/office/drawing/2014/main" id="{11DCE1E0-4C20-520D-6C67-855D3BAE33A2}"/>
                    </a:ext>
                  </a:extLst>
                </p:cNvPr>
                <p:cNvSpPr/>
                <p:nvPr/>
              </p:nvSpPr>
              <p:spPr>
                <a:xfrm>
                  <a:off x="4543003" y="46097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0" name="pg2219">
                  <a:extLst>
                    <a:ext uri="{FF2B5EF4-FFF2-40B4-BE49-F238E27FC236}">
                      <a16:creationId xmlns:a16="http://schemas.microsoft.com/office/drawing/2014/main" id="{91874418-F461-5E59-168F-B18C81F4BE25}"/>
                    </a:ext>
                  </a:extLst>
                </p:cNvPr>
                <p:cNvSpPr/>
                <p:nvPr/>
              </p:nvSpPr>
              <p:spPr>
                <a:xfrm>
                  <a:off x="4554640" y="46097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1" name="pg2220">
                  <a:extLst>
                    <a:ext uri="{FF2B5EF4-FFF2-40B4-BE49-F238E27FC236}">
                      <a16:creationId xmlns:a16="http://schemas.microsoft.com/office/drawing/2014/main" id="{351E5333-A140-7C5E-805B-BDEC45ABC418}"/>
                    </a:ext>
                  </a:extLst>
                </p:cNvPr>
                <p:cNvSpPr/>
                <p:nvPr/>
              </p:nvSpPr>
              <p:spPr>
                <a:xfrm>
                  <a:off x="4566278" y="46097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2" name="pg2221">
                  <a:extLst>
                    <a:ext uri="{FF2B5EF4-FFF2-40B4-BE49-F238E27FC236}">
                      <a16:creationId xmlns:a16="http://schemas.microsoft.com/office/drawing/2014/main" id="{43218CAD-37A9-CE2E-A988-A81FBD7EE114}"/>
                    </a:ext>
                  </a:extLst>
                </p:cNvPr>
                <p:cNvSpPr/>
                <p:nvPr/>
              </p:nvSpPr>
              <p:spPr>
                <a:xfrm>
                  <a:off x="4577915" y="46097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3" name="pg2222">
                  <a:extLst>
                    <a:ext uri="{FF2B5EF4-FFF2-40B4-BE49-F238E27FC236}">
                      <a16:creationId xmlns:a16="http://schemas.microsoft.com/office/drawing/2014/main" id="{2867F6CD-66A3-87A7-FC58-3F2130EB83FB}"/>
                    </a:ext>
                  </a:extLst>
                </p:cNvPr>
                <p:cNvSpPr/>
                <p:nvPr/>
              </p:nvSpPr>
              <p:spPr>
                <a:xfrm>
                  <a:off x="4589552" y="46097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4" name="pg2223">
                  <a:extLst>
                    <a:ext uri="{FF2B5EF4-FFF2-40B4-BE49-F238E27FC236}">
                      <a16:creationId xmlns:a16="http://schemas.microsoft.com/office/drawing/2014/main" id="{CBBB0F6E-8ECF-F092-2BF9-9A58086FCEDD}"/>
                    </a:ext>
                  </a:extLst>
                </p:cNvPr>
                <p:cNvSpPr/>
                <p:nvPr/>
              </p:nvSpPr>
              <p:spPr>
                <a:xfrm>
                  <a:off x="4601190" y="46097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5" name="pg2224">
                  <a:extLst>
                    <a:ext uri="{FF2B5EF4-FFF2-40B4-BE49-F238E27FC236}">
                      <a16:creationId xmlns:a16="http://schemas.microsoft.com/office/drawing/2014/main" id="{0832D039-42C5-7CA5-B924-EDAAE10DECB5}"/>
                    </a:ext>
                  </a:extLst>
                </p:cNvPr>
                <p:cNvSpPr/>
                <p:nvPr/>
              </p:nvSpPr>
              <p:spPr>
                <a:xfrm>
                  <a:off x="4543003" y="46240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6" name="pg2225">
                  <a:extLst>
                    <a:ext uri="{FF2B5EF4-FFF2-40B4-BE49-F238E27FC236}">
                      <a16:creationId xmlns:a16="http://schemas.microsoft.com/office/drawing/2014/main" id="{638412AD-ADD6-61A6-E5C7-0B71AACBFB23}"/>
                    </a:ext>
                  </a:extLst>
                </p:cNvPr>
                <p:cNvSpPr/>
                <p:nvPr/>
              </p:nvSpPr>
              <p:spPr>
                <a:xfrm>
                  <a:off x="4554640" y="46240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7" name="pg2226">
                  <a:extLst>
                    <a:ext uri="{FF2B5EF4-FFF2-40B4-BE49-F238E27FC236}">
                      <a16:creationId xmlns:a16="http://schemas.microsoft.com/office/drawing/2014/main" id="{CF9F403A-B9E9-998F-F879-3AA4ADBCE18F}"/>
                    </a:ext>
                  </a:extLst>
                </p:cNvPr>
                <p:cNvSpPr/>
                <p:nvPr/>
              </p:nvSpPr>
              <p:spPr>
                <a:xfrm>
                  <a:off x="4566278" y="46240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8" name="pg2227">
                  <a:extLst>
                    <a:ext uri="{FF2B5EF4-FFF2-40B4-BE49-F238E27FC236}">
                      <a16:creationId xmlns:a16="http://schemas.microsoft.com/office/drawing/2014/main" id="{35E908EB-FA6A-B914-EF43-CDDD48D2D911}"/>
                    </a:ext>
                  </a:extLst>
                </p:cNvPr>
                <p:cNvSpPr/>
                <p:nvPr/>
              </p:nvSpPr>
              <p:spPr>
                <a:xfrm>
                  <a:off x="4577915" y="46240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29" name="pg2228">
                  <a:extLst>
                    <a:ext uri="{FF2B5EF4-FFF2-40B4-BE49-F238E27FC236}">
                      <a16:creationId xmlns:a16="http://schemas.microsoft.com/office/drawing/2014/main" id="{FBD5D531-2462-74C7-2728-A78835759100}"/>
                    </a:ext>
                  </a:extLst>
                </p:cNvPr>
                <p:cNvSpPr/>
                <p:nvPr/>
              </p:nvSpPr>
              <p:spPr>
                <a:xfrm>
                  <a:off x="4589552" y="462409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0" name="pg2229">
                  <a:extLst>
                    <a:ext uri="{FF2B5EF4-FFF2-40B4-BE49-F238E27FC236}">
                      <a16:creationId xmlns:a16="http://schemas.microsoft.com/office/drawing/2014/main" id="{8AB486BC-231A-2396-D9A0-1C3EE9C051EA}"/>
                    </a:ext>
                  </a:extLst>
                </p:cNvPr>
                <p:cNvSpPr/>
                <p:nvPr/>
              </p:nvSpPr>
              <p:spPr>
                <a:xfrm>
                  <a:off x="3856400" y="463839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1" name="pg2230">
                  <a:extLst>
                    <a:ext uri="{FF2B5EF4-FFF2-40B4-BE49-F238E27FC236}">
                      <a16:creationId xmlns:a16="http://schemas.microsoft.com/office/drawing/2014/main" id="{9967DB9D-6B3D-A650-E842-6C136ACB218F}"/>
                    </a:ext>
                  </a:extLst>
                </p:cNvPr>
                <p:cNvSpPr/>
                <p:nvPr/>
              </p:nvSpPr>
              <p:spPr>
                <a:xfrm>
                  <a:off x="3868038" y="463839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2" name="pg2231">
                  <a:extLst>
                    <a:ext uri="{FF2B5EF4-FFF2-40B4-BE49-F238E27FC236}">
                      <a16:creationId xmlns:a16="http://schemas.microsoft.com/office/drawing/2014/main" id="{9A58D36E-7045-480A-5A71-6954F5317AE2}"/>
                    </a:ext>
                  </a:extLst>
                </p:cNvPr>
                <p:cNvSpPr/>
                <p:nvPr/>
              </p:nvSpPr>
              <p:spPr>
                <a:xfrm>
                  <a:off x="3879675" y="463839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3" name="pg2232">
                  <a:extLst>
                    <a:ext uri="{FF2B5EF4-FFF2-40B4-BE49-F238E27FC236}">
                      <a16:creationId xmlns:a16="http://schemas.microsoft.com/office/drawing/2014/main" id="{67F9338D-3D31-6510-0693-4AAD948F9AF4}"/>
                    </a:ext>
                  </a:extLst>
                </p:cNvPr>
                <p:cNvSpPr/>
                <p:nvPr/>
              </p:nvSpPr>
              <p:spPr>
                <a:xfrm>
                  <a:off x="3891312" y="463839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2AC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4" name="pg2233">
                  <a:extLst>
                    <a:ext uri="{FF2B5EF4-FFF2-40B4-BE49-F238E27FC236}">
                      <a16:creationId xmlns:a16="http://schemas.microsoft.com/office/drawing/2014/main" id="{89E11CE6-F85A-BCAD-4AAF-002DAABBD366}"/>
                    </a:ext>
                  </a:extLst>
                </p:cNvPr>
                <p:cNvSpPr/>
                <p:nvPr/>
              </p:nvSpPr>
              <p:spPr>
                <a:xfrm>
                  <a:off x="4543003" y="463839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5" name="pg2234">
                  <a:extLst>
                    <a:ext uri="{FF2B5EF4-FFF2-40B4-BE49-F238E27FC236}">
                      <a16:creationId xmlns:a16="http://schemas.microsoft.com/office/drawing/2014/main" id="{178969B0-89C5-3F08-0F04-0DC4E373F3B8}"/>
                    </a:ext>
                  </a:extLst>
                </p:cNvPr>
                <p:cNvSpPr/>
                <p:nvPr/>
              </p:nvSpPr>
              <p:spPr>
                <a:xfrm>
                  <a:off x="4554640" y="463839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6" name="pg2235">
                  <a:extLst>
                    <a:ext uri="{FF2B5EF4-FFF2-40B4-BE49-F238E27FC236}">
                      <a16:creationId xmlns:a16="http://schemas.microsoft.com/office/drawing/2014/main" id="{B91CBDAE-6E22-7E1D-657D-F31A6FFF243C}"/>
                    </a:ext>
                  </a:extLst>
                </p:cNvPr>
                <p:cNvSpPr/>
                <p:nvPr/>
              </p:nvSpPr>
              <p:spPr>
                <a:xfrm>
                  <a:off x="4566278" y="463839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985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7" name="pg2236">
                  <a:extLst>
                    <a:ext uri="{FF2B5EF4-FFF2-40B4-BE49-F238E27FC236}">
                      <a16:creationId xmlns:a16="http://schemas.microsoft.com/office/drawing/2014/main" id="{D862B1B9-6DA8-9C2B-517C-0A69660A61AD}"/>
                    </a:ext>
                  </a:extLst>
                </p:cNvPr>
                <p:cNvSpPr/>
                <p:nvPr/>
              </p:nvSpPr>
              <p:spPr>
                <a:xfrm>
                  <a:off x="4577915" y="463839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8" name="pg2237">
                  <a:extLst>
                    <a:ext uri="{FF2B5EF4-FFF2-40B4-BE49-F238E27FC236}">
                      <a16:creationId xmlns:a16="http://schemas.microsoft.com/office/drawing/2014/main" id="{9B835D98-860D-27FC-B311-DAD844A3F0A2}"/>
                    </a:ext>
                  </a:extLst>
                </p:cNvPr>
                <p:cNvSpPr/>
                <p:nvPr/>
              </p:nvSpPr>
              <p:spPr>
                <a:xfrm>
                  <a:off x="3856400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39" name="pg2238">
                  <a:extLst>
                    <a:ext uri="{FF2B5EF4-FFF2-40B4-BE49-F238E27FC236}">
                      <a16:creationId xmlns:a16="http://schemas.microsoft.com/office/drawing/2014/main" id="{86F32FCF-2318-D15A-BC9C-1D57274E037D}"/>
                    </a:ext>
                  </a:extLst>
                </p:cNvPr>
                <p:cNvSpPr/>
                <p:nvPr/>
              </p:nvSpPr>
              <p:spPr>
                <a:xfrm>
                  <a:off x="3868038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0" name="pg2239">
                  <a:extLst>
                    <a:ext uri="{FF2B5EF4-FFF2-40B4-BE49-F238E27FC236}">
                      <a16:creationId xmlns:a16="http://schemas.microsoft.com/office/drawing/2014/main" id="{D69DC47C-BAF5-AC57-2E4B-58EB9DDC9E7F}"/>
                    </a:ext>
                  </a:extLst>
                </p:cNvPr>
                <p:cNvSpPr/>
                <p:nvPr/>
              </p:nvSpPr>
              <p:spPr>
                <a:xfrm>
                  <a:off x="3879675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1" name="pg2240">
                  <a:extLst>
                    <a:ext uri="{FF2B5EF4-FFF2-40B4-BE49-F238E27FC236}">
                      <a16:creationId xmlns:a16="http://schemas.microsoft.com/office/drawing/2014/main" id="{8631D0E1-809B-D841-FE2C-137E37C365B8}"/>
                    </a:ext>
                  </a:extLst>
                </p:cNvPr>
                <p:cNvSpPr/>
                <p:nvPr/>
              </p:nvSpPr>
              <p:spPr>
                <a:xfrm>
                  <a:off x="3891312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2" name="pg2241">
                  <a:extLst>
                    <a:ext uri="{FF2B5EF4-FFF2-40B4-BE49-F238E27FC236}">
                      <a16:creationId xmlns:a16="http://schemas.microsoft.com/office/drawing/2014/main" id="{8C347098-F804-91E0-B720-950554BBC5F5}"/>
                    </a:ext>
                  </a:extLst>
                </p:cNvPr>
                <p:cNvSpPr/>
                <p:nvPr/>
              </p:nvSpPr>
              <p:spPr>
                <a:xfrm>
                  <a:off x="3902950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3" name="pg2242">
                  <a:extLst>
                    <a:ext uri="{FF2B5EF4-FFF2-40B4-BE49-F238E27FC236}">
                      <a16:creationId xmlns:a16="http://schemas.microsoft.com/office/drawing/2014/main" id="{7FBF3E12-5B52-68A7-946C-5ACC34CFEB49}"/>
                    </a:ext>
                  </a:extLst>
                </p:cNvPr>
                <p:cNvSpPr/>
                <p:nvPr/>
              </p:nvSpPr>
              <p:spPr>
                <a:xfrm>
                  <a:off x="3949499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BAB">
                    <a:alpha val="100000"/>
                  </a:srgbClr>
                </a:solidFill>
                <a:ln w="5420" cap="flat">
                  <a:solidFill>
                    <a:srgbClr val="54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4" name="pg2243">
                  <a:extLst>
                    <a:ext uri="{FF2B5EF4-FFF2-40B4-BE49-F238E27FC236}">
                      <a16:creationId xmlns:a16="http://schemas.microsoft.com/office/drawing/2014/main" id="{37139E63-3D6E-7AE5-6808-1C7B79B3756F}"/>
                    </a:ext>
                  </a:extLst>
                </p:cNvPr>
                <p:cNvSpPr/>
                <p:nvPr/>
              </p:nvSpPr>
              <p:spPr>
                <a:xfrm>
                  <a:off x="3961136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5" name="pg2244">
                  <a:extLst>
                    <a:ext uri="{FF2B5EF4-FFF2-40B4-BE49-F238E27FC236}">
                      <a16:creationId xmlns:a16="http://schemas.microsoft.com/office/drawing/2014/main" id="{174C19B1-17CC-52DD-89E2-99C42013942C}"/>
                    </a:ext>
                  </a:extLst>
                </p:cNvPr>
                <p:cNvSpPr/>
                <p:nvPr/>
              </p:nvSpPr>
              <p:spPr>
                <a:xfrm>
                  <a:off x="3972774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8AB">
                    <a:alpha val="100000"/>
                  </a:srgbClr>
                </a:solidFill>
                <a:ln w="5420" cap="flat">
                  <a:solidFill>
                    <a:srgbClr val="52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6" name="pg2245">
                  <a:extLst>
                    <a:ext uri="{FF2B5EF4-FFF2-40B4-BE49-F238E27FC236}">
                      <a16:creationId xmlns:a16="http://schemas.microsoft.com/office/drawing/2014/main" id="{4EA7EDFA-6AF3-E965-20AC-C2DF700CC40F}"/>
                    </a:ext>
                  </a:extLst>
                </p:cNvPr>
                <p:cNvSpPr/>
                <p:nvPr/>
              </p:nvSpPr>
              <p:spPr>
                <a:xfrm>
                  <a:off x="3984411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7AB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7" name="pg2246">
                  <a:extLst>
                    <a:ext uri="{FF2B5EF4-FFF2-40B4-BE49-F238E27FC236}">
                      <a16:creationId xmlns:a16="http://schemas.microsoft.com/office/drawing/2014/main" id="{20DBACE0-06E1-7FEA-4449-6ED93BDDAFA9}"/>
                    </a:ext>
                  </a:extLst>
                </p:cNvPr>
                <p:cNvSpPr/>
                <p:nvPr/>
              </p:nvSpPr>
              <p:spPr>
                <a:xfrm>
                  <a:off x="3996048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8" name="pg2247">
                  <a:extLst>
                    <a:ext uri="{FF2B5EF4-FFF2-40B4-BE49-F238E27FC236}">
                      <a16:creationId xmlns:a16="http://schemas.microsoft.com/office/drawing/2014/main" id="{A628C76E-1AC9-1062-1C27-FFDF48C3D549}"/>
                    </a:ext>
                  </a:extLst>
                </p:cNvPr>
                <p:cNvSpPr/>
                <p:nvPr/>
              </p:nvSpPr>
              <p:spPr>
                <a:xfrm>
                  <a:off x="4543003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49" name="pg2248">
                  <a:extLst>
                    <a:ext uri="{FF2B5EF4-FFF2-40B4-BE49-F238E27FC236}">
                      <a16:creationId xmlns:a16="http://schemas.microsoft.com/office/drawing/2014/main" id="{03A721B5-414D-7AAA-97F5-6A60902D9B83}"/>
                    </a:ext>
                  </a:extLst>
                </p:cNvPr>
                <p:cNvSpPr/>
                <p:nvPr/>
              </p:nvSpPr>
              <p:spPr>
                <a:xfrm>
                  <a:off x="4554640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0" name="pg2249">
                  <a:extLst>
                    <a:ext uri="{FF2B5EF4-FFF2-40B4-BE49-F238E27FC236}">
                      <a16:creationId xmlns:a16="http://schemas.microsoft.com/office/drawing/2014/main" id="{E91CAB36-D6A0-29B4-EF7A-BCE09298934B}"/>
                    </a:ext>
                  </a:extLst>
                </p:cNvPr>
                <p:cNvSpPr/>
                <p:nvPr/>
              </p:nvSpPr>
              <p:spPr>
                <a:xfrm>
                  <a:off x="4566278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1" name="pg2250">
                  <a:extLst>
                    <a:ext uri="{FF2B5EF4-FFF2-40B4-BE49-F238E27FC236}">
                      <a16:creationId xmlns:a16="http://schemas.microsoft.com/office/drawing/2014/main" id="{A3E5A2BF-F9A2-2AEB-AA17-A1DF668099FC}"/>
                    </a:ext>
                  </a:extLst>
                </p:cNvPr>
                <p:cNvSpPr/>
                <p:nvPr/>
              </p:nvSpPr>
              <p:spPr>
                <a:xfrm>
                  <a:off x="4577915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2" name="pg2251">
                  <a:extLst>
                    <a:ext uri="{FF2B5EF4-FFF2-40B4-BE49-F238E27FC236}">
                      <a16:creationId xmlns:a16="http://schemas.microsoft.com/office/drawing/2014/main" id="{89BE1F35-1892-2855-679B-8E1E33F7185B}"/>
                    </a:ext>
                  </a:extLst>
                </p:cNvPr>
                <p:cNvSpPr/>
                <p:nvPr/>
              </p:nvSpPr>
              <p:spPr>
                <a:xfrm>
                  <a:off x="4589552" y="46526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3" name="pg2252">
                  <a:extLst>
                    <a:ext uri="{FF2B5EF4-FFF2-40B4-BE49-F238E27FC236}">
                      <a16:creationId xmlns:a16="http://schemas.microsoft.com/office/drawing/2014/main" id="{1BDBA7E8-F64B-22A3-2684-2FCEFFBE0A31}"/>
                    </a:ext>
                  </a:extLst>
                </p:cNvPr>
                <p:cNvSpPr/>
                <p:nvPr/>
              </p:nvSpPr>
              <p:spPr>
                <a:xfrm>
                  <a:off x="3774939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4" name="pg2253">
                  <a:extLst>
                    <a:ext uri="{FF2B5EF4-FFF2-40B4-BE49-F238E27FC236}">
                      <a16:creationId xmlns:a16="http://schemas.microsoft.com/office/drawing/2014/main" id="{C9FBA33B-ED85-4ED0-8699-11B15CAEDCCC}"/>
                    </a:ext>
                  </a:extLst>
                </p:cNvPr>
                <p:cNvSpPr/>
                <p:nvPr/>
              </p:nvSpPr>
              <p:spPr>
                <a:xfrm>
                  <a:off x="3786576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5" name="pg2254">
                  <a:extLst>
                    <a:ext uri="{FF2B5EF4-FFF2-40B4-BE49-F238E27FC236}">
                      <a16:creationId xmlns:a16="http://schemas.microsoft.com/office/drawing/2014/main" id="{9B736351-A5F9-1A1E-97A2-B07693BB7613}"/>
                    </a:ext>
                  </a:extLst>
                </p:cNvPr>
                <p:cNvSpPr/>
                <p:nvPr/>
              </p:nvSpPr>
              <p:spPr>
                <a:xfrm>
                  <a:off x="3844763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6" name="pg2255">
                  <a:extLst>
                    <a:ext uri="{FF2B5EF4-FFF2-40B4-BE49-F238E27FC236}">
                      <a16:creationId xmlns:a16="http://schemas.microsoft.com/office/drawing/2014/main" id="{19CDF776-6660-F5C8-1BDD-F27951F17F94}"/>
                    </a:ext>
                  </a:extLst>
                </p:cNvPr>
                <p:cNvSpPr/>
                <p:nvPr/>
              </p:nvSpPr>
              <p:spPr>
                <a:xfrm>
                  <a:off x="3856400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7" name="pg2256">
                  <a:extLst>
                    <a:ext uri="{FF2B5EF4-FFF2-40B4-BE49-F238E27FC236}">
                      <a16:creationId xmlns:a16="http://schemas.microsoft.com/office/drawing/2014/main" id="{C992C6C2-EC95-B9CA-4E54-28D04D9BD9E4}"/>
                    </a:ext>
                  </a:extLst>
                </p:cNvPr>
                <p:cNvSpPr/>
                <p:nvPr/>
              </p:nvSpPr>
              <p:spPr>
                <a:xfrm>
                  <a:off x="3868038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8" name="pg2257">
                  <a:extLst>
                    <a:ext uri="{FF2B5EF4-FFF2-40B4-BE49-F238E27FC236}">
                      <a16:creationId xmlns:a16="http://schemas.microsoft.com/office/drawing/2014/main" id="{85C8931B-B46B-4473-A2A3-06E837351F9C}"/>
                    </a:ext>
                  </a:extLst>
                </p:cNvPr>
                <p:cNvSpPr/>
                <p:nvPr/>
              </p:nvSpPr>
              <p:spPr>
                <a:xfrm>
                  <a:off x="3879675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5AC">
                    <a:alpha val="100000"/>
                  </a:srgbClr>
                </a:solidFill>
                <a:ln w="5420" cap="flat">
                  <a:solidFill>
                    <a:srgbClr val="5B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59" name="pg2258">
                  <a:extLst>
                    <a:ext uri="{FF2B5EF4-FFF2-40B4-BE49-F238E27FC236}">
                      <a16:creationId xmlns:a16="http://schemas.microsoft.com/office/drawing/2014/main" id="{C5408EF7-1008-1B79-73EC-784D22CAB0F9}"/>
                    </a:ext>
                  </a:extLst>
                </p:cNvPr>
                <p:cNvSpPr/>
                <p:nvPr/>
              </p:nvSpPr>
              <p:spPr>
                <a:xfrm>
                  <a:off x="3891312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0" name="pg2259">
                  <a:extLst>
                    <a:ext uri="{FF2B5EF4-FFF2-40B4-BE49-F238E27FC236}">
                      <a16:creationId xmlns:a16="http://schemas.microsoft.com/office/drawing/2014/main" id="{6DC4F3A8-455E-A0FA-D581-C50C8025D847}"/>
                    </a:ext>
                  </a:extLst>
                </p:cNvPr>
                <p:cNvSpPr/>
                <p:nvPr/>
              </p:nvSpPr>
              <p:spPr>
                <a:xfrm>
                  <a:off x="3902950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1" name="pg2260">
                  <a:extLst>
                    <a:ext uri="{FF2B5EF4-FFF2-40B4-BE49-F238E27FC236}">
                      <a16:creationId xmlns:a16="http://schemas.microsoft.com/office/drawing/2014/main" id="{1D717D73-F38D-F7C3-FBDA-9AD07CBBEDEE}"/>
                    </a:ext>
                  </a:extLst>
                </p:cNvPr>
                <p:cNvSpPr/>
                <p:nvPr/>
              </p:nvSpPr>
              <p:spPr>
                <a:xfrm>
                  <a:off x="3949499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2" name="pg2261">
                  <a:extLst>
                    <a:ext uri="{FF2B5EF4-FFF2-40B4-BE49-F238E27FC236}">
                      <a16:creationId xmlns:a16="http://schemas.microsoft.com/office/drawing/2014/main" id="{03BF779C-F631-110D-8997-591684A52449}"/>
                    </a:ext>
                  </a:extLst>
                </p:cNvPr>
                <p:cNvSpPr/>
                <p:nvPr/>
              </p:nvSpPr>
              <p:spPr>
                <a:xfrm>
                  <a:off x="3961136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3" name="pg2262">
                  <a:extLst>
                    <a:ext uri="{FF2B5EF4-FFF2-40B4-BE49-F238E27FC236}">
                      <a16:creationId xmlns:a16="http://schemas.microsoft.com/office/drawing/2014/main" id="{04458EA3-EECB-CCC7-18A2-534B9750B233}"/>
                    </a:ext>
                  </a:extLst>
                </p:cNvPr>
                <p:cNvSpPr/>
                <p:nvPr/>
              </p:nvSpPr>
              <p:spPr>
                <a:xfrm>
                  <a:off x="3972774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4" name="pg2263">
                  <a:extLst>
                    <a:ext uri="{FF2B5EF4-FFF2-40B4-BE49-F238E27FC236}">
                      <a16:creationId xmlns:a16="http://schemas.microsoft.com/office/drawing/2014/main" id="{F3762576-CCD0-770F-52B9-9D1797480B0A}"/>
                    </a:ext>
                  </a:extLst>
                </p:cNvPr>
                <p:cNvSpPr/>
                <p:nvPr/>
              </p:nvSpPr>
              <p:spPr>
                <a:xfrm>
                  <a:off x="3984411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5" name="pg2264">
                  <a:extLst>
                    <a:ext uri="{FF2B5EF4-FFF2-40B4-BE49-F238E27FC236}">
                      <a16:creationId xmlns:a16="http://schemas.microsoft.com/office/drawing/2014/main" id="{BD1D74CF-F9F7-E8B9-0DE3-CF7AEC781CB0}"/>
                    </a:ext>
                  </a:extLst>
                </p:cNvPr>
                <p:cNvSpPr/>
                <p:nvPr/>
              </p:nvSpPr>
              <p:spPr>
                <a:xfrm>
                  <a:off x="3996048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6" name="pg2265">
                  <a:extLst>
                    <a:ext uri="{FF2B5EF4-FFF2-40B4-BE49-F238E27FC236}">
                      <a16:creationId xmlns:a16="http://schemas.microsoft.com/office/drawing/2014/main" id="{1BC480D3-8F25-F4F8-C6E8-03EB5415C07D}"/>
                    </a:ext>
                  </a:extLst>
                </p:cNvPr>
                <p:cNvSpPr/>
                <p:nvPr/>
              </p:nvSpPr>
              <p:spPr>
                <a:xfrm>
                  <a:off x="4007686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7" name="pg2266">
                  <a:extLst>
                    <a:ext uri="{FF2B5EF4-FFF2-40B4-BE49-F238E27FC236}">
                      <a16:creationId xmlns:a16="http://schemas.microsoft.com/office/drawing/2014/main" id="{2184D7CC-3D91-FBC5-7AFA-E4A5A5437817}"/>
                    </a:ext>
                  </a:extLst>
                </p:cNvPr>
                <p:cNvSpPr/>
                <p:nvPr/>
              </p:nvSpPr>
              <p:spPr>
                <a:xfrm>
                  <a:off x="4019323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8" name="pg2267">
                  <a:extLst>
                    <a:ext uri="{FF2B5EF4-FFF2-40B4-BE49-F238E27FC236}">
                      <a16:creationId xmlns:a16="http://schemas.microsoft.com/office/drawing/2014/main" id="{4D3430D8-D137-CFE2-EF85-C982267D38CE}"/>
                    </a:ext>
                  </a:extLst>
                </p:cNvPr>
                <p:cNvSpPr/>
                <p:nvPr/>
              </p:nvSpPr>
              <p:spPr>
                <a:xfrm>
                  <a:off x="4030960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69" name="pg2268">
                  <a:extLst>
                    <a:ext uri="{FF2B5EF4-FFF2-40B4-BE49-F238E27FC236}">
                      <a16:creationId xmlns:a16="http://schemas.microsoft.com/office/drawing/2014/main" id="{54EB1CCB-7640-2EA2-BD3A-C889620A28E0}"/>
                    </a:ext>
                  </a:extLst>
                </p:cNvPr>
                <p:cNvSpPr/>
                <p:nvPr/>
              </p:nvSpPr>
              <p:spPr>
                <a:xfrm>
                  <a:off x="4042598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0" name="pg2269">
                  <a:extLst>
                    <a:ext uri="{FF2B5EF4-FFF2-40B4-BE49-F238E27FC236}">
                      <a16:creationId xmlns:a16="http://schemas.microsoft.com/office/drawing/2014/main" id="{58E91785-5F69-3085-5CCD-733B38083A2D}"/>
                    </a:ext>
                  </a:extLst>
                </p:cNvPr>
                <p:cNvSpPr/>
                <p:nvPr/>
              </p:nvSpPr>
              <p:spPr>
                <a:xfrm>
                  <a:off x="4054235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1" name="pg2270">
                  <a:extLst>
                    <a:ext uri="{FF2B5EF4-FFF2-40B4-BE49-F238E27FC236}">
                      <a16:creationId xmlns:a16="http://schemas.microsoft.com/office/drawing/2014/main" id="{FF12829D-124D-F927-2CFA-7A93B5A737D0}"/>
                    </a:ext>
                  </a:extLst>
                </p:cNvPr>
                <p:cNvSpPr/>
                <p:nvPr/>
              </p:nvSpPr>
              <p:spPr>
                <a:xfrm>
                  <a:off x="4065872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2" name="pg2271">
                  <a:extLst>
                    <a:ext uri="{FF2B5EF4-FFF2-40B4-BE49-F238E27FC236}">
                      <a16:creationId xmlns:a16="http://schemas.microsoft.com/office/drawing/2014/main" id="{66CA20DA-BD14-43E4-F0F3-8E330108BA7E}"/>
                    </a:ext>
                  </a:extLst>
                </p:cNvPr>
                <p:cNvSpPr/>
                <p:nvPr/>
              </p:nvSpPr>
              <p:spPr>
                <a:xfrm>
                  <a:off x="4077510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3" name="pg2272">
                  <a:extLst>
                    <a:ext uri="{FF2B5EF4-FFF2-40B4-BE49-F238E27FC236}">
                      <a16:creationId xmlns:a16="http://schemas.microsoft.com/office/drawing/2014/main" id="{00A05951-C677-59C7-E4C1-523FB18C7C11}"/>
                    </a:ext>
                  </a:extLst>
                </p:cNvPr>
                <p:cNvSpPr/>
                <p:nvPr/>
              </p:nvSpPr>
              <p:spPr>
                <a:xfrm>
                  <a:off x="4543003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4" name="pg2273">
                  <a:extLst>
                    <a:ext uri="{FF2B5EF4-FFF2-40B4-BE49-F238E27FC236}">
                      <a16:creationId xmlns:a16="http://schemas.microsoft.com/office/drawing/2014/main" id="{8E5624F9-AE36-2331-0A3C-F8CB48808E58}"/>
                    </a:ext>
                  </a:extLst>
                </p:cNvPr>
                <p:cNvSpPr/>
                <p:nvPr/>
              </p:nvSpPr>
              <p:spPr>
                <a:xfrm>
                  <a:off x="4554640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5" name="pg2274">
                  <a:extLst>
                    <a:ext uri="{FF2B5EF4-FFF2-40B4-BE49-F238E27FC236}">
                      <a16:creationId xmlns:a16="http://schemas.microsoft.com/office/drawing/2014/main" id="{9C939D9C-7195-3926-BEB9-D85BD6AADDEC}"/>
                    </a:ext>
                  </a:extLst>
                </p:cNvPr>
                <p:cNvSpPr/>
                <p:nvPr/>
              </p:nvSpPr>
              <p:spPr>
                <a:xfrm>
                  <a:off x="4566278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6" name="pg2275">
                  <a:extLst>
                    <a:ext uri="{FF2B5EF4-FFF2-40B4-BE49-F238E27FC236}">
                      <a16:creationId xmlns:a16="http://schemas.microsoft.com/office/drawing/2014/main" id="{A7FA2BFB-9F9E-0600-38A0-C7A84EF47FBA}"/>
                    </a:ext>
                  </a:extLst>
                </p:cNvPr>
                <p:cNvSpPr/>
                <p:nvPr/>
              </p:nvSpPr>
              <p:spPr>
                <a:xfrm>
                  <a:off x="4577915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7" name="pg2276">
                  <a:extLst>
                    <a:ext uri="{FF2B5EF4-FFF2-40B4-BE49-F238E27FC236}">
                      <a16:creationId xmlns:a16="http://schemas.microsoft.com/office/drawing/2014/main" id="{9E280F11-BF7B-9A98-6232-59BE0BE8E7C6}"/>
                    </a:ext>
                  </a:extLst>
                </p:cNvPr>
                <p:cNvSpPr/>
                <p:nvPr/>
              </p:nvSpPr>
              <p:spPr>
                <a:xfrm>
                  <a:off x="4589552" y="466699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8" name="pg2277">
                  <a:extLst>
                    <a:ext uri="{FF2B5EF4-FFF2-40B4-BE49-F238E27FC236}">
                      <a16:creationId xmlns:a16="http://schemas.microsoft.com/office/drawing/2014/main" id="{26A01BB4-6813-06F2-0C62-71406D90BF8A}"/>
                    </a:ext>
                  </a:extLst>
                </p:cNvPr>
                <p:cNvSpPr/>
                <p:nvPr/>
              </p:nvSpPr>
              <p:spPr>
                <a:xfrm>
                  <a:off x="3623654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79" name="pg2278">
                  <a:extLst>
                    <a:ext uri="{FF2B5EF4-FFF2-40B4-BE49-F238E27FC236}">
                      <a16:creationId xmlns:a16="http://schemas.microsoft.com/office/drawing/2014/main" id="{A25DBF6C-6049-E296-1E3C-D79E5196D7BB}"/>
                    </a:ext>
                  </a:extLst>
                </p:cNvPr>
                <p:cNvSpPr/>
                <p:nvPr/>
              </p:nvSpPr>
              <p:spPr>
                <a:xfrm>
                  <a:off x="3635291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0" name="pg2279">
                  <a:extLst>
                    <a:ext uri="{FF2B5EF4-FFF2-40B4-BE49-F238E27FC236}">
                      <a16:creationId xmlns:a16="http://schemas.microsoft.com/office/drawing/2014/main" id="{0CB5E284-D95E-0F11-67C0-74FF7911B6A8}"/>
                    </a:ext>
                  </a:extLst>
                </p:cNvPr>
                <p:cNvSpPr/>
                <p:nvPr/>
              </p:nvSpPr>
              <p:spPr>
                <a:xfrm>
                  <a:off x="3646928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1" name="pg2280">
                  <a:extLst>
                    <a:ext uri="{FF2B5EF4-FFF2-40B4-BE49-F238E27FC236}">
                      <a16:creationId xmlns:a16="http://schemas.microsoft.com/office/drawing/2014/main" id="{BF33F676-0F54-A53D-E4A6-51D429F2F1A7}"/>
                    </a:ext>
                  </a:extLst>
                </p:cNvPr>
                <p:cNvSpPr/>
                <p:nvPr/>
              </p:nvSpPr>
              <p:spPr>
                <a:xfrm>
                  <a:off x="3658566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2" name="pg2281">
                  <a:extLst>
                    <a:ext uri="{FF2B5EF4-FFF2-40B4-BE49-F238E27FC236}">
                      <a16:creationId xmlns:a16="http://schemas.microsoft.com/office/drawing/2014/main" id="{7FFE7751-CFDB-270E-6C1E-24066B9E0D56}"/>
                    </a:ext>
                  </a:extLst>
                </p:cNvPr>
                <p:cNvSpPr/>
                <p:nvPr/>
              </p:nvSpPr>
              <p:spPr>
                <a:xfrm>
                  <a:off x="3670203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3" name="pg2282">
                  <a:extLst>
                    <a:ext uri="{FF2B5EF4-FFF2-40B4-BE49-F238E27FC236}">
                      <a16:creationId xmlns:a16="http://schemas.microsoft.com/office/drawing/2014/main" id="{FBD6BA8F-736F-B097-C8B8-F8B46921FF88}"/>
                    </a:ext>
                  </a:extLst>
                </p:cNvPr>
                <p:cNvSpPr/>
                <p:nvPr/>
              </p:nvSpPr>
              <p:spPr>
                <a:xfrm>
                  <a:off x="3728390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4" name="pg2283">
                  <a:extLst>
                    <a:ext uri="{FF2B5EF4-FFF2-40B4-BE49-F238E27FC236}">
                      <a16:creationId xmlns:a16="http://schemas.microsoft.com/office/drawing/2014/main" id="{6873DD46-7317-6FF9-E163-55095B235744}"/>
                    </a:ext>
                  </a:extLst>
                </p:cNvPr>
                <p:cNvSpPr/>
                <p:nvPr/>
              </p:nvSpPr>
              <p:spPr>
                <a:xfrm>
                  <a:off x="3740027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5" name="pg2284">
                  <a:extLst>
                    <a:ext uri="{FF2B5EF4-FFF2-40B4-BE49-F238E27FC236}">
                      <a16:creationId xmlns:a16="http://schemas.microsoft.com/office/drawing/2014/main" id="{6F3A4C13-D939-76A3-8023-8E5F0B0B06EF}"/>
                    </a:ext>
                  </a:extLst>
                </p:cNvPr>
                <p:cNvSpPr/>
                <p:nvPr/>
              </p:nvSpPr>
              <p:spPr>
                <a:xfrm>
                  <a:off x="3751664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6" name="pg2285">
                  <a:extLst>
                    <a:ext uri="{FF2B5EF4-FFF2-40B4-BE49-F238E27FC236}">
                      <a16:creationId xmlns:a16="http://schemas.microsoft.com/office/drawing/2014/main" id="{37E7AEB6-B031-A4A9-B349-9962E6264400}"/>
                    </a:ext>
                  </a:extLst>
                </p:cNvPr>
                <p:cNvSpPr/>
                <p:nvPr/>
              </p:nvSpPr>
              <p:spPr>
                <a:xfrm>
                  <a:off x="3763302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7" name="pg2286">
                  <a:extLst>
                    <a:ext uri="{FF2B5EF4-FFF2-40B4-BE49-F238E27FC236}">
                      <a16:creationId xmlns:a16="http://schemas.microsoft.com/office/drawing/2014/main" id="{3EA1C61A-9E0D-E85E-F55C-20EB5857A829}"/>
                    </a:ext>
                  </a:extLst>
                </p:cNvPr>
                <p:cNvSpPr/>
                <p:nvPr/>
              </p:nvSpPr>
              <p:spPr>
                <a:xfrm>
                  <a:off x="3774939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8" name="pg2287">
                  <a:extLst>
                    <a:ext uri="{FF2B5EF4-FFF2-40B4-BE49-F238E27FC236}">
                      <a16:creationId xmlns:a16="http://schemas.microsoft.com/office/drawing/2014/main" id="{6C3DCF2D-CC30-9A3A-06A6-EDD7FE935A7C}"/>
                    </a:ext>
                  </a:extLst>
                </p:cNvPr>
                <p:cNvSpPr/>
                <p:nvPr/>
              </p:nvSpPr>
              <p:spPr>
                <a:xfrm>
                  <a:off x="3786576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89" name="pg2288">
                  <a:extLst>
                    <a:ext uri="{FF2B5EF4-FFF2-40B4-BE49-F238E27FC236}">
                      <a16:creationId xmlns:a16="http://schemas.microsoft.com/office/drawing/2014/main" id="{F9AAD075-559F-ED70-165A-CF45372F3D8E}"/>
                    </a:ext>
                  </a:extLst>
                </p:cNvPr>
                <p:cNvSpPr/>
                <p:nvPr/>
              </p:nvSpPr>
              <p:spPr>
                <a:xfrm>
                  <a:off x="3798214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0" name="pg2289">
                  <a:extLst>
                    <a:ext uri="{FF2B5EF4-FFF2-40B4-BE49-F238E27FC236}">
                      <a16:creationId xmlns:a16="http://schemas.microsoft.com/office/drawing/2014/main" id="{EF94FBFC-5600-70E3-0BEE-5E8A5815D5D9}"/>
                    </a:ext>
                  </a:extLst>
                </p:cNvPr>
                <p:cNvSpPr/>
                <p:nvPr/>
              </p:nvSpPr>
              <p:spPr>
                <a:xfrm>
                  <a:off x="3809851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1" name="pg2290">
                  <a:extLst>
                    <a:ext uri="{FF2B5EF4-FFF2-40B4-BE49-F238E27FC236}">
                      <a16:creationId xmlns:a16="http://schemas.microsoft.com/office/drawing/2014/main" id="{91277A08-305B-7110-CBD4-9C6C99456CA0}"/>
                    </a:ext>
                  </a:extLst>
                </p:cNvPr>
                <p:cNvSpPr/>
                <p:nvPr/>
              </p:nvSpPr>
              <p:spPr>
                <a:xfrm>
                  <a:off x="3821488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2" name="pg2291">
                  <a:extLst>
                    <a:ext uri="{FF2B5EF4-FFF2-40B4-BE49-F238E27FC236}">
                      <a16:creationId xmlns:a16="http://schemas.microsoft.com/office/drawing/2014/main" id="{8E4EEB94-B4E6-340E-8273-30F0E47A9D78}"/>
                    </a:ext>
                  </a:extLst>
                </p:cNvPr>
                <p:cNvSpPr/>
                <p:nvPr/>
              </p:nvSpPr>
              <p:spPr>
                <a:xfrm>
                  <a:off x="3833126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3" name="pg2292">
                  <a:extLst>
                    <a:ext uri="{FF2B5EF4-FFF2-40B4-BE49-F238E27FC236}">
                      <a16:creationId xmlns:a16="http://schemas.microsoft.com/office/drawing/2014/main" id="{024D28D2-488B-8388-06EB-BE0A11217735}"/>
                    </a:ext>
                  </a:extLst>
                </p:cNvPr>
                <p:cNvSpPr/>
                <p:nvPr/>
              </p:nvSpPr>
              <p:spPr>
                <a:xfrm>
                  <a:off x="3844763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4" name="pg2293">
                  <a:extLst>
                    <a:ext uri="{FF2B5EF4-FFF2-40B4-BE49-F238E27FC236}">
                      <a16:creationId xmlns:a16="http://schemas.microsoft.com/office/drawing/2014/main" id="{F444D706-03C5-4A86-DBE9-98EE117778B7}"/>
                    </a:ext>
                  </a:extLst>
                </p:cNvPr>
                <p:cNvSpPr/>
                <p:nvPr/>
              </p:nvSpPr>
              <p:spPr>
                <a:xfrm>
                  <a:off x="3856400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5" name="pg2294">
                  <a:extLst>
                    <a:ext uri="{FF2B5EF4-FFF2-40B4-BE49-F238E27FC236}">
                      <a16:creationId xmlns:a16="http://schemas.microsoft.com/office/drawing/2014/main" id="{211B3EF8-55C2-FA93-CD81-1EBC00223AC1}"/>
                    </a:ext>
                  </a:extLst>
                </p:cNvPr>
                <p:cNvSpPr/>
                <p:nvPr/>
              </p:nvSpPr>
              <p:spPr>
                <a:xfrm>
                  <a:off x="3868038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6" name="pg2295">
                  <a:extLst>
                    <a:ext uri="{FF2B5EF4-FFF2-40B4-BE49-F238E27FC236}">
                      <a16:creationId xmlns:a16="http://schemas.microsoft.com/office/drawing/2014/main" id="{05DBB2AC-D31F-332A-D154-BB91321D5D00}"/>
                    </a:ext>
                  </a:extLst>
                </p:cNvPr>
                <p:cNvSpPr/>
                <p:nvPr/>
              </p:nvSpPr>
              <p:spPr>
                <a:xfrm>
                  <a:off x="3879675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7" name="pg2296">
                  <a:extLst>
                    <a:ext uri="{FF2B5EF4-FFF2-40B4-BE49-F238E27FC236}">
                      <a16:creationId xmlns:a16="http://schemas.microsoft.com/office/drawing/2014/main" id="{0ACD22C2-EA38-3EFD-D68C-6B44B43BE87D}"/>
                    </a:ext>
                  </a:extLst>
                </p:cNvPr>
                <p:cNvSpPr/>
                <p:nvPr/>
              </p:nvSpPr>
              <p:spPr>
                <a:xfrm>
                  <a:off x="3891312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8" name="pg2297">
                  <a:extLst>
                    <a:ext uri="{FF2B5EF4-FFF2-40B4-BE49-F238E27FC236}">
                      <a16:creationId xmlns:a16="http://schemas.microsoft.com/office/drawing/2014/main" id="{7D8BA55B-4734-5C09-4B78-22C1B4342A66}"/>
                    </a:ext>
                  </a:extLst>
                </p:cNvPr>
                <p:cNvSpPr/>
                <p:nvPr/>
              </p:nvSpPr>
              <p:spPr>
                <a:xfrm>
                  <a:off x="3902950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99" name="pg2298">
                  <a:extLst>
                    <a:ext uri="{FF2B5EF4-FFF2-40B4-BE49-F238E27FC236}">
                      <a16:creationId xmlns:a16="http://schemas.microsoft.com/office/drawing/2014/main" id="{5B2B6A6F-96AB-59E3-54EB-137DA8363B01}"/>
                    </a:ext>
                  </a:extLst>
                </p:cNvPr>
                <p:cNvSpPr/>
                <p:nvPr/>
              </p:nvSpPr>
              <p:spPr>
                <a:xfrm>
                  <a:off x="3914587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0" name="pg2299">
                  <a:extLst>
                    <a:ext uri="{FF2B5EF4-FFF2-40B4-BE49-F238E27FC236}">
                      <a16:creationId xmlns:a16="http://schemas.microsoft.com/office/drawing/2014/main" id="{FD9DDF21-592D-8A68-B3FC-1D89E6CEBFA2}"/>
                    </a:ext>
                  </a:extLst>
                </p:cNvPr>
                <p:cNvSpPr/>
                <p:nvPr/>
              </p:nvSpPr>
              <p:spPr>
                <a:xfrm>
                  <a:off x="3926224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1" name="pg2300">
                  <a:extLst>
                    <a:ext uri="{FF2B5EF4-FFF2-40B4-BE49-F238E27FC236}">
                      <a16:creationId xmlns:a16="http://schemas.microsoft.com/office/drawing/2014/main" id="{24AD858B-A8A7-BE80-92BA-8F8DD14AEECA}"/>
                    </a:ext>
                  </a:extLst>
                </p:cNvPr>
                <p:cNvSpPr/>
                <p:nvPr/>
              </p:nvSpPr>
              <p:spPr>
                <a:xfrm>
                  <a:off x="3937862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2" name="pg2301">
                  <a:extLst>
                    <a:ext uri="{FF2B5EF4-FFF2-40B4-BE49-F238E27FC236}">
                      <a16:creationId xmlns:a16="http://schemas.microsoft.com/office/drawing/2014/main" id="{A3A894DB-EC07-02E0-C1E9-F41169E0A04A}"/>
                    </a:ext>
                  </a:extLst>
                </p:cNvPr>
                <p:cNvSpPr/>
                <p:nvPr/>
              </p:nvSpPr>
              <p:spPr>
                <a:xfrm>
                  <a:off x="3949499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DAB">
                    <a:alpha val="100000"/>
                  </a:srgbClr>
                </a:solidFill>
                <a:ln w="5420" cap="flat">
                  <a:solidFill>
                    <a:srgbClr val="54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3" name="pg2302">
                  <a:extLst>
                    <a:ext uri="{FF2B5EF4-FFF2-40B4-BE49-F238E27FC236}">
                      <a16:creationId xmlns:a16="http://schemas.microsoft.com/office/drawing/2014/main" id="{1281E84E-C5B5-2BC7-63C1-3B271FACCFAE}"/>
                    </a:ext>
                  </a:extLst>
                </p:cNvPr>
                <p:cNvSpPr/>
                <p:nvPr/>
              </p:nvSpPr>
              <p:spPr>
                <a:xfrm>
                  <a:off x="3961136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4" name="pg2303">
                  <a:extLst>
                    <a:ext uri="{FF2B5EF4-FFF2-40B4-BE49-F238E27FC236}">
                      <a16:creationId xmlns:a16="http://schemas.microsoft.com/office/drawing/2014/main" id="{8D5953AA-2370-A4E8-F8E8-D31E7058E8C7}"/>
                    </a:ext>
                  </a:extLst>
                </p:cNvPr>
                <p:cNvSpPr/>
                <p:nvPr/>
              </p:nvSpPr>
              <p:spPr>
                <a:xfrm>
                  <a:off x="3972774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5" name="pg2304">
                  <a:extLst>
                    <a:ext uri="{FF2B5EF4-FFF2-40B4-BE49-F238E27FC236}">
                      <a16:creationId xmlns:a16="http://schemas.microsoft.com/office/drawing/2014/main" id="{40BB1946-A96F-6DDE-8AC2-481D45EF0737}"/>
                    </a:ext>
                  </a:extLst>
                </p:cNvPr>
                <p:cNvSpPr/>
                <p:nvPr/>
              </p:nvSpPr>
              <p:spPr>
                <a:xfrm>
                  <a:off x="3984411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6" name="pg2305">
                  <a:extLst>
                    <a:ext uri="{FF2B5EF4-FFF2-40B4-BE49-F238E27FC236}">
                      <a16:creationId xmlns:a16="http://schemas.microsoft.com/office/drawing/2014/main" id="{07F60FB0-BCA5-D1D5-71D4-E32126749806}"/>
                    </a:ext>
                  </a:extLst>
                </p:cNvPr>
                <p:cNvSpPr/>
                <p:nvPr/>
              </p:nvSpPr>
              <p:spPr>
                <a:xfrm>
                  <a:off x="3996048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7" name="pg2306">
                  <a:extLst>
                    <a:ext uri="{FF2B5EF4-FFF2-40B4-BE49-F238E27FC236}">
                      <a16:creationId xmlns:a16="http://schemas.microsoft.com/office/drawing/2014/main" id="{F1D6B32A-C344-32BD-9E13-2C7E97BFE7CB}"/>
                    </a:ext>
                  </a:extLst>
                </p:cNvPr>
                <p:cNvSpPr/>
                <p:nvPr/>
              </p:nvSpPr>
              <p:spPr>
                <a:xfrm>
                  <a:off x="4007686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8" name="pg2307">
                  <a:extLst>
                    <a:ext uri="{FF2B5EF4-FFF2-40B4-BE49-F238E27FC236}">
                      <a16:creationId xmlns:a16="http://schemas.microsoft.com/office/drawing/2014/main" id="{5DC853BC-6AFF-0CA2-20D5-178264195DA4}"/>
                    </a:ext>
                  </a:extLst>
                </p:cNvPr>
                <p:cNvSpPr/>
                <p:nvPr/>
              </p:nvSpPr>
              <p:spPr>
                <a:xfrm>
                  <a:off x="4019323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09" name="pg2308">
                  <a:extLst>
                    <a:ext uri="{FF2B5EF4-FFF2-40B4-BE49-F238E27FC236}">
                      <a16:creationId xmlns:a16="http://schemas.microsoft.com/office/drawing/2014/main" id="{80D77B40-6E03-45B3-A677-9B71DD8FA1DD}"/>
                    </a:ext>
                  </a:extLst>
                </p:cNvPr>
                <p:cNvSpPr/>
                <p:nvPr/>
              </p:nvSpPr>
              <p:spPr>
                <a:xfrm>
                  <a:off x="4030960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0" name="pg2309">
                  <a:extLst>
                    <a:ext uri="{FF2B5EF4-FFF2-40B4-BE49-F238E27FC236}">
                      <a16:creationId xmlns:a16="http://schemas.microsoft.com/office/drawing/2014/main" id="{8F2E6972-0D5B-CBDE-194B-617F80759639}"/>
                    </a:ext>
                  </a:extLst>
                </p:cNvPr>
                <p:cNvSpPr/>
                <p:nvPr/>
              </p:nvSpPr>
              <p:spPr>
                <a:xfrm>
                  <a:off x="4042598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1" name="pg2310">
                  <a:extLst>
                    <a:ext uri="{FF2B5EF4-FFF2-40B4-BE49-F238E27FC236}">
                      <a16:creationId xmlns:a16="http://schemas.microsoft.com/office/drawing/2014/main" id="{5834680F-C9E3-B576-F392-222DA3B278F8}"/>
                    </a:ext>
                  </a:extLst>
                </p:cNvPr>
                <p:cNvSpPr/>
                <p:nvPr/>
              </p:nvSpPr>
              <p:spPr>
                <a:xfrm>
                  <a:off x="4054235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2" name="pg2311">
                  <a:extLst>
                    <a:ext uri="{FF2B5EF4-FFF2-40B4-BE49-F238E27FC236}">
                      <a16:creationId xmlns:a16="http://schemas.microsoft.com/office/drawing/2014/main" id="{2B281F0C-AD4E-8A2F-FB37-FBC9A69B1370}"/>
                    </a:ext>
                  </a:extLst>
                </p:cNvPr>
                <p:cNvSpPr/>
                <p:nvPr/>
              </p:nvSpPr>
              <p:spPr>
                <a:xfrm>
                  <a:off x="4065872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3" name="pg2312">
                  <a:extLst>
                    <a:ext uri="{FF2B5EF4-FFF2-40B4-BE49-F238E27FC236}">
                      <a16:creationId xmlns:a16="http://schemas.microsoft.com/office/drawing/2014/main" id="{32390864-70C2-650C-5B8A-728980D86241}"/>
                    </a:ext>
                  </a:extLst>
                </p:cNvPr>
                <p:cNvSpPr/>
                <p:nvPr/>
              </p:nvSpPr>
              <p:spPr>
                <a:xfrm>
                  <a:off x="4077510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4" name="pg2313">
                  <a:extLst>
                    <a:ext uri="{FF2B5EF4-FFF2-40B4-BE49-F238E27FC236}">
                      <a16:creationId xmlns:a16="http://schemas.microsoft.com/office/drawing/2014/main" id="{2C9F7F3E-D9AB-A88A-2E47-0A33482CB374}"/>
                    </a:ext>
                  </a:extLst>
                </p:cNvPr>
                <p:cNvSpPr/>
                <p:nvPr/>
              </p:nvSpPr>
              <p:spPr>
                <a:xfrm>
                  <a:off x="4089147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5" name="pg2314">
                  <a:extLst>
                    <a:ext uri="{FF2B5EF4-FFF2-40B4-BE49-F238E27FC236}">
                      <a16:creationId xmlns:a16="http://schemas.microsoft.com/office/drawing/2014/main" id="{AB1E9B27-BD52-5735-2AA9-FD0557D43800}"/>
                    </a:ext>
                  </a:extLst>
                </p:cNvPr>
                <p:cNvSpPr/>
                <p:nvPr/>
              </p:nvSpPr>
              <p:spPr>
                <a:xfrm>
                  <a:off x="4124059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6" name="pg2315">
                  <a:extLst>
                    <a:ext uri="{FF2B5EF4-FFF2-40B4-BE49-F238E27FC236}">
                      <a16:creationId xmlns:a16="http://schemas.microsoft.com/office/drawing/2014/main" id="{6D17DD65-F9B3-7F95-06A5-A8298685929D}"/>
                    </a:ext>
                  </a:extLst>
                </p:cNvPr>
                <p:cNvSpPr/>
                <p:nvPr/>
              </p:nvSpPr>
              <p:spPr>
                <a:xfrm>
                  <a:off x="4543003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7" name="pg2316">
                  <a:extLst>
                    <a:ext uri="{FF2B5EF4-FFF2-40B4-BE49-F238E27FC236}">
                      <a16:creationId xmlns:a16="http://schemas.microsoft.com/office/drawing/2014/main" id="{52CF1B90-9BB1-BEBC-5B5B-2B8D110CEE40}"/>
                    </a:ext>
                  </a:extLst>
                </p:cNvPr>
                <p:cNvSpPr/>
                <p:nvPr/>
              </p:nvSpPr>
              <p:spPr>
                <a:xfrm>
                  <a:off x="4554640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8" name="pg2317">
                  <a:extLst>
                    <a:ext uri="{FF2B5EF4-FFF2-40B4-BE49-F238E27FC236}">
                      <a16:creationId xmlns:a16="http://schemas.microsoft.com/office/drawing/2014/main" id="{EF97D6D3-E69A-05BD-8236-64A7C55F1B0B}"/>
                    </a:ext>
                  </a:extLst>
                </p:cNvPr>
                <p:cNvSpPr/>
                <p:nvPr/>
              </p:nvSpPr>
              <p:spPr>
                <a:xfrm>
                  <a:off x="4566278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19" name="pg2318">
                  <a:extLst>
                    <a:ext uri="{FF2B5EF4-FFF2-40B4-BE49-F238E27FC236}">
                      <a16:creationId xmlns:a16="http://schemas.microsoft.com/office/drawing/2014/main" id="{07E7F238-4283-1DEE-B58A-75C10035D00F}"/>
                    </a:ext>
                  </a:extLst>
                </p:cNvPr>
                <p:cNvSpPr/>
                <p:nvPr/>
              </p:nvSpPr>
              <p:spPr>
                <a:xfrm>
                  <a:off x="4577915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0" name="pg2319">
                  <a:extLst>
                    <a:ext uri="{FF2B5EF4-FFF2-40B4-BE49-F238E27FC236}">
                      <a16:creationId xmlns:a16="http://schemas.microsoft.com/office/drawing/2014/main" id="{24D5DB59-1E4F-8F22-98E8-6D13550C72E2}"/>
                    </a:ext>
                  </a:extLst>
                </p:cNvPr>
                <p:cNvSpPr/>
                <p:nvPr/>
              </p:nvSpPr>
              <p:spPr>
                <a:xfrm>
                  <a:off x="4589552" y="46812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0">
                    <a:alpha val="100000"/>
                  </a:srgbClr>
                </a:solidFill>
                <a:ln w="5420" cap="flat">
                  <a:solidFill>
                    <a:srgbClr val="3B70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1" name="pg2320">
                  <a:extLst>
                    <a:ext uri="{FF2B5EF4-FFF2-40B4-BE49-F238E27FC236}">
                      <a16:creationId xmlns:a16="http://schemas.microsoft.com/office/drawing/2014/main" id="{3C6DA7E6-019A-A7F9-D43B-657D4FC0386A}"/>
                    </a:ext>
                  </a:extLst>
                </p:cNvPr>
                <p:cNvSpPr/>
                <p:nvPr/>
              </p:nvSpPr>
              <p:spPr>
                <a:xfrm>
                  <a:off x="3612016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2" name="pg2321">
                  <a:extLst>
                    <a:ext uri="{FF2B5EF4-FFF2-40B4-BE49-F238E27FC236}">
                      <a16:creationId xmlns:a16="http://schemas.microsoft.com/office/drawing/2014/main" id="{3D09BBAC-F0D3-98FB-D4F2-B9CCD765B537}"/>
                    </a:ext>
                  </a:extLst>
                </p:cNvPr>
                <p:cNvSpPr/>
                <p:nvPr/>
              </p:nvSpPr>
              <p:spPr>
                <a:xfrm>
                  <a:off x="3623654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3" name="pg2322">
                  <a:extLst>
                    <a:ext uri="{FF2B5EF4-FFF2-40B4-BE49-F238E27FC236}">
                      <a16:creationId xmlns:a16="http://schemas.microsoft.com/office/drawing/2014/main" id="{F485A364-DED4-BA35-04A4-DFBAB01B38C5}"/>
                    </a:ext>
                  </a:extLst>
                </p:cNvPr>
                <p:cNvSpPr/>
                <p:nvPr/>
              </p:nvSpPr>
              <p:spPr>
                <a:xfrm>
                  <a:off x="3635291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4" name="pg2323">
                  <a:extLst>
                    <a:ext uri="{FF2B5EF4-FFF2-40B4-BE49-F238E27FC236}">
                      <a16:creationId xmlns:a16="http://schemas.microsoft.com/office/drawing/2014/main" id="{B4840C92-1927-E9B9-C3C6-44068E47D979}"/>
                    </a:ext>
                  </a:extLst>
                </p:cNvPr>
                <p:cNvSpPr/>
                <p:nvPr/>
              </p:nvSpPr>
              <p:spPr>
                <a:xfrm>
                  <a:off x="3646928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5" name="pg2324">
                  <a:extLst>
                    <a:ext uri="{FF2B5EF4-FFF2-40B4-BE49-F238E27FC236}">
                      <a16:creationId xmlns:a16="http://schemas.microsoft.com/office/drawing/2014/main" id="{5734750D-0F5C-520F-B9B5-133F9790A8F6}"/>
                    </a:ext>
                  </a:extLst>
                </p:cNvPr>
                <p:cNvSpPr/>
                <p:nvPr/>
              </p:nvSpPr>
              <p:spPr>
                <a:xfrm>
                  <a:off x="3658566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6" name="pg2325">
                  <a:extLst>
                    <a:ext uri="{FF2B5EF4-FFF2-40B4-BE49-F238E27FC236}">
                      <a16:creationId xmlns:a16="http://schemas.microsoft.com/office/drawing/2014/main" id="{8AB23646-3247-CCA3-46E2-D6AABF2B64FB}"/>
                    </a:ext>
                  </a:extLst>
                </p:cNvPr>
                <p:cNvSpPr/>
                <p:nvPr/>
              </p:nvSpPr>
              <p:spPr>
                <a:xfrm>
                  <a:off x="3670203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7" name="pg2326">
                  <a:extLst>
                    <a:ext uri="{FF2B5EF4-FFF2-40B4-BE49-F238E27FC236}">
                      <a16:creationId xmlns:a16="http://schemas.microsoft.com/office/drawing/2014/main" id="{411B8DC4-F675-AA3B-66CE-E94F5A3E546E}"/>
                    </a:ext>
                  </a:extLst>
                </p:cNvPr>
                <p:cNvSpPr/>
                <p:nvPr/>
              </p:nvSpPr>
              <p:spPr>
                <a:xfrm>
                  <a:off x="3681840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8" name="pg2327">
                  <a:extLst>
                    <a:ext uri="{FF2B5EF4-FFF2-40B4-BE49-F238E27FC236}">
                      <a16:creationId xmlns:a16="http://schemas.microsoft.com/office/drawing/2014/main" id="{3C19F565-41E0-4474-DB79-A0B518CF116F}"/>
                    </a:ext>
                  </a:extLst>
                </p:cNvPr>
                <p:cNvSpPr/>
                <p:nvPr/>
              </p:nvSpPr>
              <p:spPr>
                <a:xfrm>
                  <a:off x="3693478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29" name="pg2328">
                  <a:extLst>
                    <a:ext uri="{FF2B5EF4-FFF2-40B4-BE49-F238E27FC236}">
                      <a16:creationId xmlns:a16="http://schemas.microsoft.com/office/drawing/2014/main" id="{19C2085B-BE04-52C1-2511-39F42495130E}"/>
                    </a:ext>
                  </a:extLst>
                </p:cNvPr>
                <p:cNvSpPr/>
                <p:nvPr/>
              </p:nvSpPr>
              <p:spPr>
                <a:xfrm>
                  <a:off x="3705115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0" name="pg2329">
                  <a:extLst>
                    <a:ext uri="{FF2B5EF4-FFF2-40B4-BE49-F238E27FC236}">
                      <a16:creationId xmlns:a16="http://schemas.microsoft.com/office/drawing/2014/main" id="{B1368E95-B5C9-CE1C-9BD2-01BD313C6ECE}"/>
                    </a:ext>
                  </a:extLst>
                </p:cNvPr>
                <p:cNvSpPr/>
                <p:nvPr/>
              </p:nvSpPr>
              <p:spPr>
                <a:xfrm>
                  <a:off x="3716752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1" name="pg2330">
                  <a:extLst>
                    <a:ext uri="{FF2B5EF4-FFF2-40B4-BE49-F238E27FC236}">
                      <a16:creationId xmlns:a16="http://schemas.microsoft.com/office/drawing/2014/main" id="{0C99528E-A5A9-37FE-3958-A8BACB5E188C}"/>
                    </a:ext>
                  </a:extLst>
                </p:cNvPr>
                <p:cNvSpPr/>
                <p:nvPr/>
              </p:nvSpPr>
              <p:spPr>
                <a:xfrm>
                  <a:off x="3728390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2" name="pg2331">
                  <a:extLst>
                    <a:ext uri="{FF2B5EF4-FFF2-40B4-BE49-F238E27FC236}">
                      <a16:creationId xmlns:a16="http://schemas.microsoft.com/office/drawing/2014/main" id="{653B9AE9-EBD6-E02F-E360-D04C47D0BEA8}"/>
                    </a:ext>
                  </a:extLst>
                </p:cNvPr>
                <p:cNvSpPr/>
                <p:nvPr/>
              </p:nvSpPr>
              <p:spPr>
                <a:xfrm>
                  <a:off x="3740027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3" name="pg2332">
                  <a:extLst>
                    <a:ext uri="{FF2B5EF4-FFF2-40B4-BE49-F238E27FC236}">
                      <a16:creationId xmlns:a16="http://schemas.microsoft.com/office/drawing/2014/main" id="{A491DB7B-B270-FF76-7C4F-7D7B9E685922}"/>
                    </a:ext>
                  </a:extLst>
                </p:cNvPr>
                <p:cNvSpPr/>
                <p:nvPr/>
              </p:nvSpPr>
              <p:spPr>
                <a:xfrm>
                  <a:off x="3751664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4" name="pg2333">
                  <a:extLst>
                    <a:ext uri="{FF2B5EF4-FFF2-40B4-BE49-F238E27FC236}">
                      <a16:creationId xmlns:a16="http://schemas.microsoft.com/office/drawing/2014/main" id="{52F957F4-8878-1AB6-2406-DEB394E37E94}"/>
                    </a:ext>
                  </a:extLst>
                </p:cNvPr>
                <p:cNvSpPr/>
                <p:nvPr/>
              </p:nvSpPr>
              <p:spPr>
                <a:xfrm>
                  <a:off x="3763302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5" name="pg2334">
                  <a:extLst>
                    <a:ext uri="{FF2B5EF4-FFF2-40B4-BE49-F238E27FC236}">
                      <a16:creationId xmlns:a16="http://schemas.microsoft.com/office/drawing/2014/main" id="{6C371142-2956-243E-31FF-D1F595D1EB97}"/>
                    </a:ext>
                  </a:extLst>
                </p:cNvPr>
                <p:cNvSpPr/>
                <p:nvPr/>
              </p:nvSpPr>
              <p:spPr>
                <a:xfrm>
                  <a:off x="3774939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8AC">
                    <a:alpha val="100000"/>
                  </a:srgbClr>
                </a:solidFill>
                <a:ln w="5420" cap="flat">
                  <a:solidFill>
                    <a:srgbClr val="5D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6" name="pg2335">
                  <a:extLst>
                    <a:ext uri="{FF2B5EF4-FFF2-40B4-BE49-F238E27FC236}">
                      <a16:creationId xmlns:a16="http://schemas.microsoft.com/office/drawing/2014/main" id="{65A33FCF-BF65-7182-D1E0-633CC7F1ACB1}"/>
                    </a:ext>
                  </a:extLst>
                </p:cNvPr>
                <p:cNvSpPr/>
                <p:nvPr/>
              </p:nvSpPr>
              <p:spPr>
                <a:xfrm>
                  <a:off x="3786576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7" name="pg2336">
                  <a:extLst>
                    <a:ext uri="{FF2B5EF4-FFF2-40B4-BE49-F238E27FC236}">
                      <a16:creationId xmlns:a16="http://schemas.microsoft.com/office/drawing/2014/main" id="{2919B805-60BD-AB72-E544-9EF8D0CCF519}"/>
                    </a:ext>
                  </a:extLst>
                </p:cNvPr>
                <p:cNvSpPr/>
                <p:nvPr/>
              </p:nvSpPr>
              <p:spPr>
                <a:xfrm>
                  <a:off x="3798214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8" name="pg2337">
                  <a:extLst>
                    <a:ext uri="{FF2B5EF4-FFF2-40B4-BE49-F238E27FC236}">
                      <a16:creationId xmlns:a16="http://schemas.microsoft.com/office/drawing/2014/main" id="{4AAFF238-2AF5-6513-15D9-BC7289D850BF}"/>
                    </a:ext>
                  </a:extLst>
                </p:cNvPr>
                <p:cNvSpPr/>
                <p:nvPr/>
              </p:nvSpPr>
              <p:spPr>
                <a:xfrm>
                  <a:off x="3809851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39" name="pg2338">
                  <a:extLst>
                    <a:ext uri="{FF2B5EF4-FFF2-40B4-BE49-F238E27FC236}">
                      <a16:creationId xmlns:a16="http://schemas.microsoft.com/office/drawing/2014/main" id="{4C186BC5-C4EF-48F8-971E-FAAC7DEA4318}"/>
                    </a:ext>
                  </a:extLst>
                </p:cNvPr>
                <p:cNvSpPr/>
                <p:nvPr/>
              </p:nvSpPr>
              <p:spPr>
                <a:xfrm>
                  <a:off x="3821488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0" name="pg2339">
                  <a:extLst>
                    <a:ext uri="{FF2B5EF4-FFF2-40B4-BE49-F238E27FC236}">
                      <a16:creationId xmlns:a16="http://schemas.microsoft.com/office/drawing/2014/main" id="{CE48DABB-7014-F3B9-2606-B8348198ED21}"/>
                    </a:ext>
                  </a:extLst>
                </p:cNvPr>
                <p:cNvSpPr/>
                <p:nvPr/>
              </p:nvSpPr>
              <p:spPr>
                <a:xfrm>
                  <a:off x="3833126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1" name="pg2340">
                  <a:extLst>
                    <a:ext uri="{FF2B5EF4-FFF2-40B4-BE49-F238E27FC236}">
                      <a16:creationId xmlns:a16="http://schemas.microsoft.com/office/drawing/2014/main" id="{0D70C837-5EB8-868E-E13C-881A7CFCDC68}"/>
                    </a:ext>
                  </a:extLst>
                </p:cNvPr>
                <p:cNvSpPr/>
                <p:nvPr/>
              </p:nvSpPr>
              <p:spPr>
                <a:xfrm>
                  <a:off x="3844763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2" name="pg2341">
                  <a:extLst>
                    <a:ext uri="{FF2B5EF4-FFF2-40B4-BE49-F238E27FC236}">
                      <a16:creationId xmlns:a16="http://schemas.microsoft.com/office/drawing/2014/main" id="{3E1E9E39-70DB-6535-AD73-F1CE7D24987D}"/>
                    </a:ext>
                  </a:extLst>
                </p:cNvPr>
                <p:cNvSpPr/>
                <p:nvPr/>
              </p:nvSpPr>
              <p:spPr>
                <a:xfrm>
                  <a:off x="3856400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3" name="pg2342">
                  <a:extLst>
                    <a:ext uri="{FF2B5EF4-FFF2-40B4-BE49-F238E27FC236}">
                      <a16:creationId xmlns:a16="http://schemas.microsoft.com/office/drawing/2014/main" id="{B050B8B9-CF21-1EB1-179F-F1646F5F67FB}"/>
                    </a:ext>
                  </a:extLst>
                </p:cNvPr>
                <p:cNvSpPr/>
                <p:nvPr/>
              </p:nvSpPr>
              <p:spPr>
                <a:xfrm>
                  <a:off x="3868038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4" name="pg2343">
                  <a:extLst>
                    <a:ext uri="{FF2B5EF4-FFF2-40B4-BE49-F238E27FC236}">
                      <a16:creationId xmlns:a16="http://schemas.microsoft.com/office/drawing/2014/main" id="{1F354946-4737-24D1-9067-A1E8F94DA0FE}"/>
                    </a:ext>
                  </a:extLst>
                </p:cNvPr>
                <p:cNvSpPr/>
                <p:nvPr/>
              </p:nvSpPr>
              <p:spPr>
                <a:xfrm>
                  <a:off x="3879675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5" name="pg2344">
                  <a:extLst>
                    <a:ext uri="{FF2B5EF4-FFF2-40B4-BE49-F238E27FC236}">
                      <a16:creationId xmlns:a16="http://schemas.microsoft.com/office/drawing/2014/main" id="{3A083476-5197-4397-FE42-EE1FEED5DB95}"/>
                    </a:ext>
                  </a:extLst>
                </p:cNvPr>
                <p:cNvSpPr/>
                <p:nvPr/>
              </p:nvSpPr>
              <p:spPr>
                <a:xfrm>
                  <a:off x="3891312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6" name="pg2345">
                  <a:extLst>
                    <a:ext uri="{FF2B5EF4-FFF2-40B4-BE49-F238E27FC236}">
                      <a16:creationId xmlns:a16="http://schemas.microsoft.com/office/drawing/2014/main" id="{512356A3-274E-9DF6-5DBE-7C0173BB8685}"/>
                    </a:ext>
                  </a:extLst>
                </p:cNvPr>
                <p:cNvSpPr/>
                <p:nvPr/>
              </p:nvSpPr>
              <p:spPr>
                <a:xfrm>
                  <a:off x="3902950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7" name="pg2346">
                  <a:extLst>
                    <a:ext uri="{FF2B5EF4-FFF2-40B4-BE49-F238E27FC236}">
                      <a16:creationId xmlns:a16="http://schemas.microsoft.com/office/drawing/2014/main" id="{DD0CC876-9A6C-1B89-6BB2-53B9F694CDE6}"/>
                    </a:ext>
                  </a:extLst>
                </p:cNvPr>
                <p:cNvSpPr/>
                <p:nvPr/>
              </p:nvSpPr>
              <p:spPr>
                <a:xfrm>
                  <a:off x="3914587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8" name="pg2347">
                  <a:extLst>
                    <a:ext uri="{FF2B5EF4-FFF2-40B4-BE49-F238E27FC236}">
                      <a16:creationId xmlns:a16="http://schemas.microsoft.com/office/drawing/2014/main" id="{D5832405-3B8F-7A45-55F7-F8477E7FDC66}"/>
                    </a:ext>
                  </a:extLst>
                </p:cNvPr>
                <p:cNvSpPr/>
                <p:nvPr/>
              </p:nvSpPr>
              <p:spPr>
                <a:xfrm>
                  <a:off x="3926224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49" name="pg2348">
                  <a:extLst>
                    <a:ext uri="{FF2B5EF4-FFF2-40B4-BE49-F238E27FC236}">
                      <a16:creationId xmlns:a16="http://schemas.microsoft.com/office/drawing/2014/main" id="{A633D5B8-5E4A-58BC-9E9A-8EC227BFC491}"/>
                    </a:ext>
                  </a:extLst>
                </p:cNvPr>
                <p:cNvSpPr/>
                <p:nvPr/>
              </p:nvSpPr>
              <p:spPr>
                <a:xfrm>
                  <a:off x="3937862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0" name="pg2349">
                  <a:extLst>
                    <a:ext uri="{FF2B5EF4-FFF2-40B4-BE49-F238E27FC236}">
                      <a16:creationId xmlns:a16="http://schemas.microsoft.com/office/drawing/2014/main" id="{E5D34A2D-63A1-ECB8-7398-3EBB3F02F777}"/>
                    </a:ext>
                  </a:extLst>
                </p:cNvPr>
                <p:cNvSpPr/>
                <p:nvPr/>
              </p:nvSpPr>
              <p:spPr>
                <a:xfrm>
                  <a:off x="3949499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1" name="pg2350">
                  <a:extLst>
                    <a:ext uri="{FF2B5EF4-FFF2-40B4-BE49-F238E27FC236}">
                      <a16:creationId xmlns:a16="http://schemas.microsoft.com/office/drawing/2014/main" id="{09664628-B6CB-0BC8-7C9D-5E36F274E1DD}"/>
                    </a:ext>
                  </a:extLst>
                </p:cNvPr>
                <p:cNvSpPr/>
                <p:nvPr/>
              </p:nvSpPr>
              <p:spPr>
                <a:xfrm>
                  <a:off x="3961136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2" name="pg2351">
                  <a:extLst>
                    <a:ext uri="{FF2B5EF4-FFF2-40B4-BE49-F238E27FC236}">
                      <a16:creationId xmlns:a16="http://schemas.microsoft.com/office/drawing/2014/main" id="{67434355-FA83-F566-1159-93BD9EEC86DC}"/>
                    </a:ext>
                  </a:extLst>
                </p:cNvPr>
                <p:cNvSpPr/>
                <p:nvPr/>
              </p:nvSpPr>
              <p:spPr>
                <a:xfrm>
                  <a:off x="3972774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3" name="pg2352">
                  <a:extLst>
                    <a:ext uri="{FF2B5EF4-FFF2-40B4-BE49-F238E27FC236}">
                      <a16:creationId xmlns:a16="http://schemas.microsoft.com/office/drawing/2014/main" id="{4E52F7EC-468A-0643-74C2-1AAC7280CF0B}"/>
                    </a:ext>
                  </a:extLst>
                </p:cNvPr>
                <p:cNvSpPr/>
                <p:nvPr/>
              </p:nvSpPr>
              <p:spPr>
                <a:xfrm>
                  <a:off x="3984411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4" name="pg2353">
                  <a:extLst>
                    <a:ext uri="{FF2B5EF4-FFF2-40B4-BE49-F238E27FC236}">
                      <a16:creationId xmlns:a16="http://schemas.microsoft.com/office/drawing/2014/main" id="{60EDB8AB-749A-B5A5-7C40-28AC60C35669}"/>
                    </a:ext>
                  </a:extLst>
                </p:cNvPr>
                <p:cNvSpPr/>
                <p:nvPr/>
              </p:nvSpPr>
              <p:spPr>
                <a:xfrm>
                  <a:off x="3996048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5" name="pg2354">
                  <a:extLst>
                    <a:ext uri="{FF2B5EF4-FFF2-40B4-BE49-F238E27FC236}">
                      <a16:creationId xmlns:a16="http://schemas.microsoft.com/office/drawing/2014/main" id="{F834231B-A0E7-9AE9-6478-933413DAF4A9}"/>
                    </a:ext>
                  </a:extLst>
                </p:cNvPr>
                <p:cNvSpPr/>
                <p:nvPr/>
              </p:nvSpPr>
              <p:spPr>
                <a:xfrm>
                  <a:off x="4007686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6" name="pg2355">
                  <a:extLst>
                    <a:ext uri="{FF2B5EF4-FFF2-40B4-BE49-F238E27FC236}">
                      <a16:creationId xmlns:a16="http://schemas.microsoft.com/office/drawing/2014/main" id="{DB2E5F87-6796-CAF5-F9C0-91B4CD4CD549}"/>
                    </a:ext>
                  </a:extLst>
                </p:cNvPr>
                <p:cNvSpPr/>
                <p:nvPr/>
              </p:nvSpPr>
              <p:spPr>
                <a:xfrm>
                  <a:off x="4019323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7" name="pg2356">
                  <a:extLst>
                    <a:ext uri="{FF2B5EF4-FFF2-40B4-BE49-F238E27FC236}">
                      <a16:creationId xmlns:a16="http://schemas.microsoft.com/office/drawing/2014/main" id="{99A9A381-222F-B022-97A7-5DDADD74FD74}"/>
                    </a:ext>
                  </a:extLst>
                </p:cNvPr>
                <p:cNvSpPr/>
                <p:nvPr/>
              </p:nvSpPr>
              <p:spPr>
                <a:xfrm>
                  <a:off x="4030960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8" name="pg2357">
                  <a:extLst>
                    <a:ext uri="{FF2B5EF4-FFF2-40B4-BE49-F238E27FC236}">
                      <a16:creationId xmlns:a16="http://schemas.microsoft.com/office/drawing/2014/main" id="{5D2CFD51-D72F-28F9-0A08-B011CA04F9E5}"/>
                    </a:ext>
                  </a:extLst>
                </p:cNvPr>
                <p:cNvSpPr/>
                <p:nvPr/>
              </p:nvSpPr>
              <p:spPr>
                <a:xfrm>
                  <a:off x="4042598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59" name="pg2358">
                  <a:extLst>
                    <a:ext uri="{FF2B5EF4-FFF2-40B4-BE49-F238E27FC236}">
                      <a16:creationId xmlns:a16="http://schemas.microsoft.com/office/drawing/2014/main" id="{DAF10F24-9E32-1A9E-B0D0-67913F31729B}"/>
                    </a:ext>
                  </a:extLst>
                </p:cNvPr>
                <p:cNvSpPr/>
                <p:nvPr/>
              </p:nvSpPr>
              <p:spPr>
                <a:xfrm>
                  <a:off x="4054235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0" name="pg2359">
                  <a:extLst>
                    <a:ext uri="{FF2B5EF4-FFF2-40B4-BE49-F238E27FC236}">
                      <a16:creationId xmlns:a16="http://schemas.microsoft.com/office/drawing/2014/main" id="{D96F58DD-3E3A-3565-92B6-804D27C96D00}"/>
                    </a:ext>
                  </a:extLst>
                </p:cNvPr>
                <p:cNvSpPr/>
                <p:nvPr/>
              </p:nvSpPr>
              <p:spPr>
                <a:xfrm>
                  <a:off x="4065872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1" name="pg2360">
                  <a:extLst>
                    <a:ext uri="{FF2B5EF4-FFF2-40B4-BE49-F238E27FC236}">
                      <a16:creationId xmlns:a16="http://schemas.microsoft.com/office/drawing/2014/main" id="{D5554B24-E709-8985-396C-CA748F9681BA}"/>
                    </a:ext>
                  </a:extLst>
                </p:cNvPr>
                <p:cNvSpPr/>
                <p:nvPr/>
              </p:nvSpPr>
              <p:spPr>
                <a:xfrm>
                  <a:off x="4077510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2" name="pg2361">
                  <a:extLst>
                    <a:ext uri="{FF2B5EF4-FFF2-40B4-BE49-F238E27FC236}">
                      <a16:creationId xmlns:a16="http://schemas.microsoft.com/office/drawing/2014/main" id="{8E007190-5DC4-33B0-DA9E-9AB3F3E56243}"/>
                    </a:ext>
                  </a:extLst>
                </p:cNvPr>
                <p:cNvSpPr/>
                <p:nvPr/>
              </p:nvSpPr>
              <p:spPr>
                <a:xfrm>
                  <a:off x="4089147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B">
                    <a:alpha val="100000"/>
                  </a:srgbClr>
                </a:solidFill>
                <a:ln w="5420" cap="flat">
                  <a:solidFill>
                    <a:srgbClr val="48A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3" name="pg2362">
                  <a:extLst>
                    <a:ext uri="{FF2B5EF4-FFF2-40B4-BE49-F238E27FC236}">
                      <a16:creationId xmlns:a16="http://schemas.microsoft.com/office/drawing/2014/main" id="{12250E66-D79A-0FEE-A975-38F0A47D2A56}"/>
                    </a:ext>
                  </a:extLst>
                </p:cNvPr>
                <p:cNvSpPr/>
                <p:nvPr/>
              </p:nvSpPr>
              <p:spPr>
                <a:xfrm>
                  <a:off x="4100784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4" name="pg2363">
                  <a:extLst>
                    <a:ext uri="{FF2B5EF4-FFF2-40B4-BE49-F238E27FC236}">
                      <a16:creationId xmlns:a16="http://schemas.microsoft.com/office/drawing/2014/main" id="{8B8B0ACC-8348-CF64-4FDE-74374BCF4823}"/>
                    </a:ext>
                  </a:extLst>
                </p:cNvPr>
                <p:cNvSpPr/>
                <p:nvPr/>
              </p:nvSpPr>
              <p:spPr>
                <a:xfrm>
                  <a:off x="4112422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5" name="pg2364">
                  <a:extLst>
                    <a:ext uri="{FF2B5EF4-FFF2-40B4-BE49-F238E27FC236}">
                      <a16:creationId xmlns:a16="http://schemas.microsoft.com/office/drawing/2014/main" id="{D76D1BC8-91D4-3F6B-424C-ECD198635B5D}"/>
                    </a:ext>
                  </a:extLst>
                </p:cNvPr>
                <p:cNvSpPr/>
                <p:nvPr/>
              </p:nvSpPr>
              <p:spPr>
                <a:xfrm>
                  <a:off x="4124059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6" name="pg2365">
                  <a:extLst>
                    <a:ext uri="{FF2B5EF4-FFF2-40B4-BE49-F238E27FC236}">
                      <a16:creationId xmlns:a16="http://schemas.microsoft.com/office/drawing/2014/main" id="{3F480F88-8EC0-6EDB-18E8-B61DFF0A4B18}"/>
                    </a:ext>
                  </a:extLst>
                </p:cNvPr>
                <p:cNvSpPr/>
                <p:nvPr/>
              </p:nvSpPr>
              <p:spPr>
                <a:xfrm>
                  <a:off x="4135696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7" name="pg2366">
                  <a:extLst>
                    <a:ext uri="{FF2B5EF4-FFF2-40B4-BE49-F238E27FC236}">
                      <a16:creationId xmlns:a16="http://schemas.microsoft.com/office/drawing/2014/main" id="{9108B5C2-FB88-031B-E6A5-197B19CA0DD3}"/>
                    </a:ext>
                  </a:extLst>
                </p:cNvPr>
                <p:cNvSpPr/>
                <p:nvPr/>
              </p:nvSpPr>
              <p:spPr>
                <a:xfrm>
                  <a:off x="4147334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8" name="pg2367">
                  <a:extLst>
                    <a:ext uri="{FF2B5EF4-FFF2-40B4-BE49-F238E27FC236}">
                      <a16:creationId xmlns:a16="http://schemas.microsoft.com/office/drawing/2014/main" id="{0EB67A94-C7C9-998A-BB6A-AC57C46C3089}"/>
                    </a:ext>
                  </a:extLst>
                </p:cNvPr>
                <p:cNvSpPr/>
                <p:nvPr/>
              </p:nvSpPr>
              <p:spPr>
                <a:xfrm>
                  <a:off x="4554640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69" name="pg2368">
                  <a:extLst>
                    <a:ext uri="{FF2B5EF4-FFF2-40B4-BE49-F238E27FC236}">
                      <a16:creationId xmlns:a16="http://schemas.microsoft.com/office/drawing/2014/main" id="{7251D0CE-E76D-1A5A-FE09-5188E330D57B}"/>
                    </a:ext>
                  </a:extLst>
                </p:cNvPr>
                <p:cNvSpPr/>
                <p:nvPr/>
              </p:nvSpPr>
              <p:spPr>
                <a:xfrm>
                  <a:off x="4566278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0" name="pg2369">
                  <a:extLst>
                    <a:ext uri="{FF2B5EF4-FFF2-40B4-BE49-F238E27FC236}">
                      <a16:creationId xmlns:a16="http://schemas.microsoft.com/office/drawing/2014/main" id="{4DB19078-7637-3F65-FA9C-3FD8EE90D6EE}"/>
                    </a:ext>
                  </a:extLst>
                </p:cNvPr>
                <p:cNvSpPr/>
                <p:nvPr/>
              </p:nvSpPr>
              <p:spPr>
                <a:xfrm>
                  <a:off x="4577915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EA0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1" name="pg2370">
                  <a:extLst>
                    <a:ext uri="{FF2B5EF4-FFF2-40B4-BE49-F238E27FC236}">
                      <a16:creationId xmlns:a16="http://schemas.microsoft.com/office/drawing/2014/main" id="{5727D3DF-A343-2C0F-B060-FBC93AEC7DC9}"/>
                    </a:ext>
                  </a:extLst>
                </p:cNvPr>
                <p:cNvSpPr/>
                <p:nvPr/>
              </p:nvSpPr>
              <p:spPr>
                <a:xfrm>
                  <a:off x="4589552" y="469559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6FA0">
                    <a:alpha val="100000"/>
                  </a:srgbClr>
                </a:solidFill>
                <a:ln w="5420" cap="flat">
                  <a:solidFill>
                    <a:srgbClr val="3B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2" name="pg2371">
                  <a:extLst>
                    <a:ext uri="{FF2B5EF4-FFF2-40B4-BE49-F238E27FC236}">
                      <a16:creationId xmlns:a16="http://schemas.microsoft.com/office/drawing/2014/main" id="{1321D63F-DCAF-7596-4EB1-B59A3463E04D}"/>
                    </a:ext>
                  </a:extLst>
                </p:cNvPr>
                <p:cNvSpPr/>
                <p:nvPr/>
              </p:nvSpPr>
              <p:spPr>
                <a:xfrm>
                  <a:off x="3600379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3" name="pg2372">
                  <a:extLst>
                    <a:ext uri="{FF2B5EF4-FFF2-40B4-BE49-F238E27FC236}">
                      <a16:creationId xmlns:a16="http://schemas.microsoft.com/office/drawing/2014/main" id="{8623A962-6807-6FB1-9EDE-BB2BADC937B1}"/>
                    </a:ext>
                  </a:extLst>
                </p:cNvPr>
                <p:cNvSpPr/>
                <p:nvPr/>
              </p:nvSpPr>
              <p:spPr>
                <a:xfrm>
                  <a:off x="3612016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4" name="pg2373">
                  <a:extLst>
                    <a:ext uri="{FF2B5EF4-FFF2-40B4-BE49-F238E27FC236}">
                      <a16:creationId xmlns:a16="http://schemas.microsoft.com/office/drawing/2014/main" id="{7203CC3B-69E1-03FD-4CED-689A29D52C00}"/>
                    </a:ext>
                  </a:extLst>
                </p:cNvPr>
                <p:cNvSpPr/>
                <p:nvPr/>
              </p:nvSpPr>
              <p:spPr>
                <a:xfrm>
                  <a:off x="3623654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5" name="pg2374">
                  <a:extLst>
                    <a:ext uri="{FF2B5EF4-FFF2-40B4-BE49-F238E27FC236}">
                      <a16:creationId xmlns:a16="http://schemas.microsoft.com/office/drawing/2014/main" id="{3FB0F814-5705-D615-8565-F2B888953BE5}"/>
                    </a:ext>
                  </a:extLst>
                </p:cNvPr>
                <p:cNvSpPr/>
                <p:nvPr/>
              </p:nvSpPr>
              <p:spPr>
                <a:xfrm>
                  <a:off x="3635291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6" name="pg2375">
                  <a:extLst>
                    <a:ext uri="{FF2B5EF4-FFF2-40B4-BE49-F238E27FC236}">
                      <a16:creationId xmlns:a16="http://schemas.microsoft.com/office/drawing/2014/main" id="{3FFA13B4-1E45-2824-A6B4-D9D9E35E62E5}"/>
                    </a:ext>
                  </a:extLst>
                </p:cNvPr>
                <p:cNvSpPr/>
                <p:nvPr/>
              </p:nvSpPr>
              <p:spPr>
                <a:xfrm>
                  <a:off x="3646928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7" name="pg2376">
                  <a:extLst>
                    <a:ext uri="{FF2B5EF4-FFF2-40B4-BE49-F238E27FC236}">
                      <a16:creationId xmlns:a16="http://schemas.microsoft.com/office/drawing/2014/main" id="{D640843F-DEDD-3958-53A4-FDCF9BAB82BE}"/>
                    </a:ext>
                  </a:extLst>
                </p:cNvPr>
                <p:cNvSpPr/>
                <p:nvPr/>
              </p:nvSpPr>
              <p:spPr>
                <a:xfrm>
                  <a:off x="3658566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8" name="pg2377">
                  <a:extLst>
                    <a:ext uri="{FF2B5EF4-FFF2-40B4-BE49-F238E27FC236}">
                      <a16:creationId xmlns:a16="http://schemas.microsoft.com/office/drawing/2014/main" id="{2BDA2BC1-A839-79CE-1F47-4AE2AB8B988F}"/>
                    </a:ext>
                  </a:extLst>
                </p:cNvPr>
                <p:cNvSpPr/>
                <p:nvPr/>
              </p:nvSpPr>
              <p:spPr>
                <a:xfrm>
                  <a:off x="3670203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79" name="pg2378">
                  <a:extLst>
                    <a:ext uri="{FF2B5EF4-FFF2-40B4-BE49-F238E27FC236}">
                      <a16:creationId xmlns:a16="http://schemas.microsoft.com/office/drawing/2014/main" id="{1F315DFE-FB92-50A1-D186-5CDF829E5D5C}"/>
                    </a:ext>
                  </a:extLst>
                </p:cNvPr>
                <p:cNvSpPr/>
                <p:nvPr/>
              </p:nvSpPr>
              <p:spPr>
                <a:xfrm>
                  <a:off x="3681840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0" name="pg2379">
                  <a:extLst>
                    <a:ext uri="{FF2B5EF4-FFF2-40B4-BE49-F238E27FC236}">
                      <a16:creationId xmlns:a16="http://schemas.microsoft.com/office/drawing/2014/main" id="{1464CA7F-4ECA-2DF6-1C05-D21B01C0186B}"/>
                    </a:ext>
                  </a:extLst>
                </p:cNvPr>
                <p:cNvSpPr/>
                <p:nvPr/>
              </p:nvSpPr>
              <p:spPr>
                <a:xfrm>
                  <a:off x="3693478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1" name="pg2380">
                  <a:extLst>
                    <a:ext uri="{FF2B5EF4-FFF2-40B4-BE49-F238E27FC236}">
                      <a16:creationId xmlns:a16="http://schemas.microsoft.com/office/drawing/2014/main" id="{E5051BBB-41AD-053C-FD72-F900CBE618B6}"/>
                    </a:ext>
                  </a:extLst>
                </p:cNvPr>
                <p:cNvSpPr/>
                <p:nvPr/>
              </p:nvSpPr>
              <p:spPr>
                <a:xfrm>
                  <a:off x="3705115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2" name="pg2381">
                  <a:extLst>
                    <a:ext uri="{FF2B5EF4-FFF2-40B4-BE49-F238E27FC236}">
                      <a16:creationId xmlns:a16="http://schemas.microsoft.com/office/drawing/2014/main" id="{746399BB-C535-18BE-7BFC-F31E137983A2}"/>
                    </a:ext>
                  </a:extLst>
                </p:cNvPr>
                <p:cNvSpPr/>
                <p:nvPr/>
              </p:nvSpPr>
              <p:spPr>
                <a:xfrm>
                  <a:off x="3716752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3" name="pg2382">
                  <a:extLst>
                    <a:ext uri="{FF2B5EF4-FFF2-40B4-BE49-F238E27FC236}">
                      <a16:creationId xmlns:a16="http://schemas.microsoft.com/office/drawing/2014/main" id="{0FC48EE0-AABA-C194-2759-8F6C1F28261F}"/>
                    </a:ext>
                  </a:extLst>
                </p:cNvPr>
                <p:cNvSpPr/>
                <p:nvPr/>
              </p:nvSpPr>
              <p:spPr>
                <a:xfrm>
                  <a:off x="3728390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4" name="pg2383">
                  <a:extLst>
                    <a:ext uri="{FF2B5EF4-FFF2-40B4-BE49-F238E27FC236}">
                      <a16:creationId xmlns:a16="http://schemas.microsoft.com/office/drawing/2014/main" id="{5877A284-9DE4-9E89-99FD-2EA11EE98A0E}"/>
                    </a:ext>
                  </a:extLst>
                </p:cNvPr>
                <p:cNvSpPr/>
                <p:nvPr/>
              </p:nvSpPr>
              <p:spPr>
                <a:xfrm>
                  <a:off x="3740027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5" name="pg2384">
                  <a:extLst>
                    <a:ext uri="{FF2B5EF4-FFF2-40B4-BE49-F238E27FC236}">
                      <a16:creationId xmlns:a16="http://schemas.microsoft.com/office/drawing/2014/main" id="{A353E4C0-A79F-5FC3-4083-1411D387D36E}"/>
                    </a:ext>
                  </a:extLst>
                </p:cNvPr>
                <p:cNvSpPr/>
                <p:nvPr/>
              </p:nvSpPr>
              <p:spPr>
                <a:xfrm>
                  <a:off x="3751664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6" name="pg2385">
                  <a:extLst>
                    <a:ext uri="{FF2B5EF4-FFF2-40B4-BE49-F238E27FC236}">
                      <a16:creationId xmlns:a16="http://schemas.microsoft.com/office/drawing/2014/main" id="{E8D6A252-E380-87A7-C6BF-EA3E81D9604A}"/>
                    </a:ext>
                  </a:extLst>
                </p:cNvPr>
                <p:cNvSpPr/>
                <p:nvPr/>
              </p:nvSpPr>
              <p:spPr>
                <a:xfrm>
                  <a:off x="3763302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7" name="pg2386">
                  <a:extLst>
                    <a:ext uri="{FF2B5EF4-FFF2-40B4-BE49-F238E27FC236}">
                      <a16:creationId xmlns:a16="http://schemas.microsoft.com/office/drawing/2014/main" id="{7EEFEB30-82AF-887E-3DB1-5F5B96DCC2D9}"/>
                    </a:ext>
                  </a:extLst>
                </p:cNvPr>
                <p:cNvSpPr/>
                <p:nvPr/>
              </p:nvSpPr>
              <p:spPr>
                <a:xfrm>
                  <a:off x="3774939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8" name="pg2387">
                  <a:extLst>
                    <a:ext uri="{FF2B5EF4-FFF2-40B4-BE49-F238E27FC236}">
                      <a16:creationId xmlns:a16="http://schemas.microsoft.com/office/drawing/2014/main" id="{41C91937-FEF6-F7EF-7A5C-3FED23E468A1}"/>
                    </a:ext>
                  </a:extLst>
                </p:cNvPr>
                <p:cNvSpPr/>
                <p:nvPr/>
              </p:nvSpPr>
              <p:spPr>
                <a:xfrm>
                  <a:off x="3786576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8AC">
                    <a:alpha val="100000"/>
                  </a:srgbClr>
                </a:solidFill>
                <a:ln w="5420" cap="flat">
                  <a:solidFill>
                    <a:srgbClr val="5D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89" name="pg2388">
                  <a:extLst>
                    <a:ext uri="{FF2B5EF4-FFF2-40B4-BE49-F238E27FC236}">
                      <a16:creationId xmlns:a16="http://schemas.microsoft.com/office/drawing/2014/main" id="{6670E3B7-7364-53CB-E55E-A17C8FABECC4}"/>
                    </a:ext>
                  </a:extLst>
                </p:cNvPr>
                <p:cNvSpPr/>
                <p:nvPr/>
              </p:nvSpPr>
              <p:spPr>
                <a:xfrm>
                  <a:off x="3798214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0" name="pg2389">
                  <a:extLst>
                    <a:ext uri="{FF2B5EF4-FFF2-40B4-BE49-F238E27FC236}">
                      <a16:creationId xmlns:a16="http://schemas.microsoft.com/office/drawing/2014/main" id="{C1609F2A-7410-E236-2C66-A967304DA96E}"/>
                    </a:ext>
                  </a:extLst>
                </p:cNvPr>
                <p:cNvSpPr/>
                <p:nvPr/>
              </p:nvSpPr>
              <p:spPr>
                <a:xfrm>
                  <a:off x="3809851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1" name="pg2390">
                  <a:extLst>
                    <a:ext uri="{FF2B5EF4-FFF2-40B4-BE49-F238E27FC236}">
                      <a16:creationId xmlns:a16="http://schemas.microsoft.com/office/drawing/2014/main" id="{59E0825D-FEE4-AAC5-DB3E-58E4D1BA7F96}"/>
                    </a:ext>
                  </a:extLst>
                </p:cNvPr>
                <p:cNvSpPr/>
                <p:nvPr/>
              </p:nvSpPr>
              <p:spPr>
                <a:xfrm>
                  <a:off x="3821488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2" name="pg2391">
                  <a:extLst>
                    <a:ext uri="{FF2B5EF4-FFF2-40B4-BE49-F238E27FC236}">
                      <a16:creationId xmlns:a16="http://schemas.microsoft.com/office/drawing/2014/main" id="{05E9856B-F53E-8EF6-C617-6CDAE51703AD}"/>
                    </a:ext>
                  </a:extLst>
                </p:cNvPr>
                <p:cNvSpPr/>
                <p:nvPr/>
              </p:nvSpPr>
              <p:spPr>
                <a:xfrm>
                  <a:off x="3833126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3" name="pg2392">
                  <a:extLst>
                    <a:ext uri="{FF2B5EF4-FFF2-40B4-BE49-F238E27FC236}">
                      <a16:creationId xmlns:a16="http://schemas.microsoft.com/office/drawing/2014/main" id="{35D17120-858E-F793-2C02-FF9FDDB63F9F}"/>
                    </a:ext>
                  </a:extLst>
                </p:cNvPr>
                <p:cNvSpPr/>
                <p:nvPr/>
              </p:nvSpPr>
              <p:spPr>
                <a:xfrm>
                  <a:off x="3844763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4" name="pg2393">
                  <a:extLst>
                    <a:ext uri="{FF2B5EF4-FFF2-40B4-BE49-F238E27FC236}">
                      <a16:creationId xmlns:a16="http://schemas.microsoft.com/office/drawing/2014/main" id="{6424C155-BC93-AA65-BA41-387A6408BD08}"/>
                    </a:ext>
                  </a:extLst>
                </p:cNvPr>
                <p:cNvSpPr/>
                <p:nvPr/>
              </p:nvSpPr>
              <p:spPr>
                <a:xfrm>
                  <a:off x="3856400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5" name="pg2394">
                  <a:extLst>
                    <a:ext uri="{FF2B5EF4-FFF2-40B4-BE49-F238E27FC236}">
                      <a16:creationId xmlns:a16="http://schemas.microsoft.com/office/drawing/2014/main" id="{5CFB31BA-0A41-7E4D-D91A-3AC2EB15A329}"/>
                    </a:ext>
                  </a:extLst>
                </p:cNvPr>
                <p:cNvSpPr/>
                <p:nvPr/>
              </p:nvSpPr>
              <p:spPr>
                <a:xfrm>
                  <a:off x="3868038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6" name="pg2395">
                  <a:extLst>
                    <a:ext uri="{FF2B5EF4-FFF2-40B4-BE49-F238E27FC236}">
                      <a16:creationId xmlns:a16="http://schemas.microsoft.com/office/drawing/2014/main" id="{D901D889-0EC1-5533-20AC-F0149FA48957}"/>
                    </a:ext>
                  </a:extLst>
                </p:cNvPr>
                <p:cNvSpPr/>
                <p:nvPr/>
              </p:nvSpPr>
              <p:spPr>
                <a:xfrm>
                  <a:off x="3879675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7" name="pg2396">
                  <a:extLst>
                    <a:ext uri="{FF2B5EF4-FFF2-40B4-BE49-F238E27FC236}">
                      <a16:creationId xmlns:a16="http://schemas.microsoft.com/office/drawing/2014/main" id="{6999ED3F-B82D-B234-E4E9-960AF39E1E50}"/>
                    </a:ext>
                  </a:extLst>
                </p:cNvPr>
                <p:cNvSpPr/>
                <p:nvPr/>
              </p:nvSpPr>
              <p:spPr>
                <a:xfrm>
                  <a:off x="3891312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8" name="pg2397">
                  <a:extLst>
                    <a:ext uri="{FF2B5EF4-FFF2-40B4-BE49-F238E27FC236}">
                      <a16:creationId xmlns:a16="http://schemas.microsoft.com/office/drawing/2014/main" id="{00085BD6-4EDF-BAA6-A485-6BFD314E6F7F}"/>
                    </a:ext>
                  </a:extLst>
                </p:cNvPr>
                <p:cNvSpPr/>
                <p:nvPr/>
              </p:nvSpPr>
              <p:spPr>
                <a:xfrm>
                  <a:off x="3902950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799" name="pg2398">
                  <a:extLst>
                    <a:ext uri="{FF2B5EF4-FFF2-40B4-BE49-F238E27FC236}">
                      <a16:creationId xmlns:a16="http://schemas.microsoft.com/office/drawing/2014/main" id="{1DADA409-50A6-6C55-AE2E-835189AB446F}"/>
                    </a:ext>
                  </a:extLst>
                </p:cNvPr>
                <p:cNvSpPr/>
                <p:nvPr/>
              </p:nvSpPr>
              <p:spPr>
                <a:xfrm>
                  <a:off x="3914587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0" name="pg2399">
                  <a:extLst>
                    <a:ext uri="{FF2B5EF4-FFF2-40B4-BE49-F238E27FC236}">
                      <a16:creationId xmlns:a16="http://schemas.microsoft.com/office/drawing/2014/main" id="{B70434B3-A3EB-C707-BA05-4B115C45A072}"/>
                    </a:ext>
                  </a:extLst>
                </p:cNvPr>
                <p:cNvSpPr/>
                <p:nvPr/>
              </p:nvSpPr>
              <p:spPr>
                <a:xfrm>
                  <a:off x="3926224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1" name="pg2400">
                  <a:extLst>
                    <a:ext uri="{FF2B5EF4-FFF2-40B4-BE49-F238E27FC236}">
                      <a16:creationId xmlns:a16="http://schemas.microsoft.com/office/drawing/2014/main" id="{7F402C9D-2ECF-4138-9F47-006D5A0764A0}"/>
                    </a:ext>
                  </a:extLst>
                </p:cNvPr>
                <p:cNvSpPr/>
                <p:nvPr/>
              </p:nvSpPr>
              <p:spPr>
                <a:xfrm>
                  <a:off x="3937862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2" name="pg2401">
                  <a:extLst>
                    <a:ext uri="{FF2B5EF4-FFF2-40B4-BE49-F238E27FC236}">
                      <a16:creationId xmlns:a16="http://schemas.microsoft.com/office/drawing/2014/main" id="{C5F110BB-37E9-43C1-6011-15FBE31CCD21}"/>
                    </a:ext>
                  </a:extLst>
                </p:cNvPr>
                <p:cNvSpPr/>
                <p:nvPr/>
              </p:nvSpPr>
              <p:spPr>
                <a:xfrm>
                  <a:off x="3949499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3" name="pg2402">
                  <a:extLst>
                    <a:ext uri="{FF2B5EF4-FFF2-40B4-BE49-F238E27FC236}">
                      <a16:creationId xmlns:a16="http://schemas.microsoft.com/office/drawing/2014/main" id="{99DF6CE0-71A4-0DEF-7E0B-BEB74F38BB0C}"/>
                    </a:ext>
                  </a:extLst>
                </p:cNvPr>
                <p:cNvSpPr/>
                <p:nvPr/>
              </p:nvSpPr>
              <p:spPr>
                <a:xfrm>
                  <a:off x="3961136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4" name="pg2403">
                  <a:extLst>
                    <a:ext uri="{FF2B5EF4-FFF2-40B4-BE49-F238E27FC236}">
                      <a16:creationId xmlns:a16="http://schemas.microsoft.com/office/drawing/2014/main" id="{18B3BE26-8DD7-5684-2D48-D56B8F897FE7}"/>
                    </a:ext>
                  </a:extLst>
                </p:cNvPr>
                <p:cNvSpPr/>
                <p:nvPr/>
              </p:nvSpPr>
              <p:spPr>
                <a:xfrm>
                  <a:off x="3972774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5" name="pg2404">
                  <a:extLst>
                    <a:ext uri="{FF2B5EF4-FFF2-40B4-BE49-F238E27FC236}">
                      <a16:creationId xmlns:a16="http://schemas.microsoft.com/office/drawing/2014/main" id="{B37C1772-0E50-F344-1013-4FE0E45553A5}"/>
                    </a:ext>
                  </a:extLst>
                </p:cNvPr>
                <p:cNvSpPr/>
                <p:nvPr/>
              </p:nvSpPr>
              <p:spPr>
                <a:xfrm>
                  <a:off x="3984411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6" name="pg2405">
                  <a:extLst>
                    <a:ext uri="{FF2B5EF4-FFF2-40B4-BE49-F238E27FC236}">
                      <a16:creationId xmlns:a16="http://schemas.microsoft.com/office/drawing/2014/main" id="{21016E23-913B-A342-D494-9F0FA8A515C1}"/>
                    </a:ext>
                  </a:extLst>
                </p:cNvPr>
                <p:cNvSpPr/>
                <p:nvPr/>
              </p:nvSpPr>
              <p:spPr>
                <a:xfrm>
                  <a:off x="3996048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7" name="pg2406">
                  <a:extLst>
                    <a:ext uri="{FF2B5EF4-FFF2-40B4-BE49-F238E27FC236}">
                      <a16:creationId xmlns:a16="http://schemas.microsoft.com/office/drawing/2014/main" id="{E05BFC4A-A653-ACE1-B0FA-484E829FE07F}"/>
                    </a:ext>
                  </a:extLst>
                </p:cNvPr>
                <p:cNvSpPr/>
                <p:nvPr/>
              </p:nvSpPr>
              <p:spPr>
                <a:xfrm>
                  <a:off x="4007686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8" name="pg2407">
                  <a:extLst>
                    <a:ext uri="{FF2B5EF4-FFF2-40B4-BE49-F238E27FC236}">
                      <a16:creationId xmlns:a16="http://schemas.microsoft.com/office/drawing/2014/main" id="{04F92785-904D-73C0-728C-7EE53B0DC0E6}"/>
                    </a:ext>
                  </a:extLst>
                </p:cNvPr>
                <p:cNvSpPr/>
                <p:nvPr/>
              </p:nvSpPr>
              <p:spPr>
                <a:xfrm>
                  <a:off x="4019323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09" name="pg2408">
                  <a:extLst>
                    <a:ext uri="{FF2B5EF4-FFF2-40B4-BE49-F238E27FC236}">
                      <a16:creationId xmlns:a16="http://schemas.microsoft.com/office/drawing/2014/main" id="{19F48804-2693-400C-37AD-AFA864B05AAD}"/>
                    </a:ext>
                  </a:extLst>
                </p:cNvPr>
                <p:cNvSpPr/>
                <p:nvPr/>
              </p:nvSpPr>
              <p:spPr>
                <a:xfrm>
                  <a:off x="4030960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0" name="pg2409">
                  <a:extLst>
                    <a:ext uri="{FF2B5EF4-FFF2-40B4-BE49-F238E27FC236}">
                      <a16:creationId xmlns:a16="http://schemas.microsoft.com/office/drawing/2014/main" id="{04CA38E9-DAD7-89CD-83CC-7A5F19466ADE}"/>
                    </a:ext>
                  </a:extLst>
                </p:cNvPr>
                <p:cNvSpPr/>
                <p:nvPr/>
              </p:nvSpPr>
              <p:spPr>
                <a:xfrm>
                  <a:off x="4042598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1" name="pg2410">
                  <a:extLst>
                    <a:ext uri="{FF2B5EF4-FFF2-40B4-BE49-F238E27FC236}">
                      <a16:creationId xmlns:a16="http://schemas.microsoft.com/office/drawing/2014/main" id="{35B2386B-29F4-48E8-B7D4-A300DD81F7F3}"/>
                    </a:ext>
                  </a:extLst>
                </p:cNvPr>
                <p:cNvSpPr/>
                <p:nvPr/>
              </p:nvSpPr>
              <p:spPr>
                <a:xfrm>
                  <a:off x="4054235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2" name="pg2411">
                  <a:extLst>
                    <a:ext uri="{FF2B5EF4-FFF2-40B4-BE49-F238E27FC236}">
                      <a16:creationId xmlns:a16="http://schemas.microsoft.com/office/drawing/2014/main" id="{71C63BC4-60FD-2DC8-1C9E-C951798EF319}"/>
                    </a:ext>
                  </a:extLst>
                </p:cNvPr>
                <p:cNvSpPr/>
                <p:nvPr/>
              </p:nvSpPr>
              <p:spPr>
                <a:xfrm>
                  <a:off x="4065872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3" name="pg2412">
                  <a:extLst>
                    <a:ext uri="{FF2B5EF4-FFF2-40B4-BE49-F238E27FC236}">
                      <a16:creationId xmlns:a16="http://schemas.microsoft.com/office/drawing/2014/main" id="{B18A1B17-EA89-807A-D606-4FD427C7BA25}"/>
                    </a:ext>
                  </a:extLst>
                </p:cNvPr>
                <p:cNvSpPr/>
                <p:nvPr/>
              </p:nvSpPr>
              <p:spPr>
                <a:xfrm>
                  <a:off x="4077510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4" name="pg2413">
                  <a:extLst>
                    <a:ext uri="{FF2B5EF4-FFF2-40B4-BE49-F238E27FC236}">
                      <a16:creationId xmlns:a16="http://schemas.microsoft.com/office/drawing/2014/main" id="{6ABB7DB9-A78C-E935-6E75-D38792121016}"/>
                    </a:ext>
                  </a:extLst>
                </p:cNvPr>
                <p:cNvSpPr/>
                <p:nvPr/>
              </p:nvSpPr>
              <p:spPr>
                <a:xfrm>
                  <a:off x="4089147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B">
                    <a:alpha val="100000"/>
                  </a:srgbClr>
                </a:solidFill>
                <a:ln w="5420" cap="flat">
                  <a:solidFill>
                    <a:srgbClr val="48A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5" name="pg2414">
                  <a:extLst>
                    <a:ext uri="{FF2B5EF4-FFF2-40B4-BE49-F238E27FC236}">
                      <a16:creationId xmlns:a16="http://schemas.microsoft.com/office/drawing/2014/main" id="{DBE6F2C0-D02D-2E6F-F0EB-6B6B8AD9D897}"/>
                    </a:ext>
                  </a:extLst>
                </p:cNvPr>
                <p:cNvSpPr/>
                <p:nvPr/>
              </p:nvSpPr>
              <p:spPr>
                <a:xfrm>
                  <a:off x="4100784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6" name="pg2415">
                  <a:extLst>
                    <a:ext uri="{FF2B5EF4-FFF2-40B4-BE49-F238E27FC236}">
                      <a16:creationId xmlns:a16="http://schemas.microsoft.com/office/drawing/2014/main" id="{7F5749D3-9B1C-4ADE-73DF-79F650CAEC43}"/>
                    </a:ext>
                  </a:extLst>
                </p:cNvPr>
                <p:cNvSpPr/>
                <p:nvPr/>
              </p:nvSpPr>
              <p:spPr>
                <a:xfrm>
                  <a:off x="4112422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7" name="pg2416">
                  <a:extLst>
                    <a:ext uri="{FF2B5EF4-FFF2-40B4-BE49-F238E27FC236}">
                      <a16:creationId xmlns:a16="http://schemas.microsoft.com/office/drawing/2014/main" id="{3C8D557D-1526-5CD4-54E9-ED419FB09951}"/>
                    </a:ext>
                  </a:extLst>
                </p:cNvPr>
                <p:cNvSpPr/>
                <p:nvPr/>
              </p:nvSpPr>
              <p:spPr>
                <a:xfrm>
                  <a:off x="4124059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8" name="pg2417">
                  <a:extLst>
                    <a:ext uri="{FF2B5EF4-FFF2-40B4-BE49-F238E27FC236}">
                      <a16:creationId xmlns:a16="http://schemas.microsoft.com/office/drawing/2014/main" id="{168E00B2-7E1F-AD93-B471-CC08921D5595}"/>
                    </a:ext>
                  </a:extLst>
                </p:cNvPr>
                <p:cNvSpPr/>
                <p:nvPr/>
              </p:nvSpPr>
              <p:spPr>
                <a:xfrm>
                  <a:off x="4135696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19" name="pg2418">
                  <a:extLst>
                    <a:ext uri="{FF2B5EF4-FFF2-40B4-BE49-F238E27FC236}">
                      <a16:creationId xmlns:a16="http://schemas.microsoft.com/office/drawing/2014/main" id="{96C00E11-2738-E653-F792-2BF557A4CDED}"/>
                    </a:ext>
                  </a:extLst>
                </p:cNvPr>
                <p:cNvSpPr/>
                <p:nvPr/>
              </p:nvSpPr>
              <p:spPr>
                <a:xfrm>
                  <a:off x="4147334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0" name="pg2419">
                  <a:extLst>
                    <a:ext uri="{FF2B5EF4-FFF2-40B4-BE49-F238E27FC236}">
                      <a16:creationId xmlns:a16="http://schemas.microsoft.com/office/drawing/2014/main" id="{9B44CF6D-C575-E647-C1BC-4434E718390F}"/>
                    </a:ext>
                  </a:extLst>
                </p:cNvPr>
                <p:cNvSpPr/>
                <p:nvPr/>
              </p:nvSpPr>
              <p:spPr>
                <a:xfrm>
                  <a:off x="4263707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1" name="pg2420">
                  <a:extLst>
                    <a:ext uri="{FF2B5EF4-FFF2-40B4-BE49-F238E27FC236}">
                      <a16:creationId xmlns:a16="http://schemas.microsoft.com/office/drawing/2014/main" id="{67009572-DFD0-7C3D-16D1-29D66532FE02}"/>
                    </a:ext>
                  </a:extLst>
                </p:cNvPr>
                <p:cNvSpPr/>
                <p:nvPr/>
              </p:nvSpPr>
              <p:spPr>
                <a:xfrm>
                  <a:off x="4275344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2" name="pg2421">
                  <a:extLst>
                    <a:ext uri="{FF2B5EF4-FFF2-40B4-BE49-F238E27FC236}">
                      <a16:creationId xmlns:a16="http://schemas.microsoft.com/office/drawing/2014/main" id="{B4866F86-D79B-23CB-6B35-911FBF306C97}"/>
                    </a:ext>
                  </a:extLst>
                </p:cNvPr>
                <p:cNvSpPr/>
                <p:nvPr/>
              </p:nvSpPr>
              <p:spPr>
                <a:xfrm>
                  <a:off x="4286982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3" name="pg2422">
                  <a:extLst>
                    <a:ext uri="{FF2B5EF4-FFF2-40B4-BE49-F238E27FC236}">
                      <a16:creationId xmlns:a16="http://schemas.microsoft.com/office/drawing/2014/main" id="{39A42D64-F5AC-484C-3FBF-30D114B7FD42}"/>
                    </a:ext>
                  </a:extLst>
                </p:cNvPr>
                <p:cNvSpPr/>
                <p:nvPr/>
              </p:nvSpPr>
              <p:spPr>
                <a:xfrm>
                  <a:off x="4298619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4" name="pg2423">
                  <a:extLst>
                    <a:ext uri="{FF2B5EF4-FFF2-40B4-BE49-F238E27FC236}">
                      <a16:creationId xmlns:a16="http://schemas.microsoft.com/office/drawing/2014/main" id="{52A3AE12-C626-477D-0DCA-337CE39D3E60}"/>
                    </a:ext>
                  </a:extLst>
                </p:cNvPr>
                <p:cNvSpPr/>
                <p:nvPr/>
              </p:nvSpPr>
              <p:spPr>
                <a:xfrm>
                  <a:off x="4554640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0A0">
                    <a:alpha val="100000"/>
                  </a:srgbClr>
                </a:solidFill>
                <a:ln w="5420" cap="flat">
                  <a:solidFill>
                    <a:srgbClr val="3B70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5" name="pg2424">
                  <a:extLst>
                    <a:ext uri="{FF2B5EF4-FFF2-40B4-BE49-F238E27FC236}">
                      <a16:creationId xmlns:a16="http://schemas.microsoft.com/office/drawing/2014/main" id="{3E5FA75D-A953-8323-E9F2-508998A1AC20}"/>
                    </a:ext>
                  </a:extLst>
                </p:cNvPr>
                <p:cNvSpPr/>
                <p:nvPr/>
              </p:nvSpPr>
              <p:spPr>
                <a:xfrm>
                  <a:off x="4566278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6" name="pg2425">
                  <a:extLst>
                    <a:ext uri="{FF2B5EF4-FFF2-40B4-BE49-F238E27FC236}">
                      <a16:creationId xmlns:a16="http://schemas.microsoft.com/office/drawing/2014/main" id="{0727758B-D09B-F19E-0F67-90B6B0565BCF}"/>
                    </a:ext>
                  </a:extLst>
                </p:cNvPr>
                <p:cNvSpPr/>
                <p:nvPr/>
              </p:nvSpPr>
              <p:spPr>
                <a:xfrm>
                  <a:off x="4577915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7" name="pg2426">
                  <a:extLst>
                    <a:ext uri="{FF2B5EF4-FFF2-40B4-BE49-F238E27FC236}">
                      <a16:creationId xmlns:a16="http://schemas.microsoft.com/office/drawing/2014/main" id="{ED9D8FAE-666A-24D8-D63F-17204A0D60F8}"/>
                    </a:ext>
                  </a:extLst>
                </p:cNvPr>
                <p:cNvSpPr/>
                <p:nvPr/>
              </p:nvSpPr>
              <p:spPr>
                <a:xfrm>
                  <a:off x="4589552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B71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8" name="pg2427">
                  <a:extLst>
                    <a:ext uri="{FF2B5EF4-FFF2-40B4-BE49-F238E27FC236}">
                      <a16:creationId xmlns:a16="http://schemas.microsoft.com/office/drawing/2014/main" id="{EB401C47-A6F3-7B69-143B-54213EC25A6B}"/>
                    </a:ext>
                  </a:extLst>
                </p:cNvPr>
                <p:cNvSpPr/>
                <p:nvPr/>
              </p:nvSpPr>
              <p:spPr>
                <a:xfrm>
                  <a:off x="4601190" y="470989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29" name="pg2428">
                  <a:extLst>
                    <a:ext uri="{FF2B5EF4-FFF2-40B4-BE49-F238E27FC236}">
                      <a16:creationId xmlns:a16="http://schemas.microsoft.com/office/drawing/2014/main" id="{EB692164-F093-13D9-658A-FD6A65F0064B}"/>
                    </a:ext>
                  </a:extLst>
                </p:cNvPr>
                <p:cNvSpPr/>
                <p:nvPr/>
              </p:nvSpPr>
              <p:spPr>
                <a:xfrm>
                  <a:off x="3251259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0" name="pg2429">
                  <a:extLst>
                    <a:ext uri="{FF2B5EF4-FFF2-40B4-BE49-F238E27FC236}">
                      <a16:creationId xmlns:a16="http://schemas.microsoft.com/office/drawing/2014/main" id="{7458EF9C-FAFB-678E-D349-587DE62E2AAE}"/>
                    </a:ext>
                  </a:extLst>
                </p:cNvPr>
                <p:cNvSpPr/>
                <p:nvPr/>
              </p:nvSpPr>
              <p:spPr>
                <a:xfrm>
                  <a:off x="3262897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1" name="pg2430">
                  <a:extLst>
                    <a:ext uri="{FF2B5EF4-FFF2-40B4-BE49-F238E27FC236}">
                      <a16:creationId xmlns:a16="http://schemas.microsoft.com/office/drawing/2014/main" id="{20AA0BE8-A72E-A327-8126-7012746E5928}"/>
                    </a:ext>
                  </a:extLst>
                </p:cNvPr>
                <p:cNvSpPr/>
                <p:nvPr/>
              </p:nvSpPr>
              <p:spPr>
                <a:xfrm>
                  <a:off x="3600379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2" name="pg2431">
                  <a:extLst>
                    <a:ext uri="{FF2B5EF4-FFF2-40B4-BE49-F238E27FC236}">
                      <a16:creationId xmlns:a16="http://schemas.microsoft.com/office/drawing/2014/main" id="{87DC3F3E-45E2-7676-41F6-59E192C04E12}"/>
                    </a:ext>
                  </a:extLst>
                </p:cNvPr>
                <p:cNvSpPr/>
                <p:nvPr/>
              </p:nvSpPr>
              <p:spPr>
                <a:xfrm>
                  <a:off x="3612016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3" name="pg2432">
                  <a:extLst>
                    <a:ext uri="{FF2B5EF4-FFF2-40B4-BE49-F238E27FC236}">
                      <a16:creationId xmlns:a16="http://schemas.microsoft.com/office/drawing/2014/main" id="{4755A697-53B3-748D-BDC3-A4BA142C4669}"/>
                    </a:ext>
                  </a:extLst>
                </p:cNvPr>
                <p:cNvSpPr/>
                <p:nvPr/>
              </p:nvSpPr>
              <p:spPr>
                <a:xfrm>
                  <a:off x="362365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4" name="pg2433">
                  <a:extLst>
                    <a:ext uri="{FF2B5EF4-FFF2-40B4-BE49-F238E27FC236}">
                      <a16:creationId xmlns:a16="http://schemas.microsoft.com/office/drawing/2014/main" id="{77EC1B98-FF8D-C86A-1DC8-AA3229D83679}"/>
                    </a:ext>
                  </a:extLst>
                </p:cNvPr>
                <p:cNvSpPr/>
                <p:nvPr/>
              </p:nvSpPr>
              <p:spPr>
                <a:xfrm>
                  <a:off x="3635291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5" name="pg2434">
                  <a:extLst>
                    <a:ext uri="{FF2B5EF4-FFF2-40B4-BE49-F238E27FC236}">
                      <a16:creationId xmlns:a16="http://schemas.microsoft.com/office/drawing/2014/main" id="{F23A9876-A33E-C8BF-3347-FADEEC8B7596}"/>
                    </a:ext>
                  </a:extLst>
                </p:cNvPr>
                <p:cNvSpPr/>
                <p:nvPr/>
              </p:nvSpPr>
              <p:spPr>
                <a:xfrm>
                  <a:off x="3646928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6" name="pg2435">
                  <a:extLst>
                    <a:ext uri="{FF2B5EF4-FFF2-40B4-BE49-F238E27FC236}">
                      <a16:creationId xmlns:a16="http://schemas.microsoft.com/office/drawing/2014/main" id="{688C686C-E43C-834D-0515-FE4576D05B19}"/>
                    </a:ext>
                  </a:extLst>
                </p:cNvPr>
                <p:cNvSpPr/>
                <p:nvPr/>
              </p:nvSpPr>
              <p:spPr>
                <a:xfrm>
                  <a:off x="3658566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7" name="pg2436">
                  <a:extLst>
                    <a:ext uri="{FF2B5EF4-FFF2-40B4-BE49-F238E27FC236}">
                      <a16:creationId xmlns:a16="http://schemas.microsoft.com/office/drawing/2014/main" id="{D4C3660B-38F8-5209-2055-F88078071E45}"/>
                    </a:ext>
                  </a:extLst>
                </p:cNvPr>
                <p:cNvSpPr/>
                <p:nvPr/>
              </p:nvSpPr>
              <p:spPr>
                <a:xfrm>
                  <a:off x="3670203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8" name="pg2437">
                  <a:extLst>
                    <a:ext uri="{FF2B5EF4-FFF2-40B4-BE49-F238E27FC236}">
                      <a16:creationId xmlns:a16="http://schemas.microsoft.com/office/drawing/2014/main" id="{A9586B51-670B-CF4B-658B-6FED42022FB7}"/>
                    </a:ext>
                  </a:extLst>
                </p:cNvPr>
                <p:cNvSpPr/>
                <p:nvPr/>
              </p:nvSpPr>
              <p:spPr>
                <a:xfrm>
                  <a:off x="368184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39" name="pg2438">
                  <a:extLst>
                    <a:ext uri="{FF2B5EF4-FFF2-40B4-BE49-F238E27FC236}">
                      <a16:creationId xmlns:a16="http://schemas.microsoft.com/office/drawing/2014/main" id="{B196F2B9-36C6-2121-9B7F-E0B1F1CB8752}"/>
                    </a:ext>
                  </a:extLst>
                </p:cNvPr>
                <p:cNvSpPr/>
                <p:nvPr/>
              </p:nvSpPr>
              <p:spPr>
                <a:xfrm>
                  <a:off x="3693478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0" name="pg2439">
                  <a:extLst>
                    <a:ext uri="{FF2B5EF4-FFF2-40B4-BE49-F238E27FC236}">
                      <a16:creationId xmlns:a16="http://schemas.microsoft.com/office/drawing/2014/main" id="{4F722924-A468-964E-38F5-E0741AD25195}"/>
                    </a:ext>
                  </a:extLst>
                </p:cNvPr>
                <p:cNvSpPr/>
                <p:nvPr/>
              </p:nvSpPr>
              <p:spPr>
                <a:xfrm>
                  <a:off x="3705115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1" name="pg2440">
                  <a:extLst>
                    <a:ext uri="{FF2B5EF4-FFF2-40B4-BE49-F238E27FC236}">
                      <a16:creationId xmlns:a16="http://schemas.microsoft.com/office/drawing/2014/main" id="{388A740A-9E1E-1211-8D08-435AC32FC9BE}"/>
                    </a:ext>
                  </a:extLst>
                </p:cNvPr>
                <p:cNvSpPr/>
                <p:nvPr/>
              </p:nvSpPr>
              <p:spPr>
                <a:xfrm>
                  <a:off x="3716752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2" name="pg2441">
                  <a:extLst>
                    <a:ext uri="{FF2B5EF4-FFF2-40B4-BE49-F238E27FC236}">
                      <a16:creationId xmlns:a16="http://schemas.microsoft.com/office/drawing/2014/main" id="{B6066297-2E0E-B483-88D8-618FB9D3ED55}"/>
                    </a:ext>
                  </a:extLst>
                </p:cNvPr>
                <p:cNvSpPr/>
                <p:nvPr/>
              </p:nvSpPr>
              <p:spPr>
                <a:xfrm>
                  <a:off x="372839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3" name="pg2442">
                  <a:extLst>
                    <a:ext uri="{FF2B5EF4-FFF2-40B4-BE49-F238E27FC236}">
                      <a16:creationId xmlns:a16="http://schemas.microsoft.com/office/drawing/2014/main" id="{C1132D4D-B607-B9A5-66EF-16CD947368CF}"/>
                    </a:ext>
                  </a:extLst>
                </p:cNvPr>
                <p:cNvSpPr/>
                <p:nvPr/>
              </p:nvSpPr>
              <p:spPr>
                <a:xfrm>
                  <a:off x="3740027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4" name="pg2443">
                  <a:extLst>
                    <a:ext uri="{FF2B5EF4-FFF2-40B4-BE49-F238E27FC236}">
                      <a16:creationId xmlns:a16="http://schemas.microsoft.com/office/drawing/2014/main" id="{56858B3C-1510-8520-5453-EF360E7E388E}"/>
                    </a:ext>
                  </a:extLst>
                </p:cNvPr>
                <p:cNvSpPr/>
                <p:nvPr/>
              </p:nvSpPr>
              <p:spPr>
                <a:xfrm>
                  <a:off x="375166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5" name="pg2444">
                  <a:extLst>
                    <a:ext uri="{FF2B5EF4-FFF2-40B4-BE49-F238E27FC236}">
                      <a16:creationId xmlns:a16="http://schemas.microsoft.com/office/drawing/2014/main" id="{13D08219-EB48-AEF8-3E30-4E0E4C68B1AF}"/>
                    </a:ext>
                  </a:extLst>
                </p:cNvPr>
                <p:cNvSpPr/>
                <p:nvPr/>
              </p:nvSpPr>
              <p:spPr>
                <a:xfrm>
                  <a:off x="3763302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6" name="pg2445">
                  <a:extLst>
                    <a:ext uri="{FF2B5EF4-FFF2-40B4-BE49-F238E27FC236}">
                      <a16:creationId xmlns:a16="http://schemas.microsoft.com/office/drawing/2014/main" id="{36657455-580B-5D0B-26C0-C4537E101EC2}"/>
                    </a:ext>
                  </a:extLst>
                </p:cNvPr>
                <p:cNvSpPr/>
                <p:nvPr/>
              </p:nvSpPr>
              <p:spPr>
                <a:xfrm>
                  <a:off x="3774939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7" name="pg2446">
                  <a:extLst>
                    <a:ext uri="{FF2B5EF4-FFF2-40B4-BE49-F238E27FC236}">
                      <a16:creationId xmlns:a16="http://schemas.microsoft.com/office/drawing/2014/main" id="{3F3A856A-8981-B86C-9C09-DC689573ECD5}"/>
                    </a:ext>
                  </a:extLst>
                </p:cNvPr>
                <p:cNvSpPr/>
                <p:nvPr/>
              </p:nvSpPr>
              <p:spPr>
                <a:xfrm>
                  <a:off x="3786576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8" name="pg2447">
                  <a:extLst>
                    <a:ext uri="{FF2B5EF4-FFF2-40B4-BE49-F238E27FC236}">
                      <a16:creationId xmlns:a16="http://schemas.microsoft.com/office/drawing/2014/main" id="{B3CAC7F3-67C1-0FB9-BA5E-6E6BF2E4C727}"/>
                    </a:ext>
                  </a:extLst>
                </p:cNvPr>
                <p:cNvSpPr/>
                <p:nvPr/>
              </p:nvSpPr>
              <p:spPr>
                <a:xfrm>
                  <a:off x="379821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49" name="pg2448">
                  <a:extLst>
                    <a:ext uri="{FF2B5EF4-FFF2-40B4-BE49-F238E27FC236}">
                      <a16:creationId xmlns:a16="http://schemas.microsoft.com/office/drawing/2014/main" id="{8E8D0C93-B855-69C3-EEDB-50EB08F851B9}"/>
                    </a:ext>
                  </a:extLst>
                </p:cNvPr>
                <p:cNvSpPr/>
                <p:nvPr/>
              </p:nvSpPr>
              <p:spPr>
                <a:xfrm>
                  <a:off x="3809851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0" name="pg2449">
                  <a:extLst>
                    <a:ext uri="{FF2B5EF4-FFF2-40B4-BE49-F238E27FC236}">
                      <a16:creationId xmlns:a16="http://schemas.microsoft.com/office/drawing/2014/main" id="{49936FE9-B1CC-6A13-CC17-9B3BE2ADF594}"/>
                    </a:ext>
                  </a:extLst>
                </p:cNvPr>
                <p:cNvSpPr/>
                <p:nvPr/>
              </p:nvSpPr>
              <p:spPr>
                <a:xfrm>
                  <a:off x="3821488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1" name="pg2450">
                  <a:extLst>
                    <a:ext uri="{FF2B5EF4-FFF2-40B4-BE49-F238E27FC236}">
                      <a16:creationId xmlns:a16="http://schemas.microsoft.com/office/drawing/2014/main" id="{1E7D085F-2D90-698C-0515-C3BF000AAA72}"/>
                    </a:ext>
                  </a:extLst>
                </p:cNvPr>
                <p:cNvSpPr/>
                <p:nvPr/>
              </p:nvSpPr>
              <p:spPr>
                <a:xfrm>
                  <a:off x="3833126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2" name="pg2451">
                  <a:extLst>
                    <a:ext uri="{FF2B5EF4-FFF2-40B4-BE49-F238E27FC236}">
                      <a16:creationId xmlns:a16="http://schemas.microsoft.com/office/drawing/2014/main" id="{CDC87F69-3EF3-2BC4-CF2D-F5085057208B}"/>
                    </a:ext>
                  </a:extLst>
                </p:cNvPr>
                <p:cNvSpPr/>
                <p:nvPr/>
              </p:nvSpPr>
              <p:spPr>
                <a:xfrm>
                  <a:off x="3844763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3" name="pg2452">
                  <a:extLst>
                    <a:ext uri="{FF2B5EF4-FFF2-40B4-BE49-F238E27FC236}">
                      <a16:creationId xmlns:a16="http://schemas.microsoft.com/office/drawing/2014/main" id="{DBC3DDD0-D04E-00A2-FA28-7F230DAD8B7E}"/>
                    </a:ext>
                  </a:extLst>
                </p:cNvPr>
                <p:cNvSpPr/>
                <p:nvPr/>
              </p:nvSpPr>
              <p:spPr>
                <a:xfrm>
                  <a:off x="385640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4" name="pg2453">
                  <a:extLst>
                    <a:ext uri="{FF2B5EF4-FFF2-40B4-BE49-F238E27FC236}">
                      <a16:creationId xmlns:a16="http://schemas.microsoft.com/office/drawing/2014/main" id="{97372214-D222-9F01-B87F-C311D4DB522F}"/>
                    </a:ext>
                  </a:extLst>
                </p:cNvPr>
                <p:cNvSpPr/>
                <p:nvPr/>
              </p:nvSpPr>
              <p:spPr>
                <a:xfrm>
                  <a:off x="3868038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5" name="pg2454">
                  <a:extLst>
                    <a:ext uri="{FF2B5EF4-FFF2-40B4-BE49-F238E27FC236}">
                      <a16:creationId xmlns:a16="http://schemas.microsoft.com/office/drawing/2014/main" id="{8093E616-5866-4FE7-A61E-3D27B27EE680}"/>
                    </a:ext>
                  </a:extLst>
                </p:cNvPr>
                <p:cNvSpPr/>
                <p:nvPr/>
              </p:nvSpPr>
              <p:spPr>
                <a:xfrm>
                  <a:off x="3879675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6" name="pg2455">
                  <a:extLst>
                    <a:ext uri="{FF2B5EF4-FFF2-40B4-BE49-F238E27FC236}">
                      <a16:creationId xmlns:a16="http://schemas.microsoft.com/office/drawing/2014/main" id="{6C3FEDCA-19E5-6C87-26DC-01E3AD5F3E9E}"/>
                    </a:ext>
                  </a:extLst>
                </p:cNvPr>
                <p:cNvSpPr/>
                <p:nvPr/>
              </p:nvSpPr>
              <p:spPr>
                <a:xfrm>
                  <a:off x="3891312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7" name="pg2456">
                  <a:extLst>
                    <a:ext uri="{FF2B5EF4-FFF2-40B4-BE49-F238E27FC236}">
                      <a16:creationId xmlns:a16="http://schemas.microsoft.com/office/drawing/2014/main" id="{E55131C5-5847-5FD8-7760-5291ED3F7A55}"/>
                    </a:ext>
                  </a:extLst>
                </p:cNvPr>
                <p:cNvSpPr/>
                <p:nvPr/>
              </p:nvSpPr>
              <p:spPr>
                <a:xfrm>
                  <a:off x="390295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8" name="pg2457">
                  <a:extLst>
                    <a:ext uri="{FF2B5EF4-FFF2-40B4-BE49-F238E27FC236}">
                      <a16:creationId xmlns:a16="http://schemas.microsoft.com/office/drawing/2014/main" id="{68340F0D-920A-6E19-7EB9-5FB389F09D98}"/>
                    </a:ext>
                  </a:extLst>
                </p:cNvPr>
                <p:cNvSpPr/>
                <p:nvPr/>
              </p:nvSpPr>
              <p:spPr>
                <a:xfrm>
                  <a:off x="3914587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59" name="pg2458">
                  <a:extLst>
                    <a:ext uri="{FF2B5EF4-FFF2-40B4-BE49-F238E27FC236}">
                      <a16:creationId xmlns:a16="http://schemas.microsoft.com/office/drawing/2014/main" id="{708EB352-CE49-47B6-1F86-BD6CDEEB8341}"/>
                    </a:ext>
                  </a:extLst>
                </p:cNvPr>
                <p:cNvSpPr/>
                <p:nvPr/>
              </p:nvSpPr>
              <p:spPr>
                <a:xfrm>
                  <a:off x="392622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0" name="pg2459">
                  <a:extLst>
                    <a:ext uri="{FF2B5EF4-FFF2-40B4-BE49-F238E27FC236}">
                      <a16:creationId xmlns:a16="http://schemas.microsoft.com/office/drawing/2014/main" id="{51B4B9C7-5D85-F5F2-4E81-D51F2FC6A79C}"/>
                    </a:ext>
                  </a:extLst>
                </p:cNvPr>
                <p:cNvSpPr/>
                <p:nvPr/>
              </p:nvSpPr>
              <p:spPr>
                <a:xfrm>
                  <a:off x="3937862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1" name="pg2460">
                  <a:extLst>
                    <a:ext uri="{FF2B5EF4-FFF2-40B4-BE49-F238E27FC236}">
                      <a16:creationId xmlns:a16="http://schemas.microsoft.com/office/drawing/2014/main" id="{88D47E3F-BEB4-86B3-E0DA-1CDB60739319}"/>
                    </a:ext>
                  </a:extLst>
                </p:cNvPr>
                <p:cNvSpPr/>
                <p:nvPr/>
              </p:nvSpPr>
              <p:spPr>
                <a:xfrm>
                  <a:off x="3949499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2" name="pg2461">
                  <a:extLst>
                    <a:ext uri="{FF2B5EF4-FFF2-40B4-BE49-F238E27FC236}">
                      <a16:creationId xmlns:a16="http://schemas.microsoft.com/office/drawing/2014/main" id="{1FAB03AE-E745-58CA-D991-72F0BE276FFD}"/>
                    </a:ext>
                  </a:extLst>
                </p:cNvPr>
                <p:cNvSpPr/>
                <p:nvPr/>
              </p:nvSpPr>
              <p:spPr>
                <a:xfrm>
                  <a:off x="3961136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3" name="pg2462">
                  <a:extLst>
                    <a:ext uri="{FF2B5EF4-FFF2-40B4-BE49-F238E27FC236}">
                      <a16:creationId xmlns:a16="http://schemas.microsoft.com/office/drawing/2014/main" id="{9B4EBDC2-F022-A738-4A45-3EB21D7CAA3B}"/>
                    </a:ext>
                  </a:extLst>
                </p:cNvPr>
                <p:cNvSpPr/>
                <p:nvPr/>
              </p:nvSpPr>
              <p:spPr>
                <a:xfrm>
                  <a:off x="397277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4" name="pg2463">
                  <a:extLst>
                    <a:ext uri="{FF2B5EF4-FFF2-40B4-BE49-F238E27FC236}">
                      <a16:creationId xmlns:a16="http://schemas.microsoft.com/office/drawing/2014/main" id="{F5A145FD-5CDC-91E8-CD4F-34B489D3860B}"/>
                    </a:ext>
                  </a:extLst>
                </p:cNvPr>
                <p:cNvSpPr/>
                <p:nvPr/>
              </p:nvSpPr>
              <p:spPr>
                <a:xfrm>
                  <a:off x="3984411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5" name="pg2464">
                  <a:extLst>
                    <a:ext uri="{FF2B5EF4-FFF2-40B4-BE49-F238E27FC236}">
                      <a16:creationId xmlns:a16="http://schemas.microsoft.com/office/drawing/2014/main" id="{253DE189-E65F-4B81-598E-8214D07B3991}"/>
                    </a:ext>
                  </a:extLst>
                </p:cNvPr>
                <p:cNvSpPr/>
                <p:nvPr/>
              </p:nvSpPr>
              <p:spPr>
                <a:xfrm>
                  <a:off x="3996048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6" name="pg2465">
                  <a:extLst>
                    <a:ext uri="{FF2B5EF4-FFF2-40B4-BE49-F238E27FC236}">
                      <a16:creationId xmlns:a16="http://schemas.microsoft.com/office/drawing/2014/main" id="{1D796AFA-4D54-027A-6C00-DBFB70178A4C}"/>
                    </a:ext>
                  </a:extLst>
                </p:cNvPr>
                <p:cNvSpPr/>
                <p:nvPr/>
              </p:nvSpPr>
              <p:spPr>
                <a:xfrm>
                  <a:off x="4007686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7" name="pg2466">
                  <a:extLst>
                    <a:ext uri="{FF2B5EF4-FFF2-40B4-BE49-F238E27FC236}">
                      <a16:creationId xmlns:a16="http://schemas.microsoft.com/office/drawing/2014/main" id="{4F6F678A-5390-2808-20CC-9A8B54A0D57E}"/>
                    </a:ext>
                  </a:extLst>
                </p:cNvPr>
                <p:cNvSpPr/>
                <p:nvPr/>
              </p:nvSpPr>
              <p:spPr>
                <a:xfrm>
                  <a:off x="4019323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8" name="pg2467">
                  <a:extLst>
                    <a:ext uri="{FF2B5EF4-FFF2-40B4-BE49-F238E27FC236}">
                      <a16:creationId xmlns:a16="http://schemas.microsoft.com/office/drawing/2014/main" id="{598BEA04-3789-93F0-7D33-57457ADD8511}"/>
                    </a:ext>
                  </a:extLst>
                </p:cNvPr>
                <p:cNvSpPr/>
                <p:nvPr/>
              </p:nvSpPr>
              <p:spPr>
                <a:xfrm>
                  <a:off x="403096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69" name="pg2468">
                  <a:extLst>
                    <a:ext uri="{FF2B5EF4-FFF2-40B4-BE49-F238E27FC236}">
                      <a16:creationId xmlns:a16="http://schemas.microsoft.com/office/drawing/2014/main" id="{8D69D939-8C6E-81A6-C26A-492AA6D3E076}"/>
                    </a:ext>
                  </a:extLst>
                </p:cNvPr>
                <p:cNvSpPr/>
                <p:nvPr/>
              </p:nvSpPr>
              <p:spPr>
                <a:xfrm>
                  <a:off x="4042598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0" name="pg2469">
                  <a:extLst>
                    <a:ext uri="{FF2B5EF4-FFF2-40B4-BE49-F238E27FC236}">
                      <a16:creationId xmlns:a16="http://schemas.microsoft.com/office/drawing/2014/main" id="{AB0DEE62-4116-E5D5-5BCA-B476EDB95EDC}"/>
                    </a:ext>
                  </a:extLst>
                </p:cNvPr>
                <p:cNvSpPr/>
                <p:nvPr/>
              </p:nvSpPr>
              <p:spPr>
                <a:xfrm>
                  <a:off x="4054235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1" name="pg2470">
                  <a:extLst>
                    <a:ext uri="{FF2B5EF4-FFF2-40B4-BE49-F238E27FC236}">
                      <a16:creationId xmlns:a16="http://schemas.microsoft.com/office/drawing/2014/main" id="{FB7B037D-6875-73A8-F982-919E1CC5A242}"/>
                    </a:ext>
                  </a:extLst>
                </p:cNvPr>
                <p:cNvSpPr/>
                <p:nvPr/>
              </p:nvSpPr>
              <p:spPr>
                <a:xfrm>
                  <a:off x="4065872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2" name="pg2471">
                  <a:extLst>
                    <a:ext uri="{FF2B5EF4-FFF2-40B4-BE49-F238E27FC236}">
                      <a16:creationId xmlns:a16="http://schemas.microsoft.com/office/drawing/2014/main" id="{8635FDB0-89D0-E0AD-C1E4-CFEDF1D45DB0}"/>
                    </a:ext>
                  </a:extLst>
                </p:cNvPr>
                <p:cNvSpPr/>
                <p:nvPr/>
              </p:nvSpPr>
              <p:spPr>
                <a:xfrm>
                  <a:off x="407751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3" name="pg2472">
                  <a:extLst>
                    <a:ext uri="{FF2B5EF4-FFF2-40B4-BE49-F238E27FC236}">
                      <a16:creationId xmlns:a16="http://schemas.microsoft.com/office/drawing/2014/main" id="{EB74C73F-051D-BEEC-08AB-BDD8F83B5FF5}"/>
                    </a:ext>
                  </a:extLst>
                </p:cNvPr>
                <p:cNvSpPr/>
                <p:nvPr/>
              </p:nvSpPr>
              <p:spPr>
                <a:xfrm>
                  <a:off x="4089147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DAB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4" name="pg2473">
                  <a:extLst>
                    <a:ext uri="{FF2B5EF4-FFF2-40B4-BE49-F238E27FC236}">
                      <a16:creationId xmlns:a16="http://schemas.microsoft.com/office/drawing/2014/main" id="{EB773686-5036-406D-FE9F-03F5A181C1D8}"/>
                    </a:ext>
                  </a:extLst>
                </p:cNvPr>
                <p:cNvSpPr/>
                <p:nvPr/>
              </p:nvSpPr>
              <p:spPr>
                <a:xfrm>
                  <a:off x="410078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5" name="pg2474">
                  <a:extLst>
                    <a:ext uri="{FF2B5EF4-FFF2-40B4-BE49-F238E27FC236}">
                      <a16:creationId xmlns:a16="http://schemas.microsoft.com/office/drawing/2014/main" id="{71685962-DF23-6990-D09E-FA471990FE3F}"/>
                    </a:ext>
                  </a:extLst>
                </p:cNvPr>
                <p:cNvSpPr/>
                <p:nvPr/>
              </p:nvSpPr>
              <p:spPr>
                <a:xfrm>
                  <a:off x="4112422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6" name="pg2475">
                  <a:extLst>
                    <a:ext uri="{FF2B5EF4-FFF2-40B4-BE49-F238E27FC236}">
                      <a16:creationId xmlns:a16="http://schemas.microsoft.com/office/drawing/2014/main" id="{2DEAC6C4-8727-D531-B2C9-404162C77274}"/>
                    </a:ext>
                  </a:extLst>
                </p:cNvPr>
                <p:cNvSpPr/>
                <p:nvPr/>
              </p:nvSpPr>
              <p:spPr>
                <a:xfrm>
                  <a:off x="4124059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7" name="pg2476">
                  <a:extLst>
                    <a:ext uri="{FF2B5EF4-FFF2-40B4-BE49-F238E27FC236}">
                      <a16:creationId xmlns:a16="http://schemas.microsoft.com/office/drawing/2014/main" id="{39C3F398-E098-17B7-8CC0-CD147B822E35}"/>
                    </a:ext>
                  </a:extLst>
                </p:cNvPr>
                <p:cNvSpPr/>
                <p:nvPr/>
              </p:nvSpPr>
              <p:spPr>
                <a:xfrm>
                  <a:off x="4135696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8" name="pg2477">
                  <a:extLst>
                    <a:ext uri="{FF2B5EF4-FFF2-40B4-BE49-F238E27FC236}">
                      <a16:creationId xmlns:a16="http://schemas.microsoft.com/office/drawing/2014/main" id="{8862FDA5-2596-297D-B08A-BBA0FACDEE51}"/>
                    </a:ext>
                  </a:extLst>
                </p:cNvPr>
                <p:cNvSpPr/>
                <p:nvPr/>
              </p:nvSpPr>
              <p:spPr>
                <a:xfrm>
                  <a:off x="414733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79" name="pg2478">
                  <a:extLst>
                    <a:ext uri="{FF2B5EF4-FFF2-40B4-BE49-F238E27FC236}">
                      <a16:creationId xmlns:a16="http://schemas.microsoft.com/office/drawing/2014/main" id="{B303ADB5-D944-4276-BDE4-068F899BDC6A}"/>
                    </a:ext>
                  </a:extLst>
                </p:cNvPr>
                <p:cNvSpPr/>
                <p:nvPr/>
              </p:nvSpPr>
              <p:spPr>
                <a:xfrm>
                  <a:off x="425207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0" name="pg2479">
                  <a:extLst>
                    <a:ext uri="{FF2B5EF4-FFF2-40B4-BE49-F238E27FC236}">
                      <a16:creationId xmlns:a16="http://schemas.microsoft.com/office/drawing/2014/main" id="{04EB7589-E824-C6A5-CA17-4C95CEB542D7}"/>
                    </a:ext>
                  </a:extLst>
                </p:cNvPr>
                <p:cNvSpPr/>
                <p:nvPr/>
              </p:nvSpPr>
              <p:spPr>
                <a:xfrm>
                  <a:off x="4263707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1" name="pg2480">
                  <a:extLst>
                    <a:ext uri="{FF2B5EF4-FFF2-40B4-BE49-F238E27FC236}">
                      <a16:creationId xmlns:a16="http://schemas.microsoft.com/office/drawing/2014/main" id="{6D2E6AAE-7A17-EB38-0BA8-1E97FC8D2DA3}"/>
                    </a:ext>
                  </a:extLst>
                </p:cNvPr>
                <p:cNvSpPr/>
                <p:nvPr/>
              </p:nvSpPr>
              <p:spPr>
                <a:xfrm>
                  <a:off x="427534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2" name="pg2481">
                  <a:extLst>
                    <a:ext uri="{FF2B5EF4-FFF2-40B4-BE49-F238E27FC236}">
                      <a16:creationId xmlns:a16="http://schemas.microsoft.com/office/drawing/2014/main" id="{5768783E-D9FB-4A69-DA42-661D3D22D4D2}"/>
                    </a:ext>
                  </a:extLst>
                </p:cNvPr>
                <p:cNvSpPr/>
                <p:nvPr/>
              </p:nvSpPr>
              <p:spPr>
                <a:xfrm>
                  <a:off x="4286982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2AA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3" name="pg2482">
                  <a:extLst>
                    <a:ext uri="{FF2B5EF4-FFF2-40B4-BE49-F238E27FC236}">
                      <a16:creationId xmlns:a16="http://schemas.microsoft.com/office/drawing/2014/main" id="{45A77C28-461A-239D-F28B-2F48B5A98871}"/>
                    </a:ext>
                  </a:extLst>
                </p:cNvPr>
                <p:cNvSpPr/>
                <p:nvPr/>
              </p:nvSpPr>
              <p:spPr>
                <a:xfrm>
                  <a:off x="4298619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4" name="pg2483">
                  <a:extLst>
                    <a:ext uri="{FF2B5EF4-FFF2-40B4-BE49-F238E27FC236}">
                      <a16:creationId xmlns:a16="http://schemas.microsoft.com/office/drawing/2014/main" id="{EA8CADD1-7076-C3AF-4604-99DB55D66FF6}"/>
                    </a:ext>
                  </a:extLst>
                </p:cNvPr>
                <p:cNvSpPr/>
                <p:nvPr/>
              </p:nvSpPr>
              <p:spPr>
                <a:xfrm>
                  <a:off x="4310256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5" name="pg2484">
                  <a:extLst>
                    <a:ext uri="{FF2B5EF4-FFF2-40B4-BE49-F238E27FC236}">
                      <a16:creationId xmlns:a16="http://schemas.microsoft.com/office/drawing/2014/main" id="{EF5A70CC-88F4-0331-A848-EC1B53FA25DC}"/>
                    </a:ext>
                  </a:extLst>
                </p:cNvPr>
                <p:cNvSpPr/>
                <p:nvPr/>
              </p:nvSpPr>
              <p:spPr>
                <a:xfrm>
                  <a:off x="4321894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EAA">
                    <a:alpha val="100000"/>
                  </a:srgbClr>
                </a:solidFill>
                <a:ln w="5420" cap="flat">
                  <a:solidFill>
                    <a:srgbClr val="3C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6" name="pg2485">
                  <a:extLst>
                    <a:ext uri="{FF2B5EF4-FFF2-40B4-BE49-F238E27FC236}">
                      <a16:creationId xmlns:a16="http://schemas.microsoft.com/office/drawing/2014/main" id="{1E53CE17-91B4-3E2C-3CE1-DA89D8506341}"/>
                    </a:ext>
                  </a:extLst>
                </p:cNvPr>
                <p:cNvSpPr/>
                <p:nvPr/>
              </p:nvSpPr>
              <p:spPr>
                <a:xfrm>
                  <a:off x="455464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7" name="pg2486">
                  <a:extLst>
                    <a:ext uri="{FF2B5EF4-FFF2-40B4-BE49-F238E27FC236}">
                      <a16:creationId xmlns:a16="http://schemas.microsoft.com/office/drawing/2014/main" id="{0C49F07A-EA43-006A-D67A-8A2AC57153B1}"/>
                    </a:ext>
                  </a:extLst>
                </p:cNvPr>
                <p:cNvSpPr/>
                <p:nvPr/>
              </p:nvSpPr>
              <p:spPr>
                <a:xfrm>
                  <a:off x="4566278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8" name="pg2487">
                  <a:extLst>
                    <a:ext uri="{FF2B5EF4-FFF2-40B4-BE49-F238E27FC236}">
                      <a16:creationId xmlns:a16="http://schemas.microsoft.com/office/drawing/2014/main" id="{9B60E414-F772-F515-2867-8F812261A835}"/>
                    </a:ext>
                  </a:extLst>
                </p:cNvPr>
                <p:cNvSpPr/>
                <p:nvPr/>
              </p:nvSpPr>
              <p:spPr>
                <a:xfrm>
                  <a:off x="4577915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72A1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89" name="pg2488">
                  <a:extLst>
                    <a:ext uri="{FF2B5EF4-FFF2-40B4-BE49-F238E27FC236}">
                      <a16:creationId xmlns:a16="http://schemas.microsoft.com/office/drawing/2014/main" id="{F21444E1-9E7B-0EBF-3E5B-B2A92C7400A4}"/>
                    </a:ext>
                  </a:extLst>
                </p:cNvPr>
                <p:cNvSpPr/>
                <p:nvPr/>
              </p:nvSpPr>
              <p:spPr>
                <a:xfrm>
                  <a:off x="4589552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0" name="pg2489">
                  <a:extLst>
                    <a:ext uri="{FF2B5EF4-FFF2-40B4-BE49-F238E27FC236}">
                      <a16:creationId xmlns:a16="http://schemas.microsoft.com/office/drawing/2014/main" id="{108623CB-8925-2202-6BC8-EC33CD09F425}"/>
                    </a:ext>
                  </a:extLst>
                </p:cNvPr>
                <p:cNvSpPr/>
                <p:nvPr/>
              </p:nvSpPr>
              <p:spPr>
                <a:xfrm>
                  <a:off x="4601190" y="47241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1" name="pg2490">
                  <a:extLst>
                    <a:ext uri="{FF2B5EF4-FFF2-40B4-BE49-F238E27FC236}">
                      <a16:creationId xmlns:a16="http://schemas.microsoft.com/office/drawing/2014/main" id="{BBC0C20D-D200-FC88-5E13-9D847AE800FB}"/>
                    </a:ext>
                  </a:extLst>
                </p:cNvPr>
                <p:cNvSpPr/>
                <p:nvPr/>
              </p:nvSpPr>
              <p:spPr>
                <a:xfrm>
                  <a:off x="323962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2" name="pg2491">
                  <a:extLst>
                    <a:ext uri="{FF2B5EF4-FFF2-40B4-BE49-F238E27FC236}">
                      <a16:creationId xmlns:a16="http://schemas.microsoft.com/office/drawing/2014/main" id="{C08469D4-8BAA-737B-B1B3-8C24CC57A066}"/>
                    </a:ext>
                  </a:extLst>
                </p:cNvPr>
                <p:cNvSpPr/>
                <p:nvPr/>
              </p:nvSpPr>
              <p:spPr>
                <a:xfrm>
                  <a:off x="3251259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3" name="pg2492">
                  <a:extLst>
                    <a:ext uri="{FF2B5EF4-FFF2-40B4-BE49-F238E27FC236}">
                      <a16:creationId xmlns:a16="http://schemas.microsoft.com/office/drawing/2014/main" id="{256782D7-B72A-C010-3695-301AF9F10B54}"/>
                    </a:ext>
                  </a:extLst>
                </p:cNvPr>
                <p:cNvSpPr/>
                <p:nvPr/>
              </p:nvSpPr>
              <p:spPr>
                <a:xfrm>
                  <a:off x="3262897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4" name="pg2493">
                  <a:extLst>
                    <a:ext uri="{FF2B5EF4-FFF2-40B4-BE49-F238E27FC236}">
                      <a16:creationId xmlns:a16="http://schemas.microsoft.com/office/drawing/2014/main" id="{BD3CEB03-3574-3253-B7D5-231CBCEE3072}"/>
                    </a:ext>
                  </a:extLst>
                </p:cNvPr>
                <p:cNvSpPr/>
                <p:nvPr/>
              </p:nvSpPr>
              <p:spPr>
                <a:xfrm>
                  <a:off x="3274534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5" name="pg2494">
                  <a:extLst>
                    <a:ext uri="{FF2B5EF4-FFF2-40B4-BE49-F238E27FC236}">
                      <a16:creationId xmlns:a16="http://schemas.microsoft.com/office/drawing/2014/main" id="{E39E766B-C29D-D1F2-7A0E-7317921A47A2}"/>
                    </a:ext>
                  </a:extLst>
                </p:cNvPr>
                <p:cNvSpPr/>
                <p:nvPr/>
              </p:nvSpPr>
              <p:spPr>
                <a:xfrm>
                  <a:off x="3286171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6" name="pg2495">
                  <a:extLst>
                    <a:ext uri="{FF2B5EF4-FFF2-40B4-BE49-F238E27FC236}">
                      <a16:creationId xmlns:a16="http://schemas.microsoft.com/office/drawing/2014/main" id="{7D813AB1-4B5A-8462-6FD3-5FF17E712C5B}"/>
                    </a:ext>
                  </a:extLst>
                </p:cNvPr>
                <p:cNvSpPr/>
                <p:nvPr/>
              </p:nvSpPr>
              <p:spPr>
                <a:xfrm>
                  <a:off x="3600379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7" name="pg2496">
                  <a:extLst>
                    <a:ext uri="{FF2B5EF4-FFF2-40B4-BE49-F238E27FC236}">
                      <a16:creationId xmlns:a16="http://schemas.microsoft.com/office/drawing/2014/main" id="{C13EC701-E6AA-AF32-4BFD-960A255E5846}"/>
                    </a:ext>
                  </a:extLst>
                </p:cNvPr>
                <p:cNvSpPr/>
                <p:nvPr/>
              </p:nvSpPr>
              <p:spPr>
                <a:xfrm>
                  <a:off x="3612016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8" name="pg2497">
                  <a:extLst>
                    <a:ext uri="{FF2B5EF4-FFF2-40B4-BE49-F238E27FC236}">
                      <a16:creationId xmlns:a16="http://schemas.microsoft.com/office/drawing/2014/main" id="{7820F4DC-5EFF-D6E5-BD0F-21B79B655C51}"/>
                    </a:ext>
                  </a:extLst>
                </p:cNvPr>
                <p:cNvSpPr/>
                <p:nvPr/>
              </p:nvSpPr>
              <p:spPr>
                <a:xfrm>
                  <a:off x="3623654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899" name="pg2498">
                  <a:extLst>
                    <a:ext uri="{FF2B5EF4-FFF2-40B4-BE49-F238E27FC236}">
                      <a16:creationId xmlns:a16="http://schemas.microsoft.com/office/drawing/2014/main" id="{30A5FF6C-7C02-AE3F-CE36-95B16EC69662}"/>
                    </a:ext>
                  </a:extLst>
                </p:cNvPr>
                <p:cNvSpPr/>
                <p:nvPr/>
              </p:nvSpPr>
              <p:spPr>
                <a:xfrm>
                  <a:off x="3635291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0" name="pg2499">
                  <a:extLst>
                    <a:ext uri="{FF2B5EF4-FFF2-40B4-BE49-F238E27FC236}">
                      <a16:creationId xmlns:a16="http://schemas.microsoft.com/office/drawing/2014/main" id="{5C24182B-285E-9FEA-6986-4DA12F77C528}"/>
                    </a:ext>
                  </a:extLst>
                </p:cNvPr>
                <p:cNvSpPr/>
                <p:nvPr/>
              </p:nvSpPr>
              <p:spPr>
                <a:xfrm>
                  <a:off x="3646928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1" name="pg2500">
                  <a:extLst>
                    <a:ext uri="{FF2B5EF4-FFF2-40B4-BE49-F238E27FC236}">
                      <a16:creationId xmlns:a16="http://schemas.microsoft.com/office/drawing/2014/main" id="{9C03F2AC-9CBA-5C7F-37E2-4950A7E97859}"/>
                    </a:ext>
                  </a:extLst>
                </p:cNvPr>
                <p:cNvSpPr/>
                <p:nvPr/>
              </p:nvSpPr>
              <p:spPr>
                <a:xfrm>
                  <a:off x="3658566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2" name="pg2501">
                  <a:extLst>
                    <a:ext uri="{FF2B5EF4-FFF2-40B4-BE49-F238E27FC236}">
                      <a16:creationId xmlns:a16="http://schemas.microsoft.com/office/drawing/2014/main" id="{F50EAD28-42E8-EF47-FC62-1A5B5A7F1548}"/>
                    </a:ext>
                  </a:extLst>
                </p:cNvPr>
                <p:cNvSpPr/>
                <p:nvPr/>
              </p:nvSpPr>
              <p:spPr>
                <a:xfrm>
                  <a:off x="3670203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3" name="pg2502">
                  <a:extLst>
                    <a:ext uri="{FF2B5EF4-FFF2-40B4-BE49-F238E27FC236}">
                      <a16:creationId xmlns:a16="http://schemas.microsoft.com/office/drawing/2014/main" id="{9A1176A4-84FE-DEE8-6262-DFC05D42A10A}"/>
                    </a:ext>
                  </a:extLst>
                </p:cNvPr>
                <p:cNvSpPr/>
                <p:nvPr/>
              </p:nvSpPr>
              <p:spPr>
                <a:xfrm>
                  <a:off x="3681840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4" name="pg2503">
                  <a:extLst>
                    <a:ext uri="{FF2B5EF4-FFF2-40B4-BE49-F238E27FC236}">
                      <a16:creationId xmlns:a16="http://schemas.microsoft.com/office/drawing/2014/main" id="{E969F738-4B44-3CB4-989F-C52E53527090}"/>
                    </a:ext>
                  </a:extLst>
                </p:cNvPr>
                <p:cNvSpPr/>
                <p:nvPr/>
              </p:nvSpPr>
              <p:spPr>
                <a:xfrm>
                  <a:off x="3693478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5" name="pg2504">
                  <a:extLst>
                    <a:ext uri="{FF2B5EF4-FFF2-40B4-BE49-F238E27FC236}">
                      <a16:creationId xmlns:a16="http://schemas.microsoft.com/office/drawing/2014/main" id="{8413EB80-D100-57E8-FFB6-EACAC5EBB15D}"/>
                    </a:ext>
                  </a:extLst>
                </p:cNvPr>
                <p:cNvSpPr/>
                <p:nvPr/>
              </p:nvSpPr>
              <p:spPr>
                <a:xfrm>
                  <a:off x="3705115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6" name="pg2505">
                  <a:extLst>
                    <a:ext uri="{FF2B5EF4-FFF2-40B4-BE49-F238E27FC236}">
                      <a16:creationId xmlns:a16="http://schemas.microsoft.com/office/drawing/2014/main" id="{62F9CDA7-AF5C-856D-C6FD-7ABAD957972E}"/>
                    </a:ext>
                  </a:extLst>
                </p:cNvPr>
                <p:cNvSpPr/>
                <p:nvPr/>
              </p:nvSpPr>
              <p:spPr>
                <a:xfrm>
                  <a:off x="371675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7" name="pg2506">
                  <a:extLst>
                    <a:ext uri="{FF2B5EF4-FFF2-40B4-BE49-F238E27FC236}">
                      <a16:creationId xmlns:a16="http://schemas.microsoft.com/office/drawing/2014/main" id="{87707616-3D77-532C-396A-6A6231204B22}"/>
                    </a:ext>
                  </a:extLst>
                </p:cNvPr>
                <p:cNvSpPr/>
                <p:nvPr/>
              </p:nvSpPr>
              <p:spPr>
                <a:xfrm>
                  <a:off x="3728390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8" name="pg2507">
                  <a:extLst>
                    <a:ext uri="{FF2B5EF4-FFF2-40B4-BE49-F238E27FC236}">
                      <a16:creationId xmlns:a16="http://schemas.microsoft.com/office/drawing/2014/main" id="{446C2FAF-CABA-1B83-8810-87B7F8BB0791}"/>
                    </a:ext>
                  </a:extLst>
                </p:cNvPr>
                <p:cNvSpPr/>
                <p:nvPr/>
              </p:nvSpPr>
              <p:spPr>
                <a:xfrm>
                  <a:off x="3740027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09" name="pg2508">
                  <a:extLst>
                    <a:ext uri="{FF2B5EF4-FFF2-40B4-BE49-F238E27FC236}">
                      <a16:creationId xmlns:a16="http://schemas.microsoft.com/office/drawing/2014/main" id="{38C7B3FC-F5E2-65AB-1244-1929582EFCE5}"/>
                    </a:ext>
                  </a:extLst>
                </p:cNvPr>
                <p:cNvSpPr/>
                <p:nvPr/>
              </p:nvSpPr>
              <p:spPr>
                <a:xfrm>
                  <a:off x="3751664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0" name="pg2509">
                  <a:extLst>
                    <a:ext uri="{FF2B5EF4-FFF2-40B4-BE49-F238E27FC236}">
                      <a16:creationId xmlns:a16="http://schemas.microsoft.com/office/drawing/2014/main" id="{3344F5CF-82E2-EDC3-096E-55047CE518EE}"/>
                    </a:ext>
                  </a:extLst>
                </p:cNvPr>
                <p:cNvSpPr/>
                <p:nvPr/>
              </p:nvSpPr>
              <p:spPr>
                <a:xfrm>
                  <a:off x="3856400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1" name="pg2510">
                  <a:extLst>
                    <a:ext uri="{FF2B5EF4-FFF2-40B4-BE49-F238E27FC236}">
                      <a16:creationId xmlns:a16="http://schemas.microsoft.com/office/drawing/2014/main" id="{0150867E-F346-7E6B-D892-1EAC6051A9AB}"/>
                    </a:ext>
                  </a:extLst>
                </p:cNvPr>
                <p:cNvSpPr/>
                <p:nvPr/>
              </p:nvSpPr>
              <p:spPr>
                <a:xfrm>
                  <a:off x="3868038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2" name="pg2511">
                  <a:extLst>
                    <a:ext uri="{FF2B5EF4-FFF2-40B4-BE49-F238E27FC236}">
                      <a16:creationId xmlns:a16="http://schemas.microsoft.com/office/drawing/2014/main" id="{78324D45-236E-8219-06E4-3280103FADB7}"/>
                    </a:ext>
                  </a:extLst>
                </p:cNvPr>
                <p:cNvSpPr/>
                <p:nvPr/>
              </p:nvSpPr>
              <p:spPr>
                <a:xfrm>
                  <a:off x="3879675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3" name="pg2512">
                  <a:extLst>
                    <a:ext uri="{FF2B5EF4-FFF2-40B4-BE49-F238E27FC236}">
                      <a16:creationId xmlns:a16="http://schemas.microsoft.com/office/drawing/2014/main" id="{88218AAB-6A48-6733-8DEF-0DC91A3AA8DB}"/>
                    </a:ext>
                  </a:extLst>
                </p:cNvPr>
                <p:cNvSpPr/>
                <p:nvPr/>
              </p:nvSpPr>
              <p:spPr>
                <a:xfrm>
                  <a:off x="389131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4" name="pg2513">
                  <a:extLst>
                    <a:ext uri="{FF2B5EF4-FFF2-40B4-BE49-F238E27FC236}">
                      <a16:creationId xmlns:a16="http://schemas.microsoft.com/office/drawing/2014/main" id="{8F597D70-DCCE-103C-4E26-9B1F28C53CF9}"/>
                    </a:ext>
                  </a:extLst>
                </p:cNvPr>
                <p:cNvSpPr/>
                <p:nvPr/>
              </p:nvSpPr>
              <p:spPr>
                <a:xfrm>
                  <a:off x="3902950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5" name="pg2514">
                  <a:extLst>
                    <a:ext uri="{FF2B5EF4-FFF2-40B4-BE49-F238E27FC236}">
                      <a16:creationId xmlns:a16="http://schemas.microsoft.com/office/drawing/2014/main" id="{14D66FD9-5DC6-2B15-32F6-317F32ACA1BF}"/>
                    </a:ext>
                  </a:extLst>
                </p:cNvPr>
                <p:cNvSpPr/>
                <p:nvPr/>
              </p:nvSpPr>
              <p:spPr>
                <a:xfrm>
                  <a:off x="3914587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2AC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6" name="pg2515">
                  <a:extLst>
                    <a:ext uri="{FF2B5EF4-FFF2-40B4-BE49-F238E27FC236}">
                      <a16:creationId xmlns:a16="http://schemas.microsoft.com/office/drawing/2014/main" id="{CC63FE95-B90B-64C4-DDB1-46E4A69FF549}"/>
                    </a:ext>
                  </a:extLst>
                </p:cNvPr>
                <p:cNvSpPr/>
                <p:nvPr/>
              </p:nvSpPr>
              <p:spPr>
                <a:xfrm>
                  <a:off x="3926224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7" name="pg2516">
                  <a:extLst>
                    <a:ext uri="{FF2B5EF4-FFF2-40B4-BE49-F238E27FC236}">
                      <a16:creationId xmlns:a16="http://schemas.microsoft.com/office/drawing/2014/main" id="{07A70641-FA9E-5A4D-BDCF-D64D3786F201}"/>
                    </a:ext>
                  </a:extLst>
                </p:cNvPr>
                <p:cNvSpPr/>
                <p:nvPr/>
              </p:nvSpPr>
              <p:spPr>
                <a:xfrm>
                  <a:off x="393786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8" name="pg2517">
                  <a:extLst>
                    <a:ext uri="{FF2B5EF4-FFF2-40B4-BE49-F238E27FC236}">
                      <a16:creationId xmlns:a16="http://schemas.microsoft.com/office/drawing/2014/main" id="{33DB4CD4-5418-60D8-5C53-DC97C1C845B7}"/>
                    </a:ext>
                  </a:extLst>
                </p:cNvPr>
                <p:cNvSpPr/>
                <p:nvPr/>
              </p:nvSpPr>
              <p:spPr>
                <a:xfrm>
                  <a:off x="3949499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DAB">
                    <a:alpha val="100000"/>
                  </a:srgbClr>
                </a:solidFill>
                <a:ln w="5420" cap="flat">
                  <a:solidFill>
                    <a:srgbClr val="54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19" name="pg2518">
                  <a:extLst>
                    <a:ext uri="{FF2B5EF4-FFF2-40B4-BE49-F238E27FC236}">
                      <a16:creationId xmlns:a16="http://schemas.microsoft.com/office/drawing/2014/main" id="{38658A1E-AEE1-FE42-3BE2-1E19BC37FB6B}"/>
                    </a:ext>
                  </a:extLst>
                </p:cNvPr>
                <p:cNvSpPr/>
                <p:nvPr/>
              </p:nvSpPr>
              <p:spPr>
                <a:xfrm>
                  <a:off x="3961136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0" name="pg2519">
                  <a:extLst>
                    <a:ext uri="{FF2B5EF4-FFF2-40B4-BE49-F238E27FC236}">
                      <a16:creationId xmlns:a16="http://schemas.microsoft.com/office/drawing/2014/main" id="{5E80A0E6-2F44-EBA1-B838-ACBBFA2A7F20}"/>
                    </a:ext>
                  </a:extLst>
                </p:cNvPr>
                <p:cNvSpPr/>
                <p:nvPr/>
              </p:nvSpPr>
              <p:spPr>
                <a:xfrm>
                  <a:off x="406587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1" name="pg2520">
                  <a:extLst>
                    <a:ext uri="{FF2B5EF4-FFF2-40B4-BE49-F238E27FC236}">
                      <a16:creationId xmlns:a16="http://schemas.microsoft.com/office/drawing/2014/main" id="{2072DB49-E959-4D6F-97E6-FA319D2FB006}"/>
                    </a:ext>
                  </a:extLst>
                </p:cNvPr>
                <p:cNvSpPr/>
                <p:nvPr/>
              </p:nvSpPr>
              <p:spPr>
                <a:xfrm>
                  <a:off x="4077510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2" name="pg2521">
                  <a:extLst>
                    <a:ext uri="{FF2B5EF4-FFF2-40B4-BE49-F238E27FC236}">
                      <a16:creationId xmlns:a16="http://schemas.microsoft.com/office/drawing/2014/main" id="{A6D7B945-9128-FB91-87C7-8DEDE849E7FD}"/>
                    </a:ext>
                  </a:extLst>
                </p:cNvPr>
                <p:cNvSpPr/>
                <p:nvPr/>
              </p:nvSpPr>
              <p:spPr>
                <a:xfrm>
                  <a:off x="4089147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3" name="pg2522">
                  <a:extLst>
                    <a:ext uri="{FF2B5EF4-FFF2-40B4-BE49-F238E27FC236}">
                      <a16:creationId xmlns:a16="http://schemas.microsoft.com/office/drawing/2014/main" id="{0BBFE5E3-2541-46F0-9F19-9168A3B9190D}"/>
                    </a:ext>
                  </a:extLst>
                </p:cNvPr>
                <p:cNvSpPr/>
                <p:nvPr/>
              </p:nvSpPr>
              <p:spPr>
                <a:xfrm>
                  <a:off x="4100784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B">
                    <a:alpha val="100000"/>
                  </a:srgbClr>
                </a:solidFill>
                <a:ln w="5420" cap="flat">
                  <a:solidFill>
                    <a:srgbClr val="48A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4" name="pg2523">
                  <a:extLst>
                    <a:ext uri="{FF2B5EF4-FFF2-40B4-BE49-F238E27FC236}">
                      <a16:creationId xmlns:a16="http://schemas.microsoft.com/office/drawing/2014/main" id="{DFA028AC-F445-1949-721E-7322C1784EB5}"/>
                    </a:ext>
                  </a:extLst>
                </p:cNvPr>
                <p:cNvSpPr/>
                <p:nvPr/>
              </p:nvSpPr>
              <p:spPr>
                <a:xfrm>
                  <a:off x="411242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5" name="pg2524">
                  <a:extLst>
                    <a:ext uri="{FF2B5EF4-FFF2-40B4-BE49-F238E27FC236}">
                      <a16:creationId xmlns:a16="http://schemas.microsoft.com/office/drawing/2014/main" id="{D3D768A6-8F2D-DB79-5D1F-CD9BCCB4A692}"/>
                    </a:ext>
                  </a:extLst>
                </p:cNvPr>
                <p:cNvSpPr/>
                <p:nvPr/>
              </p:nvSpPr>
              <p:spPr>
                <a:xfrm>
                  <a:off x="4124059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6" name="pg2525">
                  <a:extLst>
                    <a:ext uri="{FF2B5EF4-FFF2-40B4-BE49-F238E27FC236}">
                      <a16:creationId xmlns:a16="http://schemas.microsoft.com/office/drawing/2014/main" id="{DA620D1B-41E0-EBE2-1995-99674F908F62}"/>
                    </a:ext>
                  </a:extLst>
                </p:cNvPr>
                <p:cNvSpPr/>
                <p:nvPr/>
              </p:nvSpPr>
              <p:spPr>
                <a:xfrm>
                  <a:off x="4135696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7" name="pg2526">
                  <a:extLst>
                    <a:ext uri="{FF2B5EF4-FFF2-40B4-BE49-F238E27FC236}">
                      <a16:creationId xmlns:a16="http://schemas.microsoft.com/office/drawing/2014/main" id="{B7C6BFEA-086B-FEB0-FFE6-7204860F779D}"/>
                    </a:ext>
                  </a:extLst>
                </p:cNvPr>
                <p:cNvSpPr/>
                <p:nvPr/>
              </p:nvSpPr>
              <p:spPr>
                <a:xfrm>
                  <a:off x="4147334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8" name="pg2527">
                  <a:extLst>
                    <a:ext uri="{FF2B5EF4-FFF2-40B4-BE49-F238E27FC236}">
                      <a16:creationId xmlns:a16="http://schemas.microsoft.com/office/drawing/2014/main" id="{5D0A43F2-E800-B819-7DAB-74BFE1DAA782}"/>
                    </a:ext>
                  </a:extLst>
                </p:cNvPr>
                <p:cNvSpPr/>
                <p:nvPr/>
              </p:nvSpPr>
              <p:spPr>
                <a:xfrm>
                  <a:off x="4158971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29" name="pg2528">
                  <a:extLst>
                    <a:ext uri="{FF2B5EF4-FFF2-40B4-BE49-F238E27FC236}">
                      <a16:creationId xmlns:a16="http://schemas.microsoft.com/office/drawing/2014/main" id="{14DDE19D-3A88-0031-A5D7-C49598F38430}"/>
                    </a:ext>
                  </a:extLst>
                </p:cNvPr>
                <p:cNvSpPr/>
                <p:nvPr/>
              </p:nvSpPr>
              <p:spPr>
                <a:xfrm>
                  <a:off x="4228795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0" name="pg2529">
                  <a:extLst>
                    <a:ext uri="{FF2B5EF4-FFF2-40B4-BE49-F238E27FC236}">
                      <a16:creationId xmlns:a16="http://schemas.microsoft.com/office/drawing/2014/main" id="{B3A8EFB1-389B-EB00-F438-A927AAD3F8E6}"/>
                    </a:ext>
                  </a:extLst>
                </p:cNvPr>
                <p:cNvSpPr/>
                <p:nvPr/>
              </p:nvSpPr>
              <p:spPr>
                <a:xfrm>
                  <a:off x="424043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1" name="pg2530">
                  <a:extLst>
                    <a:ext uri="{FF2B5EF4-FFF2-40B4-BE49-F238E27FC236}">
                      <a16:creationId xmlns:a16="http://schemas.microsoft.com/office/drawing/2014/main" id="{4BCF82D4-9AE7-2317-7D90-77BB9F87A20E}"/>
                    </a:ext>
                  </a:extLst>
                </p:cNvPr>
                <p:cNvSpPr/>
                <p:nvPr/>
              </p:nvSpPr>
              <p:spPr>
                <a:xfrm>
                  <a:off x="4252070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2" name="pg2531">
                  <a:extLst>
                    <a:ext uri="{FF2B5EF4-FFF2-40B4-BE49-F238E27FC236}">
                      <a16:creationId xmlns:a16="http://schemas.microsoft.com/office/drawing/2014/main" id="{5EF1246E-7189-16A7-5E9C-2BFE637CFDC5}"/>
                    </a:ext>
                  </a:extLst>
                </p:cNvPr>
                <p:cNvSpPr/>
                <p:nvPr/>
              </p:nvSpPr>
              <p:spPr>
                <a:xfrm>
                  <a:off x="4263707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3" name="pg2532">
                  <a:extLst>
                    <a:ext uri="{FF2B5EF4-FFF2-40B4-BE49-F238E27FC236}">
                      <a16:creationId xmlns:a16="http://schemas.microsoft.com/office/drawing/2014/main" id="{4CF52D44-EE86-66E3-5F45-9F33383324E5}"/>
                    </a:ext>
                  </a:extLst>
                </p:cNvPr>
                <p:cNvSpPr/>
                <p:nvPr/>
              </p:nvSpPr>
              <p:spPr>
                <a:xfrm>
                  <a:off x="4275344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4" name="pg2533">
                  <a:extLst>
                    <a:ext uri="{FF2B5EF4-FFF2-40B4-BE49-F238E27FC236}">
                      <a16:creationId xmlns:a16="http://schemas.microsoft.com/office/drawing/2014/main" id="{F845DFB7-20CE-136F-4519-7378ED3DDB61}"/>
                    </a:ext>
                  </a:extLst>
                </p:cNvPr>
                <p:cNvSpPr/>
                <p:nvPr/>
              </p:nvSpPr>
              <p:spPr>
                <a:xfrm>
                  <a:off x="428698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5" name="pg2534">
                  <a:extLst>
                    <a:ext uri="{FF2B5EF4-FFF2-40B4-BE49-F238E27FC236}">
                      <a16:creationId xmlns:a16="http://schemas.microsoft.com/office/drawing/2014/main" id="{14E4B745-C4FC-7ABF-7D50-9032F2202D67}"/>
                    </a:ext>
                  </a:extLst>
                </p:cNvPr>
                <p:cNvSpPr/>
                <p:nvPr/>
              </p:nvSpPr>
              <p:spPr>
                <a:xfrm>
                  <a:off x="4298619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6" name="pg2535">
                  <a:extLst>
                    <a:ext uri="{FF2B5EF4-FFF2-40B4-BE49-F238E27FC236}">
                      <a16:creationId xmlns:a16="http://schemas.microsoft.com/office/drawing/2014/main" id="{660F47CA-E71C-A40E-DB25-BC578F6FFF3E}"/>
                    </a:ext>
                  </a:extLst>
                </p:cNvPr>
                <p:cNvSpPr/>
                <p:nvPr/>
              </p:nvSpPr>
              <p:spPr>
                <a:xfrm>
                  <a:off x="4310256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7" name="pg2536">
                  <a:extLst>
                    <a:ext uri="{FF2B5EF4-FFF2-40B4-BE49-F238E27FC236}">
                      <a16:creationId xmlns:a16="http://schemas.microsoft.com/office/drawing/2014/main" id="{5539C639-30A9-EA53-A187-63118C11CA16}"/>
                    </a:ext>
                  </a:extLst>
                </p:cNvPr>
                <p:cNvSpPr/>
                <p:nvPr/>
              </p:nvSpPr>
              <p:spPr>
                <a:xfrm>
                  <a:off x="4321894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8" name="pg2537">
                  <a:extLst>
                    <a:ext uri="{FF2B5EF4-FFF2-40B4-BE49-F238E27FC236}">
                      <a16:creationId xmlns:a16="http://schemas.microsoft.com/office/drawing/2014/main" id="{272C34DD-57AB-6F3C-4FFA-F3FDB13FC1DB}"/>
                    </a:ext>
                  </a:extLst>
                </p:cNvPr>
                <p:cNvSpPr/>
                <p:nvPr/>
              </p:nvSpPr>
              <p:spPr>
                <a:xfrm>
                  <a:off x="4333531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DAA">
                    <a:alpha val="100000"/>
                  </a:srgbClr>
                </a:solidFill>
                <a:ln w="5420" cap="flat">
                  <a:solidFill>
                    <a:srgbClr val="3B9D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39" name="pg2538">
                  <a:extLst>
                    <a:ext uri="{FF2B5EF4-FFF2-40B4-BE49-F238E27FC236}">
                      <a16:creationId xmlns:a16="http://schemas.microsoft.com/office/drawing/2014/main" id="{D85C97F4-D704-E817-D8D6-4631F3C69468}"/>
                    </a:ext>
                  </a:extLst>
                </p:cNvPr>
                <p:cNvSpPr/>
                <p:nvPr/>
              </p:nvSpPr>
              <p:spPr>
                <a:xfrm>
                  <a:off x="4345168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0" name="pg2539">
                  <a:extLst>
                    <a:ext uri="{FF2B5EF4-FFF2-40B4-BE49-F238E27FC236}">
                      <a16:creationId xmlns:a16="http://schemas.microsoft.com/office/drawing/2014/main" id="{F8AE2467-F6B7-69E8-5F6A-5B707B6D2E5D}"/>
                    </a:ext>
                  </a:extLst>
                </p:cNvPr>
                <p:cNvSpPr/>
                <p:nvPr/>
              </p:nvSpPr>
              <p:spPr>
                <a:xfrm>
                  <a:off x="4554640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1" name="pg2540">
                  <a:extLst>
                    <a:ext uri="{FF2B5EF4-FFF2-40B4-BE49-F238E27FC236}">
                      <a16:creationId xmlns:a16="http://schemas.microsoft.com/office/drawing/2014/main" id="{8F8FD6AB-8C0E-2E21-39AD-34CF0C23BDD3}"/>
                    </a:ext>
                  </a:extLst>
                </p:cNvPr>
                <p:cNvSpPr/>
                <p:nvPr/>
              </p:nvSpPr>
              <p:spPr>
                <a:xfrm>
                  <a:off x="4566278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2" name="pg2541">
                  <a:extLst>
                    <a:ext uri="{FF2B5EF4-FFF2-40B4-BE49-F238E27FC236}">
                      <a16:creationId xmlns:a16="http://schemas.microsoft.com/office/drawing/2014/main" id="{FD896F1B-BE88-D6C6-A909-BF89A0A1DF6D}"/>
                    </a:ext>
                  </a:extLst>
                </p:cNvPr>
                <p:cNvSpPr/>
                <p:nvPr/>
              </p:nvSpPr>
              <p:spPr>
                <a:xfrm>
                  <a:off x="4577915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5A2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3" name="pg2542">
                  <a:extLst>
                    <a:ext uri="{FF2B5EF4-FFF2-40B4-BE49-F238E27FC236}">
                      <a16:creationId xmlns:a16="http://schemas.microsoft.com/office/drawing/2014/main" id="{84631361-E82C-010C-B66D-362E5F0704F3}"/>
                    </a:ext>
                  </a:extLst>
                </p:cNvPr>
                <p:cNvSpPr/>
                <p:nvPr/>
              </p:nvSpPr>
              <p:spPr>
                <a:xfrm>
                  <a:off x="4589552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4" name="pg2543">
                  <a:extLst>
                    <a:ext uri="{FF2B5EF4-FFF2-40B4-BE49-F238E27FC236}">
                      <a16:creationId xmlns:a16="http://schemas.microsoft.com/office/drawing/2014/main" id="{D7D664CB-D85E-F0D7-B268-43A58DFBE223}"/>
                    </a:ext>
                  </a:extLst>
                </p:cNvPr>
                <p:cNvSpPr/>
                <p:nvPr/>
              </p:nvSpPr>
              <p:spPr>
                <a:xfrm>
                  <a:off x="4601190" y="473849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A77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5" name="pg2544">
                  <a:extLst>
                    <a:ext uri="{FF2B5EF4-FFF2-40B4-BE49-F238E27FC236}">
                      <a16:creationId xmlns:a16="http://schemas.microsoft.com/office/drawing/2014/main" id="{1891C0D9-DBB6-228C-2784-25A0CA580F1C}"/>
                    </a:ext>
                  </a:extLst>
                </p:cNvPr>
                <p:cNvSpPr/>
                <p:nvPr/>
              </p:nvSpPr>
              <p:spPr>
                <a:xfrm>
                  <a:off x="3146523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6" name="pg2545">
                  <a:extLst>
                    <a:ext uri="{FF2B5EF4-FFF2-40B4-BE49-F238E27FC236}">
                      <a16:creationId xmlns:a16="http://schemas.microsoft.com/office/drawing/2014/main" id="{C9084594-5E08-C743-FF24-621EF4ABC95E}"/>
                    </a:ext>
                  </a:extLst>
                </p:cNvPr>
                <p:cNvSpPr/>
                <p:nvPr/>
              </p:nvSpPr>
              <p:spPr>
                <a:xfrm>
                  <a:off x="3158161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7" name="pg2546">
                  <a:extLst>
                    <a:ext uri="{FF2B5EF4-FFF2-40B4-BE49-F238E27FC236}">
                      <a16:creationId xmlns:a16="http://schemas.microsoft.com/office/drawing/2014/main" id="{5D077F21-1821-D897-D460-B44D6ACCE2E2}"/>
                    </a:ext>
                  </a:extLst>
                </p:cNvPr>
                <p:cNvSpPr/>
                <p:nvPr/>
              </p:nvSpPr>
              <p:spPr>
                <a:xfrm>
                  <a:off x="3169798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8" name="pg2547">
                  <a:extLst>
                    <a:ext uri="{FF2B5EF4-FFF2-40B4-BE49-F238E27FC236}">
                      <a16:creationId xmlns:a16="http://schemas.microsoft.com/office/drawing/2014/main" id="{DCB35A78-1713-5B22-A873-046F97CB6AC2}"/>
                    </a:ext>
                  </a:extLst>
                </p:cNvPr>
                <p:cNvSpPr/>
                <p:nvPr/>
              </p:nvSpPr>
              <p:spPr>
                <a:xfrm>
                  <a:off x="3227985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49" name="pg2548">
                  <a:extLst>
                    <a:ext uri="{FF2B5EF4-FFF2-40B4-BE49-F238E27FC236}">
                      <a16:creationId xmlns:a16="http://schemas.microsoft.com/office/drawing/2014/main" id="{23ADF8D4-3955-F1F4-ACC0-DE7726201ECC}"/>
                    </a:ext>
                  </a:extLst>
                </p:cNvPr>
                <p:cNvSpPr/>
                <p:nvPr/>
              </p:nvSpPr>
              <p:spPr>
                <a:xfrm>
                  <a:off x="3239622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0" name="pg2549">
                  <a:extLst>
                    <a:ext uri="{FF2B5EF4-FFF2-40B4-BE49-F238E27FC236}">
                      <a16:creationId xmlns:a16="http://schemas.microsoft.com/office/drawing/2014/main" id="{E3F58DF7-3CB1-8D15-58BE-066501421C4E}"/>
                    </a:ext>
                  </a:extLst>
                </p:cNvPr>
                <p:cNvSpPr/>
                <p:nvPr/>
              </p:nvSpPr>
              <p:spPr>
                <a:xfrm>
                  <a:off x="3251259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1" name="pg2550">
                  <a:extLst>
                    <a:ext uri="{FF2B5EF4-FFF2-40B4-BE49-F238E27FC236}">
                      <a16:creationId xmlns:a16="http://schemas.microsoft.com/office/drawing/2014/main" id="{BEE1770B-1DF2-C8FB-A157-95D56D4AD8D4}"/>
                    </a:ext>
                  </a:extLst>
                </p:cNvPr>
                <p:cNvSpPr/>
                <p:nvPr/>
              </p:nvSpPr>
              <p:spPr>
                <a:xfrm>
                  <a:off x="3262897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2" name="pg2551">
                  <a:extLst>
                    <a:ext uri="{FF2B5EF4-FFF2-40B4-BE49-F238E27FC236}">
                      <a16:creationId xmlns:a16="http://schemas.microsoft.com/office/drawing/2014/main" id="{71864F7C-D326-C679-3A73-1EBB3A16353C}"/>
                    </a:ext>
                  </a:extLst>
                </p:cNvPr>
                <p:cNvSpPr/>
                <p:nvPr/>
              </p:nvSpPr>
              <p:spPr>
                <a:xfrm>
                  <a:off x="3274534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3" name="pg2552">
                  <a:extLst>
                    <a:ext uri="{FF2B5EF4-FFF2-40B4-BE49-F238E27FC236}">
                      <a16:creationId xmlns:a16="http://schemas.microsoft.com/office/drawing/2014/main" id="{E48F8E11-7914-26B8-9A7B-F2C27D1422CB}"/>
                    </a:ext>
                  </a:extLst>
                </p:cNvPr>
                <p:cNvSpPr/>
                <p:nvPr/>
              </p:nvSpPr>
              <p:spPr>
                <a:xfrm>
                  <a:off x="3286171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4" name="pg2553">
                  <a:extLst>
                    <a:ext uri="{FF2B5EF4-FFF2-40B4-BE49-F238E27FC236}">
                      <a16:creationId xmlns:a16="http://schemas.microsoft.com/office/drawing/2014/main" id="{2B1C4AA1-9C67-DA4B-91C0-EAA2A383D23F}"/>
                    </a:ext>
                  </a:extLst>
                </p:cNvPr>
                <p:cNvSpPr/>
                <p:nvPr/>
              </p:nvSpPr>
              <p:spPr>
                <a:xfrm>
                  <a:off x="3297809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5" name="pg2554">
                  <a:extLst>
                    <a:ext uri="{FF2B5EF4-FFF2-40B4-BE49-F238E27FC236}">
                      <a16:creationId xmlns:a16="http://schemas.microsoft.com/office/drawing/2014/main" id="{4481606A-C79A-EF17-6DE6-29ABA9FF56BC}"/>
                    </a:ext>
                  </a:extLst>
                </p:cNvPr>
                <p:cNvSpPr/>
                <p:nvPr/>
              </p:nvSpPr>
              <p:spPr>
                <a:xfrm>
                  <a:off x="3309446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6" name="pg2555">
                  <a:extLst>
                    <a:ext uri="{FF2B5EF4-FFF2-40B4-BE49-F238E27FC236}">
                      <a16:creationId xmlns:a16="http://schemas.microsoft.com/office/drawing/2014/main" id="{49949062-7C2A-5664-502F-AC9609381B19}"/>
                    </a:ext>
                  </a:extLst>
                </p:cNvPr>
                <p:cNvSpPr/>
                <p:nvPr/>
              </p:nvSpPr>
              <p:spPr>
                <a:xfrm>
                  <a:off x="3321083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7" name="pg2556">
                  <a:extLst>
                    <a:ext uri="{FF2B5EF4-FFF2-40B4-BE49-F238E27FC236}">
                      <a16:creationId xmlns:a16="http://schemas.microsoft.com/office/drawing/2014/main" id="{DAE33EDC-D076-CADC-C595-F430D1868FA6}"/>
                    </a:ext>
                  </a:extLst>
                </p:cNvPr>
                <p:cNvSpPr/>
                <p:nvPr/>
              </p:nvSpPr>
              <p:spPr>
                <a:xfrm>
                  <a:off x="3332721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8" name="pg2557">
                  <a:extLst>
                    <a:ext uri="{FF2B5EF4-FFF2-40B4-BE49-F238E27FC236}">
                      <a16:creationId xmlns:a16="http://schemas.microsoft.com/office/drawing/2014/main" id="{8A92B47E-AA0A-F8A2-DB80-E9D370B92EE1}"/>
                    </a:ext>
                  </a:extLst>
                </p:cNvPr>
                <p:cNvSpPr/>
                <p:nvPr/>
              </p:nvSpPr>
              <p:spPr>
                <a:xfrm>
                  <a:off x="3344358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59" name="pg2558">
                  <a:extLst>
                    <a:ext uri="{FF2B5EF4-FFF2-40B4-BE49-F238E27FC236}">
                      <a16:creationId xmlns:a16="http://schemas.microsoft.com/office/drawing/2014/main" id="{D59D67DE-40FF-8C91-A75C-0A8184541963}"/>
                    </a:ext>
                  </a:extLst>
                </p:cNvPr>
                <p:cNvSpPr/>
                <p:nvPr/>
              </p:nvSpPr>
              <p:spPr>
                <a:xfrm>
                  <a:off x="3437457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0" name="pg2559">
                  <a:extLst>
                    <a:ext uri="{FF2B5EF4-FFF2-40B4-BE49-F238E27FC236}">
                      <a16:creationId xmlns:a16="http://schemas.microsoft.com/office/drawing/2014/main" id="{439C867D-0084-3F34-081F-6D565376A356}"/>
                    </a:ext>
                  </a:extLst>
                </p:cNvPr>
                <p:cNvSpPr/>
                <p:nvPr/>
              </p:nvSpPr>
              <p:spPr>
                <a:xfrm>
                  <a:off x="3449094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1" name="pg2560">
                  <a:extLst>
                    <a:ext uri="{FF2B5EF4-FFF2-40B4-BE49-F238E27FC236}">
                      <a16:creationId xmlns:a16="http://schemas.microsoft.com/office/drawing/2014/main" id="{31F73F48-3ED5-4A71-E716-26C0B5550219}"/>
                    </a:ext>
                  </a:extLst>
                </p:cNvPr>
                <p:cNvSpPr/>
                <p:nvPr/>
              </p:nvSpPr>
              <p:spPr>
                <a:xfrm>
                  <a:off x="3460731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2" name="pg2561">
                  <a:extLst>
                    <a:ext uri="{FF2B5EF4-FFF2-40B4-BE49-F238E27FC236}">
                      <a16:creationId xmlns:a16="http://schemas.microsoft.com/office/drawing/2014/main" id="{9869E3C1-2EFD-32FB-1704-05F6510985B8}"/>
                    </a:ext>
                  </a:extLst>
                </p:cNvPr>
                <p:cNvSpPr/>
                <p:nvPr/>
              </p:nvSpPr>
              <p:spPr>
                <a:xfrm>
                  <a:off x="3472369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3" name="pg2562">
                  <a:extLst>
                    <a:ext uri="{FF2B5EF4-FFF2-40B4-BE49-F238E27FC236}">
                      <a16:creationId xmlns:a16="http://schemas.microsoft.com/office/drawing/2014/main" id="{0A8E6076-7D7C-A829-4FD3-03ED65C82CD4}"/>
                    </a:ext>
                  </a:extLst>
                </p:cNvPr>
                <p:cNvSpPr/>
                <p:nvPr/>
              </p:nvSpPr>
              <p:spPr>
                <a:xfrm>
                  <a:off x="3484006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4" name="pg2563">
                  <a:extLst>
                    <a:ext uri="{FF2B5EF4-FFF2-40B4-BE49-F238E27FC236}">
                      <a16:creationId xmlns:a16="http://schemas.microsoft.com/office/drawing/2014/main" id="{616949C0-69EC-77AF-EFED-66872CDAC560}"/>
                    </a:ext>
                  </a:extLst>
                </p:cNvPr>
                <p:cNvSpPr/>
                <p:nvPr/>
              </p:nvSpPr>
              <p:spPr>
                <a:xfrm>
                  <a:off x="3600379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5" name="pg2564">
                  <a:extLst>
                    <a:ext uri="{FF2B5EF4-FFF2-40B4-BE49-F238E27FC236}">
                      <a16:creationId xmlns:a16="http://schemas.microsoft.com/office/drawing/2014/main" id="{8C2D925C-9C6D-EAE6-C29D-77B3AEE0188D}"/>
                    </a:ext>
                  </a:extLst>
                </p:cNvPr>
                <p:cNvSpPr/>
                <p:nvPr/>
              </p:nvSpPr>
              <p:spPr>
                <a:xfrm>
                  <a:off x="3612016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6" name="pg2565">
                  <a:extLst>
                    <a:ext uri="{FF2B5EF4-FFF2-40B4-BE49-F238E27FC236}">
                      <a16:creationId xmlns:a16="http://schemas.microsoft.com/office/drawing/2014/main" id="{F1EF67A8-1C9E-3E72-535E-E754D91E21E7}"/>
                    </a:ext>
                  </a:extLst>
                </p:cNvPr>
                <p:cNvSpPr/>
                <p:nvPr/>
              </p:nvSpPr>
              <p:spPr>
                <a:xfrm>
                  <a:off x="3623654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7" name="pg2566">
                  <a:extLst>
                    <a:ext uri="{FF2B5EF4-FFF2-40B4-BE49-F238E27FC236}">
                      <a16:creationId xmlns:a16="http://schemas.microsoft.com/office/drawing/2014/main" id="{0A9FCC23-E363-77E1-6291-34AC5644F731}"/>
                    </a:ext>
                  </a:extLst>
                </p:cNvPr>
                <p:cNvSpPr/>
                <p:nvPr/>
              </p:nvSpPr>
              <p:spPr>
                <a:xfrm>
                  <a:off x="3635291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8" name="pg2567">
                  <a:extLst>
                    <a:ext uri="{FF2B5EF4-FFF2-40B4-BE49-F238E27FC236}">
                      <a16:creationId xmlns:a16="http://schemas.microsoft.com/office/drawing/2014/main" id="{923CD9E4-402D-1496-7E8D-A500676C6FD0}"/>
                    </a:ext>
                  </a:extLst>
                </p:cNvPr>
                <p:cNvSpPr/>
                <p:nvPr/>
              </p:nvSpPr>
              <p:spPr>
                <a:xfrm>
                  <a:off x="3646928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69" name="pg2568">
                  <a:extLst>
                    <a:ext uri="{FF2B5EF4-FFF2-40B4-BE49-F238E27FC236}">
                      <a16:creationId xmlns:a16="http://schemas.microsoft.com/office/drawing/2014/main" id="{B5BB5F72-7F79-9B10-5AFE-C8520998C572}"/>
                    </a:ext>
                  </a:extLst>
                </p:cNvPr>
                <p:cNvSpPr/>
                <p:nvPr/>
              </p:nvSpPr>
              <p:spPr>
                <a:xfrm>
                  <a:off x="3658566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0" name="pg2569">
                  <a:extLst>
                    <a:ext uri="{FF2B5EF4-FFF2-40B4-BE49-F238E27FC236}">
                      <a16:creationId xmlns:a16="http://schemas.microsoft.com/office/drawing/2014/main" id="{871811A6-9DF3-BC97-2921-724054817BD0}"/>
                    </a:ext>
                  </a:extLst>
                </p:cNvPr>
                <p:cNvSpPr/>
                <p:nvPr/>
              </p:nvSpPr>
              <p:spPr>
                <a:xfrm>
                  <a:off x="3670203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1" name="pg2570">
                  <a:extLst>
                    <a:ext uri="{FF2B5EF4-FFF2-40B4-BE49-F238E27FC236}">
                      <a16:creationId xmlns:a16="http://schemas.microsoft.com/office/drawing/2014/main" id="{E08EE6F3-B142-4126-1932-83F4886D36D9}"/>
                    </a:ext>
                  </a:extLst>
                </p:cNvPr>
                <p:cNvSpPr/>
                <p:nvPr/>
              </p:nvSpPr>
              <p:spPr>
                <a:xfrm>
                  <a:off x="3681840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2" name="pg2571">
                  <a:extLst>
                    <a:ext uri="{FF2B5EF4-FFF2-40B4-BE49-F238E27FC236}">
                      <a16:creationId xmlns:a16="http://schemas.microsoft.com/office/drawing/2014/main" id="{6641AC53-AF22-E136-CF85-6411F908BBFC}"/>
                    </a:ext>
                  </a:extLst>
                </p:cNvPr>
                <p:cNvSpPr/>
                <p:nvPr/>
              </p:nvSpPr>
              <p:spPr>
                <a:xfrm>
                  <a:off x="3693478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3" name="pg2572">
                  <a:extLst>
                    <a:ext uri="{FF2B5EF4-FFF2-40B4-BE49-F238E27FC236}">
                      <a16:creationId xmlns:a16="http://schemas.microsoft.com/office/drawing/2014/main" id="{AF4DCB25-BE39-33A3-4B69-A1902B0511D3}"/>
                    </a:ext>
                  </a:extLst>
                </p:cNvPr>
                <p:cNvSpPr/>
                <p:nvPr/>
              </p:nvSpPr>
              <p:spPr>
                <a:xfrm>
                  <a:off x="3705115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4" name="pg2573">
                  <a:extLst>
                    <a:ext uri="{FF2B5EF4-FFF2-40B4-BE49-F238E27FC236}">
                      <a16:creationId xmlns:a16="http://schemas.microsoft.com/office/drawing/2014/main" id="{701306D8-2460-267B-7A3E-2E071B872EE8}"/>
                    </a:ext>
                  </a:extLst>
                </p:cNvPr>
                <p:cNvSpPr/>
                <p:nvPr/>
              </p:nvSpPr>
              <p:spPr>
                <a:xfrm>
                  <a:off x="3716752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5" name="pg2574">
                  <a:extLst>
                    <a:ext uri="{FF2B5EF4-FFF2-40B4-BE49-F238E27FC236}">
                      <a16:creationId xmlns:a16="http://schemas.microsoft.com/office/drawing/2014/main" id="{7FDB19F1-214B-94E7-FD2C-AB60901D71A1}"/>
                    </a:ext>
                  </a:extLst>
                </p:cNvPr>
                <p:cNvSpPr/>
                <p:nvPr/>
              </p:nvSpPr>
              <p:spPr>
                <a:xfrm>
                  <a:off x="3728390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6" name="pg2575">
                  <a:extLst>
                    <a:ext uri="{FF2B5EF4-FFF2-40B4-BE49-F238E27FC236}">
                      <a16:creationId xmlns:a16="http://schemas.microsoft.com/office/drawing/2014/main" id="{809DFAED-244D-54D7-6B28-3C1383B5A64E}"/>
                    </a:ext>
                  </a:extLst>
                </p:cNvPr>
                <p:cNvSpPr/>
                <p:nvPr/>
              </p:nvSpPr>
              <p:spPr>
                <a:xfrm>
                  <a:off x="3740027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7D0AF">
                    <a:alpha val="100000"/>
                  </a:srgbClr>
                </a:solidFill>
                <a:ln w="5420" cap="flat">
                  <a:solidFill>
                    <a:srgbClr val="67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7" name="pg2576">
                  <a:extLst>
                    <a:ext uri="{FF2B5EF4-FFF2-40B4-BE49-F238E27FC236}">
                      <a16:creationId xmlns:a16="http://schemas.microsoft.com/office/drawing/2014/main" id="{60B26E87-B0E9-8356-6F1D-A229759B3BBF}"/>
                    </a:ext>
                  </a:extLst>
                </p:cNvPr>
                <p:cNvSpPr/>
                <p:nvPr/>
              </p:nvSpPr>
              <p:spPr>
                <a:xfrm>
                  <a:off x="3751664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8" name="pg2577">
                  <a:extLst>
                    <a:ext uri="{FF2B5EF4-FFF2-40B4-BE49-F238E27FC236}">
                      <a16:creationId xmlns:a16="http://schemas.microsoft.com/office/drawing/2014/main" id="{CB0787F5-4287-1F6F-ACA5-19231040A2CA}"/>
                    </a:ext>
                  </a:extLst>
                </p:cNvPr>
                <p:cNvSpPr/>
                <p:nvPr/>
              </p:nvSpPr>
              <p:spPr>
                <a:xfrm>
                  <a:off x="4100784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DAB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79" name="pg2578">
                  <a:extLst>
                    <a:ext uri="{FF2B5EF4-FFF2-40B4-BE49-F238E27FC236}">
                      <a16:creationId xmlns:a16="http://schemas.microsoft.com/office/drawing/2014/main" id="{2FF43A28-94B3-502D-ADD3-C1504DAB3452}"/>
                    </a:ext>
                  </a:extLst>
                </p:cNvPr>
                <p:cNvSpPr/>
                <p:nvPr/>
              </p:nvSpPr>
              <p:spPr>
                <a:xfrm>
                  <a:off x="4112422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0" name="pg2579">
                  <a:extLst>
                    <a:ext uri="{FF2B5EF4-FFF2-40B4-BE49-F238E27FC236}">
                      <a16:creationId xmlns:a16="http://schemas.microsoft.com/office/drawing/2014/main" id="{6575BAB2-E8D8-9FF2-3455-FF8B25050190}"/>
                    </a:ext>
                  </a:extLst>
                </p:cNvPr>
                <p:cNvSpPr/>
                <p:nvPr/>
              </p:nvSpPr>
              <p:spPr>
                <a:xfrm>
                  <a:off x="4124059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1" name="pg2580">
                  <a:extLst>
                    <a:ext uri="{FF2B5EF4-FFF2-40B4-BE49-F238E27FC236}">
                      <a16:creationId xmlns:a16="http://schemas.microsoft.com/office/drawing/2014/main" id="{D09501F7-A0B0-8873-9CAF-45AA247EAC84}"/>
                    </a:ext>
                  </a:extLst>
                </p:cNvPr>
                <p:cNvSpPr/>
                <p:nvPr/>
              </p:nvSpPr>
              <p:spPr>
                <a:xfrm>
                  <a:off x="4135696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2" name="pg2581">
                  <a:extLst>
                    <a:ext uri="{FF2B5EF4-FFF2-40B4-BE49-F238E27FC236}">
                      <a16:creationId xmlns:a16="http://schemas.microsoft.com/office/drawing/2014/main" id="{FE03E7AC-7BE3-1139-3FFE-E635DF5154EF}"/>
                    </a:ext>
                  </a:extLst>
                </p:cNvPr>
                <p:cNvSpPr/>
                <p:nvPr/>
              </p:nvSpPr>
              <p:spPr>
                <a:xfrm>
                  <a:off x="4147334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B">
                    <a:alpha val="100000"/>
                  </a:srgbClr>
                </a:solidFill>
                <a:ln w="5420" cap="flat">
                  <a:solidFill>
                    <a:srgbClr val="48A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3" name="pg2582">
                  <a:extLst>
                    <a:ext uri="{FF2B5EF4-FFF2-40B4-BE49-F238E27FC236}">
                      <a16:creationId xmlns:a16="http://schemas.microsoft.com/office/drawing/2014/main" id="{319B7AD8-1DA9-C60B-5B73-3671084E9057}"/>
                    </a:ext>
                  </a:extLst>
                </p:cNvPr>
                <p:cNvSpPr/>
                <p:nvPr/>
              </p:nvSpPr>
              <p:spPr>
                <a:xfrm>
                  <a:off x="4158971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4" name="pg2583">
                  <a:extLst>
                    <a:ext uri="{FF2B5EF4-FFF2-40B4-BE49-F238E27FC236}">
                      <a16:creationId xmlns:a16="http://schemas.microsoft.com/office/drawing/2014/main" id="{CEAC406D-835A-527A-5893-279E85C9A7B8}"/>
                    </a:ext>
                  </a:extLst>
                </p:cNvPr>
                <p:cNvSpPr/>
                <p:nvPr/>
              </p:nvSpPr>
              <p:spPr>
                <a:xfrm>
                  <a:off x="4170608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5" name="pg2584">
                  <a:extLst>
                    <a:ext uri="{FF2B5EF4-FFF2-40B4-BE49-F238E27FC236}">
                      <a16:creationId xmlns:a16="http://schemas.microsoft.com/office/drawing/2014/main" id="{90F0C7FC-EB1B-959A-15D3-72D5AB144FD6}"/>
                    </a:ext>
                  </a:extLst>
                </p:cNvPr>
                <p:cNvSpPr/>
                <p:nvPr/>
              </p:nvSpPr>
              <p:spPr>
                <a:xfrm>
                  <a:off x="4193883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6" name="pg2585">
                  <a:extLst>
                    <a:ext uri="{FF2B5EF4-FFF2-40B4-BE49-F238E27FC236}">
                      <a16:creationId xmlns:a16="http://schemas.microsoft.com/office/drawing/2014/main" id="{F25EF9D6-85B9-49C3-1CEE-20E433C75EB9}"/>
                    </a:ext>
                  </a:extLst>
                </p:cNvPr>
                <p:cNvSpPr/>
                <p:nvPr/>
              </p:nvSpPr>
              <p:spPr>
                <a:xfrm>
                  <a:off x="4205520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7" name="pg2586">
                  <a:extLst>
                    <a:ext uri="{FF2B5EF4-FFF2-40B4-BE49-F238E27FC236}">
                      <a16:creationId xmlns:a16="http://schemas.microsoft.com/office/drawing/2014/main" id="{C71A32DB-C615-5E1A-63A0-93EACC501DE6}"/>
                    </a:ext>
                  </a:extLst>
                </p:cNvPr>
                <p:cNvSpPr/>
                <p:nvPr/>
              </p:nvSpPr>
              <p:spPr>
                <a:xfrm>
                  <a:off x="4217158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8AA">
                    <a:alpha val="100000"/>
                  </a:srgbClr>
                </a:solidFill>
                <a:ln w="5420" cap="flat">
                  <a:solidFill>
                    <a:srgbClr val="44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8" name="pg2587">
                  <a:extLst>
                    <a:ext uri="{FF2B5EF4-FFF2-40B4-BE49-F238E27FC236}">
                      <a16:creationId xmlns:a16="http://schemas.microsoft.com/office/drawing/2014/main" id="{2D038E1D-F07B-B02C-2454-AE797552F684}"/>
                    </a:ext>
                  </a:extLst>
                </p:cNvPr>
                <p:cNvSpPr/>
                <p:nvPr/>
              </p:nvSpPr>
              <p:spPr>
                <a:xfrm>
                  <a:off x="4228795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89" name="pg2588">
                  <a:extLst>
                    <a:ext uri="{FF2B5EF4-FFF2-40B4-BE49-F238E27FC236}">
                      <a16:creationId xmlns:a16="http://schemas.microsoft.com/office/drawing/2014/main" id="{BD0018D3-C400-DB44-2401-943BE7A6F763}"/>
                    </a:ext>
                  </a:extLst>
                </p:cNvPr>
                <p:cNvSpPr/>
                <p:nvPr/>
              </p:nvSpPr>
              <p:spPr>
                <a:xfrm>
                  <a:off x="4240432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0" name="pg2589">
                  <a:extLst>
                    <a:ext uri="{FF2B5EF4-FFF2-40B4-BE49-F238E27FC236}">
                      <a16:creationId xmlns:a16="http://schemas.microsoft.com/office/drawing/2014/main" id="{52B39CCA-7AAE-897A-3A33-F9E98DC10E10}"/>
                    </a:ext>
                  </a:extLst>
                </p:cNvPr>
                <p:cNvSpPr/>
                <p:nvPr/>
              </p:nvSpPr>
              <p:spPr>
                <a:xfrm>
                  <a:off x="4252070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3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1" name="pg2590">
                  <a:extLst>
                    <a:ext uri="{FF2B5EF4-FFF2-40B4-BE49-F238E27FC236}">
                      <a16:creationId xmlns:a16="http://schemas.microsoft.com/office/drawing/2014/main" id="{38EE27E3-B37C-0B91-825D-6FB200F65104}"/>
                    </a:ext>
                  </a:extLst>
                </p:cNvPr>
                <p:cNvSpPr/>
                <p:nvPr/>
              </p:nvSpPr>
              <p:spPr>
                <a:xfrm>
                  <a:off x="4263707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2" name="pg2591">
                  <a:extLst>
                    <a:ext uri="{FF2B5EF4-FFF2-40B4-BE49-F238E27FC236}">
                      <a16:creationId xmlns:a16="http://schemas.microsoft.com/office/drawing/2014/main" id="{D3D5A400-125A-87A8-5541-5653AFB06207}"/>
                    </a:ext>
                  </a:extLst>
                </p:cNvPr>
                <p:cNvSpPr/>
                <p:nvPr/>
              </p:nvSpPr>
              <p:spPr>
                <a:xfrm>
                  <a:off x="4275344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3" name="pg2592">
                  <a:extLst>
                    <a:ext uri="{FF2B5EF4-FFF2-40B4-BE49-F238E27FC236}">
                      <a16:creationId xmlns:a16="http://schemas.microsoft.com/office/drawing/2014/main" id="{3F09C821-12DA-B638-1246-99DC3D820B4C}"/>
                    </a:ext>
                  </a:extLst>
                </p:cNvPr>
                <p:cNvSpPr/>
                <p:nvPr/>
              </p:nvSpPr>
              <p:spPr>
                <a:xfrm>
                  <a:off x="4286982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3AA">
                    <a:alpha val="100000"/>
                  </a:srgbClr>
                </a:solidFill>
                <a:ln w="5420" cap="flat">
                  <a:solidFill>
                    <a:srgbClr val="41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4" name="pg2593">
                  <a:extLst>
                    <a:ext uri="{FF2B5EF4-FFF2-40B4-BE49-F238E27FC236}">
                      <a16:creationId xmlns:a16="http://schemas.microsoft.com/office/drawing/2014/main" id="{956DE158-AB87-686F-4C3E-59BEF6D93934}"/>
                    </a:ext>
                  </a:extLst>
                </p:cNvPr>
                <p:cNvSpPr/>
                <p:nvPr/>
              </p:nvSpPr>
              <p:spPr>
                <a:xfrm>
                  <a:off x="4298619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5" name="pg2594">
                  <a:extLst>
                    <a:ext uri="{FF2B5EF4-FFF2-40B4-BE49-F238E27FC236}">
                      <a16:creationId xmlns:a16="http://schemas.microsoft.com/office/drawing/2014/main" id="{E80ADE13-DC64-A1CE-9B98-C59EB46786F3}"/>
                    </a:ext>
                  </a:extLst>
                </p:cNvPr>
                <p:cNvSpPr/>
                <p:nvPr/>
              </p:nvSpPr>
              <p:spPr>
                <a:xfrm>
                  <a:off x="4310256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6" name="pg2595">
                  <a:extLst>
                    <a:ext uri="{FF2B5EF4-FFF2-40B4-BE49-F238E27FC236}">
                      <a16:creationId xmlns:a16="http://schemas.microsoft.com/office/drawing/2014/main" id="{EE6125ED-6228-7CA7-2127-B4CA6D51BA93}"/>
                    </a:ext>
                  </a:extLst>
                </p:cNvPr>
                <p:cNvSpPr/>
                <p:nvPr/>
              </p:nvSpPr>
              <p:spPr>
                <a:xfrm>
                  <a:off x="4321894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7" name="pg2596">
                  <a:extLst>
                    <a:ext uri="{FF2B5EF4-FFF2-40B4-BE49-F238E27FC236}">
                      <a16:creationId xmlns:a16="http://schemas.microsoft.com/office/drawing/2014/main" id="{EC62C42A-AC13-36F4-27DB-467FF007F8D6}"/>
                    </a:ext>
                  </a:extLst>
                </p:cNvPr>
                <p:cNvSpPr/>
                <p:nvPr/>
              </p:nvSpPr>
              <p:spPr>
                <a:xfrm>
                  <a:off x="4333531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8" name="pg2597">
                  <a:extLst>
                    <a:ext uri="{FF2B5EF4-FFF2-40B4-BE49-F238E27FC236}">
                      <a16:creationId xmlns:a16="http://schemas.microsoft.com/office/drawing/2014/main" id="{DE7A2C6C-7261-E4AE-F5CA-EF3BF1346F09}"/>
                    </a:ext>
                  </a:extLst>
                </p:cNvPr>
                <p:cNvSpPr/>
                <p:nvPr/>
              </p:nvSpPr>
              <p:spPr>
                <a:xfrm>
                  <a:off x="4345168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999" name="pg2598">
                  <a:extLst>
                    <a:ext uri="{FF2B5EF4-FFF2-40B4-BE49-F238E27FC236}">
                      <a16:creationId xmlns:a16="http://schemas.microsoft.com/office/drawing/2014/main" id="{63CE036C-7341-E174-4239-A36F1971B332}"/>
                    </a:ext>
                  </a:extLst>
                </p:cNvPr>
                <p:cNvSpPr/>
                <p:nvPr/>
              </p:nvSpPr>
              <p:spPr>
                <a:xfrm>
                  <a:off x="4356806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0" name="pg2599">
                  <a:extLst>
                    <a:ext uri="{FF2B5EF4-FFF2-40B4-BE49-F238E27FC236}">
                      <a16:creationId xmlns:a16="http://schemas.microsoft.com/office/drawing/2014/main" id="{784F0E16-3860-D6F5-B314-CFD4EE4EE8EE}"/>
                    </a:ext>
                  </a:extLst>
                </p:cNvPr>
                <p:cNvSpPr/>
                <p:nvPr/>
              </p:nvSpPr>
              <p:spPr>
                <a:xfrm>
                  <a:off x="4566278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1" name="pg2600">
                  <a:extLst>
                    <a:ext uri="{FF2B5EF4-FFF2-40B4-BE49-F238E27FC236}">
                      <a16:creationId xmlns:a16="http://schemas.microsoft.com/office/drawing/2014/main" id="{BA944CE1-0749-E82A-7D5A-A1E3D053D8DE}"/>
                    </a:ext>
                  </a:extLst>
                </p:cNvPr>
                <p:cNvSpPr/>
                <p:nvPr/>
              </p:nvSpPr>
              <p:spPr>
                <a:xfrm>
                  <a:off x="4577915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2" name="pg2601">
                  <a:extLst>
                    <a:ext uri="{FF2B5EF4-FFF2-40B4-BE49-F238E27FC236}">
                      <a16:creationId xmlns:a16="http://schemas.microsoft.com/office/drawing/2014/main" id="{EB9621EC-47D5-2966-304A-EFF6B5C8D306}"/>
                    </a:ext>
                  </a:extLst>
                </p:cNvPr>
                <p:cNvSpPr/>
                <p:nvPr/>
              </p:nvSpPr>
              <p:spPr>
                <a:xfrm>
                  <a:off x="4589552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3" name="pg2602">
                  <a:extLst>
                    <a:ext uri="{FF2B5EF4-FFF2-40B4-BE49-F238E27FC236}">
                      <a16:creationId xmlns:a16="http://schemas.microsoft.com/office/drawing/2014/main" id="{1D97BA93-B335-4DCF-2CEA-497033108316}"/>
                    </a:ext>
                  </a:extLst>
                </p:cNvPr>
                <p:cNvSpPr/>
                <p:nvPr/>
              </p:nvSpPr>
              <p:spPr>
                <a:xfrm>
                  <a:off x="4601190" y="47527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9A3">
                    <a:alpha val="100000"/>
                  </a:srgbClr>
                </a:solidFill>
                <a:ln w="5420" cap="flat">
                  <a:solidFill>
                    <a:srgbClr val="3A79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4" name="pg2603">
                  <a:extLst>
                    <a:ext uri="{FF2B5EF4-FFF2-40B4-BE49-F238E27FC236}">
                      <a16:creationId xmlns:a16="http://schemas.microsoft.com/office/drawing/2014/main" id="{A4A24668-2DCD-5BBA-1479-64463D101AE9}"/>
                    </a:ext>
                  </a:extLst>
                </p:cNvPr>
                <p:cNvSpPr/>
                <p:nvPr/>
              </p:nvSpPr>
              <p:spPr>
                <a:xfrm>
                  <a:off x="3123249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5" name="pg2604">
                  <a:extLst>
                    <a:ext uri="{FF2B5EF4-FFF2-40B4-BE49-F238E27FC236}">
                      <a16:creationId xmlns:a16="http://schemas.microsoft.com/office/drawing/2014/main" id="{78AB47D9-393D-6DA9-3CC5-79F3D75E6B50}"/>
                    </a:ext>
                  </a:extLst>
                </p:cNvPr>
                <p:cNvSpPr/>
                <p:nvPr/>
              </p:nvSpPr>
              <p:spPr>
                <a:xfrm>
                  <a:off x="3134886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6" name="pg2605">
                  <a:extLst>
                    <a:ext uri="{FF2B5EF4-FFF2-40B4-BE49-F238E27FC236}">
                      <a16:creationId xmlns:a16="http://schemas.microsoft.com/office/drawing/2014/main" id="{45B46786-9D4B-0469-229A-B5C6B34DBBD9}"/>
                    </a:ext>
                  </a:extLst>
                </p:cNvPr>
                <p:cNvSpPr/>
                <p:nvPr/>
              </p:nvSpPr>
              <p:spPr>
                <a:xfrm>
                  <a:off x="3146523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7" name="pg2606">
                  <a:extLst>
                    <a:ext uri="{FF2B5EF4-FFF2-40B4-BE49-F238E27FC236}">
                      <a16:creationId xmlns:a16="http://schemas.microsoft.com/office/drawing/2014/main" id="{A3167F43-10F1-75FC-A0FB-27164E45BC70}"/>
                    </a:ext>
                  </a:extLst>
                </p:cNvPr>
                <p:cNvSpPr/>
                <p:nvPr/>
              </p:nvSpPr>
              <p:spPr>
                <a:xfrm>
                  <a:off x="3158161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8" name="pg2607">
                  <a:extLst>
                    <a:ext uri="{FF2B5EF4-FFF2-40B4-BE49-F238E27FC236}">
                      <a16:creationId xmlns:a16="http://schemas.microsoft.com/office/drawing/2014/main" id="{DF610B2C-076B-76E4-43E8-4987B8295BBF}"/>
                    </a:ext>
                  </a:extLst>
                </p:cNvPr>
                <p:cNvSpPr/>
                <p:nvPr/>
              </p:nvSpPr>
              <p:spPr>
                <a:xfrm>
                  <a:off x="3169798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09" name="pg2608">
                  <a:extLst>
                    <a:ext uri="{FF2B5EF4-FFF2-40B4-BE49-F238E27FC236}">
                      <a16:creationId xmlns:a16="http://schemas.microsoft.com/office/drawing/2014/main" id="{2290AE36-63F4-1821-555A-F3E96E1FFEA5}"/>
                    </a:ext>
                  </a:extLst>
                </p:cNvPr>
                <p:cNvSpPr/>
                <p:nvPr/>
              </p:nvSpPr>
              <p:spPr>
                <a:xfrm>
                  <a:off x="3181435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0" name="pg2609">
                  <a:extLst>
                    <a:ext uri="{FF2B5EF4-FFF2-40B4-BE49-F238E27FC236}">
                      <a16:creationId xmlns:a16="http://schemas.microsoft.com/office/drawing/2014/main" id="{13919F38-D773-BEF9-05AB-9FC04CBDBA65}"/>
                    </a:ext>
                  </a:extLst>
                </p:cNvPr>
                <p:cNvSpPr/>
                <p:nvPr/>
              </p:nvSpPr>
              <p:spPr>
                <a:xfrm>
                  <a:off x="3216347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2AB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1" name="pg2610">
                  <a:extLst>
                    <a:ext uri="{FF2B5EF4-FFF2-40B4-BE49-F238E27FC236}">
                      <a16:creationId xmlns:a16="http://schemas.microsoft.com/office/drawing/2014/main" id="{004A6830-6F8D-6449-29B1-D63AAF76A36D}"/>
                    </a:ext>
                  </a:extLst>
                </p:cNvPr>
                <p:cNvSpPr/>
                <p:nvPr/>
              </p:nvSpPr>
              <p:spPr>
                <a:xfrm>
                  <a:off x="3227985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2" name="pg2611">
                  <a:extLst>
                    <a:ext uri="{FF2B5EF4-FFF2-40B4-BE49-F238E27FC236}">
                      <a16:creationId xmlns:a16="http://schemas.microsoft.com/office/drawing/2014/main" id="{E8161AB2-6AB7-BD5C-479D-5AD9FA1D3501}"/>
                    </a:ext>
                  </a:extLst>
                </p:cNvPr>
                <p:cNvSpPr/>
                <p:nvPr/>
              </p:nvSpPr>
              <p:spPr>
                <a:xfrm>
                  <a:off x="3239622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8AA">
                    <a:alpha val="100000"/>
                  </a:srgbClr>
                </a:solidFill>
                <a:ln w="5420" cap="flat">
                  <a:solidFill>
                    <a:srgbClr val="44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3" name="pg2612">
                  <a:extLst>
                    <a:ext uri="{FF2B5EF4-FFF2-40B4-BE49-F238E27FC236}">
                      <a16:creationId xmlns:a16="http://schemas.microsoft.com/office/drawing/2014/main" id="{4F15B65E-0579-8A3E-E6A3-9184D7CADD1B}"/>
                    </a:ext>
                  </a:extLst>
                </p:cNvPr>
                <p:cNvSpPr/>
                <p:nvPr/>
              </p:nvSpPr>
              <p:spPr>
                <a:xfrm>
                  <a:off x="3251259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4" name="pg2613">
                  <a:extLst>
                    <a:ext uri="{FF2B5EF4-FFF2-40B4-BE49-F238E27FC236}">
                      <a16:creationId xmlns:a16="http://schemas.microsoft.com/office/drawing/2014/main" id="{2BADD084-E9F0-10BA-65B1-83EFB0B83835}"/>
                    </a:ext>
                  </a:extLst>
                </p:cNvPr>
                <p:cNvSpPr/>
                <p:nvPr/>
              </p:nvSpPr>
              <p:spPr>
                <a:xfrm>
                  <a:off x="3262897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5" name="pg2614">
                  <a:extLst>
                    <a:ext uri="{FF2B5EF4-FFF2-40B4-BE49-F238E27FC236}">
                      <a16:creationId xmlns:a16="http://schemas.microsoft.com/office/drawing/2014/main" id="{4AAA024F-2B5F-8AC7-EDF2-452F3EE4702D}"/>
                    </a:ext>
                  </a:extLst>
                </p:cNvPr>
                <p:cNvSpPr/>
                <p:nvPr/>
              </p:nvSpPr>
              <p:spPr>
                <a:xfrm>
                  <a:off x="3274534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6" name="pg2615">
                  <a:extLst>
                    <a:ext uri="{FF2B5EF4-FFF2-40B4-BE49-F238E27FC236}">
                      <a16:creationId xmlns:a16="http://schemas.microsoft.com/office/drawing/2014/main" id="{CD9C231D-D383-4890-DFB8-2A966FC4BA44}"/>
                    </a:ext>
                  </a:extLst>
                </p:cNvPr>
                <p:cNvSpPr/>
                <p:nvPr/>
              </p:nvSpPr>
              <p:spPr>
                <a:xfrm>
                  <a:off x="3286171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7" name="pg2616">
                  <a:extLst>
                    <a:ext uri="{FF2B5EF4-FFF2-40B4-BE49-F238E27FC236}">
                      <a16:creationId xmlns:a16="http://schemas.microsoft.com/office/drawing/2014/main" id="{1E536089-2D8F-2851-41D5-F5C098FB8708}"/>
                    </a:ext>
                  </a:extLst>
                </p:cNvPr>
                <p:cNvSpPr/>
                <p:nvPr/>
              </p:nvSpPr>
              <p:spPr>
                <a:xfrm>
                  <a:off x="3297809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8" name="pg2617">
                  <a:extLst>
                    <a:ext uri="{FF2B5EF4-FFF2-40B4-BE49-F238E27FC236}">
                      <a16:creationId xmlns:a16="http://schemas.microsoft.com/office/drawing/2014/main" id="{9B7A5C6D-8C3D-8441-0D14-CC90E10F559E}"/>
                    </a:ext>
                  </a:extLst>
                </p:cNvPr>
                <p:cNvSpPr/>
                <p:nvPr/>
              </p:nvSpPr>
              <p:spPr>
                <a:xfrm>
                  <a:off x="3309446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19" name="pg2618">
                  <a:extLst>
                    <a:ext uri="{FF2B5EF4-FFF2-40B4-BE49-F238E27FC236}">
                      <a16:creationId xmlns:a16="http://schemas.microsoft.com/office/drawing/2014/main" id="{C3983EE0-4138-5AC4-469B-A232C67DC41E}"/>
                    </a:ext>
                  </a:extLst>
                </p:cNvPr>
                <p:cNvSpPr/>
                <p:nvPr/>
              </p:nvSpPr>
              <p:spPr>
                <a:xfrm>
                  <a:off x="3321083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0" name="pg2619">
                  <a:extLst>
                    <a:ext uri="{FF2B5EF4-FFF2-40B4-BE49-F238E27FC236}">
                      <a16:creationId xmlns:a16="http://schemas.microsoft.com/office/drawing/2014/main" id="{D86F5C09-70A0-6007-C71E-856B4D53DB84}"/>
                    </a:ext>
                  </a:extLst>
                </p:cNvPr>
                <p:cNvSpPr/>
                <p:nvPr/>
              </p:nvSpPr>
              <p:spPr>
                <a:xfrm>
                  <a:off x="3332721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1" name="pg2620">
                  <a:extLst>
                    <a:ext uri="{FF2B5EF4-FFF2-40B4-BE49-F238E27FC236}">
                      <a16:creationId xmlns:a16="http://schemas.microsoft.com/office/drawing/2014/main" id="{763693C7-E9A0-4726-D078-FF43AA746113}"/>
                    </a:ext>
                  </a:extLst>
                </p:cNvPr>
                <p:cNvSpPr/>
                <p:nvPr/>
              </p:nvSpPr>
              <p:spPr>
                <a:xfrm>
                  <a:off x="3344358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2" name="pg2621">
                  <a:extLst>
                    <a:ext uri="{FF2B5EF4-FFF2-40B4-BE49-F238E27FC236}">
                      <a16:creationId xmlns:a16="http://schemas.microsoft.com/office/drawing/2014/main" id="{E34E68E2-6C16-D9EB-6A53-5CE9B8947B02}"/>
                    </a:ext>
                  </a:extLst>
                </p:cNvPr>
                <p:cNvSpPr/>
                <p:nvPr/>
              </p:nvSpPr>
              <p:spPr>
                <a:xfrm>
                  <a:off x="3355995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3" name="pg2622">
                  <a:extLst>
                    <a:ext uri="{FF2B5EF4-FFF2-40B4-BE49-F238E27FC236}">
                      <a16:creationId xmlns:a16="http://schemas.microsoft.com/office/drawing/2014/main" id="{937D88A9-6927-3270-9C58-ABEFED494213}"/>
                    </a:ext>
                  </a:extLst>
                </p:cNvPr>
                <p:cNvSpPr/>
                <p:nvPr/>
              </p:nvSpPr>
              <p:spPr>
                <a:xfrm>
                  <a:off x="3367633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4" name="pg2623">
                  <a:extLst>
                    <a:ext uri="{FF2B5EF4-FFF2-40B4-BE49-F238E27FC236}">
                      <a16:creationId xmlns:a16="http://schemas.microsoft.com/office/drawing/2014/main" id="{32C9EE3C-CDF3-4AFD-A6A8-67D793079506}"/>
                    </a:ext>
                  </a:extLst>
                </p:cNvPr>
                <p:cNvSpPr/>
                <p:nvPr/>
              </p:nvSpPr>
              <p:spPr>
                <a:xfrm>
                  <a:off x="3425819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5" name="pg2624">
                  <a:extLst>
                    <a:ext uri="{FF2B5EF4-FFF2-40B4-BE49-F238E27FC236}">
                      <a16:creationId xmlns:a16="http://schemas.microsoft.com/office/drawing/2014/main" id="{E993B984-7077-2C09-DE2A-6C9758207F9F}"/>
                    </a:ext>
                  </a:extLst>
                </p:cNvPr>
                <p:cNvSpPr/>
                <p:nvPr/>
              </p:nvSpPr>
              <p:spPr>
                <a:xfrm>
                  <a:off x="3437457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6" name="pg2625">
                  <a:extLst>
                    <a:ext uri="{FF2B5EF4-FFF2-40B4-BE49-F238E27FC236}">
                      <a16:creationId xmlns:a16="http://schemas.microsoft.com/office/drawing/2014/main" id="{5370A46A-4A61-7624-9D45-4232019AEA34}"/>
                    </a:ext>
                  </a:extLst>
                </p:cNvPr>
                <p:cNvSpPr/>
                <p:nvPr/>
              </p:nvSpPr>
              <p:spPr>
                <a:xfrm>
                  <a:off x="3449094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7" name="pg2626">
                  <a:extLst>
                    <a:ext uri="{FF2B5EF4-FFF2-40B4-BE49-F238E27FC236}">
                      <a16:creationId xmlns:a16="http://schemas.microsoft.com/office/drawing/2014/main" id="{E9508C4D-5176-22D2-F482-1B31B13AF7DD}"/>
                    </a:ext>
                  </a:extLst>
                </p:cNvPr>
                <p:cNvSpPr/>
                <p:nvPr/>
              </p:nvSpPr>
              <p:spPr>
                <a:xfrm>
                  <a:off x="3460731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8" name="pg2627">
                  <a:extLst>
                    <a:ext uri="{FF2B5EF4-FFF2-40B4-BE49-F238E27FC236}">
                      <a16:creationId xmlns:a16="http://schemas.microsoft.com/office/drawing/2014/main" id="{1270894F-CE64-5777-E441-5826A0BC3B89}"/>
                    </a:ext>
                  </a:extLst>
                </p:cNvPr>
                <p:cNvSpPr/>
                <p:nvPr/>
              </p:nvSpPr>
              <p:spPr>
                <a:xfrm>
                  <a:off x="3472369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29" name="pg2628">
                  <a:extLst>
                    <a:ext uri="{FF2B5EF4-FFF2-40B4-BE49-F238E27FC236}">
                      <a16:creationId xmlns:a16="http://schemas.microsoft.com/office/drawing/2014/main" id="{85F221FC-5543-B56E-26F8-085973FEB206}"/>
                    </a:ext>
                  </a:extLst>
                </p:cNvPr>
                <p:cNvSpPr/>
                <p:nvPr/>
              </p:nvSpPr>
              <p:spPr>
                <a:xfrm>
                  <a:off x="3484006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0" name="pg2629">
                  <a:extLst>
                    <a:ext uri="{FF2B5EF4-FFF2-40B4-BE49-F238E27FC236}">
                      <a16:creationId xmlns:a16="http://schemas.microsoft.com/office/drawing/2014/main" id="{F3BE4E83-DFED-41CB-18C4-294A840CAB96}"/>
                    </a:ext>
                  </a:extLst>
                </p:cNvPr>
                <p:cNvSpPr/>
                <p:nvPr/>
              </p:nvSpPr>
              <p:spPr>
                <a:xfrm>
                  <a:off x="3495643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1" name="pg2630">
                  <a:extLst>
                    <a:ext uri="{FF2B5EF4-FFF2-40B4-BE49-F238E27FC236}">
                      <a16:creationId xmlns:a16="http://schemas.microsoft.com/office/drawing/2014/main" id="{52532C65-FD69-12C1-7581-30FE85538F9E}"/>
                    </a:ext>
                  </a:extLst>
                </p:cNvPr>
                <p:cNvSpPr/>
                <p:nvPr/>
              </p:nvSpPr>
              <p:spPr>
                <a:xfrm>
                  <a:off x="3507281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2" name="pg2631">
                  <a:extLst>
                    <a:ext uri="{FF2B5EF4-FFF2-40B4-BE49-F238E27FC236}">
                      <a16:creationId xmlns:a16="http://schemas.microsoft.com/office/drawing/2014/main" id="{C8BDDE70-632D-A89A-49DF-64DBA13EA7EA}"/>
                    </a:ext>
                  </a:extLst>
                </p:cNvPr>
                <p:cNvSpPr/>
                <p:nvPr/>
              </p:nvSpPr>
              <p:spPr>
                <a:xfrm>
                  <a:off x="3623654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3" name="pg2632">
                  <a:extLst>
                    <a:ext uri="{FF2B5EF4-FFF2-40B4-BE49-F238E27FC236}">
                      <a16:creationId xmlns:a16="http://schemas.microsoft.com/office/drawing/2014/main" id="{EE0987AE-A030-88A5-29C0-872FC9B25F1A}"/>
                    </a:ext>
                  </a:extLst>
                </p:cNvPr>
                <p:cNvSpPr/>
                <p:nvPr/>
              </p:nvSpPr>
              <p:spPr>
                <a:xfrm>
                  <a:off x="3635291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4" name="pg2633">
                  <a:extLst>
                    <a:ext uri="{FF2B5EF4-FFF2-40B4-BE49-F238E27FC236}">
                      <a16:creationId xmlns:a16="http://schemas.microsoft.com/office/drawing/2014/main" id="{40ABFC9B-C45A-7857-B095-34ED50AED254}"/>
                    </a:ext>
                  </a:extLst>
                </p:cNvPr>
                <p:cNvSpPr/>
                <p:nvPr/>
              </p:nvSpPr>
              <p:spPr>
                <a:xfrm>
                  <a:off x="3646928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5" name="pg2634">
                  <a:extLst>
                    <a:ext uri="{FF2B5EF4-FFF2-40B4-BE49-F238E27FC236}">
                      <a16:creationId xmlns:a16="http://schemas.microsoft.com/office/drawing/2014/main" id="{499164C5-3164-4C07-49B6-253D8FA39081}"/>
                    </a:ext>
                  </a:extLst>
                </p:cNvPr>
                <p:cNvSpPr/>
                <p:nvPr/>
              </p:nvSpPr>
              <p:spPr>
                <a:xfrm>
                  <a:off x="3658566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6" name="pg2635">
                  <a:extLst>
                    <a:ext uri="{FF2B5EF4-FFF2-40B4-BE49-F238E27FC236}">
                      <a16:creationId xmlns:a16="http://schemas.microsoft.com/office/drawing/2014/main" id="{54DC8D5C-DB7A-4BC7-392D-064F5E2661B6}"/>
                    </a:ext>
                  </a:extLst>
                </p:cNvPr>
                <p:cNvSpPr/>
                <p:nvPr/>
              </p:nvSpPr>
              <p:spPr>
                <a:xfrm>
                  <a:off x="3670203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7" name="pg2636">
                  <a:extLst>
                    <a:ext uri="{FF2B5EF4-FFF2-40B4-BE49-F238E27FC236}">
                      <a16:creationId xmlns:a16="http://schemas.microsoft.com/office/drawing/2014/main" id="{6F20BF57-4690-3889-1D6B-8E78CE5E9AC1}"/>
                    </a:ext>
                  </a:extLst>
                </p:cNvPr>
                <p:cNvSpPr/>
                <p:nvPr/>
              </p:nvSpPr>
              <p:spPr>
                <a:xfrm>
                  <a:off x="3681840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8" name="pg2637">
                  <a:extLst>
                    <a:ext uri="{FF2B5EF4-FFF2-40B4-BE49-F238E27FC236}">
                      <a16:creationId xmlns:a16="http://schemas.microsoft.com/office/drawing/2014/main" id="{97159D41-C31A-B479-C15C-A50FCDF3946B}"/>
                    </a:ext>
                  </a:extLst>
                </p:cNvPr>
                <p:cNvSpPr/>
                <p:nvPr/>
              </p:nvSpPr>
              <p:spPr>
                <a:xfrm>
                  <a:off x="3693478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39" name="pg2638">
                  <a:extLst>
                    <a:ext uri="{FF2B5EF4-FFF2-40B4-BE49-F238E27FC236}">
                      <a16:creationId xmlns:a16="http://schemas.microsoft.com/office/drawing/2014/main" id="{D9594FE9-1C72-5C43-C743-C50DE4E26F20}"/>
                    </a:ext>
                  </a:extLst>
                </p:cNvPr>
                <p:cNvSpPr/>
                <p:nvPr/>
              </p:nvSpPr>
              <p:spPr>
                <a:xfrm>
                  <a:off x="3705115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0" name="pg2639">
                  <a:extLst>
                    <a:ext uri="{FF2B5EF4-FFF2-40B4-BE49-F238E27FC236}">
                      <a16:creationId xmlns:a16="http://schemas.microsoft.com/office/drawing/2014/main" id="{FA464398-9D0B-9FA1-ADEC-02ED7BCF00A4}"/>
                    </a:ext>
                  </a:extLst>
                </p:cNvPr>
                <p:cNvSpPr/>
                <p:nvPr/>
              </p:nvSpPr>
              <p:spPr>
                <a:xfrm>
                  <a:off x="3716752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1" name="pg2640">
                  <a:extLst>
                    <a:ext uri="{FF2B5EF4-FFF2-40B4-BE49-F238E27FC236}">
                      <a16:creationId xmlns:a16="http://schemas.microsoft.com/office/drawing/2014/main" id="{93430FB4-4B72-AE2A-8B18-E3C17F6AEC81}"/>
                    </a:ext>
                  </a:extLst>
                </p:cNvPr>
                <p:cNvSpPr/>
                <p:nvPr/>
              </p:nvSpPr>
              <p:spPr>
                <a:xfrm>
                  <a:off x="3728390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1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2" name="pg2641">
                  <a:extLst>
                    <a:ext uri="{FF2B5EF4-FFF2-40B4-BE49-F238E27FC236}">
                      <a16:creationId xmlns:a16="http://schemas.microsoft.com/office/drawing/2014/main" id="{1BFC9293-29C9-5238-4979-29750BDD70F3}"/>
                    </a:ext>
                  </a:extLst>
                </p:cNvPr>
                <p:cNvSpPr/>
                <p:nvPr/>
              </p:nvSpPr>
              <p:spPr>
                <a:xfrm>
                  <a:off x="3740027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3" name="pg2642">
                  <a:extLst>
                    <a:ext uri="{FF2B5EF4-FFF2-40B4-BE49-F238E27FC236}">
                      <a16:creationId xmlns:a16="http://schemas.microsoft.com/office/drawing/2014/main" id="{966BAF9C-6D71-09C1-2CCD-B73A6B504027}"/>
                    </a:ext>
                  </a:extLst>
                </p:cNvPr>
                <p:cNvSpPr/>
                <p:nvPr/>
              </p:nvSpPr>
              <p:spPr>
                <a:xfrm>
                  <a:off x="3751664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4" name="pg2643">
                  <a:extLst>
                    <a:ext uri="{FF2B5EF4-FFF2-40B4-BE49-F238E27FC236}">
                      <a16:creationId xmlns:a16="http://schemas.microsoft.com/office/drawing/2014/main" id="{9A060657-B019-69C4-6F0D-C13236CF0D41}"/>
                    </a:ext>
                  </a:extLst>
                </p:cNvPr>
                <p:cNvSpPr/>
                <p:nvPr/>
              </p:nvSpPr>
              <p:spPr>
                <a:xfrm>
                  <a:off x="4112422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DAB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5" name="pg2644">
                  <a:extLst>
                    <a:ext uri="{FF2B5EF4-FFF2-40B4-BE49-F238E27FC236}">
                      <a16:creationId xmlns:a16="http://schemas.microsoft.com/office/drawing/2014/main" id="{DFA2A23B-98CD-6F19-7D4B-015938309385}"/>
                    </a:ext>
                  </a:extLst>
                </p:cNvPr>
                <p:cNvSpPr/>
                <p:nvPr/>
              </p:nvSpPr>
              <p:spPr>
                <a:xfrm>
                  <a:off x="4124059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DAB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6" name="pg2645">
                  <a:extLst>
                    <a:ext uri="{FF2B5EF4-FFF2-40B4-BE49-F238E27FC236}">
                      <a16:creationId xmlns:a16="http://schemas.microsoft.com/office/drawing/2014/main" id="{916B2246-9B70-2E65-B566-84F267D7AAFB}"/>
                    </a:ext>
                  </a:extLst>
                </p:cNvPr>
                <p:cNvSpPr/>
                <p:nvPr/>
              </p:nvSpPr>
              <p:spPr>
                <a:xfrm>
                  <a:off x="4135696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7" name="pg2646">
                  <a:extLst>
                    <a:ext uri="{FF2B5EF4-FFF2-40B4-BE49-F238E27FC236}">
                      <a16:creationId xmlns:a16="http://schemas.microsoft.com/office/drawing/2014/main" id="{171D8D6C-2CE8-7ACD-81E4-14C8C3F89435}"/>
                    </a:ext>
                  </a:extLst>
                </p:cNvPr>
                <p:cNvSpPr/>
                <p:nvPr/>
              </p:nvSpPr>
              <p:spPr>
                <a:xfrm>
                  <a:off x="4147334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8" name="pg2647">
                  <a:extLst>
                    <a:ext uri="{FF2B5EF4-FFF2-40B4-BE49-F238E27FC236}">
                      <a16:creationId xmlns:a16="http://schemas.microsoft.com/office/drawing/2014/main" id="{B32B9B71-D7AC-011C-488D-7206276F0070}"/>
                    </a:ext>
                  </a:extLst>
                </p:cNvPr>
                <p:cNvSpPr/>
                <p:nvPr/>
              </p:nvSpPr>
              <p:spPr>
                <a:xfrm>
                  <a:off x="4158971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49" name="pg2648">
                  <a:extLst>
                    <a:ext uri="{FF2B5EF4-FFF2-40B4-BE49-F238E27FC236}">
                      <a16:creationId xmlns:a16="http://schemas.microsoft.com/office/drawing/2014/main" id="{1A1E144B-7549-9D8C-41EF-E0C58B856AEC}"/>
                    </a:ext>
                  </a:extLst>
                </p:cNvPr>
                <p:cNvSpPr/>
                <p:nvPr/>
              </p:nvSpPr>
              <p:spPr>
                <a:xfrm>
                  <a:off x="4170608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DAB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0" name="pg2649">
                  <a:extLst>
                    <a:ext uri="{FF2B5EF4-FFF2-40B4-BE49-F238E27FC236}">
                      <a16:creationId xmlns:a16="http://schemas.microsoft.com/office/drawing/2014/main" id="{F84EDC6B-60A4-82AE-A9C3-74E46C48340B}"/>
                    </a:ext>
                  </a:extLst>
                </p:cNvPr>
                <p:cNvSpPr/>
                <p:nvPr/>
              </p:nvSpPr>
              <p:spPr>
                <a:xfrm>
                  <a:off x="4182246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1" name="pg2650">
                  <a:extLst>
                    <a:ext uri="{FF2B5EF4-FFF2-40B4-BE49-F238E27FC236}">
                      <a16:creationId xmlns:a16="http://schemas.microsoft.com/office/drawing/2014/main" id="{4EBFD2B0-BFD1-9275-FEDC-868DAEFD3086}"/>
                    </a:ext>
                  </a:extLst>
                </p:cNvPr>
                <p:cNvSpPr/>
                <p:nvPr/>
              </p:nvSpPr>
              <p:spPr>
                <a:xfrm>
                  <a:off x="4193883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2" name="pg2651">
                  <a:extLst>
                    <a:ext uri="{FF2B5EF4-FFF2-40B4-BE49-F238E27FC236}">
                      <a16:creationId xmlns:a16="http://schemas.microsoft.com/office/drawing/2014/main" id="{FAFBFDA8-BFAE-09C5-9FF5-B7A631D7D4C2}"/>
                    </a:ext>
                  </a:extLst>
                </p:cNvPr>
                <p:cNvSpPr/>
                <p:nvPr/>
              </p:nvSpPr>
              <p:spPr>
                <a:xfrm>
                  <a:off x="4205520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3" name="pg2652">
                  <a:extLst>
                    <a:ext uri="{FF2B5EF4-FFF2-40B4-BE49-F238E27FC236}">
                      <a16:creationId xmlns:a16="http://schemas.microsoft.com/office/drawing/2014/main" id="{9C8299BF-7CE9-00FF-4E57-CBC8A9138248}"/>
                    </a:ext>
                  </a:extLst>
                </p:cNvPr>
                <p:cNvSpPr/>
                <p:nvPr/>
              </p:nvSpPr>
              <p:spPr>
                <a:xfrm>
                  <a:off x="4217158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4" name="pg2653">
                  <a:extLst>
                    <a:ext uri="{FF2B5EF4-FFF2-40B4-BE49-F238E27FC236}">
                      <a16:creationId xmlns:a16="http://schemas.microsoft.com/office/drawing/2014/main" id="{929F433F-BB76-4D9F-D84D-B0F4A31AE867}"/>
                    </a:ext>
                  </a:extLst>
                </p:cNvPr>
                <p:cNvSpPr/>
                <p:nvPr/>
              </p:nvSpPr>
              <p:spPr>
                <a:xfrm>
                  <a:off x="4228795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5" name="pg2654">
                  <a:extLst>
                    <a:ext uri="{FF2B5EF4-FFF2-40B4-BE49-F238E27FC236}">
                      <a16:creationId xmlns:a16="http://schemas.microsoft.com/office/drawing/2014/main" id="{840DFB7D-0955-A2A0-E287-450401068262}"/>
                    </a:ext>
                  </a:extLst>
                </p:cNvPr>
                <p:cNvSpPr/>
                <p:nvPr/>
              </p:nvSpPr>
              <p:spPr>
                <a:xfrm>
                  <a:off x="4240432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6" name="pg2655">
                  <a:extLst>
                    <a:ext uri="{FF2B5EF4-FFF2-40B4-BE49-F238E27FC236}">
                      <a16:creationId xmlns:a16="http://schemas.microsoft.com/office/drawing/2014/main" id="{C42EA98F-15AB-B35F-8CF9-C06C46A79E2A}"/>
                    </a:ext>
                  </a:extLst>
                </p:cNvPr>
                <p:cNvSpPr/>
                <p:nvPr/>
              </p:nvSpPr>
              <p:spPr>
                <a:xfrm>
                  <a:off x="4252070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3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7" name="pg2656">
                  <a:extLst>
                    <a:ext uri="{FF2B5EF4-FFF2-40B4-BE49-F238E27FC236}">
                      <a16:creationId xmlns:a16="http://schemas.microsoft.com/office/drawing/2014/main" id="{653313F8-B22E-C3E4-BAE8-DFA62032ADC2}"/>
                    </a:ext>
                  </a:extLst>
                </p:cNvPr>
                <p:cNvSpPr/>
                <p:nvPr/>
              </p:nvSpPr>
              <p:spPr>
                <a:xfrm>
                  <a:off x="4263707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8" name="pg2657">
                  <a:extLst>
                    <a:ext uri="{FF2B5EF4-FFF2-40B4-BE49-F238E27FC236}">
                      <a16:creationId xmlns:a16="http://schemas.microsoft.com/office/drawing/2014/main" id="{DF1CF79A-16B3-1732-A848-B78EB581E812}"/>
                    </a:ext>
                  </a:extLst>
                </p:cNvPr>
                <p:cNvSpPr/>
                <p:nvPr/>
              </p:nvSpPr>
              <p:spPr>
                <a:xfrm>
                  <a:off x="4275344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59" name="pg2658">
                  <a:extLst>
                    <a:ext uri="{FF2B5EF4-FFF2-40B4-BE49-F238E27FC236}">
                      <a16:creationId xmlns:a16="http://schemas.microsoft.com/office/drawing/2014/main" id="{C5C45920-1419-62EF-6F9E-730542108470}"/>
                    </a:ext>
                  </a:extLst>
                </p:cNvPr>
                <p:cNvSpPr/>
                <p:nvPr/>
              </p:nvSpPr>
              <p:spPr>
                <a:xfrm>
                  <a:off x="4286982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0" name="pg2659">
                  <a:extLst>
                    <a:ext uri="{FF2B5EF4-FFF2-40B4-BE49-F238E27FC236}">
                      <a16:creationId xmlns:a16="http://schemas.microsoft.com/office/drawing/2014/main" id="{A42AD2AC-94CE-79EA-C2A8-9529786D7FEA}"/>
                    </a:ext>
                  </a:extLst>
                </p:cNvPr>
                <p:cNvSpPr/>
                <p:nvPr/>
              </p:nvSpPr>
              <p:spPr>
                <a:xfrm>
                  <a:off x="4298619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1" name="pg2660">
                  <a:extLst>
                    <a:ext uri="{FF2B5EF4-FFF2-40B4-BE49-F238E27FC236}">
                      <a16:creationId xmlns:a16="http://schemas.microsoft.com/office/drawing/2014/main" id="{57258BDE-F11B-08BB-B6BA-92CB462D1074}"/>
                    </a:ext>
                  </a:extLst>
                </p:cNvPr>
                <p:cNvSpPr/>
                <p:nvPr/>
              </p:nvSpPr>
              <p:spPr>
                <a:xfrm>
                  <a:off x="4310256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1AA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2" name="pg2661">
                  <a:extLst>
                    <a:ext uri="{FF2B5EF4-FFF2-40B4-BE49-F238E27FC236}">
                      <a16:creationId xmlns:a16="http://schemas.microsoft.com/office/drawing/2014/main" id="{B96860C0-DD59-08F7-47FD-B1CAB14A92DF}"/>
                    </a:ext>
                  </a:extLst>
                </p:cNvPr>
                <p:cNvSpPr/>
                <p:nvPr/>
              </p:nvSpPr>
              <p:spPr>
                <a:xfrm>
                  <a:off x="4321894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3" name="pg2662">
                  <a:extLst>
                    <a:ext uri="{FF2B5EF4-FFF2-40B4-BE49-F238E27FC236}">
                      <a16:creationId xmlns:a16="http://schemas.microsoft.com/office/drawing/2014/main" id="{6EEE0B6B-C1D4-C40E-4F2E-BBFF457ABD10}"/>
                    </a:ext>
                  </a:extLst>
                </p:cNvPr>
                <p:cNvSpPr/>
                <p:nvPr/>
              </p:nvSpPr>
              <p:spPr>
                <a:xfrm>
                  <a:off x="4333531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4" name="pg2663">
                  <a:extLst>
                    <a:ext uri="{FF2B5EF4-FFF2-40B4-BE49-F238E27FC236}">
                      <a16:creationId xmlns:a16="http://schemas.microsoft.com/office/drawing/2014/main" id="{A5C70CAF-2750-9261-4C9E-06FB13F4EA7C}"/>
                    </a:ext>
                  </a:extLst>
                </p:cNvPr>
                <p:cNvSpPr/>
                <p:nvPr/>
              </p:nvSpPr>
              <p:spPr>
                <a:xfrm>
                  <a:off x="4345168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5" name="pg2664">
                  <a:extLst>
                    <a:ext uri="{FF2B5EF4-FFF2-40B4-BE49-F238E27FC236}">
                      <a16:creationId xmlns:a16="http://schemas.microsoft.com/office/drawing/2014/main" id="{FF584808-F885-5801-682E-F9D329E6440E}"/>
                    </a:ext>
                  </a:extLst>
                </p:cNvPr>
                <p:cNvSpPr/>
                <p:nvPr/>
              </p:nvSpPr>
              <p:spPr>
                <a:xfrm>
                  <a:off x="4356806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6" name="pg2665">
                  <a:extLst>
                    <a:ext uri="{FF2B5EF4-FFF2-40B4-BE49-F238E27FC236}">
                      <a16:creationId xmlns:a16="http://schemas.microsoft.com/office/drawing/2014/main" id="{77C64485-A613-87DD-564A-43D0B6740B58}"/>
                    </a:ext>
                  </a:extLst>
                </p:cNvPr>
                <p:cNvSpPr/>
                <p:nvPr/>
              </p:nvSpPr>
              <p:spPr>
                <a:xfrm>
                  <a:off x="4368443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7" name="pg2666">
                  <a:extLst>
                    <a:ext uri="{FF2B5EF4-FFF2-40B4-BE49-F238E27FC236}">
                      <a16:creationId xmlns:a16="http://schemas.microsoft.com/office/drawing/2014/main" id="{EE141A30-52BC-D362-465C-6A00E572FA08}"/>
                    </a:ext>
                  </a:extLst>
                </p:cNvPr>
                <p:cNvSpPr/>
                <p:nvPr/>
              </p:nvSpPr>
              <p:spPr>
                <a:xfrm>
                  <a:off x="4566278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8" name="pg2667">
                  <a:extLst>
                    <a:ext uri="{FF2B5EF4-FFF2-40B4-BE49-F238E27FC236}">
                      <a16:creationId xmlns:a16="http://schemas.microsoft.com/office/drawing/2014/main" id="{0A576572-26B0-4357-69FF-D5A6240B44A8}"/>
                    </a:ext>
                  </a:extLst>
                </p:cNvPr>
                <p:cNvSpPr/>
                <p:nvPr/>
              </p:nvSpPr>
              <p:spPr>
                <a:xfrm>
                  <a:off x="4577915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AA3">
                    <a:alpha val="100000"/>
                  </a:srgbClr>
                </a:solidFill>
                <a:ln w="5420" cap="flat">
                  <a:solidFill>
                    <a:srgbClr val="3A7A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69" name="pg2668">
                  <a:extLst>
                    <a:ext uri="{FF2B5EF4-FFF2-40B4-BE49-F238E27FC236}">
                      <a16:creationId xmlns:a16="http://schemas.microsoft.com/office/drawing/2014/main" id="{9779C4E4-2637-1765-19AD-43D9CD4A9B20}"/>
                    </a:ext>
                  </a:extLst>
                </p:cNvPr>
                <p:cNvSpPr/>
                <p:nvPr/>
              </p:nvSpPr>
              <p:spPr>
                <a:xfrm>
                  <a:off x="4589552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0" name="pg2669">
                  <a:extLst>
                    <a:ext uri="{FF2B5EF4-FFF2-40B4-BE49-F238E27FC236}">
                      <a16:creationId xmlns:a16="http://schemas.microsoft.com/office/drawing/2014/main" id="{70E753D3-0E80-4B4C-D232-D3CBEA0743A9}"/>
                    </a:ext>
                  </a:extLst>
                </p:cNvPr>
                <p:cNvSpPr/>
                <p:nvPr/>
              </p:nvSpPr>
              <p:spPr>
                <a:xfrm>
                  <a:off x="4601190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1" name="pg2670">
                  <a:extLst>
                    <a:ext uri="{FF2B5EF4-FFF2-40B4-BE49-F238E27FC236}">
                      <a16:creationId xmlns:a16="http://schemas.microsoft.com/office/drawing/2014/main" id="{B849E0B7-98D4-2124-4C34-1A46B5CE4978}"/>
                    </a:ext>
                  </a:extLst>
                </p:cNvPr>
                <p:cNvSpPr/>
                <p:nvPr/>
              </p:nvSpPr>
              <p:spPr>
                <a:xfrm>
                  <a:off x="4612827" y="476709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2" name="pg2671">
                  <a:extLst>
                    <a:ext uri="{FF2B5EF4-FFF2-40B4-BE49-F238E27FC236}">
                      <a16:creationId xmlns:a16="http://schemas.microsoft.com/office/drawing/2014/main" id="{00FDF9B4-3ED7-F00C-D139-43FDBCDA48AF}"/>
                    </a:ext>
                  </a:extLst>
                </p:cNvPr>
                <p:cNvSpPr/>
                <p:nvPr/>
              </p:nvSpPr>
              <p:spPr>
                <a:xfrm>
                  <a:off x="311161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3" name="pg2672">
                  <a:extLst>
                    <a:ext uri="{FF2B5EF4-FFF2-40B4-BE49-F238E27FC236}">
                      <a16:creationId xmlns:a16="http://schemas.microsoft.com/office/drawing/2014/main" id="{20035CD5-96B8-9F4F-BC59-821453113A05}"/>
                    </a:ext>
                  </a:extLst>
                </p:cNvPr>
                <p:cNvSpPr/>
                <p:nvPr/>
              </p:nvSpPr>
              <p:spPr>
                <a:xfrm>
                  <a:off x="3123249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4" name="pg2673">
                  <a:extLst>
                    <a:ext uri="{FF2B5EF4-FFF2-40B4-BE49-F238E27FC236}">
                      <a16:creationId xmlns:a16="http://schemas.microsoft.com/office/drawing/2014/main" id="{C6B417B5-9772-BD01-5C2C-1E1C66088E04}"/>
                    </a:ext>
                  </a:extLst>
                </p:cNvPr>
                <p:cNvSpPr/>
                <p:nvPr/>
              </p:nvSpPr>
              <p:spPr>
                <a:xfrm>
                  <a:off x="3134886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5" name="pg2674">
                  <a:extLst>
                    <a:ext uri="{FF2B5EF4-FFF2-40B4-BE49-F238E27FC236}">
                      <a16:creationId xmlns:a16="http://schemas.microsoft.com/office/drawing/2014/main" id="{30593903-C726-0D5F-C569-39801EDFD900}"/>
                    </a:ext>
                  </a:extLst>
                </p:cNvPr>
                <p:cNvSpPr/>
                <p:nvPr/>
              </p:nvSpPr>
              <p:spPr>
                <a:xfrm>
                  <a:off x="3146523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6" name="pg2675">
                  <a:extLst>
                    <a:ext uri="{FF2B5EF4-FFF2-40B4-BE49-F238E27FC236}">
                      <a16:creationId xmlns:a16="http://schemas.microsoft.com/office/drawing/2014/main" id="{B096FF58-A60D-7AD9-374B-E28D7DB800BB}"/>
                    </a:ext>
                  </a:extLst>
                </p:cNvPr>
                <p:cNvSpPr/>
                <p:nvPr/>
              </p:nvSpPr>
              <p:spPr>
                <a:xfrm>
                  <a:off x="315816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DD2B1">
                    <a:alpha val="100000"/>
                  </a:srgbClr>
                </a:solidFill>
                <a:ln w="5420" cap="flat">
                  <a:solidFill>
                    <a:srgbClr val="6D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7" name="pg2676">
                  <a:extLst>
                    <a:ext uri="{FF2B5EF4-FFF2-40B4-BE49-F238E27FC236}">
                      <a16:creationId xmlns:a16="http://schemas.microsoft.com/office/drawing/2014/main" id="{F3B6B923-26BB-4F14-F08F-EA20F0BC01C9}"/>
                    </a:ext>
                  </a:extLst>
                </p:cNvPr>
                <p:cNvSpPr/>
                <p:nvPr/>
              </p:nvSpPr>
              <p:spPr>
                <a:xfrm>
                  <a:off x="316979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8" name="pg2677">
                  <a:extLst>
                    <a:ext uri="{FF2B5EF4-FFF2-40B4-BE49-F238E27FC236}">
                      <a16:creationId xmlns:a16="http://schemas.microsoft.com/office/drawing/2014/main" id="{9546E32D-9588-B1E3-23AF-B153A716C1C2}"/>
                    </a:ext>
                  </a:extLst>
                </p:cNvPr>
                <p:cNvSpPr/>
                <p:nvPr/>
              </p:nvSpPr>
              <p:spPr>
                <a:xfrm>
                  <a:off x="3181435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79" name="pg2678">
                  <a:extLst>
                    <a:ext uri="{FF2B5EF4-FFF2-40B4-BE49-F238E27FC236}">
                      <a16:creationId xmlns:a16="http://schemas.microsoft.com/office/drawing/2014/main" id="{C5B4E993-74DE-552F-3785-76BC5E9CA06F}"/>
                    </a:ext>
                  </a:extLst>
                </p:cNvPr>
                <p:cNvSpPr/>
                <p:nvPr/>
              </p:nvSpPr>
              <p:spPr>
                <a:xfrm>
                  <a:off x="3193073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0" name="pg2679">
                  <a:extLst>
                    <a:ext uri="{FF2B5EF4-FFF2-40B4-BE49-F238E27FC236}">
                      <a16:creationId xmlns:a16="http://schemas.microsoft.com/office/drawing/2014/main" id="{B563CC54-C288-00D6-8F52-699293BAE325}"/>
                    </a:ext>
                  </a:extLst>
                </p:cNvPr>
                <p:cNvSpPr/>
                <p:nvPr/>
              </p:nvSpPr>
              <p:spPr>
                <a:xfrm>
                  <a:off x="3204710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AAB">
                    <a:alpha val="100000"/>
                  </a:srgbClr>
                </a:solidFill>
                <a:ln w="5420" cap="flat">
                  <a:solidFill>
                    <a:srgbClr val="52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1" name="pg2680">
                  <a:extLst>
                    <a:ext uri="{FF2B5EF4-FFF2-40B4-BE49-F238E27FC236}">
                      <a16:creationId xmlns:a16="http://schemas.microsoft.com/office/drawing/2014/main" id="{522103FE-61B5-2EED-DB88-60E9361CA419}"/>
                    </a:ext>
                  </a:extLst>
                </p:cNvPr>
                <p:cNvSpPr/>
                <p:nvPr/>
              </p:nvSpPr>
              <p:spPr>
                <a:xfrm>
                  <a:off x="3216347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2" name="pg2681">
                  <a:extLst>
                    <a:ext uri="{FF2B5EF4-FFF2-40B4-BE49-F238E27FC236}">
                      <a16:creationId xmlns:a16="http://schemas.microsoft.com/office/drawing/2014/main" id="{3FA233DE-0A54-2B81-B690-E1DE812F3E90}"/>
                    </a:ext>
                  </a:extLst>
                </p:cNvPr>
                <p:cNvSpPr/>
                <p:nvPr/>
              </p:nvSpPr>
              <p:spPr>
                <a:xfrm>
                  <a:off x="3227985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3" name="pg2682">
                  <a:extLst>
                    <a:ext uri="{FF2B5EF4-FFF2-40B4-BE49-F238E27FC236}">
                      <a16:creationId xmlns:a16="http://schemas.microsoft.com/office/drawing/2014/main" id="{B3384D42-83D0-1B72-E891-4EBCAD2F13D5}"/>
                    </a:ext>
                  </a:extLst>
                </p:cNvPr>
                <p:cNvSpPr/>
                <p:nvPr/>
              </p:nvSpPr>
              <p:spPr>
                <a:xfrm>
                  <a:off x="3239622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4" name="pg2683">
                  <a:extLst>
                    <a:ext uri="{FF2B5EF4-FFF2-40B4-BE49-F238E27FC236}">
                      <a16:creationId xmlns:a16="http://schemas.microsoft.com/office/drawing/2014/main" id="{623C9D31-CBE0-B28E-F5D3-A54B159073FD}"/>
                    </a:ext>
                  </a:extLst>
                </p:cNvPr>
                <p:cNvSpPr/>
                <p:nvPr/>
              </p:nvSpPr>
              <p:spPr>
                <a:xfrm>
                  <a:off x="3251259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5" name="pg2684">
                  <a:extLst>
                    <a:ext uri="{FF2B5EF4-FFF2-40B4-BE49-F238E27FC236}">
                      <a16:creationId xmlns:a16="http://schemas.microsoft.com/office/drawing/2014/main" id="{1C2EC238-B7F4-747A-9187-71C578AC2E2D}"/>
                    </a:ext>
                  </a:extLst>
                </p:cNvPr>
                <p:cNvSpPr/>
                <p:nvPr/>
              </p:nvSpPr>
              <p:spPr>
                <a:xfrm>
                  <a:off x="3262897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6" name="pg2685">
                  <a:extLst>
                    <a:ext uri="{FF2B5EF4-FFF2-40B4-BE49-F238E27FC236}">
                      <a16:creationId xmlns:a16="http://schemas.microsoft.com/office/drawing/2014/main" id="{81A554D7-9094-AF56-A446-58C1CFEF3E4E}"/>
                    </a:ext>
                  </a:extLst>
                </p:cNvPr>
                <p:cNvSpPr/>
                <p:nvPr/>
              </p:nvSpPr>
              <p:spPr>
                <a:xfrm>
                  <a:off x="3274534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7" name="pg2686">
                  <a:extLst>
                    <a:ext uri="{FF2B5EF4-FFF2-40B4-BE49-F238E27FC236}">
                      <a16:creationId xmlns:a16="http://schemas.microsoft.com/office/drawing/2014/main" id="{2E984D22-EC66-6808-CA08-B122678F562A}"/>
                    </a:ext>
                  </a:extLst>
                </p:cNvPr>
                <p:cNvSpPr/>
                <p:nvPr/>
              </p:nvSpPr>
              <p:spPr>
                <a:xfrm>
                  <a:off x="328617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8" name="pg2687">
                  <a:extLst>
                    <a:ext uri="{FF2B5EF4-FFF2-40B4-BE49-F238E27FC236}">
                      <a16:creationId xmlns:a16="http://schemas.microsoft.com/office/drawing/2014/main" id="{CFD231A5-8A52-66DA-5FAD-3BED37A6FF0A}"/>
                    </a:ext>
                  </a:extLst>
                </p:cNvPr>
                <p:cNvSpPr/>
                <p:nvPr/>
              </p:nvSpPr>
              <p:spPr>
                <a:xfrm>
                  <a:off x="3297809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89" name="pg2688">
                  <a:extLst>
                    <a:ext uri="{FF2B5EF4-FFF2-40B4-BE49-F238E27FC236}">
                      <a16:creationId xmlns:a16="http://schemas.microsoft.com/office/drawing/2014/main" id="{7C7909CB-4B7A-5C3E-A8AD-BA92DBBEF4E9}"/>
                    </a:ext>
                  </a:extLst>
                </p:cNvPr>
                <p:cNvSpPr/>
                <p:nvPr/>
              </p:nvSpPr>
              <p:spPr>
                <a:xfrm>
                  <a:off x="3309446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0" name="pg2689">
                  <a:extLst>
                    <a:ext uri="{FF2B5EF4-FFF2-40B4-BE49-F238E27FC236}">
                      <a16:creationId xmlns:a16="http://schemas.microsoft.com/office/drawing/2014/main" id="{6CAE1D1E-92C6-20AA-FD8E-61285CFB8606}"/>
                    </a:ext>
                  </a:extLst>
                </p:cNvPr>
                <p:cNvSpPr/>
                <p:nvPr/>
              </p:nvSpPr>
              <p:spPr>
                <a:xfrm>
                  <a:off x="3321083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1" name="pg2690">
                  <a:extLst>
                    <a:ext uri="{FF2B5EF4-FFF2-40B4-BE49-F238E27FC236}">
                      <a16:creationId xmlns:a16="http://schemas.microsoft.com/office/drawing/2014/main" id="{BE8F409D-1219-2000-80B0-5225CC3FB678}"/>
                    </a:ext>
                  </a:extLst>
                </p:cNvPr>
                <p:cNvSpPr/>
                <p:nvPr/>
              </p:nvSpPr>
              <p:spPr>
                <a:xfrm>
                  <a:off x="333272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2" name="pg2691">
                  <a:extLst>
                    <a:ext uri="{FF2B5EF4-FFF2-40B4-BE49-F238E27FC236}">
                      <a16:creationId xmlns:a16="http://schemas.microsoft.com/office/drawing/2014/main" id="{D7AE7913-5A47-8AE4-E34F-81C8AE9EC964}"/>
                    </a:ext>
                  </a:extLst>
                </p:cNvPr>
                <p:cNvSpPr/>
                <p:nvPr/>
              </p:nvSpPr>
              <p:spPr>
                <a:xfrm>
                  <a:off x="334435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3" name="pg2692">
                  <a:extLst>
                    <a:ext uri="{FF2B5EF4-FFF2-40B4-BE49-F238E27FC236}">
                      <a16:creationId xmlns:a16="http://schemas.microsoft.com/office/drawing/2014/main" id="{573978C0-D932-B6C0-D296-FCAFEA438BA6}"/>
                    </a:ext>
                  </a:extLst>
                </p:cNvPr>
                <p:cNvSpPr/>
                <p:nvPr/>
              </p:nvSpPr>
              <p:spPr>
                <a:xfrm>
                  <a:off x="3355995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BFAB">
                    <a:alpha val="100000"/>
                  </a:srgbClr>
                </a:solidFill>
                <a:ln w="5420" cap="flat">
                  <a:solidFill>
                    <a:srgbClr val="57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4" name="pg2693">
                  <a:extLst>
                    <a:ext uri="{FF2B5EF4-FFF2-40B4-BE49-F238E27FC236}">
                      <a16:creationId xmlns:a16="http://schemas.microsoft.com/office/drawing/2014/main" id="{298DF8D7-2B11-742D-E401-AC2FC330727E}"/>
                    </a:ext>
                  </a:extLst>
                </p:cNvPr>
                <p:cNvSpPr/>
                <p:nvPr/>
              </p:nvSpPr>
              <p:spPr>
                <a:xfrm>
                  <a:off x="3367633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5" name="pg2694">
                  <a:extLst>
                    <a:ext uri="{FF2B5EF4-FFF2-40B4-BE49-F238E27FC236}">
                      <a16:creationId xmlns:a16="http://schemas.microsoft.com/office/drawing/2014/main" id="{5EDAEFDE-BBF6-140C-786E-D48B753165F2}"/>
                    </a:ext>
                  </a:extLst>
                </p:cNvPr>
                <p:cNvSpPr/>
                <p:nvPr/>
              </p:nvSpPr>
              <p:spPr>
                <a:xfrm>
                  <a:off x="3379270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6" name="pg2695">
                  <a:extLst>
                    <a:ext uri="{FF2B5EF4-FFF2-40B4-BE49-F238E27FC236}">
                      <a16:creationId xmlns:a16="http://schemas.microsoft.com/office/drawing/2014/main" id="{7DD5D5C6-803A-09A0-46E6-7F06EAF724BD}"/>
                    </a:ext>
                  </a:extLst>
                </p:cNvPr>
                <p:cNvSpPr/>
                <p:nvPr/>
              </p:nvSpPr>
              <p:spPr>
                <a:xfrm>
                  <a:off x="3390907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7" name="pg2696">
                  <a:extLst>
                    <a:ext uri="{FF2B5EF4-FFF2-40B4-BE49-F238E27FC236}">
                      <a16:creationId xmlns:a16="http://schemas.microsoft.com/office/drawing/2014/main" id="{BBF4B1F4-F866-C396-477B-ECE9D5ADA1E2}"/>
                    </a:ext>
                  </a:extLst>
                </p:cNvPr>
                <p:cNvSpPr/>
                <p:nvPr/>
              </p:nvSpPr>
              <p:spPr>
                <a:xfrm>
                  <a:off x="3402545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5AC">
                    <a:alpha val="100000"/>
                  </a:srgbClr>
                </a:solidFill>
                <a:ln w="5420" cap="flat">
                  <a:solidFill>
                    <a:srgbClr val="5B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8" name="pg2697">
                  <a:extLst>
                    <a:ext uri="{FF2B5EF4-FFF2-40B4-BE49-F238E27FC236}">
                      <a16:creationId xmlns:a16="http://schemas.microsoft.com/office/drawing/2014/main" id="{CB97246F-AC29-50B2-B692-0F3FEFE1DBEC}"/>
                    </a:ext>
                  </a:extLst>
                </p:cNvPr>
                <p:cNvSpPr/>
                <p:nvPr/>
              </p:nvSpPr>
              <p:spPr>
                <a:xfrm>
                  <a:off x="3414182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099" name="pg2698">
                  <a:extLst>
                    <a:ext uri="{FF2B5EF4-FFF2-40B4-BE49-F238E27FC236}">
                      <a16:creationId xmlns:a16="http://schemas.microsoft.com/office/drawing/2014/main" id="{CC16E5E0-438B-62FB-56D4-0758A9AF4EE4}"/>
                    </a:ext>
                  </a:extLst>
                </p:cNvPr>
                <p:cNvSpPr/>
                <p:nvPr/>
              </p:nvSpPr>
              <p:spPr>
                <a:xfrm>
                  <a:off x="3425819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0" name="pg2699">
                  <a:extLst>
                    <a:ext uri="{FF2B5EF4-FFF2-40B4-BE49-F238E27FC236}">
                      <a16:creationId xmlns:a16="http://schemas.microsoft.com/office/drawing/2014/main" id="{1D2540B8-E79E-8A1D-0B14-7C05C685CD2C}"/>
                    </a:ext>
                  </a:extLst>
                </p:cNvPr>
                <p:cNvSpPr/>
                <p:nvPr/>
              </p:nvSpPr>
              <p:spPr>
                <a:xfrm>
                  <a:off x="3437457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1" name="pg2700">
                  <a:extLst>
                    <a:ext uri="{FF2B5EF4-FFF2-40B4-BE49-F238E27FC236}">
                      <a16:creationId xmlns:a16="http://schemas.microsoft.com/office/drawing/2014/main" id="{6876B596-CAA7-85D4-A99B-D72B8DF965A2}"/>
                    </a:ext>
                  </a:extLst>
                </p:cNvPr>
                <p:cNvSpPr/>
                <p:nvPr/>
              </p:nvSpPr>
              <p:spPr>
                <a:xfrm>
                  <a:off x="3449094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2" name="pg2701">
                  <a:extLst>
                    <a:ext uri="{FF2B5EF4-FFF2-40B4-BE49-F238E27FC236}">
                      <a16:creationId xmlns:a16="http://schemas.microsoft.com/office/drawing/2014/main" id="{DA3855B0-EE7E-52DA-2247-39F3570E91E4}"/>
                    </a:ext>
                  </a:extLst>
                </p:cNvPr>
                <p:cNvSpPr/>
                <p:nvPr/>
              </p:nvSpPr>
              <p:spPr>
                <a:xfrm>
                  <a:off x="346073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3" name="pg2702">
                  <a:extLst>
                    <a:ext uri="{FF2B5EF4-FFF2-40B4-BE49-F238E27FC236}">
                      <a16:creationId xmlns:a16="http://schemas.microsoft.com/office/drawing/2014/main" id="{EF29DF05-ECB3-9CD9-562C-6852DC8DE869}"/>
                    </a:ext>
                  </a:extLst>
                </p:cNvPr>
                <p:cNvSpPr/>
                <p:nvPr/>
              </p:nvSpPr>
              <p:spPr>
                <a:xfrm>
                  <a:off x="3472369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4" name="pg2703">
                  <a:extLst>
                    <a:ext uri="{FF2B5EF4-FFF2-40B4-BE49-F238E27FC236}">
                      <a16:creationId xmlns:a16="http://schemas.microsoft.com/office/drawing/2014/main" id="{C02F06C5-9552-ABAD-82CA-67C153D28824}"/>
                    </a:ext>
                  </a:extLst>
                </p:cNvPr>
                <p:cNvSpPr/>
                <p:nvPr/>
              </p:nvSpPr>
              <p:spPr>
                <a:xfrm>
                  <a:off x="3484006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7D0AE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5" name="pg2704">
                  <a:extLst>
                    <a:ext uri="{FF2B5EF4-FFF2-40B4-BE49-F238E27FC236}">
                      <a16:creationId xmlns:a16="http://schemas.microsoft.com/office/drawing/2014/main" id="{3CD97836-18E2-4627-4FAB-D655B2B55842}"/>
                    </a:ext>
                  </a:extLst>
                </p:cNvPr>
                <p:cNvSpPr/>
                <p:nvPr/>
              </p:nvSpPr>
              <p:spPr>
                <a:xfrm>
                  <a:off x="3495643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6" name="pg2705">
                  <a:extLst>
                    <a:ext uri="{FF2B5EF4-FFF2-40B4-BE49-F238E27FC236}">
                      <a16:creationId xmlns:a16="http://schemas.microsoft.com/office/drawing/2014/main" id="{ADBDCB73-73BB-90E2-8164-1F32D095C358}"/>
                    </a:ext>
                  </a:extLst>
                </p:cNvPr>
                <p:cNvSpPr/>
                <p:nvPr/>
              </p:nvSpPr>
              <p:spPr>
                <a:xfrm>
                  <a:off x="350728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7" name="pg2706">
                  <a:extLst>
                    <a:ext uri="{FF2B5EF4-FFF2-40B4-BE49-F238E27FC236}">
                      <a16:creationId xmlns:a16="http://schemas.microsoft.com/office/drawing/2014/main" id="{F80E06AA-72E3-F5F7-B21D-05342E92F9BC}"/>
                    </a:ext>
                  </a:extLst>
                </p:cNvPr>
                <p:cNvSpPr/>
                <p:nvPr/>
              </p:nvSpPr>
              <p:spPr>
                <a:xfrm>
                  <a:off x="351891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8" name="pg2707">
                  <a:extLst>
                    <a:ext uri="{FF2B5EF4-FFF2-40B4-BE49-F238E27FC236}">
                      <a16:creationId xmlns:a16="http://schemas.microsoft.com/office/drawing/2014/main" id="{3A1C3135-4F7B-24E7-F8A4-B790A151098D}"/>
                    </a:ext>
                  </a:extLst>
                </p:cNvPr>
                <p:cNvSpPr/>
                <p:nvPr/>
              </p:nvSpPr>
              <p:spPr>
                <a:xfrm>
                  <a:off x="3530555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09" name="pg2708">
                  <a:extLst>
                    <a:ext uri="{FF2B5EF4-FFF2-40B4-BE49-F238E27FC236}">
                      <a16:creationId xmlns:a16="http://schemas.microsoft.com/office/drawing/2014/main" id="{5C8277FF-E395-78C4-B09B-443DC1896351}"/>
                    </a:ext>
                  </a:extLst>
                </p:cNvPr>
                <p:cNvSpPr/>
                <p:nvPr/>
              </p:nvSpPr>
              <p:spPr>
                <a:xfrm>
                  <a:off x="3542193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0" name="pg2709">
                  <a:extLst>
                    <a:ext uri="{FF2B5EF4-FFF2-40B4-BE49-F238E27FC236}">
                      <a16:creationId xmlns:a16="http://schemas.microsoft.com/office/drawing/2014/main" id="{2DF08DCC-CA35-9E65-C5EC-3EF15B733DE5}"/>
                    </a:ext>
                  </a:extLst>
                </p:cNvPr>
                <p:cNvSpPr/>
                <p:nvPr/>
              </p:nvSpPr>
              <p:spPr>
                <a:xfrm>
                  <a:off x="363529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1" name="pg2710">
                  <a:extLst>
                    <a:ext uri="{FF2B5EF4-FFF2-40B4-BE49-F238E27FC236}">
                      <a16:creationId xmlns:a16="http://schemas.microsoft.com/office/drawing/2014/main" id="{8754B45E-F48A-45B4-60EA-991138D6DD4C}"/>
                    </a:ext>
                  </a:extLst>
                </p:cNvPr>
                <p:cNvSpPr/>
                <p:nvPr/>
              </p:nvSpPr>
              <p:spPr>
                <a:xfrm>
                  <a:off x="364692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2" name="pg2711">
                  <a:extLst>
                    <a:ext uri="{FF2B5EF4-FFF2-40B4-BE49-F238E27FC236}">
                      <a16:creationId xmlns:a16="http://schemas.microsoft.com/office/drawing/2014/main" id="{BB67C191-D239-6345-A35B-1EA6EAF94FBF}"/>
                    </a:ext>
                  </a:extLst>
                </p:cNvPr>
                <p:cNvSpPr/>
                <p:nvPr/>
              </p:nvSpPr>
              <p:spPr>
                <a:xfrm>
                  <a:off x="3658566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3" name="pg2712">
                  <a:extLst>
                    <a:ext uri="{FF2B5EF4-FFF2-40B4-BE49-F238E27FC236}">
                      <a16:creationId xmlns:a16="http://schemas.microsoft.com/office/drawing/2014/main" id="{0B097D2E-DC81-5451-DC0F-F7BD324ABB5F}"/>
                    </a:ext>
                  </a:extLst>
                </p:cNvPr>
                <p:cNvSpPr/>
                <p:nvPr/>
              </p:nvSpPr>
              <p:spPr>
                <a:xfrm>
                  <a:off x="3681840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4" name="pg2713">
                  <a:extLst>
                    <a:ext uri="{FF2B5EF4-FFF2-40B4-BE49-F238E27FC236}">
                      <a16:creationId xmlns:a16="http://schemas.microsoft.com/office/drawing/2014/main" id="{24EE11DB-663A-8384-BCDC-5140ED9796E8}"/>
                    </a:ext>
                  </a:extLst>
                </p:cNvPr>
                <p:cNvSpPr/>
                <p:nvPr/>
              </p:nvSpPr>
              <p:spPr>
                <a:xfrm>
                  <a:off x="369347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5" name="pg2714">
                  <a:extLst>
                    <a:ext uri="{FF2B5EF4-FFF2-40B4-BE49-F238E27FC236}">
                      <a16:creationId xmlns:a16="http://schemas.microsoft.com/office/drawing/2014/main" id="{D1EC77A2-A4B9-BF7E-A38C-881092010238}"/>
                    </a:ext>
                  </a:extLst>
                </p:cNvPr>
                <p:cNvSpPr/>
                <p:nvPr/>
              </p:nvSpPr>
              <p:spPr>
                <a:xfrm>
                  <a:off x="3705115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4B4">
                    <a:alpha val="100000"/>
                  </a:srgbClr>
                </a:solidFill>
                <a:ln w="5420" cap="flat">
                  <a:solidFill>
                    <a:srgbClr val="74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6" name="pg2715">
                  <a:extLst>
                    <a:ext uri="{FF2B5EF4-FFF2-40B4-BE49-F238E27FC236}">
                      <a16:creationId xmlns:a16="http://schemas.microsoft.com/office/drawing/2014/main" id="{E0C94D23-2CE2-0C52-F8D5-A28756BF8589}"/>
                    </a:ext>
                  </a:extLst>
                </p:cNvPr>
                <p:cNvSpPr/>
                <p:nvPr/>
              </p:nvSpPr>
              <p:spPr>
                <a:xfrm>
                  <a:off x="3716752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7" name="pg2716">
                  <a:extLst>
                    <a:ext uri="{FF2B5EF4-FFF2-40B4-BE49-F238E27FC236}">
                      <a16:creationId xmlns:a16="http://schemas.microsoft.com/office/drawing/2014/main" id="{957031EB-2939-2A7C-5E5A-D0157ED506C6}"/>
                    </a:ext>
                  </a:extLst>
                </p:cNvPr>
                <p:cNvSpPr/>
                <p:nvPr/>
              </p:nvSpPr>
              <p:spPr>
                <a:xfrm>
                  <a:off x="3728390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8" name="pg2717">
                  <a:extLst>
                    <a:ext uri="{FF2B5EF4-FFF2-40B4-BE49-F238E27FC236}">
                      <a16:creationId xmlns:a16="http://schemas.microsoft.com/office/drawing/2014/main" id="{ABD3C17F-6D73-F13E-AABA-60C715065AB4}"/>
                    </a:ext>
                  </a:extLst>
                </p:cNvPr>
                <p:cNvSpPr/>
                <p:nvPr/>
              </p:nvSpPr>
              <p:spPr>
                <a:xfrm>
                  <a:off x="3740027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1D2B2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19" name="pg2718">
                  <a:extLst>
                    <a:ext uri="{FF2B5EF4-FFF2-40B4-BE49-F238E27FC236}">
                      <a16:creationId xmlns:a16="http://schemas.microsoft.com/office/drawing/2014/main" id="{D3892621-27C2-83F7-28B4-D76B939119BF}"/>
                    </a:ext>
                  </a:extLst>
                </p:cNvPr>
                <p:cNvSpPr/>
                <p:nvPr/>
              </p:nvSpPr>
              <p:spPr>
                <a:xfrm>
                  <a:off x="3751664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0" name="pg2719">
                  <a:extLst>
                    <a:ext uri="{FF2B5EF4-FFF2-40B4-BE49-F238E27FC236}">
                      <a16:creationId xmlns:a16="http://schemas.microsoft.com/office/drawing/2014/main" id="{FA7A7632-48AB-F069-B28F-67460AFF8771}"/>
                    </a:ext>
                  </a:extLst>
                </p:cNvPr>
                <p:cNvSpPr/>
                <p:nvPr/>
              </p:nvSpPr>
              <p:spPr>
                <a:xfrm>
                  <a:off x="4124059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1" name="pg2720">
                  <a:extLst>
                    <a:ext uri="{FF2B5EF4-FFF2-40B4-BE49-F238E27FC236}">
                      <a16:creationId xmlns:a16="http://schemas.microsoft.com/office/drawing/2014/main" id="{86037C06-9BBD-09F5-1C85-99A4E26BEA8B}"/>
                    </a:ext>
                  </a:extLst>
                </p:cNvPr>
                <p:cNvSpPr/>
                <p:nvPr/>
              </p:nvSpPr>
              <p:spPr>
                <a:xfrm>
                  <a:off x="4135696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2" name="pg2721">
                  <a:extLst>
                    <a:ext uri="{FF2B5EF4-FFF2-40B4-BE49-F238E27FC236}">
                      <a16:creationId xmlns:a16="http://schemas.microsoft.com/office/drawing/2014/main" id="{446FD3C3-3CCF-866E-802F-C624640B9FFB}"/>
                    </a:ext>
                  </a:extLst>
                </p:cNvPr>
                <p:cNvSpPr/>
                <p:nvPr/>
              </p:nvSpPr>
              <p:spPr>
                <a:xfrm>
                  <a:off x="4147334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3" name="pg2722">
                  <a:extLst>
                    <a:ext uri="{FF2B5EF4-FFF2-40B4-BE49-F238E27FC236}">
                      <a16:creationId xmlns:a16="http://schemas.microsoft.com/office/drawing/2014/main" id="{3925F7B1-AAC2-8D28-5DDE-BACE167B2F52}"/>
                    </a:ext>
                  </a:extLst>
                </p:cNvPr>
                <p:cNvSpPr/>
                <p:nvPr/>
              </p:nvSpPr>
              <p:spPr>
                <a:xfrm>
                  <a:off x="415897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4" name="pg2723">
                  <a:extLst>
                    <a:ext uri="{FF2B5EF4-FFF2-40B4-BE49-F238E27FC236}">
                      <a16:creationId xmlns:a16="http://schemas.microsoft.com/office/drawing/2014/main" id="{DF7B4DF1-F83F-E1C7-B7D7-15CDE5EFECAC}"/>
                    </a:ext>
                  </a:extLst>
                </p:cNvPr>
                <p:cNvSpPr/>
                <p:nvPr/>
              </p:nvSpPr>
              <p:spPr>
                <a:xfrm>
                  <a:off x="417060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5" name="pg2724">
                  <a:extLst>
                    <a:ext uri="{FF2B5EF4-FFF2-40B4-BE49-F238E27FC236}">
                      <a16:creationId xmlns:a16="http://schemas.microsoft.com/office/drawing/2014/main" id="{09E5967E-455E-2300-0BE6-85D7A75B5921}"/>
                    </a:ext>
                  </a:extLst>
                </p:cNvPr>
                <p:cNvSpPr/>
                <p:nvPr/>
              </p:nvSpPr>
              <p:spPr>
                <a:xfrm>
                  <a:off x="4182246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6" name="pg2725">
                  <a:extLst>
                    <a:ext uri="{FF2B5EF4-FFF2-40B4-BE49-F238E27FC236}">
                      <a16:creationId xmlns:a16="http://schemas.microsoft.com/office/drawing/2014/main" id="{733FF150-E558-6EA4-B496-BA5DC2B6151B}"/>
                    </a:ext>
                  </a:extLst>
                </p:cNvPr>
                <p:cNvSpPr/>
                <p:nvPr/>
              </p:nvSpPr>
              <p:spPr>
                <a:xfrm>
                  <a:off x="4193883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7" name="pg2726">
                  <a:extLst>
                    <a:ext uri="{FF2B5EF4-FFF2-40B4-BE49-F238E27FC236}">
                      <a16:creationId xmlns:a16="http://schemas.microsoft.com/office/drawing/2014/main" id="{26E79BBA-6E14-79BD-B33A-3FBD83A6881C}"/>
                    </a:ext>
                  </a:extLst>
                </p:cNvPr>
                <p:cNvSpPr/>
                <p:nvPr/>
              </p:nvSpPr>
              <p:spPr>
                <a:xfrm>
                  <a:off x="4205520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8" name="pg2727">
                  <a:extLst>
                    <a:ext uri="{FF2B5EF4-FFF2-40B4-BE49-F238E27FC236}">
                      <a16:creationId xmlns:a16="http://schemas.microsoft.com/office/drawing/2014/main" id="{EB390048-0746-6F70-4BC4-C21AEB9B607D}"/>
                    </a:ext>
                  </a:extLst>
                </p:cNvPr>
                <p:cNvSpPr/>
                <p:nvPr/>
              </p:nvSpPr>
              <p:spPr>
                <a:xfrm>
                  <a:off x="421715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29" name="pg2728">
                  <a:extLst>
                    <a:ext uri="{FF2B5EF4-FFF2-40B4-BE49-F238E27FC236}">
                      <a16:creationId xmlns:a16="http://schemas.microsoft.com/office/drawing/2014/main" id="{A61131FD-6A58-76F6-00B0-04D5F742E92C}"/>
                    </a:ext>
                  </a:extLst>
                </p:cNvPr>
                <p:cNvSpPr/>
                <p:nvPr/>
              </p:nvSpPr>
              <p:spPr>
                <a:xfrm>
                  <a:off x="4228795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3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0" name="pg2729">
                  <a:extLst>
                    <a:ext uri="{FF2B5EF4-FFF2-40B4-BE49-F238E27FC236}">
                      <a16:creationId xmlns:a16="http://schemas.microsoft.com/office/drawing/2014/main" id="{3E0E2BD8-8760-1BD6-6B96-30D2DE402795}"/>
                    </a:ext>
                  </a:extLst>
                </p:cNvPr>
                <p:cNvSpPr/>
                <p:nvPr/>
              </p:nvSpPr>
              <p:spPr>
                <a:xfrm>
                  <a:off x="4240432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3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1" name="pg2730">
                  <a:extLst>
                    <a:ext uri="{FF2B5EF4-FFF2-40B4-BE49-F238E27FC236}">
                      <a16:creationId xmlns:a16="http://schemas.microsoft.com/office/drawing/2014/main" id="{1655883F-FEF8-C0EB-CF9E-AC3AAD183FB3}"/>
                    </a:ext>
                  </a:extLst>
                </p:cNvPr>
                <p:cNvSpPr/>
                <p:nvPr/>
              </p:nvSpPr>
              <p:spPr>
                <a:xfrm>
                  <a:off x="4252070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3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2" name="pg2731">
                  <a:extLst>
                    <a:ext uri="{FF2B5EF4-FFF2-40B4-BE49-F238E27FC236}">
                      <a16:creationId xmlns:a16="http://schemas.microsoft.com/office/drawing/2014/main" id="{EDFE00A2-0AEF-75B1-923B-DCA89C3FB408}"/>
                    </a:ext>
                  </a:extLst>
                </p:cNvPr>
                <p:cNvSpPr/>
                <p:nvPr/>
              </p:nvSpPr>
              <p:spPr>
                <a:xfrm>
                  <a:off x="4263707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3" name="pg2732">
                  <a:extLst>
                    <a:ext uri="{FF2B5EF4-FFF2-40B4-BE49-F238E27FC236}">
                      <a16:creationId xmlns:a16="http://schemas.microsoft.com/office/drawing/2014/main" id="{4D366638-177F-E587-6C45-A77023724505}"/>
                    </a:ext>
                  </a:extLst>
                </p:cNvPr>
                <p:cNvSpPr/>
                <p:nvPr/>
              </p:nvSpPr>
              <p:spPr>
                <a:xfrm>
                  <a:off x="4275344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4" name="pg2733">
                  <a:extLst>
                    <a:ext uri="{FF2B5EF4-FFF2-40B4-BE49-F238E27FC236}">
                      <a16:creationId xmlns:a16="http://schemas.microsoft.com/office/drawing/2014/main" id="{7AA7E899-1E3A-27F2-245F-2BDD54AC51B2}"/>
                    </a:ext>
                  </a:extLst>
                </p:cNvPr>
                <p:cNvSpPr/>
                <p:nvPr/>
              </p:nvSpPr>
              <p:spPr>
                <a:xfrm>
                  <a:off x="4310256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5" name="pg2734">
                  <a:extLst>
                    <a:ext uri="{FF2B5EF4-FFF2-40B4-BE49-F238E27FC236}">
                      <a16:creationId xmlns:a16="http://schemas.microsoft.com/office/drawing/2014/main" id="{1ACBD840-42AC-50CC-3211-F750C8061C5D}"/>
                    </a:ext>
                  </a:extLst>
                </p:cNvPr>
                <p:cNvSpPr/>
                <p:nvPr/>
              </p:nvSpPr>
              <p:spPr>
                <a:xfrm>
                  <a:off x="4321894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6" name="pg2735">
                  <a:extLst>
                    <a:ext uri="{FF2B5EF4-FFF2-40B4-BE49-F238E27FC236}">
                      <a16:creationId xmlns:a16="http://schemas.microsoft.com/office/drawing/2014/main" id="{3D05F361-0EC0-7817-E870-915457B562EE}"/>
                    </a:ext>
                  </a:extLst>
                </p:cNvPr>
                <p:cNvSpPr/>
                <p:nvPr/>
              </p:nvSpPr>
              <p:spPr>
                <a:xfrm>
                  <a:off x="4333531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7" name="pg2736">
                  <a:extLst>
                    <a:ext uri="{FF2B5EF4-FFF2-40B4-BE49-F238E27FC236}">
                      <a16:creationId xmlns:a16="http://schemas.microsoft.com/office/drawing/2014/main" id="{EAC75C0C-BA23-47A6-DE62-12C898283183}"/>
                    </a:ext>
                  </a:extLst>
                </p:cNvPr>
                <p:cNvSpPr/>
                <p:nvPr/>
              </p:nvSpPr>
              <p:spPr>
                <a:xfrm>
                  <a:off x="434516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8" name="pg2737">
                  <a:extLst>
                    <a:ext uri="{FF2B5EF4-FFF2-40B4-BE49-F238E27FC236}">
                      <a16:creationId xmlns:a16="http://schemas.microsoft.com/office/drawing/2014/main" id="{098F62B9-2656-6255-A25D-EFACA5DC7459}"/>
                    </a:ext>
                  </a:extLst>
                </p:cNvPr>
                <p:cNvSpPr/>
                <p:nvPr/>
              </p:nvSpPr>
              <p:spPr>
                <a:xfrm>
                  <a:off x="4356806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39" name="pg2738">
                  <a:extLst>
                    <a:ext uri="{FF2B5EF4-FFF2-40B4-BE49-F238E27FC236}">
                      <a16:creationId xmlns:a16="http://schemas.microsoft.com/office/drawing/2014/main" id="{C9999275-4C9A-BBF7-1386-01C20CA534A1}"/>
                    </a:ext>
                  </a:extLst>
                </p:cNvPr>
                <p:cNvSpPr/>
                <p:nvPr/>
              </p:nvSpPr>
              <p:spPr>
                <a:xfrm>
                  <a:off x="4368443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0" name="pg2739">
                  <a:extLst>
                    <a:ext uri="{FF2B5EF4-FFF2-40B4-BE49-F238E27FC236}">
                      <a16:creationId xmlns:a16="http://schemas.microsoft.com/office/drawing/2014/main" id="{92276A3E-ADCD-95F1-6318-B9690FC992F3}"/>
                    </a:ext>
                  </a:extLst>
                </p:cNvPr>
                <p:cNvSpPr/>
                <p:nvPr/>
              </p:nvSpPr>
              <p:spPr>
                <a:xfrm>
                  <a:off x="4380080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1" name="pg2740">
                  <a:extLst>
                    <a:ext uri="{FF2B5EF4-FFF2-40B4-BE49-F238E27FC236}">
                      <a16:creationId xmlns:a16="http://schemas.microsoft.com/office/drawing/2014/main" id="{B4366467-5E9F-E89C-15F3-BC8579BC7D21}"/>
                    </a:ext>
                  </a:extLst>
                </p:cNvPr>
                <p:cNvSpPr/>
                <p:nvPr/>
              </p:nvSpPr>
              <p:spPr>
                <a:xfrm>
                  <a:off x="4566278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2" name="pg2741">
                  <a:extLst>
                    <a:ext uri="{FF2B5EF4-FFF2-40B4-BE49-F238E27FC236}">
                      <a16:creationId xmlns:a16="http://schemas.microsoft.com/office/drawing/2014/main" id="{36C18F6C-A1F7-EAFD-82E2-A705F268C32A}"/>
                    </a:ext>
                  </a:extLst>
                </p:cNvPr>
                <p:cNvSpPr/>
                <p:nvPr/>
              </p:nvSpPr>
              <p:spPr>
                <a:xfrm>
                  <a:off x="4577915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3" name="pg2742">
                  <a:extLst>
                    <a:ext uri="{FF2B5EF4-FFF2-40B4-BE49-F238E27FC236}">
                      <a16:creationId xmlns:a16="http://schemas.microsoft.com/office/drawing/2014/main" id="{9215B5E9-9AC0-748C-7736-105BDF3AED7B}"/>
                    </a:ext>
                  </a:extLst>
                </p:cNvPr>
                <p:cNvSpPr/>
                <p:nvPr/>
              </p:nvSpPr>
              <p:spPr>
                <a:xfrm>
                  <a:off x="4589552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3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4" name="pg2743">
                  <a:extLst>
                    <a:ext uri="{FF2B5EF4-FFF2-40B4-BE49-F238E27FC236}">
                      <a16:creationId xmlns:a16="http://schemas.microsoft.com/office/drawing/2014/main" id="{9D5A0D5B-FF25-3F51-94B2-E388FA09BA6F}"/>
                    </a:ext>
                  </a:extLst>
                </p:cNvPr>
                <p:cNvSpPr/>
                <p:nvPr/>
              </p:nvSpPr>
              <p:spPr>
                <a:xfrm>
                  <a:off x="4601190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DA4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5" name="pg2744">
                  <a:extLst>
                    <a:ext uri="{FF2B5EF4-FFF2-40B4-BE49-F238E27FC236}">
                      <a16:creationId xmlns:a16="http://schemas.microsoft.com/office/drawing/2014/main" id="{2CE5535B-8FAA-F5B8-F626-41ABD7470C4A}"/>
                    </a:ext>
                  </a:extLst>
                </p:cNvPr>
                <p:cNvSpPr/>
                <p:nvPr/>
              </p:nvSpPr>
              <p:spPr>
                <a:xfrm>
                  <a:off x="4612827" y="478139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A7E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6" name="pg2745">
                  <a:extLst>
                    <a:ext uri="{FF2B5EF4-FFF2-40B4-BE49-F238E27FC236}">
                      <a16:creationId xmlns:a16="http://schemas.microsoft.com/office/drawing/2014/main" id="{7EDC1FD0-BA32-B9DE-DE30-099BB07952DA}"/>
                    </a:ext>
                  </a:extLst>
                </p:cNvPr>
                <p:cNvSpPr/>
                <p:nvPr/>
              </p:nvSpPr>
              <p:spPr>
                <a:xfrm>
                  <a:off x="311161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7" name="pg2746">
                  <a:extLst>
                    <a:ext uri="{FF2B5EF4-FFF2-40B4-BE49-F238E27FC236}">
                      <a16:creationId xmlns:a16="http://schemas.microsoft.com/office/drawing/2014/main" id="{9D49CC08-3392-4D87-5237-F30EAECAD6CE}"/>
                    </a:ext>
                  </a:extLst>
                </p:cNvPr>
                <p:cNvSpPr/>
                <p:nvPr/>
              </p:nvSpPr>
              <p:spPr>
                <a:xfrm>
                  <a:off x="3123249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8" name="pg2747">
                  <a:extLst>
                    <a:ext uri="{FF2B5EF4-FFF2-40B4-BE49-F238E27FC236}">
                      <a16:creationId xmlns:a16="http://schemas.microsoft.com/office/drawing/2014/main" id="{3C4CC681-386F-4C0C-EB76-BB1135A29935}"/>
                    </a:ext>
                  </a:extLst>
                </p:cNvPr>
                <p:cNvSpPr/>
                <p:nvPr/>
              </p:nvSpPr>
              <p:spPr>
                <a:xfrm>
                  <a:off x="3134886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49" name="pg2748">
                  <a:extLst>
                    <a:ext uri="{FF2B5EF4-FFF2-40B4-BE49-F238E27FC236}">
                      <a16:creationId xmlns:a16="http://schemas.microsoft.com/office/drawing/2014/main" id="{3218BE49-1FDE-94EC-F030-4431512E0E73}"/>
                    </a:ext>
                  </a:extLst>
                </p:cNvPr>
                <p:cNvSpPr/>
                <p:nvPr/>
              </p:nvSpPr>
              <p:spPr>
                <a:xfrm>
                  <a:off x="314652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0" name="pg2749">
                  <a:extLst>
                    <a:ext uri="{FF2B5EF4-FFF2-40B4-BE49-F238E27FC236}">
                      <a16:creationId xmlns:a16="http://schemas.microsoft.com/office/drawing/2014/main" id="{AD1626C7-2B98-7928-BA9A-5AF24A6E0DA2}"/>
                    </a:ext>
                  </a:extLst>
                </p:cNvPr>
                <p:cNvSpPr/>
                <p:nvPr/>
              </p:nvSpPr>
              <p:spPr>
                <a:xfrm>
                  <a:off x="315816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1" name="pg2750">
                  <a:extLst>
                    <a:ext uri="{FF2B5EF4-FFF2-40B4-BE49-F238E27FC236}">
                      <a16:creationId xmlns:a16="http://schemas.microsoft.com/office/drawing/2014/main" id="{0BD8128C-142F-F784-A05E-53DFFD49035E}"/>
                    </a:ext>
                  </a:extLst>
                </p:cNvPr>
                <p:cNvSpPr/>
                <p:nvPr/>
              </p:nvSpPr>
              <p:spPr>
                <a:xfrm>
                  <a:off x="3169798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DD1B1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2" name="pg2751">
                  <a:extLst>
                    <a:ext uri="{FF2B5EF4-FFF2-40B4-BE49-F238E27FC236}">
                      <a16:creationId xmlns:a16="http://schemas.microsoft.com/office/drawing/2014/main" id="{16543472-E616-DEB3-8C07-34757CAA4DB7}"/>
                    </a:ext>
                  </a:extLst>
                </p:cNvPr>
                <p:cNvSpPr/>
                <p:nvPr/>
              </p:nvSpPr>
              <p:spPr>
                <a:xfrm>
                  <a:off x="3181435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3" name="pg2752">
                  <a:extLst>
                    <a:ext uri="{FF2B5EF4-FFF2-40B4-BE49-F238E27FC236}">
                      <a16:creationId xmlns:a16="http://schemas.microsoft.com/office/drawing/2014/main" id="{08478E5D-1B68-4216-0E56-C02128072DC8}"/>
                    </a:ext>
                  </a:extLst>
                </p:cNvPr>
                <p:cNvSpPr/>
                <p:nvPr/>
              </p:nvSpPr>
              <p:spPr>
                <a:xfrm>
                  <a:off x="319307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4" name="pg2753">
                  <a:extLst>
                    <a:ext uri="{FF2B5EF4-FFF2-40B4-BE49-F238E27FC236}">
                      <a16:creationId xmlns:a16="http://schemas.microsoft.com/office/drawing/2014/main" id="{F67614DB-5855-F5D5-3A7A-234684D1F123}"/>
                    </a:ext>
                  </a:extLst>
                </p:cNvPr>
                <p:cNvSpPr/>
                <p:nvPr/>
              </p:nvSpPr>
              <p:spPr>
                <a:xfrm>
                  <a:off x="3204710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5" name="pg2754">
                  <a:extLst>
                    <a:ext uri="{FF2B5EF4-FFF2-40B4-BE49-F238E27FC236}">
                      <a16:creationId xmlns:a16="http://schemas.microsoft.com/office/drawing/2014/main" id="{C23BE70E-C42A-42E8-3E45-1E4E22684859}"/>
                    </a:ext>
                  </a:extLst>
                </p:cNvPr>
                <p:cNvSpPr/>
                <p:nvPr/>
              </p:nvSpPr>
              <p:spPr>
                <a:xfrm>
                  <a:off x="3216347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6" name="pg2755">
                  <a:extLst>
                    <a:ext uri="{FF2B5EF4-FFF2-40B4-BE49-F238E27FC236}">
                      <a16:creationId xmlns:a16="http://schemas.microsoft.com/office/drawing/2014/main" id="{707FB0A4-E10B-EAF1-EE35-905CA12AB409}"/>
                    </a:ext>
                  </a:extLst>
                </p:cNvPr>
                <p:cNvSpPr/>
                <p:nvPr/>
              </p:nvSpPr>
              <p:spPr>
                <a:xfrm>
                  <a:off x="3227985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7" name="pg2756">
                  <a:extLst>
                    <a:ext uri="{FF2B5EF4-FFF2-40B4-BE49-F238E27FC236}">
                      <a16:creationId xmlns:a16="http://schemas.microsoft.com/office/drawing/2014/main" id="{1288CC6C-F397-94E2-C0CE-59D86ED0B625}"/>
                    </a:ext>
                  </a:extLst>
                </p:cNvPr>
                <p:cNvSpPr/>
                <p:nvPr/>
              </p:nvSpPr>
              <p:spPr>
                <a:xfrm>
                  <a:off x="3239622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8" name="pg2757">
                  <a:extLst>
                    <a:ext uri="{FF2B5EF4-FFF2-40B4-BE49-F238E27FC236}">
                      <a16:creationId xmlns:a16="http://schemas.microsoft.com/office/drawing/2014/main" id="{2839C11E-0F3B-2C3D-1491-3F2DF783A97F}"/>
                    </a:ext>
                  </a:extLst>
                </p:cNvPr>
                <p:cNvSpPr/>
                <p:nvPr/>
              </p:nvSpPr>
              <p:spPr>
                <a:xfrm>
                  <a:off x="3251259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59" name="pg2758">
                  <a:extLst>
                    <a:ext uri="{FF2B5EF4-FFF2-40B4-BE49-F238E27FC236}">
                      <a16:creationId xmlns:a16="http://schemas.microsoft.com/office/drawing/2014/main" id="{D9E2B473-2EE8-E6B5-FF85-5F89DE8ECF1B}"/>
                    </a:ext>
                  </a:extLst>
                </p:cNvPr>
                <p:cNvSpPr/>
                <p:nvPr/>
              </p:nvSpPr>
              <p:spPr>
                <a:xfrm>
                  <a:off x="3262897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0" name="pg2759">
                  <a:extLst>
                    <a:ext uri="{FF2B5EF4-FFF2-40B4-BE49-F238E27FC236}">
                      <a16:creationId xmlns:a16="http://schemas.microsoft.com/office/drawing/2014/main" id="{B76E892B-BA48-80BE-0AFD-12652ECF8293}"/>
                    </a:ext>
                  </a:extLst>
                </p:cNvPr>
                <p:cNvSpPr/>
                <p:nvPr/>
              </p:nvSpPr>
              <p:spPr>
                <a:xfrm>
                  <a:off x="3274534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1" name="pg2760">
                  <a:extLst>
                    <a:ext uri="{FF2B5EF4-FFF2-40B4-BE49-F238E27FC236}">
                      <a16:creationId xmlns:a16="http://schemas.microsoft.com/office/drawing/2014/main" id="{ED529B6B-2498-0618-7E7B-0A1A81B74C41}"/>
                    </a:ext>
                  </a:extLst>
                </p:cNvPr>
                <p:cNvSpPr/>
                <p:nvPr/>
              </p:nvSpPr>
              <p:spPr>
                <a:xfrm>
                  <a:off x="328617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7AB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2" name="pg2761">
                  <a:extLst>
                    <a:ext uri="{FF2B5EF4-FFF2-40B4-BE49-F238E27FC236}">
                      <a16:creationId xmlns:a16="http://schemas.microsoft.com/office/drawing/2014/main" id="{81C30460-DDFC-5958-0124-A646B40257DA}"/>
                    </a:ext>
                  </a:extLst>
                </p:cNvPr>
                <p:cNvSpPr/>
                <p:nvPr/>
              </p:nvSpPr>
              <p:spPr>
                <a:xfrm>
                  <a:off x="3297809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3" name="pg2762">
                  <a:extLst>
                    <a:ext uri="{FF2B5EF4-FFF2-40B4-BE49-F238E27FC236}">
                      <a16:creationId xmlns:a16="http://schemas.microsoft.com/office/drawing/2014/main" id="{333C9C82-778F-317B-E50D-89E80E74BBA8}"/>
                    </a:ext>
                  </a:extLst>
                </p:cNvPr>
                <p:cNvSpPr/>
                <p:nvPr/>
              </p:nvSpPr>
              <p:spPr>
                <a:xfrm>
                  <a:off x="3309446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4" name="pg2763">
                  <a:extLst>
                    <a:ext uri="{FF2B5EF4-FFF2-40B4-BE49-F238E27FC236}">
                      <a16:creationId xmlns:a16="http://schemas.microsoft.com/office/drawing/2014/main" id="{17F2E991-C470-0B22-A76E-4ACCA747DB90}"/>
                    </a:ext>
                  </a:extLst>
                </p:cNvPr>
                <p:cNvSpPr/>
                <p:nvPr/>
              </p:nvSpPr>
              <p:spPr>
                <a:xfrm>
                  <a:off x="332108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5" name="pg2764">
                  <a:extLst>
                    <a:ext uri="{FF2B5EF4-FFF2-40B4-BE49-F238E27FC236}">
                      <a16:creationId xmlns:a16="http://schemas.microsoft.com/office/drawing/2014/main" id="{5BEDC5AD-9043-7DEB-DF36-46B966EBD68F}"/>
                    </a:ext>
                  </a:extLst>
                </p:cNvPr>
                <p:cNvSpPr/>
                <p:nvPr/>
              </p:nvSpPr>
              <p:spPr>
                <a:xfrm>
                  <a:off x="333272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6" name="pg2765">
                  <a:extLst>
                    <a:ext uri="{FF2B5EF4-FFF2-40B4-BE49-F238E27FC236}">
                      <a16:creationId xmlns:a16="http://schemas.microsoft.com/office/drawing/2014/main" id="{45604905-8FD8-03A5-A918-92CF63149066}"/>
                    </a:ext>
                  </a:extLst>
                </p:cNvPr>
                <p:cNvSpPr/>
                <p:nvPr/>
              </p:nvSpPr>
              <p:spPr>
                <a:xfrm>
                  <a:off x="3344358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7" name="pg2766">
                  <a:extLst>
                    <a:ext uri="{FF2B5EF4-FFF2-40B4-BE49-F238E27FC236}">
                      <a16:creationId xmlns:a16="http://schemas.microsoft.com/office/drawing/2014/main" id="{ECD7267C-AD7C-C92F-31F0-8F49F8970E90}"/>
                    </a:ext>
                  </a:extLst>
                </p:cNvPr>
                <p:cNvSpPr/>
                <p:nvPr/>
              </p:nvSpPr>
              <p:spPr>
                <a:xfrm>
                  <a:off x="3355995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8" name="pg2767">
                  <a:extLst>
                    <a:ext uri="{FF2B5EF4-FFF2-40B4-BE49-F238E27FC236}">
                      <a16:creationId xmlns:a16="http://schemas.microsoft.com/office/drawing/2014/main" id="{1ED8BB11-93CA-56AF-B176-47B1ED169F9F}"/>
                    </a:ext>
                  </a:extLst>
                </p:cNvPr>
                <p:cNvSpPr/>
                <p:nvPr/>
              </p:nvSpPr>
              <p:spPr>
                <a:xfrm>
                  <a:off x="336763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1AC">
                    <a:alpha val="100000"/>
                  </a:srgbClr>
                </a:solidFill>
                <a:ln w="5420" cap="flat">
                  <a:solidFill>
                    <a:srgbClr val="57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69" name="pg2768">
                  <a:extLst>
                    <a:ext uri="{FF2B5EF4-FFF2-40B4-BE49-F238E27FC236}">
                      <a16:creationId xmlns:a16="http://schemas.microsoft.com/office/drawing/2014/main" id="{AD140527-EFBC-0B21-20F2-24C3B4C1300A}"/>
                    </a:ext>
                  </a:extLst>
                </p:cNvPr>
                <p:cNvSpPr/>
                <p:nvPr/>
              </p:nvSpPr>
              <p:spPr>
                <a:xfrm>
                  <a:off x="3379270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0" name="pg2769">
                  <a:extLst>
                    <a:ext uri="{FF2B5EF4-FFF2-40B4-BE49-F238E27FC236}">
                      <a16:creationId xmlns:a16="http://schemas.microsoft.com/office/drawing/2014/main" id="{F0999A04-E62A-C3D5-8D7D-C4BAA8601D4B}"/>
                    </a:ext>
                  </a:extLst>
                </p:cNvPr>
                <p:cNvSpPr/>
                <p:nvPr/>
              </p:nvSpPr>
              <p:spPr>
                <a:xfrm>
                  <a:off x="3390907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1" name="pg2770">
                  <a:extLst>
                    <a:ext uri="{FF2B5EF4-FFF2-40B4-BE49-F238E27FC236}">
                      <a16:creationId xmlns:a16="http://schemas.microsoft.com/office/drawing/2014/main" id="{4188CA68-8299-2C99-A167-D790041C2BED}"/>
                    </a:ext>
                  </a:extLst>
                </p:cNvPr>
                <p:cNvSpPr/>
                <p:nvPr/>
              </p:nvSpPr>
              <p:spPr>
                <a:xfrm>
                  <a:off x="3402545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2" name="pg2771">
                  <a:extLst>
                    <a:ext uri="{FF2B5EF4-FFF2-40B4-BE49-F238E27FC236}">
                      <a16:creationId xmlns:a16="http://schemas.microsoft.com/office/drawing/2014/main" id="{334D9CAC-9572-F47C-1C52-8DFE2C80E705}"/>
                    </a:ext>
                  </a:extLst>
                </p:cNvPr>
                <p:cNvSpPr/>
                <p:nvPr/>
              </p:nvSpPr>
              <p:spPr>
                <a:xfrm>
                  <a:off x="3414182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3" name="pg2772">
                  <a:extLst>
                    <a:ext uri="{FF2B5EF4-FFF2-40B4-BE49-F238E27FC236}">
                      <a16:creationId xmlns:a16="http://schemas.microsoft.com/office/drawing/2014/main" id="{7346568E-F6D2-4D38-1C1D-DF55956FCDBE}"/>
                    </a:ext>
                  </a:extLst>
                </p:cNvPr>
                <p:cNvSpPr/>
                <p:nvPr/>
              </p:nvSpPr>
              <p:spPr>
                <a:xfrm>
                  <a:off x="3425819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4" name="pg2773">
                  <a:extLst>
                    <a:ext uri="{FF2B5EF4-FFF2-40B4-BE49-F238E27FC236}">
                      <a16:creationId xmlns:a16="http://schemas.microsoft.com/office/drawing/2014/main" id="{C72F9159-B06B-726B-9F34-A621F7B9CC41}"/>
                    </a:ext>
                  </a:extLst>
                </p:cNvPr>
                <p:cNvSpPr/>
                <p:nvPr/>
              </p:nvSpPr>
              <p:spPr>
                <a:xfrm>
                  <a:off x="3437457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5" name="pg2774">
                  <a:extLst>
                    <a:ext uri="{FF2B5EF4-FFF2-40B4-BE49-F238E27FC236}">
                      <a16:creationId xmlns:a16="http://schemas.microsoft.com/office/drawing/2014/main" id="{E103C732-A791-C1C3-1EBC-3905E8DA2BB1}"/>
                    </a:ext>
                  </a:extLst>
                </p:cNvPr>
                <p:cNvSpPr/>
                <p:nvPr/>
              </p:nvSpPr>
              <p:spPr>
                <a:xfrm>
                  <a:off x="3449094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6" name="pg2775">
                  <a:extLst>
                    <a:ext uri="{FF2B5EF4-FFF2-40B4-BE49-F238E27FC236}">
                      <a16:creationId xmlns:a16="http://schemas.microsoft.com/office/drawing/2014/main" id="{8C952203-C9B8-A1BA-D518-962891D4BA9B}"/>
                    </a:ext>
                  </a:extLst>
                </p:cNvPr>
                <p:cNvSpPr/>
                <p:nvPr/>
              </p:nvSpPr>
              <p:spPr>
                <a:xfrm>
                  <a:off x="346073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AF">
                    <a:alpha val="100000"/>
                  </a:srgbClr>
                </a:solidFill>
                <a:ln w="5420" cap="flat">
                  <a:solidFill>
                    <a:srgbClr val="6AD1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7" name="pg2776">
                  <a:extLst>
                    <a:ext uri="{FF2B5EF4-FFF2-40B4-BE49-F238E27FC236}">
                      <a16:creationId xmlns:a16="http://schemas.microsoft.com/office/drawing/2014/main" id="{3AD328FF-D728-1866-E972-C132AE6676DB}"/>
                    </a:ext>
                  </a:extLst>
                </p:cNvPr>
                <p:cNvSpPr/>
                <p:nvPr/>
              </p:nvSpPr>
              <p:spPr>
                <a:xfrm>
                  <a:off x="3472369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8" name="pg2777">
                  <a:extLst>
                    <a:ext uri="{FF2B5EF4-FFF2-40B4-BE49-F238E27FC236}">
                      <a16:creationId xmlns:a16="http://schemas.microsoft.com/office/drawing/2014/main" id="{D3B046B1-7FCC-020D-36FF-9ACFFE4F2EE5}"/>
                    </a:ext>
                  </a:extLst>
                </p:cNvPr>
                <p:cNvSpPr/>
                <p:nvPr/>
              </p:nvSpPr>
              <p:spPr>
                <a:xfrm>
                  <a:off x="3484006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79" name="pg2778">
                  <a:extLst>
                    <a:ext uri="{FF2B5EF4-FFF2-40B4-BE49-F238E27FC236}">
                      <a16:creationId xmlns:a16="http://schemas.microsoft.com/office/drawing/2014/main" id="{3526F30B-C659-03FE-A9A9-6F860214985B}"/>
                    </a:ext>
                  </a:extLst>
                </p:cNvPr>
                <p:cNvSpPr/>
                <p:nvPr/>
              </p:nvSpPr>
              <p:spPr>
                <a:xfrm>
                  <a:off x="349564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0" name="pg2779">
                  <a:extLst>
                    <a:ext uri="{FF2B5EF4-FFF2-40B4-BE49-F238E27FC236}">
                      <a16:creationId xmlns:a16="http://schemas.microsoft.com/office/drawing/2014/main" id="{F2084084-1FBE-D317-0C61-58A618BF7722}"/>
                    </a:ext>
                  </a:extLst>
                </p:cNvPr>
                <p:cNvSpPr/>
                <p:nvPr/>
              </p:nvSpPr>
              <p:spPr>
                <a:xfrm>
                  <a:off x="350728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1" name="pg2780">
                  <a:extLst>
                    <a:ext uri="{FF2B5EF4-FFF2-40B4-BE49-F238E27FC236}">
                      <a16:creationId xmlns:a16="http://schemas.microsoft.com/office/drawing/2014/main" id="{504597B6-6768-095F-4F51-575E4AB1DFB5}"/>
                    </a:ext>
                  </a:extLst>
                </p:cNvPr>
                <p:cNvSpPr/>
                <p:nvPr/>
              </p:nvSpPr>
              <p:spPr>
                <a:xfrm>
                  <a:off x="3518918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2" name="pg2781">
                  <a:extLst>
                    <a:ext uri="{FF2B5EF4-FFF2-40B4-BE49-F238E27FC236}">
                      <a16:creationId xmlns:a16="http://schemas.microsoft.com/office/drawing/2014/main" id="{61CE053D-6778-1699-7420-33FD89BDEB4E}"/>
                    </a:ext>
                  </a:extLst>
                </p:cNvPr>
                <p:cNvSpPr/>
                <p:nvPr/>
              </p:nvSpPr>
              <p:spPr>
                <a:xfrm>
                  <a:off x="3530555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3" name="pg2782">
                  <a:extLst>
                    <a:ext uri="{FF2B5EF4-FFF2-40B4-BE49-F238E27FC236}">
                      <a16:creationId xmlns:a16="http://schemas.microsoft.com/office/drawing/2014/main" id="{23E2929A-B997-FD8E-2940-A01A066D9E4A}"/>
                    </a:ext>
                  </a:extLst>
                </p:cNvPr>
                <p:cNvSpPr/>
                <p:nvPr/>
              </p:nvSpPr>
              <p:spPr>
                <a:xfrm>
                  <a:off x="354219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4" name="pg2783">
                  <a:extLst>
                    <a:ext uri="{FF2B5EF4-FFF2-40B4-BE49-F238E27FC236}">
                      <a16:creationId xmlns:a16="http://schemas.microsoft.com/office/drawing/2014/main" id="{1761C2FD-E6ED-6AD7-C3C6-0E8A49B856A7}"/>
                    </a:ext>
                  </a:extLst>
                </p:cNvPr>
                <p:cNvSpPr/>
                <p:nvPr/>
              </p:nvSpPr>
              <p:spPr>
                <a:xfrm>
                  <a:off x="3553830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5" name="pg2784">
                  <a:extLst>
                    <a:ext uri="{FF2B5EF4-FFF2-40B4-BE49-F238E27FC236}">
                      <a16:creationId xmlns:a16="http://schemas.microsoft.com/office/drawing/2014/main" id="{76608014-A8FB-AB8C-3BE6-E301D0153827}"/>
                    </a:ext>
                  </a:extLst>
                </p:cNvPr>
                <p:cNvSpPr/>
                <p:nvPr/>
              </p:nvSpPr>
              <p:spPr>
                <a:xfrm>
                  <a:off x="3623654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6" name="pg2785">
                  <a:extLst>
                    <a:ext uri="{FF2B5EF4-FFF2-40B4-BE49-F238E27FC236}">
                      <a16:creationId xmlns:a16="http://schemas.microsoft.com/office/drawing/2014/main" id="{E0584609-085D-9BF3-8912-80A6A1CA2E8D}"/>
                    </a:ext>
                  </a:extLst>
                </p:cNvPr>
                <p:cNvSpPr/>
                <p:nvPr/>
              </p:nvSpPr>
              <p:spPr>
                <a:xfrm>
                  <a:off x="363529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7" name="pg2786">
                  <a:extLst>
                    <a:ext uri="{FF2B5EF4-FFF2-40B4-BE49-F238E27FC236}">
                      <a16:creationId xmlns:a16="http://schemas.microsoft.com/office/drawing/2014/main" id="{743A09A1-272C-9FD0-6B99-E4787BE21EC5}"/>
                    </a:ext>
                  </a:extLst>
                </p:cNvPr>
                <p:cNvSpPr/>
                <p:nvPr/>
              </p:nvSpPr>
              <p:spPr>
                <a:xfrm>
                  <a:off x="3646928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8" name="pg2787">
                  <a:extLst>
                    <a:ext uri="{FF2B5EF4-FFF2-40B4-BE49-F238E27FC236}">
                      <a16:creationId xmlns:a16="http://schemas.microsoft.com/office/drawing/2014/main" id="{5D2689A8-311B-D733-4075-817ADA5BBCEC}"/>
                    </a:ext>
                  </a:extLst>
                </p:cNvPr>
                <p:cNvSpPr/>
                <p:nvPr/>
              </p:nvSpPr>
              <p:spPr>
                <a:xfrm>
                  <a:off x="3658566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89" name="pg2788">
                  <a:extLst>
                    <a:ext uri="{FF2B5EF4-FFF2-40B4-BE49-F238E27FC236}">
                      <a16:creationId xmlns:a16="http://schemas.microsoft.com/office/drawing/2014/main" id="{AB1A24C5-F0D3-8147-13CB-0D460E993E75}"/>
                    </a:ext>
                  </a:extLst>
                </p:cNvPr>
                <p:cNvSpPr/>
                <p:nvPr/>
              </p:nvSpPr>
              <p:spPr>
                <a:xfrm>
                  <a:off x="367020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0" name="pg2789">
                  <a:extLst>
                    <a:ext uri="{FF2B5EF4-FFF2-40B4-BE49-F238E27FC236}">
                      <a16:creationId xmlns:a16="http://schemas.microsoft.com/office/drawing/2014/main" id="{C0ABA2F4-7B82-8D11-A69D-77C992CE1D4C}"/>
                    </a:ext>
                  </a:extLst>
                </p:cNvPr>
                <p:cNvSpPr/>
                <p:nvPr/>
              </p:nvSpPr>
              <p:spPr>
                <a:xfrm>
                  <a:off x="3681840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1" name="pg2790">
                  <a:extLst>
                    <a:ext uri="{FF2B5EF4-FFF2-40B4-BE49-F238E27FC236}">
                      <a16:creationId xmlns:a16="http://schemas.microsoft.com/office/drawing/2014/main" id="{9DC62813-9987-CF35-3B28-9D50540E03A0}"/>
                    </a:ext>
                  </a:extLst>
                </p:cNvPr>
                <p:cNvSpPr/>
                <p:nvPr/>
              </p:nvSpPr>
              <p:spPr>
                <a:xfrm>
                  <a:off x="3693478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2" name="pg2791">
                  <a:extLst>
                    <a:ext uri="{FF2B5EF4-FFF2-40B4-BE49-F238E27FC236}">
                      <a16:creationId xmlns:a16="http://schemas.microsoft.com/office/drawing/2014/main" id="{F9333E10-C385-2B13-F20A-E5BB599887BF}"/>
                    </a:ext>
                  </a:extLst>
                </p:cNvPr>
                <p:cNvSpPr/>
                <p:nvPr/>
              </p:nvSpPr>
              <p:spPr>
                <a:xfrm>
                  <a:off x="3705115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3" name="pg2792">
                  <a:extLst>
                    <a:ext uri="{FF2B5EF4-FFF2-40B4-BE49-F238E27FC236}">
                      <a16:creationId xmlns:a16="http://schemas.microsoft.com/office/drawing/2014/main" id="{23FE61DB-3F5D-8A3E-2E28-6D13D5DD12AD}"/>
                    </a:ext>
                  </a:extLst>
                </p:cNvPr>
                <p:cNvSpPr/>
                <p:nvPr/>
              </p:nvSpPr>
              <p:spPr>
                <a:xfrm>
                  <a:off x="3716752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6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4" name="pg2793">
                  <a:extLst>
                    <a:ext uri="{FF2B5EF4-FFF2-40B4-BE49-F238E27FC236}">
                      <a16:creationId xmlns:a16="http://schemas.microsoft.com/office/drawing/2014/main" id="{0B515CF0-A557-F262-C03B-FD0318FE5627}"/>
                    </a:ext>
                  </a:extLst>
                </p:cNvPr>
                <p:cNvSpPr/>
                <p:nvPr/>
              </p:nvSpPr>
              <p:spPr>
                <a:xfrm>
                  <a:off x="3728390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5" name="pg2794">
                  <a:extLst>
                    <a:ext uri="{FF2B5EF4-FFF2-40B4-BE49-F238E27FC236}">
                      <a16:creationId xmlns:a16="http://schemas.microsoft.com/office/drawing/2014/main" id="{C0E66367-C9E5-F177-CFCE-7BE01829D635}"/>
                    </a:ext>
                  </a:extLst>
                </p:cNvPr>
                <p:cNvSpPr/>
                <p:nvPr/>
              </p:nvSpPr>
              <p:spPr>
                <a:xfrm>
                  <a:off x="3740027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6" name="pg2795">
                  <a:extLst>
                    <a:ext uri="{FF2B5EF4-FFF2-40B4-BE49-F238E27FC236}">
                      <a16:creationId xmlns:a16="http://schemas.microsoft.com/office/drawing/2014/main" id="{062BD579-E91A-E7BA-FCF1-C8EEE7132CD2}"/>
                    </a:ext>
                  </a:extLst>
                </p:cNvPr>
                <p:cNvSpPr/>
                <p:nvPr/>
              </p:nvSpPr>
              <p:spPr>
                <a:xfrm>
                  <a:off x="4135696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7" name="pg2796">
                  <a:extLst>
                    <a:ext uri="{FF2B5EF4-FFF2-40B4-BE49-F238E27FC236}">
                      <a16:creationId xmlns:a16="http://schemas.microsoft.com/office/drawing/2014/main" id="{32614CB2-1FB8-DE9E-7A5A-9733F7B1962C}"/>
                    </a:ext>
                  </a:extLst>
                </p:cNvPr>
                <p:cNvSpPr/>
                <p:nvPr/>
              </p:nvSpPr>
              <p:spPr>
                <a:xfrm>
                  <a:off x="4147334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8" name="pg2797">
                  <a:extLst>
                    <a:ext uri="{FF2B5EF4-FFF2-40B4-BE49-F238E27FC236}">
                      <a16:creationId xmlns:a16="http://schemas.microsoft.com/office/drawing/2014/main" id="{4D9634A2-1E1F-9F6D-FDD0-08F867FF9F1E}"/>
                    </a:ext>
                  </a:extLst>
                </p:cNvPr>
                <p:cNvSpPr/>
                <p:nvPr/>
              </p:nvSpPr>
              <p:spPr>
                <a:xfrm>
                  <a:off x="415897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199" name="pg2798">
                  <a:extLst>
                    <a:ext uri="{FF2B5EF4-FFF2-40B4-BE49-F238E27FC236}">
                      <a16:creationId xmlns:a16="http://schemas.microsoft.com/office/drawing/2014/main" id="{FA02F7D8-789E-EC3C-561B-70381350BEFE}"/>
                    </a:ext>
                  </a:extLst>
                </p:cNvPr>
                <p:cNvSpPr/>
                <p:nvPr/>
              </p:nvSpPr>
              <p:spPr>
                <a:xfrm>
                  <a:off x="4170608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0" name="pg2799">
                  <a:extLst>
                    <a:ext uri="{FF2B5EF4-FFF2-40B4-BE49-F238E27FC236}">
                      <a16:creationId xmlns:a16="http://schemas.microsoft.com/office/drawing/2014/main" id="{EED14422-5C7E-701B-F02E-5618F2449506}"/>
                    </a:ext>
                  </a:extLst>
                </p:cNvPr>
                <p:cNvSpPr/>
                <p:nvPr/>
              </p:nvSpPr>
              <p:spPr>
                <a:xfrm>
                  <a:off x="4182246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1" name="pg2800">
                  <a:extLst>
                    <a:ext uri="{FF2B5EF4-FFF2-40B4-BE49-F238E27FC236}">
                      <a16:creationId xmlns:a16="http://schemas.microsoft.com/office/drawing/2014/main" id="{4CAF8626-9715-B825-DF2B-358225AC8036}"/>
                    </a:ext>
                  </a:extLst>
                </p:cNvPr>
                <p:cNvSpPr/>
                <p:nvPr/>
              </p:nvSpPr>
              <p:spPr>
                <a:xfrm>
                  <a:off x="419388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2" name="pg2801">
                  <a:extLst>
                    <a:ext uri="{FF2B5EF4-FFF2-40B4-BE49-F238E27FC236}">
                      <a16:creationId xmlns:a16="http://schemas.microsoft.com/office/drawing/2014/main" id="{3F3C5F80-7014-2B58-9E55-7B3F48F493FD}"/>
                    </a:ext>
                  </a:extLst>
                </p:cNvPr>
                <p:cNvSpPr/>
                <p:nvPr/>
              </p:nvSpPr>
              <p:spPr>
                <a:xfrm>
                  <a:off x="4205520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3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3" name="pg2802">
                  <a:extLst>
                    <a:ext uri="{FF2B5EF4-FFF2-40B4-BE49-F238E27FC236}">
                      <a16:creationId xmlns:a16="http://schemas.microsoft.com/office/drawing/2014/main" id="{EE37BC26-6092-82CC-CCAA-04BFAC52E402}"/>
                    </a:ext>
                  </a:extLst>
                </p:cNvPr>
                <p:cNvSpPr/>
                <p:nvPr/>
              </p:nvSpPr>
              <p:spPr>
                <a:xfrm>
                  <a:off x="4217158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4" name="pg2803">
                  <a:extLst>
                    <a:ext uri="{FF2B5EF4-FFF2-40B4-BE49-F238E27FC236}">
                      <a16:creationId xmlns:a16="http://schemas.microsoft.com/office/drawing/2014/main" id="{9B50F4EF-2E49-6F48-F33D-3526A72C335C}"/>
                    </a:ext>
                  </a:extLst>
                </p:cNvPr>
                <p:cNvSpPr/>
                <p:nvPr/>
              </p:nvSpPr>
              <p:spPr>
                <a:xfrm>
                  <a:off x="4228795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5" name="pg2804">
                  <a:extLst>
                    <a:ext uri="{FF2B5EF4-FFF2-40B4-BE49-F238E27FC236}">
                      <a16:creationId xmlns:a16="http://schemas.microsoft.com/office/drawing/2014/main" id="{815DE542-94FA-9F42-1E42-018A0B9DBDE2}"/>
                    </a:ext>
                  </a:extLst>
                </p:cNvPr>
                <p:cNvSpPr/>
                <p:nvPr/>
              </p:nvSpPr>
              <p:spPr>
                <a:xfrm>
                  <a:off x="4240432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3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6" name="pg2805">
                  <a:extLst>
                    <a:ext uri="{FF2B5EF4-FFF2-40B4-BE49-F238E27FC236}">
                      <a16:creationId xmlns:a16="http://schemas.microsoft.com/office/drawing/2014/main" id="{547D3BE2-4C9B-F61B-9941-9B0656035DC3}"/>
                    </a:ext>
                  </a:extLst>
                </p:cNvPr>
                <p:cNvSpPr/>
                <p:nvPr/>
              </p:nvSpPr>
              <p:spPr>
                <a:xfrm>
                  <a:off x="4321894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7" name="pg2806">
                  <a:extLst>
                    <a:ext uri="{FF2B5EF4-FFF2-40B4-BE49-F238E27FC236}">
                      <a16:creationId xmlns:a16="http://schemas.microsoft.com/office/drawing/2014/main" id="{9CCF9478-C16C-F8FA-F50A-072AE7C7F978}"/>
                    </a:ext>
                  </a:extLst>
                </p:cNvPr>
                <p:cNvSpPr/>
                <p:nvPr/>
              </p:nvSpPr>
              <p:spPr>
                <a:xfrm>
                  <a:off x="4333531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3D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8" name="pg2807">
                  <a:extLst>
                    <a:ext uri="{FF2B5EF4-FFF2-40B4-BE49-F238E27FC236}">
                      <a16:creationId xmlns:a16="http://schemas.microsoft.com/office/drawing/2014/main" id="{B586AB99-510E-584B-0C58-CE7FD7B105D5}"/>
                    </a:ext>
                  </a:extLst>
                </p:cNvPr>
                <p:cNvSpPr/>
                <p:nvPr/>
              </p:nvSpPr>
              <p:spPr>
                <a:xfrm>
                  <a:off x="4345168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09" name="pg2808">
                  <a:extLst>
                    <a:ext uri="{FF2B5EF4-FFF2-40B4-BE49-F238E27FC236}">
                      <a16:creationId xmlns:a16="http://schemas.microsoft.com/office/drawing/2014/main" id="{1D16C863-FB24-8DEC-7FD8-649BBC729E8A}"/>
                    </a:ext>
                  </a:extLst>
                </p:cNvPr>
                <p:cNvSpPr/>
                <p:nvPr/>
              </p:nvSpPr>
              <p:spPr>
                <a:xfrm>
                  <a:off x="4356806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0" name="pg2809">
                  <a:extLst>
                    <a:ext uri="{FF2B5EF4-FFF2-40B4-BE49-F238E27FC236}">
                      <a16:creationId xmlns:a16="http://schemas.microsoft.com/office/drawing/2014/main" id="{8BBF7F1D-0B23-0E20-2097-3028D3F11A36}"/>
                    </a:ext>
                  </a:extLst>
                </p:cNvPr>
                <p:cNvSpPr/>
                <p:nvPr/>
              </p:nvSpPr>
              <p:spPr>
                <a:xfrm>
                  <a:off x="4368443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1" name="pg2810">
                  <a:extLst>
                    <a:ext uri="{FF2B5EF4-FFF2-40B4-BE49-F238E27FC236}">
                      <a16:creationId xmlns:a16="http://schemas.microsoft.com/office/drawing/2014/main" id="{B55D4435-6F64-1F0E-F9E8-CA6D48FFFE63}"/>
                    </a:ext>
                  </a:extLst>
                </p:cNvPr>
                <p:cNvSpPr/>
                <p:nvPr/>
              </p:nvSpPr>
              <p:spPr>
                <a:xfrm>
                  <a:off x="4380080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2" name="pg2811">
                  <a:extLst>
                    <a:ext uri="{FF2B5EF4-FFF2-40B4-BE49-F238E27FC236}">
                      <a16:creationId xmlns:a16="http://schemas.microsoft.com/office/drawing/2014/main" id="{1C43441A-C5CA-C46F-B1D5-48566A6AC954}"/>
                    </a:ext>
                  </a:extLst>
                </p:cNvPr>
                <p:cNvSpPr/>
                <p:nvPr/>
              </p:nvSpPr>
              <p:spPr>
                <a:xfrm>
                  <a:off x="4577915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3" name="pg2812">
                  <a:extLst>
                    <a:ext uri="{FF2B5EF4-FFF2-40B4-BE49-F238E27FC236}">
                      <a16:creationId xmlns:a16="http://schemas.microsoft.com/office/drawing/2014/main" id="{96544307-C703-E296-569E-EAE50E3EBA01}"/>
                    </a:ext>
                  </a:extLst>
                </p:cNvPr>
                <p:cNvSpPr/>
                <p:nvPr/>
              </p:nvSpPr>
              <p:spPr>
                <a:xfrm>
                  <a:off x="4589552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4" name="pg2813">
                  <a:extLst>
                    <a:ext uri="{FF2B5EF4-FFF2-40B4-BE49-F238E27FC236}">
                      <a16:creationId xmlns:a16="http://schemas.microsoft.com/office/drawing/2014/main" id="{87127F4D-37F5-3066-C3D3-FA92AB4BFCA3}"/>
                    </a:ext>
                  </a:extLst>
                </p:cNvPr>
                <p:cNvSpPr/>
                <p:nvPr/>
              </p:nvSpPr>
              <p:spPr>
                <a:xfrm>
                  <a:off x="4601190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5" name="pg2814">
                  <a:extLst>
                    <a:ext uri="{FF2B5EF4-FFF2-40B4-BE49-F238E27FC236}">
                      <a16:creationId xmlns:a16="http://schemas.microsoft.com/office/drawing/2014/main" id="{8A35615C-B396-EFDD-757F-62FEB82EF9C2}"/>
                    </a:ext>
                  </a:extLst>
                </p:cNvPr>
                <p:cNvSpPr/>
                <p:nvPr/>
              </p:nvSpPr>
              <p:spPr>
                <a:xfrm>
                  <a:off x="4612827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6" name="pg2815">
                  <a:extLst>
                    <a:ext uri="{FF2B5EF4-FFF2-40B4-BE49-F238E27FC236}">
                      <a16:creationId xmlns:a16="http://schemas.microsoft.com/office/drawing/2014/main" id="{6D008B03-10A8-439E-0BD3-967AC39EDFED}"/>
                    </a:ext>
                  </a:extLst>
                </p:cNvPr>
                <p:cNvSpPr/>
                <p:nvPr/>
              </p:nvSpPr>
              <p:spPr>
                <a:xfrm>
                  <a:off x="4624464" y="47956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80A4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7" name="pg2816">
                  <a:extLst>
                    <a:ext uri="{FF2B5EF4-FFF2-40B4-BE49-F238E27FC236}">
                      <a16:creationId xmlns:a16="http://schemas.microsoft.com/office/drawing/2014/main" id="{4F03605C-1C4C-8744-5C80-E2F5624D60BA}"/>
                    </a:ext>
                  </a:extLst>
                </p:cNvPr>
                <p:cNvSpPr/>
                <p:nvPr/>
              </p:nvSpPr>
              <p:spPr>
                <a:xfrm>
                  <a:off x="311161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8" name="pg2817">
                  <a:extLst>
                    <a:ext uri="{FF2B5EF4-FFF2-40B4-BE49-F238E27FC236}">
                      <a16:creationId xmlns:a16="http://schemas.microsoft.com/office/drawing/2014/main" id="{552110E0-CE34-4F64-58D2-12057BA7EBEB}"/>
                    </a:ext>
                  </a:extLst>
                </p:cNvPr>
                <p:cNvSpPr/>
                <p:nvPr/>
              </p:nvSpPr>
              <p:spPr>
                <a:xfrm>
                  <a:off x="3123249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19" name="pg2818">
                  <a:extLst>
                    <a:ext uri="{FF2B5EF4-FFF2-40B4-BE49-F238E27FC236}">
                      <a16:creationId xmlns:a16="http://schemas.microsoft.com/office/drawing/2014/main" id="{C81E18F5-2DF8-1B0F-71C7-07BA11ECB088}"/>
                    </a:ext>
                  </a:extLst>
                </p:cNvPr>
                <p:cNvSpPr/>
                <p:nvPr/>
              </p:nvSpPr>
              <p:spPr>
                <a:xfrm>
                  <a:off x="3134886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0" name="pg2819">
                  <a:extLst>
                    <a:ext uri="{FF2B5EF4-FFF2-40B4-BE49-F238E27FC236}">
                      <a16:creationId xmlns:a16="http://schemas.microsoft.com/office/drawing/2014/main" id="{67CD49F7-A93F-BB97-D0E8-74046E152D30}"/>
                    </a:ext>
                  </a:extLst>
                </p:cNvPr>
                <p:cNvSpPr/>
                <p:nvPr/>
              </p:nvSpPr>
              <p:spPr>
                <a:xfrm>
                  <a:off x="314652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83D8B9">
                    <a:alpha val="100000"/>
                  </a:srgbClr>
                </a:solidFill>
                <a:ln w="5420" cap="flat">
                  <a:solidFill>
                    <a:srgbClr val="83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1" name="pg2820">
                  <a:extLst>
                    <a:ext uri="{FF2B5EF4-FFF2-40B4-BE49-F238E27FC236}">
                      <a16:creationId xmlns:a16="http://schemas.microsoft.com/office/drawing/2014/main" id="{91BE7B54-EDC1-27EB-0A5A-CE7C385A6881}"/>
                    </a:ext>
                  </a:extLst>
                </p:cNvPr>
                <p:cNvSpPr/>
                <p:nvPr/>
              </p:nvSpPr>
              <p:spPr>
                <a:xfrm>
                  <a:off x="315816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2" name="pg2821">
                  <a:extLst>
                    <a:ext uri="{FF2B5EF4-FFF2-40B4-BE49-F238E27FC236}">
                      <a16:creationId xmlns:a16="http://schemas.microsoft.com/office/drawing/2014/main" id="{D84C26D6-5D2A-3DAD-B88E-D2494ABAFA5D}"/>
                    </a:ext>
                  </a:extLst>
                </p:cNvPr>
                <p:cNvSpPr/>
                <p:nvPr/>
              </p:nvSpPr>
              <p:spPr>
                <a:xfrm>
                  <a:off x="316979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3" name="pg2822">
                  <a:extLst>
                    <a:ext uri="{FF2B5EF4-FFF2-40B4-BE49-F238E27FC236}">
                      <a16:creationId xmlns:a16="http://schemas.microsoft.com/office/drawing/2014/main" id="{160D3B9C-151F-1314-6CD6-6B492C2F62AB}"/>
                    </a:ext>
                  </a:extLst>
                </p:cNvPr>
                <p:cNvSpPr/>
                <p:nvPr/>
              </p:nvSpPr>
              <p:spPr>
                <a:xfrm>
                  <a:off x="3181435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4" name="pg2823">
                  <a:extLst>
                    <a:ext uri="{FF2B5EF4-FFF2-40B4-BE49-F238E27FC236}">
                      <a16:creationId xmlns:a16="http://schemas.microsoft.com/office/drawing/2014/main" id="{606F62BC-E4AD-EB23-4B33-1800695619BE}"/>
                    </a:ext>
                  </a:extLst>
                </p:cNvPr>
                <p:cNvSpPr/>
                <p:nvPr/>
              </p:nvSpPr>
              <p:spPr>
                <a:xfrm>
                  <a:off x="319307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5" name="pg2824">
                  <a:extLst>
                    <a:ext uri="{FF2B5EF4-FFF2-40B4-BE49-F238E27FC236}">
                      <a16:creationId xmlns:a16="http://schemas.microsoft.com/office/drawing/2014/main" id="{3E34AD86-A656-2732-5E1F-5F2F15DDF4C7}"/>
                    </a:ext>
                  </a:extLst>
                </p:cNvPr>
                <p:cNvSpPr/>
                <p:nvPr/>
              </p:nvSpPr>
              <p:spPr>
                <a:xfrm>
                  <a:off x="3204710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6" name="pg2825">
                  <a:extLst>
                    <a:ext uri="{FF2B5EF4-FFF2-40B4-BE49-F238E27FC236}">
                      <a16:creationId xmlns:a16="http://schemas.microsoft.com/office/drawing/2014/main" id="{D0A3B43A-27DE-D94F-E6D8-B16D2D2B7E26}"/>
                    </a:ext>
                  </a:extLst>
                </p:cNvPr>
                <p:cNvSpPr/>
                <p:nvPr/>
              </p:nvSpPr>
              <p:spPr>
                <a:xfrm>
                  <a:off x="3216347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7" name="pg2826">
                  <a:extLst>
                    <a:ext uri="{FF2B5EF4-FFF2-40B4-BE49-F238E27FC236}">
                      <a16:creationId xmlns:a16="http://schemas.microsoft.com/office/drawing/2014/main" id="{F72C2FE0-65C4-BD6E-63D8-AC59072F6EB7}"/>
                    </a:ext>
                  </a:extLst>
                </p:cNvPr>
                <p:cNvSpPr/>
                <p:nvPr/>
              </p:nvSpPr>
              <p:spPr>
                <a:xfrm>
                  <a:off x="3227985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8" name="pg2827">
                  <a:extLst>
                    <a:ext uri="{FF2B5EF4-FFF2-40B4-BE49-F238E27FC236}">
                      <a16:creationId xmlns:a16="http://schemas.microsoft.com/office/drawing/2014/main" id="{358CD7D3-62F5-8730-9970-1B978A4084DA}"/>
                    </a:ext>
                  </a:extLst>
                </p:cNvPr>
                <p:cNvSpPr/>
                <p:nvPr/>
              </p:nvSpPr>
              <p:spPr>
                <a:xfrm>
                  <a:off x="3239622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29" name="pg2828">
                  <a:extLst>
                    <a:ext uri="{FF2B5EF4-FFF2-40B4-BE49-F238E27FC236}">
                      <a16:creationId xmlns:a16="http://schemas.microsoft.com/office/drawing/2014/main" id="{36AED6E4-AA58-8EC5-FC5B-0C1696E88C53}"/>
                    </a:ext>
                  </a:extLst>
                </p:cNvPr>
                <p:cNvSpPr/>
                <p:nvPr/>
              </p:nvSpPr>
              <p:spPr>
                <a:xfrm>
                  <a:off x="3251259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0" name="pg2829">
                  <a:extLst>
                    <a:ext uri="{FF2B5EF4-FFF2-40B4-BE49-F238E27FC236}">
                      <a16:creationId xmlns:a16="http://schemas.microsoft.com/office/drawing/2014/main" id="{51AEDC32-C834-07C9-552F-6434FF7FB2B2}"/>
                    </a:ext>
                  </a:extLst>
                </p:cNvPr>
                <p:cNvSpPr/>
                <p:nvPr/>
              </p:nvSpPr>
              <p:spPr>
                <a:xfrm>
                  <a:off x="3262897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1" name="pg2830">
                  <a:extLst>
                    <a:ext uri="{FF2B5EF4-FFF2-40B4-BE49-F238E27FC236}">
                      <a16:creationId xmlns:a16="http://schemas.microsoft.com/office/drawing/2014/main" id="{B9F46075-6DA7-0100-0B8F-F45D38519334}"/>
                    </a:ext>
                  </a:extLst>
                </p:cNvPr>
                <p:cNvSpPr/>
                <p:nvPr/>
              </p:nvSpPr>
              <p:spPr>
                <a:xfrm>
                  <a:off x="3274534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2" name="pg2831">
                  <a:extLst>
                    <a:ext uri="{FF2B5EF4-FFF2-40B4-BE49-F238E27FC236}">
                      <a16:creationId xmlns:a16="http://schemas.microsoft.com/office/drawing/2014/main" id="{E517A1ED-8B07-4792-7D8E-72B9CA3FC0BC}"/>
                    </a:ext>
                  </a:extLst>
                </p:cNvPr>
                <p:cNvSpPr/>
                <p:nvPr/>
              </p:nvSpPr>
              <p:spPr>
                <a:xfrm>
                  <a:off x="328617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3" name="pg2832">
                  <a:extLst>
                    <a:ext uri="{FF2B5EF4-FFF2-40B4-BE49-F238E27FC236}">
                      <a16:creationId xmlns:a16="http://schemas.microsoft.com/office/drawing/2014/main" id="{52040B10-6E54-37D6-1F24-C5125A6C389A}"/>
                    </a:ext>
                  </a:extLst>
                </p:cNvPr>
                <p:cNvSpPr/>
                <p:nvPr/>
              </p:nvSpPr>
              <p:spPr>
                <a:xfrm>
                  <a:off x="3297809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4" name="pg2833">
                  <a:extLst>
                    <a:ext uri="{FF2B5EF4-FFF2-40B4-BE49-F238E27FC236}">
                      <a16:creationId xmlns:a16="http://schemas.microsoft.com/office/drawing/2014/main" id="{FD511022-0AB5-6345-AC02-D78B6CDE07A1}"/>
                    </a:ext>
                  </a:extLst>
                </p:cNvPr>
                <p:cNvSpPr/>
                <p:nvPr/>
              </p:nvSpPr>
              <p:spPr>
                <a:xfrm>
                  <a:off x="3309446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BAB">
                    <a:alpha val="100000"/>
                  </a:srgbClr>
                </a:solidFill>
                <a:ln w="5420" cap="flat">
                  <a:solidFill>
                    <a:srgbClr val="54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5" name="pg2834">
                  <a:extLst>
                    <a:ext uri="{FF2B5EF4-FFF2-40B4-BE49-F238E27FC236}">
                      <a16:creationId xmlns:a16="http://schemas.microsoft.com/office/drawing/2014/main" id="{47C6AB91-0741-F7CE-5E0B-7C48E1A050B4}"/>
                    </a:ext>
                  </a:extLst>
                </p:cNvPr>
                <p:cNvSpPr/>
                <p:nvPr/>
              </p:nvSpPr>
              <p:spPr>
                <a:xfrm>
                  <a:off x="332108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6" name="pg2835">
                  <a:extLst>
                    <a:ext uri="{FF2B5EF4-FFF2-40B4-BE49-F238E27FC236}">
                      <a16:creationId xmlns:a16="http://schemas.microsoft.com/office/drawing/2014/main" id="{A67B61E6-BD7A-73F6-391A-C76E32C2C1A7}"/>
                    </a:ext>
                  </a:extLst>
                </p:cNvPr>
                <p:cNvSpPr/>
                <p:nvPr/>
              </p:nvSpPr>
              <p:spPr>
                <a:xfrm>
                  <a:off x="333272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7" name="pg2836">
                  <a:extLst>
                    <a:ext uri="{FF2B5EF4-FFF2-40B4-BE49-F238E27FC236}">
                      <a16:creationId xmlns:a16="http://schemas.microsoft.com/office/drawing/2014/main" id="{26ECCDE9-DB98-655B-9502-2A6C6036D15B}"/>
                    </a:ext>
                  </a:extLst>
                </p:cNvPr>
                <p:cNvSpPr/>
                <p:nvPr/>
              </p:nvSpPr>
              <p:spPr>
                <a:xfrm>
                  <a:off x="334435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8" name="pg2837">
                  <a:extLst>
                    <a:ext uri="{FF2B5EF4-FFF2-40B4-BE49-F238E27FC236}">
                      <a16:creationId xmlns:a16="http://schemas.microsoft.com/office/drawing/2014/main" id="{F28E8A3B-BAEA-4B36-04D5-1BD2F251A709}"/>
                    </a:ext>
                  </a:extLst>
                </p:cNvPr>
                <p:cNvSpPr/>
                <p:nvPr/>
              </p:nvSpPr>
              <p:spPr>
                <a:xfrm>
                  <a:off x="3355995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39" name="pg2838">
                  <a:extLst>
                    <a:ext uri="{FF2B5EF4-FFF2-40B4-BE49-F238E27FC236}">
                      <a16:creationId xmlns:a16="http://schemas.microsoft.com/office/drawing/2014/main" id="{D4A8E83E-5CB7-B5A0-385D-F22D0BD29D60}"/>
                    </a:ext>
                  </a:extLst>
                </p:cNvPr>
                <p:cNvSpPr/>
                <p:nvPr/>
              </p:nvSpPr>
              <p:spPr>
                <a:xfrm>
                  <a:off x="336763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0" name="pg2839">
                  <a:extLst>
                    <a:ext uri="{FF2B5EF4-FFF2-40B4-BE49-F238E27FC236}">
                      <a16:creationId xmlns:a16="http://schemas.microsoft.com/office/drawing/2014/main" id="{B3BE546D-09D2-4F73-4B09-DC06D78499D2}"/>
                    </a:ext>
                  </a:extLst>
                </p:cNvPr>
                <p:cNvSpPr/>
                <p:nvPr/>
              </p:nvSpPr>
              <p:spPr>
                <a:xfrm>
                  <a:off x="3379270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1" name="pg2840">
                  <a:extLst>
                    <a:ext uri="{FF2B5EF4-FFF2-40B4-BE49-F238E27FC236}">
                      <a16:creationId xmlns:a16="http://schemas.microsoft.com/office/drawing/2014/main" id="{C268F9B0-E14C-AC4C-17F0-940A85966B1A}"/>
                    </a:ext>
                  </a:extLst>
                </p:cNvPr>
                <p:cNvSpPr/>
                <p:nvPr/>
              </p:nvSpPr>
              <p:spPr>
                <a:xfrm>
                  <a:off x="3390907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2" name="pg2841">
                  <a:extLst>
                    <a:ext uri="{FF2B5EF4-FFF2-40B4-BE49-F238E27FC236}">
                      <a16:creationId xmlns:a16="http://schemas.microsoft.com/office/drawing/2014/main" id="{00791D75-9398-E5A7-2272-AFCE8F19EEAB}"/>
                    </a:ext>
                  </a:extLst>
                </p:cNvPr>
                <p:cNvSpPr/>
                <p:nvPr/>
              </p:nvSpPr>
              <p:spPr>
                <a:xfrm>
                  <a:off x="3402545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3" name="pg2842">
                  <a:extLst>
                    <a:ext uri="{FF2B5EF4-FFF2-40B4-BE49-F238E27FC236}">
                      <a16:creationId xmlns:a16="http://schemas.microsoft.com/office/drawing/2014/main" id="{47928D21-A08E-F962-CE9B-9A6A1D92F6F2}"/>
                    </a:ext>
                  </a:extLst>
                </p:cNvPr>
                <p:cNvSpPr/>
                <p:nvPr/>
              </p:nvSpPr>
              <p:spPr>
                <a:xfrm>
                  <a:off x="3414182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4" name="pg2843">
                  <a:extLst>
                    <a:ext uri="{FF2B5EF4-FFF2-40B4-BE49-F238E27FC236}">
                      <a16:creationId xmlns:a16="http://schemas.microsoft.com/office/drawing/2014/main" id="{29C2251C-6D5C-9DBA-1E37-110CBDD18390}"/>
                    </a:ext>
                  </a:extLst>
                </p:cNvPr>
                <p:cNvSpPr/>
                <p:nvPr/>
              </p:nvSpPr>
              <p:spPr>
                <a:xfrm>
                  <a:off x="3425819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5" name="pg2844">
                  <a:extLst>
                    <a:ext uri="{FF2B5EF4-FFF2-40B4-BE49-F238E27FC236}">
                      <a16:creationId xmlns:a16="http://schemas.microsoft.com/office/drawing/2014/main" id="{BF20C7AC-3D83-D194-C47A-4312133E4666}"/>
                    </a:ext>
                  </a:extLst>
                </p:cNvPr>
                <p:cNvSpPr/>
                <p:nvPr/>
              </p:nvSpPr>
              <p:spPr>
                <a:xfrm>
                  <a:off x="3437457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6" name="pg2845">
                  <a:extLst>
                    <a:ext uri="{FF2B5EF4-FFF2-40B4-BE49-F238E27FC236}">
                      <a16:creationId xmlns:a16="http://schemas.microsoft.com/office/drawing/2014/main" id="{6CC0D4DC-5AC1-F2D7-7909-EFE7EF8F8B8B}"/>
                    </a:ext>
                  </a:extLst>
                </p:cNvPr>
                <p:cNvSpPr/>
                <p:nvPr/>
              </p:nvSpPr>
              <p:spPr>
                <a:xfrm>
                  <a:off x="3449094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7" name="pg2846">
                  <a:extLst>
                    <a:ext uri="{FF2B5EF4-FFF2-40B4-BE49-F238E27FC236}">
                      <a16:creationId xmlns:a16="http://schemas.microsoft.com/office/drawing/2014/main" id="{5A22E7F5-0701-82D5-F6B0-44F13FB629F7}"/>
                    </a:ext>
                  </a:extLst>
                </p:cNvPr>
                <p:cNvSpPr/>
                <p:nvPr/>
              </p:nvSpPr>
              <p:spPr>
                <a:xfrm>
                  <a:off x="346073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8" name="pg2847">
                  <a:extLst>
                    <a:ext uri="{FF2B5EF4-FFF2-40B4-BE49-F238E27FC236}">
                      <a16:creationId xmlns:a16="http://schemas.microsoft.com/office/drawing/2014/main" id="{E19C796B-19A2-7D81-F17C-0FFF296C66A0}"/>
                    </a:ext>
                  </a:extLst>
                </p:cNvPr>
                <p:cNvSpPr/>
                <p:nvPr/>
              </p:nvSpPr>
              <p:spPr>
                <a:xfrm>
                  <a:off x="3472369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49" name="pg2848">
                  <a:extLst>
                    <a:ext uri="{FF2B5EF4-FFF2-40B4-BE49-F238E27FC236}">
                      <a16:creationId xmlns:a16="http://schemas.microsoft.com/office/drawing/2014/main" id="{1FB6215B-822A-4D71-3669-AC9209041351}"/>
                    </a:ext>
                  </a:extLst>
                </p:cNvPr>
                <p:cNvSpPr/>
                <p:nvPr/>
              </p:nvSpPr>
              <p:spPr>
                <a:xfrm>
                  <a:off x="3484006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0" name="pg2849">
                  <a:extLst>
                    <a:ext uri="{FF2B5EF4-FFF2-40B4-BE49-F238E27FC236}">
                      <a16:creationId xmlns:a16="http://schemas.microsoft.com/office/drawing/2014/main" id="{10F6E159-DB53-8632-8187-4891D14BE251}"/>
                    </a:ext>
                  </a:extLst>
                </p:cNvPr>
                <p:cNvSpPr/>
                <p:nvPr/>
              </p:nvSpPr>
              <p:spPr>
                <a:xfrm>
                  <a:off x="349564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1D3B2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1" name="pg2850">
                  <a:extLst>
                    <a:ext uri="{FF2B5EF4-FFF2-40B4-BE49-F238E27FC236}">
                      <a16:creationId xmlns:a16="http://schemas.microsoft.com/office/drawing/2014/main" id="{06AB1424-CE2A-65A4-BC74-F69791C25701}"/>
                    </a:ext>
                  </a:extLst>
                </p:cNvPr>
                <p:cNvSpPr/>
                <p:nvPr/>
              </p:nvSpPr>
              <p:spPr>
                <a:xfrm>
                  <a:off x="350728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2" name="pg2851">
                  <a:extLst>
                    <a:ext uri="{FF2B5EF4-FFF2-40B4-BE49-F238E27FC236}">
                      <a16:creationId xmlns:a16="http://schemas.microsoft.com/office/drawing/2014/main" id="{70A4F0B9-E531-1240-1852-BEFB6D2FF441}"/>
                    </a:ext>
                  </a:extLst>
                </p:cNvPr>
                <p:cNvSpPr/>
                <p:nvPr/>
              </p:nvSpPr>
              <p:spPr>
                <a:xfrm>
                  <a:off x="351891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3" name="pg2852">
                  <a:extLst>
                    <a:ext uri="{FF2B5EF4-FFF2-40B4-BE49-F238E27FC236}">
                      <a16:creationId xmlns:a16="http://schemas.microsoft.com/office/drawing/2014/main" id="{BE3584AF-2D2B-1CFD-FBAF-8C830850CFBB}"/>
                    </a:ext>
                  </a:extLst>
                </p:cNvPr>
                <p:cNvSpPr/>
                <p:nvPr/>
              </p:nvSpPr>
              <p:spPr>
                <a:xfrm>
                  <a:off x="3530555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4" name="pg2853">
                  <a:extLst>
                    <a:ext uri="{FF2B5EF4-FFF2-40B4-BE49-F238E27FC236}">
                      <a16:creationId xmlns:a16="http://schemas.microsoft.com/office/drawing/2014/main" id="{A9D32292-D811-B153-6FE8-17EA598E3BB0}"/>
                    </a:ext>
                  </a:extLst>
                </p:cNvPr>
                <p:cNvSpPr/>
                <p:nvPr/>
              </p:nvSpPr>
              <p:spPr>
                <a:xfrm>
                  <a:off x="354219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5" name="pg2854">
                  <a:extLst>
                    <a:ext uri="{FF2B5EF4-FFF2-40B4-BE49-F238E27FC236}">
                      <a16:creationId xmlns:a16="http://schemas.microsoft.com/office/drawing/2014/main" id="{C51419CA-3E9D-EA7F-F314-C949831DACB1}"/>
                    </a:ext>
                  </a:extLst>
                </p:cNvPr>
                <p:cNvSpPr/>
                <p:nvPr/>
              </p:nvSpPr>
              <p:spPr>
                <a:xfrm>
                  <a:off x="3553830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6" name="pg2855">
                  <a:extLst>
                    <a:ext uri="{FF2B5EF4-FFF2-40B4-BE49-F238E27FC236}">
                      <a16:creationId xmlns:a16="http://schemas.microsoft.com/office/drawing/2014/main" id="{E66BF604-63EC-44DD-2265-E6C86A6CE771}"/>
                    </a:ext>
                  </a:extLst>
                </p:cNvPr>
                <p:cNvSpPr/>
                <p:nvPr/>
              </p:nvSpPr>
              <p:spPr>
                <a:xfrm>
                  <a:off x="3612016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7" name="pg2856">
                  <a:extLst>
                    <a:ext uri="{FF2B5EF4-FFF2-40B4-BE49-F238E27FC236}">
                      <a16:creationId xmlns:a16="http://schemas.microsoft.com/office/drawing/2014/main" id="{08617F35-929C-94F5-FABE-50E759153A7C}"/>
                    </a:ext>
                  </a:extLst>
                </p:cNvPr>
                <p:cNvSpPr/>
                <p:nvPr/>
              </p:nvSpPr>
              <p:spPr>
                <a:xfrm>
                  <a:off x="3623654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8" name="pg2857">
                  <a:extLst>
                    <a:ext uri="{FF2B5EF4-FFF2-40B4-BE49-F238E27FC236}">
                      <a16:creationId xmlns:a16="http://schemas.microsoft.com/office/drawing/2014/main" id="{BF1C61CF-2AB6-F8E1-7AE7-4DE415500815}"/>
                    </a:ext>
                  </a:extLst>
                </p:cNvPr>
                <p:cNvSpPr/>
                <p:nvPr/>
              </p:nvSpPr>
              <p:spPr>
                <a:xfrm>
                  <a:off x="363529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59" name="pg2858">
                  <a:extLst>
                    <a:ext uri="{FF2B5EF4-FFF2-40B4-BE49-F238E27FC236}">
                      <a16:creationId xmlns:a16="http://schemas.microsoft.com/office/drawing/2014/main" id="{9BE17743-C599-655A-5D08-AFF175D9C7C3}"/>
                    </a:ext>
                  </a:extLst>
                </p:cNvPr>
                <p:cNvSpPr/>
                <p:nvPr/>
              </p:nvSpPr>
              <p:spPr>
                <a:xfrm>
                  <a:off x="364692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0" name="pg2859">
                  <a:extLst>
                    <a:ext uri="{FF2B5EF4-FFF2-40B4-BE49-F238E27FC236}">
                      <a16:creationId xmlns:a16="http://schemas.microsoft.com/office/drawing/2014/main" id="{25D96E3E-ECE0-43C8-9228-92AD10575F50}"/>
                    </a:ext>
                  </a:extLst>
                </p:cNvPr>
                <p:cNvSpPr/>
                <p:nvPr/>
              </p:nvSpPr>
              <p:spPr>
                <a:xfrm>
                  <a:off x="3658566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1" name="pg2860">
                  <a:extLst>
                    <a:ext uri="{FF2B5EF4-FFF2-40B4-BE49-F238E27FC236}">
                      <a16:creationId xmlns:a16="http://schemas.microsoft.com/office/drawing/2014/main" id="{883D4366-1D8F-1FF6-717E-50094A99E678}"/>
                    </a:ext>
                  </a:extLst>
                </p:cNvPr>
                <p:cNvSpPr/>
                <p:nvPr/>
              </p:nvSpPr>
              <p:spPr>
                <a:xfrm>
                  <a:off x="367020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2" name="pg2861">
                  <a:extLst>
                    <a:ext uri="{FF2B5EF4-FFF2-40B4-BE49-F238E27FC236}">
                      <a16:creationId xmlns:a16="http://schemas.microsoft.com/office/drawing/2014/main" id="{17404B89-AA7A-7DBB-71F9-6E98EF825011}"/>
                    </a:ext>
                  </a:extLst>
                </p:cNvPr>
                <p:cNvSpPr/>
                <p:nvPr/>
              </p:nvSpPr>
              <p:spPr>
                <a:xfrm>
                  <a:off x="3681840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3" name="pg2862">
                  <a:extLst>
                    <a:ext uri="{FF2B5EF4-FFF2-40B4-BE49-F238E27FC236}">
                      <a16:creationId xmlns:a16="http://schemas.microsoft.com/office/drawing/2014/main" id="{19C3BDFF-6084-B6F2-FBA6-ED39FC5E6FF2}"/>
                    </a:ext>
                  </a:extLst>
                </p:cNvPr>
                <p:cNvSpPr/>
                <p:nvPr/>
              </p:nvSpPr>
              <p:spPr>
                <a:xfrm>
                  <a:off x="369347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4" name="pg2863">
                  <a:extLst>
                    <a:ext uri="{FF2B5EF4-FFF2-40B4-BE49-F238E27FC236}">
                      <a16:creationId xmlns:a16="http://schemas.microsoft.com/office/drawing/2014/main" id="{D4A6F4EB-9615-93E2-3701-1C56BE32F612}"/>
                    </a:ext>
                  </a:extLst>
                </p:cNvPr>
                <p:cNvSpPr/>
                <p:nvPr/>
              </p:nvSpPr>
              <p:spPr>
                <a:xfrm>
                  <a:off x="3705115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5" name="pg2864">
                  <a:extLst>
                    <a:ext uri="{FF2B5EF4-FFF2-40B4-BE49-F238E27FC236}">
                      <a16:creationId xmlns:a16="http://schemas.microsoft.com/office/drawing/2014/main" id="{700DE8BD-9B5A-5758-18C0-6161F6037B17}"/>
                    </a:ext>
                  </a:extLst>
                </p:cNvPr>
                <p:cNvSpPr/>
                <p:nvPr/>
              </p:nvSpPr>
              <p:spPr>
                <a:xfrm>
                  <a:off x="3716752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6" name="pg2865">
                  <a:extLst>
                    <a:ext uri="{FF2B5EF4-FFF2-40B4-BE49-F238E27FC236}">
                      <a16:creationId xmlns:a16="http://schemas.microsoft.com/office/drawing/2014/main" id="{E4FF0C7B-B733-1B2E-B036-366D5DFC739B}"/>
                    </a:ext>
                  </a:extLst>
                </p:cNvPr>
                <p:cNvSpPr/>
                <p:nvPr/>
              </p:nvSpPr>
              <p:spPr>
                <a:xfrm>
                  <a:off x="3728390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7" name="pg2866">
                  <a:extLst>
                    <a:ext uri="{FF2B5EF4-FFF2-40B4-BE49-F238E27FC236}">
                      <a16:creationId xmlns:a16="http://schemas.microsoft.com/office/drawing/2014/main" id="{CEC34116-811D-F824-23BC-095A26116826}"/>
                    </a:ext>
                  </a:extLst>
                </p:cNvPr>
                <p:cNvSpPr/>
                <p:nvPr/>
              </p:nvSpPr>
              <p:spPr>
                <a:xfrm>
                  <a:off x="3740027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1D2B2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8" name="pg2867">
                  <a:extLst>
                    <a:ext uri="{FF2B5EF4-FFF2-40B4-BE49-F238E27FC236}">
                      <a16:creationId xmlns:a16="http://schemas.microsoft.com/office/drawing/2014/main" id="{97C30D97-2C5F-4F24-9BCF-A522DFC97F82}"/>
                    </a:ext>
                  </a:extLst>
                </p:cNvPr>
                <p:cNvSpPr/>
                <p:nvPr/>
              </p:nvSpPr>
              <p:spPr>
                <a:xfrm>
                  <a:off x="3751664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DD1B1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69" name="pg2868">
                  <a:extLst>
                    <a:ext uri="{FF2B5EF4-FFF2-40B4-BE49-F238E27FC236}">
                      <a16:creationId xmlns:a16="http://schemas.microsoft.com/office/drawing/2014/main" id="{BCE58176-4AB0-1A32-CB99-8CE1DCC7B450}"/>
                    </a:ext>
                  </a:extLst>
                </p:cNvPr>
                <p:cNvSpPr/>
                <p:nvPr/>
              </p:nvSpPr>
              <p:spPr>
                <a:xfrm>
                  <a:off x="3763302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0" name="pg2869">
                  <a:extLst>
                    <a:ext uri="{FF2B5EF4-FFF2-40B4-BE49-F238E27FC236}">
                      <a16:creationId xmlns:a16="http://schemas.microsoft.com/office/drawing/2014/main" id="{D6EA9902-D51C-62CF-A47F-89F7B5D75ABF}"/>
                    </a:ext>
                  </a:extLst>
                </p:cNvPr>
                <p:cNvSpPr/>
                <p:nvPr/>
              </p:nvSpPr>
              <p:spPr>
                <a:xfrm>
                  <a:off x="4135696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1" name="pg2870">
                  <a:extLst>
                    <a:ext uri="{FF2B5EF4-FFF2-40B4-BE49-F238E27FC236}">
                      <a16:creationId xmlns:a16="http://schemas.microsoft.com/office/drawing/2014/main" id="{0E488B2B-597E-889E-68B9-47B9B8AD93C4}"/>
                    </a:ext>
                  </a:extLst>
                </p:cNvPr>
                <p:cNvSpPr/>
                <p:nvPr/>
              </p:nvSpPr>
              <p:spPr>
                <a:xfrm>
                  <a:off x="4147334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2" name="pg2871">
                  <a:extLst>
                    <a:ext uri="{FF2B5EF4-FFF2-40B4-BE49-F238E27FC236}">
                      <a16:creationId xmlns:a16="http://schemas.microsoft.com/office/drawing/2014/main" id="{ADECB7DC-3214-B5CF-DD26-D06C3340C843}"/>
                    </a:ext>
                  </a:extLst>
                </p:cNvPr>
                <p:cNvSpPr/>
                <p:nvPr/>
              </p:nvSpPr>
              <p:spPr>
                <a:xfrm>
                  <a:off x="415897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3" name="pg2872">
                  <a:extLst>
                    <a:ext uri="{FF2B5EF4-FFF2-40B4-BE49-F238E27FC236}">
                      <a16:creationId xmlns:a16="http://schemas.microsoft.com/office/drawing/2014/main" id="{80C13E90-7AE8-78CC-21A6-F29740BE865E}"/>
                    </a:ext>
                  </a:extLst>
                </p:cNvPr>
                <p:cNvSpPr/>
                <p:nvPr/>
              </p:nvSpPr>
              <p:spPr>
                <a:xfrm>
                  <a:off x="417060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4" name="pg2873">
                  <a:extLst>
                    <a:ext uri="{FF2B5EF4-FFF2-40B4-BE49-F238E27FC236}">
                      <a16:creationId xmlns:a16="http://schemas.microsoft.com/office/drawing/2014/main" id="{210B8083-9AA3-8B99-855E-9B2F5FC6B5D1}"/>
                    </a:ext>
                  </a:extLst>
                </p:cNvPr>
                <p:cNvSpPr/>
                <p:nvPr/>
              </p:nvSpPr>
              <p:spPr>
                <a:xfrm>
                  <a:off x="4182246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5" name="pg2874">
                  <a:extLst>
                    <a:ext uri="{FF2B5EF4-FFF2-40B4-BE49-F238E27FC236}">
                      <a16:creationId xmlns:a16="http://schemas.microsoft.com/office/drawing/2014/main" id="{C42D4B90-805F-F9C9-92A8-EB6F6B95E9D8}"/>
                    </a:ext>
                  </a:extLst>
                </p:cNvPr>
                <p:cNvSpPr/>
                <p:nvPr/>
              </p:nvSpPr>
              <p:spPr>
                <a:xfrm>
                  <a:off x="419388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6" name="pg2875">
                  <a:extLst>
                    <a:ext uri="{FF2B5EF4-FFF2-40B4-BE49-F238E27FC236}">
                      <a16:creationId xmlns:a16="http://schemas.microsoft.com/office/drawing/2014/main" id="{69E0CB16-547C-AC31-F502-28E37CA413C9}"/>
                    </a:ext>
                  </a:extLst>
                </p:cNvPr>
                <p:cNvSpPr/>
                <p:nvPr/>
              </p:nvSpPr>
              <p:spPr>
                <a:xfrm>
                  <a:off x="4205520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8AA">
                    <a:alpha val="100000"/>
                  </a:srgbClr>
                </a:solidFill>
                <a:ln w="5420" cap="flat">
                  <a:solidFill>
                    <a:srgbClr val="44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7" name="pg2876">
                  <a:extLst>
                    <a:ext uri="{FF2B5EF4-FFF2-40B4-BE49-F238E27FC236}">
                      <a16:creationId xmlns:a16="http://schemas.microsoft.com/office/drawing/2014/main" id="{8578129E-C8F7-CBBA-9430-3EBAAD1BA6CA}"/>
                    </a:ext>
                  </a:extLst>
                </p:cNvPr>
                <p:cNvSpPr/>
                <p:nvPr/>
              </p:nvSpPr>
              <p:spPr>
                <a:xfrm>
                  <a:off x="421715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8" name="pg2877">
                  <a:extLst>
                    <a:ext uri="{FF2B5EF4-FFF2-40B4-BE49-F238E27FC236}">
                      <a16:creationId xmlns:a16="http://schemas.microsoft.com/office/drawing/2014/main" id="{F1C879D4-8FE1-F88E-B2BD-551415BC952D}"/>
                    </a:ext>
                  </a:extLst>
                </p:cNvPr>
                <p:cNvSpPr/>
                <p:nvPr/>
              </p:nvSpPr>
              <p:spPr>
                <a:xfrm>
                  <a:off x="4333531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79" name="pg2878">
                  <a:extLst>
                    <a:ext uri="{FF2B5EF4-FFF2-40B4-BE49-F238E27FC236}">
                      <a16:creationId xmlns:a16="http://schemas.microsoft.com/office/drawing/2014/main" id="{198E1548-BB1B-2BF7-5A2E-2302214A6569}"/>
                    </a:ext>
                  </a:extLst>
                </p:cNvPr>
                <p:cNvSpPr/>
                <p:nvPr/>
              </p:nvSpPr>
              <p:spPr>
                <a:xfrm>
                  <a:off x="434516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0" name="pg2879">
                  <a:extLst>
                    <a:ext uri="{FF2B5EF4-FFF2-40B4-BE49-F238E27FC236}">
                      <a16:creationId xmlns:a16="http://schemas.microsoft.com/office/drawing/2014/main" id="{C27A7012-4DD6-4DB8-2955-AA91BA5EF1B0}"/>
                    </a:ext>
                  </a:extLst>
                </p:cNvPr>
                <p:cNvSpPr/>
                <p:nvPr/>
              </p:nvSpPr>
              <p:spPr>
                <a:xfrm>
                  <a:off x="4356806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1" name="pg2880">
                  <a:extLst>
                    <a:ext uri="{FF2B5EF4-FFF2-40B4-BE49-F238E27FC236}">
                      <a16:creationId xmlns:a16="http://schemas.microsoft.com/office/drawing/2014/main" id="{DE8A01C8-6791-AEA2-E388-36D1986A26A7}"/>
                    </a:ext>
                  </a:extLst>
                </p:cNvPr>
                <p:cNvSpPr/>
                <p:nvPr/>
              </p:nvSpPr>
              <p:spPr>
                <a:xfrm>
                  <a:off x="4368443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2" name="pg2881">
                  <a:extLst>
                    <a:ext uri="{FF2B5EF4-FFF2-40B4-BE49-F238E27FC236}">
                      <a16:creationId xmlns:a16="http://schemas.microsoft.com/office/drawing/2014/main" id="{1A577AF1-03F3-B060-7D08-2EA0903B72C5}"/>
                    </a:ext>
                  </a:extLst>
                </p:cNvPr>
                <p:cNvSpPr/>
                <p:nvPr/>
              </p:nvSpPr>
              <p:spPr>
                <a:xfrm>
                  <a:off x="4380080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3" name="pg2882">
                  <a:extLst>
                    <a:ext uri="{FF2B5EF4-FFF2-40B4-BE49-F238E27FC236}">
                      <a16:creationId xmlns:a16="http://schemas.microsoft.com/office/drawing/2014/main" id="{D6D297BC-0739-E0D5-7ED7-95F73F0B19A4}"/>
                    </a:ext>
                  </a:extLst>
                </p:cNvPr>
                <p:cNvSpPr/>
                <p:nvPr/>
              </p:nvSpPr>
              <p:spPr>
                <a:xfrm>
                  <a:off x="4391718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4" name="pg2883">
                  <a:extLst>
                    <a:ext uri="{FF2B5EF4-FFF2-40B4-BE49-F238E27FC236}">
                      <a16:creationId xmlns:a16="http://schemas.microsoft.com/office/drawing/2014/main" id="{5AB2180B-822D-C9F1-D4D5-D68B2112D384}"/>
                    </a:ext>
                  </a:extLst>
                </p:cNvPr>
                <p:cNvSpPr/>
                <p:nvPr/>
              </p:nvSpPr>
              <p:spPr>
                <a:xfrm>
                  <a:off x="4403355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6A9">
                    <a:alpha val="100000"/>
                  </a:srgbClr>
                </a:solidFill>
                <a:ln w="5420" cap="flat">
                  <a:solidFill>
                    <a:srgbClr val="35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5" name="pg2884">
                  <a:extLst>
                    <a:ext uri="{FF2B5EF4-FFF2-40B4-BE49-F238E27FC236}">
                      <a16:creationId xmlns:a16="http://schemas.microsoft.com/office/drawing/2014/main" id="{4FE3B1D7-1EE3-CB52-C055-EAE2B464450D}"/>
                    </a:ext>
                  </a:extLst>
                </p:cNvPr>
                <p:cNvSpPr/>
                <p:nvPr/>
              </p:nvSpPr>
              <p:spPr>
                <a:xfrm>
                  <a:off x="4577915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6" name="pg2885">
                  <a:extLst>
                    <a:ext uri="{FF2B5EF4-FFF2-40B4-BE49-F238E27FC236}">
                      <a16:creationId xmlns:a16="http://schemas.microsoft.com/office/drawing/2014/main" id="{6ED5EDB0-60C0-14C6-1CE1-13282091833B}"/>
                    </a:ext>
                  </a:extLst>
                </p:cNvPr>
                <p:cNvSpPr/>
                <p:nvPr/>
              </p:nvSpPr>
              <p:spPr>
                <a:xfrm>
                  <a:off x="4589552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7" name="pg2886">
                  <a:extLst>
                    <a:ext uri="{FF2B5EF4-FFF2-40B4-BE49-F238E27FC236}">
                      <a16:creationId xmlns:a16="http://schemas.microsoft.com/office/drawing/2014/main" id="{2DFE982F-9E46-04EE-2B12-D08882422EEE}"/>
                    </a:ext>
                  </a:extLst>
                </p:cNvPr>
                <p:cNvSpPr/>
                <p:nvPr/>
              </p:nvSpPr>
              <p:spPr>
                <a:xfrm>
                  <a:off x="4601190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8" name="pg2887">
                  <a:extLst>
                    <a:ext uri="{FF2B5EF4-FFF2-40B4-BE49-F238E27FC236}">
                      <a16:creationId xmlns:a16="http://schemas.microsoft.com/office/drawing/2014/main" id="{9EE51517-BDC1-7405-CA11-A719025E0BC0}"/>
                    </a:ext>
                  </a:extLst>
                </p:cNvPr>
                <p:cNvSpPr/>
                <p:nvPr/>
              </p:nvSpPr>
              <p:spPr>
                <a:xfrm>
                  <a:off x="4612827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89" name="pg2888">
                  <a:extLst>
                    <a:ext uri="{FF2B5EF4-FFF2-40B4-BE49-F238E27FC236}">
                      <a16:creationId xmlns:a16="http://schemas.microsoft.com/office/drawing/2014/main" id="{ADC1A817-F1C2-C0BC-4758-3AE4E2BE6A26}"/>
                    </a:ext>
                  </a:extLst>
                </p:cNvPr>
                <p:cNvSpPr/>
                <p:nvPr/>
              </p:nvSpPr>
              <p:spPr>
                <a:xfrm>
                  <a:off x="4624464" y="480999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983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0" name="pg2889">
                  <a:extLst>
                    <a:ext uri="{FF2B5EF4-FFF2-40B4-BE49-F238E27FC236}">
                      <a16:creationId xmlns:a16="http://schemas.microsoft.com/office/drawing/2014/main" id="{83896B77-EFCF-CE3F-422F-88C78F0CC63C}"/>
                    </a:ext>
                  </a:extLst>
                </p:cNvPr>
                <p:cNvSpPr/>
                <p:nvPr/>
              </p:nvSpPr>
              <p:spPr>
                <a:xfrm>
                  <a:off x="3111611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1" name="pg2890">
                  <a:extLst>
                    <a:ext uri="{FF2B5EF4-FFF2-40B4-BE49-F238E27FC236}">
                      <a16:creationId xmlns:a16="http://schemas.microsoft.com/office/drawing/2014/main" id="{128538B8-96B5-F4FD-81D8-55ACEDF5375A}"/>
                    </a:ext>
                  </a:extLst>
                </p:cNvPr>
                <p:cNvSpPr/>
                <p:nvPr/>
              </p:nvSpPr>
              <p:spPr>
                <a:xfrm>
                  <a:off x="3123249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2" name="pg2891">
                  <a:extLst>
                    <a:ext uri="{FF2B5EF4-FFF2-40B4-BE49-F238E27FC236}">
                      <a16:creationId xmlns:a16="http://schemas.microsoft.com/office/drawing/2014/main" id="{DFD29C16-E731-98FD-E784-79F2C080DD66}"/>
                    </a:ext>
                  </a:extLst>
                </p:cNvPr>
                <p:cNvSpPr/>
                <p:nvPr/>
              </p:nvSpPr>
              <p:spPr>
                <a:xfrm>
                  <a:off x="3134886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7">
                    <a:alpha val="100000"/>
                  </a:srgbClr>
                </a:solidFill>
                <a:ln w="5420" cap="flat">
                  <a:solidFill>
                    <a:srgbClr val="7E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3" name="pg2892">
                  <a:extLst>
                    <a:ext uri="{FF2B5EF4-FFF2-40B4-BE49-F238E27FC236}">
                      <a16:creationId xmlns:a16="http://schemas.microsoft.com/office/drawing/2014/main" id="{9F970DA7-95DF-E7C7-D9C7-AB5CE5B406B7}"/>
                    </a:ext>
                  </a:extLst>
                </p:cNvPr>
                <p:cNvSpPr/>
                <p:nvPr/>
              </p:nvSpPr>
              <p:spPr>
                <a:xfrm>
                  <a:off x="3146523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ED6B7">
                    <a:alpha val="100000"/>
                  </a:srgbClr>
                </a:solidFill>
                <a:ln w="5420" cap="flat">
                  <a:solidFill>
                    <a:srgbClr val="7E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4" name="pg2893">
                  <a:extLst>
                    <a:ext uri="{FF2B5EF4-FFF2-40B4-BE49-F238E27FC236}">
                      <a16:creationId xmlns:a16="http://schemas.microsoft.com/office/drawing/2014/main" id="{155C062B-94A4-1768-8718-4E1C91E848FF}"/>
                    </a:ext>
                  </a:extLst>
                </p:cNvPr>
                <p:cNvSpPr/>
                <p:nvPr/>
              </p:nvSpPr>
              <p:spPr>
                <a:xfrm>
                  <a:off x="3158161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5" name="pg2894">
                  <a:extLst>
                    <a:ext uri="{FF2B5EF4-FFF2-40B4-BE49-F238E27FC236}">
                      <a16:creationId xmlns:a16="http://schemas.microsoft.com/office/drawing/2014/main" id="{2FACA86D-E95E-84EA-251D-0038FDCC6E27}"/>
                    </a:ext>
                  </a:extLst>
                </p:cNvPr>
                <p:cNvSpPr/>
                <p:nvPr/>
              </p:nvSpPr>
              <p:spPr>
                <a:xfrm>
                  <a:off x="3169798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1D3B2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6" name="pg2895">
                  <a:extLst>
                    <a:ext uri="{FF2B5EF4-FFF2-40B4-BE49-F238E27FC236}">
                      <a16:creationId xmlns:a16="http://schemas.microsoft.com/office/drawing/2014/main" id="{CB8EFE7D-AB49-8037-FB8F-6BDD7B67E571}"/>
                    </a:ext>
                  </a:extLst>
                </p:cNvPr>
                <p:cNvSpPr/>
                <p:nvPr/>
              </p:nvSpPr>
              <p:spPr>
                <a:xfrm>
                  <a:off x="3181435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7" name="pg2896">
                  <a:extLst>
                    <a:ext uri="{FF2B5EF4-FFF2-40B4-BE49-F238E27FC236}">
                      <a16:creationId xmlns:a16="http://schemas.microsoft.com/office/drawing/2014/main" id="{A7C20E6C-AFB9-14F3-C22B-323E41470F61}"/>
                    </a:ext>
                  </a:extLst>
                </p:cNvPr>
                <p:cNvSpPr/>
                <p:nvPr/>
              </p:nvSpPr>
              <p:spPr>
                <a:xfrm>
                  <a:off x="3193073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8" name="pg2897">
                  <a:extLst>
                    <a:ext uri="{FF2B5EF4-FFF2-40B4-BE49-F238E27FC236}">
                      <a16:creationId xmlns:a16="http://schemas.microsoft.com/office/drawing/2014/main" id="{F4EA4F6A-1A9F-08C5-5E64-308C3BEB3E62}"/>
                    </a:ext>
                  </a:extLst>
                </p:cNvPr>
                <p:cNvSpPr/>
                <p:nvPr/>
              </p:nvSpPr>
              <p:spPr>
                <a:xfrm>
                  <a:off x="3204710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299" name="pg2898">
                  <a:extLst>
                    <a:ext uri="{FF2B5EF4-FFF2-40B4-BE49-F238E27FC236}">
                      <a16:creationId xmlns:a16="http://schemas.microsoft.com/office/drawing/2014/main" id="{521179FE-B549-F913-B343-B897F9AA9483}"/>
                    </a:ext>
                  </a:extLst>
                </p:cNvPr>
                <p:cNvSpPr/>
                <p:nvPr/>
              </p:nvSpPr>
              <p:spPr>
                <a:xfrm>
                  <a:off x="3216347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0" name="pg2899">
                  <a:extLst>
                    <a:ext uri="{FF2B5EF4-FFF2-40B4-BE49-F238E27FC236}">
                      <a16:creationId xmlns:a16="http://schemas.microsoft.com/office/drawing/2014/main" id="{38EFD346-46CC-C890-B5DC-089B6D4FEAD3}"/>
                    </a:ext>
                  </a:extLst>
                </p:cNvPr>
                <p:cNvSpPr/>
                <p:nvPr/>
              </p:nvSpPr>
              <p:spPr>
                <a:xfrm>
                  <a:off x="3227985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4F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1" name="pg2900">
                  <a:extLst>
                    <a:ext uri="{FF2B5EF4-FFF2-40B4-BE49-F238E27FC236}">
                      <a16:creationId xmlns:a16="http://schemas.microsoft.com/office/drawing/2014/main" id="{D4DDA175-12F5-D312-0362-5CAC84AC5159}"/>
                    </a:ext>
                  </a:extLst>
                </p:cNvPr>
                <p:cNvSpPr/>
                <p:nvPr/>
              </p:nvSpPr>
              <p:spPr>
                <a:xfrm>
                  <a:off x="3239622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2" name="pg2901">
                  <a:extLst>
                    <a:ext uri="{FF2B5EF4-FFF2-40B4-BE49-F238E27FC236}">
                      <a16:creationId xmlns:a16="http://schemas.microsoft.com/office/drawing/2014/main" id="{B30919FB-A976-A955-C933-361AD92CF770}"/>
                    </a:ext>
                  </a:extLst>
                </p:cNvPr>
                <p:cNvSpPr/>
                <p:nvPr/>
              </p:nvSpPr>
              <p:spPr>
                <a:xfrm>
                  <a:off x="3355995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1AC">
                    <a:alpha val="100000"/>
                  </a:srgbClr>
                </a:solidFill>
                <a:ln w="5420" cap="flat">
                  <a:solidFill>
                    <a:srgbClr val="57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3" name="pg2902">
                  <a:extLst>
                    <a:ext uri="{FF2B5EF4-FFF2-40B4-BE49-F238E27FC236}">
                      <a16:creationId xmlns:a16="http://schemas.microsoft.com/office/drawing/2014/main" id="{DD5BC53B-EADA-366C-2E8D-A3A6EFC3BB45}"/>
                    </a:ext>
                  </a:extLst>
                </p:cNvPr>
                <p:cNvSpPr/>
                <p:nvPr/>
              </p:nvSpPr>
              <p:spPr>
                <a:xfrm>
                  <a:off x="3367633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4" name="pg2903">
                  <a:extLst>
                    <a:ext uri="{FF2B5EF4-FFF2-40B4-BE49-F238E27FC236}">
                      <a16:creationId xmlns:a16="http://schemas.microsoft.com/office/drawing/2014/main" id="{2D3F3671-3779-8C22-5CD2-A81FABCF7181}"/>
                    </a:ext>
                  </a:extLst>
                </p:cNvPr>
                <p:cNvSpPr/>
                <p:nvPr/>
              </p:nvSpPr>
              <p:spPr>
                <a:xfrm>
                  <a:off x="3379270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5" name="pg2904">
                  <a:extLst>
                    <a:ext uri="{FF2B5EF4-FFF2-40B4-BE49-F238E27FC236}">
                      <a16:creationId xmlns:a16="http://schemas.microsoft.com/office/drawing/2014/main" id="{97211FEE-0FD3-F735-6356-E2A72FA33DD5}"/>
                    </a:ext>
                  </a:extLst>
                </p:cNvPr>
                <p:cNvSpPr/>
                <p:nvPr/>
              </p:nvSpPr>
              <p:spPr>
                <a:xfrm>
                  <a:off x="3390907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6" name="pg2905">
                  <a:extLst>
                    <a:ext uri="{FF2B5EF4-FFF2-40B4-BE49-F238E27FC236}">
                      <a16:creationId xmlns:a16="http://schemas.microsoft.com/office/drawing/2014/main" id="{CBB0CB94-A8A8-BC7A-37F8-77797276B42B}"/>
                    </a:ext>
                  </a:extLst>
                </p:cNvPr>
                <p:cNvSpPr/>
                <p:nvPr/>
              </p:nvSpPr>
              <p:spPr>
                <a:xfrm>
                  <a:off x="3402545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7" name="pg2906">
                  <a:extLst>
                    <a:ext uri="{FF2B5EF4-FFF2-40B4-BE49-F238E27FC236}">
                      <a16:creationId xmlns:a16="http://schemas.microsoft.com/office/drawing/2014/main" id="{B914757D-E448-C36C-C014-3250B4C981CC}"/>
                    </a:ext>
                  </a:extLst>
                </p:cNvPr>
                <p:cNvSpPr/>
                <p:nvPr/>
              </p:nvSpPr>
              <p:spPr>
                <a:xfrm>
                  <a:off x="3414182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8" name="pg2907">
                  <a:extLst>
                    <a:ext uri="{FF2B5EF4-FFF2-40B4-BE49-F238E27FC236}">
                      <a16:creationId xmlns:a16="http://schemas.microsoft.com/office/drawing/2014/main" id="{EAF48FD0-84DF-4C4A-A0A7-F98B3F79F494}"/>
                    </a:ext>
                  </a:extLst>
                </p:cNvPr>
                <p:cNvSpPr/>
                <p:nvPr/>
              </p:nvSpPr>
              <p:spPr>
                <a:xfrm>
                  <a:off x="3425819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09" name="pg2908">
                  <a:extLst>
                    <a:ext uri="{FF2B5EF4-FFF2-40B4-BE49-F238E27FC236}">
                      <a16:creationId xmlns:a16="http://schemas.microsoft.com/office/drawing/2014/main" id="{7E8279C7-3DB9-5013-AA28-B2D794D987A5}"/>
                    </a:ext>
                  </a:extLst>
                </p:cNvPr>
                <p:cNvSpPr/>
                <p:nvPr/>
              </p:nvSpPr>
              <p:spPr>
                <a:xfrm>
                  <a:off x="3437457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0" name="pg2909">
                  <a:extLst>
                    <a:ext uri="{FF2B5EF4-FFF2-40B4-BE49-F238E27FC236}">
                      <a16:creationId xmlns:a16="http://schemas.microsoft.com/office/drawing/2014/main" id="{BCE381DE-67B0-5D70-ED1A-88E99B065EE9}"/>
                    </a:ext>
                  </a:extLst>
                </p:cNvPr>
                <p:cNvSpPr/>
                <p:nvPr/>
              </p:nvSpPr>
              <p:spPr>
                <a:xfrm>
                  <a:off x="3449094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1" name="pg2910">
                  <a:extLst>
                    <a:ext uri="{FF2B5EF4-FFF2-40B4-BE49-F238E27FC236}">
                      <a16:creationId xmlns:a16="http://schemas.microsoft.com/office/drawing/2014/main" id="{A79D92F8-A895-F017-5B97-7EEEAD5899DB}"/>
                    </a:ext>
                  </a:extLst>
                </p:cNvPr>
                <p:cNvSpPr/>
                <p:nvPr/>
              </p:nvSpPr>
              <p:spPr>
                <a:xfrm>
                  <a:off x="3460731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1D2B2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2" name="pg2911">
                  <a:extLst>
                    <a:ext uri="{FF2B5EF4-FFF2-40B4-BE49-F238E27FC236}">
                      <a16:creationId xmlns:a16="http://schemas.microsoft.com/office/drawing/2014/main" id="{F420086C-F10D-4D75-95D2-9F803895161D}"/>
                    </a:ext>
                  </a:extLst>
                </p:cNvPr>
                <p:cNvSpPr/>
                <p:nvPr/>
              </p:nvSpPr>
              <p:spPr>
                <a:xfrm>
                  <a:off x="3484006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3" name="pg2912">
                  <a:extLst>
                    <a:ext uri="{FF2B5EF4-FFF2-40B4-BE49-F238E27FC236}">
                      <a16:creationId xmlns:a16="http://schemas.microsoft.com/office/drawing/2014/main" id="{603ACD33-B05B-B236-44E3-D60951F3FED7}"/>
                    </a:ext>
                  </a:extLst>
                </p:cNvPr>
                <p:cNvSpPr/>
                <p:nvPr/>
              </p:nvSpPr>
              <p:spPr>
                <a:xfrm>
                  <a:off x="3495643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4" name="pg2913">
                  <a:extLst>
                    <a:ext uri="{FF2B5EF4-FFF2-40B4-BE49-F238E27FC236}">
                      <a16:creationId xmlns:a16="http://schemas.microsoft.com/office/drawing/2014/main" id="{B51D536E-EA30-E854-9CB6-7B712F61D0B9}"/>
                    </a:ext>
                  </a:extLst>
                </p:cNvPr>
                <p:cNvSpPr/>
                <p:nvPr/>
              </p:nvSpPr>
              <p:spPr>
                <a:xfrm>
                  <a:off x="3507281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5" name="pg2914">
                  <a:extLst>
                    <a:ext uri="{FF2B5EF4-FFF2-40B4-BE49-F238E27FC236}">
                      <a16:creationId xmlns:a16="http://schemas.microsoft.com/office/drawing/2014/main" id="{BB2AEBB2-56B2-C728-E4DE-77F8B5FC5242}"/>
                    </a:ext>
                  </a:extLst>
                </p:cNvPr>
                <p:cNvSpPr/>
                <p:nvPr/>
              </p:nvSpPr>
              <p:spPr>
                <a:xfrm>
                  <a:off x="3518918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6" name="pg2915">
                  <a:extLst>
                    <a:ext uri="{FF2B5EF4-FFF2-40B4-BE49-F238E27FC236}">
                      <a16:creationId xmlns:a16="http://schemas.microsoft.com/office/drawing/2014/main" id="{638639B7-1CDD-3840-926D-FC686E5F33A8}"/>
                    </a:ext>
                  </a:extLst>
                </p:cNvPr>
                <p:cNvSpPr/>
                <p:nvPr/>
              </p:nvSpPr>
              <p:spPr>
                <a:xfrm>
                  <a:off x="3530555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7" name="pg2916">
                  <a:extLst>
                    <a:ext uri="{FF2B5EF4-FFF2-40B4-BE49-F238E27FC236}">
                      <a16:creationId xmlns:a16="http://schemas.microsoft.com/office/drawing/2014/main" id="{55190CA7-210F-3FB7-C87A-11A1427B0E8E}"/>
                    </a:ext>
                  </a:extLst>
                </p:cNvPr>
                <p:cNvSpPr/>
                <p:nvPr/>
              </p:nvSpPr>
              <p:spPr>
                <a:xfrm>
                  <a:off x="3542193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E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8" name="pg2917">
                  <a:extLst>
                    <a:ext uri="{FF2B5EF4-FFF2-40B4-BE49-F238E27FC236}">
                      <a16:creationId xmlns:a16="http://schemas.microsoft.com/office/drawing/2014/main" id="{594704EB-51CB-9164-A600-94B7EC76F00F}"/>
                    </a:ext>
                  </a:extLst>
                </p:cNvPr>
                <p:cNvSpPr/>
                <p:nvPr/>
              </p:nvSpPr>
              <p:spPr>
                <a:xfrm>
                  <a:off x="3553830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19" name="pg2918">
                  <a:extLst>
                    <a:ext uri="{FF2B5EF4-FFF2-40B4-BE49-F238E27FC236}">
                      <a16:creationId xmlns:a16="http://schemas.microsoft.com/office/drawing/2014/main" id="{8496D27F-AA8A-E00A-23A0-6AA92AF2B964}"/>
                    </a:ext>
                  </a:extLst>
                </p:cNvPr>
                <p:cNvSpPr/>
                <p:nvPr/>
              </p:nvSpPr>
              <p:spPr>
                <a:xfrm>
                  <a:off x="3565467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0" name="pg2919">
                  <a:extLst>
                    <a:ext uri="{FF2B5EF4-FFF2-40B4-BE49-F238E27FC236}">
                      <a16:creationId xmlns:a16="http://schemas.microsoft.com/office/drawing/2014/main" id="{5F0F90CF-F2DC-7D5A-3788-EFE2E741D7F2}"/>
                    </a:ext>
                  </a:extLst>
                </p:cNvPr>
                <p:cNvSpPr/>
                <p:nvPr/>
              </p:nvSpPr>
              <p:spPr>
                <a:xfrm>
                  <a:off x="3588742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1" name="pg2920">
                  <a:extLst>
                    <a:ext uri="{FF2B5EF4-FFF2-40B4-BE49-F238E27FC236}">
                      <a16:creationId xmlns:a16="http://schemas.microsoft.com/office/drawing/2014/main" id="{B27AAB90-3A7F-D43D-14D9-AB0385BBE8DB}"/>
                    </a:ext>
                  </a:extLst>
                </p:cNvPr>
                <p:cNvSpPr/>
                <p:nvPr/>
              </p:nvSpPr>
              <p:spPr>
                <a:xfrm>
                  <a:off x="3600379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2" name="pg2921">
                  <a:extLst>
                    <a:ext uri="{FF2B5EF4-FFF2-40B4-BE49-F238E27FC236}">
                      <a16:creationId xmlns:a16="http://schemas.microsoft.com/office/drawing/2014/main" id="{A92EDB0A-718D-F2D5-1901-0CC70ECC5347}"/>
                    </a:ext>
                  </a:extLst>
                </p:cNvPr>
                <p:cNvSpPr/>
                <p:nvPr/>
              </p:nvSpPr>
              <p:spPr>
                <a:xfrm>
                  <a:off x="3612016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3" name="pg2922">
                  <a:extLst>
                    <a:ext uri="{FF2B5EF4-FFF2-40B4-BE49-F238E27FC236}">
                      <a16:creationId xmlns:a16="http://schemas.microsoft.com/office/drawing/2014/main" id="{0A1C271E-F6C7-6B4E-DFEE-6107AB959398}"/>
                    </a:ext>
                  </a:extLst>
                </p:cNvPr>
                <p:cNvSpPr/>
                <p:nvPr/>
              </p:nvSpPr>
              <p:spPr>
                <a:xfrm>
                  <a:off x="3623654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4" name="pg2923">
                  <a:extLst>
                    <a:ext uri="{FF2B5EF4-FFF2-40B4-BE49-F238E27FC236}">
                      <a16:creationId xmlns:a16="http://schemas.microsoft.com/office/drawing/2014/main" id="{C7FB97F0-8CCC-77F4-01C3-250FEF2C483D}"/>
                    </a:ext>
                  </a:extLst>
                </p:cNvPr>
                <p:cNvSpPr/>
                <p:nvPr/>
              </p:nvSpPr>
              <p:spPr>
                <a:xfrm>
                  <a:off x="3635291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5" name="pg2924">
                  <a:extLst>
                    <a:ext uri="{FF2B5EF4-FFF2-40B4-BE49-F238E27FC236}">
                      <a16:creationId xmlns:a16="http://schemas.microsoft.com/office/drawing/2014/main" id="{5C282E6C-9295-3B91-09A7-0628601BAB6F}"/>
                    </a:ext>
                  </a:extLst>
                </p:cNvPr>
                <p:cNvSpPr/>
                <p:nvPr/>
              </p:nvSpPr>
              <p:spPr>
                <a:xfrm>
                  <a:off x="3646928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6" name="pg2925">
                  <a:extLst>
                    <a:ext uri="{FF2B5EF4-FFF2-40B4-BE49-F238E27FC236}">
                      <a16:creationId xmlns:a16="http://schemas.microsoft.com/office/drawing/2014/main" id="{4CDAD7DA-F60F-EB7F-6B91-8C1833EEA5AA}"/>
                    </a:ext>
                  </a:extLst>
                </p:cNvPr>
                <p:cNvSpPr/>
                <p:nvPr/>
              </p:nvSpPr>
              <p:spPr>
                <a:xfrm>
                  <a:off x="3658566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7" name="pg2926">
                  <a:extLst>
                    <a:ext uri="{FF2B5EF4-FFF2-40B4-BE49-F238E27FC236}">
                      <a16:creationId xmlns:a16="http://schemas.microsoft.com/office/drawing/2014/main" id="{18ECCD6B-CFC9-E732-4C6E-13329B9BF46A}"/>
                    </a:ext>
                  </a:extLst>
                </p:cNvPr>
                <p:cNvSpPr/>
                <p:nvPr/>
              </p:nvSpPr>
              <p:spPr>
                <a:xfrm>
                  <a:off x="3670203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8" name="pg2927">
                  <a:extLst>
                    <a:ext uri="{FF2B5EF4-FFF2-40B4-BE49-F238E27FC236}">
                      <a16:creationId xmlns:a16="http://schemas.microsoft.com/office/drawing/2014/main" id="{ED6B2D39-58A5-56C7-CA11-F8729246BE31}"/>
                    </a:ext>
                  </a:extLst>
                </p:cNvPr>
                <p:cNvSpPr/>
                <p:nvPr/>
              </p:nvSpPr>
              <p:spPr>
                <a:xfrm>
                  <a:off x="3681840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29" name="pg2928">
                  <a:extLst>
                    <a:ext uri="{FF2B5EF4-FFF2-40B4-BE49-F238E27FC236}">
                      <a16:creationId xmlns:a16="http://schemas.microsoft.com/office/drawing/2014/main" id="{6FB65D52-87ED-CEBA-7D48-A8FB1148848A}"/>
                    </a:ext>
                  </a:extLst>
                </p:cNvPr>
                <p:cNvSpPr/>
                <p:nvPr/>
              </p:nvSpPr>
              <p:spPr>
                <a:xfrm>
                  <a:off x="3693478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0" name="pg2929">
                  <a:extLst>
                    <a:ext uri="{FF2B5EF4-FFF2-40B4-BE49-F238E27FC236}">
                      <a16:creationId xmlns:a16="http://schemas.microsoft.com/office/drawing/2014/main" id="{E3B33BEE-4379-7A6C-5132-850DAC90727E}"/>
                    </a:ext>
                  </a:extLst>
                </p:cNvPr>
                <p:cNvSpPr/>
                <p:nvPr/>
              </p:nvSpPr>
              <p:spPr>
                <a:xfrm>
                  <a:off x="3705115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1" name="pg2930">
                  <a:extLst>
                    <a:ext uri="{FF2B5EF4-FFF2-40B4-BE49-F238E27FC236}">
                      <a16:creationId xmlns:a16="http://schemas.microsoft.com/office/drawing/2014/main" id="{1D9E9CC2-0BDC-0A74-0E5C-D8D013C1CA65}"/>
                    </a:ext>
                  </a:extLst>
                </p:cNvPr>
                <p:cNvSpPr/>
                <p:nvPr/>
              </p:nvSpPr>
              <p:spPr>
                <a:xfrm>
                  <a:off x="3716752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2" name="pg2931">
                  <a:extLst>
                    <a:ext uri="{FF2B5EF4-FFF2-40B4-BE49-F238E27FC236}">
                      <a16:creationId xmlns:a16="http://schemas.microsoft.com/office/drawing/2014/main" id="{DABD94E0-CDAA-858A-2D33-5FF4533BFB7F}"/>
                    </a:ext>
                  </a:extLst>
                </p:cNvPr>
                <p:cNvSpPr/>
                <p:nvPr/>
              </p:nvSpPr>
              <p:spPr>
                <a:xfrm>
                  <a:off x="3728390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3" name="pg2932">
                  <a:extLst>
                    <a:ext uri="{FF2B5EF4-FFF2-40B4-BE49-F238E27FC236}">
                      <a16:creationId xmlns:a16="http://schemas.microsoft.com/office/drawing/2014/main" id="{4C0DE8B9-DB03-AB54-3BD6-F4C43C445CE4}"/>
                    </a:ext>
                  </a:extLst>
                </p:cNvPr>
                <p:cNvSpPr/>
                <p:nvPr/>
              </p:nvSpPr>
              <p:spPr>
                <a:xfrm>
                  <a:off x="3740027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4" name="pg2933">
                  <a:extLst>
                    <a:ext uri="{FF2B5EF4-FFF2-40B4-BE49-F238E27FC236}">
                      <a16:creationId xmlns:a16="http://schemas.microsoft.com/office/drawing/2014/main" id="{90ABB80D-D1D1-2B05-6BF2-8CCF6AD0B699}"/>
                    </a:ext>
                  </a:extLst>
                </p:cNvPr>
                <p:cNvSpPr/>
                <p:nvPr/>
              </p:nvSpPr>
              <p:spPr>
                <a:xfrm>
                  <a:off x="3751664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5" name="pg2934">
                  <a:extLst>
                    <a:ext uri="{FF2B5EF4-FFF2-40B4-BE49-F238E27FC236}">
                      <a16:creationId xmlns:a16="http://schemas.microsoft.com/office/drawing/2014/main" id="{E09B5090-E913-3C51-E9D2-5A00E7064B59}"/>
                    </a:ext>
                  </a:extLst>
                </p:cNvPr>
                <p:cNvSpPr/>
                <p:nvPr/>
              </p:nvSpPr>
              <p:spPr>
                <a:xfrm>
                  <a:off x="3763302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CFAE">
                    <a:alpha val="100000"/>
                  </a:srgbClr>
                </a:solidFill>
                <a:ln w="5420" cap="flat">
                  <a:solidFill>
                    <a:srgbClr val="66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6" name="pg2935">
                  <a:extLst>
                    <a:ext uri="{FF2B5EF4-FFF2-40B4-BE49-F238E27FC236}">
                      <a16:creationId xmlns:a16="http://schemas.microsoft.com/office/drawing/2014/main" id="{9310199F-4B79-AEC2-81CA-B8A627449C1E}"/>
                    </a:ext>
                  </a:extLst>
                </p:cNvPr>
                <p:cNvSpPr/>
                <p:nvPr/>
              </p:nvSpPr>
              <p:spPr>
                <a:xfrm>
                  <a:off x="3774939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7" name="pg2936">
                  <a:extLst>
                    <a:ext uri="{FF2B5EF4-FFF2-40B4-BE49-F238E27FC236}">
                      <a16:creationId xmlns:a16="http://schemas.microsoft.com/office/drawing/2014/main" id="{CF56EAF5-2222-6032-D810-37079D69B428}"/>
                    </a:ext>
                  </a:extLst>
                </p:cNvPr>
                <p:cNvSpPr/>
                <p:nvPr/>
              </p:nvSpPr>
              <p:spPr>
                <a:xfrm>
                  <a:off x="4158971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8" name="pg2937">
                  <a:extLst>
                    <a:ext uri="{FF2B5EF4-FFF2-40B4-BE49-F238E27FC236}">
                      <a16:creationId xmlns:a16="http://schemas.microsoft.com/office/drawing/2014/main" id="{57CE81FA-B86C-C2D9-FE77-53AF4005BE08}"/>
                    </a:ext>
                  </a:extLst>
                </p:cNvPr>
                <p:cNvSpPr/>
                <p:nvPr/>
              </p:nvSpPr>
              <p:spPr>
                <a:xfrm>
                  <a:off x="4345168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EAA">
                    <a:alpha val="100000"/>
                  </a:srgbClr>
                </a:solidFill>
                <a:ln w="5420" cap="flat">
                  <a:solidFill>
                    <a:srgbClr val="3C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39" name="pg2938">
                  <a:extLst>
                    <a:ext uri="{FF2B5EF4-FFF2-40B4-BE49-F238E27FC236}">
                      <a16:creationId xmlns:a16="http://schemas.microsoft.com/office/drawing/2014/main" id="{AF290572-9F6E-B47E-F969-6BDED8363ED1}"/>
                    </a:ext>
                  </a:extLst>
                </p:cNvPr>
                <p:cNvSpPr/>
                <p:nvPr/>
              </p:nvSpPr>
              <p:spPr>
                <a:xfrm>
                  <a:off x="4356806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DA9">
                    <a:alpha val="100000"/>
                  </a:srgbClr>
                </a:solidFill>
                <a:ln w="5420" cap="flat">
                  <a:solidFill>
                    <a:srgbClr val="3B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0" name="pg2939">
                  <a:extLst>
                    <a:ext uri="{FF2B5EF4-FFF2-40B4-BE49-F238E27FC236}">
                      <a16:creationId xmlns:a16="http://schemas.microsoft.com/office/drawing/2014/main" id="{3395C092-2FCE-C7C8-C126-BAA810CD71E6}"/>
                    </a:ext>
                  </a:extLst>
                </p:cNvPr>
                <p:cNvSpPr/>
                <p:nvPr/>
              </p:nvSpPr>
              <p:spPr>
                <a:xfrm>
                  <a:off x="4368443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1" name="pg2940">
                  <a:extLst>
                    <a:ext uri="{FF2B5EF4-FFF2-40B4-BE49-F238E27FC236}">
                      <a16:creationId xmlns:a16="http://schemas.microsoft.com/office/drawing/2014/main" id="{4C8E33B3-D7F0-FD05-987E-D29E646FDB4E}"/>
                    </a:ext>
                  </a:extLst>
                </p:cNvPr>
                <p:cNvSpPr/>
                <p:nvPr/>
              </p:nvSpPr>
              <p:spPr>
                <a:xfrm>
                  <a:off x="4380080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2" name="pg2941">
                  <a:extLst>
                    <a:ext uri="{FF2B5EF4-FFF2-40B4-BE49-F238E27FC236}">
                      <a16:creationId xmlns:a16="http://schemas.microsoft.com/office/drawing/2014/main" id="{B72A6E4B-9987-BD08-8880-C4E24A41C3D2}"/>
                    </a:ext>
                  </a:extLst>
                </p:cNvPr>
                <p:cNvSpPr/>
                <p:nvPr/>
              </p:nvSpPr>
              <p:spPr>
                <a:xfrm>
                  <a:off x="4391718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3" name="pg2942">
                  <a:extLst>
                    <a:ext uri="{FF2B5EF4-FFF2-40B4-BE49-F238E27FC236}">
                      <a16:creationId xmlns:a16="http://schemas.microsoft.com/office/drawing/2014/main" id="{20686F86-82AA-410D-D81C-5D8B4FB93668}"/>
                    </a:ext>
                  </a:extLst>
                </p:cNvPr>
                <p:cNvSpPr/>
                <p:nvPr/>
              </p:nvSpPr>
              <p:spPr>
                <a:xfrm>
                  <a:off x="4403355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4" name="pg2943">
                  <a:extLst>
                    <a:ext uri="{FF2B5EF4-FFF2-40B4-BE49-F238E27FC236}">
                      <a16:creationId xmlns:a16="http://schemas.microsoft.com/office/drawing/2014/main" id="{140B3067-FAA8-7B12-5A65-F16B9126DEE5}"/>
                    </a:ext>
                  </a:extLst>
                </p:cNvPr>
                <p:cNvSpPr/>
                <p:nvPr/>
              </p:nvSpPr>
              <p:spPr>
                <a:xfrm>
                  <a:off x="4414992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5" name="pg2944">
                  <a:extLst>
                    <a:ext uri="{FF2B5EF4-FFF2-40B4-BE49-F238E27FC236}">
                      <a16:creationId xmlns:a16="http://schemas.microsoft.com/office/drawing/2014/main" id="{6B05A98A-DB7E-9501-3C73-890E00F1659F}"/>
                    </a:ext>
                  </a:extLst>
                </p:cNvPr>
                <p:cNvSpPr/>
                <p:nvPr/>
              </p:nvSpPr>
              <p:spPr>
                <a:xfrm>
                  <a:off x="4577915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6" name="pg2945">
                  <a:extLst>
                    <a:ext uri="{FF2B5EF4-FFF2-40B4-BE49-F238E27FC236}">
                      <a16:creationId xmlns:a16="http://schemas.microsoft.com/office/drawing/2014/main" id="{D99305BD-4DAE-7936-FC5F-A09B51B4E93B}"/>
                    </a:ext>
                  </a:extLst>
                </p:cNvPr>
                <p:cNvSpPr/>
                <p:nvPr/>
              </p:nvSpPr>
              <p:spPr>
                <a:xfrm>
                  <a:off x="4589552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7" name="pg2946">
                  <a:extLst>
                    <a:ext uri="{FF2B5EF4-FFF2-40B4-BE49-F238E27FC236}">
                      <a16:creationId xmlns:a16="http://schemas.microsoft.com/office/drawing/2014/main" id="{B2331429-08A2-4F3A-265F-AEE0814032B0}"/>
                    </a:ext>
                  </a:extLst>
                </p:cNvPr>
                <p:cNvSpPr/>
                <p:nvPr/>
              </p:nvSpPr>
              <p:spPr>
                <a:xfrm>
                  <a:off x="4601190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8" name="pg2947">
                  <a:extLst>
                    <a:ext uri="{FF2B5EF4-FFF2-40B4-BE49-F238E27FC236}">
                      <a16:creationId xmlns:a16="http://schemas.microsoft.com/office/drawing/2014/main" id="{644B5046-3A32-6007-88EB-E25CFD037D18}"/>
                    </a:ext>
                  </a:extLst>
                </p:cNvPr>
                <p:cNvSpPr/>
                <p:nvPr/>
              </p:nvSpPr>
              <p:spPr>
                <a:xfrm>
                  <a:off x="4612827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49" name="pg2948">
                  <a:extLst>
                    <a:ext uri="{FF2B5EF4-FFF2-40B4-BE49-F238E27FC236}">
                      <a16:creationId xmlns:a16="http://schemas.microsoft.com/office/drawing/2014/main" id="{2E39E725-FD11-5795-952F-90B2AA435BD5}"/>
                    </a:ext>
                  </a:extLst>
                </p:cNvPr>
                <p:cNvSpPr/>
                <p:nvPr/>
              </p:nvSpPr>
              <p:spPr>
                <a:xfrm>
                  <a:off x="4624464" y="48243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0" name="pg2949">
                  <a:extLst>
                    <a:ext uri="{FF2B5EF4-FFF2-40B4-BE49-F238E27FC236}">
                      <a16:creationId xmlns:a16="http://schemas.microsoft.com/office/drawing/2014/main" id="{5A2E4CB1-C204-D4A7-00C9-47006D3F2FAD}"/>
                    </a:ext>
                  </a:extLst>
                </p:cNvPr>
                <p:cNvSpPr/>
                <p:nvPr/>
              </p:nvSpPr>
              <p:spPr>
                <a:xfrm>
                  <a:off x="3099974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E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1" name="pg2950">
                  <a:extLst>
                    <a:ext uri="{FF2B5EF4-FFF2-40B4-BE49-F238E27FC236}">
                      <a16:creationId xmlns:a16="http://schemas.microsoft.com/office/drawing/2014/main" id="{34C9BF3B-31DB-A038-9D35-2DA7B601E0B2}"/>
                    </a:ext>
                  </a:extLst>
                </p:cNvPr>
                <p:cNvSpPr/>
                <p:nvPr/>
              </p:nvSpPr>
              <p:spPr>
                <a:xfrm>
                  <a:off x="3111611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2" name="pg2951">
                  <a:extLst>
                    <a:ext uri="{FF2B5EF4-FFF2-40B4-BE49-F238E27FC236}">
                      <a16:creationId xmlns:a16="http://schemas.microsoft.com/office/drawing/2014/main" id="{4A1A69A1-0059-4B4C-AF44-7EFACF00BD3C}"/>
                    </a:ext>
                  </a:extLst>
                </p:cNvPr>
                <p:cNvSpPr/>
                <p:nvPr/>
              </p:nvSpPr>
              <p:spPr>
                <a:xfrm>
                  <a:off x="3123249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3" name="pg2952">
                  <a:extLst>
                    <a:ext uri="{FF2B5EF4-FFF2-40B4-BE49-F238E27FC236}">
                      <a16:creationId xmlns:a16="http://schemas.microsoft.com/office/drawing/2014/main" id="{9CDFBA0E-2408-30CA-7360-C3502EA7ABBE}"/>
                    </a:ext>
                  </a:extLst>
                </p:cNvPr>
                <p:cNvSpPr/>
                <p:nvPr/>
              </p:nvSpPr>
              <p:spPr>
                <a:xfrm>
                  <a:off x="3134886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4" name="pg2953">
                  <a:extLst>
                    <a:ext uri="{FF2B5EF4-FFF2-40B4-BE49-F238E27FC236}">
                      <a16:creationId xmlns:a16="http://schemas.microsoft.com/office/drawing/2014/main" id="{C5CB96BF-B1F3-906D-55D5-522B69238E07}"/>
                    </a:ext>
                  </a:extLst>
                </p:cNvPr>
                <p:cNvSpPr/>
                <p:nvPr/>
              </p:nvSpPr>
              <p:spPr>
                <a:xfrm>
                  <a:off x="3146523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5" name="pg2954">
                  <a:extLst>
                    <a:ext uri="{FF2B5EF4-FFF2-40B4-BE49-F238E27FC236}">
                      <a16:creationId xmlns:a16="http://schemas.microsoft.com/office/drawing/2014/main" id="{3736874E-BEB0-DF7A-0246-C47807F8200C}"/>
                    </a:ext>
                  </a:extLst>
                </p:cNvPr>
                <p:cNvSpPr/>
                <p:nvPr/>
              </p:nvSpPr>
              <p:spPr>
                <a:xfrm>
                  <a:off x="3158161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6" name="pg2955">
                  <a:extLst>
                    <a:ext uri="{FF2B5EF4-FFF2-40B4-BE49-F238E27FC236}">
                      <a16:creationId xmlns:a16="http://schemas.microsoft.com/office/drawing/2014/main" id="{7364C4C5-4892-7D94-0242-67CEB10B448B}"/>
                    </a:ext>
                  </a:extLst>
                </p:cNvPr>
                <p:cNvSpPr/>
                <p:nvPr/>
              </p:nvSpPr>
              <p:spPr>
                <a:xfrm>
                  <a:off x="3169798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7" name="pg2956">
                  <a:extLst>
                    <a:ext uri="{FF2B5EF4-FFF2-40B4-BE49-F238E27FC236}">
                      <a16:creationId xmlns:a16="http://schemas.microsoft.com/office/drawing/2014/main" id="{0F090C3D-F8C3-E515-B0BD-4EDD5F1B0BBD}"/>
                    </a:ext>
                  </a:extLst>
                </p:cNvPr>
                <p:cNvSpPr/>
                <p:nvPr/>
              </p:nvSpPr>
              <p:spPr>
                <a:xfrm>
                  <a:off x="3181435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8" name="pg2957">
                  <a:extLst>
                    <a:ext uri="{FF2B5EF4-FFF2-40B4-BE49-F238E27FC236}">
                      <a16:creationId xmlns:a16="http://schemas.microsoft.com/office/drawing/2014/main" id="{69F42958-13EB-900E-6AA5-F27A2F66F107}"/>
                    </a:ext>
                  </a:extLst>
                </p:cNvPr>
                <p:cNvSpPr/>
                <p:nvPr/>
              </p:nvSpPr>
              <p:spPr>
                <a:xfrm>
                  <a:off x="3193073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59" name="pg2958">
                  <a:extLst>
                    <a:ext uri="{FF2B5EF4-FFF2-40B4-BE49-F238E27FC236}">
                      <a16:creationId xmlns:a16="http://schemas.microsoft.com/office/drawing/2014/main" id="{52FC836D-FCBE-9BB1-0B5C-4DEE9503BF2B}"/>
                    </a:ext>
                  </a:extLst>
                </p:cNvPr>
                <p:cNvSpPr/>
                <p:nvPr/>
              </p:nvSpPr>
              <p:spPr>
                <a:xfrm>
                  <a:off x="3204710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0" name="pg2959">
                  <a:extLst>
                    <a:ext uri="{FF2B5EF4-FFF2-40B4-BE49-F238E27FC236}">
                      <a16:creationId xmlns:a16="http://schemas.microsoft.com/office/drawing/2014/main" id="{ABFB4678-7E0E-3B76-712F-93643CC04885}"/>
                    </a:ext>
                  </a:extLst>
                </p:cNvPr>
                <p:cNvSpPr/>
                <p:nvPr/>
              </p:nvSpPr>
              <p:spPr>
                <a:xfrm>
                  <a:off x="3414182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1" name="pg2960">
                  <a:extLst>
                    <a:ext uri="{FF2B5EF4-FFF2-40B4-BE49-F238E27FC236}">
                      <a16:creationId xmlns:a16="http://schemas.microsoft.com/office/drawing/2014/main" id="{36E199E3-C84A-5B6C-0828-3520C36E0167}"/>
                    </a:ext>
                  </a:extLst>
                </p:cNvPr>
                <p:cNvSpPr/>
                <p:nvPr/>
              </p:nvSpPr>
              <p:spPr>
                <a:xfrm>
                  <a:off x="3425819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2" name="pg2961">
                  <a:extLst>
                    <a:ext uri="{FF2B5EF4-FFF2-40B4-BE49-F238E27FC236}">
                      <a16:creationId xmlns:a16="http://schemas.microsoft.com/office/drawing/2014/main" id="{3CD67945-3182-4B2D-3ABD-AA28E1446D88}"/>
                    </a:ext>
                  </a:extLst>
                </p:cNvPr>
                <p:cNvSpPr/>
                <p:nvPr/>
              </p:nvSpPr>
              <p:spPr>
                <a:xfrm>
                  <a:off x="3495643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3" name="pg2962">
                  <a:extLst>
                    <a:ext uri="{FF2B5EF4-FFF2-40B4-BE49-F238E27FC236}">
                      <a16:creationId xmlns:a16="http://schemas.microsoft.com/office/drawing/2014/main" id="{7653522E-1398-B601-AB82-5B28911E5750}"/>
                    </a:ext>
                  </a:extLst>
                </p:cNvPr>
                <p:cNvSpPr/>
                <p:nvPr/>
              </p:nvSpPr>
              <p:spPr>
                <a:xfrm>
                  <a:off x="3507281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DD1B1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4" name="pg2963">
                  <a:extLst>
                    <a:ext uri="{FF2B5EF4-FFF2-40B4-BE49-F238E27FC236}">
                      <a16:creationId xmlns:a16="http://schemas.microsoft.com/office/drawing/2014/main" id="{87DD7245-98FF-6151-A0E4-B7429F9E4855}"/>
                    </a:ext>
                  </a:extLst>
                </p:cNvPr>
                <p:cNvSpPr/>
                <p:nvPr/>
              </p:nvSpPr>
              <p:spPr>
                <a:xfrm>
                  <a:off x="3518918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5" name="pg2964">
                  <a:extLst>
                    <a:ext uri="{FF2B5EF4-FFF2-40B4-BE49-F238E27FC236}">
                      <a16:creationId xmlns:a16="http://schemas.microsoft.com/office/drawing/2014/main" id="{36A2E2C5-DBE3-E2DB-9D47-EBABAB7E08BA}"/>
                    </a:ext>
                  </a:extLst>
                </p:cNvPr>
                <p:cNvSpPr/>
                <p:nvPr/>
              </p:nvSpPr>
              <p:spPr>
                <a:xfrm>
                  <a:off x="3530555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6" name="pg2965">
                  <a:extLst>
                    <a:ext uri="{FF2B5EF4-FFF2-40B4-BE49-F238E27FC236}">
                      <a16:creationId xmlns:a16="http://schemas.microsoft.com/office/drawing/2014/main" id="{6D274496-E09B-94FD-549B-0EC9E3D133E0}"/>
                    </a:ext>
                  </a:extLst>
                </p:cNvPr>
                <p:cNvSpPr/>
                <p:nvPr/>
              </p:nvSpPr>
              <p:spPr>
                <a:xfrm>
                  <a:off x="3542193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7" name="pg2966">
                  <a:extLst>
                    <a:ext uri="{FF2B5EF4-FFF2-40B4-BE49-F238E27FC236}">
                      <a16:creationId xmlns:a16="http://schemas.microsoft.com/office/drawing/2014/main" id="{13A0B303-3AA8-C116-317E-62173A380AC7}"/>
                    </a:ext>
                  </a:extLst>
                </p:cNvPr>
                <p:cNvSpPr/>
                <p:nvPr/>
              </p:nvSpPr>
              <p:spPr>
                <a:xfrm>
                  <a:off x="3553830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8" name="pg2967">
                  <a:extLst>
                    <a:ext uri="{FF2B5EF4-FFF2-40B4-BE49-F238E27FC236}">
                      <a16:creationId xmlns:a16="http://schemas.microsoft.com/office/drawing/2014/main" id="{F323E18B-CC26-BC77-DA2C-2FD2B0AA146C}"/>
                    </a:ext>
                  </a:extLst>
                </p:cNvPr>
                <p:cNvSpPr/>
                <p:nvPr/>
              </p:nvSpPr>
              <p:spPr>
                <a:xfrm>
                  <a:off x="3565467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69" name="pg2968">
                  <a:extLst>
                    <a:ext uri="{FF2B5EF4-FFF2-40B4-BE49-F238E27FC236}">
                      <a16:creationId xmlns:a16="http://schemas.microsoft.com/office/drawing/2014/main" id="{577257A7-1145-196A-02E7-BDB4017FD0D3}"/>
                    </a:ext>
                  </a:extLst>
                </p:cNvPr>
                <p:cNvSpPr/>
                <p:nvPr/>
              </p:nvSpPr>
              <p:spPr>
                <a:xfrm>
                  <a:off x="3577105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0" name="pg2969">
                  <a:extLst>
                    <a:ext uri="{FF2B5EF4-FFF2-40B4-BE49-F238E27FC236}">
                      <a16:creationId xmlns:a16="http://schemas.microsoft.com/office/drawing/2014/main" id="{01DD48A4-52E4-6D9E-837F-BF71DCBFDCCB}"/>
                    </a:ext>
                  </a:extLst>
                </p:cNvPr>
                <p:cNvSpPr/>
                <p:nvPr/>
              </p:nvSpPr>
              <p:spPr>
                <a:xfrm>
                  <a:off x="3588742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1" name="pg2970">
                  <a:extLst>
                    <a:ext uri="{FF2B5EF4-FFF2-40B4-BE49-F238E27FC236}">
                      <a16:creationId xmlns:a16="http://schemas.microsoft.com/office/drawing/2014/main" id="{ECF86D2E-0A59-D803-B7D2-DCDDBF062C7A}"/>
                    </a:ext>
                  </a:extLst>
                </p:cNvPr>
                <p:cNvSpPr/>
                <p:nvPr/>
              </p:nvSpPr>
              <p:spPr>
                <a:xfrm>
                  <a:off x="3600379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2" name="pg2971">
                  <a:extLst>
                    <a:ext uri="{FF2B5EF4-FFF2-40B4-BE49-F238E27FC236}">
                      <a16:creationId xmlns:a16="http://schemas.microsoft.com/office/drawing/2014/main" id="{EA5350DF-3B4E-E83D-8CB4-C79532E03D0B}"/>
                    </a:ext>
                  </a:extLst>
                </p:cNvPr>
                <p:cNvSpPr/>
                <p:nvPr/>
              </p:nvSpPr>
              <p:spPr>
                <a:xfrm>
                  <a:off x="3612016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3" name="pg2972">
                  <a:extLst>
                    <a:ext uri="{FF2B5EF4-FFF2-40B4-BE49-F238E27FC236}">
                      <a16:creationId xmlns:a16="http://schemas.microsoft.com/office/drawing/2014/main" id="{8807FA8C-D1C1-F102-E81D-4EC929150FEB}"/>
                    </a:ext>
                  </a:extLst>
                </p:cNvPr>
                <p:cNvSpPr/>
                <p:nvPr/>
              </p:nvSpPr>
              <p:spPr>
                <a:xfrm>
                  <a:off x="3623654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4" name="pg2973">
                  <a:extLst>
                    <a:ext uri="{FF2B5EF4-FFF2-40B4-BE49-F238E27FC236}">
                      <a16:creationId xmlns:a16="http://schemas.microsoft.com/office/drawing/2014/main" id="{6878795C-406F-9BDE-E1E8-D555E39D1ACF}"/>
                    </a:ext>
                  </a:extLst>
                </p:cNvPr>
                <p:cNvSpPr/>
                <p:nvPr/>
              </p:nvSpPr>
              <p:spPr>
                <a:xfrm>
                  <a:off x="3635291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5" name="pg2974">
                  <a:extLst>
                    <a:ext uri="{FF2B5EF4-FFF2-40B4-BE49-F238E27FC236}">
                      <a16:creationId xmlns:a16="http://schemas.microsoft.com/office/drawing/2014/main" id="{CC9EDBBC-3ED2-48EF-4812-6A01E4339159}"/>
                    </a:ext>
                  </a:extLst>
                </p:cNvPr>
                <p:cNvSpPr/>
                <p:nvPr/>
              </p:nvSpPr>
              <p:spPr>
                <a:xfrm>
                  <a:off x="3646928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6" name="pg2975">
                  <a:extLst>
                    <a:ext uri="{FF2B5EF4-FFF2-40B4-BE49-F238E27FC236}">
                      <a16:creationId xmlns:a16="http://schemas.microsoft.com/office/drawing/2014/main" id="{D351A051-A720-995E-A495-1C47BF4DCF6C}"/>
                    </a:ext>
                  </a:extLst>
                </p:cNvPr>
                <p:cNvSpPr/>
                <p:nvPr/>
              </p:nvSpPr>
              <p:spPr>
                <a:xfrm>
                  <a:off x="3658566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7" name="pg2976">
                  <a:extLst>
                    <a:ext uri="{FF2B5EF4-FFF2-40B4-BE49-F238E27FC236}">
                      <a16:creationId xmlns:a16="http://schemas.microsoft.com/office/drawing/2014/main" id="{33E476C5-2EF2-5852-D81F-3A17E0F942FF}"/>
                    </a:ext>
                  </a:extLst>
                </p:cNvPr>
                <p:cNvSpPr/>
                <p:nvPr/>
              </p:nvSpPr>
              <p:spPr>
                <a:xfrm>
                  <a:off x="3670203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8" name="pg2977">
                  <a:extLst>
                    <a:ext uri="{FF2B5EF4-FFF2-40B4-BE49-F238E27FC236}">
                      <a16:creationId xmlns:a16="http://schemas.microsoft.com/office/drawing/2014/main" id="{22C62B05-8F6C-D4CD-9607-CEED4A3754BA}"/>
                    </a:ext>
                  </a:extLst>
                </p:cNvPr>
                <p:cNvSpPr/>
                <p:nvPr/>
              </p:nvSpPr>
              <p:spPr>
                <a:xfrm>
                  <a:off x="3681840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79" name="pg2978">
                  <a:extLst>
                    <a:ext uri="{FF2B5EF4-FFF2-40B4-BE49-F238E27FC236}">
                      <a16:creationId xmlns:a16="http://schemas.microsoft.com/office/drawing/2014/main" id="{9D0EF7D2-BFDA-D367-C7A1-861E6827B4AA}"/>
                    </a:ext>
                  </a:extLst>
                </p:cNvPr>
                <p:cNvSpPr/>
                <p:nvPr/>
              </p:nvSpPr>
              <p:spPr>
                <a:xfrm>
                  <a:off x="3693478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0" name="pg2979">
                  <a:extLst>
                    <a:ext uri="{FF2B5EF4-FFF2-40B4-BE49-F238E27FC236}">
                      <a16:creationId xmlns:a16="http://schemas.microsoft.com/office/drawing/2014/main" id="{952D4E13-656A-FB53-B4B7-A0EC0BAD1E98}"/>
                    </a:ext>
                  </a:extLst>
                </p:cNvPr>
                <p:cNvSpPr/>
                <p:nvPr/>
              </p:nvSpPr>
              <p:spPr>
                <a:xfrm>
                  <a:off x="3705115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1" name="pg2980">
                  <a:extLst>
                    <a:ext uri="{FF2B5EF4-FFF2-40B4-BE49-F238E27FC236}">
                      <a16:creationId xmlns:a16="http://schemas.microsoft.com/office/drawing/2014/main" id="{4729919D-68C0-81CA-AC28-1E1D81C4C582}"/>
                    </a:ext>
                  </a:extLst>
                </p:cNvPr>
                <p:cNvSpPr/>
                <p:nvPr/>
              </p:nvSpPr>
              <p:spPr>
                <a:xfrm>
                  <a:off x="3716752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2" name="pg2981">
                  <a:extLst>
                    <a:ext uri="{FF2B5EF4-FFF2-40B4-BE49-F238E27FC236}">
                      <a16:creationId xmlns:a16="http://schemas.microsoft.com/office/drawing/2014/main" id="{C13E19D3-A541-F798-BBCC-D894A067D8A4}"/>
                    </a:ext>
                  </a:extLst>
                </p:cNvPr>
                <p:cNvSpPr/>
                <p:nvPr/>
              </p:nvSpPr>
              <p:spPr>
                <a:xfrm>
                  <a:off x="3728390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3" name="pg2982">
                  <a:extLst>
                    <a:ext uri="{FF2B5EF4-FFF2-40B4-BE49-F238E27FC236}">
                      <a16:creationId xmlns:a16="http://schemas.microsoft.com/office/drawing/2014/main" id="{746B7EE7-A723-B5BF-8BBC-76D62DF2F07B}"/>
                    </a:ext>
                  </a:extLst>
                </p:cNvPr>
                <p:cNvSpPr/>
                <p:nvPr/>
              </p:nvSpPr>
              <p:spPr>
                <a:xfrm>
                  <a:off x="3740027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7D0AF">
                    <a:alpha val="100000"/>
                  </a:srgbClr>
                </a:solidFill>
                <a:ln w="5420" cap="flat">
                  <a:solidFill>
                    <a:srgbClr val="67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4" name="pg2983">
                  <a:extLst>
                    <a:ext uri="{FF2B5EF4-FFF2-40B4-BE49-F238E27FC236}">
                      <a16:creationId xmlns:a16="http://schemas.microsoft.com/office/drawing/2014/main" id="{34000E0E-70F1-1F5D-BCE1-9DC6A8DBD551}"/>
                    </a:ext>
                  </a:extLst>
                </p:cNvPr>
                <p:cNvSpPr/>
                <p:nvPr/>
              </p:nvSpPr>
              <p:spPr>
                <a:xfrm>
                  <a:off x="3751664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5" name="pg2984">
                  <a:extLst>
                    <a:ext uri="{FF2B5EF4-FFF2-40B4-BE49-F238E27FC236}">
                      <a16:creationId xmlns:a16="http://schemas.microsoft.com/office/drawing/2014/main" id="{F6C1D83E-E298-5A2C-D1D7-7B1C060E3899}"/>
                    </a:ext>
                  </a:extLst>
                </p:cNvPr>
                <p:cNvSpPr/>
                <p:nvPr/>
              </p:nvSpPr>
              <p:spPr>
                <a:xfrm>
                  <a:off x="3763302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6" name="pg2985">
                  <a:extLst>
                    <a:ext uri="{FF2B5EF4-FFF2-40B4-BE49-F238E27FC236}">
                      <a16:creationId xmlns:a16="http://schemas.microsoft.com/office/drawing/2014/main" id="{B72811CF-34AE-B989-FE41-0A1BA9B7DB0B}"/>
                    </a:ext>
                  </a:extLst>
                </p:cNvPr>
                <p:cNvSpPr/>
                <p:nvPr/>
              </p:nvSpPr>
              <p:spPr>
                <a:xfrm>
                  <a:off x="3774939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7" name="pg2986">
                  <a:extLst>
                    <a:ext uri="{FF2B5EF4-FFF2-40B4-BE49-F238E27FC236}">
                      <a16:creationId xmlns:a16="http://schemas.microsoft.com/office/drawing/2014/main" id="{033E4B03-6905-9FF3-3C80-F5EB906DE810}"/>
                    </a:ext>
                  </a:extLst>
                </p:cNvPr>
                <p:cNvSpPr/>
                <p:nvPr/>
              </p:nvSpPr>
              <p:spPr>
                <a:xfrm>
                  <a:off x="3786576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8" name="pg2987">
                  <a:extLst>
                    <a:ext uri="{FF2B5EF4-FFF2-40B4-BE49-F238E27FC236}">
                      <a16:creationId xmlns:a16="http://schemas.microsoft.com/office/drawing/2014/main" id="{60410641-7EE5-21E8-267F-1658E5F86751}"/>
                    </a:ext>
                  </a:extLst>
                </p:cNvPr>
                <p:cNvSpPr/>
                <p:nvPr/>
              </p:nvSpPr>
              <p:spPr>
                <a:xfrm>
                  <a:off x="4356806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DA9">
                    <a:alpha val="100000"/>
                  </a:srgbClr>
                </a:solidFill>
                <a:ln w="5420" cap="flat">
                  <a:solidFill>
                    <a:srgbClr val="3B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89" name="pg2988">
                  <a:extLst>
                    <a:ext uri="{FF2B5EF4-FFF2-40B4-BE49-F238E27FC236}">
                      <a16:creationId xmlns:a16="http://schemas.microsoft.com/office/drawing/2014/main" id="{00C40889-175F-91A8-E37C-B71D6736DECA}"/>
                    </a:ext>
                  </a:extLst>
                </p:cNvPr>
                <p:cNvSpPr/>
                <p:nvPr/>
              </p:nvSpPr>
              <p:spPr>
                <a:xfrm>
                  <a:off x="4368443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0" name="pg2989">
                  <a:extLst>
                    <a:ext uri="{FF2B5EF4-FFF2-40B4-BE49-F238E27FC236}">
                      <a16:creationId xmlns:a16="http://schemas.microsoft.com/office/drawing/2014/main" id="{6E91C773-91F5-40EA-CDA3-44FBADA11FF0}"/>
                    </a:ext>
                  </a:extLst>
                </p:cNvPr>
                <p:cNvSpPr/>
                <p:nvPr/>
              </p:nvSpPr>
              <p:spPr>
                <a:xfrm>
                  <a:off x="4380080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1" name="pg2990">
                  <a:extLst>
                    <a:ext uri="{FF2B5EF4-FFF2-40B4-BE49-F238E27FC236}">
                      <a16:creationId xmlns:a16="http://schemas.microsoft.com/office/drawing/2014/main" id="{206F881E-90A6-B5E5-F06C-64D657711080}"/>
                    </a:ext>
                  </a:extLst>
                </p:cNvPr>
                <p:cNvSpPr/>
                <p:nvPr/>
              </p:nvSpPr>
              <p:spPr>
                <a:xfrm>
                  <a:off x="4391718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2" name="pg2991">
                  <a:extLst>
                    <a:ext uri="{FF2B5EF4-FFF2-40B4-BE49-F238E27FC236}">
                      <a16:creationId xmlns:a16="http://schemas.microsoft.com/office/drawing/2014/main" id="{000D7814-DE74-37A8-7CAE-CCBA152F2A95}"/>
                    </a:ext>
                  </a:extLst>
                </p:cNvPr>
                <p:cNvSpPr/>
                <p:nvPr/>
              </p:nvSpPr>
              <p:spPr>
                <a:xfrm>
                  <a:off x="4403355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3" name="pg2992">
                  <a:extLst>
                    <a:ext uri="{FF2B5EF4-FFF2-40B4-BE49-F238E27FC236}">
                      <a16:creationId xmlns:a16="http://schemas.microsoft.com/office/drawing/2014/main" id="{82D71BFC-8E08-F0AE-D357-2954220AB596}"/>
                    </a:ext>
                  </a:extLst>
                </p:cNvPr>
                <p:cNvSpPr/>
                <p:nvPr/>
              </p:nvSpPr>
              <p:spPr>
                <a:xfrm>
                  <a:off x="4414992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4" name="pg2993">
                  <a:extLst>
                    <a:ext uri="{FF2B5EF4-FFF2-40B4-BE49-F238E27FC236}">
                      <a16:creationId xmlns:a16="http://schemas.microsoft.com/office/drawing/2014/main" id="{85006D2D-0674-AA72-8649-FA265E9BFC19}"/>
                    </a:ext>
                  </a:extLst>
                </p:cNvPr>
                <p:cNvSpPr/>
                <p:nvPr/>
              </p:nvSpPr>
              <p:spPr>
                <a:xfrm>
                  <a:off x="4426630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5" name="pg2994">
                  <a:extLst>
                    <a:ext uri="{FF2B5EF4-FFF2-40B4-BE49-F238E27FC236}">
                      <a16:creationId xmlns:a16="http://schemas.microsoft.com/office/drawing/2014/main" id="{C1D5DE6F-DCD4-0CC9-D4C0-7394EB43010F}"/>
                    </a:ext>
                  </a:extLst>
                </p:cNvPr>
                <p:cNvSpPr/>
                <p:nvPr/>
              </p:nvSpPr>
              <p:spPr>
                <a:xfrm>
                  <a:off x="4589552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6" name="pg2995">
                  <a:extLst>
                    <a:ext uri="{FF2B5EF4-FFF2-40B4-BE49-F238E27FC236}">
                      <a16:creationId xmlns:a16="http://schemas.microsoft.com/office/drawing/2014/main" id="{51ED7C3A-BAB4-B444-B8BE-200077D2D05B}"/>
                    </a:ext>
                  </a:extLst>
                </p:cNvPr>
                <p:cNvSpPr/>
                <p:nvPr/>
              </p:nvSpPr>
              <p:spPr>
                <a:xfrm>
                  <a:off x="4601190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7" name="pg2996">
                  <a:extLst>
                    <a:ext uri="{FF2B5EF4-FFF2-40B4-BE49-F238E27FC236}">
                      <a16:creationId xmlns:a16="http://schemas.microsoft.com/office/drawing/2014/main" id="{C62D8758-AB7E-CE3B-17FF-A79765A0AC87}"/>
                    </a:ext>
                  </a:extLst>
                </p:cNvPr>
                <p:cNvSpPr/>
                <p:nvPr/>
              </p:nvSpPr>
              <p:spPr>
                <a:xfrm>
                  <a:off x="4612827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8" name="pg2997">
                  <a:extLst>
                    <a:ext uri="{FF2B5EF4-FFF2-40B4-BE49-F238E27FC236}">
                      <a16:creationId xmlns:a16="http://schemas.microsoft.com/office/drawing/2014/main" id="{BAC57A64-E6B4-E13B-FCAC-8B1911696992}"/>
                    </a:ext>
                  </a:extLst>
                </p:cNvPr>
                <p:cNvSpPr/>
                <p:nvPr/>
              </p:nvSpPr>
              <p:spPr>
                <a:xfrm>
                  <a:off x="4624464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399" name="pg2998">
                  <a:extLst>
                    <a:ext uri="{FF2B5EF4-FFF2-40B4-BE49-F238E27FC236}">
                      <a16:creationId xmlns:a16="http://schemas.microsoft.com/office/drawing/2014/main" id="{C68240F1-9512-1D05-3EA3-312CC0035183}"/>
                    </a:ext>
                  </a:extLst>
                </p:cNvPr>
                <p:cNvSpPr/>
                <p:nvPr/>
              </p:nvSpPr>
              <p:spPr>
                <a:xfrm>
                  <a:off x="4636101" y="483860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0" name="pg2999">
                  <a:extLst>
                    <a:ext uri="{FF2B5EF4-FFF2-40B4-BE49-F238E27FC236}">
                      <a16:creationId xmlns:a16="http://schemas.microsoft.com/office/drawing/2014/main" id="{C1E220FE-18DA-DEE3-7616-64B2F0865B39}"/>
                    </a:ext>
                  </a:extLst>
                </p:cNvPr>
                <p:cNvSpPr/>
                <p:nvPr/>
              </p:nvSpPr>
              <p:spPr>
                <a:xfrm>
                  <a:off x="3099974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1" name="pg3000">
                  <a:extLst>
                    <a:ext uri="{FF2B5EF4-FFF2-40B4-BE49-F238E27FC236}">
                      <a16:creationId xmlns:a16="http://schemas.microsoft.com/office/drawing/2014/main" id="{E25AB2E2-204A-C501-C8B5-CABFEBEBCEBC}"/>
                    </a:ext>
                  </a:extLst>
                </p:cNvPr>
                <p:cNvSpPr/>
                <p:nvPr/>
              </p:nvSpPr>
              <p:spPr>
                <a:xfrm>
                  <a:off x="3111611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2" name="pg3001">
                  <a:extLst>
                    <a:ext uri="{FF2B5EF4-FFF2-40B4-BE49-F238E27FC236}">
                      <a16:creationId xmlns:a16="http://schemas.microsoft.com/office/drawing/2014/main" id="{10CD47AD-2120-B661-7844-5F49E604BB8E}"/>
                    </a:ext>
                  </a:extLst>
                </p:cNvPr>
                <p:cNvSpPr/>
                <p:nvPr/>
              </p:nvSpPr>
              <p:spPr>
                <a:xfrm>
                  <a:off x="3123249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BD1B0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3" name="pg3002">
                  <a:extLst>
                    <a:ext uri="{FF2B5EF4-FFF2-40B4-BE49-F238E27FC236}">
                      <a16:creationId xmlns:a16="http://schemas.microsoft.com/office/drawing/2014/main" id="{CC4D2490-6A89-21E7-C167-F8B2FB076EFD}"/>
                    </a:ext>
                  </a:extLst>
                </p:cNvPr>
                <p:cNvSpPr/>
                <p:nvPr/>
              </p:nvSpPr>
              <p:spPr>
                <a:xfrm>
                  <a:off x="3134886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DD1B1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4" name="pg3003">
                  <a:extLst>
                    <a:ext uri="{FF2B5EF4-FFF2-40B4-BE49-F238E27FC236}">
                      <a16:creationId xmlns:a16="http://schemas.microsoft.com/office/drawing/2014/main" id="{6F54EC47-8E21-7C78-36D3-9D4901C216B1}"/>
                    </a:ext>
                  </a:extLst>
                </p:cNvPr>
                <p:cNvSpPr/>
                <p:nvPr/>
              </p:nvSpPr>
              <p:spPr>
                <a:xfrm>
                  <a:off x="3146523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5" name="pg3004">
                  <a:extLst>
                    <a:ext uri="{FF2B5EF4-FFF2-40B4-BE49-F238E27FC236}">
                      <a16:creationId xmlns:a16="http://schemas.microsoft.com/office/drawing/2014/main" id="{0DE4A4C6-AC96-3C64-953F-8B0ECE3D1E21}"/>
                    </a:ext>
                  </a:extLst>
                </p:cNvPr>
                <p:cNvSpPr/>
                <p:nvPr/>
              </p:nvSpPr>
              <p:spPr>
                <a:xfrm>
                  <a:off x="3158161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6" name="pg3005">
                  <a:extLst>
                    <a:ext uri="{FF2B5EF4-FFF2-40B4-BE49-F238E27FC236}">
                      <a16:creationId xmlns:a16="http://schemas.microsoft.com/office/drawing/2014/main" id="{BE4FA442-CB11-B895-E724-5F89718A999C}"/>
                    </a:ext>
                  </a:extLst>
                </p:cNvPr>
                <p:cNvSpPr/>
                <p:nvPr/>
              </p:nvSpPr>
              <p:spPr>
                <a:xfrm>
                  <a:off x="3169798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7" name="pg3006">
                  <a:extLst>
                    <a:ext uri="{FF2B5EF4-FFF2-40B4-BE49-F238E27FC236}">
                      <a16:creationId xmlns:a16="http://schemas.microsoft.com/office/drawing/2014/main" id="{84911BD6-DBF4-AB98-594F-6152B16C788B}"/>
                    </a:ext>
                  </a:extLst>
                </p:cNvPr>
                <p:cNvSpPr/>
                <p:nvPr/>
              </p:nvSpPr>
              <p:spPr>
                <a:xfrm>
                  <a:off x="3181435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8" name="pg3007">
                  <a:extLst>
                    <a:ext uri="{FF2B5EF4-FFF2-40B4-BE49-F238E27FC236}">
                      <a16:creationId xmlns:a16="http://schemas.microsoft.com/office/drawing/2014/main" id="{28B8537E-8ADD-0A5E-625E-4FA0F2E61B72}"/>
                    </a:ext>
                  </a:extLst>
                </p:cNvPr>
                <p:cNvSpPr/>
                <p:nvPr/>
              </p:nvSpPr>
              <p:spPr>
                <a:xfrm>
                  <a:off x="3507281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09" name="pg3008">
                  <a:extLst>
                    <a:ext uri="{FF2B5EF4-FFF2-40B4-BE49-F238E27FC236}">
                      <a16:creationId xmlns:a16="http://schemas.microsoft.com/office/drawing/2014/main" id="{D7312CA6-1AFE-CA41-EACC-8E1A3942C1EA}"/>
                    </a:ext>
                  </a:extLst>
                </p:cNvPr>
                <p:cNvSpPr/>
                <p:nvPr/>
              </p:nvSpPr>
              <p:spPr>
                <a:xfrm>
                  <a:off x="3518918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7D0AF">
                    <a:alpha val="100000"/>
                  </a:srgbClr>
                </a:solidFill>
                <a:ln w="5420" cap="flat">
                  <a:solidFill>
                    <a:srgbClr val="67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0" name="pg3009">
                  <a:extLst>
                    <a:ext uri="{FF2B5EF4-FFF2-40B4-BE49-F238E27FC236}">
                      <a16:creationId xmlns:a16="http://schemas.microsoft.com/office/drawing/2014/main" id="{9BA41198-3AA6-06AA-4779-95986AF96941}"/>
                    </a:ext>
                  </a:extLst>
                </p:cNvPr>
                <p:cNvSpPr/>
                <p:nvPr/>
              </p:nvSpPr>
              <p:spPr>
                <a:xfrm>
                  <a:off x="3530555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1" name="pg3010">
                  <a:extLst>
                    <a:ext uri="{FF2B5EF4-FFF2-40B4-BE49-F238E27FC236}">
                      <a16:creationId xmlns:a16="http://schemas.microsoft.com/office/drawing/2014/main" id="{A6C9F203-89BA-0086-4E09-F0DB4A00B68A}"/>
                    </a:ext>
                  </a:extLst>
                </p:cNvPr>
                <p:cNvSpPr/>
                <p:nvPr/>
              </p:nvSpPr>
              <p:spPr>
                <a:xfrm>
                  <a:off x="3542193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2" name="pg3011">
                  <a:extLst>
                    <a:ext uri="{FF2B5EF4-FFF2-40B4-BE49-F238E27FC236}">
                      <a16:creationId xmlns:a16="http://schemas.microsoft.com/office/drawing/2014/main" id="{79649E33-9AD0-785B-8BB6-084DA2855287}"/>
                    </a:ext>
                  </a:extLst>
                </p:cNvPr>
                <p:cNvSpPr/>
                <p:nvPr/>
              </p:nvSpPr>
              <p:spPr>
                <a:xfrm>
                  <a:off x="3553830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3" name="pg3012">
                  <a:extLst>
                    <a:ext uri="{FF2B5EF4-FFF2-40B4-BE49-F238E27FC236}">
                      <a16:creationId xmlns:a16="http://schemas.microsoft.com/office/drawing/2014/main" id="{D551E944-817D-C1B1-9D46-2AB7D4F00461}"/>
                    </a:ext>
                  </a:extLst>
                </p:cNvPr>
                <p:cNvSpPr/>
                <p:nvPr/>
              </p:nvSpPr>
              <p:spPr>
                <a:xfrm>
                  <a:off x="3565467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4" name="pg3013">
                  <a:extLst>
                    <a:ext uri="{FF2B5EF4-FFF2-40B4-BE49-F238E27FC236}">
                      <a16:creationId xmlns:a16="http://schemas.microsoft.com/office/drawing/2014/main" id="{DB8FD3A2-CA93-3ACA-D6C8-DAA0242240D8}"/>
                    </a:ext>
                  </a:extLst>
                </p:cNvPr>
                <p:cNvSpPr/>
                <p:nvPr/>
              </p:nvSpPr>
              <p:spPr>
                <a:xfrm>
                  <a:off x="3577105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5" name="pg3014">
                  <a:extLst>
                    <a:ext uri="{FF2B5EF4-FFF2-40B4-BE49-F238E27FC236}">
                      <a16:creationId xmlns:a16="http://schemas.microsoft.com/office/drawing/2014/main" id="{F12FB5CB-0B5B-716E-6BF9-72D22549F8B5}"/>
                    </a:ext>
                  </a:extLst>
                </p:cNvPr>
                <p:cNvSpPr/>
                <p:nvPr/>
              </p:nvSpPr>
              <p:spPr>
                <a:xfrm>
                  <a:off x="3588742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6" name="pg3015">
                  <a:extLst>
                    <a:ext uri="{FF2B5EF4-FFF2-40B4-BE49-F238E27FC236}">
                      <a16:creationId xmlns:a16="http://schemas.microsoft.com/office/drawing/2014/main" id="{6935CCA4-E55B-84B5-D4F0-6DDD979E91FE}"/>
                    </a:ext>
                  </a:extLst>
                </p:cNvPr>
                <p:cNvSpPr/>
                <p:nvPr/>
              </p:nvSpPr>
              <p:spPr>
                <a:xfrm>
                  <a:off x="3600379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7" name="pg3016">
                  <a:extLst>
                    <a:ext uri="{FF2B5EF4-FFF2-40B4-BE49-F238E27FC236}">
                      <a16:creationId xmlns:a16="http://schemas.microsoft.com/office/drawing/2014/main" id="{6B2D03A5-38B5-48F6-677B-55983B734CAC}"/>
                    </a:ext>
                  </a:extLst>
                </p:cNvPr>
                <p:cNvSpPr/>
                <p:nvPr/>
              </p:nvSpPr>
              <p:spPr>
                <a:xfrm>
                  <a:off x="3612016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8" name="pg3017">
                  <a:extLst>
                    <a:ext uri="{FF2B5EF4-FFF2-40B4-BE49-F238E27FC236}">
                      <a16:creationId xmlns:a16="http://schemas.microsoft.com/office/drawing/2014/main" id="{0E132B0F-E281-EC64-4537-0BB5C785D8E8}"/>
                    </a:ext>
                  </a:extLst>
                </p:cNvPr>
                <p:cNvSpPr/>
                <p:nvPr/>
              </p:nvSpPr>
              <p:spPr>
                <a:xfrm>
                  <a:off x="3623654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19" name="pg3018">
                  <a:extLst>
                    <a:ext uri="{FF2B5EF4-FFF2-40B4-BE49-F238E27FC236}">
                      <a16:creationId xmlns:a16="http://schemas.microsoft.com/office/drawing/2014/main" id="{F3FE340C-458B-8DBE-1E63-FAFC07CBF473}"/>
                    </a:ext>
                  </a:extLst>
                </p:cNvPr>
                <p:cNvSpPr/>
                <p:nvPr/>
              </p:nvSpPr>
              <p:spPr>
                <a:xfrm>
                  <a:off x="3635291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0" name="pg3019">
                  <a:extLst>
                    <a:ext uri="{FF2B5EF4-FFF2-40B4-BE49-F238E27FC236}">
                      <a16:creationId xmlns:a16="http://schemas.microsoft.com/office/drawing/2014/main" id="{71F7B64F-AC13-9660-B908-4F25A263DF03}"/>
                    </a:ext>
                  </a:extLst>
                </p:cNvPr>
                <p:cNvSpPr/>
                <p:nvPr/>
              </p:nvSpPr>
              <p:spPr>
                <a:xfrm>
                  <a:off x="3646928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1" name="pg3020">
                  <a:extLst>
                    <a:ext uri="{FF2B5EF4-FFF2-40B4-BE49-F238E27FC236}">
                      <a16:creationId xmlns:a16="http://schemas.microsoft.com/office/drawing/2014/main" id="{A966E327-1CDB-AFF0-37C6-655F5426D8A2}"/>
                    </a:ext>
                  </a:extLst>
                </p:cNvPr>
                <p:cNvSpPr/>
                <p:nvPr/>
              </p:nvSpPr>
              <p:spPr>
                <a:xfrm>
                  <a:off x="3658566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2" name="pg3021">
                  <a:extLst>
                    <a:ext uri="{FF2B5EF4-FFF2-40B4-BE49-F238E27FC236}">
                      <a16:creationId xmlns:a16="http://schemas.microsoft.com/office/drawing/2014/main" id="{0486BB9B-8052-E35A-8EF2-498F45B495FE}"/>
                    </a:ext>
                  </a:extLst>
                </p:cNvPr>
                <p:cNvSpPr/>
                <p:nvPr/>
              </p:nvSpPr>
              <p:spPr>
                <a:xfrm>
                  <a:off x="3670203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3" name="pg3022">
                  <a:extLst>
                    <a:ext uri="{FF2B5EF4-FFF2-40B4-BE49-F238E27FC236}">
                      <a16:creationId xmlns:a16="http://schemas.microsoft.com/office/drawing/2014/main" id="{63A7D49B-200B-D783-5FB2-72966976105A}"/>
                    </a:ext>
                  </a:extLst>
                </p:cNvPr>
                <p:cNvSpPr/>
                <p:nvPr/>
              </p:nvSpPr>
              <p:spPr>
                <a:xfrm>
                  <a:off x="3681840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4" name="pg3023">
                  <a:extLst>
                    <a:ext uri="{FF2B5EF4-FFF2-40B4-BE49-F238E27FC236}">
                      <a16:creationId xmlns:a16="http://schemas.microsoft.com/office/drawing/2014/main" id="{C4AD5E3B-E5B3-F7E8-AB63-181645C2A41B}"/>
                    </a:ext>
                  </a:extLst>
                </p:cNvPr>
                <p:cNvSpPr/>
                <p:nvPr/>
              </p:nvSpPr>
              <p:spPr>
                <a:xfrm>
                  <a:off x="3693478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5" name="pg3024">
                  <a:extLst>
                    <a:ext uri="{FF2B5EF4-FFF2-40B4-BE49-F238E27FC236}">
                      <a16:creationId xmlns:a16="http://schemas.microsoft.com/office/drawing/2014/main" id="{AEF96465-CD71-7C5B-A7DC-7025F13B3B79}"/>
                    </a:ext>
                  </a:extLst>
                </p:cNvPr>
                <p:cNvSpPr/>
                <p:nvPr/>
              </p:nvSpPr>
              <p:spPr>
                <a:xfrm>
                  <a:off x="3705115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6" name="pg3025">
                  <a:extLst>
                    <a:ext uri="{FF2B5EF4-FFF2-40B4-BE49-F238E27FC236}">
                      <a16:creationId xmlns:a16="http://schemas.microsoft.com/office/drawing/2014/main" id="{FB0C4986-B480-3265-1AE6-C4F116A8C237}"/>
                    </a:ext>
                  </a:extLst>
                </p:cNvPr>
                <p:cNvSpPr/>
                <p:nvPr/>
              </p:nvSpPr>
              <p:spPr>
                <a:xfrm>
                  <a:off x="3716752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7" name="pg3026">
                  <a:extLst>
                    <a:ext uri="{FF2B5EF4-FFF2-40B4-BE49-F238E27FC236}">
                      <a16:creationId xmlns:a16="http://schemas.microsoft.com/office/drawing/2014/main" id="{0134C9F9-FA5F-0D96-1351-B60C8276B93A}"/>
                    </a:ext>
                  </a:extLst>
                </p:cNvPr>
                <p:cNvSpPr/>
                <p:nvPr/>
              </p:nvSpPr>
              <p:spPr>
                <a:xfrm>
                  <a:off x="3728390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8" name="pg3027">
                  <a:extLst>
                    <a:ext uri="{FF2B5EF4-FFF2-40B4-BE49-F238E27FC236}">
                      <a16:creationId xmlns:a16="http://schemas.microsoft.com/office/drawing/2014/main" id="{30914542-942E-4918-607F-0FB1E5CB48C4}"/>
                    </a:ext>
                  </a:extLst>
                </p:cNvPr>
                <p:cNvSpPr/>
                <p:nvPr/>
              </p:nvSpPr>
              <p:spPr>
                <a:xfrm>
                  <a:off x="3740027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29" name="pg3028">
                  <a:extLst>
                    <a:ext uri="{FF2B5EF4-FFF2-40B4-BE49-F238E27FC236}">
                      <a16:creationId xmlns:a16="http://schemas.microsoft.com/office/drawing/2014/main" id="{0817DBAC-4F64-61BE-9398-7045085E95B9}"/>
                    </a:ext>
                  </a:extLst>
                </p:cNvPr>
                <p:cNvSpPr/>
                <p:nvPr/>
              </p:nvSpPr>
              <p:spPr>
                <a:xfrm>
                  <a:off x="3751664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0" name="pg3029">
                  <a:extLst>
                    <a:ext uri="{FF2B5EF4-FFF2-40B4-BE49-F238E27FC236}">
                      <a16:creationId xmlns:a16="http://schemas.microsoft.com/office/drawing/2014/main" id="{CD61EB1F-4EB8-B972-06BE-DE12D8B715C8}"/>
                    </a:ext>
                  </a:extLst>
                </p:cNvPr>
                <p:cNvSpPr/>
                <p:nvPr/>
              </p:nvSpPr>
              <p:spPr>
                <a:xfrm>
                  <a:off x="3763302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1" name="pg3030">
                  <a:extLst>
                    <a:ext uri="{FF2B5EF4-FFF2-40B4-BE49-F238E27FC236}">
                      <a16:creationId xmlns:a16="http://schemas.microsoft.com/office/drawing/2014/main" id="{DEED98DA-0347-17D2-B0E5-ACED451BEC26}"/>
                    </a:ext>
                  </a:extLst>
                </p:cNvPr>
                <p:cNvSpPr/>
                <p:nvPr/>
              </p:nvSpPr>
              <p:spPr>
                <a:xfrm>
                  <a:off x="3774939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2" name="pg3031">
                  <a:extLst>
                    <a:ext uri="{FF2B5EF4-FFF2-40B4-BE49-F238E27FC236}">
                      <a16:creationId xmlns:a16="http://schemas.microsoft.com/office/drawing/2014/main" id="{BB44160E-F58E-5792-7D26-26C8B18E3961}"/>
                    </a:ext>
                  </a:extLst>
                </p:cNvPr>
                <p:cNvSpPr/>
                <p:nvPr/>
              </p:nvSpPr>
              <p:spPr>
                <a:xfrm>
                  <a:off x="3786576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3" name="pg3032">
                  <a:extLst>
                    <a:ext uri="{FF2B5EF4-FFF2-40B4-BE49-F238E27FC236}">
                      <a16:creationId xmlns:a16="http://schemas.microsoft.com/office/drawing/2014/main" id="{91A92652-80BC-3543-0BD5-5224A39FC37C}"/>
                    </a:ext>
                  </a:extLst>
                </p:cNvPr>
                <p:cNvSpPr/>
                <p:nvPr/>
              </p:nvSpPr>
              <p:spPr>
                <a:xfrm>
                  <a:off x="4368443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4" name="pg3033">
                  <a:extLst>
                    <a:ext uri="{FF2B5EF4-FFF2-40B4-BE49-F238E27FC236}">
                      <a16:creationId xmlns:a16="http://schemas.microsoft.com/office/drawing/2014/main" id="{0E03311C-D8AD-A8E6-E052-13D4BA764BAC}"/>
                    </a:ext>
                  </a:extLst>
                </p:cNvPr>
                <p:cNvSpPr/>
                <p:nvPr/>
              </p:nvSpPr>
              <p:spPr>
                <a:xfrm>
                  <a:off x="4380080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5" name="pg3034">
                  <a:extLst>
                    <a:ext uri="{FF2B5EF4-FFF2-40B4-BE49-F238E27FC236}">
                      <a16:creationId xmlns:a16="http://schemas.microsoft.com/office/drawing/2014/main" id="{395D35A2-0A4C-93B5-F470-BBF89A41C771}"/>
                    </a:ext>
                  </a:extLst>
                </p:cNvPr>
                <p:cNvSpPr/>
                <p:nvPr/>
              </p:nvSpPr>
              <p:spPr>
                <a:xfrm>
                  <a:off x="4391718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6" name="pg3035">
                  <a:extLst>
                    <a:ext uri="{FF2B5EF4-FFF2-40B4-BE49-F238E27FC236}">
                      <a16:creationId xmlns:a16="http://schemas.microsoft.com/office/drawing/2014/main" id="{B76A5358-6E93-560D-F802-B1FD717F56E3}"/>
                    </a:ext>
                  </a:extLst>
                </p:cNvPr>
                <p:cNvSpPr/>
                <p:nvPr/>
              </p:nvSpPr>
              <p:spPr>
                <a:xfrm>
                  <a:off x="4403355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7" name="pg3036">
                  <a:extLst>
                    <a:ext uri="{FF2B5EF4-FFF2-40B4-BE49-F238E27FC236}">
                      <a16:creationId xmlns:a16="http://schemas.microsoft.com/office/drawing/2014/main" id="{D0C0A269-F42E-B489-E115-255D5B3379E6}"/>
                    </a:ext>
                  </a:extLst>
                </p:cNvPr>
                <p:cNvSpPr/>
                <p:nvPr/>
              </p:nvSpPr>
              <p:spPr>
                <a:xfrm>
                  <a:off x="4414992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8" name="pg3037">
                  <a:extLst>
                    <a:ext uri="{FF2B5EF4-FFF2-40B4-BE49-F238E27FC236}">
                      <a16:creationId xmlns:a16="http://schemas.microsoft.com/office/drawing/2014/main" id="{A9B1946A-A1E3-AAE9-18BA-79F4C8E919F6}"/>
                    </a:ext>
                  </a:extLst>
                </p:cNvPr>
                <p:cNvSpPr/>
                <p:nvPr/>
              </p:nvSpPr>
              <p:spPr>
                <a:xfrm>
                  <a:off x="4426630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39" name="pg3038">
                  <a:extLst>
                    <a:ext uri="{FF2B5EF4-FFF2-40B4-BE49-F238E27FC236}">
                      <a16:creationId xmlns:a16="http://schemas.microsoft.com/office/drawing/2014/main" id="{4D75E648-31DB-BDB4-245D-0DAF2F828DEB}"/>
                    </a:ext>
                  </a:extLst>
                </p:cNvPr>
                <p:cNvSpPr/>
                <p:nvPr/>
              </p:nvSpPr>
              <p:spPr>
                <a:xfrm>
                  <a:off x="4438267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0" name="pg3039">
                  <a:extLst>
                    <a:ext uri="{FF2B5EF4-FFF2-40B4-BE49-F238E27FC236}">
                      <a16:creationId xmlns:a16="http://schemas.microsoft.com/office/drawing/2014/main" id="{36BBE7C1-9A20-E09C-B46B-DD63ECCD5DC7}"/>
                    </a:ext>
                  </a:extLst>
                </p:cNvPr>
                <p:cNvSpPr/>
                <p:nvPr/>
              </p:nvSpPr>
              <p:spPr>
                <a:xfrm>
                  <a:off x="4589552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1" name="pg3040">
                  <a:extLst>
                    <a:ext uri="{FF2B5EF4-FFF2-40B4-BE49-F238E27FC236}">
                      <a16:creationId xmlns:a16="http://schemas.microsoft.com/office/drawing/2014/main" id="{9B19ADE1-877B-C5ED-CF52-A5C7F547A017}"/>
                    </a:ext>
                  </a:extLst>
                </p:cNvPr>
                <p:cNvSpPr/>
                <p:nvPr/>
              </p:nvSpPr>
              <p:spPr>
                <a:xfrm>
                  <a:off x="4601190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2" name="pg3041">
                  <a:extLst>
                    <a:ext uri="{FF2B5EF4-FFF2-40B4-BE49-F238E27FC236}">
                      <a16:creationId xmlns:a16="http://schemas.microsoft.com/office/drawing/2014/main" id="{B8AA141C-55A6-B3BE-7087-702279FA95ED}"/>
                    </a:ext>
                  </a:extLst>
                </p:cNvPr>
                <p:cNvSpPr/>
                <p:nvPr/>
              </p:nvSpPr>
              <p:spPr>
                <a:xfrm>
                  <a:off x="4612827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3" name="pg3042">
                  <a:extLst>
                    <a:ext uri="{FF2B5EF4-FFF2-40B4-BE49-F238E27FC236}">
                      <a16:creationId xmlns:a16="http://schemas.microsoft.com/office/drawing/2014/main" id="{7A7773F4-0F8A-FB15-49F9-05BF8D895DEB}"/>
                    </a:ext>
                  </a:extLst>
                </p:cNvPr>
                <p:cNvSpPr/>
                <p:nvPr/>
              </p:nvSpPr>
              <p:spPr>
                <a:xfrm>
                  <a:off x="4624464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4" name="pg3043">
                  <a:extLst>
                    <a:ext uri="{FF2B5EF4-FFF2-40B4-BE49-F238E27FC236}">
                      <a16:creationId xmlns:a16="http://schemas.microsoft.com/office/drawing/2014/main" id="{6DF7F3DD-260D-7648-5E19-A454FFE79477}"/>
                    </a:ext>
                  </a:extLst>
                </p:cNvPr>
                <p:cNvSpPr/>
                <p:nvPr/>
              </p:nvSpPr>
              <p:spPr>
                <a:xfrm>
                  <a:off x="4636101" y="485290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5" name="pg3044">
                  <a:extLst>
                    <a:ext uri="{FF2B5EF4-FFF2-40B4-BE49-F238E27FC236}">
                      <a16:creationId xmlns:a16="http://schemas.microsoft.com/office/drawing/2014/main" id="{38B4B70B-9353-F979-BFC7-84B5512B4726}"/>
                    </a:ext>
                  </a:extLst>
                </p:cNvPr>
                <p:cNvSpPr/>
                <p:nvPr/>
              </p:nvSpPr>
              <p:spPr>
                <a:xfrm>
                  <a:off x="3088337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6" name="pg3045">
                  <a:extLst>
                    <a:ext uri="{FF2B5EF4-FFF2-40B4-BE49-F238E27FC236}">
                      <a16:creationId xmlns:a16="http://schemas.microsoft.com/office/drawing/2014/main" id="{DE940E7A-2F29-2369-DE89-86D2CD2DC1EB}"/>
                    </a:ext>
                  </a:extLst>
                </p:cNvPr>
                <p:cNvSpPr/>
                <p:nvPr/>
              </p:nvSpPr>
              <p:spPr>
                <a:xfrm>
                  <a:off x="3099974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7" name="pg3046">
                  <a:extLst>
                    <a:ext uri="{FF2B5EF4-FFF2-40B4-BE49-F238E27FC236}">
                      <a16:creationId xmlns:a16="http://schemas.microsoft.com/office/drawing/2014/main" id="{8399C6F0-36DF-BEB4-898C-20657153B3BE}"/>
                    </a:ext>
                  </a:extLst>
                </p:cNvPr>
                <p:cNvSpPr/>
                <p:nvPr/>
              </p:nvSpPr>
              <p:spPr>
                <a:xfrm>
                  <a:off x="3111611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8" name="pg3047">
                  <a:extLst>
                    <a:ext uri="{FF2B5EF4-FFF2-40B4-BE49-F238E27FC236}">
                      <a16:creationId xmlns:a16="http://schemas.microsoft.com/office/drawing/2014/main" id="{6CCB31B0-F5A3-D6CE-33E0-4D0DCEE4420E}"/>
                    </a:ext>
                  </a:extLst>
                </p:cNvPr>
                <p:cNvSpPr/>
                <p:nvPr/>
              </p:nvSpPr>
              <p:spPr>
                <a:xfrm>
                  <a:off x="3123249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49" name="pg3048">
                  <a:extLst>
                    <a:ext uri="{FF2B5EF4-FFF2-40B4-BE49-F238E27FC236}">
                      <a16:creationId xmlns:a16="http://schemas.microsoft.com/office/drawing/2014/main" id="{4BCCA39C-FAF2-0807-8648-DE7F147CA919}"/>
                    </a:ext>
                  </a:extLst>
                </p:cNvPr>
                <p:cNvSpPr/>
                <p:nvPr/>
              </p:nvSpPr>
              <p:spPr>
                <a:xfrm>
                  <a:off x="3134886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0" name="pg3049">
                  <a:extLst>
                    <a:ext uri="{FF2B5EF4-FFF2-40B4-BE49-F238E27FC236}">
                      <a16:creationId xmlns:a16="http://schemas.microsoft.com/office/drawing/2014/main" id="{F18E06F9-6F33-DE69-D5B9-06CF2227AF71}"/>
                    </a:ext>
                  </a:extLst>
                </p:cNvPr>
                <p:cNvSpPr/>
                <p:nvPr/>
              </p:nvSpPr>
              <p:spPr>
                <a:xfrm>
                  <a:off x="3146523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1" name="pg3050">
                  <a:extLst>
                    <a:ext uri="{FF2B5EF4-FFF2-40B4-BE49-F238E27FC236}">
                      <a16:creationId xmlns:a16="http://schemas.microsoft.com/office/drawing/2014/main" id="{6B67AEFF-0C20-DED5-0B90-938098C0DB51}"/>
                    </a:ext>
                  </a:extLst>
                </p:cNvPr>
                <p:cNvSpPr/>
                <p:nvPr/>
              </p:nvSpPr>
              <p:spPr>
                <a:xfrm>
                  <a:off x="3518918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2" name="pg3051">
                  <a:extLst>
                    <a:ext uri="{FF2B5EF4-FFF2-40B4-BE49-F238E27FC236}">
                      <a16:creationId xmlns:a16="http://schemas.microsoft.com/office/drawing/2014/main" id="{E3C24337-B5E0-A61B-3587-A6B2C20A87B2}"/>
                    </a:ext>
                  </a:extLst>
                </p:cNvPr>
                <p:cNvSpPr/>
                <p:nvPr/>
              </p:nvSpPr>
              <p:spPr>
                <a:xfrm>
                  <a:off x="3530555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3" name="pg3052">
                  <a:extLst>
                    <a:ext uri="{FF2B5EF4-FFF2-40B4-BE49-F238E27FC236}">
                      <a16:creationId xmlns:a16="http://schemas.microsoft.com/office/drawing/2014/main" id="{2494A216-B09B-B24E-25B8-8E6D9DEB5B89}"/>
                    </a:ext>
                  </a:extLst>
                </p:cNvPr>
                <p:cNvSpPr/>
                <p:nvPr/>
              </p:nvSpPr>
              <p:spPr>
                <a:xfrm>
                  <a:off x="3542193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4" name="pg3053">
                  <a:extLst>
                    <a:ext uri="{FF2B5EF4-FFF2-40B4-BE49-F238E27FC236}">
                      <a16:creationId xmlns:a16="http://schemas.microsoft.com/office/drawing/2014/main" id="{4BC121C2-D1E5-B00C-50DC-AC92532AD8BB}"/>
                    </a:ext>
                  </a:extLst>
                </p:cNvPr>
                <p:cNvSpPr/>
                <p:nvPr/>
              </p:nvSpPr>
              <p:spPr>
                <a:xfrm>
                  <a:off x="3553830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5" name="pg3054">
                  <a:extLst>
                    <a:ext uri="{FF2B5EF4-FFF2-40B4-BE49-F238E27FC236}">
                      <a16:creationId xmlns:a16="http://schemas.microsoft.com/office/drawing/2014/main" id="{72C97488-FC35-E4E7-5D74-9EABA2548B93}"/>
                    </a:ext>
                  </a:extLst>
                </p:cNvPr>
                <p:cNvSpPr/>
                <p:nvPr/>
              </p:nvSpPr>
              <p:spPr>
                <a:xfrm>
                  <a:off x="3565467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6" name="pg3055">
                  <a:extLst>
                    <a:ext uri="{FF2B5EF4-FFF2-40B4-BE49-F238E27FC236}">
                      <a16:creationId xmlns:a16="http://schemas.microsoft.com/office/drawing/2014/main" id="{3163AEC4-D7A8-30C3-4BDF-0B3CC3BF12E6}"/>
                    </a:ext>
                  </a:extLst>
                </p:cNvPr>
                <p:cNvSpPr/>
                <p:nvPr/>
              </p:nvSpPr>
              <p:spPr>
                <a:xfrm>
                  <a:off x="3577105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7" name="pg3056">
                  <a:extLst>
                    <a:ext uri="{FF2B5EF4-FFF2-40B4-BE49-F238E27FC236}">
                      <a16:creationId xmlns:a16="http://schemas.microsoft.com/office/drawing/2014/main" id="{4083D95B-BA14-FACE-FA80-391AAB461F10}"/>
                    </a:ext>
                  </a:extLst>
                </p:cNvPr>
                <p:cNvSpPr/>
                <p:nvPr/>
              </p:nvSpPr>
              <p:spPr>
                <a:xfrm>
                  <a:off x="3588742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8" name="pg3057">
                  <a:extLst>
                    <a:ext uri="{FF2B5EF4-FFF2-40B4-BE49-F238E27FC236}">
                      <a16:creationId xmlns:a16="http://schemas.microsoft.com/office/drawing/2014/main" id="{06AF3572-07EE-ADD7-EEE9-7502A9F75C70}"/>
                    </a:ext>
                  </a:extLst>
                </p:cNvPr>
                <p:cNvSpPr/>
                <p:nvPr/>
              </p:nvSpPr>
              <p:spPr>
                <a:xfrm>
                  <a:off x="3600379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59" name="pg3058">
                  <a:extLst>
                    <a:ext uri="{FF2B5EF4-FFF2-40B4-BE49-F238E27FC236}">
                      <a16:creationId xmlns:a16="http://schemas.microsoft.com/office/drawing/2014/main" id="{F0C23973-CF5F-13B7-0BF0-7C5F405B1D97}"/>
                    </a:ext>
                  </a:extLst>
                </p:cNvPr>
                <p:cNvSpPr/>
                <p:nvPr/>
              </p:nvSpPr>
              <p:spPr>
                <a:xfrm>
                  <a:off x="3612016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0" name="pg3059">
                  <a:extLst>
                    <a:ext uri="{FF2B5EF4-FFF2-40B4-BE49-F238E27FC236}">
                      <a16:creationId xmlns:a16="http://schemas.microsoft.com/office/drawing/2014/main" id="{0AB0A523-19DF-6B97-E9DF-EF2580A6C428}"/>
                    </a:ext>
                  </a:extLst>
                </p:cNvPr>
                <p:cNvSpPr/>
                <p:nvPr/>
              </p:nvSpPr>
              <p:spPr>
                <a:xfrm>
                  <a:off x="3623654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1" name="pg3060">
                  <a:extLst>
                    <a:ext uri="{FF2B5EF4-FFF2-40B4-BE49-F238E27FC236}">
                      <a16:creationId xmlns:a16="http://schemas.microsoft.com/office/drawing/2014/main" id="{21173B6A-0826-2115-DB10-CEE3F5A123AA}"/>
                    </a:ext>
                  </a:extLst>
                </p:cNvPr>
                <p:cNvSpPr/>
                <p:nvPr/>
              </p:nvSpPr>
              <p:spPr>
                <a:xfrm>
                  <a:off x="3635291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2" name="pg3061">
                  <a:extLst>
                    <a:ext uri="{FF2B5EF4-FFF2-40B4-BE49-F238E27FC236}">
                      <a16:creationId xmlns:a16="http://schemas.microsoft.com/office/drawing/2014/main" id="{CE23CB7A-EAB2-42AE-C492-4234F15519D0}"/>
                    </a:ext>
                  </a:extLst>
                </p:cNvPr>
                <p:cNvSpPr/>
                <p:nvPr/>
              </p:nvSpPr>
              <p:spPr>
                <a:xfrm>
                  <a:off x="3646928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3" name="pg3062">
                  <a:extLst>
                    <a:ext uri="{FF2B5EF4-FFF2-40B4-BE49-F238E27FC236}">
                      <a16:creationId xmlns:a16="http://schemas.microsoft.com/office/drawing/2014/main" id="{67E91355-B21C-6981-9B0E-9E3CA212F1BA}"/>
                    </a:ext>
                  </a:extLst>
                </p:cNvPr>
                <p:cNvSpPr/>
                <p:nvPr/>
              </p:nvSpPr>
              <p:spPr>
                <a:xfrm>
                  <a:off x="3658566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4" name="pg3063">
                  <a:extLst>
                    <a:ext uri="{FF2B5EF4-FFF2-40B4-BE49-F238E27FC236}">
                      <a16:creationId xmlns:a16="http://schemas.microsoft.com/office/drawing/2014/main" id="{761ECF57-9056-E2EC-F40C-E330EF8F0534}"/>
                    </a:ext>
                  </a:extLst>
                </p:cNvPr>
                <p:cNvSpPr/>
                <p:nvPr/>
              </p:nvSpPr>
              <p:spPr>
                <a:xfrm>
                  <a:off x="3670203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5" name="pg3064">
                  <a:extLst>
                    <a:ext uri="{FF2B5EF4-FFF2-40B4-BE49-F238E27FC236}">
                      <a16:creationId xmlns:a16="http://schemas.microsoft.com/office/drawing/2014/main" id="{EB530E10-4BED-603D-7C55-ACF829431BB1}"/>
                    </a:ext>
                  </a:extLst>
                </p:cNvPr>
                <p:cNvSpPr/>
                <p:nvPr/>
              </p:nvSpPr>
              <p:spPr>
                <a:xfrm>
                  <a:off x="3681840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6" name="pg3065">
                  <a:extLst>
                    <a:ext uri="{FF2B5EF4-FFF2-40B4-BE49-F238E27FC236}">
                      <a16:creationId xmlns:a16="http://schemas.microsoft.com/office/drawing/2014/main" id="{81A81254-CF17-FBA1-5CED-03BDF2EA7DFE}"/>
                    </a:ext>
                  </a:extLst>
                </p:cNvPr>
                <p:cNvSpPr/>
                <p:nvPr/>
              </p:nvSpPr>
              <p:spPr>
                <a:xfrm>
                  <a:off x="3693478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7" name="pg3066">
                  <a:extLst>
                    <a:ext uri="{FF2B5EF4-FFF2-40B4-BE49-F238E27FC236}">
                      <a16:creationId xmlns:a16="http://schemas.microsoft.com/office/drawing/2014/main" id="{586DD59A-9753-C0E6-0ADE-D541C657D6E8}"/>
                    </a:ext>
                  </a:extLst>
                </p:cNvPr>
                <p:cNvSpPr/>
                <p:nvPr/>
              </p:nvSpPr>
              <p:spPr>
                <a:xfrm>
                  <a:off x="3705115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8" name="pg3067">
                  <a:extLst>
                    <a:ext uri="{FF2B5EF4-FFF2-40B4-BE49-F238E27FC236}">
                      <a16:creationId xmlns:a16="http://schemas.microsoft.com/office/drawing/2014/main" id="{5B8FD629-E450-C29F-27CD-22195BDEF582}"/>
                    </a:ext>
                  </a:extLst>
                </p:cNvPr>
                <p:cNvSpPr/>
                <p:nvPr/>
              </p:nvSpPr>
              <p:spPr>
                <a:xfrm>
                  <a:off x="3716752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69" name="pg3068">
                  <a:extLst>
                    <a:ext uri="{FF2B5EF4-FFF2-40B4-BE49-F238E27FC236}">
                      <a16:creationId xmlns:a16="http://schemas.microsoft.com/office/drawing/2014/main" id="{E34089CD-D8DF-6760-D7CC-DB045B830800}"/>
                    </a:ext>
                  </a:extLst>
                </p:cNvPr>
                <p:cNvSpPr/>
                <p:nvPr/>
              </p:nvSpPr>
              <p:spPr>
                <a:xfrm>
                  <a:off x="3728390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0" name="pg3069">
                  <a:extLst>
                    <a:ext uri="{FF2B5EF4-FFF2-40B4-BE49-F238E27FC236}">
                      <a16:creationId xmlns:a16="http://schemas.microsoft.com/office/drawing/2014/main" id="{9944C027-2A7A-D261-1098-B45B75B63338}"/>
                    </a:ext>
                  </a:extLst>
                </p:cNvPr>
                <p:cNvSpPr/>
                <p:nvPr/>
              </p:nvSpPr>
              <p:spPr>
                <a:xfrm>
                  <a:off x="3740027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1" name="pg3070">
                  <a:extLst>
                    <a:ext uri="{FF2B5EF4-FFF2-40B4-BE49-F238E27FC236}">
                      <a16:creationId xmlns:a16="http://schemas.microsoft.com/office/drawing/2014/main" id="{B82BC337-70AF-3BB1-F349-4A36D8B4EC1E}"/>
                    </a:ext>
                  </a:extLst>
                </p:cNvPr>
                <p:cNvSpPr/>
                <p:nvPr/>
              </p:nvSpPr>
              <p:spPr>
                <a:xfrm>
                  <a:off x="3751664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2" name="pg3071">
                  <a:extLst>
                    <a:ext uri="{FF2B5EF4-FFF2-40B4-BE49-F238E27FC236}">
                      <a16:creationId xmlns:a16="http://schemas.microsoft.com/office/drawing/2014/main" id="{AA304867-8B30-D132-7951-8ED9BB7E000D}"/>
                    </a:ext>
                  </a:extLst>
                </p:cNvPr>
                <p:cNvSpPr/>
                <p:nvPr/>
              </p:nvSpPr>
              <p:spPr>
                <a:xfrm>
                  <a:off x="3763302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3" name="pg3072">
                  <a:extLst>
                    <a:ext uri="{FF2B5EF4-FFF2-40B4-BE49-F238E27FC236}">
                      <a16:creationId xmlns:a16="http://schemas.microsoft.com/office/drawing/2014/main" id="{BF5431A9-27CD-50D7-50BF-3F7169BF20D8}"/>
                    </a:ext>
                  </a:extLst>
                </p:cNvPr>
                <p:cNvSpPr/>
                <p:nvPr/>
              </p:nvSpPr>
              <p:spPr>
                <a:xfrm>
                  <a:off x="3774939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4" name="pg3073">
                  <a:extLst>
                    <a:ext uri="{FF2B5EF4-FFF2-40B4-BE49-F238E27FC236}">
                      <a16:creationId xmlns:a16="http://schemas.microsoft.com/office/drawing/2014/main" id="{9732D715-4636-B8A6-1CBB-59F36E924AEB}"/>
                    </a:ext>
                  </a:extLst>
                </p:cNvPr>
                <p:cNvSpPr/>
                <p:nvPr/>
              </p:nvSpPr>
              <p:spPr>
                <a:xfrm>
                  <a:off x="3786576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5" name="pg3074">
                  <a:extLst>
                    <a:ext uri="{FF2B5EF4-FFF2-40B4-BE49-F238E27FC236}">
                      <a16:creationId xmlns:a16="http://schemas.microsoft.com/office/drawing/2014/main" id="{750A891B-730B-410B-9003-AD53C8A755E1}"/>
                    </a:ext>
                  </a:extLst>
                </p:cNvPr>
                <p:cNvSpPr/>
                <p:nvPr/>
              </p:nvSpPr>
              <p:spPr>
                <a:xfrm>
                  <a:off x="4380080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6" name="pg3075">
                  <a:extLst>
                    <a:ext uri="{FF2B5EF4-FFF2-40B4-BE49-F238E27FC236}">
                      <a16:creationId xmlns:a16="http://schemas.microsoft.com/office/drawing/2014/main" id="{DE2C2601-B848-67EE-1742-5963F9842E8F}"/>
                    </a:ext>
                  </a:extLst>
                </p:cNvPr>
                <p:cNvSpPr/>
                <p:nvPr/>
              </p:nvSpPr>
              <p:spPr>
                <a:xfrm>
                  <a:off x="4391718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7" name="pg3076">
                  <a:extLst>
                    <a:ext uri="{FF2B5EF4-FFF2-40B4-BE49-F238E27FC236}">
                      <a16:creationId xmlns:a16="http://schemas.microsoft.com/office/drawing/2014/main" id="{F6809690-5309-3055-9B44-74CE55BAFD2F}"/>
                    </a:ext>
                  </a:extLst>
                </p:cNvPr>
                <p:cNvSpPr/>
                <p:nvPr/>
              </p:nvSpPr>
              <p:spPr>
                <a:xfrm>
                  <a:off x="4403355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8" name="pg3077">
                  <a:extLst>
                    <a:ext uri="{FF2B5EF4-FFF2-40B4-BE49-F238E27FC236}">
                      <a16:creationId xmlns:a16="http://schemas.microsoft.com/office/drawing/2014/main" id="{B0630B22-F491-DFB0-5F1E-7CAC82A53FDA}"/>
                    </a:ext>
                  </a:extLst>
                </p:cNvPr>
                <p:cNvSpPr/>
                <p:nvPr/>
              </p:nvSpPr>
              <p:spPr>
                <a:xfrm>
                  <a:off x="4414992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79" name="pg3078">
                  <a:extLst>
                    <a:ext uri="{FF2B5EF4-FFF2-40B4-BE49-F238E27FC236}">
                      <a16:creationId xmlns:a16="http://schemas.microsoft.com/office/drawing/2014/main" id="{9093E584-E983-4344-54FF-134BF00594F9}"/>
                    </a:ext>
                  </a:extLst>
                </p:cNvPr>
                <p:cNvSpPr/>
                <p:nvPr/>
              </p:nvSpPr>
              <p:spPr>
                <a:xfrm>
                  <a:off x="4426630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0" name="pg3079">
                  <a:extLst>
                    <a:ext uri="{FF2B5EF4-FFF2-40B4-BE49-F238E27FC236}">
                      <a16:creationId xmlns:a16="http://schemas.microsoft.com/office/drawing/2014/main" id="{3EFB9EDC-6222-04AA-584A-7C60DD7E7E5C}"/>
                    </a:ext>
                  </a:extLst>
                </p:cNvPr>
                <p:cNvSpPr/>
                <p:nvPr/>
              </p:nvSpPr>
              <p:spPr>
                <a:xfrm>
                  <a:off x="4438267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1" name="pg3080">
                  <a:extLst>
                    <a:ext uri="{FF2B5EF4-FFF2-40B4-BE49-F238E27FC236}">
                      <a16:creationId xmlns:a16="http://schemas.microsoft.com/office/drawing/2014/main" id="{6E17500F-566F-F53B-1436-43143142A9AC}"/>
                    </a:ext>
                  </a:extLst>
                </p:cNvPr>
                <p:cNvSpPr/>
                <p:nvPr/>
              </p:nvSpPr>
              <p:spPr>
                <a:xfrm>
                  <a:off x="4449904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2" name="pg3081">
                  <a:extLst>
                    <a:ext uri="{FF2B5EF4-FFF2-40B4-BE49-F238E27FC236}">
                      <a16:creationId xmlns:a16="http://schemas.microsoft.com/office/drawing/2014/main" id="{0143825C-D7D1-9777-9F18-B2909062F6DB}"/>
                    </a:ext>
                  </a:extLst>
                </p:cNvPr>
                <p:cNvSpPr/>
                <p:nvPr/>
              </p:nvSpPr>
              <p:spPr>
                <a:xfrm>
                  <a:off x="4601190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3" name="pg3082">
                  <a:extLst>
                    <a:ext uri="{FF2B5EF4-FFF2-40B4-BE49-F238E27FC236}">
                      <a16:creationId xmlns:a16="http://schemas.microsoft.com/office/drawing/2014/main" id="{C8471ADB-DE5B-4329-460A-6E306C8ABEAB}"/>
                    </a:ext>
                  </a:extLst>
                </p:cNvPr>
                <p:cNvSpPr/>
                <p:nvPr/>
              </p:nvSpPr>
              <p:spPr>
                <a:xfrm>
                  <a:off x="4612827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4" name="pg3083">
                  <a:extLst>
                    <a:ext uri="{FF2B5EF4-FFF2-40B4-BE49-F238E27FC236}">
                      <a16:creationId xmlns:a16="http://schemas.microsoft.com/office/drawing/2014/main" id="{9221E0D5-CF5E-2524-9407-2D4041A5B608}"/>
                    </a:ext>
                  </a:extLst>
                </p:cNvPr>
                <p:cNvSpPr/>
                <p:nvPr/>
              </p:nvSpPr>
              <p:spPr>
                <a:xfrm>
                  <a:off x="4624464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5" name="pg3084">
                  <a:extLst>
                    <a:ext uri="{FF2B5EF4-FFF2-40B4-BE49-F238E27FC236}">
                      <a16:creationId xmlns:a16="http://schemas.microsoft.com/office/drawing/2014/main" id="{C29450FB-C7CB-C0A4-0428-D0A350EFF02A}"/>
                    </a:ext>
                  </a:extLst>
                </p:cNvPr>
                <p:cNvSpPr/>
                <p:nvPr/>
              </p:nvSpPr>
              <p:spPr>
                <a:xfrm>
                  <a:off x="4636101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6" name="pg3085">
                  <a:extLst>
                    <a:ext uri="{FF2B5EF4-FFF2-40B4-BE49-F238E27FC236}">
                      <a16:creationId xmlns:a16="http://schemas.microsoft.com/office/drawing/2014/main" id="{57089717-89C8-BD6E-031D-42256EF97434}"/>
                    </a:ext>
                  </a:extLst>
                </p:cNvPr>
                <p:cNvSpPr/>
                <p:nvPr/>
              </p:nvSpPr>
              <p:spPr>
                <a:xfrm>
                  <a:off x="4647739" y="48672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7" name="pg3086">
                  <a:extLst>
                    <a:ext uri="{FF2B5EF4-FFF2-40B4-BE49-F238E27FC236}">
                      <a16:creationId xmlns:a16="http://schemas.microsoft.com/office/drawing/2014/main" id="{08A33CEE-E902-6CFB-99F9-44BD53CC29B6}"/>
                    </a:ext>
                  </a:extLst>
                </p:cNvPr>
                <p:cNvSpPr/>
                <p:nvPr/>
              </p:nvSpPr>
              <p:spPr>
                <a:xfrm>
                  <a:off x="3065062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5AC">
                    <a:alpha val="100000"/>
                  </a:srgbClr>
                </a:solidFill>
                <a:ln w="5420" cap="flat">
                  <a:solidFill>
                    <a:srgbClr val="5B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8" name="pg3087">
                  <a:extLst>
                    <a:ext uri="{FF2B5EF4-FFF2-40B4-BE49-F238E27FC236}">
                      <a16:creationId xmlns:a16="http://schemas.microsoft.com/office/drawing/2014/main" id="{4A37BABF-EB29-79F7-5E07-F42F0F4C9C14}"/>
                    </a:ext>
                  </a:extLst>
                </p:cNvPr>
                <p:cNvSpPr/>
                <p:nvPr/>
              </p:nvSpPr>
              <p:spPr>
                <a:xfrm>
                  <a:off x="3076699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89" name="pg3088">
                  <a:extLst>
                    <a:ext uri="{FF2B5EF4-FFF2-40B4-BE49-F238E27FC236}">
                      <a16:creationId xmlns:a16="http://schemas.microsoft.com/office/drawing/2014/main" id="{7EDCDC71-ABDC-6232-04C6-E823BF8D005C}"/>
                    </a:ext>
                  </a:extLst>
                </p:cNvPr>
                <p:cNvSpPr/>
                <p:nvPr/>
              </p:nvSpPr>
              <p:spPr>
                <a:xfrm>
                  <a:off x="3088337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0" name="pg3089">
                  <a:extLst>
                    <a:ext uri="{FF2B5EF4-FFF2-40B4-BE49-F238E27FC236}">
                      <a16:creationId xmlns:a16="http://schemas.microsoft.com/office/drawing/2014/main" id="{C7EF7664-E2F8-77D6-4254-D778F0C1A767}"/>
                    </a:ext>
                  </a:extLst>
                </p:cNvPr>
                <p:cNvSpPr/>
                <p:nvPr/>
              </p:nvSpPr>
              <p:spPr>
                <a:xfrm>
                  <a:off x="3099974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1" name="pg3090">
                  <a:extLst>
                    <a:ext uri="{FF2B5EF4-FFF2-40B4-BE49-F238E27FC236}">
                      <a16:creationId xmlns:a16="http://schemas.microsoft.com/office/drawing/2014/main" id="{A4B7424A-D784-195A-E175-9C8B0D0E3F57}"/>
                    </a:ext>
                  </a:extLst>
                </p:cNvPr>
                <p:cNvSpPr/>
                <p:nvPr/>
              </p:nvSpPr>
              <p:spPr>
                <a:xfrm>
                  <a:off x="3111611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2" name="pg3091">
                  <a:extLst>
                    <a:ext uri="{FF2B5EF4-FFF2-40B4-BE49-F238E27FC236}">
                      <a16:creationId xmlns:a16="http://schemas.microsoft.com/office/drawing/2014/main" id="{B374A6B7-3512-2F0A-49C2-18F189692996}"/>
                    </a:ext>
                  </a:extLst>
                </p:cNvPr>
                <p:cNvSpPr/>
                <p:nvPr/>
              </p:nvSpPr>
              <p:spPr>
                <a:xfrm>
                  <a:off x="3123249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3" name="pg3092">
                  <a:extLst>
                    <a:ext uri="{FF2B5EF4-FFF2-40B4-BE49-F238E27FC236}">
                      <a16:creationId xmlns:a16="http://schemas.microsoft.com/office/drawing/2014/main" id="{3D4A6096-D2C7-8EDD-9C7A-99BB90A2CADF}"/>
                    </a:ext>
                  </a:extLst>
                </p:cNvPr>
                <p:cNvSpPr/>
                <p:nvPr/>
              </p:nvSpPr>
              <p:spPr>
                <a:xfrm>
                  <a:off x="3134886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4" name="pg3093">
                  <a:extLst>
                    <a:ext uri="{FF2B5EF4-FFF2-40B4-BE49-F238E27FC236}">
                      <a16:creationId xmlns:a16="http://schemas.microsoft.com/office/drawing/2014/main" id="{E7BEE62C-BF9F-B48F-8716-4E7D2483177D}"/>
                    </a:ext>
                  </a:extLst>
                </p:cNvPr>
                <p:cNvSpPr/>
                <p:nvPr/>
              </p:nvSpPr>
              <p:spPr>
                <a:xfrm>
                  <a:off x="3542193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5" name="pg3094">
                  <a:extLst>
                    <a:ext uri="{FF2B5EF4-FFF2-40B4-BE49-F238E27FC236}">
                      <a16:creationId xmlns:a16="http://schemas.microsoft.com/office/drawing/2014/main" id="{F9DC54DC-DC5C-D1AB-FC34-D0A29ABFF1E1}"/>
                    </a:ext>
                  </a:extLst>
                </p:cNvPr>
                <p:cNvSpPr/>
                <p:nvPr/>
              </p:nvSpPr>
              <p:spPr>
                <a:xfrm>
                  <a:off x="3553830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6" name="pg3095">
                  <a:extLst>
                    <a:ext uri="{FF2B5EF4-FFF2-40B4-BE49-F238E27FC236}">
                      <a16:creationId xmlns:a16="http://schemas.microsoft.com/office/drawing/2014/main" id="{88C5BB08-9547-8890-EF3A-A3D8936885B4}"/>
                    </a:ext>
                  </a:extLst>
                </p:cNvPr>
                <p:cNvSpPr/>
                <p:nvPr/>
              </p:nvSpPr>
              <p:spPr>
                <a:xfrm>
                  <a:off x="3565467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7" name="pg3096">
                  <a:extLst>
                    <a:ext uri="{FF2B5EF4-FFF2-40B4-BE49-F238E27FC236}">
                      <a16:creationId xmlns:a16="http://schemas.microsoft.com/office/drawing/2014/main" id="{257F9052-D798-AFB4-52A2-05AEE1A0B0F6}"/>
                    </a:ext>
                  </a:extLst>
                </p:cNvPr>
                <p:cNvSpPr/>
                <p:nvPr/>
              </p:nvSpPr>
              <p:spPr>
                <a:xfrm>
                  <a:off x="3577105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8" name="pg3097">
                  <a:extLst>
                    <a:ext uri="{FF2B5EF4-FFF2-40B4-BE49-F238E27FC236}">
                      <a16:creationId xmlns:a16="http://schemas.microsoft.com/office/drawing/2014/main" id="{1A1639B5-FEA5-B67C-1B9D-32663BBF5D2F}"/>
                    </a:ext>
                  </a:extLst>
                </p:cNvPr>
                <p:cNvSpPr/>
                <p:nvPr/>
              </p:nvSpPr>
              <p:spPr>
                <a:xfrm>
                  <a:off x="3588742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499" name="pg3098">
                  <a:extLst>
                    <a:ext uri="{FF2B5EF4-FFF2-40B4-BE49-F238E27FC236}">
                      <a16:creationId xmlns:a16="http://schemas.microsoft.com/office/drawing/2014/main" id="{43166148-1F94-E269-B559-06059DCFCE0B}"/>
                    </a:ext>
                  </a:extLst>
                </p:cNvPr>
                <p:cNvSpPr/>
                <p:nvPr/>
              </p:nvSpPr>
              <p:spPr>
                <a:xfrm>
                  <a:off x="3600379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0" name="pg3099">
                  <a:extLst>
                    <a:ext uri="{FF2B5EF4-FFF2-40B4-BE49-F238E27FC236}">
                      <a16:creationId xmlns:a16="http://schemas.microsoft.com/office/drawing/2014/main" id="{8F3C4538-EE87-EC72-9A7F-D8DFDBDD79AF}"/>
                    </a:ext>
                  </a:extLst>
                </p:cNvPr>
                <p:cNvSpPr/>
                <p:nvPr/>
              </p:nvSpPr>
              <p:spPr>
                <a:xfrm>
                  <a:off x="3612016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1" name="pg3100">
                  <a:extLst>
                    <a:ext uri="{FF2B5EF4-FFF2-40B4-BE49-F238E27FC236}">
                      <a16:creationId xmlns:a16="http://schemas.microsoft.com/office/drawing/2014/main" id="{47D6DB59-55E7-2C3C-CEC5-E604A9BC357B}"/>
                    </a:ext>
                  </a:extLst>
                </p:cNvPr>
                <p:cNvSpPr/>
                <p:nvPr/>
              </p:nvSpPr>
              <p:spPr>
                <a:xfrm>
                  <a:off x="3623654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2" name="pg3101">
                  <a:extLst>
                    <a:ext uri="{FF2B5EF4-FFF2-40B4-BE49-F238E27FC236}">
                      <a16:creationId xmlns:a16="http://schemas.microsoft.com/office/drawing/2014/main" id="{339E93E7-A907-1F0A-794A-E33B74B48592}"/>
                    </a:ext>
                  </a:extLst>
                </p:cNvPr>
                <p:cNvSpPr/>
                <p:nvPr/>
              </p:nvSpPr>
              <p:spPr>
                <a:xfrm>
                  <a:off x="3635291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3" name="pg3102">
                  <a:extLst>
                    <a:ext uri="{FF2B5EF4-FFF2-40B4-BE49-F238E27FC236}">
                      <a16:creationId xmlns:a16="http://schemas.microsoft.com/office/drawing/2014/main" id="{8996EC01-D28C-008B-6FE7-7E458DFD3C97}"/>
                    </a:ext>
                  </a:extLst>
                </p:cNvPr>
                <p:cNvSpPr/>
                <p:nvPr/>
              </p:nvSpPr>
              <p:spPr>
                <a:xfrm>
                  <a:off x="3646928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4" name="pg3103">
                  <a:extLst>
                    <a:ext uri="{FF2B5EF4-FFF2-40B4-BE49-F238E27FC236}">
                      <a16:creationId xmlns:a16="http://schemas.microsoft.com/office/drawing/2014/main" id="{4883F9DC-1759-769F-09EF-085D9343F27F}"/>
                    </a:ext>
                  </a:extLst>
                </p:cNvPr>
                <p:cNvSpPr/>
                <p:nvPr/>
              </p:nvSpPr>
              <p:spPr>
                <a:xfrm>
                  <a:off x="3658566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5" name="pg3104">
                  <a:extLst>
                    <a:ext uri="{FF2B5EF4-FFF2-40B4-BE49-F238E27FC236}">
                      <a16:creationId xmlns:a16="http://schemas.microsoft.com/office/drawing/2014/main" id="{5E2E7878-D404-26CC-B808-5306E36694D6}"/>
                    </a:ext>
                  </a:extLst>
                </p:cNvPr>
                <p:cNvSpPr/>
                <p:nvPr/>
              </p:nvSpPr>
              <p:spPr>
                <a:xfrm>
                  <a:off x="3670203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6" name="pg3105">
                  <a:extLst>
                    <a:ext uri="{FF2B5EF4-FFF2-40B4-BE49-F238E27FC236}">
                      <a16:creationId xmlns:a16="http://schemas.microsoft.com/office/drawing/2014/main" id="{275728B1-4A4A-F61F-2C6E-BD9FC90267A8}"/>
                    </a:ext>
                  </a:extLst>
                </p:cNvPr>
                <p:cNvSpPr/>
                <p:nvPr/>
              </p:nvSpPr>
              <p:spPr>
                <a:xfrm>
                  <a:off x="3705115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7" name="pg3106">
                  <a:extLst>
                    <a:ext uri="{FF2B5EF4-FFF2-40B4-BE49-F238E27FC236}">
                      <a16:creationId xmlns:a16="http://schemas.microsoft.com/office/drawing/2014/main" id="{3F3E5F31-4EA4-E3BA-42A5-A999C6323DE4}"/>
                    </a:ext>
                  </a:extLst>
                </p:cNvPr>
                <p:cNvSpPr/>
                <p:nvPr/>
              </p:nvSpPr>
              <p:spPr>
                <a:xfrm>
                  <a:off x="3716752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8" name="pg3107">
                  <a:extLst>
                    <a:ext uri="{FF2B5EF4-FFF2-40B4-BE49-F238E27FC236}">
                      <a16:creationId xmlns:a16="http://schemas.microsoft.com/office/drawing/2014/main" id="{E540879A-8CBF-EAF1-755A-2850CA4F975C}"/>
                    </a:ext>
                  </a:extLst>
                </p:cNvPr>
                <p:cNvSpPr/>
                <p:nvPr/>
              </p:nvSpPr>
              <p:spPr>
                <a:xfrm>
                  <a:off x="3728390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09" name="pg3108">
                  <a:extLst>
                    <a:ext uri="{FF2B5EF4-FFF2-40B4-BE49-F238E27FC236}">
                      <a16:creationId xmlns:a16="http://schemas.microsoft.com/office/drawing/2014/main" id="{496AD2E2-EA54-90F0-00BF-528C3CD840B1}"/>
                    </a:ext>
                  </a:extLst>
                </p:cNvPr>
                <p:cNvSpPr/>
                <p:nvPr/>
              </p:nvSpPr>
              <p:spPr>
                <a:xfrm>
                  <a:off x="3740027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0" name="pg3109">
                  <a:extLst>
                    <a:ext uri="{FF2B5EF4-FFF2-40B4-BE49-F238E27FC236}">
                      <a16:creationId xmlns:a16="http://schemas.microsoft.com/office/drawing/2014/main" id="{C0E20DA6-2719-4005-305D-990BE3D05CC5}"/>
                    </a:ext>
                  </a:extLst>
                </p:cNvPr>
                <p:cNvSpPr/>
                <p:nvPr/>
              </p:nvSpPr>
              <p:spPr>
                <a:xfrm>
                  <a:off x="3751664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1" name="pg3110">
                  <a:extLst>
                    <a:ext uri="{FF2B5EF4-FFF2-40B4-BE49-F238E27FC236}">
                      <a16:creationId xmlns:a16="http://schemas.microsoft.com/office/drawing/2014/main" id="{6649C650-5475-055E-2E6E-8E9E2F052E37}"/>
                    </a:ext>
                  </a:extLst>
                </p:cNvPr>
                <p:cNvSpPr/>
                <p:nvPr/>
              </p:nvSpPr>
              <p:spPr>
                <a:xfrm>
                  <a:off x="3763302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2" name="pg3111">
                  <a:extLst>
                    <a:ext uri="{FF2B5EF4-FFF2-40B4-BE49-F238E27FC236}">
                      <a16:creationId xmlns:a16="http://schemas.microsoft.com/office/drawing/2014/main" id="{1489A7EB-B23F-2C20-E72D-578A82DF1592}"/>
                    </a:ext>
                  </a:extLst>
                </p:cNvPr>
                <p:cNvSpPr/>
                <p:nvPr/>
              </p:nvSpPr>
              <p:spPr>
                <a:xfrm>
                  <a:off x="3774939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3" name="pg3112">
                  <a:extLst>
                    <a:ext uri="{FF2B5EF4-FFF2-40B4-BE49-F238E27FC236}">
                      <a16:creationId xmlns:a16="http://schemas.microsoft.com/office/drawing/2014/main" id="{DC0995ED-93BE-565B-7004-9811DDB40F74}"/>
                    </a:ext>
                  </a:extLst>
                </p:cNvPr>
                <p:cNvSpPr/>
                <p:nvPr/>
              </p:nvSpPr>
              <p:spPr>
                <a:xfrm>
                  <a:off x="3786576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4" name="pg3113">
                  <a:extLst>
                    <a:ext uri="{FF2B5EF4-FFF2-40B4-BE49-F238E27FC236}">
                      <a16:creationId xmlns:a16="http://schemas.microsoft.com/office/drawing/2014/main" id="{601C479E-5D35-1AF6-4FC5-520529B70429}"/>
                    </a:ext>
                  </a:extLst>
                </p:cNvPr>
                <p:cNvSpPr/>
                <p:nvPr/>
              </p:nvSpPr>
              <p:spPr>
                <a:xfrm>
                  <a:off x="4403355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5" name="pg3114">
                  <a:extLst>
                    <a:ext uri="{FF2B5EF4-FFF2-40B4-BE49-F238E27FC236}">
                      <a16:creationId xmlns:a16="http://schemas.microsoft.com/office/drawing/2014/main" id="{B7BB7A1A-B584-EFBF-F989-A0954F74AD5F}"/>
                    </a:ext>
                  </a:extLst>
                </p:cNvPr>
                <p:cNvSpPr/>
                <p:nvPr/>
              </p:nvSpPr>
              <p:spPr>
                <a:xfrm>
                  <a:off x="4414992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6" name="pg3115">
                  <a:extLst>
                    <a:ext uri="{FF2B5EF4-FFF2-40B4-BE49-F238E27FC236}">
                      <a16:creationId xmlns:a16="http://schemas.microsoft.com/office/drawing/2014/main" id="{2C2A1C68-3344-8996-0550-AC9F680174BE}"/>
                    </a:ext>
                  </a:extLst>
                </p:cNvPr>
                <p:cNvSpPr/>
                <p:nvPr/>
              </p:nvSpPr>
              <p:spPr>
                <a:xfrm>
                  <a:off x="4426630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7" name="pg3116">
                  <a:extLst>
                    <a:ext uri="{FF2B5EF4-FFF2-40B4-BE49-F238E27FC236}">
                      <a16:creationId xmlns:a16="http://schemas.microsoft.com/office/drawing/2014/main" id="{2C9D8878-D59E-D619-5016-4360C7D4741F}"/>
                    </a:ext>
                  </a:extLst>
                </p:cNvPr>
                <p:cNvSpPr/>
                <p:nvPr/>
              </p:nvSpPr>
              <p:spPr>
                <a:xfrm>
                  <a:off x="4438267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8" name="pg3117">
                  <a:extLst>
                    <a:ext uri="{FF2B5EF4-FFF2-40B4-BE49-F238E27FC236}">
                      <a16:creationId xmlns:a16="http://schemas.microsoft.com/office/drawing/2014/main" id="{2CC1C107-FD89-9F10-1C30-1B99FA68E456}"/>
                    </a:ext>
                  </a:extLst>
                </p:cNvPr>
                <p:cNvSpPr/>
                <p:nvPr/>
              </p:nvSpPr>
              <p:spPr>
                <a:xfrm>
                  <a:off x="4449904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19" name="pg3118">
                  <a:extLst>
                    <a:ext uri="{FF2B5EF4-FFF2-40B4-BE49-F238E27FC236}">
                      <a16:creationId xmlns:a16="http://schemas.microsoft.com/office/drawing/2014/main" id="{FF763CCC-EA00-C065-7382-A7F5BE2074B6}"/>
                    </a:ext>
                  </a:extLst>
                </p:cNvPr>
                <p:cNvSpPr/>
                <p:nvPr/>
              </p:nvSpPr>
              <p:spPr>
                <a:xfrm>
                  <a:off x="4461542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0" name="pg3119">
                  <a:extLst>
                    <a:ext uri="{FF2B5EF4-FFF2-40B4-BE49-F238E27FC236}">
                      <a16:creationId xmlns:a16="http://schemas.microsoft.com/office/drawing/2014/main" id="{7255EDCC-2FA6-91FB-B87D-D0C098AFE430}"/>
                    </a:ext>
                  </a:extLst>
                </p:cNvPr>
                <p:cNvSpPr/>
                <p:nvPr/>
              </p:nvSpPr>
              <p:spPr>
                <a:xfrm>
                  <a:off x="4601190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1" name="pg3120">
                  <a:extLst>
                    <a:ext uri="{FF2B5EF4-FFF2-40B4-BE49-F238E27FC236}">
                      <a16:creationId xmlns:a16="http://schemas.microsoft.com/office/drawing/2014/main" id="{DD3A592A-C535-0652-AC8E-D5968A18217D}"/>
                    </a:ext>
                  </a:extLst>
                </p:cNvPr>
                <p:cNvSpPr/>
                <p:nvPr/>
              </p:nvSpPr>
              <p:spPr>
                <a:xfrm>
                  <a:off x="4612827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2" name="pg3121">
                  <a:extLst>
                    <a:ext uri="{FF2B5EF4-FFF2-40B4-BE49-F238E27FC236}">
                      <a16:creationId xmlns:a16="http://schemas.microsoft.com/office/drawing/2014/main" id="{9E72BCD3-D86B-85B5-82B4-B8EBA9BEAA5A}"/>
                    </a:ext>
                  </a:extLst>
                </p:cNvPr>
                <p:cNvSpPr/>
                <p:nvPr/>
              </p:nvSpPr>
              <p:spPr>
                <a:xfrm>
                  <a:off x="4624464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3" name="pg3122">
                  <a:extLst>
                    <a:ext uri="{FF2B5EF4-FFF2-40B4-BE49-F238E27FC236}">
                      <a16:creationId xmlns:a16="http://schemas.microsoft.com/office/drawing/2014/main" id="{4226488B-8FAB-CB3D-57F2-4377DBBF3787}"/>
                    </a:ext>
                  </a:extLst>
                </p:cNvPr>
                <p:cNvSpPr/>
                <p:nvPr/>
              </p:nvSpPr>
              <p:spPr>
                <a:xfrm>
                  <a:off x="4636101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4" name="pg3123">
                  <a:extLst>
                    <a:ext uri="{FF2B5EF4-FFF2-40B4-BE49-F238E27FC236}">
                      <a16:creationId xmlns:a16="http://schemas.microsoft.com/office/drawing/2014/main" id="{875A690F-54A9-60E4-A88E-5EC8CB18392E}"/>
                    </a:ext>
                  </a:extLst>
                </p:cNvPr>
                <p:cNvSpPr/>
                <p:nvPr/>
              </p:nvSpPr>
              <p:spPr>
                <a:xfrm>
                  <a:off x="4647739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5" name="pg3124">
                  <a:extLst>
                    <a:ext uri="{FF2B5EF4-FFF2-40B4-BE49-F238E27FC236}">
                      <a16:creationId xmlns:a16="http://schemas.microsoft.com/office/drawing/2014/main" id="{306A4E74-B9DC-170F-4467-08169B15C28E}"/>
                    </a:ext>
                  </a:extLst>
                </p:cNvPr>
                <p:cNvSpPr/>
                <p:nvPr/>
              </p:nvSpPr>
              <p:spPr>
                <a:xfrm>
                  <a:off x="4659376" y="488150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6" name="pg3125">
                  <a:extLst>
                    <a:ext uri="{FF2B5EF4-FFF2-40B4-BE49-F238E27FC236}">
                      <a16:creationId xmlns:a16="http://schemas.microsoft.com/office/drawing/2014/main" id="{61CEFBC8-B09C-5FF0-1592-A031698B5C0A}"/>
                    </a:ext>
                  </a:extLst>
                </p:cNvPr>
                <p:cNvSpPr/>
                <p:nvPr/>
              </p:nvSpPr>
              <p:spPr>
                <a:xfrm>
                  <a:off x="2948689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BAB">
                    <a:alpha val="100000"/>
                  </a:srgbClr>
                </a:solidFill>
                <a:ln w="5420" cap="flat">
                  <a:solidFill>
                    <a:srgbClr val="54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7" name="pg3126">
                  <a:extLst>
                    <a:ext uri="{FF2B5EF4-FFF2-40B4-BE49-F238E27FC236}">
                      <a16:creationId xmlns:a16="http://schemas.microsoft.com/office/drawing/2014/main" id="{073D0648-60E8-E352-4E1B-6B17137207EE}"/>
                    </a:ext>
                  </a:extLst>
                </p:cNvPr>
                <p:cNvSpPr/>
                <p:nvPr/>
              </p:nvSpPr>
              <p:spPr>
                <a:xfrm>
                  <a:off x="2960326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8" name="pg3127">
                  <a:extLst>
                    <a:ext uri="{FF2B5EF4-FFF2-40B4-BE49-F238E27FC236}">
                      <a16:creationId xmlns:a16="http://schemas.microsoft.com/office/drawing/2014/main" id="{EBDA8B7F-83E0-64D0-29DA-A0EF254F7E5C}"/>
                    </a:ext>
                  </a:extLst>
                </p:cNvPr>
                <p:cNvSpPr/>
                <p:nvPr/>
              </p:nvSpPr>
              <p:spPr>
                <a:xfrm>
                  <a:off x="2971963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1AC">
                    <a:alpha val="100000"/>
                  </a:srgbClr>
                </a:solidFill>
                <a:ln w="5420" cap="flat">
                  <a:solidFill>
                    <a:srgbClr val="57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29" name="pg3128">
                  <a:extLst>
                    <a:ext uri="{FF2B5EF4-FFF2-40B4-BE49-F238E27FC236}">
                      <a16:creationId xmlns:a16="http://schemas.microsoft.com/office/drawing/2014/main" id="{1538B29F-07AF-4108-54DE-F523A7C4BE0A}"/>
                    </a:ext>
                  </a:extLst>
                </p:cNvPr>
                <p:cNvSpPr/>
                <p:nvPr/>
              </p:nvSpPr>
              <p:spPr>
                <a:xfrm>
                  <a:off x="2983601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0" name="pg3129">
                  <a:extLst>
                    <a:ext uri="{FF2B5EF4-FFF2-40B4-BE49-F238E27FC236}">
                      <a16:creationId xmlns:a16="http://schemas.microsoft.com/office/drawing/2014/main" id="{BC9450FE-E484-229E-862F-4E09495D6E4B}"/>
                    </a:ext>
                  </a:extLst>
                </p:cNvPr>
                <p:cNvSpPr/>
                <p:nvPr/>
              </p:nvSpPr>
              <p:spPr>
                <a:xfrm>
                  <a:off x="2995238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1" name="pg3130">
                  <a:extLst>
                    <a:ext uri="{FF2B5EF4-FFF2-40B4-BE49-F238E27FC236}">
                      <a16:creationId xmlns:a16="http://schemas.microsoft.com/office/drawing/2014/main" id="{4449C662-4D4A-C204-CCAF-D6F665AF8FC5}"/>
                    </a:ext>
                  </a:extLst>
                </p:cNvPr>
                <p:cNvSpPr/>
                <p:nvPr/>
              </p:nvSpPr>
              <p:spPr>
                <a:xfrm>
                  <a:off x="3006875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2" name="pg3131">
                  <a:extLst>
                    <a:ext uri="{FF2B5EF4-FFF2-40B4-BE49-F238E27FC236}">
                      <a16:creationId xmlns:a16="http://schemas.microsoft.com/office/drawing/2014/main" id="{3D64BEE2-60AE-0F09-5F97-831131FE5E57}"/>
                    </a:ext>
                  </a:extLst>
                </p:cNvPr>
                <p:cNvSpPr/>
                <p:nvPr/>
              </p:nvSpPr>
              <p:spPr>
                <a:xfrm>
                  <a:off x="3041787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3" name="pg3132">
                  <a:extLst>
                    <a:ext uri="{FF2B5EF4-FFF2-40B4-BE49-F238E27FC236}">
                      <a16:creationId xmlns:a16="http://schemas.microsoft.com/office/drawing/2014/main" id="{AA2D9F49-4D26-082C-0F6A-B5B2E230C21E}"/>
                    </a:ext>
                  </a:extLst>
                </p:cNvPr>
                <p:cNvSpPr/>
                <p:nvPr/>
              </p:nvSpPr>
              <p:spPr>
                <a:xfrm>
                  <a:off x="3053425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4" name="pg3133">
                  <a:extLst>
                    <a:ext uri="{FF2B5EF4-FFF2-40B4-BE49-F238E27FC236}">
                      <a16:creationId xmlns:a16="http://schemas.microsoft.com/office/drawing/2014/main" id="{C59B09D8-FC97-1729-36DE-EBF4D23B7CE1}"/>
                    </a:ext>
                  </a:extLst>
                </p:cNvPr>
                <p:cNvSpPr/>
                <p:nvPr/>
              </p:nvSpPr>
              <p:spPr>
                <a:xfrm>
                  <a:off x="3065062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5" name="pg3134">
                  <a:extLst>
                    <a:ext uri="{FF2B5EF4-FFF2-40B4-BE49-F238E27FC236}">
                      <a16:creationId xmlns:a16="http://schemas.microsoft.com/office/drawing/2014/main" id="{1AF36B83-3E85-F3C3-7F97-57F8F5921420}"/>
                    </a:ext>
                  </a:extLst>
                </p:cNvPr>
                <p:cNvSpPr/>
                <p:nvPr/>
              </p:nvSpPr>
              <p:spPr>
                <a:xfrm>
                  <a:off x="3076699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6" name="pg3135">
                  <a:extLst>
                    <a:ext uri="{FF2B5EF4-FFF2-40B4-BE49-F238E27FC236}">
                      <a16:creationId xmlns:a16="http://schemas.microsoft.com/office/drawing/2014/main" id="{63B8599E-219A-FB9B-3DE7-FD3CE87ACDC4}"/>
                    </a:ext>
                  </a:extLst>
                </p:cNvPr>
                <p:cNvSpPr/>
                <p:nvPr/>
              </p:nvSpPr>
              <p:spPr>
                <a:xfrm>
                  <a:off x="3088337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7" name="pg3136">
                  <a:extLst>
                    <a:ext uri="{FF2B5EF4-FFF2-40B4-BE49-F238E27FC236}">
                      <a16:creationId xmlns:a16="http://schemas.microsoft.com/office/drawing/2014/main" id="{DB58C459-CBFC-5632-9761-1F5A7B886D23}"/>
                    </a:ext>
                  </a:extLst>
                </p:cNvPr>
                <p:cNvSpPr/>
                <p:nvPr/>
              </p:nvSpPr>
              <p:spPr>
                <a:xfrm>
                  <a:off x="3099974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8" name="pg3137">
                  <a:extLst>
                    <a:ext uri="{FF2B5EF4-FFF2-40B4-BE49-F238E27FC236}">
                      <a16:creationId xmlns:a16="http://schemas.microsoft.com/office/drawing/2014/main" id="{479CE316-6C99-D380-4FF3-AD9DCF5CD6D6}"/>
                    </a:ext>
                  </a:extLst>
                </p:cNvPr>
                <p:cNvSpPr/>
                <p:nvPr/>
              </p:nvSpPr>
              <p:spPr>
                <a:xfrm>
                  <a:off x="3111611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39" name="pg3138">
                  <a:extLst>
                    <a:ext uri="{FF2B5EF4-FFF2-40B4-BE49-F238E27FC236}">
                      <a16:creationId xmlns:a16="http://schemas.microsoft.com/office/drawing/2014/main" id="{09B14B90-DE59-7047-44CE-F2C1B097E7F4}"/>
                    </a:ext>
                  </a:extLst>
                </p:cNvPr>
                <p:cNvSpPr/>
                <p:nvPr/>
              </p:nvSpPr>
              <p:spPr>
                <a:xfrm>
                  <a:off x="3123249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0" name="pg3139">
                  <a:extLst>
                    <a:ext uri="{FF2B5EF4-FFF2-40B4-BE49-F238E27FC236}">
                      <a16:creationId xmlns:a16="http://schemas.microsoft.com/office/drawing/2014/main" id="{567EC763-D21E-7D30-1250-1D4FAC79CC7B}"/>
                    </a:ext>
                  </a:extLst>
                </p:cNvPr>
                <p:cNvSpPr/>
                <p:nvPr/>
              </p:nvSpPr>
              <p:spPr>
                <a:xfrm>
                  <a:off x="3635291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1" name="pg3140">
                  <a:extLst>
                    <a:ext uri="{FF2B5EF4-FFF2-40B4-BE49-F238E27FC236}">
                      <a16:creationId xmlns:a16="http://schemas.microsoft.com/office/drawing/2014/main" id="{C20FCEA1-2917-604A-33F0-01F32437A883}"/>
                    </a:ext>
                  </a:extLst>
                </p:cNvPr>
                <p:cNvSpPr/>
                <p:nvPr/>
              </p:nvSpPr>
              <p:spPr>
                <a:xfrm>
                  <a:off x="3646928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2" name="pg3141">
                  <a:extLst>
                    <a:ext uri="{FF2B5EF4-FFF2-40B4-BE49-F238E27FC236}">
                      <a16:creationId xmlns:a16="http://schemas.microsoft.com/office/drawing/2014/main" id="{DD149B90-6629-E932-FA34-790F19B752E2}"/>
                    </a:ext>
                  </a:extLst>
                </p:cNvPr>
                <p:cNvSpPr/>
                <p:nvPr/>
              </p:nvSpPr>
              <p:spPr>
                <a:xfrm>
                  <a:off x="3716752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3" name="pg3142">
                  <a:extLst>
                    <a:ext uri="{FF2B5EF4-FFF2-40B4-BE49-F238E27FC236}">
                      <a16:creationId xmlns:a16="http://schemas.microsoft.com/office/drawing/2014/main" id="{09EB28A6-9CED-A35A-9BDF-38E675934387}"/>
                    </a:ext>
                  </a:extLst>
                </p:cNvPr>
                <p:cNvSpPr/>
                <p:nvPr/>
              </p:nvSpPr>
              <p:spPr>
                <a:xfrm>
                  <a:off x="3728390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CAC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4" name="pg3143">
                  <a:extLst>
                    <a:ext uri="{FF2B5EF4-FFF2-40B4-BE49-F238E27FC236}">
                      <a16:creationId xmlns:a16="http://schemas.microsoft.com/office/drawing/2014/main" id="{DF4D30FC-2E7B-83CA-65F9-74DD0CA69C0A}"/>
                    </a:ext>
                  </a:extLst>
                </p:cNvPr>
                <p:cNvSpPr/>
                <p:nvPr/>
              </p:nvSpPr>
              <p:spPr>
                <a:xfrm>
                  <a:off x="3740027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5" name="pg3144">
                  <a:extLst>
                    <a:ext uri="{FF2B5EF4-FFF2-40B4-BE49-F238E27FC236}">
                      <a16:creationId xmlns:a16="http://schemas.microsoft.com/office/drawing/2014/main" id="{9FA9A496-3D3C-2797-8F14-24DE0EF76935}"/>
                    </a:ext>
                  </a:extLst>
                </p:cNvPr>
                <p:cNvSpPr/>
                <p:nvPr/>
              </p:nvSpPr>
              <p:spPr>
                <a:xfrm>
                  <a:off x="3751664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6" name="pg3145">
                  <a:extLst>
                    <a:ext uri="{FF2B5EF4-FFF2-40B4-BE49-F238E27FC236}">
                      <a16:creationId xmlns:a16="http://schemas.microsoft.com/office/drawing/2014/main" id="{2DBE28E5-AE1F-ED56-3807-5C8DF95FD16B}"/>
                    </a:ext>
                  </a:extLst>
                </p:cNvPr>
                <p:cNvSpPr/>
                <p:nvPr/>
              </p:nvSpPr>
              <p:spPr>
                <a:xfrm>
                  <a:off x="3763302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7" name="pg3146">
                  <a:extLst>
                    <a:ext uri="{FF2B5EF4-FFF2-40B4-BE49-F238E27FC236}">
                      <a16:creationId xmlns:a16="http://schemas.microsoft.com/office/drawing/2014/main" id="{AC1C8145-AC3A-51FA-A51A-34EA5FFA4DBF}"/>
                    </a:ext>
                  </a:extLst>
                </p:cNvPr>
                <p:cNvSpPr/>
                <p:nvPr/>
              </p:nvSpPr>
              <p:spPr>
                <a:xfrm>
                  <a:off x="3774939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8" name="pg3147">
                  <a:extLst>
                    <a:ext uri="{FF2B5EF4-FFF2-40B4-BE49-F238E27FC236}">
                      <a16:creationId xmlns:a16="http://schemas.microsoft.com/office/drawing/2014/main" id="{A272BDD0-7743-4BD2-6165-B531B67EBE5B}"/>
                    </a:ext>
                  </a:extLst>
                </p:cNvPr>
                <p:cNvSpPr/>
                <p:nvPr/>
              </p:nvSpPr>
              <p:spPr>
                <a:xfrm>
                  <a:off x="4414992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7A9">
                    <a:alpha val="100000"/>
                  </a:srgbClr>
                </a:solidFill>
                <a:ln w="5420" cap="flat">
                  <a:solidFill>
                    <a:srgbClr val="35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49" name="pg3148">
                  <a:extLst>
                    <a:ext uri="{FF2B5EF4-FFF2-40B4-BE49-F238E27FC236}">
                      <a16:creationId xmlns:a16="http://schemas.microsoft.com/office/drawing/2014/main" id="{EF126F61-7EB2-F861-29B9-AEC7BFE65664}"/>
                    </a:ext>
                  </a:extLst>
                </p:cNvPr>
                <p:cNvSpPr/>
                <p:nvPr/>
              </p:nvSpPr>
              <p:spPr>
                <a:xfrm>
                  <a:off x="4426630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0" name="pg3149">
                  <a:extLst>
                    <a:ext uri="{FF2B5EF4-FFF2-40B4-BE49-F238E27FC236}">
                      <a16:creationId xmlns:a16="http://schemas.microsoft.com/office/drawing/2014/main" id="{FB8534DC-3838-8E32-FF9C-3DD0CA821613}"/>
                    </a:ext>
                  </a:extLst>
                </p:cNvPr>
                <p:cNvSpPr/>
                <p:nvPr/>
              </p:nvSpPr>
              <p:spPr>
                <a:xfrm>
                  <a:off x="4438267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1" name="pg3150">
                  <a:extLst>
                    <a:ext uri="{FF2B5EF4-FFF2-40B4-BE49-F238E27FC236}">
                      <a16:creationId xmlns:a16="http://schemas.microsoft.com/office/drawing/2014/main" id="{18F29E9E-884B-5E9D-B90B-15692B92A42E}"/>
                    </a:ext>
                  </a:extLst>
                </p:cNvPr>
                <p:cNvSpPr/>
                <p:nvPr/>
              </p:nvSpPr>
              <p:spPr>
                <a:xfrm>
                  <a:off x="4449904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2" name="pg3151">
                  <a:extLst>
                    <a:ext uri="{FF2B5EF4-FFF2-40B4-BE49-F238E27FC236}">
                      <a16:creationId xmlns:a16="http://schemas.microsoft.com/office/drawing/2014/main" id="{CA2CF1C7-5472-9850-926F-2BAF4E9EEC61}"/>
                    </a:ext>
                  </a:extLst>
                </p:cNvPr>
                <p:cNvSpPr/>
                <p:nvPr/>
              </p:nvSpPr>
              <p:spPr>
                <a:xfrm>
                  <a:off x="4461542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3" name="pg3152">
                  <a:extLst>
                    <a:ext uri="{FF2B5EF4-FFF2-40B4-BE49-F238E27FC236}">
                      <a16:creationId xmlns:a16="http://schemas.microsoft.com/office/drawing/2014/main" id="{B46C9C76-D1CF-B7D2-2693-EEE6B67D5671}"/>
                    </a:ext>
                  </a:extLst>
                </p:cNvPr>
                <p:cNvSpPr/>
                <p:nvPr/>
              </p:nvSpPr>
              <p:spPr>
                <a:xfrm>
                  <a:off x="4612827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4" name="pg3153">
                  <a:extLst>
                    <a:ext uri="{FF2B5EF4-FFF2-40B4-BE49-F238E27FC236}">
                      <a16:creationId xmlns:a16="http://schemas.microsoft.com/office/drawing/2014/main" id="{B40F4B58-F4EC-DEB1-A37D-570BAAEE1B92}"/>
                    </a:ext>
                  </a:extLst>
                </p:cNvPr>
                <p:cNvSpPr/>
                <p:nvPr/>
              </p:nvSpPr>
              <p:spPr>
                <a:xfrm>
                  <a:off x="4624464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5" name="pg3154">
                  <a:extLst>
                    <a:ext uri="{FF2B5EF4-FFF2-40B4-BE49-F238E27FC236}">
                      <a16:creationId xmlns:a16="http://schemas.microsoft.com/office/drawing/2014/main" id="{8EED1675-8F18-935C-7474-28ED455F19E9}"/>
                    </a:ext>
                  </a:extLst>
                </p:cNvPr>
                <p:cNvSpPr/>
                <p:nvPr/>
              </p:nvSpPr>
              <p:spPr>
                <a:xfrm>
                  <a:off x="4636101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6" name="pg3155">
                  <a:extLst>
                    <a:ext uri="{FF2B5EF4-FFF2-40B4-BE49-F238E27FC236}">
                      <a16:creationId xmlns:a16="http://schemas.microsoft.com/office/drawing/2014/main" id="{06276AA2-133E-12EF-3DFF-902E9E78A592}"/>
                    </a:ext>
                  </a:extLst>
                </p:cNvPr>
                <p:cNvSpPr/>
                <p:nvPr/>
              </p:nvSpPr>
              <p:spPr>
                <a:xfrm>
                  <a:off x="4647739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7" name="pg3156">
                  <a:extLst>
                    <a:ext uri="{FF2B5EF4-FFF2-40B4-BE49-F238E27FC236}">
                      <a16:creationId xmlns:a16="http://schemas.microsoft.com/office/drawing/2014/main" id="{9B28923F-CF40-FFAA-D8D9-DCD16F03C3CC}"/>
                    </a:ext>
                  </a:extLst>
                </p:cNvPr>
                <p:cNvSpPr/>
                <p:nvPr/>
              </p:nvSpPr>
              <p:spPr>
                <a:xfrm>
                  <a:off x="4659376" y="48958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8A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8" name="pg3157">
                  <a:extLst>
                    <a:ext uri="{FF2B5EF4-FFF2-40B4-BE49-F238E27FC236}">
                      <a16:creationId xmlns:a16="http://schemas.microsoft.com/office/drawing/2014/main" id="{4AAA1D81-7014-040F-014F-ACD5ABF0495B}"/>
                    </a:ext>
                  </a:extLst>
                </p:cNvPr>
                <p:cNvSpPr/>
                <p:nvPr/>
              </p:nvSpPr>
              <p:spPr>
                <a:xfrm>
                  <a:off x="2937051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0B7AB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59" name="pg3158">
                  <a:extLst>
                    <a:ext uri="{FF2B5EF4-FFF2-40B4-BE49-F238E27FC236}">
                      <a16:creationId xmlns:a16="http://schemas.microsoft.com/office/drawing/2014/main" id="{968EEBD2-F328-C4B2-562A-D29831D2FEEB}"/>
                    </a:ext>
                  </a:extLst>
                </p:cNvPr>
                <p:cNvSpPr/>
                <p:nvPr/>
              </p:nvSpPr>
              <p:spPr>
                <a:xfrm>
                  <a:off x="2948689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0" name="pg3159">
                  <a:extLst>
                    <a:ext uri="{FF2B5EF4-FFF2-40B4-BE49-F238E27FC236}">
                      <a16:creationId xmlns:a16="http://schemas.microsoft.com/office/drawing/2014/main" id="{521E68A1-12C7-46AE-EF85-7578912F2F0A}"/>
                    </a:ext>
                  </a:extLst>
                </p:cNvPr>
                <p:cNvSpPr/>
                <p:nvPr/>
              </p:nvSpPr>
              <p:spPr>
                <a:xfrm>
                  <a:off x="2960326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1" name="pg3160">
                  <a:extLst>
                    <a:ext uri="{FF2B5EF4-FFF2-40B4-BE49-F238E27FC236}">
                      <a16:creationId xmlns:a16="http://schemas.microsoft.com/office/drawing/2014/main" id="{445E2C59-FC5F-869A-36EC-065F17487474}"/>
                    </a:ext>
                  </a:extLst>
                </p:cNvPr>
                <p:cNvSpPr/>
                <p:nvPr/>
              </p:nvSpPr>
              <p:spPr>
                <a:xfrm>
                  <a:off x="2971963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2" name="pg3161">
                  <a:extLst>
                    <a:ext uri="{FF2B5EF4-FFF2-40B4-BE49-F238E27FC236}">
                      <a16:creationId xmlns:a16="http://schemas.microsoft.com/office/drawing/2014/main" id="{2B1E4AAF-A43E-97E5-E41A-42565E39F73D}"/>
                    </a:ext>
                  </a:extLst>
                </p:cNvPr>
                <p:cNvSpPr/>
                <p:nvPr/>
              </p:nvSpPr>
              <p:spPr>
                <a:xfrm>
                  <a:off x="2983601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3" name="pg3162">
                  <a:extLst>
                    <a:ext uri="{FF2B5EF4-FFF2-40B4-BE49-F238E27FC236}">
                      <a16:creationId xmlns:a16="http://schemas.microsoft.com/office/drawing/2014/main" id="{6D8DA152-E656-05F1-A750-BA6CE9CF4490}"/>
                    </a:ext>
                  </a:extLst>
                </p:cNvPr>
                <p:cNvSpPr/>
                <p:nvPr/>
              </p:nvSpPr>
              <p:spPr>
                <a:xfrm>
                  <a:off x="2995238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4" name="pg3163">
                  <a:extLst>
                    <a:ext uri="{FF2B5EF4-FFF2-40B4-BE49-F238E27FC236}">
                      <a16:creationId xmlns:a16="http://schemas.microsoft.com/office/drawing/2014/main" id="{E5D0364F-4708-AB13-82ED-8F50F05BEA42}"/>
                    </a:ext>
                  </a:extLst>
                </p:cNvPr>
                <p:cNvSpPr/>
                <p:nvPr/>
              </p:nvSpPr>
              <p:spPr>
                <a:xfrm>
                  <a:off x="3006875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5" name="pg3164">
                  <a:extLst>
                    <a:ext uri="{FF2B5EF4-FFF2-40B4-BE49-F238E27FC236}">
                      <a16:creationId xmlns:a16="http://schemas.microsoft.com/office/drawing/2014/main" id="{9302DD5B-A11D-8FE0-7E31-4AD64FBF165D}"/>
                    </a:ext>
                  </a:extLst>
                </p:cNvPr>
                <p:cNvSpPr/>
                <p:nvPr/>
              </p:nvSpPr>
              <p:spPr>
                <a:xfrm>
                  <a:off x="3018513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6" name="pg3165">
                  <a:extLst>
                    <a:ext uri="{FF2B5EF4-FFF2-40B4-BE49-F238E27FC236}">
                      <a16:creationId xmlns:a16="http://schemas.microsoft.com/office/drawing/2014/main" id="{FF616601-3203-1074-9192-BC41EE2CD815}"/>
                    </a:ext>
                  </a:extLst>
                </p:cNvPr>
                <p:cNvSpPr/>
                <p:nvPr/>
              </p:nvSpPr>
              <p:spPr>
                <a:xfrm>
                  <a:off x="3030150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7" name="pg3166">
                  <a:extLst>
                    <a:ext uri="{FF2B5EF4-FFF2-40B4-BE49-F238E27FC236}">
                      <a16:creationId xmlns:a16="http://schemas.microsoft.com/office/drawing/2014/main" id="{19A2FA8D-D2D7-D47B-CFE1-77E2A5D719BD}"/>
                    </a:ext>
                  </a:extLst>
                </p:cNvPr>
                <p:cNvSpPr/>
                <p:nvPr/>
              </p:nvSpPr>
              <p:spPr>
                <a:xfrm>
                  <a:off x="3041787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8" name="pg3167">
                  <a:extLst>
                    <a:ext uri="{FF2B5EF4-FFF2-40B4-BE49-F238E27FC236}">
                      <a16:creationId xmlns:a16="http://schemas.microsoft.com/office/drawing/2014/main" id="{ECF0FEE6-E068-E409-44BE-41083C66CDCD}"/>
                    </a:ext>
                  </a:extLst>
                </p:cNvPr>
                <p:cNvSpPr/>
                <p:nvPr/>
              </p:nvSpPr>
              <p:spPr>
                <a:xfrm>
                  <a:off x="3053425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69" name="pg3168">
                  <a:extLst>
                    <a:ext uri="{FF2B5EF4-FFF2-40B4-BE49-F238E27FC236}">
                      <a16:creationId xmlns:a16="http://schemas.microsoft.com/office/drawing/2014/main" id="{4B2ED20A-BB91-E7E2-90F2-81F02CE7ACAF}"/>
                    </a:ext>
                  </a:extLst>
                </p:cNvPr>
                <p:cNvSpPr/>
                <p:nvPr/>
              </p:nvSpPr>
              <p:spPr>
                <a:xfrm>
                  <a:off x="3065062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0" name="pg3169">
                  <a:extLst>
                    <a:ext uri="{FF2B5EF4-FFF2-40B4-BE49-F238E27FC236}">
                      <a16:creationId xmlns:a16="http://schemas.microsoft.com/office/drawing/2014/main" id="{9C483499-4D2F-F989-1AD3-A61E557E0463}"/>
                    </a:ext>
                  </a:extLst>
                </p:cNvPr>
                <p:cNvSpPr/>
                <p:nvPr/>
              </p:nvSpPr>
              <p:spPr>
                <a:xfrm>
                  <a:off x="3076699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1" name="pg3170">
                  <a:extLst>
                    <a:ext uri="{FF2B5EF4-FFF2-40B4-BE49-F238E27FC236}">
                      <a16:creationId xmlns:a16="http://schemas.microsoft.com/office/drawing/2014/main" id="{58B67D2D-FA5B-723E-EAAD-EACFED3DCFEA}"/>
                    </a:ext>
                  </a:extLst>
                </p:cNvPr>
                <p:cNvSpPr/>
                <p:nvPr/>
              </p:nvSpPr>
              <p:spPr>
                <a:xfrm>
                  <a:off x="3088337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2" name="pg3171">
                  <a:extLst>
                    <a:ext uri="{FF2B5EF4-FFF2-40B4-BE49-F238E27FC236}">
                      <a16:creationId xmlns:a16="http://schemas.microsoft.com/office/drawing/2014/main" id="{CAD8D9A1-F634-0EBB-BBBF-8EB07560EB5A}"/>
                    </a:ext>
                  </a:extLst>
                </p:cNvPr>
                <p:cNvSpPr/>
                <p:nvPr/>
              </p:nvSpPr>
              <p:spPr>
                <a:xfrm>
                  <a:off x="3099974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3" name="pg3172">
                  <a:extLst>
                    <a:ext uri="{FF2B5EF4-FFF2-40B4-BE49-F238E27FC236}">
                      <a16:creationId xmlns:a16="http://schemas.microsoft.com/office/drawing/2014/main" id="{C212066D-D91D-09DA-8AD5-9C884B3FACDB}"/>
                    </a:ext>
                  </a:extLst>
                </p:cNvPr>
                <p:cNvSpPr/>
                <p:nvPr/>
              </p:nvSpPr>
              <p:spPr>
                <a:xfrm>
                  <a:off x="3111611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4" name="pg3173">
                  <a:extLst>
                    <a:ext uri="{FF2B5EF4-FFF2-40B4-BE49-F238E27FC236}">
                      <a16:creationId xmlns:a16="http://schemas.microsoft.com/office/drawing/2014/main" id="{588390FF-426D-B268-62D0-C2290C4D80AC}"/>
                    </a:ext>
                  </a:extLst>
                </p:cNvPr>
                <p:cNvSpPr/>
                <p:nvPr/>
              </p:nvSpPr>
              <p:spPr>
                <a:xfrm>
                  <a:off x="3716752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5" name="pg3174">
                  <a:extLst>
                    <a:ext uri="{FF2B5EF4-FFF2-40B4-BE49-F238E27FC236}">
                      <a16:creationId xmlns:a16="http://schemas.microsoft.com/office/drawing/2014/main" id="{5F3074F5-0DD5-1A0E-5A7F-3966E4CDC4AE}"/>
                    </a:ext>
                  </a:extLst>
                </p:cNvPr>
                <p:cNvSpPr/>
                <p:nvPr/>
              </p:nvSpPr>
              <p:spPr>
                <a:xfrm>
                  <a:off x="3728390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6" name="pg3175">
                  <a:extLst>
                    <a:ext uri="{FF2B5EF4-FFF2-40B4-BE49-F238E27FC236}">
                      <a16:creationId xmlns:a16="http://schemas.microsoft.com/office/drawing/2014/main" id="{A0AE3EF3-74B2-7FA6-5DA9-C798D878083C}"/>
                    </a:ext>
                  </a:extLst>
                </p:cNvPr>
                <p:cNvSpPr/>
                <p:nvPr/>
              </p:nvSpPr>
              <p:spPr>
                <a:xfrm>
                  <a:off x="3740027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7" name="pg3176">
                  <a:extLst>
                    <a:ext uri="{FF2B5EF4-FFF2-40B4-BE49-F238E27FC236}">
                      <a16:creationId xmlns:a16="http://schemas.microsoft.com/office/drawing/2014/main" id="{8304B610-152C-2FCB-E61E-D85405328756}"/>
                    </a:ext>
                  </a:extLst>
                </p:cNvPr>
                <p:cNvSpPr/>
                <p:nvPr/>
              </p:nvSpPr>
              <p:spPr>
                <a:xfrm>
                  <a:off x="3751664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8" name="pg3177">
                  <a:extLst>
                    <a:ext uri="{FF2B5EF4-FFF2-40B4-BE49-F238E27FC236}">
                      <a16:creationId xmlns:a16="http://schemas.microsoft.com/office/drawing/2014/main" id="{7793F38F-E8B2-83B9-AD06-FC158EF8577D}"/>
                    </a:ext>
                  </a:extLst>
                </p:cNvPr>
                <p:cNvSpPr/>
                <p:nvPr/>
              </p:nvSpPr>
              <p:spPr>
                <a:xfrm>
                  <a:off x="4414992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79" name="pg3178">
                  <a:extLst>
                    <a:ext uri="{FF2B5EF4-FFF2-40B4-BE49-F238E27FC236}">
                      <a16:creationId xmlns:a16="http://schemas.microsoft.com/office/drawing/2014/main" id="{B2FCC1FA-034E-032F-2862-D5545C602D7B}"/>
                    </a:ext>
                  </a:extLst>
                </p:cNvPr>
                <p:cNvSpPr/>
                <p:nvPr/>
              </p:nvSpPr>
              <p:spPr>
                <a:xfrm>
                  <a:off x="4426630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0" name="pg3179">
                  <a:extLst>
                    <a:ext uri="{FF2B5EF4-FFF2-40B4-BE49-F238E27FC236}">
                      <a16:creationId xmlns:a16="http://schemas.microsoft.com/office/drawing/2014/main" id="{D5FD2E4C-59AC-0555-9BE1-F17CCC409F43}"/>
                    </a:ext>
                  </a:extLst>
                </p:cNvPr>
                <p:cNvSpPr/>
                <p:nvPr/>
              </p:nvSpPr>
              <p:spPr>
                <a:xfrm>
                  <a:off x="4438267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1" name="pg3180">
                  <a:extLst>
                    <a:ext uri="{FF2B5EF4-FFF2-40B4-BE49-F238E27FC236}">
                      <a16:creationId xmlns:a16="http://schemas.microsoft.com/office/drawing/2014/main" id="{8FDA8595-40D9-7D47-9302-301BE6723DF9}"/>
                    </a:ext>
                  </a:extLst>
                </p:cNvPr>
                <p:cNvSpPr/>
                <p:nvPr/>
              </p:nvSpPr>
              <p:spPr>
                <a:xfrm>
                  <a:off x="4449904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2" name="pg3181">
                  <a:extLst>
                    <a:ext uri="{FF2B5EF4-FFF2-40B4-BE49-F238E27FC236}">
                      <a16:creationId xmlns:a16="http://schemas.microsoft.com/office/drawing/2014/main" id="{C09D159F-6873-F374-6D5B-AEBC33DFB11C}"/>
                    </a:ext>
                  </a:extLst>
                </p:cNvPr>
                <p:cNvSpPr/>
                <p:nvPr/>
              </p:nvSpPr>
              <p:spPr>
                <a:xfrm>
                  <a:off x="4461542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3" name="pg3182">
                  <a:extLst>
                    <a:ext uri="{FF2B5EF4-FFF2-40B4-BE49-F238E27FC236}">
                      <a16:creationId xmlns:a16="http://schemas.microsoft.com/office/drawing/2014/main" id="{1F94B31E-3A95-BC05-03C5-963800EA3A2A}"/>
                    </a:ext>
                  </a:extLst>
                </p:cNvPr>
                <p:cNvSpPr/>
                <p:nvPr/>
              </p:nvSpPr>
              <p:spPr>
                <a:xfrm>
                  <a:off x="4612827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4" name="pg3183">
                  <a:extLst>
                    <a:ext uri="{FF2B5EF4-FFF2-40B4-BE49-F238E27FC236}">
                      <a16:creationId xmlns:a16="http://schemas.microsoft.com/office/drawing/2014/main" id="{A2B14A58-3C5E-80E7-789B-7B21A7FBDCDF}"/>
                    </a:ext>
                  </a:extLst>
                </p:cNvPr>
                <p:cNvSpPr/>
                <p:nvPr/>
              </p:nvSpPr>
              <p:spPr>
                <a:xfrm>
                  <a:off x="4624464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5" name="pg3184">
                  <a:extLst>
                    <a:ext uri="{FF2B5EF4-FFF2-40B4-BE49-F238E27FC236}">
                      <a16:creationId xmlns:a16="http://schemas.microsoft.com/office/drawing/2014/main" id="{125549BB-CCC6-E476-4B45-2664DB989BCF}"/>
                    </a:ext>
                  </a:extLst>
                </p:cNvPr>
                <p:cNvSpPr/>
                <p:nvPr/>
              </p:nvSpPr>
              <p:spPr>
                <a:xfrm>
                  <a:off x="4636101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6" name="pg3185">
                  <a:extLst>
                    <a:ext uri="{FF2B5EF4-FFF2-40B4-BE49-F238E27FC236}">
                      <a16:creationId xmlns:a16="http://schemas.microsoft.com/office/drawing/2014/main" id="{661DA1B5-0254-A540-E97E-9E4B5518B675}"/>
                    </a:ext>
                  </a:extLst>
                </p:cNvPr>
                <p:cNvSpPr/>
                <p:nvPr/>
              </p:nvSpPr>
              <p:spPr>
                <a:xfrm>
                  <a:off x="4647739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7" name="pg3186">
                  <a:extLst>
                    <a:ext uri="{FF2B5EF4-FFF2-40B4-BE49-F238E27FC236}">
                      <a16:creationId xmlns:a16="http://schemas.microsoft.com/office/drawing/2014/main" id="{22E9C535-87E0-1E37-CB32-FEB8A31D82F9}"/>
                    </a:ext>
                  </a:extLst>
                </p:cNvPr>
                <p:cNvSpPr/>
                <p:nvPr/>
              </p:nvSpPr>
              <p:spPr>
                <a:xfrm>
                  <a:off x="4659376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8" name="pg3187">
                  <a:extLst>
                    <a:ext uri="{FF2B5EF4-FFF2-40B4-BE49-F238E27FC236}">
                      <a16:creationId xmlns:a16="http://schemas.microsoft.com/office/drawing/2014/main" id="{CC4C0DA9-6AB1-BE81-672C-4ED955015B57}"/>
                    </a:ext>
                  </a:extLst>
                </p:cNvPr>
                <p:cNvSpPr/>
                <p:nvPr/>
              </p:nvSpPr>
              <p:spPr>
                <a:xfrm>
                  <a:off x="4671013" y="491010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89" name="pg3188">
                  <a:extLst>
                    <a:ext uri="{FF2B5EF4-FFF2-40B4-BE49-F238E27FC236}">
                      <a16:creationId xmlns:a16="http://schemas.microsoft.com/office/drawing/2014/main" id="{4810B917-B04B-B254-2349-0B6EC3658681}"/>
                    </a:ext>
                  </a:extLst>
                </p:cNvPr>
                <p:cNvSpPr/>
                <p:nvPr/>
              </p:nvSpPr>
              <p:spPr>
                <a:xfrm>
                  <a:off x="2937051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0" name="pg3189">
                  <a:extLst>
                    <a:ext uri="{FF2B5EF4-FFF2-40B4-BE49-F238E27FC236}">
                      <a16:creationId xmlns:a16="http://schemas.microsoft.com/office/drawing/2014/main" id="{B9AE87F6-F505-5651-5921-7F3E66D111F3}"/>
                    </a:ext>
                  </a:extLst>
                </p:cNvPr>
                <p:cNvSpPr/>
                <p:nvPr/>
              </p:nvSpPr>
              <p:spPr>
                <a:xfrm>
                  <a:off x="2948689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1" name="pg3190">
                  <a:extLst>
                    <a:ext uri="{FF2B5EF4-FFF2-40B4-BE49-F238E27FC236}">
                      <a16:creationId xmlns:a16="http://schemas.microsoft.com/office/drawing/2014/main" id="{DD0EC6B4-43D7-3B11-4253-7D7A41B10C40}"/>
                    </a:ext>
                  </a:extLst>
                </p:cNvPr>
                <p:cNvSpPr/>
                <p:nvPr/>
              </p:nvSpPr>
              <p:spPr>
                <a:xfrm>
                  <a:off x="2960326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2" name="pg3191">
                  <a:extLst>
                    <a:ext uri="{FF2B5EF4-FFF2-40B4-BE49-F238E27FC236}">
                      <a16:creationId xmlns:a16="http://schemas.microsoft.com/office/drawing/2014/main" id="{D19DF856-6EAA-8C22-BAD2-3483AF71F684}"/>
                    </a:ext>
                  </a:extLst>
                </p:cNvPr>
                <p:cNvSpPr/>
                <p:nvPr/>
              </p:nvSpPr>
              <p:spPr>
                <a:xfrm>
                  <a:off x="2971963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1AC">
                    <a:alpha val="100000"/>
                  </a:srgbClr>
                </a:solidFill>
                <a:ln w="5420" cap="flat">
                  <a:solidFill>
                    <a:srgbClr val="57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3" name="pg3192">
                  <a:extLst>
                    <a:ext uri="{FF2B5EF4-FFF2-40B4-BE49-F238E27FC236}">
                      <a16:creationId xmlns:a16="http://schemas.microsoft.com/office/drawing/2014/main" id="{90BB28F9-87EC-82C9-B935-489654EE25B5}"/>
                    </a:ext>
                  </a:extLst>
                </p:cNvPr>
                <p:cNvSpPr/>
                <p:nvPr/>
              </p:nvSpPr>
              <p:spPr>
                <a:xfrm>
                  <a:off x="2983601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4" name="pg3193">
                  <a:extLst>
                    <a:ext uri="{FF2B5EF4-FFF2-40B4-BE49-F238E27FC236}">
                      <a16:creationId xmlns:a16="http://schemas.microsoft.com/office/drawing/2014/main" id="{E3045224-A06D-990D-5AB0-1966A04EE223}"/>
                    </a:ext>
                  </a:extLst>
                </p:cNvPr>
                <p:cNvSpPr/>
                <p:nvPr/>
              </p:nvSpPr>
              <p:spPr>
                <a:xfrm>
                  <a:off x="2995238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5" name="pg3194">
                  <a:extLst>
                    <a:ext uri="{FF2B5EF4-FFF2-40B4-BE49-F238E27FC236}">
                      <a16:creationId xmlns:a16="http://schemas.microsoft.com/office/drawing/2014/main" id="{2609CE3F-D08E-B8B3-A7F6-455101053208}"/>
                    </a:ext>
                  </a:extLst>
                </p:cNvPr>
                <p:cNvSpPr/>
                <p:nvPr/>
              </p:nvSpPr>
              <p:spPr>
                <a:xfrm>
                  <a:off x="3006875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6" name="pg3195">
                  <a:extLst>
                    <a:ext uri="{FF2B5EF4-FFF2-40B4-BE49-F238E27FC236}">
                      <a16:creationId xmlns:a16="http://schemas.microsoft.com/office/drawing/2014/main" id="{E1A74EAE-08A2-FDEA-083C-ADEB55A0557D}"/>
                    </a:ext>
                  </a:extLst>
                </p:cNvPr>
                <p:cNvSpPr/>
                <p:nvPr/>
              </p:nvSpPr>
              <p:spPr>
                <a:xfrm>
                  <a:off x="3018513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7" name="pg3196">
                  <a:extLst>
                    <a:ext uri="{FF2B5EF4-FFF2-40B4-BE49-F238E27FC236}">
                      <a16:creationId xmlns:a16="http://schemas.microsoft.com/office/drawing/2014/main" id="{A25C7294-E5C5-291C-32A0-7910DD59E81C}"/>
                    </a:ext>
                  </a:extLst>
                </p:cNvPr>
                <p:cNvSpPr/>
                <p:nvPr/>
              </p:nvSpPr>
              <p:spPr>
                <a:xfrm>
                  <a:off x="3030150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8" name="pg3197">
                  <a:extLst>
                    <a:ext uri="{FF2B5EF4-FFF2-40B4-BE49-F238E27FC236}">
                      <a16:creationId xmlns:a16="http://schemas.microsoft.com/office/drawing/2014/main" id="{59CDD787-3E1B-DC4A-BE18-7852A8301CE2}"/>
                    </a:ext>
                  </a:extLst>
                </p:cNvPr>
                <p:cNvSpPr/>
                <p:nvPr/>
              </p:nvSpPr>
              <p:spPr>
                <a:xfrm>
                  <a:off x="3041787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599" name="pg3198">
                  <a:extLst>
                    <a:ext uri="{FF2B5EF4-FFF2-40B4-BE49-F238E27FC236}">
                      <a16:creationId xmlns:a16="http://schemas.microsoft.com/office/drawing/2014/main" id="{F7D2E3FC-8D53-84AD-CC96-C0D1C4C851C3}"/>
                    </a:ext>
                  </a:extLst>
                </p:cNvPr>
                <p:cNvSpPr/>
                <p:nvPr/>
              </p:nvSpPr>
              <p:spPr>
                <a:xfrm>
                  <a:off x="3053425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0" name="pg3199">
                  <a:extLst>
                    <a:ext uri="{FF2B5EF4-FFF2-40B4-BE49-F238E27FC236}">
                      <a16:creationId xmlns:a16="http://schemas.microsoft.com/office/drawing/2014/main" id="{362E1279-6CF9-AD27-E80D-A4DDD216C6F9}"/>
                    </a:ext>
                  </a:extLst>
                </p:cNvPr>
                <p:cNvSpPr/>
                <p:nvPr/>
              </p:nvSpPr>
              <p:spPr>
                <a:xfrm>
                  <a:off x="3065062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1" name="pg3200">
                  <a:extLst>
                    <a:ext uri="{FF2B5EF4-FFF2-40B4-BE49-F238E27FC236}">
                      <a16:creationId xmlns:a16="http://schemas.microsoft.com/office/drawing/2014/main" id="{E3D5A1E3-1E51-5578-0D55-1EB8765ED0C9}"/>
                    </a:ext>
                  </a:extLst>
                </p:cNvPr>
                <p:cNvSpPr/>
                <p:nvPr/>
              </p:nvSpPr>
              <p:spPr>
                <a:xfrm>
                  <a:off x="3076699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2" name="pg3201">
                  <a:extLst>
                    <a:ext uri="{FF2B5EF4-FFF2-40B4-BE49-F238E27FC236}">
                      <a16:creationId xmlns:a16="http://schemas.microsoft.com/office/drawing/2014/main" id="{BA3FF00A-2FD2-1736-03FF-3E28A8C701AF}"/>
                    </a:ext>
                  </a:extLst>
                </p:cNvPr>
                <p:cNvSpPr/>
                <p:nvPr/>
              </p:nvSpPr>
              <p:spPr>
                <a:xfrm>
                  <a:off x="3088337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3" name="pg3202">
                  <a:extLst>
                    <a:ext uri="{FF2B5EF4-FFF2-40B4-BE49-F238E27FC236}">
                      <a16:creationId xmlns:a16="http://schemas.microsoft.com/office/drawing/2014/main" id="{146A73E0-8CE2-A0CD-B6E6-277D4C704C6A}"/>
                    </a:ext>
                  </a:extLst>
                </p:cNvPr>
                <p:cNvSpPr/>
                <p:nvPr/>
              </p:nvSpPr>
              <p:spPr>
                <a:xfrm>
                  <a:off x="3099974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4" name="pg3203">
                  <a:extLst>
                    <a:ext uri="{FF2B5EF4-FFF2-40B4-BE49-F238E27FC236}">
                      <a16:creationId xmlns:a16="http://schemas.microsoft.com/office/drawing/2014/main" id="{F4EEBB1E-3522-26FD-63CF-CF102424B6AA}"/>
                    </a:ext>
                  </a:extLst>
                </p:cNvPr>
                <p:cNvSpPr/>
                <p:nvPr/>
              </p:nvSpPr>
              <p:spPr>
                <a:xfrm>
                  <a:off x="4414992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5" name="pg3204">
                  <a:extLst>
                    <a:ext uri="{FF2B5EF4-FFF2-40B4-BE49-F238E27FC236}">
                      <a16:creationId xmlns:a16="http://schemas.microsoft.com/office/drawing/2014/main" id="{C03D7981-FFED-3D11-11E5-2F84DAD9535C}"/>
                    </a:ext>
                  </a:extLst>
                </p:cNvPr>
                <p:cNvSpPr/>
                <p:nvPr/>
              </p:nvSpPr>
              <p:spPr>
                <a:xfrm>
                  <a:off x="4426630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6" name="pg3205">
                  <a:extLst>
                    <a:ext uri="{FF2B5EF4-FFF2-40B4-BE49-F238E27FC236}">
                      <a16:creationId xmlns:a16="http://schemas.microsoft.com/office/drawing/2014/main" id="{4FD2CB21-4FA7-EAA4-8968-959248AEB4DA}"/>
                    </a:ext>
                  </a:extLst>
                </p:cNvPr>
                <p:cNvSpPr/>
                <p:nvPr/>
              </p:nvSpPr>
              <p:spPr>
                <a:xfrm>
                  <a:off x="4438267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7" name="pg3206">
                  <a:extLst>
                    <a:ext uri="{FF2B5EF4-FFF2-40B4-BE49-F238E27FC236}">
                      <a16:creationId xmlns:a16="http://schemas.microsoft.com/office/drawing/2014/main" id="{E7F93FB4-640D-3B0D-87B0-89D409184E21}"/>
                    </a:ext>
                  </a:extLst>
                </p:cNvPr>
                <p:cNvSpPr/>
                <p:nvPr/>
              </p:nvSpPr>
              <p:spPr>
                <a:xfrm>
                  <a:off x="4449904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8" name="pg3207">
                  <a:extLst>
                    <a:ext uri="{FF2B5EF4-FFF2-40B4-BE49-F238E27FC236}">
                      <a16:creationId xmlns:a16="http://schemas.microsoft.com/office/drawing/2014/main" id="{AF1F2953-16E2-7504-5920-D01B5C714DFF}"/>
                    </a:ext>
                  </a:extLst>
                </p:cNvPr>
                <p:cNvSpPr/>
                <p:nvPr/>
              </p:nvSpPr>
              <p:spPr>
                <a:xfrm>
                  <a:off x="4461542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09" name="pg3208">
                  <a:extLst>
                    <a:ext uri="{FF2B5EF4-FFF2-40B4-BE49-F238E27FC236}">
                      <a16:creationId xmlns:a16="http://schemas.microsoft.com/office/drawing/2014/main" id="{F674362E-423F-27BF-827A-C93C7CECBC3F}"/>
                    </a:ext>
                  </a:extLst>
                </p:cNvPr>
                <p:cNvSpPr/>
                <p:nvPr/>
              </p:nvSpPr>
              <p:spPr>
                <a:xfrm>
                  <a:off x="4612827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0" name="pg3209">
                  <a:extLst>
                    <a:ext uri="{FF2B5EF4-FFF2-40B4-BE49-F238E27FC236}">
                      <a16:creationId xmlns:a16="http://schemas.microsoft.com/office/drawing/2014/main" id="{7CAE4B5C-CD92-4218-AB66-13A3F15B290B}"/>
                    </a:ext>
                  </a:extLst>
                </p:cNvPr>
                <p:cNvSpPr/>
                <p:nvPr/>
              </p:nvSpPr>
              <p:spPr>
                <a:xfrm>
                  <a:off x="4624464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1" name="pg3210">
                  <a:extLst>
                    <a:ext uri="{FF2B5EF4-FFF2-40B4-BE49-F238E27FC236}">
                      <a16:creationId xmlns:a16="http://schemas.microsoft.com/office/drawing/2014/main" id="{6691E14C-1CD7-22D5-0515-B7C78F1ACCA3}"/>
                    </a:ext>
                  </a:extLst>
                </p:cNvPr>
                <p:cNvSpPr/>
                <p:nvPr/>
              </p:nvSpPr>
              <p:spPr>
                <a:xfrm>
                  <a:off x="4636101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CA7">
                    <a:alpha val="100000"/>
                  </a:srgbClr>
                </a:solidFill>
                <a:ln w="5420" cap="flat">
                  <a:solidFill>
                    <a:srgbClr val="38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2" name="pg3211">
                  <a:extLst>
                    <a:ext uri="{FF2B5EF4-FFF2-40B4-BE49-F238E27FC236}">
                      <a16:creationId xmlns:a16="http://schemas.microsoft.com/office/drawing/2014/main" id="{F42ECB42-6690-5BE5-4CA0-DD839F75FDF5}"/>
                    </a:ext>
                  </a:extLst>
                </p:cNvPr>
                <p:cNvSpPr/>
                <p:nvPr/>
              </p:nvSpPr>
              <p:spPr>
                <a:xfrm>
                  <a:off x="4647739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3" name="pg3212">
                  <a:extLst>
                    <a:ext uri="{FF2B5EF4-FFF2-40B4-BE49-F238E27FC236}">
                      <a16:creationId xmlns:a16="http://schemas.microsoft.com/office/drawing/2014/main" id="{DCADEFD8-88D6-BAC0-3815-48BCB5D0D4CE}"/>
                    </a:ext>
                  </a:extLst>
                </p:cNvPr>
                <p:cNvSpPr/>
                <p:nvPr/>
              </p:nvSpPr>
              <p:spPr>
                <a:xfrm>
                  <a:off x="4659376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4" name="pg3213">
                  <a:extLst>
                    <a:ext uri="{FF2B5EF4-FFF2-40B4-BE49-F238E27FC236}">
                      <a16:creationId xmlns:a16="http://schemas.microsoft.com/office/drawing/2014/main" id="{91487E1B-98AB-D6B9-853A-DC282C49950B}"/>
                    </a:ext>
                  </a:extLst>
                </p:cNvPr>
                <p:cNvSpPr/>
                <p:nvPr/>
              </p:nvSpPr>
              <p:spPr>
                <a:xfrm>
                  <a:off x="4671013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5" name="pg3214">
                  <a:extLst>
                    <a:ext uri="{FF2B5EF4-FFF2-40B4-BE49-F238E27FC236}">
                      <a16:creationId xmlns:a16="http://schemas.microsoft.com/office/drawing/2014/main" id="{7176AB11-71D0-F7A3-85B0-D79CAD10E9B0}"/>
                    </a:ext>
                  </a:extLst>
                </p:cNvPr>
                <p:cNvSpPr/>
                <p:nvPr/>
              </p:nvSpPr>
              <p:spPr>
                <a:xfrm>
                  <a:off x="4682651" y="492440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88B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6" name="pg3215">
                  <a:extLst>
                    <a:ext uri="{FF2B5EF4-FFF2-40B4-BE49-F238E27FC236}">
                      <a16:creationId xmlns:a16="http://schemas.microsoft.com/office/drawing/2014/main" id="{B1C563D1-6EFF-6DD1-10BE-640933DD4517}"/>
                    </a:ext>
                  </a:extLst>
                </p:cNvPr>
                <p:cNvSpPr/>
                <p:nvPr/>
              </p:nvSpPr>
              <p:spPr>
                <a:xfrm>
                  <a:off x="2925414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7" name="pg3216">
                  <a:extLst>
                    <a:ext uri="{FF2B5EF4-FFF2-40B4-BE49-F238E27FC236}">
                      <a16:creationId xmlns:a16="http://schemas.microsoft.com/office/drawing/2014/main" id="{3014C663-CA0B-CAC1-151B-C15CA330B0DC}"/>
                    </a:ext>
                  </a:extLst>
                </p:cNvPr>
                <p:cNvSpPr/>
                <p:nvPr/>
              </p:nvSpPr>
              <p:spPr>
                <a:xfrm>
                  <a:off x="2937051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8" name="pg3217">
                  <a:extLst>
                    <a:ext uri="{FF2B5EF4-FFF2-40B4-BE49-F238E27FC236}">
                      <a16:creationId xmlns:a16="http://schemas.microsoft.com/office/drawing/2014/main" id="{B0012513-DD0D-92B3-FA37-9C72205A967E}"/>
                    </a:ext>
                  </a:extLst>
                </p:cNvPr>
                <p:cNvSpPr/>
                <p:nvPr/>
              </p:nvSpPr>
              <p:spPr>
                <a:xfrm>
                  <a:off x="2948689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19" name="pg3218">
                  <a:extLst>
                    <a:ext uri="{FF2B5EF4-FFF2-40B4-BE49-F238E27FC236}">
                      <a16:creationId xmlns:a16="http://schemas.microsoft.com/office/drawing/2014/main" id="{1AF436D3-6BC5-66AF-8DAD-50A170042636}"/>
                    </a:ext>
                  </a:extLst>
                </p:cNvPr>
                <p:cNvSpPr/>
                <p:nvPr/>
              </p:nvSpPr>
              <p:spPr>
                <a:xfrm>
                  <a:off x="2960326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0" name="pg3219">
                  <a:extLst>
                    <a:ext uri="{FF2B5EF4-FFF2-40B4-BE49-F238E27FC236}">
                      <a16:creationId xmlns:a16="http://schemas.microsoft.com/office/drawing/2014/main" id="{C90800D8-FBD1-FA20-126E-C08B2BF4E7B0}"/>
                    </a:ext>
                  </a:extLst>
                </p:cNvPr>
                <p:cNvSpPr/>
                <p:nvPr/>
              </p:nvSpPr>
              <p:spPr>
                <a:xfrm>
                  <a:off x="2971963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1" name="pg3220">
                  <a:extLst>
                    <a:ext uri="{FF2B5EF4-FFF2-40B4-BE49-F238E27FC236}">
                      <a16:creationId xmlns:a16="http://schemas.microsoft.com/office/drawing/2014/main" id="{81E7B591-3789-4E5A-9C5F-1B82D7102280}"/>
                    </a:ext>
                  </a:extLst>
                </p:cNvPr>
                <p:cNvSpPr/>
                <p:nvPr/>
              </p:nvSpPr>
              <p:spPr>
                <a:xfrm>
                  <a:off x="2983601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2" name="pg3221">
                  <a:extLst>
                    <a:ext uri="{FF2B5EF4-FFF2-40B4-BE49-F238E27FC236}">
                      <a16:creationId xmlns:a16="http://schemas.microsoft.com/office/drawing/2014/main" id="{1F86B5D5-965A-5ECC-9E21-5B767A99FFA5}"/>
                    </a:ext>
                  </a:extLst>
                </p:cNvPr>
                <p:cNvSpPr/>
                <p:nvPr/>
              </p:nvSpPr>
              <p:spPr>
                <a:xfrm>
                  <a:off x="2995238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3" name="pg3222">
                  <a:extLst>
                    <a:ext uri="{FF2B5EF4-FFF2-40B4-BE49-F238E27FC236}">
                      <a16:creationId xmlns:a16="http://schemas.microsoft.com/office/drawing/2014/main" id="{76C0229E-17CE-823B-D812-7032D093D0D3}"/>
                    </a:ext>
                  </a:extLst>
                </p:cNvPr>
                <p:cNvSpPr/>
                <p:nvPr/>
              </p:nvSpPr>
              <p:spPr>
                <a:xfrm>
                  <a:off x="3006875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4" name="pg3223">
                  <a:extLst>
                    <a:ext uri="{FF2B5EF4-FFF2-40B4-BE49-F238E27FC236}">
                      <a16:creationId xmlns:a16="http://schemas.microsoft.com/office/drawing/2014/main" id="{5E076289-A66A-65C5-193E-BC79C314103C}"/>
                    </a:ext>
                  </a:extLst>
                </p:cNvPr>
                <p:cNvSpPr/>
                <p:nvPr/>
              </p:nvSpPr>
              <p:spPr>
                <a:xfrm>
                  <a:off x="3018513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5" name="pg3224">
                  <a:extLst>
                    <a:ext uri="{FF2B5EF4-FFF2-40B4-BE49-F238E27FC236}">
                      <a16:creationId xmlns:a16="http://schemas.microsoft.com/office/drawing/2014/main" id="{EC4E9030-B7B8-0230-EE45-576472437DE4}"/>
                    </a:ext>
                  </a:extLst>
                </p:cNvPr>
                <p:cNvSpPr/>
                <p:nvPr/>
              </p:nvSpPr>
              <p:spPr>
                <a:xfrm>
                  <a:off x="3030150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6" name="pg3225">
                  <a:extLst>
                    <a:ext uri="{FF2B5EF4-FFF2-40B4-BE49-F238E27FC236}">
                      <a16:creationId xmlns:a16="http://schemas.microsoft.com/office/drawing/2014/main" id="{F7B6DAFD-9430-96EA-3397-8CD404BA7896}"/>
                    </a:ext>
                  </a:extLst>
                </p:cNvPr>
                <p:cNvSpPr/>
                <p:nvPr/>
              </p:nvSpPr>
              <p:spPr>
                <a:xfrm>
                  <a:off x="3041787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7" name="pg3226">
                  <a:extLst>
                    <a:ext uri="{FF2B5EF4-FFF2-40B4-BE49-F238E27FC236}">
                      <a16:creationId xmlns:a16="http://schemas.microsoft.com/office/drawing/2014/main" id="{03C628FF-C3DF-B927-BED2-642A1CD094DD}"/>
                    </a:ext>
                  </a:extLst>
                </p:cNvPr>
                <p:cNvSpPr/>
                <p:nvPr/>
              </p:nvSpPr>
              <p:spPr>
                <a:xfrm>
                  <a:off x="3053425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8" name="pg3227">
                  <a:extLst>
                    <a:ext uri="{FF2B5EF4-FFF2-40B4-BE49-F238E27FC236}">
                      <a16:creationId xmlns:a16="http://schemas.microsoft.com/office/drawing/2014/main" id="{AD8E57C9-2D91-9FB8-40D2-6A0FFE9931D3}"/>
                    </a:ext>
                  </a:extLst>
                </p:cNvPr>
                <p:cNvSpPr/>
                <p:nvPr/>
              </p:nvSpPr>
              <p:spPr>
                <a:xfrm>
                  <a:off x="3065062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29" name="pg3228">
                  <a:extLst>
                    <a:ext uri="{FF2B5EF4-FFF2-40B4-BE49-F238E27FC236}">
                      <a16:creationId xmlns:a16="http://schemas.microsoft.com/office/drawing/2014/main" id="{D1201F8F-33E7-1C23-CBDB-87CF9434721A}"/>
                    </a:ext>
                  </a:extLst>
                </p:cNvPr>
                <p:cNvSpPr/>
                <p:nvPr/>
              </p:nvSpPr>
              <p:spPr>
                <a:xfrm>
                  <a:off x="3076699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0" name="pg3229">
                  <a:extLst>
                    <a:ext uri="{FF2B5EF4-FFF2-40B4-BE49-F238E27FC236}">
                      <a16:creationId xmlns:a16="http://schemas.microsoft.com/office/drawing/2014/main" id="{1A9D0E57-5811-C970-EE81-09B21309945A}"/>
                    </a:ext>
                  </a:extLst>
                </p:cNvPr>
                <p:cNvSpPr/>
                <p:nvPr/>
              </p:nvSpPr>
              <p:spPr>
                <a:xfrm>
                  <a:off x="4414992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1" name="pg3230">
                  <a:extLst>
                    <a:ext uri="{FF2B5EF4-FFF2-40B4-BE49-F238E27FC236}">
                      <a16:creationId xmlns:a16="http://schemas.microsoft.com/office/drawing/2014/main" id="{4EC58CDF-4EB9-B4A5-E2F4-94BDBE7D77B9}"/>
                    </a:ext>
                  </a:extLst>
                </p:cNvPr>
                <p:cNvSpPr/>
                <p:nvPr/>
              </p:nvSpPr>
              <p:spPr>
                <a:xfrm>
                  <a:off x="4426630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2" name="pg3231">
                  <a:extLst>
                    <a:ext uri="{FF2B5EF4-FFF2-40B4-BE49-F238E27FC236}">
                      <a16:creationId xmlns:a16="http://schemas.microsoft.com/office/drawing/2014/main" id="{67991603-7F04-1CDF-8013-6F374E09DBB3}"/>
                    </a:ext>
                  </a:extLst>
                </p:cNvPr>
                <p:cNvSpPr/>
                <p:nvPr/>
              </p:nvSpPr>
              <p:spPr>
                <a:xfrm>
                  <a:off x="4438267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3" name="pg3232">
                  <a:extLst>
                    <a:ext uri="{FF2B5EF4-FFF2-40B4-BE49-F238E27FC236}">
                      <a16:creationId xmlns:a16="http://schemas.microsoft.com/office/drawing/2014/main" id="{FB29F2BC-1CDF-17D2-BC2E-F40FF29280E7}"/>
                    </a:ext>
                  </a:extLst>
                </p:cNvPr>
                <p:cNvSpPr/>
                <p:nvPr/>
              </p:nvSpPr>
              <p:spPr>
                <a:xfrm>
                  <a:off x="4449904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4" name="pg3233">
                  <a:extLst>
                    <a:ext uri="{FF2B5EF4-FFF2-40B4-BE49-F238E27FC236}">
                      <a16:creationId xmlns:a16="http://schemas.microsoft.com/office/drawing/2014/main" id="{00025169-CCF1-5718-8620-2FEB29645166}"/>
                    </a:ext>
                  </a:extLst>
                </p:cNvPr>
                <p:cNvSpPr/>
                <p:nvPr/>
              </p:nvSpPr>
              <p:spPr>
                <a:xfrm>
                  <a:off x="4461542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5" name="pg3234">
                  <a:extLst>
                    <a:ext uri="{FF2B5EF4-FFF2-40B4-BE49-F238E27FC236}">
                      <a16:creationId xmlns:a16="http://schemas.microsoft.com/office/drawing/2014/main" id="{28D8FFD0-6A35-7836-3F3E-CD9D5879E38E}"/>
                    </a:ext>
                  </a:extLst>
                </p:cNvPr>
                <p:cNvSpPr/>
                <p:nvPr/>
              </p:nvSpPr>
              <p:spPr>
                <a:xfrm>
                  <a:off x="4612827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6" name="pg3235">
                  <a:extLst>
                    <a:ext uri="{FF2B5EF4-FFF2-40B4-BE49-F238E27FC236}">
                      <a16:creationId xmlns:a16="http://schemas.microsoft.com/office/drawing/2014/main" id="{7C610720-305A-2835-80BB-549576EB55B7}"/>
                    </a:ext>
                  </a:extLst>
                </p:cNvPr>
                <p:cNvSpPr/>
                <p:nvPr/>
              </p:nvSpPr>
              <p:spPr>
                <a:xfrm>
                  <a:off x="4624464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7" name="pg3236">
                  <a:extLst>
                    <a:ext uri="{FF2B5EF4-FFF2-40B4-BE49-F238E27FC236}">
                      <a16:creationId xmlns:a16="http://schemas.microsoft.com/office/drawing/2014/main" id="{FA383A1A-0D3F-9275-95D6-8CEFE63976C6}"/>
                    </a:ext>
                  </a:extLst>
                </p:cNvPr>
                <p:cNvSpPr/>
                <p:nvPr/>
              </p:nvSpPr>
              <p:spPr>
                <a:xfrm>
                  <a:off x="4636101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8" name="pg3237">
                  <a:extLst>
                    <a:ext uri="{FF2B5EF4-FFF2-40B4-BE49-F238E27FC236}">
                      <a16:creationId xmlns:a16="http://schemas.microsoft.com/office/drawing/2014/main" id="{74E6962A-2D15-04B9-9A72-F478FB7F88E2}"/>
                    </a:ext>
                  </a:extLst>
                </p:cNvPr>
                <p:cNvSpPr/>
                <p:nvPr/>
              </p:nvSpPr>
              <p:spPr>
                <a:xfrm>
                  <a:off x="4647739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39" name="pg3238">
                  <a:extLst>
                    <a:ext uri="{FF2B5EF4-FFF2-40B4-BE49-F238E27FC236}">
                      <a16:creationId xmlns:a16="http://schemas.microsoft.com/office/drawing/2014/main" id="{12C71ED7-1DF2-2BDF-85F6-23C441D1E43E}"/>
                    </a:ext>
                  </a:extLst>
                </p:cNvPr>
                <p:cNvSpPr/>
                <p:nvPr/>
              </p:nvSpPr>
              <p:spPr>
                <a:xfrm>
                  <a:off x="4659376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0" name="pg3239">
                  <a:extLst>
                    <a:ext uri="{FF2B5EF4-FFF2-40B4-BE49-F238E27FC236}">
                      <a16:creationId xmlns:a16="http://schemas.microsoft.com/office/drawing/2014/main" id="{98CCFAD6-8311-2AF6-25B6-AFE168C47A75}"/>
                    </a:ext>
                  </a:extLst>
                </p:cNvPr>
                <p:cNvSpPr/>
                <p:nvPr/>
              </p:nvSpPr>
              <p:spPr>
                <a:xfrm>
                  <a:off x="4671013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1" name="pg3240">
                  <a:extLst>
                    <a:ext uri="{FF2B5EF4-FFF2-40B4-BE49-F238E27FC236}">
                      <a16:creationId xmlns:a16="http://schemas.microsoft.com/office/drawing/2014/main" id="{8DC68896-9BE6-A3A3-726C-626511AB60ED}"/>
                    </a:ext>
                  </a:extLst>
                </p:cNvPr>
                <p:cNvSpPr/>
                <p:nvPr/>
              </p:nvSpPr>
              <p:spPr>
                <a:xfrm>
                  <a:off x="4682651" y="49387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78C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2" name="pg3241">
                  <a:extLst>
                    <a:ext uri="{FF2B5EF4-FFF2-40B4-BE49-F238E27FC236}">
                      <a16:creationId xmlns:a16="http://schemas.microsoft.com/office/drawing/2014/main" id="{3793560D-FC6D-9F44-82EE-CC93689694E1}"/>
                    </a:ext>
                  </a:extLst>
                </p:cNvPr>
                <p:cNvSpPr/>
                <p:nvPr/>
              </p:nvSpPr>
              <p:spPr>
                <a:xfrm>
                  <a:off x="2925414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3" name="pg3242">
                  <a:extLst>
                    <a:ext uri="{FF2B5EF4-FFF2-40B4-BE49-F238E27FC236}">
                      <a16:creationId xmlns:a16="http://schemas.microsoft.com/office/drawing/2014/main" id="{14992AD9-48BE-425B-4BB7-7F533A59ACE0}"/>
                    </a:ext>
                  </a:extLst>
                </p:cNvPr>
                <p:cNvSpPr/>
                <p:nvPr/>
              </p:nvSpPr>
              <p:spPr>
                <a:xfrm>
                  <a:off x="2937051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4" name="pg3243">
                  <a:extLst>
                    <a:ext uri="{FF2B5EF4-FFF2-40B4-BE49-F238E27FC236}">
                      <a16:creationId xmlns:a16="http://schemas.microsoft.com/office/drawing/2014/main" id="{C7D3CA93-33AD-EF2A-17F0-5AF45C08F746}"/>
                    </a:ext>
                  </a:extLst>
                </p:cNvPr>
                <p:cNvSpPr/>
                <p:nvPr/>
              </p:nvSpPr>
              <p:spPr>
                <a:xfrm>
                  <a:off x="2948689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5" name="pg3244">
                  <a:extLst>
                    <a:ext uri="{FF2B5EF4-FFF2-40B4-BE49-F238E27FC236}">
                      <a16:creationId xmlns:a16="http://schemas.microsoft.com/office/drawing/2014/main" id="{866742B6-88E2-C4BF-C0A5-0EE15DDE85EF}"/>
                    </a:ext>
                  </a:extLst>
                </p:cNvPr>
                <p:cNvSpPr/>
                <p:nvPr/>
              </p:nvSpPr>
              <p:spPr>
                <a:xfrm>
                  <a:off x="2960326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2AB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6" name="pg3245">
                  <a:extLst>
                    <a:ext uri="{FF2B5EF4-FFF2-40B4-BE49-F238E27FC236}">
                      <a16:creationId xmlns:a16="http://schemas.microsoft.com/office/drawing/2014/main" id="{97DB17A3-C401-83C2-B358-7E03054F4704}"/>
                    </a:ext>
                  </a:extLst>
                </p:cNvPr>
                <p:cNvSpPr/>
                <p:nvPr/>
              </p:nvSpPr>
              <p:spPr>
                <a:xfrm>
                  <a:off x="2971963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7AB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7" name="pg3246">
                  <a:extLst>
                    <a:ext uri="{FF2B5EF4-FFF2-40B4-BE49-F238E27FC236}">
                      <a16:creationId xmlns:a16="http://schemas.microsoft.com/office/drawing/2014/main" id="{6FC8737B-75A0-1941-0F3E-5180216EA5E7}"/>
                    </a:ext>
                  </a:extLst>
                </p:cNvPr>
                <p:cNvSpPr/>
                <p:nvPr/>
              </p:nvSpPr>
              <p:spPr>
                <a:xfrm>
                  <a:off x="2983601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8" name="pg3247">
                  <a:extLst>
                    <a:ext uri="{FF2B5EF4-FFF2-40B4-BE49-F238E27FC236}">
                      <a16:creationId xmlns:a16="http://schemas.microsoft.com/office/drawing/2014/main" id="{D96FA969-60FB-93CD-2317-B418083687F4}"/>
                    </a:ext>
                  </a:extLst>
                </p:cNvPr>
                <p:cNvSpPr/>
                <p:nvPr/>
              </p:nvSpPr>
              <p:spPr>
                <a:xfrm>
                  <a:off x="2995238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49" name="pg3248">
                  <a:extLst>
                    <a:ext uri="{FF2B5EF4-FFF2-40B4-BE49-F238E27FC236}">
                      <a16:creationId xmlns:a16="http://schemas.microsoft.com/office/drawing/2014/main" id="{1A37D1C7-3D48-1FE6-434F-9B639735BA96}"/>
                    </a:ext>
                  </a:extLst>
                </p:cNvPr>
                <p:cNvSpPr/>
                <p:nvPr/>
              </p:nvSpPr>
              <p:spPr>
                <a:xfrm>
                  <a:off x="3006875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0" name="pg3249">
                  <a:extLst>
                    <a:ext uri="{FF2B5EF4-FFF2-40B4-BE49-F238E27FC236}">
                      <a16:creationId xmlns:a16="http://schemas.microsoft.com/office/drawing/2014/main" id="{D446F32B-94AF-D16E-FB97-8799BE29DE1A}"/>
                    </a:ext>
                  </a:extLst>
                </p:cNvPr>
                <p:cNvSpPr/>
                <p:nvPr/>
              </p:nvSpPr>
              <p:spPr>
                <a:xfrm>
                  <a:off x="3018513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1" name="pg3250">
                  <a:extLst>
                    <a:ext uri="{FF2B5EF4-FFF2-40B4-BE49-F238E27FC236}">
                      <a16:creationId xmlns:a16="http://schemas.microsoft.com/office/drawing/2014/main" id="{6F56B164-F09C-168C-F832-3D11A0749E32}"/>
                    </a:ext>
                  </a:extLst>
                </p:cNvPr>
                <p:cNvSpPr/>
                <p:nvPr/>
              </p:nvSpPr>
              <p:spPr>
                <a:xfrm>
                  <a:off x="3030150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2" name="pg3251">
                  <a:extLst>
                    <a:ext uri="{FF2B5EF4-FFF2-40B4-BE49-F238E27FC236}">
                      <a16:creationId xmlns:a16="http://schemas.microsoft.com/office/drawing/2014/main" id="{FA88C8AD-03E5-EB9B-538F-52D17C8D1C74}"/>
                    </a:ext>
                  </a:extLst>
                </p:cNvPr>
                <p:cNvSpPr/>
                <p:nvPr/>
              </p:nvSpPr>
              <p:spPr>
                <a:xfrm>
                  <a:off x="3041787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3" name="pg3252">
                  <a:extLst>
                    <a:ext uri="{FF2B5EF4-FFF2-40B4-BE49-F238E27FC236}">
                      <a16:creationId xmlns:a16="http://schemas.microsoft.com/office/drawing/2014/main" id="{32744FE5-D168-1917-5ED6-C676A0F7D979}"/>
                    </a:ext>
                  </a:extLst>
                </p:cNvPr>
                <p:cNvSpPr/>
                <p:nvPr/>
              </p:nvSpPr>
              <p:spPr>
                <a:xfrm>
                  <a:off x="3053425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4" name="pg3253">
                  <a:extLst>
                    <a:ext uri="{FF2B5EF4-FFF2-40B4-BE49-F238E27FC236}">
                      <a16:creationId xmlns:a16="http://schemas.microsoft.com/office/drawing/2014/main" id="{7452B14E-0085-B750-4A6D-1CD7A831923A}"/>
                    </a:ext>
                  </a:extLst>
                </p:cNvPr>
                <p:cNvSpPr/>
                <p:nvPr/>
              </p:nvSpPr>
              <p:spPr>
                <a:xfrm>
                  <a:off x="4414992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5" name="pg3254">
                  <a:extLst>
                    <a:ext uri="{FF2B5EF4-FFF2-40B4-BE49-F238E27FC236}">
                      <a16:creationId xmlns:a16="http://schemas.microsoft.com/office/drawing/2014/main" id="{4571E813-79DE-8B01-B5A7-7372C8499169}"/>
                    </a:ext>
                  </a:extLst>
                </p:cNvPr>
                <p:cNvSpPr/>
                <p:nvPr/>
              </p:nvSpPr>
              <p:spPr>
                <a:xfrm>
                  <a:off x="4426630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6" name="pg3255">
                  <a:extLst>
                    <a:ext uri="{FF2B5EF4-FFF2-40B4-BE49-F238E27FC236}">
                      <a16:creationId xmlns:a16="http://schemas.microsoft.com/office/drawing/2014/main" id="{0441E75D-9717-36BC-1168-C444A04581C1}"/>
                    </a:ext>
                  </a:extLst>
                </p:cNvPr>
                <p:cNvSpPr/>
                <p:nvPr/>
              </p:nvSpPr>
              <p:spPr>
                <a:xfrm>
                  <a:off x="4438267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7" name="pg3256">
                  <a:extLst>
                    <a:ext uri="{FF2B5EF4-FFF2-40B4-BE49-F238E27FC236}">
                      <a16:creationId xmlns:a16="http://schemas.microsoft.com/office/drawing/2014/main" id="{30C73557-CC09-66D6-C1EA-56BB012C3482}"/>
                    </a:ext>
                  </a:extLst>
                </p:cNvPr>
                <p:cNvSpPr/>
                <p:nvPr/>
              </p:nvSpPr>
              <p:spPr>
                <a:xfrm>
                  <a:off x="4449904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8" name="pg3257">
                  <a:extLst>
                    <a:ext uri="{FF2B5EF4-FFF2-40B4-BE49-F238E27FC236}">
                      <a16:creationId xmlns:a16="http://schemas.microsoft.com/office/drawing/2014/main" id="{7BFA823E-4324-2C82-8A62-E401BD63C599}"/>
                    </a:ext>
                  </a:extLst>
                </p:cNvPr>
                <p:cNvSpPr/>
                <p:nvPr/>
              </p:nvSpPr>
              <p:spPr>
                <a:xfrm>
                  <a:off x="4461542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59" name="pg3258">
                  <a:extLst>
                    <a:ext uri="{FF2B5EF4-FFF2-40B4-BE49-F238E27FC236}">
                      <a16:creationId xmlns:a16="http://schemas.microsoft.com/office/drawing/2014/main" id="{50BBA1F7-C80C-C803-9BF3-2649711CC1CA}"/>
                    </a:ext>
                  </a:extLst>
                </p:cNvPr>
                <p:cNvSpPr/>
                <p:nvPr/>
              </p:nvSpPr>
              <p:spPr>
                <a:xfrm>
                  <a:off x="4624464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0" name="pg3259">
                  <a:extLst>
                    <a:ext uri="{FF2B5EF4-FFF2-40B4-BE49-F238E27FC236}">
                      <a16:creationId xmlns:a16="http://schemas.microsoft.com/office/drawing/2014/main" id="{90921B9D-AC37-AE13-BAB2-702CB77D7220}"/>
                    </a:ext>
                  </a:extLst>
                </p:cNvPr>
                <p:cNvSpPr/>
                <p:nvPr/>
              </p:nvSpPr>
              <p:spPr>
                <a:xfrm>
                  <a:off x="4636101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1" name="pg3260">
                  <a:extLst>
                    <a:ext uri="{FF2B5EF4-FFF2-40B4-BE49-F238E27FC236}">
                      <a16:creationId xmlns:a16="http://schemas.microsoft.com/office/drawing/2014/main" id="{D7004AD2-B7C8-203A-A10E-0A9F8DF3CEAE}"/>
                    </a:ext>
                  </a:extLst>
                </p:cNvPr>
                <p:cNvSpPr/>
                <p:nvPr/>
              </p:nvSpPr>
              <p:spPr>
                <a:xfrm>
                  <a:off x="4647739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2" name="pg3261">
                  <a:extLst>
                    <a:ext uri="{FF2B5EF4-FFF2-40B4-BE49-F238E27FC236}">
                      <a16:creationId xmlns:a16="http://schemas.microsoft.com/office/drawing/2014/main" id="{FE3A9278-37FF-7B9E-D489-CA003704AA24}"/>
                    </a:ext>
                  </a:extLst>
                </p:cNvPr>
                <p:cNvSpPr/>
                <p:nvPr/>
              </p:nvSpPr>
              <p:spPr>
                <a:xfrm>
                  <a:off x="4659376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3" name="pg3262">
                  <a:extLst>
                    <a:ext uri="{FF2B5EF4-FFF2-40B4-BE49-F238E27FC236}">
                      <a16:creationId xmlns:a16="http://schemas.microsoft.com/office/drawing/2014/main" id="{A3A2B3B4-BCFC-4312-894F-7A1254D66EC0}"/>
                    </a:ext>
                  </a:extLst>
                </p:cNvPr>
                <p:cNvSpPr/>
                <p:nvPr/>
              </p:nvSpPr>
              <p:spPr>
                <a:xfrm>
                  <a:off x="4671013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4" name="pg3263">
                  <a:extLst>
                    <a:ext uri="{FF2B5EF4-FFF2-40B4-BE49-F238E27FC236}">
                      <a16:creationId xmlns:a16="http://schemas.microsoft.com/office/drawing/2014/main" id="{F3F97B57-AFCB-C573-197C-54FB0E3F0D96}"/>
                    </a:ext>
                  </a:extLst>
                </p:cNvPr>
                <p:cNvSpPr/>
                <p:nvPr/>
              </p:nvSpPr>
              <p:spPr>
                <a:xfrm>
                  <a:off x="4682651" y="495300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5" name="pg3264">
                  <a:extLst>
                    <a:ext uri="{FF2B5EF4-FFF2-40B4-BE49-F238E27FC236}">
                      <a16:creationId xmlns:a16="http://schemas.microsoft.com/office/drawing/2014/main" id="{6639C44A-986E-D238-2B3A-D42EC8A278A6}"/>
                    </a:ext>
                  </a:extLst>
                </p:cNvPr>
                <p:cNvSpPr/>
                <p:nvPr/>
              </p:nvSpPr>
              <p:spPr>
                <a:xfrm>
                  <a:off x="2890502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8A9">
                    <a:alpha val="100000"/>
                  </a:srgbClr>
                </a:solidFill>
                <a:ln w="5420" cap="flat">
                  <a:solidFill>
                    <a:srgbClr val="36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6" name="pg3265">
                  <a:extLst>
                    <a:ext uri="{FF2B5EF4-FFF2-40B4-BE49-F238E27FC236}">
                      <a16:creationId xmlns:a16="http://schemas.microsoft.com/office/drawing/2014/main" id="{A2DC8F51-AAAF-687F-09F4-25C30759A08C}"/>
                    </a:ext>
                  </a:extLst>
                </p:cNvPr>
                <p:cNvSpPr/>
                <p:nvPr/>
              </p:nvSpPr>
              <p:spPr>
                <a:xfrm>
                  <a:off x="2902139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7" name="pg3266">
                  <a:extLst>
                    <a:ext uri="{FF2B5EF4-FFF2-40B4-BE49-F238E27FC236}">
                      <a16:creationId xmlns:a16="http://schemas.microsoft.com/office/drawing/2014/main" id="{5923AE3F-7344-C8E7-407E-70FD6986F621}"/>
                    </a:ext>
                  </a:extLst>
                </p:cNvPr>
                <p:cNvSpPr/>
                <p:nvPr/>
              </p:nvSpPr>
              <p:spPr>
                <a:xfrm>
                  <a:off x="2913777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8" name="pg3267">
                  <a:extLst>
                    <a:ext uri="{FF2B5EF4-FFF2-40B4-BE49-F238E27FC236}">
                      <a16:creationId xmlns:a16="http://schemas.microsoft.com/office/drawing/2014/main" id="{5E23B839-9B82-6672-5591-782F5214977C}"/>
                    </a:ext>
                  </a:extLst>
                </p:cNvPr>
                <p:cNvSpPr/>
                <p:nvPr/>
              </p:nvSpPr>
              <p:spPr>
                <a:xfrm>
                  <a:off x="2925414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69" name="pg3268">
                  <a:extLst>
                    <a:ext uri="{FF2B5EF4-FFF2-40B4-BE49-F238E27FC236}">
                      <a16:creationId xmlns:a16="http://schemas.microsoft.com/office/drawing/2014/main" id="{782AB1B5-05B1-D22F-423A-DDFDC80B9648}"/>
                    </a:ext>
                  </a:extLst>
                </p:cNvPr>
                <p:cNvSpPr/>
                <p:nvPr/>
              </p:nvSpPr>
              <p:spPr>
                <a:xfrm>
                  <a:off x="2937051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0" name="pg3269">
                  <a:extLst>
                    <a:ext uri="{FF2B5EF4-FFF2-40B4-BE49-F238E27FC236}">
                      <a16:creationId xmlns:a16="http://schemas.microsoft.com/office/drawing/2014/main" id="{5D80A9BB-D7C7-AC39-68C8-871AEE545E51}"/>
                    </a:ext>
                  </a:extLst>
                </p:cNvPr>
                <p:cNvSpPr/>
                <p:nvPr/>
              </p:nvSpPr>
              <p:spPr>
                <a:xfrm>
                  <a:off x="2948689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1" name="pg3270">
                  <a:extLst>
                    <a:ext uri="{FF2B5EF4-FFF2-40B4-BE49-F238E27FC236}">
                      <a16:creationId xmlns:a16="http://schemas.microsoft.com/office/drawing/2014/main" id="{9B34AA5F-35FC-A9BE-C424-804E97540E77}"/>
                    </a:ext>
                  </a:extLst>
                </p:cNvPr>
                <p:cNvSpPr/>
                <p:nvPr/>
              </p:nvSpPr>
              <p:spPr>
                <a:xfrm>
                  <a:off x="2960326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DAB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2" name="pg3271">
                  <a:extLst>
                    <a:ext uri="{FF2B5EF4-FFF2-40B4-BE49-F238E27FC236}">
                      <a16:creationId xmlns:a16="http://schemas.microsoft.com/office/drawing/2014/main" id="{0169D666-982F-23EF-AAA8-00FE65135CFF}"/>
                    </a:ext>
                  </a:extLst>
                </p:cNvPr>
                <p:cNvSpPr/>
                <p:nvPr/>
              </p:nvSpPr>
              <p:spPr>
                <a:xfrm>
                  <a:off x="2971963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3" name="pg3272">
                  <a:extLst>
                    <a:ext uri="{FF2B5EF4-FFF2-40B4-BE49-F238E27FC236}">
                      <a16:creationId xmlns:a16="http://schemas.microsoft.com/office/drawing/2014/main" id="{7926F829-0F4A-FFE1-98E9-2913E3FC09EB}"/>
                    </a:ext>
                  </a:extLst>
                </p:cNvPr>
                <p:cNvSpPr/>
                <p:nvPr/>
              </p:nvSpPr>
              <p:spPr>
                <a:xfrm>
                  <a:off x="2983601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4" name="pg3273">
                  <a:extLst>
                    <a:ext uri="{FF2B5EF4-FFF2-40B4-BE49-F238E27FC236}">
                      <a16:creationId xmlns:a16="http://schemas.microsoft.com/office/drawing/2014/main" id="{F3D0391A-0E45-2CD8-1CF3-8C68F6585633}"/>
                    </a:ext>
                  </a:extLst>
                </p:cNvPr>
                <p:cNvSpPr/>
                <p:nvPr/>
              </p:nvSpPr>
              <p:spPr>
                <a:xfrm>
                  <a:off x="2995238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5" name="pg3274">
                  <a:extLst>
                    <a:ext uri="{FF2B5EF4-FFF2-40B4-BE49-F238E27FC236}">
                      <a16:creationId xmlns:a16="http://schemas.microsoft.com/office/drawing/2014/main" id="{A32C88BC-22BB-35FA-FA1D-34FF1C4366A4}"/>
                    </a:ext>
                  </a:extLst>
                </p:cNvPr>
                <p:cNvSpPr/>
                <p:nvPr/>
              </p:nvSpPr>
              <p:spPr>
                <a:xfrm>
                  <a:off x="3006875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6" name="pg3275">
                  <a:extLst>
                    <a:ext uri="{FF2B5EF4-FFF2-40B4-BE49-F238E27FC236}">
                      <a16:creationId xmlns:a16="http://schemas.microsoft.com/office/drawing/2014/main" id="{08B60EC4-5E8F-2FEA-2C01-4DF0FD7CAC56}"/>
                    </a:ext>
                  </a:extLst>
                </p:cNvPr>
                <p:cNvSpPr/>
                <p:nvPr/>
              </p:nvSpPr>
              <p:spPr>
                <a:xfrm>
                  <a:off x="3018513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7" name="pg3276">
                  <a:extLst>
                    <a:ext uri="{FF2B5EF4-FFF2-40B4-BE49-F238E27FC236}">
                      <a16:creationId xmlns:a16="http://schemas.microsoft.com/office/drawing/2014/main" id="{F174508F-6995-E6C0-51B3-1882BB08CE94}"/>
                    </a:ext>
                  </a:extLst>
                </p:cNvPr>
                <p:cNvSpPr/>
                <p:nvPr/>
              </p:nvSpPr>
              <p:spPr>
                <a:xfrm>
                  <a:off x="3030150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57C1AC">
                    <a:alpha val="100000"/>
                  </a:srgbClr>
                </a:solidFill>
                <a:ln w="5420" cap="flat">
                  <a:solidFill>
                    <a:srgbClr val="57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8" name="pg3277">
                  <a:extLst>
                    <a:ext uri="{FF2B5EF4-FFF2-40B4-BE49-F238E27FC236}">
                      <a16:creationId xmlns:a16="http://schemas.microsoft.com/office/drawing/2014/main" id="{F7AF00EF-9A54-9E1B-7729-C53CA3370355}"/>
                    </a:ext>
                  </a:extLst>
                </p:cNvPr>
                <p:cNvSpPr/>
                <p:nvPr/>
              </p:nvSpPr>
              <p:spPr>
                <a:xfrm>
                  <a:off x="4414992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79" name="pg3278">
                  <a:extLst>
                    <a:ext uri="{FF2B5EF4-FFF2-40B4-BE49-F238E27FC236}">
                      <a16:creationId xmlns:a16="http://schemas.microsoft.com/office/drawing/2014/main" id="{62206291-8BE4-26DB-9BB6-8C615D228CAC}"/>
                    </a:ext>
                  </a:extLst>
                </p:cNvPr>
                <p:cNvSpPr/>
                <p:nvPr/>
              </p:nvSpPr>
              <p:spPr>
                <a:xfrm>
                  <a:off x="4426630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0" name="pg3279">
                  <a:extLst>
                    <a:ext uri="{FF2B5EF4-FFF2-40B4-BE49-F238E27FC236}">
                      <a16:creationId xmlns:a16="http://schemas.microsoft.com/office/drawing/2014/main" id="{D8A02431-4871-AD7C-BD37-237626480B6C}"/>
                    </a:ext>
                  </a:extLst>
                </p:cNvPr>
                <p:cNvSpPr/>
                <p:nvPr/>
              </p:nvSpPr>
              <p:spPr>
                <a:xfrm>
                  <a:off x="4438267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1" name="pg3280">
                  <a:extLst>
                    <a:ext uri="{FF2B5EF4-FFF2-40B4-BE49-F238E27FC236}">
                      <a16:creationId xmlns:a16="http://schemas.microsoft.com/office/drawing/2014/main" id="{4EB88CBA-4B7A-E47B-75DC-C4E7232C1DE4}"/>
                    </a:ext>
                  </a:extLst>
                </p:cNvPr>
                <p:cNvSpPr/>
                <p:nvPr/>
              </p:nvSpPr>
              <p:spPr>
                <a:xfrm>
                  <a:off x="4449904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2" name="pg3281">
                  <a:extLst>
                    <a:ext uri="{FF2B5EF4-FFF2-40B4-BE49-F238E27FC236}">
                      <a16:creationId xmlns:a16="http://schemas.microsoft.com/office/drawing/2014/main" id="{52F4A463-2603-C980-9F48-65644B1DB4D6}"/>
                    </a:ext>
                  </a:extLst>
                </p:cNvPr>
                <p:cNvSpPr/>
                <p:nvPr/>
              </p:nvSpPr>
              <p:spPr>
                <a:xfrm>
                  <a:off x="4461542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3" name="pg3282">
                  <a:extLst>
                    <a:ext uri="{FF2B5EF4-FFF2-40B4-BE49-F238E27FC236}">
                      <a16:creationId xmlns:a16="http://schemas.microsoft.com/office/drawing/2014/main" id="{FD951CF9-9A78-1BE6-F78B-9E663C1F8F8A}"/>
                    </a:ext>
                  </a:extLst>
                </p:cNvPr>
                <p:cNvSpPr/>
                <p:nvPr/>
              </p:nvSpPr>
              <p:spPr>
                <a:xfrm>
                  <a:off x="4624464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4" name="pg3283">
                  <a:extLst>
                    <a:ext uri="{FF2B5EF4-FFF2-40B4-BE49-F238E27FC236}">
                      <a16:creationId xmlns:a16="http://schemas.microsoft.com/office/drawing/2014/main" id="{BECC7083-918D-4AE7-7CC3-BED5928E8189}"/>
                    </a:ext>
                  </a:extLst>
                </p:cNvPr>
                <p:cNvSpPr/>
                <p:nvPr/>
              </p:nvSpPr>
              <p:spPr>
                <a:xfrm>
                  <a:off x="4636101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5" name="pg3284">
                  <a:extLst>
                    <a:ext uri="{FF2B5EF4-FFF2-40B4-BE49-F238E27FC236}">
                      <a16:creationId xmlns:a16="http://schemas.microsoft.com/office/drawing/2014/main" id="{0875A0EA-65AE-D3C8-6969-B2AEA3A6E2EB}"/>
                    </a:ext>
                  </a:extLst>
                </p:cNvPr>
                <p:cNvSpPr/>
                <p:nvPr/>
              </p:nvSpPr>
              <p:spPr>
                <a:xfrm>
                  <a:off x="4647739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6" name="pg3285">
                  <a:extLst>
                    <a:ext uri="{FF2B5EF4-FFF2-40B4-BE49-F238E27FC236}">
                      <a16:creationId xmlns:a16="http://schemas.microsoft.com/office/drawing/2014/main" id="{A1B33801-5F54-425B-1DB5-EC79AE1BF1A0}"/>
                    </a:ext>
                  </a:extLst>
                </p:cNvPr>
                <p:cNvSpPr/>
                <p:nvPr/>
              </p:nvSpPr>
              <p:spPr>
                <a:xfrm>
                  <a:off x="4659376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7" name="pg3286">
                  <a:extLst>
                    <a:ext uri="{FF2B5EF4-FFF2-40B4-BE49-F238E27FC236}">
                      <a16:creationId xmlns:a16="http://schemas.microsoft.com/office/drawing/2014/main" id="{2AB7067F-C16E-0BDD-DABF-2F9431261B50}"/>
                    </a:ext>
                  </a:extLst>
                </p:cNvPr>
                <p:cNvSpPr/>
                <p:nvPr/>
              </p:nvSpPr>
              <p:spPr>
                <a:xfrm>
                  <a:off x="4671013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8" name="pg3287">
                  <a:extLst>
                    <a:ext uri="{FF2B5EF4-FFF2-40B4-BE49-F238E27FC236}">
                      <a16:creationId xmlns:a16="http://schemas.microsoft.com/office/drawing/2014/main" id="{4534BE84-23DF-5831-5C3B-FE55B1A62646}"/>
                    </a:ext>
                  </a:extLst>
                </p:cNvPr>
                <p:cNvSpPr/>
                <p:nvPr/>
              </p:nvSpPr>
              <p:spPr>
                <a:xfrm>
                  <a:off x="4682651" y="49673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89" name="pg3288">
                  <a:extLst>
                    <a:ext uri="{FF2B5EF4-FFF2-40B4-BE49-F238E27FC236}">
                      <a16:creationId xmlns:a16="http://schemas.microsoft.com/office/drawing/2014/main" id="{B4F3C859-19A3-6258-DE6F-9793346C304B}"/>
                    </a:ext>
                  </a:extLst>
                </p:cNvPr>
                <p:cNvSpPr/>
                <p:nvPr/>
              </p:nvSpPr>
              <p:spPr>
                <a:xfrm>
                  <a:off x="2890502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0" name="pg3289">
                  <a:extLst>
                    <a:ext uri="{FF2B5EF4-FFF2-40B4-BE49-F238E27FC236}">
                      <a16:creationId xmlns:a16="http://schemas.microsoft.com/office/drawing/2014/main" id="{B900E155-DC86-5C33-2B43-EF6218BBEA01}"/>
                    </a:ext>
                  </a:extLst>
                </p:cNvPr>
                <p:cNvSpPr/>
                <p:nvPr/>
              </p:nvSpPr>
              <p:spPr>
                <a:xfrm>
                  <a:off x="2902139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1" name="pg3290">
                  <a:extLst>
                    <a:ext uri="{FF2B5EF4-FFF2-40B4-BE49-F238E27FC236}">
                      <a16:creationId xmlns:a16="http://schemas.microsoft.com/office/drawing/2014/main" id="{E5EF4A2B-C121-0A0A-F42B-71B6B525384A}"/>
                    </a:ext>
                  </a:extLst>
                </p:cNvPr>
                <p:cNvSpPr/>
                <p:nvPr/>
              </p:nvSpPr>
              <p:spPr>
                <a:xfrm>
                  <a:off x="2913777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2" name="pg3291">
                  <a:extLst>
                    <a:ext uri="{FF2B5EF4-FFF2-40B4-BE49-F238E27FC236}">
                      <a16:creationId xmlns:a16="http://schemas.microsoft.com/office/drawing/2014/main" id="{DD8CDCD6-DCEE-16D9-7AC1-D4C7DD912BD1}"/>
                    </a:ext>
                  </a:extLst>
                </p:cNvPr>
                <p:cNvSpPr/>
                <p:nvPr/>
              </p:nvSpPr>
              <p:spPr>
                <a:xfrm>
                  <a:off x="2925414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3" name="pg3292">
                  <a:extLst>
                    <a:ext uri="{FF2B5EF4-FFF2-40B4-BE49-F238E27FC236}">
                      <a16:creationId xmlns:a16="http://schemas.microsoft.com/office/drawing/2014/main" id="{CC273CD2-CBFE-40D3-C889-BFECF86C3DE7}"/>
                    </a:ext>
                  </a:extLst>
                </p:cNvPr>
                <p:cNvSpPr/>
                <p:nvPr/>
              </p:nvSpPr>
              <p:spPr>
                <a:xfrm>
                  <a:off x="2937051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4" name="pg3293">
                  <a:extLst>
                    <a:ext uri="{FF2B5EF4-FFF2-40B4-BE49-F238E27FC236}">
                      <a16:creationId xmlns:a16="http://schemas.microsoft.com/office/drawing/2014/main" id="{4D528C90-0EC2-9894-4FCE-F6D78502B4A5}"/>
                    </a:ext>
                  </a:extLst>
                </p:cNvPr>
                <p:cNvSpPr/>
                <p:nvPr/>
              </p:nvSpPr>
              <p:spPr>
                <a:xfrm>
                  <a:off x="2948689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2AA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5" name="pg3294">
                  <a:extLst>
                    <a:ext uri="{FF2B5EF4-FFF2-40B4-BE49-F238E27FC236}">
                      <a16:creationId xmlns:a16="http://schemas.microsoft.com/office/drawing/2014/main" id="{B45E37C4-9F4E-C324-A1A0-30B5659187B2}"/>
                    </a:ext>
                  </a:extLst>
                </p:cNvPr>
                <p:cNvSpPr/>
                <p:nvPr/>
              </p:nvSpPr>
              <p:spPr>
                <a:xfrm>
                  <a:off x="2960326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6" name="pg3295">
                  <a:extLst>
                    <a:ext uri="{FF2B5EF4-FFF2-40B4-BE49-F238E27FC236}">
                      <a16:creationId xmlns:a16="http://schemas.microsoft.com/office/drawing/2014/main" id="{7EF53C22-ACD7-3C44-E87A-E88EEA555683}"/>
                    </a:ext>
                  </a:extLst>
                </p:cNvPr>
                <p:cNvSpPr/>
                <p:nvPr/>
              </p:nvSpPr>
              <p:spPr>
                <a:xfrm>
                  <a:off x="2971963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7" name="pg3296">
                  <a:extLst>
                    <a:ext uri="{FF2B5EF4-FFF2-40B4-BE49-F238E27FC236}">
                      <a16:creationId xmlns:a16="http://schemas.microsoft.com/office/drawing/2014/main" id="{EB7D1EA5-6A6B-F6C0-93B2-7FF139FBE140}"/>
                    </a:ext>
                  </a:extLst>
                </p:cNvPr>
                <p:cNvSpPr/>
                <p:nvPr/>
              </p:nvSpPr>
              <p:spPr>
                <a:xfrm>
                  <a:off x="2983601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8" name="pg3297">
                  <a:extLst>
                    <a:ext uri="{FF2B5EF4-FFF2-40B4-BE49-F238E27FC236}">
                      <a16:creationId xmlns:a16="http://schemas.microsoft.com/office/drawing/2014/main" id="{12D0FD31-B27B-3D1D-5A1F-B487755B682F}"/>
                    </a:ext>
                  </a:extLst>
                </p:cNvPr>
                <p:cNvSpPr/>
                <p:nvPr/>
              </p:nvSpPr>
              <p:spPr>
                <a:xfrm>
                  <a:off x="4403355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699" name="pg3298">
                  <a:extLst>
                    <a:ext uri="{FF2B5EF4-FFF2-40B4-BE49-F238E27FC236}">
                      <a16:creationId xmlns:a16="http://schemas.microsoft.com/office/drawing/2014/main" id="{BEB665B4-CA69-D04A-B6A3-5FB35DD50929}"/>
                    </a:ext>
                  </a:extLst>
                </p:cNvPr>
                <p:cNvSpPr/>
                <p:nvPr/>
              </p:nvSpPr>
              <p:spPr>
                <a:xfrm>
                  <a:off x="4414992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0" name="pg3299">
                  <a:extLst>
                    <a:ext uri="{FF2B5EF4-FFF2-40B4-BE49-F238E27FC236}">
                      <a16:creationId xmlns:a16="http://schemas.microsoft.com/office/drawing/2014/main" id="{BF9AB2EA-B4EF-13A4-EC68-8397530A0CBD}"/>
                    </a:ext>
                  </a:extLst>
                </p:cNvPr>
                <p:cNvSpPr/>
                <p:nvPr/>
              </p:nvSpPr>
              <p:spPr>
                <a:xfrm>
                  <a:off x="4426630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1" name="pg3300">
                  <a:extLst>
                    <a:ext uri="{FF2B5EF4-FFF2-40B4-BE49-F238E27FC236}">
                      <a16:creationId xmlns:a16="http://schemas.microsoft.com/office/drawing/2014/main" id="{B34750F2-7321-C5B2-94AF-C4A19F8DDBE5}"/>
                    </a:ext>
                  </a:extLst>
                </p:cNvPr>
                <p:cNvSpPr/>
                <p:nvPr/>
              </p:nvSpPr>
              <p:spPr>
                <a:xfrm>
                  <a:off x="4438267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2" name="pg3301">
                  <a:extLst>
                    <a:ext uri="{FF2B5EF4-FFF2-40B4-BE49-F238E27FC236}">
                      <a16:creationId xmlns:a16="http://schemas.microsoft.com/office/drawing/2014/main" id="{9DF54FA3-D74C-AE63-4A02-2C5717CDF51A}"/>
                    </a:ext>
                  </a:extLst>
                </p:cNvPr>
                <p:cNvSpPr/>
                <p:nvPr/>
              </p:nvSpPr>
              <p:spPr>
                <a:xfrm>
                  <a:off x="4449904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3" name="pg3302">
                  <a:extLst>
                    <a:ext uri="{FF2B5EF4-FFF2-40B4-BE49-F238E27FC236}">
                      <a16:creationId xmlns:a16="http://schemas.microsoft.com/office/drawing/2014/main" id="{D07BF2B2-D891-EC10-6502-9D02172AB7FD}"/>
                    </a:ext>
                  </a:extLst>
                </p:cNvPr>
                <p:cNvSpPr/>
                <p:nvPr/>
              </p:nvSpPr>
              <p:spPr>
                <a:xfrm>
                  <a:off x="4624464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4" name="pg3303">
                  <a:extLst>
                    <a:ext uri="{FF2B5EF4-FFF2-40B4-BE49-F238E27FC236}">
                      <a16:creationId xmlns:a16="http://schemas.microsoft.com/office/drawing/2014/main" id="{EF754A7F-A8EB-C45F-3736-598729C8CEFD}"/>
                    </a:ext>
                  </a:extLst>
                </p:cNvPr>
                <p:cNvSpPr/>
                <p:nvPr/>
              </p:nvSpPr>
              <p:spPr>
                <a:xfrm>
                  <a:off x="4636101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5" name="pg3304">
                  <a:extLst>
                    <a:ext uri="{FF2B5EF4-FFF2-40B4-BE49-F238E27FC236}">
                      <a16:creationId xmlns:a16="http://schemas.microsoft.com/office/drawing/2014/main" id="{3C982C66-AC77-C3DE-99A7-563F37BFC18C}"/>
                    </a:ext>
                  </a:extLst>
                </p:cNvPr>
                <p:cNvSpPr/>
                <p:nvPr/>
              </p:nvSpPr>
              <p:spPr>
                <a:xfrm>
                  <a:off x="4647739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6" name="pg3305">
                  <a:extLst>
                    <a:ext uri="{FF2B5EF4-FFF2-40B4-BE49-F238E27FC236}">
                      <a16:creationId xmlns:a16="http://schemas.microsoft.com/office/drawing/2014/main" id="{8321AA22-FE73-8CD8-D7ED-7EA63E7D0894}"/>
                    </a:ext>
                  </a:extLst>
                </p:cNvPr>
                <p:cNvSpPr/>
                <p:nvPr/>
              </p:nvSpPr>
              <p:spPr>
                <a:xfrm>
                  <a:off x="4659376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7" name="pg3306">
                  <a:extLst>
                    <a:ext uri="{FF2B5EF4-FFF2-40B4-BE49-F238E27FC236}">
                      <a16:creationId xmlns:a16="http://schemas.microsoft.com/office/drawing/2014/main" id="{831EA39B-CF70-D548-815A-58F6F493F26D}"/>
                    </a:ext>
                  </a:extLst>
                </p:cNvPr>
                <p:cNvSpPr/>
                <p:nvPr/>
              </p:nvSpPr>
              <p:spPr>
                <a:xfrm>
                  <a:off x="4671013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8" name="pg3307">
                  <a:extLst>
                    <a:ext uri="{FF2B5EF4-FFF2-40B4-BE49-F238E27FC236}">
                      <a16:creationId xmlns:a16="http://schemas.microsoft.com/office/drawing/2014/main" id="{6EAFB8B3-6500-EFA7-C4BF-9547821E5FBC}"/>
                    </a:ext>
                  </a:extLst>
                </p:cNvPr>
                <p:cNvSpPr/>
                <p:nvPr/>
              </p:nvSpPr>
              <p:spPr>
                <a:xfrm>
                  <a:off x="4682651" y="498160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09" name="pg3308">
                  <a:extLst>
                    <a:ext uri="{FF2B5EF4-FFF2-40B4-BE49-F238E27FC236}">
                      <a16:creationId xmlns:a16="http://schemas.microsoft.com/office/drawing/2014/main" id="{FFCAA1D4-4FA1-FED7-9264-FDA1CD63A852}"/>
                    </a:ext>
                  </a:extLst>
                </p:cNvPr>
                <p:cNvSpPr/>
                <p:nvPr/>
              </p:nvSpPr>
              <p:spPr>
                <a:xfrm>
                  <a:off x="2878865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0" name="pg3309">
                  <a:extLst>
                    <a:ext uri="{FF2B5EF4-FFF2-40B4-BE49-F238E27FC236}">
                      <a16:creationId xmlns:a16="http://schemas.microsoft.com/office/drawing/2014/main" id="{FB79471D-0AE5-1598-315E-E281127A1DDC}"/>
                    </a:ext>
                  </a:extLst>
                </p:cNvPr>
                <p:cNvSpPr/>
                <p:nvPr/>
              </p:nvSpPr>
              <p:spPr>
                <a:xfrm>
                  <a:off x="2890502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1" name="pg3310">
                  <a:extLst>
                    <a:ext uri="{FF2B5EF4-FFF2-40B4-BE49-F238E27FC236}">
                      <a16:creationId xmlns:a16="http://schemas.microsoft.com/office/drawing/2014/main" id="{D9155EAF-EDC6-C84E-EAF9-A49C30A5E2B0}"/>
                    </a:ext>
                  </a:extLst>
                </p:cNvPr>
                <p:cNvSpPr/>
                <p:nvPr/>
              </p:nvSpPr>
              <p:spPr>
                <a:xfrm>
                  <a:off x="2902139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2" name="pg3311">
                  <a:extLst>
                    <a:ext uri="{FF2B5EF4-FFF2-40B4-BE49-F238E27FC236}">
                      <a16:creationId xmlns:a16="http://schemas.microsoft.com/office/drawing/2014/main" id="{532E4A17-F424-0BE9-46BF-76E2530FD449}"/>
                    </a:ext>
                  </a:extLst>
                </p:cNvPr>
                <p:cNvSpPr/>
                <p:nvPr/>
              </p:nvSpPr>
              <p:spPr>
                <a:xfrm>
                  <a:off x="2913777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3" name="pg3312">
                  <a:extLst>
                    <a:ext uri="{FF2B5EF4-FFF2-40B4-BE49-F238E27FC236}">
                      <a16:creationId xmlns:a16="http://schemas.microsoft.com/office/drawing/2014/main" id="{29D7B9E4-F8FD-BD00-F0AE-07C0579CBD45}"/>
                    </a:ext>
                  </a:extLst>
                </p:cNvPr>
                <p:cNvSpPr/>
                <p:nvPr/>
              </p:nvSpPr>
              <p:spPr>
                <a:xfrm>
                  <a:off x="2925414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4" name="pg3313">
                  <a:extLst>
                    <a:ext uri="{FF2B5EF4-FFF2-40B4-BE49-F238E27FC236}">
                      <a16:creationId xmlns:a16="http://schemas.microsoft.com/office/drawing/2014/main" id="{38BF9BDC-FA14-9862-605F-C801CFBEDBAE}"/>
                    </a:ext>
                  </a:extLst>
                </p:cNvPr>
                <p:cNvSpPr/>
                <p:nvPr/>
              </p:nvSpPr>
              <p:spPr>
                <a:xfrm>
                  <a:off x="2937051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5" name="pg3314">
                  <a:extLst>
                    <a:ext uri="{FF2B5EF4-FFF2-40B4-BE49-F238E27FC236}">
                      <a16:creationId xmlns:a16="http://schemas.microsoft.com/office/drawing/2014/main" id="{A1FF7B7B-B6CF-7E57-BBFE-EC0379CFF048}"/>
                    </a:ext>
                  </a:extLst>
                </p:cNvPr>
                <p:cNvSpPr/>
                <p:nvPr/>
              </p:nvSpPr>
              <p:spPr>
                <a:xfrm>
                  <a:off x="2948689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6" name="pg3315">
                  <a:extLst>
                    <a:ext uri="{FF2B5EF4-FFF2-40B4-BE49-F238E27FC236}">
                      <a16:creationId xmlns:a16="http://schemas.microsoft.com/office/drawing/2014/main" id="{4DA70374-2EEF-A301-DE4B-0ECA8368DE1A}"/>
                    </a:ext>
                  </a:extLst>
                </p:cNvPr>
                <p:cNvSpPr/>
                <p:nvPr/>
              </p:nvSpPr>
              <p:spPr>
                <a:xfrm>
                  <a:off x="2960326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6AA">
                    <a:alpha val="100000"/>
                  </a:srgbClr>
                </a:solidFill>
                <a:ln w="5420" cap="flat">
                  <a:solidFill>
                    <a:srgbClr val="42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7" name="pg3316">
                  <a:extLst>
                    <a:ext uri="{FF2B5EF4-FFF2-40B4-BE49-F238E27FC236}">
                      <a16:creationId xmlns:a16="http://schemas.microsoft.com/office/drawing/2014/main" id="{D4E4651D-16CB-4024-0757-2304542E3D7B}"/>
                    </a:ext>
                  </a:extLst>
                </p:cNvPr>
                <p:cNvSpPr/>
                <p:nvPr/>
              </p:nvSpPr>
              <p:spPr>
                <a:xfrm>
                  <a:off x="4403355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8" name="pg3317">
                  <a:extLst>
                    <a:ext uri="{FF2B5EF4-FFF2-40B4-BE49-F238E27FC236}">
                      <a16:creationId xmlns:a16="http://schemas.microsoft.com/office/drawing/2014/main" id="{A4E04126-2A26-D42D-DD0D-A99FE3CEB1D3}"/>
                    </a:ext>
                  </a:extLst>
                </p:cNvPr>
                <p:cNvSpPr/>
                <p:nvPr/>
              </p:nvSpPr>
              <p:spPr>
                <a:xfrm>
                  <a:off x="4414992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19" name="pg3318">
                  <a:extLst>
                    <a:ext uri="{FF2B5EF4-FFF2-40B4-BE49-F238E27FC236}">
                      <a16:creationId xmlns:a16="http://schemas.microsoft.com/office/drawing/2014/main" id="{319D4545-DC61-24CD-2667-CFA03B6BE130}"/>
                    </a:ext>
                  </a:extLst>
                </p:cNvPr>
                <p:cNvSpPr/>
                <p:nvPr/>
              </p:nvSpPr>
              <p:spPr>
                <a:xfrm>
                  <a:off x="4426630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0" name="pg3319">
                  <a:extLst>
                    <a:ext uri="{FF2B5EF4-FFF2-40B4-BE49-F238E27FC236}">
                      <a16:creationId xmlns:a16="http://schemas.microsoft.com/office/drawing/2014/main" id="{2449AF38-D630-9C93-D01B-CE99BE2DE8D1}"/>
                    </a:ext>
                  </a:extLst>
                </p:cNvPr>
                <p:cNvSpPr/>
                <p:nvPr/>
              </p:nvSpPr>
              <p:spPr>
                <a:xfrm>
                  <a:off x="4438267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1" name="pg3320">
                  <a:extLst>
                    <a:ext uri="{FF2B5EF4-FFF2-40B4-BE49-F238E27FC236}">
                      <a16:creationId xmlns:a16="http://schemas.microsoft.com/office/drawing/2014/main" id="{2847FF76-351E-FC90-4F69-85DF3A045E36}"/>
                    </a:ext>
                  </a:extLst>
                </p:cNvPr>
                <p:cNvSpPr/>
                <p:nvPr/>
              </p:nvSpPr>
              <p:spPr>
                <a:xfrm>
                  <a:off x="4449904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8A9">
                    <a:alpha val="100000"/>
                  </a:srgbClr>
                </a:solidFill>
                <a:ln w="5420" cap="flat">
                  <a:solidFill>
                    <a:srgbClr val="36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2" name="pg3321">
                  <a:extLst>
                    <a:ext uri="{FF2B5EF4-FFF2-40B4-BE49-F238E27FC236}">
                      <a16:creationId xmlns:a16="http://schemas.microsoft.com/office/drawing/2014/main" id="{A7446015-5CC9-1727-9D15-8CAA432538F7}"/>
                    </a:ext>
                  </a:extLst>
                </p:cNvPr>
                <p:cNvSpPr/>
                <p:nvPr/>
              </p:nvSpPr>
              <p:spPr>
                <a:xfrm>
                  <a:off x="4461542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3" name="pg3322">
                  <a:extLst>
                    <a:ext uri="{FF2B5EF4-FFF2-40B4-BE49-F238E27FC236}">
                      <a16:creationId xmlns:a16="http://schemas.microsoft.com/office/drawing/2014/main" id="{4C9CC838-D3D0-B526-79EC-8F838FFEBC16}"/>
                    </a:ext>
                  </a:extLst>
                </p:cNvPr>
                <p:cNvSpPr/>
                <p:nvPr/>
              </p:nvSpPr>
              <p:spPr>
                <a:xfrm>
                  <a:off x="4473179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4" name="pg3323">
                  <a:extLst>
                    <a:ext uri="{FF2B5EF4-FFF2-40B4-BE49-F238E27FC236}">
                      <a16:creationId xmlns:a16="http://schemas.microsoft.com/office/drawing/2014/main" id="{EFF2B226-C441-CF91-139F-0D653DC7FF2B}"/>
                    </a:ext>
                  </a:extLst>
                </p:cNvPr>
                <p:cNvSpPr/>
                <p:nvPr/>
              </p:nvSpPr>
              <p:spPr>
                <a:xfrm>
                  <a:off x="4636101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5" name="pg3324">
                  <a:extLst>
                    <a:ext uri="{FF2B5EF4-FFF2-40B4-BE49-F238E27FC236}">
                      <a16:creationId xmlns:a16="http://schemas.microsoft.com/office/drawing/2014/main" id="{9144914D-6CF0-E139-50E5-D26D9FA54D83}"/>
                    </a:ext>
                  </a:extLst>
                </p:cNvPr>
                <p:cNvSpPr/>
                <p:nvPr/>
              </p:nvSpPr>
              <p:spPr>
                <a:xfrm>
                  <a:off x="4647739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6" name="pg3325">
                  <a:extLst>
                    <a:ext uri="{FF2B5EF4-FFF2-40B4-BE49-F238E27FC236}">
                      <a16:creationId xmlns:a16="http://schemas.microsoft.com/office/drawing/2014/main" id="{D6C0BE61-DA7F-BFA0-13E8-A02EC73ACD62}"/>
                    </a:ext>
                  </a:extLst>
                </p:cNvPr>
                <p:cNvSpPr/>
                <p:nvPr/>
              </p:nvSpPr>
              <p:spPr>
                <a:xfrm>
                  <a:off x="4659376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8FA7">
                    <a:alpha val="100000"/>
                  </a:srgbClr>
                </a:solidFill>
                <a:ln w="5420" cap="flat">
                  <a:solidFill>
                    <a:srgbClr val="36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7" name="pg3326">
                  <a:extLst>
                    <a:ext uri="{FF2B5EF4-FFF2-40B4-BE49-F238E27FC236}">
                      <a16:creationId xmlns:a16="http://schemas.microsoft.com/office/drawing/2014/main" id="{C50AB6D0-B3E5-6D62-7BBB-E6FDCA155D1D}"/>
                    </a:ext>
                  </a:extLst>
                </p:cNvPr>
                <p:cNvSpPr/>
                <p:nvPr/>
              </p:nvSpPr>
              <p:spPr>
                <a:xfrm>
                  <a:off x="4671013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8" name="pg3327">
                  <a:extLst>
                    <a:ext uri="{FF2B5EF4-FFF2-40B4-BE49-F238E27FC236}">
                      <a16:creationId xmlns:a16="http://schemas.microsoft.com/office/drawing/2014/main" id="{0A6D6103-B039-A863-ADF4-80F8E2D80F94}"/>
                    </a:ext>
                  </a:extLst>
                </p:cNvPr>
                <p:cNvSpPr/>
                <p:nvPr/>
              </p:nvSpPr>
              <p:spPr>
                <a:xfrm>
                  <a:off x="4682651" y="499590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29" name="pg3328">
                  <a:extLst>
                    <a:ext uri="{FF2B5EF4-FFF2-40B4-BE49-F238E27FC236}">
                      <a16:creationId xmlns:a16="http://schemas.microsoft.com/office/drawing/2014/main" id="{4BDE837E-5DA5-4588-B2CA-B59D32DF4E59}"/>
                    </a:ext>
                  </a:extLst>
                </p:cNvPr>
                <p:cNvSpPr/>
                <p:nvPr/>
              </p:nvSpPr>
              <p:spPr>
                <a:xfrm>
                  <a:off x="2867227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0" name="pg3329">
                  <a:extLst>
                    <a:ext uri="{FF2B5EF4-FFF2-40B4-BE49-F238E27FC236}">
                      <a16:creationId xmlns:a16="http://schemas.microsoft.com/office/drawing/2014/main" id="{3D70AA1A-E7B1-0BC2-2F75-2D7B69E3EDB3}"/>
                    </a:ext>
                  </a:extLst>
                </p:cNvPr>
                <p:cNvSpPr/>
                <p:nvPr/>
              </p:nvSpPr>
              <p:spPr>
                <a:xfrm>
                  <a:off x="2878865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1" name="pg3330">
                  <a:extLst>
                    <a:ext uri="{FF2B5EF4-FFF2-40B4-BE49-F238E27FC236}">
                      <a16:creationId xmlns:a16="http://schemas.microsoft.com/office/drawing/2014/main" id="{BFF4C408-12E4-0A1A-01C4-202480A12959}"/>
                    </a:ext>
                  </a:extLst>
                </p:cNvPr>
                <p:cNvSpPr/>
                <p:nvPr/>
              </p:nvSpPr>
              <p:spPr>
                <a:xfrm>
                  <a:off x="2890502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2" name="pg3331">
                  <a:extLst>
                    <a:ext uri="{FF2B5EF4-FFF2-40B4-BE49-F238E27FC236}">
                      <a16:creationId xmlns:a16="http://schemas.microsoft.com/office/drawing/2014/main" id="{8ECC2E8C-A4BB-8919-0F47-B45A0EABD197}"/>
                    </a:ext>
                  </a:extLst>
                </p:cNvPr>
                <p:cNvSpPr/>
                <p:nvPr/>
              </p:nvSpPr>
              <p:spPr>
                <a:xfrm>
                  <a:off x="2902139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6A9">
                    <a:alpha val="100000"/>
                  </a:srgbClr>
                </a:solidFill>
                <a:ln w="5420" cap="flat">
                  <a:solidFill>
                    <a:srgbClr val="35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3" name="pg3332">
                  <a:extLst>
                    <a:ext uri="{FF2B5EF4-FFF2-40B4-BE49-F238E27FC236}">
                      <a16:creationId xmlns:a16="http://schemas.microsoft.com/office/drawing/2014/main" id="{BF952AF9-6341-9E28-3984-1E74E1AD52F5}"/>
                    </a:ext>
                  </a:extLst>
                </p:cNvPr>
                <p:cNvSpPr/>
                <p:nvPr/>
              </p:nvSpPr>
              <p:spPr>
                <a:xfrm>
                  <a:off x="2913777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4" name="pg3333">
                  <a:extLst>
                    <a:ext uri="{FF2B5EF4-FFF2-40B4-BE49-F238E27FC236}">
                      <a16:creationId xmlns:a16="http://schemas.microsoft.com/office/drawing/2014/main" id="{6F865367-DC03-59ED-F61A-B94BDDCADD14}"/>
                    </a:ext>
                  </a:extLst>
                </p:cNvPr>
                <p:cNvSpPr/>
                <p:nvPr/>
              </p:nvSpPr>
              <p:spPr>
                <a:xfrm>
                  <a:off x="2925414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5" name="pg3334">
                  <a:extLst>
                    <a:ext uri="{FF2B5EF4-FFF2-40B4-BE49-F238E27FC236}">
                      <a16:creationId xmlns:a16="http://schemas.microsoft.com/office/drawing/2014/main" id="{C7283CF0-09B5-E6DE-81BC-E4CFE7240728}"/>
                    </a:ext>
                  </a:extLst>
                </p:cNvPr>
                <p:cNvSpPr/>
                <p:nvPr/>
              </p:nvSpPr>
              <p:spPr>
                <a:xfrm>
                  <a:off x="2937051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6" name="pg3335">
                  <a:extLst>
                    <a:ext uri="{FF2B5EF4-FFF2-40B4-BE49-F238E27FC236}">
                      <a16:creationId xmlns:a16="http://schemas.microsoft.com/office/drawing/2014/main" id="{8A6C5D94-3F8E-1B9F-4080-009DC66BD5D8}"/>
                    </a:ext>
                  </a:extLst>
                </p:cNvPr>
                <p:cNvSpPr/>
                <p:nvPr/>
              </p:nvSpPr>
              <p:spPr>
                <a:xfrm>
                  <a:off x="2948689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3D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7" name="pg3336">
                  <a:extLst>
                    <a:ext uri="{FF2B5EF4-FFF2-40B4-BE49-F238E27FC236}">
                      <a16:creationId xmlns:a16="http://schemas.microsoft.com/office/drawing/2014/main" id="{E0D07D16-3305-D2E1-63F1-83A53E2B3E9E}"/>
                    </a:ext>
                  </a:extLst>
                </p:cNvPr>
                <p:cNvSpPr/>
                <p:nvPr/>
              </p:nvSpPr>
              <p:spPr>
                <a:xfrm>
                  <a:off x="4403355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8" name="pg3337">
                  <a:extLst>
                    <a:ext uri="{FF2B5EF4-FFF2-40B4-BE49-F238E27FC236}">
                      <a16:creationId xmlns:a16="http://schemas.microsoft.com/office/drawing/2014/main" id="{FD05BED8-C61B-FB06-BFB6-DE2ED9FB54D5}"/>
                    </a:ext>
                  </a:extLst>
                </p:cNvPr>
                <p:cNvSpPr/>
                <p:nvPr/>
              </p:nvSpPr>
              <p:spPr>
                <a:xfrm>
                  <a:off x="4414992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39" name="pg3338">
                  <a:extLst>
                    <a:ext uri="{FF2B5EF4-FFF2-40B4-BE49-F238E27FC236}">
                      <a16:creationId xmlns:a16="http://schemas.microsoft.com/office/drawing/2014/main" id="{9691DF8C-9E3B-932D-4BBC-1F2D2AF0445C}"/>
                    </a:ext>
                  </a:extLst>
                </p:cNvPr>
                <p:cNvSpPr/>
                <p:nvPr/>
              </p:nvSpPr>
              <p:spPr>
                <a:xfrm>
                  <a:off x="4426630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0" name="pg3339">
                  <a:extLst>
                    <a:ext uri="{FF2B5EF4-FFF2-40B4-BE49-F238E27FC236}">
                      <a16:creationId xmlns:a16="http://schemas.microsoft.com/office/drawing/2014/main" id="{F151272B-0443-1150-D965-4C494811CC62}"/>
                    </a:ext>
                  </a:extLst>
                </p:cNvPr>
                <p:cNvSpPr/>
                <p:nvPr/>
              </p:nvSpPr>
              <p:spPr>
                <a:xfrm>
                  <a:off x="4438267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1" name="pg3340">
                  <a:extLst>
                    <a:ext uri="{FF2B5EF4-FFF2-40B4-BE49-F238E27FC236}">
                      <a16:creationId xmlns:a16="http://schemas.microsoft.com/office/drawing/2014/main" id="{C4965EB6-75CF-3AB7-7B09-93577384E40F}"/>
                    </a:ext>
                  </a:extLst>
                </p:cNvPr>
                <p:cNvSpPr/>
                <p:nvPr/>
              </p:nvSpPr>
              <p:spPr>
                <a:xfrm>
                  <a:off x="4449904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2" name="pg3341">
                  <a:extLst>
                    <a:ext uri="{FF2B5EF4-FFF2-40B4-BE49-F238E27FC236}">
                      <a16:creationId xmlns:a16="http://schemas.microsoft.com/office/drawing/2014/main" id="{94D1C6C1-E0F3-F5C1-568E-FEDEEDB38BA4}"/>
                    </a:ext>
                  </a:extLst>
                </p:cNvPr>
                <p:cNvSpPr/>
                <p:nvPr/>
              </p:nvSpPr>
              <p:spPr>
                <a:xfrm>
                  <a:off x="4461542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3" name="pg3342">
                  <a:extLst>
                    <a:ext uri="{FF2B5EF4-FFF2-40B4-BE49-F238E27FC236}">
                      <a16:creationId xmlns:a16="http://schemas.microsoft.com/office/drawing/2014/main" id="{400889C6-97EB-6D90-E44F-1E03A5390B5D}"/>
                    </a:ext>
                  </a:extLst>
                </p:cNvPr>
                <p:cNvSpPr/>
                <p:nvPr/>
              </p:nvSpPr>
              <p:spPr>
                <a:xfrm>
                  <a:off x="4473179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4" name="pg3343">
                  <a:extLst>
                    <a:ext uri="{FF2B5EF4-FFF2-40B4-BE49-F238E27FC236}">
                      <a16:creationId xmlns:a16="http://schemas.microsoft.com/office/drawing/2014/main" id="{E843C349-D20E-BACC-3B31-F4EE815D32BF}"/>
                    </a:ext>
                  </a:extLst>
                </p:cNvPr>
                <p:cNvSpPr/>
                <p:nvPr/>
              </p:nvSpPr>
              <p:spPr>
                <a:xfrm>
                  <a:off x="4484816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5" name="pg3344">
                  <a:extLst>
                    <a:ext uri="{FF2B5EF4-FFF2-40B4-BE49-F238E27FC236}">
                      <a16:creationId xmlns:a16="http://schemas.microsoft.com/office/drawing/2014/main" id="{5DBE0857-63FF-5525-A213-78C9538BDA5D}"/>
                    </a:ext>
                  </a:extLst>
                </p:cNvPr>
                <p:cNvSpPr/>
                <p:nvPr/>
              </p:nvSpPr>
              <p:spPr>
                <a:xfrm>
                  <a:off x="4636101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6" name="pg3345">
                  <a:extLst>
                    <a:ext uri="{FF2B5EF4-FFF2-40B4-BE49-F238E27FC236}">
                      <a16:creationId xmlns:a16="http://schemas.microsoft.com/office/drawing/2014/main" id="{0B747892-8640-B0AC-2389-1E6A5BB9B255}"/>
                    </a:ext>
                  </a:extLst>
                </p:cNvPr>
                <p:cNvSpPr/>
                <p:nvPr/>
              </p:nvSpPr>
              <p:spPr>
                <a:xfrm>
                  <a:off x="4647739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7" name="pg3346">
                  <a:extLst>
                    <a:ext uri="{FF2B5EF4-FFF2-40B4-BE49-F238E27FC236}">
                      <a16:creationId xmlns:a16="http://schemas.microsoft.com/office/drawing/2014/main" id="{46A28DCA-3804-8012-4F03-1FB7575C98D2}"/>
                    </a:ext>
                  </a:extLst>
                </p:cNvPr>
                <p:cNvSpPr/>
                <p:nvPr/>
              </p:nvSpPr>
              <p:spPr>
                <a:xfrm>
                  <a:off x="4659376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8" name="pg3347">
                  <a:extLst>
                    <a:ext uri="{FF2B5EF4-FFF2-40B4-BE49-F238E27FC236}">
                      <a16:creationId xmlns:a16="http://schemas.microsoft.com/office/drawing/2014/main" id="{3A35B1A2-1D27-0B85-5D69-E3DD50428590}"/>
                    </a:ext>
                  </a:extLst>
                </p:cNvPr>
                <p:cNvSpPr/>
                <p:nvPr/>
              </p:nvSpPr>
              <p:spPr>
                <a:xfrm>
                  <a:off x="4671013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49" name="pg3348">
                  <a:extLst>
                    <a:ext uri="{FF2B5EF4-FFF2-40B4-BE49-F238E27FC236}">
                      <a16:creationId xmlns:a16="http://schemas.microsoft.com/office/drawing/2014/main" id="{B15B54E6-0EAD-7007-5AD1-B7268329BB50}"/>
                    </a:ext>
                  </a:extLst>
                </p:cNvPr>
                <p:cNvSpPr/>
                <p:nvPr/>
              </p:nvSpPr>
              <p:spPr>
                <a:xfrm>
                  <a:off x="4682651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0" name="pg3349">
                  <a:extLst>
                    <a:ext uri="{FF2B5EF4-FFF2-40B4-BE49-F238E27FC236}">
                      <a16:creationId xmlns:a16="http://schemas.microsoft.com/office/drawing/2014/main" id="{9659433B-EBE0-E4E7-038B-F82B7907E068}"/>
                    </a:ext>
                  </a:extLst>
                </p:cNvPr>
                <p:cNvSpPr/>
                <p:nvPr/>
              </p:nvSpPr>
              <p:spPr>
                <a:xfrm>
                  <a:off x="4694288" y="50102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1" name="pg3350">
                  <a:extLst>
                    <a:ext uri="{FF2B5EF4-FFF2-40B4-BE49-F238E27FC236}">
                      <a16:creationId xmlns:a16="http://schemas.microsoft.com/office/drawing/2014/main" id="{52EA232C-9AE4-1CD3-AB0F-1060E6B8CD89}"/>
                    </a:ext>
                  </a:extLst>
                </p:cNvPr>
                <p:cNvSpPr/>
                <p:nvPr/>
              </p:nvSpPr>
              <p:spPr>
                <a:xfrm>
                  <a:off x="2855590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2" name="pg3351">
                  <a:extLst>
                    <a:ext uri="{FF2B5EF4-FFF2-40B4-BE49-F238E27FC236}">
                      <a16:creationId xmlns:a16="http://schemas.microsoft.com/office/drawing/2014/main" id="{6ABD308A-BE1A-994F-08C9-93668C112B14}"/>
                    </a:ext>
                  </a:extLst>
                </p:cNvPr>
                <p:cNvSpPr/>
                <p:nvPr/>
              </p:nvSpPr>
              <p:spPr>
                <a:xfrm>
                  <a:off x="2867227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3" name="pg3352">
                  <a:extLst>
                    <a:ext uri="{FF2B5EF4-FFF2-40B4-BE49-F238E27FC236}">
                      <a16:creationId xmlns:a16="http://schemas.microsoft.com/office/drawing/2014/main" id="{059BD090-C403-AB27-C89B-BE6236590BC1}"/>
                    </a:ext>
                  </a:extLst>
                </p:cNvPr>
                <p:cNvSpPr/>
                <p:nvPr/>
              </p:nvSpPr>
              <p:spPr>
                <a:xfrm>
                  <a:off x="2878865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4" name="pg3353">
                  <a:extLst>
                    <a:ext uri="{FF2B5EF4-FFF2-40B4-BE49-F238E27FC236}">
                      <a16:creationId xmlns:a16="http://schemas.microsoft.com/office/drawing/2014/main" id="{D83CCCD2-08CB-E11A-130E-5923C1206090}"/>
                    </a:ext>
                  </a:extLst>
                </p:cNvPr>
                <p:cNvSpPr/>
                <p:nvPr/>
              </p:nvSpPr>
              <p:spPr>
                <a:xfrm>
                  <a:off x="2890502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7A9">
                    <a:alpha val="100000"/>
                  </a:srgbClr>
                </a:solidFill>
                <a:ln w="5420" cap="flat">
                  <a:solidFill>
                    <a:srgbClr val="35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5" name="pg3354">
                  <a:extLst>
                    <a:ext uri="{FF2B5EF4-FFF2-40B4-BE49-F238E27FC236}">
                      <a16:creationId xmlns:a16="http://schemas.microsoft.com/office/drawing/2014/main" id="{4ED854B1-D3F7-ED51-FA3B-B645614BFCD9}"/>
                    </a:ext>
                  </a:extLst>
                </p:cNvPr>
                <p:cNvSpPr/>
                <p:nvPr/>
              </p:nvSpPr>
              <p:spPr>
                <a:xfrm>
                  <a:off x="2902139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6" name="pg3355">
                  <a:extLst>
                    <a:ext uri="{FF2B5EF4-FFF2-40B4-BE49-F238E27FC236}">
                      <a16:creationId xmlns:a16="http://schemas.microsoft.com/office/drawing/2014/main" id="{4C4262CF-9418-F1B1-FE72-901E78DB971C}"/>
                    </a:ext>
                  </a:extLst>
                </p:cNvPr>
                <p:cNvSpPr/>
                <p:nvPr/>
              </p:nvSpPr>
              <p:spPr>
                <a:xfrm>
                  <a:off x="2913777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7" name="pg3356">
                  <a:extLst>
                    <a:ext uri="{FF2B5EF4-FFF2-40B4-BE49-F238E27FC236}">
                      <a16:creationId xmlns:a16="http://schemas.microsoft.com/office/drawing/2014/main" id="{EDA01E82-5B30-9434-7C3D-61DA0CDBF849}"/>
                    </a:ext>
                  </a:extLst>
                </p:cNvPr>
                <p:cNvSpPr/>
                <p:nvPr/>
              </p:nvSpPr>
              <p:spPr>
                <a:xfrm>
                  <a:off x="2925414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8" name="pg3357">
                  <a:extLst>
                    <a:ext uri="{FF2B5EF4-FFF2-40B4-BE49-F238E27FC236}">
                      <a16:creationId xmlns:a16="http://schemas.microsoft.com/office/drawing/2014/main" id="{4A3FA382-801D-F2CE-DB93-FAACDDEEA1AD}"/>
                    </a:ext>
                  </a:extLst>
                </p:cNvPr>
                <p:cNvSpPr/>
                <p:nvPr/>
              </p:nvSpPr>
              <p:spPr>
                <a:xfrm>
                  <a:off x="2937051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59" name="pg3358">
                  <a:extLst>
                    <a:ext uri="{FF2B5EF4-FFF2-40B4-BE49-F238E27FC236}">
                      <a16:creationId xmlns:a16="http://schemas.microsoft.com/office/drawing/2014/main" id="{F1142E0A-0BE3-608C-039A-50FB7F30AEAB}"/>
                    </a:ext>
                  </a:extLst>
                </p:cNvPr>
                <p:cNvSpPr/>
                <p:nvPr/>
              </p:nvSpPr>
              <p:spPr>
                <a:xfrm>
                  <a:off x="4403355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0" name="pg3359">
                  <a:extLst>
                    <a:ext uri="{FF2B5EF4-FFF2-40B4-BE49-F238E27FC236}">
                      <a16:creationId xmlns:a16="http://schemas.microsoft.com/office/drawing/2014/main" id="{5967B26E-8BA9-04FF-8817-5345990A41E3}"/>
                    </a:ext>
                  </a:extLst>
                </p:cNvPr>
                <p:cNvSpPr/>
                <p:nvPr/>
              </p:nvSpPr>
              <p:spPr>
                <a:xfrm>
                  <a:off x="4414992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1" name="pg3360">
                  <a:extLst>
                    <a:ext uri="{FF2B5EF4-FFF2-40B4-BE49-F238E27FC236}">
                      <a16:creationId xmlns:a16="http://schemas.microsoft.com/office/drawing/2014/main" id="{95FEDE8C-D69A-41CA-C745-655981C0BD6A}"/>
                    </a:ext>
                  </a:extLst>
                </p:cNvPr>
                <p:cNvSpPr/>
                <p:nvPr/>
              </p:nvSpPr>
              <p:spPr>
                <a:xfrm>
                  <a:off x="4426630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2" name="pg3361">
                  <a:extLst>
                    <a:ext uri="{FF2B5EF4-FFF2-40B4-BE49-F238E27FC236}">
                      <a16:creationId xmlns:a16="http://schemas.microsoft.com/office/drawing/2014/main" id="{E27710DC-F6EF-502B-76A8-F217333FE217}"/>
                    </a:ext>
                  </a:extLst>
                </p:cNvPr>
                <p:cNvSpPr/>
                <p:nvPr/>
              </p:nvSpPr>
              <p:spPr>
                <a:xfrm>
                  <a:off x="4438267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3" name="pg3362">
                  <a:extLst>
                    <a:ext uri="{FF2B5EF4-FFF2-40B4-BE49-F238E27FC236}">
                      <a16:creationId xmlns:a16="http://schemas.microsoft.com/office/drawing/2014/main" id="{48F34C62-6761-105E-C86A-2467F58D2755}"/>
                    </a:ext>
                  </a:extLst>
                </p:cNvPr>
                <p:cNvSpPr/>
                <p:nvPr/>
              </p:nvSpPr>
              <p:spPr>
                <a:xfrm>
                  <a:off x="4449904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4" name="pg3363">
                  <a:extLst>
                    <a:ext uri="{FF2B5EF4-FFF2-40B4-BE49-F238E27FC236}">
                      <a16:creationId xmlns:a16="http://schemas.microsoft.com/office/drawing/2014/main" id="{1CE16111-10CF-ECE0-1F40-2334B93C17F7}"/>
                    </a:ext>
                  </a:extLst>
                </p:cNvPr>
                <p:cNvSpPr/>
                <p:nvPr/>
              </p:nvSpPr>
              <p:spPr>
                <a:xfrm>
                  <a:off x="4461542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5" name="pg3364">
                  <a:extLst>
                    <a:ext uri="{FF2B5EF4-FFF2-40B4-BE49-F238E27FC236}">
                      <a16:creationId xmlns:a16="http://schemas.microsoft.com/office/drawing/2014/main" id="{62473332-7B46-F37A-C860-C1D90EAA4FCC}"/>
                    </a:ext>
                  </a:extLst>
                </p:cNvPr>
                <p:cNvSpPr/>
                <p:nvPr/>
              </p:nvSpPr>
              <p:spPr>
                <a:xfrm>
                  <a:off x="4473179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6" name="pg3365">
                  <a:extLst>
                    <a:ext uri="{FF2B5EF4-FFF2-40B4-BE49-F238E27FC236}">
                      <a16:creationId xmlns:a16="http://schemas.microsoft.com/office/drawing/2014/main" id="{559ECA53-3635-956A-0C15-DA5B6D27B969}"/>
                    </a:ext>
                  </a:extLst>
                </p:cNvPr>
                <p:cNvSpPr/>
                <p:nvPr/>
              </p:nvSpPr>
              <p:spPr>
                <a:xfrm>
                  <a:off x="4484816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7" name="pg3366">
                  <a:extLst>
                    <a:ext uri="{FF2B5EF4-FFF2-40B4-BE49-F238E27FC236}">
                      <a16:creationId xmlns:a16="http://schemas.microsoft.com/office/drawing/2014/main" id="{A6661123-3625-39CF-4811-17082489976C}"/>
                    </a:ext>
                  </a:extLst>
                </p:cNvPr>
                <p:cNvSpPr/>
                <p:nvPr/>
              </p:nvSpPr>
              <p:spPr>
                <a:xfrm>
                  <a:off x="4647739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8" name="pg3367">
                  <a:extLst>
                    <a:ext uri="{FF2B5EF4-FFF2-40B4-BE49-F238E27FC236}">
                      <a16:creationId xmlns:a16="http://schemas.microsoft.com/office/drawing/2014/main" id="{AF25165C-1123-8D7C-50D5-C4D5D519694F}"/>
                    </a:ext>
                  </a:extLst>
                </p:cNvPr>
                <p:cNvSpPr/>
                <p:nvPr/>
              </p:nvSpPr>
              <p:spPr>
                <a:xfrm>
                  <a:off x="4659376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69" name="pg3368">
                  <a:extLst>
                    <a:ext uri="{FF2B5EF4-FFF2-40B4-BE49-F238E27FC236}">
                      <a16:creationId xmlns:a16="http://schemas.microsoft.com/office/drawing/2014/main" id="{75C99130-60E1-3174-7468-FF991D8175B2}"/>
                    </a:ext>
                  </a:extLst>
                </p:cNvPr>
                <p:cNvSpPr/>
                <p:nvPr/>
              </p:nvSpPr>
              <p:spPr>
                <a:xfrm>
                  <a:off x="4671013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0" name="pg3369">
                  <a:extLst>
                    <a:ext uri="{FF2B5EF4-FFF2-40B4-BE49-F238E27FC236}">
                      <a16:creationId xmlns:a16="http://schemas.microsoft.com/office/drawing/2014/main" id="{29FDE23D-5000-4121-8D53-C7F5799F6C83}"/>
                    </a:ext>
                  </a:extLst>
                </p:cNvPr>
                <p:cNvSpPr/>
                <p:nvPr/>
              </p:nvSpPr>
              <p:spPr>
                <a:xfrm>
                  <a:off x="4682651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1" name="pg3370">
                  <a:extLst>
                    <a:ext uri="{FF2B5EF4-FFF2-40B4-BE49-F238E27FC236}">
                      <a16:creationId xmlns:a16="http://schemas.microsoft.com/office/drawing/2014/main" id="{73EB06C2-11A8-181A-7CA4-BED22626683C}"/>
                    </a:ext>
                  </a:extLst>
                </p:cNvPr>
                <p:cNvSpPr/>
                <p:nvPr/>
              </p:nvSpPr>
              <p:spPr>
                <a:xfrm>
                  <a:off x="4694288" y="502450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690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2" name="pg3371">
                  <a:extLst>
                    <a:ext uri="{FF2B5EF4-FFF2-40B4-BE49-F238E27FC236}">
                      <a16:creationId xmlns:a16="http://schemas.microsoft.com/office/drawing/2014/main" id="{68798B52-4C6E-8C50-9E19-9D12B60E9590}"/>
                    </a:ext>
                  </a:extLst>
                </p:cNvPr>
                <p:cNvSpPr/>
                <p:nvPr/>
              </p:nvSpPr>
              <p:spPr>
                <a:xfrm>
                  <a:off x="2855590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DA9">
                    <a:alpha val="100000"/>
                  </a:srgbClr>
                </a:solidFill>
                <a:ln w="5420" cap="flat">
                  <a:solidFill>
                    <a:srgbClr val="3B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3" name="pg3372">
                  <a:extLst>
                    <a:ext uri="{FF2B5EF4-FFF2-40B4-BE49-F238E27FC236}">
                      <a16:creationId xmlns:a16="http://schemas.microsoft.com/office/drawing/2014/main" id="{3CB41020-8166-8CF6-DC6B-78B1428340B4}"/>
                    </a:ext>
                  </a:extLst>
                </p:cNvPr>
                <p:cNvSpPr/>
                <p:nvPr/>
              </p:nvSpPr>
              <p:spPr>
                <a:xfrm>
                  <a:off x="2867227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4" name="pg3373">
                  <a:extLst>
                    <a:ext uri="{FF2B5EF4-FFF2-40B4-BE49-F238E27FC236}">
                      <a16:creationId xmlns:a16="http://schemas.microsoft.com/office/drawing/2014/main" id="{B2F1E7E8-7E73-9669-8B37-9083F3BB9D53}"/>
                    </a:ext>
                  </a:extLst>
                </p:cNvPr>
                <p:cNvSpPr/>
                <p:nvPr/>
              </p:nvSpPr>
              <p:spPr>
                <a:xfrm>
                  <a:off x="2878865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5" name="pg3374">
                  <a:extLst>
                    <a:ext uri="{FF2B5EF4-FFF2-40B4-BE49-F238E27FC236}">
                      <a16:creationId xmlns:a16="http://schemas.microsoft.com/office/drawing/2014/main" id="{476A980F-0D44-1149-4AF3-D5550D766879}"/>
                    </a:ext>
                  </a:extLst>
                </p:cNvPr>
                <p:cNvSpPr/>
                <p:nvPr/>
              </p:nvSpPr>
              <p:spPr>
                <a:xfrm>
                  <a:off x="2890502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6" name="pg3375">
                  <a:extLst>
                    <a:ext uri="{FF2B5EF4-FFF2-40B4-BE49-F238E27FC236}">
                      <a16:creationId xmlns:a16="http://schemas.microsoft.com/office/drawing/2014/main" id="{4DBD2764-E488-C561-D3EF-588EC58E69DE}"/>
                    </a:ext>
                  </a:extLst>
                </p:cNvPr>
                <p:cNvSpPr/>
                <p:nvPr/>
              </p:nvSpPr>
              <p:spPr>
                <a:xfrm>
                  <a:off x="2902139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7" name="pg3376">
                  <a:extLst>
                    <a:ext uri="{FF2B5EF4-FFF2-40B4-BE49-F238E27FC236}">
                      <a16:creationId xmlns:a16="http://schemas.microsoft.com/office/drawing/2014/main" id="{A30672F0-3077-1999-9065-6A2CCB3DF319}"/>
                    </a:ext>
                  </a:extLst>
                </p:cNvPr>
                <p:cNvSpPr/>
                <p:nvPr/>
              </p:nvSpPr>
              <p:spPr>
                <a:xfrm>
                  <a:off x="2913777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8" name="pg3377">
                  <a:extLst>
                    <a:ext uri="{FF2B5EF4-FFF2-40B4-BE49-F238E27FC236}">
                      <a16:creationId xmlns:a16="http://schemas.microsoft.com/office/drawing/2014/main" id="{9F610100-BFAD-B197-8A3F-E4A3C7475889}"/>
                    </a:ext>
                  </a:extLst>
                </p:cNvPr>
                <p:cNvSpPr/>
                <p:nvPr/>
              </p:nvSpPr>
              <p:spPr>
                <a:xfrm>
                  <a:off x="2925414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79" name="pg3378">
                  <a:extLst>
                    <a:ext uri="{FF2B5EF4-FFF2-40B4-BE49-F238E27FC236}">
                      <a16:creationId xmlns:a16="http://schemas.microsoft.com/office/drawing/2014/main" id="{93619EC7-A994-B5C8-BC08-46C6E9656925}"/>
                    </a:ext>
                  </a:extLst>
                </p:cNvPr>
                <p:cNvSpPr/>
                <p:nvPr/>
              </p:nvSpPr>
              <p:spPr>
                <a:xfrm>
                  <a:off x="4403355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0" name="pg3379">
                  <a:extLst>
                    <a:ext uri="{FF2B5EF4-FFF2-40B4-BE49-F238E27FC236}">
                      <a16:creationId xmlns:a16="http://schemas.microsoft.com/office/drawing/2014/main" id="{3F026528-5E7B-FD3E-BC70-C683E120A1D1}"/>
                    </a:ext>
                  </a:extLst>
                </p:cNvPr>
                <p:cNvSpPr/>
                <p:nvPr/>
              </p:nvSpPr>
              <p:spPr>
                <a:xfrm>
                  <a:off x="4414992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1" name="pg3380">
                  <a:extLst>
                    <a:ext uri="{FF2B5EF4-FFF2-40B4-BE49-F238E27FC236}">
                      <a16:creationId xmlns:a16="http://schemas.microsoft.com/office/drawing/2014/main" id="{451AB9C0-D5B1-03E6-6C5C-9A2007DEB69B}"/>
                    </a:ext>
                  </a:extLst>
                </p:cNvPr>
                <p:cNvSpPr/>
                <p:nvPr/>
              </p:nvSpPr>
              <p:spPr>
                <a:xfrm>
                  <a:off x="4426630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2" name="pg3381">
                  <a:extLst>
                    <a:ext uri="{FF2B5EF4-FFF2-40B4-BE49-F238E27FC236}">
                      <a16:creationId xmlns:a16="http://schemas.microsoft.com/office/drawing/2014/main" id="{356DEAF7-0AAA-F29D-9E9A-0B8BFB35A2B1}"/>
                    </a:ext>
                  </a:extLst>
                </p:cNvPr>
                <p:cNvSpPr/>
                <p:nvPr/>
              </p:nvSpPr>
              <p:spPr>
                <a:xfrm>
                  <a:off x="4438267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3" name="pg3382">
                  <a:extLst>
                    <a:ext uri="{FF2B5EF4-FFF2-40B4-BE49-F238E27FC236}">
                      <a16:creationId xmlns:a16="http://schemas.microsoft.com/office/drawing/2014/main" id="{7C20A208-492E-5C2A-3825-E4C3B1F84F08}"/>
                    </a:ext>
                  </a:extLst>
                </p:cNvPr>
                <p:cNvSpPr/>
                <p:nvPr/>
              </p:nvSpPr>
              <p:spPr>
                <a:xfrm>
                  <a:off x="4449904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4" name="pg3383">
                  <a:extLst>
                    <a:ext uri="{FF2B5EF4-FFF2-40B4-BE49-F238E27FC236}">
                      <a16:creationId xmlns:a16="http://schemas.microsoft.com/office/drawing/2014/main" id="{9D96E125-CA04-2A23-541E-130517B808D9}"/>
                    </a:ext>
                  </a:extLst>
                </p:cNvPr>
                <p:cNvSpPr/>
                <p:nvPr/>
              </p:nvSpPr>
              <p:spPr>
                <a:xfrm>
                  <a:off x="4461542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5" name="pg3384">
                  <a:extLst>
                    <a:ext uri="{FF2B5EF4-FFF2-40B4-BE49-F238E27FC236}">
                      <a16:creationId xmlns:a16="http://schemas.microsoft.com/office/drawing/2014/main" id="{8E349D0D-1CC0-E85E-7EAD-B6545E75D487}"/>
                    </a:ext>
                  </a:extLst>
                </p:cNvPr>
                <p:cNvSpPr/>
                <p:nvPr/>
              </p:nvSpPr>
              <p:spPr>
                <a:xfrm>
                  <a:off x="4473179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8A9">
                    <a:alpha val="100000"/>
                  </a:srgbClr>
                </a:solidFill>
                <a:ln w="5420" cap="flat">
                  <a:solidFill>
                    <a:srgbClr val="36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6" name="pg3385">
                  <a:extLst>
                    <a:ext uri="{FF2B5EF4-FFF2-40B4-BE49-F238E27FC236}">
                      <a16:creationId xmlns:a16="http://schemas.microsoft.com/office/drawing/2014/main" id="{DDE3AC4F-4B87-BA45-186B-B932EE5B752C}"/>
                    </a:ext>
                  </a:extLst>
                </p:cNvPr>
                <p:cNvSpPr/>
                <p:nvPr/>
              </p:nvSpPr>
              <p:spPr>
                <a:xfrm>
                  <a:off x="4484816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7" name="pg3386">
                  <a:extLst>
                    <a:ext uri="{FF2B5EF4-FFF2-40B4-BE49-F238E27FC236}">
                      <a16:creationId xmlns:a16="http://schemas.microsoft.com/office/drawing/2014/main" id="{CF7B4541-72FE-5529-50D7-2C39D4A48B12}"/>
                    </a:ext>
                  </a:extLst>
                </p:cNvPr>
                <p:cNvSpPr/>
                <p:nvPr/>
              </p:nvSpPr>
              <p:spPr>
                <a:xfrm>
                  <a:off x="4647739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8" name="pg3387">
                  <a:extLst>
                    <a:ext uri="{FF2B5EF4-FFF2-40B4-BE49-F238E27FC236}">
                      <a16:creationId xmlns:a16="http://schemas.microsoft.com/office/drawing/2014/main" id="{9E050B9E-CFF0-F778-3879-254BFCD15208}"/>
                    </a:ext>
                  </a:extLst>
                </p:cNvPr>
                <p:cNvSpPr/>
                <p:nvPr/>
              </p:nvSpPr>
              <p:spPr>
                <a:xfrm>
                  <a:off x="4659376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89" name="pg3388">
                  <a:extLst>
                    <a:ext uri="{FF2B5EF4-FFF2-40B4-BE49-F238E27FC236}">
                      <a16:creationId xmlns:a16="http://schemas.microsoft.com/office/drawing/2014/main" id="{5458D15D-36D9-F2CB-DB80-94C53C9A4FAE}"/>
                    </a:ext>
                  </a:extLst>
                </p:cNvPr>
                <p:cNvSpPr/>
                <p:nvPr/>
              </p:nvSpPr>
              <p:spPr>
                <a:xfrm>
                  <a:off x="4671013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0" name="pg3389">
                  <a:extLst>
                    <a:ext uri="{FF2B5EF4-FFF2-40B4-BE49-F238E27FC236}">
                      <a16:creationId xmlns:a16="http://schemas.microsoft.com/office/drawing/2014/main" id="{9B01636C-5064-A010-370F-CD3CFBBF2D78}"/>
                    </a:ext>
                  </a:extLst>
                </p:cNvPr>
                <p:cNvSpPr/>
                <p:nvPr/>
              </p:nvSpPr>
              <p:spPr>
                <a:xfrm>
                  <a:off x="4682651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1" name="pg3390">
                  <a:extLst>
                    <a:ext uri="{FF2B5EF4-FFF2-40B4-BE49-F238E27FC236}">
                      <a16:creationId xmlns:a16="http://schemas.microsoft.com/office/drawing/2014/main" id="{6BA0EF94-8EE2-F2FB-8EFE-4A66FE090941}"/>
                    </a:ext>
                  </a:extLst>
                </p:cNvPr>
                <p:cNvSpPr/>
                <p:nvPr/>
              </p:nvSpPr>
              <p:spPr>
                <a:xfrm>
                  <a:off x="4694288" y="50388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2" name="pg3391">
                  <a:extLst>
                    <a:ext uri="{FF2B5EF4-FFF2-40B4-BE49-F238E27FC236}">
                      <a16:creationId xmlns:a16="http://schemas.microsoft.com/office/drawing/2014/main" id="{811EAFA8-7AA3-93FF-F53C-DFAF82C6C91E}"/>
                    </a:ext>
                  </a:extLst>
                </p:cNvPr>
                <p:cNvSpPr/>
                <p:nvPr/>
              </p:nvSpPr>
              <p:spPr>
                <a:xfrm>
                  <a:off x="2832315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1AA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3" name="pg3392">
                  <a:extLst>
                    <a:ext uri="{FF2B5EF4-FFF2-40B4-BE49-F238E27FC236}">
                      <a16:creationId xmlns:a16="http://schemas.microsoft.com/office/drawing/2014/main" id="{D6890211-991F-EAD4-FF14-07957B3DB48E}"/>
                    </a:ext>
                  </a:extLst>
                </p:cNvPr>
                <p:cNvSpPr/>
                <p:nvPr/>
              </p:nvSpPr>
              <p:spPr>
                <a:xfrm>
                  <a:off x="2843953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4" name="pg3393">
                  <a:extLst>
                    <a:ext uri="{FF2B5EF4-FFF2-40B4-BE49-F238E27FC236}">
                      <a16:creationId xmlns:a16="http://schemas.microsoft.com/office/drawing/2014/main" id="{86C7149F-3C66-0D66-40B3-F0D298D4D510}"/>
                    </a:ext>
                  </a:extLst>
                </p:cNvPr>
                <p:cNvSpPr/>
                <p:nvPr/>
              </p:nvSpPr>
              <p:spPr>
                <a:xfrm>
                  <a:off x="2867227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5" name="pg3394">
                  <a:extLst>
                    <a:ext uri="{FF2B5EF4-FFF2-40B4-BE49-F238E27FC236}">
                      <a16:creationId xmlns:a16="http://schemas.microsoft.com/office/drawing/2014/main" id="{F994BB88-2F06-3F43-7CB3-F7E33BCF0E31}"/>
                    </a:ext>
                  </a:extLst>
                </p:cNvPr>
                <p:cNvSpPr/>
                <p:nvPr/>
              </p:nvSpPr>
              <p:spPr>
                <a:xfrm>
                  <a:off x="2878865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6" name="pg3395">
                  <a:extLst>
                    <a:ext uri="{FF2B5EF4-FFF2-40B4-BE49-F238E27FC236}">
                      <a16:creationId xmlns:a16="http://schemas.microsoft.com/office/drawing/2014/main" id="{935330F7-5FCE-BFC3-4C9B-94346213317A}"/>
                    </a:ext>
                  </a:extLst>
                </p:cNvPr>
                <p:cNvSpPr/>
                <p:nvPr/>
              </p:nvSpPr>
              <p:spPr>
                <a:xfrm>
                  <a:off x="2890502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7" name="pg3396">
                  <a:extLst>
                    <a:ext uri="{FF2B5EF4-FFF2-40B4-BE49-F238E27FC236}">
                      <a16:creationId xmlns:a16="http://schemas.microsoft.com/office/drawing/2014/main" id="{EF05D1FD-F3EA-5073-212D-7F39CED172B8}"/>
                    </a:ext>
                  </a:extLst>
                </p:cNvPr>
                <p:cNvSpPr/>
                <p:nvPr/>
              </p:nvSpPr>
              <p:spPr>
                <a:xfrm>
                  <a:off x="2902139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8" name="pg3397">
                  <a:extLst>
                    <a:ext uri="{FF2B5EF4-FFF2-40B4-BE49-F238E27FC236}">
                      <a16:creationId xmlns:a16="http://schemas.microsoft.com/office/drawing/2014/main" id="{88EF2869-05DE-6E78-8B76-59CE6E245F17}"/>
                    </a:ext>
                  </a:extLst>
                </p:cNvPr>
                <p:cNvSpPr/>
                <p:nvPr/>
              </p:nvSpPr>
              <p:spPr>
                <a:xfrm>
                  <a:off x="2913777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799" name="pg3398">
                  <a:extLst>
                    <a:ext uri="{FF2B5EF4-FFF2-40B4-BE49-F238E27FC236}">
                      <a16:creationId xmlns:a16="http://schemas.microsoft.com/office/drawing/2014/main" id="{A67DF976-7423-16A1-7099-49EA2D02AC15}"/>
                    </a:ext>
                  </a:extLst>
                </p:cNvPr>
                <p:cNvSpPr/>
                <p:nvPr/>
              </p:nvSpPr>
              <p:spPr>
                <a:xfrm>
                  <a:off x="4403355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0" name="pg3399">
                  <a:extLst>
                    <a:ext uri="{FF2B5EF4-FFF2-40B4-BE49-F238E27FC236}">
                      <a16:creationId xmlns:a16="http://schemas.microsoft.com/office/drawing/2014/main" id="{07DD3688-E222-85B0-1C77-04E252B013B2}"/>
                    </a:ext>
                  </a:extLst>
                </p:cNvPr>
                <p:cNvSpPr/>
                <p:nvPr/>
              </p:nvSpPr>
              <p:spPr>
                <a:xfrm>
                  <a:off x="4414992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1" name="pg3400">
                  <a:extLst>
                    <a:ext uri="{FF2B5EF4-FFF2-40B4-BE49-F238E27FC236}">
                      <a16:creationId xmlns:a16="http://schemas.microsoft.com/office/drawing/2014/main" id="{177810B8-4175-6D2E-4785-370B289F71B4}"/>
                    </a:ext>
                  </a:extLst>
                </p:cNvPr>
                <p:cNvSpPr/>
                <p:nvPr/>
              </p:nvSpPr>
              <p:spPr>
                <a:xfrm>
                  <a:off x="4426630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2" name="pg3401">
                  <a:extLst>
                    <a:ext uri="{FF2B5EF4-FFF2-40B4-BE49-F238E27FC236}">
                      <a16:creationId xmlns:a16="http://schemas.microsoft.com/office/drawing/2014/main" id="{198AEB64-FE3B-4386-E390-2AAF3D485FFA}"/>
                    </a:ext>
                  </a:extLst>
                </p:cNvPr>
                <p:cNvSpPr/>
                <p:nvPr/>
              </p:nvSpPr>
              <p:spPr>
                <a:xfrm>
                  <a:off x="4438267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3" name="pg3402">
                  <a:extLst>
                    <a:ext uri="{FF2B5EF4-FFF2-40B4-BE49-F238E27FC236}">
                      <a16:creationId xmlns:a16="http://schemas.microsoft.com/office/drawing/2014/main" id="{9560470A-D034-F4C2-10EC-6C87454040C2}"/>
                    </a:ext>
                  </a:extLst>
                </p:cNvPr>
                <p:cNvSpPr/>
                <p:nvPr/>
              </p:nvSpPr>
              <p:spPr>
                <a:xfrm>
                  <a:off x="4449904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4" name="pg3403">
                  <a:extLst>
                    <a:ext uri="{FF2B5EF4-FFF2-40B4-BE49-F238E27FC236}">
                      <a16:creationId xmlns:a16="http://schemas.microsoft.com/office/drawing/2014/main" id="{B3F66630-EC57-40DD-DF97-1876A75C1BE4}"/>
                    </a:ext>
                  </a:extLst>
                </p:cNvPr>
                <p:cNvSpPr/>
                <p:nvPr/>
              </p:nvSpPr>
              <p:spPr>
                <a:xfrm>
                  <a:off x="4461542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5" name="pg3404">
                  <a:extLst>
                    <a:ext uri="{FF2B5EF4-FFF2-40B4-BE49-F238E27FC236}">
                      <a16:creationId xmlns:a16="http://schemas.microsoft.com/office/drawing/2014/main" id="{6C150A4A-7722-317C-1F21-CE06E04A2BB9}"/>
                    </a:ext>
                  </a:extLst>
                </p:cNvPr>
                <p:cNvSpPr/>
                <p:nvPr/>
              </p:nvSpPr>
              <p:spPr>
                <a:xfrm>
                  <a:off x="4473179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6" name="pg3405">
                  <a:extLst>
                    <a:ext uri="{FF2B5EF4-FFF2-40B4-BE49-F238E27FC236}">
                      <a16:creationId xmlns:a16="http://schemas.microsoft.com/office/drawing/2014/main" id="{00D55043-CC83-6247-3311-E7954EC1574B}"/>
                    </a:ext>
                  </a:extLst>
                </p:cNvPr>
                <p:cNvSpPr/>
                <p:nvPr/>
              </p:nvSpPr>
              <p:spPr>
                <a:xfrm>
                  <a:off x="4484816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7" name="pg3406">
                  <a:extLst>
                    <a:ext uri="{FF2B5EF4-FFF2-40B4-BE49-F238E27FC236}">
                      <a16:creationId xmlns:a16="http://schemas.microsoft.com/office/drawing/2014/main" id="{C1EF6232-2EBE-009D-161E-45F95AF2D790}"/>
                    </a:ext>
                  </a:extLst>
                </p:cNvPr>
                <p:cNvSpPr/>
                <p:nvPr/>
              </p:nvSpPr>
              <p:spPr>
                <a:xfrm>
                  <a:off x="4647739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8" name="pg3407">
                  <a:extLst>
                    <a:ext uri="{FF2B5EF4-FFF2-40B4-BE49-F238E27FC236}">
                      <a16:creationId xmlns:a16="http://schemas.microsoft.com/office/drawing/2014/main" id="{99CB8CEA-37C6-BFAC-9D8F-20B903650C71}"/>
                    </a:ext>
                  </a:extLst>
                </p:cNvPr>
                <p:cNvSpPr/>
                <p:nvPr/>
              </p:nvSpPr>
              <p:spPr>
                <a:xfrm>
                  <a:off x="4659376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09" name="pg3408">
                  <a:extLst>
                    <a:ext uri="{FF2B5EF4-FFF2-40B4-BE49-F238E27FC236}">
                      <a16:creationId xmlns:a16="http://schemas.microsoft.com/office/drawing/2014/main" id="{0EACB4A8-E1D4-1425-00F5-616C57757864}"/>
                    </a:ext>
                  </a:extLst>
                </p:cNvPr>
                <p:cNvSpPr/>
                <p:nvPr/>
              </p:nvSpPr>
              <p:spPr>
                <a:xfrm>
                  <a:off x="4671013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0" name="pg3409">
                  <a:extLst>
                    <a:ext uri="{FF2B5EF4-FFF2-40B4-BE49-F238E27FC236}">
                      <a16:creationId xmlns:a16="http://schemas.microsoft.com/office/drawing/2014/main" id="{84105529-FE3B-BEEA-ABF8-05E41CC7CA98}"/>
                    </a:ext>
                  </a:extLst>
                </p:cNvPr>
                <p:cNvSpPr/>
                <p:nvPr/>
              </p:nvSpPr>
              <p:spPr>
                <a:xfrm>
                  <a:off x="4682651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1" name="pg3410">
                  <a:extLst>
                    <a:ext uri="{FF2B5EF4-FFF2-40B4-BE49-F238E27FC236}">
                      <a16:creationId xmlns:a16="http://schemas.microsoft.com/office/drawing/2014/main" id="{2288E384-3508-0A02-3AC8-E68EACDD7880}"/>
                    </a:ext>
                  </a:extLst>
                </p:cNvPr>
                <p:cNvSpPr/>
                <p:nvPr/>
              </p:nvSpPr>
              <p:spPr>
                <a:xfrm>
                  <a:off x="4694288" y="505310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2" name="pg3411">
                  <a:extLst>
                    <a:ext uri="{FF2B5EF4-FFF2-40B4-BE49-F238E27FC236}">
                      <a16:creationId xmlns:a16="http://schemas.microsoft.com/office/drawing/2014/main" id="{393A5C3A-7899-B4A6-1545-D85BE5B28944}"/>
                    </a:ext>
                  </a:extLst>
                </p:cNvPr>
                <p:cNvSpPr/>
                <p:nvPr/>
              </p:nvSpPr>
              <p:spPr>
                <a:xfrm>
                  <a:off x="2820678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3" name="pg3412">
                  <a:extLst>
                    <a:ext uri="{FF2B5EF4-FFF2-40B4-BE49-F238E27FC236}">
                      <a16:creationId xmlns:a16="http://schemas.microsoft.com/office/drawing/2014/main" id="{D33400A7-4907-3B04-FDB9-E95A4F999DEB}"/>
                    </a:ext>
                  </a:extLst>
                </p:cNvPr>
                <p:cNvSpPr/>
                <p:nvPr/>
              </p:nvSpPr>
              <p:spPr>
                <a:xfrm>
                  <a:off x="2832315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2AA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4" name="pg3413">
                  <a:extLst>
                    <a:ext uri="{FF2B5EF4-FFF2-40B4-BE49-F238E27FC236}">
                      <a16:creationId xmlns:a16="http://schemas.microsoft.com/office/drawing/2014/main" id="{446E7670-B415-411C-19AF-808D51161D41}"/>
                    </a:ext>
                  </a:extLst>
                </p:cNvPr>
                <p:cNvSpPr/>
                <p:nvPr/>
              </p:nvSpPr>
              <p:spPr>
                <a:xfrm>
                  <a:off x="2843953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1AA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5" name="pg3414">
                  <a:extLst>
                    <a:ext uri="{FF2B5EF4-FFF2-40B4-BE49-F238E27FC236}">
                      <a16:creationId xmlns:a16="http://schemas.microsoft.com/office/drawing/2014/main" id="{07070DEC-490C-2745-5AC2-2C510294F013}"/>
                    </a:ext>
                  </a:extLst>
                </p:cNvPr>
                <p:cNvSpPr/>
                <p:nvPr/>
              </p:nvSpPr>
              <p:spPr>
                <a:xfrm>
                  <a:off x="2855590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6" name="pg3415">
                  <a:extLst>
                    <a:ext uri="{FF2B5EF4-FFF2-40B4-BE49-F238E27FC236}">
                      <a16:creationId xmlns:a16="http://schemas.microsoft.com/office/drawing/2014/main" id="{417A4510-8F90-FC68-EEDB-6A2FE08CF0FD}"/>
                    </a:ext>
                  </a:extLst>
                </p:cNvPr>
                <p:cNvSpPr/>
                <p:nvPr/>
              </p:nvSpPr>
              <p:spPr>
                <a:xfrm>
                  <a:off x="2867227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3D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7" name="pg3416">
                  <a:extLst>
                    <a:ext uri="{FF2B5EF4-FFF2-40B4-BE49-F238E27FC236}">
                      <a16:creationId xmlns:a16="http://schemas.microsoft.com/office/drawing/2014/main" id="{9BAF8FD3-3563-7B75-9383-DE10E69114F1}"/>
                    </a:ext>
                  </a:extLst>
                </p:cNvPr>
                <p:cNvSpPr/>
                <p:nvPr/>
              </p:nvSpPr>
              <p:spPr>
                <a:xfrm>
                  <a:off x="2878865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8" name="pg3417">
                  <a:extLst>
                    <a:ext uri="{FF2B5EF4-FFF2-40B4-BE49-F238E27FC236}">
                      <a16:creationId xmlns:a16="http://schemas.microsoft.com/office/drawing/2014/main" id="{0BEE5089-A89F-FB4E-AC3B-56D9B9C75AB9}"/>
                    </a:ext>
                  </a:extLst>
                </p:cNvPr>
                <p:cNvSpPr/>
                <p:nvPr/>
              </p:nvSpPr>
              <p:spPr>
                <a:xfrm>
                  <a:off x="2890502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19" name="pg3418">
                  <a:extLst>
                    <a:ext uri="{FF2B5EF4-FFF2-40B4-BE49-F238E27FC236}">
                      <a16:creationId xmlns:a16="http://schemas.microsoft.com/office/drawing/2014/main" id="{B7660338-5A42-29C5-6A66-2AC590F7DE86}"/>
                    </a:ext>
                  </a:extLst>
                </p:cNvPr>
                <p:cNvSpPr/>
                <p:nvPr/>
              </p:nvSpPr>
              <p:spPr>
                <a:xfrm>
                  <a:off x="2902139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0" name="pg3419">
                  <a:extLst>
                    <a:ext uri="{FF2B5EF4-FFF2-40B4-BE49-F238E27FC236}">
                      <a16:creationId xmlns:a16="http://schemas.microsoft.com/office/drawing/2014/main" id="{EC1E6BCB-BE83-7E1F-34A1-28FB31A452B9}"/>
                    </a:ext>
                  </a:extLst>
                </p:cNvPr>
                <p:cNvSpPr/>
                <p:nvPr/>
              </p:nvSpPr>
              <p:spPr>
                <a:xfrm>
                  <a:off x="2913777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1" name="pg3420">
                  <a:extLst>
                    <a:ext uri="{FF2B5EF4-FFF2-40B4-BE49-F238E27FC236}">
                      <a16:creationId xmlns:a16="http://schemas.microsoft.com/office/drawing/2014/main" id="{389450F9-26A9-2533-4DF5-B1F7441952DA}"/>
                    </a:ext>
                  </a:extLst>
                </p:cNvPr>
                <p:cNvSpPr/>
                <p:nvPr/>
              </p:nvSpPr>
              <p:spPr>
                <a:xfrm>
                  <a:off x="4414992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2" name="pg3421">
                  <a:extLst>
                    <a:ext uri="{FF2B5EF4-FFF2-40B4-BE49-F238E27FC236}">
                      <a16:creationId xmlns:a16="http://schemas.microsoft.com/office/drawing/2014/main" id="{0AC68B4B-F098-6D94-F903-149908F9A07D}"/>
                    </a:ext>
                  </a:extLst>
                </p:cNvPr>
                <p:cNvSpPr/>
                <p:nvPr/>
              </p:nvSpPr>
              <p:spPr>
                <a:xfrm>
                  <a:off x="4426630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3" name="pg3422">
                  <a:extLst>
                    <a:ext uri="{FF2B5EF4-FFF2-40B4-BE49-F238E27FC236}">
                      <a16:creationId xmlns:a16="http://schemas.microsoft.com/office/drawing/2014/main" id="{66EA1170-F3B4-DA0B-6834-308A7F584852}"/>
                    </a:ext>
                  </a:extLst>
                </p:cNvPr>
                <p:cNvSpPr/>
                <p:nvPr/>
              </p:nvSpPr>
              <p:spPr>
                <a:xfrm>
                  <a:off x="4438267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4" name="pg3423">
                  <a:extLst>
                    <a:ext uri="{FF2B5EF4-FFF2-40B4-BE49-F238E27FC236}">
                      <a16:creationId xmlns:a16="http://schemas.microsoft.com/office/drawing/2014/main" id="{341078FC-68EE-5B13-1D59-83AA4A379BD9}"/>
                    </a:ext>
                  </a:extLst>
                </p:cNvPr>
                <p:cNvSpPr/>
                <p:nvPr/>
              </p:nvSpPr>
              <p:spPr>
                <a:xfrm>
                  <a:off x="4449904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5" name="pg3424">
                  <a:extLst>
                    <a:ext uri="{FF2B5EF4-FFF2-40B4-BE49-F238E27FC236}">
                      <a16:creationId xmlns:a16="http://schemas.microsoft.com/office/drawing/2014/main" id="{47082EF6-139E-AEDA-8E60-1AD5E736F3BC}"/>
                    </a:ext>
                  </a:extLst>
                </p:cNvPr>
                <p:cNvSpPr/>
                <p:nvPr/>
              </p:nvSpPr>
              <p:spPr>
                <a:xfrm>
                  <a:off x="4461542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6" name="pg3425">
                  <a:extLst>
                    <a:ext uri="{FF2B5EF4-FFF2-40B4-BE49-F238E27FC236}">
                      <a16:creationId xmlns:a16="http://schemas.microsoft.com/office/drawing/2014/main" id="{E9A2740C-9D94-B1FE-846D-8F2B9DA3D300}"/>
                    </a:ext>
                  </a:extLst>
                </p:cNvPr>
                <p:cNvSpPr/>
                <p:nvPr/>
              </p:nvSpPr>
              <p:spPr>
                <a:xfrm>
                  <a:off x="4473179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7" name="pg3426">
                  <a:extLst>
                    <a:ext uri="{FF2B5EF4-FFF2-40B4-BE49-F238E27FC236}">
                      <a16:creationId xmlns:a16="http://schemas.microsoft.com/office/drawing/2014/main" id="{27789EAC-C7F0-11ED-ACF9-A40C7E10A08D}"/>
                    </a:ext>
                  </a:extLst>
                </p:cNvPr>
                <p:cNvSpPr/>
                <p:nvPr/>
              </p:nvSpPr>
              <p:spPr>
                <a:xfrm>
                  <a:off x="4659376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8" name="pg3427">
                  <a:extLst>
                    <a:ext uri="{FF2B5EF4-FFF2-40B4-BE49-F238E27FC236}">
                      <a16:creationId xmlns:a16="http://schemas.microsoft.com/office/drawing/2014/main" id="{0AA7B089-9FC9-4D3C-FFE2-1CDC97619D2F}"/>
                    </a:ext>
                  </a:extLst>
                </p:cNvPr>
                <p:cNvSpPr/>
                <p:nvPr/>
              </p:nvSpPr>
              <p:spPr>
                <a:xfrm>
                  <a:off x="4671013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29" name="pg3428">
                  <a:extLst>
                    <a:ext uri="{FF2B5EF4-FFF2-40B4-BE49-F238E27FC236}">
                      <a16:creationId xmlns:a16="http://schemas.microsoft.com/office/drawing/2014/main" id="{E1288FF6-D8D3-12A5-C45B-EAA49AFDF1CD}"/>
                    </a:ext>
                  </a:extLst>
                </p:cNvPr>
                <p:cNvSpPr/>
                <p:nvPr/>
              </p:nvSpPr>
              <p:spPr>
                <a:xfrm>
                  <a:off x="4682651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0" name="pg3429">
                  <a:extLst>
                    <a:ext uri="{FF2B5EF4-FFF2-40B4-BE49-F238E27FC236}">
                      <a16:creationId xmlns:a16="http://schemas.microsoft.com/office/drawing/2014/main" id="{FB8489C6-A089-189A-22D2-4DF55EC0ADFE}"/>
                    </a:ext>
                  </a:extLst>
                </p:cNvPr>
                <p:cNvSpPr/>
                <p:nvPr/>
              </p:nvSpPr>
              <p:spPr>
                <a:xfrm>
                  <a:off x="4694288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1" name="pg3430">
                  <a:extLst>
                    <a:ext uri="{FF2B5EF4-FFF2-40B4-BE49-F238E27FC236}">
                      <a16:creationId xmlns:a16="http://schemas.microsoft.com/office/drawing/2014/main" id="{21EA8758-A6E3-708C-F711-8B0772F8F738}"/>
                    </a:ext>
                  </a:extLst>
                </p:cNvPr>
                <p:cNvSpPr/>
                <p:nvPr/>
              </p:nvSpPr>
              <p:spPr>
                <a:xfrm>
                  <a:off x="4705925" y="506741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2" name="pg3431">
                  <a:extLst>
                    <a:ext uri="{FF2B5EF4-FFF2-40B4-BE49-F238E27FC236}">
                      <a16:creationId xmlns:a16="http://schemas.microsoft.com/office/drawing/2014/main" id="{D9C2E298-4CAE-631B-2372-67A5A3595BA0}"/>
                    </a:ext>
                  </a:extLst>
                </p:cNvPr>
                <p:cNvSpPr/>
                <p:nvPr/>
              </p:nvSpPr>
              <p:spPr>
                <a:xfrm>
                  <a:off x="2820678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3" name="pg3432">
                  <a:extLst>
                    <a:ext uri="{FF2B5EF4-FFF2-40B4-BE49-F238E27FC236}">
                      <a16:creationId xmlns:a16="http://schemas.microsoft.com/office/drawing/2014/main" id="{8C03D713-4899-878B-9C68-C60104317655}"/>
                    </a:ext>
                  </a:extLst>
                </p:cNvPr>
                <p:cNvSpPr/>
                <p:nvPr/>
              </p:nvSpPr>
              <p:spPr>
                <a:xfrm>
                  <a:off x="2832315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3AA">
                    <a:alpha val="100000"/>
                  </a:srgbClr>
                </a:solidFill>
                <a:ln w="5420" cap="flat">
                  <a:solidFill>
                    <a:srgbClr val="41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4" name="pg3433">
                  <a:extLst>
                    <a:ext uri="{FF2B5EF4-FFF2-40B4-BE49-F238E27FC236}">
                      <a16:creationId xmlns:a16="http://schemas.microsoft.com/office/drawing/2014/main" id="{E24A0588-6E69-1BE8-03F6-A2F21D70C261}"/>
                    </a:ext>
                  </a:extLst>
                </p:cNvPr>
                <p:cNvSpPr/>
                <p:nvPr/>
              </p:nvSpPr>
              <p:spPr>
                <a:xfrm>
                  <a:off x="2843953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0A2AA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5" name="pg3434">
                  <a:extLst>
                    <a:ext uri="{FF2B5EF4-FFF2-40B4-BE49-F238E27FC236}">
                      <a16:creationId xmlns:a16="http://schemas.microsoft.com/office/drawing/2014/main" id="{A4A25E45-21D5-4675-EB97-17B20A589A63}"/>
                    </a:ext>
                  </a:extLst>
                </p:cNvPr>
                <p:cNvSpPr/>
                <p:nvPr/>
              </p:nvSpPr>
              <p:spPr>
                <a:xfrm>
                  <a:off x="2855590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6" name="pg3435">
                  <a:extLst>
                    <a:ext uri="{FF2B5EF4-FFF2-40B4-BE49-F238E27FC236}">
                      <a16:creationId xmlns:a16="http://schemas.microsoft.com/office/drawing/2014/main" id="{88B69128-64D9-4976-B4BC-93D26F9A0ABA}"/>
                    </a:ext>
                  </a:extLst>
                </p:cNvPr>
                <p:cNvSpPr/>
                <p:nvPr/>
              </p:nvSpPr>
              <p:spPr>
                <a:xfrm>
                  <a:off x="2867227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7" name="pg3436">
                  <a:extLst>
                    <a:ext uri="{FF2B5EF4-FFF2-40B4-BE49-F238E27FC236}">
                      <a16:creationId xmlns:a16="http://schemas.microsoft.com/office/drawing/2014/main" id="{74ADD107-C207-D555-A1EB-C107F1B71C23}"/>
                    </a:ext>
                  </a:extLst>
                </p:cNvPr>
                <p:cNvSpPr/>
                <p:nvPr/>
              </p:nvSpPr>
              <p:spPr>
                <a:xfrm>
                  <a:off x="2878865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8" name="pg3437">
                  <a:extLst>
                    <a:ext uri="{FF2B5EF4-FFF2-40B4-BE49-F238E27FC236}">
                      <a16:creationId xmlns:a16="http://schemas.microsoft.com/office/drawing/2014/main" id="{19F3CC97-B1C1-9F7B-B42D-069C2F763686}"/>
                    </a:ext>
                  </a:extLst>
                </p:cNvPr>
                <p:cNvSpPr/>
                <p:nvPr/>
              </p:nvSpPr>
              <p:spPr>
                <a:xfrm>
                  <a:off x="2890502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39" name="pg3438">
                  <a:extLst>
                    <a:ext uri="{FF2B5EF4-FFF2-40B4-BE49-F238E27FC236}">
                      <a16:creationId xmlns:a16="http://schemas.microsoft.com/office/drawing/2014/main" id="{84319928-A63A-2EC3-5A60-3A6E7EF43693}"/>
                    </a:ext>
                  </a:extLst>
                </p:cNvPr>
                <p:cNvSpPr/>
                <p:nvPr/>
              </p:nvSpPr>
              <p:spPr>
                <a:xfrm>
                  <a:off x="2902139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0" name="pg3439">
                  <a:extLst>
                    <a:ext uri="{FF2B5EF4-FFF2-40B4-BE49-F238E27FC236}">
                      <a16:creationId xmlns:a16="http://schemas.microsoft.com/office/drawing/2014/main" id="{143CB2E2-4B1C-71BA-4F0C-FCD14285CE7F}"/>
                    </a:ext>
                  </a:extLst>
                </p:cNvPr>
                <p:cNvSpPr/>
                <p:nvPr/>
              </p:nvSpPr>
              <p:spPr>
                <a:xfrm>
                  <a:off x="4414992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1" name="pg3440">
                  <a:extLst>
                    <a:ext uri="{FF2B5EF4-FFF2-40B4-BE49-F238E27FC236}">
                      <a16:creationId xmlns:a16="http://schemas.microsoft.com/office/drawing/2014/main" id="{BAFFC4E6-F66F-A3BB-C9A9-44B473B7C207}"/>
                    </a:ext>
                  </a:extLst>
                </p:cNvPr>
                <p:cNvSpPr/>
                <p:nvPr/>
              </p:nvSpPr>
              <p:spPr>
                <a:xfrm>
                  <a:off x="4426630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2" name="pg3441">
                  <a:extLst>
                    <a:ext uri="{FF2B5EF4-FFF2-40B4-BE49-F238E27FC236}">
                      <a16:creationId xmlns:a16="http://schemas.microsoft.com/office/drawing/2014/main" id="{457836B9-8054-5FCA-64E1-122A6ADF0C60}"/>
                    </a:ext>
                  </a:extLst>
                </p:cNvPr>
                <p:cNvSpPr/>
                <p:nvPr/>
              </p:nvSpPr>
              <p:spPr>
                <a:xfrm>
                  <a:off x="4438267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3" name="pg3442">
                  <a:extLst>
                    <a:ext uri="{FF2B5EF4-FFF2-40B4-BE49-F238E27FC236}">
                      <a16:creationId xmlns:a16="http://schemas.microsoft.com/office/drawing/2014/main" id="{BF473C21-3E90-36E8-E4FA-60972A583404}"/>
                    </a:ext>
                  </a:extLst>
                </p:cNvPr>
                <p:cNvSpPr/>
                <p:nvPr/>
              </p:nvSpPr>
              <p:spPr>
                <a:xfrm>
                  <a:off x="4449904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4" name="pg3443">
                  <a:extLst>
                    <a:ext uri="{FF2B5EF4-FFF2-40B4-BE49-F238E27FC236}">
                      <a16:creationId xmlns:a16="http://schemas.microsoft.com/office/drawing/2014/main" id="{C8980C94-FC69-C97E-80D1-5F42FD6CC819}"/>
                    </a:ext>
                  </a:extLst>
                </p:cNvPr>
                <p:cNvSpPr/>
                <p:nvPr/>
              </p:nvSpPr>
              <p:spPr>
                <a:xfrm>
                  <a:off x="4461542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5" name="pg3444">
                  <a:extLst>
                    <a:ext uri="{FF2B5EF4-FFF2-40B4-BE49-F238E27FC236}">
                      <a16:creationId xmlns:a16="http://schemas.microsoft.com/office/drawing/2014/main" id="{DC221956-7968-51FD-0867-DBACF240B278}"/>
                    </a:ext>
                  </a:extLst>
                </p:cNvPr>
                <p:cNvSpPr/>
                <p:nvPr/>
              </p:nvSpPr>
              <p:spPr>
                <a:xfrm>
                  <a:off x="4659376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6" name="pg3445">
                  <a:extLst>
                    <a:ext uri="{FF2B5EF4-FFF2-40B4-BE49-F238E27FC236}">
                      <a16:creationId xmlns:a16="http://schemas.microsoft.com/office/drawing/2014/main" id="{9E35F963-3E78-F9DF-348B-8F488B3408AB}"/>
                    </a:ext>
                  </a:extLst>
                </p:cNvPr>
                <p:cNvSpPr/>
                <p:nvPr/>
              </p:nvSpPr>
              <p:spPr>
                <a:xfrm>
                  <a:off x="4671013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3A8">
                    <a:alpha val="100000"/>
                  </a:srgbClr>
                </a:solidFill>
                <a:ln w="5420" cap="flat">
                  <a:solidFill>
                    <a:srgbClr val="36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7" name="pg3446">
                  <a:extLst>
                    <a:ext uri="{FF2B5EF4-FFF2-40B4-BE49-F238E27FC236}">
                      <a16:creationId xmlns:a16="http://schemas.microsoft.com/office/drawing/2014/main" id="{FAF5504F-04DE-D24F-D14F-B025924EDE5F}"/>
                    </a:ext>
                  </a:extLst>
                </p:cNvPr>
                <p:cNvSpPr/>
                <p:nvPr/>
              </p:nvSpPr>
              <p:spPr>
                <a:xfrm>
                  <a:off x="4682651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8" name="pg3447">
                  <a:extLst>
                    <a:ext uri="{FF2B5EF4-FFF2-40B4-BE49-F238E27FC236}">
                      <a16:creationId xmlns:a16="http://schemas.microsoft.com/office/drawing/2014/main" id="{257276A8-9571-1750-6C17-13AC528D5AA7}"/>
                    </a:ext>
                  </a:extLst>
                </p:cNvPr>
                <p:cNvSpPr/>
                <p:nvPr/>
              </p:nvSpPr>
              <p:spPr>
                <a:xfrm>
                  <a:off x="4694288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49" name="pg3448">
                  <a:extLst>
                    <a:ext uri="{FF2B5EF4-FFF2-40B4-BE49-F238E27FC236}">
                      <a16:creationId xmlns:a16="http://schemas.microsoft.com/office/drawing/2014/main" id="{17A7D974-BE20-D4F2-BC58-1418B4AF7522}"/>
                    </a:ext>
                  </a:extLst>
                </p:cNvPr>
                <p:cNvSpPr/>
                <p:nvPr/>
              </p:nvSpPr>
              <p:spPr>
                <a:xfrm>
                  <a:off x="4705925" y="50817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0" name="pg3449">
                  <a:extLst>
                    <a:ext uri="{FF2B5EF4-FFF2-40B4-BE49-F238E27FC236}">
                      <a16:creationId xmlns:a16="http://schemas.microsoft.com/office/drawing/2014/main" id="{CCC3BDB8-3D4D-9E89-1171-A8045E4B0E6F}"/>
                    </a:ext>
                  </a:extLst>
                </p:cNvPr>
                <p:cNvSpPr/>
                <p:nvPr/>
              </p:nvSpPr>
              <p:spPr>
                <a:xfrm>
                  <a:off x="2820678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1" name="pg3450">
                  <a:extLst>
                    <a:ext uri="{FF2B5EF4-FFF2-40B4-BE49-F238E27FC236}">
                      <a16:creationId xmlns:a16="http://schemas.microsoft.com/office/drawing/2014/main" id="{16FED83E-DA8E-EFCB-4DCC-F88209658BAF}"/>
                    </a:ext>
                  </a:extLst>
                </p:cNvPr>
                <p:cNvSpPr/>
                <p:nvPr/>
              </p:nvSpPr>
              <p:spPr>
                <a:xfrm>
                  <a:off x="2832315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2" name="pg3451">
                  <a:extLst>
                    <a:ext uri="{FF2B5EF4-FFF2-40B4-BE49-F238E27FC236}">
                      <a16:creationId xmlns:a16="http://schemas.microsoft.com/office/drawing/2014/main" id="{5A965262-3294-1F43-4216-BE72D5CAD040}"/>
                    </a:ext>
                  </a:extLst>
                </p:cNvPr>
                <p:cNvSpPr/>
                <p:nvPr/>
              </p:nvSpPr>
              <p:spPr>
                <a:xfrm>
                  <a:off x="2843953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3" name="pg3452">
                  <a:extLst>
                    <a:ext uri="{FF2B5EF4-FFF2-40B4-BE49-F238E27FC236}">
                      <a16:creationId xmlns:a16="http://schemas.microsoft.com/office/drawing/2014/main" id="{2C672F85-1189-C46A-3AD8-A74076E855F4}"/>
                    </a:ext>
                  </a:extLst>
                </p:cNvPr>
                <p:cNvSpPr/>
                <p:nvPr/>
              </p:nvSpPr>
              <p:spPr>
                <a:xfrm>
                  <a:off x="2855590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4" name="pg3453">
                  <a:extLst>
                    <a:ext uri="{FF2B5EF4-FFF2-40B4-BE49-F238E27FC236}">
                      <a16:creationId xmlns:a16="http://schemas.microsoft.com/office/drawing/2014/main" id="{F2224E52-DCB1-4089-E8B3-4A6219C2CDAA}"/>
                    </a:ext>
                  </a:extLst>
                </p:cNvPr>
                <p:cNvSpPr/>
                <p:nvPr/>
              </p:nvSpPr>
              <p:spPr>
                <a:xfrm>
                  <a:off x="2867227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5" name="pg3454">
                  <a:extLst>
                    <a:ext uri="{FF2B5EF4-FFF2-40B4-BE49-F238E27FC236}">
                      <a16:creationId xmlns:a16="http://schemas.microsoft.com/office/drawing/2014/main" id="{2B4E43FA-BCFB-ADE4-CD98-F76DB1E4378D}"/>
                    </a:ext>
                  </a:extLst>
                </p:cNvPr>
                <p:cNvSpPr/>
                <p:nvPr/>
              </p:nvSpPr>
              <p:spPr>
                <a:xfrm>
                  <a:off x="2878865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6" name="pg3455">
                  <a:extLst>
                    <a:ext uri="{FF2B5EF4-FFF2-40B4-BE49-F238E27FC236}">
                      <a16:creationId xmlns:a16="http://schemas.microsoft.com/office/drawing/2014/main" id="{1988289D-68D3-CD1F-5F86-794D26BEEBF2}"/>
                    </a:ext>
                  </a:extLst>
                </p:cNvPr>
                <p:cNvSpPr/>
                <p:nvPr/>
              </p:nvSpPr>
              <p:spPr>
                <a:xfrm>
                  <a:off x="2890502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7" name="pg3456">
                  <a:extLst>
                    <a:ext uri="{FF2B5EF4-FFF2-40B4-BE49-F238E27FC236}">
                      <a16:creationId xmlns:a16="http://schemas.microsoft.com/office/drawing/2014/main" id="{3DF0F4C2-DA90-32AE-B257-30D6F04E7A61}"/>
                    </a:ext>
                  </a:extLst>
                </p:cNvPr>
                <p:cNvSpPr/>
                <p:nvPr/>
              </p:nvSpPr>
              <p:spPr>
                <a:xfrm>
                  <a:off x="2902139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8" name="pg3457">
                  <a:extLst>
                    <a:ext uri="{FF2B5EF4-FFF2-40B4-BE49-F238E27FC236}">
                      <a16:creationId xmlns:a16="http://schemas.microsoft.com/office/drawing/2014/main" id="{D26527DB-D92D-9473-E500-0786216A3D75}"/>
                    </a:ext>
                  </a:extLst>
                </p:cNvPr>
                <p:cNvSpPr/>
                <p:nvPr/>
              </p:nvSpPr>
              <p:spPr>
                <a:xfrm>
                  <a:off x="4414992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59" name="pg3458">
                  <a:extLst>
                    <a:ext uri="{FF2B5EF4-FFF2-40B4-BE49-F238E27FC236}">
                      <a16:creationId xmlns:a16="http://schemas.microsoft.com/office/drawing/2014/main" id="{F252617E-E19D-AA98-EAEB-87FEA3651EAE}"/>
                    </a:ext>
                  </a:extLst>
                </p:cNvPr>
                <p:cNvSpPr/>
                <p:nvPr/>
              </p:nvSpPr>
              <p:spPr>
                <a:xfrm>
                  <a:off x="4426630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0" name="pg3459">
                  <a:extLst>
                    <a:ext uri="{FF2B5EF4-FFF2-40B4-BE49-F238E27FC236}">
                      <a16:creationId xmlns:a16="http://schemas.microsoft.com/office/drawing/2014/main" id="{E7744083-4D20-04A4-0126-33787557D058}"/>
                    </a:ext>
                  </a:extLst>
                </p:cNvPr>
                <p:cNvSpPr/>
                <p:nvPr/>
              </p:nvSpPr>
              <p:spPr>
                <a:xfrm>
                  <a:off x="4438267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1" name="pg3460">
                  <a:extLst>
                    <a:ext uri="{FF2B5EF4-FFF2-40B4-BE49-F238E27FC236}">
                      <a16:creationId xmlns:a16="http://schemas.microsoft.com/office/drawing/2014/main" id="{62899FDA-E01B-AB2E-E202-9DA616FEAB76}"/>
                    </a:ext>
                  </a:extLst>
                </p:cNvPr>
                <p:cNvSpPr/>
                <p:nvPr/>
              </p:nvSpPr>
              <p:spPr>
                <a:xfrm>
                  <a:off x="4449904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2" name="pg3461">
                  <a:extLst>
                    <a:ext uri="{FF2B5EF4-FFF2-40B4-BE49-F238E27FC236}">
                      <a16:creationId xmlns:a16="http://schemas.microsoft.com/office/drawing/2014/main" id="{08C7C0A7-4089-D642-ACD7-99C0D78C50BB}"/>
                    </a:ext>
                  </a:extLst>
                </p:cNvPr>
                <p:cNvSpPr/>
                <p:nvPr/>
              </p:nvSpPr>
              <p:spPr>
                <a:xfrm>
                  <a:off x="4461542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3" name="pg3462">
                  <a:extLst>
                    <a:ext uri="{FF2B5EF4-FFF2-40B4-BE49-F238E27FC236}">
                      <a16:creationId xmlns:a16="http://schemas.microsoft.com/office/drawing/2014/main" id="{F6E83EB9-57B7-A9FD-7DBE-4B7EED8635ED}"/>
                    </a:ext>
                  </a:extLst>
                </p:cNvPr>
                <p:cNvSpPr/>
                <p:nvPr/>
              </p:nvSpPr>
              <p:spPr>
                <a:xfrm>
                  <a:off x="4473179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4" name="pg3463">
                  <a:extLst>
                    <a:ext uri="{FF2B5EF4-FFF2-40B4-BE49-F238E27FC236}">
                      <a16:creationId xmlns:a16="http://schemas.microsoft.com/office/drawing/2014/main" id="{93035AB4-2527-B2A8-6CDF-75126C511971}"/>
                    </a:ext>
                  </a:extLst>
                </p:cNvPr>
                <p:cNvSpPr/>
                <p:nvPr/>
              </p:nvSpPr>
              <p:spPr>
                <a:xfrm>
                  <a:off x="4671013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5" name="pg3464">
                  <a:extLst>
                    <a:ext uri="{FF2B5EF4-FFF2-40B4-BE49-F238E27FC236}">
                      <a16:creationId xmlns:a16="http://schemas.microsoft.com/office/drawing/2014/main" id="{CE4BA913-6DDA-42C3-166D-B5EE2B4CF36B}"/>
                    </a:ext>
                  </a:extLst>
                </p:cNvPr>
                <p:cNvSpPr/>
                <p:nvPr/>
              </p:nvSpPr>
              <p:spPr>
                <a:xfrm>
                  <a:off x="4682651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6" name="pg3465">
                  <a:extLst>
                    <a:ext uri="{FF2B5EF4-FFF2-40B4-BE49-F238E27FC236}">
                      <a16:creationId xmlns:a16="http://schemas.microsoft.com/office/drawing/2014/main" id="{626B6F4D-8093-3DE2-79A7-F7CB145C8830}"/>
                    </a:ext>
                  </a:extLst>
                </p:cNvPr>
                <p:cNvSpPr/>
                <p:nvPr/>
              </p:nvSpPr>
              <p:spPr>
                <a:xfrm>
                  <a:off x="4694288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7" name="pg3466">
                  <a:extLst>
                    <a:ext uri="{FF2B5EF4-FFF2-40B4-BE49-F238E27FC236}">
                      <a16:creationId xmlns:a16="http://schemas.microsoft.com/office/drawing/2014/main" id="{7E12482B-59F1-924F-D292-7BACD31A430D}"/>
                    </a:ext>
                  </a:extLst>
                </p:cNvPr>
                <p:cNvSpPr/>
                <p:nvPr/>
              </p:nvSpPr>
              <p:spPr>
                <a:xfrm>
                  <a:off x="4705925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8" name="pg3467">
                  <a:extLst>
                    <a:ext uri="{FF2B5EF4-FFF2-40B4-BE49-F238E27FC236}">
                      <a16:creationId xmlns:a16="http://schemas.microsoft.com/office/drawing/2014/main" id="{F59BC39A-3123-DB1A-70E2-ECAB08089EC0}"/>
                    </a:ext>
                  </a:extLst>
                </p:cNvPr>
                <p:cNvSpPr/>
                <p:nvPr/>
              </p:nvSpPr>
              <p:spPr>
                <a:xfrm>
                  <a:off x="4717563" y="509601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69" name="pg3468">
                  <a:extLst>
                    <a:ext uri="{FF2B5EF4-FFF2-40B4-BE49-F238E27FC236}">
                      <a16:creationId xmlns:a16="http://schemas.microsoft.com/office/drawing/2014/main" id="{CA5E5461-31AF-713E-F9BA-9A42C2AC30C5}"/>
                    </a:ext>
                  </a:extLst>
                </p:cNvPr>
                <p:cNvSpPr/>
                <p:nvPr/>
              </p:nvSpPr>
              <p:spPr>
                <a:xfrm>
                  <a:off x="2832315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0" name="pg3469">
                  <a:extLst>
                    <a:ext uri="{FF2B5EF4-FFF2-40B4-BE49-F238E27FC236}">
                      <a16:creationId xmlns:a16="http://schemas.microsoft.com/office/drawing/2014/main" id="{56495FB6-428E-A52E-879D-052F3C3BC4E6}"/>
                    </a:ext>
                  </a:extLst>
                </p:cNvPr>
                <p:cNvSpPr/>
                <p:nvPr/>
              </p:nvSpPr>
              <p:spPr>
                <a:xfrm>
                  <a:off x="2843953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1" name="pg3470">
                  <a:extLst>
                    <a:ext uri="{FF2B5EF4-FFF2-40B4-BE49-F238E27FC236}">
                      <a16:creationId xmlns:a16="http://schemas.microsoft.com/office/drawing/2014/main" id="{61FA2213-2BE2-1A9C-3B81-D7ADC4E47D41}"/>
                    </a:ext>
                  </a:extLst>
                </p:cNvPr>
                <p:cNvSpPr/>
                <p:nvPr/>
              </p:nvSpPr>
              <p:spPr>
                <a:xfrm>
                  <a:off x="2855590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2" name="pg3471">
                  <a:extLst>
                    <a:ext uri="{FF2B5EF4-FFF2-40B4-BE49-F238E27FC236}">
                      <a16:creationId xmlns:a16="http://schemas.microsoft.com/office/drawing/2014/main" id="{AD849D1B-6558-1708-10CD-6ACC4D19FA0C}"/>
                    </a:ext>
                  </a:extLst>
                </p:cNvPr>
                <p:cNvSpPr/>
                <p:nvPr/>
              </p:nvSpPr>
              <p:spPr>
                <a:xfrm>
                  <a:off x="2867227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3" name="pg3472">
                  <a:extLst>
                    <a:ext uri="{FF2B5EF4-FFF2-40B4-BE49-F238E27FC236}">
                      <a16:creationId xmlns:a16="http://schemas.microsoft.com/office/drawing/2014/main" id="{BDB0D1CD-3607-01E0-A838-20EA87E87762}"/>
                    </a:ext>
                  </a:extLst>
                </p:cNvPr>
                <p:cNvSpPr/>
                <p:nvPr/>
              </p:nvSpPr>
              <p:spPr>
                <a:xfrm>
                  <a:off x="2878865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2A6AA">
                    <a:alpha val="100000"/>
                  </a:srgbClr>
                </a:solidFill>
                <a:ln w="5420" cap="flat">
                  <a:solidFill>
                    <a:srgbClr val="42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4" name="pg3473">
                  <a:extLst>
                    <a:ext uri="{FF2B5EF4-FFF2-40B4-BE49-F238E27FC236}">
                      <a16:creationId xmlns:a16="http://schemas.microsoft.com/office/drawing/2014/main" id="{4ABFFD53-81A6-53CA-C128-DEF0A9B8DB65}"/>
                    </a:ext>
                  </a:extLst>
                </p:cNvPr>
                <p:cNvSpPr/>
                <p:nvPr/>
              </p:nvSpPr>
              <p:spPr>
                <a:xfrm>
                  <a:off x="2890502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5" name="pg3474">
                  <a:extLst>
                    <a:ext uri="{FF2B5EF4-FFF2-40B4-BE49-F238E27FC236}">
                      <a16:creationId xmlns:a16="http://schemas.microsoft.com/office/drawing/2014/main" id="{F53C285F-7AA3-F28B-DFD3-FC4B10871093}"/>
                    </a:ext>
                  </a:extLst>
                </p:cNvPr>
                <p:cNvSpPr/>
                <p:nvPr/>
              </p:nvSpPr>
              <p:spPr>
                <a:xfrm>
                  <a:off x="4426630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6" name="pg3475">
                  <a:extLst>
                    <a:ext uri="{FF2B5EF4-FFF2-40B4-BE49-F238E27FC236}">
                      <a16:creationId xmlns:a16="http://schemas.microsoft.com/office/drawing/2014/main" id="{577060A0-E102-9A78-EB55-C8B77A470CBD}"/>
                    </a:ext>
                  </a:extLst>
                </p:cNvPr>
                <p:cNvSpPr/>
                <p:nvPr/>
              </p:nvSpPr>
              <p:spPr>
                <a:xfrm>
                  <a:off x="4438267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7" name="pg3476">
                  <a:extLst>
                    <a:ext uri="{FF2B5EF4-FFF2-40B4-BE49-F238E27FC236}">
                      <a16:creationId xmlns:a16="http://schemas.microsoft.com/office/drawing/2014/main" id="{E92C6C6E-02C6-7B79-FF5C-763FE141B280}"/>
                    </a:ext>
                  </a:extLst>
                </p:cNvPr>
                <p:cNvSpPr/>
                <p:nvPr/>
              </p:nvSpPr>
              <p:spPr>
                <a:xfrm>
                  <a:off x="4449904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8" name="pg3477">
                  <a:extLst>
                    <a:ext uri="{FF2B5EF4-FFF2-40B4-BE49-F238E27FC236}">
                      <a16:creationId xmlns:a16="http://schemas.microsoft.com/office/drawing/2014/main" id="{DA0DB945-7E4A-3F11-0536-0ADC937C3E76}"/>
                    </a:ext>
                  </a:extLst>
                </p:cNvPr>
                <p:cNvSpPr/>
                <p:nvPr/>
              </p:nvSpPr>
              <p:spPr>
                <a:xfrm>
                  <a:off x="4461542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79" name="pg3478">
                  <a:extLst>
                    <a:ext uri="{FF2B5EF4-FFF2-40B4-BE49-F238E27FC236}">
                      <a16:creationId xmlns:a16="http://schemas.microsoft.com/office/drawing/2014/main" id="{4CD0F60B-4ECA-EC64-10F7-F9CC058E9132}"/>
                    </a:ext>
                  </a:extLst>
                </p:cNvPr>
                <p:cNvSpPr/>
                <p:nvPr/>
              </p:nvSpPr>
              <p:spPr>
                <a:xfrm>
                  <a:off x="4473179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0" name="pg3479">
                  <a:extLst>
                    <a:ext uri="{FF2B5EF4-FFF2-40B4-BE49-F238E27FC236}">
                      <a16:creationId xmlns:a16="http://schemas.microsoft.com/office/drawing/2014/main" id="{45431F2A-274F-D634-DF44-6FDAAFAA8109}"/>
                    </a:ext>
                  </a:extLst>
                </p:cNvPr>
                <p:cNvSpPr/>
                <p:nvPr/>
              </p:nvSpPr>
              <p:spPr>
                <a:xfrm>
                  <a:off x="4671013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1" name="pg3480">
                  <a:extLst>
                    <a:ext uri="{FF2B5EF4-FFF2-40B4-BE49-F238E27FC236}">
                      <a16:creationId xmlns:a16="http://schemas.microsoft.com/office/drawing/2014/main" id="{80966C70-9720-C66A-43DB-F8E13073FC16}"/>
                    </a:ext>
                  </a:extLst>
                </p:cNvPr>
                <p:cNvSpPr/>
                <p:nvPr/>
              </p:nvSpPr>
              <p:spPr>
                <a:xfrm>
                  <a:off x="4682651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2" name="pg3481">
                  <a:extLst>
                    <a:ext uri="{FF2B5EF4-FFF2-40B4-BE49-F238E27FC236}">
                      <a16:creationId xmlns:a16="http://schemas.microsoft.com/office/drawing/2014/main" id="{46F12445-1320-EEA0-34E6-0BEA20B60F07}"/>
                    </a:ext>
                  </a:extLst>
                </p:cNvPr>
                <p:cNvSpPr/>
                <p:nvPr/>
              </p:nvSpPr>
              <p:spPr>
                <a:xfrm>
                  <a:off x="4694288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3" name="pg3482">
                  <a:extLst>
                    <a:ext uri="{FF2B5EF4-FFF2-40B4-BE49-F238E27FC236}">
                      <a16:creationId xmlns:a16="http://schemas.microsoft.com/office/drawing/2014/main" id="{C42D67D1-B1B3-2045-A348-BBCA1110E2CA}"/>
                    </a:ext>
                  </a:extLst>
                </p:cNvPr>
                <p:cNvSpPr/>
                <p:nvPr/>
              </p:nvSpPr>
              <p:spPr>
                <a:xfrm>
                  <a:off x="4705925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4" name="pg3483">
                  <a:extLst>
                    <a:ext uri="{FF2B5EF4-FFF2-40B4-BE49-F238E27FC236}">
                      <a16:creationId xmlns:a16="http://schemas.microsoft.com/office/drawing/2014/main" id="{75A57858-4B8C-F302-CD02-EF743A33E9FF}"/>
                    </a:ext>
                  </a:extLst>
                </p:cNvPr>
                <p:cNvSpPr/>
                <p:nvPr/>
              </p:nvSpPr>
              <p:spPr>
                <a:xfrm>
                  <a:off x="4717563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5" name="pg3484">
                  <a:extLst>
                    <a:ext uri="{FF2B5EF4-FFF2-40B4-BE49-F238E27FC236}">
                      <a16:creationId xmlns:a16="http://schemas.microsoft.com/office/drawing/2014/main" id="{94876206-0A55-6C25-A199-2E803403AEC8}"/>
                    </a:ext>
                  </a:extLst>
                </p:cNvPr>
                <p:cNvSpPr/>
                <p:nvPr/>
              </p:nvSpPr>
              <p:spPr>
                <a:xfrm>
                  <a:off x="4729200" y="511031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6" name="pg3485">
                  <a:extLst>
                    <a:ext uri="{FF2B5EF4-FFF2-40B4-BE49-F238E27FC236}">
                      <a16:creationId xmlns:a16="http://schemas.microsoft.com/office/drawing/2014/main" id="{8D48078D-5743-7260-58A5-02955D404706}"/>
                    </a:ext>
                  </a:extLst>
                </p:cNvPr>
                <p:cNvSpPr/>
                <p:nvPr/>
              </p:nvSpPr>
              <p:spPr>
                <a:xfrm>
                  <a:off x="2832315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8AA">
                    <a:alpha val="100000"/>
                  </a:srgbClr>
                </a:solidFill>
                <a:ln w="5420" cap="flat">
                  <a:solidFill>
                    <a:srgbClr val="44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7" name="pg3486">
                  <a:extLst>
                    <a:ext uri="{FF2B5EF4-FFF2-40B4-BE49-F238E27FC236}">
                      <a16:creationId xmlns:a16="http://schemas.microsoft.com/office/drawing/2014/main" id="{D4B4D5E7-ED3E-44C7-5B1F-ACCBDED9504E}"/>
                    </a:ext>
                  </a:extLst>
                </p:cNvPr>
                <p:cNvSpPr/>
                <p:nvPr/>
              </p:nvSpPr>
              <p:spPr>
                <a:xfrm>
                  <a:off x="2843953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8" name="pg3487">
                  <a:extLst>
                    <a:ext uri="{FF2B5EF4-FFF2-40B4-BE49-F238E27FC236}">
                      <a16:creationId xmlns:a16="http://schemas.microsoft.com/office/drawing/2014/main" id="{337CDB9B-C8F3-E917-135F-5190A277AF3F}"/>
                    </a:ext>
                  </a:extLst>
                </p:cNvPr>
                <p:cNvSpPr/>
                <p:nvPr/>
              </p:nvSpPr>
              <p:spPr>
                <a:xfrm>
                  <a:off x="2855590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89" name="pg3488">
                  <a:extLst>
                    <a:ext uri="{FF2B5EF4-FFF2-40B4-BE49-F238E27FC236}">
                      <a16:creationId xmlns:a16="http://schemas.microsoft.com/office/drawing/2014/main" id="{6C0F1B7D-C77D-A05D-3A78-3165102F7889}"/>
                    </a:ext>
                  </a:extLst>
                </p:cNvPr>
                <p:cNvSpPr/>
                <p:nvPr/>
              </p:nvSpPr>
              <p:spPr>
                <a:xfrm>
                  <a:off x="2867227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0" name="pg3489">
                  <a:extLst>
                    <a:ext uri="{FF2B5EF4-FFF2-40B4-BE49-F238E27FC236}">
                      <a16:creationId xmlns:a16="http://schemas.microsoft.com/office/drawing/2014/main" id="{30E80B16-9274-7A5B-96B0-C6FAC5C36E03}"/>
                    </a:ext>
                  </a:extLst>
                </p:cNvPr>
                <p:cNvSpPr/>
                <p:nvPr/>
              </p:nvSpPr>
              <p:spPr>
                <a:xfrm>
                  <a:off x="2878865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1" name="pg3490">
                  <a:extLst>
                    <a:ext uri="{FF2B5EF4-FFF2-40B4-BE49-F238E27FC236}">
                      <a16:creationId xmlns:a16="http://schemas.microsoft.com/office/drawing/2014/main" id="{B5A01ED6-E15D-C487-781D-598DC5F7FEAC}"/>
                    </a:ext>
                  </a:extLst>
                </p:cNvPr>
                <p:cNvSpPr/>
                <p:nvPr/>
              </p:nvSpPr>
              <p:spPr>
                <a:xfrm>
                  <a:off x="2890502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2" name="pg3491">
                  <a:extLst>
                    <a:ext uri="{FF2B5EF4-FFF2-40B4-BE49-F238E27FC236}">
                      <a16:creationId xmlns:a16="http://schemas.microsoft.com/office/drawing/2014/main" id="{25C2D202-6183-0F39-9F6A-1D21A9DCC196}"/>
                    </a:ext>
                  </a:extLst>
                </p:cNvPr>
                <p:cNvSpPr/>
                <p:nvPr/>
              </p:nvSpPr>
              <p:spPr>
                <a:xfrm>
                  <a:off x="4438267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3" name="pg3492">
                  <a:extLst>
                    <a:ext uri="{FF2B5EF4-FFF2-40B4-BE49-F238E27FC236}">
                      <a16:creationId xmlns:a16="http://schemas.microsoft.com/office/drawing/2014/main" id="{A9EF83A0-A1FC-CFDB-E29F-85499F5CDDAB}"/>
                    </a:ext>
                  </a:extLst>
                </p:cNvPr>
                <p:cNvSpPr/>
                <p:nvPr/>
              </p:nvSpPr>
              <p:spPr>
                <a:xfrm>
                  <a:off x="4449904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4" name="pg3493">
                  <a:extLst>
                    <a:ext uri="{FF2B5EF4-FFF2-40B4-BE49-F238E27FC236}">
                      <a16:creationId xmlns:a16="http://schemas.microsoft.com/office/drawing/2014/main" id="{0CEBA1EE-3036-6178-2016-A3C605EDA0D1}"/>
                    </a:ext>
                  </a:extLst>
                </p:cNvPr>
                <p:cNvSpPr/>
                <p:nvPr/>
              </p:nvSpPr>
              <p:spPr>
                <a:xfrm>
                  <a:off x="4461542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5" name="pg3494">
                  <a:extLst>
                    <a:ext uri="{FF2B5EF4-FFF2-40B4-BE49-F238E27FC236}">
                      <a16:creationId xmlns:a16="http://schemas.microsoft.com/office/drawing/2014/main" id="{E48814B1-0459-CCB0-DB3B-D9BB039AC50E}"/>
                    </a:ext>
                  </a:extLst>
                </p:cNvPr>
                <p:cNvSpPr/>
                <p:nvPr/>
              </p:nvSpPr>
              <p:spPr>
                <a:xfrm>
                  <a:off x="4473179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6" name="pg3495">
                  <a:extLst>
                    <a:ext uri="{FF2B5EF4-FFF2-40B4-BE49-F238E27FC236}">
                      <a16:creationId xmlns:a16="http://schemas.microsoft.com/office/drawing/2014/main" id="{7137A0FF-7EB9-238B-C967-7AF5F6E17718}"/>
                    </a:ext>
                  </a:extLst>
                </p:cNvPr>
                <p:cNvSpPr/>
                <p:nvPr/>
              </p:nvSpPr>
              <p:spPr>
                <a:xfrm>
                  <a:off x="4484816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7" name="pg3496">
                  <a:extLst>
                    <a:ext uri="{FF2B5EF4-FFF2-40B4-BE49-F238E27FC236}">
                      <a16:creationId xmlns:a16="http://schemas.microsoft.com/office/drawing/2014/main" id="{9892A9FA-D27C-5FE8-BEA0-BADB1F7941BC}"/>
                    </a:ext>
                  </a:extLst>
                </p:cNvPr>
                <p:cNvSpPr/>
                <p:nvPr/>
              </p:nvSpPr>
              <p:spPr>
                <a:xfrm>
                  <a:off x="4496454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8" name="pg3497">
                  <a:extLst>
                    <a:ext uri="{FF2B5EF4-FFF2-40B4-BE49-F238E27FC236}">
                      <a16:creationId xmlns:a16="http://schemas.microsoft.com/office/drawing/2014/main" id="{B24530D0-BB8B-BDD9-3911-DC84B3884CA7}"/>
                    </a:ext>
                  </a:extLst>
                </p:cNvPr>
                <p:cNvSpPr/>
                <p:nvPr/>
              </p:nvSpPr>
              <p:spPr>
                <a:xfrm>
                  <a:off x="4508091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899" name="pg3498">
                  <a:extLst>
                    <a:ext uri="{FF2B5EF4-FFF2-40B4-BE49-F238E27FC236}">
                      <a16:creationId xmlns:a16="http://schemas.microsoft.com/office/drawing/2014/main" id="{2E886E8A-A279-FCBA-E00C-A1E2E260B782}"/>
                    </a:ext>
                  </a:extLst>
                </p:cNvPr>
                <p:cNvSpPr/>
                <p:nvPr/>
              </p:nvSpPr>
              <p:spPr>
                <a:xfrm>
                  <a:off x="4519728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0" name="pg3499">
                  <a:extLst>
                    <a:ext uri="{FF2B5EF4-FFF2-40B4-BE49-F238E27FC236}">
                      <a16:creationId xmlns:a16="http://schemas.microsoft.com/office/drawing/2014/main" id="{CB58F0DB-B072-196A-868E-7C7163FAD2EB}"/>
                    </a:ext>
                  </a:extLst>
                </p:cNvPr>
                <p:cNvSpPr/>
                <p:nvPr/>
              </p:nvSpPr>
              <p:spPr>
                <a:xfrm>
                  <a:off x="4682651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1" name="pg3500">
                  <a:extLst>
                    <a:ext uri="{FF2B5EF4-FFF2-40B4-BE49-F238E27FC236}">
                      <a16:creationId xmlns:a16="http://schemas.microsoft.com/office/drawing/2014/main" id="{D7531809-2DA7-C35E-BA04-C3AA48EAE33E}"/>
                    </a:ext>
                  </a:extLst>
                </p:cNvPr>
                <p:cNvSpPr/>
                <p:nvPr/>
              </p:nvSpPr>
              <p:spPr>
                <a:xfrm>
                  <a:off x="4694288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2" name="pg3501">
                  <a:extLst>
                    <a:ext uri="{FF2B5EF4-FFF2-40B4-BE49-F238E27FC236}">
                      <a16:creationId xmlns:a16="http://schemas.microsoft.com/office/drawing/2014/main" id="{30C3447B-8C12-4845-585C-37EF319F8155}"/>
                    </a:ext>
                  </a:extLst>
                </p:cNvPr>
                <p:cNvSpPr/>
                <p:nvPr/>
              </p:nvSpPr>
              <p:spPr>
                <a:xfrm>
                  <a:off x="4705925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3" name="pg3502">
                  <a:extLst>
                    <a:ext uri="{FF2B5EF4-FFF2-40B4-BE49-F238E27FC236}">
                      <a16:creationId xmlns:a16="http://schemas.microsoft.com/office/drawing/2014/main" id="{0D71DA27-9534-4243-A04F-8040C94F0F19}"/>
                    </a:ext>
                  </a:extLst>
                </p:cNvPr>
                <p:cNvSpPr/>
                <p:nvPr/>
              </p:nvSpPr>
              <p:spPr>
                <a:xfrm>
                  <a:off x="4717563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4" name="pg3503">
                  <a:extLst>
                    <a:ext uri="{FF2B5EF4-FFF2-40B4-BE49-F238E27FC236}">
                      <a16:creationId xmlns:a16="http://schemas.microsoft.com/office/drawing/2014/main" id="{41201C42-9028-6A6F-CE12-FEFB2AA7C775}"/>
                    </a:ext>
                  </a:extLst>
                </p:cNvPr>
                <p:cNvSpPr/>
                <p:nvPr/>
              </p:nvSpPr>
              <p:spPr>
                <a:xfrm>
                  <a:off x="4729200" y="51246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5" name="pg3504">
                  <a:extLst>
                    <a:ext uri="{FF2B5EF4-FFF2-40B4-BE49-F238E27FC236}">
                      <a16:creationId xmlns:a16="http://schemas.microsoft.com/office/drawing/2014/main" id="{9092182B-3EB5-C25C-B870-BD10EC709AD2}"/>
                    </a:ext>
                  </a:extLst>
                </p:cNvPr>
                <p:cNvSpPr/>
                <p:nvPr/>
              </p:nvSpPr>
              <p:spPr>
                <a:xfrm>
                  <a:off x="2843953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6" name="pg3505">
                  <a:extLst>
                    <a:ext uri="{FF2B5EF4-FFF2-40B4-BE49-F238E27FC236}">
                      <a16:creationId xmlns:a16="http://schemas.microsoft.com/office/drawing/2014/main" id="{A1C89715-744E-CDA3-4B34-EEAB9D71CD0B}"/>
                    </a:ext>
                  </a:extLst>
                </p:cNvPr>
                <p:cNvSpPr/>
                <p:nvPr/>
              </p:nvSpPr>
              <p:spPr>
                <a:xfrm>
                  <a:off x="2855590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7" name="pg3506">
                  <a:extLst>
                    <a:ext uri="{FF2B5EF4-FFF2-40B4-BE49-F238E27FC236}">
                      <a16:creationId xmlns:a16="http://schemas.microsoft.com/office/drawing/2014/main" id="{625774B9-6503-3298-FAB6-F8A445AEC18C}"/>
                    </a:ext>
                  </a:extLst>
                </p:cNvPr>
                <p:cNvSpPr/>
                <p:nvPr/>
              </p:nvSpPr>
              <p:spPr>
                <a:xfrm>
                  <a:off x="2867227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8" name="pg3507">
                  <a:extLst>
                    <a:ext uri="{FF2B5EF4-FFF2-40B4-BE49-F238E27FC236}">
                      <a16:creationId xmlns:a16="http://schemas.microsoft.com/office/drawing/2014/main" id="{EBE2C8C5-995A-B2E2-65DC-DDE8F13E225A}"/>
                    </a:ext>
                  </a:extLst>
                </p:cNvPr>
                <p:cNvSpPr/>
                <p:nvPr/>
              </p:nvSpPr>
              <p:spPr>
                <a:xfrm>
                  <a:off x="2878865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09" name="pg3508">
                  <a:extLst>
                    <a:ext uri="{FF2B5EF4-FFF2-40B4-BE49-F238E27FC236}">
                      <a16:creationId xmlns:a16="http://schemas.microsoft.com/office/drawing/2014/main" id="{22E67D57-D665-326D-F76C-3B83F555C530}"/>
                    </a:ext>
                  </a:extLst>
                </p:cNvPr>
                <p:cNvSpPr/>
                <p:nvPr/>
              </p:nvSpPr>
              <p:spPr>
                <a:xfrm>
                  <a:off x="2890502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0" name="pg3509">
                  <a:extLst>
                    <a:ext uri="{FF2B5EF4-FFF2-40B4-BE49-F238E27FC236}">
                      <a16:creationId xmlns:a16="http://schemas.microsoft.com/office/drawing/2014/main" id="{8ED2B0D0-15FF-B21F-A8F5-649180DC177C}"/>
                    </a:ext>
                  </a:extLst>
                </p:cNvPr>
                <p:cNvSpPr/>
                <p:nvPr/>
              </p:nvSpPr>
              <p:spPr>
                <a:xfrm>
                  <a:off x="4438267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1" name="pg3510">
                  <a:extLst>
                    <a:ext uri="{FF2B5EF4-FFF2-40B4-BE49-F238E27FC236}">
                      <a16:creationId xmlns:a16="http://schemas.microsoft.com/office/drawing/2014/main" id="{25F6C412-2EC6-FA54-2171-28982B1EE479}"/>
                    </a:ext>
                  </a:extLst>
                </p:cNvPr>
                <p:cNvSpPr/>
                <p:nvPr/>
              </p:nvSpPr>
              <p:spPr>
                <a:xfrm>
                  <a:off x="4449904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2" name="pg3511">
                  <a:extLst>
                    <a:ext uri="{FF2B5EF4-FFF2-40B4-BE49-F238E27FC236}">
                      <a16:creationId xmlns:a16="http://schemas.microsoft.com/office/drawing/2014/main" id="{1CE1B840-5DCA-0D12-23EC-487370C9E8BF}"/>
                    </a:ext>
                  </a:extLst>
                </p:cNvPr>
                <p:cNvSpPr/>
                <p:nvPr/>
              </p:nvSpPr>
              <p:spPr>
                <a:xfrm>
                  <a:off x="4461542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3" name="pg3512">
                  <a:extLst>
                    <a:ext uri="{FF2B5EF4-FFF2-40B4-BE49-F238E27FC236}">
                      <a16:creationId xmlns:a16="http://schemas.microsoft.com/office/drawing/2014/main" id="{EBE8F54B-B5FB-EA29-85C9-886B30FE6339}"/>
                    </a:ext>
                  </a:extLst>
                </p:cNvPr>
                <p:cNvSpPr/>
                <p:nvPr/>
              </p:nvSpPr>
              <p:spPr>
                <a:xfrm>
                  <a:off x="4473179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4" name="pg3513">
                  <a:extLst>
                    <a:ext uri="{FF2B5EF4-FFF2-40B4-BE49-F238E27FC236}">
                      <a16:creationId xmlns:a16="http://schemas.microsoft.com/office/drawing/2014/main" id="{F4FC689E-6582-57BA-5F37-D8ECA88D7415}"/>
                    </a:ext>
                  </a:extLst>
                </p:cNvPr>
                <p:cNvSpPr/>
                <p:nvPr/>
              </p:nvSpPr>
              <p:spPr>
                <a:xfrm>
                  <a:off x="4484816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5" name="pg3514">
                  <a:extLst>
                    <a:ext uri="{FF2B5EF4-FFF2-40B4-BE49-F238E27FC236}">
                      <a16:creationId xmlns:a16="http://schemas.microsoft.com/office/drawing/2014/main" id="{E0AA0E3A-9E5C-9267-74B6-DF2EA4800055}"/>
                    </a:ext>
                  </a:extLst>
                </p:cNvPr>
                <p:cNvSpPr/>
                <p:nvPr/>
              </p:nvSpPr>
              <p:spPr>
                <a:xfrm>
                  <a:off x="4496454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6" name="pg3515">
                  <a:extLst>
                    <a:ext uri="{FF2B5EF4-FFF2-40B4-BE49-F238E27FC236}">
                      <a16:creationId xmlns:a16="http://schemas.microsoft.com/office/drawing/2014/main" id="{C621EF25-A76B-38C9-B694-CC7EA5E1FDAD}"/>
                    </a:ext>
                  </a:extLst>
                </p:cNvPr>
                <p:cNvSpPr/>
                <p:nvPr/>
              </p:nvSpPr>
              <p:spPr>
                <a:xfrm>
                  <a:off x="4508091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7" name="pg3516">
                  <a:extLst>
                    <a:ext uri="{FF2B5EF4-FFF2-40B4-BE49-F238E27FC236}">
                      <a16:creationId xmlns:a16="http://schemas.microsoft.com/office/drawing/2014/main" id="{26D2A453-73D6-8BB7-A725-86544330169A}"/>
                    </a:ext>
                  </a:extLst>
                </p:cNvPr>
                <p:cNvSpPr/>
                <p:nvPr/>
              </p:nvSpPr>
              <p:spPr>
                <a:xfrm>
                  <a:off x="4519728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8" name="pg3517">
                  <a:extLst>
                    <a:ext uri="{FF2B5EF4-FFF2-40B4-BE49-F238E27FC236}">
                      <a16:creationId xmlns:a16="http://schemas.microsoft.com/office/drawing/2014/main" id="{D9BD27D8-88DD-95A8-B5B7-AC94DEA5B355}"/>
                    </a:ext>
                  </a:extLst>
                </p:cNvPr>
                <p:cNvSpPr/>
                <p:nvPr/>
              </p:nvSpPr>
              <p:spPr>
                <a:xfrm>
                  <a:off x="4531366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19" name="pg3518">
                  <a:extLst>
                    <a:ext uri="{FF2B5EF4-FFF2-40B4-BE49-F238E27FC236}">
                      <a16:creationId xmlns:a16="http://schemas.microsoft.com/office/drawing/2014/main" id="{D20A4952-B41E-4C77-3292-B510DDC41A89}"/>
                    </a:ext>
                  </a:extLst>
                </p:cNvPr>
                <p:cNvSpPr/>
                <p:nvPr/>
              </p:nvSpPr>
              <p:spPr>
                <a:xfrm>
                  <a:off x="4682651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0" name="pg3519">
                  <a:extLst>
                    <a:ext uri="{FF2B5EF4-FFF2-40B4-BE49-F238E27FC236}">
                      <a16:creationId xmlns:a16="http://schemas.microsoft.com/office/drawing/2014/main" id="{E10EE2AD-ABEC-3F11-5CE1-870CD8A0F15F}"/>
                    </a:ext>
                  </a:extLst>
                </p:cNvPr>
                <p:cNvSpPr/>
                <p:nvPr/>
              </p:nvSpPr>
              <p:spPr>
                <a:xfrm>
                  <a:off x="4694288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1" name="pg3520">
                  <a:extLst>
                    <a:ext uri="{FF2B5EF4-FFF2-40B4-BE49-F238E27FC236}">
                      <a16:creationId xmlns:a16="http://schemas.microsoft.com/office/drawing/2014/main" id="{07DCBA1B-8B25-7012-F403-2DA8CF206100}"/>
                    </a:ext>
                  </a:extLst>
                </p:cNvPr>
                <p:cNvSpPr/>
                <p:nvPr/>
              </p:nvSpPr>
              <p:spPr>
                <a:xfrm>
                  <a:off x="4705925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2" name="pg3521">
                  <a:extLst>
                    <a:ext uri="{FF2B5EF4-FFF2-40B4-BE49-F238E27FC236}">
                      <a16:creationId xmlns:a16="http://schemas.microsoft.com/office/drawing/2014/main" id="{B7A53DB1-FA63-04FC-5585-F3E5BCD16E12}"/>
                    </a:ext>
                  </a:extLst>
                </p:cNvPr>
                <p:cNvSpPr/>
                <p:nvPr/>
              </p:nvSpPr>
              <p:spPr>
                <a:xfrm>
                  <a:off x="4717563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3" name="pg3522">
                  <a:extLst>
                    <a:ext uri="{FF2B5EF4-FFF2-40B4-BE49-F238E27FC236}">
                      <a16:creationId xmlns:a16="http://schemas.microsoft.com/office/drawing/2014/main" id="{4C03DBBD-6EC9-DE1D-FE8D-179E0C06B959}"/>
                    </a:ext>
                  </a:extLst>
                </p:cNvPr>
                <p:cNvSpPr/>
                <p:nvPr/>
              </p:nvSpPr>
              <p:spPr>
                <a:xfrm>
                  <a:off x="4729200" y="513891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4" name="pg3523">
                  <a:extLst>
                    <a:ext uri="{FF2B5EF4-FFF2-40B4-BE49-F238E27FC236}">
                      <a16:creationId xmlns:a16="http://schemas.microsoft.com/office/drawing/2014/main" id="{94C86FD6-E4F9-B1D0-9D7F-D859420DAAD2}"/>
                    </a:ext>
                  </a:extLst>
                </p:cNvPr>
                <p:cNvSpPr/>
                <p:nvPr/>
              </p:nvSpPr>
              <p:spPr>
                <a:xfrm>
                  <a:off x="2843953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5" name="pg3524">
                  <a:extLst>
                    <a:ext uri="{FF2B5EF4-FFF2-40B4-BE49-F238E27FC236}">
                      <a16:creationId xmlns:a16="http://schemas.microsoft.com/office/drawing/2014/main" id="{119300F5-E5F1-0EE0-17BC-6AF0CA8820CF}"/>
                    </a:ext>
                  </a:extLst>
                </p:cNvPr>
                <p:cNvSpPr/>
                <p:nvPr/>
              </p:nvSpPr>
              <p:spPr>
                <a:xfrm>
                  <a:off x="2855590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6" name="pg3525">
                  <a:extLst>
                    <a:ext uri="{FF2B5EF4-FFF2-40B4-BE49-F238E27FC236}">
                      <a16:creationId xmlns:a16="http://schemas.microsoft.com/office/drawing/2014/main" id="{25925E0D-104A-873B-18A3-FA5DFA75699F}"/>
                    </a:ext>
                  </a:extLst>
                </p:cNvPr>
                <p:cNvSpPr/>
                <p:nvPr/>
              </p:nvSpPr>
              <p:spPr>
                <a:xfrm>
                  <a:off x="2867227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7" name="pg3526">
                  <a:extLst>
                    <a:ext uri="{FF2B5EF4-FFF2-40B4-BE49-F238E27FC236}">
                      <a16:creationId xmlns:a16="http://schemas.microsoft.com/office/drawing/2014/main" id="{E882E25D-B3F9-5BDC-0192-426005369573}"/>
                    </a:ext>
                  </a:extLst>
                </p:cNvPr>
                <p:cNvSpPr/>
                <p:nvPr/>
              </p:nvSpPr>
              <p:spPr>
                <a:xfrm>
                  <a:off x="2878865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8" name="pg3527">
                  <a:extLst>
                    <a:ext uri="{FF2B5EF4-FFF2-40B4-BE49-F238E27FC236}">
                      <a16:creationId xmlns:a16="http://schemas.microsoft.com/office/drawing/2014/main" id="{D58CA816-157E-480E-D562-5F2242F05AEF}"/>
                    </a:ext>
                  </a:extLst>
                </p:cNvPr>
                <p:cNvSpPr/>
                <p:nvPr/>
              </p:nvSpPr>
              <p:spPr>
                <a:xfrm>
                  <a:off x="2890502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29" name="pg3528">
                  <a:extLst>
                    <a:ext uri="{FF2B5EF4-FFF2-40B4-BE49-F238E27FC236}">
                      <a16:creationId xmlns:a16="http://schemas.microsoft.com/office/drawing/2014/main" id="{8F09BDE7-2139-8313-B591-DCEEC84D18A8}"/>
                    </a:ext>
                  </a:extLst>
                </p:cNvPr>
                <p:cNvSpPr/>
                <p:nvPr/>
              </p:nvSpPr>
              <p:spPr>
                <a:xfrm>
                  <a:off x="4449904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0" name="pg3529">
                  <a:extLst>
                    <a:ext uri="{FF2B5EF4-FFF2-40B4-BE49-F238E27FC236}">
                      <a16:creationId xmlns:a16="http://schemas.microsoft.com/office/drawing/2014/main" id="{2D97F4B0-5C43-9F2F-EC2F-2DB5CD99C655}"/>
                    </a:ext>
                  </a:extLst>
                </p:cNvPr>
                <p:cNvSpPr/>
                <p:nvPr/>
              </p:nvSpPr>
              <p:spPr>
                <a:xfrm>
                  <a:off x="4461542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1" name="pg3530">
                  <a:extLst>
                    <a:ext uri="{FF2B5EF4-FFF2-40B4-BE49-F238E27FC236}">
                      <a16:creationId xmlns:a16="http://schemas.microsoft.com/office/drawing/2014/main" id="{AA39158A-4FC7-F1FE-7902-0F478A2DFD0F}"/>
                    </a:ext>
                  </a:extLst>
                </p:cNvPr>
                <p:cNvSpPr/>
                <p:nvPr/>
              </p:nvSpPr>
              <p:spPr>
                <a:xfrm>
                  <a:off x="4473179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2" name="pg3531">
                  <a:extLst>
                    <a:ext uri="{FF2B5EF4-FFF2-40B4-BE49-F238E27FC236}">
                      <a16:creationId xmlns:a16="http://schemas.microsoft.com/office/drawing/2014/main" id="{F3C84532-BBDF-A4F8-8DE8-6C2FA6388175}"/>
                    </a:ext>
                  </a:extLst>
                </p:cNvPr>
                <p:cNvSpPr/>
                <p:nvPr/>
              </p:nvSpPr>
              <p:spPr>
                <a:xfrm>
                  <a:off x="4484816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3" name="pg3532">
                  <a:extLst>
                    <a:ext uri="{FF2B5EF4-FFF2-40B4-BE49-F238E27FC236}">
                      <a16:creationId xmlns:a16="http://schemas.microsoft.com/office/drawing/2014/main" id="{A065A40E-D865-9D65-7041-CD1A2B62F376}"/>
                    </a:ext>
                  </a:extLst>
                </p:cNvPr>
                <p:cNvSpPr/>
                <p:nvPr/>
              </p:nvSpPr>
              <p:spPr>
                <a:xfrm>
                  <a:off x="4496454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4" name="pg3533">
                  <a:extLst>
                    <a:ext uri="{FF2B5EF4-FFF2-40B4-BE49-F238E27FC236}">
                      <a16:creationId xmlns:a16="http://schemas.microsoft.com/office/drawing/2014/main" id="{8444D248-A66B-D8D6-080E-1217E783DD16}"/>
                    </a:ext>
                  </a:extLst>
                </p:cNvPr>
                <p:cNvSpPr/>
                <p:nvPr/>
              </p:nvSpPr>
              <p:spPr>
                <a:xfrm>
                  <a:off x="4508091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5" name="pg3534">
                  <a:extLst>
                    <a:ext uri="{FF2B5EF4-FFF2-40B4-BE49-F238E27FC236}">
                      <a16:creationId xmlns:a16="http://schemas.microsoft.com/office/drawing/2014/main" id="{7A2E4ABA-78F9-8727-1CD9-17816D472793}"/>
                    </a:ext>
                  </a:extLst>
                </p:cNvPr>
                <p:cNvSpPr/>
                <p:nvPr/>
              </p:nvSpPr>
              <p:spPr>
                <a:xfrm>
                  <a:off x="4519728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6" name="pg3535">
                  <a:extLst>
                    <a:ext uri="{FF2B5EF4-FFF2-40B4-BE49-F238E27FC236}">
                      <a16:creationId xmlns:a16="http://schemas.microsoft.com/office/drawing/2014/main" id="{C7599F2E-EBC3-6157-3E15-9C7A3FBB57BF}"/>
                    </a:ext>
                  </a:extLst>
                </p:cNvPr>
                <p:cNvSpPr/>
                <p:nvPr/>
              </p:nvSpPr>
              <p:spPr>
                <a:xfrm>
                  <a:off x="4531366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7" name="pg3536">
                  <a:extLst>
                    <a:ext uri="{FF2B5EF4-FFF2-40B4-BE49-F238E27FC236}">
                      <a16:creationId xmlns:a16="http://schemas.microsoft.com/office/drawing/2014/main" id="{24D7EBEB-05FD-6DAD-A348-03AA549984B7}"/>
                    </a:ext>
                  </a:extLst>
                </p:cNvPr>
                <p:cNvSpPr/>
                <p:nvPr/>
              </p:nvSpPr>
              <p:spPr>
                <a:xfrm>
                  <a:off x="4694288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8" name="pg3537">
                  <a:extLst>
                    <a:ext uri="{FF2B5EF4-FFF2-40B4-BE49-F238E27FC236}">
                      <a16:creationId xmlns:a16="http://schemas.microsoft.com/office/drawing/2014/main" id="{FE5C40C8-F2B1-724A-5049-96AB148AA630}"/>
                    </a:ext>
                  </a:extLst>
                </p:cNvPr>
                <p:cNvSpPr/>
                <p:nvPr/>
              </p:nvSpPr>
              <p:spPr>
                <a:xfrm>
                  <a:off x="4705925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39" name="pg3538">
                  <a:extLst>
                    <a:ext uri="{FF2B5EF4-FFF2-40B4-BE49-F238E27FC236}">
                      <a16:creationId xmlns:a16="http://schemas.microsoft.com/office/drawing/2014/main" id="{CAC57C27-3B63-CDE6-DE25-E0DB1171C758}"/>
                    </a:ext>
                  </a:extLst>
                </p:cNvPr>
                <p:cNvSpPr/>
                <p:nvPr/>
              </p:nvSpPr>
              <p:spPr>
                <a:xfrm>
                  <a:off x="4717563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0" name="pg3539">
                  <a:extLst>
                    <a:ext uri="{FF2B5EF4-FFF2-40B4-BE49-F238E27FC236}">
                      <a16:creationId xmlns:a16="http://schemas.microsoft.com/office/drawing/2014/main" id="{0ACA8252-645A-A78C-1413-9C726A365C28}"/>
                    </a:ext>
                  </a:extLst>
                </p:cNvPr>
                <p:cNvSpPr/>
                <p:nvPr/>
              </p:nvSpPr>
              <p:spPr>
                <a:xfrm>
                  <a:off x="4729200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8">
                    <a:alpha val="100000"/>
                  </a:srgbClr>
                </a:solidFill>
                <a:ln w="5420" cap="flat">
                  <a:solidFill>
                    <a:srgbClr val="3595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1" name="pg3540">
                  <a:extLst>
                    <a:ext uri="{FF2B5EF4-FFF2-40B4-BE49-F238E27FC236}">
                      <a16:creationId xmlns:a16="http://schemas.microsoft.com/office/drawing/2014/main" id="{BD442054-2AAB-CBFE-4E4A-42CE564988C6}"/>
                    </a:ext>
                  </a:extLst>
                </p:cNvPr>
                <p:cNvSpPr/>
                <p:nvPr/>
              </p:nvSpPr>
              <p:spPr>
                <a:xfrm>
                  <a:off x="4740837" y="51532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2" name="pg3541">
                  <a:extLst>
                    <a:ext uri="{FF2B5EF4-FFF2-40B4-BE49-F238E27FC236}">
                      <a16:creationId xmlns:a16="http://schemas.microsoft.com/office/drawing/2014/main" id="{E83EC4D2-E4FF-22CA-5049-325EA22CC5C1}"/>
                    </a:ext>
                  </a:extLst>
                </p:cNvPr>
                <p:cNvSpPr/>
                <p:nvPr/>
              </p:nvSpPr>
              <p:spPr>
                <a:xfrm>
                  <a:off x="2843953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3" name="pg3542">
                  <a:extLst>
                    <a:ext uri="{FF2B5EF4-FFF2-40B4-BE49-F238E27FC236}">
                      <a16:creationId xmlns:a16="http://schemas.microsoft.com/office/drawing/2014/main" id="{F15D840B-4986-3CA8-560F-D619F232C90C}"/>
                    </a:ext>
                  </a:extLst>
                </p:cNvPr>
                <p:cNvSpPr/>
                <p:nvPr/>
              </p:nvSpPr>
              <p:spPr>
                <a:xfrm>
                  <a:off x="2855590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4" name="pg3543">
                  <a:extLst>
                    <a:ext uri="{FF2B5EF4-FFF2-40B4-BE49-F238E27FC236}">
                      <a16:creationId xmlns:a16="http://schemas.microsoft.com/office/drawing/2014/main" id="{18E4AEE6-4B0A-B2CF-D60A-0B4A6864FD8C}"/>
                    </a:ext>
                  </a:extLst>
                </p:cNvPr>
                <p:cNvSpPr/>
                <p:nvPr/>
              </p:nvSpPr>
              <p:spPr>
                <a:xfrm>
                  <a:off x="2867227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5" name="pg3544">
                  <a:extLst>
                    <a:ext uri="{FF2B5EF4-FFF2-40B4-BE49-F238E27FC236}">
                      <a16:creationId xmlns:a16="http://schemas.microsoft.com/office/drawing/2014/main" id="{FD1B2ADF-D3B0-1F60-B45E-23EA6EA0DAC5}"/>
                    </a:ext>
                  </a:extLst>
                </p:cNvPr>
                <p:cNvSpPr/>
                <p:nvPr/>
              </p:nvSpPr>
              <p:spPr>
                <a:xfrm>
                  <a:off x="2878865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6" name="pg3545">
                  <a:extLst>
                    <a:ext uri="{FF2B5EF4-FFF2-40B4-BE49-F238E27FC236}">
                      <a16:creationId xmlns:a16="http://schemas.microsoft.com/office/drawing/2014/main" id="{53627840-7E5B-2E08-BC33-7AC60DF79853}"/>
                    </a:ext>
                  </a:extLst>
                </p:cNvPr>
                <p:cNvSpPr/>
                <p:nvPr/>
              </p:nvSpPr>
              <p:spPr>
                <a:xfrm>
                  <a:off x="2890502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7" name="pg3546">
                  <a:extLst>
                    <a:ext uri="{FF2B5EF4-FFF2-40B4-BE49-F238E27FC236}">
                      <a16:creationId xmlns:a16="http://schemas.microsoft.com/office/drawing/2014/main" id="{6B336316-1428-0F21-D651-DF5158E85C88}"/>
                    </a:ext>
                  </a:extLst>
                </p:cNvPr>
                <p:cNvSpPr/>
                <p:nvPr/>
              </p:nvSpPr>
              <p:spPr>
                <a:xfrm>
                  <a:off x="4461542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8" name="pg3547">
                  <a:extLst>
                    <a:ext uri="{FF2B5EF4-FFF2-40B4-BE49-F238E27FC236}">
                      <a16:creationId xmlns:a16="http://schemas.microsoft.com/office/drawing/2014/main" id="{96DF2D3A-23C0-F3E8-02B5-F7D72EE73888}"/>
                    </a:ext>
                  </a:extLst>
                </p:cNvPr>
                <p:cNvSpPr/>
                <p:nvPr/>
              </p:nvSpPr>
              <p:spPr>
                <a:xfrm>
                  <a:off x="4473179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49" name="pg3548">
                  <a:extLst>
                    <a:ext uri="{FF2B5EF4-FFF2-40B4-BE49-F238E27FC236}">
                      <a16:creationId xmlns:a16="http://schemas.microsoft.com/office/drawing/2014/main" id="{A73A46B0-56E4-C6D9-8201-2B6FB773CFA5}"/>
                    </a:ext>
                  </a:extLst>
                </p:cNvPr>
                <p:cNvSpPr/>
                <p:nvPr/>
              </p:nvSpPr>
              <p:spPr>
                <a:xfrm>
                  <a:off x="4484816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0" name="pg3549">
                  <a:extLst>
                    <a:ext uri="{FF2B5EF4-FFF2-40B4-BE49-F238E27FC236}">
                      <a16:creationId xmlns:a16="http://schemas.microsoft.com/office/drawing/2014/main" id="{D3F1CEB6-46D0-9A21-E4D8-C196202BA660}"/>
                    </a:ext>
                  </a:extLst>
                </p:cNvPr>
                <p:cNvSpPr/>
                <p:nvPr/>
              </p:nvSpPr>
              <p:spPr>
                <a:xfrm>
                  <a:off x="4496454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1" name="pg3550">
                  <a:extLst>
                    <a:ext uri="{FF2B5EF4-FFF2-40B4-BE49-F238E27FC236}">
                      <a16:creationId xmlns:a16="http://schemas.microsoft.com/office/drawing/2014/main" id="{6E06B338-ADF4-44C4-8784-1A54B02F1448}"/>
                    </a:ext>
                  </a:extLst>
                </p:cNvPr>
                <p:cNvSpPr/>
                <p:nvPr/>
              </p:nvSpPr>
              <p:spPr>
                <a:xfrm>
                  <a:off x="4508091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2" name="pg3551">
                  <a:extLst>
                    <a:ext uri="{FF2B5EF4-FFF2-40B4-BE49-F238E27FC236}">
                      <a16:creationId xmlns:a16="http://schemas.microsoft.com/office/drawing/2014/main" id="{A3C34A55-8A9A-8C28-4D98-004E465BCB7B}"/>
                    </a:ext>
                  </a:extLst>
                </p:cNvPr>
                <p:cNvSpPr/>
                <p:nvPr/>
              </p:nvSpPr>
              <p:spPr>
                <a:xfrm>
                  <a:off x="4519728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3" name="pg3552">
                  <a:extLst>
                    <a:ext uri="{FF2B5EF4-FFF2-40B4-BE49-F238E27FC236}">
                      <a16:creationId xmlns:a16="http://schemas.microsoft.com/office/drawing/2014/main" id="{E212419C-DE6F-FB73-F8E8-E54E9D6FE701}"/>
                    </a:ext>
                  </a:extLst>
                </p:cNvPr>
                <p:cNvSpPr/>
                <p:nvPr/>
              </p:nvSpPr>
              <p:spPr>
                <a:xfrm>
                  <a:off x="4531366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4" name="pg3553">
                  <a:extLst>
                    <a:ext uri="{FF2B5EF4-FFF2-40B4-BE49-F238E27FC236}">
                      <a16:creationId xmlns:a16="http://schemas.microsoft.com/office/drawing/2014/main" id="{2A43B3AA-E380-182D-1F6B-20AB217BA78C}"/>
                    </a:ext>
                  </a:extLst>
                </p:cNvPr>
                <p:cNvSpPr/>
                <p:nvPr/>
              </p:nvSpPr>
              <p:spPr>
                <a:xfrm>
                  <a:off x="4543003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5" name="pg3554">
                  <a:extLst>
                    <a:ext uri="{FF2B5EF4-FFF2-40B4-BE49-F238E27FC236}">
                      <a16:creationId xmlns:a16="http://schemas.microsoft.com/office/drawing/2014/main" id="{9C38E2EF-7A07-1498-A106-7648B8E99B9C}"/>
                    </a:ext>
                  </a:extLst>
                </p:cNvPr>
                <p:cNvSpPr/>
                <p:nvPr/>
              </p:nvSpPr>
              <p:spPr>
                <a:xfrm>
                  <a:off x="4694288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6" name="pg3555">
                  <a:extLst>
                    <a:ext uri="{FF2B5EF4-FFF2-40B4-BE49-F238E27FC236}">
                      <a16:creationId xmlns:a16="http://schemas.microsoft.com/office/drawing/2014/main" id="{C7C03590-6F17-204B-8992-98DFF1225FD1}"/>
                    </a:ext>
                  </a:extLst>
                </p:cNvPr>
                <p:cNvSpPr/>
                <p:nvPr/>
              </p:nvSpPr>
              <p:spPr>
                <a:xfrm>
                  <a:off x="4705925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7" name="pg3556">
                  <a:extLst>
                    <a:ext uri="{FF2B5EF4-FFF2-40B4-BE49-F238E27FC236}">
                      <a16:creationId xmlns:a16="http://schemas.microsoft.com/office/drawing/2014/main" id="{3C007DFA-39CB-F095-B4FF-5B90212CA8A9}"/>
                    </a:ext>
                  </a:extLst>
                </p:cNvPr>
                <p:cNvSpPr/>
                <p:nvPr/>
              </p:nvSpPr>
              <p:spPr>
                <a:xfrm>
                  <a:off x="4717563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8" name="pg3557">
                  <a:extLst>
                    <a:ext uri="{FF2B5EF4-FFF2-40B4-BE49-F238E27FC236}">
                      <a16:creationId xmlns:a16="http://schemas.microsoft.com/office/drawing/2014/main" id="{F0CAD26D-5430-6359-0C22-CBAF88DAB78D}"/>
                    </a:ext>
                  </a:extLst>
                </p:cNvPr>
                <p:cNvSpPr/>
                <p:nvPr/>
              </p:nvSpPr>
              <p:spPr>
                <a:xfrm>
                  <a:off x="4729200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59" name="pg3558">
                  <a:extLst>
                    <a:ext uri="{FF2B5EF4-FFF2-40B4-BE49-F238E27FC236}">
                      <a16:creationId xmlns:a16="http://schemas.microsoft.com/office/drawing/2014/main" id="{25AE3417-DFD3-3FCA-2FC7-2FAAFDB56719}"/>
                    </a:ext>
                  </a:extLst>
                </p:cNvPr>
                <p:cNvSpPr/>
                <p:nvPr/>
              </p:nvSpPr>
              <p:spPr>
                <a:xfrm>
                  <a:off x="4740837" y="516751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0" name="pg3559">
                  <a:extLst>
                    <a:ext uri="{FF2B5EF4-FFF2-40B4-BE49-F238E27FC236}">
                      <a16:creationId xmlns:a16="http://schemas.microsoft.com/office/drawing/2014/main" id="{8D9AE912-D128-1350-6117-AACC8A1AEAB0}"/>
                    </a:ext>
                  </a:extLst>
                </p:cNvPr>
                <p:cNvSpPr/>
                <p:nvPr/>
              </p:nvSpPr>
              <p:spPr>
                <a:xfrm>
                  <a:off x="2855590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BAA">
                    <a:alpha val="100000"/>
                  </a:srgbClr>
                </a:solidFill>
                <a:ln w="5420" cap="flat">
                  <a:solidFill>
                    <a:srgbClr val="48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1" name="pg3560">
                  <a:extLst>
                    <a:ext uri="{FF2B5EF4-FFF2-40B4-BE49-F238E27FC236}">
                      <a16:creationId xmlns:a16="http://schemas.microsoft.com/office/drawing/2014/main" id="{4FC0D6CA-485D-7410-63CD-8CEEF54D0123}"/>
                    </a:ext>
                  </a:extLst>
                </p:cNvPr>
                <p:cNvSpPr/>
                <p:nvPr/>
              </p:nvSpPr>
              <p:spPr>
                <a:xfrm>
                  <a:off x="2867227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BAA">
                    <a:alpha val="100000"/>
                  </a:srgbClr>
                </a:solidFill>
                <a:ln w="5420" cap="flat">
                  <a:solidFill>
                    <a:srgbClr val="48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2" name="pg3561">
                  <a:extLst>
                    <a:ext uri="{FF2B5EF4-FFF2-40B4-BE49-F238E27FC236}">
                      <a16:creationId xmlns:a16="http://schemas.microsoft.com/office/drawing/2014/main" id="{14DC97E2-9F5C-2FAF-7B3E-1A929216BE79}"/>
                    </a:ext>
                  </a:extLst>
                </p:cNvPr>
                <p:cNvSpPr/>
                <p:nvPr/>
              </p:nvSpPr>
              <p:spPr>
                <a:xfrm>
                  <a:off x="2878865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3" name="pg3562">
                  <a:extLst>
                    <a:ext uri="{FF2B5EF4-FFF2-40B4-BE49-F238E27FC236}">
                      <a16:creationId xmlns:a16="http://schemas.microsoft.com/office/drawing/2014/main" id="{23AAEB95-5F52-27A4-9E0F-FFE88FCAB571}"/>
                    </a:ext>
                  </a:extLst>
                </p:cNvPr>
                <p:cNvSpPr/>
                <p:nvPr/>
              </p:nvSpPr>
              <p:spPr>
                <a:xfrm>
                  <a:off x="2890502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4" name="pg3563">
                  <a:extLst>
                    <a:ext uri="{FF2B5EF4-FFF2-40B4-BE49-F238E27FC236}">
                      <a16:creationId xmlns:a16="http://schemas.microsoft.com/office/drawing/2014/main" id="{0A045E9E-BD22-B803-52E5-F8F8BEDBB631}"/>
                    </a:ext>
                  </a:extLst>
                </p:cNvPr>
                <p:cNvSpPr/>
                <p:nvPr/>
              </p:nvSpPr>
              <p:spPr>
                <a:xfrm>
                  <a:off x="4473179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5" name="pg3564">
                  <a:extLst>
                    <a:ext uri="{FF2B5EF4-FFF2-40B4-BE49-F238E27FC236}">
                      <a16:creationId xmlns:a16="http://schemas.microsoft.com/office/drawing/2014/main" id="{B75E037E-8CFD-BA7E-F51C-67653B74C243}"/>
                    </a:ext>
                  </a:extLst>
                </p:cNvPr>
                <p:cNvSpPr/>
                <p:nvPr/>
              </p:nvSpPr>
              <p:spPr>
                <a:xfrm>
                  <a:off x="4484816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6" name="pg3565">
                  <a:extLst>
                    <a:ext uri="{FF2B5EF4-FFF2-40B4-BE49-F238E27FC236}">
                      <a16:creationId xmlns:a16="http://schemas.microsoft.com/office/drawing/2014/main" id="{4439E3C2-0F19-6289-C4BE-6ACE4DD58F37}"/>
                    </a:ext>
                  </a:extLst>
                </p:cNvPr>
                <p:cNvSpPr/>
                <p:nvPr/>
              </p:nvSpPr>
              <p:spPr>
                <a:xfrm>
                  <a:off x="4496454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7" name="pg3566">
                  <a:extLst>
                    <a:ext uri="{FF2B5EF4-FFF2-40B4-BE49-F238E27FC236}">
                      <a16:creationId xmlns:a16="http://schemas.microsoft.com/office/drawing/2014/main" id="{9FF11185-FACD-8579-F393-A54F0FBEA981}"/>
                    </a:ext>
                  </a:extLst>
                </p:cNvPr>
                <p:cNvSpPr/>
                <p:nvPr/>
              </p:nvSpPr>
              <p:spPr>
                <a:xfrm>
                  <a:off x="4508091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8" name="pg3567">
                  <a:extLst>
                    <a:ext uri="{FF2B5EF4-FFF2-40B4-BE49-F238E27FC236}">
                      <a16:creationId xmlns:a16="http://schemas.microsoft.com/office/drawing/2014/main" id="{51AE1E17-5BDB-A2D2-E48C-46B227F6BFA5}"/>
                    </a:ext>
                  </a:extLst>
                </p:cNvPr>
                <p:cNvSpPr/>
                <p:nvPr/>
              </p:nvSpPr>
              <p:spPr>
                <a:xfrm>
                  <a:off x="4519728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69" name="pg3568">
                  <a:extLst>
                    <a:ext uri="{FF2B5EF4-FFF2-40B4-BE49-F238E27FC236}">
                      <a16:creationId xmlns:a16="http://schemas.microsoft.com/office/drawing/2014/main" id="{E3A0DDFC-2ECA-05DB-2CC5-ADBF98AAA764}"/>
                    </a:ext>
                  </a:extLst>
                </p:cNvPr>
                <p:cNvSpPr/>
                <p:nvPr/>
              </p:nvSpPr>
              <p:spPr>
                <a:xfrm>
                  <a:off x="4531366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0" name="pg3569">
                  <a:extLst>
                    <a:ext uri="{FF2B5EF4-FFF2-40B4-BE49-F238E27FC236}">
                      <a16:creationId xmlns:a16="http://schemas.microsoft.com/office/drawing/2014/main" id="{D6767EF4-19F4-CA1B-7374-E9DA4711F983}"/>
                    </a:ext>
                  </a:extLst>
                </p:cNvPr>
                <p:cNvSpPr/>
                <p:nvPr/>
              </p:nvSpPr>
              <p:spPr>
                <a:xfrm>
                  <a:off x="4543003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1" name="pg3570">
                  <a:extLst>
                    <a:ext uri="{FF2B5EF4-FFF2-40B4-BE49-F238E27FC236}">
                      <a16:creationId xmlns:a16="http://schemas.microsoft.com/office/drawing/2014/main" id="{69A7EA75-22FD-CD33-B541-4178DC17348F}"/>
                    </a:ext>
                  </a:extLst>
                </p:cNvPr>
                <p:cNvSpPr/>
                <p:nvPr/>
              </p:nvSpPr>
              <p:spPr>
                <a:xfrm>
                  <a:off x="4554640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2" name="pg3571">
                  <a:extLst>
                    <a:ext uri="{FF2B5EF4-FFF2-40B4-BE49-F238E27FC236}">
                      <a16:creationId xmlns:a16="http://schemas.microsoft.com/office/drawing/2014/main" id="{8BC634EB-1062-4222-F2BC-3B1060E9EEF5}"/>
                    </a:ext>
                  </a:extLst>
                </p:cNvPr>
                <p:cNvSpPr/>
                <p:nvPr/>
              </p:nvSpPr>
              <p:spPr>
                <a:xfrm>
                  <a:off x="4694288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3" name="pg3572">
                  <a:extLst>
                    <a:ext uri="{FF2B5EF4-FFF2-40B4-BE49-F238E27FC236}">
                      <a16:creationId xmlns:a16="http://schemas.microsoft.com/office/drawing/2014/main" id="{56280F9B-80D8-062E-3138-EB24E8158835}"/>
                    </a:ext>
                  </a:extLst>
                </p:cNvPr>
                <p:cNvSpPr/>
                <p:nvPr/>
              </p:nvSpPr>
              <p:spPr>
                <a:xfrm>
                  <a:off x="4705925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4" name="pg3573">
                  <a:extLst>
                    <a:ext uri="{FF2B5EF4-FFF2-40B4-BE49-F238E27FC236}">
                      <a16:creationId xmlns:a16="http://schemas.microsoft.com/office/drawing/2014/main" id="{5BA3BEB6-0949-583A-98F5-BB9BA3E899AD}"/>
                    </a:ext>
                  </a:extLst>
                </p:cNvPr>
                <p:cNvSpPr/>
                <p:nvPr/>
              </p:nvSpPr>
              <p:spPr>
                <a:xfrm>
                  <a:off x="4717563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6A9">
                    <a:alpha val="100000"/>
                  </a:srgbClr>
                </a:solidFill>
                <a:ln w="5420" cap="flat">
                  <a:solidFill>
                    <a:srgbClr val="35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5" name="pg3574">
                  <a:extLst>
                    <a:ext uri="{FF2B5EF4-FFF2-40B4-BE49-F238E27FC236}">
                      <a16:creationId xmlns:a16="http://schemas.microsoft.com/office/drawing/2014/main" id="{42B2B657-C7C2-4B83-2DAC-4F7839F97E83}"/>
                    </a:ext>
                  </a:extLst>
                </p:cNvPr>
                <p:cNvSpPr/>
                <p:nvPr/>
              </p:nvSpPr>
              <p:spPr>
                <a:xfrm>
                  <a:off x="4729200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6" name="pg3575">
                  <a:extLst>
                    <a:ext uri="{FF2B5EF4-FFF2-40B4-BE49-F238E27FC236}">
                      <a16:creationId xmlns:a16="http://schemas.microsoft.com/office/drawing/2014/main" id="{A574132E-0063-50D9-5D9C-8A31DF250182}"/>
                    </a:ext>
                  </a:extLst>
                </p:cNvPr>
                <p:cNvSpPr/>
                <p:nvPr/>
              </p:nvSpPr>
              <p:spPr>
                <a:xfrm>
                  <a:off x="4740837" y="518181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7" name="pg3576">
                  <a:extLst>
                    <a:ext uri="{FF2B5EF4-FFF2-40B4-BE49-F238E27FC236}">
                      <a16:creationId xmlns:a16="http://schemas.microsoft.com/office/drawing/2014/main" id="{AF11EB32-AE50-E71A-582A-9A906F9DA2D7}"/>
                    </a:ext>
                  </a:extLst>
                </p:cNvPr>
                <p:cNvSpPr/>
                <p:nvPr/>
              </p:nvSpPr>
              <p:spPr>
                <a:xfrm>
                  <a:off x="2855590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8" name="pg3577">
                  <a:extLst>
                    <a:ext uri="{FF2B5EF4-FFF2-40B4-BE49-F238E27FC236}">
                      <a16:creationId xmlns:a16="http://schemas.microsoft.com/office/drawing/2014/main" id="{B0581245-FE30-7DE2-40E6-33020642177C}"/>
                    </a:ext>
                  </a:extLst>
                </p:cNvPr>
                <p:cNvSpPr/>
                <p:nvPr/>
              </p:nvSpPr>
              <p:spPr>
                <a:xfrm>
                  <a:off x="2867227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CAB">
                    <a:alpha val="100000"/>
                  </a:srgbClr>
                </a:solidFill>
                <a:ln w="5420" cap="flat">
                  <a:solidFill>
                    <a:srgbClr val="48A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79" name="pg3578">
                  <a:extLst>
                    <a:ext uri="{FF2B5EF4-FFF2-40B4-BE49-F238E27FC236}">
                      <a16:creationId xmlns:a16="http://schemas.microsoft.com/office/drawing/2014/main" id="{92357CDF-0B74-33A2-94B2-C735407DA57D}"/>
                    </a:ext>
                  </a:extLst>
                </p:cNvPr>
                <p:cNvSpPr/>
                <p:nvPr/>
              </p:nvSpPr>
              <p:spPr>
                <a:xfrm>
                  <a:off x="2878865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8ADAB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0" name="pg3579">
                  <a:extLst>
                    <a:ext uri="{FF2B5EF4-FFF2-40B4-BE49-F238E27FC236}">
                      <a16:creationId xmlns:a16="http://schemas.microsoft.com/office/drawing/2014/main" id="{507683DC-D474-3330-86DD-70E62E089C8F}"/>
                    </a:ext>
                  </a:extLst>
                </p:cNvPr>
                <p:cNvSpPr/>
                <p:nvPr/>
              </p:nvSpPr>
              <p:spPr>
                <a:xfrm>
                  <a:off x="2890502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1" name="pg3580">
                  <a:extLst>
                    <a:ext uri="{FF2B5EF4-FFF2-40B4-BE49-F238E27FC236}">
                      <a16:creationId xmlns:a16="http://schemas.microsoft.com/office/drawing/2014/main" id="{BBC7B409-9965-E629-5B6A-54E12330BEC3}"/>
                    </a:ext>
                  </a:extLst>
                </p:cNvPr>
                <p:cNvSpPr/>
                <p:nvPr/>
              </p:nvSpPr>
              <p:spPr>
                <a:xfrm>
                  <a:off x="4484816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2" name="pg3581">
                  <a:extLst>
                    <a:ext uri="{FF2B5EF4-FFF2-40B4-BE49-F238E27FC236}">
                      <a16:creationId xmlns:a16="http://schemas.microsoft.com/office/drawing/2014/main" id="{0DF36C8F-E5AB-674D-35FF-CD633C997413}"/>
                    </a:ext>
                  </a:extLst>
                </p:cNvPr>
                <p:cNvSpPr/>
                <p:nvPr/>
              </p:nvSpPr>
              <p:spPr>
                <a:xfrm>
                  <a:off x="4496454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3" name="pg3582">
                  <a:extLst>
                    <a:ext uri="{FF2B5EF4-FFF2-40B4-BE49-F238E27FC236}">
                      <a16:creationId xmlns:a16="http://schemas.microsoft.com/office/drawing/2014/main" id="{0AF2C01E-3E6F-F043-B3DE-A90C088CC0A9}"/>
                    </a:ext>
                  </a:extLst>
                </p:cNvPr>
                <p:cNvSpPr/>
                <p:nvPr/>
              </p:nvSpPr>
              <p:spPr>
                <a:xfrm>
                  <a:off x="4508091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4" name="pg3583">
                  <a:extLst>
                    <a:ext uri="{FF2B5EF4-FFF2-40B4-BE49-F238E27FC236}">
                      <a16:creationId xmlns:a16="http://schemas.microsoft.com/office/drawing/2014/main" id="{92077808-BF8A-3D41-8D46-F3D9465514FF}"/>
                    </a:ext>
                  </a:extLst>
                </p:cNvPr>
                <p:cNvSpPr/>
                <p:nvPr/>
              </p:nvSpPr>
              <p:spPr>
                <a:xfrm>
                  <a:off x="4519728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5" name="pg3584">
                  <a:extLst>
                    <a:ext uri="{FF2B5EF4-FFF2-40B4-BE49-F238E27FC236}">
                      <a16:creationId xmlns:a16="http://schemas.microsoft.com/office/drawing/2014/main" id="{238E3B20-65B7-94EA-9747-C6510C3EEAA8}"/>
                    </a:ext>
                  </a:extLst>
                </p:cNvPr>
                <p:cNvSpPr/>
                <p:nvPr/>
              </p:nvSpPr>
              <p:spPr>
                <a:xfrm>
                  <a:off x="4531366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6" name="pg3585">
                  <a:extLst>
                    <a:ext uri="{FF2B5EF4-FFF2-40B4-BE49-F238E27FC236}">
                      <a16:creationId xmlns:a16="http://schemas.microsoft.com/office/drawing/2014/main" id="{9E5E390F-012B-3245-38FB-A3AB80FD93AC}"/>
                    </a:ext>
                  </a:extLst>
                </p:cNvPr>
                <p:cNvSpPr/>
                <p:nvPr/>
              </p:nvSpPr>
              <p:spPr>
                <a:xfrm>
                  <a:off x="4543003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7" name="pg3586">
                  <a:extLst>
                    <a:ext uri="{FF2B5EF4-FFF2-40B4-BE49-F238E27FC236}">
                      <a16:creationId xmlns:a16="http://schemas.microsoft.com/office/drawing/2014/main" id="{CCB08E2E-2176-C3D0-D264-083E26C83C0E}"/>
                    </a:ext>
                  </a:extLst>
                </p:cNvPr>
                <p:cNvSpPr/>
                <p:nvPr/>
              </p:nvSpPr>
              <p:spPr>
                <a:xfrm>
                  <a:off x="4694288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8" name="pg3587">
                  <a:extLst>
                    <a:ext uri="{FF2B5EF4-FFF2-40B4-BE49-F238E27FC236}">
                      <a16:creationId xmlns:a16="http://schemas.microsoft.com/office/drawing/2014/main" id="{65DED773-E560-5A89-663F-89E56ECD65BE}"/>
                    </a:ext>
                  </a:extLst>
                </p:cNvPr>
                <p:cNvSpPr/>
                <p:nvPr/>
              </p:nvSpPr>
              <p:spPr>
                <a:xfrm>
                  <a:off x="4705925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89" name="pg3588">
                  <a:extLst>
                    <a:ext uri="{FF2B5EF4-FFF2-40B4-BE49-F238E27FC236}">
                      <a16:creationId xmlns:a16="http://schemas.microsoft.com/office/drawing/2014/main" id="{0FED7448-9A0C-6BDF-EE01-5729FECEE31E}"/>
                    </a:ext>
                  </a:extLst>
                </p:cNvPr>
                <p:cNvSpPr/>
                <p:nvPr/>
              </p:nvSpPr>
              <p:spPr>
                <a:xfrm>
                  <a:off x="4717563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0" name="pg3589">
                  <a:extLst>
                    <a:ext uri="{FF2B5EF4-FFF2-40B4-BE49-F238E27FC236}">
                      <a16:creationId xmlns:a16="http://schemas.microsoft.com/office/drawing/2014/main" id="{4AD21D37-BB3F-98D7-B98B-F64849BF76EA}"/>
                    </a:ext>
                  </a:extLst>
                </p:cNvPr>
                <p:cNvSpPr/>
                <p:nvPr/>
              </p:nvSpPr>
              <p:spPr>
                <a:xfrm>
                  <a:off x="4729200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1" name="pg3590">
                  <a:extLst>
                    <a:ext uri="{FF2B5EF4-FFF2-40B4-BE49-F238E27FC236}">
                      <a16:creationId xmlns:a16="http://schemas.microsoft.com/office/drawing/2014/main" id="{41202762-AB15-2277-59CB-107CC294D2C6}"/>
                    </a:ext>
                  </a:extLst>
                </p:cNvPr>
                <p:cNvSpPr/>
                <p:nvPr/>
              </p:nvSpPr>
              <p:spPr>
                <a:xfrm>
                  <a:off x="4740837" y="51961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6A9">
                    <a:alpha val="100000"/>
                  </a:srgbClr>
                </a:solidFill>
                <a:ln w="5420" cap="flat">
                  <a:solidFill>
                    <a:srgbClr val="35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2" name="pg3591">
                  <a:extLst>
                    <a:ext uri="{FF2B5EF4-FFF2-40B4-BE49-F238E27FC236}">
                      <a16:creationId xmlns:a16="http://schemas.microsoft.com/office/drawing/2014/main" id="{B4273B4D-D40D-E663-DC02-D0B9FF9ACB46}"/>
                    </a:ext>
                  </a:extLst>
                </p:cNvPr>
                <p:cNvSpPr/>
                <p:nvPr/>
              </p:nvSpPr>
              <p:spPr>
                <a:xfrm>
                  <a:off x="2855590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3" name="pg3592">
                  <a:extLst>
                    <a:ext uri="{FF2B5EF4-FFF2-40B4-BE49-F238E27FC236}">
                      <a16:creationId xmlns:a16="http://schemas.microsoft.com/office/drawing/2014/main" id="{6D772691-175B-2D3D-188D-B5463D2C1BBA}"/>
                    </a:ext>
                  </a:extLst>
                </p:cNvPr>
                <p:cNvSpPr/>
                <p:nvPr/>
              </p:nvSpPr>
              <p:spPr>
                <a:xfrm>
                  <a:off x="2867227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4" name="pg3593">
                  <a:extLst>
                    <a:ext uri="{FF2B5EF4-FFF2-40B4-BE49-F238E27FC236}">
                      <a16:creationId xmlns:a16="http://schemas.microsoft.com/office/drawing/2014/main" id="{6856B41E-2788-4422-E26E-C97A82C9A37B}"/>
                    </a:ext>
                  </a:extLst>
                </p:cNvPr>
                <p:cNvSpPr/>
                <p:nvPr/>
              </p:nvSpPr>
              <p:spPr>
                <a:xfrm>
                  <a:off x="2878865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5" name="pg3594">
                  <a:extLst>
                    <a:ext uri="{FF2B5EF4-FFF2-40B4-BE49-F238E27FC236}">
                      <a16:creationId xmlns:a16="http://schemas.microsoft.com/office/drawing/2014/main" id="{B585E499-3019-822E-A6CD-6E54E36D91C1}"/>
                    </a:ext>
                  </a:extLst>
                </p:cNvPr>
                <p:cNvSpPr/>
                <p:nvPr/>
              </p:nvSpPr>
              <p:spPr>
                <a:xfrm>
                  <a:off x="2890502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6" name="pg3595">
                  <a:extLst>
                    <a:ext uri="{FF2B5EF4-FFF2-40B4-BE49-F238E27FC236}">
                      <a16:creationId xmlns:a16="http://schemas.microsoft.com/office/drawing/2014/main" id="{6AFF79B3-CC73-87A9-7FEB-849F0C064BE7}"/>
                    </a:ext>
                  </a:extLst>
                </p:cNvPr>
                <p:cNvSpPr/>
                <p:nvPr/>
              </p:nvSpPr>
              <p:spPr>
                <a:xfrm>
                  <a:off x="2902139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7" name="pg3596">
                  <a:extLst>
                    <a:ext uri="{FF2B5EF4-FFF2-40B4-BE49-F238E27FC236}">
                      <a16:creationId xmlns:a16="http://schemas.microsoft.com/office/drawing/2014/main" id="{DCC72A0B-F35B-1961-0240-78B053E7BF0A}"/>
                    </a:ext>
                  </a:extLst>
                </p:cNvPr>
                <p:cNvSpPr/>
                <p:nvPr/>
              </p:nvSpPr>
              <p:spPr>
                <a:xfrm>
                  <a:off x="4484816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8" name="pg3597">
                  <a:extLst>
                    <a:ext uri="{FF2B5EF4-FFF2-40B4-BE49-F238E27FC236}">
                      <a16:creationId xmlns:a16="http://schemas.microsoft.com/office/drawing/2014/main" id="{89BBAB54-6EFA-85CF-38B1-C554BDF69DE7}"/>
                    </a:ext>
                  </a:extLst>
                </p:cNvPr>
                <p:cNvSpPr/>
                <p:nvPr/>
              </p:nvSpPr>
              <p:spPr>
                <a:xfrm>
                  <a:off x="4496454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99" name="pg3598">
                  <a:extLst>
                    <a:ext uri="{FF2B5EF4-FFF2-40B4-BE49-F238E27FC236}">
                      <a16:creationId xmlns:a16="http://schemas.microsoft.com/office/drawing/2014/main" id="{1ED70F42-3DFB-9636-3879-20645DBF1259}"/>
                    </a:ext>
                  </a:extLst>
                </p:cNvPr>
                <p:cNvSpPr/>
                <p:nvPr/>
              </p:nvSpPr>
              <p:spPr>
                <a:xfrm>
                  <a:off x="4508091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0" name="pg3599">
                  <a:extLst>
                    <a:ext uri="{FF2B5EF4-FFF2-40B4-BE49-F238E27FC236}">
                      <a16:creationId xmlns:a16="http://schemas.microsoft.com/office/drawing/2014/main" id="{8F6F1D0C-A387-5441-6B76-D80D1A5482DA}"/>
                    </a:ext>
                  </a:extLst>
                </p:cNvPr>
                <p:cNvSpPr/>
                <p:nvPr/>
              </p:nvSpPr>
              <p:spPr>
                <a:xfrm>
                  <a:off x="4519728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1" name="pg3600">
                  <a:extLst>
                    <a:ext uri="{FF2B5EF4-FFF2-40B4-BE49-F238E27FC236}">
                      <a16:creationId xmlns:a16="http://schemas.microsoft.com/office/drawing/2014/main" id="{3C74B338-0E9E-33E4-D786-1FDC2D139D3C}"/>
                    </a:ext>
                  </a:extLst>
                </p:cNvPr>
                <p:cNvSpPr/>
                <p:nvPr/>
              </p:nvSpPr>
              <p:spPr>
                <a:xfrm>
                  <a:off x="4531366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2" name="pg3601">
                  <a:extLst>
                    <a:ext uri="{FF2B5EF4-FFF2-40B4-BE49-F238E27FC236}">
                      <a16:creationId xmlns:a16="http://schemas.microsoft.com/office/drawing/2014/main" id="{17A25B68-7C92-C032-E804-144F9887BAA0}"/>
                    </a:ext>
                  </a:extLst>
                </p:cNvPr>
                <p:cNvSpPr/>
                <p:nvPr/>
              </p:nvSpPr>
              <p:spPr>
                <a:xfrm>
                  <a:off x="4543003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3" name="pg3602">
                  <a:extLst>
                    <a:ext uri="{FF2B5EF4-FFF2-40B4-BE49-F238E27FC236}">
                      <a16:creationId xmlns:a16="http://schemas.microsoft.com/office/drawing/2014/main" id="{A80D608C-D76E-8E59-403B-ED02A28EAEC8}"/>
                    </a:ext>
                  </a:extLst>
                </p:cNvPr>
                <p:cNvSpPr/>
                <p:nvPr/>
              </p:nvSpPr>
              <p:spPr>
                <a:xfrm>
                  <a:off x="4694288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4" name="pg3603">
                  <a:extLst>
                    <a:ext uri="{FF2B5EF4-FFF2-40B4-BE49-F238E27FC236}">
                      <a16:creationId xmlns:a16="http://schemas.microsoft.com/office/drawing/2014/main" id="{578F9E6D-4D47-45A5-A506-7401DFB6999E}"/>
                    </a:ext>
                  </a:extLst>
                </p:cNvPr>
                <p:cNvSpPr/>
                <p:nvPr/>
              </p:nvSpPr>
              <p:spPr>
                <a:xfrm>
                  <a:off x="4705925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5" name="pg3604">
                  <a:extLst>
                    <a:ext uri="{FF2B5EF4-FFF2-40B4-BE49-F238E27FC236}">
                      <a16:creationId xmlns:a16="http://schemas.microsoft.com/office/drawing/2014/main" id="{B581DDE9-56B9-4C5D-1B09-8FE648E4BE98}"/>
                    </a:ext>
                  </a:extLst>
                </p:cNvPr>
                <p:cNvSpPr/>
                <p:nvPr/>
              </p:nvSpPr>
              <p:spPr>
                <a:xfrm>
                  <a:off x="4717563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6" name="pg3605">
                  <a:extLst>
                    <a:ext uri="{FF2B5EF4-FFF2-40B4-BE49-F238E27FC236}">
                      <a16:creationId xmlns:a16="http://schemas.microsoft.com/office/drawing/2014/main" id="{A60114A9-309D-AA2B-A486-F8C217AAB78B}"/>
                    </a:ext>
                  </a:extLst>
                </p:cNvPr>
                <p:cNvSpPr/>
                <p:nvPr/>
              </p:nvSpPr>
              <p:spPr>
                <a:xfrm>
                  <a:off x="4729200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7" name="pg3606">
                  <a:extLst>
                    <a:ext uri="{FF2B5EF4-FFF2-40B4-BE49-F238E27FC236}">
                      <a16:creationId xmlns:a16="http://schemas.microsoft.com/office/drawing/2014/main" id="{03214CFE-8631-2464-400F-6E1CE9414564}"/>
                    </a:ext>
                  </a:extLst>
                </p:cNvPr>
                <p:cNvSpPr/>
                <p:nvPr/>
              </p:nvSpPr>
              <p:spPr>
                <a:xfrm>
                  <a:off x="4740837" y="521041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8" name="pg3607">
                  <a:extLst>
                    <a:ext uri="{FF2B5EF4-FFF2-40B4-BE49-F238E27FC236}">
                      <a16:creationId xmlns:a16="http://schemas.microsoft.com/office/drawing/2014/main" id="{56B77DDC-5B1E-4D97-7B5E-7110B433D695}"/>
                    </a:ext>
                  </a:extLst>
                </p:cNvPr>
                <p:cNvSpPr/>
                <p:nvPr/>
              </p:nvSpPr>
              <p:spPr>
                <a:xfrm>
                  <a:off x="2855590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09" name="pg3608">
                  <a:extLst>
                    <a:ext uri="{FF2B5EF4-FFF2-40B4-BE49-F238E27FC236}">
                      <a16:creationId xmlns:a16="http://schemas.microsoft.com/office/drawing/2014/main" id="{AD0F826C-AF07-F0A7-ADCE-C194D5E72536}"/>
                    </a:ext>
                  </a:extLst>
                </p:cNvPr>
                <p:cNvSpPr/>
                <p:nvPr/>
              </p:nvSpPr>
              <p:spPr>
                <a:xfrm>
                  <a:off x="2867227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9AEAB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0" name="pg3609">
                  <a:extLst>
                    <a:ext uri="{FF2B5EF4-FFF2-40B4-BE49-F238E27FC236}">
                      <a16:creationId xmlns:a16="http://schemas.microsoft.com/office/drawing/2014/main" id="{4E5B3F9C-2F9F-FBEE-FA7F-DEFFF66E7161}"/>
                    </a:ext>
                  </a:extLst>
                </p:cNvPr>
                <p:cNvSpPr/>
                <p:nvPr/>
              </p:nvSpPr>
              <p:spPr>
                <a:xfrm>
                  <a:off x="2878865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1" name="pg3610">
                  <a:extLst>
                    <a:ext uri="{FF2B5EF4-FFF2-40B4-BE49-F238E27FC236}">
                      <a16:creationId xmlns:a16="http://schemas.microsoft.com/office/drawing/2014/main" id="{D749FF50-4BBC-C1B5-495B-5426D08A6C00}"/>
                    </a:ext>
                  </a:extLst>
                </p:cNvPr>
                <p:cNvSpPr/>
                <p:nvPr/>
              </p:nvSpPr>
              <p:spPr>
                <a:xfrm>
                  <a:off x="2890502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EAB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2" name="pg3611">
                  <a:extLst>
                    <a:ext uri="{FF2B5EF4-FFF2-40B4-BE49-F238E27FC236}">
                      <a16:creationId xmlns:a16="http://schemas.microsoft.com/office/drawing/2014/main" id="{5594AC4E-AD5A-1628-E52D-D355B53FC33E}"/>
                    </a:ext>
                  </a:extLst>
                </p:cNvPr>
                <p:cNvSpPr/>
                <p:nvPr/>
              </p:nvSpPr>
              <p:spPr>
                <a:xfrm>
                  <a:off x="2902139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3" name="pg3612">
                  <a:extLst>
                    <a:ext uri="{FF2B5EF4-FFF2-40B4-BE49-F238E27FC236}">
                      <a16:creationId xmlns:a16="http://schemas.microsoft.com/office/drawing/2014/main" id="{68F0109C-FAC7-DF5D-5C23-3953C05BCA5C}"/>
                    </a:ext>
                  </a:extLst>
                </p:cNvPr>
                <p:cNvSpPr/>
                <p:nvPr/>
              </p:nvSpPr>
              <p:spPr>
                <a:xfrm>
                  <a:off x="4496454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4" name="pg3613">
                  <a:extLst>
                    <a:ext uri="{FF2B5EF4-FFF2-40B4-BE49-F238E27FC236}">
                      <a16:creationId xmlns:a16="http://schemas.microsoft.com/office/drawing/2014/main" id="{6866AD75-25C2-6EE8-5723-1BF8E1110D57}"/>
                    </a:ext>
                  </a:extLst>
                </p:cNvPr>
                <p:cNvSpPr/>
                <p:nvPr/>
              </p:nvSpPr>
              <p:spPr>
                <a:xfrm>
                  <a:off x="4508091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5" name="pg3614">
                  <a:extLst>
                    <a:ext uri="{FF2B5EF4-FFF2-40B4-BE49-F238E27FC236}">
                      <a16:creationId xmlns:a16="http://schemas.microsoft.com/office/drawing/2014/main" id="{2677B0C0-104B-5CE7-BE28-012C333C0F3C}"/>
                    </a:ext>
                  </a:extLst>
                </p:cNvPr>
                <p:cNvSpPr/>
                <p:nvPr/>
              </p:nvSpPr>
              <p:spPr>
                <a:xfrm>
                  <a:off x="4519728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6" name="pg3615">
                  <a:extLst>
                    <a:ext uri="{FF2B5EF4-FFF2-40B4-BE49-F238E27FC236}">
                      <a16:creationId xmlns:a16="http://schemas.microsoft.com/office/drawing/2014/main" id="{C20A94FA-05F9-31BE-23ED-B9BA0ECD8E72}"/>
                    </a:ext>
                  </a:extLst>
                </p:cNvPr>
                <p:cNvSpPr/>
                <p:nvPr/>
              </p:nvSpPr>
              <p:spPr>
                <a:xfrm>
                  <a:off x="4531366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7" name="pg3616">
                  <a:extLst>
                    <a:ext uri="{FF2B5EF4-FFF2-40B4-BE49-F238E27FC236}">
                      <a16:creationId xmlns:a16="http://schemas.microsoft.com/office/drawing/2014/main" id="{88B60B6A-8D97-B585-9A89-0F51D214ED6D}"/>
                    </a:ext>
                  </a:extLst>
                </p:cNvPr>
                <p:cNvSpPr/>
                <p:nvPr/>
              </p:nvSpPr>
              <p:spPr>
                <a:xfrm>
                  <a:off x="4543003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8" name="pg3617">
                  <a:extLst>
                    <a:ext uri="{FF2B5EF4-FFF2-40B4-BE49-F238E27FC236}">
                      <a16:creationId xmlns:a16="http://schemas.microsoft.com/office/drawing/2014/main" id="{CA193241-8ACC-C80D-A302-238D8C475FB4}"/>
                    </a:ext>
                  </a:extLst>
                </p:cNvPr>
                <p:cNvSpPr/>
                <p:nvPr/>
              </p:nvSpPr>
              <p:spPr>
                <a:xfrm>
                  <a:off x="4694288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19" name="pg3618">
                  <a:extLst>
                    <a:ext uri="{FF2B5EF4-FFF2-40B4-BE49-F238E27FC236}">
                      <a16:creationId xmlns:a16="http://schemas.microsoft.com/office/drawing/2014/main" id="{E8D65D84-F18E-60CC-2CC3-D3C5D343C9E6}"/>
                    </a:ext>
                  </a:extLst>
                </p:cNvPr>
                <p:cNvSpPr/>
                <p:nvPr/>
              </p:nvSpPr>
              <p:spPr>
                <a:xfrm>
                  <a:off x="4705925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0" name="pg3619">
                  <a:extLst>
                    <a:ext uri="{FF2B5EF4-FFF2-40B4-BE49-F238E27FC236}">
                      <a16:creationId xmlns:a16="http://schemas.microsoft.com/office/drawing/2014/main" id="{58B1883A-8C5C-7AFA-43A6-3AFBE9E92092}"/>
                    </a:ext>
                  </a:extLst>
                </p:cNvPr>
                <p:cNvSpPr/>
                <p:nvPr/>
              </p:nvSpPr>
              <p:spPr>
                <a:xfrm>
                  <a:off x="4717563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1" name="pg3620">
                  <a:extLst>
                    <a:ext uri="{FF2B5EF4-FFF2-40B4-BE49-F238E27FC236}">
                      <a16:creationId xmlns:a16="http://schemas.microsoft.com/office/drawing/2014/main" id="{B7A05D28-996E-C99D-574D-6BF05772CE56}"/>
                    </a:ext>
                  </a:extLst>
                </p:cNvPr>
                <p:cNvSpPr/>
                <p:nvPr/>
              </p:nvSpPr>
              <p:spPr>
                <a:xfrm>
                  <a:off x="4729200" y="52247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2" name="pg3621">
                  <a:extLst>
                    <a:ext uri="{FF2B5EF4-FFF2-40B4-BE49-F238E27FC236}">
                      <a16:creationId xmlns:a16="http://schemas.microsoft.com/office/drawing/2014/main" id="{9AD3C5E1-50D2-E90C-F777-3F99B8C46B53}"/>
                    </a:ext>
                  </a:extLst>
                </p:cNvPr>
                <p:cNvSpPr/>
                <p:nvPr/>
              </p:nvSpPr>
              <p:spPr>
                <a:xfrm>
                  <a:off x="2867227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3" name="pg3622">
                  <a:extLst>
                    <a:ext uri="{FF2B5EF4-FFF2-40B4-BE49-F238E27FC236}">
                      <a16:creationId xmlns:a16="http://schemas.microsoft.com/office/drawing/2014/main" id="{2EEE7802-A6CF-892C-85AD-0E823E6A5F86}"/>
                    </a:ext>
                  </a:extLst>
                </p:cNvPr>
                <p:cNvSpPr/>
                <p:nvPr/>
              </p:nvSpPr>
              <p:spPr>
                <a:xfrm>
                  <a:off x="2878865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4" name="pg3623">
                  <a:extLst>
                    <a:ext uri="{FF2B5EF4-FFF2-40B4-BE49-F238E27FC236}">
                      <a16:creationId xmlns:a16="http://schemas.microsoft.com/office/drawing/2014/main" id="{340225D5-EF7C-CE18-8568-7648DDEC43F4}"/>
                    </a:ext>
                  </a:extLst>
                </p:cNvPr>
                <p:cNvSpPr/>
                <p:nvPr/>
              </p:nvSpPr>
              <p:spPr>
                <a:xfrm>
                  <a:off x="2890502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5" name="pg3624">
                  <a:extLst>
                    <a:ext uri="{FF2B5EF4-FFF2-40B4-BE49-F238E27FC236}">
                      <a16:creationId xmlns:a16="http://schemas.microsoft.com/office/drawing/2014/main" id="{F6D632E4-E5FE-539C-8A1E-F6D6F04697D3}"/>
                    </a:ext>
                  </a:extLst>
                </p:cNvPr>
                <p:cNvSpPr/>
                <p:nvPr/>
              </p:nvSpPr>
              <p:spPr>
                <a:xfrm>
                  <a:off x="2902139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6" name="pg3625">
                  <a:extLst>
                    <a:ext uri="{FF2B5EF4-FFF2-40B4-BE49-F238E27FC236}">
                      <a16:creationId xmlns:a16="http://schemas.microsoft.com/office/drawing/2014/main" id="{EBDC2C50-0D63-8417-DFEE-628D70B844E6}"/>
                    </a:ext>
                  </a:extLst>
                </p:cNvPr>
                <p:cNvSpPr/>
                <p:nvPr/>
              </p:nvSpPr>
              <p:spPr>
                <a:xfrm>
                  <a:off x="2913777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7" name="pg3626">
                  <a:extLst>
                    <a:ext uri="{FF2B5EF4-FFF2-40B4-BE49-F238E27FC236}">
                      <a16:creationId xmlns:a16="http://schemas.microsoft.com/office/drawing/2014/main" id="{3AD2F75F-4AE6-FBAA-AB2B-370DA93333C8}"/>
                    </a:ext>
                  </a:extLst>
                </p:cNvPr>
                <p:cNvSpPr/>
                <p:nvPr/>
              </p:nvSpPr>
              <p:spPr>
                <a:xfrm>
                  <a:off x="4508091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8" name="pg3627">
                  <a:extLst>
                    <a:ext uri="{FF2B5EF4-FFF2-40B4-BE49-F238E27FC236}">
                      <a16:creationId xmlns:a16="http://schemas.microsoft.com/office/drawing/2014/main" id="{4F5A5A4E-BB1E-7C7D-F9BC-D175CFDB4722}"/>
                    </a:ext>
                  </a:extLst>
                </p:cNvPr>
                <p:cNvSpPr/>
                <p:nvPr/>
              </p:nvSpPr>
              <p:spPr>
                <a:xfrm>
                  <a:off x="4519728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29" name="pg3628">
                  <a:extLst>
                    <a:ext uri="{FF2B5EF4-FFF2-40B4-BE49-F238E27FC236}">
                      <a16:creationId xmlns:a16="http://schemas.microsoft.com/office/drawing/2014/main" id="{698B23FC-C618-A633-3B4E-A5D9987AF254}"/>
                    </a:ext>
                  </a:extLst>
                </p:cNvPr>
                <p:cNvSpPr/>
                <p:nvPr/>
              </p:nvSpPr>
              <p:spPr>
                <a:xfrm>
                  <a:off x="4531366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0" name="pg3629">
                  <a:extLst>
                    <a:ext uri="{FF2B5EF4-FFF2-40B4-BE49-F238E27FC236}">
                      <a16:creationId xmlns:a16="http://schemas.microsoft.com/office/drawing/2014/main" id="{E09E4ECF-749D-8AAC-0035-ACC590746F7C}"/>
                    </a:ext>
                  </a:extLst>
                </p:cNvPr>
                <p:cNvSpPr/>
                <p:nvPr/>
              </p:nvSpPr>
              <p:spPr>
                <a:xfrm>
                  <a:off x="4543003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1" name="pg3630">
                  <a:extLst>
                    <a:ext uri="{FF2B5EF4-FFF2-40B4-BE49-F238E27FC236}">
                      <a16:creationId xmlns:a16="http://schemas.microsoft.com/office/drawing/2014/main" id="{86C1E21A-0908-0B68-1CC9-C24927D115AF}"/>
                    </a:ext>
                  </a:extLst>
                </p:cNvPr>
                <p:cNvSpPr/>
                <p:nvPr/>
              </p:nvSpPr>
              <p:spPr>
                <a:xfrm>
                  <a:off x="4554640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2" name="pg3631">
                  <a:extLst>
                    <a:ext uri="{FF2B5EF4-FFF2-40B4-BE49-F238E27FC236}">
                      <a16:creationId xmlns:a16="http://schemas.microsoft.com/office/drawing/2014/main" id="{9A4C8AB4-1ECE-E776-3AA4-EE31C95C7248}"/>
                    </a:ext>
                  </a:extLst>
                </p:cNvPr>
                <p:cNvSpPr/>
                <p:nvPr/>
              </p:nvSpPr>
              <p:spPr>
                <a:xfrm>
                  <a:off x="4694288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3" name="pg3632">
                  <a:extLst>
                    <a:ext uri="{FF2B5EF4-FFF2-40B4-BE49-F238E27FC236}">
                      <a16:creationId xmlns:a16="http://schemas.microsoft.com/office/drawing/2014/main" id="{C80CF6B5-0D54-A1DA-8814-2847C2BB8AAE}"/>
                    </a:ext>
                  </a:extLst>
                </p:cNvPr>
                <p:cNvSpPr/>
                <p:nvPr/>
              </p:nvSpPr>
              <p:spPr>
                <a:xfrm>
                  <a:off x="4705925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7A9">
                    <a:alpha val="100000"/>
                  </a:srgbClr>
                </a:solidFill>
                <a:ln w="5420" cap="flat">
                  <a:solidFill>
                    <a:srgbClr val="35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4" name="pg3633">
                  <a:extLst>
                    <a:ext uri="{FF2B5EF4-FFF2-40B4-BE49-F238E27FC236}">
                      <a16:creationId xmlns:a16="http://schemas.microsoft.com/office/drawing/2014/main" id="{4A203813-4294-8C75-973A-6732AF725C8F}"/>
                    </a:ext>
                  </a:extLst>
                </p:cNvPr>
                <p:cNvSpPr/>
                <p:nvPr/>
              </p:nvSpPr>
              <p:spPr>
                <a:xfrm>
                  <a:off x="4717563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5" name="pg3634">
                  <a:extLst>
                    <a:ext uri="{FF2B5EF4-FFF2-40B4-BE49-F238E27FC236}">
                      <a16:creationId xmlns:a16="http://schemas.microsoft.com/office/drawing/2014/main" id="{E9E089FA-E09A-A622-6649-209BE3E19F47}"/>
                    </a:ext>
                  </a:extLst>
                </p:cNvPr>
                <p:cNvSpPr/>
                <p:nvPr/>
              </p:nvSpPr>
              <p:spPr>
                <a:xfrm>
                  <a:off x="4729200" y="523901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6" name="pg3635">
                  <a:extLst>
                    <a:ext uri="{FF2B5EF4-FFF2-40B4-BE49-F238E27FC236}">
                      <a16:creationId xmlns:a16="http://schemas.microsoft.com/office/drawing/2014/main" id="{D0F52722-69C8-042C-45E2-63E5D70E7232}"/>
                    </a:ext>
                  </a:extLst>
                </p:cNvPr>
                <p:cNvSpPr/>
                <p:nvPr/>
              </p:nvSpPr>
              <p:spPr>
                <a:xfrm>
                  <a:off x="2867227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7" name="pg3636">
                  <a:extLst>
                    <a:ext uri="{FF2B5EF4-FFF2-40B4-BE49-F238E27FC236}">
                      <a16:creationId xmlns:a16="http://schemas.microsoft.com/office/drawing/2014/main" id="{B70D2322-74B0-E067-A5AB-1EA9E7AF9FC9}"/>
                    </a:ext>
                  </a:extLst>
                </p:cNvPr>
                <p:cNvSpPr/>
                <p:nvPr/>
              </p:nvSpPr>
              <p:spPr>
                <a:xfrm>
                  <a:off x="2878865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8" name="pg3637">
                  <a:extLst>
                    <a:ext uri="{FF2B5EF4-FFF2-40B4-BE49-F238E27FC236}">
                      <a16:creationId xmlns:a16="http://schemas.microsoft.com/office/drawing/2014/main" id="{02DB1D57-486C-7729-0DA4-B81D6CB0064E}"/>
                    </a:ext>
                  </a:extLst>
                </p:cNvPr>
                <p:cNvSpPr/>
                <p:nvPr/>
              </p:nvSpPr>
              <p:spPr>
                <a:xfrm>
                  <a:off x="2890502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39" name="pg3638">
                  <a:extLst>
                    <a:ext uri="{FF2B5EF4-FFF2-40B4-BE49-F238E27FC236}">
                      <a16:creationId xmlns:a16="http://schemas.microsoft.com/office/drawing/2014/main" id="{E4236012-5F31-54ED-9023-3D795D888E74}"/>
                    </a:ext>
                  </a:extLst>
                </p:cNvPr>
                <p:cNvSpPr/>
                <p:nvPr/>
              </p:nvSpPr>
              <p:spPr>
                <a:xfrm>
                  <a:off x="2902139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0" name="pg3639">
                  <a:extLst>
                    <a:ext uri="{FF2B5EF4-FFF2-40B4-BE49-F238E27FC236}">
                      <a16:creationId xmlns:a16="http://schemas.microsoft.com/office/drawing/2014/main" id="{1D4627B8-490B-FA39-09F6-400234B5CBE2}"/>
                    </a:ext>
                  </a:extLst>
                </p:cNvPr>
                <p:cNvSpPr/>
                <p:nvPr/>
              </p:nvSpPr>
              <p:spPr>
                <a:xfrm>
                  <a:off x="2913777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1" name="pg3640">
                  <a:extLst>
                    <a:ext uri="{FF2B5EF4-FFF2-40B4-BE49-F238E27FC236}">
                      <a16:creationId xmlns:a16="http://schemas.microsoft.com/office/drawing/2014/main" id="{CD92586B-2F4F-A8B4-5A8A-B1E71C94510C}"/>
                    </a:ext>
                  </a:extLst>
                </p:cNvPr>
                <p:cNvSpPr/>
                <p:nvPr/>
              </p:nvSpPr>
              <p:spPr>
                <a:xfrm>
                  <a:off x="2925414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2" name="pg3641">
                  <a:extLst>
                    <a:ext uri="{FF2B5EF4-FFF2-40B4-BE49-F238E27FC236}">
                      <a16:creationId xmlns:a16="http://schemas.microsoft.com/office/drawing/2014/main" id="{60D8C910-173B-E406-7741-6830F5585B53}"/>
                    </a:ext>
                  </a:extLst>
                </p:cNvPr>
                <p:cNvSpPr/>
                <p:nvPr/>
              </p:nvSpPr>
              <p:spPr>
                <a:xfrm>
                  <a:off x="4508091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3" name="pg3642">
                  <a:extLst>
                    <a:ext uri="{FF2B5EF4-FFF2-40B4-BE49-F238E27FC236}">
                      <a16:creationId xmlns:a16="http://schemas.microsoft.com/office/drawing/2014/main" id="{C8A9BE5F-2C50-B63B-564B-0B0A7857FA1D}"/>
                    </a:ext>
                  </a:extLst>
                </p:cNvPr>
                <p:cNvSpPr/>
                <p:nvPr/>
              </p:nvSpPr>
              <p:spPr>
                <a:xfrm>
                  <a:off x="4519728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4" name="pg3643">
                  <a:extLst>
                    <a:ext uri="{FF2B5EF4-FFF2-40B4-BE49-F238E27FC236}">
                      <a16:creationId xmlns:a16="http://schemas.microsoft.com/office/drawing/2014/main" id="{DAF70C7B-98AF-992B-1380-A9CC0835B717}"/>
                    </a:ext>
                  </a:extLst>
                </p:cNvPr>
                <p:cNvSpPr/>
                <p:nvPr/>
              </p:nvSpPr>
              <p:spPr>
                <a:xfrm>
                  <a:off x="4531366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5" name="pg3644">
                  <a:extLst>
                    <a:ext uri="{FF2B5EF4-FFF2-40B4-BE49-F238E27FC236}">
                      <a16:creationId xmlns:a16="http://schemas.microsoft.com/office/drawing/2014/main" id="{FD9D90F5-73A7-0162-4061-135F3532322F}"/>
                    </a:ext>
                  </a:extLst>
                </p:cNvPr>
                <p:cNvSpPr/>
                <p:nvPr/>
              </p:nvSpPr>
              <p:spPr>
                <a:xfrm>
                  <a:off x="4543003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6" name="pg3645">
                  <a:extLst>
                    <a:ext uri="{FF2B5EF4-FFF2-40B4-BE49-F238E27FC236}">
                      <a16:creationId xmlns:a16="http://schemas.microsoft.com/office/drawing/2014/main" id="{A90EA4CD-A958-BE75-0F90-CA3E5C231FD4}"/>
                    </a:ext>
                  </a:extLst>
                </p:cNvPr>
                <p:cNvSpPr/>
                <p:nvPr/>
              </p:nvSpPr>
              <p:spPr>
                <a:xfrm>
                  <a:off x="4554640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7" name="pg3646">
                  <a:extLst>
                    <a:ext uri="{FF2B5EF4-FFF2-40B4-BE49-F238E27FC236}">
                      <a16:creationId xmlns:a16="http://schemas.microsoft.com/office/drawing/2014/main" id="{8113CB83-0666-9258-C36B-F44677364EC8}"/>
                    </a:ext>
                  </a:extLst>
                </p:cNvPr>
                <p:cNvSpPr/>
                <p:nvPr/>
              </p:nvSpPr>
              <p:spPr>
                <a:xfrm>
                  <a:off x="4694288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8" name="pg3647">
                  <a:extLst>
                    <a:ext uri="{FF2B5EF4-FFF2-40B4-BE49-F238E27FC236}">
                      <a16:creationId xmlns:a16="http://schemas.microsoft.com/office/drawing/2014/main" id="{E8035148-7D15-70F9-98EE-02472CF63173}"/>
                    </a:ext>
                  </a:extLst>
                </p:cNvPr>
                <p:cNvSpPr/>
                <p:nvPr/>
              </p:nvSpPr>
              <p:spPr>
                <a:xfrm>
                  <a:off x="4705925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49" name="pg3648">
                  <a:extLst>
                    <a:ext uri="{FF2B5EF4-FFF2-40B4-BE49-F238E27FC236}">
                      <a16:creationId xmlns:a16="http://schemas.microsoft.com/office/drawing/2014/main" id="{0584B7DD-D9C2-2662-2B27-4498F3228923}"/>
                    </a:ext>
                  </a:extLst>
                </p:cNvPr>
                <p:cNvSpPr/>
                <p:nvPr/>
              </p:nvSpPr>
              <p:spPr>
                <a:xfrm>
                  <a:off x="4717563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0" name="pg3649">
                  <a:extLst>
                    <a:ext uri="{FF2B5EF4-FFF2-40B4-BE49-F238E27FC236}">
                      <a16:creationId xmlns:a16="http://schemas.microsoft.com/office/drawing/2014/main" id="{B2B59C9F-3A1D-DCE6-A539-A000609F08B8}"/>
                    </a:ext>
                  </a:extLst>
                </p:cNvPr>
                <p:cNvSpPr/>
                <p:nvPr/>
              </p:nvSpPr>
              <p:spPr>
                <a:xfrm>
                  <a:off x="4729200" y="525331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7A9">
                    <a:alpha val="100000"/>
                  </a:srgbClr>
                </a:solidFill>
                <a:ln w="5420" cap="flat">
                  <a:solidFill>
                    <a:srgbClr val="35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1" name="pg3650">
                  <a:extLst>
                    <a:ext uri="{FF2B5EF4-FFF2-40B4-BE49-F238E27FC236}">
                      <a16:creationId xmlns:a16="http://schemas.microsoft.com/office/drawing/2014/main" id="{F174A98B-F343-B0E8-3BF9-6484CA8456B5}"/>
                    </a:ext>
                  </a:extLst>
                </p:cNvPr>
                <p:cNvSpPr/>
                <p:nvPr/>
              </p:nvSpPr>
              <p:spPr>
                <a:xfrm>
                  <a:off x="2878865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2" name="pg3651">
                  <a:extLst>
                    <a:ext uri="{FF2B5EF4-FFF2-40B4-BE49-F238E27FC236}">
                      <a16:creationId xmlns:a16="http://schemas.microsoft.com/office/drawing/2014/main" id="{E995CA3C-2BC7-7D53-5F41-90DB46D67978}"/>
                    </a:ext>
                  </a:extLst>
                </p:cNvPr>
                <p:cNvSpPr/>
                <p:nvPr/>
              </p:nvSpPr>
              <p:spPr>
                <a:xfrm>
                  <a:off x="2890502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3" name="pg3652">
                  <a:extLst>
                    <a:ext uri="{FF2B5EF4-FFF2-40B4-BE49-F238E27FC236}">
                      <a16:creationId xmlns:a16="http://schemas.microsoft.com/office/drawing/2014/main" id="{8C5344F7-F668-3B45-1F4A-931EBB4ED143}"/>
                    </a:ext>
                  </a:extLst>
                </p:cNvPr>
                <p:cNvSpPr/>
                <p:nvPr/>
              </p:nvSpPr>
              <p:spPr>
                <a:xfrm>
                  <a:off x="2902139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4" name="pg3653">
                  <a:extLst>
                    <a:ext uri="{FF2B5EF4-FFF2-40B4-BE49-F238E27FC236}">
                      <a16:creationId xmlns:a16="http://schemas.microsoft.com/office/drawing/2014/main" id="{3C4498B2-9964-BDF8-F10B-F1698E873925}"/>
                    </a:ext>
                  </a:extLst>
                </p:cNvPr>
                <p:cNvSpPr/>
                <p:nvPr/>
              </p:nvSpPr>
              <p:spPr>
                <a:xfrm>
                  <a:off x="2913777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5" name="pg3654">
                  <a:extLst>
                    <a:ext uri="{FF2B5EF4-FFF2-40B4-BE49-F238E27FC236}">
                      <a16:creationId xmlns:a16="http://schemas.microsoft.com/office/drawing/2014/main" id="{0F908453-5AFA-95AD-1A98-3A8E5AC2F8F4}"/>
                    </a:ext>
                  </a:extLst>
                </p:cNvPr>
                <p:cNvSpPr/>
                <p:nvPr/>
              </p:nvSpPr>
              <p:spPr>
                <a:xfrm>
                  <a:off x="2925414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6" name="pg3655">
                  <a:extLst>
                    <a:ext uri="{FF2B5EF4-FFF2-40B4-BE49-F238E27FC236}">
                      <a16:creationId xmlns:a16="http://schemas.microsoft.com/office/drawing/2014/main" id="{1FAD490E-B9B7-B246-63D0-1756833D643A}"/>
                    </a:ext>
                  </a:extLst>
                </p:cNvPr>
                <p:cNvSpPr/>
                <p:nvPr/>
              </p:nvSpPr>
              <p:spPr>
                <a:xfrm>
                  <a:off x="4508091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7" name="pg3656">
                  <a:extLst>
                    <a:ext uri="{FF2B5EF4-FFF2-40B4-BE49-F238E27FC236}">
                      <a16:creationId xmlns:a16="http://schemas.microsoft.com/office/drawing/2014/main" id="{018E5F16-6818-C9C8-6CD5-8B076A68587D}"/>
                    </a:ext>
                  </a:extLst>
                </p:cNvPr>
                <p:cNvSpPr/>
                <p:nvPr/>
              </p:nvSpPr>
              <p:spPr>
                <a:xfrm>
                  <a:off x="4519728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8" name="pg3657">
                  <a:extLst>
                    <a:ext uri="{FF2B5EF4-FFF2-40B4-BE49-F238E27FC236}">
                      <a16:creationId xmlns:a16="http://schemas.microsoft.com/office/drawing/2014/main" id="{7353C29A-3D00-7C50-646D-1D08064D42DA}"/>
                    </a:ext>
                  </a:extLst>
                </p:cNvPr>
                <p:cNvSpPr/>
                <p:nvPr/>
              </p:nvSpPr>
              <p:spPr>
                <a:xfrm>
                  <a:off x="4531366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59" name="pg3658">
                  <a:extLst>
                    <a:ext uri="{FF2B5EF4-FFF2-40B4-BE49-F238E27FC236}">
                      <a16:creationId xmlns:a16="http://schemas.microsoft.com/office/drawing/2014/main" id="{434B45DF-1C99-E3A4-4F8A-F35D40038814}"/>
                    </a:ext>
                  </a:extLst>
                </p:cNvPr>
                <p:cNvSpPr/>
                <p:nvPr/>
              </p:nvSpPr>
              <p:spPr>
                <a:xfrm>
                  <a:off x="4543003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0" name="pg3659">
                  <a:extLst>
                    <a:ext uri="{FF2B5EF4-FFF2-40B4-BE49-F238E27FC236}">
                      <a16:creationId xmlns:a16="http://schemas.microsoft.com/office/drawing/2014/main" id="{32AFBEEE-2D58-9384-6724-3188A62D2D5A}"/>
                    </a:ext>
                  </a:extLst>
                </p:cNvPr>
                <p:cNvSpPr/>
                <p:nvPr/>
              </p:nvSpPr>
              <p:spPr>
                <a:xfrm>
                  <a:off x="4554640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1" name="pg3660">
                  <a:extLst>
                    <a:ext uri="{FF2B5EF4-FFF2-40B4-BE49-F238E27FC236}">
                      <a16:creationId xmlns:a16="http://schemas.microsoft.com/office/drawing/2014/main" id="{D293EFCE-F78E-69B4-95D0-F0624C8F46EC}"/>
                    </a:ext>
                  </a:extLst>
                </p:cNvPr>
                <p:cNvSpPr/>
                <p:nvPr/>
              </p:nvSpPr>
              <p:spPr>
                <a:xfrm>
                  <a:off x="4566278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2" name="pg3661">
                  <a:extLst>
                    <a:ext uri="{FF2B5EF4-FFF2-40B4-BE49-F238E27FC236}">
                      <a16:creationId xmlns:a16="http://schemas.microsoft.com/office/drawing/2014/main" id="{E629E2F4-8A7E-374F-7E5A-4970517E60FC}"/>
                    </a:ext>
                  </a:extLst>
                </p:cNvPr>
                <p:cNvSpPr/>
                <p:nvPr/>
              </p:nvSpPr>
              <p:spPr>
                <a:xfrm>
                  <a:off x="4577915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3" name="pg3662">
                  <a:extLst>
                    <a:ext uri="{FF2B5EF4-FFF2-40B4-BE49-F238E27FC236}">
                      <a16:creationId xmlns:a16="http://schemas.microsoft.com/office/drawing/2014/main" id="{F0FFB82E-5C2D-83E5-627E-94B35E4B9302}"/>
                    </a:ext>
                  </a:extLst>
                </p:cNvPr>
                <p:cNvSpPr/>
                <p:nvPr/>
              </p:nvSpPr>
              <p:spPr>
                <a:xfrm>
                  <a:off x="4589552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4" name="pg3663">
                  <a:extLst>
                    <a:ext uri="{FF2B5EF4-FFF2-40B4-BE49-F238E27FC236}">
                      <a16:creationId xmlns:a16="http://schemas.microsoft.com/office/drawing/2014/main" id="{8283CDBD-694F-7D41-9087-EA81DA59CF88}"/>
                    </a:ext>
                  </a:extLst>
                </p:cNvPr>
                <p:cNvSpPr/>
                <p:nvPr/>
              </p:nvSpPr>
              <p:spPr>
                <a:xfrm>
                  <a:off x="4694288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5" name="pg3664">
                  <a:extLst>
                    <a:ext uri="{FF2B5EF4-FFF2-40B4-BE49-F238E27FC236}">
                      <a16:creationId xmlns:a16="http://schemas.microsoft.com/office/drawing/2014/main" id="{5558DFBF-8B5C-A8B9-23A2-667532082868}"/>
                    </a:ext>
                  </a:extLst>
                </p:cNvPr>
                <p:cNvSpPr/>
                <p:nvPr/>
              </p:nvSpPr>
              <p:spPr>
                <a:xfrm>
                  <a:off x="4705925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6" name="pg3665">
                  <a:extLst>
                    <a:ext uri="{FF2B5EF4-FFF2-40B4-BE49-F238E27FC236}">
                      <a16:creationId xmlns:a16="http://schemas.microsoft.com/office/drawing/2014/main" id="{01FB0761-AEF8-D68B-B896-3D3547B11797}"/>
                    </a:ext>
                  </a:extLst>
                </p:cNvPr>
                <p:cNvSpPr/>
                <p:nvPr/>
              </p:nvSpPr>
              <p:spPr>
                <a:xfrm>
                  <a:off x="4717563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7" name="pg3666">
                  <a:extLst>
                    <a:ext uri="{FF2B5EF4-FFF2-40B4-BE49-F238E27FC236}">
                      <a16:creationId xmlns:a16="http://schemas.microsoft.com/office/drawing/2014/main" id="{403576EE-EB5A-AB7F-CD37-4B8B3559BA53}"/>
                    </a:ext>
                  </a:extLst>
                </p:cNvPr>
                <p:cNvSpPr/>
                <p:nvPr/>
              </p:nvSpPr>
              <p:spPr>
                <a:xfrm>
                  <a:off x="4729200" y="52676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8" name="pg3667">
                  <a:extLst>
                    <a:ext uri="{FF2B5EF4-FFF2-40B4-BE49-F238E27FC236}">
                      <a16:creationId xmlns:a16="http://schemas.microsoft.com/office/drawing/2014/main" id="{DECD7F5E-4147-9D89-C537-B5D075E0B1B2}"/>
                    </a:ext>
                  </a:extLst>
                </p:cNvPr>
                <p:cNvSpPr/>
                <p:nvPr/>
              </p:nvSpPr>
              <p:spPr>
                <a:xfrm>
                  <a:off x="2890502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69" name="pg3668">
                  <a:extLst>
                    <a:ext uri="{FF2B5EF4-FFF2-40B4-BE49-F238E27FC236}">
                      <a16:creationId xmlns:a16="http://schemas.microsoft.com/office/drawing/2014/main" id="{D2CB824A-3274-175B-0F54-2412B10CBBDC}"/>
                    </a:ext>
                  </a:extLst>
                </p:cNvPr>
                <p:cNvSpPr/>
                <p:nvPr/>
              </p:nvSpPr>
              <p:spPr>
                <a:xfrm>
                  <a:off x="2902139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0" name="pg3669">
                  <a:extLst>
                    <a:ext uri="{FF2B5EF4-FFF2-40B4-BE49-F238E27FC236}">
                      <a16:creationId xmlns:a16="http://schemas.microsoft.com/office/drawing/2014/main" id="{A55FD375-287A-B359-D228-5433F55B80DA}"/>
                    </a:ext>
                  </a:extLst>
                </p:cNvPr>
                <p:cNvSpPr/>
                <p:nvPr/>
              </p:nvSpPr>
              <p:spPr>
                <a:xfrm>
                  <a:off x="2913777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1" name="pg3670">
                  <a:extLst>
                    <a:ext uri="{FF2B5EF4-FFF2-40B4-BE49-F238E27FC236}">
                      <a16:creationId xmlns:a16="http://schemas.microsoft.com/office/drawing/2014/main" id="{C2EA5492-7531-42B8-835D-45EC6208786F}"/>
                    </a:ext>
                  </a:extLst>
                </p:cNvPr>
                <p:cNvSpPr/>
                <p:nvPr/>
              </p:nvSpPr>
              <p:spPr>
                <a:xfrm>
                  <a:off x="2925414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2AB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2" name="pg3671">
                  <a:extLst>
                    <a:ext uri="{FF2B5EF4-FFF2-40B4-BE49-F238E27FC236}">
                      <a16:creationId xmlns:a16="http://schemas.microsoft.com/office/drawing/2014/main" id="{ED9338FF-A591-721E-E3B3-75376A048542}"/>
                    </a:ext>
                  </a:extLst>
                </p:cNvPr>
                <p:cNvSpPr/>
                <p:nvPr/>
              </p:nvSpPr>
              <p:spPr>
                <a:xfrm>
                  <a:off x="4519728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3" name="pg3672">
                  <a:extLst>
                    <a:ext uri="{FF2B5EF4-FFF2-40B4-BE49-F238E27FC236}">
                      <a16:creationId xmlns:a16="http://schemas.microsoft.com/office/drawing/2014/main" id="{7D88801F-60FB-4255-0ECA-3F373245DF04}"/>
                    </a:ext>
                  </a:extLst>
                </p:cNvPr>
                <p:cNvSpPr/>
                <p:nvPr/>
              </p:nvSpPr>
              <p:spPr>
                <a:xfrm>
                  <a:off x="4531366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4" name="pg3673">
                  <a:extLst>
                    <a:ext uri="{FF2B5EF4-FFF2-40B4-BE49-F238E27FC236}">
                      <a16:creationId xmlns:a16="http://schemas.microsoft.com/office/drawing/2014/main" id="{406A2AEA-94D9-73B0-C0F0-3E134C0D79A7}"/>
                    </a:ext>
                  </a:extLst>
                </p:cNvPr>
                <p:cNvSpPr/>
                <p:nvPr/>
              </p:nvSpPr>
              <p:spPr>
                <a:xfrm>
                  <a:off x="4543003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5" name="pg3674">
                  <a:extLst>
                    <a:ext uri="{FF2B5EF4-FFF2-40B4-BE49-F238E27FC236}">
                      <a16:creationId xmlns:a16="http://schemas.microsoft.com/office/drawing/2014/main" id="{1BD4B97B-ECBC-200B-9C91-96151C35B4E3}"/>
                    </a:ext>
                  </a:extLst>
                </p:cNvPr>
                <p:cNvSpPr/>
                <p:nvPr/>
              </p:nvSpPr>
              <p:spPr>
                <a:xfrm>
                  <a:off x="4554640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6" name="pg3675">
                  <a:extLst>
                    <a:ext uri="{FF2B5EF4-FFF2-40B4-BE49-F238E27FC236}">
                      <a16:creationId xmlns:a16="http://schemas.microsoft.com/office/drawing/2014/main" id="{DFA6BA2A-4EB6-7A52-5077-97BC253ECB53}"/>
                    </a:ext>
                  </a:extLst>
                </p:cNvPr>
                <p:cNvSpPr/>
                <p:nvPr/>
              </p:nvSpPr>
              <p:spPr>
                <a:xfrm>
                  <a:off x="4566278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7" name="pg3676">
                  <a:extLst>
                    <a:ext uri="{FF2B5EF4-FFF2-40B4-BE49-F238E27FC236}">
                      <a16:creationId xmlns:a16="http://schemas.microsoft.com/office/drawing/2014/main" id="{043397DC-2ED5-A068-02D5-EE8DC6302C17}"/>
                    </a:ext>
                  </a:extLst>
                </p:cNvPr>
                <p:cNvSpPr/>
                <p:nvPr/>
              </p:nvSpPr>
              <p:spPr>
                <a:xfrm>
                  <a:off x="4577915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8" name="pg3677">
                  <a:extLst>
                    <a:ext uri="{FF2B5EF4-FFF2-40B4-BE49-F238E27FC236}">
                      <a16:creationId xmlns:a16="http://schemas.microsoft.com/office/drawing/2014/main" id="{97CE6DD0-5169-9730-AD59-F54ED182E1BC}"/>
                    </a:ext>
                  </a:extLst>
                </p:cNvPr>
                <p:cNvSpPr/>
                <p:nvPr/>
              </p:nvSpPr>
              <p:spPr>
                <a:xfrm>
                  <a:off x="4589552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79" name="pg3678">
                  <a:extLst>
                    <a:ext uri="{FF2B5EF4-FFF2-40B4-BE49-F238E27FC236}">
                      <a16:creationId xmlns:a16="http://schemas.microsoft.com/office/drawing/2014/main" id="{91011B2E-6542-3B87-572F-28C836AB7449}"/>
                    </a:ext>
                  </a:extLst>
                </p:cNvPr>
                <p:cNvSpPr/>
                <p:nvPr/>
              </p:nvSpPr>
              <p:spPr>
                <a:xfrm>
                  <a:off x="4601190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0" name="pg3679">
                  <a:extLst>
                    <a:ext uri="{FF2B5EF4-FFF2-40B4-BE49-F238E27FC236}">
                      <a16:creationId xmlns:a16="http://schemas.microsoft.com/office/drawing/2014/main" id="{7008ABB1-8BC1-1018-5722-FB32338C9C92}"/>
                    </a:ext>
                  </a:extLst>
                </p:cNvPr>
                <p:cNvSpPr/>
                <p:nvPr/>
              </p:nvSpPr>
              <p:spPr>
                <a:xfrm>
                  <a:off x="4682651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1" name="pg3680">
                  <a:extLst>
                    <a:ext uri="{FF2B5EF4-FFF2-40B4-BE49-F238E27FC236}">
                      <a16:creationId xmlns:a16="http://schemas.microsoft.com/office/drawing/2014/main" id="{61736D7B-62C0-71C6-CD13-2615C82E3A41}"/>
                    </a:ext>
                  </a:extLst>
                </p:cNvPr>
                <p:cNvSpPr/>
                <p:nvPr/>
              </p:nvSpPr>
              <p:spPr>
                <a:xfrm>
                  <a:off x="4694288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2" name="pg3681">
                  <a:extLst>
                    <a:ext uri="{FF2B5EF4-FFF2-40B4-BE49-F238E27FC236}">
                      <a16:creationId xmlns:a16="http://schemas.microsoft.com/office/drawing/2014/main" id="{22ACB32F-F328-AEDA-E83E-62C2C8AE27B6}"/>
                    </a:ext>
                  </a:extLst>
                </p:cNvPr>
                <p:cNvSpPr/>
                <p:nvPr/>
              </p:nvSpPr>
              <p:spPr>
                <a:xfrm>
                  <a:off x="4705925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3" name="pg3682">
                  <a:extLst>
                    <a:ext uri="{FF2B5EF4-FFF2-40B4-BE49-F238E27FC236}">
                      <a16:creationId xmlns:a16="http://schemas.microsoft.com/office/drawing/2014/main" id="{3D40D78C-1202-43AA-31F3-1779F140B40C}"/>
                    </a:ext>
                  </a:extLst>
                </p:cNvPr>
                <p:cNvSpPr/>
                <p:nvPr/>
              </p:nvSpPr>
              <p:spPr>
                <a:xfrm>
                  <a:off x="4717563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4" name="pg3683">
                  <a:extLst>
                    <a:ext uri="{FF2B5EF4-FFF2-40B4-BE49-F238E27FC236}">
                      <a16:creationId xmlns:a16="http://schemas.microsoft.com/office/drawing/2014/main" id="{4C6B8FB3-E4F5-5215-F48F-11AD27217BD3}"/>
                    </a:ext>
                  </a:extLst>
                </p:cNvPr>
                <p:cNvSpPr/>
                <p:nvPr/>
              </p:nvSpPr>
              <p:spPr>
                <a:xfrm>
                  <a:off x="4729200" y="528191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5" name="pg3684">
                  <a:extLst>
                    <a:ext uri="{FF2B5EF4-FFF2-40B4-BE49-F238E27FC236}">
                      <a16:creationId xmlns:a16="http://schemas.microsoft.com/office/drawing/2014/main" id="{A8212896-A1F5-E0ED-DDA7-BCDE008F2673}"/>
                    </a:ext>
                  </a:extLst>
                </p:cNvPr>
                <p:cNvSpPr/>
                <p:nvPr/>
              </p:nvSpPr>
              <p:spPr>
                <a:xfrm>
                  <a:off x="2890502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6" name="pg3685">
                  <a:extLst>
                    <a:ext uri="{FF2B5EF4-FFF2-40B4-BE49-F238E27FC236}">
                      <a16:creationId xmlns:a16="http://schemas.microsoft.com/office/drawing/2014/main" id="{EC3348D5-AC5F-BC44-8A4B-650BB19E0BE9}"/>
                    </a:ext>
                  </a:extLst>
                </p:cNvPr>
                <p:cNvSpPr/>
                <p:nvPr/>
              </p:nvSpPr>
              <p:spPr>
                <a:xfrm>
                  <a:off x="2902139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2AB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7" name="pg3686">
                  <a:extLst>
                    <a:ext uri="{FF2B5EF4-FFF2-40B4-BE49-F238E27FC236}">
                      <a16:creationId xmlns:a16="http://schemas.microsoft.com/office/drawing/2014/main" id="{2BB1987C-D599-82BD-950D-604D76CE9E60}"/>
                    </a:ext>
                  </a:extLst>
                </p:cNvPr>
                <p:cNvSpPr/>
                <p:nvPr/>
              </p:nvSpPr>
              <p:spPr>
                <a:xfrm>
                  <a:off x="2913777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8" name="pg3687">
                  <a:extLst>
                    <a:ext uri="{FF2B5EF4-FFF2-40B4-BE49-F238E27FC236}">
                      <a16:creationId xmlns:a16="http://schemas.microsoft.com/office/drawing/2014/main" id="{BD92DECA-02C8-4CFC-7095-4F734F1B22B1}"/>
                    </a:ext>
                  </a:extLst>
                </p:cNvPr>
                <p:cNvSpPr/>
                <p:nvPr/>
              </p:nvSpPr>
              <p:spPr>
                <a:xfrm>
                  <a:off x="2925414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89" name="pg3688">
                  <a:extLst>
                    <a:ext uri="{FF2B5EF4-FFF2-40B4-BE49-F238E27FC236}">
                      <a16:creationId xmlns:a16="http://schemas.microsoft.com/office/drawing/2014/main" id="{930DA1F9-4A9F-0522-B2C5-9B6B15D26D34}"/>
                    </a:ext>
                  </a:extLst>
                </p:cNvPr>
                <p:cNvSpPr/>
                <p:nvPr/>
              </p:nvSpPr>
              <p:spPr>
                <a:xfrm>
                  <a:off x="4531366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0" name="pg3689">
                  <a:extLst>
                    <a:ext uri="{FF2B5EF4-FFF2-40B4-BE49-F238E27FC236}">
                      <a16:creationId xmlns:a16="http://schemas.microsoft.com/office/drawing/2014/main" id="{71187CB6-B90F-8159-7913-9C971A483531}"/>
                    </a:ext>
                  </a:extLst>
                </p:cNvPr>
                <p:cNvSpPr/>
                <p:nvPr/>
              </p:nvSpPr>
              <p:spPr>
                <a:xfrm>
                  <a:off x="4543003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1" name="pg3690">
                  <a:extLst>
                    <a:ext uri="{FF2B5EF4-FFF2-40B4-BE49-F238E27FC236}">
                      <a16:creationId xmlns:a16="http://schemas.microsoft.com/office/drawing/2014/main" id="{1AB2AAE6-0A4A-28FA-EC01-7ADE700D6F88}"/>
                    </a:ext>
                  </a:extLst>
                </p:cNvPr>
                <p:cNvSpPr/>
                <p:nvPr/>
              </p:nvSpPr>
              <p:spPr>
                <a:xfrm>
                  <a:off x="4554640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2" name="pg3691">
                  <a:extLst>
                    <a:ext uri="{FF2B5EF4-FFF2-40B4-BE49-F238E27FC236}">
                      <a16:creationId xmlns:a16="http://schemas.microsoft.com/office/drawing/2014/main" id="{389CE730-5E75-D648-1CB0-33964C7211FE}"/>
                    </a:ext>
                  </a:extLst>
                </p:cNvPr>
                <p:cNvSpPr/>
                <p:nvPr/>
              </p:nvSpPr>
              <p:spPr>
                <a:xfrm>
                  <a:off x="4566278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3" name="pg3692">
                  <a:extLst>
                    <a:ext uri="{FF2B5EF4-FFF2-40B4-BE49-F238E27FC236}">
                      <a16:creationId xmlns:a16="http://schemas.microsoft.com/office/drawing/2014/main" id="{A1412AB0-64BB-C321-95AD-61A19A2158AF}"/>
                    </a:ext>
                  </a:extLst>
                </p:cNvPr>
                <p:cNvSpPr/>
                <p:nvPr/>
              </p:nvSpPr>
              <p:spPr>
                <a:xfrm>
                  <a:off x="4577915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4" name="pg3693">
                  <a:extLst>
                    <a:ext uri="{FF2B5EF4-FFF2-40B4-BE49-F238E27FC236}">
                      <a16:creationId xmlns:a16="http://schemas.microsoft.com/office/drawing/2014/main" id="{88DDA8D9-8EB1-47B5-CCF1-CFFC170E60D0}"/>
                    </a:ext>
                  </a:extLst>
                </p:cNvPr>
                <p:cNvSpPr/>
                <p:nvPr/>
              </p:nvSpPr>
              <p:spPr>
                <a:xfrm>
                  <a:off x="4589552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5" name="pg3694">
                  <a:extLst>
                    <a:ext uri="{FF2B5EF4-FFF2-40B4-BE49-F238E27FC236}">
                      <a16:creationId xmlns:a16="http://schemas.microsoft.com/office/drawing/2014/main" id="{2846B3AA-FCBF-0502-F4F7-71800D17F294}"/>
                    </a:ext>
                  </a:extLst>
                </p:cNvPr>
                <p:cNvSpPr/>
                <p:nvPr/>
              </p:nvSpPr>
              <p:spPr>
                <a:xfrm>
                  <a:off x="4601190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6" name="pg3695">
                  <a:extLst>
                    <a:ext uri="{FF2B5EF4-FFF2-40B4-BE49-F238E27FC236}">
                      <a16:creationId xmlns:a16="http://schemas.microsoft.com/office/drawing/2014/main" id="{36442909-B138-0DA1-CB5F-E8A6AC7636AF}"/>
                    </a:ext>
                  </a:extLst>
                </p:cNvPr>
                <p:cNvSpPr/>
                <p:nvPr/>
              </p:nvSpPr>
              <p:spPr>
                <a:xfrm>
                  <a:off x="4682651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7" name="pg3696">
                  <a:extLst>
                    <a:ext uri="{FF2B5EF4-FFF2-40B4-BE49-F238E27FC236}">
                      <a16:creationId xmlns:a16="http://schemas.microsoft.com/office/drawing/2014/main" id="{4D2ABEE0-1127-D8C4-F53B-4A4B2C6CEACA}"/>
                    </a:ext>
                  </a:extLst>
                </p:cNvPr>
                <p:cNvSpPr/>
                <p:nvPr/>
              </p:nvSpPr>
              <p:spPr>
                <a:xfrm>
                  <a:off x="4694288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8" name="pg3697">
                  <a:extLst>
                    <a:ext uri="{FF2B5EF4-FFF2-40B4-BE49-F238E27FC236}">
                      <a16:creationId xmlns:a16="http://schemas.microsoft.com/office/drawing/2014/main" id="{42156CC6-669D-696F-204C-783DDF1C521A}"/>
                    </a:ext>
                  </a:extLst>
                </p:cNvPr>
                <p:cNvSpPr/>
                <p:nvPr/>
              </p:nvSpPr>
              <p:spPr>
                <a:xfrm>
                  <a:off x="4705925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099" name="pg3698">
                  <a:extLst>
                    <a:ext uri="{FF2B5EF4-FFF2-40B4-BE49-F238E27FC236}">
                      <a16:creationId xmlns:a16="http://schemas.microsoft.com/office/drawing/2014/main" id="{A9BF8EF0-6F34-CDBB-2AC0-17E41FD6B81B}"/>
                    </a:ext>
                  </a:extLst>
                </p:cNvPr>
                <p:cNvSpPr/>
                <p:nvPr/>
              </p:nvSpPr>
              <p:spPr>
                <a:xfrm>
                  <a:off x="4717563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8A9">
                    <a:alpha val="100000"/>
                  </a:srgbClr>
                </a:solidFill>
                <a:ln w="5420" cap="flat">
                  <a:solidFill>
                    <a:srgbClr val="36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0" name="pg3699">
                  <a:extLst>
                    <a:ext uri="{FF2B5EF4-FFF2-40B4-BE49-F238E27FC236}">
                      <a16:creationId xmlns:a16="http://schemas.microsoft.com/office/drawing/2014/main" id="{CA0F3DA2-C6EA-4B7C-A3CA-E49D36F1375D}"/>
                    </a:ext>
                  </a:extLst>
                </p:cNvPr>
                <p:cNvSpPr/>
                <p:nvPr/>
              </p:nvSpPr>
              <p:spPr>
                <a:xfrm>
                  <a:off x="4729200" y="52962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1" name="pg3700">
                  <a:extLst>
                    <a:ext uri="{FF2B5EF4-FFF2-40B4-BE49-F238E27FC236}">
                      <a16:creationId xmlns:a16="http://schemas.microsoft.com/office/drawing/2014/main" id="{4DA28F88-4964-A936-B1CD-BD42CC2F4891}"/>
                    </a:ext>
                  </a:extLst>
                </p:cNvPr>
                <p:cNvSpPr/>
                <p:nvPr/>
              </p:nvSpPr>
              <p:spPr>
                <a:xfrm>
                  <a:off x="2878865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2" name="pg3701">
                  <a:extLst>
                    <a:ext uri="{FF2B5EF4-FFF2-40B4-BE49-F238E27FC236}">
                      <a16:creationId xmlns:a16="http://schemas.microsoft.com/office/drawing/2014/main" id="{76AD0F32-3E61-AB67-B811-EE5A1A98F720}"/>
                    </a:ext>
                  </a:extLst>
                </p:cNvPr>
                <p:cNvSpPr/>
                <p:nvPr/>
              </p:nvSpPr>
              <p:spPr>
                <a:xfrm>
                  <a:off x="2890502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CB2AB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3" name="pg3702">
                  <a:extLst>
                    <a:ext uri="{FF2B5EF4-FFF2-40B4-BE49-F238E27FC236}">
                      <a16:creationId xmlns:a16="http://schemas.microsoft.com/office/drawing/2014/main" id="{F2FBCAEC-07D7-AA52-966B-7539965201CF}"/>
                    </a:ext>
                  </a:extLst>
                </p:cNvPr>
                <p:cNvSpPr/>
                <p:nvPr/>
              </p:nvSpPr>
              <p:spPr>
                <a:xfrm>
                  <a:off x="2902139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4" name="pg3703">
                  <a:extLst>
                    <a:ext uri="{FF2B5EF4-FFF2-40B4-BE49-F238E27FC236}">
                      <a16:creationId xmlns:a16="http://schemas.microsoft.com/office/drawing/2014/main" id="{7BF36E0F-1BFF-A81D-D07B-534BB1D9CF8B}"/>
                    </a:ext>
                  </a:extLst>
                </p:cNvPr>
                <p:cNvSpPr/>
                <p:nvPr/>
              </p:nvSpPr>
              <p:spPr>
                <a:xfrm>
                  <a:off x="2913777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5" name="pg3704">
                  <a:extLst>
                    <a:ext uri="{FF2B5EF4-FFF2-40B4-BE49-F238E27FC236}">
                      <a16:creationId xmlns:a16="http://schemas.microsoft.com/office/drawing/2014/main" id="{88B241DF-D88D-022A-7C2B-F509F2BF0A55}"/>
                    </a:ext>
                  </a:extLst>
                </p:cNvPr>
                <p:cNvSpPr/>
                <p:nvPr/>
              </p:nvSpPr>
              <p:spPr>
                <a:xfrm>
                  <a:off x="2925414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6" name="pg3705">
                  <a:extLst>
                    <a:ext uri="{FF2B5EF4-FFF2-40B4-BE49-F238E27FC236}">
                      <a16:creationId xmlns:a16="http://schemas.microsoft.com/office/drawing/2014/main" id="{C982797B-46CE-B816-7CF8-9D73EE7FF70A}"/>
                    </a:ext>
                  </a:extLst>
                </p:cNvPr>
                <p:cNvSpPr/>
                <p:nvPr/>
              </p:nvSpPr>
              <p:spPr>
                <a:xfrm>
                  <a:off x="4543003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7" name="pg3706">
                  <a:extLst>
                    <a:ext uri="{FF2B5EF4-FFF2-40B4-BE49-F238E27FC236}">
                      <a16:creationId xmlns:a16="http://schemas.microsoft.com/office/drawing/2014/main" id="{A552C2AE-6B5F-A11C-EAFA-F02400B4CF9A}"/>
                    </a:ext>
                  </a:extLst>
                </p:cNvPr>
                <p:cNvSpPr/>
                <p:nvPr/>
              </p:nvSpPr>
              <p:spPr>
                <a:xfrm>
                  <a:off x="4554640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8" name="pg3707">
                  <a:extLst>
                    <a:ext uri="{FF2B5EF4-FFF2-40B4-BE49-F238E27FC236}">
                      <a16:creationId xmlns:a16="http://schemas.microsoft.com/office/drawing/2014/main" id="{A1B31BCB-7C0F-E43C-95D3-2E3990E9C999}"/>
                    </a:ext>
                  </a:extLst>
                </p:cNvPr>
                <p:cNvSpPr/>
                <p:nvPr/>
              </p:nvSpPr>
              <p:spPr>
                <a:xfrm>
                  <a:off x="4566278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09" name="pg3708">
                  <a:extLst>
                    <a:ext uri="{FF2B5EF4-FFF2-40B4-BE49-F238E27FC236}">
                      <a16:creationId xmlns:a16="http://schemas.microsoft.com/office/drawing/2014/main" id="{02A97F37-BEC4-C698-D61C-A528E8B1E742}"/>
                    </a:ext>
                  </a:extLst>
                </p:cNvPr>
                <p:cNvSpPr/>
                <p:nvPr/>
              </p:nvSpPr>
              <p:spPr>
                <a:xfrm>
                  <a:off x="4577915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0" name="pg3709">
                  <a:extLst>
                    <a:ext uri="{FF2B5EF4-FFF2-40B4-BE49-F238E27FC236}">
                      <a16:creationId xmlns:a16="http://schemas.microsoft.com/office/drawing/2014/main" id="{E5EE3407-D30C-EFC2-142F-6D568197D4BF}"/>
                    </a:ext>
                  </a:extLst>
                </p:cNvPr>
                <p:cNvSpPr/>
                <p:nvPr/>
              </p:nvSpPr>
              <p:spPr>
                <a:xfrm>
                  <a:off x="4589552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1" name="pg3710">
                  <a:extLst>
                    <a:ext uri="{FF2B5EF4-FFF2-40B4-BE49-F238E27FC236}">
                      <a16:creationId xmlns:a16="http://schemas.microsoft.com/office/drawing/2014/main" id="{571B2375-87E5-F4FB-A9D2-5D29F2D08A44}"/>
                    </a:ext>
                  </a:extLst>
                </p:cNvPr>
                <p:cNvSpPr/>
                <p:nvPr/>
              </p:nvSpPr>
              <p:spPr>
                <a:xfrm>
                  <a:off x="4601190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2" name="pg3711">
                  <a:extLst>
                    <a:ext uri="{FF2B5EF4-FFF2-40B4-BE49-F238E27FC236}">
                      <a16:creationId xmlns:a16="http://schemas.microsoft.com/office/drawing/2014/main" id="{743FF2E4-6A13-88A9-6C85-31708B059E98}"/>
                    </a:ext>
                  </a:extLst>
                </p:cNvPr>
                <p:cNvSpPr/>
                <p:nvPr/>
              </p:nvSpPr>
              <p:spPr>
                <a:xfrm>
                  <a:off x="4612827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3" name="pg3712">
                  <a:extLst>
                    <a:ext uri="{FF2B5EF4-FFF2-40B4-BE49-F238E27FC236}">
                      <a16:creationId xmlns:a16="http://schemas.microsoft.com/office/drawing/2014/main" id="{3AE4B2A0-6B40-A397-B824-F2B39971F3B7}"/>
                    </a:ext>
                  </a:extLst>
                </p:cNvPr>
                <p:cNvSpPr/>
                <p:nvPr/>
              </p:nvSpPr>
              <p:spPr>
                <a:xfrm>
                  <a:off x="4671013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4" name="pg3713">
                  <a:extLst>
                    <a:ext uri="{FF2B5EF4-FFF2-40B4-BE49-F238E27FC236}">
                      <a16:creationId xmlns:a16="http://schemas.microsoft.com/office/drawing/2014/main" id="{7DAEA61D-221E-3219-B834-7B800F880416}"/>
                    </a:ext>
                  </a:extLst>
                </p:cNvPr>
                <p:cNvSpPr/>
                <p:nvPr/>
              </p:nvSpPr>
              <p:spPr>
                <a:xfrm>
                  <a:off x="4682651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5" name="pg3714">
                  <a:extLst>
                    <a:ext uri="{FF2B5EF4-FFF2-40B4-BE49-F238E27FC236}">
                      <a16:creationId xmlns:a16="http://schemas.microsoft.com/office/drawing/2014/main" id="{4AF10268-34F4-5CF1-2E98-2A65D8A283E9}"/>
                    </a:ext>
                  </a:extLst>
                </p:cNvPr>
                <p:cNvSpPr/>
                <p:nvPr/>
              </p:nvSpPr>
              <p:spPr>
                <a:xfrm>
                  <a:off x="4694288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6" name="pg3715">
                  <a:extLst>
                    <a:ext uri="{FF2B5EF4-FFF2-40B4-BE49-F238E27FC236}">
                      <a16:creationId xmlns:a16="http://schemas.microsoft.com/office/drawing/2014/main" id="{51978B83-658E-772C-6B47-7D4D6991C5D5}"/>
                    </a:ext>
                  </a:extLst>
                </p:cNvPr>
                <p:cNvSpPr/>
                <p:nvPr/>
              </p:nvSpPr>
              <p:spPr>
                <a:xfrm>
                  <a:off x="4705925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7" name="pg3716">
                  <a:extLst>
                    <a:ext uri="{FF2B5EF4-FFF2-40B4-BE49-F238E27FC236}">
                      <a16:creationId xmlns:a16="http://schemas.microsoft.com/office/drawing/2014/main" id="{BE30557C-434D-CCBA-E2F0-59886AA59EA5}"/>
                    </a:ext>
                  </a:extLst>
                </p:cNvPr>
                <p:cNvSpPr/>
                <p:nvPr/>
              </p:nvSpPr>
              <p:spPr>
                <a:xfrm>
                  <a:off x="4717563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8" name="pg3717">
                  <a:extLst>
                    <a:ext uri="{FF2B5EF4-FFF2-40B4-BE49-F238E27FC236}">
                      <a16:creationId xmlns:a16="http://schemas.microsoft.com/office/drawing/2014/main" id="{8B9E6469-EE86-B316-6436-8278D4988DB0}"/>
                    </a:ext>
                  </a:extLst>
                </p:cNvPr>
                <p:cNvSpPr/>
                <p:nvPr/>
              </p:nvSpPr>
              <p:spPr>
                <a:xfrm>
                  <a:off x="4729200" y="531052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19" name="pg3718">
                  <a:extLst>
                    <a:ext uri="{FF2B5EF4-FFF2-40B4-BE49-F238E27FC236}">
                      <a16:creationId xmlns:a16="http://schemas.microsoft.com/office/drawing/2014/main" id="{64363ED6-77B7-D015-3B4D-084DA44EC673}"/>
                    </a:ext>
                  </a:extLst>
                </p:cNvPr>
                <p:cNvSpPr/>
                <p:nvPr/>
              </p:nvSpPr>
              <p:spPr>
                <a:xfrm>
                  <a:off x="2878865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0" name="pg3719">
                  <a:extLst>
                    <a:ext uri="{FF2B5EF4-FFF2-40B4-BE49-F238E27FC236}">
                      <a16:creationId xmlns:a16="http://schemas.microsoft.com/office/drawing/2014/main" id="{94CD5076-589B-3DA0-ABD3-2C62725E6041}"/>
                    </a:ext>
                  </a:extLst>
                </p:cNvPr>
                <p:cNvSpPr/>
                <p:nvPr/>
              </p:nvSpPr>
              <p:spPr>
                <a:xfrm>
                  <a:off x="2890502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1" name="pg3720">
                  <a:extLst>
                    <a:ext uri="{FF2B5EF4-FFF2-40B4-BE49-F238E27FC236}">
                      <a16:creationId xmlns:a16="http://schemas.microsoft.com/office/drawing/2014/main" id="{00051D1E-BE8F-114D-826D-F530F1B692AD}"/>
                    </a:ext>
                  </a:extLst>
                </p:cNvPr>
                <p:cNvSpPr/>
                <p:nvPr/>
              </p:nvSpPr>
              <p:spPr>
                <a:xfrm>
                  <a:off x="2902139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2" name="pg3721">
                  <a:extLst>
                    <a:ext uri="{FF2B5EF4-FFF2-40B4-BE49-F238E27FC236}">
                      <a16:creationId xmlns:a16="http://schemas.microsoft.com/office/drawing/2014/main" id="{4E3B62B3-9C32-087B-0EB7-7264667C9B39}"/>
                    </a:ext>
                  </a:extLst>
                </p:cNvPr>
                <p:cNvSpPr/>
                <p:nvPr/>
              </p:nvSpPr>
              <p:spPr>
                <a:xfrm>
                  <a:off x="2913777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3" name="pg3722">
                  <a:extLst>
                    <a:ext uri="{FF2B5EF4-FFF2-40B4-BE49-F238E27FC236}">
                      <a16:creationId xmlns:a16="http://schemas.microsoft.com/office/drawing/2014/main" id="{5C4D08B5-D69F-A268-7902-4F975C4720E7}"/>
                    </a:ext>
                  </a:extLst>
                </p:cNvPr>
                <p:cNvSpPr/>
                <p:nvPr/>
              </p:nvSpPr>
              <p:spPr>
                <a:xfrm>
                  <a:off x="2925414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4" name="pg3723">
                  <a:extLst>
                    <a:ext uri="{FF2B5EF4-FFF2-40B4-BE49-F238E27FC236}">
                      <a16:creationId xmlns:a16="http://schemas.microsoft.com/office/drawing/2014/main" id="{574EC3A2-3AE6-14B4-1E08-DA98EB33B2C4}"/>
                    </a:ext>
                  </a:extLst>
                </p:cNvPr>
                <p:cNvSpPr/>
                <p:nvPr/>
              </p:nvSpPr>
              <p:spPr>
                <a:xfrm>
                  <a:off x="4566278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5" name="pg3724">
                  <a:extLst>
                    <a:ext uri="{FF2B5EF4-FFF2-40B4-BE49-F238E27FC236}">
                      <a16:creationId xmlns:a16="http://schemas.microsoft.com/office/drawing/2014/main" id="{CA6F6165-F75F-965C-1307-1F134FA29338}"/>
                    </a:ext>
                  </a:extLst>
                </p:cNvPr>
                <p:cNvSpPr/>
                <p:nvPr/>
              </p:nvSpPr>
              <p:spPr>
                <a:xfrm>
                  <a:off x="4577915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6" name="pg3725">
                  <a:extLst>
                    <a:ext uri="{FF2B5EF4-FFF2-40B4-BE49-F238E27FC236}">
                      <a16:creationId xmlns:a16="http://schemas.microsoft.com/office/drawing/2014/main" id="{83BD9881-19FA-E89C-A691-494EC6D18C4A}"/>
                    </a:ext>
                  </a:extLst>
                </p:cNvPr>
                <p:cNvSpPr/>
                <p:nvPr/>
              </p:nvSpPr>
              <p:spPr>
                <a:xfrm>
                  <a:off x="4589552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7" name="pg3726">
                  <a:extLst>
                    <a:ext uri="{FF2B5EF4-FFF2-40B4-BE49-F238E27FC236}">
                      <a16:creationId xmlns:a16="http://schemas.microsoft.com/office/drawing/2014/main" id="{1D1DDAE0-5B44-6D08-7D4E-A239147361C5}"/>
                    </a:ext>
                  </a:extLst>
                </p:cNvPr>
                <p:cNvSpPr/>
                <p:nvPr/>
              </p:nvSpPr>
              <p:spPr>
                <a:xfrm>
                  <a:off x="4601190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8" name="pg3727">
                  <a:extLst>
                    <a:ext uri="{FF2B5EF4-FFF2-40B4-BE49-F238E27FC236}">
                      <a16:creationId xmlns:a16="http://schemas.microsoft.com/office/drawing/2014/main" id="{E1D1C315-CFB7-211F-A352-B45D365B19A8}"/>
                    </a:ext>
                  </a:extLst>
                </p:cNvPr>
                <p:cNvSpPr/>
                <p:nvPr/>
              </p:nvSpPr>
              <p:spPr>
                <a:xfrm>
                  <a:off x="4612827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29" name="pg3728">
                  <a:extLst>
                    <a:ext uri="{FF2B5EF4-FFF2-40B4-BE49-F238E27FC236}">
                      <a16:creationId xmlns:a16="http://schemas.microsoft.com/office/drawing/2014/main" id="{E0DD6692-611F-645A-2349-B38315986887}"/>
                    </a:ext>
                  </a:extLst>
                </p:cNvPr>
                <p:cNvSpPr/>
                <p:nvPr/>
              </p:nvSpPr>
              <p:spPr>
                <a:xfrm>
                  <a:off x="4671013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0" name="pg3729">
                  <a:extLst>
                    <a:ext uri="{FF2B5EF4-FFF2-40B4-BE49-F238E27FC236}">
                      <a16:creationId xmlns:a16="http://schemas.microsoft.com/office/drawing/2014/main" id="{5A1F2740-49B8-2D56-FBB4-1D5778FCF574}"/>
                    </a:ext>
                  </a:extLst>
                </p:cNvPr>
                <p:cNvSpPr/>
                <p:nvPr/>
              </p:nvSpPr>
              <p:spPr>
                <a:xfrm>
                  <a:off x="4682651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1" name="pg3730">
                  <a:extLst>
                    <a:ext uri="{FF2B5EF4-FFF2-40B4-BE49-F238E27FC236}">
                      <a16:creationId xmlns:a16="http://schemas.microsoft.com/office/drawing/2014/main" id="{D82A7F46-9DE5-3D50-BA0E-8D53B513B449}"/>
                    </a:ext>
                  </a:extLst>
                </p:cNvPr>
                <p:cNvSpPr/>
                <p:nvPr/>
              </p:nvSpPr>
              <p:spPr>
                <a:xfrm>
                  <a:off x="4694288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2" name="pg3731">
                  <a:extLst>
                    <a:ext uri="{FF2B5EF4-FFF2-40B4-BE49-F238E27FC236}">
                      <a16:creationId xmlns:a16="http://schemas.microsoft.com/office/drawing/2014/main" id="{F8472A02-4F46-B9FC-84A4-B847397BCB6B}"/>
                    </a:ext>
                  </a:extLst>
                </p:cNvPr>
                <p:cNvSpPr/>
                <p:nvPr/>
              </p:nvSpPr>
              <p:spPr>
                <a:xfrm>
                  <a:off x="4705925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3" name="pg3732">
                  <a:extLst>
                    <a:ext uri="{FF2B5EF4-FFF2-40B4-BE49-F238E27FC236}">
                      <a16:creationId xmlns:a16="http://schemas.microsoft.com/office/drawing/2014/main" id="{3F253B5D-07C3-C613-61CD-4DE9D25CCEC9}"/>
                    </a:ext>
                  </a:extLst>
                </p:cNvPr>
                <p:cNvSpPr/>
                <p:nvPr/>
              </p:nvSpPr>
              <p:spPr>
                <a:xfrm>
                  <a:off x="4717563" y="532482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36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4" name="pg3733">
                  <a:extLst>
                    <a:ext uri="{FF2B5EF4-FFF2-40B4-BE49-F238E27FC236}">
                      <a16:creationId xmlns:a16="http://schemas.microsoft.com/office/drawing/2014/main" id="{0A17F12D-E73A-068F-1D35-C5AD97F3F20A}"/>
                    </a:ext>
                  </a:extLst>
                </p:cNvPr>
                <p:cNvSpPr/>
                <p:nvPr/>
              </p:nvSpPr>
              <p:spPr>
                <a:xfrm>
                  <a:off x="2867227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5" name="pg3734">
                  <a:extLst>
                    <a:ext uri="{FF2B5EF4-FFF2-40B4-BE49-F238E27FC236}">
                      <a16:creationId xmlns:a16="http://schemas.microsoft.com/office/drawing/2014/main" id="{D1C2FB78-3E9E-EED3-7DE0-620DEC759104}"/>
                    </a:ext>
                  </a:extLst>
                </p:cNvPr>
                <p:cNvSpPr/>
                <p:nvPr/>
              </p:nvSpPr>
              <p:spPr>
                <a:xfrm>
                  <a:off x="2878865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6" name="pg3735">
                  <a:extLst>
                    <a:ext uri="{FF2B5EF4-FFF2-40B4-BE49-F238E27FC236}">
                      <a16:creationId xmlns:a16="http://schemas.microsoft.com/office/drawing/2014/main" id="{5C0ED473-F3EC-EFB3-C0BD-2BE394E66B17}"/>
                    </a:ext>
                  </a:extLst>
                </p:cNvPr>
                <p:cNvSpPr/>
                <p:nvPr/>
              </p:nvSpPr>
              <p:spPr>
                <a:xfrm>
                  <a:off x="2890502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7" name="pg3736">
                  <a:extLst>
                    <a:ext uri="{FF2B5EF4-FFF2-40B4-BE49-F238E27FC236}">
                      <a16:creationId xmlns:a16="http://schemas.microsoft.com/office/drawing/2014/main" id="{6409DC48-A6F4-2EFF-9882-80E3096A9FC6}"/>
                    </a:ext>
                  </a:extLst>
                </p:cNvPr>
                <p:cNvSpPr/>
                <p:nvPr/>
              </p:nvSpPr>
              <p:spPr>
                <a:xfrm>
                  <a:off x="2902139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8" name="pg3737">
                  <a:extLst>
                    <a:ext uri="{FF2B5EF4-FFF2-40B4-BE49-F238E27FC236}">
                      <a16:creationId xmlns:a16="http://schemas.microsoft.com/office/drawing/2014/main" id="{EBAADF7A-3452-29CA-12D6-97D521C3CC30}"/>
                    </a:ext>
                  </a:extLst>
                </p:cNvPr>
                <p:cNvSpPr/>
                <p:nvPr/>
              </p:nvSpPr>
              <p:spPr>
                <a:xfrm>
                  <a:off x="2913777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39" name="pg3738">
                  <a:extLst>
                    <a:ext uri="{FF2B5EF4-FFF2-40B4-BE49-F238E27FC236}">
                      <a16:creationId xmlns:a16="http://schemas.microsoft.com/office/drawing/2014/main" id="{879141F4-FD10-EED3-85B7-5BDF40900BDD}"/>
                    </a:ext>
                  </a:extLst>
                </p:cNvPr>
                <p:cNvSpPr/>
                <p:nvPr/>
              </p:nvSpPr>
              <p:spPr>
                <a:xfrm>
                  <a:off x="4577915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0" name="pg3739">
                  <a:extLst>
                    <a:ext uri="{FF2B5EF4-FFF2-40B4-BE49-F238E27FC236}">
                      <a16:creationId xmlns:a16="http://schemas.microsoft.com/office/drawing/2014/main" id="{CD333E38-5345-5850-7B77-C159B5F33204}"/>
                    </a:ext>
                  </a:extLst>
                </p:cNvPr>
                <p:cNvSpPr/>
                <p:nvPr/>
              </p:nvSpPr>
              <p:spPr>
                <a:xfrm>
                  <a:off x="4589552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1" name="pg3740">
                  <a:extLst>
                    <a:ext uri="{FF2B5EF4-FFF2-40B4-BE49-F238E27FC236}">
                      <a16:creationId xmlns:a16="http://schemas.microsoft.com/office/drawing/2014/main" id="{53E8C68C-417C-2E73-5AD2-C50FA3194A57}"/>
                    </a:ext>
                  </a:extLst>
                </p:cNvPr>
                <p:cNvSpPr/>
                <p:nvPr/>
              </p:nvSpPr>
              <p:spPr>
                <a:xfrm>
                  <a:off x="4601190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2" name="pg3741">
                  <a:extLst>
                    <a:ext uri="{FF2B5EF4-FFF2-40B4-BE49-F238E27FC236}">
                      <a16:creationId xmlns:a16="http://schemas.microsoft.com/office/drawing/2014/main" id="{B9DEC795-C0C6-AAA3-ED24-27210EA4C0EA}"/>
                    </a:ext>
                  </a:extLst>
                </p:cNvPr>
                <p:cNvSpPr/>
                <p:nvPr/>
              </p:nvSpPr>
              <p:spPr>
                <a:xfrm>
                  <a:off x="4612827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3" name="pg3742">
                  <a:extLst>
                    <a:ext uri="{FF2B5EF4-FFF2-40B4-BE49-F238E27FC236}">
                      <a16:creationId xmlns:a16="http://schemas.microsoft.com/office/drawing/2014/main" id="{6CD320E6-E550-61DA-2AB4-68BE6863960C}"/>
                    </a:ext>
                  </a:extLst>
                </p:cNvPr>
                <p:cNvSpPr/>
                <p:nvPr/>
              </p:nvSpPr>
              <p:spPr>
                <a:xfrm>
                  <a:off x="4624464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4" name="pg3743">
                  <a:extLst>
                    <a:ext uri="{FF2B5EF4-FFF2-40B4-BE49-F238E27FC236}">
                      <a16:creationId xmlns:a16="http://schemas.microsoft.com/office/drawing/2014/main" id="{9BC07ECD-FFD2-33CB-1C26-AC8D6E98C32D}"/>
                    </a:ext>
                  </a:extLst>
                </p:cNvPr>
                <p:cNvSpPr/>
                <p:nvPr/>
              </p:nvSpPr>
              <p:spPr>
                <a:xfrm>
                  <a:off x="4636101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5" name="pg3744">
                  <a:extLst>
                    <a:ext uri="{FF2B5EF4-FFF2-40B4-BE49-F238E27FC236}">
                      <a16:creationId xmlns:a16="http://schemas.microsoft.com/office/drawing/2014/main" id="{20C1434F-FDBB-EA2E-149B-314C63C5B7AD}"/>
                    </a:ext>
                  </a:extLst>
                </p:cNvPr>
                <p:cNvSpPr/>
                <p:nvPr/>
              </p:nvSpPr>
              <p:spPr>
                <a:xfrm>
                  <a:off x="4659376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6" name="pg3745">
                  <a:extLst>
                    <a:ext uri="{FF2B5EF4-FFF2-40B4-BE49-F238E27FC236}">
                      <a16:creationId xmlns:a16="http://schemas.microsoft.com/office/drawing/2014/main" id="{EA68CF16-391B-4730-52EA-465A3C67AF45}"/>
                    </a:ext>
                  </a:extLst>
                </p:cNvPr>
                <p:cNvSpPr/>
                <p:nvPr/>
              </p:nvSpPr>
              <p:spPr>
                <a:xfrm>
                  <a:off x="4671013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7" name="pg3746">
                  <a:extLst>
                    <a:ext uri="{FF2B5EF4-FFF2-40B4-BE49-F238E27FC236}">
                      <a16:creationId xmlns:a16="http://schemas.microsoft.com/office/drawing/2014/main" id="{BEEA5C44-E224-C8BF-288C-5072413ACA23}"/>
                    </a:ext>
                  </a:extLst>
                </p:cNvPr>
                <p:cNvSpPr/>
                <p:nvPr/>
              </p:nvSpPr>
              <p:spPr>
                <a:xfrm>
                  <a:off x="4682651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8" name="pg3747">
                  <a:extLst>
                    <a:ext uri="{FF2B5EF4-FFF2-40B4-BE49-F238E27FC236}">
                      <a16:creationId xmlns:a16="http://schemas.microsoft.com/office/drawing/2014/main" id="{BADEAA9F-9AD3-2E4B-4786-C7E1AA6130A3}"/>
                    </a:ext>
                  </a:extLst>
                </p:cNvPr>
                <p:cNvSpPr/>
                <p:nvPr/>
              </p:nvSpPr>
              <p:spPr>
                <a:xfrm>
                  <a:off x="4694288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49" name="pg3748">
                  <a:extLst>
                    <a:ext uri="{FF2B5EF4-FFF2-40B4-BE49-F238E27FC236}">
                      <a16:creationId xmlns:a16="http://schemas.microsoft.com/office/drawing/2014/main" id="{A2CB454E-7C85-7989-5DC7-5F7B39127EE4}"/>
                    </a:ext>
                  </a:extLst>
                </p:cNvPr>
                <p:cNvSpPr/>
                <p:nvPr/>
              </p:nvSpPr>
              <p:spPr>
                <a:xfrm>
                  <a:off x="4705925" y="53391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0" name="pg3749">
                  <a:extLst>
                    <a:ext uri="{FF2B5EF4-FFF2-40B4-BE49-F238E27FC236}">
                      <a16:creationId xmlns:a16="http://schemas.microsoft.com/office/drawing/2014/main" id="{BAC145E0-0F38-B831-F600-E05C748EB770}"/>
                    </a:ext>
                  </a:extLst>
                </p:cNvPr>
                <p:cNvSpPr/>
                <p:nvPr/>
              </p:nvSpPr>
              <p:spPr>
                <a:xfrm>
                  <a:off x="2855590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1" name="pg3750">
                  <a:extLst>
                    <a:ext uri="{FF2B5EF4-FFF2-40B4-BE49-F238E27FC236}">
                      <a16:creationId xmlns:a16="http://schemas.microsoft.com/office/drawing/2014/main" id="{57E80753-E995-6A1B-CBC9-5CF3439D7E64}"/>
                    </a:ext>
                  </a:extLst>
                </p:cNvPr>
                <p:cNvSpPr/>
                <p:nvPr/>
              </p:nvSpPr>
              <p:spPr>
                <a:xfrm>
                  <a:off x="2867227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2" name="pg3751">
                  <a:extLst>
                    <a:ext uri="{FF2B5EF4-FFF2-40B4-BE49-F238E27FC236}">
                      <a16:creationId xmlns:a16="http://schemas.microsoft.com/office/drawing/2014/main" id="{62B4B668-1AF6-F5B3-5DCC-F300334A597B}"/>
                    </a:ext>
                  </a:extLst>
                </p:cNvPr>
                <p:cNvSpPr/>
                <p:nvPr/>
              </p:nvSpPr>
              <p:spPr>
                <a:xfrm>
                  <a:off x="2878865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3" name="pg3752">
                  <a:extLst>
                    <a:ext uri="{FF2B5EF4-FFF2-40B4-BE49-F238E27FC236}">
                      <a16:creationId xmlns:a16="http://schemas.microsoft.com/office/drawing/2014/main" id="{0160CA7E-F3C2-CCB3-24FA-A361ABB58771}"/>
                    </a:ext>
                  </a:extLst>
                </p:cNvPr>
                <p:cNvSpPr/>
                <p:nvPr/>
              </p:nvSpPr>
              <p:spPr>
                <a:xfrm>
                  <a:off x="2890502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4" name="pg3753">
                  <a:extLst>
                    <a:ext uri="{FF2B5EF4-FFF2-40B4-BE49-F238E27FC236}">
                      <a16:creationId xmlns:a16="http://schemas.microsoft.com/office/drawing/2014/main" id="{73304EC1-5F22-62FA-5AB2-D29136B8695F}"/>
                    </a:ext>
                  </a:extLst>
                </p:cNvPr>
                <p:cNvSpPr/>
                <p:nvPr/>
              </p:nvSpPr>
              <p:spPr>
                <a:xfrm>
                  <a:off x="2902139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5" name="pg3754">
                  <a:extLst>
                    <a:ext uri="{FF2B5EF4-FFF2-40B4-BE49-F238E27FC236}">
                      <a16:creationId xmlns:a16="http://schemas.microsoft.com/office/drawing/2014/main" id="{0828FB41-4BE0-F4EB-BDC9-AEFDD4B0E4F8}"/>
                    </a:ext>
                  </a:extLst>
                </p:cNvPr>
                <p:cNvSpPr/>
                <p:nvPr/>
              </p:nvSpPr>
              <p:spPr>
                <a:xfrm>
                  <a:off x="2913777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6" name="pg3755">
                  <a:extLst>
                    <a:ext uri="{FF2B5EF4-FFF2-40B4-BE49-F238E27FC236}">
                      <a16:creationId xmlns:a16="http://schemas.microsoft.com/office/drawing/2014/main" id="{44B6AB1C-1AF3-EB37-14EA-1BEEBE52E8F0}"/>
                    </a:ext>
                  </a:extLst>
                </p:cNvPr>
                <p:cNvSpPr/>
                <p:nvPr/>
              </p:nvSpPr>
              <p:spPr>
                <a:xfrm>
                  <a:off x="4577915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7" name="pg3756">
                  <a:extLst>
                    <a:ext uri="{FF2B5EF4-FFF2-40B4-BE49-F238E27FC236}">
                      <a16:creationId xmlns:a16="http://schemas.microsoft.com/office/drawing/2014/main" id="{9B6555F2-2131-94C4-2936-F0E586F92B75}"/>
                    </a:ext>
                  </a:extLst>
                </p:cNvPr>
                <p:cNvSpPr/>
                <p:nvPr/>
              </p:nvSpPr>
              <p:spPr>
                <a:xfrm>
                  <a:off x="4589552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8" name="pg3757">
                  <a:extLst>
                    <a:ext uri="{FF2B5EF4-FFF2-40B4-BE49-F238E27FC236}">
                      <a16:creationId xmlns:a16="http://schemas.microsoft.com/office/drawing/2014/main" id="{3A2AAF0F-DB1C-12EF-0E48-0132EA5E7A4B}"/>
                    </a:ext>
                  </a:extLst>
                </p:cNvPr>
                <p:cNvSpPr/>
                <p:nvPr/>
              </p:nvSpPr>
              <p:spPr>
                <a:xfrm>
                  <a:off x="4601190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59" name="pg3758">
                  <a:extLst>
                    <a:ext uri="{FF2B5EF4-FFF2-40B4-BE49-F238E27FC236}">
                      <a16:creationId xmlns:a16="http://schemas.microsoft.com/office/drawing/2014/main" id="{B14A677E-24EC-DA1A-C3BC-C07944CDCB90}"/>
                    </a:ext>
                  </a:extLst>
                </p:cNvPr>
                <p:cNvSpPr/>
                <p:nvPr/>
              </p:nvSpPr>
              <p:spPr>
                <a:xfrm>
                  <a:off x="4612827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0" name="pg3759">
                  <a:extLst>
                    <a:ext uri="{FF2B5EF4-FFF2-40B4-BE49-F238E27FC236}">
                      <a16:creationId xmlns:a16="http://schemas.microsoft.com/office/drawing/2014/main" id="{86CE403B-E428-3552-7B37-A91FB9B0E142}"/>
                    </a:ext>
                  </a:extLst>
                </p:cNvPr>
                <p:cNvSpPr/>
                <p:nvPr/>
              </p:nvSpPr>
              <p:spPr>
                <a:xfrm>
                  <a:off x="4624464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1" name="pg3760">
                  <a:extLst>
                    <a:ext uri="{FF2B5EF4-FFF2-40B4-BE49-F238E27FC236}">
                      <a16:creationId xmlns:a16="http://schemas.microsoft.com/office/drawing/2014/main" id="{816BE362-08E4-E0DD-EBC0-DCED171311E6}"/>
                    </a:ext>
                  </a:extLst>
                </p:cNvPr>
                <p:cNvSpPr/>
                <p:nvPr/>
              </p:nvSpPr>
              <p:spPr>
                <a:xfrm>
                  <a:off x="4636101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2" name="pg3761">
                  <a:extLst>
                    <a:ext uri="{FF2B5EF4-FFF2-40B4-BE49-F238E27FC236}">
                      <a16:creationId xmlns:a16="http://schemas.microsoft.com/office/drawing/2014/main" id="{FC1B6257-457C-6CA9-98E8-414D8E78EFBD}"/>
                    </a:ext>
                  </a:extLst>
                </p:cNvPr>
                <p:cNvSpPr/>
                <p:nvPr/>
              </p:nvSpPr>
              <p:spPr>
                <a:xfrm>
                  <a:off x="4647739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3" name="pg3762">
                  <a:extLst>
                    <a:ext uri="{FF2B5EF4-FFF2-40B4-BE49-F238E27FC236}">
                      <a16:creationId xmlns:a16="http://schemas.microsoft.com/office/drawing/2014/main" id="{039E594C-3B97-8073-BB99-99641F33A38B}"/>
                    </a:ext>
                  </a:extLst>
                </p:cNvPr>
                <p:cNvSpPr/>
                <p:nvPr/>
              </p:nvSpPr>
              <p:spPr>
                <a:xfrm>
                  <a:off x="4659376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4" name="pg3763">
                  <a:extLst>
                    <a:ext uri="{FF2B5EF4-FFF2-40B4-BE49-F238E27FC236}">
                      <a16:creationId xmlns:a16="http://schemas.microsoft.com/office/drawing/2014/main" id="{19C9E27A-9FE7-94ED-E1C4-F85D093F140D}"/>
                    </a:ext>
                  </a:extLst>
                </p:cNvPr>
                <p:cNvSpPr/>
                <p:nvPr/>
              </p:nvSpPr>
              <p:spPr>
                <a:xfrm>
                  <a:off x="4671013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5" name="pg3764">
                  <a:extLst>
                    <a:ext uri="{FF2B5EF4-FFF2-40B4-BE49-F238E27FC236}">
                      <a16:creationId xmlns:a16="http://schemas.microsoft.com/office/drawing/2014/main" id="{158D1ED5-CFDC-D904-4B23-FD98788FE4DD}"/>
                    </a:ext>
                  </a:extLst>
                </p:cNvPr>
                <p:cNvSpPr/>
                <p:nvPr/>
              </p:nvSpPr>
              <p:spPr>
                <a:xfrm>
                  <a:off x="4682651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6" name="pg3765">
                  <a:extLst>
                    <a:ext uri="{FF2B5EF4-FFF2-40B4-BE49-F238E27FC236}">
                      <a16:creationId xmlns:a16="http://schemas.microsoft.com/office/drawing/2014/main" id="{FCB5166D-34BF-945A-9CE3-E8060FF90A2F}"/>
                    </a:ext>
                  </a:extLst>
                </p:cNvPr>
                <p:cNvSpPr/>
                <p:nvPr/>
              </p:nvSpPr>
              <p:spPr>
                <a:xfrm>
                  <a:off x="4694288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7" name="pg3766">
                  <a:extLst>
                    <a:ext uri="{FF2B5EF4-FFF2-40B4-BE49-F238E27FC236}">
                      <a16:creationId xmlns:a16="http://schemas.microsoft.com/office/drawing/2014/main" id="{C49463EF-AA9D-4198-54D7-C04DFCFD6DD6}"/>
                    </a:ext>
                  </a:extLst>
                </p:cNvPr>
                <p:cNvSpPr/>
                <p:nvPr/>
              </p:nvSpPr>
              <p:spPr>
                <a:xfrm>
                  <a:off x="4705925" y="5353422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8" name="pg3767">
                  <a:extLst>
                    <a:ext uri="{FF2B5EF4-FFF2-40B4-BE49-F238E27FC236}">
                      <a16:creationId xmlns:a16="http://schemas.microsoft.com/office/drawing/2014/main" id="{D8E23704-615F-6D44-4F1A-4103A8B78B02}"/>
                    </a:ext>
                  </a:extLst>
                </p:cNvPr>
                <p:cNvSpPr/>
                <p:nvPr/>
              </p:nvSpPr>
              <p:spPr>
                <a:xfrm>
                  <a:off x="2855590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69" name="pg3768">
                  <a:extLst>
                    <a:ext uri="{FF2B5EF4-FFF2-40B4-BE49-F238E27FC236}">
                      <a16:creationId xmlns:a16="http://schemas.microsoft.com/office/drawing/2014/main" id="{446D232E-CDB2-47D1-CD44-B17D52237CB7}"/>
                    </a:ext>
                  </a:extLst>
                </p:cNvPr>
                <p:cNvSpPr/>
                <p:nvPr/>
              </p:nvSpPr>
              <p:spPr>
                <a:xfrm>
                  <a:off x="2867227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0" name="pg3769">
                  <a:extLst>
                    <a:ext uri="{FF2B5EF4-FFF2-40B4-BE49-F238E27FC236}">
                      <a16:creationId xmlns:a16="http://schemas.microsoft.com/office/drawing/2014/main" id="{2196120F-C0A3-1233-3661-8F1C229F4FA3}"/>
                    </a:ext>
                  </a:extLst>
                </p:cNvPr>
                <p:cNvSpPr/>
                <p:nvPr/>
              </p:nvSpPr>
              <p:spPr>
                <a:xfrm>
                  <a:off x="2878865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1" name="pg3770">
                  <a:extLst>
                    <a:ext uri="{FF2B5EF4-FFF2-40B4-BE49-F238E27FC236}">
                      <a16:creationId xmlns:a16="http://schemas.microsoft.com/office/drawing/2014/main" id="{5407DCA1-39CA-83E8-2B1D-E8BF5A487A02}"/>
                    </a:ext>
                  </a:extLst>
                </p:cNvPr>
                <p:cNvSpPr/>
                <p:nvPr/>
              </p:nvSpPr>
              <p:spPr>
                <a:xfrm>
                  <a:off x="2890502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2" name="pg3771">
                  <a:extLst>
                    <a:ext uri="{FF2B5EF4-FFF2-40B4-BE49-F238E27FC236}">
                      <a16:creationId xmlns:a16="http://schemas.microsoft.com/office/drawing/2014/main" id="{BC6B1160-0F50-3F07-CAB8-924EA8A77205}"/>
                    </a:ext>
                  </a:extLst>
                </p:cNvPr>
                <p:cNvSpPr/>
                <p:nvPr/>
              </p:nvSpPr>
              <p:spPr>
                <a:xfrm>
                  <a:off x="2902139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3" name="pg3772">
                  <a:extLst>
                    <a:ext uri="{FF2B5EF4-FFF2-40B4-BE49-F238E27FC236}">
                      <a16:creationId xmlns:a16="http://schemas.microsoft.com/office/drawing/2014/main" id="{FA6FAA7A-37C0-9809-570F-08C052872F30}"/>
                    </a:ext>
                  </a:extLst>
                </p:cNvPr>
                <p:cNvSpPr/>
                <p:nvPr/>
              </p:nvSpPr>
              <p:spPr>
                <a:xfrm>
                  <a:off x="4577915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4" name="pg3773">
                  <a:extLst>
                    <a:ext uri="{FF2B5EF4-FFF2-40B4-BE49-F238E27FC236}">
                      <a16:creationId xmlns:a16="http://schemas.microsoft.com/office/drawing/2014/main" id="{4E5D30CB-5ACC-1301-A816-C58B0B76D615}"/>
                    </a:ext>
                  </a:extLst>
                </p:cNvPr>
                <p:cNvSpPr/>
                <p:nvPr/>
              </p:nvSpPr>
              <p:spPr>
                <a:xfrm>
                  <a:off x="4589552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5" name="pg3774">
                  <a:extLst>
                    <a:ext uri="{FF2B5EF4-FFF2-40B4-BE49-F238E27FC236}">
                      <a16:creationId xmlns:a16="http://schemas.microsoft.com/office/drawing/2014/main" id="{4E343F53-A47B-1370-7F22-6B6EE491E1A9}"/>
                    </a:ext>
                  </a:extLst>
                </p:cNvPr>
                <p:cNvSpPr/>
                <p:nvPr/>
              </p:nvSpPr>
              <p:spPr>
                <a:xfrm>
                  <a:off x="4601190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6" name="pg3775">
                  <a:extLst>
                    <a:ext uri="{FF2B5EF4-FFF2-40B4-BE49-F238E27FC236}">
                      <a16:creationId xmlns:a16="http://schemas.microsoft.com/office/drawing/2014/main" id="{38030AF5-CA00-0399-A0A5-D5B79B9EE9FB}"/>
                    </a:ext>
                  </a:extLst>
                </p:cNvPr>
                <p:cNvSpPr/>
                <p:nvPr/>
              </p:nvSpPr>
              <p:spPr>
                <a:xfrm>
                  <a:off x="4612827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7" name="pg3776">
                  <a:extLst>
                    <a:ext uri="{FF2B5EF4-FFF2-40B4-BE49-F238E27FC236}">
                      <a16:creationId xmlns:a16="http://schemas.microsoft.com/office/drawing/2014/main" id="{17BA9E87-4201-C599-8F06-49847DD70EDB}"/>
                    </a:ext>
                  </a:extLst>
                </p:cNvPr>
                <p:cNvSpPr/>
                <p:nvPr/>
              </p:nvSpPr>
              <p:spPr>
                <a:xfrm>
                  <a:off x="4624464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8" name="pg3777">
                  <a:extLst>
                    <a:ext uri="{FF2B5EF4-FFF2-40B4-BE49-F238E27FC236}">
                      <a16:creationId xmlns:a16="http://schemas.microsoft.com/office/drawing/2014/main" id="{24C1C427-7DEC-B61F-335B-093A958E5EE6}"/>
                    </a:ext>
                  </a:extLst>
                </p:cNvPr>
                <p:cNvSpPr/>
                <p:nvPr/>
              </p:nvSpPr>
              <p:spPr>
                <a:xfrm>
                  <a:off x="4636101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79" name="pg3778">
                  <a:extLst>
                    <a:ext uri="{FF2B5EF4-FFF2-40B4-BE49-F238E27FC236}">
                      <a16:creationId xmlns:a16="http://schemas.microsoft.com/office/drawing/2014/main" id="{DA4B6F74-6793-0036-22A3-21E92741D095}"/>
                    </a:ext>
                  </a:extLst>
                </p:cNvPr>
                <p:cNvSpPr/>
                <p:nvPr/>
              </p:nvSpPr>
              <p:spPr>
                <a:xfrm>
                  <a:off x="4647739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0" name="pg3779">
                  <a:extLst>
                    <a:ext uri="{FF2B5EF4-FFF2-40B4-BE49-F238E27FC236}">
                      <a16:creationId xmlns:a16="http://schemas.microsoft.com/office/drawing/2014/main" id="{16B47A4E-17DA-0519-2919-C0CBFAF9B4B8}"/>
                    </a:ext>
                  </a:extLst>
                </p:cNvPr>
                <p:cNvSpPr/>
                <p:nvPr/>
              </p:nvSpPr>
              <p:spPr>
                <a:xfrm>
                  <a:off x="4659376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1" name="pg3780">
                  <a:extLst>
                    <a:ext uri="{FF2B5EF4-FFF2-40B4-BE49-F238E27FC236}">
                      <a16:creationId xmlns:a16="http://schemas.microsoft.com/office/drawing/2014/main" id="{1F1906F4-6F37-5A18-917F-8A9313267B28}"/>
                    </a:ext>
                  </a:extLst>
                </p:cNvPr>
                <p:cNvSpPr/>
                <p:nvPr/>
              </p:nvSpPr>
              <p:spPr>
                <a:xfrm>
                  <a:off x="4671013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2" name="pg3781">
                  <a:extLst>
                    <a:ext uri="{FF2B5EF4-FFF2-40B4-BE49-F238E27FC236}">
                      <a16:creationId xmlns:a16="http://schemas.microsoft.com/office/drawing/2014/main" id="{07E5A736-C0B8-6688-0233-EF7691F8D28A}"/>
                    </a:ext>
                  </a:extLst>
                </p:cNvPr>
                <p:cNvSpPr/>
                <p:nvPr/>
              </p:nvSpPr>
              <p:spPr>
                <a:xfrm>
                  <a:off x="4682651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3" name="pg3782">
                  <a:extLst>
                    <a:ext uri="{FF2B5EF4-FFF2-40B4-BE49-F238E27FC236}">
                      <a16:creationId xmlns:a16="http://schemas.microsoft.com/office/drawing/2014/main" id="{D183AA92-28AA-D9F0-18D4-B529603D8D60}"/>
                    </a:ext>
                  </a:extLst>
                </p:cNvPr>
                <p:cNvSpPr/>
                <p:nvPr/>
              </p:nvSpPr>
              <p:spPr>
                <a:xfrm>
                  <a:off x="4694288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4" name="pg3783">
                  <a:extLst>
                    <a:ext uri="{FF2B5EF4-FFF2-40B4-BE49-F238E27FC236}">
                      <a16:creationId xmlns:a16="http://schemas.microsoft.com/office/drawing/2014/main" id="{AA234BA8-D6F2-3C8B-ED81-2753E85422D1}"/>
                    </a:ext>
                  </a:extLst>
                </p:cNvPr>
                <p:cNvSpPr/>
                <p:nvPr/>
              </p:nvSpPr>
              <p:spPr>
                <a:xfrm>
                  <a:off x="4705925" y="53677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5" name="pg3784">
                  <a:extLst>
                    <a:ext uri="{FF2B5EF4-FFF2-40B4-BE49-F238E27FC236}">
                      <a16:creationId xmlns:a16="http://schemas.microsoft.com/office/drawing/2014/main" id="{2CD3CED5-2724-4888-7756-77C8299EFBFC}"/>
                    </a:ext>
                  </a:extLst>
                </p:cNvPr>
                <p:cNvSpPr/>
                <p:nvPr/>
              </p:nvSpPr>
              <p:spPr>
                <a:xfrm>
                  <a:off x="2855590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6" name="pg3785">
                  <a:extLst>
                    <a:ext uri="{FF2B5EF4-FFF2-40B4-BE49-F238E27FC236}">
                      <a16:creationId xmlns:a16="http://schemas.microsoft.com/office/drawing/2014/main" id="{B38B6BCC-3B18-10B9-1417-4A019594F3AB}"/>
                    </a:ext>
                  </a:extLst>
                </p:cNvPr>
                <p:cNvSpPr/>
                <p:nvPr/>
              </p:nvSpPr>
              <p:spPr>
                <a:xfrm>
                  <a:off x="2867227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7" name="pg3786">
                  <a:extLst>
                    <a:ext uri="{FF2B5EF4-FFF2-40B4-BE49-F238E27FC236}">
                      <a16:creationId xmlns:a16="http://schemas.microsoft.com/office/drawing/2014/main" id="{F392A93E-6F4F-DBC2-4CDE-813839EB9BBE}"/>
                    </a:ext>
                  </a:extLst>
                </p:cNvPr>
                <p:cNvSpPr/>
                <p:nvPr/>
              </p:nvSpPr>
              <p:spPr>
                <a:xfrm>
                  <a:off x="2878865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8" name="pg3787">
                  <a:extLst>
                    <a:ext uri="{FF2B5EF4-FFF2-40B4-BE49-F238E27FC236}">
                      <a16:creationId xmlns:a16="http://schemas.microsoft.com/office/drawing/2014/main" id="{F1A96B11-ED4B-001B-9FAC-F9EDC15C612F}"/>
                    </a:ext>
                  </a:extLst>
                </p:cNvPr>
                <p:cNvSpPr/>
                <p:nvPr/>
              </p:nvSpPr>
              <p:spPr>
                <a:xfrm>
                  <a:off x="2890502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89" name="pg3788">
                  <a:extLst>
                    <a:ext uri="{FF2B5EF4-FFF2-40B4-BE49-F238E27FC236}">
                      <a16:creationId xmlns:a16="http://schemas.microsoft.com/office/drawing/2014/main" id="{5FD09DC3-7529-5B23-0D41-37E263222BCB}"/>
                    </a:ext>
                  </a:extLst>
                </p:cNvPr>
                <p:cNvSpPr/>
                <p:nvPr/>
              </p:nvSpPr>
              <p:spPr>
                <a:xfrm>
                  <a:off x="2902139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0" name="pg3789">
                  <a:extLst>
                    <a:ext uri="{FF2B5EF4-FFF2-40B4-BE49-F238E27FC236}">
                      <a16:creationId xmlns:a16="http://schemas.microsoft.com/office/drawing/2014/main" id="{2FCA052D-A99A-893B-C229-C250D5B2F169}"/>
                    </a:ext>
                  </a:extLst>
                </p:cNvPr>
                <p:cNvSpPr/>
                <p:nvPr/>
              </p:nvSpPr>
              <p:spPr>
                <a:xfrm>
                  <a:off x="4577915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1" name="pg3790">
                  <a:extLst>
                    <a:ext uri="{FF2B5EF4-FFF2-40B4-BE49-F238E27FC236}">
                      <a16:creationId xmlns:a16="http://schemas.microsoft.com/office/drawing/2014/main" id="{9C1D2D28-E38B-CFF1-C60C-46A0ECDA37CD}"/>
                    </a:ext>
                  </a:extLst>
                </p:cNvPr>
                <p:cNvSpPr/>
                <p:nvPr/>
              </p:nvSpPr>
              <p:spPr>
                <a:xfrm>
                  <a:off x="4589552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2" name="pg3791">
                  <a:extLst>
                    <a:ext uri="{FF2B5EF4-FFF2-40B4-BE49-F238E27FC236}">
                      <a16:creationId xmlns:a16="http://schemas.microsoft.com/office/drawing/2014/main" id="{0A9D0CA1-7BB4-D881-DE16-D6A3E15E1881}"/>
                    </a:ext>
                  </a:extLst>
                </p:cNvPr>
                <p:cNvSpPr/>
                <p:nvPr/>
              </p:nvSpPr>
              <p:spPr>
                <a:xfrm>
                  <a:off x="4601190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3" name="pg3792">
                  <a:extLst>
                    <a:ext uri="{FF2B5EF4-FFF2-40B4-BE49-F238E27FC236}">
                      <a16:creationId xmlns:a16="http://schemas.microsoft.com/office/drawing/2014/main" id="{CFE3AFCF-86A0-40AB-664B-3C8B1394C6D8}"/>
                    </a:ext>
                  </a:extLst>
                </p:cNvPr>
                <p:cNvSpPr/>
                <p:nvPr/>
              </p:nvSpPr>
              <p:spPr>
                <a:xfrm>
                  <a:off x="4612827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4" name="pg3793">
                  <a:extLst>
                    <a:ext uri="{FF2B5EF4-FFF2-40B4-BE49-F238E27FC236}">
                      <a16:creationId xmlns:a16="http://schemas.microsoft.com/office/drawing/2014/main" id="{A471540E-5F84-ED2C-3300-CC8C53759AF1}"/>
                    </a:ext>
                  </a:extLst>
                </p:cNvPr>
                <p:cNvSpPr/>
                <p:nvPr/>
              </p:nvSpPr>
              <p:spPr>
                <a:xfrm>
                  <a:off x="4624464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5" name="pg3794">
                  <a:extLst>
                    <a:ext uri="{FF2B5EF4-FFF2-40B4-BE49-F238E27FC236}">
                      <a16:creationId xmlns:a16="http://schemas.microsoft.com/office/drawing/2014/main" id="{2B1C420C-86F8-1A2A-695A-5479BCC77DA0}"/>
                    </a:ext>
                  </a:extLst>
                </p:cNvPr>
                <p:cNvSpPr/>
                <p:nvPr/>
              </p:nvSpPr>
              <p:spPr>
                <a:xfrm>
                  <a:off x="4636101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6" name="pg3795">
                  <a:extLst>
                    <a:ext uri="{FF2B5EF4-FFF2-40B4-BE49-F238E27FC236}">
                      <a16:creationId xmlns:a16="http://schemas.microsoft.com/office/drawing/2014/main" id="{69732D8E-37C7-992D-39A0-3ED4E621CD47}"/>
                    </a:ext>
                  </a:extLst>
                </p:cNvPr>
                <p:cNvSpPr/>
                <p:nvPr/>
              </p:nvSpPr>
              <p:spPr>
                <a:xfrm>
                  <a:off x="4647739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7" name="pg3796">
                  <a:extLst>
                    <a:ext uri="{FF2B5EF4-FFF2-40B4-BE49-F238E27FC236}">
                      <a16:creationId xmlns:a16="http://schemas.microsoft.com/office/drawing/2014/main" id="{9D95435B-3690-0499-6D99-EA804014BB03}"/>
                    </a:ext>
                  </a:extLst>
                </p:cNvPr>
                <p:cNvSpPr/>
                <p:nvPr/>
              </p:nvSpPr>
              <p:spPr>
                <a:xfrm>
                  <a:off x="4659376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8" name="pg3797">
                  <a:extLst>
                    <a:ext uri="{FF2B5EF4-FFF2-40B4-BE49-F238E27FC236}">
                      <a16:creationId xmlns:a16="http://schemas.microsoft.com/office/drawing/2014/main" id="{D508CB6C-FC02-2DAB-A195-DE85C0B7A9AA}"/>
                    </a:ext>
                  </a:extLst>
                </p:cNvPr>
                <p:cNvSpPr/>
                <p:nvPr/>
              </p:nvSpPr>
              <p:spPr>
                <a:xfrm>
                  <a:off x="4671013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199" name="pg3798">
                  <a:extLst>
                    <a:ext uri="{FF2B5EF4-FFF2-40B4-BE49-F238E27FC236}">
                      <a16:creationId xmlns:a16="http://schemas.microsoft.com/office/drawing/2014/main" id="{14842007-D998-5D68-F93D-DA52864F5694}"/>
                    </a:ext>
                  </a:extLst>
                </p:cNvPr>
                <p:cNvSpPr/>
                <p:nvPr/>
              </p:nvSpPr>
              <p:spPr>
                <a:xfrm>
                  <a:off x="4682651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0" name="pg3799">
                  <a:extLst>
                    <a:ext uri="{FF2B5EF4-FFF2-40B4-BE49-F238E27FC236}">
                      <a16:creationId xmlns:a16="http://schemas.microsoft.com/office/drawing/2014/main" id="{7C35E59B-7F66-3A08-3BA6-E91211FF266E}"/>
                    </a:ext>
                  </a:extLst>
                </p:cNvPr>
                <p:cNvSpPr/>
                <p:nvPr/>
              </p:nvSpPr>
              <p:spPr>
                <a:xfrm>
                  <a:off x="4694288" y="5382023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1" name="pg3800">
                  <a:extLst>
                    <a:ext uri="{FF2B5EF4-FFF2-40B4-BE49-F238E27FC236}">
                      <a16:creationId xmlns:a16="http://schemas.microsoft.com/office/drawing/2014/main" id="{C58E6684-1102-A773-ED70-34244AEA574B}"/>
                    </a:ext>
                  </a:extLst>
                </p:cNvPr>
                <p:cNvSpPr/>
                <p:nvPr/>
              </p:nvSpPr>
              <p:spPr>
                <a:xfrm>
                  <a:off x="2843953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2" name="pg3801">
                  <a:extLst>
                    <a:ext uri="{FF2B5EF4-FFF2-40B4-BE49-F238E27FC236}">
                      <a16:creationId xmlns:a16="http://schemas.microsoft.com/office/drawing/2014/main" id="{2B0C4633-9E0F-ED7C-B0B1-2E8580E5BD5F}"/>
                    </a:ext>
                  </a:extLst>
                </p:cNvPr>
                <p:cNvSpPr/>
                <p:nvPr/>
              </p:nvSpPr>
              <p:spPr>
                <a:xfrm>
                  <a:off x="2855590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3" name="pg3802">
                  <a:extLst>
                    <a:ext uri="{FF2B5EF4-FFF2-40B4-BE49-F238E27FC236}">
                      <a16:creationId xmlns:a16="http://schemas.microsoft.com/office/drawing/2014/main" id="{871CAC6B-F666-9C86-D7E4-4D1EAD71B496}"/>
                    </a:ext>
                  </a:extLst>
                </p:cNvPr>
                <p:cNvSpPr/>
                <p:nvPr/>
              </p:nvSpPr>
              <p:spPr>
                <a:xfrm>
                  <a:off x="2867227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4" name="pg3803">
                  <a:extLst>
                    <a:ext uri="{FF2B5EF4-FFF2-40B4-BE49-F238E27FC236}">
                      <a16:creationId xmlns:a16="http://schemas.microsoft.com/office/drawing/2014/main" id="{6255594E-12BD-3BFF-A9F6-E50B646B2A77}"/>
                    </a:ext>
                  </a:extLst>
                </p:cNvPr>
                <p:cNvSpPr/>
                <p:nvPr/>
              </p:nvSpPr>
              <p:spPr>
                <a:xfrm>
                  <a:off x="2878865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5" name="pg3804">
                  <a:extLst>
                    <a:ext uri="{FF2B5EF4-FFF2-40B4-BE49-F238E27FC236}">
                      <a16:creationId xmlns:a16="http://schemas.microsoft.com/office/drawing/2014/main" id="{67E2E49B-FF08-0FCE-AF27-F0BCEDB990AF}"/>
                    </a:ext>
                  </a:extLst>
                </p:cNvPr>
                <p:cNvSpPr/>
                <p:nvPr/>
              </p:nvSpPr>
              <p:spPr>
                <a:xfrm>
                  <a:off x="2890502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6" name="pg3805">
                  <a:extLst>
                    <a:ext uri="{FF2B5EF4-FFF2-40B4-BE49-F238E27FC236}">
                      <a16:creationId xmlns:a16="http://schemas.microsoft.com/office/drawing/2014/main" id="{A217792D-9F2C-0046-2FFB-235E6F08B9F7}"/>
                    </a:ext>
                  </a:extLst>
                </p:cNvPr>
                <p:cNvSpPr/>
                <p:nvPr/>
              </p:nvSpPr>
              <p:spPr>
                <a:xfrm>
                  <a:off x="4589552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7" name="pg3806">
                  <a:extLst>
                    <a:ext uri="{FF2B5EF4-FFF2-40B4-BE49-F238E27FC236}">
                      <a16:creationId xmlns:a16="http://schemas.microsoft.com/office/drawing/2014/main" id="{14F3B4A4-6800-8A5A-9EB0-1E040A2B126B}"/>
                    </a:ext>
                  </a:extLst>
                </p:cNvPr>
                <p:cNvSpPr/>
                <p:nvPr/>
              </p:nvSpPr>
              <p:spPr>
                <a:xfrm>
                  <a:off x="4601190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8" name="pg3807">
                  <a:extLst>
                    <a:ext uri="{FF2B5EF4-FFF2-40B4-BE49-F238E27FC236}">
                      <a16:creationId xmlns:a16="http://schemas.microsoft.com/office/drawing/2014/main" id="{941E62C2-704C-5326-1A87-F88B1BFD2E12}"/>
                    </a:ext>
                  </a:extLst>
                </p:cNvPr>
                <p:cNvSpPr/>
                <p:nvPr/>
              </p:nvSpPr>
              <p:spPr>
                <a:xfrm>
                  <a:off x="4612827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09" name="pg3808">
                  <a:extLst>
                    <a:ext uri="{FF2B5EF4-FFF2-40B4-BE49-F238E27FC236}">
                      <a16:creationId xmlns:a16="http://schemas.microsoft.com/office/drawing/2014/main" id="{4765E336-D8A8-89B5-2460-0732BDB20B42}"/>
                    </a:ext>
                  </a:extLst>
                </p:cNvPr>
                <p:cNvSpPr/>
                <p:nvPr/>
              </p:nvSpPr>
              <p:spPr>
                <a:xfrm>
                  <a:off x="4624464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0" name="pg3809">
                  <a:extLst>
                    <a:ext uri="{FF2B5EF4-FFF2-40B4-BE49-F238E27FC236}">
                      <a16:creationId xmlns:a16="http://schemas.microsoft.com/office/drawing/2014/main" id="{5205EA4C-58E1-C7EA-9D65-4971D7A5506B}"/>
                    </a:ext>
                  </a:extLst>
                </p:cNvPr>
                <p:cNvSpPr/>
                <p:nvPr/>
              </p:nvSpPr>
              <p:spPr>
                <a:xfrm>
                  <a:off x="4636101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1" name="pg3810">
                  <a:extLst>
                    <a:ext uri="{FF2B5EF4-FFF2-40B4-BE49-F238E27FC236}">
                      <a16:creationId xmlns:a16="http://schemas.microsoft.com/office/drawing/2014/main" id="{C6648688-E047-EE9A-DB7A-B8073096E647}"/>
                    </a:ext>
                  </a:extLst>
                </p:cNvPr>
                <p:cNvSpPr/>
                <p:nvPr/>
              </p:nvSpPr>
              <p:spPr>
                <a:xfrm>
                  <a:off x="4647739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2" name="pg3811">
                  <a:extLst>
                    <a:ext uri="{FF2B5EF4-FFF2-40B4-BE49-F238E27FC236}">
                      <a16:creationId xmlns:a16="http://schemas.microsoft.com/office/drawing/2014/main" id="{261CE410-1604-32C7-3332-04D4310536C1}"/>
                    </a:ext>
                  </a:extLst>
                </p:cNvPr>
                <p:cNvSpPr/>
                <p:nvPr/>
              </p:nvSpPr>
              <p:spPr>
                <a:xfrm>
                  <a:off x="4659376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3" name="pg3812">
                  <a:extLst>
                    <a:ext uri="{FF2B5EF4-FFF2-40B4-BE49-F238E27FC236}">
                      <a16:creationId xmlns:a16="http://schemas.microsoft.com/office/drawing/2014/main" id="{87A10469-78B6-0F51-8E3E-1622ED0824DE}"/>
                    </a:ext>
                  </a:extLst>
                </p:cNvPr>
                <p:cNvSpPr/>
                <p:nvPr/>
              </p:nvSpPr>
              <p:spPr>
                <a:xfrm>
                  <a:off x="4671013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4" name="pg3813">
                  <a:extLst>
                    <a:ext uri="{FF2B5EF4-FFF2-40B4-BE49-F238E27FC236}">
                      <a16:creationId xmlns:a16="http://schemas.microsoft.com/office/drawing/2014/main" id="{78DEC831-657D-8CCA-13EF-6E5A317EEA71}"/>
                    </a:ext>
                  </a:extLst>
                </p:cNvPr>
                <p:cNvSpPr/>
                <p:nvPr/>
              </p:nvSpPr>
              <p:spPr>
                <a:xfrm>
                  <a:off x="4682651" y="5396324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5" name="pg3814">
                  <a:extLst>
                    <a:ext uri="{FF2B5EF4-FFF2-40B4-BE49-F238E27FC236}">
                      <a16:creationId xmlns:a16="http://schemas.microsoft.com/office/drawing/2014/main" id="{9171BB81-0D61-C822-3A15-9C21BE6D01E6}"/>
                    </a:ext>
                  </a:extLst>
                </p:cNvPr>
                <p:cNvSpPr/>
                <p:nvPr/>
              </p:nvSpPr>
              <p:spPr>
                <a:xfrm>
                  <a:off x="2843953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6" name="pg3815">
                  <a:extLst>
                    <a:ext uri="{FF2B5EF4-FFF2-40B4-BE49-F238E27FC236}">
                      <a16:creationId xmlns:a16="http://schemas.microsoft.com/office/drawing/2014/main" id="{3AE357A2-505B-AB0E-44E0-26B5301C3610}"/>
                    </a:ext>
                  </a:extLst>
                </p:cNvPr>
                <p:cNvSpPr/>
                <p:nvPr/>
              </p:nvSpPr>
              <p:spPr>
                <a:xfrm>
                  <a:off x="2855590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7" name="pg3816">
                  <a:extLst>
                    <a:ext uri="{FF2B5EF4-FFF2-40B4-BE49-F238E27FC236}">
                      <a16:creationId xmlns:a16="http://schemas.microsoft.com/office/drawing/2014/main" id="{F36BE82B-F248-2C99-A598-307F627B61AA}"/>
                    </a:ext>
                  </a:extLst>
                </p:cNvPr>
                <p:cNvSpPr/>
                <p:nvPr/>
              </p:nvSpPr>
              <p:spPr>
                <a:xfrm>
                  <a:off x="2867227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8" name="pg3817">
                  <a:extLst>
                    <a:ext uri="{FF2B5EF4-FFF2-40B4-BE49-F238E27FC236}">
                      <a16:creationId xmlns:a16="http://schemas.microsoft.com/office/drawing/2014/main" id="{6BF1676F-FA4B-9A64-BD67-56812CC9490F}"/>
                    </a:ext>
                  </a:extLst>
                </p:cNvPr>
                <p:cNvSpPr/>
                <p:nvPr/>
              </p:nvSpPr>
              <p:spPr>
                <a:xfrm>
                  <a:off x="2878865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19" name="pg3818">
                  <a:extLst>
                    <a:ext uri="{FF2B5EF4-FFF2-40B4-BE49-F238E27FC236}">
                      <a16:creationId xmlns:a16="http://schemas.microsoft.com/office/drawing/2014/main" id="{693124C5-2E7B-8EF0-683F-135E400B7FD0}"/>
                    </a:ext>
                  </a:extLst>
                </p:cNvPr>
                <p:cNvSpPr/>
                <p:nvPr/>
              </p:nvSpPr>
              <p:spPr>
                <a:xfrm>
                  <a:off x="2890502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0" name="pg3819">
                  <a:extLst>
                    <a:ext uri="{FF2B5EF4-FFF2-40B4-BE49-F238E27FC236}">
                      <a16:creationId xmlns:a16="http://schemas.microsoft.com/office/drawing/2014/main" id="{67A3B3B9-A4A3-C020-0008-68931342744D}"/>
                    </a:ext>
                  </a:extLst>
                </p:cNvPr>
                <p:cNvSpPr/>
                <p:nvPr/>
              </p:nvSpPr>
              <p:spPr>
                <a:xfrm>
                  <a:off x="4601190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DA9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1" name="pg3820">
                  <a:extLst>
                    <a:ext uri="{FF2B5EF4-FFF2-40B4-BE49-F238E27FC236}">
                      <a16:creationId xmlns:a16="http://schemas.microsoft.com/office/drawing/2014/main" id="{60254EE8-A980-96C9-4B61-85498EB07A09}"/>
                    </a:ext>
                  </a:extLst>
                </p:cNvPr>
                <p:cNvSpPr/>
                <p:nvPr/>
              </p:nvSpPr>
              <p:spPr>
                <a:xfrm>
                  <a:off x="4612827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2" name="pg3821">
                  <a:extLst>
                    <a:ext uri="{FF2B5EF4-FFF2-40B4-BE49-F238E27FC236}">
                      <a16:creationId xmlns:a16="http://schemas.microsoft.com/office/drawing/2014/main" id="{0C2DC5E0-9F56-A013-36F7-B38097193325}"/>
                    </a:ext>
                  </a:extLst>
                </p:cNvPr>
                <p:cNvSpPr/>
                <p:nvPr/>
              </p:nvSpPr>
              <p:spPr>
                <a:xfrm>
                  <a:off x="4624464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3" name="pg3822">
                  <a:extLst>
                    <a:ext uri="{FF2B5EF4-FFF2-40B4-BE49-F238E27FC236}">
                      <a16:creationId xmlns:a16="http://schemas.microsoft.com/office/drawing/2014/main" id="{A0C776D6-DBAE-6699-C02B-C442E2C791CE}"/>
                    </a:ext>
                  </a:extLst>
                </p:cNvPr>
                <p:cNvSpPr/>
                <p:nvPr/>
              </p:nvSpPr>
              <p:spPr>
                <a:xfrm>
                  <a:off x="4636101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4" name="pg3823">
                  <a:extLst>
                    <a:ext uri="{FF2B5EF4-FFF2-40B4-BE49-F238E27FC236}">
                      <a16:creationId xmlns:a16="http://schemas.microsoft.com/office/drawing/2014/main" id="{1A487102-7413-CEF3-D9A4-9DA2569AB3B0}"/>
                    </a:ext>
                  </a:extLst>
                </p:cNvPr>
                <p:cNvSpPr/>
                <p:nvPr/>
              </p:nvSpPr>
              <p:spPr>
                <a:xfrm>
                  <a:off x="4647739" y="54106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5" name="pg3824">
                  <a:extLst>
                    <a:ext uri="{FF2B5EF4-FFF2-40B4-BE49-F238E27FC236}">
                      <a16:creationId xmlns:a16="http://schemas.microsoft.com/office/drawing/2014/main" id="{8CD880A9-A5E1-F2EA-D4BB-C2DF18E6BC37}"/>
                    </a:ext>
                  </a:extLst>
                </p:cNvPr>
                <p:cNvSpPr/>
                <p:nvPr/>
              </p:nvSpPr>
              <p:spPr>
                <a:xfrm>
                  <a:off x="2843953" y="54249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6" name="pg3825">
                  <a:extLst>
                    <a:ext uri="{FF2B5EF4-FFF2-40B4-BE49-F238E27FC236}">
                      <a16:creationId xmlns:a16="http://schemas.microsoft.com/office/drawing/2014/main" id="{8596DE62-0A8F-6B55-E1F7-F691B2C40D8F}"/>
                    </a:ext>
                  </a:extLst>
                </p:cNvPr>
                <p:cNvSpPr/>
                <p:nvPr/>
              </p:nvSpPr>
              <p:spPr>
                <a:xfrm>
                  <a:off x="2855590" y="54249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7" name="pg3826">
                  <a:extLst>
                    <a:ext uri="{FF2B5EF4-FFF2-40B4-BE49-F238E27FC236}">
                      <a16:creationId xmlns:a16="http://schemas.microsoft.com/office/drawing/2014/main" id="{40E05BEA-6C5D-A5B5-7072-D358DD91E725}"/>
                    </a:ext>
                  </a:extLst>
                </p:cNvPr>
                <p:cNvSpPr/>
                <p:nvPr/>
              </p:nvSpPr>
              <p:spPr>
                <a:xfrm>
                  <a:off x="2867227" y="54249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8" name="pg3827">
                  <a:extLst>
                    <a:ext uri="{FF2B5EF4-FFF2-40B4-BE49-F238E27FC236}">
                      <a16:creationId xmlns:a16="http://schemas.microsoft.com/office/drawing/2014/main" id="{1E47E073-D42B-819A-9937-6B171BCC8442}"/>
                    </a:ext>
                  </a:extLst>
                </p:cNvPr>
                <p:cNvSpPr/>
                <p:nvPr/>
              </p:nvSpPr>
              <p:spPr>
                <a:xfrm>
                  <a:off x="2878865" y="54249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29" name="pg3828">
                  <a:extLst>
                    <a:ext uri="{FF2B5EF4-FFF2-40B4-BE49-F238E27FC236}">
                      <a16:creationId xmlns:a16="http://schemas.microsoft.com/office/drawing/2014/main" id="{E642DC03-B23C-BB3F-DC6D-F84B64D503EB}"/>
                    </a:ext>
                  </a:extLst>
                </p:cNvPr>
                <p:cNvSpPr/>
                <p:nvPr/>
              </p:nvSpPr>
              <p:spPr>
                <a:xfrm>
                  <a:off x="2890502" y="5424925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0" name="pg3829">
                  <a:extLst>
                    <a:ext uri="{FF2B5EF4-FFF2-40B4-BE49-F238E27FC236}">
                      <a16:creationId xmlns:a16="http://schemas.microsoft.com/office/drawing/2014/main" id="{03EA7E3A-EECB-A0A7-B8F0-9E96B736520E}"/>
                    </a:ext>
                  </a:extLst>
                </p:cNvPr>
                <p:cNvSpPr/>
                <p:nvPr/>
              </p:nvSpPr>
              <p:spPr>
                <a:xfrm>
                  <a:off x="2843953" y="54392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1" name="pg3830">
                  <a:extLst>
                    <a:ext uri="{FF2B5EF4-FFF2-40B4-BE49-F238E27FC236}">
                      <a16:creationId xmlns:a16="http://schemas.microsoft.com/office/drawing/2014/main" id="{D06EAFDD-B400-57E9-32DE-B626458DE1BF}"/>
                    </a:ext>
                  </a:extLst>
                </p:cNvPr>
                <p:cNvSpPr/>
                <p:nvPr/>
              </p:nvSpPr>
              <p:spPr>
                <a:xfrm>
                  <a:off x="2855590" y="54392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2" name="pg3831">
                  <a:extLst>
                    <a:ext uri="{FF2B5EF4-FFF2-40B4-BE49-F238E27FC236}">
                      <a16:creationId xmlns:a16="http://schemas.microsoft.com/office/drawing/2014/main" id="{FCB7C5A3-CAD8-830D-6B7F-DED9CF8E17CA}"/>
                    </a:ext>
                  </a:extLst>
                </p:cNvPr>
                <p:cNvSpPr/>
                <p:nvPr/>
              </p:nvSpPr>
              <p:spPr>
                <a:xfrm>
                  <a:off x="2867227" y="54392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3" name="pg3832">
                  <a:extLst>
                    <a:ext uri="{FF2B5EF4-FFF2-40B4-BE49-F238E27FC236}">
                      <a16:creationId xmlns:a16="http://schemas.microsoft.com/office/drawing/2014/main" id="{27F08330-A0C4-5FBF-4EFF-80F56D8F503A}"/>
                    </a:ext>
                  </a:extLst>
                </p:cNvPr>
                <p:cNvSpPr/>
                <p:nvPr/>
              </p:nvSpPr>
              <p:spPr>
                <a:xfrm>
                  <a:off x="2878865" y="54392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4" name="pg3833">
                  <a:extLst>
                    <a:ext uri="{FF2B5EF4-FFF2-40B4-BE49-F238E27FC236}">
                      <a16:creationId xmlns:a16="http://schemas.microsoft.com/office/drawing/2014/main" id="{103B83C9-0034-5CCD-0BFF-9D5B5BF0B2D3}"/>
                    </a:ext>
                  </a:extLst>
                </p:cNvPr>
                <p:cNvSpPr/>
                <p:nvPr/>
              </p:nvSpPr>
              <p:spPr>
                <a:xfrm>
                  <a:off x="2832315" y="54535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5" name="pg3834">
                  <a:extLst>
                    <a:ext uri="{FF2B5EF4-FFF2-40B4-BE49-F238E27FC236}">
                      <a16:creationId xmlns:a16="http://schemas.microsoft.com/office/drawing/2014/main" id="{4B6F996E-DD38-363B-CE83-D2BE7264B19B}"/>
                    </a:ext>
                  </a:extLst>
                </p:cNvPr>
                <p:cNvSpPr/>
                <p:nvPr/>
              </p:nvSpPr>
              <p:spPr>
                <a:xfrm>
                  <a:off x="2843953" y="54535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6" name="pg3835">
                  <a:extLst>
                    <a:ext uri="{FF2B5EF4-FFF2-40B4-BE49-F238E27FC236}">
                      <a16:creationId xmlns:a16="http://schemas.microsoft.com/office/drawing/2014/main" id="{64585587-1956-3AF6-5A04-A0A52FBCC288}"/>
                    </a:ext>
                  </a:extLst>
                </p:cNvPr>
                <p:cNvSpPr/>
                <p:nvPr/>
              </p:nvSpPr>
              <p:spPr>
                <a:xfrm>
                  <a:off x="2855590" y="54535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7" name="pg3836">
                  <a:extLst>
                    <a:ext uri="{FF2B5EF4-FFF2-40B4-BE49-F238E27FC236}">
                      <a16:creationId xmlns:a16="http://schemas.microsoft.com/office/drawing/2014/main" id="{54A62E2C-DCDD-0600-4654-BF0EC9F98088}"/>
                    </a:ext>
                  </a:extLst>
                </p:cNvPr>
                <p:cNvSpPr/>
                <p:nvPr/>
              </p:nvSpPr>
              <p:spPr>
                <a:xfrm>
                  <a:off x="2867227" y="54535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8" name="pg3837">
                  <a:extLst>
                    <a:ext uri="{FF2B5EF4-FFF2-40B4-BE49-F238E27FC236}">
                      <a16:creationId xmlns:a16="http://schemas.microsoft.com/office/drawing/2014/main" id="{A961E372-4A8B-1E71-8F4A-39545784969A}"/>
                    </a:ext>
                  </a:extLst>
                </p:cNvPr>
                <p:cNvSpPr/>
                <p:nvPr/>
              </p:nvSpPr>
              <p:spPr>
                <a:xfrm>
                  <a:off x="2878865" y="5453526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39" name="pg3838">
                  <a:extLst>
                    <a:ext uri="{FF2B5EF4-FFF2-40B4-BE49-F238E27FC236}">
                      <a16:creationId xmlns:a16="http://schemas.microsoft.com/office/drawing/2014/main" id="{3CF6ED8B-A86C-2619-66DB-233485165D70}"/>
                    </a:ext>
                  </a:extLst>
                </p:cNvPr>
                <p:cNvSpPr/>
                <p:nvPr/>
              </p:nvSpPr>
              <p:spPr>
                <a:xfrm>
                  <a:off x="2832315" y="54678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0" name="pg3839">
                  <a:extLst>
                    <a:ext uri="{FF2B5EF4-FFF2-40B4-BE49-F238E27FC236}">
                      <a16:creationId xmlns:a16="http://schemas.microsoft.com/office/drawing/2014/main" id="{FABF82EA-BFBE-D57D-C275-AA6FCF32CE2C}"/>
                    </a:ext>
                  </a:extLst>
                </p:cNvPr>
                <p:cNvSpPr/>
                <p:nvPr/>
              </p:nvSpPr>
              <p:spPr>
                <a:xfrm>
                  <a:off x="2843953" y="54678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1" name="pg3840">
                  <a:extLst>
                    <a:ext uri="{FF2B5EF4-FFF2-40B4-BE49-F238E27FC236}">
                      <a16:creationId xmlns:a16="http://schemas.microsoft.com/office/drawing/2014/main" id="{6A7F1F0C-CB53-60B7-80DA-07AA1BFBFFFE}"/>
                    </a:ext>
                  </a:extLst>
                </p:cNvPr>
                <p:cNvSpPr/>
                <p:nvPr/>
              </p:nvSpPr>
              <p:spPr>
                <a:xfrm>
                  <a:off x="2855590" y="54678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2" name="pg3841">
                  <a:extLst>
                    <a:ext uri="{FF2B5EF4-FFF2-40B4-BE49-F238E27FC236}">
                      <a16:creationId xmlns:a16="http://schemas.microsoft.com/office/drawing/2014/main" id="{D1A271BE-FFB7-27DF-39DF-09B9AD7DFD82}"/>
                    </a:ext>
                  </a:extLst>
                </p:cNvPr>
                <p:cNvSpPr/>
                <p:nvPr/>
              </p:nvSpPr>
              <p:spPr>
                <a:xfrm>
                  <a:off x="2867227" y="54678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3" name="pg3842">
                  <a:extLst>
                    <a:ext uri="{FF2B5EF4-FFF2-40B4-BE49-F238E27FC236}">
                      <a16:creationId xmlns:a16="http://schemas.microsoft.com/office/drawing/2014/main" id="{8711CFB7-AB0E-42EC-EDC0-B4C8140B2318}"/>
                    </a:ext>
                  </a:extLst>
                </p:cNvPr>
                <p:cNvSpPr/>
                <p:nvPr/>
              </p:nvSpPr>
              <p:spPr>
                <a:xfrm>
                  <a:off x="2878865" y="5467827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4" name="pg3843">
                  <a:extLst>
                    <a:ext uri="{FF2B5EF4-FFF2-40B4-BE49-F238E27FC236}">
                      <a16:creationId xmlns:a16="http://schemas.microsoft.com/office/drawing/2014/main" id="{572A019E-224A-2A1B-266D-CF8FDA0C71C7}"/>
                    </a:ext>
                  </a:extLst>
                </p:cNvPr>
                <p:cNvSpPr/>
                <p:nvPr/>
              </p:nvSpPr>
              <p:spPr>
                <a:xfrm>
                  <a:off x="2832315" y="54821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5" name="pg3844">
                  <a:extLst>
                    <a:ext uri="{FF2B5EF4-FFF2-40B4-BE49-F238E27FC236}">
                      <a16:creationId xmlns:a16="http://schemas.microsoft.com/office/drawing/2014/main" id="{F7B8FBD9-2AF3-E86A-B21A-852F8DA577D2}"/>
                    </a:ext>
                  </a:extLst>
                </p:cNvPr>
                <p:cNvSpPr/>
                <p:nvPr/>
              </p:nvSpPr>
              <p:spPr>
                <a:xfrm>
                  <a:off x="2843953" y="54821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6" name="pg3845">
                  <a:extLst>
                    <a:ext uri="{FF2B5EF4-FFF2-40B4-BE49-F238E27FC236}">
                      <a16:creationId xmlns:a16="http://schemas.microsoft.com/office/drawing/2014/main" id="{D366F442-4740-DCDC-032F-5F2D2FA3687B}"/>
                    </a:ext>
                  </a:extLst>
                </p:cNvPr>
                <p:cNvSpPr/>
                <p:nvPr/>
              </p:nvSpPr>
              <p:spPr>
                <a:xfrm>
                  <a:off x="2855590" y="54821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7" name="pg3846">
                  <a:extLst>
                    <a:ext uri="{FF2B5EF4-FFF2-40B4-BE49-F238E27FC236}">
                      <a16:creationId xmlns:a16="http://schemas.microsoft.com/office/drawing/2014/main" id="{15549A90-D7D0-1B91-94DC-439B7D231E20}"/>
                    </a:ext>
                  </a:extLst>
                </p:cNvPr>
                <p:cNvSpPr/>
                <p:nvPr/>
              </p:nvSpPr>
              <p:spPr>
                <a:xfrm>
                  <a:off x="2867227" y="54821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8" name="pg3847">
                  <a:extLst>
                    <a:ext uri="{FF2B5EF4-FFF2-40B4-BE49-F238E27FC236}">
                      <a16:creationId xmlns:a16="http://schemas.microsoft.com/office/drawing/2014/main" id="{DE7F1896-F5FA-814E-6B9E-40278DBE439B}"/>
                    </a:ext>
                  </a:extLst>
                </p:cNvPr>
                <p:cNvSpPr/>
                <p:nvPr/>
              </p:nvSpPr>
              <p:spPr>
                <a:xfrm>
                  <a:off x="2878865" y="54821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49" name="pg3848">
                  <a:extLst>
                    <a:ext uri="{FF2B5EF4-FFF2-40B4-BE49-F238E27FC236}">
                      <a16:creationId xmlns:a16="http://schemas.microsoft.com/office/drawing/2014/main" id="{C67F0CEA-FEE7-230B-56FB-EFE07D0AABF8}"/>
                    </a:ext>
                  </a:extLst>
                </p:cNvPr>
                <p:cNvSpPr/>
                <p:nvPr/>
              </p:nvSpPr>
              <p:spPr>
                <a:xfrm>
                  <a:off x="2832315" y="54964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0" name="pg3849">
                  <a:extLst>
                    <a:ext uri="{FF2B5EF4-FFF2-40B4-BE49-F238E27FC236}">
                      <a16:creationId xmlns:a16="http://schemas.microsoft.com/office/drawing/2014/main" id="{AF070EEF-F153-206C-0627-F375CCD555D5}"/>
                    </a:ext>
                  </a:extLst>
                </p:cNvPr>
                <p:cNvSpPr/>
                <p:nvPr/>
              </p:nvSpPr>
              <p:spPr>
                <a:xfrm>
                  <a:off x="2843953" y="54964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1" name="pg3850">
                  <a:extLst>
                    <a:ext uri="{FF2B5EF4-FFF2-40B4-BE49-F238E27FC236}">
                      <a16:creationId xmlns:a16="http://schemas.microsoft.com/office/drawing/2014/main" id="{0A76433F-CAB2-EBA2-194A-2FED899CC992}"/>
                    </a:ext>
                  </a:extLst>
                </p:cNvPr>
                <p:cNvSpPr/>
                <p:nvPr/>
              </p:nvSpPr>
              <p:spPr>
                <a:xfrm>
                  <a:off x="2855590" y="54964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2" name="pg3851">
                  <a:extLst>
                    <a:ext uri="{FF2B5EF4-FFF2-40B4-BE49-F238E27FC236}">
                      <a16:creationId xmlns:a16="http://schemas.microsoft.com/office/drawing/2014/main" id="{BCFB59F4-A319-D1D7-1DC8-A152B52AB32B}"/>
                    </a:ext>
                  </a:extLst>
                </p:cNvPr>
                <p:cNvSpPr/>
                <p:nvPr/>
              </p:nvSpPr>
              <p:spPr>
                <a:xfrm>
                  <a:off x="2867227" y="5496428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3" name="pg3852">
                  <a:extLst>
                    <a:ext uri="{FF2B5EF4-FFF2-40B4-BE49-F238E27FC236}">
                      <a16:creationId xmlns:a16="http://schemas.microsoft.com/office/drawing/2014/main" id="{EA2BFBE6-0F3D-47AF-4141-CF0522A9469A}"/>
                    </a:ext>
                  </a:extLst>
                </p:cNvPr>
                <p:cNvSpPr/>
                <p:nvPr/>
              </p:nvSpPr>
              <p:spPr>
                <a:xfrm>
                  <a:off x="2832315" y="55107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4" name="pg3853">
                  <a:extLst>
                    <a:ext uri="{FF2B5EF4-FFF2-40B4-BE49-F238E27FC236}">
                      <a16:creationId xmlns:a16="http://schemas.microsoft.com/office/drawing/2014/main" id="{B6751F8C-4E07-D5B3-18BE-A1B6FBBC5BF9}"/>
                    </a:ext>
                  </a:extLst>
                </p:cNvPr>
                <p:cNvSpPr/>
                <p:nvPr/>
              </p:nvSpPr>
              <p:spPr>
                <a:xfrm>
                  <a:off x="2843953" y="55107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5" name="pg3854">
                  <a:extLst>
                    <a:ext uri="{FF2B5EF4-FFF2-40B4-BE49-F238E27FC236}">
                      <a16:creationId xmlns:a16="http://schemas.microsoft.com/office/drawing/2014/main" id="{34C56773-9E22-F4F8-9431-B8D1A409769E}"/>
                    </a:ext>
                  </a:extLst>
                </p:cNvPr>
                <p:cNvSpPr/>
                <p:nvPr/>
              </p:nvSpPr>
              <p:spPr>
                <a:xfrm>
                  <a:off x="2855590" y="55107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6" name="pg3855">
                  <a:extLst>
                    <a:ext uri="{FF2B5EF4-FFF2-40B4-BE49-F238E27FC236}">
                      <a16:creationId xmlns:a16="http://schemas.microsoft.com/office/drawing/2014/main" id="{93A29B66-9A5C-2C29-5EA6-AD345F9CFBBE}"/>
                    </a:ext>
                  </a:extLst>
                </p:cNvPr>
                <p:cNvSpPr/>
                <p:nvPr/>
              </p:nvSpPr>
              <p:spPr>
                <a:xfrm>
                  <a:off x="2867227" y="55107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7" name="pg3856">
                  <a:extLst>
                    <a:ext uri="{FF2B5EF4-FFF2-40B4-BE49-F238E27FC236}">
                      <a16:creationId xmlns:a16="http://schemas.microsoft.com/office/drawing/2014/main" id="{2DB402F1-2643-24CD-428E-D1D167B3BF7E}"/>
                    </a:ext>
                  </a:extLst>
                </p:cNvPr>
                <p:cNvSpPr/>
                <p:nvPr/>
              </p:nvSpPr>
              <p:spPr>
                <a:xfrm>
                  <a:off x="2832315" y="55250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8" name="pg3857">
                  <a:extLst>
                    <a:ext uri="{FF2B5EF4-FFF2-40B4-BE49-F238E27FC236}">
                      <a16:creationId xmlns:a16="http://schemas.microsoft.com/office/drawing/2014/main" id="{DD0B57DE-0EF5-BAA0-5CBA-21301979D117}"/>
                    </a:ext>
                  </a:extLst>
                </p:cNvPr>
                <p:cNvSpPr/>
                <p:nvPr/>
              </p:nvSpPr>
              <p:spPr>
                <a:xfrm>
                  <a:off x="2843953" y="55250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59" name="pg3858">
                  <a:extLst>
                    <a:ext uri="{FF2B5EF4-FFF2-40B4-BE49-F238E27FC236}">
                      <a16:creationId xmlns:a16="http://schemas.microsoft.com/office/drawing/2014/main" id="{D43AA3D5-0BCF-A664-3FC0-222A427AF199}"/>
                    </a:ext>
                  </a:extLst>
                </p:cNvPr>
                <p:cNvSpPr/>
                <p:nvPr/>
              </p:nvSpPr>
              <p:spPr>
                <a:xfrm>
                  <a:off x="2855590" y="55250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0" name="pg3859">
                  <a:extLst>
                    <a:ext uri="{FF2B5EF4-FFF2-40B4-BE49-F238E27FC236}">
                      <a16:creationId xmlns:a16="http://schemas.microsoft.com/office/drawing/2014/main" id="{87FEC16A-BF2C-575C-56D2-5390CC1D74A3}"/>
                    </a:ext>
                  </a:extLst>
                </p:cNvPr>
                <p:cNvSpPr/>
                <p:nvPr/>
              </p:nvSpPr>
              <p:spPr>
                <a:xfrm>
                  <a:off x="2867227" y="5525029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1" name="pg3860">
                  <a:extLst>
                    <a:ext uri="{FF2B5EF4-FFF2-40B4-BE49-F238E27FC236}">
                      <a16:creationId xmlns:a16="http://schemas.microsoft.com/office/drawing/2014/main" id="{3776CC1E-0966-A964-87BA-D3A5B15E0218}"/>
                    </a:ext>
                  </a:extLst>
                </p:cNvPr>
                <p:cNvSpPr/>
                <p:nvPr/>
              </p:nvSpPr>
              <p:spPr>
                <a:xfrm>
                  <a:off x="2832315" y="55393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2" name="pg3861">
                  <a:extLst>
                    <a:ext uri="{FF2B5EF4-FFF2-40B4-BE49-F238E27FC236}">
                      <a16:creationId xmlns:a16="http://schemas.microsoft.com/office/drawing/2014/main" id="{1056C7C1-496B-B67A-0C94-58E4A8F76514}"/>
                    </a:ext>
                  </a:extLst>
                </p:cNvPr>
                <p:cNvSpPr/>
                <p:nvPr/>
              </p:nvSpPr>
              <p:spPr>
                <a:xfrm>
                  <a:off x="2843953" y="55393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3" name="pg3862">
                  <a:extLst>
                    <a:ext uri="{FF2B5EF4-FFF2-40B4-BE49-F238E27FC236}">
                      <a16:creationId xmlns:a16="http://schemas.microsoft.com/office/drawing/2014/main" id="{4AB07D41-2FBF-39FD-6024-CEAC22921240}"/>
                    </a:ext>
                  </a:extLst>
                </p:cNvPr>
                <p:cNvSpPr/>
                <p:nvPr/>
              </p:nvSpPr>
              <p:spPr>
                <a:xfrm>
                  <a:off x="2855590" y="55393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4" name="pg3863">
                  <a:extLst>
                    <a:ext uri="{FF2B5EF4-FFF2-40B4-BE49-F238E27FC236}">
                      <a16:creationId xmlns:a16="http://schemas.microsoft.com/office/drawing/2014/main" id="{68223A09-8EA5-8060-AE8C-9D328A06448B}"/>
                    </a:ext>
                  </a:extLst>
                </p:cNvPr>
                <p:cNvSpPr/>
                <p:nvPr/>
              </p:nvSpPr>
              <p:spPr>
                <a:xfrm>
                  <a:off x="2867227" y="5539330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5" name="pg3864">
                  <a:extLst>
                    <a:ext uri="{FF2B5EF4-FFF2-40B4-BE49-F238E27FC236}">
                      <a16:creationId xmlns:a16="http://schemas.microsoft.com/office/drawing/2014/main" id="{57FA507C-DA8E-B64F-C596-23312611F3E8}"/>
                    </a:ext>
                  </a:extLst>
                </p:cNvPr>
                <p:cNvSpPr/>
                <p:nvPr/>
              </p:nvSpPr>
              <p:spPr>
                <a:xfrm>
                  <a:off x="2832315" y="55536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6" name="pg3865">
                  <a:extLst>
                    <a:ext uri="{FF2B5EF4-FFF2-40B4-BE49-F238E27FC236}">
                      <a16:creationId xmlns:a16="http://schemas.microsoft.com/office/drawing/2014/main" id="{2F2B62CE-F26D-C593-1BA7-2F8A83AB27CB}"/>
                    </a:ext>
                  </a:extLst>
                </p:cNvPr>
                <p:cNvSpPr/>
                <p:nvPr/>
              </p:nvSpPr>
              <p:spPr>
                <a:xfrm>
                  <a:off x="2843953" y="55536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7" name="pg3866">
                  <a:extLst>
                    <a:ext uri="{FF2B5EF4-FFF2-40B4-BE49-F238E27FC236}">
                      <a16:creationId xmlns:a16="http://schemas.microsoft.com/office/drawing/2014/main" id="{B3F11AF9-5FE2-E4AB-F188-08A471F55C87}"/>
                    </a:ext>
                  </a:extLst>
                </p:cNvPr>
                <p:cNvSpPr/>
                <p:nvPr/>
              </p:nvSpPr>
              <p:spPr>
                <a:xfrm>
                  <a:off x="2855590" y="5553631"/>
                  <a:ext cx="11637" cy="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637" h="14300">
                      <a:moveTo>
                        <a:pt x="0" y="0"/>
                      </a:moveTo>
                      <a:lnTo>
                        <a:pt x="11637" y="0"/>
                      </a:lnTo>
                      <a:lnTo>
                        <a:pt x="11637" y="14300"/>
                      </a:lnTo>
                      <a:lnTo>
                        <a:pt x="0" y="14300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8" name="pg3867">
                  <a:extLst>
                    <a:ext uri="{FF2B5EF4-FFF2-40B4-BE49-F238E27FC236}">
                      <a16:creationId xmlns:a16="http://schemas.microsoft.com/office/drawing/2014/main" id="{34574C93-986D-C19D-08DF-ABF6C278EA5A}"/>
                    </a:ext>
                  </a:extLst>
                </p:cNvPr>
                <p:cNvSpPr/>
                <p:nvPr/>
              </p:nvSpPr>
              <p:spPr>
                <a:xfrm>
                  <a:off x="2399291" y="2540116"/>
                  <a:ext cx="3705599" cy="285040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705599" h="2850404">
                      <a:moveTo>
                        <a:pt x="2893187" y="266106"/>
                      </a:moveTo>
                      <a:lnTo>
                        <a:pt x="2917831" y="266068"/>
                      </a:lnTo>
                      <a:lnTo>
                        <a:pt x="2961871" y="266005"/>
                      </a:lnTo>
                      <a:lnTo>
                        <a:pt x="3005910" y="265941"/>
                      </a:lnTo>
                      <a:lnTo>
                        <a:pt x="3049950" y="265884"/>
                      </a:lnTo>
                      <a:lnTo>
                        <a:pt x="3093989" y="265820"/>
                      </a:lnTo>
                      <a:lnTo>
                        <a:pt x="3138033" y="265757"/>
                      </a:lnTo>
                      <a:lnTo>
                        <a:pt x="3182073" y="265693"/>
                      </a:lnTo>
                      <a:lnTo>
                        <a:pt x="3226112" y="265630"/>
                      </a:lnTo>
                      <a:lnTo>
                        <a:pt x="3236535" y="240559"/>
                      </a:lnTo>
                      <a:lnTo>
                        <a:pt x="3246246" y="228887"/>
                      </a:lnTo>
                      <a:lnTo>
                        <a:pt x="3259547" y="232754"/>
                      </a:lnTo>
                      <a:lnTo>
                        <a:pt x="3266632" y="232430"/>
                      </a:lnTo>
                      <a:lnTo>
                        <a:pt x="3274508" y="226410"/>
                      </a:lnTo>
                      <a:lnTo>
                        <a:pt x="3280895" y="222752"/>
                      </a:lnTo>
                      <a:lnTo>
                        <a:pt x="3285102" y="223292"/>
                      </a:lnTo>
                      <a:lnTo>
                        <a:pt x="3288693" y="228804"/>
                      </a:lnTo>
                      <a:lnTo>
                        <a:pt x="3291680" y="232481"/>
                      </a:lnTo>
                      <a:lnTo>
                        <a:pt x="3295168" y="231408"/>
                      </a:lnTo>
                      <a:lnTo>
                        <a:pt x="3298155" y="226207"/>
                      </a:lnTo>
                      <a:lnTo>
                        <a:pt x="3298052" y="218993"/>
                      </a:lnTo>
                      <a:lnTo>
                        <a:pt x="3302140" y="213970"/>
                      </a:lnTo>
                      <a:lnTo>
                        <a:pt x="3306992" y="213201"/>
                      </a:lnTo>
                      <a:lnTo>
                        <a:pt x="3311478" y="213360"/>
                      </a:lnTo>
                      <a:lnTo>
                        <a:pt x="3313715" y="210909"/>
                      </a:lnTo>
                      <a:lnTo>
                        <a:pt x="3313467" y="207391"/>
                      </a:lnTo>
                      <a:lnTo>
                        <a:pt x="3311850" y="201726"/>
                      </a:lnTo>
                      <a:lnTo>
                        <a:pt x="3312398" y="194906"/>
                      </a:lnTo>
                      <a:lnTo>
                        <a:pt x="3323601" y="182859"/>
                      </a:lnTo>
                      <a:lnTo>
                        <a:pt x="3337337" y="174686"/>
                      </a:lnTo>
                      <a:lnTo>
                        <a:pt x="3342153" y="170603"/>
                      </a:lnTo>
                      <a:lnTo>
                        <a:pt x="3343554" y="162322"/>
                      </a:lnTo>
                      <a:lnTo>
                        <a:pt x="3351429" y="153717"/>
                      </a:lnTo>
                      <a:lnTo>
                        <a:pt x="3355367" y="148770"/>
                      </a:lnTo>
                      <a:lnTo>
                        <a:pt x="3356328" y="144471"/>
                      </a:lnTo>
                      <a:lnTo>
                        <a:pt x="3354287" y="139181"/>
                      </a:lnTo>
                      <a:lnTo>
                        <a:pt x="3354494" y="129097"/>
                      </a:lnTo>
                      <a:lnTo>
                        <a:pt x="3357202" y="117050"/>
                      </a:lnTo>
                      <a:lnTo>
                        <a:pt x="3360442" y="103930"/>
                      </a:lnTo>
                      <a:lnTo>
                        <a:pt x="3367703" y="92099"/>
                      </a:lnTo>
                      <a:lnTo>
                        <a:pt x="3379609" y="79195"/>
                      </a:lnTo>
                      <a:lnTo>
                        <a:pt x="3382673" y="62240"/>
                      </a:lnTo>
                      <a:lnTo>
                        <a:pt x="3385903" y="44357"/>
                      </a:lnTo>
                      <a:lnTo>
                        <a:pt x="3400295" y="26932"/>
                      </a:lnTo>
                      <a:lnTo>
                        <a:pt x="3416615" y="7169"/>
                      </a:lnTo>
                      <a:lnTo>
                        <a:pt x="3422535" y="0"/>
                      </a:lnTo>
                      <a:lnTo>
                        <a:pt x="3618932" y="0"/>
                      </a:lnTo>
                      <a:lnTo>
                        <a:pt x="3619257" y="14859"/>
                      </a:lnTo>
                      <a:lnTo>
                        <a:pt x="3619521" y="35130"/>
                      </a:lnTo>
                      <a:lnTo>
                        <a:pt x="3619800" y="56493"/>
                      </a:lnTo>
                      <a:lnTo>
                        <a:pt x="3620001" y="71740"/>
                      </a:lnTo>
                      <a:lnTo>
                        <a:pt x="3620347" y="92677"/>
                      </a:lnTo>
                      <a:lnTo>
                        <a:pt x="3620621" y="109334"/>
                      </a:lnTo>
                      <a:lnTo>
                        <a:pt x="3620988" y="131078"/>
                      </a:lnTo>
                      <a:lnTo>
                        <a:pt x="3621179" y="142699"/>
                      </a:lnTo>
                      <a:lnTo>
                        <a:pt x="3623045" y="146052"/>
                      </a:lnTo>
                      <a:lnTo>
                        <a:pt x="3621924" y="150631"/>
                      </a:lnTo>
                      <a:lnTo>
                        <a:pt x="3621433" y="152923"/>
                      </a:lnTo>
                      <a:lnTo>
                        <a:pt x="3621552" y="154746"/>
                      </a:lnTo>
                      <a:lnTo>
                        <a:pt x="3622296" y="157038"/>
                      </a:lnTo>
                      <a:lnTo>
                        <a:pt x="3622172" y="160245"/>
                      </a:lnTo>
                      <a:lnTo>
                        <a:pt x="3620435" y="163147"/>
                      </a:lnTo>
                      <a:lnTo>
                        <a:pt x="3619567" y="166500"/>
                      </a:lnTo>
                      <a:lnTo>
                        <a:pt x="3619319" y="171993"/>
                      </a:lnTo>
                      <a:lnTo>
                        <a:pt x="3621179" y="175353"/>
                      </a:lnTo>
                      <a:lnTo>
                        <a:pt x="3624285" y="177334"/>
                      </a:lnTo>
                      <a:lnTo>
                        <a:pt x="3626895" y="177334"/>
                      </a:lnTo>
                      <a:lnTo>
                        <a:pt x="3630249" y="179322"/>
                      </a:lnTo>
                      <a:lnTo>
                        <a:pt x="3634595" y="182834"/>
                      </a:lnTo>
                      <a:lnTo>
                        <a:pt x="3641173" y="185882"/>
                      </a:lnTo>
                      <a:lnTo>
                        <a:pt x="3648005" y="186949"/>
                      </a:lnTo>
                      <a:lnTo>
                        <a:pt x="3652723" y="186187"/>
                      </a:lnTo>
                      <a:lnTo>
                        <a:pt x="3658434" y="188174"/>
                      </a:lnTo>
                      <a:lnTo>
                        <a:pt x="3660423" y="193058"/>
                      </a:lnTo>
                      <a:lnTo>
                        <a:pt x="3659307" y="197630"/>
                      </a:lnTo>
                      <a:lnTo>
                        <a:pt x="3656077" y="199770"/>
                      </a:lnTo>
                      <a:lnTo>
                        <a:pt x="3652599" y="201453"/>
                      </a:lnTo>
                      <a:lnTo>
                        <a:pt x="3651979" y="204958"/>
                      </a:lnTo>
                      <a:lnTo>
                        <a:pt x="3653715" y="208623"/>
                      </a:lnTo>
                      <a:lnTo>
                        <a:pt x="3656201" y="211829"/>
                      </a:lnTo>
                      <a:lnTo>
                        <a:pt x="3658935" y="217462"/>
                      </a:lnTo>
                      <a:lnTo>
                        <a:pt x="3657813" y="222346"/>
                      </a:lnTo>
                      <a:lnTo>
                        <a:pt x="3655333" y="226467"/>
                      </a:lnTo>
                      <a:lnTo>
                        <a:pt x="3654212" y="230735"/>
                      </a:lnTo>
                      <a:lnTo>
                        <a:pt x="3656325" y="234405"/>
                      </a:lnTo>
                      <a:lnTo>
                        <a:pt x="3661912" y="239282"/>
                      </a:lnTo>
                      <a:lnTo>
                        <a:pt x="3665389" y="244013"/>
                      </a:lnTo>
                      <a:lnTo>
                        <a:pt x="3670857" y="246611"/>
                      </a:lnTo>
                      <a:lnTo>
                        <a:pt x="3673461" y="244775"/>
                      </a:lnTo>
                      <a:lnTo>
                        <a:pt x="3675575" y="242330"/>
                      </a:lnTo>
                      <a:lnTo>
                        <a:pt x="3677807" y="240501"/>
                      </a:lnTo>
                      <a:lnTo>
                        <a:pt x="3681657" y="241575"/>
                      </a:lnTo>
                      <a:lnTo>
                        <a:pt x="3686127" y="242946"/>
                      </a:lnTo>
                      <a:lnTo>
                        <a:pt x="3691011" y="244578"/>
                      </a:lnTo>
                      <a:lnTo>
                        <a:pt x="3690427" y="248535"/>
                      </a:lnTo>
                      <a:lnTo>
                        <a:pt x="3693404" y="255203"/>
                      </a:lnTo>
                      <a:lnTo>
                        <a:pt x="3695708" y="268024"/>
                      </a:lnTo>
                      <a:lnTo>
                        <a:pt x="3692169" y="273847"/>
                      </a:lnTo>
                      <a:lnTo>
                        <a:pt x="3692928" y="281563"/>
                      </a:lnTo>
                      <a:lnTo>
                        <a:pt x="3702742" y="283811"/>
                      </a:lnTo>
                      <a:lnTo>
                        <a:pt x="3705129" y="286173"/>
                      </a:lnTo>
                      <a:lnTo>
                        <a:pt x="3705599" y="289025"/>
                      </a:lnTo>
                      <a:lnTo>
                        <a:pt x="3683983" y="308806"/>
                      </a:lnTo>
                      <a:lnTo>
                        <a:pt x="3665694" y="306037"/>
                      </a:lnTo>
                      <a:lnTo>
                        <a:pt x="3655772" y="311283"/>
                      </a:lnTo>
                      <a:lnTo>
                        <a:pt x="3645380" y="312813"/>
                      </a:lnTo>
                      <a:lnTo>
                        <a:pt x="3640822" y="321653"/>
                      </a:lnTo>
                      <a:lnTo>
                        <a:pt x="3635117" y="323526"/>
                      </a:lnTo>
                      <a:lnTo>
                        <a:pt x="3627303" y="322993"/>
                      </a:lnTo>
                      <a:lnTo>
                        <a:pt x="3620565" y="320497"/>
                      </a:lnTo>
                      <a:lnTo>
                        <a:pt x="3615423" y="321723"/>
                      </a:lnTo>
                      <a:lnTo>
                        <a:pt x="3608229" y="337675"/>
                      </a:lnTo>
                      <a:lnTo>
                        <a:pt x="3602338" y="336284"/>
                      </a:lnTo>
                      <a:lnTo>
                        <a:pt x="3599992" y="342025"/>
                      </a:lnTo>
                      <a:lnTo>
                        <a:pt x="3596912" y="344534"/>
                      </a:lnTo>
                      <a:lnTo>
                        <a:pt x="3592395" y="346686"/>
                      </a:lnTo>
                      <a:lnTo>
                        <a:pt x="3588473" y="339599"/>
                      </a:lnTo>
                      <a:lnTo>
                        <a:pt x="3585977" y="332862"/>
                      </a:lnTo>
                      <a:lnTo>
                        <a:pt x="3582298" y="331382"/>
                      </a:lnTo>
                      <a:lnTo>
                        <a:pt x="3577409" y="329661"/>
                      </a:lnTo>
                      <a:lnTo>
                        <a:pt x="3572381" y="329718"/>
                      </a:lnTo>
                      <a:lnTo>
                        <a:pt x="3569027" y="330683"/>
                      </a:lnTo>
                      <a:lnTo>
                        <a:pt x="3564867" y="335040"/>
                      </a:lnTo>
                      <a:lnTo>
                        <a:pt x="3558836" y="338780"/>
                      </a:lnTo>
                      <a:lnTo>
                        <a:pt x="3554273" y="335662"/>
                      </a:lnTo>
                      <a:lnTo>
                        <a:pt x="3550702" y="330652"/>
                      </a:lnTo>
                      <a:lnTo>
                        <a:pt x="3547648" y="338710"/>
                      </a:lnTo>
                      <a:lnTo>
                        <a:pt x="3543204" y="347220"/>
                      </a:lnTo>
                      <a:lnTo>
                        <a:pt x="3543943" y="357145"/>
                      </a:lnTo>
                      <a:lnTo>
                        <a:pt x="3542031" y="363032"/>
                      </a:lnTo>
                      <a:lnTo>
                        <a:pt x="3537814" y="361445"/>
                      </a:lnTo>
                      <a:lnTo>
                        <a:pt x="3533618" y="356282"/>
                      </a:lnTo>
                      <a:lnTo>
                        <a:pt x="3521840" y="352154"/>
                      </a:lnTo>
                      <a:lnTo>
                        <a:pt x="3512461" y="352535"/>
                      </a:lnTo>
                      <a:lnTo>
                        <a:pt x="3514368" y="347023"/>
                      </a:lnTo>
                      <a:lnTo>
                        <a:pt x="3523236" y="339110"/>
                      </a:lnTo>
                      <a:lnTo>
                        <a:pt x="3520507" y="337561"/>
                      </a:lnTo>
                      <a:lnTo>
                        <a:pt x="3516156" y="338659"/>
                      </a:lnTo>
                      <a:lnTo>
                        <a:pt x="3514259" y="337561"/>
                      </a:lnTo>
                      <a:lnTo>
                        <a:pt x="3517370" y="330372"/>
                      </a:lnTo>
                      <a:lnTo>
                        <a:pt x="3517670" y="322441"/>
                      </a:lnTo>
                      <a:lnTo>
                        <a:pt x="3513701" y="325216"/>
                      </a:lnTo>
                      <a:lnTo>
                        <a:pt x="3508709" y="333585"/>
                      </a:lnTo>
                      <a:lnTo>
                        <a:pt x="3496632" y="340247"/>
                      </a:lnTo>
                      <a:lnTo>
                        <a:pt x="3497195" y="351398"/>
                      </a:lnTo>
                      <a:lnTo>
                        <a:pt x="3485826" y="374253"/>
                      </a:lnTo>
                      <a:lnTo>
                        <a:pt x="3485320" y="383982"/>
                      </a:lnTo>
                      <a:lnTo>
                        <a:pt x="3478028" y="391749"/>
                      </a:lnTo>
                      <a:lnTo>
                        <a:pt x="3468628" y="398429"/>
                      </a:lnTo>
                      <a:lnTo>
                        <a:pt x="3456091" y="396550"/>
                      </a:lnTo>
                      <a:lnTo>
                        <a:pt x="3446521" y="402354"/>
                      </a:lnTo>
                      <a:lnTo>
                        <a:pt x="3441663" y="409015"/>
                      </a:lnTo>
                      <a:lnTo>
                        <a:pt x="3437441" y="410019"/>
                      </a:lnTo>
                      <a:lnTo>
                        <a:pt x="3435240" y="401535"/>
                      </a:lnTo>
                      <a:lnTo>
                        <a:pt x="3433638" y="398912"/>
                      </a:lnTo>
                      <a:lnTo>
                        <a:pt x="3430113" y="411422"/>
                      </a:lnTo>
                      <a:lnTo>
                        <a:pt x="3426522" y="412197"/>
                      </a:lnTo>
                      <a:lnTo>
                        <a:pt x="3425163" y="403325"/>
                      </a:lnTo>
                      <a:lnTo>
                        <a:pt x="3423457" y="397464"/>
                      </a:lnTo>
                      <a:lnTo>
                        <a:pt x="3418563" y="402519"/>
                      </a:lnTo>
                      <a:lnTo>
                        <a:pt x="3415313" y="415918"/>
                      </a:lnTo>
                      <a:lnTo>
                        <a:pt x="3411907" y="414788"/>
                      </a:lnTo>
                      <a:lnTo>
                        <a:pt x="3410822" y="409803"/>
                      </a:lnTo>
                      <a:lnTo>
                        <a:pt x="3408383" y="408291"/>
                      </a:lnTo>
                      <a:lnTo>
                        <a:pt x="3407546" y="413988"/>
                      </a:lnTo>
                      <a:lnTo>
                        <a:pt x="3408776" y="422002"/>
                      </a:lnTo>
                      <a:lnTo>
                        <a:pt x="3407003" y="426282"/>
                      </a:lnTo>
                      <a:lnTo>
                        <a:pt x="3403618" y="423996"/>
                      </a:lnTo>
                      <a:lnTo>
                        <a:pt x="3400213" y="420141"/>
                      </a:lnTo>
                      <a:lnTo>
                        <a:pt x="3394595" y="423069"/>
                      </a:lnTo>
                      <a:lnTo>
                        <a:pt x="3389438" y="424256"/>
                      </a:lnTo>
                      <a:lnTo>
                        <a:pt x="3389417" y="420332"/>
                      </a:lnTo>
                      <a:lnTo>
                        <a:pt x="3390399" y="415518"/>
                      </a:lnTo>
                      <a:lnTo>
                        <a:pt x="3380121" y="418179"/>
                      </a:lnTo>
                      <a:lnTo>
                        <a:pt x="3367796" y="427057"/>
                      </a:lnTo>
                      <a:lnTo>
                        <a:pt x="3358225" y="439339"/>
                      </a:lnTo>
                      <a:lnTo>
                        <a:pt x="3361543" y="441383"/>
                      </a:lnTo>
                      <a:lnTo>
                        <a:pt x="3365279" y="445295"/>
                      </a:lnTo>
                      <a:lnTo>
                        <a:pt x="3348654" y="464270"/>
                      </a:lnTo>
                      <a:lnTo>
                        <a:pt x="3331611" y="481359"/>
                      </a:lnTo>
                      <a:lnTo>
                        <a:pt x="3318738" y="509244"/>
                      </a:lnTo>
                      <a:lnTo>
                        <a:pt x="3313571" y="512508"/>
                      </a:lnTo>
                      <a:lnTo>
                        <a:pt x="3309132" y="517620"/>
                      </a:lnTo>
                      <a:lnTo>
                        <a:pt x="3304419" y="534455"/>
                      </a:lnTo>
                      <a:lnTo>
                        <a:pt x="3298977" y="549442"/>
                      </a:lnTo>
                      <a:lnTo>
                        <a:pt x="3302021" y="556116"/>
                      </a:lnTo>
                      <a:lnTo>
                        <a:pt x="3304026" y="562981"/>
                      </a:lnTo>
                      <a:lnTo>
                        <a:pt x="3308858" y="569737"/>
                      </a:lnTo>
                      <a:lnTo>
                        <a:pt x="3312966" y="570347"/>
                      </a:lnTo>
                      <a:lnTo>
                        <a:pt x="3317415" y="569128"/>
                      </a:lnTo>
                      <a:lnTo>
                        <a:pt x="3320681" y="569414"/>
                      </a:lnTo>
                      <a:lnTo>
                        <a:pt x="3322780" y="572284"/>
                      </a:lnTo>
                      <a:lnTo>
                        <a:pt x="3321849" y="575726"/>
                      </a:lnTo>
                      <a:lnTo>
                        <a:pt x="3316718" y="576583"/>
                      </a:lnTo>
                      <a:lnTo>
                        <a:pt x="3307147" y="582603"/>
                      </a:lnTo>
                      <a:lnTo>
                        <a:pt x="3298755" y="584915"/>
                      </a:lnTo>
                      <a:lnTo>
                        <a:pt x="3294548" y="592192"/>
                      </a:lnTo>
                      <a:lnTo>
                        <a:pt x="3288244" y="600600"/>
                      </a:lnTo>
                      <a:lnTo>
                        <a:pt x="3275996" y="613720"/>
                      </a:lnTo>
                      <a:lnTo>
                        <a:pt x="3281231" y="617765"/>
                      </a:lnTo>
                      <a:lnTo>
                        <a:pt x="3300150" y="622325"/>
                      </a:lnTo>
                      <a:lnTo>
                        <a:pt x="3308584" y="627018"/>
                      </a:lnTo>
                      <a:lnTo>
                        <a:pt x="3321348" y="651524"/>
                      </a:lnTo>
                      <a:lnTo>
                        <a:pt x="3318433" y="653975"/>
                      </a:lnTo>
                      <a:lnTo>
                        <a:pt x="3317276" y="658465"/>
                      </a:lnTo>
                      <a:lnTo>
                        <a:pt x="3328624" y="664765"/>
                      </a:lnTo>
                      <a:lnTo>
                        <a:pt x="3332247" y="682362"/>
                      </a:lnTo>
                      <a:lnTo>
                        <a:pt x="3341564" y="688350"/>
                      </a:lnTo>
                      <a:lnTo>
                        <a:pt x="3355450" y="692033"/>
                      </a:lnTo>
                      <a:lnTo>
                        <a:pt x="3372431" y="686712"/>
                      </a:lnTo>
                      <a:lnTo>
                        <a:pt x="3386570" y="679390"/>
                      </a:lnTo>
                      <a:lnTo>
                        <a:pt x="3386074" y="673388"/>
                      </a:lnTo>
                      <a:lnTo>
                        <a:pt x="3377191" y="659424"/>
                      </a:lnTo>
                      <a:lnTo>
                        <a:pt x="3375051" y="652864"/>
                      </a:lnTo>
                      <a:lnTo>
                        <a:pt x="3368457" y="648616"/>
                      </a:lnTo>
                      <a:lnTo>
                        <a:pt x="3365951" y="652216"/>
                      </a:lnTo>
                      <a:lnTo>
                        <a:pt x="3361687" y="647542"/>
                      </a:lnTo>
                      <a:lnTo>
                        <a:pt x="3361207" y="644920"/>
                      </a:lnTo>
                      <a:lnTo>
                        <a:pt x="3365181" y="643643"/>
                      </a:lnTo>
                      <a:lnTo>
                        <a:pt x="3369801" y="644151"/>
                      </a:lnTo>
                      <a:lnTo>
                        <a:pt x="3375191" y="646596"/>
                      </a:lnTo>
                      <a:lnTo>
                        <a:pt x="3389061" y="661818"/>
                      </a:lnTo>
                      <a:lnTo>
                        <a:pt x="3392900" y="681771"/>
                      </a:lnTo>
                      <a:lnTo>
                        <a:pt x="3393722" y="694440"/>
                      </a:lnTo>
                      <a:lnTo>
                        <a:pt x="3392156" y="698771"/>
                      </a:lnTo>
                      <a:lnTo>
                        <a:pt x="3388120" y="697882"/>
                      </a:lnTo>
                      <a:lnTo>
                        <a:pt x="3380420" y="698746"/>
                      </a:lnTo>
                      <a:lnTo>
                        <a:pt x="3343890" y="705306"/>
                      </a:lnTo>
                      <a:lnTo>
                        <a:pt x="3335776" y="711084"/>
                      </a:lnTo>
                      <a:lnTo>
                        <a:pt x="3317173" y="717359"/>
                      </a:lnTo>
                      <a:lnTo>
                        <a:pt x="3316015" y="714228"/>
                      </a:lnTo>
                      <a:lnTo>
                        <a:pt x="3317359" y="707750"/>
                      </a:lnTo>
                      <a:lnTo>
                        <a:pt x="3316186" y="694484"/>
                      </a:lnTo>
                      <a:lnTo>
                        <a:pt x="3312516" y="693868"/>
                      </a:lnTo>
                      <a:lnTo>
                        <a:pt x="3283613" y="715498"/>
                      </a:lnTo>
                      <a:lnTo>
                        <a:pt x="3272441" y="716857"/>
                      </a:lnTo>
                      <a:lnTo>
                        <a:pt x="3263046" y="723188"/>
                      </a:lnTo>
                      <a:lnTo>
                        <a:pt x="3260943" y="719676"/>
                      </a:lnTo>
                      <a:lnTo>
                        <a:pt x="3259263" y="703458"/>
                      </a:lnTo>
                      <a:lnTo>
                        <a:pt x="3265144" y="689855"/>
                      </a:lnTo>
                      <a:lnTo>
                        <a:pt x="3262012" y="690071"/>
                      </a:lnTo>
                      <a:lnTo>
                        <a:pt x="3252194" y="698238"/>
                      </a:lnTo>
                      <a:lnTo>
                        <a:pt x="3247997" y="693214"/>
                      </a:lnTo>
                      <a:lnTo>
                        <a:pt x="3245894" y="687702"/>
                      </a:lnTo>
                      <a:lnTo>
                        <a:pt x="3242871" y="684584"/>
                      </a:lnTo>
                      <a:lnTo>
                        <a:pt x="3239595" y="683403"/>
                      </a:lnTo>
                      <a:lnTo>
                        <a:pt x="3242396" y="695443"/>
                      </a:lnTo>
                      <a:lnTo>
                        <a:pt x="3235740" y="704474"/>
                      </a:lnTo>
                      <a:lnTo>
                        <a:pt x="3233915" y="727830"/>
                      </a:lnTo>
                      <a:lnTo>
                        <a:pt x="3225549" y="737553"/>
                      </a:lnTo>
                      <a:lnTo>
                        <a:pt x="3199467" y="743802"/>
                      </a:lnTo>
                      <a:lnTo>
                        <a:pt x="3182465" y="742481"/>
                      </a:lnTo>
                      <a:lnTo>
                        <a:pt x="3167231" y="744424"/>
                      </a:lnTo>
                      <a:lnTo>
                        <a:pt x="3146974" y="748907"/>
                      </a:lnTo>
                      <a:lnTo>
                        <a:pt x="3135780" y="746240"/>
                      </a:lnTo>
                      <a:lnTo>
                        <a:pt x="3124313" y="750971"/>
                      </a:lnTo>
                      <a:lnTo>
                        <a:pt x="3085390" y="752260"/>
                      </a:lnTo>
                      <a:lnTo>
                        <a:pt x="3077183" y="749752"/>
                      </a:lnTo>
                      <a:lnTo>
                        <a:pt x="3066703" y="758687"/>
                      </a:lnTo>
                      <a:lnTo>
                        <a:pt x="3049924" y="763970"/>
                      </a:lnTo>
                      <a:lnTo>
                        <a:pt x="3007512" y="783993"/>
                      </a:lnTo>
                      <a:lnTo>
                        <a:pt x="2998159" y="791277"/>
                      </a:lnTo>
                      <a:lnTo>
                        <a:pt x="2986769" y="802651"/>
                      </a:lnTo>
                      <a:lnTo>
                        <a:pt x="2979121" y="808766"/>
                      </a:lnTo>
                      <a:lnTo>
                        <a:pt x="2972832" y="810754"/>
                      </a:lnTo>
                      <a:lnTo>
                        <a:pt x="2968966" y="815847"/>
                      </a:lnTo>
                      <a:lnTo>
                        <a:pt x="2964744" y="819174"/>
                      </a:lnTo>
                      <a:lnTo>
                        <a:pt x="2968821" y="807807"/>
                      </a:lnTo>
                      <a:lnTo>
                        <a:pt x="2973250" y="798224"/>
                      </a:lnTo>
                      <a:lnTo>
                        <a:pt x="2976930" y="779662"/>
                      </a:lnTo>
                      <a:lnTo>
                        <a:pt x="2975844" y="764650"/>
                      </a:lnTo>
                      <a:lnTo>
                        <a:pt x="2971281" y="758477"/>
                      </a:lnTo>
                      <a:lnTo>
                        <a:pt x="2966563" y="754362"/>
                      </a:lnTo>
                      <a:lnTo>
                        <a:pt x="2972093" y="769178"/>
                      </a:lnTo>
                      <a:lnTo>
                        <a:pt x="2972987" y="787346"/>
                      </a:lnTo>
                      <a:lnTo>
                        <a:pt x="2971085" y="797989"/>
                      </a:lnTo>
                      <a:lnTo>
                        <a:pt x="2960682" y="818520"/>
                      </a:lnTo>
                      <a:lnTo>
                        <a:pt x="2956253" y="823302"/>
                      </a:lnTo>
                      <a:lnTo>
                        <a:pt x="2951075" y="827506"/>
                      </a:lnTo>
                      <a:lnTo>
                        <a:pt x="2947174" y="829335"/>
                      </a:lnTo>
                      <a:lnTo>
                        <a:pt x="2943572" y="832618"/>
                      </a:lnTo>
                      <a:lnTo>
                        <a:pt x="2939386" y="837819"/>
                      </a:lnTo>
                      <a:lnTo>
                        <a:pt x="2935417" y="848145"/>
                      </a:lnTo>
                      <a:lnTo>
                        <a:pt x="2937820" y="857556"/>
                      </a:lnTo>
                      <a:lnTo>
                        <a:pt x="2958104" y="860992"/>
                      </a:lnTo>
                      <a:lnTo>
                        <a:pt x="2963545" y="858090"/>
                      </a:lnTo>
                      <a:lnTo>
                        <a:pt x="2966315" y="864827"/>
                      </a:lnTo>
                      <a:lnTo>
                        <a:pt x="2967865" y="874188"/>
                      </a:lnTo>
                      <a:lnTo>
                        <a:pt x="2966346" y="884310"/>
                      </a:lnTo>
                      <a:lnTo>
                        <a:pt x="2962956" y="894611"/>
                      </a:lnTo>
                      <a:lnTo>
                        <a:pt x="2960382" y="907400"/>
                      </a:lnTo>
                      <a:lnTo>
                        <a:pt x="2958202" y="926902"/>
                      </a:lnTo>
                      <a:lnTo>
                        <a:pt x="2954920" y="944449"/>
                      </a:lnTo>
                      <a:lnTo>
                        <a:pt x="2954491" y="939121"/>
                      </a:lnTo>
                      <a:lnTo>
                        <a:pt x="2956543" y="917790"/>
                      </a:lnTo>
                      <a:lnTo>
                        <a:pt x="2953220" y="920019"/>
                      </a:lnTo>
                      <a:lnTo>
                        <a:pt x="2950931" y="924940"/>
                      </a:lnTo>
                      <a:lnTo>
                        <a:pt x="2944740" y="952450"/>
                      </a:lnTo>
                      <a:lnTo>
                        <a:pt x="2936229" y="967113"/>
                      </a:lnTo>
                      <a:lnTo>
                        <a:pt x="2928389" y="977255"/>
                      </a:lnTo>
                      <a:lnTo>
                        <a:pt x="2920302" y="975578"/>
                      </a:lnTo>
                      <a:lnTo>
                        <a:pt x="2922121" y="983637"/>
                      </a:lnTo>
                      <a:lnTo>
                        <a:pt x="2919899" y="987834"/>
                      </a:lnTo>
                      <a:lnTo>
                        <a:pt x="2917997" y="996592"/>
                      </a:lnTo>
                      <a:lnTo>
                        <a:pt x="2913175" y="1002396"/>
                      </a:lnTo>
                      <a:lnTo>
                        <a:pt x="2908643" y="1001837"/>
                      </a:lnTo>
                      <a:lnTo>
                        <a:pt x="2902132" y="1005838"/>
                      </a:lnTo>
                      <a:lnTo>
                        <a:pt x="2899564" y="1008899"/>
                      </a:lnTo>
                      <a:lnTo>
                        <a:pt x="2899372" y="1014760"/>
                      </a:lnTo>
                      <a:lnTo>
                        <a:pt x="2895016" y="1019917"/>
                      </a:lnTo>
                      <a:lnTo>
                        <a:pt x="2879296" y="1046703"/>
                      </a:lnTo>
                      <a:lnTo>
                        <a:pt x="2865648" y="1054609"/>
                      </a:lnTo>
                      <a:lnTo>
                        <a:pt x="2862382" y="1053459"/>
                      </a:lnTo>
                      <a:lnTo>
                        <a:pt x="2865978" y="1040816"/>
                      </a:lnTo>
                      <a:lnTo>
                        <a:pt x="2868443" y="1028032"/>
                      </a:lnTo>
                      <a:lnTo>
                        <a:pt x="2860160" y="1022469"/>
                      </a:lnTo>
                      <a:lnTo>
                        <a:pt x="2852232" y="1019529"/>
                      </a:lnTo>
                      <a:lnTo>
                        <a:pt x="2843137" y="1019917"/>
                      </a:lnTo>
                      <a:lnTo>
                        <a:pt x="2833091" y="1009978"/>
                      </a:lnTo>
                      <a:lnTo>
                        <a:pt x="2820141" y="1002751"/>
                      </a:lnTo>
                      <a:lnTo>
                        <a:pt x="2802064" y="983199"/>
                      </a:lnTo>
                      <a:lnTo>
                        <a:pt x="2802591" y="977775"/>
                      </a:lnTo>
                      <a:lnTo>
                        <a:pt x="2802136" y="968675"/>
                      </a:lnTo>
                      <a:lnTo>
                        <a:pt x="2807630" y="954298"/>
                      </a:lnTo>
                      <a:lnTo>
                        <a:pt x="2812896" y="944245"/>
                      </a:lnTo>
                      <a:lnTo>
                        <a:pt x="2820167" y="939038"/>
                      </a:lnTo>
                      <a:lnTo>
                        <a:pt x="2841266" y="933735"/>
                      </a:lnTo>
                      <a:lnTo>
                        <a:pt x="2846558" y="925759"/>
                      </a:lnTo>
                      <a:lnTo>
                        <a:pt x="2849695" y="919041"/>
                      </a:lnTo>
                      <a:lnTo>
                        <a:pt x="2839241" y="930579"/>
                      </a:lnTo>
                      <a:lnTo>
                        <a:pt x="2823582" y="934491"/>
                      </a:lnTo>
                      <a:lnTo>
                        <a:pt x="2815144" y="938797"/>
                      </a:lnTo>
                      <a:lnTo>
                        <a:pt x="2808395" y="945382"/>
                      </a:lnTo>
                      <a:lnTo>
                        <a:pt x="2804400" y="953650"/>
                      </a:lnTo>
                      <a:lnTo>
                        <a:pt x="2795356" y="963614"/>
                      </a:lnTo>
                      <a:lnTo>
                        <a:pt x="2795992" y="970288"/>
                      </a:lnTo>
                      <a:lnTo>
                        <a:pt x="2797506" y="975032"/>
                      </a:lnTo>
                      <a:lnTo>
                        <a:pt x="2796808" y="984920"/>
                      </a:lnTo>
                      <a:lnTo>
                        <a:pt x="2802529" y="994559"/>
                      </a:lnTo>
                      <a:lnTo>
                        <a:pt x="2813872" y="1010353"/>
                      </a:lnTo>
                      <a:lnTo>
                        <a:pt x="2816038" y="1034884"/>
                      </a:lnTo>
                      <a:lnTo>
                        <a:pt x="2824694" y="1051300"/>
                      </a:lnTo>
                      <a:lnTo>
                        <a:pt x="2837959" y="1070440"/>
                      </a:lnTo>
                      <a:lnTo>
                        <a:pt x="2848160" y="1075883"/>
                      </a:lnTo>
                      <a:lnTo>
                        <a:pt x="2848656" y="1083001"/>
                      </a:lnTo>
                      <a:lnTo>
                        <a:pt x="2843948" y="1094756"/>
                      </a:lnTo>
                      <a:lnTo>
                        <a:pt x="2837742" y="1100128"/>
                      </a:lnTo>
                      <a:lnTo>
                        <a:pt x="2845814" y="1099055"/>
                      </a:lnTo>
                      <a:lnTo>
                        <a:pt x="2849835" y="1101741"/>
                      </a:lnTo>
                      <a:lnTo>
                        <a:pt x="2853746" y="1111546"/>
                      </a:lnTo>
                      <a:lnTo>
                        <a:pt x="2853442" y="1121555"/>
                      </a:lnTo>
                      <a:lnTo>
                        <a:pt x="2852119" y="1127194"/>
                      </a:lnTo>
                      <a:lnTo>
                        <a:pt x="2849674" y="1129442"/>
                      </a:lnTo>
                      <a:lnTo>
                        <a:pt x="2849778" y="1123682"/>
                      </a:lnTo>
                      <a:lnTo>
                        <a:pt x="2848046" y="1121682"/>
                      </a:lnTo>
                      <a:lnTo>
                        <a:pt x="2845189" y="1124177"/>
                      </a:lnTo>
                      <a:lnTo>
                        <a:pt x="2843339" y="1127022"/>
                      </a:lnTo>
                      <a:lnTo>
                        <a:pt x="2842569" y="1138231"/>
                      </a:lnTo>
                      <a:lnTo>
                        <a:pt x="2840610" y="1143832"/>
                      </a:lnTo>
                      <a:lnTo>
                        <a:pt x="2833685" y="1145496"/>
                      </a:lnTo>
                      <a:lnTo>
                        <a:pt x="2826662" y="1160203"/>
                      </a:lnTo>
                      <a:lnTo>
                        <a:pt x="2820130" y="1168547"/>
                      </a:lnTo>
                      <a:lnTo>
                        <a:pt x="2794426" y="1224971"/>
                      </a:lnTo>
                      <a:lnTo>
                        <a:pt x="2795408" y="1234401"/>
                      </a:lnTo>
                      <a:lnTo>
                        <a:pt x="2790705" y="1237436"/>
                      </a:lnTo>
                      <a:lnTo>
                        <a:pt x="2783584" y="1239907"/>
                      </a:lnTo>
                      <a:lnTo>
                        <a:pt x="2776380" y="1245546"/>
                      </a:lnTo>
                      <a:lnTo>
                        <a:pt x="2771600" y="1251763"/>
                      </a:lnTo>
                      <a:lnTo>
                        <a:pt x="2767161" y="1268484"/>
                      </a:lnTo>
                      <a:lnTo>
                        <a:pt x="2758655" y="1287306"/>
                      </a:lnTo>
                      <a:lnTo>
                        <a:pt x="2753348" y="1279463"/>
                      </a:lnTo>
                      <a:lnTo>
                        <a:pt x="2751989" y="1272751"/>
                      </a:lnTo>
                      <a:lnTo>
                        <a:pt x="2754350" y="1255243"/>
                      </a:lnTo>
                      <a:lnTo>
                        <a:pt x="2763549" y="1226539"/>
                      </a:lnTo>
                      <a:lnTo>
                        <a:pt x="2773683" y="1208695"/>
                      </a:lnTo>
                      <a:lnTo>
                        <a:pt x="2781414" y="1200236"/>
                      </a:lnTo>
                      <a:lnTo>
                        <a:pt x="2787770" y="1182995"/>
                      </a:lnTo>
                      <a:lnTo>
                        <a:pt x="2779739" y="1180423"/>
                      </a:lnTo>
                      <a:lnTo>
                        <a:pt x="2767497" y="1180702"/>
                      </a:lnTo>
                      <a:lnTo>
                        <a:pt x="2769802" y="1172745"/>
                      </a:lnTo>
                      <a:lnTo>
                        <a:pt x="2773373" y="1165734"/>
                      </a:lnTo>
                      <a:lnTo>
                        <a:pt x="2766991" y="1158749"/>
                      </a:lnTo>
                      <a:lnTo>
                        <a:pt x="2763213" y="1157860"/>
                      </a:lnTo>
                      <a:lnTo>
                        <a:pt x="2759322" y="1154996"/>
                      </a:lnTo>
                      <a:lnTo>
                        <a:pt x="2763885" y="1149179"/>
                      </a:lnTo>
                      <a:lnTo>
                        <a:pt x="2766112" y="1143032"/>
                      </a:lnTo>
                      <a:lnTo>
                        <a:pt x="2764753" y="1135551"/>
                      </a:lnTo>
                      <a:lnTo>
                        <a:pt x="2766665" y="1129918"/>
                      </a:lnTo>
                      <a:lnTo>
                        <a:pt x="2763477" y="1130769"/>
                      </a:lnTo>
                      <a:lnTo>
                        <a:pt x="2758350" y="1136732"/>
                      </a:lnTo>
                      <a:lnTo>
                        <a:pt x="2755162" y="1139113"/>
                      </a:lnTo>
                      <a:lnTo>
                        <a:pt x="2753219" y="1133836"/>
                      </a:lnTo>
                      <a:lnTo>
                        <a:pt x="2751002" y="1135030"/>
                      </a:lnTo>
                      <a:lnTo>
                        <a:pt x="2749560" y="1138656"/>
                      </a:lnTo>
                      <a:lnTo>
                        <a:pt x="2746289" y="1140650"/>
                      </a:lnTo>
                      <a:lnTo>
                        <a:pt x="2739380" y="1135691"/>
                      </a:lnTo>
                      <a:lnTo>
                        <a:pt x="2729308" y="1130013"/>
                      </a:lnTo>
                      <a:lnTo>
                        <a:pt x="2723701" y="1120246"/>
                      </a:lnTo>
                      <a:lnTo>
                        <a:pt x="2720502" y="1112677"/>
                      </a:lnTo>
                      <a:lnTo>
                        <a:pt x="2723752" y="1098979"/>
                      </a:lnTo>
                      <a:lnTo>
                        <a:pt x="2730713" y="1096547"/>
                      </a:lnTo>
                      <a:lnTo>
                        <a:pt x="2739757" y="1098769"/>
                      </a:lnTo>
                      <a:lnTo>
                        <a:pt x="2751612" y="1098750"/>
                      </a:lnTo>
                      <a:lnTo>
                        <a:pt x="2749917" y="1095708"/>
                      </a:lnTo>
                      <a:lnTo>
                        <a:pt x="2745684" y="1096210"/>
                      </a:lnTo>
                      <a:lnTo>
                        <a:pt x="2733189" y="1085097"/>
                      </a:lnTo>
                      <a:lnTo>
                        <a:pt x="2729168" y="1078385"/>
                      </a:lnTo>
                      <a:lnTo>
                        <a:pt x="2722254" y="1076543"/>
                      </a:lnTo>
                      <a:lnTo>
                        <a:pt x="2719101" y="1082995"/>
                      </a:lnTo>
                      <a:lnTo>
                        <a:pt x="2715603" y="1084710"/>
                      </a:lnTo>
                      <a:lnTo>
                        <a:pt x="2719923" y="1070593"/>
                      </a:lnTo>
                      <a:lnTo>
                        <a:pt x="2725571" y="1070015"/>
                      </a:lnTo>
                      <a:lnTo>
                        <a:pt x="2733912" y="1066103"/>
                      </a:lnTo>
                      <a:lnTo>
                        <a:pt x="2731488" y="1057930"/>
                      </a:lnTo>
                      <a:lnTo>
                        <a:pt x="2726223" y="1054355"/>
                      </a:lnTo>
                      <a:lnTo>
                        <a:pt x="2716714" y="1058838"/>
                      </a:lnTo>
                      <a:lnTo>
                        <a:pt x="2716828" y="1053091"/>
                      </a:lnTo>
                      <a:lnTo>
                        <a:pt x="2718610" y="1045731"/>
                      </a:lnTo>
                      <a:lnTo>
                        <a:pt x="2725778" y="1045756"/>
                      </a:lnTo>
                      <a:lnTo>
                        <a:pt x="2732057" y="1048157"/>
                      </a:lnTo>
                      <a:lnTo>
                        <a:pt x="2737400" y="1036269"/>
                      </a:lnTo>
                      <a:lnTo>
                        <a:pt x="2737638" y="1030960"/>
                      </a:lnTo>
                      <a:lnTo>
                        <a:pt x="2728760" y="1038676"/>
                      </a:lnTo>
                      <a:lnTo>
                        <a:pt x="2726765" y="1022031"/>
                      </a:lnTo>
                      <a:lnTo>
                        <a:pt x="2735504" y="1005977"/>
                      </a:lnTo>
                      <a:lnTo>
                        <a:pt x="2743839" y="998979"/>
                      </a:lnTo>
                      <a:lnTo>
                        <a:pt x="2754252" y="999183"/>
                      </a:lnTo>
                      <a:lnTo>
                        <a:pt x="2764836" y="998052"/>
                      </a:lnTo>
                      <a:lnTo>
                        <a:pt x="2758195" y="995112"/>
                      </a:lnTo>
                      <a:lnTo>
                        <a:pt x="2751379" y="993518"/>
                      </a:lnTo>
                      <a:lnTo>
                        <a:pt x="2756500" y="987174"/>
                      </a:lnTo>
                      <a:lnTo>
                        <a:pt x="2760867" y="986037"/>
                      </a:lnTo>
                      <a:lnTo>
                        <a:pt x="2765156" y="980506"/>
                      </a:lnTo>
                      <a:lnTo>
                        <a:pt x="2754841" y="981325"/>
                      </a:lnTo>
                      <a:lnTo>
                        <a:pt x="2756056" y="970860"/>
                      </a:lnTo>
                      <a:lnTo>
                        <a:pt x="2751043" y="972987"/>
                      </a:lnTo>
                      <a:lnTo>
                        <a:pt x="2745043" y="973971"/>
                      </a:lnTo>
                      <a:lnTo>
                        <a:pt x="2742708" y="978410"/>
                      </a:lnTo>
                      <a:lnTo>
                        <a:pt x="2743168" y="985783"/>
                      </a:lnTo>
                      <a:lnTo>
                        <a:pt x="2741416" y="990622"/>
                      </a:lnTo>
                      <a:lnTo>
                        <a:pt x="2736749" y="994509"/>
                      </a:lnTo>
                      <a:lnTo>
                        <a:pt x="2728868" y="997538"/>
                      </a:lnTo>
                      <a:lnTo>
                        <a:pt x="2728104" y="992286"/>
                      </a:lnTo>
                      <a:lnTo>
                        <a:pt x="2725499" y="989905"/>
                      </a:lnTo>
                      <a:lnTo>
                        <a:pt x="2724528" y="1001151"/>
                      </a:lnTo>
                      <a:lnTo>
                        <a:pt x="2722460" y="1004974"/>
                      </a:lnTo>
                      <a:lnTo>
                        <a:pt x="2716698" y="994420"/>
                      </a:lnTo>
                      <a:lnTo>
                        <a:pt x="2714967" y="996547"/>
                      </a:lnTo>
                      <a:lnTo>
                        <a:pt x="2715189" y="999545"/>
                      </a:lnTo>
                      <a:lnTo>
                        <a:pt x="2713717" y="1004726"/>
                      </a:lnTo>
                      <a:lnTo>
                        <a:pt x="2708776" y="1007425"/>
                      </a:lnTo>
                      <a:lnTo>
                        <a:pt x="2709081" y="1014068"/>
                      </a:lnTo>
                      <a:lnTo>
                        <a:pt x="2707164" y="1017688"/>
                      </a:lnTo>
                      <a:lnTo>
                        <a:pt x="2691340" y="1011921"/>
                      </a:lnTo>
                      <a:lnTo>
                        <a:pt x="2690968" y="1013877"/>
                      </a:lnTo>
                      <a:lnTo>
                        <a:pt x="2699919" y="1026311"/>
                      </a:lnTo>
                      <a:lnTo>
                        <a:pt x="2706456" y="1030560"/>
                      </a:lnTo>
                      <a:lnTo>
                        <a:pt x="2707252" y="1037342"/>
                      </a:lnTo>
                      <a:lnTo>
                        <a:pt x="2701640" y="1042968"/>
                      </a:lnTo>
                      <a:lnTo>
                        <a:pt x="2693898" y="1038110"/>
                      </a:lnTo>
                      <a:lnTo>
                        <a:pt x="2692596" y="1038466"/>
                      </a:lnTo>
                      <a:lnTo>
                        <a:pt x="2696803" y="1046798"/>
                      </a:lnTo>
                      <a:lnTo>
                        <a:pt x="2699454" y="1054075"/>
                      </a:lnTo>
                      <a:lnTo>
                        <a:pt x="2696725" y="1060172"/>
                      </a:lnTo>
                      <a:lnTo>
                        <a:pt x="2697149" y="1067678"/>
                      </a:lnTo>
                      <a:lnTo>
                        <a:pt x="2696560" y="1074485"/>
                      </a:lnTo>
                      <a:lnTo>
                        <a:pt x="2694891" y="1080423"/>
                      </a:lnTo>
                      <a:lnTo>
                        <a:pt x="2698653" y="1107793"/>
                      </a:lnTo>
                      <a:lnTo>
                        <a:pt x="2703185" y="1115236"/>
                      </a:lnTo>
                      <a:lnTo>
                        <a:pt x="2707639" y="1122355"/>
                      </a:lnTo>
                      <a:lnTo>
                        <a:pt x="2710001" y="1129016"/>
                      </a:lnTo>
                      <a:lnTo>
                        <a:pt x="2705273" y="1129988"/>
                      </a:lnTo>
                      <a:lnTo>
                        <a:pt x="2697743" y="1124507"/>
                      </a:lnTo>
                      <a:lnTo>
                        <a:pt x="2691129" y="1120329"/>
                      </a:lnTo>
                      <a:lnTo>
                        <a:pt x="2683248" y="1106968"/>
                      </a:lnTo>
                      <a:lnTo>
                        <a:pt x="2681945" y="1101633"/>
                      </a:lnTo>
                      <a:lnTo>
                        <a:pt x="2680023" y="1097417"/>
                      </a:lnTo>
                      <a:lnTo>
                        <a:pt x="2680953" y="1107101"/>
                      </a:lnTo>
                      <a:lnTo>
                        <a:pt x="2683765" y="1117916"/>
                      </a:lnTo>
                      <a:lnTo>
                        <a:pt x="2708446" y="1142117"/>
                      </a:lnTo>
                      <a:lnTo>
                        <a:pt x="2713003" y="1151401"/>
                      </a:lnTo>
                      <a:lnTo>
                        <a:pt x="2716476" y="1158698"/>
                      </a:lnTo>
                      <a:lnTo>
                        <a:pt x="2715603" y="1165690"/>
                      </a:lnTo>
                      <a:lnTo>
                        <a:pt x="2709169" y="1160743"/>
                      </a:lnTo>
                      <a:lnTo>
                        <a:pt x="2703619" y="1154437"/>
                      </a:lnTo>
                      <a:lnTo>
                        <a:pt x="2688886" y="1147312"/>
                      </a:lnTo>
                      <a:lnTo>
                        <a:pt x="2670308" y="1142809"/>
                      </a:lnTo>
                      <a:lnTo>
                        <a:pt x="2659833" y="1126247"/>
                      </a:lnTo>
                      <a:lnTo>
                        <a:pt x="2659869" y="1133157"/>
                      </a:lnTo>
                      <a:lnTo>
                        <a:pt x="2657543" y="1139018"/>
                      </a:lnTo>
                      <a:lnTo>
                        <a:pt x="2651141" y="1131874"/>
                      </a:lnTo>
                      <a:lnTo>
                        <a:pt x="2647105" y="1125778"/>
                      </a:lnTo>
                      <a:lnTo>
                        <a:pt x="2645751" y="1119097"/>
                      </a:lnTo>
                      <a:lnTo>
                        <a:pt x="2637756" y="1119554"/>
                      </a:lnTo>
                      <a:lnTo>
                        <a:pt x="2629374" y="1125358"/>
                      </a:lnTo>
                      <a:lnTo>
                        <a:pt x="2621266" y="1123980"/>
                      </a:lnTo>
                      <a:lnTo>
                        <a:pt x="2620305" y="1112651"/>
                      </a:lnTo>
                      <a:lnTo>
                        <a:pt x="2622496" y="1106650"/>
                      </a:lnTo>
                      <a:lnTo>
                        <a:pt x="2631596" y="1092457"/>
                      </a:lnTo>
                      <a:lnTo>
                        <a:pt x="2640170" y="1085211"/>
                      </a:lnTo>
                      <a:lnTo>
                        <a:pt x="2643952" y="1075857"/>
                      </a:lnTo>
                      <a:lnTo>
                        <a:pt x="2642660" y="1061353"/>
                      </a:lnTo>
                      <a:lnTo>
                        <a:pt x="2641048" y="1076111"/>
                      </a:lnTo>
                      <a:lnTo>
                        <a:pt x="2636149" y="1083427"/>
                      </a:lnTo>
                      <a:lnTo>
                        <a:pt x="2628449" y="1089015"/>
                      </a:lnTo>
                      <a:lnTo>
                        <a:pt x="2618315" y="1098973"/>
                      </a:lnTo>
                      <a:lnTo>
                        <a:pt x="2615840" y="1108181"/>
                      </a:lnTo>
                      <a:lnTo>
                        <a:pt x="2612677" y="1125422"/>
                      </a:lnTo>
                      <a:lnTo>
                        <a:pt x="2616956" y="1131258"/>
                      </a:lnTo>
                      <a:lnTo>
                        <a:pt x="2621328" y="1132782"/>
                      </a:lnTo>
                      <a:lnTo>
                        <a:pt x="2634242" y="1128870"/>
                      </a:lnTo>
                      <a:lnTo>
                        <a:pt x="2640924" y="1130617"/>
                      </a:lnTo>
                      <a:lnTo>
                        <a:pt x="2655786" y="1151376"/>
                      </a:lnTo>
                      <a:lnTo>
                        <a:pt x="2683460" y="1159587"/>
                      </a:lnTo>
                      <a:lnTo>
                        <a:pt x="2693552" y="1164718"/>
                      </a:lnTo>
                      <a:lnTo>
                        <a:pt x="2701779" y="1175552"/>
                      </a:lnTo>
                      <a:lnTo>
                        <a:pt x="2714146" y="1181788"/>
                      </a:lnTo>
                      <a:lnTo>
                        <a:pt x="2723742" y="1190850"/>
                      </a:lnTo>
                      <a:lnTo>
                        <a:pt x="2724000" y="1196762"/>
                      </a:lnTo>
                      <a:lnTo>
                        <a:pt x="2720678" y="1203754"/>
                      </a:lnTo>
                      <a:lnTo>
                        <a:pt x="2719365" y="1213216"/>
                      </a:lnTo>
                      <a:lnTo>
                        <a:pt x="2715288" y="1219185"/>
                      </a:lnTo>
                      <a:lnTo>
                        <a:pt x="2705500" y="1219871"/>
                      </a:lnTo>
                      <a:lnTo>
                        <a:pt x="2699588" y="1218334"/>
                      </a:lnTo>
                      <a:lnTo>
                        <a:pt x="2667807" y="1185071"/>
                      </a:lnTo>
                      <a:lnTo>
                        <a:pt x="2664013" y="1182010"/>
                      </a:lnTo>
                      <a:lnTo>
                        <a:pt x="2652226" y="1164591"/>
                      </a:lnTo>
                      <a:lnTo>
                        <a:pt x="2638397" y="1155262"/>
                      </a:lnTo>
                      <a:lnTo>
                        <a:pt x="2634118" y="1155459"/>
                      </a:lnTo>
                      <a:lnTo>
                        <a:pt x="2653802" y="1172713"/>
                      </a:lnTo>
                      <a:lnTo>
                        <a:pt x="2661838" y="1184779"/>
                      </a:lnTo>
                      <a:lnTo>
                        <a:pt x="2675992" y="1201696"/>
                      </a:lnTo>
                      <a:lnTo>
                        <a:pt x="2686111" y="1208860"/>
                      </a:lnTo>
                      <a:lnTo>
                        <a:pt x="2693557" y="1220036"/>
                      </a:lnTo>
                      <a:lnTo>
                        <a:pt x="2700477" y="1225275"/>
                      </a:lnTo>
                      <a:lnTo>
                        <a:pt x="2719370" y="1232737"/>
                      </a:lnTo>
                      <a:lnTo>
                        <a:pt x="2712802" y="1238097"/>
                      </a:lnTo>
                      <a:lnTo>
                        <a:pt x="2723287" y="1242663"/>
                      </a:lnTo>
                      <a:lnTo>
                        <a:pt x="2724786" y="1251058"/>
                      </a:lnTo>
                      <a:lnTo>
                        <a:pt x="2723825" y="1260628"/>
                      </a:lnTo>
                      <a:lnTo>
                        <a:pt x="2709272" y="1256843"/>
                      </a:lnTo>
                      <a:lnTo>
                        <a:pt x="2708797" y="1263892"/>
                      </a:lnTo>
                      <a:lnTo>
                        <a:pt x="2710099" y="1268052"/>
                      </a:lnTo>
                      <a:lnTo>
                        <a:pt x="2703671" y="1271487"/>
                      </a:lnTo>
                      <a:lnTo>
                        <a:pt x="2694730" y="1266826"/>
                      </a:lnTo>
                      <a:lnTo>
                        <a:pt x="2671517" y="1241329"/>
                      </a:lnTo>
                      <a:lnTo>
                        <a:pt x="2671713" y="1244739"/>
                      </a:lnTo>
                      <a:lnTo>
                        <a:pt x="2673594" y="1248696"/>
                      </a:lnTo>
                      <a:lnTo>
                        <a:pt x="2687056" y="1265111"/>
                      </a:lnTo>
                      <a:lnTo>
                        <a:pt x="2699071" y="1274955"/>
                      </a:lnTo>
                      <a:lnTo>
                        <a:pt x="2709257" y="1279400"/>
                      </a:lnTo>
                      <a:lnTo>
                        <a:pt x="2717107" y="1287649"/>
                      </a:lnTo>
                      <a:lnTo>
                        <a:pt x="2719877" y="1292640"/>
                      </a:lnTo>
                      <a:lnTo>
                        <a:pt x="2721727" y="1300210"/>
                      </a:lnTo>
                      <a:lnTo>
                        <a:pt x="2715908" y="1305354"/>
                      </a:lnTo>
                      <a:lnTo>
                        <a:pt x="2709283" y="1308193"/>
                      </a:lnTo>
                      <a:lnTo>
                        <a:pt x="2702813" y="1303061"/>
                      </a:lnTo>
                      <a:lnTo>
                        <a:pt x="2698069" y="1297657"/>
                      </a:lnTo>
                      <a:lnTo>
                        <a:pt x="2687966" y="1288481"/>
                      </a:lnTo>
                      <a:lnTo>
                        <a:pt x="2684938" y="1278225"/>
                      </a:lnTo>
                      <a:lnTo>
                        <a:pt x="2677253" y="1278752"/>
                      </a:lnTo>
                      <a:lnTo>
                        <a:pt x="2645136" y="1265747"/>
                      </a:lnTo>
                      <a:lnTo>
                        <a:pt x="2619323" y="1264248"/>
                      </a:lnTo>
                      <a:lnTo>
                        <a:pt x="2621845" y="1266864"/>
                      </a:lnTo>
                      <a:lnTo>
                        <a:pt x="2625111" y="1268604"/>
                      </a:lnTo>
                      <a:lnTo>
                        <a:pt x="2645668" y="1271811"/>
                      </a:lnTo>
                      <a:lnTo>
                        <a:pt x="2653792" y="1277800"/>
                      </a:lnTo>
                      <a:lnTo>
                        <a:pt x="2670700" y="1283115"/>
                      </a:lnTo>
                      <a:lnTo>
                        <a:pt x="2680602" y="1284569"/>
                      </a:lnTo>
                      <a:lnTo>
                        <a:pt x="2684617" y="1300896"/>
                      </a:lnTo>
                      <a:lnTo>
                        <a:pt x="2698301" y="1312130"/>
                      </a:lnTo>
                      <a:lnTo>
                        <a:pt x="2700079" y="1320455"/>
                      </a:lnTo>
                      <a:lnTo>
                        <a:pt x="2709422" y="1321389"/>
                      </a:lnTo>
                      <a:lnTo>
                        <a:pt x="2725861" y="1313222"/>
                      </a:lnTo>
                      <a:lnTo>
                        <a:pt x="2736470" y="1316086"/>
                      </a:lnTo>
                      <a:lnTo>
                        <a:pt x="2751772" y="1318423"/>
                      </a:lnTo>
                      <a:lnTo>
                        <a:pt x="2755270" y="1325015"/>
                      </a:lnTo>
                      <a:lnTo>
                        <a:pt x="2757896" y="1337557"/>
                      </a:lnTo>
                      <a:lnTo>
                        <a:pt x="2763306" y="1351667"/>
                      </a:lnTo>
                      <a:lnTo>
                        <a:pt x="2777337" y="1407303"/>
                      </a:lnTo>
                      <a:lnTo>
                        <a:pt x="2798416" y="1452810"/>
                      </a:lnTo>
                      <a:lnTo>
                        <a:pt x="2801010" y="1460646"/>
                      </a:lnTo>
                      <a:lnTo>
                        <a:pt x="2796111" y="1453769"/>
                      </a:lnTo>
                      <a:lnTo>
                        <a:pt x="2780473" y="1423630"/>
                      </a:lnTo>
                      <a:lnTo>
                        <a:pt x="2771843" y="1401867"/>
                      </a:lnTo>
                      <a:lnTo>
                        <a:pt x="2762975" y="1363441"/>
                      </a:lnTo>
                      <a:lnTo>
                        <a:pt x="2760402" y="1354836"/>
                      </a:lnTo>
                      <a:lnTo>
                        <a:pt x="2757374" y="1351401"/>
                      </a:lnTo>
                      <a:lnTo>
                        <a:pt x="2755379" y="1354195"/>
                      </a:lnTo>
                      <a:lnTo>
                        <a:pt x="2754521" y="1359091"/>
                      </a:lnTo>
                      <a:lnTo>
                        <a:pt x="2755968" y="1362850"/>
                      </a:lnTo>
                      <a:lnTo>
                        <a:pt x="2752475" y="1375500"/>
                      </a:lnTo>
                      <a:lnTo>
                        <a:pt x="2753989" y="1381305"/>
                      </a:lnTo>
                      <a:lnTo>
                        <a:pt x="2759663" y="1387306"/>
                      </a:lnTo>
                      <a:lnTo>
                        <a:pt x="2765828" y="1402280"/>
                      </a:lnTo>
                      <a:lnTo>
                        <a:pt x="2770753" y="1422442"/>
                      </a:lnTo>
                      <a:lnTo>
                        <a:pt x="2764092" y="1414269"/>
                      </a:lnTo>
                      <a:lnTo>
                        <a:pt x="2756981" y="1409938"/>
                      </a:lnTo>
                      <a:lnTo>
                        <a:pt x="2745917" y="1406617"/>
                      </a:lnTo>
                      <a:lnTo>
                        <a:pt x="2736062" y="1400794"/>
                      </a:lnTo>
                      <a:lnTo>
                        <a:pt x="2736780" y="1409145"/>
                      </a:lnTo>
                      <a:lnTo>
                        <a:pt x="2735835" y="1418162"/>
                      </a:lnTo>
                      <a:lnTo>
                        <a:pt x="2728238" y="1415412"/>
                      </a:lnTo>
                      <a:lnTo>
                        <a:pt x="2723070" y="1412421"/>
                      </a:lnTo>
                      <a:lnTo>
                        <a:pt x="2727644" y="1422030"/>
                      </a:lnTo>
                      <a:lnTo>
                        <a:pt x="2717716" y="1419147"/>
                      </a:lnTo>
                      <a:lnTo>
                        <a:pt x="2711102" y="1419750"/>
                      </a:lnTo>
                      <a:lnTo>
                        <a:pt x="2706802" y="1428278"/>
                      </a:lnTo>
                      <a:lnTo>
                        <a:pt x="2701035" y="1433454"/>
                      </a:lnTo>
                      <a:lnTo>
                        <a:pt x="2692508" y="1435124"/>
                      </a:lnTo>
                      <a:lnTo>
                        <a:pt x="2679858" y="1427326"/>
                      </a:lnTo>
                      <a:lnTo>
                        <a:pt x="2675760" y="1417857"/>
                      </a:lnTo>
                      <a:lnTo>
                        <a:pt x="2674065" y="1407316"/>
                      </a:lnTo>
                      <a:lnTo>
                        <a:pt x="2673388" y="1419782"/>
                      </a:lnTo>
                      <a:lnTo>
                        <a:pt x="2675641" y="1432762"/>
                      </a:lnTo>
                      <a:lnTo>
                        <a:pt x="2674850" y="1442630"/>
                      </a:lnTo>
                      <a:lnTo>
                        <a:pt x="2687031" y="1444446"/>
                      </a:lnTo>
                      <a:lnTo>
                        <a:pt x="2698420" y="1442833"/>
                      </a:lnTo>
                      <a:lnTo>
                        <a:pt x="2713789" y="1443246"/>
                      </a:lnTo>
                      <a:lnTo>
                        <a:pt x="2723814" y="1441398"/>
                      </a:lnTo>
                      <a:lnTo>
                        <a:pt x="2729850" y="1438261"/>
                      </a:lnTo>
                      <a:lnTo>
                        <a:pt x="2744325" y="1440979"/>
                      </a:lnTo>
                      <a:lnTo>
                        <a:pt x="2745353" y="1452899"/>
                      </a:lnTo>
                      <a:lnTo>
                        <a:pt x="2743700" y="1464749"/>
                      </a:lnTo>
                      <a:lnTo>
                        <a:pt x="2742863" y="1477367"/>
                      </a:lnTo>
                      <a:lnTo>
                        <a:pt x="2746873" y="1477284"/>
                      </a:lnTo>
                      <a:lnTo>
                        <a:pt x="2751586" y="1473252"/>
                      </a:lnTo>
                      <a:lnTo>
                        <a:pt x="2753942" y="1450651"/>
                      </a:lnTo>
                      <a:lnTo>
                        <a:pt x="2767172" y="1442300"/>
                      </a:lnTo>
                      <a:lnTo>
                        <a:pt x="2771605" y="1442872"/>
                      </a:lnTo>
                      <a:lnTo>
                        <a:pt x="2775817" y="1450136"/>
                      </a:lnTo>
                      <a:lnTo>
                        <a:pt x="2777233" y="1457503"/>
                      </a:lnTo>
                      <a:lnTo>
                        <a:pt x="2778727" y="1467619"/>
                      </a:lnTo>
                      <a:lnTo>
                        <a:pt x="2775636" y="1483031"/>
                      </a:lnTo>
                      <a:lnTo>
                        <a:pt x="2755312" y="1501054"/>
                      </a:lnTo>
                      <a:lnTo>
                        <a:pt x="2740754" y="1517717"/>
                      </a:lnTo>
                      <a:lnTo>
                        <a:pt x="2733313" y="1521115"/>
                      </a:lnTo>
                      <a:lnTo>
                        <a:pt x="2722579" y="1519178"/>
                      </a:lnTo>
                      <a:lnTo>
                        <a:pt x="2710409" y="1514987"/>
                      </a:lnTo>
                      <a:lnTo>
                        <a:pt x="2704441" y="1514142"/>
                      </a:lnTo>
                      <a:lnTo>
                        <a:pt x="2699903" y="1515539"/>
                      </a:lnTo>
                      <a:lnTo>
                        <a:pt x="2697139" y="1510408"/>
                      </a:lnTo>
                      <a:lnTo>
                        <a:pt x="2695356" y="1501047"/>
                      </a:lnTo>
                      <a:lnTo>
                        <a:pt x="2690622" y="1497942"/>
                      </a:lnTo>
                      <a:lnTo>
                        <a:pt x="2687041" y="1498285"/>
                      </a:lnTo>
                      <a:lnTo>
                        <a:pt x="2684597" y="1508230"/>
                      </a:lnTo>
                      <a:lnTo>
                        <a:pt x="2673243" y="1511056"/>
                      </a:lnTo>
                      <a:lnTo>
                        <a:pt x="2657807" y="1506947"/>
                      </a:lnTo>
                      <a:lnTo>
                        <a:pt x="2641642" y="1498584"/>
                      </a:lnTo>
                      <a:lnTo>
                        <a:pt x="2648577" y="1507557"/>
                      </a:lnTo>
                      <a:lnTo>
                        <a:pt x="2688689" y="1524296"/>
                      </a:lnTo>
                      <a:lnTo>
                        <a:pt x="2693206" y="1527427"/>
                      </a:lnTo>
                      <a:lnTo>
                        <a:pt x="2697423" y="1532006"/>
                      </a:lnTo>
                      <a:lnTo>
                        <a:pt x="2691811" y="1539188"/>
                      </a:lnTo>
                      <a:lnTo>
                        <a:pt x="2687413" y="1547278"/>
                      </a:lnTo>
                      <a:lnTo>
                        <a:pt x="2686793" y="1553629"/>
                      </a:lnTo>
                      <a:lnTo>
                        <a:pt x="2685242" y="1557636"/>
                      </a:lnTo>
                      <a:lnTo>
                        <a:pt x="2669248" y="1568431"/>
                      </a:lnTo>
                      <a:lnTo>
                        <a:pt x="2660582" y="1566526"/>
                      </a:lnTo>
                      <a:lnTo>
                        <a:pt x="2638438" y="1547062"/>
                      </a:lnTo>
                      <a:lnTo>
                        <a:pt x="2648526" y="1563897"/>
                      </a:lnTo>
                      <a:lnTo>
                        <a:pt x="2656603" y="1571041"/>
                      </a:lnTo>
                      <a:lnTo>
                        <a:pt x="2672866" y="1574852"/>
                      </a:lnTo>
                      <a:lnTo>
                        <a:pt x="2703371" y="1568558"/>
                      </a:lnTo>
                      <a:lnTo>
                        <a:pt x="2713376" y="1575430"/>
                      </a:lnTo>
                      <a:lnTo>
                        <a:pt x="2705164" y="1587603"/>
                      </a:lnTo>
                      <a:lnTo>
                        <a:pt x="2697004" y="1596145"/>
                      </a:lnTo>
                      <a:lnTo>
                        <a:pt x="2686302" y="1597097"/>
                      </a:lnTo>
                      <a:lnTo>
                        <a:pt x="2676876" y="1599409"/>
                      </a:lnTo>
                      <a:lnTo>
                        <a:pt x="2674111" y="1605283"/>
                      </a:lnTo>
                      <a:lnTo>
                        <a:pt x="2667393" y="1605651"/>
                      </a:lnTo>
                      <a:lnTo>
                        <a:pt x="2656892" y="1606000"/>
                      </a:lnTo>
                      <a:lnTo>
                        <a:pt x="2640635" y="1606534"/>
                      </a:lnTo>
                      <a:lnTo>
                        <a:pt x="2631705" y="1605162"/>
                      </a:lnTo>
                      <a:lnTo>
                        <a:pt x="2619230" y="1617164"/>
                      </a:lnTo>
                      <a:lnTo>
                        <a:pt x="2614522" y="1618815"/>
                      </a:lnTo>
                      <a:lnTo>
                        <a:pt x="2607944" y="1616561"/>
                      </a:lnTo>
                      <a:lnTo>
                        <a:pt x="2605184" y="1606921"/>
                      </a:lnTo>
                      <a:lnTo>
                        <a:pt x="2602244" y="1602184"/>
                      </a:lnTo>
                      <a:lnTo>
                        <a:pt x="2602171" y="1620219"/>
                      </a:lnTo>
                      <a:lnTo>
                        <a:pt x="2603324" y="1625077"/>
                      </a:lnTo>
                      <a:lnTo>
                        <a:pt x="2605680" y="1628741"/>
                      </a:lnTo>
                      <a:lnTo>
                        <a:pt x="2591087" y="1638527"/>
                      </a:lnTo>
                      <a:lnTo>
                        <a:pt x="2577118" y="1650733"/>
                      </a:lnTo>
                      <a:lnTo>
                        <a:pt x="2572111" y="1654054"/>
                      </a:lnTo>
                      <a:lnTo>
                        <a:pt x="2566421" y="1660169"/>
                      </a:lnTo>
                      <a:lnTo>
                        <a:pt x="2554768" y="1677830"/>
                      </a:lnTo>
                      <a:lnTo>
                        <a:pt x="2551889" y="1690708"/>
                      </a:lnTo>
                      <a:lnTo>
                        <a:pt x="2547678" y="1705066"/>
                      </a:lnTo>
                      <a:lnTo>
                        <a:pt x="2547145" y="1698602"/>
                      </a:lnTo>
                      <a:lnTo>
                        <a:pt x="2547869" y="1687717"/>
                      </a:lnTo>
                      <a:lnTo>
                        <a:pt x="2544985" y="1675251"/>
                      </a:lnTo>
                      <a:lnTo>
                        <a:pt x="2543156" y="1698087"/>
                      </a:lnTo>
                      <a:lnTo>
                        <a:pt x="2538629" y="1708699"/>
                      </a:lnTo>
                      <a:lnTo>
                        <a:pt x="2497086" y="1707950"/>
                      </a:lnTo>
                      <a:lnTo>
                        <a:pt x="2478900" y="1713716"/>
                      </a:lnTo>
                      <a:lnTo>
                        <a:pt x="2450984" y="1733116"/>
                      </a:lnTo>
                      <a:lnTo>
                        <a:pt x="2442638" y="1741619"/>
                      </a:lnTo>
                      <a:lnTo>
                        <a:pt x="2419580" y="1774495"/>
                      </a:lnTo>
                      <a:lnTo>
                        <a:pt x="2413694" y="1795534"/>
                      </a:lnTo>
                      <a:lnTo>
                        <a:pt x="2408976" y="1786688"/>
                      </a:lnTo>
                      <a:lnTo>
                        <a:pt x="2410144" y="1780052"/>
                      </a:lnTo>
                      <a:lnTo>
                        <a:pt x="2410237" y="1774629"/>
                      </a:lnTo>
                      <a:lnTo>
                        <a:pt x="2404428" y="1786263"/>
                      </a:lnTo>
                      <a:lnTo>
                        <a:pt x="2409942" y="1803205"/>
                      </a:lnTo>
                      <a:lnTo>
                        <a:pt x="2404992" y="1809676"/>
                      </a:lnTo>
                      <a:lnTo>
                        <a:pt x="2389762" y="1821755"/>
                      </a:lnTo>
                      <a:lnTo>
                        <a:pt x="2381427" y="1823736"/>
                      </a:lnTo>
                      <a:lnTo>
                        <a:pt x="2372068" y="1827172"/>
                      </a:lnTo>
                      <a:lnTo>
                        <a:pt x="2369122" y="1839085"/>
                      </a:lnTo>
                      <a:lnTo>
                        <a:pt x="2356415" y="1850071"/>
                      </a:lnTo>
                      <a:lnTo>
                        <a:pt x="2349010" y="1854936"/>
                      </a:lnTo>
                      <a:lnTo>
                        <a:pt x="2335449" y="1851989"/>
                      </a:lnTo>
                      <a:lnTo>
                        <a:pt x="2339625" y="1862569"/>
                      </a:lnTo>
                      <a:lnTo>
                        <a:pt x="2334643" y="1870577"/>
                      </a:lnTo>
                      <a:lnTo>
                        <a:pt x="2326065" y="1876718"/>
                      </a:lnTo>
                      <a:lnTo>
                        <a:pt x="2315399" y="1880725"/>
                      </a:lnTo>
                      <a:lnTo>
                        <a:pt x="2309285" y="1880236"/>
                      </a:lnTo>
                      <a:lnTo>
                        <a:pt x="2304061" y="1882363"/>
                      </a:lnTo>
                      <a:lnTo>
                        <a:pt x="2299968" y="1887456"/>
                      </a:lnTo>
                      <a:lnTo>
                        <a:pt x="2289968" y="1892219"/>
                      </a:lnTo>
                      <a:lnTo>
                        <a:pt x="2279581" y="1889539"/>
                      </a:lnTo>
                      <a:lnTo>
                        <a:pt x="2267809" y="1887932"/>
                      </a:lnTo>
                      <a:lnTo>
                        <a:pt x="2261251" y="1890790"/>
                      </a:lnTo>
                      <a:lnTo>
                        <a:pt x="2272274" y="1895515"/>
                      </a:lnTo>
                      <a:lnTo>
                        <a:pt x="2278176" y="1902360"/>
                      </a:lnTo>
                      <a:lnTo>
                        <a:pt x="2276961" y="1911588"/>
                      </a:lnTo>
                      <a:lnTo>
                        <a:pt x="2274010" y="1915150"/>
                      </a:lnTo>
                      <a:lnTo>
                        <a:pt x="2267055" y="1919976"/>
                      </a:lnTo>
                      <a:lnTo>
                        <a:pt x="2264001" y="1919259"/>
                      </a:lnTo>
                      <a:lnTo>
                        <a:pt x="2262135" y="1914909"/>
                      </a:lnTo>
                      <a:lnTo>
                        <a:pt x="2259872" y="1905847"/>
                      </a:lnTo>
                      <a:lnTo>
                        <a:pt x="2256637" y="1907777"/>
                      </a:lnTo>
                      <a:lnTo>
                        <a:pt x="2256078" y="1912000"/>
                      </a:lnTo>
                      <a:lnTo>
                        <a:pt x="2253298" y="1913505"/>
                      </a:lnTo>
                      <a:lnTo>
                        <a:pt x="2243433" y="1899071"/>
                      </a:lnTo>
                      <a:lnTo>
                        <a:pt x="2243924" y="1910082"/>
                      </a:lnTo>
                      <a:lnTo>
                        <a:pt x="2247371" y="1918541"/>
                      </a:lnTo>
                      <a:lnTo>
                        <a:pt x="2250704" y="1922834"/>
                      </a:lnTo>
                      <a:lnTo>
                        <a:pt x="2254068" y="1925361"/>
                      </a:lnTo>
                      <a:lnTo>
                        <a:pt x="2254895" y="1929286"/>
                      </a:lnTo>
                      <a:lnTo>
                        <a:pt x="2248146" y="1938850"/>
                      </a:lnTo>
                      <a:lnTo>
                        <a:pt x="2244673" y="1940977"/>
                      </a:lnTo>
                      <a:lnTo>
                        <a:pt x="2238493" y="1942527"/>
                      </a:lnTo>
                      <a:lnTo>
                        <a:pt x="2235015" y="1948420"/>
                      </a:lnTo>
                      <a:lnTo>
                        <a:pt x="2236043" y="1953494"/>
                      </a:lnTo>
                      <a:lnTo>
                        <a:pt x="2230638" y="1964505"/>
                      </a:lnTo>
                      <a:lnTo>
                        <a:pt x="2217713" y="1971383"/>
                      </a:lnTo>
                      <a:lnTo>
                        <a:pt x="2213765" y="1971116"/>
                      </a:lnTo>
                      <a:lnTo>
                        <a:pt x="2210546" y="1973129"/>
                      </a:lnTo>
                      <a:lnTo>
                        <a:pt x="2212427" y="1978032"/>
                      </a:lnTo>
                      <a:lnTo>
                        <a:pt x="2215651" y="1981601"/>
                      </a:lnTo>
                      <a:lnTo>
                        <a:pt x="2215538" y="1984915"/>
                      </a:lnTo>
                      <a:lnTo>
                        <a:pt x="2212122" y="1989418"/>
                      </a:lnTo>
                      <a:lnTo>
                        <a:pt x="2205378" y="1990675"/>
                      </a:lnTo>
                      <a:lnTo>
                        <a:pt x="2201590" y="1995813"/>
                      </a:lnTo>
                      <a:lnTo>
                        <a:pt x="2202789" y="2000658"/>
                      </a:lnTo>
                      <a:lnTo>
                        <a:pt x="2205016" y="2003363"/>
                      </a:lnTo>
                      <a:lnTo>
                        <a:pt x="2204551" y="2008025"/>
                      </a:lnTo>
                      <a:lnTo>
                        <a:pt x="2196882" y="2012705"/>
                      </a:lnTo>
                      <a:lnTo>
                        <a:pt x="2195084" y="2017309"/>
                      </a:lnTo>
                      <a:lnTo>
                        <a:pt x="2198892" y="2018668"/>
                      </a:lnTo>
                      <a:lnTo>
                        <a:pt x="2201822" y="2017309"/>
                      </a:lnTo>
                      <a:lnTo>
                        <a:pt x="2203967" y="2018299"/>
                      </a:lnTo>
                      <a:lnTo>
                        <a:pt x="2199368" y="2025996"/>
                      </a:lnTo>
                      <a:lnTo>
                        <a:pt x="2195239" y="2030689"/>
                      </a:lnTo>
                      <a:lnTo>
                        <a:pt x="2191316" y="2039122"/>
                      </a:lnTo>
                      <a:lnTo>
                        <a:pt x="2182216" y="2041453"/>
                      </a:lnTo>
                      <a:lnTo>
                        <a:pt x="2182557" y="2044177"/>
                      </a:lnTo>
                      <a:lnTo>
                        <a:pt x="2187699" y="2046590"/>
                      </a:lnTo>
                      <a:lnTo>
                        <a:pt x="2192004" y="2053074"/>
                      </a:lnTo>
                      <a:lnTo>
                        <a:pt x="2183916" y="2065045"/>
                      </a:lnTo>
                      <a:lnTo>
                        <a:pt x="2178867" y="2064060"/>
                      </a:lnTo>
                      <a:lnTo>
                        <a:pt x="2175782" y="2061425"/>
                      </a:lnTo>
                      <a:lnTo>
                        <a:pt x="2173813" y="2070874"/>
                      </a:lnTo>
                      <a:lnTo>
                        <a:pt x="2174568" y="2075917"/>
                      </a:lnTo>
                      <a:lnTo>
                        <a:pt x="2172645" y="2086223"/>
                      </a:lnTo>
                      <a:lnTo>
                        <a:pt x="2169555" y="2098613"/>
                      </a:lnTo>
                      <a:lnTo>
                        <a:pt x="2167457" y="2103699"/>
                      </a:lnTo>
                      <a:lnTo>
                        <a:pt x="2167902" y="2113174"/>
                      </a:lnTo>
                      <a:lnTo>
                        <a:pt x="2169199" y="2122325"/>
                      </a:lnTo>
                      <a:lnTo>
                        <a:pt x="2174149" y="2134118"/>
                      </a:lnTo>
                      <a:lnTo>
                        <a:pt x="2181710" y="2182343"/>
                      </a:lnTo>
                      <a:lnTo>
                        <a:pt x="2186857" y="2199089"/>
                      </a:lnTo>
                      <a:lnTo>
                        <a:pt x="2196128" y="2244272"/>
                      </a:lnTo>
                      <a:lnTo>
                        <a:pt x="2211471" y="2288077"/>
                      </a:lnTo>
                      <a:lnTo>
                        <a:pt x="2233118" y="2341026"/>
                      </a:lnTo>
                      <a:lnTo>
                        <a:pt x="2268646" y="2405203"/>
                      </a:lnTo>
                      <a:lnTo>
                        <a:pt x="2272899" y="2414348"/>
                      </a:lnTo>
                      <a:lnTo>
                        <a:pt x="2268274" y="2422102"/>
                      </a:lnTo>
                      <a:lnTo>
                        <a:pt x="2266863" y="2430135"/>
                      </a:lnTo>
                      <a:lnTo>
                        <a:pt x="2266460" y="2442245"/>
                      </a:lnTo>
                      <a:lnTo>
                        <a:pt x="2267742" y="2454044"/>
                      </a:lnTo>
                      <a:lnTo>
                        <a:pt x="2271943" y="2468453"/>
                      </a:lnTo>
                      <a:lnTo>
                        <a:pt x="2280015" y="2490483"/>
                      </a:lnTo>
                      <a:lnTo>
                        <a:pt x="2275499" y="2486088"/>
                      </a:lnTo>
                      <a:lnTo>
                        <a:pt x="2263809" y="2454470"/>
                      </a:lnTo>
                      <a:lnTo>
                        <a:pt x="2262450" y="2435901"/>
                      </a:lnTo>
                      <a:lnTo>
                        <a:pt x="2264135" y="2409560"/>
                      </a:lnTo>
                      <a:lnTo>
                        <a:pt x="2261391" y="2410195"/>
                      </a:lnTo>
                      <a:lnTo>
                        <a:pt x="2259164" y="2418755"/>
                      </a:lnTo>
                      <a:lnTo>
                        <a:pt x="2257939" y="2428808"/>
                      </a:lnTo>
                      <a:lnTo>
                        <a:pt x="2254973" y="2432700"/>
                      </a:lnTo>
                      <a:lnTo>
                        <a:pt x="2250926" y="2417364"/>
                      </a:lnTo>
                      <a:lnTo>
                        <a:pt x="2251210" y="2410430"/>
                      </a:lnTo>
                      <a:lnTo>
                        <a:pt x="2255505" y="2402327"/>
                      </a:lnTo>
                      <a:lnTo>
                        <a:pt x="2254259" y="2399412"/>
                      </a:lnTo>
                      <a:lnTo>
                        <a:pt x="2247309" y="2395265"/>
                      </a:lnTo>
                      <a:lnTo>
                        <a:pt x="2245831" y="2388743"/>
                      </a:lnTo>
                      <a:lnTo>
                        <a:pt x="2246771" y="2382304"/>
                      </a:lnTo>
                      <a:lnTo>
                        <a:pt x="2242782" y="2378862"/>
                      </a:lnTo>
                      <a:lnTo>
                        <a:pt x="2239661" y="2379027"/>
                      </a:lnTo>
                      <a:lnTo>
                        <a:pt x="2241753" y="2394903"/>
                      </a:lnTo>
                      <a:lnTo>
                        <a:pt x="2245056" y="2404651"/>
                      </a:lnTo>
                      <a:lnTo>
                        <a:pt x="2249138" y="2428014"/>
                      </a:lnTo>
                      <a:lnTo>
                        <a:pt x="2255727" y="2442169"/>
                      </a:lnTo>
                      <a:lnTo>
                        <a:pt x="2259567" y="2454038"/>
                      </a:lnTo>
                      <a:lnTo>
                        <a:pt x="2304438" y="2580696"/>
                      </a:lnTo>
                      <a:lnTo>
                        <a:pt x="2315058" y="2596826"/>
                      </a:lnTo>
                      <a:lnTo>
                        <a:pt x="2318985" y="2608409"/>
                      </a:lnTo>
                      <a:lnTo>
                        <a:pt x="2323073" y="2632630"/>
                      </a:lnTo>
                      <a:lnTo>
                        <a:pt x="2323998" y="2663728"/>
                      </a:lnTo>
                      <a:lnTo>
                        <a:pt x="2316665" y="2720564"/>
                      </a:lnTo>
                      <a:lnTo>
                        <a:pt x="2314996" y="2759333"/>
                      </a:lnTo>
                      <a:lnTo>
                        <a:pt x="2313947" y="2758145"/>
                      </a:lnTo>
                      <a:lnTo>
                        <a:pt x="2313244" y="2754062"/>
                      </a:lnTo>
                      <a:lnTo>
                        <a:pt x="2311549" y="2753503"/>
                      </a:lnTo>
                      <a:lnTo>
                        <a:pt x="2305182" y="2771265"/>
                      </a:lnTo>
                      <a:lnTo>
                        <a:pt x="2296531" y="2787287"/>
                      </a:lnTo>
                      <a:lnTo>
                        <a:pt x="2293684" y="2812187"/>
                      </a:lnTo>
                      <a:lnTo>
                        <a:pt x="2289534" y="2824653"/>
                      </a:lnTo>
                      <a:lnTo>
                        <a:pt x="2277075" y="2837843"/>
                      </a:lnTo>
                      <a:lnTo>
                        <a:pt x="2269354" y="2837506"/>
                      </a:lnTo>
                      <a:lnTo>
                        <a:pt x="2250420" y="2847400"/>
                      </a:lnTo>
                      <a:lnTo>
                        <a:pt x="2237118" y="2844822"/>
                      </a:lnTo>
                      <a:lnTo>
                        <a:pt x="2221269" y="2850404"/>
                      </a:lnTo>
                      <a:lnTo>
                        <a:pt x="2210840" y="2849781"/>
                      </a:lnTo>
                      <a:lnTo>
                        <a:pt x="2204820" y="2838014"/>
                      </a:lnTo>
                      <a:lnTo>
                        <a:pt x="2205740" y="2832750"/>
                      </a:lnTo>
                      <a:lnTo>
                        <a:pt x="2208137" y="2827460"/>
                      </a:lnTo>
                      <a:lnTo>
                        <a:pt x="2212199" y="2826228"/>
                      </a:lnTo>
                      <a:lnTo>
                        <a:pt x="2226199" y="2838560"/>
                      </a:lnTo>
                      <a:lnTo>
                        <a:pt x="2228839" y="2833372"/>
                      </a:lnTo>
                      <a:lnTo>
                        <a:pt x="2224612" y="2827199"/>
                      </a:lnTo>
                      <a:lnTo>
                        <a:pt x="2216519" y="2823757"/>
                      </a:lnTo>
                      <a:lnTo>
                        <a:pt x="2210540" y="2819973"/>
                      </a:lnTo>
                      <a:lnTo>
                        <a:pt x="2198494" y="2791859"/>
                      </a:lnTo>
                      <a:lnTo>
                        <a:pt x="2186014" y="2772554"/>
                      </a:lnTo>
                      <a:lnTo>
                        <a:pt x="2183911" y="2759650"/>
                      </a:lnTo>
                      <a:lnTo>
                        <a:pt x="2162393" y="2751782"/>
                      </a:lnTo>
                      <a:lnTo>
                        <a:pt x="2146812" y="2739869"/>
                      </a:lnTo>
                      <a:lnTo>
                        <a:pt x="2136652" y="2718678"/>
                      </a:lnTo>
                      <a:lnTo>
                        <a:pt x="2130823" y="2681102"/>
                      </a:lnTo>
                      <a:lnTo>
                        <a:pt x="2123950" y="2676879"/>
                      </a:lnTo>
                      <a:lnTo>
                        <a:pt x="2121046" y="2673958"/>
                      </a:lnTo>
                      <a:lnTo>
                        <a:pt x="2127759" y="2660013"/>
                      </a:lnTo>
                      <a:lnTo>
                        <a:pt x="2134833" y="2648322"/>
                      </a:lnTo>
                      <a:lnTo>
                        <a:pt x="2129237" y="2651230"/>
                      </a:lnTo>
                      <a:lnTo>
                        <a:pt x="2125108" y="2655555"/>
                      </a:lnTo>
                      <a:lnTo>
                        <a:pt x="2119857" y="2665880"/>
                      </a:lnTo>
                      <a:lnTo>
                        <a:pt x="2116023" y="2667468"/>
                      </a:lnTo>
                      <a:lnTo>
                        <a:pt x="2112509" y="2665880"/>
                      </a:lnTo>
                      <a:lnTo>
                        <a:pt x="2108457" y="2646074"/>
                      </a:lnTo>
                      <a:lnTo>
                        <a:pt x="2109615" y="2621726"/>
                      </a:lnTo>
                      <a:lnTo>
                        <a:pt x="2115294" y="2612620"/>
                      </a:lnTo>
                      <a:lnTo>
                        <a:pt x="2106571" y="2612378"/>
                      </a:lnTo>
                      <a:lnTo>
                        <a:pt x="2097533" y="2615846"/>
                      </a:lnTo>
                      <a:lnTo>
                        <a:pt x="2098856" y="2623962"/>
                      </a:lnTo>
                      <a:lnTo>
                        <a:pt x="2097579" y="2628420"/>
                      </a:lnTo>
                      <a:lnTo>
                        <a:pt x="2090995" y="2627276"/>
                      </a:lnTo>
                      <a:lnTo>
                        <a:pt x="2086003" y="2624425"/>
                      </a:lnTo>
                      <a:lnTo>
                        <a:pt x="2079229" y="2615979"/>
                      </a:lnTo>
                      <a:lnTo>
                        <a:pt x="2069989" y="2599862"/>
                      </a:lnTo>
                      <a:lnTo>
                        <a:pt x="2051033" y="2555460"/>
                      </a:lnTo>
                      <a:lnTo>
                        <a:pt x="2047338" y="2549198"/>
                      </a:lnTo>
                      <a:lnTo>
                        <a:pt x="2041070" y="2542645"/>
                      </a:lnTo>
                      <a:lnTo>
                        <a:pt x="2044021" y="2540606"/>
                      </a:lnTo>
                      <a:lnTo>
                        <a:pt x="2049406" y="2539400"/>
                      </a:lnTo>
                      <a:lnTo>
                        <a:pt x="2061576" y="2519409"/>
                      </a:lnTo>
                      <a:lnTo>
                        <a:pt x="2071136" y="2507330"/>
                      </a:lnTo>
                      <a:lnTo>
                        <a:pt x="2074309" y="2498973"/>
                      </a:lnTo>
                      <a:lnTo>
                        <a:pt x="2073756" y="2495398"/>
                      </a:lnTo>
                      <a:lnTo>
                        <a:pt x="2069529" y="2490203"/>
                      </a:lnTo>
                      <a:lnTo>
                        <a:pt x="2063979" y="2494744"/>
                      </a:lnTo>
                      <a:lnTo>
                        <a:pt x="2061601" y="2493448"/>
                      </a:lnTo>
                      <a:lnTo>
                        <a:pt x="2055359" y="2482970"/>
                      </a:lnTo>
                      <a:lnTo>
                        <a:pt x="2049395" y="2480011"/>
                      </a:lnTo>
                      <a:lnTo>
                        <a:pt x="2045240" y="2482278"/>
                      </a:lnTo>
                      <a:lnTo>
                        <a:pt x="2049623" y="2490864"/>
                      </a:lnTo>
                      <a:lnTo>
                        <a:pt x="2053560" y="2494052"/>
                      </a:lnTo>
                      <a:lnTo>
                        <a:pt x="2052036" y="2506536"/>
                      </a:lnTo>
                      <a:lnTo>
                        <a:pt x="2050444" y="2510601"/>
                      </a:lnTo>
                      <a:lnTo>
                        <a:pt x="2046755" y="2514189"/>
                      </a:lnTo>
                      <a:lnTo>
                        <a:pt x="2040993" y="2512277"/>
                      </a:lnTo>
                      <a:lnTo>
                        <a:pt x="2038078" y="2515364"/>
                      </a:lnTo>
                      <a:lnTo>
                        <a:pt x="2034647" y="2512112"/>
                      </a:lnTo>
                      <a:lnTo>
                        <a:pt x="2031231" y="2506625"/>
                      </a:lnTo>
                      <a:lnTo>
                        <a:pt x="2027427" y="2497595"/>
                      </a:lnTo>
                      <a:lnTo>
                        <a:pt x="2037478" y="2446767"/>
                      </a:lnTo>
                      <a:lnTo>
                        <a:pt x="2046780" y="2414380"/>
                      </a:lnTo>
                      <a:lnTo>
                        <a:pt x="2047845" y="2377433"/>
                      </a:lnTo>
                      <a:lnTo>
                        <a:pt x="2048537" y="2371959"/>
                      </a:lnTo>
                      <a:lnTo>
                        <a:pt x="2047752" y="2362141"/>
                      </a:lnTo>
                      <a:lnTo>
                        <a:pt x="2035277" y="2340804"/>
                      </a:lnTo>
                      <a:lnTo>
                        <a:pt x="1980122" y="2288737"/>
                      </a:lnTo>
                      <a:lnTo>
                        <a:pt x="1937374" y="2227081"/>
                      </a:lnTo>
                      <a:lnTo>
                        <a:pt x="1900348" y="2203953"/>
                      </a:lnTo>
                      <a:lnTo>
                        <a:pt x="1872256" y="2209033"/>
                      </a:lnTo>
                      <a:lnTo>
                        <a:pt x="1867393" y="2213682"/>
                      </a:lnTo>
                      <a:lnTo>
                        <a:pt x="1865305" y="2219759"/>
                      </a:lnTo>
                      <a:lnTo>
                        <a:pt x="1867068" y="2226637"/>
                      </a:lnTo>
                      <a:lnTo>
                        <a:pt x="1864515" y="2229501"/>
                      </a:lnTo>
                      <a:lnTo>
                        <a:pt x="1856975" y="2229139"/>
                      </a:lnTo>
                      <a:lnTo>
                        <a:pt x="1846820" y="2230739"/>
                      </a:lnTo>
                      <a:lnTo>
                        <a:pt x="1820305" y="2246971"/>
                      </a:lnTo>
                      <a:lnTo>
                        <a:pt x="1810951" y="2246374"/>
                      </a:lnTo>
                      <a:lnTo>
                        <a:pt x="1802455" y="2250578"/>
                      </a:lnTo>
                      <a:lnTo>
                        <a:pt x="1796094" y="2253727"/>
                      </a:lnTo>
                      <a:lnTo>
                        <a:pt x="1779506" y="2255442"/>
                      </a:lnTo>
                      <a:lnTo>
                        <a:pt x="1765439" y="2259043"/>
                      </a:lnTo>
                      <a:lnTo>
                        <a:pt x="1759362" y="2257093"/>
                      </a:lnTo>
                      <a:lnTo>
                        <a:pt x="1755398" y="2247682"/>
                      </a:lnTo>
                      <a:lnTo>
                        <a:pt x="1755398" y="2237940"/>
                      </a:lnTo>
                      <a:lnTo>
                        <a:pt x="1758613" y="2245408"/>
                      </a:lnTo>
                      <a:lnTo>
                        <a:pt x="1763589" y="2251251"/>
                      </a:lnTo>
                      <a:lnTo>
                        <a:pt x="1765868" y="2248914"/>
                      </a:lnTo>
                      <a:lnTo>
                        <a:pt x="1766721" y="2243745"/>
                      </a:lnTo>
                      <a:lnTo>
                        <a:pt x="1761770" y="2233616"/>
                      </a:lnTo>
                      <a:lnTo>
                        <a:pt x="1745822" y="2220604"/>
                      </a:lnTo>
                      <a:lnTo>
                        <a:pt x="1727673" y="2201597"/>
                      </a:lnTo>
                      <a:lnTo>
                        <a:pt x="1733208" y="2202226"/>
                      </a:lnTo>
                      <a:lnTo>
                        <a:pt x="1734608" y="2198155"/>
                      </a:lnTo>
                      <a:lnTo>
                        <a:pt x="1728981" y="2192815"/>
                      </a:lnTo>
                      <a:lnTo>
                        <a:pt x="1731358" y="2186642"/>
                      </a:lnTo>
                      <a:lnTo>
                        <a:pt x="1735322" y="2180158"/>
                      </a:lnTo>
                      <a:lnTo>
                        <a:pt x="1727663" y="2181130"/>
                      </a:lnTo>
                      <a:lnTo>
                        <a:pt x="1720790" y="2185670"/>
                      </a:lnTo>
                      <a:lnTo>
                        <a:pt x="1720563" y="2191278"/>
                      </a:lnTo>
                      <a:lnTo>
                        <a:pt x="1719203" y="2195736"/>
                      </a:lnTo>
                      <a:lnTo>
                        <a:pt x="1715503" y="2195088"/>
                      </a:lnTo>
                      <a:lnTo>
                        <a:pt x="1708635" y="2189569"/>
                      </a:lnTo>
                      <a:lnTo>
                        <a:pt x="1674823" y="2174208"/>
                      </a:lnTo>
                      <a:lnTo>
                        <a:pt x="1645264" y="2165546"/>
                      </a:lnTo>
                      <a:lnTo>
                        <a:pt x="1667950" y="2161647"/>
                      </a:lnTo>
                      <a:lnTo>
                        <a:pt x="1680254" y="2164676"/>
                      </a:lnTo>
                      <a:lnTo>
                        <a:pt x="1678787" y="2160027"/>
                      </a:lnTo>
                      <a:lnTo>
                        <a:pt x="1675826" y="2157075"/>
                      </a:lnTo>
                      <a:lnTo>
                        <a:pt x="1666121" y="2153334"/>
                      </a:lnTo>
                      <a:lnTo>
                        <a:pt x="1653759" y="2154757"/>
                      </a:lnTo>
                      <a:lnTo>
                        <a:pt x="1645951" y="2152998"/>
                      </a:lnTo>
                      <a:lnTo>
                        <a:pt x="1637967" y="2156706"/>
                      </a:lnTo>
                      <a:lnTo>
                        <a:pt x="1629218" y="2162218"/>
                      </a:lnTo>
                      <a:lnTo>
                        <a:pt x="1621430" y="2165057"/>
                      </a:lnTo>
                      <a:lnTo>
                        <a:pt x="1590951" y="2169026"/>
                      </a:lnTo>
                      <a:lnTo>
                        <a:pt x="1566234" y="2173332"/>
                      </a:lnTo>
                      <a:lnTo>
                        <a:pt x="1570197" y="2168785"/>
                      </a:lnTo>
                      <a:lnTo>
                        <a:pt x="1574424" y="2165863"/>
                      </a:lnTo>
                      <a:lnTo>
                        <a:pt x="1589028" y="2161418"/>
                      </a:lnTo>
                      <a:lnTo>
                        <a:pt x="1591214" y="2152178"/>
                      </a:lnTo>
                      <a:lnTo>
                        <a:pt x="1587783" y="2143281"/>
                      </a:lnTo>
                      <a:lnTo>
                        <a:pt x="1583938" y="2145415"/>
                      </a:lnTo>
                      <a:lnTo>
                        <a:pt x="1579902" y="2152369"/>
                      </a:lnTo>
                      <a:lnTo>
                        <a:pt x="1574952" y="2147358"/>
                      </a:lnTo>
                      <a:lnTo>
                        <a:pt x="1569469" y="2147384"/>
                      </a:lnTo>
                      <a:lnTo>
                        <a:pt x="1567980" y="2158446"/>
                      </a:lnTo>
                      <a:lnTo>
                        <a:pt x="1560952" y="2165863"/>
                      </a:lnTo>
                      <a:lnTo>
                        <a:pt x="1557779" y="2173332"/>
                      </a:lnTo>
                      <a:lnTo>
                        <a:pt x="1537170" y="2179180"/>
                      </a:lnTo>
                      <a:lnTo>
                        <a:pt x="1534530" y="2177231"/>
                      </a:lnTo>
                      <a:lnTo>
                        <a:pt x="1540560" y="2170137"/>
                      </a:lnTo>
                      <a:lnTo>
                        <a:pt x="1540080" y="2166194"/>
                      </a:lnTo>
                      <a:lnTo>
                        <a:pt x="1533202" y="2169578"/>
                      </a:lnTo>
                      <a:lnTo>
                        <a:pt x="1521667" y="2183022"/>
                      </a:lnTo>
                      <a:lnTo>
                        <a:pt x="1481059" y="2187423"/>
                      </a:lnTo>
                      <a:lnTo>
                        <a:pt x="1483276" y="2184368"/>
                      </a:lnTo>
                      <a:lnTo>
                        <a:pt x="1491849" y="2183759"/>
                      </a:lnTo>
                      <a:lnTo>
                        <a:pt x="1503885" y="2179504"/>
                      </a:lnTo>
                      <a:lnTo>
                        <a:pt x="1501451" y="2172341"/>
                      </a:lnTo>
                      <a:lnTo>
                        <a:pt x="1496810" y="2164466"/>
                      </a:lnTo>
                      <a:lnTo>
                        <a:pt x="1492526" y="2163590"/>
                      </a:lnTo>
                      <a:lnTo>
                        <a:pt x="1489700" y="2158973"/>
                      </a:lnTo>
                      <a:lnTo>
                        <a:pt x="1489839" y="2144425"/>
                      </a:lnTo>
                      <a:lnTo>
                        <a:pt x="1487100" y="2135921"/>
                      </a:lnTo>
                      <a:lnTo>
                        <a:pt x="1480491" y="2127171"/>
                      </a:lnTo>
                      <a:lnTo>
                        <a:pt x="1478258" y="2128853"/>
                      </a:lnTo>
                      <a:lnTo>
                        <a:pt x="1473395" y="2143815"/>
                      </a:lnTo>
                      <a:lnTo>
                        <a:pt x="1469354" y="2163438"/>
                      </a:lnTo>
                      <a:lnTo>
                        <a:pt x="1467354" y="2169775"/>
                      </a:lnTo>
                      <a:lnTo>
                        <a:pt x="1455314" y="2170220"/>
                      </a:lnTo>
                      <a:lnTo>
                        <a:pt x="1444658" y="2168880"/>
                      </a:lnTo>
                      <a:lnTo>
                        <a:pt x="1408442" y="2171236"/>
                      </a:lnTo>
                      <a:lnTo>
                        <a:pt x="1394913" y="2164587"/>
                      </a:lnTo>
                      <a:lnTo>
                        <a:pt x="1389301" y="2163311"/>
                      </a:lnTo>
                      <a:lnTo>
                        <a:pt x="1385885" y="2163463"/>
                      </a:lnTo>
                      <a:lnTo>
                        <a:pt x="1370134" y="2169559"/>
                      </a:lnTo>
                      <a:lnTo>
                        <a:pt x="1352186" y="2174227"/>
                      </a:lnTo>
                      <a:lnTo>
                        <a:pt x="1347959" y="2172760"/>
                      </a:lnTo>
                      <a:lnTo>
                        <a:pt x="1341929" y="2172544"/>
                      </a:lnTo>
                      <a:lnTo>
                        <a:pt x="1328916" y="2188433"/>
                      </a:lnTo>
                      <a:lnTo>
                        <a:pt x="1313573" y="2195869"/>
                      </a:lnTo>
                      <a:lnTo>
                        <a:pt x="1274862" y="2182501"/>
                      </a:lnTo>
                      <a:lnTo>
                        <a:pt x="1265234" y="2171750"/>
                      </a:lnTo>
                      <a:lnTo>
                        <a:pt x="1256687" y="2169451"/>
                      </a:lnTo>
                      <a:lnTo>
                        <a:pt x="1246176" y="2168124"/>
                      </a:lnTo>
                      <a:lnTo>
                        <a:pt x="1234884" y="2181352"/>
                      </a:lnTo>
                      <a:lnTo>
                        <a:pt x="1226306" y="2199203"/>
                      </a:lnTo>
                      <a:lnTo>
                        <a:pt x="1239861" y="2208989"/>
                      </a:lnTo>
                      <a:lnTo>
                        <a:pt x="1251462" y="2213669"/>
                      </a:lnTo>
                      <a:lnTo>
                        <a:pt x="1270635" y="2209745"/>
                      </a:lnTo>
                      <a:lnTo>
                        <a:pt x="1281234" y="2201083"/>
                      </a:lnTo>
                      <a:lnTo>
                        <a:pt x="1289890" y="2201368"/>
                      </a:lnTo>
                      <a:lnTo>
                        <a:pt x="1294029" y="2199609"/>
                      </a:lnTo>
                      <a:lnTo>
                        <a:pt x="1297806" y="2195088"/>
                      </a:lnTo>
                      <a:lnTo>
                        <a:pt x="1305207" y="2198657"/>
                      </a:lnTo>
                      <a:lnTo>
                        <a:pt x="1305470" y="2202232"/>
                      </a:lnTo>
                      <a:lnTo>
                        <a:pt x="1300215" y="2207268"/>
                      </a:lnTo>
                      <a:lnTo>
                        <a:pt x="1293595" y="2211510"/>
                      </a:lnTo>
                      <a:lnTo>
                        <a:pt x="1289579" y="2216508"/>
                      </a:lnTo>
                      <a:lnTo>
                        <a:pt x="1297135" y="2226580"/>
                      </a:lnTo>
                      <a:lnTo>
                        <a:pt x="1309000" y="2229964"/>
                      </a:lnTo>
                      <a:lnTo>
                        <a:pt x="1313465" y="2228504"/>
                      </a:lnTo>
                      <a:lnTo>
                        <a:pt x="1316229" y="2217181"/>
                      </a:lnTo>
                      <a:lnTo>
                        <a:pt x="1323526" y="2209891"/>
                      </a:lnTo>
                      <a:lnTo>
                        <a:pt x="1333443" y="2211466"/>
                      </a:lnTo>
                      <a:lnTo>
                        <a:pt x="1332032" y="2216038"/>
                      </a:lnTo>
                      <a:lnTo>
                        <a:pt x="1333422" y="2220356"/>
                      </a:lnTo>
                      <a:lnTo>
                        <a:pt x="1337980" y="2227729"/>
                      </a:lnTo>
                      <a:lnTo>
                        <a:pt x="1337458" y="2238290"/>
                      </a:lnTo>
                      <a:lnTo>
                        <a:pt x="1338342" y="2240836"/>
                      </a:lnTo>
                      <a:lnTo>
                        <a:pt x="1327655" y="2245497"/>
                      </a:lnTo>
                      <a:lnTo>
                        <a:pt x="1319692" y="2247079"/>
                      </a:lnTo>
                      <a:lnTo>
                        <a:pt x="1313320" y="2253181"/>
                      </a:lnTo>
                      <a:lnTo>
                        <a:pt x="1316658" y="2256725"/>
                      </a:lnTo>
                      <a:lnTo>
                        <a:pt x="1310168" y="2259837"/>
                      </a:lnTo>
                      <a:lnTo>
                        <a:pt x="1305780" y="2258592"/>
                      </a:lnTo>
                      <a:lnTo>
                        <a:pt x="1303574" y="2259741"/>
                      </a:lnTo>
                      <a:lnTo>
                        <a:pt x="1302912" y="2263488"/>
                      </a:lnTo>
                      <a:lnTo>
                        <a:pt x="1299558" y="2266968"/>
                      </a:lnTo>
                      <a:lnTo>
                        <a:pt x="1304437" y="2277453"/>
                      </a:lnTo>
                      <a:lnTo>
                        <a:pt x="1314436" y="2284298"/>
                      </a:lnTo>
                      <a:lnTo>
                        <a:pt x="1321490" y="2292878"/>
                      </a:lnTo>
                      <a:lnTo>
                        <a:pt x="1349851" y="2304175"/>
                      </a:lnTo>
                      <a:lnTo>
                        <a:pt x="1356724" y="2303851"/>
                      </a:lnTo>
                      <a:lnTo>
                        <a:pt x="1363488" y="2315225"/>
                      </a:lnTo>
                      <a:lnTo>
                        <a:pt x="1368940" y="2319136"/>
                      </a:lnTo>
                      <a:lnTo>
                        <a:pt x="1374191" y="2321124"/>
                      </a:lnTo>
                      <a:lnTo>
                        <a:pt x="1373591" y="2328948"/>
                      </a:lnTo>
                      <a:lnTo>
                        <a:pt x="1364263" y="2334676"/>
                      </a:lnTo>
                      <a:lnTo>
                        <a:pt x="1361742" y="2341509"/>
                      </a:lnTo>
                      <a:lnTo>
                        <a:pt x="1359395" y="2345351"/>
                      </a:lnTo>
                      <a:lnTo>
                        <a:pt x="1355189" y="2340486"/>
                      </a:lnTo>
                      <a:lnTo>
                        <a:pt x="1350869" y="2336962"/>
                      </a:lnTo>
                      <a:lnTo>
                        <a:pt x="1340869" y="2347681"/>
                      </a:lnTo>
                      <a:lnTo>
                        <a:pt x="1336048" y="2349936"/>
                      </a:lnTo>
                      <a:lnTo>
                        <a:pt x="1338440" y="2338378"/>
                      </a:lnTo>
                      <a:lnTo>
                        <a:pt x="1334663" y="2333850"/>
                      </a:lnTo>
                      <a:lnTo>
                        <a:pt x="1328952" y="2322261"/>
                      </a:lnTo>
                      <a:lnTo>
                        <a:pt x="1320632" y="2315091"/>
                      </a:lnTo>
                      <a:lnTo>
                        <a:pt x="1314772" y="2312716"/>
                      </a:lnTo>
                      <a:lnTo>
                        <a:pt x="1310209" y="2308182"/>
                      </a:lnTo>
                      <a:lnTo>
                        <a:pt x="1304685" y="2306347"/>
                      </a:lnTo>
                      <a:lnTo>
                        <a:pt x="1299972" y="2306817"/>
                      </a:lnTo>
                      <a:lnTo>
                        <a:pt x="1291993" y="2304175"/>
                      </a:lnTo>
                      <a:lnTo>
                        <a:pt x="1291466" y="2298009"/>
                      </a:lnTo>
                      <a:lnTo>
                        <a:pt x="1289254" y="2293392"/>
                      </a:lnTo>
                      <a:lnTo>
                        <a:pt x="1283011" y="2287943"/>
                      </a:lnTo>
                      <a:lnTo>
                        <a:pt x="1253183" y="2277649"/>
                      </a:lnTo>
                      <a:lnTo>
                        <a:pt x="1253002" y="2281910"/>
                      </a:lnTo>
                      <a:lnTo>
                        <a:pt x="1255069" y="2285117"/>
                      </a:lnTo>
                      <a:lnTo>
                        <a:pt x="1259353" y="2287251"/>
                      </a:lnTo>
                      <a:lnTo>
                        <a:pt x="1264480" y="2291404"/>
                      </a:lnTo>
                      <a:lnTo>
                        <a:pt x="1264433" y="2303705"/>
                      </a:lnTo>
                      <a:lnTo>
                        <a:pt x="1262216" y="2308912"/>
                      </a:lnTo>
                      <a:lnTo>
                        <a:pt x="1261265" y="2316330"/>
                      </a:lnTo>
                      <a:lnTo>
                        <a:pt x="1259291" y="2323868"/>
                      </a:lnTo>
                      <a:lnTo>
                        <a:pt x="1255643" y="2329811"/>
                      </a:lnTo>
                      <a:lnTo>
                        <a:pt x="1247499" y="2333863"/>
                      </a:lnTo>
                      <a:lnTo>
                        <a:pt x="1243907" y="2330472"/>
                      </a:lnTo>
                      <a:lnTo>
                        <a:pt x="1238099" y="2314240"/>
                      </a:lnTo>
                      <a:lnTo>
                        <a:pt x="1229887" y="2309128"/>
                      </a:lnTo>
                      <a:lnTo>
                        <a:pt x="1216839" y="2308525"/>
                      </a:lnTo>
                      <a:lnTo>
                        <a:pt x="1207976" y="2312195"/>
                      </a:lnTo>
                      <a:lnTo>
                        <a:pt x="1198317" y="2327919"/>
                      </a:lnTo>
                      <a:lnTo>
                        <a:pt x="1190535" y="2330491"/>
                      </a:lnTo>
                      <a:lnTo>
                        <a:pt x="1163895" y="2322343"/>
                      </a:lnTo>
                      <a:lnTo>
                        <a:pt x="1133478" y="2309928"/>
                      </a:lnTo>
                      <a:lnTo>
                        <a:pt x="1134263" y="2305794"/>
                      </a:lnTo>
                      <a:lnTo>
                        <a:pt x="1139049" y="2304467"/>
                      </a:lnTo>
                      <a:lnTo>
                        <a:pt x="1148227" y="2306163"/>
                      </a:lnTo>
                      <a:lnTo>
                        <a:pt x="1147741" y="2301902"/>
                      </a:lnTo>
                      <a:lnTo>
                        <a:pt x="1138361" y="2288032"/>
                      </a:lnTo>
                      <a:lnTo>
                        <a:pt x="1136641" y="2281771"/>
                      </a:lnTo>
                      <a:lnTo>
                        <a:pt x="1137850" y="2274131"/>
                      </a:lnTo>
                      <a:lnTo>
                        <a:pt x="1134791" y="2274303"/>
                      </a:lnTo>
                      <a:lnTo>
                        <a:pt x="1129158" y="2280717"/>
                      </a:lnTo>
                      <a:lnTo>
                        <a:pt x="1109763" y="2275281"/>
                      </a:lnTo>
                      <a:lnTo>
                        <a:pt x="1104410" y="2268784"/>
                      </a:lnTo>
                      <a:lnTo>
                        <a:pt x="1093015" y="2250476"/>
                      </a:lnTo>
                      <a:lnTo>
                        <a:pt x="1076933" y="2249879"/>
                      </a:lnTo>
                      <a:lnTo>
                        <a:pt x="1069657" y="2238779"/>
                      </a:lnTo>
                      <a:lnTo>
                        <a:pt x="1056515" y="2243427"/>
                      </a:lnTo>
                      <a:lnTo>
                        <a:pt x="1049859" y="2248571"/>
                      </a:lnTo>
                      <a:lnTo>
                        <a:pt x="1044009" y="2256541"/>
                      </a:lnTo>
                      <a:lnTo>
                        <a:pt x="1046288" y="2260675"/>
                      </a:lnTo>
                      <a:lnTo>
                        <a:pt x="1052117" y="2267241"/>
                      </a:lnTo>
                      <a:lnTo>
                        <a:pt x="1049456" y="2270410"/>
                      </a:lnTo>
                      <a:lnTo>
                        <a:pt x="1030744" y="2275090"/>
                      </a:lnTo>
                      <a:lnTo>
                        <a:pt x="987304" y="2269857"/>
                      </a:lnTo>
                      <a:lnTo>
                        <a:pt x="974601" y="2264968"/>
                      </a:lnTo>
                      <a:lnTo>
                        <a:pt x="957553" y="2254629"/>
                      </a:lnTo>
                      <a:lnTo>
                        <a:pt x="933921" y="2246202"/>
                      </a:lnTo>
                      <a:lnTo>
                        <a:pt x="922542" y="2244843"/>
                      </a:lnTo>
                      <a:lnTo>
                        <a:pt x="911400" y="2246513"/>
                      </a:lnTo>
                      <a:lnTo>
                        <a:pt x="878978" y="2247377"/>
                      </a:lnTo>
                      <a:lnTo>
                        <a:pt x="871454" y="2249619"/>
                      </a:lnTo>
                      <a:lnTo>
                        <a:pt x="865046" y="2253200"/>
                      </a:lnTo>
                      <a:lnTo>
                        <a:pt x="860891" y="2249238"/>
                      </a:lnTo>
                      <a:lnTo>
                        <a:pt x="858968" y="2242163"/>
                      </a:lnTo>
                      <a:lnTo>
                        <a:pt x="862731" y="2241014"/>
                      </a:lnTo>
                      <a:lnTo>
                        <a:pt x="866916" y="2236854"/>
                      </a:lnTo>
                      <a:lnTo>
                        <a:pt x="870694" y="2228631"/>
                      </a:lnTo>
                      <a:lnTo>
                        <a:pt x="871123" y="2223658"/>
                      </a:lnTo>
                      <a:lnTo>
                        <a:pt x="868482" y="2220413"/>
                      </a:lnTo>
                      <a:lnTo>
                        <a:pt x="863459" y="2220089"/>
                      </a:lnTo>
                      <a:lnTo>
                        <a:pt x="852364" y="2241516"/>
                      </a:lnTo>
                      <a:lnTo>
                        <a:pt x="858705" y="2253524"/>
                      </a:lnTo>
                      <a:lnTo>
                        <a:pt x="858271" y="2257855"/>
                      </a:lnTo>
                      <a:lnTo>
                        <a:pt x="836132" y="2260319"/>
                      </a:lnTo>
                      <a:lnTo>
                        <a:pt x="785881" y="2284495"/>
                      </a:lnTo>
                      <a:lnTo>
                        <a:pt x="766285" y="2297532"/>
                      </a:lnTo>
                      <a:lnTo>
                        <a:pt x="767288" y="2293144"/>
                      </a:lnTo>
                      <a:lnTo>
                        <a:pt x="790982" y="2276246"/>
                      </a:lnTo>
                      <a:lnTo>
                        <a:pt x="782615" y="2273661"/>
                      </a:lnTo>
                      <a:lnTo>
                        <a:pt x="769143" y="2277884"/>
                      </a:lnTo>
                      <a:lnTo>
                        <a:pt x="764311" y="2276259"/>
                      </a:lnTo>
                      <a:lnTo>
                        <a:pt x="770016" y="2262288"/>
                      </a:lnTo>
                      <a:lnTo>
                        <a:pt x="768156" y="2249968"/>
                      </a:lnTo>
                      <a:lnTo>
                        <a:pt x="758591" y="2249631"/>
                      </a:lnTo>
                      <a:lnTo>
                        <a:pt x="752498" y="2259468"/>
                      </a:lnTo>
                      <a:lnTo>
                        <a:pt x="748265" y="2259049"/>
                      </a:lnTo>
                      <a:lnTo>
                        <a:pt x="742720" y="2254832"/>
                      </a:lnTo>
                      <a:lnTo>
                        <a:pt x="738426" y="2256166"/>
                      </a:lnTo>
                      <a:lnTo>
                        <a:pt x="741604" y="2278456"/>
                      </a:lnTo>
                      <a:lnTo>
                        <a:pt x="747630" y="2287626"/>
                      </a:lnTo>
                      <a:lnTo>
                        <a:pt x="752668" y="2299317"/>
                      </a:lnTo>
                      <a:lnTo>
                        <a:pt x="738907" y="2313764"/>
                      </a:lnTo>
                      <a:lnTo>
                        <a:pt x="726127" y="2325684"/>
                      </a:lnTo>
                      <a:lnTo>
                        <a:pt x="724742" y="2337203"/>
                      </a:lnTo>
                      <a:lnTo>
                        <a:pt x="711900" y="2352209"/>
                      </a:lnTo>
                      <a:lnTo>
                        <a:pt x="699818" y="2360719"/>
                      </a:lnTo>
                      <a:lnTo>
                        <a:pt x="671432" y="2380723"/>
                      </a:lnTo>
                      <a:lnTo>
                        <a:pt x="663334" y="2385003"/>
                      </a:lnTo>
                      <a:lnTo>
                        <a:pt x="650523" y="2394287"/>
                      </a:lnTo>
                      <a:lnTo>
                        <a:pt x="632849" y="2401247"/>
                      </a:lnTo>
                      <a:lnTo>
                        <a:pt x="615904" y="2412297"/>
                      </a:lnTo>
                      <a:lnTo>
                        <a:pt x="610189" y="2413973"/>
                      </a:lnTo>
                      <a:lnTo>
                        <a:pt x="621010" y="2404619"/>
                      </a:lnTo>
                      <a:lnTo>
                        <a:pt x="633842" y="2395379"/>
                      </a:lnTo>
                      <a:lnTo>
                        <a:pt x="622834" y="2396643"/>
                      </a:lnTo>
                      <a:lnTo>
                        <a:pt x="605869" y="2392363"/>
                      </a:lnTo>
                      <a:lnTo>
                        <a:pt x="595487" y="2392115"/>
                      </a:lnTo>
                      <a:lnTo>
                        <a:pt x="595414" y="2395487"/>
                      </a:lnTo>
                      <a:lnTo>
                        <a:pt x="587518" y="2400250"/>
                      </a:lnTo>
                      <a:lnTo>
                        <a:pt x="579338" y="2393252"/>
                      </a:lnTo>
                      <a:lnTo>
                        <a:pt x="575772" y="2388546"/>
                      </a:lnTo>
                      <a:lnTo>
                        <a:pt x="574082" y="2384482"/>
                      </a:lnTo>
                      <a:lnTo>
                        <a:pt x="570609" y="2383498"/>
                      </a:lnTo>
                      <a:lnTo>
                        <a:pt x="567271" y="2385384"/>
                      </a:lnTo>
                      <a:lnTo>
                        <a:pt x="579482" y="2414005"/>
                      </a:lnTo>
                      <a:lnTo>
                        <a:pt x="584686" y="2415243"/>
                      </a:lnTo>
                      <a:lnTo>
                        <a:pt x="590443" y="2418088"/>
                      </a:lnTo>
                      <a:lnTo>
                        <a:pt x="583275" y="2424756"/>
                      </a:lnTo>
                      <a:lnTo>
                        <a:pt x="575560" y="2429817"/>
                      </a:lnTo>
                      <a:lnTo>
                        <a:pt x="563426" y="2433177"/>
                      </a:lnTo>
                      <a:lnTo>
                        <a:pt x="553142" y="2422730"/>
                      </a:lnTo>
                      <a:lnTo>
                        <a:pt x="550915" y="2435838"/>
                      </a:lnTo>
                      <a:lnTo>
                        <a:pt x="549613" y="2448926"/>
                      </a:lnTo>
                      <a:lnTo>
                        <a:pt x="546161" y="2452285"/>
                      </a:lnTo>
                      <a:lnTo>
                        <a:pt x="540647" y="2457073"/>
                      </a:lnTo>
                      <a:lnTo>
                        <a:pt x="537655" y="2453460"/>
                      </a:lnTo>
                      <a:lnTo>
                        <a:pt x="536234" y="2448399"/>
                      </a:lnTo>
                      <a:lnTo>
                        <a:pt x="532704" y="2452914"/>
                      </a:lnTo>
                      <a:lnTo>
                        <a:pt x="527536" y="2456305"/>
                      </a:lnTo>
                      <a:lnTo>
                        <a:pt x="519010" y="2456984"/>
                      </a:lnTo>
                      <a:lnTo>
                        <a:pt x="512612" y="2458794"/>
                      </a:lnTo>
                      <a:lnTo>
                        <a:pt x="512762" y="2464217"/>
                      </a:lnTo>
                      <a:lnTo>
                        <a:pt x="514224" y="2469666"/>
                      </a:lnTo>
                      <a:lnTo>
                        <a:pt x="525542" y="2465361"/>
                      </a:lnTo>
                      <a:lnTo>
                        <a:pt x="521438" y="2479376"/>
                      </a:lnTo>
                      <a:lnTo>
                        <a:pt x="511031" y="2493226"/>
                      </a:lnTo>
                      <a:lnTo>
                        <a:pt x="502550" y="2496497"/>
                      </a:lnTo>
                      <a:lnTo>
                        <a:pt x="489579" y="2494471"/>
                      </a:lnTo>
                      <a:lnTo>
                        <a:pt x="486375" y="2495861"/>
                      </a:lnTo>
                      <a:lnTo>
                        <a:pt x="483507" y="2498738"/>
                      </a:lnTo>
                      <a:lnTo>
                        <a:pt x="498618" y="2520406"/>
                      </a:lnTo>
                      <a:lnTo>
                        <a:pt x="488908" y="2553085"/>
                      </a:lnTo>
                      <a:lnTo>
                        <a:pt x="482701" y="2564928"/>
                      </a:lnTo>
                      <a:lnTo>
                        <a:pt x="478396" y="2566446"/>
                      </a:lnTo>
                      <a:lnTo>
                        <a:pt x="473730" y="2566789"/>
                      </a:lnTo>
                      <a:lnTo>
                        <a:pt x="456981" y="2556260"/>
                      </a:lnTo>
                      <a:lnTo>
                        <a:pt x="447845" y="2548119"/>
                      </a:lnTo>
                      <a:lnTo>
                        <a:pt x="455896" y="2570275"/>
                      </a:lnTo>
                      <a:lnTo>
                        <a:pt x="477833" y="2576746"/>
                      </a:lnTo>
                      <a:lnTo>
                        <a:pt x="478955" y="2585129"/>
                      </a:lnTo>
                      <a:lnTo>
                        <a:pt x="478831" y="2592292"/>
                      </a:lnTo>
                      <a:lnTo>
                        <a:pt x="474510" y="2600700"/>
                      </a:lnTo>
                      <a:lnTo>
                        <a:pt x="470469" y="2611870"/>
                      </a:lnTo>
                      <a:lnTo>
                        <a:pt x="473451" y="2619650"/>
                      </a:lnTo>
                      <a:lnTo>
                        <a:pt x="476913" y="2638885"/>
                      </a:lnTo>
                      <a:lnTo>
                        <a:pt x="479874" y="2647712"/>
                      </a:lnTo>
                      <a:lnTo>
                        <a:pt x="483130" y="2674492"/>
                      </a:lnTo>
                      <a:lnTo>
                        <a:pt x="486592" y="2686106"/>
                      </a:lnTo>
                      <a:lnTo>
                        <a:pt x="506535" y="2728851"/>
                      </a:lnTo>
                      <a:lnTo>
                        <a:pt x="513258" y="2729181"/>
                      </a:lnTo>
                      <a:lnTo>
                        <a:pt x="514338" y="2733811"/>
                      </a:lnTo>
                      <a:lnTo>
                        <a:pt x="513697" y="2742688"/>
                      </a:lnTo>
                      <a:lnTo>
                        <a:pt x="499352" y="2745273"/>
                      </a:lnTo>
                      <a:lnTo>
                        <a:pt x="493331" y="2749229"/>
                      </a:lnTo>
                      <a:lnTo>
                        <a:pt x="492158" y="2752665"/>
                      </a:lnTo>
                      <a:lnTo>
                        <a:pt x="491269" y="2754519"/>
                      </a:lnTo>
                      <a:lnTo>
                        <a:pt x="489419" y="2754348"/>
                      </a:lnTo>
                      <a:lnTo>
                        <a:pt x="482577" y="2751877"/>
                      </a:lnTo>
                      <a:lnTo>
                        <a:pt x="467022" y="2739735"/>
                      </a:lnTo>
                      <a:lnTo>
                        <a:pt x="444357" y="2732210"/>
                      </a:lnTo>
                      <a:lnTo>
                        <a:pt x="414575" y="2729295"/>
                      </a:lnTo>
                      <a:lnTo>
                        <a:pt x="394230" y="2723218"/>
                      </a:lnTo>
                      <a:lnTo>
                        <a:pt x="383321" y="2713959"/>
                      </a:lnTo>
                      <a:lnTo>
                        <a:pt x="371916" y="2708473"/>
                      </a:lnTo>
                      <a:lnTo>
                        <a:pt x="360019" y="2706745"/>
                      </a:lnTo>
                      <a:lnTo>
                        <a:pt x="350165" y="2701722"/>
                      </a:lnTo>
                      <a:lnTo>
                        <a:pt x="342351" y="2693403"/>
                      </a:lnTo>
                      <a:lnTo>
                        <a:pt x="330925" y="2688094"/>
                      </a:lnTo>
                      <a:lnTo>
                        <a:pt x="315887" y="2685789"/>
                      </a:lnTo>
                      <a:lnTo>
                        <a:pt x="306099" y="2679553"/>
                      </a:lnTo>
                      <a:lnTo>
                        <a:pt x="299293" y="2664306"/>
                      </a:lnTo>
                      <a:lnTo>
                        <a:pt x="299262" y="2664077"/>
                      </a:lnTo>
                      <a:lnTo>
                        <a:pt x="293170" y="2638586"/>
                      </a:lnTo>
                      <a:lnTo>
                        <a:pt x="285496" y="2622615"/>
                      </a:lnTo>
                      <a:lnTo>
                        <a:pt x="270561" y="2602853"/>
                      </a:lnTo>
                      <a:lnTo>
                        <a:pt x="269186" y="2600249"/>
                      </a:lnTo>
                      <a:lnTo>
                        <a:pt x="269062" y="2596998"/>
                      </a:lnTo>
                      <a:lnTo>
                        <a:pt x="270912" y="2585497"/>
                      </a:lnTo>
                      <a:lnTo>
                        <a:pt x="269336" y="2577229"/>
                      </a:lnTo>
                      <a:lnTo>
                        <a:pt x="264608" y="2570491"/>
                      </a:lnTo>
                      <a:lnTo>
                        <a:pt x="263522" y="2563360"/>
                      </a:lnTo>
                      <a:lnTo>
                        <a:pt x="266086" y="2555854"/>
                      </a:lnTo>
                      <a:lnTo>
                        <a:pt x="266251" y="2546836"/>
                      </a:lnTo>
                      <a:lnTo>
                        <a:pt x="264024" y="2536307"/>
                      </a:lnTo>
                      <a:lnTo>
                        <a:pt x="254500" y="2524921"/>
                      </a:lnTo>
                      <a:lnTo>
                        <a:pt x="237679" y="2512690"/>
                      </a:lnTo>
                      <a:lnTo>
                        <a:pt x="223349" y="2494826"/>
                      </a:lnTo>
                      <a:lnTo>
                        <a:pt x="211520" y="2471343"/>
                      </a:lnTo>
                      <a:lnTo>
                        <a:pt x="199820" y="2455073"/>
                      </a:lnTo>
                      <a:lnTo>
                        <a:pt x="188249" y="2446011"/>
                      </a:lnTo>
                      <a:lnTo>
                        <a:pt x="180338" y="2434949"/>
                      </a:lnTo>
                      <a:lnTo>
                        <a:pt x="176079" y="2421886"/>
                      </a:lnTo>
                      <a:lnTo>
                        <a:pt x="174824" y="2414303"/>
                      </a:lnTo>
                      <a:lnTo>
                        <a:pt x="176560" y="2412208"/>
                      </a:lnTo>
                      <a:lnTo>
                        <a:pt x="169449" y="2397684"/>
                      </a:lnTo>
                      <a:lnTo>
                        <a:pt x="153491" y="2370746"/>
                      </a:lnTo>
                      <a:lnTo>
                        <a:pt x="144324" y="2351047"/>
                      </a:lnTo>
                      <a:lnTo>
                        <a:pt x="141962" y="2338594"/>
                      </a:lnTo>
                      <a:lnTo>
                        <a:pt x="131807" y="2323772"/>
                      </a:lnTo>
                      <a:lnTo>
                        <a:pt x="113865" y="2306582"/>
                      </a:lnTo>
                      <a:lnTo>
                        <a:pt x="104108" y="2295399"/>
                      </a:lnTo>
                      <a:lnTo>
                        <a:pt x="101711" y="2287632"/>
                      </a:lnTo>
                      <a:lnTo>
                        <a:pt x="73712" y="2265044"/>
                      </a:lnTo>
                      <a:lnTo>
                        <a:pt x="65578" y="2250933"/>
                      </a:lnTo>
                      <a:lnTo>
                        <a:pt x="59227" y="2246475"/>
                      </a:lnTo>
                      <a:lnTo>
                        <a:pt x="51935" y="2246958"/>
                      </a:lnTo>
                      <a:lnTo>
                        <a:pt x="48194" y="2245605"/>
                      </a:lnTo>
                      <a:lnTo>
                        <a:pt x="48008" y="2242417"/>
                      </a:lnTo>
                      <a:lnTo>
                        <a:pt x="45646" y="2242265"/>
                      </a:lnTo>
                      <a:lnTo>
                        <a:pt x="41104" y="2245161"/>
                      </a:lnTo>
                      <a:lnTo>
                        <a:pt x="26210" y="2245745"/>
                      </a:lnTo>
                      <a:lnTo>
                        <a:pt x="961" y="2244024"/>
                      </a:lnTo>
                      <a:lnTo>
                        <a:pt x="0" y="2243821"/>
                      </a:lnTo>
                      <a:lnTo>
                        <a:pt x="0" y="0"/>
                      </a:lnTo>
                      <a:lnTo>
                        <a:pt x="1773799" y="0"/>
                      </a:lnTo>
                      <a:lnTo>
                        <a:pt x="1791779" y="9112"/>
                      </a:lnTo>
                      <a:lnTo>
                        <a:pt x="1812321" y="19521"/>
                      </a:lnTo>
                      <a:lnTo>
                        <a:pt x="1817499" y="36825"/>
                      </a:lnTo>
                      <a:lnTo>
                        <a:pt x="1822542" y="53673"/>
                      </a:lnTo>
                      <a:lnTo>
                        <a:pt x="1834568" y="65904"/>
                      </a:lnTo>
                      <a:lnTo>
                        <a:pt x="1845575" y="77074"/>
                      </a:lnTo>
                      <a:lnTo>
                        <a:pt x="1851947" y="76490"/>
                      </a:lnTo>
                      <a:lnTo>
                        <a:pt x="1858412" y="71772"/>
                      </a:lnTo>
                      <a:lnTo>
                        <a:pt x="1862515" y="69498"/>
                      </a:lnTo>
                      <a:lnTo>
                        <a:pt x="1869393" y="69123"/>
                      </a:lnTo>
                      <a:lnTo>
                        <a:pt x="1884690" y="65085"/>
                      </a:lnTo>
                      <a:lnTo>
                        <a:pt x="1889211" y="65967"/>
                      </a:lnTo>
                      <a:lnTo>
                        <a:pt x="1891780" y="67987"/>
                      </a:lnTo>
                      <a:lnTo>
                        <a:pt x="1891992" y="71149"/>
                      </a:lnTo>
                      <a:lnTo>
                        <a:pt x="1891470" y="73664"/>
                      </a:lnTo>
                      <a:lnTo>
                        <a:pt x="1889103" y="78713"/>
                      </a:lnTo>
                      <a:lnTo>
                        <a:pt x="1892839" y="88333"/>
                      </a:lnTo>
                      <a:lnTo>
                        <a:pt x="1893625" y="99021"/>
                      </a:lnTo>
                      <a:lnTo>
                        <a:pt x="1895676" y="107099"/>
                      </a:lnTo>
                      <a:lnTo>
                        <a:pt x="1901939" y="117437"/>
                      </a:lnTo>
                      <a:lnTo>
                        <a:pt x="1907381" y="125515"/>
                      </a:lnTo>
                      <a:lnTo>
                        <a:pt x="1914233" y="127077"/>
                      </a:lnTo>
                      <a:lnTo>
                        <a:pt x="1930093" y="122372"/>
                      </a:lnTo>
                      <a:lnTo>
                        <a:pt x="1940031" y="120593"/>
                      </a:lnTo>
                      <a:lnTo>
                        <a:pt x="1945674" y="121362"/>
                      </a:lnTo>
                      <a:lnTo>
                        <a:pt x="1955327" y="128925"/>
                      </a:lnTo>
                      <a:lnTo>
                        <a:pt x="1960050" y="133472"/>
                      </a:lnTo>
                      <a:lnTo>
                        <a:pt x="1961177" y="137250"/>
                      </a:lnTo>
                      <a:lnTo>
                        <a:pt x="1948139" y="160340"/>
                      </a:lnTo>
                      <a:lnTo>
                        <a:pt x="1968815" y="171797"/>
                      </a:lnTo>
                      <a:lnTo>
                        <a:pt x="1991889" y="184320"/>
                      </a:lnTo>
                      <a:lnTo>
                        <a:pt x="2019402" y="199249"/>
                      </a:lnTo>
                      <a:lnTo>
                        <a:pt x="2036223" y="208388"/>
                      </a:lnTo>
                      <a:lnTo>
                        <a:pt x="2058377" y="221438"/>
                      </a:lnTo>
                      <a:lnTo>
                        <a:pt x="2062170" y="240032"/>
                      </a:lnTo>
                      <a:lnTo>
                        <a:pt x="2065364" y="255723"/>
                      </a:lnTo>
                      <a:lnTo>
                        <a:pt x="2069436" y="277600"/>
                      </a:lnTo>
                      <a:lnTo>
                        <a:pt x="2073585" y="299916"/>
                      </a:lnTo>
                      <a:lnTo>
                        <a:pt x="2077725" y="322148"/>
                      </a:lnTo>
                      <a:lnTo>
                        <a:pt x="2082112" y="345746"/>
                      </a:lnTo>
                      <a:lnTo>
                        <a:pt x="2086934" y="371669"/>
                      </a:lnTo>
                      <a:lnTo>
                        <a:pt x="2091218" y="394676"/>
                      </a:lnTo>
                      <a:lnTo>
                        <a:pt x="2095894" y="419792"/>
                      </a:lnTo>
                      <a:lnTo>
                        <a:pt x="2102111" y="452477"/>
                      </a:lnTo>
                      <a:lnTo>
                        <a:pt x="2096551" y="465070"/>
                      </a:lnTo>
                      <a:lnTo>
                        <a:pt x="2084443" y="492491"/>
                      </a:lnTo>
                      <a:lnTo>
                        <a:pt x="2073498" y="517277"/>
                      </a:lnTo>
                      <a:lnTo>
                        <a:pt x="2072541" y="524465"/>
                      </a:lnTo>
                      <a:lnTo>
                        <a:pt x="2065017" y="560606"/>
                      </a:lnTo>
                      <a:lnTo>
                        <a:pt x="2058987" y="575535"/>
                      </a:lnTo>
                      <a:lnTo>
                        <a:pt x="2048424" y="584204"/>
                      </a:lnTo>
                      <a:lnTo>
                        <a:pt x="2037938" y="592605"/>
                      </a:lnTo>
                      <a:lnTo>
                        <a:pt x="2024859" y="606684"/>
                      </a:lnTo>
                      <a:lnTo>
                        <a:pt x="2010472" y="613638"/>
                      </a:lnTo>
                      <a:lnTo>
                        <a:pt x="2003123" y="617727"/>
                      </a:lnTo>
                      <a:lnTo>
                        <a:pt x="1999273" y="624179"/>
                      </a:lnTo>
                      <a:lnTo>
                        <a:pt x="1995026" y="638322"/>
                      </a:lnTo>
                      <a:lnTo>
                        <a:pt x="1995842" y="659919"/>
                      </a:lnTo>
                      <a:lnTo>
                        <a:pt x="2007692" y="678507"/>
                      </a:lnTo>
                      <a:lnTo>
                        <a:pt x="2025024" y="688902"/>
                      </a:lnTo>
                      <a:lnTo>
                        <a:pt x="2043669" y="699025"/>
                      </a:lnTo>
                      <a:lnTo>
                        <a:pt x="2070232" y="699069"/>
                      </a:lnTo>
                      <a:lnTo>
                        <a:pt x="2094122" y="685562"/>
                      </a:lnTo>
                      <a:lnTo>
                        <a:pt x="2119433" y="671255"/>
                      </a:lnTo>
                      <a:lnTo>
                        <a:pt x="2142001" y="658497"/>
                      </a:lnTo>
                      <a:lnTo>
                        <a:pt x="2168842" y="643326"/>
                      </a:lnTo>
                      <a:lnTo>
                        <a:pt x="2193151" y="629577"/>
                      </a:lnTo>
                      <a:lnTo>
                        <a:pt x="2219548" y="624637"/>
                      </a:lnTo>
                      <a:lnTo>
                        <a:pt x="2256125" y="617797"/>
                      </a:lnTo>
                      <a:lnTo>
                        <a:pt x="2302169" y="609180"/>
                      </a:lnTo>
                      <a:lnTo>
                        <a:pt x="2324587" y="599368"/>
                      </a:lnTo>
                      <a:lnTo>
                        <a:pt x="2353557" y="586687"/>
                      </a:lnTo>
                      <a:lnTo>
                        <a:pt x="2386977" y="572055"/>
                      </a:lnTo>
                      <a:lnTo>
                        <a:pt x="2415818" y="559431"/>
                      </a:lnTo>
                      <a:lnTo>
                        <a:pt x="2430319" y="552433"/>
                      </a:lnTo>
                      <a:lnTo>
                        <a:pt x="2440633" y="544450"/>
                      </a:lnTo>
                      <a:lnTo>
                        <a:pt x="2443191" y="538544"/>
                      </a:lnTo>
                      <a:lnTo>
                        <a:pt x="2442582" y="535153"/>
                      </a:lnTo>
                      <a:lnTo>
                        <a:pt x="2439920" y="531756"/>
                      </a:lnTo>
                      <a:lnTo>
                        <a:pt x="2436241" y="529247"/>
                      </a:lnTo>
                      <a:lnTo>
                        <a:pt x="2432970" y="527114"/>
                      </a:lnTo>
                      <a:lnTo>
                        <a:pt x="2431435" y="524472"/>
                      </a:lnTo>
                      <a:lnTo>
                        <a:pt x="2431130" y="518693"/>
                      </a:lnTo>
                      <a:lnTo>
                        <a:pt x="2429125" y="515372"/>
                      </a:lnTo>
                      <a:lnTo>
                        <a:pt x="2427213" y="512927"/>
                      </a:lnTo>
                      <a:lnTo>
                        <a:pt x="2427936" y="490561"/>
                      </a:lnTo>
                      <a:lnTo>
                        <a:pt x="2425414" y="483626"/>
                      </a:lnTo>
                      <a:lnTo>
                        <a:pt x="2416014" y="466048"/>
                      </a:lnTo>
                      <a:lnTo>
                        <a:pt x="2433941" y="458167"/>
                      </a:lnTo>
                      <a:lnTo>
                        <a:pt x="2450550" y="450858"/>
                      </a:lnTo>
                      <a:lnTo>
                        <a:pt x="2463795" y="445448"/>
                      </a:lnTo>
                      <a:lnTo>
                        <a:pt x="2491541" y="444597"/>
                      </a:lnTo>
                      <a:lnTo>
                        <a:pt x="2517307" y="444705"/>
                      </a:lnTo>
                      <a:lnTo>
                        <a:pt x="2552820" y="444851"/>
                      </a:lnTo>
                      <a:lnTo>
                        <a:pt x="2582741" y="444971"/>
                      </a:lnTo>
                      <a:lnTo>
                        <a:pt x="2617649" y="445117"/>
                      </a:lnTo>
                      <a:lnTo>
                        <a:pt x="2638113" y="445200"/>
                      </a:lnTo>
                      <a:lnTo>
                        <a:pt x="2664928" y="444946"/>
                      </a:lnTo>
                      <a:lnTo>
                        <a:pt x="2677997" y="424656"/>
                      </a:lnTo>
                      <a:lnTo>
                        <a:pt x="2689676" y="406513"/>
                      </a:lnTo>
                      <a:lnTo>
                        <a:pt x="2702539" y="389177"/>
                      </a:lnTo>
                      <a:lnTo>
                        <a:pt x="2725406" y="368824"/>
                      </a:lnTo>
                      <a:lnTo>
                        <a:pt x="2732047" y="365166"/>
                      </a:lnTo>
                      <a:lnTo>
                        <a:pt x="2735710" y="357139"/>
                      </a:lnTo>
                      <a:lnTo>
                        <a:pt x="2749570" y="349512"/>
                      </a:lnTo>
                      <a:lnTo>
                        <a:pt x="2764841" y="342438"/>
                      </a:lnTo>
                      <a:lnTo>
                        <a:pt x="2770830" y="335802"/>
                      </a:lnTo>
                      <a:lnTo>
                        <a:pt x="2773729" y="332023"/>
                      </a:lnTo>
                      <a:lnTo>
                        <a:pt x="2815076" y="296232"/>
                      </a:lnTo>
                      <a:lnTo>
                        <a:pt x="2838559" y="279702"/>
                      </a:lnTo>
                      <a:lnTo>
                        <a:pt x="2857953" y="270501"/>
                      </a:lnTo>
                      <a:lnTo>
                        <a:pt x="2872717" y="266106"/>
                      </a:lnTo>
                      <a:lnTo>
                        <a:pt x="2882686" y="266735"/>
                      </a:lnTo>
                      <a:lnTo>
                        <a:pt x="2888355" y="26611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69" name="pg3868">
                  <a:extLst>
                    <a:ext uri="{FF2B5EF4-FFF2-40B4-BE49-F238E27FC236}">
                      <a16:creationId xmlns:a16="http://schemas.microsoft.com/office/drawing/2014/main" id="{A7B333F7-0BE3-14E9-2C21-6D4EC87FB388}"/>
                    </a:ext>
                  </a:extLst>
                </p:cNvPr>
                <p:cNvSpPr/>
                <p:nvPr/>
              </p:nvSpPr>
              <p:spPr>
                <a:xfrm>
                  <a:off x="5359282" y="3307053"/>
                  <a:ext cx="225302" cy="7576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25302" h="75760">
                      <a:moveTo>
                        <a:pt x="153584" y="30132"/>
                      </a:moveTo>
                      <a:lnTo>
                        <a:pt x="160385" y="30983"/>
                      </a:lnTo>
                      <a:lnTo>
                        <a:pt x="166235" y="28513"/>
                      </a:lnTo>
                      <a:lnTo>
                        <a:pt x="171775" y="23521"/>
                      </a:lnTo>
                      <a:lnTo>
                        <a:pt x="184637" y="16771"/>
                      </a:lnTo>
                      <a:lnTo>
                        <a:pt x="195598" y="13818"/>
                      </a:lnTo>
                      <a:lnTo>
                        <a:pt x="199050" y="13208"/>
                      </a:lnTo>
                      <a:lnTo>
                        <a:pt x="204275" y="17946"/>
                      </a:lnTo>
                      <a:lnTo>
                        <a:pt x="214641" y="14142"/>
                      </a:lnTo>
                      <a:lnTo>
                        <a:pt x="225302" y="12008"/>
                      </a:lnTo>
                      <a:lnTo>
                        <a:pt x="179185" y="33669"/>
                      </a:lnTo>
                      <a:lnTo>
                        <a:pt x="169754" y="36108"/>
                      </a:lnTo>
                      <a:lnTo>
                        <a:pt x="156261" y="42560"/>
                      </a:lnTo>
                      <a:lnTo>
                        <a:pt x="143507" y="47132"/>
                      </a:lnTo>
                      <a:lnTo>
                        <a:pt x="134324" y="48796"/>
                      </a:lnTo>
                      <a:lnTo>
                        <a:pt x="88662" y="64875"/>
                      </a:lnTo>
                      <a:lnTo>
                        <a:pt x="85040" y="65224"/>
                      </a:lnTo>
                      <a:lnTo>
                        <a:pt x="81122" y="63656"/>
                      </a:lnTo>
                      <a:lnTo>
                        <a:pt x="43512" y="71937"/>
                      </a:lnTo>
                      <a:lnTo>
                        <a:pt x="28076" y="72870"/>
                      </a:lnTo>
                      <a:lnTo>
                        <a:pt x="14020" y="75760"/>
                      </a:lnTo>
                      <a:lnTo>
                        <a:pt x="24417" y="69092"/>
                      </a:lnTo>
                      <a:lnTo>
                        <a:pt x="24644" y="66596"/>
                      </a:lnTo>
                      <a:lnTo>
                        <a:pt x="22159" y="64646"/>
                      </a:lnTo>
                      <a:lnTo>
                        <a:pt x="16598" y="65212"/>
                      </a:lnTo>
                      <a:lnTo>
                        <a:pt x="10903" y="72076"/>
                      </a:lnTo>
                      <a:lnTo>
                        <a:pt x="1813" y="74369"/>
                      </a:lnTo>
                      <a:lnTo>
                        <a:pt x="0" y="66895"/>
                      </a:lnTo>
                      <a:lnTo>
                        <a:pt x="3033" y="61109"/>
                      </a:lnTo>
                      <a:lnTo>
                        <a:pt x="7141" y="55623"/>
                      </a:lnTo>
                      <a:lnTo>
                        <a:pt x="16169" y="46999"/>
                      </a:lnTo>
                      <a:lnTo>
                        <a:pt x="29083" y="41531"/>
                      </a:lnTo>
                      <a:lnTo>
                        <a:pt x="35646" y="36806"/>
                      </a:lnTo>
                      <a:lnTo>
                        <a:pt x="40194" y="40966"/>
                      </a:lnTo>
                      <a:lnTo>
                        <a:pt x="41191" y="35346"/>
                      </a:lnTo>
                      <a:lnTo>
                        <a:pt x="44690" y="32101"/>
                      </a:lnTo>
                      <a:lnTo>
                        <a:pt x="48493" y="30354"/>
                      </a:lnTo>
                      <a:lnTo>
                        <a:pt x="57640" y="30310"/>
                      </a:lnTo>
                      <a:lnTo>
                        <a:pt x="62565" y="29427"/>
                      </a:lnTo>
                      <a:lnTo>
                        <a:pt x="66126" y="27560"/>
                      </a:lnTo>
                      <a:lnTo>
                        <a:pt x="69779" y="27211"/>
                      </a:lnTo>
                      <a:lnTo>
                        <a:pt x="79784" y="29757"/>
                      </a:lnTo>
                      <a:lnTo>
                        <a:pt x="89556" y="29027"/>
                      </a:lnTo>
                      <a:lnTo>
                        <a:pt x="97447" y="25509"/>
                      </a:lnTo>
                      <a:lnTo>
                        <a:pt x="105648" y="24328"/>
                      </a:lnTo>
                      <a:lnTo>
                        <a:pt x="127343" y="23534"/>
                      </a:lnTo>
                      <a:lnTo>
                        <a:pt x="148902" y="20962"/>
                      </a:lnTo>
                      <a:lnTo>
                        <a:pt x="157522" y="16390"/>
                      </a:lnTo>
                      <a:lnTo>
                        <a:pt x="175630" y="3575"/>
                      </a:lnTo>
                      <a:lnTo>
                        <a:pt x="186048" y="0"/>
                      </a:lnTo>
                      <a:lnTo>
                        <a:pt x="169826" y="14891"/>
                      </a:lnTo>
                      <a:lnTo>
                        <a:pt x="161108" y="2171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0" name="pg3869">
                  <a:extLst>
                    <a:ext uri="{FF2B5EF4-FFF2-40B4-BE49-F238E27FC236}">
                      <a16:creationId xmlns:a16="http://schemas.microsoft.com/office/drawing/2014/main" id="{C97CD353-E180-537E-053B-CB987DCB0E38}"/>
                    </a:ext>
                  </a:extLst>
                </p:cNvPr>
                <p:cNvSpPr/>
                <p:nvPr/>
              </p:nvSpPr>
              <p:spPr>
                <a:xfrm>
                  <a:off x="5954108" y="2877417"/>
                  <a:ext cx="23756" cy="2689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3756" h="26893">
                      <a:moveTo>
                        <a:pt x="17596" y="18663"/>
                      </a:moveTo>
                      <a:lnTo>
                        <a:pt x="10841" y="17558"/>
                      </a:lnTo>
                      <a:lnTo>
                        <a:pt x="10981" y="24423"/>
                      </a:lnTo>
                      <a:lnTo>
                        <a:pt x="10226" y="26893"/>
                      </a:lnTo>
                      <a:lnTo>
                        <a:pt x="2744" y="23363"/>
                      </a:lnTo>
                      <a:lnTo>
                        <a:pt x="0" y="21089"/>
                      </a:lnTo>
                      <a:lnTo>
                        <a:pt x="237" y="11995"/>
                      </a:lnTo>
                      <a:lnTo>
                        <a:pt x="6847" y="3397"/>
                      </a:lnTo>
                      <a:lnTo>
                        <a:pt x="11885" y="0"/>
                      </a:lnTo>
                      <a:lnTo>
                        <a:pt x="18381" y="2355"/>
                      </a:lnTo>
                      <a:lnTo>
                        <a:pt x="23368" y="11983"/>
                      </a:lnTo>
                      <a:lnTo>
                        <a:pt x="23756" y="16129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1" name="pg3870">
                  <a:extLst>
                    <a:ext uri="{FF2B5EF4-FFF2-40B4-BE49-F238E27FC236}">
                      <a16:creationId xmlns:a16="http://schemas.microsoft.com/office/drawing/2014/main" id="{173F514B-E8CB-04E1-B8FF-6FC2C7D4C623}"/>
                    </a:ext>
                  </a:extLst>
                </p:cNvPr>
                <p:cNvSpPr/>
                <p:nvPr/>
              </p:nvSpPr>
              <p:spPr>
                <a:xfrm>
                  <a:off x="5337706" y="3371376"/>
                  <a:ext cx="17833" cy="1817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7833" h="18174">
                      <a:moveTo>
                        <a:pt x="0" y="18174"/>
                      </a:moveTo>
                      <a:lnTo>
                        <a:pt x="5048" y="5702"/>
                      </a:lnTo>
                      <a:lnTo>
                        <a:pt x="14330" y="0"/>
                      </a:lnTo>
                      <a:lnTo>
                        <a:pt x="17689" y="1187"/>
                      </a:lnTo>
                      <a:lnTo>
                        <a:pt x="17833" y="5594"/>
                      </a:lnTo>
                      <a:lnTo>
                        <a:pt x="16531" y="9360"/>
                      </a:lnTo>
                      <a:lnTo>
                        <a:pt x="10304" y="15164"/>
                      </a:lnTo>
                      <a:lnTo>
                        <a:pt x="5054" y="1763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2" name="pg3871">
                  <a:extLst>
                    <a:ext uri="{FF2B5EF4-FFF2-40B4-BE49-F238E27FC236}">
                      <a16:creationId xmlns:a16="http://schemas.microsoft.com/office/drawing/2014/main" id="{B84FBE07-CB61-E6E2-E994-56509F7D4903}"/>
                    </a:ext>
                  </a:extLst>
                </p:cNvPr>
                <p:cNvSpPr/>
                <p:nvPr/>
              </p:nvSpPr>
              <p:spPr>
                <a:xfrm>
                  <a:off x="5698253" y="3267490"/>
                  <a:ext cx="33791" cy="1687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3791" h="16879">
                      <a:moveTo>
                        <a:pt x="4645" y="16879"/>
                      </a:moveTo>
                      <a:lnTo>
                        <a:pt x="0" y="12776"/>
                      </a:lnTo>
                      <a:lnTo>
                        <a:pt x="7270" y="10878"/>
                      </a:lnTo>
                      <a:lnTo>
                        <a:pt x="16454" y="1130"/>
                      </a:lnTo>
                      <a:lnTo>
                        <a:pt x="22562" y="0"/>
                      </a:lnTo>
                      <a:lnTo>
                        <a:pt x="32158" y="5518"/>
                      </a:lnTo>
                      <a:lnTo>
                        <a:pt x="33791" y="1052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3" name="pg3872">
                  <a:extLst>
                    <a:ext uri="{FF2B5EF4-FFF2-40B4-BE49-F238E27FC236}">
                      <a16:creationId xmlns:a16="http://schemas.microsoft.com/office/drawing/2014/main" id="{EA1BD137-B1AE-BB12-B28F-65ABFDB67DE5}"/>
                    </a:ext>
                  </a:extLst>
                </p:cNvPr>
                <p:cNvSpPr/>
                <p:nvPr/>
              </p:nvSpPr>
              <p:spPr>
                <a:xfrm>
                  <a:off x="5643532" y="3241859"/>
                  <a:ext cx="12087" cy="2467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087" h="24671">
                      <a:moveTo>
                        <a:pt x="5855" y="24671"/>
                      </a:moveTo>
                      <a:lnTo>
                        <a:pt x="0" y="24048"/>
                      </a:lnTo>
                      <a:lnTo>
                        <a:pt x="2971" y="19248"/>
                      </a:lnTo>
                      <a:lnTo>
                        <a:pt x="4103" y="12199"/>
                      </a:lnTo>
                      <a:lnTo>
                        <a:pt x="6991" y="4457"/>
                      </a:lnTo>
                      <a:lnTo>
                        <a:pt x="8655" y="2089"/>
                      </a:lnTo>
                      <a:lnTo>
                        <a:pt x="12087" y="0"/>
                      </a:lnTo>
                      <a:lnTo>
                        <a:pt x="11095" y="2111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4" name="pg3873">
                  <a:extLst>
                    <a:ext uri="{FF2B5EF4-FFF2-40B4-BE49-F238E27FC236}">
                      <a16:creationId xmlns:a16="http://schemas.microsoft.com/office/drawing/2014/main" id="{2DB4F990-03F9-2462-2454-5B287D044891}"/>
                    </a:ext>
                  </a:extLst>
                </p:cNvPr>
                <p:cNvSpPr/>
                <p:nvPr/>
              </p:nvSpPr>
              <p:spPr>
                <a:xfrm>
                  <a:off x="5761346" y="3275262"/>
                  <a:ext cx="27001" cy="1924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001" h="19248">
                      <a:moveTo>
                        <a:pt x="18836" y="19248"/>
                      </a:moveTo>
                      <a:lnTo>
                        <a:pt x="0" y="14453"/>
                      </a:lnTo>
                      <a:lnTo>
                        <a:pt x="15498" y="10389"/>
                      </a:lnTo>
                      <a:lnTo>
                        <a:pt x="18030" y="8973"/>
                      </a:lnTo>
                      <a:lnTo>
                        <a:pt x="20050" y="2997"/>
                      </a:lnTo>
                      <a:lnTo>
                        <a:pt x="20303" y="0"/>
                      </a:lnTo>
                      <a:lnTo>
                        <a:pt x="26190" y="12853"/>
                      </a:lnTo>
                      <a:lnTo>
                        <a:pt x="27001" y="1715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5" name="pg3874">
                  <a:extLst>
                    <a:ext uri="{FF2B5EF4-FFF2-40B4-BE49-F238E27FC236}">
                      <a16:creationId xmlns:a16="http://schemas.microsoft.com/office/drawing/2014/main" id="{E83DAFAF-A4FE-0414-041F-56F82C3ABA08}"/>
                    </a:ext>
                  </a:extLst>
                </p:cNvPr>
                <p:cNvSpPr/>
                <p:nvPr/>
              </p:nvSpPr>
              <p:spPr>
                <a:xfrm>
                  <a:off x="5180933" y="3984239"/>
                  <a:ext cx="8624" cy="1437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624" h="14377">
                      <a:moveTo>
                        <a:pt x="7028" y="14377"/>
                      </a:moveTo>
                      <a:lnTo>
                        <a:pt x="0" y="0"/>
                      </a:lnTo>
                      <a:lnTo>
                        <a:pt x="7229" y="4648"/>
                      </a:lnTo>
                      <a:lnTo>
                        <a:pt x="8521" y="8515"/>
                      </a:lnTo>
                      <a:lnTo>
                        <a:pt x="8624" y="1173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6" name="pg3875">
                  <a:extLst>
                    <a:ext uri="{FF2B5EF4-FFF2-40B4-BE49-F238E27FC236}">
                      <a16:creationId xmlns:a16="http://schemas.microsoft.com/office/drawing/2014/main" id="{0064D8C0-A211-3406-D21E-53CF6FA85E44}"/>
                    </a:ext>
                  </a:extLst>
                </p:cNvPr>
                <p:cNvSpPr/>
                <p:nvPr/>
              </p:nvSpPr>
              <p:spPr>
                <a:xfrm>
                  <a:off x="5183801" y="4007259"/>
                  <a:ext cx="24727" cy="723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4727" h="72349">
                      <a:moveTo>
                        <a:pt x="1250" y="72349"/>
                      </a:moveTo>
                      <a:lnTo>
                        <a:pt x="0" y="71213"/>
                      </a:lnTo>
                      <a:lnTo>
                        <a:pt x="16267" y="63796"/>
                      </a:lnTo>
                      <a:lnTo>
                        <a:pt x="21399" y="37670"/>
                      </a:lnTo>
                      <a:lnTo>
                        <a:pt x="22102" y="25623"/>
                      </a:lnTo>
                      <a:lnTo>
                        <a:pt x="19663" y="4388"/>
                      </a:lnTo>
                      <a:lnTo>
                        <a:pt x="19745" y="0"/>
                      </a:lnTo>
                      <a:lnTo>
                        <a:pt x="22391" y="6845"/>
                      </a:lnTo>
                      <a:lnTo>
                        <a:pt x="24727" y="26658"/>
                      </a:lnTo>
                      <a:lnTo>
                        <a:pt x="23849" y="41683"/>
                      </a:lnTo>
                      <a:lnTo>
                        <a:pt x="19130" y="63573"/>
                      </a:lnTo>
                      <a:lnTo>
                        <a:pt x="15446" y="6880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7" name="pg3876">
                  <a:extLst>
                    <a:ext uri="{FF2B5EF4-FFF2-40B4-BE49-F238E27FC236}">
                      <a16:creationId xmlns:a16="http://schemas.microsoft.com/office/drawing/2014/main" id="{F225266F-EEE4-86DA-E27D-2B55ADA53938}"/>
                    </a:ext>
                  </a:extLst>
                </p:cNvPr>
                <p:cNvSpPr/>
                <p:nvPr/>
              </p:nvSpPr>
              <p:spPr>
                <a:xfrm>
                  <a:off x="5152676" y="4082556"/>
                  <a:ext cx="21404" cy="927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404" h="9277">
                      <a:moveTo>
                        <a:pt x="2170" y="9277"/>
                      </a:moveTo>
                      <a:lnTo>
                        <a:pt x="0" y="8725"/>
                      </a:lnTo>
                      <a:lnTo>
                        <a:pt x="12619" y="2089"/>
                      </a:lnTo>
                      <a:lnTo>
                        <a:pt x="21404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8" name="pg3877">
                  <a:extLst>
                    <a:ext uri="{FF2B5EF4-FFF2-40B4-BE49-F238E27FC236}">
                      <a16:creationId xmlns:a16="http://schemas.microsoft.com/office/drawing/2014/main" id="{A87C84DE-8EA6-240F-311A-3A424CB4D97B}"/>
                    </a:ext>
                  </a:extLst>
                </p:cNvPr>
                <p:cNvSpPr/>
                <p:nvPr/>
              </p:nvSpPr>
              <p:spPr>
                <a:xfrm>
                  <a:off x="5095061" y="4115235"/>
                  <a:ext cx="33993" cy="3998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3993" h="39982">
                      <a:moveTo>
                        <a:pt x="0" y="39982"/>
                      </a:moveTo>
                      <a:lnTo>
                        <a:pt x="9689" y="23744"/>
                      </a:lnTo>
                      <a:lnTo>
                        <a:pt x="28825" y="3149"/>
                      </a:lnTo>
                      <a:lnTo>
                        <a:pt x="33993" y="0"/>
                      </a:lnTo>
                      <a:lnTo>
                        <a:pt x="18081" y="17590"/>
                      </a:lnTo>
                      <a:lnTo>
                        <a:pt x="2635" y="38489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79" name="pg3878">
                  <a:extLst>
                    <a:ext uri="{FF2B5EF4-FFF2-40B4-BE49-F238E27FC236}">
                      <a16:creationId xmlns:a16="http://schemas.microsoft.com/office/drawing/2014/main" id="{E118C2B3-31CA-8068-C396-0E2380A621CC}"/>
                    </a:ext>
                  </a:extLst>
                </p:cNvPr>
                <p:cNvSpPr/>
                <p:nvPr/>
              </p:nvSpPr>
              <p:spPr>
                <a:xfrm>
                  <a:off x="4494680" y="5206518"/>
                  <a:ext cx="17373" cy="1567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7373" h="15672">
                      <a:moveTo>
                        <a:pt x="13601" y="15672"/>
                      </a:moveTo>
                      <a:lnTo>
                        <a:pt x="5968" y="13183"/>
                      </a:lnTo>
                      <a:lnTo>
                        <a:pt x="1798" y="8725"/>
                      </a:lnTo>
                      <a:lnTo>
                        <a:pt x="0" y="0"/>
                      </a:lnTo>
                      <a:lnTo>
                        <a:pt x="6645" y="9239"/>
                      </a:lnTo>
                      <a:lnTo>
                        <a:pt x="9028" y="11329"/>
                      </a:lnTo>
                      <a:lnTo>
                        <a:pt x="17373" y="12281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0" name="pg3879">
                  <a:extLst>
                    <a:ext uri="{FF2B5EF4-FFF2-40B4-BE49-F238E27FC236}">
                      <a16:creationId xmlns:a16="http://schemas.microsoft.com/office/drawing/2014/main" id="{6C6F70CF-429B-15C6-AA77-CCFB666A1E49}"/>
                    </a:ext>
                  </a:extLst>
                </p:cNvPr>
                <p:cNvSpPr/>
                <p:nvPr/>
              </p:nvSpPr>
              <p:spPr>
                <a:xfrm>
                  <a:off x="4498091" y="5186660"/>
                  <a:ext cx="9033" cy="2693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033" h="26938">
                      <a:moveTo>
                        <a:pt x="8883" y="26938"/>
                      </a:moveTo>
                      <a:lnTo>
                        <a:pt x="3550" y="14142"/>
                      </a:lnTo>
                      <a:lnTo>
                        <a:pt x="0" y="0"/>
                      </a:lnTo>
                      <a:lnTo>
                        <a:pt x="5079" y="4578"/>
                      </a:lnTo>
                      <a:lnTo>
                        <a:pt x="9033" y="1929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1" name="pg3880">
                  <a:extLst>
                    <a:ext uri="{FF2B5EF4-FFF2-40B4-BE49-F238E27FC236}">
                      <a16:creationId xmlns:a16="http://schemas.microsoft.com/office/drawing/2014/main" id="{E09A730A-4DA1-D10A-FEAB-1F1E8D9C1C29}"/>
                    </a:ext>
                  </a:extLst>
                </p:cNvPr>
                <p:cNvSpPr/>
                <p:nvPr/>
              </p:nvSpPr>
              <p:spPr>
                <a:xfrm>
                  <a:off x="4666217" y="5362642"/>
                  <a:ext cx="34236" cy="511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236" h="51158">
                      <a:moveTo>
                        <a:pt x="0" y="51158"/>
                      </a:moveTo>
                      <a:lnTo>
                        <a:pt x="2330" y="45036"/>
                      </a:lnTo>
                      <a:lnTo>
                        <a:pt x="10531" y="31948"/>
                      </a:lnTo>
                      <a:lnTo>
                        <a:pt x="13182" y="25788"/>
                      </a:lnTo>
                      <a:lnTo>
                        <a:pt x="18722" y="21883"/>
                      </a:lnTo>
                      <a:lnTo>
                        <a:pt x="23880" y="14821"/>
                      </a:lnTo>
                      <a:lnTo>
                        <a:pt x="24267" y="6585"/>
                      </a:lnTo>
                      <a:lnTo>
                        <a:pt x="31760" y="825"/>
                      </a:lnTo>
                      <a:lnTo>
                        <a:pt x="34236" y="0"/>
                      </a:lnTo>
                      <a:lnTo>
                        <a:pt x="21032" y="2670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2" name="pg3881">
                  <a:extLst>
                    <a:ext uri="{FF2B5EF4-FFF2-40B4-BE49-F238E27FC236}">
                      <a16:creationId xmlns:a16="http://schemas.microsoft.com/office/drawing/2014/main" id="{9CBF9ED2-CD95-1F18-E329-74C221B5328A}"/>
                    </a:ext>
                  </a:extLst>
                </p:cNvPr>
                <p:cNvSpPr/>
                <p:nvPr/>
              </p:nvSpPr>
              <p:spPr>
                <a:xfrm>
                  <a:off x="3456939" y="4803878"/>
                  <a:ext cx="26706" cy="2048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6706" h="20480">
                      <a:moveTo>
                        <a:pt x="18603" y="20480"/>
                      </a:moveTo>
                      <a:lnTo>
                        <a:pt x="1100" y="9214"/>
                      </a:lnTo>
                      <a:lnTo>
                        <a:pt x="0" y="4375"/>
                      </a:lnTo>
                      <a:lnTo>
                        <a:pt x="8635" y="0"/>
                      </a:lnTo>
                      <a:lnTo>
                        <a:pt x="13906" y="387"/>
                      </a:lnTo>
                      <a:lnTo>
                        <a:pt x="22241" y="6109"/>
                      </a:lnTo>
                      <a:lnTo>
                        <a:pt x="25290" y="7703"/>
                      </a:lnTo>
                      <a:lnTo>
                        <a:pt x="26706" y="10020"/>
                      </a:lnTo>
                      <a:lnTo>
                        <a:pt x="25900" y="13646"/>
                      </a:lnTo>
                      <a:lnTo>
                        <a:pt x="22536" y="1862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3" name="pg3882">
                  <a:extLst>
                    <a:ext uri="{FF2B5EF4-FFF2-40B4-BE49-F238E27FC236}">
                      <a16:creationId xmlns:a16="http://schemas.microsoft.com/office/drawing/2014/main" id="{01C895AB-527F-BFE0-A9DF-85C7FEA558F5}"/>
                    </a:ext>
                  </a:extLst>
                </p:cNvPr>
                <p:cNvSpPr/>
                <p:nvPr/>
              </p:nvSpPr>
              <p:spPr>
                <a:xfrm>
                  <a:off x="2924653" y="5000397"/>
                  <a:ext cx="20774" cy="3039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774" h="30399">
                      <a:moveTo>
                        <a:pt x="0" y="30399"/>
                      </a:moveTo>
                      <a:lnTo>
                        <a:pt x="5121" y="19749"/>
                      </a:lnTo>
                      <a:lnTo>
                        <a:pt x="6072" y="15482"/>
                      </a:lnTo>
                      <a:lnTo>
                        <a:pt x="14469" y="2006"/>
                      </a:lnTo>
                      <a:lnTo>
                        <a:pt x="18903" y="0"/>
                      </a:lnTo>
                      <a:lnTo>
                        <a:pt x="20774" y="5734"/>
                      </a:lnTo>
                      <a:lnTo>
                        <a:pt x="12138" y="15202"/>
                      </a:lnTo>
                      <a:lnTo>
                        <a:pt x="2294" y="30081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4" name="pg3883">
                  <a:extLst>
                    <a:ext uri="{FF2B5EF4-FFF2-40B4-BE49-F238E27FC236}">
                      <a16:creationId xmlns:a16="http://schemas.microsoft.com/office/drawing/2014/main" id="{CF659CFF-5693-093F-31E6-1F5AE1E0B15B}"/>
                    </a:ext>
                  </a:extLst>
                </p:cNvPr>
                <p:cNvSpPr/>
                <p:nvPr/>
              </p:nvSpPr>
              <p:spPr>
                <a:xfrm>
                  <a:off x="2949515" y="4968054"/>
                  <a:ext cx="42075" cy="303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2075" h="30323">
                      <a:moveTo>
                        <a:pt x="0" y="30323"/>
                      </a:moveTo>
                      <a:lnTo>
                        <a:pt x="4816" y="23299"/>
                      </a:lnTo>
                      <a:lnTo>
                        <a:pt x="12645" y="19756"/>
                      </a:lnTo>
                      <a:lnTo>
                        <a:pt x="29822" y="6261"/>
                      </a:lnTo>
                      <a:lnTo>
                        <a:pt x="36830" y="5334"/>
                      </a:lnTo>
                      <a:lnTo>
                        <a:pt x="40478" y="685"/>
                      </a:lnTo>
                      <a:lnTo>
                        <a:pt x="42075" y="0"/>
                      </a:lnTo>
                      <a:lnTo>
                        <a:pt x="41042" y="5696"/>
                      </a:lnTo>
                      <a:lnTo>
                        <a:pt x="27223" y="13786"/>
                      </a:lnTo>
                      <a:lnTo>
                        <a:pt x="3886" y="2978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5" name="pg3884">
                  <a:extLst>
                    <a:ext uri="{FF2B5EF4-FFF2-40B4-BE49-F238E27FC236}">
                      <a16:creationId xmlns:a16="http://schemas.microsoft.com/office/drawing/2014/main" id="{DEDF8DF6-44EC-7372-06D0-950319156616}"/>
                    </a:ext>
                  </a:extLst>
                </p:cNvPr>
                <p:cNvSpPr/>
                <p:nvPr/>
              </p:nvSpPr>
              <p:spPr>
                <a:xfrm>
                  <a:off x="2887740" y="5040830"/>
                  <a:ext cx="34318" cy="7536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318" h="75366">
                      <a:moveTo>
                        <a:pt x="0" y="75366"/>
                      </a:moveTo>
                      <a:lnTo>
                        <a:pt x="909" y="64215"/>
                      </a:lnTo>
                      <a:lnTo>
                        <a:pt x="9503" y="38877"/>
                      </a:lnTo>
                      <a:lnTo>
                        <a:pt x="26965" y="5575"/>
                      </a:lnTo>
                      <a:lnTo>
                        <a:pt x="34318" y="0"/>
                      </a:lnTo>
                      <a:lnTo>
                        <a:pt x="14175" y="36521"/>
                      </a:lnTo>
                      <a:lnTo>
                        <a:pt x="3302" y="6788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6" name="pg3885">
                  <a:extLst>
                    <a:ext uri="{FF2B5EF4-FFF2-40B4-BE49-F238E27FC236}">
                      <a16:creationId xmlns:a16="http://schemas.microsoft.com/office/drawing/2014/main" id="{F802759C-4511-84AD-82FE-A2B53158F793}"/>
                    </a:ext>
                  </a:extLst>
                </p:cNvPr>
                <p:cNvSpPr/>
                <p:nvPr/>
              </p:nvSpPr>
              <p:spPr>
                <a:xfrm>
                  <a:off x="3130649" y="4843237"/>
                  <a:ext cx="34081" cy="266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081" h="26658">
                      <a:moveTo>
                        <a:pt x="0" y="26658"/>
                      </a:moveTo>
                      <a:lnTo>
                        <a:pt x="23068" y="6655"/>
                      </a:lnTo>
                      <a:lnTo>
                        <a:pt x="27905" y="0"/>
                      </a:lnTo>
                      <a:lnTo>
                        <a:pt x="34081" y="292"/>
                      </a:lnTo>
                      <a:lnTo>
                        <a:pt x="23781" y="11500"/>
                      </a:lnTo>
                      <a:lnTo>
                        <a:pt x="5286" y="25414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7" name="pg3886">
                  <a:extLst>
                    <a:ext uri="{FF2B5EF4-FFF2-40B4-BE49-F238E27FC236}">
                      <a16:creationId xmlns:a16="http://schemas.microsoft.com/office/drawing/2014/main" id="{E6268F4F-2499-6CC1-ACCB-A48EC0C4D6BD}"/>
                    </a:ext>
                  </a:extLst>
                </p:cNvPr>
                <p:cNvSpPr/>
                <p:nvPr/>
              </p:nvSpPr>
              <p:spPr>
                <a:xfrm>
                  <a:off x="2885373" y="5122184"/>
                  <a:ext cx="25027" cy="14092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027" h="140921">
                      <a:moveTo>
                        <a:pt x="23564" y="140921"/>
                      </a:moveTo>
                      <a:lnTo>
                        <a:pt x="14800" y="112719"/>
                      </a:lnTo>
                      <a:lnTo>
                        <a:pt x="537" y="48898"/>
                      </a:lnTo>
                      <a:lnTo>
                        <a:pt x="0" y="12522"/>
                      </a:lnTo>
                      <a:lnTo>
                        <a:pt x="2242" y="0"/>
                      </a:lnTo>
                      <a:lnTo>
                        <a:pt x="5922" y="51374"/>
                      </a:lnTo>
                      <a:lnTo>
                        <a:pt x="21688" y="116618"/>
                      </a:lnTo>
                      <a:lnTo>
                        <a:pt x="25027" y="13488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8" name="pg3887">
                  <a:extLst>
                    <a:ext uri="{FF2B5EF4-FFF2-40B4-BE49-F238E27FC236}">
                      <a16:creationId xmlns:a16="http://schemas.microsoft.com/office/drawing/2014/main" id="{EBD332D1-DB92-DE86-1EE6-044C2372E206}"/>
                    </a:ext>
                  </a:extLst>
                </p:cNvPr>
                <p:cNvSpPr/>
                <p:nvPr/>
              </p:nvSpPr>
              <p:spPr>
                <a:xfrm>
                  <a:off x="5637481" y="3252585"/>
                  <a:ext cx="5178" cy="1366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78" h="13666">
                      <a:moveTo>
                        <a:pt x="1095" y="13666"/>
                      </a:moveTo>
                      <a:lnTo>
                        <a:pt x="0" y="7385"/>
                      </a:lnTo>
                      <a:lnTo>
                        <a:pt x="2056" y="165"/>
                      </a:lnTo>
                      <a:lnTo>
                        <a:pt x="4139" y="0"/>
                      </a:lnTo>
                      <a:lnTo>
                        <a:pt x="5178" y="3841"/>
                      </a:lnTo>
                      <a:lnTo>
                        <a:pt x="4030" y="11259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89" name="pg3888">
                  <a:extLst>
                    <a:ext uri="{FF2B5EF4-FFF2-40B4-BE49-F238E27FC236}">
                      <a16:creationId xmlns:a16="http://schemas.microsoft.com/office/drawing/2014/main" id="{2D0E1B72-C9B2-B773-6F50-DB177224883E}"/>
                    </a:ext>
                  </a:extLst>
                </p:cNvPr>
                <p:cNvSpPr/>
                <p:nvPr/>
              </p:nvSpPr>
              <p:spPr>
                <a:xfrm>
                  <a:off x="5335877" y="3489988"/>
                  <a:ext cx="15498" cy="2822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498" h="28227">
                      <a:moveTo>
                        <a:pt x="284" y="28227"/>
                      </a:moveTo>
                      <a:lnTo>
                        <a:pt x="0" y="24442"/>
                      </a:lnTo>
                      <a:lnTo>
                        <a:pt x="15498" y="0"/>
                      </a:lnTo>
                      <a:lnTo>
                        <a:pt x="12697" y="8541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0" name="pg3889">
                  <a:extLst>
                    <a:ext uri="{FF2B5EF4-FFF2-40B4-BE49-F238E27FC236}">
                      <a16:creationId xmlns:a16="http://schemas.microsoft.com/office/drawing/2014/main" id="{6D32966C-8C73-6532-07B3-E9D05C605DA6}"/>
                    </a:ext>
                  </a:extLst>
                </p:cNvPr>
                <p:cNvSpPr/>
                <p:nvPr/>
              </p:nvSpPr>
              <p:spPr>
                <a:xfrm>
                  <a:off x="5216776" y="3678353"/>
                  <a:ext cx="29698" cy="5540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698" h="55407">
                      <a:moveTo>
                        <a:pt x="0" y="55407"/>
                      </a:moveTo>
                      <a:lnTo>
                        <a:pt x="16143" y="29364"/>
                      </a:lnTo>
                      <a:lnTo>
                        <a:pt x="25518" y="7544"/>
                      </a:lnTo>
                      <a:lnTo>
                        <a:pt x="29698" y="0"/>
                      </a:lnTo>
                      <a:lnTo>
                        <a:pt x="25642" y="15291"/>
                      </a:lnTo>
                      <a:lnTo>
                        <a:pt x="18552" y="29351"/>
                      </a:lnTo>
                      <a:lnTo>
                        <a:pt x="4811" y="5329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1" name="pg3890">
                  <a:extLst>
                    <a:ext uri="{FF2B5EF4-FFF2-40B4-BE49-F238E27FC236}">
                      <a16:creationId xmlns:a16="http://schemas.microsoft.com/office/drawing/2014/main" id="{2E0779F6-E259-BFD6-C945-092E98014A32}"/>
                    </a:ext>
                  </a:extLst>
                </p:cNvPr>
                <p:cNvSpPr/>
                <p:nvPr/>
              </p:nvSpPr>
              <p:spPr>
                <a:xfrm>
                  <a:off x="5079677" y="4146288"/>
                  <a:ext cx="13513" cy="619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513" h="6191">
                      <a:moveTo>
                        <a:pt x="11157" y="6191"/>
                      </a:moveTo>
                      <a:lnTo>
                        <a:pt x="6997" y="4756"/>
                      </a:lnTo>
                      <a:lnTo>
                        <a:pt x="1266" y="2013"/>
                      </a:lnTo>
                      <a:lnTo>
                        <a:pt x="0" y="0"/>
                      </a:lnTo>
                      <a:lnTo>
                        <a:pt x="5467" y="730"/>
                      </a:lnTo>
                      <a:lnTo>
                        <a:pt x="13513" y="588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2" name="pg3891">
                  <a:extLst>
                    <a:ext uri="{FF2B5EF4-FFF2-40B4-BE49-F238E27FC236}">
                      <a16:creationId xmlns:a16="http://schemas.microsoft.com/office/drawing/2014/main" id="{17A1EC8C-3C27-EC18-BF7C-2BA6310A43B7}"/>
                    </a:ext>
                  </a:extLst>
                </p:cNvPr>
                <p:cNvSpPr/>
                <p:nvPr/>
              </p:nvSpPr>
              <p:spPr>
                <a:xfrm>
                  <a:off x="4577198" y="5440364"/>
                  <a:ext cx="10779" cy="1561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779" h="15615">
                      <a:moveTo>
                        <a:pt x="6020" y="15615"/>
                      </a:moveTo>
                      <a:lnTo>
                        <a:pt x="4511" y="14790"/>
                      </a:lnTo>
                      <a:lnTo>
                        <a:pt x="4511" y="10890"/>
                      </a:lnTo>
                      <a:lnTo>
                        <a:pt x="0" y="2260"/>
                      </a:lnTo>
                      <a:lnTo>
                        <a:pt x="170" y="0"/>
                      </a:lnTo>
                      <a:lnTo>
                        <a:pt x="10516" y="8446"/>
                      </a:lnTo>
                      <a:lnTo>
                        <a:pt x="10779" y="10713"/>
                      </a:lnTo>
                      <a:lnTo>
                        <a:pt x="9193" y="1294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3" name="pg3892">
                  <a:extLst>
                    <a:ext uri="{FF2B5EF4-FFF2-40B4-BE49-F238E27FC236}">
                      <a16:creationId xmlns:a16="http://schemas.microsoft.com/office/drawing/2014/main" id="{F8D886F9-25C4-0437-ECAE-11D19BE4B505}"/>
                    </a:ext>
                  </a:extLst>
                </p:cNvPr>
                <p:cNvSpPr/>
                <p:nvPr/>
              </p:nvSpPr>
              <p:spPr>
                <a:xfrm>
                  <a:off x="4637878" y="5427841"/>
                  <a:ext cx="6681" cy="554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81" h="5543">
                      <a:moveTo>
                        <a:pt x="0" y="5543"/>
                      </a:moveTo>
                      <a:lnTo>
                        <a:pt x="1002" y="3695"/>
                      </a:lnTo>
                      <a:lnTo>
                        <a:pt x="5178" y="0"/>
                      </a:lnTo>
                      <a:lnTo>
                        <a:pt x="6681" y="1435"/>
                      </a:lnTo>
                      <a:lnTo>
                        <a:pt x="6516" y="3283"/>
                      </a:lnTo>
                      <a:lnTo>
                        <a:pt x="2005" y="554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4" name="pg3893">
                  <a:extLst>
                    <a:ext uri="{FF2B5EF4-FFF2-40B4-BE49-F238E27FC236}">
                      <a16:creationId xmlns:a16="http://schemas.microsoft.com/office/drawing/2014/main" id="{D4EA7102-BC85-5C4D-E4AD-BAFCF320B7D8}"/>
                    </a:ext>
                  </a:extLst>
                </p:cNvPr>
                <p:cNvSpPr/>
                <p:nvPr/>
              </p:nvSpPr>
              <p:spPr>
                <a:xfrm>
                  <a:off x="4657267" y="5415509"/>
                  <a:ext cx="5348" cy="55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348" h="5550">
                      <a:moveTo>
                        <a:pt x="0" y="5550"/>
                      </a:moveTo>
                      <a:lnTo>
                        <a:pt x="4175" y="0"/>
                      </a:lnTo>
                      <a:lnTo>
                        <a:pt x="5348" y="412"/>
                      </a:lnTo>
                      <a:lnTo>
                        <a:pt x="2842" y="4934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5" name="pg3894">
                  <a:extLst>
                    <a:ext uri="{FF2B5EF4-FFF2-40B4-BE49-F238E27FC236}">
                      <a16:creationId xmlns:a16="http://schemas.microsoft.com/office/drawing/2014/main" id="{340FE9BA-FAA6-4C55-EBE7-4BFEF3181C7E}"/>
                    </a:ext>
                  </a:extLst>
                </p:cNvPr>
                <p:cNvSpPr/>
                <p:nvPr/>
              </p:nvSpPr>
              <p:spPr>
                <a:xfrm>
                  <a:off x="4607290" y="5439132"/>
                  <a:ext cx="21895" cy="863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95" h="8630">
                      <a:moveTo>
                        <a:pt x="5012" y="8630"/>
                      </a:moveTo>
                      <a:lnTo>
                        <a:pt x="0" y="6369"/>
                      </a:lnTo>
                      <a:lnTo>
                        <a:pt x="5513" y="3289"/>
                      </a:lnTo>
                      <a:lnTo>
                        <a:pt x="21895" y="0"/>
                      </a:lnTo>
                      <a:lnTo>
                        <a:pt x="15709" y="4108"/>
                      </a:lnTo>
                      <a:lnTo>
                        <a:pt x="9860" y="555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6" name="pg3895">
                  <a:extLst>
                    <a:ext uri="{FF2B5EF4-FFF2-40B4-BE49-F238E27FC236}">
                      <a16:creationId xmlns:a16="http://schemas.microsoft.com/office/drawing/2014/main" id="{E0181171-EAA0-F063-AE2D-ABB1AC04A0BF}"/>
                    </a:ext>
                  </a:extLst>
                </p:cNvPr>
                <p:cNvSpPr/>
                <p:nvPr/>
              </p:nvSpPr>
              <p:spPr>
                <a:xfrm>
                  <a:off x="4570537" y="4631229"/>
                  <a:ext cx="6945" cy="3168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945" h="31688">
                      <a:moveTo>
                        <a:pt x="2237" y="31688"/>
                      </a:moveTo>
                      <a:lnTo>
                        <a:pt x="201" y="20467"/>
                      </a:lnTo>
                      <a:lnTo>
                        <a:pt x="0" y="9570"/>
                      </a:lnTo>
                      <a:lnTo>
                        <a:pt x="3565" y="3124"/>
                      </a:lnTo>
                      <a:lnTo>
                        <a:pt x="6945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7" name="pg3896">
                  <a:extLst>
                    <a:ext uri="{FF2B5EF4-FFF2-40B4-BE49-F238E27FC236}">
                      <a16:creationId xmlns:a16="http://schemas.microsoft.com/office/drawing/2014/main" id="{1C748B50-9D30-F76C-D4EC-9B006EFC78C6}"/>
                    </a:ext>
                  </a:extLst>
                </p:cNvPr>
                <p:cNvSpPr/>
                <p:nvPr/>
              </p:nvSpPr>
              <p:spPr>
                <a:xfrm>
                  <a:off x="4554992" y="5448277"/>
                  <a:ext cx="10567" cy="1289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567" h="12891">
                      <a:moveTo>
                        <a:pt x="0" y="12891"/>
                      </a:moveTo>
                      <a:lnTo>
                        <a:pt x="5529" y="7772"/>
                      </a:lnTo>
                      <a:lnTo>
                        <a:pt x="7322" y="0"/>
                      </a:lnTo>
                      <a:lnTo>
                        <a:pt x="10567" y="6070"/>
                      </a:lnTo>
                      <a:lnTo>
                        <a:pt x="10505" y="9754"/>
                      </a:lnTo>
                      <a:lnTo>
                        <a:pt x="6857" y="1160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8" name="pg3897">
                  <a:extLst>
                    <a:ext uri="{FF2B5EF4-FFF2-40B4-BE49-F238E27FC236}">
                      <a16:creationId xmlns:a16="http://schemas.microsoft.com/office/drawing/2014/main" id="{BBF6B118-8FBB-1AB2-37E2-B0307E7A064D}"/>
                    </a:ext>
                  </a:extLst>
                </p:cNvPr>
                <p:cNvSpPr/>
                <p:nvPr/>
              </p:nvSpPr>
              <p:spPr>
                <a:xfrm>
                  <a:off x="4681421" y="5037121"/>
                  <a:ext cx="28195" cy="8398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8195" h="83983">
                      <a:moveTo>
                        <a:pt x="28195" y="83983"/>
                      </a:moveTo>
                      <a:lnTo>
                        <a:pt x="18464" y="61770"/>
                      </a:lnTo>
                      <a:lnTo>
                        <a:pt x="6438" y="26938"/>
                      </a:lnTo>
                      <a:lnTo>
                        <a:pt x="0" y="0"/>
                      </a:lnTo>
                      <a:lnTo>
                        <a:pt x="4356" y="7283"/>
                      </a:lnTo>
                      <a:lnTo>
                        <a:pt x="8614" y="22359"/>
                      </a:lnTo>
                      <a:lnTo>
                        <a:pt x="26474" y="74407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299" name="pg3898">
                  <a:extLst>
                    <a:ext uri="{FF2B5EF4-FFF2-40B4-BE49-F238E27FC236}">
                      <a16:creationId xmlns:a16="http://schemas.microsoft.com/office/drawing/2014/main" id="{EFBBACF6-7CE3-BD30-A739-EE309B65E8DA}"/>
                    </a:ext>
                  </a:extLst>
                </p:cNvPr>
                <p:cNvSpPr/>
                <p:nvPr/>
              </p:nvSpPr>
              <p:spPr>
                <a:xfrm>
                  <a:off x="4535949" y="5462902"/>
                  <a:ext cx="7699" cy="447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7699" h="4470">
                      <a:moveTo>
                        <a:pt x="232" y="4470"/>
                      </a:moveTo>
                      <a:lnTo>
                        <a:pt x="0" y="2457"/>
                      </a:lnTo>
                      <a:lnTo>
                        <a:pt x="4630" y="0"/>
                      </a:lnTo>
                      <a:lnTo>
                        <a:pt x="7699" y="165"/>
                      </a:lnTo>
                      <a:lnTo>
                        <a:pt x="7586" y="2889"/>
                      </a:lnTo>
                      <a:lnTo>
                        <a:pt x="2919" y="417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0" name="pg3899">
                  <a:extLst>
                    <a:ext uri="{FF2B5EF4-FFF2-40B4-BE49-F238E27FC236}">
                      <a16:creationId xmlns:a16="http://schemas.microsoft.com/office/drawing/2014/main" id="{10F3BA42-7AE9-0FD3-EA08-EB8410A35CC6}"/>
                    </a:ext>
                  </a:extLst>
                </p:cNvPr>
                <p:cNvSpPr/>
                <p:nvPr/>
              </p:nvSpPr>
              <p:spPr>
                <a:xfrm>
                  <a:off x="3781115" y="4789697"/>
                  <a:ext cx="7508" cy="120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7508" h="12059">
                      <a:moveTo>
                        <a:pt x="0" y="12059"/>
                      </a:moveTo>
                      <a:lnTo>
                        <a:pt x="263" y="9462"/>
                      </a:lnTo>
                      <a:lnTo>
                        <a:pt x="4490" y="2648"/>
                      </a:lnTo>
                      <a:lnTo>
                        <a:pt x="7508" y="0"/>
                      </a:lnTo>
                      <a:lnTo>
                        <a:pt x="5746" y="5251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1" name="pg3900">
                  <a:extLst>
                    <a:ext uri="{FF2B5EF4-FFF2-40B4-BE49-F238E27FC236}">
                      <a16:creationId xmlns:a16="http://schemas.microsoft.com/office/drawing/2014/main" id="{22DFD851-EA03-8C97-8801-63B5E3454248}"/>
                    </a:ext>
                  </a:extLst>
                </p:cNvPr>
                <p:cNvSpPr/>
                <p:nvPr/>
              </p:nvSpPr>
              <p:spPr>
                <a:xfrm>
                  <a:off x="3804479" y="4723202"/>
                  <a:ext cx="17435" cy="773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7435" h="7734">
                      <a:moveTo>
                        <a:pt x="16107" y="7734"/>
                      </a:moveTo>
                      <a:lnTo>
                        <a:pt x="6733" y="5029"/>
                      </a:lnTo>
                      <a:lnTo>
                        <a:pt x="1033" y="2514"/>
                      </a:lnTo>
                      <a:lnTo>
                        <a:pt x="0" y="0"/>
                      </a:lnTo>
                      <a:lnTo>
                        <a:pt x="15756" y="4565"/>
                      </a:lnTo>
                      <a:lnTo>
                        <a:pt x="17435" y="628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2" name="pg3901">
                  <a:extLst>
                    <a:ext uri="{FF2B5EF4-FFF2-40B4-BE49-F238E27FC236}">
                      <a16:creationId xmlns:a16="http://schemas.microsoft.com/office/drawing/2014/main" id="{3266EC6F-36F0-77BF-936A-6CEE4CD25739}"/>
                    </a:ext>
                  </a:extLst>
                </p:cNvPr>
                <p:cNvSpPr/>
                <p:nvPr/>
              </p:nvSpPr>
              <p:spPr>
                <a:xfrm>
                  <a:off x="3847510" y="4721970"/>
                  <a:ext cx="25921" cy="55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921" h="5569">
                      <a:moveTo>
                        <a:pt x="16609" y="5569"/>
                      </a:moveTo>
                      <a:lnTo>
                        <a:pt x="2806" y="5308"/>
                      </a:lnTo>
                      <a:lnTo>
                        <a:pt x="0" y="4330"/>
                      </a:lnTo>
                      <a:lnTo>
                        <a:pt x="5539" y="2470"/>
                      </a:lnTo>
                      <a:lnTo>
                        <a:pt x="21895" y="0"/>
                      </a:lnTo>
                      <a:lnTo>
                        <a:pt x="25921" y="2781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3" name="pg3902">
                  <a:extLst>
                    <a:ext uri="{FF2B5EF4-FFF2-40B4-BE49-F238E27FC236}">
                      <a16:creationId xmlns:a16="http://schemas.microsoft.com/office/drawing/2014/main" id="{BE8937F6-C8D8-5283-D8E0-0C96E9F86384}"/>
                    </a:ext>
                  </a:extLst>
                </p:cNvPr>
                <p:cNvSpPr/>
                <p:nvPr/>
              </p:nvSpPr>
              <p:spPr>
                <a:xfrm>
                  <a:off x="3738952" y="4735636"/>
                  <a:ext cx="16650" cy="1704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6650" h="17044">
                      <a:moveTo>
                        <a:pt x="12862" y="17044"/>
                      </a:moveTo>
                      <a:lnTo>
                        <a:pt x="7679" y="14034"/>
                      </a:lnTo>
                      <a:lnTo>
                        <a:pt x="0" y="13761"/>
                      </a:lnTo>
                      <a:lnTo>
                        <a:pt x="3379" y="11697"/>
                      </a:lnTo>
                      <a:lnTo>
                        <a:pt x="5751" y="9684"/>
                      </a:lnTo>
                      <a:lnTo>
                        <a:pt x="6935" y="7518"/>
                      </a:lnTo>
                      <a:lnTo>
                        <a:pt x="16650" y="0"/>
                      </a:lnTo>
                      <a:lnTo>
                        <a:pt x="13896" y="5518"/>
                      </a:lnTo>
                      <a:lnTo>
                        <a:pt x="12490" y="1099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4" name="pg3903">
                  <a:extLst>
                    <a:ext uri="{FF2B5EF4-FFF2-40B4-BE49-F238E27FC236}">
                      <a16:creationId xmlns:a16="http://schemas.microsoft.com/office/drawing/2014/main" id="{54283C17-0F1F-43DF-5074-CAC3AA9B4168}"/>
                    </a:ext>
                  </a:extLst>
                </p:cNvPr>
                <p:cNvSpPr/>
                <p:nvPr/>
              </p:nvSpPr>
              <p:spPr>
                <a:xfrm>
                  <a:off x="3789234" y="4750191"/>
                  <a:ext cx="5746" cy="3652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746" h="36527">
                      <a:moveTo>
                        <a:pt x="1188" y="36527"/>
                      </a:moveTo>
                      <a:lnTo>
                        <a:pt x="4118" y="16695"/>
                      </a:lnTo>
                      <a:lnTo>
                        <a:pt x="0" y="0"/>
                      </a:lnTo>
                      <a:lnTo>
                        <a:pt x="4340" y="7328"/>
                      </a:lnTo>
                      <a:lnTo>
                        <a:pt x="5746" y="16047"/>
                      </a:lnTo>
                      <a:lnTo>
                        <a:pt x="4175" y="3238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5" name="pg3904">
                  <a:extLst>
                    <a:ext uri="{FF2B5EF4-FFF2-40B4-BE49-F238E27FC236}">
                      <a16:creationId xmlns:a16="http://schemas.microsoft.com/office/drawing/2014/main" id="{17853B1E-0FB4-8873-F072-58A674C0BB77}"/>
                    </a:ext>
                  </a:extLst>
                </p:cNvPr>
                <p:cNvSpPr/>
                <p:nvPr/>
              </p:nvSpPr>
              <p:spPr>
                <a:xfrm>
                  <a:off x="4186131" y="4792371"/>
                  <a:ext cx="40173" cy="163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0173" h="16358">
                      <a:moveTo>
                        <a:pt x="11482" y="16358"/>
                      </a:moveTo>
                      <a:lnTo>
                        <a:pt x="0" y="12954"/>
                      </a:lnTo>
                      <a:lnTo>
                        <a:pt x="7136" y="12307"/>
                      </a:lnTo>
                      <a:lnTo>
                        <a:pt x="12299" y="13685"/>
                      </a:lnTo>
                      <a:lnTo>
                        <a:pt x="25373" y="6991"/>
                      </a:lnTo>
                      <a:lnTo>
                        <a:pt x="32231" y="1924"/>
                      </a:lnTo>
                      <a:lnTo>
                        <a:pt x="40173" y="0"/>
                      </a:lnTo>
                      <a:lnTo>
                        <a:pt x="22102" y="1167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6" name="pg3905">
                  <a:extLst>
                    <a:ext uri="{FF2B5EF4-FFF2-40B4-BE49-F238E27FC236}">
                      <a16:creationId xmlns:a16="http://schemas.microsoft.com/office/drawing/2014/main" id="{F13C6119-190D-2287-2099-8506FF00FFC2}"/>
                    </a:ext>
                  </a:extLst>
                </p:cNvPr>
                <p:cNvSpPr/>
                <p:nvPr/>
              </p:nvSpPr>
              <p:spPr>
                <a:xfrm>
                  <a:off x="5923277" y="2903466"/>
                  <a:ext cx="8449" cy="1039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449" h="10395">
                      <a:moveTo>
                        <a:pt x="4428" y="10395"/>
                      </a:moveTo>
                      <a:lnTo>
                        <a:pt x="139" y="9563"/>
                      </a:lnTo>
                      <a:lnTo>
                        <a:pt x="0" y="3149"/>
                      </a:lnTo>
                      <a:lnTo>
                        <a:pt x="1297" y="971"/>
                      </a:lnTo>
                      <a:lnTo>
                        <a:pt x="2780" y="0"/>
                      </a:lnTo>
                      <a:lnTo>
                        <a:pt x="4981" y="1803"/>
                      </a:lnTo>
                      <a:lnTo>
                        <a:pt x="8449" y="782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7" name="pg3906">
                  <a:extLst>
                    <a:ext uri="{FF2B5EF4-FFF2-40B4-BE49-F238E27FC236}">
                      <a16:creationId xmlns:a16="http://schemas.microsoft.com/office/drawing/2014/main" id="{7C13FD95-B6AA-0256-2AAC-7840126F0F5F}"/>
                    </a:ext>
                  </a:extLst>
                </p:cNvPr>
                <p:cNvSpPr/>
                <p:nvPr/>
              </p:nvSpPr>
              <p:spPr>
                <a:xfrm>
                  <a:off x="2399291" y="4782381"/>
                  <a:ext cx="513697" cy="75552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3697" h="755524">
                      <a:moveTo>
                        <a:pt x="961" y="1759"/>
                      </a:moveTo>
                      <a:lnTo>
                        <a:pt x="26210" y="3480"/>
                      </a:lnTo>
                      <a:lnTo>
                        <a:pt x="41104" y="2895"/>
                      </a:lnTo>
                      <a:lnTo>
                        <a:pt x="45646" y="0"/>
                      </a:lnTo>
                      <a:lnTo>
                        <a:pt x="48008" y="152"/>
                      </a:lnTo>
                      <a:lnTo>
                        <a:pt x="48194" y="3340"/>
                      </a:lnTo>
                      <a:lnTo>
                        <a:pt x="51935" y="4692"/>
                      </a:lnTo>
                      <a:lnTo>
                        <a:pt x="59227" y="4210"/>
                      </a:lnTo>
                      <a:lnTo>
                        <a:pt x="65578" y="8668"/>
                      </a:lnTo>
                      <a:lnTo>
                        <a:pt x="73712" y="22778"/>
                      </a:lnTo>
                      <a:lnTo>
                        <a:pt x="101747" y="45379"/>
                      </a:lnTo>
                      <a:lnTo>
                        <a:pt x="104108" y="53133"/>
                      </a:lnTo>
                      <a:lnTo>
                        <a:pt x="113865" y="64316"/>
                      </a:lnTo>
                      <a:lnTo>
                        <a:pt x="131807" y="81507"/>
                      </a:lnTo>
                      <a:lnTo>
                        <a:pt x="141962" y="96329"/>
                      </a:lnTo>
                      <a:lnTo>
                        <a:pt x="144324" y="108782"/>
                      </a:lnTo>
                      <a:lnTo>
                        <a:pt x="153491" y="128481"/>
                      </a:lnTo>
                      <a:lnTo>
                        <a:pt x="169449" y="155419"/>
                      </a:lnTo>
                      <a:lnTo>
                        <a:pt x="176560" y="169942"/>
                      </a:lnTo>
                      <a:lnTo>
                        <a:pt x="174824" y="172038"/>
                      </a:lnTo>
                      <a:lnTo>
                        <a:pt x="176079" y="179620"/>
                      </a:lnTo>
                      <a:lnTo>
                        <a:pt x="180338" y="192683"/>
                      </a:lnTo>
                      <a:lnTo>
                        <a:pt x="188249" y="203745"/>
                      </a:lnTo>
                      <a:lnTo>
                        <a:pt x="199820" y="212807"/>
                      </a:lnTo>
                      <a:lnTo>
                        <a:pt x="211520" y="229077"/>
                      </a:lnTo>
                      <a:lnTo>
                        <a:pt x="223349" y="252561"/>
                      </a:lnTo>
                      <a:lnTo>
                        <a:pt x="237679" y="270425"/>
                      </a:lnTo>
                      <a:lnTo>
                        <a:pt x="254500" y="282655"/>
                      </a:lnTo>
                      <a:lnTo>
                        <a:pt x="264024" y="294042"/>
                      </a:lnTo>
                      <a:lnTo>
                        <a:pt x="266251" y="304571"/>
                      </a:lnTo>
                      <a:lnTo>
                        <a:pt x="266086" y="313588"/>
                      </a:lnTo>
                      <a:lnTo>
                        <a:pt x="263522" y="321094"/>
                      </a:lnTo>
                      <a:lnTo>
                        <a:pt x="264608" y="328226"/>
                      </a:lnTo>
                      <a:lnTo>
                        <a:pt x="269336" y="334964"/>
                      </a:lnTo>
                      <a:lnTo>
                        <a:pt x="270912" y="343232"/>
                      </a:lnTo>
                      <a:lnTo>
                        <a:pt x="269062" y="354732"/>
                      </a:lnTo>
                      <a:lnTo>
                        <a:pt x="269191" y="357990"/>
                      </a:lnTo>
                      <a:lnTo>
                        <a:pt x="270561" y="360587"/>
                      </a:lnTo>
                      <a:lnTo>
                        <a:pt x="285496" y="380350"/>
                      </a:lnTo>
                      <a:lnTo>
                        <a:pt x="293170" y="396321"/>
                      </a:lnTo>
                      <a:lnTo>
                        <a:pt x="299262" y="421811"/>
                      </a:lnTo>
                      <a:lnTo>
                        <a:pt x="299293" y="422040"/>
                      </a:lnTo>
                      <a:lnTo>
                        <a:pt x="306099" y="437287"/>
                      </a:lnTo>
                      <a:lnTo>
                        <a:pt x="315887" y="443523"/>
                      </a:lnTo>
                      <a:lnTo>
                        <a:pt x="330925" y="445829"/>
                      </a:lnTo>
                      <a:lnTo>
                        <a:pt x="342351" y="451138"/>
                      </a:lnTo>
                      <a:lnTo>
                        <a:pt x="350165" y="459457"/>
                      </a:lnTo>
                      <a:lnTo>
                        <a:pt x="360019" y="464480"/>
                      </a:lnTo>
                      <a:lnTo>
                        <a:pt x="371916" y="466207"/>
                      </a:lnTo>
                      <a:lnTo>
                        <a:pt x="383321" y="471694"/>
                      </a:lnTo>
                      <a:lnTo>
                        <a:pt x="394230" y="480953"/>
                      </a:lnTo>
                      <a:lnTo>
                        <a:pt x="414575" y="487030"/>
                      </a:lnTo>
                      <a:lnTo>
                        <a:pt x="444357" y="489945"/>
                      </a:lnTo>
                      <a:lnTo>
                        <a:pt x="467022" y="497470"/>
                      </a:lnTo>
                      <a:lnTo>
                        <a:pt x="482577" y="509612"/>
                      </a:lnTo>
                      <a:lnTo>
                        <a:pt x="489419" y="512082"/>
                      </a:lnTo>
                      <a:lnTo>
                        <a:pt x="491269" y="512254"/>
                      </a:lnTo>
                      <a:lnTo>
                        <a:pt x="492158" y="510399"/>
                      </a:lnTo>
                      <a:lnTo>
                        <a:pt x="493331" y="506964"/>
                      </a:lnTo>
                      <a:lnTo>
                        <a:pt x="499352" y="503008"/>
                      </a:lnTo>
                      <a:lnTo>
                        <a:pt x="513697" y="500423"/>
                      </a:lnTo>
                      <a:lnTo>
                        <a:pt x="511770" y="527285"/>
                      </a:lnTo>
                      <a:lnTo>
                        <a:pt x="505372" y="549327"/>
                      </a:lnTo>
                      <a:lnTo>
                        <a:pt x="484293" y="595152"/>
                      </a:lnTo>
                      <a:lnTo>
                        <a:pt x="475508" y="623576"/>
                      </a:lnTo>
                      <a:lnTo>
                        <a:pt x="458511" y="704804"/>
                      </a:lnTo>
                      <a:lnTo>
                        <a:pt x="453534" y="755524"/>
                      </a:lnTo>
                      <a:lnTo>
                        <a:pt x="0" y="755524"/>
                      </a:lnTo>
                      <a:lnTo>
                        <a:pt x="0" y="155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8" name="pg3907">
                  <a:extLst>
                    <a:ext uri="{FF2B5EF4-FFF2-40B4-BE49-F238E27FC236}">
                      <a16:creationId xmlns:a16="http://schemas.microsoft.com/office/drawing/2014/main" id="{A28F1521-0D69-BF26-800D-314D1DCC75AE}"/>
                    </a:ext>
                  </a:extLst>
                </p:cNvPr>
                <p:cNvSpPr/>
                <p:nvPr/>
              </p:nvSpPr>
              <p:spPr>
                <a:xfrm>
                  <a:off x="4173090" y="2540116"/>
                  <a:ext cx="1519164" cy="6990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519164" h="699069">
                      <a:moveTo>
                        <a:pt x="1509975" y="5632"/>
                      </a:moveTo>
                      <a:lnTo>
                        <a:pt x="1494849" y="16263"/>
                      </a:lnTo>
                      <a:lnTo>
                        <a:pt x="1478746" y="33041"/>
                      </a:lnTo>
                      <a:lnTo>
                        <a:pt x="1440965" y="45729"/>
                      </a:lnTo>
                      <a:lnTo>
                        <a:pt x="1426940" y="48955"/>
                      </a:lnTo>
                      <a:lnTo>
                        <a:pt x="1413994" y="47234"/>
                      </a:lnTo>
                      <a:lnTo>
                        <a:pt x="1398238" y="57559"/>
                      </a:lnTo>
                      <a:lnTo>
                        <a:pt x="1379593" y="63872"/>
                      </a:lnTo>
                      <a:lnTo>
                        <a:pt x="1374089" y="73474"/>
                      </a:lnTo>
                      <a:lnTo>
                        <a:pt x="1329270" y="99193"/>
                      </a:lnTo>
                      <a:lnTo>
                        <a:pt x="1312066" y="102431"/>
                      </a:lnTo>
                      <a:lnTo>
                        <a:pt x="1297426" y="109283"/>
                      </a:lnTo>
                      <a:lnTo>
                        <a:pt x="1293095" y="120917"/>
                      </a:lnTo>
                      <a:lnTo>
                        <a:pt x="1280026" y="127934"/>
                      </a:lnTo>
                      <a:lnTo>
                        <a:pt x="1276399" y="133307"/>
                      </a:lnTo>
                      <a:lnTo>
                        <a:pt x="1265407" y="149583"/>
                      </a:lnTo>
                      <a:lnTo>
                        <a:pt x="1244974" y="170603"/>
                      </a:lnTo>
                      <a:lnTo>
                        <a:pt x="1220075" y="174121"/>
                      </a:lnTo>
                      <a:lnTo>
                        <a:pt x="1210975" y="181436"/>
                      </a:lnTo>
                      <a:lnTo>
                        <a:pt x="1200438" y="193242"/>
                      </a:lnTo>
                      <a:lnTo>
                        <a:pt x="1185576" y="201345"/>
                      </a:lnTo>
                      <a:lnTo>
                        <a:pt x="1156233" y="197547"/>
                      </a:lnTo>
                      <a:lnTo>
                        <a:pt x="1163370" y="202513"/>
                      </a:lnTo>
                      <a:lnTo>
                        <a:pt x="1189622" y="210255"/>
                      </a:lnTo>
                      <a:lnTo>
                        <a:pt x="1192351" y="221730"/>
                      </a:lnTo>
                      <a:lnTo>
                        <a:pt x="1179199" y="224473"/>
                      </a:lnTo>
                      <a:lnTo>
                        <a:pt x="1151660" y="239771"/>
                      </a:lnTo>
                      <a:lnTo>
                        <a:pt x="1114556" y="266113"/>
                      </a:lnTo>
                      <a:lnTo>
                        <a:pt x="1108887" y="266735"/>
                      </a:lnTo>
                      <a:lnTo>
                        <a:pt x="1098918" y="266106"/>
                      </a:lnTo>
                      <a:lnTo>
                        <a:pt x="1084154" y="270501"/>
                      </a:lnTo>
                      <a:lnTo>
                        <a:pt x="1064759" y="279702"/>
                      </a:lnTo>
                      <a:lnTo>
                        <a:pt x="1041277" y="296232"/>
                      </a:lnTo>
                      <a:lnTo>
                        <a:pt x="999930" y="332023"/>
                      </a:lnTo>
                      <a:lnTo>
                        <a:pt x="997031" y="335802"/>
                      </a:lnTo>
                      <a:lnTo>
                        <a:pt x="991042" y="342438"/>
                      </a:lnTo>
                      <a:lnTo>
                        <a:pt x="975771" y="349512"/>
                      </a:lnTo>
                      <a:lnTo>
                        <a:pt x="961911" y="357139"/>
                      </a:lnTo>
                      <a:lnTo>
                        <a:pt x="958248" y="365166"/>
                      </a:lnTo>
                      <a:lnTo>
                        <a:pt x="951607" y="368824"/>
                      </a:lnTo>
                      <a:lnTo>
                        <a:pt x="928740" y="389177"/>
                      </a:lnTo>
                      <a:lnTo>
                        <a:pt x="915877" y="406513"/>
                      </a:lnTo>
                      <a:lnTo>
                        <a:pt x="904198" y="424656"/>
                      </a:lnTo>
                      <a:lnTo>
                        <a:pt x="891129" y="444946"/>
                      </a:lnTo>
                      <a:lnTo>
                        <a:pt x="864314" y="445200"/>
                      </a:lnTo>
                      <a:lnTo>
                        <a:pt x="843850" y="445117"/>
                      </a:lnTo>
                      <a:lnTo>
                        <a:pt x="808942" y="444971"/>
                      </a:lnTo>
                      <a:lnTo>
                        <a:pt x="779020" y="444851"/>
                      </a:lnTo>
                      <a:lnTo>
                        <a:pt x="743508" y="444705"/>
                      </a:lnTo>
                      <a:lnTo>
                        <a:pt x="717742" y="444597"/>
                      </a:lnTo>
                      <a:lnTo>
                        <a:pt x="689996" y="445448"/>
                      </a:lnTo>
                      <a:lnTo>
                        <a:pt x="676751" y="450858"/>
                      </a:lnTo>
                      <a:lnTo>
                        <a:pt x="660142" y="458167"/>
                      </a:lnTo>
                      <a:lnTo>
                        <a:pt x="642215" y="466048"/>
                      </a:lnTo>
                      <a:lnTo>
                        <a:pt x="651615" y="483626"/>
                      </a:lnTo>
                      <a:lnTo>
                        <a:pt x="654137" y="490561"/>
                      </a:lnTo>
                      <a:lnTo>
                        <a:pt x="653414" y="512927"/>
                      </a:lnTo>
                      <a:lnTo>
                        <a:pt x="655326" y="515372"/>
                      </a:lnTo>
                      <a:lnTo>
                        <a:pt x="657331" y="518693"/>
                      </a:lnTo>
                      <a:lnTo>
                        <a:pt x="657636" y="524472"/>
                      </a:lnTo>
                      <a:lnTo>
                        <a:pt x="659171" y="527114"/>
                      </a:lnTo>
                      <a:lnTo>
                        <a:pt x="662442" y="529247"/>
                      </a:lnTo>
                      <a:lnTo>
                        <a:pt x="666121" y="531756"/>
                      </a:lnTo>
                      <a:lnTo>
                        <a:pt x="668783" y="535153"/>
                      </a:lnTo>
                      <a:lnTo>
                        <a:pt x="669392" y="538544"/>
                      </a:lnTo>
                      <a:lnTo>
                        <a:pt x="666834" y="544450"/>
                      </a:lnTo>
                      <a:lnTo>
                        <a:pt x="656520" y="552433"/>
                      </a:lnTo>
                      <a:lnTo>
                        <a:pt x="642019" y="559431"/>
                      </a:lnTo>
                      <a:lnTo>
                        <a:pt x="613178" y="572055"/>
                      </a:lnTo>
                      <a:lnTo>
                        <a:pt x="579758" y="586687"/>
                      </a:lnTo>
                      <a:lnTo>
                        <a:pt x="550788" y="599368"/>
                      </a:lnTo>
                      <a:lnTo>
                        <a:pt x="528370" y="609180"/>
                      </a:lnTo>
                      <a:lnTo>
                        <a:pt x="482326" y="617797"/>
                      </a:lnTo>
                      <a:lnTo>
                        <a:pt x="445749" y="624637"/>
                      </a:lnTo>
                      <a:lnTo>
                        <a:pt x="419352" y="629577"/>
                      </a:lnTo>
                      <a:lnTo>
                        <a:pt x="395043" y="643326"/>
                      </a:lnTo>
                      <a:lnTo>
                        <a:pt x="368202" y="658497"/>
                      </a:lnTo>
                      <a:lnTo>
                        <a:pt x="345634" y="671255"/>
                      </a:lnTo>
                      <a:lnTo>
                        <a:pt x="320323" y="685562"/>
                      </a:lnTo>
                      <a:lnTo>
                        <a:pt x="296432" y="699069"/>
                      </a:lnTo>
                      <a:lnTo>
                        <a:pt x="269870" y="699025"/>
                      </a:lnTo>
                      <a:lnTo>
                        <a:pt x="251225" y="688902"/>
                      </a:lnTo>
                      <a:lnTo>
                        <a:pt x="233893" y="678507"/>
                      </a:lnTo>
                      <a:lnTo>
                        <a:pt x="222043" y="659919"/>
                      </a:lnTo>
                      <a:lnTo>
                        <a:pt x="221227" y="638322"/>
                      </a:lnTo>
                      <a:lnTo>
                        <a:pt x="225474" y="624179"/>
                      </a:lnTo>
                      <a:lnTo>
                        <a:pt x="229324" y="617727"/>
                      </a:lnTo>
                      <a:lnTo>
                        <a:pt x="236673" y="613638"/>
                      </a:lnTo>
                      <a:lnTo>
                        <a:pt x="251060" y="606684"/>
                      </a:lnTo>
                      <a:lnTo>
                        <a:pt x="264139" y="592605"/>
                      </a:lnTo>
                      <a:lnTo>
                        <a:pt x="274625" y="584204"/>
                      </a:lnTo>
                      <a:lnTo>
                        <a:pt x="285187" y="575535"/>
                      </a:lnTo>
                      <a:lnTo>
                        <a:pt x="291218" y="560606"/>
                      </a:lnTo>
                      <a:lnTo>
                        <a:pt x="298742" y="524465"/>
                      </a:lnTo>
                      <a:lnTo>
                        <a:pt x="299698" y="517277"/>
                      </a:lnTo>
                      <a:lnTo>
                        <a:pt x="310644" y="492491"/>
                      </a:lnTo>
                      <a:lnTo>
                        <a:pt x="322752" y="465070"/>
                      </a:lnTo>
                      <a:lnTo>
                        <a:pt x="328312" y="452477"/>
                      </a:lnTo>
                      <a:lnTo>
                        <a:pt x="322095" y="419792"/>
                      </a:lnTo>
                      <a:lnTo>
                        <a:pt x="317419" y="394676"/>
                      </a:lnTo>
                      <a:lnTo>
                        <a:pt x="313135" y="371669"/>
                      </a:lnTo>
                      <a:lnTo>
                        <a:pt x="308313" y="345746"/>
                      </a:lnTo>
                      <a:lnTo>
                        <a:pt x="303926" y="322148"/>
                      </a:lnTo>
                      <a:lnTo>
                        <a:pt x="299786" y="299916"/>
                      </a:lnTo>
                      <a:lnTo>
                        <a:pt x="295637" y="277600"/>
                      </a:lnTo>
                      <a:lnTo>
                        <a:pt x="291564" y="255723"/>
                      </a:lnTo>
                      <a:lnTo>
                        <a:pt x="288371" y="240032"/>
                      </a:lnTo>
                      <a:lnTo>
                        <a:pt x="284578" y="221438"/>
                      </a:lnTo>
                      <a:lnTo>
                        <a:pt x="262424" y="208388"/>
                      </a:lnTo>
                      <a:lnTo>
                        <a:pt x="245603" y="199249"/>
                      </a:lnTo>
                      <a:lnTo>
                        <a:pt x="218090" y="184320"/>
                      </a:lnTo>
                      <a:lnTo>
                        <a:pt x="195016" y="171797"/>
                      </a:lnTo>
                      <a:lnTo>
                        <a:pt x="174340" y="160340"/>
                      </a:lnTo>
                      <a:lnTo>
                        <a:pt x="187378" y="137250"/>
                      </a:lnTo>
                      <a:lnTo>
                        <a:pt x="186251" y="133472"/>
                      </a:lnTo>
                      <a:lnTo>
                        <a:pt x="181528" y="128925"/>
                      </a:lnTo>
                      <a:lnTo>
                        <a:pt x="171875" y="121362"/>
                      </a:lnTo>
                      <a:lnTo>
                        <a:pt x="166232" y="120593"/>
                      </a:lnTo>
                      <a:lnTo>
                        <a:pt x="156294" y="122372"/>
                      </a:lnTo>
                      <a:lnTo>
                        <a:pt x="140434" y="127077"/>
                      </a:lnTo>
                      <a:lnTo>
                        <a:pt x="133582" y="125515"/>
                      </a:lnTo>
                      <a:lnTo>
                        <a:pt x="128140" y="117437"/>
                      </a:lnTo>
                      <a:lnTo>
                        <a:pt x="121877" y="107099"/>
                      </a:lnTo>
                      <a:lnTo>
                        <a:pt x="119825" y="99021"/>
                      </a:lnTo>
                      <a:lnTo>
                        <a:pt x="119040" y="88333"/>
                      </a:lnTo>
                      <a:lnTo>
                        <a:pt x="115304" y="78713"/>
                      </a:lnTo>
                      <a:lnTo>
                        <a:pt x="117671" y="73664"/>
                      </a:lnTo>
                      <a:lnTo>
                        <a:pt x="118192" y="71149"/>
                      </a:lnTo>
                      <a:lnTo>
                        <a:pt x="117981" y="67987"/>
                      </a:lnTo>
                      <a:lnTo>
                        <a:pt x="115412" y="65967"/>
                      </a:lnTo>
                      <a:lnTo>
                        <a:pt x="110890" y="65085"/>
                      </a:lnTo>
                      <a:lnTo>
                        <a:pt x="95594" y="69123"/>
                      </a:lnTo>
                      <a:lnTo>
                        <a:pt x="88716" y="69498"/>
                      </a:lnTo>
                      <a:lnTo>
                        <a:pt x="84613" y="71772"/>
                      </a:lnTo>
                      <a:lnTo>
                        <a:pt x="78148" y="76490"/>
                      </a:lnTo>
                      <a:lnTo>
                        <a:pt x="71776" y="77074"/>
                      </a:lnTo>
                      <a:lnTo>
                        <a:pt x="60769" y="65904"/>
                      </a:lnTo>
                      <a:lnTo>
                        <a:pt x="48743" y="53673"/>
                      </a:lnTo>
                      <a:lnTo>
                        <a:pt x="43700" y="36825"/>
                      </a:lnTo>
                      <a:lnTo>
                        <a:pt x="38522" y="19521"/>
                      </a:lnTo>
                      <a:lnTo>
                        <a:pt x="17980" y="9112"/>
                      </a:lnTo>
                      <a:lnTo>
                        <a:pt x="0" y="0"/>
                      </a:lnTo>
                      <a:lnTo>
                        <a:pt x="1519164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09" name="pg3908">
                  <a:extLst>
                    <a:ext uri="{FF2B5EF4-FFF2-40B4-BE49-F238E27FC236}">
                      <a16:creationId xmlns:a16="http://schemas.microsoft.com/office/drawing/2014/main" id="{954D9CC7-E4A4-B370-31AE-65988D69CC25}"/>
                    </a:ext>
                  </a:extLst>
                </p:cNvPr>
                <p:cNvSpPr/>
                <p:nvPr/>
              </p:nvSpPr>
              <p:spPr>
                <a:xfrm>
                  <a:off x="6018224" y="2540116"/>
                  <a:ext cx="296962" cy="25786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6962" h="257863">
                      <a:moveTo>
                        <a:pt x="67195" y="242946"/>
                      </a:moveTo>
                      <a:lnTo>
                        <a:pt x="62725" y="241575"/>
                      </a:lnTo>
                      <a:lnTo>
                        <a:pt x="58875" y="240501"/>
                      </a:lnTo>
                      <a:lnTo>
                        <a:pt x="56643" y="242330"/>
                      </a:lnTo>
                      <a:lnTo>
                        <a:pt x="54529" y="244775"/>
                      </a:lnTo>
                      <a:lnTo>
                        <a:pt x="51924" y="246611"/>
                      </a:lnTo>
                      <a:lnTo>
                        <a:pt x="46457" y="244013"/>
                      </a:lnTo>
                      <a:lnTo>
                        <a:pt x="42979" y="239282"/>
                      </a:lnTo>
                      <a:lnTo>
                        <a:pt x="37393" y="234405"/>
                      </a:lnTo>
                      <a:lnTo>
                        <a:pt x="35279" y="230735"/>
                      </a:lnTo>
                      <a:lnTo>
                        <a:pt x="36401" y="226467"/>
                      </a:lnTo>
                      <a:lnTo>
                        <a:pt x="38881" y="222346"/>
                      </a:lnTo>
                      <a:lnTo>
                        <a:pt x="40002" y="217462"/>
                      </a:lnTo>
                      <a:lnTo>
                        <a:pt x="37269" y="211829"/>
                      </a:lnTo>
                      <a:lnTo>
                        <a:pt x="34783" y="208623"/>
                      </a:lnTo>
                      <a:lnTo>
                        <a:pt x="33047" y="204958"/>
                      </a:lnTo>
                      <a:lnTo>
                        <a:pt x="33667" y="201453"/>
                      </a:lnTo>
                      <a:lnTo>
                        <a:pt x="37145" y="199770"/>
                      </a:lnTo>
                      <a:lnTo>
                        <a:pt x="40375" y="197630"/>
                      </a:lnTo>
                      <a:lnTo>
                        <a:pt x="41491" y="193058"/>
                      </a:lnTo>
                      <a:lnTo>
                        <a:pt x="39501" y="188174"/>
                      </a:lnTo>
                      <a:lnTo>
                        <a:pt x="33791" y="186187"/>
                      </a:lnTo>
                      <a:lnTo>
                        <a:pt x="29073" y="186949"/>
                      </a:lnTo>
                      <a:lnTo>
                        <a:pt x="22241" y="185882"/>
                      </a:lnTo>
                      <a:lnTo>
                        <a:pt x="15663" y="182834"/>
                      </a:lnTo>
                      <a:lnTo>
                        <a:pt x="11316" y="179322"/>
                      </a:lnTo>
                      <a:lnTo>
                        <a:pt x="7963" y="177334"/>
                      </a:lnTo>
                      <a:lnTo>
                        <a:pt x="5353" y="177334"/>
                      </a:lnTo>
                      <a:lnTo>
                        <a:pt x="2247" y="175353"/>
                      </a:lnTo>
                      <a:lnTo>
                        <a:pt x="387" y="171993"/>
                      </a:lnTo>
                      <a:lnTo>
                        <a:pt x="635" y="166500"/>
                      </a:lnTo>
                      <a:lnTo>
                        <a:pt x="1503" y="163147"/>
                      </a:lnTo>
                      <a:lnTo>
                        <a:pt x="3239" y="160245"/>
                      </a:lnTo>
                      <a:lnTo>
                        <a:pt x="3363" y="157038"/>
                      </a:lnTo>
                      <a:lnTo>
                        <a:pt x="2619" y="154746"/>
                      </a:lnTo>
                      <a:lnTo>
                        <a:pt x="2500" y="152923"/>
                      </a:lnTo>
                      <a:lnTo>
                        <a:pt x="2991" y="150631"/>
                      </a:lnTo>
                      <a:lnTo>
                        <a:pt x="4113" y="146052"/>
                      </a:lnTo>
                      <a:lnTo>
                        <a:pt x="2247" y="142699"/>
                      </a:lnTo>
                      <a:lnTo>
                        <a:pt x="2056" y="131078"/>
                      </a:lnTo>
                      <a:lnTo>
                        <a:pt x="1689" y="109334"/>
                      </a:lnTo>
                      <a:lnTo>
                        <a:pt x="1415" y="92677"/>
                      </a:lnTo>
                      <a:lnTo>
                        <a:pt x="1069" y="71740"/>
                      </a:lnTo>
                      <a:lnTo>
                        <a:pt x="867" y="56493"/>
                      </a:lnTo>
                      <a:lnTo>
                        <a:pt x="588" y="35130"/>
                      </a:lnTo>
                      <a:lnTo>
                        <a:pt x="325" y="14859"/>
                      </a:lnTo>
                      <a:lnTo>
                        <a:pt x="0" y="0"/>
                      </a:lnTo>
                      <a:lnTo>
                        <a:pt x="276472" y="0"/>
                      </a:lnTo>
                      <a:lnTo>
                        <a:pt x="276633" y="57"/>
                      </a:lnTo>
                      <a:lnTo>
                        <a:pt x="276810" y="0"/>
                      </a:lnTo>
                      <a:lnTo>
                        <a:pt x="296962" y="0"/>
                      </a:lnTo>
                      <a:lnTo>
                        <a:pt x="296962" y="192012"/>
                      </a:lnTo>
                      <a:lnTo>
                        <a:pt x="290901" y="195833"/>
                      </a:lnTo>
                      <a:lnTo>
                        <a:pt x="267083" y="205085"/>
                      </a:lnTo>
                      <a:lnTo>
                        <a:pt x="239280" y="222746"/>
                      </a:lnTo>
                      <a:lnTo>
                        <a:pt x="203354" y="237625"/>
                      </a:lnTo>
                      <a:lnTo>
                        <a:pt x="195825" y="237682"/>
                      </a:lnTo>
                      <a:lnTo>
                        <a:pt x="179510" y="225438"/>
                      </a:lnTo>
                      <a:lnTo>
                        <a:pt x="184073" y="219863"/>
                      </a:lnTo>
                      <a:lnTo>
                        <a:pt x="188316" y="212306"/>
                      </a:lnTo>
                      <a:lnTo>
                        <a:pt x="184260" y="214484"/>
                      </a:lnTo>
                      <a:lnTo>
                        <a:pt x="181629" y="217761"/>
                      </a:lnTo>
                      <a:lnTo>
                        <a:pt x="171790" y="223019"/>
                      </a:lnTo>
                      <a:lnTo>
                        <a:pt x="179769" y="233199"/>
                      </a:lnTo>
                      <a:lnTo>
                        <a:pt x="175914" y="237015"/>
                      </a:lnTo>
                      <a:lnTo>
                        <a:pt x="164503" y="242032"/>
                      </a:lnTo>
                      <a:lnTo>
                        <a:pt x="153878" y="249290"/>
                      </a:lnTo>
                      <a:lnTo>
                        <a:pt x="144577" y="254142"/>
                      </a:lnTo>
                      <a:lnTo>
                        <a:pt x="137052" y="247970"/>
                      </a:lnTo>
                      <a:lnTo>
                        <a:pt x="116283" y="255768"/>
                      </a:lnTo>
                      <a:lnTo>
                        <a:pt x="98791" y="257863"/>
                      </a:lnTo>
                      <a:lnTo>
                        <a:pt x="95008" y="253913"/>
                      </a:lnTo>
                      <a:lnTo>
                        <a:pt x="93897" y="247677"/>
                      </a:lnTo>
                      <a:lnTo>
                        <a:pt x="87773" y="246172"/>
                      </a:lnTo>
                      <a:lnTo>
                        <a:pt x="76394" y="247893"/>
                      </a:lnTo>
                      <a:lnTo>
                        <a:pt x="72079" y="24457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0" name="pg3909">
                  <a:extLst>
                    <a:ext uri="{FF2B5EF4-FFF2-40B4-BE49-F238E27FC236}">
                      <a16:creationId xmlns:a16="http://schemas.microsoft.com/office/drawing/2014/main" id="{1C2A18C8-9ED5-0B48-5104-B49A938EA198}"/>
                    </a:ext>
                  </a:extLst>
                </p:cNvPr>
                <p:cNvSpPr/>
                <p:nvPr/>
              </p:nvSpPr>
              <p:spPr>
                <a:xfrm>
                  <a:off x="5287647" y="2540116"/>
                  <a:ext cx="534180" cy="26611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34180" h="266113">
                      <a:moveTo>
                        <a:pt x="528260" y="7169"/>
                      </a:moveTo>
                      <a:lnTo>
                        <a:pt x="511940" y="26932"/>
                      </a:lnTo>
                      <a:lnTo>
                        <a:pt x="497548" y="44357"/>
                      </a:lnTo>
                      <a:lnTo>
                        <a:pt x="494318" y="62240"/>
                      </a:lnTo>
                      <a:lnTo>
                        <a:pt x="491254" y="79195"/>
                      </a:lnTo>
                      <a:lnTo>
                        <a:pt x="479347" y="92099"/>
                      </a:lnTo>
                      <a:lnTo>
                        <a:pt x="472087" y="103930"/>
                      </a:lnTo>
                      <a:lnTo>
                        <a:pt x="468847" y="117050"/>
                      </a:lnTo>
                      <a:lnTo>
                        <a:pt x="466139" y="129097"/>
                      </a:lnTo>
                      <a:lnTo>
                        <a:pt x="465932" y="139181"/>
                      </a:lnTo>
                      <a:lnTo>
                        <a:pt x="467973" y="144471"/>
                      </a:lnTo>
                      <a:lnTo>
                        <a:pt x="467012" y="148770"/>
                      </a:lnTo>
                      <a:lnTo>
                        <a:pt x="463074" y="153717"/>
                      </a:lnTo>
                      <a:lnTo>
                        <a:pt x="455199" y="162322"/>
                      </a:lnTo>
                      <a:lnTo>
                        <a:pt x="453798" y="170603"/>
                      </a:lnTo>
                      <a:lnTo>
                        <a:pt x="448982" y="174686"/>
                      </a:lnTo>
                      <a:lnTo>
                        <a:pt x="435246" y="182859"/>
                      </a:lnTo>
                      <a:lnTo>
                        <a:pt x="424042" y="194906"/>
                      </a:lnTo>
                      <a:lnTo>
                        <a:pt x="423495" y="201726"/>
                      </a:lnTo>
                      <a:lnTo>
                        <a:pt x="425112" y="207391"/>
                      </a:lnTo>
                      <a:lnTo>
                        <a:pt x="425360" y="210909"/>
                      </a:lnTo>
                      <a:lnTo>
                        <a:pt x="423122" y="213360"/>
                      </a:lnTo>
                      <a:lnTo>
                        <a:pt x="418637" y="213201"/>
                      </a:lnTo>
                      <a:lnTo>
                        <a:pt x="413784" y="213970"/>
                      </a:lnTo>
                      <a:lnTo>
                        <a:pt x="409697" y="218993"/>
                      </a:lnTo>
                      <a:lnTo>
                        <a:pt x="409800" y="226207"/>
                      </a:lnTo>
                      <a:lnTo>
                        <a:pt x="406813" y="231408"/>
                      </a:lnTo>
                      <a:lnTo>
                        <a:pt x="403325" y="232481"/>
                      </a:lnTo>
                      <a:lnTo>
                        <a:pt x="400338" y="228804"/>
                      </a:lnTo>
                      <a:lnTo>
                        <a:pt x="396746" y="223292"/>
                      </a:lnTo>
                      <a:lnTo>
                        <a:pt x="392540" y="222752"/>
                      </a:lnTo>
                      <a:lnTo>
                        <a:pt x="386153" y="226410"/>
                      </a:lnTo>
                      <a:lnTo>
                        <a:pt x="378277" y="232430"/>
                      </a:lnTo>
                      <a:lnTo>
                        <a:pt x="371192" y="232754"/>
                      </a:lnTo>
                      <a:lnTo>
                        <a:pt x="357890" y="228887"/>
                      </a:lnTo>
                      <a:lnTo>
                        <a:pt x="348180" y="240559"/>
                      </a:lnTo>
                      <a:lnTo>
                        <a:pt x="337757" y="265630"/>
                      </a:lnTo>
                      <a:lnTo>
                        <a:pt x="293717" y="265693"/>
                      </a:lnTo>
                      <a:lnTo>
                        <a:pt x="249678" y="265757"/>
                      </a:lnTo>
                      <a:lnTo>
                        <a:pt x="205634" y="265820"/>
                      </a:lnTo>
                      <a:lnTo>
                        <a:pt x="161594" y="265884"/>
                      </a:lnTo>
                      <a:lnTo>
                        <a:pt x="117555" y="265941"/>
                      </a:lnTo>
                      <a:lnTo>
                        <a:pt x="73516" y="266005"/>
                      </a:lnTo>
                      <a:lnTo>
                        <a:pt x="29476" y="266068"/>
                      </a:lnTo>
                      <a:lnTo>
                        <a:pt x="4831" y="266106"/>
                      </a:lnTo>
                      <a:lnTo>
                        <a:pt x="0" y="266113"/>
                      </a:lnTo>
                      <a:lnTo>
                        <a:pt x="15089" y="261204"/>
                      </a:lnTo>
                      <a:lnTo>
                        <a:pt x="46550" y="242127"/>
                      </a:lnTo>
                      <a:lnTo>
                        <a:pt x="69753" y="235218"/>
                      </a:lnTo>
                      <a:lnTo>
                        <a:pt x="99933" y="215182"/>
                      </a:lnTo>
                      <a:lnTo>
                        <a:pt x="121792" y="211328"/>
                      </a:lnTo>
                      <a:lnTo>
                        <a:pt x="125952" y="206921"/>
                      </a:lnTo>
                      <a:lnTo>
                        <a:pt x="129616" y="190302"/>
                      </a:lnTo>
                      <a:lnTo>
                        <a:pt x="131616" y="184377"/>
                      </a:lnTo>
                      <a:lnTo>
                        <a:pt x="141823" y="168056"/>
                      </a:lnTo>
                      <a:lnTo>
                        <a:pt x="154080" y="154289"/>
                      </a:lnTo>
                      <a:lnTo>
                        <a:pt x="163971" y="135250"/>
                      </a:lnTo>
                      <a:lnTo>
                        <a:pt x="181924" y="123083"/>
                      </a:lnTo>
                      <a:lnTo>
                        <a:pt x="209070" y="112909"/>
                      </a:lnTo>
                      <a:lnTo>
                        <a:pt x="234180" y="90689"/>
                      </a:lnTo>
                      <a:lnTo>
                        <a:pt x="247942" y="83914"/>
                      </a:lnTo>
                      <a:lnTo>
                        <a:pt x="261280" y="79062"/>
                      </a:lnTo>
                      <a:lnTo>
                        <a:pt x="266881" y="70032"/>
                      </a:lnTo>
                      <a:lnTo>
                        <a:pt x="275129" y="64869"/>
                      </a:lnTo>
                      <a:lnTo>
                        <a:pt x="297180" y="54372"/>
                      </a:lnTo>
                      <a:lnTo>
                        <a:pt x="321484" y="51533"/>
                      </a:lnTo>
                      <a:lnTo>
                        <a:pt x="346046" y="42820"/>
                      </a:lnTo>
                      <a:lnTo>
                        <a:pt x="364887" y="38203"/>
                      </a:lnTo>
                      <a:lnTo>
                        <a:pt x="376442" y="30030"/>
                      </a:lnTo>
                      <a:lnTo>
                        <a:pt x="393243" y="25725"/>
                      </a:lnTo>
                      <a:lnTo>
                        <a:pt x="443385" y="2273"/>
                      </a:lnTo>
                      <a:lnTo>
                        <a:pt x="446265" y="0"/>
                      </a:lnTo>
                      <a:lnTo>
                        <a:pt x="534180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1" name="pg3910">
                  <a:extLst>
                    <a:ext uri="{FF2B5EF4-FFF2-40B4-BE49-F238E27FC236}">
                      <a16:creationId xmlns:a16="http://schemas.microsoft.com/office/drawing/2014/main" id="{FA8D9397-E065-D840-9505-174AC9FE56EA}"/>
                    </a:ext>
                  </a:extLst>
                </p:cNvPr>
                <p:cNvSpPr/>
                <p:nvPr/>
              </p:nvSpPr>
              <p:spPr>
                <a:xfrm>
                  <a:off x="6188919" y="2797057"/>
                  <a:ext cx="126268" cy="20240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6268" h="202407">
                      <a:moveTo>
                        <a:pt x="117079" y="175208"/>
                      </a:moveTo>
                      <a:lnTo>
                        <a:pt x="108057" y="174662"/>
                      </a:lnTo>
                      <a:lnTo>
                        <a:pt x="101406" y="175266"/>
                      </a:lnTo>
                      <a:lnTo>
                        <a:pt x="91386" y="182892"/>
                      </a:lnTo>
                      <a:lnTo>
                        <a:pt x="89830" y="198305"/>
                      </a:lnTo>
                      <a:lnTo>
                        <a:pt x="85406" y="196266"/>
                      </a:lnTo>
                      <a:lnTo>
                        <a:pt x="80916" y="196768"/>
                      </a:lnTo>
                      <a:lnTo>
                        <a:pt x="78595" y="201607"/>
                      </a:lnTo>
                      <a:lnTo>
                        <a:pt x="75288" y="202407"/>
                      </a:lnTo>
                      <a:lnTo>
                        <a:pt x="66529" y="197829"/>
                      </a:lnTo>
                      <a:lnTo>
                        <a:pt x="56214" y="200331"/>
                      </a:lnTo>
                      <a:lnTo>
                        <a:pt x="48147" y="196857"/>
                      </a:lnTo>
                      <a:lnTo>
                        <a:pt x="37863" y="174275"/>
                      </a:lnTo>
                      <a:lnTo>
                        <a:pt x="32401" y="166362"/>
                      </a:lnTo>
                      <a:lnTo>
                        <a:pt x="22717" y="163810"/>
                      </a:lnTo>
                      <a:lnTo>
                        <a:pt x="20205" y="168585"/>
                      </a:lnTo>
                      <a:lnTo>
                        <a:pt x="16448" y="173259"/>
                      </a:lnTo>
                      <a:lnTo>
                        <a:pt x="7126" y="163943"/>
                      </a:lnTo>
                      <a:lnTo>
                        <a:pt x="56" y="129365"/>
                      </a:lnTo>
                      <a:lnTo>
                        <a:pt x="0" y="121021"/>
                      </a:lnTo>
                      <a:lnTo>
                        <a:pt x="9896" y="91936"/>
                      </a:lnTo>
                      <a:lnTo>
                        <a:pt x="34401" y="65753"/>
                      </a:lnTo>
                      <a:lnTo>
                        <a:pt x="26577" y="64877"/>
                      </a:lnTo>
                      <a:lnTo>
                        <a:pt x="4940" y="83033"/>
                      </a:lnTo>
                      <a:lnTo>
                        <a:pt x="7172" y="78638"/>
                      </a:lnTo>
                      <a:lnTo>
                        <a:pt x="10841" y="74059"/>
                      </a:lnTo>
                      <a:lnTo>
                        <a:pt x="18138" y="66674"/>
                      </a:lnTo>
                      <a:lnTo>
                        <a:pt x="29213" y="59733"/>
                      </a:lnTo>
                      <a:lnTo>
                        <a:pt x="43961" y="55688"/>
                      </a:lnTo>
                      <a:lnTo>
                        <a:pt x="54106" y="55072"/>
                      </a:lnTo>
                      <a:lnTo>
                        <a:pt x="61098" y="51236"/>
                      </a:lnTo>
                      <a:lnTo>
                        <a:pt x="71231" y="44441"/>
                      </a:lnTo>
                      <a:lnTo>
                        <a:pt x="73112" y="40834"/>
                      </a:lnTo>
                      <a:lnTo>
                        <a:pt x="64126" y="44981"/>
                      </a:lnTo>
                      <a:lnTo>
                        <a:pt x="49196" y="49064"/>
                      </a:lnTo>
                      <a:lnTo>
                        <a:pt x="53026" y="43711"/>
                      </a:lnTo>
                      <a:lnTo>
                        <a:pt x="56762" y="40847"/>
                      </a:lnTo>
                      <a:lnTo>
                        <a:pt x="126268" y="0"/>
                      </a:lnTo>
                      <a:lnTo>
                        <a:pt x="126268" y="16813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2" name="pg3911">
                  <a:extLst>
                    <a:ext uri="{FF2B5EF4-FFF2-40B4-BE49-F238E27FC236}">
                      <a16:creationId xmlns:a16="http://schemas.microsoft.com/office/drawing/2014/main" id="{F29B3C3A-FE53-497B-0253-CE1F2523C613}"/>
                    </a:ext>
                  </a:extLst>
                </p:cNvPr>
                <p:cNvSpPr/>
                <p:nvPr/>
              </p:nvSpPr>
              <p:spPr>
                <a:xfrm>
                  <a:off x="6175048" y="2885799"/>
                  <a:ext cx="12040" cy="1752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040" h="17520">
                      <a:moveTo>
                        <a:pt x="0" y="17520"/>
                      </a:moveTo>
                      <a:lnTo>
                        <a:pt x="1291" y="13062"/>
                      </a:lnTo>
                      <a:lnTo>
                        <a:pt x="7792" y="1695"/>
                      </a:lnTo>
                      <a:lnTo>
                        <a:pt x="12040" y="0"/>
                      </a:lnTo>
                      <a:lnTo>
                        <a:pt x="5327" y="1297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3" name="pg3912">
                  <a:extLst>
                    <a:ext uri="{FF2B5EF4-FFF2-40B4-BE49-F238E27FC236}">
                      <a16:creationId xmlns:a16="http://schemas.microsoft.com/office/drawing/2014/main" id="{19D1C13E-D484-2451-0D7A-6AA7D60C4190}"/>
                    </a:ext>
                  </a:extLst>
                </p:cNvPr>
                <p:cNvSpPr/>
                <p:nvPr/>
              </p:nvSpPr>
              <p:spPr>
                <a:xfrm>
                  <a:off x="6114410" y="2832043"/>
                  <a:ext cx="16050" cy="229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6050" h="22950">
                      <a:moveTo>
                        <a:pt x="0" y="22950"/>
                      </a:moveTo>
                      <a:lnTo>
                        <a:pt x="5539" y="5391"/>
                      </a:lnTo>
                      <a:lnTo>
                        <a:pt x="10046" y="0"/>
                      </a:lnTo>
                      <a:lnTo>
                        <a:pt x="16050" y="1816"/>
                      </a:lnTo>
                      <a:lnTo>
                        <a:pt x="15208" y="12427"/>
                      </a:lnTo>
                      <a:lnTo>
                        <a:pt x="14242" y="1607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4" name="pg3913">
                  <a:extLst>
                    <a:ext uri="{FF2B5EF4-FFF2-40B4-BE49-F238E27FC236}">
                      <a16:creationId xmlns:a16="http://schemas.microsoft.com/office/drawing/2014/main" id="{EE252CA9-60F3-7AF4-00FB-CA1379684BF1}"/>
                    </a:ext>
                  </a:extLst>
                </p:cNvPr>
                <p:cNvSpPr/>
                <p:nvPr/>
              </p:nvSpPr>
              <p:spPr>
                <a:xfrm>
                  <a:off x="5366847" y="2715076"/>
                  <a:ext cx="51274" cy="3424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274" h="34247">
                      <a:moveTo>
                        <a:pt x="33548" y="33244"/>
                      </a:moveTo>
                      <a:lnTo>
                        <a:pt x="19601" y="30837"/>
                      </a:lnTo>
                      <a:lnTo>
                        <a:pt x="4268" y="34177"/>
                      </a:lnTo>
                      <a:lnTo>
                        <a:pt x="0" y="34247"/>
                      </a:lnTo>
                      <a:lnTo>
                        <a:pt x="11389" y="24582"/>
                      </a:lnTo>
                      <a:lnTo>
                        <a:pt x="28903" y="18638"/>
                      </a:lnTo>
                      <a:lnTo>
                        <a:pt x="46364" y="463"/>
                      </a:lnTo>
                      <a:lnTo>
                        <a:pt x="51274" y="0"/>
                      </a:lnTo>
                      <a:lnTo>
                        <a:pt x="44628" y="20587"/>
                      </a:lnTo>
                      <a:lnTo>
                        <a:pt x="43274" y="27948"/>
                      </a:lnTo>
                      <a:lnTo>
                        <a:pt x="41703" y="3064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5" name="pg3914">
                  <a:extLst>
                    <a:ext uri="{FF2B5EF4-FFF2-40B4-BE49-F238E27FC236}">
                      <a16:creationId xmlns:a16="http://schemas.microsoft.com/office/drawing/2014/main" id="{4B72B3C0-7402-939D-F88D-FC1BAD8C7CFB}"/>
                    </a:ext>
                  </a:extLst>
                </p:cNvPr>
                <p:cNvSpPr/>
                <p:nvPr/>
              </p:nvSpPr>
              <p:spPr>
                <a:xfrm>
                  <a:off x="5377730" y="2716409"/>
                  <a:ext cx="30200" cy="1685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0200" h="16853">
                      <a:moveTo>
                        <a:pt x="4423" y="16853"/>
                      </a:moveTo>
                      <a:lnTo>
                        <a:pt x="0" y="15723"/>
                      </a:lnTo>
                      <a:lnTo>
                        <a:pt x="14082" y="2946"/>
                      </a:lnTo>
                      <a:lnTo>
                        <a:pt x="30200" y="0"/>
                      </a:lnTo>
                      <a:lnTo>
                        <a:pt x="17187" y="14174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6" name="pg3915">
                  <a:extLst>
                    <a:ext uri="{FF2B5EF4-FFF2-40B4-BE49-F238E27FC236}">
                      <a16:creationId xmlns:a16="http://schemas.microsoft.com/office/drawing/2014/main" id="{32AAC64E-611B-5E04-80C1-AE6113B78645}"/>
                    </a:ext>
                  </a:extLst>
                </p:cNvPr>
                <p:cNvSpPr/>
                <p:nvPr/>
              </p:nvSpPr>
              <p:spPr>
                <a:xfrm>
                  <a:off x="5667831" y="2547127"/>
                  <a:ext cx="30784" cy="170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0784" h="17069">
                      <a:moveTo>
                        <a:pt x="0" y="17069"/>
                      </a:moveTo>
                      <a:lnTo>
                        <a:pt x="2294" y="12554"/>
                      </a:lnTo>
                      <a:lnTo>
                        <a:pt x="15430" y="4508"/>
                      </a:lnTo>
                      <a:lnTo>
                        <a:pt x="25084" y="0"/>
                      </a:lnTo>
                      <a:lnTo>
                        <a:pt x="30784" y="95"/>
                      </a:lnTo>
                      <a:lnTo>
                        <a:pt x="21502" y="9957"/>
                      </a:lnTo>
                      <a:lnTo>
                        <a:pt x="9622" y="1601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7" name="pg3916">
                  <a:extLst>
                    <a:ext uri="{FF2B5EF4-FFF2-40B4-BE49-F238E27FC236}">
                      <a16:creationId xmlns:a16="http://schemas.microsoft.com/office/drawing/2014/main" id="{C2D881E8-0E3B-6DB6-7853-E8BAB8E15A2F}"/>
                    </a:ext>
                  </a:extLst>
                </p:cNvPr>
                <p:cNvSpPr/>
                <p:nvPr/>
              </p:nvSpPr>
              <p:spPr>
                <a:xfrm>
                  <a:off x="4939342" y="5500509"/>
                  <a:ext cx="49258" cy="3739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9258" h="37397">
                      <a:moveTo>
                        <a:pt x="36380" y="7931"/>
                      </a:moveTo>
                      <a:lnTo>
                        <a:pt x="25890" y="16136"/>
                      </a:lnTo>
                      <a:lnTo>
                        <a:pt x="33512" y="21991"/>
                      </a:lnTo>
                      <a:lnTo>
                        <a:pt x="40695" y="9258"/>
                      </a:lnTo>
                      <a:lnTo>
                        <a:pt x="46395" y="19603"/>
                      </a:lnTo>
                      <a:lnTo>
                        <a:pt x="49258" y="37397"/>
                      </a:lnTo>
                      <a:lnTo>
                        <a:pt x="16879" y="37397"/>
                      </a:lnTo>
                      <a:lnTo>
                        <a:pt x="15627" y="32145"/>
                      </a:lnTo>
                      <a:lnTo>
                        <a:pt x="9084" y="25573"/>
                      </a:lnTo>
                      <a:lnTo>
                        <a:pt x="0" y="8807"/>
                      </a:lnTo>
                      <a:lnTo>
                        <a:pt x="5276" y="4483"/>
                      </a:lnTo>
                      <a:lnTo>
                        <a:pt x="12309" y="5924"/>
                      </a:lnTo>
                      <a:lnTo>
                        <a:pt x="15911" y="3905"/>
                      </a:lnTo>
                      <a:lnTo>
                        <a:pt x="25662" y="2292"/>
                      </a:lnTo>
                      <a:lnTo>
                        <a:pt x="31585" y="0"/>
                      </a:lnTo>
                      <a:lnTo>
                        <a:pt x="36215" y="495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8" name="pg3917">
                  <a:extLst>
                    <a:ext uri="{FF2B5EF4-FFF2-40B4-BE49-F238E27FC236}">
                      <a16:creationId xmlns:a16="http://schemas.microsoft.com/office/drawing/2014/main" id="{86EE080F-CD2E-F527-0E2E-2E399E6AB9D9}"/>
                    </a:ext>
                  </a:extLst>
                </p:cNvPr>
                <p:cNvSpPr/>
                <p:nvPr/>
              </p:nvSpPr>
              <p:spPr>
                <a:xfrm>
                  <a:off x="4945285" y="5155530"/>
                  <a:ext cx="95830" cy="13586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5830" h="135860">
                      <a:moveTo>
                        <a:pt x="73800" y="135860"/>
                      </a:moveTo>
                      <a:lnTo>
                        <a:pt x="64612" y="122835"/>
                      </a:lnTo>
                      <a:lnTo>
                        <a:pt x="57211" y="119050"/>
                      </a:lnTo>
                      <a:lnTo>
                        <a:pt x="68772" y="109842"/>
                      </a:lnTo>
                      <a:lnTo>
                        <a:pt x="73764" y="101930"/>
                      </a:lnTo>
                      <a:lnTo>
                        <a:pt x="73660" y="84669"/>
                      </a:lnTo>
                      <a:lnTo>
                        <a:pt x="76482" y="75214"/>
                      </a:lnTo>
                      <a:lnTo>
                        <a:pt x="75526" y="67028"/>
                      </a:lnTo>
                      <a:lnTo>
                        <a:pt x="78073" y="58671"/>
                      </a:lnTo>
                      <a:lnTo>
                        <a:pt x="74627" y="49285"/>
                      </a:lnTo>
                      <a:lnTo>
                        <a:pt x="64963" y="41842"/>
                      </a:lnTo>
                      <a:lnTo>
                        <a:pt x="45842" y="12237"/>
                      </a:lnTo>
                      <a:lnTo>
                        <a:pt x="15637" y="5048"/>
                      </a:lnTo>
                      <a:lnTo>
                        <a:pt x="0" y="4750"/>
                      </a:lnTo>
                      <a:lnTo>
                        <a:pt x="8593" y="0"/>
                      </a:lnTo>
                      <a:lnTo>
                        <a:pt x="16531" y="577"/>
                      </a:lnTo>
                      <a:lnTo>
                        <a:pt x="28748" y="3403"/>
                      </a:lnTo>
                      <a:lnTo>
                        <a:pt x="43377" y="4769"/>
                      </a:lnTo>
                      <a:lnTo>
                        <a:pt x="52318" y="13481"/>
                      </a:lnTo>
                      <a:lnTo>
                        <a:pt x="60855" y="25033"/>
                      </a:lnTo>
                      <a:lnTo>
                        <a:pt x="68565" y="29707"/>
                      </a:lnTo>
                      <a:lnTo>
                        <a:pt x="71738" y="32679"/>
                      </a:lnTo>
                      <a:lnTo>
                        <a:pt x="71381" y="36032"/>
                      </a:lnTo>
                      <a:lnTo>
                        <a:pt x="72663" y="39181"/>
                      </a:lnTo>
                      <a:lnTo>
                        <a:pt x="82724" y="44586"/>
                      </a:lnTo>
                      <a:lnTo>
                        <a:pt x="92858" y="53311"/>
                      </a:lnTo>
                      <a:lnTo>
                        <a:pt x="95830" y="78897"/>
                      </a:lnTo>
                      <a:lnTo>
                        <a:pt x="82177" y="91007"/>
                      </a:lnTo>
                      <a:lnTo>
                        <a:pt x="79665" y="128055"/>
                      </a:lnTo>
                      <a:lnTo>
                        <a:pt x="76001" y="13472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19" name="pg3918">
                  <a:extLst>
                    <a:ext uri="{FF2B5EF4-FFF2-40B4-BE49-F238E27FC236}">
                      <a16:creationId xmlns:a16="http://schemas.microsoft.com/office/drawing/2014/main" id="{DD6FC2D6-93D1-10FC-7F07-CCC1CB903ED8}"/>
                    </a:ext>
                  </a:extLst>
                </p:cNvPr>
                <p:cNvSpPr/>
                <p:nvPr/>
              </p:nvSpPr>
              <p:spPr>
                <a:xfrm>
                  <a:off x="4893261" y="5381534"/>
                  <a:ext cx="74105" cy="1189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74105" h="118987">
                      <a:moveTo>
                        <a:pt x="72947" y="80116"/>
                      </a:moveTo>
                      <a:lnTo>
                        <a:pt x="74105" y="91896"/>
                      </a:lnTo>
                      <a:lnTo>
                        <a:pt x="73035" y="96094"/>
                      </a:lnTo>
                      <a:lnTo>
                        <a:pt x="61583" y="103968"/>
                      </a:lnTo>
                      <a:lnTo>
                        <a:pt x="58643" y="108369"/>
                      </a:lnTo>
                      <a:lnTo>
                        <a:pt x="47847" y="112808"/>
                      </a:lnTo>
                      <a:lnTo>
                        <a:pt x="41315" y="118987"/>
                      </a:lnTo>
                      <a:lnTo>
                        <a:pt x="38044" y="108947"/>
                      </a:lnTo>
                      <a:lnTo>
                        <a:pt x="31703" y="102742"/>
                      </a:lnTo>
                      <a:lnTo>
                        <a:pt x="30639" y="92194"/>
                      </a:lnTo>
                      <a:lnTo>
                        <a:pt x="25792" y="95757"/>
                      </a:lnTo>
                      <a:lnTo>
                        <a:pt x="18805" y="93585"/>
                      </a:lnTo>
                      <a:lnTo>
                        <a:pt x="7281" y="85596"/>
                      </a:lnTo>
                      <a:lnTo>
                        <a:pt x="0" y="74750"/>
                      </a:lnTo>
                      <a:lnTo>
                        <a:pt x="10201" y="72870"/>
                      </a:lnTo>
                      <a:lnTo>
                        <a:pt x="12309" y="79608"/>
                      </a:lnTo>
                      <a:lnTo>
                        <a:pt x="20381" y="71340"/>
                      </a:lnTo>
                      <a:lnTo>
                        <a:pt x="18546" y="66983"/>
                      </a:lnTo>
                      <a:lnTo>
                        <a:pt x="17089" y="66425"/>
                      </a:lnTo>
                      <a:lnTo>
                        <a:pt x="14443" y="58321"/>
                      </a:lnTo>
                      <a:lnTo>
                        <a:pt x="26587" y="37098"/>
                      </a:lnTo>
                      <a:lnTo>
                        <a:pt x="29207" y="23407"/>
                      </a:lnTo>
                      <a:lnTo>
                        <a:pt x="23699" y="1441"/>
                      </a:lnTo>
                      <a:lnTo>
                        <a:pt x="28841" y="0"/>
                      </a:lnTo>
                      <a:lnTo>
                        <a:pt x="42545" y="7703"/>
                      </a:lnTo>
                      <a:lnTo>
                        <a:pt x="48685" y="15285"/>
                      </a:lnTo>
                      <a:lnTo>
                        <a:pt x="48886" y="25693"/>
                      </a:lnTo>
                      <a:lnTo>
                        <a:pt x="54648" y="33752"/>
                      </a:lnTo>
                      <a:lnTo>
                        <a:pt x="62989" y="53057"/>
                      </a:lnTo>
                      <a:lnTo>
                        <a:pt x="73180" y="64367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0" name="pg3919">
                  <a:extLst>
                    <a:ext uri="{FF2B5EF4-FFF2-40B4-BE49-F238E27FC236}">
                      <a16:creationId xmlns:a16="http://schemas.microsoft.com/office/drawing/2014/main" id="{9FE71311-CBCA-1603-CC1A-7C0D7BBE0667}"/>
                    </a:ext>
                  </a:extLst>
                </p:cNvPr>
                <p:cNvSpPr/>
                <p:nvPr/>
              </p:nvSpPr>
              <p:spPr>
                <a:xfrm>
                  <a:off x="4835016" y="5174016"/>
                  <a:ext cx="112522" cy="3866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2522" h="38661">
                      <a:moveTo>
                        <a:pt x="64973" y="13005"/>
                      </a:moveTo>
                      <a:lnTo>
                        <a:pt x="71841" y="12453"/>
                      </a:lnTo>
                      <a:lnTo>
                        <a:pt x="75960" y="9792"/>
                      </a:lnTo>
                      <a:lnTo>
                        <a:pt x="94931" y="10878"/>
                      </a:lnTo>
                      <a:lnTo>
                        <a:pt x="110248" y="6985"/>
                      </a:lnTo>
                      <a:lnTo>
                        <a:pt x="112522" y="13894"/>
                      </a:lnTo>
                      <a:lnTo>
                        <a:pt x="112134" y="17501"/>
                      </a:lnTo>
                      <a:lnTo>
                        <a:pt x="79562" y="20886"/>
                      </a:lnTo>
                      <a:lnTo>
                        <a:pt x="49682" y="31028"/>
                      </a:lnTo>
                      <a:lnTo>
                        <a:pt x="33305" y="37899"/>
                      </a:lnTo>
                      <a:lnTo>
                        <a:pt x="25611" y="38661"/>
                      </a:lnTo>
                      <a:lnTo>
                        <a:pt x="19730" y="35047"/>
                      </a:lnTo>
                      <a:lnTo>
                        <a:pt x="0" y="14104"/>
                      </a:lnTo>
                      <a:lnTo>
                        <a:pt x="5276" y="16193"/>
                      </a:lnTo>
                      <a:lnTo>
                        <a:pt x="19854" y="28030"/>
                      </a:lnTo>
                      <a:lnTo>
                        <a:pt x="28908" y="25871"/>
                      </a:lnTo>
                      <a:lnTo>
                        <a:pt x="37295" y="18047"/>
                      </a:lnTo>
                      <a:lnTo>
                        <a:pt x="38577" y="12135"/>
                      </a:lnTo>
                      <a:lnTo>
                        <a:pt x="37326" y="9335"/>
                      </a:lnTo>
                      <a:lnTo>
                        <a:pt x="41119" y="0"/>
                      </a:lnTo>
                      <a:lnTo>
                        <a:pt x="52152" y="896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1" name="pg3920">
                  <a:extLst>
                    <a:ext uri="{FF2B5EF4-FFF2-40B4-BE49-F238E27FC236}">
                      <a16:creationId xmlns:a16="http://schemas.microsoft.com/office/drawing/2014/main" id="{E1393B9F-4ABC-E641-6C8C-EBC417ADD09E}"/>
                    </a:ext>
                  </a:extLst>
                </p:cNvPr>
                <p:cNvSpPr/>
                <p:nvPr/>
              </p:nvSpPr>
              <p:spPr>
                <a:xfrm>
                  <a:off x="4985696" y="5397055"/>
                  <a:ext cx="30985" cy="1169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0985" h="11691">
                      <a:moveTo>
                        <a:pt x="10733" y="11691"/>
                      </a:moveTo>
                      <a:lnTo>
                        <a:pt x="2191" y="9030"/>
                      </a:lnTo>
                      <a:lnTo>
                        <a:pt x="0" y="6890"/>
                      </a:lnTo>
                      <a:lnTo>
                        <a:pt x="3658" y="3295"/>
                      </a:lnTo>
                      <a:lnTo>
                        <a:pt x="11710" y="298"/>
                      </a:lnTo>
                      <a:lnTo>
                        <a:pt x="24639" y="0"/>
                      </a:lnTo>
                      <a:lnTo>
                        <a:pt x="30303" y="3543"/>
                      </a:lnTo>
                      <a:lnTo>
                        <a:pt x="30985" y="5093"/>
                      </a:lnTo>
                      <a:lnTo>
                        <a:pt x="22686" y="899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2" name="pg3921">
                  <a:extLst>
                    <a:ext uri="{FF2B5EF4-FFF2-40B4-BE49-F238E27FC236}">
                      <a16:creationId xmlns:a16="http://schemas.microsoft.com/office/drawing/2014/main" id="{504942AB-2000-4DBE-A36E-820168DB9066}"/>
                    </a:ext>
                  </a:extLst>
                </p:cNvPr>
                <p:cNvSpPr/>
                <p:nvPr/>
              </p:nvSpPr>
              <p:spPr>
                <a:xfrm>
                  <a:off x="5304944" y="5521433"/>
                  <a:ext cx="12277" cy="1647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277" h="16472">
                      <a:moveTo>
                        <a:pt x="7008" y="16472"/>
                      </a:moveTo>
                      <a:lnTo>
                        <a:pt x="0" y="16472"/>
                      </a:lnTo>
                      <a:lnTo>
                        <a:pt x="1962" y="2806"/>
                      </a:lnTo>
                      <a:lnTo>
                        <a:pt x="7771" y="0"/>
                      </a:lnTo>
                      <a:lnTo>
                        <a:pt x="10050" y="152"/>
                      </a:lnTo>
                      <a:lnTo>
                        <a:pt x="12277" y="762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3" name="pg3922">
                  <a:extLst>
                    <a:ext uri="{FF2B5EF4-FFF2-40B4-BE49-F238E27FC236}">
                      <a16:creationId xmlns:a16="http://schemas.microsoft.com/office/drawing/2014/main" id="{6C16B5BB-D4CA-C580-BE26-FA0B4296644E}"/>
                    </a:ext>
                  </a:extLst>
                </p:cNvPr>
                <p:cNvSpPr/>
                <p:nvPr/>
              </p:nvSpPr>
              <p:spPr>
                <a:xfrm>
                  <a:off x="5068380" y="5334383"/>
                  <a:ext cx="70456" cy="11906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70456" h="119063">
                      <a:moveTo>
                        <a:pt x="31373" y="24747"/>
                      </a:moveTo>
                      <a:lnTo>
                        <a:pt x="46235" y="30285"/>
                      </a:lnTo>
                      <a:lnTo>
                        <a:pt x="62302" y="48650"/>
                      </a:lnTo>
                      <a:lnTo>
                        <a:pt x="69221" y="55191"/>
                      </a:lnTo>
                      <a:lnTo>
                        <a:pt x="70456" y="61147"/>
                      </a:lnTo>
                      <a:lnTo>
                        <a:pt x="67748" y="88340"/>
                      </a:lnTo>
                      <a:lnTo>
                        <a:pt x="64136" y="104711"/>
                      </a:lnTo>
                      <a:lnTo>
                        <a:pt x="64679" y="119063"/>
                      </a:lnTo>
                      <a:lnTo>
                        <a:pt x="60906" y="114815"/>
                      </a:lnTo>
                      <a:lnTo>
                        <a:pt x="57093" y="105416"/>
                      </a:lnTo>
                      <a:lnTo>
                        <a:pt x="50840" y="100012"/>
                      </a:lnTo>
                      <a:lnTo>
                        <a:pt x="48757" y="97180"/>
                      </a:lnTo>
                      <a:lnTo>
                        <a:pt x="59997" y="96557"/>
                      </a:lnTo>
                      <a:lnTo>
                        <a:pt x="60994" y="81761"/>
                      </a:lnTo>
                      <a:lnTo>
                        <a:pt x="66477" y="70089"/>
                      </a:lnTo>
                      <a:lnTo>
                        <a:pt x="65645" y="57947"/>
                      </a:lnTo>
                      <a:lnTo>
                        <a:pt x="52529" y="44579"/>
                      </a:lnTo>
                      <a:lnTo>
                        <a:pt x="43538" y="32812"/>
                      </a:lnTo>
                      <a:lnTo>
                        <a:pt x="29714" y="29046"/>
                      </a:lnTo>
                      <a:lnTo>
                        <a:pt x="16929" y="17330"/>
                      </a:lnTo>
                      <a:lnTo>
                        <a:pt x="9301" y="15888"/>
                      </a:lnTo>
                      <a:lnTo>
                        <a:pt x="0" y="17952"/>
                      </a:lnTo>
                      <a:lnTo>
                        <a:pt x="3359" y="10967"/>
                      </a:lnTo>
                      <a:lnTo>
                        <a:pt x="5684" y="1727"/>
                      </a:lnTo>
                      <a:lnTo>
                        <a:pt x="7389" y="0"/>
                      </a:lnTo>
                      <a:lnTo>
                        <a:pt x="13952" y="1007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4" name="pg3923">
                  <a:extLst>
                    <a:ext uri="{FF2B5EF4-FFF2-40B4-BE49-F238E27FC236}">
                      <a16:creationId xmlns:a16="http://schemas.microsoft.com/office/drawing/2014/main" id="{CA3F0A18-C547-4E96-BE09-19DA5D94F2AD}"/>
                    </a:ext>
                  </a:extLst>
                </p:cNvPr>
                <p:cNvSpPr/>
                <p:nvPr/>
              </p:nvSpPr>
              <p:spPr>
                <a:xfrm>
                  <a:off x="5178096" y="5447191"/>
                  <a:ext cx="46804" cy="7262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6804" h="72629">
                      <a:moveTo>
                        <a:pt x="46804" y="71314"/>
                      </a:moveTo>
                      <a:lnTo>
                        <a:pt x="39713" y="69974"/>
                      </a:lnTo>
                      <a:lnTo>
                        <a:pt x="29249" y="72559"/>
                      </a:lnTo>
                      <a:lnTo>
                        <a:pt x="25482" y="72629"/>
                      </a:lnTo>
                      <a:lnTo>
                        <a:pt x="27828" y="68101"/>
                      </a:lnTo>
                      <a:lnTo>
                        <a:pt x="35094" y="61979"/>
                      </a:lnTo>
                      <a:lnTo>
                        <a:pt x="35460" y="56150"/>
                      </a:lnTo>
                      <a:lnTo>
                        <a:pt x="26469" y="47742"/>
                      </a:lnTo>
                      <a:lnTo>
                        <a:pt x="16004" y="26824"/>
                      </a:lnTo>
                      <a:lnTo>
                        <a:pt x="11105" y="21864"/>
                      </a:lnTo>
                      <a:lnTo>
                        <a:pt x="8779" y="14002"/>
                      </a:lnTo>
                      <a:lnTo>
                        <a:pt x="0" y="5569"/>
                      </a:lnTo>
                      <a:lnTo>
                        <a:pt x="1834" y="1060"/>
                      </a:lnTo>
                      <a:lnTo>
                        <a:pt x="3638" y="0"/>
                      </a:lnTo>
                      <a:lnTo>
                        <a:pt x="9575" y="2165"/>
                      </a:lnTo>
                      <a:lnTo>
                        <a:pt x="23022" y="32253"/>
                      </a:lnTo>
                      <a:lnTo>
                        <a:pt x="23900" y="35136"/>
                      </a:lnTo>
                      <a:lnTo>
                        <a:pt x="46101" y="64704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5" name="pt3924">
                  <a:extLst>
                    <a:ext uri="{FF2B5EF4-FFF2-40B4-BE49-F238E27FC236}">
                      <a16:creationId xmlns:a16="http://schemas.microsoft.com/office/drawing/2014/main" id="{0A759456-4EA9-A3AE-CD00-01D1A3C5C2B9}"/>
                    </a:ext>
                  </a:extLst>
                </p:cNvPr>
                <p:cNvSpPr/>
                <p:nvPr/>
              </p:nvSpPr>
              <p:spPr>
                <a:xfrm>
                  <a:off x="5411954" y="3276309"/>
                  <a:ext cx="63202" cy="63202"/>
                </a:xfrm>
                <a:prstGeom prst="ellipse">
                  <a:avLst/>
                </a:prstGeom>
                <a:solidFill>
                  <a:srgbClr val="3A7DA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6" name="pt3925">
                  <a:extLst>
                    <a:ext uri="{FF2B5EF4-FFF2-40B4-BE49-F238E27FC236}">
                      <a16:creationId xmlns:a16="http://schemas.microsoft.com/office/drawing/2014/main" id="{A0443BEB-6D4D-28A7-2286-A0130CED79A8}"/>
                    </a:ext>
                  </a:extLst>
                </p:cNvPr>
                <p:cNvSpPr/>
                <p:nvPr/>
              </p:nvSpPr>
              <p:spPr>
                <a:xfrm>
                  <a:off x="3286560" y="4746129"/>
                  <a:ext cx="63202" cy="63202"/>
                </a:xfrm>
                <a:prstGeom prst="ellipse">
                  <a:avLst/>
                </a:prstGeom>
                <a:solidFill>
                  <a:srgbClr val="4EB3AB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7" name="pt3926">
                  <a:extLst>
                    <a:ext uri="{FF2B5EF4-FFF2-40B4-BE49-F238E27FC236}">
                      <a16:creationId xmlns:a16="http://schemas.microsoft.com/office/drawing/2014/main" id="{5CEF6B24-CC39-FBC5-2940-745068A1A243}"/>
                    </a:ext>
                  </a:extLst>
                </p:cNvPr>
                <p:cNvSpPr/>
                <p:nvPr/>
              </p:nvSpPr>
              <p:spPr>
                <a:xfrm>
                  <a:off x="5154968" y="3735383"/>
                  <a:ext cx="63202" cy="63202"/>
                </a:xfrm>
                <a:prstGeom prst="ellipse">
                  <a:avLst/>
                </a:prstGeom>
                <a:solidFill>
                  <a:srgbClr val="5FCCAC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8" name="pt3927">
                  <a:extLst>
                    <a:ext uri="{FF2B5EF4-FFF2-40B4-BE49-F238E27FC236}">
                      <a16:creationId xmlns:a16="http://schemas.microsoft.com/office/drawing/2014/main" id="{854A1A81-95AC-3893-A0DB-2A4907D6F806}"/>
                    </a:ext>
                  </a:extLst>
                </p:cNvPr>
                <p:cNvSpPr/>
                <p:nvPr/>
              </p:nvSpPr>
              <p:spPr>
                <a:xfrm>
                  <a:off x="3815690" y="4677487"/>
                  <a:ext cx="63202" cy="63202"/>
                </a:xfrm>
                <a:prstGeom prst="ellipse">
                  <a:avLst/>
                </a:prstGeom>
                <a:solidFill>
                  <a:srgbClr val="57C1AC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29" name="pt3928">
                  <a:extLst>
                    <a:ext uri="{FF2B5EF4-FFF2-40B4-BE49-F238E27FC236}">
                      <a16:creationId xmlns:a16="http://schemas.microsoft.com/office/drawing/2014/main" id="{FBD4D754-6A8D-EB72-4CAD-71EA3C327FE0}"/>
                    </a:ext>
                  </a:extLst>
                </p:cNvPr>
                <p:cNvSpPr/>
                <p:nvPr/>
              </p:nvSpPr>
              <p:spPr>
                <a:xfrm>
                  <a:off x="5234441" y="3545894"/>
                  <a:ext cx="63202" cy="63202"/>
                </a:xfrm>
                <a:prstGeom prst="ellipse">
                  <a:avLst/>
                </a:prstGeom>
                <a:solidFill>
                  <a:srgbClr val="6CD1B0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0" name="pt3929">
                  <a:extLst>
                    <a:ext uri="{FF2B5EF4-FFF2-40B4-BE49-F238E27FC236}">
                      <a16:creationId xmlns:a16="http://schemas.microsoft.com/office/drawing/2014/main" id="{F99B7B81-1DF4-E314-545E-2DF10B6958B8}"/>
                    </a:ext>
                  </a:extLst>
                </p:cNvPr>
                <p:cNvSpPr/>
                <p:nvPr/>
              </p:nvSpPr>
              <p:spPr>
                <a:xfrm>
                  <a:off x="3635685" y="4800931"/>
                  <a:ext cx="63202" cy="63202"/>
                </a:xfrm>
                <a:prstGeom prst="ellipse">
                  <a:avLst/>
                </a:prstGeom>
                <a:solidFill>
                  <a:srgbClr val="58C2AC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1" name="pt3930">
                  <a:extLst>
                    <a:ext uri="{FF2B5EF4-FFF2-40B4-BE49-F238E27FC236}">
                      <a16:creationId xmlns:a16="http://schemas.microsoft.com/office/drawing/2014/main" id="{4EFA1EF2-0F9A-9091-CB49-7261B007F493}"/>
                    </a:ext>
                  </a:extLst>
                </p:cNvPr>
                <p:cNvSpPr/>
                <p:nvPr/>
              </p:nvSpPr>
              <p:spPr>
                <a:xfrm>
                  <a:off x="5602232" y="3222656"/>
                  <a:ext cx="63202" cy="63202"/>
                </a:xfrm>
                <a:prstGeom prst="ellipse">
                  <a:avLst/>
                </a:prstGeom>
                <a:solidFill>
                  <a:srgbClr val="39609D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2" name="pt3931">
                  <a:extLst>
                    <a:ext uri="{FF2B5EF4-FFF2-40B4-BE49-F238E27FC236}">
                      <a16:creationId xmlns:a16="http://schemas.microsoft.com/office/drawing/2014/main" id="{977A65D4-7CD7-8817-8268-084935FF8269}"/>
                    </a:ext>
                  </a:extLst>
                </p:cNvPr>
                <p:cNvSpPr/>
                <p:nvPr/>
              </p:nvSpPr>
              <p:spPr>
                <a:xfrm>
                  <a:off x="4189184" y="4765547"/>
                  <a:ext cx="63202" cy="63202"/>
                </a:xfrm>
                <a:prstGeom prst="ellipse">
                  <a:avLst/>
                </a:prstGeom>
                <a:solidFill>
                  <a:srgbClr val="3B9EA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3" name="pt3932">
                  <a:extLst>
                    <a:ext uri="{FF2B5EF4-FFF2-40B4-BE49-F238E27FC236}">
                      <a16:creationId xmlns:a16="http://schemas.microsoft.com/office/drawing/2014/main" id="{552A8B11-A252-6081-3C9C-CB69CE23CA75}"/>
                    </a:ext>
                  </a:extLst>
                </p:cNvPr>
                <p:cNvSpPr/>
                <p:nvPr/>
              </p:nvSpPr>
              <p:spPr>
                <a:xfrm>
                  <a:off x="4913887" y="4211118"/>
                  <a:ext cx="63202" cy="63202"/>
                </a:xfrm>
                <a:prstGeom prst="ellipse">
                  <a:avLst/>
                </a:prstGeom>
                <a:solidFill>
                  <a:srgbClr val="4FB5AB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4" name="pt3933">
                  <a:extLst>
                    <a:ext uri="{FF2B5EF4-FFF2-40B4-BE49-F238E27FC236}">
                      <a16:creationId xmlns:a16="http://schemas.microsoft.com/office/drawing/2014/main" id="{003C3663-55BC-F9E0-8FBB-382BE3B490D4}"/>
                    </a:ext>
                  </a:extLst>
                </p:cNvPr>
                <p:cNvSpPr/>
                <p:nvPr/>
              </p:nvSpPr>
              <p:spPr>
                <a:xfrm>
                  <a:off x="4598477" y="4463619"/>
                  <a:ext cx="63202" cy="63202"/>
                </a:xfrm>
                <a:prstGeom prst="ellipse">
                  <a:avLst/>
                </a:prstGeom>
                <a:solidFill>
                  <a:srgbClr val="3A6FA0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5" name="pt3934">
                  <a:extLst>
                    <a:ext uri="{FF2B5EF4-FFF2-40B4-BE49-F238E27FC236}">
                      <a16:creationId xmlns:a16="http://schemas.microsoft.com/office/drawing/2014/main" id="{B241462F-CB91-D816-62E3-DD100E08A507}"/>
                    </a:ext>
                  </a:extLst>
                </p:cNvPr>
                <p:cNvSpPr/>
                <p:nvPr/>
              </p:nvSpPr>
              <p:spPr>
                <a:xfrm>
                  <a:off x="3118737" y="4784820"/>
                  <a:ext cx="63202" cy="63202"/>
                </a:xfrm>
                <a:prstGeom prst="ellipse">
                  <a:avLst/>
                </a:prstGeom>
                <a:solidFill>
                  <a:srgbClr val="71D3B2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6" name="pt3935">
                  <a:extLst>
                    <a:ext uri="{FF2B5EF4-FFF2-40B4-BE49-F238E27FC236}">
                      <a16:creationId xmlns:a16="http://schemas.microsoft.com/office/drawing/2014/main" id="{E5089A73-28AA-DBF0-5C45-87BA9AEC5DDF}"/>
                    </a:ext>
                  </a:extLst>
                </p:cNvPr>
                <p:cNvSpPr/>
                <p:nvPr/>
              </p:nvSpPr>
              <p:spPr>
                <a:xfrm>
                  <a:off x="4706891" y="4368015"/>
                  <a:ext cx="63202" cy="63202"/>
                </a:xfrm>
                <a:prstGeom prst="ellipse">
                  <a:avLst/>
                </a:prstGeom>
                <a:solidFill>
                  <a:srgbClr val="42A5A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7" name="pt3936">
                  <a:extLst>
                    <a:ext uri="{FF2B5EF4-FFF2-40B4-BE49-F238E27FC236}">
                      <a16:creationId xmlns:a16="http://schemas.microsoft.com/office/drawing/2014/main" id="{55D95B35-2750-2FA1-ACF9-C25481BEBA36}"/>
                    </a:ext>
                  </a:extLst>
                </p:cNvPr>
                <p:cNvSpPr/>
                <p:nvPr/>
              </p:nvSpPr>
              <p:spPr>
                <a:xfrm>
                  <a:off x="5170525" y="3498927"/>
                  <a:ext cx="63202" cy="63202"/>
                </a:xfrm>
                <a:prstGeom prst="ellipse">
                  <a:avLst/>
                </a:prstGeom>
                <a:solidFill>
                  <a:srgbClr val="73D3B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8" name="pt3937">
                  <a:extLst>
                    <a:ext uri="{FF2B5EF4-FFF2-40B4-BE49-F238E27FC236}">
                      <a16:creationId xmlns:a16="http://schemas.microsoft.com/office/drawing/2014/main" id="{78BBC4DE-BFEB-F751-9BDD-3E3363CCA2F3}"/>
                    </a:ext>
                  </a:extLst>
                </p:cNvPr>
                <p:cNvSpPr/>
                <p:nvPr/>
              </p:nvSpPr>
              <p:spPr>
                <a:xfrm>
                  <a:off x="4143523" y="4766403"/>
                  <a:ext cx="63202" cy="63202"/>
                </a:xfrm>
                <a:prstGeom prst="ellipse">
                  <a:avLst/>
                </a:prstGeom>
                <a:solidFill>
                  <a:srgbClr val="3EA1A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39" name="pt3938">
                  <a:extLst>
                    <a:ext uri="{FF2B5EF4-FFF2-40B4-BE49-F238E27FC236}">
                      <a16:creationId xmlns:a16="http://schemas.microsoft.com/office/drawing/2014/main" id="{ED74F102-A0AB-7A0A-2660-8F68B7DA5B50}"/>
                    </a:ext>
                  </a:extLst>
                </p:cNvPr>
                <p:cNvSpPr/>
                <p:nvPr/>
              </p:nvSpPr>
              <p:spPr>
                <a:xfrm>
                  <a:off x="3690881" y="4772296"/>
                  <a:ext cx="63202" cy="63202"/>
                </a:xfrm>
                <a:prstGeom prst="ellipse">
                  <a:avLst/>
                </a:prstGeom>
                <a:solidFill>
                  <a:srgbClr val="6FD2B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0" name="pt3939">
                  <a:extLst>
                    <a:ext uri="{FF2B5EF4-FFF2-40B4-BE49-F238E27FC236}">
                      <a16:creationId xmlns:a16="http://schemas.microsoft.com/office/drawing/2014/main" id="{D85911F2-346C-7930-608A-1FD684082925}"/>
                    </a:ext>
                  </a:extLst>
                </p:cNvPr>
                <p:cNvSpPr/>
                <p:nvPr/>
              </p:nvSpPr>
              <p:spPr>
                <a:xfrm>
                  <a:off x="5016032" y="3641698"/>
                  <a:ext cx="63202" cy="63202"/>
                </a:xfrm>
                <a:prstGeom prst="ellipse">
                  <a:avLst/>
                </a:prstGeom>
                <a:solidFill>
                  <a:srgbClr val="95DDC2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1" name="pt3940">
                  <a:extLst>
                    <a:ext uri="{FF2B5EF4-FFF2-40B4-BE49-F238E27FC236}">
                      <a16:creationId xmlns:a16="http://schemas.microsoft.com/office/drawing/2014/main" id="{D5F74A92-07D8-6D81-55CA-8F16FBCC4B7E}"/>
                    </a:ext>
                  </a:extLst>
                </p:cNvPr>
                <p:cNvSpPr/>
                <p:nvPr/>
              </p:nvSpPr>
              <p:spPr>
                <a:xfrm>
                  <a:off x="4551789" y="4536931"/>
                  <a:ext cx="63202" cy="63202"/>
                </a:xfrm>
                <a:prstGeom prst="ellipse">
                  <a:avLst/>
                </a:prstGeom>
                <a:solidFill>
                  <a:srgbClr val="3FA1A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2" name="pt3941">
                  <a:extLst>
                    <a:ext uri="{FF2B5EF4-FFF2-40B4-BE49-F238E27FC236}">
                      <a16:creationId xmlns:a16="http://schemas.microsoft.com/office/drawing/2014/main" id="{0DAAEDE3-2617-8C64-ACD3-744EB2F9C8E3}"/>
                    </a:ext>
                  </a:extLst>
                </p:cNvPr>
                <p:cNvSpPr/>
                <p:nvPr/>
              </p:nvSpPr>
              <p:spPr>
                <a:xfrm>
                  <a:off x="3457033" y="4801454"/>
                  <a:ext cx="63202" cy="63202"/>
                </a:xfrm>
                <a:prstGeom prst="ellipse">
                  <a:avLst/>
                </a:prstGeom>
                <a:solidFill>
                  <a:srgbClr val="79D5B6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3" name="pt3942">
                  <a:extLst>
                    <a:ext uri="{FF2B5EF4-FFF2-40B4-BE49-F238E27FC236}">
                      <a16:creationId xmlns:a16="http://schemas.microsoft.com/office/drawing/2014/main" id="{27152AD2-0A7E-6A65-3CE6-31C04A37D6A8}"/>
                    </a:ext>
                  </a:extLst>
                </p:cNvPr>
                <p:cNvSpPr/>
                <p:nvPr/>
              </p:nvSpPr>
              <p:spPr>
                <a:xfrm>
                  <a:off x="4795350" y="4267713"/>
                  <a:ext cx="63202" cy="63202"/>
                </a:xfrm>
                <a:prstGeom prst="ellipse">
                  <a:avLst/>
                </a:prstGeom>
                <a:solidFill>
                  <a:srgbClr val="42A5A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4" name="pt3943">
                  <a:extLst>
                    <a:ext uri="{FF2B5EF4-FFF2-40B4-BE49-F238E27FC236}">
                      <a16:creationId xmlns:a16="http://schemas.microsoft.com/office/drawing/2014/main" id="{DDFF8F7E-99FB-97EC-B7A2-C46754DCE3CD}"/>
                    </a:ext>
                  </a:extLst>
                </p:cNvPr>
                <p:cNvSpPr/>
                <p:nvPr/>
              </p:nvSpPr>
              <p:spPr>
                <a:xfrm>
                  <a:off x="5763373" y="2927118"/>
                  <a:ext cx="63202" cy="63202"/>
                </a:xfrm>
                <a:prstGeom prst="ellipse">
                  <a:avLst/>
                </a:prstGeom>
                <a:solidFill>
                  <a:srgbClr val="3A76A2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5" name="pt3944">
                  <a:extLst>
                    <a:ext uri="{FF2B5EF4-FFF2-40B4-BE49-F238E27FC236}">
                      <a16:creationId xmlns:a16="http://schemas.microsoft.com/office/drawing/2014/main" id="{B869441F-F00C-7AE0-5CFF-56E453D8AE10}"/>
                    </a:ext>
                  </a:extLst>
                </p:cNvPr>
                <p:cNvSpPr/>
                <p:nvPr/>
              </p:nvSpPr>
              <p:spPr>
                <a:xfrm>
                  <a:off x="3223042" y="4753931"/>
                  <a:ext cx="63202" cy="63202"/>
                </a:xfrm>
                <a:prstGeom prst="ellipse">
                  <a:avLst/>
                </a:prstGeom>
                <a:solidFill>
                  <a:srgbClr val="4EB3AB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6" name="pt3945">
                  <a:extLst>
                    <a:ext uri="{FF2B5EF4-FFF2-40B4-BE49-F238E27FC236}">
                      <a16:creationId xmlns:a16="http://schemas.microsoft.com/office/drawing/2014/main" id="{558D9B9B-33AA-C575-C307-9D3D74E39662}"/>
                    </a:ext>
                  </a:extLst>
                </p:cNvPr>
                <p:cNvSpPr/>
                <p:nvPr/>
              </p:nvSpPr>
              <p:spPr>
                <a:xfrm>
                  <a:off x="6187218" y="2929573"/>
                  <a:ext cx="63202" cy="63202"/>
                </a:xfrm>
                <a:prstGeom prst="ellipse">
                  <a:avLst/>
                </a:prstGeom>
                <a:solidFill>
                  <a:srgbClr val="3A7CA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7" name="pt3946">
                  <a:extLst>
                    <a:ext uri="{FF2B5EF4-FFF2-40B4-BE49-F238E27FC236}">
                      <a16:creationId xmlns:a16="http://schemas.microsoft.com/office/drawing/2014/main" id="{68EE50E4-9E25-1C0F-6E4B-60B45371484C}"/>
                    </a:ext>
                  </a:extLst>
                </p:cNvPr>
                <p:cNvSpPr/>
                <p:nvPr/>
              </p:nvSpPr>
              <p:spPr>
                <a:xfrm>
                  <a:off x="4558922" y="4541579"/>
                  <a:ext cx="63202" cy="63202"/>
                </a:xfrm>
                <a:prstGeom prst="ellipse">
                  <a:avLst/>
                </a:prstGeom>
                <a:solidFill>
                  <a:srgbClr val="3FA2A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8" name="pt3947">
                  <a:extLst>
                    <a:ext uri="{FF2B5EF4-FFF2-40B4-BE49-F238E27FC236}">
                      <a16:creationId xmlns:a16="http://schemas.microsoft.com/office/drawing/2014/main" id="{02644E7D-EE2F-831C-BA10-8F99D2AD4681}"/>
                    </a:ext>
                  </a:extLst>
                </p:cNvPr>
                <p:cNvSpPr/>
                <p:nvPr/>
              </p:nvSpPr>
              <p:spPr>
                <a:xfrm>
                  <a:off x="5665872" y="3067530"/>
                  <a:ext cx="63202" cy="63202"/>
                </a:xfrm>
                <a:prstGeom prst="ellipse">
                  <a:avLst/>
                </a:prstGeom>
                <a:solidFill>
                  <a:srgbClr val="3A689F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49" name="pt3948">
                  <a:extLst>
                    <a:ext uri="{FF2B5EF4-FFF2-40B4-BE49-F238E27FC236}">
                      <a16:creationId xmlns:a16="http://schemas.microsoft.com/office/drawing/2014/main" id="{14A6B48B-F120-1B54-03C5-4923742494E5}"/>
                    </a:ext>
                  </a:extLst>
                </p:cNvPr>
                <p:cNvSpPr/>
                <p:nvPr/>
              </p:nvSpPr>
              <p:spPr>
                <a:xfrm>
                  <a:off x="4587926" y="4467164"/>
                  <a:ext cx="63202" cy="63202"/>
                </a:xfrm>
                <a:prstGeom prst="ellipse">
                  <a:avLst/>
                </a:prstGeom>
                <a:solidFill>
                  <a:srgbClr val="4EB4AB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0" name="pt3949">
                  <a:extLst>
                    <a:ext uri="{FF2B5EF4-FFF2-40B4-BE49-F238E27FC236}">
                      <a16:creationId xmlns:a16="http://schemas.microsoft.com/office/drawing/2014/main" id="{21DB7191-6DCA-1E0C-FC0C-1BEF1C25D22E}"/>
                    </a:ext>
                  </a:extLst>
                </p:cNvPr>
                <p:cNvSpPr/>
                <p:nvPr/>
              </p:nvSpPr>
              <p:spPr>
                <a:xfrm>
                  <a:off x="2979067" y="4895874"/>
                  <a:ext cx="63202" cy="63202"/>
                </a:xfrm>
                <a:prstGeom prst="ellipse">
                  <a:avLst/>
                </a:prstGeom>
                <a:solidFill>
                  <a:srgbClr val="53BAAB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1" name="pt3950">
                  <a:extLst>
                    <a:ext uri="{FF2B5EF4-FFF2-40B4-BE49-F238E27FC236}">
                      <a16:creationId xmlns:a16="http://schemas.microsoft.com/office/drawing/2014/main" id="{564D10F1-0219-89A7-90AD-4F4B46FEB84F}"/>
                    </a:ext>
                  </a:extLst>
                </p:cNvPr>
                <p:cNvSpPr/>
                <p:nvPr/>
              </p:nvSpPr>
              <p:spPr>
                <a:xfrm>
                  <a:off x="4922163" y="4187507"/>
                  <a:ext cx="63202" cy="63202"/>
                </a:xfrm>
                <a:prstGeom prst="ellipse">
                  <a:avLst/>
                </a:prstGeom>
                <a:solidFill>
                  <a:srgbClr val="3A77A2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2" name="pt3951">
                  <a:extLst>
                    <a:ext uri="{FF2B5EF4-FFF2-40B4-BE49-F238E27FC236}">
                      <a16:creationId xmlns:a16="http://schemas.microsoft.com/office/drawing/2014/main" id="{865E4035-0CA4-1809-4E14-02CD2EC7F016}"/>
                    </a:ext>
                  </a:extLst>
                </p:cNvPr>
                <p:cNvSpPr/>
                <p:nvPr/>
              </p:nvSpPr>
              <p:spPr>
                <a:xfrm>
                  <a:off x="2878450" y="4973596"/>
                  <a:ext cx="63202" cy="63202"/>
                </a:xfrm>
                <a:prstGeom prst="ellipse">
                  <a:avLst/>
                </a:prstGeom>
                <a:solidFill>
                  <a:srgbClr val="368FA7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3" name="pt3952">
                  <a:extLst>
                    <a:ext uri="{FF2B5EF4-FFF2-40B4-BE49-F238E27FC236}">
                      <a16:creationId xmlns:a16="http://schemas.microsoft.com/office/drawing/2014/main" id="{CD9C2D5E-96F9-A0B4-AA5A-A636B89C2CBF}"/>
                    </a:ext>
                  </a:extLst>
                </p:cNvPr>
                <p:cNvSpPr/>
                <p:nvPr/>
              </p:nvSpPr>
              <p:spPr>
                <a:xfrm>
                  <a:off x="5803938" y="2901996"/>
                  <a:ext cx="63202" cy="63202"/>
                </a:xfrm>
                <a:prstGeom prst="ellipse">
                  <a:avLst/>
                </a:prstGeom>
                <a:solidFill>
                  <a:srgbClr val="281E37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4" name="pt3953">
                  <a:extLst>
                    <a:ext uri="{FF2B5EF4-FFF2-40B4-BE49-F238E27FC236}">
                      <a16:creationId xmlns:a16="http://schemas.microsoft.com/office/drawing/2014/main" id="{D029465C-0296-2C31-EC39-4319B7580264}"/>
                    </a:ext>
                  </a:extLst>
                </p:cNvPr>
                <p:cNvSpPr/>
                <p:nvPr/>
              </p:nvSpPr>
              <p:spPr>
                <a:xfrm>
                  <a:off x="5052138" y="3796215"/>
                  <a:ext cx="63202" cy="63202"/>
                </a:xfrm>
                <a:prstGeom prst="ellipse">
                  <a:avLst/>
                </a:prstGeom>
                <a:solidFill>
                  <a:srgbClr val="D7F3E2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5" name="pt3954">
                  <a:extLst>
                    <a:ext uri="{FF2B5EF4-FFF2-40B4-BE49-F238E27FC236}">
                      <a16:creationId xmlns:a16="http://schemas.microsoft.com/office/drawing/2014/main" id="{873EF615-432E-D93F-0B45-C35A9C2523B1}"/>
                    </a:ext>
                  </a:extLst>
                </p:cNvPr>
                <p:cNvSpPr/>
                <p:nvPr/>
              </p:nvSpPr>
              <p:spPr>
                <a:xfrm>
                  <a:off x="4544041" y="4668741"/>
                  <a:ext cx="63202" cy="63202"/>
                </a:xfrm>
                <a:prstGeom prst="ellipse">
                  <a:avLst/>
                </a:prstGeom>
                <a:solidFill>
                  <a:srgbClr val="3A6DA0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6" name="pt3955">
                  <a:extLst>
                    <a:ext uri="{FF2B5EF4-FFF2-40B4-BE49-F238E27FC236}">
                      <a16:creationId xmlns:a16="http://schemas.microsoft.com/office/drawing/2014/main" id="{1F5FA3A5-9DF6-AC71-D1CE-73454A352E56}"/>
                    </a:ext>
                  </a:extLst>
                </p:cNvPr>
                <p:cNvSpPr/>
                <p:nvPr/>
              </p:nvSpPr>
              <p:spPr>
                <a:xfrm>
                  <a:off x="3541256" y="4824822"/>
                  <a:ext cx="63202" cy="63202"/>
                </a:xfrm>
                <a:prstGeom prst="ellipse">
                  <a:avLst/>
                </a:prstGeom>
                <a:solidFill>
                  <a:srgbClr val="60CDAC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7" name="pt3956">
                  <a:extLst>
                    <a:ext uri="{FF2B5EF4-FFF2-40B4-BE49-F238E27FC236}">
                      <a16:creationId xmlns:a16="http://schemas.microsoft.com/office/drawing/2014/main" id="{D937BB43-4944-1448-6FE5-8D2A289B5B48}"/>
                    </a:ext>
                  </a:extLst>
                </p:cNvPr>
                <p:cNvSpPr/>
                <p:nvPr/>
              </p:nvSpPr>
              <p:spPr>
                <a:xfrm>
                  <a:off x="5657937" y="3028251"/>
                  <a:ext cx="63202" cy="63202"/>
                </a:xfrm>
                <a:prstGeom prst="ellipse">
                  <a:avLst/>
                </a:prstGeom>
                <a:solidFill>
                  <a:srgbClr val="3A74A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8" name="pt3957">
                  <a:extLst>
                    <a:ext uri="{FF2B5EF4-FFF2-40B4-BE49-F238E27FC236}">
                      <a16:creationId xmlns:a16="http://schemas.microsoft.com/office/drawing/2014/main" id="{9C0707F9-ACCD-3894-ED67-3E0516570540}"/>
                    </a:ext>
                  </a:extLst>
                </p:cNvPr>
                <p:cNvSpPr/>
                <p:nvPr/>
              </p:nvSpPr>
              <p:spPr>
                <a:xfrm>
                  <a:off x="2851349" y="4946495"/>
                  <a:ext cx="117405" cy="117405"/>
                </a:xfrm>
                <a:prstGeom prst="ellipse">
                  <a:avLst/>
                </a:prstGeom>
                <a:solidFill>
                  <a:srgbClr val="368FA7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59" name="pt3958">
                  <a:extLst>
                    <a:ext uri="{FF2B5EF4-FFF2-40B4-BE49-F238E27FC236}">
                      <a16:creationId xmlns:a16="http://schemas.microsoft.com/office/drawing/2014/main" id="{4FDD3C1C-AC43-575E-6F2E-FC910F3893EC}"/>
                    </a:ext>
                  </a:extLst>
                </p:cNvPr>
                <p:cNvSpPr/>
                <p:nvPr/>
              </p:nvSpPr>
              <p:spPr>
                <a:xfrm>
                  <a:off x="5776837" y="2874895"/>
                  <a:ext cx="117405" cy="117405"/>
                </a:xfrm>
                <a:prstGeom prst="ellipse">
                  <a:avLst/>
                </a:prstGeom>
                <a:solidFill>
                  <a:srgbClr val="281E37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0" name="pt3959">
                  <a:extLst>
                    <a:ext uri="{FF2B5EF4-FFF2-40B4-BE49-F238E27FC236}">
                      <a16:creationId xmlns:a16="http://schemas.microsoft.com/office/drawing/2014/main" id="{A69A862F-2DEC-430C-CCF7-D7EC88EDED65}"/>
                    </a:ext>
                  </a:extLst>
                </p:cNvPr>
                <p:cNvSpPr/>
                <p:nvPr/>
              </p:nvSpPr>
              <p:spPr>
                <a:xfrm>
                  <a:off x="4516940" y="4641639"/>
                  <a:ext cx="117405" cy="117405"/>
                </a:xfrm>
                <a:prstGeom prst="ellipse">
                  <a:avLst/>
                </a:prstGeom>
                <a:solidFill>
                  <a:srgbClr val="3A6DA0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1" name="pt3960">
                  <a:extLst>
                    <a:ext uri="{FF2B5EF4-FFF2-40B4-BE49-F238E27FC236}">
                      <a16:creationId xmlns:a16="http://schemas.microsoft.com/office/drawing/2014/main" id="{3E1B20CC-4130-6234-E450-6DC7B9DBB5DD}"/>
                    </a:ext>
                  </a:extLst>
                </p:cNvPr>
                <p:cNvSpPr/>
                <p:nvPr/>
              </p:nvSpPr>
              <p:spPr>
                <a:xfrm>
                  <a:off x="3514155" y="4797720"/>
                  <a:ext cx="117405" cy="117405"/>
                </a:xfrm>
                <a:prstGeom prst="ellipse">
                  <a:avLst/>
                </a:prstGeom>
                <a:solidFill>
                  <a:srgbClr val="60CDAC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2" name="pt3961">
                  <a:extLst>
                    <a:ext uri="{FF2B5EF4-FFF2-40B4-BE49-F238E27FC236}">
                      <a16:creationId xmlns:a16="http://schemas.microsoft.com/office/drawing/2014/main" id="{57B6B93A-AC01-4173-C806-E1459D44F85A}"/>
                    </a:ext>
                  </a:extLst>
                </p:cNvPr>
                <p:cNvSpPr/>
                <p:nvPr/>
              </p:nvSpPr>
              <p:spPr>
                <a:xfrm>
                  <a:off x="5630836" y="3001150"/>
                  <a:ext cx="117405" cy="117405"/>
                </a:xfrm>
                <a:prstGeom prst="ellipse">
                  <a:avLst/>
                </a:prstGeom>
                <a:solidFill>
                  <a:srgbClr val="3A74A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3" name="pl3962">
                  <a:extLst>
                    <a:ext uri="{FF2B5EF4-FFF2-40B4-BE49-F238E27FC236}">
                      <a16:creationId xmlns:a16="http://schemas.microsoft.com/office/drawing/2014/main" id="{CFF4696D-C5CE-803D-5390-6D1900D3F95C}"/>
                    </a:ext>
                  </a:extLst>
                </p:cNvPr>
                <p:cNvSpPr/>
                <p:nvPr/>
              </p:nvSpPr>
              <p:spPr>
                <a:xfrm>
                  <a:off x="2850458" y="4909125"/>
                  <a:ext cx="52355" cy="8440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2355" h="84402">
                      <a:moveTo>
                        <a:pt x="0" y="0"/>
                      </a:moveTo>
                      <a:lnTo>
                        <a:pt x="52355" y="84402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4" name="pl3963">
                  <a:extLst>
                    <a:ext uri="{FF2B5EF4-FFF2-40B4-BE49-F238E27FC236}">
                      <a16:creationId xmlns:a16="http://schemas.microsoft.com/office/drawing/2014/main" id="{AAAD3703-1E83-ED4B-DD8F-0AAECE385158}"/>
                    </a:ext>
                  </a:extLst>
                </p:cNvPr>
                <p:cNvSpPr/>
                <p:nvPr/>
              </p:nvSpPr>
              <p:spPr>
                <a:xfrm>
                  <a:off x="5710677" y="2781402"/>
                  <a:ext cx="115898" cy="1412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5898" h="141269">
                      <a:moveTo>
                        <a:pt x="0" y="0"/>
                      </a:moveTo>
                      <a:lnTo>
                        <a:pt x="115898" y="141269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5" name="pl3964">
                  <a:extLst>
                    <a:ext uri="{FF2B5EF4-FFF2-40B4-BE49-F238E27FC236}">
                      <a16:creationId xmlns:a16="http://schemas.microsoft.com/office/drawing/2014/main" id="{3F6C4CD1-1460-BD60-DEAC-DAEFEFC7B5FF}"/>
                    </a:ext>
                  </a:extLst>
                </p:cNvPr>
                <p:cNvSpPr/>
                <p:nvPr/>
              </p:nvSpPr>
              <p:spPr>
                <a:xfrm>
                  <a:off x="4513352" y="4609160"/>
                  <a:ext cx="54474" cy="7974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4474" h="79740">
                      <a:moveTo>
                        <a:pt x="0" y="0"/>
                      </a:moveTo>
                      <a:lnTo>
                        <a:pt x="54474" y="79740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6" name="pl3965">
                  <a:extLst>
                    <a:ext uri="{FF2B5EF4-FFF2-40B4-BE49-F238E27FC236}">
                      <a16:creationId xmlns:a16="http://schemas.microsoft.com/office/drawing/2014/main" id="{0ACCECEC-A1BB-C147-C0FA-53890BE76DF7}"/>
                    </a:ext>
                  </a:extLst>
                </p:cNvPr>
                <p:cNvSpPr/>
                <p:nvPr/>
              </p:nvSpPr>
              <p:spPr>
                <a:xfrm>
                  <a:off x="3511671" y="4762457"/>
                  <a:ext cx="53660" cy="8240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3660" h="82407">
                      <a:moveTo>
                        <a:pt x="0" y="0"/>
                      </a:moveTo>
                      <a:lnTo>
                        <a:pt x="53660" y="82407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7" name="pg3966">
                  <a:extLst>
                    <a:ext uri="{FF2B5EF4-FFF2-40B4-BE49-F238E27FC236}">
                      <a16:creationId xmlns:a16="http://schemas.microsoft.com/office/drawing/2014/main" id="{1587AEF4-DF00-1CF9-A88D-72C7D440E684}"/>
                    </a:ext>
                  </a:extLst>
                </p:cNvPr>
                <p:cNvSpPr/>
                <p:nvPr/>
              </p:nvSpPr>
              <p:spPr>
                <a:xfrm>
                  <a:off x="2291942" y="4760423"/>
                  <a:ext cx="558515" cy="19193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58515" h="191932">
                      <a:moveTo>
                        <a:pt x="27431" y="191932"/>
                      </a:moveTo>
                      <a:lnTo>
                        <a:pt x="531083" y="191932"/>
                      </a:lnTo>
                      <a:lnTo>
                        <a:pt x="529978" y="191910"/>
                      </a:lnTo>
                      <a:lnTo>
                        <a:pt x="534390" y="191732"/>
                      </a:lnTo>
                      <a:lnTo>
                        <a:pt x="538715" y="190849"/>
                      </a:lnTo>
                      <a:lnTo>
                        <a:pt x="542843" y="189284"/>
                      </a:lnTo>
                      <a:lnTo>
                        <a:pt x="546666" y="187076"/>
                      </a:lnTo>
                      <a:lnTo>
                        <a:pt x="550086" y="184284"/>
                      </a:lnTo>
                      <a:lnTo>
                        <a:pt x="553013" y="180980"/>
                      </a:lnTo>
                      <a:lnTo>
                        <a:pt x="555373" y="177248"/>
                      </a:lnTo>
                      <a:lnTo>
                        <a:pt x="557103" y="173187"/>
                      </a:lnTo>
                      <a:lnTo>
                        <a:pt x="558160" y="168900"/>
                      </a:lnTo>
                      <a:lnTo>
                        <a:pt x="558515" y="164500"/>
                      </a:lnTo>
                      <a:lnTo>
                        <a:pt x="558515" y="27431"/>
                      </a:lnTo>
                      <a:lnTo>
                        <a:pt x="558160" y="23031"/>
                      </a:lnTo>
                      <a:lnTo>
                        <a:pt x="557103" y="18745"/>
                      </a:lnTo>
                      <a:lnTo>
                        <a:pt x="555373" y="14683"/>
                      </a:lnTo>
                      <a:lnTo>
                        <a:pt x="553013" y="10952"/>
                      </a:lnTo>
                      <a:lnTo>
                        <a:pt x="550086" y="7647"/>
                      </a:lnTo>
                      <a:lnTo>
                        <a:pt x="546666" y="4855"/>
                      </a:lnTo>
                      <a:lnTo>
                        <a:pt x="542843" y="2648"/>
                      </a:lnTo>
                      <a:lnTo>
                        <a:pt x="538715" y="1083"/>
                      </a:lnTo>
                      <a:lnTo>
                        <a:pt x="534390" y="200"/>
                      </a:lnTo>
                      <a:lnTo>
                        <a:pt x="531083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6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6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68" name="tx3967">
                  <a:extLst>
                    <a:ext uri="{FF2B5EF4-FFF2-40B4-BE49-F238E27FC236}">
                      <a16:creationId xmlns:a16="http://schemas.microsoft.com/office/drawing/2014/main" id="{A4F92362-DFC5-4C5E-E246-181ADB4F561F}"/>
                    </a:ext>
                  </a:extLst>
                </p:cNvPr>
                <p:cNvSpPr/>
                <p:nvPr/>
              </p:nvSpPr>
              <p:spPr>
                <a:xfrm>
                  <a:off x="2337662" y="4806143"/>
                  <a:ext cx="467075" cy="1004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W1</a:t>
                  </a:r>
                  <a:r>
                    <a:rPr lang="en-US"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-</a:t>
                  </a: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TX</a:t>
                  </a:r>
                </a:p>
              </p:txBody>
            </p:sp>
            <p:sp>
              <p:nvSpPr>
                <p:cNvPr id="13369" name="pg3968">
                  <a:extLst>
                    <a:ext uri="{FF2B5EF4-FFF2-40B4-BE49-F238E27FC236}">
                      <a16:creationId xmlns:a16="http://schemas.microsoft.com/office/drawing/2014/main" id="{E2F6BF0C-FAC6-6323-02AA-2265BE33D1A5}"/>
                    </a:ext>
                  </a:extLst>
                </p:cNvPr>
                <p:cNvSpPr/>
                <p:nvPr/>
              </p:nvSpPr>
              <p:spPr>
                <a:xfrm>
                  <a:off x="5378928" y="2589470"/>
                  <a:ext cx="589605" cy="19193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89605" h="191932">
                      <a:moveTo>
                        <a:pt x="27431" y="191932"/>
                      </a:moveTo>
                      <a:lnTo>
                        <a:pt x="562173" y="191932"/>
                      </a:lnTo>
                      <a:lnTo>
                        <a:pt x="561068" y="191910"/>
                      </a:lnTo>
                      <a:lnTo>
                        <a:pt x="565479" y="191732"/>
                      </a:lnTo>
                      <a:lnTo>
                        <a:pt x="569805" y="190849"/>
                      </a:lnTo>
                      <a:lnTo>
                        <a:pt x="573933" y="189284"/>
                      </a:lnTo>
                      <a:lnTo>
                        <a:pt x="577756" y="187076"/>
                      </a:lnTo>
                      <a:lnTo>
                        <a:pt x="581175" y="184284"/>
                      </a:lnTo>
                      <a:lnTo>
                        <a:pt x="584103" y="180980"/>
                      </a:lnTo>
                      <a:lnTo>
                        <a:pt x="586462" y="177248"/>
                      </a:lnTo>
                      <a:lnTo>
                        <a:pt x="588193" y="173187"/>
                      </a:lnTo>
                      <a:lnTo>
                        <a:pt x="589249" y="168900"/>
                      </a:lnTo>
                      <a:lnTo>
                        <a:pt x="589605" y="164500"/>
                      </a:lnTo>
                      <a:lnTo>
                        <a:pt x="589605" y="27432"/>
                      </a:lnTo>
                      <a:lnTo>
                        <a:pt x="589249" y="23031"/>
                      </a:lnTo>
                      <a:lnTo>
                        <a:pt x="588193" y="18745"/>
                      </a:lnTo>
                      <a:lnTo>
                        <a:pt x="586462" y="14683"/>
                      </a:lnTo>
                      <a:lnTo>
                        <a:pt x="584103" y="10952"/>
                      </a:lnTo>
                      <a:lnTo>
                        <a:pt x="581175" y="7647"/>
                      </a:lnTo>
                      <a:lnTo>
                        <a:pt x="577756" y="4855"/>
                      </a:lnTo>
                      <a:lnTo>
                        <a:pt x="573933" y="2648"/>
                      </a:lnTo>
                      <a:lnTo>
                        <a:pt x="569805" y="1083"/>
                      </a:lnTo>
                      <a:lnTo>
                        <a:pt x="565479" y="200"/>
                      </a:lnTo>
                      <a:lnTo>
                        <a:pt x="562173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5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70" name="tx3969">
                  <a:extLst>
                    <a:ext uri="{FF2B5EF4-FFF2-40B4-BE49-F238E27FC236}">
                      <a16:creationId xmlns:a16="http://schemas.microsoft.com/office/drawing/2014/main" id="{F1CC240B-7E65-3355-026B-D66C0CC874E4}"/>
                    </a:ext>
                  </a:extLst>
                </p:cNvPr>
                <p:cNvSpPr/>
                <p:nvPr/>
              </p:nvSpPr>
              <p:spPr>
                <a:xfrm>
                  <a:off x="5424648" y="2635190"/>
                  <a:ext cx="498165" cy="1004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W6</a:t>
                  </a:r>
                  <a:r>
                    <a:rPr lang="en-US"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-</a:t>
                  </a: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ME</a:t>
                  </a:r>
                </a:p>
              </p:txBody>
            </p:sp>
            <p:sp>
              <p:nvSpPr>
                <p:cNvPr id="13371" name="pg3970">
                  <a:extLst>
                    <a:ext uri="{FF2B5EF4-FFF2-40B4-BE49-F238E27FC236}">
                      <a16:creationId xmlns:a16="http://schemas.microsoft.com/office/drawing/2014/main" id="{3341460F-C218-ACEE-6155-5D2FB1EAD583}"/>
                    </a:ext>
                  </a:extLst>
                </p:cNvPr>
                <p:cNvSpPr/>
                <p:nvPr/>
              </p:nvSpPr>
              <p:spPr>
                <a:xfrm>
                  <a:off x="3970381" y="4460281"/>
                  <a:ext cx="542970" cy="19193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42970" h="191932">
                      <a:moveTo>
                        <a:pt x="27432" y="191932"/>
                      </a:moveTo>
                      <a:lnTo>
                        <a:pt x="515538" y="191932"/>
                      </a:lnTo>
                      <a:lnTo>
                        <a:pt x="514434" y="191910"/>
                      </a:lnTo>
                      <a:lnTo>
                        <a:pt x="518845" y="191732"/>
                      </a:lnTo>
                      <a:lnTo>
                        <a:pt x="523170" y="190849"/>
                      </a:lnTo>
                      <a:lnTo>
                        <a:pt x="527298" y="189284"/>
                      </a:lnTo>
                      <a:lnTo>
                        <a:pt x="531121" y="187076"/>
                      </a:lnTo>
                      <a:lnTo>
                        <a:pt x="534541" y="184284"/>
                      </a:lnTo>
                      <a:lnTo>
                        <a:pt x="537469" y="180980"/>
                      </a:lnTo>
                      <a:lnTo>
                        <a:pt x="539828" y="177248"/>
                      </a:lnTo>
                      <a:lnTo>
                        <a:pt x="541558" y="173187"/>
                      </a:lnTo>
                      <a:lnTo>
                        <a:pt x="542615" y="168900"/>
                      </a:lnTo>
                      <a:lnTo>
                        <a:pt x="542970" y="164500"/>
                      </a:lnTo>
                      <a:lnTo>
                        <a:pt x="542970" y="27432"/>
                      </a:lnTo>
                      <a:lnTo>
                        <a:pt x="542615" y="23031"/>
                      </a:lnTo>
                      <a:lnTo>
                        <a:pt x="541558" y="18745"/>
                      </a:lnTo>
                      <a:lnTo>
                        <a:pt x="539828" y="14683"/>
                      </a:lnTo>
                      <a:lnTo>
                        <a:pt x="537469" y="10952"/>
                      </a:lnTo>
                      <a:lnTo>
                        <a:pt x="534541" y="7647"/>
                      </a:lnTo>
                      <a:lnTo>
                        <a:pt x="531121" y="4855"/>
                      </a:lnTo>
                      <a:lnTo>
                        <a:pt x="527298" y="2648"/>
                      </a:lnTo>
                      <a:lnTo>
                        <a:pt x="523170" y="1083"/>
                      </a:lnTo>
                      <a:lnTo>
                        <a:pt x="518845" y="200"/>
                      </a:lnTo>
                      <a:lnTo>
                        <a:pt x="515538" y="0"/>
                      </a:lnTo>
                      <a:lnTo>
                        <a:pt x="27432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6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6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72" name="tx3971">
                  <a:extLst>
                    <a:ext uri="{FF2B5EF4-FFF2-40B4-BE49-F238E27FC236}">
                      <a16:creationId xmlns:a16="http://schemas.microsoft.com/office/drawing/2014/main" id="{AC449F70-EB92-1840-1A30-6075AFA85F46}"/>
                    </a:ext>
                  </a:extLst>
                </p:cNvPr>
                <p:cNvSpPr/>
                <p:nvPr/>
              </p:nvSpPr>
              <p:spPr>
                <a:xfrm>
                  <a:off x="4016101" y="4506001"/>
                  <a:ext cx="451530" cy="1004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W3</a:t>
                  </a:r>
                  <a:r>
                    <a:rPr lang="en-US"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-</a:t>
                  </a: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FL</a:t>
                  </a:r>
                </a:p>
              </p:txBody>
            </p:sp>
            <p:sp>
              <p:nvSpPr>
                <p:cNvPr id="13373" name="pg3972">
                  <a:extLst>
                    <a:ext uri="{FF2B5EF4-FFF2-40B4-BE49-F238E27FC236}">
                      <a16:creationId xmlns:a16="http://schemas.microsoft.com/office/drawing/2014/main" id="{6BE9C09D-852C-2A39-71A5-F8120F3E9C77}"/>
                    </a:ext>
                  </a:extLst>
                </p:cNvPr>
                <p:cNvSpPr/>
                <p:nvPr/>
              </p:nvSpPr>
              <p:spPr>
                <a:xfrm>
                  <a:off x="2960836" y="4613756"/>
                  <a:ext cx="550834" cy="19193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50834" h="191932">
                      <a:moveTo>
                        <a:pt x="27431" y="191932"/>
                      </a:moveTo>
                      <a:lnTo>
                        <a:pt x="523402" y="191932"/>
                      </a:lnTo>
                      <a:lnTo>
                        <a:pt x="522297" y="191910"/>
                      </a:lnTo>
                      <a:lnTo>
                        <a:pt x="526709" y="191732"/>
                      </a:lnTo>
                      <a:lnTo>
                        <a:pt x="531034" y="190849"/>
                      </a:lnTo>
                      <a:lnTo>
                        <a:pt x="535162" y="189284"/>
                      </a:lnTo>
                      <a:lnTo>
                        <a:pt x="538985" y="187076"/>
                      </a:lnTo>
                      <a:lnTo>
                        <a:pt x="542405" y="184284"/>
                      </a:lnTo>
                      <a:lnTo>
                        <a:pt x="545332" y="180980"/>
                      </a:lnTo>
                      <a:lnTo>
                        <a:pt x="547692" y="177248"/>
                      </a:lnTo>
                      <a:lnTo>
                        <a:pt x="549422" y="173187"/>
                      </a:lnTo>
                      <a:lnTo>
                        <a:pt x="550479" y="168900"/>
                      </a:lnTo>
                      <a:lnTo>
                        <a:pt x="550834" y="164500"/>
                      </a:lnTo>
                      <a:lnTo>
                        <a:pt x="550834" y="27431"/>
                      </a:lnTo>
                      <a:lnTo>
                        <a:pt x="550479" y="23031"/>
                      </a:lnTo>
                      <a:lnTo>
                        <a:pt x="549422" y="18745"/>
                      </a:lnTo>
                      <a:lnTo>
                        <a:pt x="547692" y="14683"/>
                      </a:lnTo>
                      <a:lnTo>
                        <a:pt x="545332" y="10952"/>
                      </a:lnTo>
                      <a:lnTo>
                        <a:pt x="542405" y="7647"/>
                      </a:lnTo>
                      <a:lnTo>
                        <a:pt x="538985" y="4855"/>
                      </a:lnTo>
                      <a:lnTo>
                        <a:pt x="535162" y="2648"/>
                      </a:lnTo>
                      <a:lnTo>
                        <a:pt x="531034" y="1083"/>
                      </a:lnTo>
                      <a:lnTo>
                        <a:pt x="526709" y="200"/>
                      </a:lnTo>
                      <a:lnTo>
                        <a:pt x="523402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5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74" name="tx3973">
                  <a:extLst>
                    <a:ext uri="{FF2B5EF4-FFF2-40B4-BE49-F238E27FC236}">
                      <a16:creationId xmlns:a16="http://schemas.microsoft.com/office/drawing/2014/main" id="{41A8E2F8-4DEE-594B-A27A-46DD3A656FA1}"/>
                    </a:ext>
                  </a:extLst>
                </p:cNvPr>
                <p:cNvSpPr/>
                <p:nvPr/>
              </p:nvSpPr>
              <p:spPr>
                <a:xfrm>
                  <a:off x="3006556" y="4659476"/>
                  <a:ext cx="459394" cy="1004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W2</a:t>
                  </a:r>
                  <a:r>
                    <a:rPr lang="en-US"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-</a:t>
                  </a: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LA</a:t>
                  </a:r>
                </a:p>
              </p:txBody>
            </p:sp>
            <p:sp>
              <p:nvSpPr>
                <p:cNvPr id="13375" name="pg3974">
                  <a:extLst>
                    <a:ext uri="{FF2B5EF4-FFF2-40B4-BE49-F238E27FC236}">
                      <a16:creationId xmlns:a16="http://schemas.microsoft.com/office/drawing/2014/main" id="{8CD674CE-5513-3C80-7812-A59AAA6CA8FF}"/>
                    </a:ext>
                  </a:extLst>
                </p:cNvPr>
                <p:cNvSpPr/>
                <p:nvPr/>
              </p:nvSpPr>
              <p:spPr>
                <a:xfrm>
                  <a:off x="5017697" y="2872610"/>
                  <a:ext cx="581741" cy="19193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81741" h="191932">
                      <a:moveTo>
                        <a:pt x="27432" y="191932"/>
                      </a:moveTo>
                      <a:lnTo>
                        <a:pt x="554309" y="191932"/>
                      </a:lnTo>
                      <a:lnTo>
                        <a:pt x="553204" y="191910"/>
                      </a:lnTo>
                      <a:lnTo>
                        <a:pt x="557615" y="191732"/>
                      </a:lnTo>
                      <a:lnTo>
                        <a:pt x="561941" y="190849"/>
                      </a:lnTo>
                      <a:lnTo>
                        <a:pt x="566069" y="189284"/>
                      </a:lnTo>
                      <a:lnTo>
                        <a:pt x="569892" y="187076"/>
                      </a:lnTo>
                      <a:lnTo>
                        <a:pt x="573312" y="184284"/>
                      </a:lnTo>
                      <a:lnTo>
                        <a:pt x="576239" y="180980"/>
                      </a:lnTo>
                      <a:lnTo>
                        <a:pt x="578599" y="177248"/>
                      </a:lnTo>
                      <a:lnTo>
                        <a:pt x="580329" y="173187"/>
                      </a:lnTo>
                      <a:lnTo>
                        <a:pt x="581386" y="168900"/>
                      </a:lnTo>
                      <a:lnTo>
                        <a:pt x="581741" y="164500"/>
                      </a:lnTo>
                      <a:lnTo>
                        <a:pt x="581741" y="27431"/>
                      </a:lnTo>
                      <a:lnTo>
                        <a:pt x="581386" y="23031"/>
                      </a:lnTo>
                      <a:lnTo>
                        <a:pt x="580329" y="18745"/>
                      </a:lnTo>
                      <a:lnTo>
                        <a:pt x="578599" y="14683"/>
                      </a:lnTo>
                      <a:lnTo>
                        <a:pt x="576239" y="10952"/>
                      </a:lnTo>
                      <a:lnTo>
                        <a:pt x="573312" y="7647"/>
                      </a:lnTo>
                      <a:lnTo>
                        <a:pt x="569892" y="4855"/>
                      </a:lnTo>
                      <a:lnTo>
                        <a:pt x="566069" y="2648"/>
                      </a:lnTo>
                      <a:lnTo>
                        <a:pt x="561941" y="1083"/>
                      </a:lnTo>
                      <a:lnTo>
                        <a:pt x="557615" y="200"/>
                      </a:lnTo>
                      <a:lnTo>
                        <a:pt x="554309" y="0"/>
                      </a:lnTo>
                      <a:lnTo>
                        <a:pt x="27432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5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76" name="tx3975">
                  <a:extLst>
                    <a:ext uri="{FF2B5EF4-FFF2-40B4-BE49-F238E27FC236}">
                      <a16:creationId xmlns:a16="http://schemas.microsoft.com/office/drawing/2014/main" id="{CEA17D82-D2A3-58B8-B0DA-5485FAE77282}"/>
                    </a:ext>
                  </a:extLst>
                </p:cNvPr>
                <p:cNvSpPr/>
                <p:nvPr/>
              </p:nvSpPr>
              <p:spPr>
                <a:xfrm>
                  <a:off x="5063417" y="2918330"/>
                  <a:ext cx="490301" cy="1004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W5</a:t>
                  </a:r>
                  <a:r>
                    <a:rPr lang="en-US"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-</a:t>
                  </a:r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NH</a:t>
                  </a:r>
                </a:p>
              </p:txBody>
            </p:sp>
            <p:sp>
              <p:nvSpPr>
                <p:cNvPr id="13377" name="rc3976">
                  <a:extLst>
                    <a:ext uri="{FF2B5EF4-FFF2-40B4-BE49-F238E27FC236}">
                      <a16:creationId xmlns:a16="http://schemas.microsoft.com/office/drawing/2014/main" id="{41527200-46BE-365E-ABDD-AEB1E0FFB407}"/>
                    </a:ext>
                  </a:extLst>
                </p:cNvPr>
                <p:cNvSpPr/>
                <p:nvPr/>
              </p:nvSpPr>
              <p:spPr>
                <a:xfrm>
                  <a:off x="2201917" y="2354586"/>
                  <a:ext cx="4342247" cy="3366361"/>
                </a:xfrm>
                <a:prstGeom prst="rect">
                  <a:avLst/>
                </a:prstGeom>
                <a:ln w="13550" cap="rnd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78" name="tx3977">
                  <a:extLst>
                    <a:ext uri="{FF2B5EF4-FFF2-40B4-BE49-F238E27FC236}">
                      <a16:creationId xmlns:a16="http://schemas.microsoft.com/office/drawing/2014/main" id="{C5C85B2D-7F38-1B86-641A-860555691154}"/>
                    </a:ext>
                  </a:extLst>
                </p:cNvPr>
                <p:cNvSpPr/>
                <p:nvPr/>
              </p:nvSpPr>
              <p:spPr>
                <a:xfrm>
                  <a:off x="1889564" y="5366840"/>
                  <a:ext cx="124358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25</a:t>
                  </a:r>
                </a:p>
              </p:txBody>
            </p:sp>
            <p:sp>
              <p:nvSpPr>
                <p:cNvPr id="13379" name="tx3978">
                  <a:extLst>
                    <a:ext uri="{FF2B5EF4-FFF2-40B4-BE49-F238E27FC236}">
                      <a16:creationId xmlns:a16="http://schemas.microsoft.com/office/drawing/2014/main" id="{AACC38AC-737D-9FDF-5A76-E6B333C43044}"/>
                    </a:ext>
                  </a:extLst>
                </p:cNvPr>
                <p:cNvSpPr/>
                <p:nvPr/>
              </p:nvSpPr>
              <p:spPr>
                <a:xfrm>
                  <a:off x="2013922" y="5348460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380" name="tx3979">
                  <a:extLst>
                    <a:ext uri="{FF2B5EF4-FFF2-40B4-BE49-F238E27FC236}">
                      <a16:creationId xmlns:a16="http://schemas.microsoft.com/office/drawing/2014/main" id="{26089A64-1F6F-74E4-CE58-87B1CCFBA6E0}"/>
                    </a:ext>
                  </a:extLst>
                </p:cNvPr>
                <p:cNvSpPr/>
                <p:nvPr/>
              </p:nvSpPr>
              <p:spPr>
                <a:xfrm>
                  <a:off x="2058636" y="5366840"/>
                  <a:ext cx="8065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N</a:t>
                  </a:r>
                </a:p>
              </p:txBody>
            </p:sp>
            <p:sp>
              <p:nvSpPr>
                <p:cNvPr id="13381" name="tx3980">
                  <a:extLst>
                    <a:ext uri="{FF2B5EF4-FFF2-40B4-BE49-F238E27FC236}">
                      <a16:creationId xmlns:a16="http://schemas.microsoft.com/office/drawing/2014/main" id="{644C2FF0-494B-5F6F-3B8D-F8E3EBB8F691}"/>
                    </a:ext>
                  </a:extLst>
                </p:cNvPr>
                <p:cNvSpPr/>
                <p:nvPr/>
              </p:nvSpPr>
              <p:spPr>
                <a:xfrm>
                  <a:off x="1889564" y="4716468"/>
                  <a:ext cx="124358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30</a:t>
                  </a:r>
                </a:p>
              </p:txBody>
            </p:sp>
            <p:sp>
              <p:nvSpPr>
                <p:cNvPr id="13382" name="tx3981">
                  <a:extLst>
                    <a:ext uri="{FF2B5EF4-FFF2-40B4-BE49-F238E27FC236}">
                      <a16:creationId xmlns:a16="http://schemas.microsoft.com/office/drawing/2014/main" id="{F447A416-2EA8-60C7-0969-297B199F4B59}"/>
                    </a:ext>
                  </a:extLst>
                </p:cNvPr>
                <p:cNvSpPr/>
                <p:nvPr/>
              </p:nvSpPr>
              <p:spPr>
                <a:xfrm>
                  <a:off x="2013922" y="4698089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383" name="tx3982">
                  <a:extLst>
                    <a:ext uri="{FF2B5EF4-FFF2-40B4-BE49-F238E27FC236}">
                      <a16:creationId xmlns:a16="http://schemas.microsoft.com/office/drawing/2014/main" id="{8DD0216B-CB34-5B21-A596-CB4B604D501C}"/>
                    </a:ext>
                  </a:extLst>
                </p:cNvPr>
                <p:cNvSpPr/>
                <p:nvPr/>
              </p:nvSpPr>
              <p:spPr>
                <a:xfrm>
                  <a:off x="2058636" y="4716468"/>
                  <a:ext cx="8065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N</a:t>
                  </a:r>
                </a:p>
              </p:txBody>
            </p:sp>
            <p:sp>
              <p:nvSpPr>
                <p:cNvPr id="13384" name="tx3983">
                  <a:extLst>
                    <a:ext uri="{FF2B5EF4-FFF2-40B4-BE49-F238E27FC236}">
                      <a16:creationId xmlns:a16="http://schemas.microsoft.com/office/drawing/2014/main" id="{508D3096-3955-0F5C-23D6-6E4D77CBD097}"/>
                    </a:ext>
                  </a:extLst>
                </p:cNvPr>
                <p:cNvSpPr/>
                <p:nvPr/>
              </p:nvSpPr>
              <p:spPr>
                <a:xfrm>
                  <a:off x="1889564" y="4066188"/>
                  <a:ext cx="124358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35</a:t>
                  </a:r>
                </a:p>
              </p:txBody>
            </p:sp>
            <p:sp>
              <p:nvSpPr>
                <p:cNvPr id="13385" name="tx3984">
                  <a:extLst>
                    <a:ext uri="{FF2B5EF4-FFF2-40B4-BE49-F238E27FC236}">
                      <a16:creationId xmlns:a16="http://schemas.microsoft.com/office/drawing/2014/main" id="{331F87F9-E281-66D8-0425-704728D8F6DF}"/>
                    </a:ext>
                  </a:extLst>
                </p:cNvPr>
                <p:cNvSpPr/>
                <p:nvPr/>
              </p:nvSpPr>
              <p:spPr>
                <a:xfrm>
                  <a:off x="2013922" y="4047809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386" name="tx3985">
                  <a:extLst>
                    <a:ext uri="{FF2B5EF4-FFF2-40B4-BE49-F238E27FC236}">
                      <a16:creationId xmlns:a16="http://schemas.microsoft.com/office/drawing/2014/main" id="{888F7A99-E25A-E445-760B-5BC87A09019F}"/>
                    </a:ext>
                  </a:extLst>
                </p:cNvPr>
                <p:cNvSpPr/>
                <p:nvPr/>
              </p:nvSpPr>
              <p:spPr>
                <a:xfrm>
                  <a:off x="2058636" y="4066188"/>
                  <a:ext cx="8065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N</a:t>
                  </a:r>
                </a:p>
              </p:txBody>
            </p:sp>
            <p:sp>
              <p:nvSpPr>
                <p:cNvPr id="13387" name="tx3986">
                  <a:extLst>
                    <a:ext uri="{FF2B5EF4-FFF2-40B4-BE49-F238E27FC236}">
                      <a16:creationId xmlns:a16="http://schemas.microsoft.com/office/drawing/2014/main" id="{0095C0B3-C880-FFCE-D162-18FF464D46A8}"/>
                    </a:ext>
                  </a:extLst>
                </p:cNvPr>
                <p:cNvSpPr/>
                <p:nvPr/>
              </p:nvSpPr>
              <p:spPr>
                <a:xfrm>
                  <a:off x="1889564" y="3415908"/>
                  <a:ext cx="124358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40</a:t>
                  </a:r>
                </a:p>
              </p:txBody>
            </p:sp>
            <p:sp>
              <p:nvSpPr>
                <p:cNvPr id="13388" name="tx3987">
                  <a:extLst>
                    <a:ext uri="{FF2B5EF4-FFF2-40B4-BE49-F238E27FC236}">
                      <a16:creationId xmlns:a16="http://schemas.microsoft.com/office/drawing/2014/main" id="{F6630A51-061F-382E-4342-7E192C35C61A}"/>
                    </a:ext>
                  </a:extLst>
                </p:cNvPr>
                <p:cNvSpPr/>
                <p:nvPr/>
              </p:nvSpPr>
              <p:spPr>
                <a:xfrm>
                  <a:off x="2013922" y="3397529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389" name="tx3988">
                  <a:extLst>
                    <a:ext uri="{FF2B5EF4-FFF2-40B4-BE49-F238E27FC236}">
                      <a16:creationId xmlns:a16="http://schemas.microsoft.com/office/drawing/2014/main" id="{69C986CC-99BF-9BB7-C4EC-5AFB8878EC2A}"/>
                    </a:ext>
                  </a:extLst>
                </p:cNvPr>
                <p:cNvSpPr/>
                <p:nvPr/>
              </p:nvSpPr>
              <p:spPr>
                <a:xfrm>
                  <a:off x="2058636" y="3415908"/>
                  <a:ext cx="8065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N</a:t>
                  </a:r>
                </a:p>
              </p:txBody>
            </p:sp>
            <p:sp>
              <p:nvSpPr>
                <p:cNvPr id="13390" name="tx3989">
                  <a:extLst>
                    <a:ext uri="{FF2B5EF4-FFF2-40B4-BE49-F238E27FC236}">
                      <a16:creationId xmlns:a16="http://schemas.microsoft.com/office/drawing/2014/main" id="{5D9FCAF4-BA59-2EBD-FA56-D905EA8F8C99}"/>
                    </a:ext>
                  </a:extLst>
                </p:cNvPr>
                <p:cNvSpPr/>
                <p:nvPr/>
              </p:nvSpPr>
              <p:spPr>
                <a:xfrm>
                  <a:off x="1889564" y="2765720"/>
                  <a:ext cx="124358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45</a:t>
                  </a:r>
                </a:p>
              </p:txBody>
            </p:sp>
            <p:sp>
              <p:nvSpPr>
                <p:cNvPr id="13391" name="tx3990">
                  <a:extLst>
                    <a:ext uri="{FF2B5EF4-FFF2-40B4-BE49-F238E27FC236}">
                      <a16:creationId xmlns:a16="http://schemas.microsoft.com/office/drawing/2014/main" id="{F1F4E17B-1E32-4DFF-E718-9269075BFE04}"/>
                    </a:ext>
                  </a:extLst>
                </p:cNvPr>
                <p:cNvSpPr/>
                <p:nvPr/>
              </p:nvSpPr>
              <p:spPr>
                <a:xfrm>
                  <a:off x="2013922" y="2747340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392" name="tx3991">
                  <a:extLst>
                    <a:ext uri="{FF2B5EF4-FFF2-40B4-BE49-F238E27FC236}">
                      <a16:creationId xmlns:a16="http://schemas.microsoft.com/office/drawing/2014/main" id="{F23785BC-7DDB-265E-1D71-239A75BAE07E}"/>
                    </a:ext>
                  </a:extLst>
                </p:cNvPr>
                <p:cNvSpPr/>
                <p:nvPr/>
              </p:nvSpPr>
              <p:spPr>
                <a:xfrm>
                  <a:off x="2058636" y="2765720"/>
                  <a:ext cx="8065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N</a:t>
                  </a:r>
                </a:p>
              </p:txBody>
            </p:sp>
            <p:sp>
              <p:nvSpPr>
                <p:cNvPr id="13393" name="pl3992">
                  <a:extLst>
                    <a:ext uri="{FF2B5EF4-FFF2-40B4-BE49-F238E27FC236}">
                      <a16:creationId xmlns:a16="http://schemas.microsoft.com/office/drawing/2014/main" id="{C26E73C9-E7BE-BE7D-7997-EB7024FE0513}"/>
                    </a:ext>
                  </a:extLst>
                </p:cNvPr>
                <p:cNvSpPr/>
                <p:nvPr/>
              </p:nvSpPr>
              <p:spPr>
                <a:xfrm>
                  <a:off x="2167122" y="5407850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94" name="pl3993">
                  <a:extLst>
                    <a:ext uri="{FF2B5EF4-FFF2-40B4-BE49-F238E27FC236}">
                      <a16:creationId xmlns:a16="http://schemas.microsoft.com/office/drawing/2014/main" id="{78225229-952E-6506-CF85-75423C3553E6}"/>
                    </a:ext>
                  </a:extLst>
                </p:cNvPr>
                <p:cNvSpPr/>
                <p:nvPr/>
              </p:nvSpPr>
              <p:spPr>
                <a:xfrm>
                  <a:off x="2167122" y="4757570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95" name="pl3994">
                  <a:extLst>
                    <a:ext uri="{FF2B5EF4-FFF2-40B4-BE49-F238E27FC236}">
                      <a16:creationId xmlns:a16="http://schemas.microsoft.com/office/drawing/2014/main" id="{E737B1A6-5D51-13EE-7D01-601E5ECD0789}"/>
                    </a:ext>
                  </a:extLst>
                </p:cNvPr>
                <p:cNvSpPr/>
                <p:nvPr/>
              </p:nvSpPr>
              <p:spPr>
                <a:xfrm>
                  <a:off x="2167122" y="4107291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96" name="pl3995">
                  <a:extLst>
                    <a:ext uri="{FF2B5EF4-FFF2-40B4-BE49-F238E27FC236}">
                      <a16:creationId xmlns:a16="http://schemas.microsoft.com/office/drawing/2014/main" id="{8E83C678-629D-A67B-790C-6367FBE2D606}"/>
                    </a:ext>
                  </a:extLst>
                </p:cNvPr>
                <p:cNvSpPr/>
                <p:nvPr/>
              </p:nvSpPr>
              <p:spPr>
                <a:xfrm>
                  <a:off x="2167122" y="3457011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97" name="pl3996">
                  <a:extLst>
                    <a:ext uri="{FF2B5EF4-FFF2-40B4-BE49-F238E27FC236}">
                      <a16:creationId xmlns:a16="http://schemas.microsoft.com/office/drawing/2014/main" id="{1774ADBA-3E55-6BA3-057B-466A29C864C2}"/>
                    </a:ext>
                  </a:extLst>
                </p:cNvPr>
                <p:cNvSpPr/>
                <p:nvPr/>
              </p:nvSpPr>
              <p:spPr>
                <a:xfrm>
                  <a:off x="2167122" y="2806731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98" name="pl3997">
                  <a:extLst>
                    <a:ext uri="{FF2B5EF4-FFF2-40B4-BE49-F238E27FC236}">
                      <a16:creationId xmlns:a16="http://schemas.microsoft.com/office/drawing/2014/main" id="{BFDEF124-8808-3118-BEA0-3A843937848B}"/>
                    </a:ext>
                  </a:extLst>
                </p:cNvPr>
                <p:cNvSpPr/>
                <p:nvPr/>
              </p:nvSpPr>
              <p:spPr>
                <a:xfrm>
                  <a:off x="2610961" y="5720948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399" name="pl3998">
                  <a:extLst>
                    <a:ext uri="{FF2B5EF4-FFF2-40B4-BE49-F238E27FC236}">
                      <a16:creationId xmlns:a16="http://schemas.microsoft.com/office/drawing/2014/main" id="{F8DAD67B-8A4C-70FD-5B6B-6FD1D3744CF7}"/>
                    </a:ext>
                  </a:extLst>
                </p:cNvPr>
                <p:cNvSpPr/>
                <p:nvPr/>
              </p:nvSpPr>
              <p:spPr>
                <a:xfrm>
                  <a:off x="3140137" y="5720948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00" name="pl3999">
                  <a:extLst>
                    <a:ext uri="{FF2B5EF4-FFF2-40B4-BE49-F238E27FC236}">
                      <a16:creationId xmlns:a16="http://schemas.microsoft.com/office/drawing/2014/main" id="{A6B37C35-F1E5-0C68-76E5-C5EA5067790C}"/>
                    </a:ext>
                  </a:extLst>
                </p:cNvPr>
                <p:cNvSpPr/>
                <p:nvPr/>
              </p:nvSpPr>
              <p:spPr>
                <a:xfrm>
                  <a:off x="3669312" y="5720948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01" name="pl4000">
                  <a:extLst>
                    <a:ext uri="{FF2B5EF4-FFF2-40B4-BE49-F238E27FC236}">
                      <a16:creationId xmlns:a16="http://schemas.microsoft.com/office/drawing/2014/main" id="{81B06574-125D-CB1A-9830-70710DFBF458}"/>
                    </a:ext>
                  </a:extLst>
                </p:cNvPr>
                <p:cNvSpPr/>
                <p:nvPr/>
              </p:nvSpPr>
              <p:spPr>
                <a:xfrm>
                  <a:off x="4198487" y="5720948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02" name="pl4001">
                  <a:extLst>
                    <a:ext uri="{FF2B5EF4-FFF2-40B4-BE49-F238E27FC236}">
                      <a16:creationId xmlns:a16="http://schemas.microsoft.com/office/drawing/2014/main" id="{222511F2-FDEB-1B03-75EA-1A22FD16C35E}"/>
                    </a:ext>
                  </a:extLst>
                </p:cNvPr>
                <p:cNvSpPr/>
                <p:nvPr/>
              </p:nvSpPr>
              <p:spPr>
                <a:xfrm>
                  <a:off x="4727662" y="5720948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03" name="pl4002">
                  <a:extLst>
                    <a:ext uri="{FF2B5EF4-FFF2-40B4-BE49-F238E27FC236}">
                      <a16:creationId xmlns:a16="http://schemas.microsoft.com/office/drawing/2014/main" id="{DBB4DEF9-02A5-2E6C-8CDC-3A073D753258}"/>
                    </a:ext>
                  </a:extLst>
                </p:cNvPr>
                <p:cNvSpPr/>
                <p:nvPr/>
              </p:nvSpPr>
              <p:spPr>
                <a:xfrm>
                  <a:off x="5256837" y="5720948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04" name="pl4003">
                  <a:extLst>
                    <a:ext uri="{FF2B5EF4-FFF2-40B4-BE49-F238E27FC236}">
                      <a16:creationId xmlns:a16="http://schemas.microsoft.com/office/drawing/2014/main" id="{2FFE71B0-C99A-58C2-AAA5-EA6C1101B808}"/>
                    </a:ext>
                  </a:extLst>
                </p:cNvPr>
                <p:cNvSpPr/>
                <p:nvPr/>
              </p:nvSpPr>
              <p:spPr>
                <a:xfrm>
                  <a:off x="5786012" y="5720948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05" name="pl4004">
                  <a:extLst>
                    <a:ext uri="{FF2B5EF4-FFF2-40B4-BE49-F238E27FC236}">
                      <a16:creationId xmlns:a16="http://schemas.microsoft.com/office/drawing/2014/main" id="{375E9232-4B66-3A91-1A64-3F29ED559948}"/>
                    </a:ext>
                  </a:extLst>
                </p:cNvPr>
                <p:cNvSpPr/>
                <p:nvPr/>
              </p:nvSpPr>
              <p:spPr>
                <a:xfrm>
                  <a:off x="6315187" y="5720948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06" name="tx4005">
                  <a:extLst>
                    <a:ext uri="{FF2B5EF4-FFF2-40B4-BE49-F238E27FC236}">
                      <a16:creationId xmlns:a16="http://schemas.microsoft.com/office/drawing/2014/main" id="{92C51BD0-DFB4-0E94-788D-E8FB4AA7EC82}"/>
                    </a:ext>
                  </a:extLst>
                </p:cNvPr>
                <p:cNvSpPr/>
                <p:nvPr/>
              </p:nvSpPr>
              <p:spPr>
                <a:xfrm>
                  <a:off x="2442620" y="5783578"/>
                  <a:ext cx="186537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100</a:t>
                  </a:r>
                </a:p>
              </p:txBody>
            </p:sp>
            <p:sp>
              <p:nvSpPr>
                <p:cNvPr id="13407" name="tx4006">
                  <a:extLst>
                    <a:ext uri="{FF2B5EF4-FFF2-40B4-BE49-F238E27FC236}">
                      <a16:creationId xmlns:a16="http://schemas.microsoft.com/office/drawing/2014/main" id="{50885208-3B69-6F61-4A78-6C3F56A0F0A0}"/>
                    </a:ext>
                  </a:extLst>
                </p:cNvPr>
                <p:cNvSpPr/>
                <p:nvPr/>
              </p:nvSpPr>
              <p:spPr>
                <a:xfrm>
                  <a:off x="2629158" y="57651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408" name="tx4007">
                  <a:extLst>
                    <a:ext uri="{FF2B5EF4-FFF2-40B4-BE49-F238E27FC236}">
                      <a16:creationId xmlns:a16="http://schemas.microsoft.com/office/drawing/2014/main" id="{A6A11FCA-D392-D7BE-0C1C-A2158642E343}"/>
                    </a:ext>
                  </a:extLst>
                </p:cNvPr>
                <p:cNvSpPr/>
                <p:nvPr/>
              </p:nvSpPr>
              <p:spPr>
                <a:xfrm>
                  <a:off x="2673872" y="5783578"/>
                  <a:ext cx="10543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</a:t>
                  </a:r>
                </a:p>
              </p:txBody>
            </p:sp>
            <p:sp>
              <p:nvSpPr>
                <p:cNvPr id="13409" name="tx4008">
                  <a:extLst>
                    <a:ext uri="{FF2B5EF4-FFF2-40B4-BE49-F238E27FC236}">
                      <a16:creationId xmlns:a16="http://schemas.microsoft.com/office/drawing/2014/main" id="{6D050ADB-CE9B-AD5A-7B38-2A2C1BFB9DDD}"/>
                    </a:ext>
                  </a:extLst>
                </p:cNvPr>
                <p:cNvSpPr/>
                <p:nvPr/>
              </p:nvSpPr>
              <p:spPr>
                <a:xfrm>
                  <a:off x="2987386" y="5783578"/>
                  <a:ext cx="155356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 95</a:t>
                  </a:r>
                </a:p>
              </p:txBody>
            </p:sp>
            <p:sp>
              <p:nvSpPr>
                <p:cNvPr id="13410" name="tx4009">
                  <a:extLst>
                    <a:ext uri="{FF2B5EF4-FFF2-40B4-BE49-F238E27FC236}">
                      <a16:creationId xmlns:a16="http://schemas.microsoft.com/office/drawing/2014/main" id="{E0C37794-B1F6-DF30-7845-DE3DD31392CC}"/>
                    </a:ext>
                  </a:extLst>
                </p:cNvPr>
                <p:cNvSpPr/>
                <p:nvPr/>
              </p:nvSpPr>
              <p:spPr>
                <a:xfrm>
                  <a:off x="3142743" y="57651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411" name="tx4010">
                  <a:extLst>
                    <a:ext uri="{FF2B5EF4-FFF2-40B4-BE49-F238E27FC236}">
                      <a16:creationId xmlns:a16="http://schemas.microsoft.com/office/drawing/2014/main" id="{9E0F6979-F26F-DE49-7C3A-AF6DDC863AC5}"/>
                    </a:ext>
                  </a:extLst>
                </p:cNvPr>
                <p:cNvSpPr/>
                <p:nvPr/>
              </p:nvSpPr>
              <p:spPr>
                <a:xfrm>
                  <a:off x="3187457" y="5783578"/>
                  <a:ext cx="10543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</a:t>
                  </a:r>
                </a:p>
              </p:txBody>
            </p:sp>
            <p:sp>
              <p:nvSpPr>
                <p:cNvPr id="13412" name="tx4011">
                  <a:extLst>
                    <a:ext uri="{FF2B5EF4-FFF2-40B4-BE49-F238E27FC236}">
                      <a16:creationId xmlns:a16="http://schemas.microsoft.com/office/drawing/2014/main" id="{E943A67D-9BD1-D921-0CBB-80284C14C3C6}"/>
                    </a:ext>
                  </a:extLst>
                </p:cNvPr>
                <p:cNvSpPr/>
                <p:nvPr/>
              </p:nvSpPr>
              <p:spPr>
                <a:xfrm>
                  <a:off x="3516561" y="5783578"/>
                  <a:ext cx="155356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 90</a:t>
                  </a:r>
                </a:p>
              </p:txBody>
            </p:sp>
            <p:sp>
              <p:nvSpPr>
                <p:cNvPr id="13413" name="tx4012">
                  <a:extLst>
                    <a:ext uri="{FF2B5EF4-FFF2-40B4-BE49-F238E27FC236}">
                      <a16:creationId xmlns:a16="http://schemas.microsoft.com/office/drawing/2014/main" id="{350D0C96-0800-0683-2ACE-C4708106D796}"/>
                    </a:ext>
                  </a:extLst>
                </p:cNvPr>
                <p:cNvSpPr/>
                <p:nvPr/>
              </p:nvSpPr>
              <p:spPr>
                <a:xfrm>
                  <a:off x="3671918" y="57651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414" name="tx4013">
                  <a:extLst>
                    <a:ext uri="{FF2B5EF4-FFF2-40B4-BE49-F238E27FC236}">
                      <a16:creationId xmlns:a16="http://schemas.microsoft.com/office/drawing/2014/main" id="{7CFF54FC-69E7-A6FA-96E4-5EA9EAD65209}"/>
                    </a:ext>
                  </a:extLst>
                </p:cNvPr>
                <p:cNvSpPr/>
                <p:nvPr/>
              </p:nvSpPr>
              <p:spPr>
                <a:xfrm>
                  <a:off x="3716632" y="5783578"/>
                  <a:ext cx="10543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</a:t>
                  </a:r>
                </a:p>
              </p:txBody>
            </p:sp>
            <p:sp>
              <p:nvSpPr>
                <p:cNvPr id="13415" name="tx4014">
                  <a:extLst>
                    <a:ext uri="{FF2B5EF4-FFF2-40B4-BE49-F238E27FC236}">
                      <a16:creationId xmlns:a16="http://schemas.microsoft.com/office/drawing/2014/main" id="{ABD30C01-2EB1-FD71-0A3A-33BE5F3EC1B4}"/>
                    </a:ext>
                  </a:extLst>
                </p:cNvPr>
                <p:cNvSpPr/>
                <p:nvPr/>
              </p:nvSpPr>
              <p:spPr>
                <a:xfrm>
                  <a:off x="4045736" y="5783578"/>
                  <a:ext cx="155356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 85</a:t>
                  </a:r>
                </a:p>
              </p:txBody>
            </p:sp>
            <p:sp>
              <p:nvSpPr>
                <p:cNvPr id="13416" name="tx4015">
                  <a:extLst>
                    <a:ext uri="{FF2B5EF4-FFF2-40B4-BE49-F238E27FC236}">
                      <a16:creationId xmlns:a16="http://schemas.microsoft.com/office/drawing/2014/main" id="{25BA05B0-F2F7-6179-4088-6B1481DD407F}"/>
                    </a:ext>
                  </a:extLst>
                </p:cNvPr>
                <p:cNvSpPr/>
                <p:nvPr/>
              </p:nvSpPr>
              <p:spPr>
                <a:xfrm>
                  <a:off x="4201093" y="57651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417" name="tx4016">
                  <a:extLst>
                    <a:ext uri="{FF2B5EF4-FFF2-40B4-BE49-F238E27FC236}">
                      <a16:creationId xmlns:a16="http://schemas.microsoft.com/office/drawing/2014/main" id="{D15524BD-9BB1-C221-AEC4-A5A0940B6B9D}"/>
                    </a:ext>
                  </a:extLst>
                </p:cNvPr>
                <p:cNvSpPr/>
                <p:nvPr/>
              </p:nvSpPr>
              <p:spPr>
                <a:xfrm>
                  <a:off x="4245807" y="5783578"/>
                  <a:ext cx="10543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</a:t>
                  </a:r>
                </a:p>
              </p:txBody>
            </p:sp>
            <p:sp>
              <p:nvSpPr>
                <p:cNvPr id="13418" name="tx4017">
                  <a:extLst>
                    <a:ext uri="{FF2B5EF4-FFF2-40B4-BE49-F238E27FC236}">
                      <a16:creationId xmlns:a16="http://schemas.microsoft.com/office/drawing/2014/main" id="{7299DDEF-A7CE-944C-3F01-1F1E7CD3E9DE}"/>
                    </a:ext>
                  </a:extLst>
                </p:cNvPr>
                <p:cNvSpPr/>
                <p:nvPr/>
              </p:nvSpPr>
              <p:spPr>
                <a:xfrm>
                  <a:off x="4574911" y="5783578"/>
                  <a:ext cx="155356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 80</a:t>
                  </a:r>
                </a:p>
              </p:txBody>
            </p:sp>
            <p:sp>
              <p:nvSpPr>
                <p:cNvPr id="13419" name="tx4018">
                  <a:extLst>
                    <a:ext uri="{FF2B5EF4-FFF2-40B4-BE49-F238E27FC236}">
                      <a16:creationId xmlns:a16="http://schemas.microsoft.com/office/drawing/2014/main" id="{3CD8BE54-8E32-8850-3619-00B2D4152FB9}"/>
                    </a:ext>
                  </a:extLst>
                </p:cNvPr>
                <p:cNvSpPr/>
                <p:nvPr/>
              </p:nvSpPr>
              <p:spPr>
                <a:xfrm>
                  <a:off x="4730268" y="57651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420" name="tx4019">
                  <a:extLst>
                    <a:ext uri="{FF2B5EF4-FFF2-40B4-BE49-F238E27FC236}">
                      <a16:creationId xmlns:a16="http://schemas.microsoft.com/office/drawing/2014/main" id="{7503016F-8078-06C5-189C-4DD01B410AE3}"/>
                    </a:ext>
                  </a:extLst>
                </p:cNvPr>
                <p:cNvSpPr/>
                <p:nvPr/>
              </p:nvSpPr>
              <p:spPr>
                <a:xfrm>
                  <a:off x="4774982" y="5783578"/>
                  <a:ext cx="10543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</a:t>
                  </a:r>
                </a:p>
              </p:txBody>
            </p:sp>
            <p:sp>
              <p:nvSpPr>
                <p:cNvPr id="13421" name="tx4020">
                  <a:extLst>
                    <a:ext uri="{FF2B5EF4-FFF2-40B4-BE49-F238E27FC236}">
                      <a16:creationId xmlns:a16="http://schemas.microsoft.com/office/drawing/2014/main" id="{BB30C6EF-E0F1-4B1A-E843-FC47381190A1}"/>
                    </a:ext>
                  </a:extLst>
                </p:cNvPr>
                <p:cNvSpPr/>
                <p:nvPr/>
              </p:nvSpPr>
              <p:spPr>
                <a:xfrm>
                  <a:off x="5104086" y="5783578"/>
                  <a:ext cx="155356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 75</a:t>
                  </a:r>
                </a:p>
              </p:txBody>
            </p:sp>
            <p:sp>
              <p:nvSpPr>
                <p:cNvPr id="13422" name="tx4021">
                  <a:extLst>
                    <a:ext uri="{FF2B5EF4-FFF2-40B4-BE49-F238E27FC236}">
                      <a16:creationId xmlns:a16="http://schemas.microsoft.com/office/drawing/2014/main" id="{8775FF70-25AF-70AB-ABA5-6DA68C1733DC}"/>
                    </a:ext>
                  </a:extLst>
                </p:cNvPr>
                <p:cNvSpPr/>
                <p:nvPr/>
              </p:nvSpPr>
              <p:spPr>
                <a:xfrm>
                  <a:off x="5259443" y="57651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423" name="tx4022">
                  <a:extLst>
                    <a:ext uri="{FF2B5EF4-FFF2-40B4-BE49-F238E27FC236}">
                      <a16:creationId xmlns:a16="http://schemas.microsoft.com/office/drawing/2014/main" id="{05EEAA08-4905-1700-B971-4895E5EF9F08}"/>
                    </a:ext>
                  </a:extLst>
                </p:cNvPr>
                <p:cNvSpPr/>
                <p:nvPr/>
              </p:nvSpPr>
              <p:spPr>
                <a:xfrm>
                  <a:off x="5304157" y="5783578"/>
                  <a:ext cx="10543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</a:t>
                  </a:r>
                </a:p>
              </p:txBody>
            </p:sp>
            <p:sp>
              <p:nvSpPr>
                <p:cNvPr id="13424" name="tx4023">
                  <a:extLst>
                    <a:ext uri="{FF2B5EF4-FFF2-40B4-BE49-F238E27FC236}">
                      <a16:creationId xmlns:a16="http://schemas.microsoft.com/office/drawing/2014/main" id="{29713032-5814-A285-8C19-540079450B3F}"/>
                    </a:ext>
                  </a:extLst>
                </p:cNvPr>
                <p:cNvSpPr/>
                <p:nvPr/>
              </p:nvSpPr>
              <p:spPr>
                <a:xfrm>
                  <a:off x="5633261" y="5783578"/>
                  <a:ext cx="155356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 70</a:t>
                  </a:r>
                </a:p>
              </p:txBody>
            </p:sp>
            <p:sp>
              <p:nvSpPr>
                <p:cNvPr id="13425" name="tx4024">
                  <a:extLst>
                    <a:ext uri="{FF2B5EF4-FFF2-40B4-BE49-F238E27FC236}">
                      <a16:creationId xmlns:a16="http://schemas.microsoft.com/office/drawing/2014/main" id="{9FACE389-EFF5-020F-A68E-CACA68546B09}"/>
                    </a:ext>
                  </a:extLst>
                </p:cNvPr>
                <p:cNvSpPr/>
                <p:nvPr/>
              </p:nvSpPr>
              <p:spPr>
                <a:xfrm>
                  <a:off x="5788618" y="57651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426" name="tx4025">
                  <a:extLst>
                    <a:ext uri="{FF2B5EF4-FFF2-40B4-BE49-F238E27FC236}">
                      <a16:creationId xmlns:a16="http://schemas.microsoft.com/office/drawing/2014/main" id="{0D712E74-FC1F-8878-DD78-3C8F04516D3E}"/>
                    </a:ext>
                  </a:extLst>
                </p:cNvPr>
                <p:cNvSpPr/>
                <p:nvPr/>
              </p:nvSpPr>
              <p:spPr>
                <a:xfrm>
                  <a:off x="5833332" y="5783578"/>
                  <a:ext cx="10543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</a:t>
                  </a:r>
                </a:p>
              </p:txBody>
            </p:sp>
            <p:sp>
              <p:nvSpPr>
                <p:cNvPr id="13427" name="tx4026">
                  <a:extLst>
                    <a:ext uri="{FF2B5EF4-FFF2-40B4-BE49-F238E27FC236}">
                      <a16:creationId xmlns:a16="http://schemas.microsoft.com/office/drawing/2014/main" id="{8B859A46-D573-38F6-7835-76EE8C9782AB}"/>
                    </a:ext>
                  </a:extLst>
                </p:cNvPr>
                <p:cNvSpPr/>
                <p:nvPr/>
              </p:nvSpPr>
              <p:spPr>
                <a:xfrm>
                  <a:off x="6162436" y="5783578"/>
                  <a:ext cx="155356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 65</a:t>
                  </a:r>
                </a:p>
              </p:txBody>
            </p:sp>
            <p:sp>
              <p:nvSpPr>
                <p:cNvPr id="13428" name="tx4027">
                  <a:extLst>
                    <a:ext uri="{FF2B5EF4-FFF2-40B4-BE49-F238E27FC236}">
                      <a16:creationId xmlns:a16="http://schemas.microsoft.com/office/drawing/2014/main" id="{7263BDC5-9EE4-DD8A-CD9B-085C3C57DC23}"/>
                    </a:ext>
                  </a:extLst>
                </p:cNvPr>
                <p:cNvSpPr/>
                <p:nvPr/>
              </p:nvSpPr>
              <p:spPr>
                <a:xfrm>
                  <a:off x="6317793" y="57651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13429" name="tx4028">
                  <a:extLst>
                    <a:ext uri="{FF2B5EF4-FFF2-40B4-BE49-F238E27FC236}">
                      <a16:creationId xmlns:a16="http://schemas.microsoft.com/office/drawing/2014/main" id="{75BA1CC6-9727-DA29-A111-4288DCEA71F0}"/>
                    </a:ext>
                  </a:extLst>
                </p:cNvPr>
                <p:cNvSpPr/>
                <p:nvPr/>
              </p:nvSpPr>
              <p:spPr>
                <a:xfrm>
                  <a:off x="6362507" y="5783578"/>
                  <a:ext cx="105430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</a:t>
                  </a:r>
                </a:p>
              </p:txBody>
            </p:sp>
            <p:sp>
              <p:nvSpPr>
                <p:cNvPr id="13430" name="tx4029">
                  <a:extLst>
                    <a:ext uri="{FF2B5EF4-FFF2-40B4-BE49-F238E27FC236}">
                      <a16:creationId xmlns:a16="http://schemas.microsoft.com/office/drawing/2014/main" id="{49DFBD6F-C5BB-8BF4-1E0D-4960B16238E2}"/>
                    </a:ext>
                  </a:extLst>
                </p:cNvPr>
                <p:cNvSpPr/>
                <p:nvPr/>
              </p:nvSpPr>
              <p:spPr>
                <a:xfrm>
                  <a:off x="4066122" y="5925448"/>
                  <a:ext cx="613836" cy="10021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0"/>
                    </a:lnSpc>
                  </a:pPr>
                  <a:r>
                    <a:rPr sz="110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Longitude</a:t>
                  </a:r>
                </a:p>
              </p:txBody>
            </p:sp>
            <p:sp>
              <p:nvSpPr>
                <p:cNvPr id="13431" name="tx4030">
                  <a:extLst>
                    <a:ext uri="{FF2B5EF4-FFF2-40B4-BE49-F238E27FC236}">
                      <a16:creationId xmlns:a16="http://schemas.microsoft.com/office/drawing/2014/main" id="{88B39E3C-FE08-16B5-7307-A1CF89469A0E}"/>
                    </a:ext>
                  </a:extLst>
                </p:cNvPr>
                <p:cNvSpPr/>
                <p:nvPr/>
              </p:nvSpPr>
              <p:spPr>
                <a:xfrm rot="-5400000">
                  <a:off x="1525174" y="3987658"/>
                  <a:ext cx="497159" cy="10021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0"/>
                    </a:lnSpc>
                  </a:pPr>
                  <a:r>
                    <a:rPr sz="110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Latitude</a:t>
                  </a:r>
                </a:p>
              </p:txBody>
            </p:sp>
            <p:sp>
              <p:nvSpPr>
                <p:cNvPr id="13432" name="rc4031">
                  <a:extLst>
                    <a:ext uri="{FF2B5EF4-FFF2-40B4-BE49-F238E27FC236}">
                      <a16:creationId xmlns:a16="http://schemas.microsoft.com/office/drawing/2014/main" id="{9FF2C039-1A2C-9172-C365-C3DD0350FA76}"/>
                    </a:ext>
                  </a:extLst>
                </p:cNvPr>
                <p:cNvSpPr/>
                <p:nvPr/>
              </p:nvSpPr>
              <p:spPr>
                <a:xfrm>
                  <a:off x="6683342" y="3243743"/>
                  <a:ext cx="737012" cy="1588048"/>
                </a:xfrm>
                <a:prstGeom prst="rect">
                  <a:avLst/>
                </a:prstGeom>
                <a:solidFill>
                  <a:srgbClr val="FFFFFF">
                    <a:alpha val="100000"/>
                  </a:srgbClr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33" name="tx4032">
                  <a:extLst>
                    <a:ext uri="{FF2B5EF4-FFF2-40B4-BE49-F238E27FC236}">
                      <a16:creationId xmlns:a16="http://schemas.microsoft.com/office/drawing/2014/main" id="{CE376F6D-AC98-9A09-4BE7-5D1542638CD5}"/>
                    </a:ext>
                  </a:extLst>
                </p:cNvPr>
                <p:cNvSpPr/>
                <p:nvPr/>
              </p:nvSpPr>
              <p:spPr>
                <a:xfrm>
                  <a:off x="6752931" y="3328785"/>
                  <a:ext cx="597834" cy="10021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0"/>
                    </a:lnSpc>
                  </a:pPr>
                  <a:r>
                    <a:rPr sz="110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Genomic </a:t>
                  </a:r>
                </a:p>
              </p:txBody>
            </p:sp>
            <p:sp>
              <p:nvSpPr>
                <p:cNvPr id="13434" name="tx4033">
                  <a:extLst>
                    <a:ext uri="{FF2B5EF4-FFF2-40B4-BE49-F238E27FC236}">
                      <a16:creationId xmlns:a16="http://schemas.microsoft.com/office/drawing/2014/main" id="{5F557FB2-6036-973F-AB38-B9B30537AEF5}"/>
                    </a:ext>
                  </a:extLst>
                </p:cNvPr>
                <p:cNvSpPr/>
                <p:nvPr/>
              </p:nvSpPr>
              <p:spPr>
                <a:xfrm>
                  <a:off x="6752931" y="3479661"/>
                  <a:ext cx="372526" cy="10021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0"/>
                    </a:lnSpc>
                  </a:pPr>
                  <a:r>
                    <a:rPr sz="110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Offset</a:t>
                  </a:r>
                </a:p>
              </p:txBody>
            </p:sp>
            <p:pic>
              <p:nvPicPr>
                <p:cNvPr id="13435" name="pic4034">
                  <a:extLst>
                    <a:ext uri="{FF2B5EF4-FFF2-40B4-BE49-F238E27FC236}">
                      <a16:creationId xmlns:a16="http://schemas.microsoft.com/office/drawing/2014/main" id="{109C522B-7077-91FC-B0BB-9D419797933B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6752931" y="3664922"/>
                  <a:ext cx="219455" cy="1097280"/>
                </a:xfrm>
                <a:prstGeom prst="rect">
                  <a:avLst/>
                </a:prstGeom>
              </p:spPr>
            </p:pic>
            <p:sp>
              <p:nvSpPr>
                <p:cNvPr id="13436" name="pl4035">
                  <a:extLst>
                    <a:ext uri="{FF2B5EF4-FFF2-40B4-BE49-F238E27FC236}">
                      <a16:creationId xmlns:a16="http://schemas.microsoft.com/office/drawing/2014/main" id="{EBB82B68-7F4B-166A-015F-8C1FD1DE0A5D}"/>
                    </a:ext>
                  </a:extLst>
                </p:cNvPr>
                <p:cNvSpPr/>
                <p:nvPr/>
              </p:nvSpPr>
              <p:spPr>
                <a:xfrm>
                  <a:off x="6928496" y="4760373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37" name="pl4036">
                  <a:extLst>
                    <a:ext uri="{FF2B5EF4-FFF2-40B4-BE49-F238E27FC236}">
                      <a16:creationId xmlns:a16="http://schemas.microsoft.com/office/drawing/2014/main" id="{8349CA8A-F244-1674-DD08-385460F5F41C}"/>
                    </a:ext>
                  </a:extLst>
                </p:cNvPr>
                <p:cNvSpPr/>
                <p:nvPr/>
              </p:nvSpPr>
              <p:spPr>
                <a:xfrm>
                  <a:off x="6928496" y="4578103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38" name="pl4037">
                  <a:extLst>
                    <a:ext uri="{FF2B5EF4-FFF2-40B4-BE49-F238E27FC236}">
                      <a16:creationId xmlns:a16="http://schemas.microsoft.com/office/drawing/2014/main" id="{FF3D2A9B-9035-AB15-DD0B-9709B01932BE}"/>
                    </a:ext>
                  </a:extLst>
                </p:cNvPr>
                <p:cNvSpPr/>
                <p:nvPr/>
              </p:nvSpPr>
              <p:spPr>
                <a:xfrm>
                  <a:off x="6928496" y="4395832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39" name="pl4038">
                  <a:extLst>
                    <a:ext uri="{FF2B5EF4-FFF2-40B4-BE49-F238E27FC236}">
                      <a16:creationId xmlns:a16="http://schemas.microsoft.com/office/drawing/2014/main" id="{E5A0A00E-FBC5-2EF9-6FF0-B4E95A598992}"/>
                    </a:ext>
                  </a:extLst>
                </p:cNvPr>
                <p:cNvSpPr/>
                <p:nvPr/>
              </p:nvSpPr>
              <p:spPr>
                <a:xfrm>
                  <a:off x="6928496" y="4213562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0" name="pl4039">
                  <a:extLst>
                    <a:ext uri="{FF2B5EF4-FFF2-40B4-BE49-F238E27FC236}">
                      <a16:creationId xmlns:a16="http://schemas.microsoft.com/office/drawing/2014/main" id="{6DA72270-EFF8-B09A-394C-DB09D8CDF701}"/>
                    </a:ext>
                  </a:extLst>
                </p:cNvPr>
                <p:cNvSpPr/>
                <p:nvPr/>
              </p:nvSpPr>
              <p:spPr>
                <a:xfrm>
                  <a:off x="6928496" y="4031291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1" name="pl4040">
                  <a:extLst>
                    <a:ext uri="{FF2B5EF4-FFF2-40B4-BE49-F238E27FC236}">
                      <a16:creationId xmlns:a16="http://schemas.microsoft.com/office/drawing/2014/main" id="{6A9987B3-372B-9094-7CB6-8D185B77B3D1}"/>
                    </a:ext>
                  </a:extLst>
                </p:cNvPr>
                <p:cNvSpPr/>
                <p:nvPr/>
              </p:nvSpPr>
              <p:spPr>
                <a:xfrm>
                  <a:off x="6928496" y="3849021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2" name="pl4041">
                  <a:extLst>
                    <a:ext uri="{FF2B5EF4-FFF2-40B4-BE49-F238E27FC236}">
                      <a16:creationId xmlns:a16="http://schemas.microsoft.com/office/drawing/2014/main" id="{9482C3E5-5E05-E86E-C625-118C1C5EC898}"/>
                    </a:ext>
                  </a:extLst>
                </p:cNvPr>
                <p:cNvSpPr/>
                <p:nvPr/>
              </p:nvSpPr>
              <p:spPr>
                <a:xfrm>
                  <a:off x="6928496" y="3666751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3" name="pl4042">
                  <a:extLst>
                    <a:ext uri="{FF2B5EF4-FFF2-40B4-BE49-F238E27FC236}">
                      <a16:creationId xmlns:a16="http://schemas.microsoft.com/office/drawing/2014/main" id="{7591D26B-C9B1-06BA-741A-3C3F17755763}"/>
                    </a:ext>
                  </a:extLst>
                </p:cNvPr>
                <p:cNvSpPr/>
                <p:nvPr/>
              </p:nvSpPr>
              <p:spPr>
                <a:xfrm>
                  <a:off x="6752931" y="4760373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4" name="pl4043">
                  <a:extLst>
                    <a:ext uri="{FF2B5EF4-FFF2-40B4-BE49-F238E27FC236}">
                      <a16:creationId xmlns:a16="http://schemas.microsoft.com/office/drawing/2014/main" id="{2F1FA28B-54DF-577A-BBC7-F0F7199E93C6}"/>
                    </a:ext>
                  </a:extLst>
                </p:cNvPr>
                <p:cNvSpPr/>
                <p:nvPr/>
              </p:nvSpPr>
              <p:spPr>
                <a:xfrm>
                  <a:off x="6752931" y="4578103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5" name="pl4044">
                  <a:extLst>
                    <a:ext uri="{FF2B5EF4-FFF2-40B4-BE49-F238E27FC236}">
                      <a16:creationId xmlns:a16="http://schemas.microsoft.com/office/drawing/2014/main" id="{A4B7D307-5B66-9A25-B0C7-AFCB69B3B249}"/>
                    </a:ext>
                  </a:extLst>
                </p:cNvPr>
                <p:cNvSpPr/>
                <p:nvPr/>
              </p:nvSpPr>
              <p:spPr>
                <a:xfrm>
                  <a:off x="6752931" y="4395832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6" name="pl4045">
                  <a:extLst>
                    <a:ext uri="{FF2B5EF4-FFF2-40B4-BE49-F238E27FC236}">
                      <a16:creationId xmlns:a16="http://schemas.microsoft.com/office/drawing/2014/main" id="{C6111E73-FBAB-6A45-05BA-1B85EF1E5C7A}"/>
                    </a:ext>
                  </a:extLst>
                </p:cNvPr>
                <p:cNvSpPr/>
                <p:nvPr/>
              </p:nvSpPr>
              <p:spPr>
                <a:xfrm>
                  <a:off x="6752931" y="4213562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7" name="pl4046">
                  <a:extLst>
                    <a:ext uri="{FF2B5EF4-FFF2-40B4-BE49-F238E27FC236}">
                      <a16:creationId xmlns:a16="http://schemas.microsoft.com/office/drawing/2014/main" id="{D039B7FE-9013-20CA-4DAA-1D8B468E0669}"/>
                    </a:ext>
                  </a:extLst>
                </p:cNvPr>
                <p:cNvSpPr/>
                <p:nvPr/>
              </p:nvSpPr>
              <p:spPr>
                <a:xfrm>
                  <a:off x="6752931" y="4031291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8" name="pl4047">
                  <a:extLst>
                    <a:ext uri="{FF2B5EF4-FFF2-40B4-BE49-F238E27FC236}">
                      <a16:creationId xmlns:a16="http://schemas.microsoft.com/office/drawing/2014/main" id="{8DA3E288-E506-E23C-2028-F9F31E640A4D}"/>
                    </a:ext>
                  </a:extLst>
                </p:cNvPr>
                <p:cNvSpPr/>
                <p:nvPr/>
              </p:nvSpPr>
              <p:spPr>
                <a:xfrm>
                  <a:off x="6752931" y="3849021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49" name="pl4048">
                  <a:extLst>
                    <a:ext uri="{FF2B5EF4-FFF2-40B4-BE49-F238E27FC236}">
                      <a16:creationId xmlns:a16="http://schemas.microsoft.com/office/drawing/2014/main" id="{33C2B2C1-5197-E4D4-398F-3834DBF51CF0}"/>
                    </a:ext>
                  </a:extLst>
                </p:cNvPr>
                <p:cNvSpPr/>
                <p:nvPr/>
              </p:nvSpPr>
              <p:spPr>
                <a:xfrm>
                  <a:off x="6752931" y="3666751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50" name="tx4049">
                  <a:extLst>
                    <a:ext uri="{FF2B5EF4-FFF2-40B4-BE49-F238E27FC236}">
                      <a16:creationId xmlns:a16="http://schemas.microsoft.com/office/drawing/2014/main" id="{7F2164DC-72CE-9FBE-27FC-48467E3EC4CE}"/>
                    </a:ext>
                  </a:extLst>
                </p:cNvPr>
                <p:cNvSpPr/>
                <p:nvPr/>
              </p:nvSpPr>
              <p:spPr>
                <a:xfrm>
                  <a:off x="7041976" y="4720322"/>
                  <a:ext cx="217535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0.00</a:t>
                  </a:r>
                </a:p>
              </p:txBody>
            </p:sp>
            <p:sp>
              <p:nvSpPr>
                <p:cNvPr id="13451" name="tx4050">
                  <a:extLst>
                    <a:ext uri="{FF2B5EF4-FFF2-40B4-BE49-F238E27FC236}">
                      <a16:creationId xmlns:a16="http://schemas.microsoft.com/office/drawing/2014/main" id="{81DA65EA-D225-3992-0C2B-4571AB088AEC}"/>
                    </a:ext>
                  </a:extLst>
                </p:cNvPr>
                <p:cNvSpPr/>
                <p:nvPr/>
              </p:nvSpPr>
              <p:spPr>
                <a:xfrm>
                  <a:off x="7041976" y="4538052"/>
                  <a:ext cx="217535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0.01</a:t>
                  </a:r>
                </a:p>
              </p:txBody>
            </p:sp>
            <p:sp>
              <p:nvSpPr>
                <p:cNvPr id="13452" name="tx4051">
                  <a:extLst>
                    <a:ext uri="{FF2B5EF4-FFF2-40B4-BE49-F238E27FC236}">
                      <a16:creationId xmlns:a16="http://schemas.microsoft.com/office/drawing/2014/main" id="{1F0E157B-CF64-D38C-AAD2-3BA78184FEFF}"/>
                    </a:ext>
                  </a:extLst>
                </p:cNvPr>
                <p:cNvSpPr/>
                <p:nvPr/>
              </p:nvSpPr>
              <p:spPr>
                <a:xfrm>
                  <a:off x="7041976" y="4355781"/>
                  <a:ext cx="217535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0.02</a:t>
                  </a:r>
                </a:p>
              </p:txBody>
            </p:sp>
            <p:sp>
              <p:nvSpPr>
                <p:cNvPr id="13453" name="tx4052">
                  <a:extLst>
                    <a:ext uri="{FF2B5EF4-FFF2-40B4-BE49-F238E27FC236}">
                      <a16:creationId xmlns:a16="http://schemas.microsoft.com/office/drawing/2014/main" id="{36EFA3E3-4F79-FA8D-23F4-5831CD52C192}"/>
                    </a:ext>
                  </a:extLst>
                </p:cNvPr>
                <p:cNvSpPr/>
                <p:nvPr/>
              </p:nvSpPr>
              <p:spPr>
                <a:xfrm>
                  <a:off x="7041976" y="4173511"/>
                  <a:ext cx="217535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0.03</a:t>
                  </a:r>
                </a:p>
              </p:txBody>
            </p:sp>
            <p:sp>
              <p:nvSpPr>
                <p:cNvPr id="13454" name="tx4053">
                  <a:extLst>
                    <a:ext uri="{FF2B5EF4-FFF2-40B4-BE49-F238E27FC236}">
                      <a16:creationId xmlns:a16="http://schemas.microsoft.com/office/drawing/2014/main" id="{7D982544-EE55-5255-2552-5D5F246D6BF2}"/>
                    </a:ext>
                  </a:extLst>
                </p:cNvPr>
                <p:cNvSpPr/>
                <p:nvPr/>
              </p:nvSpPr>
              <p:spPr>
                <a:xfrm>
                  <a:off x="7041976" y="3991241"/>
                  <a:ext cx="217535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0.04</a:t>
                  </a:r>
                </a:p>
              </p:txBody>
            </p:sp>
            <p:sp>
              <p:nvSpPr>
                <p:cNvPr id="13455" name="tx4054">
                  <a:extLst>
                    <a:ext uri="{FF2B5EF4-FFF2-40B4-BE49-F238E27FC236}">
                      <a16:creationId xmlns:a16="http://schemas.microsoft.com/office/drawing/2014/main" id="{ECEDD7FF-F9A7-45AD-B1B0-A42B95713861}"/>
                    </a:ext>
                  </a:extLst>
                </p:cNvPr>
                <p:cNvSpPr/>
                <p:nvPr/>
              </p:nvSpPr>
              <p:spPr>
                <a:xfrm>
                  <a:off x="7041976" y="3808970"/>
                  <a:ext cx="217535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0.05</a:t>
                  </a:r>
                </a:p>
              </p:txBody>
            </p:sp>
            <p:sp>
              <p:nvSpPr>
                <p:cNvPr id="13456" name="tx4055">
                  <a:extLst>
                    <a:ext uri="{FF2B5EF4-FFF2-40B4-BE49-F238E27FC236}">
                      <a16:creationId xmlns:a16="http://schemas.microsoft.com/office/drawing/2014/main" id="{38A3CD13-7536-F655-3FF2-561395E6E462}"/>
                    </a:ext>
                  </a:extLst>
                </p:cNvPr>
                <p:cNvSpPr/>
                <p:nvPr/>
              </p:nvSpPr>
              <p:spPr>
                <a:xfrm>
                  <a:off x="7041976" y="3626700"/>
                  <a:ext cx="217535" cy="8010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880"/>
                    </a:lnSpc>
                  </a:pPr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0.06</a:t>
                  </a:r>
                </a:p>
              </p:txBody>
            </p:sp>
            <p:sp>
              <p:nvSpPr>
                <p:cNvPr id="13457" name="tx4056">
                  <a:extLst>
                    <a:ext uri="{FF2B5EF4-FFF2-40B4-BE49-F238E27FC236}">
                      <a16:creationId xmlns:a16="http://schemas.microsoft.com/office/drawing/2014/main" id="{D55F8637-3589-8957-3855-71FCAB2F56AC}"/>
                    </a:ext>
                  </a:extLst>
                </p:cNvPr>
                <p:cNvSpPr/>
                <p:nvPr/>
              </p:nvSpPr>
              <p:spPr>
                <a:xfrm>
                  <a:off x="2201917" y="1669789"/>
                  <a:ext cx="2541117" cy="218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2400"/>
                    </a:lnSpc>
                  </a:pPr>
                  <a:r>
                    <a:rPr sz="2400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Genomic Offset to </a:t>
                  </a:r>
                </a:p>
              </p:txBody>
            </p:sp>
            <p:sp>
              <p:nvSpPr>
                <p:cNvPr id="13458" name="tx4057">
                  <a:extLst>
                    <a:ext uri="{FF2B5EF4-FFF2-40B4-BE49-F238E27FC236}">
                      <a16:creationId xmlns:a16="http://schemas.microsoft.com/office/drawing/2014/main" id="{EEB1A90F-9EF5-A5F8-A928-3B0FE411396B}"/>
                    </a:ext>
                  </a:extLst>
                </p:cNvPr>
                <p:cNvSpPr/>
                <p:nvPr/>
              </p:nvSpPr>
              <p:spPr>
                <a:xfrm>
                  <a:off x="2201917" y="1998973"/>
                  <a:ext cx="2151491" cy="218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2400"/>
                    </a:lnSpc>
                  </a:pPr>
                  <a:r>
                    <a:rPr sz="2400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Lewisetta (LEA)</a:t>
                  </a:r>
                </a:p>
              </p:txBody>
            </p:sp>
          </p:grpSp>
          <p:grpSp>
            <p:nvGrpSpPr>
              <p:cNvPr id="14152" name="Group 14151">
                <a:extLst>
                  <a:ext uri="{FF2B5EF4-FFF2-40B4-BE49-F238E27FC236}">
                    <a16:creationId xmlns:a16="http://schemas.microsoft.com/office/drawing/2014/main" id="{BF5552E9-7480-26B2-7EAB-D40128B2916E}"/>
                  </a:ext>
                </a:extLst>
              </p:cNvPr>
              <p:cNvGrpSpPr/>
              <p:nvPr/>
            </p:nvGrpSpPr>
            <p:grpSpPr>
              <a:xfrm>
                <a:off x="2331719" y="2103120"/>
                <a:ext cx="2093976" cy="1737360"/>
                <a:chOff x="6948264" y="4734963"/>
                <a:chExt cx="2034306" cy="1655401"/>
              </a:xfrm>
            </p:grpSpPr>
            <p:sp>
              <p:nvSpPr>
                <p:cNvPr id="13460" name="rc5">
                  <a:extLst>
                    <a:ext uri="{FF2B5EF4-FFF2-40B4-BE49-F238E27FC236}">
                      <a16:creationId xmlns:a16="http://schemas.microsoft.com/office/drawing/2014/main" id="{59107D32-8D19-A59A-297C-7A0B04BF9F9E}"/>
                    </a:ext>
                  </a:extLst>
                </p:cNvPr>
                <p:cNvSpPr/>
                <p:nvPr/>
              </p:nvSpPr>
              <p:spPr>
                <a:xfrm>
                  <a:off x="7020272" y="4737595"/>
                  <a:ext cx="1772010" cy="1642076"/>
                </a:xfrm>
                <a:prstGeom prst="rect">
                  <a:avLst/>
                </a:prstGeom>
                <a:solidFill>
                  <a:srgbClr val="F0F8FF">
                    <a:alpha val="100000"/>
                  </a:srgbClr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66" name="pl12">
                  <a:extLst>
                    <a:ext uri="{FF2B5EF4-FFF2-40B4-BE49-F238E27FC236}">
                      <a16:creationId xmlns:a16="http://schemas.microsoft.com/office/drawing/2014/main" id="{846D647A-2D79-DD66-1AAA-B0FBB1312A91}"/>
                    </a:ext>
                  </a:extLst>
                </p:cNvPr>
                <p:cNvSpPr/>
                <p:nvPr/>
              </p:nvSpPr>
              <p:spPr>
                <a:xfrm>
                  <a:off x="6948264" y="6379674"/>
                  <a:ext cx="1844018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149766">
                      <a:moveTo>
                        <a:pt x="0" y="0"/>
                      </a:moveTo>
                      <a:lnTo>
                        <a:pt x="22479" y="0"/>
                      </a:lnTo>
                      <a:lnTo>
                        <a:pt x="74847" y="0"/>
                      </a:lnTo>
                      <a:lnTo>
                        <a:pt x="127214" y="0"/>
                      </a:lnTo>
                      <a:lnTo>
                        <a:pt x="179582" y="0"/>
                      </a:lnTo>
                      <a:lnTo>
                        <a:pt x="231949" y="0"/>
                      </a:lnTo>
                      <a:lnTo>
                        <a:pt x="284316" y="0"/>
                      </a:lnTo>
                      <a:lnTo>
                        <a:pt x="336684" y="0"/>
                      </a:lnTo>
                      <a:lnTo>
                        <a:pt x="389051" y="0"/>
                      </a:lnTo>
                      <a:lnTo>
                        <a:pt x="441419" y="0"/>
                      </a:lnTo>
                      <a:lnTo>
                        <a:pt x="493786" y="0"/>
                      </a:lnTo>
                      <a:lnTo>
                        <a:pt x="546154" y="0"/>
                      </a:lnTo>
                      <a:lnTo>
                        <a:pt x="598521" y="0"/>
                      </a:lnTo>
                      <a:lnTo>
                        <a:pt x="650889" y="0"/>
                      </a:lnTo>
                      <a:lnTo>
                        <a:pt x="703256" y="0"/>
                      </a:lnTo>
                      <a:lnTo>
                        <a:pt x="755623" y="0"/>
                      </a:lnTo>
                      <a:lnTo>
                        <a:pt x="807991" y="0"/>
                      </a:lnTo>
                      <a:lnTo>
                        <a:pt x="860358" y="0"/>
                      </a:lnTo>
                      <a:lnTo>
                        <a:pt x="912726" y="0"/>
                      </a:lnTo>
                      <a:lnTo>
                        <a:pt x="965093" y="0"/>
                      </a:lnTo>
                      <a:lnTo>
                        <a:pt x="1017461" y="0"/>
                      </a:lnTo>
                      <a:lnTo>
                        <a:pt x="1069828" y="0"/>
                      </a:lnTo>
                      <a:lnTo>
                        <a:pt x="1122196" y="0"/>
                      </a:lnTo>
                      <a:lnTo>
                        <a:pt x="1174563" y="0"/>
                      </a:lnTo>
                      <a:lnTo>
                        <a:pt x="1226930" y="0"/>
                      </a:lnTo>
                      <a:lnTo>
                        <a:pt x="1279298" y="0"/>
                      </a:lnTo>
                      <a:lnTo>
                        <a:pt x="1331665" y="0"/>
                      </a:lnTo>
                      <a:lnTo>
                        <a:pt x="1384033" y="0"/>
                      </a:lnTo>
                      <a:lnTo>
                        <a:pt x="1436400" y="0"/>
                      </a:lnTo>
                      <a:lnTo>
                        <a:pt x="1488768" y="0"/>
                      </a:lnTo>
                      <a:lnTo>
                        <a:pt x="1541135" y="0"/>
                      </a:lnTo>
                      <a:lnTo>
                        <a:pt x="1593503" y="0"/>
                      </a:lnTo>
                      <a:lnTo>
                        <a:pt x="1645870" y="0"/>
                      </a:lnTo>
                      <a:lnTo>
                        <a:pt x="1698237" y="0"/>
                      </a:lnTo>
                      <a:lnTo>
                        <a:pt x="1750605" y="0"/>
                      </a:lnTo>
                      <a:lnTo>
                        <a:pt x="1802972" y="0"/>
                      </a:lnTo>
                      <a:lnTo>
                        <a:pt x="1855340" y="0"/>
                      </a:lnTo>
                      <a:lnTo>
                        <a:pt x="1907707" y="0"/>
                      </a:lnTo>
                      <a:lnTo>
                        <a:pt x="1960075" y="0"/>
                      </a:lnTo>
                      <a:lnTo>
                        <a:pt x="2012442" y="0"/>
                      </a:lnTo>
                      <a:lnTo>
                        <a:pt x="2064810" y="0"/>
                      </a:lnTo>
                      <a:lnTo>
                        <a:pt x="2117177" y="0"/>
                      </a:lnTo>
                      <a:lnTo>
                        <a:pt x="2169544" y="0"/>
                      </a:lnTo>
                      <a:lnTo>
                        <a:pt x="2221912" y="0"/>
                      </a:lnTo>
                      <a:lnTo>
                        <a:pt x="2274279" y="0"/>
                      </a:lnTo>
                      <a:lnTo>
                        <a:pt x="2326647" y="0"/>
                      </a:lnTo>
                      <a:lnTo>
                        <a:pt x="2379014" y="0"/>
                      </a:lnTo>
                      <a:lnTo>
                        <a:pt x="2431382" y="0"/>
                      </a:lnTo>
                      <a:lnTo>
                        <a:pt x="2483749" y="0"/>
                      </a:lnTo>
                      <a:lnTo>
                        <a:pt x="2536117" y="0"/>
                      </a:lnTo>
                      <a:lnTo>
                        <a:pt x="2588484" y="0"/>
                      </a:lnTo>
                      <a:lnTo>
                        <a:pt x="2640851" y="0"/>
                      </a:lnTo>
                      <a:lnTo>
                        <a:pt x="2693219" y="0"/>
                      </a:lnTo>
                      <a:lnTo>
                        <a:pt x="2745586" y="0"/>
                      </a:lnTo>
                      <a:lnTo>
                        <a:pt x="2797954" y="0"/>
                      </a:lnTo>
                      <a:lnTo>
                        <a:pt x="2850321" y="0"/>
                      </a:lnTo>
                      <a:lnTo>
                        <a:pt x="2902689" y="0"/>
                      </a:lnTo>
                      <a:lnTo>
                        <a:pt x="2955056" y="0"/>
                      </a:lnTo>
                      <a:lnTo>
                        <a:pt x="3007424" y="0"/>
                      </a:lnTo>
                      <a:lnTo>
                        <a:pt x="3059791" y="0"/>
                      </a:lnTo>
                      <a:lnTo>
                        <a:pt x="3112158" y="0"/>
                      </a:lnTo>
                      <a:lnTo>
                        <a:pt x="3164526" y="0"/>
                      </a:lnTo>
                      <a:lnTo>
                        <a:pt x="3216893" y="0"/>
                      </a:lnTo>
                      <a:lnTo>
                        <a:pt x="3269261" y="0"/>
                      </a:lnTo>
                      <a:lnTo>
                        <a:pt x="3321628" y="0"/>
                      </a:lnTo>
                      <a:lnTo>
                        <a:pt x="3373996" y="0"/>
                      </a:lnTo>
                      <a:lnTo>
                        <a:pt x="3426363" y="0"/>
                      </a:lnTo>
                      <a:lnTo>
                        <a:pt x="3478730" y="0"/>
                      </a:lnTo>
                      <a:lnTo>
                        <a:pt x="3531098" y="0"/>
                      </a:lnTo>
                      <a:lnTo>
                        <a:pt x="3583465" y="0"/>
                      </a:lnTo>
                      <a:lnTo>
                        <a:pt x="3635833" y="0"/>
                      </a:lnTo>
                      <a:lnTo>
                        <a:pt x="3688200" y="0"/>
                      </a:lnTo>
                      <a:lnTo>
                        <a:pt x="3740568" y="0"/>
                      </a:lnTo>
                      <a:lnTo>
                        <a:pt x="3792935" y="0"/>
                      </a:lnTo>
                      <a:lnTo>
                        <a:pt x="3845303" y="0"/>
                      </a:lnTo>
                      <a:lnTo>
                        <a:pt x="3897670" y="0"/>
                      </a:lnTo>
                      <a:lnTo>
                        <a:pt x="3950037" y="0"/>
                      </a:lnTo>
                      <a:lnTo>
                        <a:pt x="4002405" y="0"/>
                      </a:lnTo>
                      <a:lnTo>
                        <a:pt x="4054772" y="0"/>
                      </a:lnTo>
                      <a:lnTo>
                        <a:pt x="4107140" y="0"/>
                      </a:lnTo>
                      <a:lnTo>
                        <a:pt x="4149766" y="0"/>
                      </a:lnTo>
                      <a:lnTo>
                        <a:pt x="414976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83" name="pg29">
                  <a:extLst>
                    <a:ext uri="{FF2B5EF4-FFF2-40B4-BE49-F238E27FC236}">
                      <a16:creationId xmlns:a16="http://schemas.microsoft.com/office/drawing/2014/main" id="{6831F17D-5EE1-BB45-8E6A-3E5E876BBC40}"/>
                    </a:ext>
                  </a:extLst>
                </p:cNvPr>
                <p:cNvSpPr/>
                <p:nvPr/>
              </p:nvSpPr>
              <p:spPr>
                <a:xfrm>
                  <a:off x="7742744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84" name="pg30">
                  <a:extLst>
                    <a:ext uri="{FF2B5EF4-FFF2-40B4-BE49-F238E27FC236}">
                      <a16:creationId xmlns:a16="http://schemas.microsoft.com/office/drawing/2014/main" id="{54F59F16-46FB-CF05-D287-557EF0C6A157}"/>
                    </a:ext>
                  </a:extLst>
                </p:cNvPr>
                <p:cNvSpPr/>
                <p:nvPr/>
              </p:nvSpPr>
              <p:spPr>
                <a:xfrm>
                  <a:off x="7778932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85" name="pg31">
                  <a:extLst>
                    <a:ext uri="{FF2B5EF4-FFF2-40B4-BE49-F238E27FC236}">
                      <a16:creationId xmlns:a16="http://schemas.microsoft.com/office/drawing/2014/main" id="{85B7AA51-814E-E34C-61F1-DB98673F7B96}"/>
                    </a:ext>
                  </a:extLst>
                </p:cNvPr>
                <p:cNvSpPr/>
                <p:nvPr/>
              </p:nvSpPr>
              <p:spPr>
                <a:xfrm>
                  <a:off x="7815120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86" name="pg32">
                  <a:extLst>
                    <a:ext uri="{FF2B5EF4-FFF2-40B4-BE49-F238E27FC236}">
                      <a16:creationId xmlns:a16="http://schemas.microsoft.com/office/drawing/2014/main" id="{0993F0BA-C4F9-9715-972A-78BA0A91C647}"/>
                    </a:ext>
                  </a:extLst>
                </p:cNvPr>
                <p:cNvSpPr/>
                <p:nvPr/>
              </p:nvSpPr>
              <p:spPr>
                <a:xfrm>
                  <a:off x="7851308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87" name="pg33">
                  <a:extLst>
                    <a:ext uri="{FF2B5EF4-FFF2-40B4-BE49-F238E27FC236}">
                      <a16:creationId xmlns:a16="http://schemas.microsoft.com/office/drawing/2014/main" id="{417DB2C7-2350-55BA-5C36-578339FD0E3B}"/>
                    </a:ext>
                  </a:extLst>
                </p:cNvPr>
                <p:cNvSpPr/>
                <p:nvPr/>
              </p:nvSpPr>
              <p:spPr>
                <a:xfrm>
                  <a:off x="7887496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88" name="pg34">
                  <a:extLst>
                    <a:ext uri="{FF2B5EF4-FFF2-40B4-BE49-F238E27FC236}">
                      <a16:creationId xmlns:a16="http://schemas.microsoft.com/office/drawing/2014/main" id="{00A1DD9A-1956-09BD-9384-F09E6D4D5136}"/>
                    </a:ext>
                  </a:extLst>
                </p:cNvPr>
                <p:cNvSpPr/>
                <p:nvPr/>
              </p:nvSpPr>
              <p:spPr>
                <a:xfrm>
                  <a:off x="7923684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89" name="pg35">
                  <a:extLst>
                    <a:ext uri="{FF2B5EF4-FFF2-40B4-BE49-F238E27FC236}">
                      <a16:creationId xmlns:a16="http://schemas.microsoft.com/office/drawing/2014/main" id="{2B0AC238-0037-E4E6-73C6-E2C885A1CBB7}"/>
                    </a:ext>
                  </a:extLst>
                </p:cNvPr>
                <p:cNvSpPr/>
                <p:nvPr/>
              </p:nvSpPr>
              <p:spPr>
                <a:xfrm>
                  <a:off x="7959872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0" name="pg36">
                  <a:extLst>
                    <a:ext uri="{FF2B5EF4-FFF2-40B4-BE49-F238E27FC236}">
                      <a16:creationId xmlns:a16="http://schemas.microsoft.com/office/drawing/2014/main" id="{26FD58E2-235C-AAAE-D1D0-8D172CF2BBE8}"/>
                    </a:ext>
                  </a:extLst>
                </p:cNvPr>
                <p:cNvSpPr/>
                <p:nvPr/>
              </p:nvSpPr>
              <p:spPr>
                <a:xfrm>
                  <a:off x="7996059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5D8BA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1" name="pg37">
                  <a:extLst>
                    <a:ext uri="{FF2B5EF4-FFF2-40B4-BE49-F238E27FC236}">
                      <a16:creationId xmlns:a16="http://schemas.microsoft.com/office/drawing/2014/main" id="{BBD11064-55E4-971A-5C78-92F812DAC713}"/>
                    </a:ext>
                  </a:extLst>
                </p:cNvPr>
                <p:cNvSpPr/>
                <p:nvPr/>
              </p:nvSpPr>
              <p:spPr>
                <a:xfrm>
                  <a:off x="8176999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2" name="pg38">
                  <a:extLst>
                    <a:ext uri="{FF2B5EF4-FFF2-40B4-BE49-F238E27FC236}">
                      <a16:creationId xmlns:a16="http://schemas.microsoft.com/office/drawing/2014/main" id="{BC06A7AC-3EB3-6EC2-5303-13FE0B18A0F6}"/>
                    </a:ext>
                  </a:extLst>
                </p:cNvPr>
                <p:cNvSpPr/>
                <p:nvPr/>
              </p:nvSpPr>
              <p:spPr>
                <a:xfrm>
                  <a:off x="8213187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3" name="pg39">
                  <a:extLst>
                    <a:ext uri="{FF2B5EF4-FFF2-40B4-BE49-F238E27FC236}">
                      <a16:creationId xmlns:a16="http://schemas.microsoft.com/office/drawing/2014/main" id="{101944FC-61A0-12F1-C302-348F9A1D1A12}"/>
                    </a:ext>
                  </a:extLst>
                </p:cNvPr>
                <p:cNvSpPr/>
                <p:nvPr/>
              </p:nvSpPr>
              <p:spPr>
                <a:xfrm>
                  <a:off x="8249375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4" name="pg40">
                  <a:extLst>
                    <a:ext uri="{FF2B5EF4-FFF2-40B4-BE49-F238E27FC236}">
                      <a16:creationId xmlns:a16="http://schemas.microsoft.com/office/drawing/2014/main" id="{FA614590-8E67-1E32-C55A-C071C15F377B}"/>
                    </a:ext>
                  </a:extLst>
                </p:cNvPr>
                <p:cNvSpPr/>
                <p:nvPr/>
              </p:nvSpPr>
              <p:spPr>
                <a:xfrm>
                  <a:off x="8285563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2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5" name="pg41">
                  <a:extLst>
                    <a:ext uri="{FF2B5EF4-FFF2-40B4-BE49-F238E27FC236}">
                      <a16:creationId xmlns:a16="http://schemas.microsoft.com/office/drawing/2014/main" id="{C1E74DC2-FBFC-3ED4-E0AA-323D223754CC}"/>
                    </a:ext>
                  </a:extLst>
                </p:cNvPr>
                <p:cNvSpPr/>
                <p:nvPr/>
              </p:nvSpPr>
              <p:spPr>
                <a:xfrm>
                  <a:off x="8321751" y="473759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6" name="pg42">
                  <a:extLst>
                    <a:ext uri="{FF2B5EF4-FFF2-40B4-BE49-F238E27FC236}">
                      <a16:creationId xmlns:a16="http://schemas.microsoft.com/office/drawing/2014/main" id="{7608C380-970B-1CC7-0134-3CBB3080D00A}"/>
                    </a:ext>
                  </a:extLst>
                </p:cNvPr>
                <p:cNvSpPr/>
                <p:nvPr/>
              </p:nvSpPr>
              <p:spPr>
                <a:xfrm>
                  <a:off x="7561804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7" name="pg43">
                  <a:extLst>
                    <a:ext uri="{FF2B5EF4-FFF2-40B4-BE49-F238E27FC236}">
                      <a16:creationId xmlns:a16="http://schemas.microsoft.com/office/drawing/2014/main" id="{D595FBA4-08F4-91DF-DCCF-17BD0B24BDFB}"/>
                    </a:ext>
                  </a:extLst>
                </p:cNvPr>
                <p:cNvSpPr/>
                <p:nvPr/>
              </p:nvSpPr>
              <p:spPr>
                <a:xfrm>
                  <a:off x="7597992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8" name="pg44">
                  <a:extLst>
                    <a:ext uri="{FF2B5EF4-FFF2-40B4-BE49-F238E27FC236}">
                      <a16:creationId xmlns:a16="http://schemas.microsoft.com/office/drawing/2014/main" id="{2F1EF892-B206-88A5-9791-D9486DA4645D}"/>
                    </a:ext>
                  </a:extLst>
                </p:cNvPr>
                <p:cNvSpPr/>
                <p:nvPr/>
              </p:nvSpPr>
              <p:spPr>
                <a:xfrm>
                  <a:off x="7634180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499" name="pg45">
                  <a:extLst>
                    <a:ext uri="{FF2B5EF4-FFF2-40B4-BE49-F238E27FC236}">
                      <a16:creationId xmlns:a16="http://schemas.microsoft.com/office/drawing/2014/main" id="{3F391FD8-2856-5AA9-05D5-A43138733E29}"/>
                    </a:ext>
                  </a:extLst>
                </p:cNvPr>
                <p:cNvSpPr/>
                <p:nvPr/>
              </p:nvSpPr>
              <p:spPr>
                <a:xfrm>
                  <a:off x="7670368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0" name="pg46">
                  <a:extLst>
                    <a:ext uri="{FF2B5EF4-FFF2-40B4-BE49-F238E27FC236}">
                      <a16:creationId xmlns:a16="http://schemas.microsoft.com/office/drawing/2014/main" id="{E92FE441-21F8-BE64-C6D5-241E28DF583D}"/>
                    </a:ext>
                  </a:extLst>
                </p:cNvPr>
                <p:cNvSpPr/>
                <p:nvPr/>
              </p:nvSpPr>
              <p:spPr>
                <a:xfrm>
                  <a:off x="7706556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1" name="pg47">
                  <a:extLst>
                    <a:ext uri="{FF2B5EF4-FFF2-40B4-BE49-F238E27FC236}">
                      <a16:creationId xmlns:a16="http://schemas.microsoft.com/office/drawing/2014/main" id="{99141D71-A393-4EB2-545C-B3AA658E269F}"/>
                    </a:ext>
                  </a:extLst>
                </p:cNvPr>
                <p:cNvSpPr/>
                <p:nvPr/>
              </p:nvSpPr>
              <p:spPr>
                <a:xfrm>
                  <a:off x="7742744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2" name="pg48">
                  <a:extLst>
                    <a:ext uri="{FF2B5EF4-FFF2-40B4-BE49-F238E27FC236}">
                      <a16:creationId xmlns:a16="http://schemas.microsoft.com/office/drawing/2014/main" id="{663D0678-FBEA-3059-D4D5-9F6F13341CE6}"/>
                    </a:ext>
                  </a:extLst>
                </p:cNvPr>
                <p:cNvSpPr/>
                <p:nvPr/>
              </p:nvSpPr>
              <p:spPr>
                <a:xfrm>
                  <a:off x="7778932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3" name="pg49">
                  <a:extLst>
                    <a:ext uri="{FF2B5EF4-FFF2-40B4-BE49-F238E27FC236}">
                      <a16:creationId xmlns:a16="http://schemas.microsoft.com/office/drawing/2014/main" id="{F5599001-666E-AAA4-3C12-3D877A317AE1}"/>
                    </a:ext>
                  </a:extLst>
                </p:cNvPr>
                <p:cNvSpPr/>
                <p:nvPr/>
              </p:nvSpPr>
              <p:spPr>
                <a:xfrm>
                  <a:off x="7815120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4" name="pg50">
                  <a:extLst>
                    <a:ext uri="{FF2B5EF4-FFF2-40B4-BE49-F238E27FC236}">
                      <a16:creationId xmlns:a16="http://schemas.microsoft.com/office/drawing/2014/main" id="{55274A20-6B7F-CDFE-5BB5-C3FED56BD135}"/>
                    </a:ext>
                  </a:extLst>
                </p:cNvPr>
                <p:cNvSpPr/>
                <p:nvPr/>
              </p:nvSpPr>
              <p:spPr>
                <a:xfrm>
                  <a:off x="7851308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5" name="pg51">
                  <a:extLst>
                    <a:ext uri="{FF2B5EF4-FFF2-40B4-BE49-F238E27FC236}">
                      <a16:creationId xmlns:a16="http://schemas.microsoft.com/office/drawing/2014/main" id="{24F0C41F-8811-8185-DE18-877D41882ABD}"/>
                    </a:ext>
                  </a:extLst>
                </p:cNvPr>
                <p:cNvSpPr/>
                <p:nvPr/>
              </p:nvSpPr>
              <p:spPr>
                <a:xfrm>
                  <a:off x="7887496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7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6" name="pg52">
                  <a:extLst>
                    <a:ext uri="{FF2B5EF4-FFF2-40B4-BE49-F238E27FC236}">
                      <a16:creationId xmlns:a16="http://schemas.microsoft.com/office/drawing/2014/main" id="{B697AE66-1618-6538-A6E0-DD5A24773A4D}"/>
                    </a:ext>
                  </a:extLst>
                </p:cNvPr>
                <p:cNvSpPr/>
                <p:nvPr/>
              </p:nvSpPr>
              <p:spPr>
                <a:xfrm>
                  <a:off x="7923684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7" name="pg53">
                  <a:extLst>
                    <a:ext uri="{FF2B5EF4-FFF2-40B4-BE49-F238E27FC236}">
                      <a16:creationId xmlns:a16="http://schemas.microsoft.com/office/drawing/2014/main" id="{20EB719A-56D9-7682-3D64-1D390B9771FC}"/>
                    </a:ext>
                  </a:extLst>
                </p:cNvPr>
                <p:cNvSpPr/>
                <p:nvPr/>
              </p:nvSpPr>
              <p:spPr>
                <a:xfrm>
                  <a:off x="7959872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8" name="pg54">
                  <a:extLst>
                    <a:ext uri="{FF2B5EF4-FFF2-40B4-BE49-F238E27FC236}">
                      <a16:creationId xmlns:a16="http://schemas.microsoft.com/office/drawing/2014/main" id="{E3C6DAE8-54C8-4C95-BA3D-7D957E1CBEE4}"/>
                    </a:ext>
                  </a:extLst>
                </p:cNvPr>
                <p:cNvSpPr/>
                <p:nvPr/>
              </p:nvSpPr>
              <p:spPr>
                <a:xfrm>
                  <a:off x="8140811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09" name="pg55">
                  <a:extLst>
                    <a:ext uri="{FF2B5EF4-FFF2-40B4-BE49-F238E27FC236}">
                      <a16:creationId xmlns:a16="http://schemas.microsoft.com/office/drawing/2014/main" id="{A0803BB9-2979-4D3E-77A6-93FE40A61E9B}"/>
                    </a:ext>
                  </a:extLst>
                </p:cNvPr>
                <p:cNvSpPr/>
                <p:nvPr/>
              </p:nvSpPr>
              <p:spPr>
                <a:xfrm>
                  <a:off x="8176999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0" name="pg56">
                  <a:extLst>
                    <a:ext uri="{FF2B5EF4-FFF2-40B4-BE49-F238E27FC236}">
                      <a16:creationId xmlns:a16="http://schemas.microsoft.com/office/drawing/2014/main" id="{43B0E14F-F53E-7863-427E-F35753D0BC62}"/>
                    </a:ext>
                  </a:extLst>
                </p:cNvPr>
                <p:cNvSpPr/>
                <p:nvPr/>
              </p:nvSpPr>
              <p:spPr>
                <a:xfrm>
                  <a:off x="8213187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1" name="pg57">
                  <a:extLst>
                    <a:ext uri="{FF2B5EF4-FFF2-40B4-BE49-F238E27FC236}">
                      <a16:creationId xmlns:a16="http://schemas.microsoft.com/office/drawing/2014/main" id="{AA4F5623-6EDC-0FC7-316E-FBDC88AAC1E2}"/>
                    </a:ext>
                  </a:extLst>
                </p:cNvPr>
                <p:cNvSpPr/>
                <p:nvPr/>
              </p:nvSpPr>
              <p:spPr>
                <a:xfrm>
                  <a:off x="8249375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7D0AE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2" name="pg58">
                  <a:extLst>
                    <a:ext uri="{FF2B5EF4-FFF2-40B4-BE49-F238E27FC236}">
                      <a16:creationId xmlns:a16="http://schemas.microsoft.com/office/drawing/2014/main" id="{9A411A50-6125-9170-4528-10889F0D65E2}"/>
                    </a:ext>
                  </a:extLst>
                </p:cNvPr>
                <p:cNvSpPr/>
                <p:nvPr/>
              </p:nvSpPr>
              <p:spPr>
                <a:xfrm>
                  <a:off x="8285563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1CEAC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3" name="pg59">
                  <a:extLst>
                    <a:ext uri="{FF2B5EF4-FFF2-40B4-BE49-F238E27FC236}">
                      <a16:creationId xmlns:a16="http://schemas.microsoft.com/office/drawing/2014/main" id="{1AA5680F-812D-467C-9A6F-E689996A6B17}"/>
                    </a:ext>
                  </a:extLst>
                </p:cNvPr>
                <p:cNvSpPr/>
                <p:nvPr/>
              </p:nvSpPr>
              <p:spPr>
                <a:xfrm>
                  <a:off x="8321751" y="478350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4" name="pg60">
                  <a:extLst>
                    <a:ext uri="{FF2B5EF4-FFF2-40B4-BE49-F238E27FC236}">
                      <a16:creationId xmlns:a16="http://schemas.microsoft.com/office/drawing/2014/main" id="{AC66802F-848B-5372-E4A1-346F31230A86}"/>
                    </a:ext>
                  </a:extLst>
                </p:cNvPr>
                <p:cNvSpPr/>
                <p:nvPr/>
              </p:nvSpPr>
              <p:spPr>
                <a:xfrm>
                  <a:off x="7525616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5" name="pg61">
                  <a:extLst>
                    <a:ext uri="{FF2B5EF4-FFF2-40B4-BE49-F238E27FC236}">
                      <a16:creationId xmlns:a16="http://schemas.microsoft.com/office/drawing/2014/main" id="{45451B11-F59D-8E08-018D-D60A54660794}"/>
                    </a:ext>
                  </a:extLst>
                </p:cNvPr>
                <p:cNvSpPr/>
                <p:nvPr/>
              </p:nvSpPr>
              <p:spPr>
                <a:xfrm>
                  <a:off x="7561804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6" name="pg62">
                  <a:extLst>
                    <a:ext uri="{FF2B5EF4-FFF2-40B4-BE49-F238E27FC236}">
                      <a16:creationId xmlns:a16="http://schemas.microsoft.com/office/drawing/2014/main" id="{400C802E-2CC6-ADC9-E051-0CA878A426AA}"/>
                    </a:ext>
                  </a:extLst>
                </p:cNvPr>
                <p:cNvSpPr/>
                <p:nvPr/>
              </p:nvSpPr>
              <p:spPr>
                <a:xfrm>
                  <a:off x="7597992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7" name="pg63">
                  <a:extLst>
                    <a:ext uri="{FF2B5EF4-FFF2-40B4-BE49-F238E27FC236}">
                      <a16:creationId xmlns:a16="http://schemas.microsoft.com/office/drawing/2014/main" id="{9EC283D2-6363-A912-8ADC-304493A32B02}"/>
                    </a:ext>
                  </a:extLst>
                </p:cNvPr>
                <p:cNvSpPr/>
                <p:nvPr/>
              </p:nvSpPr>
              <p:spPr>
                <a:xfrm>
                  <a:off x="7634180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8" name="pg64">
                  <a:extLst>
                    <a:ext uri="{FF2B5EF4-FFF2-40B4-BE49-F238E27FC236}">
                      <a16:creationId xmlns:a16="http://schemas.microsoft.com/office/drawing/2014/main" id="{C9782F7D-EE52-8DF7-D621-96E9EEB2D208}"/>
                    </a:ext>
                  </a:extLst>
                </p:cNvPr>
                <p:cNvSpPr/>
                <p:nvPr/>
              </p:nvSpPr>
              <p:spPr>
                <a:xfrm>
                  <a:off x="7670368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19" name="pg65">
                  <a:extLst>
                    <a:ext uri="{FF2B5EF4-FFF2-40B4-BE49-F238E27FC236}">
                      <a16:creationId xmlns:a16="http://schemas.microsoft.com/office/drawing/2014/main" id="{D0B6763E-EFDA-8885-FEC2-AEB61C02548B}"/>
                    </a:ext>
                  </a:extLst>
                </p:cNvPr>
                <p:cNvSpPr/>
                <p:nvPr/>
              </p:nvSpPr>
              <p:spPr>
                <a:xfrm>
                  <a:off x="7706556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0" name="pg66">
                  <a:extLst>
                    <a:ext uri="{FF2B5EF4-FFF2-40B4-BE49-F238E27FC236}">
                      <a16:creationId xmlns:a16="http://schemas.microsoft.com/office/drawing/2014/main" id="{740C809A-78E0-A62C-1214-5A5BFA12067D}"/>
                    </a:ext>
                  </a:extLst>
                </p:cNvPr>
                <p:cNvSpPr/>
                <p:nvPr/>
              </p:nvSpPr>
              <p:spPr>
                <a:xfrm>
                  <a:off x="7742744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1" name="pg67">
                  <a:extLst>
                    <a:ext uri="{FF2B5EF4-FFF2-40B4-BE49-F238E27FC236}">
                      <a16:creationId xmlns:a16="http://schemas.microsoft.com/office/drawing/2014/main" id="{A6EE870F-109F-BCAF-864E-5595D940AA37}"/>
                    </a:ext>
                  </a:extLst>
                </p:cNvPr>
                <p:cNvSpPr/>
                <p:nvPr/>
              </p:nvSpPr>
              <p:spPr>
                <a:xfrm>
                  <a:off x="7778932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2" name="pg68">
                  <a:extLst>
                    <a:ext uri="{FF2B5EF4-FFF2-40B4-BE49-F238E27FC236}">
                      <a16:creationId xmlns:a16="http://schemas.microsoft.com/office/drawing/2014/main" id="{42DEA65F-CC71-588B-31CF-4C1915E0D8CF}"/>
                    </a:ext>
                  </a:extLst>
                </p:cNvPr>
                <p:cNvSpPr/>
                <p:nvPr/>
              </p:nvSpPr>
              <p:spPr>
                <a:xfrm>
                  <a:off x="7815120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5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3" name="pg69">
                  <a:extLst>
                    <a:ext uri="{FF2B5EF4-FFF2-40B4-BE49-F238E27FC236}">
                      <a16:creationId xmlns:a16="http://schemas.microsoft.com/office/drawing/2014/main" id="{7FFCE59F-5F52-AAE3-B4AF-B02AAD3EF6D8}"/>
                    </a:ext>
                  </a:extLst>
                </p:cNvPr>
                <p:cNvSpPr/>
                <p:nvPr/>
              </p:nvSpPr>
              <p:spPr>
                <a:xfrm>
                  <a:off x="7851308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4" name="pg70">
                  <a:extLst>
                    <a:ext uri="{FF2B5EF4-FFF2-40B4-BE49-F238E27FC236}">
                      <a16:creationId xmlns:a16="http://schemas.microsoft.com/office/drawing/2014/main" id="{194BFBD2-F816-403B-C502-0993D1C36BCD}"/>
                    </a:ext>
                  </a:extLst>
                </p:cNvPr>
                <p:cNvSpPr/>
                <p:nvPr/>
              </p:nvSpPr>
              <p:spPr>
                <a:xfrm>
                  <a:off x="7887496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5" name="pg71">
                  <a:extLst>
                    <a:ext uri="{FF2B5EF4-FFF2-40B4-BE49-F238E27FC236}">
                      <a16:creationId xmlns:a16="http://schemas.microsoft.com/office/drawing/2014/main" id="{9EA7E049-A279-41E6-30B8-FF7832DA0870}"/>
                    </a:ext>
                  </a:extLst>
                </p:cNvPr>
                <p:cNvSpPr/>
                <p:nvPr/>
              </p:nvSpPr>
              <p:spPr>
                <a:xfrm>
                  <a:off x="7923684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6" name="pg72">
                  <a:extLst>
                    <a:ext uri="{FF2B5EF4-FFF2-40B4-BE49-F238E27FC236}">
                      <a16:creationId xmlns:a16="http://schemas.microsoft.com/office/drawing/2014/main" id="{B913BD65-D23A-86E0-812D-CADD58AAFFEA}"/>
                    </a:ext>
                  </a:extLst>
                </p:cNvPr>
                <p:cNvSpPr/>
                <p:nvPr/>
              </p:nvSpPr>
              <p:spPr>
                <a:xfrm>
                  <a:off x="8104624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7" name="pg73">
                  <a:extLst>
                    <a:ext uri="{FF2B5EF4-FFF2-40B4-BE49-F238E27FC236}">
                      <a16:creationId xmlns:a16="http://schemas.microsoft.com/office/drawing/2014/main" id="{2E560C29-FD89-F55E-709E-1EECA02569AF}"/>
                    </a:ext>
                  </a:extLst>
                </p:cNvPr>
                <p:cNvSpPr/>
                <p:nvPr/>
              </p:nvSpPr>
              <p:spPr>
                <a:xfrm>
                  <a:off x="8140811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5E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8" name="pg74">
                  <a:extLst>
                    <a:ext uri="{FF2B5EF4-FFF2-40B4-BE49-F238E27FC236}">
                      <a16:creationId xmlns:a16="http://schemas.microsoft.com/office/drawing/2014/main" id="{110D44C1-D7B4-60F5-CDFA-2039BBD84E2F}"/>
                    </a:ext>
                  </a:extLst>
                </p:cNvPr>
                <p:cNvSpPr/>
                <p:nvPr/>
              </p:nvSpPr>
              <p:spPr>
                <a:xfrm>
                  <a:off x="8176999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BD6B6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29" name="pg75">
                  <a:extLst>
                    <a:ext uri="{FF2B5EF4-FFF2-40B4-BE49-F238E27FC236}">
                      <a16:creationId xmlns:a16="http://schemas.microsoft.com/office/drawing/2014/main" id="{412528DA-029D-4E98-7658-2116A1B24D71}"/>
                    </a:ext>
                  </a:extLst>
                </p:cNvPr>
                <p:cNvSpPr/>
                <p:nvPr/>
              </p:nvSpPr>
              <p:spPr>
                <a:xfrm>
                  <a:off x="8213187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0" name="pg76">
                  <a:extLst>
                    <a:ext uri="{FF2B5EF4-FFF2-40B4-BE49-F238E27FC236}">
                      <a16:creationId xmlns:a16="http://schemas.microsoft.com/office/drawing/2014/main" id="{C9B8B3E9-1F39-6BE8-51F3-D1C312059FA1}"/>
                    </a:ext>
                  </a:extLst>
                </p:cNvPr>
                <p:cNvSpPr/>
                <p:nvPr/>
              </p:nvSpPr>
              <p:spPr>
                <a:xfrm>
                  <a:off x="8249375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DD2B1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1" name="pg77">
                  <a:extLst>
                    <a:ext uri="{FF2B5EF4-FFF2-40B4-BE49-F238E27FC236}">
                      <a16:creationId xmlns:a16="http://schemas.microsoft.com/office/drawing/2014/main" id="{28F15526-3154-346C-4823-6BB5B58988D2}"/>
                    </a:ext>
                  </a:extLst>
                </p:cNvPr>
                <p:cNvSpPr/>
                <p:nvPr/>
              </p:nvSpPr>
              <p:spPr>
                <a:xfrm>
                  <a:off x="8285563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2" name="pg78">
                  <a:extLst>
                    <a:ext uri="{FF2B5EF4-FFF2-40B4-BE49-F238E27FC236}">
                      <a16:creationId xmlns:a16="http://schemas.microsoft.com/office/drawing/2014/main" id="{3704DEC7-1563-372C-AE75-BF76384B359E}"/>
                    </a:ext>
                  </a:extLst>
                </p:cNvPr>
                <p:cNvSpPr/>
                <p:nvPr/>
              </p:nvSpPr>
              <p:spPr>
                <a:xfrm>
                  <a:off x="8321751" y="4829415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3" name="pg79">
                  <a:extLst>
                    <a:ext uri="{FF2B5EF4-FFF2-40B4-BE49-F238E27FC236}">
                      <a16:creationId xmlns:a16="http://schemas.microsoft.com/office/drawing/2014/main" id="{7A0B98CA-F485-1F99-101B-CE857FAC2CAD}"/>
                    </a:ext>
                  </a:extLst>
                </p:cNvPr>
                <p:cNvSpPr/>
                <p:nvPr/>
              </p:nvSpPr>
              <p:spPr>
                <a:xfrm>
                  <a:off x="7453240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3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4" name="pg80">
                  <a:extLst>
                    <a:ext uri="{FF2B5EF4-FFF2-40B4-BE49-F238E27FC236}">
                      <a16:creationId xmlns:a16="http://schemas.microsoft.com/office/drawing/2014/main" id="{F8C5B44F-0ACE-756D-2F01-C17D4B33A2DD}"/>
                    </a:ext>
                  </a:extLst>
                </p:cNvPr>
                <p:cNvSpPr/>
                <p:nvPr/>
              </p:nvSpPr>
              <p:spPr>
                <a:xfrm>
                  <a:off x="7489428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5" name="pg81">
                  <a:extLst>
                    <a:ext uri="{FF2B5EF4-FFF2-40B4-BE49-F238E27FC236}">
                      <a16:creationId xmlns:a16="http://schemas.microsoft.com/office/drawing/2014/main" id="{12AF793D-1CD9-55B3-6E77-02FE338ADE25}"/>
                    </a:ext>
                  </a:extLst>
                </p:cNvPr>
                <p:cNvSpPr/>
                <p:nvPr/>
              </p:nvSpPr>
              <p:spPr>
                <a:xfrm>
                  <a:off x="7525616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6" name="pg82">
                  <a:extLst>
                    <a:ext uri="{FF2B5EF4-FFF2-40B4-BE49-F238E27FC236}">
                      <a16:creationId xmlns:a16="http://schemas.microsoft.com/office/drawing/2014/main" id="{A8D812E6-FBF5-66E1-AAAB-2AA06F725B3C}"/>
                    </a:ext>
                  </a:extLst>
                </p:cNvPr>
                <p:cNvSpPr/>
                <p:nvPr/>
              </p:nvSpPr>
              <p:spPr>
                <a:xfrm>
                  <a:off x="7561804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7" name="pg83">
                  <a:extLst>
                    <a:ext uri="{FF2B5EF4-FFF2-40B4-BE49-F238E27FC236}">
                      <a16:creationId xmlns:a16="http://schemas.microsoft.com/office/drawing/2014/main" id="{18F2CD7F-122A-10B6-5D8D-B677D5357FCE}"/>
                    </a:ext>
                  </a:extLst>
                </p:cNvPr>
                <p:cNvSpPr/>
                <p:nvPr/>
              </p:nvSpPr>
              <p:spPr>
                <a:xfrm>
                  <a:off x="7597992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8" name="pg84">
                  <a:extLst>
                    <a:ext uri="{FF2B5EF4-FFF2-40B4-BE49-F238E27FC236}">
                      <a16:creationId xmlns:a16="http://schemas.microsoft.com/office/drawing/2014/main" id="{7C931223-BD67-D56C-6647-714145D2C66B}"/>
                    </a:ext>
                  </a:extLst>
                </p:cNvPr>
                <p:cNvSpPr/>
                <p:nvPr/>
              </p:nvSpPr>
              <p:spPr>
                <a:xfrm>
                  <a:off x="7634180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39" name="pg85">
                  <a:extLst>
                    <a:ext uri="{FF2B5EF4-FFF2-40B4-BE49-F238E27FC236}">
                      <a16:creationId xmlns:a16="http://schemas.microsoft.com/office/drawing/2014/main" id="{0A1C05C9-1D21-3FD9-CE0E-FE866A1265CB}"/>
                    </a:ext>
                  </a:extLst>
                </p:cNvPr>
                <p:cNvSpPr/>
                <p:nvPr/>
              </p:nvSpPr>
              <p:spPr>
                <a:xfrm>
                  <a:off x="7670368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0" name="pg86">
                  <a:extLst>
                    <a:ext uri="{FF2B5EF4-FFF2-40B4-BE49-F238E27FC236}">
                      <a16:creationId xmlns:a16="http://schemas.microsoft.com/office/drawing/2014/main" id="{93C63B86-B0B6-6648-DF03-87F908F99616}"/>
                    </a:ext>
                  </a:extLst>
                </p:cNvPr>
                <p:cNvSpPr/>
                <p:nvPr/>
              </p:nvSpPr>
              <p:spPr>
                <a:xfrm>
                  <a:off x="7706556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1" name="pg87">
                  <a:extLst>
                    <a:ext uri="{FF2B5EF4-FFF2-40B4-BE49-F238E27FC236}">
                      <a16:creationId xmlns:a16="http://schemas.microsoft.com/office/drawing/2014/main" id="{9AAF75DF-D11C-D1D3-E99F-A96E2DDC289B}"/>
                    </a:ext>
                  </a:extLst>
                </p:cNvPr>
                <p:cNvSpPr/>
                <p:nvPr/>
              </p:nvSpPr>
              <p:spPr>
                <a:xfrm>
                  <a:off x="7742744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2" name="pg88">
                  <a:extLst>
                    <a:ext uri="{FF2B5EF4-FFF2-40B4-BE49-F238E27FC236}">
                      <a16:creationId xmlns:a16="http://schemas.microsoft.com/office/drawing/2014/main" id="{B7259DD0-944A-C560-776C-75B3709D2A61}"/>
                    </a:ext>
                  </a:extLst>
                </p:cNvPr>
                <p:cNvSpPr/>
                <p:nvPr/>
              </p:nvSpPr>
              <p:spPr>
                <a:xfrm>
                  <a:off x="7778932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3E2C8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3" name="pg89">
                  <a:extLst>
                    <a:ext uri="{FF2B5EF4-FFF2-40B4-BE49-F238E27FC236}">
                      <a16:creationId xmlns:a16="http://schemas.microsoft.com/office/drawing/2014/main" id="{540CE32F-80A5-2E76-7709-06A9ADF385B5}"/>
                    </a:ext>
                  </a:extLst>
                </p:cNvPr>
                <p:cNvSpPr/>
                <p:nvPr/>
              </p:nvSpPr>
              <p:spPr>
                <a:xfrm>
                  <a:off x="7815120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3E2C8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4" name="pg90">
                  <a:extLst>
                    <a:ext uri="{FF2B5EF4-FFF2-40B4-BE49-F238E27FC236}">
                      <a16:creationId xmlns:a16="http://schemas.microsoft.com/office/drawing/2014/main" id="{1F7B9D5B-5670-7C78-5008-33BD791C33D6}"/>
                    </a:ext>
                  </a:extLst>
                </p:cNvPr>
                <p:cNvSpPr/>
                <p:nvPr/>
              </p:nvSpPr>
              <p:spPr>
                <a:xfrm>
                  <a:off x="7851308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5" name="pg91">
                  <a:extLst>
                    <a:ext uri="{FF2B5EF4-FFF2-40B4-BE49-F238E27FC236}">
                      <a16:creationId xmlns:a16="http://schemas.microsoft.com/office/drawing/2014/main" id="{8D346045-3EC7-BC6E-2281-5B51323A640A}"/>
                    </a:ext>
                  </a:extLst>
                </p:cNvPr>
                <p:cNvSpPr/>
                <p:nvPr/>
              </p:nvSpPr>
              <p:spPr>
                <a:xfrm>
                  <a:off x="8068436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6" name="pg92">
                  <a:extLst>
                    <a:ext uri="{FF2B5EF4-FFF2-40B4-BE49-F238E27FC236}">
                      <a16:creationId xmlns:a16="http://schemas.microsoft.com/office/drawing/2014/main" id="{9F8237DF-7AA5-9336-FE31-4ED5E0FC019E}"/>
                    </a:ext>
                  </a:extLst>
                </p:cNvPr>
                <p:cNvSpPr/>
                <p:nvPr/>
              </p:nvSpPr>
              <p:spPr>
                <a:xfrm>
                  <a:off x="8104624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7" name="pg93">
                  <a:extLst>
                    <a:ext uri="{FF2B5EF4-FFF2-40B4-BE49-F238E27FC236}">
                      <a16:creationId xmlns:a16="http://schemas.microsoft.com/office/drawing/2014/main" id="{0F640E89-842B-A278-4651-19261E8A0283}"/>
                    </a:ext>
                  </a:extLst>
                </p:cNvPr>
                <p:cNvSpPr/>
                <p:nvPr/>
              </p:nvSpPr>
              <p:spPr>
                <a:xfrm>
                  <a:off x="8140811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8" name="pg94">
                  <a:extLst>
                    <a:ext uri="{FF2B5EF4-FFF2-40B4-BE49-F238E27FC236}">
                      <a16:creationId xmlns:a16="http://schemas.microsoft.com/office/drawing/2014/main" id="{324CF8F4-591F-CB9A-ED54-D1C602C916D1}"/>
                    </a:ext>
                  </a:extLst>
                </p:cNvPr>
                <p:cNvSpPr/>
                <p:nvPr/>
              </p:nvSpPr>
              <p:spPr>
                <a:xfrm>
                  <a:off x="8176999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49" name="pg95">
                  <a:extLst>
                    <a:ext uri="{FF2B5EF4-FFF2-40B4-BE49-F238E27FC236}">
                      <a16:creationId xmlns:a16="http://schemas.microsoft.com/office/drawing/2014/main" id="{1494DC51-5871-E29C-8483-1D63A15EB7F3}"/>
                    </a:ext>
                  </a:extLst>
                </p:cNvPr>
                <p:cNvSpPr/>
                <p:nvPr/>
              </p:nvSpPr>
              <p:spPr>
                <a:xfrm>
                  <a:off x="8213187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0" name="pg96">
                  <a:extLst>
                    <a:ext uri="{FF2B5EF4-FFF2-40B4-BE49-F238E27FC236}">
                      <a16:creationId xmlns:a16="http://schemas.microsoft.com/office/drawing/2014/main" id="{F08145AD-D5EC-F4B2-345C-6E9CD6A6DC67}"/>
                    </a:ext>
                  </a:extLst>
                </p:cNvPr>
                <p:cNvSpPr/>
                <p:nvPr/>
              </p:nvSpPr>
              <p:spPr>
                <a:xfrm>
                  <a:off x="8249375" y="487532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1" name="pg97">
                  <a:extLst>
                    <a:ext uri="{FF2B5EF4-FFF2-40B4-BE49-F238E27FC236}">
                      <a16:creationId xmlns:a16="http://schemas.microsoft.com/office/drawing/2014/main" id="{2E115793-58A6-DFCF-2C82-2792AE107551}"/>
                    </a:ext>
                  </a:extLst>
                </p:cNvPr>
                <p:cNvSpPr/>
                <p:nvPr/>
              </p:nvSpPr>
              <p:spPr>
                <a:xfrm>
                  <a:off x="7380864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2" name="pg98">
                  <a:extLst>
                    <a:ext uri="{FF2B5EF4-FFF2-40B4-BE49-F238E27FC236}">
                      <a16:creationId xmlns:a16="http://schemas.microsoft.com/office/drawing/2014/main" id="{AE05891E-F182-1F1F-205A-7D3D03CD1BB2}"/>
                    </a:ext>
                  </a:extLst>
                </p:cNvPr>
                <p:cNvSpPr/>
                <p:nvPr/>
              </p:nvSpPr>
              <p:spPr>
                <a:xfrm>
                  <a:off x="7417052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3" name="pg99">
                  <a:extLst>
                    <a:ext uri="{FF2B5EF4-FFF2-40B4-BE49-F238E27FC236}">
                      <a16:creationId xmlns:a16="http://schemas.microsoft.com/office/drawing/2014/main" id="{2457C47F-8548-8F15-8B81-0ED1738E280C}"/>
                    </a:ext>
                  </a:extLst>
                </p:cNvPr>
                <p:cNvSpPr/>
                <p:nvPr/>
              </p:nvSpPr>
              <p:spPr>
                <a:xfrm>
                  <a:off x="7453240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4" name="pg100">
                  <a:extLst>
                    <a:ext uri="{FF2B5EF4-FFF2-40B4-BE49-F238E27FC236}">
                      <a16:creationId xmlns:a16="http://schemas.microsoft.com/office/drawing/2014/main" id="{3C3F17DC-1231-BE44-6D74-ADD9264579B0}"/>
                    </a:ext>
                  </a:extLst>
                </p:cNvPr>
                <p:cNvSpPr/>
                <p:nvPr/>
              </p:nvSpPr>
              <p:spPr>
                <a:xfrm>
                  <a:off x="7489428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5" name="pg101">
                  <a:extLst>
                    <a:ext uri="{FF2B5EF4-FFF2-40B4-BE49-F238E27FC236}">
                      <a16:creationId xmlns:a16="http://schemas.microsoft.com/office/drawing/2014/main" id="{75C7ECB3-8F8A-3D84-FEE6-647DAD42071F}"/>
                    </a:ext>
                  </a:extLst>
                </p:cNvPr>
                <p:cNvSpPr/>
                <p:nvPr/>
              </p:nvSpPr>
              <p:spPr>
                <a:xfrm>
                  <a:off x="7525616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6" name="pg102">
                  <a:extLst>
                    <a:ext uri="{FF2B5EF4-FFF2-40B4-BE49-F238E27FC236}">
                      <a16:creationId xmlns:a16="http://schemas.microsoft.com/office/drawing/2014/main" id="{3AC62216-42C3-9009-0A68-9E041640F5F5}"/>
                    </a:ext>
                  </a:extLst>
                </p:cNvPr>
                <p:cNvSpPr/>
                <p:nvPr/>
              </p:nvSpPr>
              <p:spPr>
                <a:xfrm>
                  <a:off x="7561804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3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7" name="pg103">
                  <a:extLst>
                    <a:ext uri="{FF2B5EF4-FFF2-40B4-BE49-F238E27FC236}">
                      <a16:creationId xmlns:a16="http://schemas.microsoft.com/office/drawing/2014/main" id="{020677D4-C748-E204-04EA-D76C0F59B607}"/>
                    </a:ext>
                  </a:extLst>
                </p:cNvPr>
                <p:cNvSpPr/>
                <p:nvPr/>
              </p:nvSpPr>
              <p:spPr>
                <a:xfrm>
                  <a:off x="7597992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8" name="pg104">
                  <a:extLst>
                    <a:ext uri="{FF2B5EF4-FFF2-40B4-BE49-F238E27FC236}">
                      <a16:creationId xmlns:a16="http://schemas.microsoft.com/office/drawing/2014/main" id="{285F4466-F520-B9F8-D4D3-E2767965D18C}"/>
                    </a:ext>
                  </a:extLst>
                </p:cNvPr>
                <p:cNvSpPr/>
                <p:nvPr/>
              </p:nvSpPr>
              <p:spPr>
                <a:xfrm>
                  <a:off x="7634180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DFC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59" name="pg105">
                  <a:extLst>
                    <a:ext uri="{FF2B5EF4-FFF2-40B4-BE49-F238E27FC236}">
                      <a16:creationId xmlns:a16="http://schemas.microsoft.com/office/drawing/2014/main" id="{9D18B6AB-519F-268A-E961-4E91D85672A3}"/>
                    </a:ext>
                  </a:extLst>
                </p:cNvPr>
                <p:cNvSpPr/>
                <p:nvPr/>
              </p:nvSpPr>
              <p:spPr>
                <a:xfrm>
                  <a:off x="7670368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6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0" name="pg106">
                  <a:extLst>
                    <a:ext uri="{FF2B5EF4-FFF2-40B4-BE49-F238E27FC236}">
                      <a16:creationId xmlns:a16="http://schemas.microsoft.com/office/drawing/2014/main" id="{3CB96BD9-0DA5-0DD6-B201-58C319BC8F10}"/>
                    </a:ext>
                  </a:extLst>
                </p:cNvPr>
                <p:cNvSpPr/>
                <p:nvPr/>
              </p:nvSpPr>
              <p:spPr>
                <a:xfrm>
                  <a:off x="7706556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1" name="pg107">
                  <a:extLst>
                    <a:ext uri="{FF2B5EF4-FFF2-40B4-BE49-F238E27FC236}">
                      <a16:creationId xmlns:a16="http://schemas.microsoft.com/office/drawing/2014/main" id="{CE39D519-149D-4013-D906-1B7D7F585786}"/>
                    </a:ext>
                  </a:extLst>
                </p:cNvPr>
                <p:cNvSpPr/>
                <p:nvPr/>
              </p:nvSpPr>
              <p:spPr>
                <a:xfrm>
                  <a:off x="7742744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2" name="pg108">
                  <a:extLst>
                    <a:ext uri="{FF2B5EF4-FFF2-40B4-BE49-F238E27FC236}">
                      <a16:creationId xmlns:a16="http://schemas.microsoft.com/office/drawing/2014/main" id="{224038D7-F999-9E30-C751-854482EA6459}"/>
                    </a:ext>
                  </a:extLst>
                </p:cNvPr>
                <p:cNvSpPr/>
                <p:nvPr/>
              </p:nvSpPr>
              <p:spPr>
                <a:xfrm>
                  <a:off x="7778932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4E2C8">
                    <a:alpha val="100000"/>
                  </a:srgbClr>
                </a:solidFill>
                <a:ln w="5420" cap="flat">
                  <a:solidFill>
                    <a:srgbClr val="8FDC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3" name="pg109">
                  <a:extLst>
                    <a:ext uri="{FF2B5EF4-FFF2-40B4-BE49-F238E27FC236}">
                      <a16:creationId xmlns:a16="http://schemas.microsoft.com/office/drawing/2014/main" id="{45DFF0B2-B873-AEC9-D0F1-921F78E0C3D6}"/>
                    </a:ext>
                  </a:extLst>
                </p:cNvPr>
                <p:cNvSpPr/>
                <p:nvPr/>
              </p:nvSpPr>
              <p:spPr>
                <a:xfrm>
                  <a:off x="7815120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4E2C8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4" name="pg110">
                  <a:extLst>
                    <a:ext uri="{FF2B5EF4-FFF2-40B4-BE49-F238E27FC236}">
                      <a16:creationId xmlns:a16="http://schemas.microsoft.com/office/drawing/2014/main" id="{20D5A4CE-2A26-53D7-AC4E-20E4F105307B}"/>
                    </a:ext>
                  </a:extLst>
                </p:cNvPr>
                <p:cNvSpPr/>
                <p:nvPr/>
              </p:nvSpPr>
              <p:spPr>
                <a:xfrm>
                  <a:off x="7851308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5" name="pg111">
                  <a:extLst>
                    <a:ext uri="{FF2B5EF4-FFF2-40B4-BE49-F238E27FC236}">
                      <a16:creationId xmlns:a16="http://schemas.microsoft.com/office/drawing/2014/main" id="{E1B6F86D-77BB-0A20-8904-862BA5568D93}"/>
                    </a:ext>
                  </a:extLst>
                </p:cNvPr>
                <p:cNvSpPr/>
                <p:nvPr/>
              </p:nvSpPr>
              <p:spPr>
                <a:xfrm>
                  <a:off x="7887496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6" name="pg112">
                  <a:extLst>
                    <a:ext uri="{FF2B5EF4-FFF2-40B4-BE49-F238E27FC236}">
                      <a16:creationId xmlns:a16="http://schemas.microsoft.com/office/drawing/2014/main" id="{B03A0FB6-E556-88F1-64B5-2331918BF1A5}"/>
                    </a:ext>
                  </a:extLst>
                </p:cNvPr>
                <p:cNvSpPr/>
                <p:nvPr/>
              </p:nvSpPr>
              <p:spPr>
                <a:xfrm>
                  <a:off x="7923684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7" name="pg113">
                  <a:extLst>
                    <a:ext uri="{FF2B5EF4-FFF2-40B4-BE49-F238E27FC236}">
                      <a16:creationId xmlns:a16="http://schemas.microsoft.com/office/drawing/2014/main" id="{4CF20C77-8131-4ADC-7929-6768C555F023}"/>
                    </a:ext>
                  </a:extLst>
                </p:cNvPr>
                <p:cNvSpPr/>
                <p:nvPr/>
              </p:nvSpPr>
              <p:spPr>
                <a:xfrm>
                  <a:off x="7959872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8" name="pg114">
                  <a:extLst>
                    <a:ext uri="{FF2B5EF4-FFF2-40B4-BE49-F238E27FC236}">
                      <a16:creationId xmlns:a16="http://schemas.microsoft.com/office/drawing/2014/main" id="{85786072-7A49-563F-C63D-D429D5A509EC}"/>
                    </a:ext>
                  </a:extLst>
                </p:cNvPr>
                <p:cNvSpPr/>
                <p:nvPr/>
              </p:nvSpPr>
              <p:spPr>
                <a:xfrm>
                  <a:off x="8032248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69" name="pg115">
                  <a:extLst>
                    <a:ext uri="{FF2B5EF4-FFF2-40B4-BE49-F238E27FC236}">
                      <a16:creationId xmlns:a16="http://schemas.microsoft.com/office/drawing/2014/main" id="{CA2E1873-60FC-64D7-E996-900F1A52E32E}"/>
                    </a:ext>
                  </a:extLst>
                </p:cNvPr>
                <p:cNvSpPr/>
                <p:nvPr/>
              </p:nvSpPr>
              <p:spPr>
                <a:xfrm>
                  <a:off x="8068436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0" name="pg116">
                  <a:extLst>
                    <a:ext uri="{FF2B5EF4-FFF2-40B4-BE49-F238E27FC236}">
                      <a16:creationId xmlns:a16="http://schemas.microsoft.com/office/drawing/2014/main" id="{2A139764-8280-475D-FAC4-882F2BDC2963}"/>
                    </a:ext>
                  </a:extLst>
                </p:cNvPr>
                <p:cNvSpPr/>
                <p:nvPr/>
              </p:nvSpPr>
              <p:spPr>
                <a:xfrm>
                  <a:off x="8104624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1" name="pg117">
                  <a:extLst>
                    <a:ext uri="{FF2B5EF4-FFF2-40B4-BE49-F238E27FC236}">
                      <a16:creationId xmlns:a16="http://schemas.microsoft.com/office/drawing/2014/main" id="{7A92E4AD-4CDB-C36F-4DEB-8535CB663E93}"/>
                    </a:ext>
                  </a:extLst>
                </p:cNvPr>
                <p:cNvSpPr/>
                <p:nvPr/>
              </p:nvSpPr>
              <p:spPr>
                <a:xfrm>
                  <a:off x="8140811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2" name="pg118">
                  <a:extLst>
                    <a:ext uri="{FF2B5EF4-FFF2-40B4-BE49-F238E27FC236}">
                      <a16:creationId xmlns:a16="http://schemas.microsoft.com/office/drawing/2014/main" id="{F339CEE6-C480-F2E9-6FDC-6AEFE6EC34B1}"/>
                    </a:ext>
                  </a:extLst>
                </p:cNvPr>
                <p:cNvSpPr/>
                <p:nvPr/>
              </p:nvSpPr>
              <p:spPr>
                <a:xfrm>
                  <a:off x="8176999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3" name="pg119">
                  <a:extLst>
                    <a:ext uri="{FF2B5EF4-FFF2-40B4-BE49-F238E27FC236}">
                      <a16:creationId xmlns:a16="http://schemas.microsoft.com/office/drawing/2014/main" id="{21456D8A-F76B-CE64-B570-97624113895B}"/>
                    </a:ext>
                  </a:extLst>
                </p:cNvPr>
                <p:cNvSpPr/>
                <p:nvPr/>
              </p:nvSpPr>
              <p:spPr>
                <a:xfrm>
                  <a:off x="8213187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4" name="pg120">
                  <a:extLst>
                    <a:ext uri="{FF2B5EF4-FFF2-40B4-BE49-F238E27FC236}">
                      <a16:creationId xmlns:a16="http://schemas.microsoft.com/office/drawing/2014/main" id="{46ABABC4-B8A6-545A-3917-BB066E58DA26}"/>
                    </a:ext>
                  </a:extLst>
                </p:cNvPr>
                <p:cNvSpPr/>
                <p:nvPr/>
              </p:nvSpPr>
              <p:spPr>
                <a:xfrm>
                  <a:off x="8249375" y="492123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5" name="pg121">
                  <a:extLst>
                    <a:ext uri="{FF2B5EF4-FFF2-40B4-BE49-F238E27FC236}">
                      <a16:creationId xmlns:a16="http://schemas.microsoft.com/office/drawing/2014/main" id="{5ED121D3-489F-8BEB-F646-25BB936E5466}"/>
                    </a:ext>
                  </a:extLst>
                </p:cNvPr>
                <p:cNvSpPr/>
                <p:nvPr/>
              </p:nvSpPr>
              <p:spPr>
                <a:xfrm>
                  <a:off x="7380864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6" name="pg122">
                  <a:extLst>
                    <a:ext uri="{FF2B5EF4-FFF2-40B4-BE49-F238E27FC236}">
                      <a16:creationId xmlns:a16="http://schemas.microsoft.com/office/drawing/2014/main" id="{F6F48D53-15EE-D539-F29F-95E062F94096}"/>
                    </a:ext>
                  </a:extLst>
                </p:cNvPr>
                <p:cNvSpPr/>
                <p:nvPr/>
              </p:nvSpPr>
              <p:spPr>
                <a:xfrm>
                  <a:off x="7417052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7" name="pg123">
                  <a:extLst>
                    <a:ext uri="{FF2B5EF4-FFF2-40B4-BE49-F238E27FC236}">
                      <a16:creationId xmlns:a16="http://schemas.microsoft.com/office/drawing/2014/main" id="{B2C0B6F8-3CCD-16BB-A86B-C88B62990C13}"/>
                    </a:ext>
                  </a:extLst>
                </p:cNvPr>
                <p:cNvSpPr/>
                <p:nvPr/>
              </p:nvSpPr>
              <p:spPr>
                <a:xfrm>
                  <a:off x="7453240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8" name="pg124">
                  <a:extLst>
                    <a:ext uri="{FF2B5EF4-FFF2-40B4-BE49-F238E27FC236}">
                      <a16:creationId xmlns:a16="http://schemas.microsoft.com/office/drawing/2014/main" id="{096E175E-AC50-BEE8-0E15-C99F84038D17}"/>
                    </a:ext>
                  </a:extLst>
                </p:cNvPr>
                <p:cNvSpPr/>
                <p:nvPr/>
              </p:nvSpPr>
              <p:spPr>
                <a:xfrm>
                  <a:off x="7489428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79" name="pg125">
                  <a:extLst>
                    <a:ext uri="{FF2B5EF4-FFF2-40B4-BE49-F238E27FC236}">
                      <a16:creationId xmlns:a16="http://schemas.microsoft.com/office/drawing/2014/main" id="{373D079A-084D-93E9-AF66-B16C444830D5}"/>
                    </a:ext>
                  </a:extLst>
                </p:cNvPr>
                <p:cNvSpPr/>
                <p:nvPr/>
              </p:nvSpPr>
              <p:spPr>
                <a:xfrm>
                  <a:off x="7525616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0" name="pg126">
                  <a:extLst>
                    <a:ext uri="{FF2B5EF4-FFF2-40B4-BE49-F238E27FC236}">
                      <a16:creationId xmlns:a16="http://schemas.microsoft.com/office/drawing/2014/main" id="{AE6853A2-DCAE-66C7-039F-B0C5CAABC419}"/>
                    </a:ext>
                  </a:extLst>
                </p:cNvPr>
                <p:cNvSpPr/>
                <p:nvPr/>
              </p:nvSpPr>
              <p:spPr>
                <a:xfrm>
                  <a:off x="7561804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1" name="pg127">
                  <a:extLst>
                    <a:ext uri="{FF2B5EF4-FFF2-40B4-BE49-F238E27FC236}">
                      <a16:creationId xmlns:a16="http://schemas.microsoft.com/office/drawing/2014/main" id="{0B58F112-77D5-77B3-8F0F-2E107E3CBC32}"/>
                    </a:ext>
                  </a:extLst>
                </p:cNvPr>
                <p:cNvSpPr/>
                <p:nvPr/>
              </p:nvSpPr>
              <p:spPr>
                <a:xfrm>
                  <a:off x="7597992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2" name="pg128">
                  <a:extLst>
                    <a:ext uri="{FF2B5EF4-FFF2-40B4-BE49-F238E27FC236}">
                      <a16:creationId xmlns:a16="http://schemas.microsoft.com/office/drawing/2014/main" id="{06D9C409-23E2-8B29-4307-6D0E93D741DF}"/>
                    </a:ext>
                  </a:extLst>
                </p:cNvPr>
                <p:cNvSpPr/>
                <p:nvPr/>
              </p:nvSpPr>
              <p:spPr>
                <a:xfrm>
                  <a:off x="7634180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3" name="pg129">
                  <a:extLst>
                    <a:ext uri="{FF2B5EF4-FFF2-40B4-BE49-F238E27FC236}">
                      <a16:creationId xmlns:a16="http://schemas.microsoft.com/office/drawing/2014/main" id="{DFBF625F-BD2C-A5E8-2939-4EAD55D518BC}"/>
                    </a:ext>
                  </a:extLst>
                </p:cNvPr>
                <p:cNvSpPr/>
                <p:nvPr/>
              </p:nvSpPr>
              <p:spPr>
                <a:xfrm>
                  <a:off x="7670368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4" name="pg130">
                  <a:extLst>
                    <a:ext uri="{FF2B5EF4-FFF2-40B4-BE49-F238E27FC236}">
                      <a16:creationId xmlns:a16="http://schemas.microsoft.com/office/drawing/2014/main" id="{0F39BAFB-7746-0409-7D8C-7B6BE36425FB}"/>
                    </a:ext>
                  </a:extLst>
                </p:cNvPr>
                <p:cNvSpPr/>
                <p:nvPr/>
              </p:nvSpPr>
              <p:spPr>
                <a:xfrm>
                  <a:off x="7706556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1C6">
                    <a:alpha val="100000"/>
                  </a:srgbClr>
                </a:solidFill>
                <a:ln w="5420" cap="flat">
                  <a:solidFill>
                    <a:srgbClr val="89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5" name="pg131">
                  <a:extLst>
                    <a:ext uri="{FF2B5EF4-FFF2-40B4-BE49-F238E27FC236}">
                      <a16:creationId xmlns:a16="http://schemas.microsoft.com/office/drawing/2014/main" id="{3DF7520C-96F2-6466-E35F-C10601BEA227}"/>
                    </a:ext>
                  </a:extLst>
                </p:cNvPr>
                <p:cNvSpPr/>
                <p:nvPr/>
              </p:nvSpPr>
              <p:spPr>
                <a:xfrm>
                  <a:off x="7742744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6" name="pg132">
                  <a:extLst>
                    <a:ext uri="{FF2B5EF4-FFF2-40B4-BE49-F238E27FC236}">
                      <a16:creationId xmlns:a16="http://schemas.microsoft.com/office/drawing/2014/main" id="{FC4619B9-A096-8F54-18B7-936B6B4CE232}"/>
                    </a:ext>
                  </a:extLst>
                </p:cNvPr>
                <p:cNvSpPr/>
                <p:nvPr/>
              </p:nvSpPr>
              <p:spPr>
                <a:xfrm>
                  <a:off x="7778932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1C7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7" name="pg133">
                  <a:extLst>
                    <a:ext uri="{FF2B5EF4-FFF2-40B4-BE49-F238E27FC236}">
                      <a16:creationId xmlns:a16="http://schemas.microsoft.com/office/drawing/2014/main" id="{C94A089B-1B46-C290-36C2-ADAAD1751AC6}"/>
                    </a:ext>
                  </a:extLst>
                </p:cNvPr>
                <p:cNvSpPr/>
                <p:nvPr/>
              </p:nvSpPr>
              <p:spPr>
                <a:xfrm>
                  <a:off x="7815120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8CDB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8" name="pg134">
                  <a:extLst>
                    <a:ext uri="{FF2B5EF4-FFF2-40B4-BE49-F238E27FC236}">
                      <a16:creationId xmlns:a16="http://schemas.microsoft.com/office/drawing/2014/main" id="{F7D18279-F711-322D-84BA-6ED3E001C345}"/>
                    </a:ext>
                  </a:extLst>
                </p:cNvPr>
                <p:cNvSpPr/>
                <p:nvPr/>
              </p:nvSpPr>
              <p:spPr>
                <a:xfrm>
                  <a:off x="7851308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89" name="pg135">
                  <a:extLst>
                    <a:ext uri="{FF2B5EF4-FFF2-40B4-BE49-F238E27FC236}">
                      <a16:creationId xmlns:a16="http://schemas.microsoft.com/office/drawing/2014/main" id="{C4F78724-E970-D0DA-5174-272BFA1F2225}"/>
                    </a:ext>
                  </a:extLst>
                </p:cNvPr>
                <p:cNvSpPr/>
                <p:nvPr/>
              </p:nvSpPr>
              <p:spPr>
                <a:xfrm>
                  <a:off x="7887496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0" name="pg136">
                  <a:extLst>
                    <a:ext uri="{FF2B5EF4-FFF2-40B4-BE49-F238E27FC236}">
                      <a16:creationId xmlns:a16="http://schemas.microsoft.com/office/drawing/2014/main" id="{3AB62016-A55C-48E4-9E27-8FB76B43B840}"/>
                    </a:ext>
                  </a:extLst>
                </p:cNvPr>
                <p:cNvSpPr/>
                <p:nvPr/>
              </p:nvSpPr>
              <p:spPr>
                <a:xfrm>
                  <a:off x="7923684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1" name="pg137">
                  <a:extLst>
                    <a:ext uri="{FF2B5EF4-FFF2-40B4-BE49-F238E27FC236}">
                      <a16:creationId xmlns:a16="http://schemas.microsoft.com/office/drawing/2014/main" id="{9A6C45BB-EB8A-ACB5-8DF8-7D73212D50DD}"/>
                    </a:ext>
                  </a:extLst>
                </p:cNvPr>
                <p:cNvSpPr/>
                <p:nvPr/>
              </p:nvSpPr>
              <p:spPr>
                <a:xfrm>
                  <a:off x="7959872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2" name="pg138">
                  <a:extLst>
                    <a:ext uri="{FF2B5EF4-FFF2-40B4-BE49-F238E27FC236}">
                      <a16:creationId xmlns:a16="http://schemas.microsoft.com/office/drawing/2014/main" id="{07CB8EFF-3839-EF4A-0D8C-262EEC52D037}"/>
                    </a:ext>
                  </a:extLst>
                </p:cNvPr>
                <p:cNvSpPr/>
                <p:nvPr/>
              </p:nvSpPr>
              <p:spPr>
                <a:xfrm>
                  <a:off x="7996059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3" name="pg139">
                  <a:extLst>
                    <a:ext uri="{FF2B5EF4-FFF2-40B4-BE49-F238E27FC236}">
                      <a16:creationId xmlns:a16="http://schemas.microsoft.com/office/drawing/2014/main" id="{CD83BC15-8472-0AB1-CDE9-00F3A3A983D6}"/>
                    </a:ext>
                  </a:extLst>
                </p:cNvPr>
                <p:cNvSpPr/>
                <p:nvPr/>
              </p:nvSpPr>
              <p:spPr>
                <a:xfrm>
                  <a:off x="8032248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4" name="pg140">
                  <a:extLst>
                    <a:ext uri="{FF2B5EF4-FFF2-40B4-BE49-F238E27FC236}">
                      <a16:creationId xmlns:a16="http://schemas.microsoft.com/office/drawing/2014/main" id="{8973EEAB-4737-F372-1939-3B45DC56BA44}"/>
                    </a:ext>
                  </a:extLst>
                </p:cNvPr>
                <p:cNvSpPr/>
                <p:nvPr/>
              </p:nvSpPr>
              <p:spPr>
                <a:xfrm>
                  <a:off x="8068436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5" name="pg141">
                  <a:extLst>
                    <a:ext uri="{FF2B5EF4-FFF2-40B4-BE49-F238E27FC236}">
                      <a16:creationId xmlns:a16="http://schemas.microsoft.com/office/drawing/2014/main" id="{F62E3FD9-F446-61C9-614A-83CF9CC3630A}"/>
                    </a:ext>
                  </a:extLst>
                </p:cNvPr>
                <p:cNvSpPr/>
                <p:nvPr/>
              </p:nvSpPr>
              <p:spPr>
                <a:xfrm>
                  <a:off x="8104624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CBF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6" name="pg142">
                  <a:extLst>
                    <a:ext uri="{FF2B5EF4-FFF2-40B4-BE49-F238E27FC236}">
                      <a16:creationId xmlns:a16="http://schemas.microsoft.com/office/drawing/2014/main" id="{7570357C-C27D-1B7E-69E3-66BC29A3CF17}"/>
                    </a:ext>
                  </a:extLst>
                </p:cNvPr>
                <p:cNvSpPr/>
                <p:nvPr/>
              </p:nvSpPr>
              <p:spPr>
                <a:xfrm>
                  <a:off x="8140811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7" name="pg143">
                  <a:extLst>
                    <a:ext uri="{FF2B5EF4-FFF2-40B4-BE49-F238E27FC236}">
                      <a16:creationId xmlns:a16="http://schemas.microsoft.com/office/drawing/2014/main" id="{07208FAB-779E-2627-6016-D384ED25ABF4}"/>
                    </a:ext>
                  </a:extLst>
                </p:cNvPr>
                <p:cNvSpPr/>
                <p:nvPr/>
              </p:nvSpPr>
              <p:spPr>
                <a:xfrm>
                  <a:off x="8176999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8" name="pg144">
                  <a:extLst>
                    <a:ext uri="{FF2B5EF4-FFF2-40B4-BE49-F238E27FC236}">
                      <a16:creationId xmlns:a16="http://schemas.microsoft.com/office/drawing/2014/main" id="{DE136E78-E718-F646-6899-BBBB41E537CE}"/>
                    </a:ext>
                  </a:extLst>
                </p:cNvPr>
                <p:cNvSpPr/>
                <p:nvPr/>
              </p:nvSpPr>
              <p:spPr>
                <a:xfrm>
                  <a:off x="8213187" y="4967146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9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599" name="pg145">
                  <a:extLst>
                    <a:ext uri="{FF2B5EF4-FFF2-40B4-BE49-F238E27FC236}">
                      <a16:creationId xmlns:a16="http://schemas.microsoft.com/office/drawing/2014/main" id="{9A4B825D-C96F-EA67-F28C-D575353C06C0}"/>
                    </a:ext>
                  </a:extLst>
                </p:cNvPr>
                <p:cNvSpPr/>
                <p:nvPr/>
              </p:nvSpPr>
              <p:spPr>
                <a:xfrm>
                  <a:off x="7380864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0" name="pg146">
                  <a:extLst>
                    <a:ext uri="{FF2B5EF4-FFF2-40B4-BE49-F238E27FC236}">
                      <a16:creationId xmlns:a16="http://schemas.microsoft.com/office/drawing/2014/main" id="{BC91F2F7-5E5A-A972-1AE8-292B0B28FC03}"/>
                    </a:ext>
                  </a:extLst>
                </p:cNvPr>
                <p:cNvSpPr/>
                <p:nvPr/>
              </p:nvSpPr>
              <p:spPr>
                <a:xfrm>
                  <a:off x="7417052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1" name="pg147">
                  <a:extLst>
                    <a:ext uri="{FF2B5EF4-FFF2-40B4-BE49-F238E27FC236}">
                      <a16:creationId xmlns:a16="http://schemas.microsoft.com/office/drawing/2014/main" id="{42D3E324-A5CB-95D6-B6D7-877CFE0D043A}"/>
                    </a:ext>
                  </a:extLst>
                </p:cNvPr>
                <p:cNvSpPr/>
                <p:nvPr/>
              </p:nvSpPr>
              <p:spPr>
                <a:xfrm>
                  <a:off x="7453240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3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2" name="pg148">
                  <a:extLst>
                    <a:ext uri="{FF2B5EF4-FFF2-40B4-BE49-F238E27FC236}">
                      <a16:creationId xmlns:a16="http://schemas.microsoft.com/office/drawing/2014/main" id="{6EE400EF-AECF-FE01-46DF-2D25F875334B}"/>
                    </a:ext>
                  </a:extLst>
                </p:cNvPr>
                <p:cNvSpPr/>
                <p:nvPr/>
              </p:nvSpPr>
              <p:spPr>
                <a:xfrm>
                  <a:off x="7489428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3" name="pg149">
                  <a:extLst>
                    <a:ext uri="{FF2B5EF4-FFF2-40B4-BE49-F238E27FC236}">
                      <a16:creationId xmlns:a16="http://schemas.microsoft.com/office/drawing/2014/main" id="{DB2FE96D-62F9-6BDA-4E0F-67620E624EE1}"/>
                    </a:ext>
                  </a:extLst>
                </p:cNvPr>
                <p:cNvSpPr/>
                <p:nvPr/>
              </p:nvSpPr>
              <p:spPr>
                <a:xfrm>
                  <a:off x="7525616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4" name="pg150">
                  <a:extLst>
                    <a:ext uri="{FF2B5EF4-FFF2-40B4-BE49-F238E27FC236}">
                      <a16:creationId xmlns:a16="http://schemas.microsoft.com/office/drawing/2014/main" id="{FD2FE96D-A537-09AD-A4F2-A728CFB5DCC2}"/>
                    </a:ext>
                  </a:extLst>
                </p:cNvPr>
                <p:cNvSpPr/>
                <p:nvPr/>
              </p:nvSpPr>
              <p:spPr>
                <a:xfrm>
                  <a:off x="7561804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5" name="pg151">
                  <a:extLst>
                    <a:ext uri="{FF2B5EF4-FFF2-40B4-BE49-F238E27FC236}">
                      <a16:creationId xmlns:a16="http://schemas.microsoft.com/office/drawing/2014/main" id="{9B5407F1-303C-6BCC-7AA3-1BC750CE5CAE}"/>
                    </a:ext>
                  </a:extLst>
                </p:cNvPr>
                <p:cNvSpPr/>
                <p:nvPr/>
              </p:nvSpPr>
              <p:spPr>
                <a:xfrm>
                  <a:off x="7597992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6" name="pg152">
                  <a:extLst>
                    <a:ext uri="{FF2B5EF4-FFF2-40B4-BE49-F238E27FC236}">
                      <a16:creationId xmlns:a16="http://schemas.microsoft.com/office/drawing/2014/main" id="{82160C4A-1032-EA31-2053-C764155B2172}"/>
                    </a:ext>
                  </a:extLst>
                </p:cNvPr>
                <p:cNvSpPr/>
                <p:nvPr/>
              </p:nvSpPr>
              <p:spPr>
                <a:xfrm>
                  <a:off x="7634180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7" name="pg153">
                  <a:extLst>
                    <a:ext uri="{FF2B5EF4-FFF2-40B4-BE49-F238E27FC236}">
                      <a16:creationId xmlns:a16="http://schemas.microsoft.com/office/drawing/2014/main" id="{36B3FB1E-6ED0-4F10-8C60-A55C7690FA52}"/>
                    </a:ext>
                  </a:extLst>
                </p:cNvPr>
                <p:cNvSpPr/>
                <p:nvPr/>
              </p:nvSpPr>
              <p:spPr>
                <a:xfrm>
                  <a:off x="7670368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8" name="pg154">
                  <a:extLst>
                    <a:ext uri="{FF2B5EF4-FFF2-40B4-BE49-F238E27FC236}">
                      <a16:creationId xmlns:a16="http://schemas.microsoft.com/office/drawing/2014/main" id="{D328C42F-9F0C-6DF8-F0A8-069B74866F61}"/>
                    </a:ext>
                  </a:extLst>
                </p:cNvPr>
                <p:cNvSpPr/>
                <p:nvPr/>
              </p:nvSpPr>
              <p:spPr>
                <a:xfrm>
                  <a:off x="7706556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5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09" name="pg155">
                  <a:extLst>
                    <a:ext uri="{FF2B5EF4-FFF2-40B4-BE49-F238E27FC236}">
                      <a16:creationId xmlns:a16="http://schemas.microsoft.com/office/drawing/2014/main" id="{A233FC37-D844-0D11-12D9-7FB2781779B2}"/>
                    </a:ext>
                  </a:extLst>
                </p:cNvPr>
                <p:cNvSpPr/>
                <p:nvPr/>
              </p:nvSpPr>
              <p:spPr>
                <a:xfrm>
                  <a:off x="7742744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6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0" name="pg156">
                  <a:extLst>
                    <a:ext uri="{FF2B5EF4-FFF2-40B4-BE49-F238E27FC236}">
                      <a16:creationId xmlns:a16="http://schemas.microsoft.com/office/drawing/2014/main" id="{4C4DC6CF-5F84-F200-6CA7-D36398EB0B78}"/>
                    </a:ext>
                  </a:extLst>
                </p:cNvPr>
                <p:cNvSpPr/>
                <p:nvPr/>
              </p:nvSpPr>
              <p:spPr>
                <a:xfrm>
                  <a:off x="7778932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6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1" name="pg157">
                  <a:extLst>
                    <a:ext uri="{FF2B5EF4-FFF2-40B4-BE49-F238E27FC236}">
                      <a16:creationId xmlns:a16="http://schemas.microsoft.com/office/drawing/2014/main" id="{8CE8369C-9309-DB9D-51ED-D63CAB50CBBB}"/>
                    </a:ext>
                  </a:extLst>
                </p:cNvPr>
                <p:cNvSpPr/>
                <p:nvPr/>
              </p:nvSpPr>
              <p:spPr>
                <a:xfrm>
                  <a:off x="7815120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2" name="pg158">
                  <a:extLst>
                    <a:ext uri="{FF2B5EF4-FFF2-40B4-BE49-F238E27FC236}">
                      <a16:creationId xmlns:a16="http://schemas.microsoft.com/office/drawing/2014/main" id="{474FC49D-78D6-582D-78BF-701D234A09DB}"/>
                    </a:ext>
                  </a:extLst>
                </p:cNvPr>
                <p:cNvSpPr/>
                <p:nvPr/>
              </p:nvSpPr>
              <p:spPr>
                <a:xfrm>
                  <a:off x="7851308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3" name="pg159">
                  <a:extLst>
                    <a:ext uri="{FF2B5EF4-FFF2-40B4-BE49-F238E27FC236}">
                      <a16:creationId xmlns:a16="http://schemas.microsoft.com/office/drawing/2014/main" id="{E05014CA-93B0-B08B-141B-85FE60CA931D}"/>
                    </a:ext>
                  </a:extLst>
                </p:cNvPr>
                <p:cNvSpPr/>
                <p:nvPr/>
              </p:nvSpPr>
              <p:spPr>
                <a:xfrm>
                  <a:off x="7887496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4" name="pg160">
                  <a:extLst>
                    <a:ext uri="{FF2B5EF4-FFF2-40B4-BE49-F238E27FC236}">
                      <a16:creationId xmlns:a16="http://schemas.microsoft.com/office/drawing/2014/main" id="{FDC4924F-7746-FE9E-1C0E-EFCA03E15719}"/>
                    </a:ext>
                  </a:extLst>
                </p:cNvPr>
                <p:cNvSpPr/>
                <p:nvPr/>
              </p:nvSpPr>
              <p:spPr>
                <a:xfrm>
                  <a:off x="7923684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6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5" name="pg161">
                  <a:extLst>
                    <a:ext uri="{FF2B5EF4-FFF2-40B4-BE49-F238E27FC236}">
                      <a16:creationId xmlns:a16="http://schemas.microsoft.com/office/drawing/2014/main" id="{7BCBA47A-DC23-6015-7553-34B96A189FD4}"/>
                    </a:ext>
                  </a:extLst>
                </p:cNvPr>
                <p:cNvSpPr/>
                <p:nvPr/>
              </p:nvSpPr>
              <p:spPr>
                <a:xfrm>
                  <a:off x="7959872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6" name="pg162">
                  <a:extLst>
                    <a:ext uri="{FF2B5EF4-FFF2-40B4-BE49-F238E27FC236}">
                      <a16:creationId xmlns:a16="http://schemas.microsoft.com/office/drawing/2014/main" id="{ABE4343D-DCD0-F1AA-EA6D-7FAB7FF66F8D}"/>
                    </a:ext>
                  </a:extLst>
                </p:cNvPr>
                <p:cNvSpPr/>
                <p:nvPr/>
              </p:nvSpPr>
              <p:spPr>
                <a:xfrm>
                  <a:off x="7996059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7" name="pg163">
                  <a:extLst>
                    <a:ext uri="{FF2B5EF4-FFF2-40B4-BE49-F238E27FC236}">
                      <a16:creationId xmlns:a16="http://schemas.microsoft.com/office/drawing/2014/main" id="{54DE0B7B-DE9C-76BE-0251-CCF77B6F6CFB}"/>
                    </a:ext>
                  </a:extLst>
                </p:cNvPr>
                <p:cNvSpPr/>
                <p:nvPr/>
              </p:nvSpPr>
              <p:spPr>
                <a:xfrm>
                  <a:off x="8032248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8" name="pg164">
                  <a:extLst>
                    <a:ext uri="{FF2B5EF4-FFF2-40B4-BE49-F238E27FC236}">
                      <a16:creationId xmlns:a16="http://schemas.microsoft.com/office/drawing/2014/main" id="{8F2B14C0-A7B3-B95F-FE6A-F7E3F860BECE}"/>
                    </a:ext>
                  </a:extLst>
                </p:cNvPr>
                <p:cNvSpPr/>
                <p:nvPr/>
              </p:nvSpPr>
              <p:spPr>
                <a:xfrm>
                  <a:off x="8068436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19" name="pg165">
                  <a:extLst>
                    <a:ext uri="{FF2B5EF4-FFF2-40B4-BE49-F238E27FC236}">
                      <a16:creationId xmlns:a16="http://schemas.microsoft.com/office/drawing/2014/main" id="{8A35238E-72E3-9FAA-B85C-9F8D5E713E64}"/>
                    </a:ext>
                  </a:extLst>
                </p:cNvPr>
                <p:cNvSpPr/>
                <p:nvPr/>
              </p:nvSpPr>
              <p:spPr>
                <a:xfrm>
                  <a:off x="8104624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3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0" name="pg166">
                  <a:extLst>
                    <a:ext uri="{FF2B5EF4-FFF2-40B4-BE49-F238E27FC236}">
                      <a16:creationId xmlns:a16="http://schemas.microsoft.com/office/drawing/2014/main" id="{612EF3A6-71DC-65D2-222F-9155D540F862}"/>
                    </a:ext>
                  </a:extLst>
                </p:cNvPr>
                <p:cNvSpPr/>
                <p:nvPr/>
              </p:nvSpPr>
              <p:spPr>
                <a:xfrm>
                  <a:off x="8140811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1" name="pg167">
                  <a:extLst>
                    <a:ext uri="{FF2B5EF4-FFF2-40B4-BE49-F238E27FC236}">
                      <a16:creationId xmlns:a16="http://schemas.microsoft.com/office/drawing/2014/main" id="{8C3E3AD0-A527-E457-D80A-3F99860824F4}"/>
                    </a:ext>
                  </a:extLst>
                </p:cNvPr>
                <p:cNvSpPr/>
                <p:nvPr/>
              </p:nvSpPr>
              <p:spPr>
                <a:xfrm>
                  <a:off x="8176999" y="501305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2" name="pg168">
                  <a:extLst>
                    <a:ext uri="{FF2B5EF4-FFF2-40B4-BE49-F238E27FC236}">
                      <a16:creationId xmlns:a16="http://schemas.microsoft.com/office/drawing/2014/main" id="{1E9FDE22-141A-77A0-7427-949EA2130D8B}"/>
                    </a:ext>
                  </a:extLst>
                </p:cNvPr>
                <p:cNvSpPr/>
                <p:nvPr/>
              </p:nvSpPr>
              <p:spPr>
                <a:xfrm>
                  <a:off x="7272301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3" name="pg169">
                  <a:extLst>
                    <a:ext uri="{FF2B5EF4-FFF2-40B4-BE49-F238E27FC236}">
                      <a16:creationId xmlns:a16="http://schemas.microsoft.com/office/drawing/2014/main" id="{AEF9FAC1-FD01-09D7-7BA9-036B66170B98}"/>
                    </a:ext>
                  </a:extLst>
                </p:cNvPr>
                <p:cNvSpPr/>
                <p:nvPr/>
              </p:nvSpPr>
              <p:spPr>
                <a:xfrm>
                  <a:off x="7308489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4" name="pg170">
                  <a:extLst>
                    <a:ext uri="{FF2B5EF4-FFF2-40B4-BE49-F238E27FC236}">
                      <a16:creationId xmlns:a16="http://schemas.microsoft.com/office/drawing/2014/main" id="{4E2BD282-645D-C822-3F02-42E501FF12CC}"/>
                    </a:ext>
                  </a:extLst>
                </p:cNvPr>
                <p:cNvSpPr/>
                <p:nvPr/>
              </p:nvSpPr>
              <p:spPr>
                <a:xfrm>
                  <a:off x="7380864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E0C5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5" name="pg171">
                  <a:extLst>
                    <a:ext uri="{FF2B5EF4-FFF2-40B4-BE49-F238E27FC236}">
                      <a16:creationId xmlns:a16="http://schemas.microsoft.com/office/drawing/2014/main" id="{B09398B5-A5EE-EEE7-A9F4-1CF3D4B81068}"/>
                    </a:ext>
                  </a:extLst>
                </p:cNvPr>
                <p:cNvSpPr/>
                <p:nvPr/>
              </p:nvSpPr>
              <p:spPr>
                <a:xfrm>
                  <a:off x="7417052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6" name="pg172">
                  <a:extLst>
                    <a:ext uri="{FF2B5EF4-FFF2-40B4-BE49-F238E27FC236}">
                      <a16:creationId xmlns:a16="http://schemas.microsoft.com/office/drawing/2014/main" id="{88E95ABA-C76B-716C-87A4-0A05C6EC7D11}"/>
                    </a:ext>
                  </a:extLst>
                </p:cNvPr>
                <p:cNvSpPr/>
                <p:nvPr/>
              </p:nvSpPr>
              <p:spPr>
                <a:xfrm>
                  <a:off x="7453240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7" name="pg173">
                  <a:extLst>
                    <a:ext uri="{FF2B5EF4-FFF2-40B4-BE49-F238E27FC236}">
                      <a16:creationId xmlns:a16="http://schemas.microsoft.com/office/drawing/2014/main" id="{F32689B2-F067-6955-179D-5A6997AE63D6}"/>
                    </a:ext>
                  </a:extLst>
                </p:cNvPr>
                <p:cNvSpPr/>
                <p:nvPr/>
              </p:nvSpPr>
              <p:spPr>
                <a:xfrm>
                  <a:off x="7489428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8" name="pg174">
                  <a:extLst>
                    <a:ext uri="{FF2B5EF4-FFF2-40B4-BE49-F238E27FC236}">
                      <a16:creationId xmlns:a16="http://schemas.microsoft.com/office/drawing/2014/main" id="{20ED9968-F996-CC32-8635-DD519866D216}"/>
                    </a:ext>
                  </a:extLst>
                </p:cNvPr>
                <p:cNvSpPr/>
                <p:nvPr/>
              </p:nvSpPr>
              <p:spPr>
                <a:xfrm>
                  <a:off x="7525616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29" name="pg175">
                  <a:extLst>
                    <a:ext uri="{FF2B5EF4-FFF2-40B4-BE49-F238E27FC236}">
                      <a16:creationId xmlns:a16="http://schemas.microsoft.com/office/drawing/2014/main" id="{A14CA0B9-17EE-7033-3DD6-2B81E4308B77}"/>
                    </a:ext>
                  </a:extLst>
                </p:cNvPr>
                <p:cNvSpPr/>
                <p:nvPr/>
              </p:nvSpPr>
              <p:spPr>
                <a:xfrm>
                  <a:off x="7561804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0" name="pg176">
                  <a:extLst>
                    <a:ext uri="{FF2B5EF4-FFF2-40B4-BE49-F238E27FC236}">
                      <a16:creationId xmlns:a16="http://schemas.microsoft.com/office/drawing/2014/main" id="{3F83EA16-126A-0CB1-9732-41FD1EF5EB28}"/>
                    </a:ext>
                  </a:extLst>
                </p:cNvPr>
                <p:cNvSpPr/>
                <p:nvPr/>
              </p:nvSpPr>
              <p:spPr>
                <a:xfrm>
                  <a:off x="7597992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1" name="pg177">
                  <a:extLst>
                    <a:ext uri="{FF2B5EF4-FFF2-40B4-BE49-F238E27FC236}">
                      <a16:creationId xmlns:a16="http://schemas.microsoft.com/office/drawing/2014/main" id="{EB423DDC-273A-CFCB-7BFA-4E1A57D70482}"/>
                    </a:ext>
                  </a:extLst>
                </p:cNvPr>
                <p:cNvSpPr/>
                <p:nvPr/>
              </p:nvSpPr>
              <p:spPr>
                <a:xfrm>
                  <a:off x="7634180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2" name="pg178">
                  <a:extLst>
                    <a:ext uri="{FF2B5EF4-FFF2-40B4-BE49-F238E27FC236}">
                      <a16:creationId xmlns:a16="http://schemas.microsoft.com/office/drawing/2014/main" id="{D9FA9408-FC9B-5A10-32FA-69D054B24756}"/>
                    </a:ext>
                  </a:extLst>
                </p:cNvPr>
                <p:cNvSpPr/>
                <p:nvPr/>
              </p:nvSpPr>
              <p:spPr>
                <a:xfrm>
                  <a:off x="7742744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3" name="pg179">
                  <a:extLst>
                    <a:ext uri="{FF2B5EF4-FFF2-40B4-BE49-F238E27FC236}">
                      <a16:creationId xmlns:a16="http://schemas.microsoft.com/office/drawing/2014/main" id="{85197A97-8194-6067-AE61-C56A0428361F}"/>
                    </a:ext>
                  </a:extLst>
                </p:cNvPr>
                <p:cNvSpPr/>
                <p:nvPr/>
              </p:nvSpPr>
              <p:spPr>
                <a:xfrm>
                  <a:off x="7778932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4" name="pg180">
                  <a:extLst>
                    <a:ext uri="{FF2B5EF4-FFF2-40B4-BE49-F238E27FC236}">
                      <a16:creationId xmlns:a16="http://schemas.microsoft.com/office/drawing/2014/main" id="{81E3CFE7-7C1F-294D-6B5A-4AF40ADB143D}"/>
                    </a:ext>
                  </a:extLst>
                </p:cNvPr>
                <p:cNvSpPr/>
                <p:nvPr/>
              </p:nvSpPr>
              <p:spPr>
                <a:xfrm>
                  <a:off x="7815120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5" name="pg181">
                  <a:extLst>
                    <a:ext uri="{FF2B5EF4-FFF2-40B4-BE49-F238E27FC236}">
                      <a16:creationId xmlns:a16="http://schemas.microsoft.com/office/drawing/2014/main" id="{18D6A21B-D87C-57D5-1439-E933459233BC}"/>
                    </a:ext>
                  </a:extLst>
                </p:cNvPr>
                <p:cNvSpPr/>
                <p:nvPr/>
              </p:nvSpPr>
              <p:spPr>
                <a:xfrm>
                  <a:off x="7851308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6" name="pg182">
                  <a:extLst>
                    <a:ext uri="{FF2B5EF4-FFF2-40B4-BE49-F238E27FC236}">
                      <a16:creationId xmlns:a16="http://schemas.microsoft.com/office/drawing/2014/main" id="{8DE1DBFF-A2FA-E1EB-3C97-AC2121EAA0E5}"/>
                    </a:ext>
                  </a:extLst>
                </p:cNvPr>
                <p:cNvSpPr/>
                <p:nvPr/>
              </p:nvSpPr>
              <p:spPr>
                <a:xfrm>
                  <a:off x="7887496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6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7" name="pg183">
                  <a:extLst>
                    <a:ext uri="{FF2B5EF4-FFF2-40B4-BE49-F238E27FC236}">
                      <a16:creationId xmlns:a16="http://schemas.microsoft.com/office/drawing/2014/main" id="{A59EBB0A-D23B-D902-0525-2A42E4D8BA72}"/>
                    </a:ext>
                  </a:extLst>
                </p:cNvPr>
                <p:cNvSpPr/>
                <p:nvPr/>
              </p:nvSpPr>
              <p:spPr>
                <a:xfrm>
                  <a:off x="7923684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8" name="pg184">
                  <a:extLst>
                    <a:ext uri="{FF2B5EF4-FFF2-40B4-BE49-F238E27FC236}">
                      <a16:creationId xmlns:a16="http://schemas.microsoft.com/office/drawing/2014/main" id="{2AE4BE28-CF2C-78F4-2B42-3909DE2FFA43}"/>
                    </a:ext>
                  </a:extLst>
                </p:cNvPr>
                <p:cNvSpPr/>
                <p:nvPr/>
              </p:nvSpPr>
              <p:spPr>
                <a:xfrm>
                  <a:off x="7959872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39" name="pg185">
                  <a:extLst>
                    <a:ext uri="{FF2B5EF4-FFF2-40B4-BE49-F238E27FC236}">
                      <a16:creationId xmlns:a16="http://schemas.microsoft.com/office/drawing/2014/main" id="{27AEDA0D-DB35-9ECA-A82A-D7406A6A4832}"/>
                    </a:ext>
                  </a:extLst>
                </p:cNvPr>
                <p:cNvSpPr/>
                <p:nvPr/>
              </p:nvSpPr>
              <p:spPr>
                <a:xfrm>
                  <a:off x="7996059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0" name="pg186">
                  <a:extLst>
                    <a:ext uri="{FF2B5EF4-FFF2-40B4-BE49-F238E27FC236}">
                      <a16:creationId xmlns:a16="http://schemas.microsoft.com/office/drawing/2014/main" id="{00687529-3832-70C9-85A5-5BE4BC5BE0B4}"/>
                    </a:ext>
                  </a:extLst>
                </p:cNvPr>
                <p:cNvSpPr/>
                <p:nvPr/>
              </p:nvSpPr>
              <p:spPr>
                <a:xfrm>
                  <a:off x="8032248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1" name="pg187">
                  <a:extLst>
                    <a:ext uri="{FF2B5EF4-FFF2-40B4-BE49-F238E27FC236}">
                      <a16:creationId xmlns:a16="http://schemas.microsoft.com/office/drawing/2014/main" id="{903B31CD-4418-A4FD-8AA3-7DAD7A3D3642}"/>
                    </a:ext>
                  </a:extLst>
                </p:cNvPr>
                <p:cNvSpPr/>
                <p:nvPr/>
              </p:nvSpPr>
              <p:spPr>
                <a:xfrm>
                  <a:off x="8068436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2" name="pg188">
                  <a:extLst>
                    <a:ext uri="{FF2B5EF4-FFF2-40B4-BE49-F238E27FC236}">
                      <a16:creationId xmlns:a16="http://schemas.microsoft.com/office/drawing/2014/main" id="{6C822C76-A70F-53F3-2543-E604F98BB4B2}"/>
                    </a:ext>
                  </a:extLst>
                </p:cNvPr>
                <p:cNvSpPr/>
                <p:nvPr/>
              </p:nvSpPr>
              <p:spPr>
                <a:xfrm>
                  <a:off x="8104624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3" name="pg189">
                  <a:extLst>
                    <a:ext uri="{FF2B5EF4-FFF2-40B4-BE49-F238E27FC236}">
                      <a16:creationId xmlns:a16="http://schemas.microsoft.com/office/drawing/2014/main" id="{2AE198A4-C82A-F7AB-B5F5-9677E90A5551}"/>
                    </a:ext>
                  </a:extLst>
                </p:cNvPr>
                <p:cNvSpPr/>
                <p:nvPr/>
              </p:nvSpPr>
              <p:spPr>
                <a:xfrm>
                  <a:off x="8140811" y="505896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4" name="pg190">
                  <a:extLst>
                    <a:ext uri="{FF2B5EF4-FFF2-40B4-BE49-F238E27FC236}">
                      <a16:creationId xmlns:a16="http://schemas.microsoft.com/office/drawing/2014/main" id="{1E7AE8FB-51E3-E343-07AF-95BB9EC17568}"/>
                    </a:ext>
                  </a:extLst>
                </p:cNvPr>
                <p:cNvSpPr/>
                <p:nvPr/>
              </p:nvSpPr>
              <p:spPr>
                <a:xfrm>
                  <a:off x="7236112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1C7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5" name="pg191">
                  <a:extLst>
                    <a:ext uri="{FF2B5EF4-FFF2-40B4-BE49-F238E27FC236}">
                      <a16:creationId xmlns:a16="http://schemas.microsoft.com/office/drawing/2014/main" id="{8F0218AF-5E14-92DC-AB93-10F4159AB5D6}"/>
                    </a:ext>
                  </a:extLst>
                </p:cNvPr>
                <p:cNvSpPr/>
                <p:nvPr/>
              </p:nvSpPr>
              <p:spPr>
                <a:xfrm>
                  <a:off x="7272301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6" name="pg192">
                  <a:extLst>
                    <a:ext uri="{FF2B5EF4-FFF2-40B4-BE49-F238E27FC236}">
                      <a16:creationId xmlns:a16="http://schemas.microsoft.com/office/drawing/2014/main" id="{6E84053F-639A-B279-E7BB-BEE8D9D8D1CE}"/>
                    </a:ext>
                  </a:extLst>
                </p:cNvPr>
                <p:cNvSpPr/>
                <p:nvPr/>
              </p:nvSpPr>
              <p:spPr>
                <a:xfrm>
                  <a:off x="7308489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1C7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7" name="pg193">
                  <a:extLst>
                    <a:ext uri="{FF2B5EF4-FFF2-40B4-BE49-F238E27FC236}">
                      <a16:creationId xmlns:a16="http://schemas.microsoft.com/office/drawing/2014/main" id="{9D2E5080-3DC5-BF84-1414-1D9CE47DC5FC}"/>
                    </a:ext>
                  </a:extLst>
                </p:cNvPr>
                <p:cNvSpPr/>
                <p:nvPr/>
              </p:nvSpPr>
              <p:spPr>
                <a:xfrm>
                  <a:off x="7344676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8CDB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8" name="pg194">
                  <a:extLst>
                    <a:ext uri="{FF2B5EF4-FFF2-40B4-BE49-F238E27FC236}">
                      <a16:creationId xmlns:a16="http://schemas.microsoft.com/office/drawing/2014/main" id="{F63624B5-BA82-5C75-B33A-3218E822D70D}"/>
                    </a:ext>
                  </a:extLst>
                </p:cNvPr>
                <p:cNvSpPr/>
                <p:nvPr/>
              </p:nvSpPr>
              <p:spPr>
                <a:xfrm>
                  <a:off x="7380864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49" name="pg195">
                  <a:extLst>
                    <a:ext uri="{FF2B5EF4-FFF2-40B4-BE49-F238E27FC236}">
                      <a16:creationId xmlns:a16="http://schemas.microsoft.com/office/drawing/2014/main" id="{8B13E43F-7CAF-08F9-8CB6-E038F8DC6B5E}"/>
                    </a:ext>
                  </a:extLst>
                </p:cNvPr>
                <p:cNvSpPr/>
                <p:nvPr/>
              </p:nvSpPr>
              <p:spPr>
                <a:xfrm>
                  <a:off x="7417052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0" name="pg196">
                  <a:extLst>
                    <a:ext uri="{FF2B5EF4-FFF2-40B4-BE49-F238E27FC236}">
                      <a16:creationId xmlns:a16="http://schemas.microsoft.com/office/drawing/2014/main" id="{10E9DFA8-FD51-AEEB-A12D-8CEA69EC5359}"/>
                    </a:ext>
                  </a:extLst>
                </p:cNvPr>
                <p:cNvSpPr/>
                <p:nvPr/>
              </p:nvSpPr>
              <p:spPr>
                <a:xfrm>
                  <a:off x="7453240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1" name="pg197">
                  <a:extLst>
                    <a:ext uri="{FF2B5EF4-FFF2-40B4-BE49-F238E27FC236}">
                      <a16:creationId xmlns:a16="http://schemas.microsoft.com/office/drawing/2014/main" id="{F2D70E98-044B-9507-AEA7-E17981EE8FA9}"/>
                    </a:ext>
                  </a:extLst>
                </p:cNvPr>
                <p:cNvSpPr/>
                <p:nvPr/>
              </p:nvSpPr>
              <p:spPr>
                <a:xfrm>
                  <a:off x="7489428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2" name="pg198">
                  <a:extLst>
                    <a:ext uri="{FF2B5EF4-FFF2-40B4-BE49-F238E27FC236}">
                      <a16:creationId xmlns:a16="http://schemas.microsoft.com/office/drawing/2014/main" id="{7C18054F-6F70-8020-4D30-06564A33354B}"/>
                    </a:ext>
                  </a:extLst>
                </p:cNvPr>
                <p:cNvSpPr/>
                <p:nvPr/>
              </p:nvSpPr>
              <p:spPr>
                <a:xfrm>
                  <a:off x="7525616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3" name="pg199">
                  <a:extLst>
                    <a:ext uri="{FF2B5EF4-FFF2-40B4-BE49-F238E27FC236}">
                      <a16:creationId xmlns:a16="http://schemas.microsoft.com/office/drawing/2014/main" id="{856D065C-1047-0037-97C0-2ED4BBA23E41}"/>
                    </a:ext>
                  </a:extLst>
                </p:cNvPr>
                <p:cNvSpPr/>
                <p:nvPr/>
              </p:nvSpPr>
              <p:spPr>
                <a:xfrm>
                  <a:off x="7561804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4" name="pg200">
                  <a:extLst>
                    <a:ext uri="{FF2B5EF4-FFF2-40B4-BE49-F238E27FC236}">
                      <a16:creationId xmlns:a16="http://schemas.microsoft.com/office/drawing/2014/main" id="{1778D182-DC55-888E-8DF6-7454A2B2D97C}"/>
                    </a:ext>
                  </a:extLst>
                </p:cNvPr>
                <p:cNvSpPr/>
                <p:nvPr/>
              </p:nvSpPr>
              <p:spPr>
                <a:xfrm>
                  <a:off x="7597992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5" name="pg201">
                  <a:extLst>
                    <a:ext uri="{FF2B5EF4-FFF2-40B4-BE49-F238E27FC236}">
                      <a16:creationId xmlns:a16="http://schemas.microsoft.com/office/drawing/2014/main" id="{D7A2C8D1-C1D1-AD80-D4D1-22A05C68F4EC}"/>
                    </a:ext>
                  </a:extLst>
                </p:cNvPr>
                <p:cNvSpPr/>
                <p:nvPr/>
              </p:nvSpPr>
              <p:spPr>
                <a:xfrm>
                  <a:off x="7634180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6" name="pg202">
                  <a:extLst>
                    <a:ext uri="{FF2B5EF4-FFF2-40B4-BE49-F238E27FC236}">
                      <a16:creationId xmlns:a16="http://schemas.microsoft.com/office/drawing/2014/main" id="{B7AB0B88-1CAD-55CC-069B-4C9D4A65BC56}"/>
                    </a:ext>
                  </a:extLst>
                </p:cNvPr>
                <p:cNvSpPr/>
                <p:nvPr/>
              </p:nvSpPr>
              <p:spPr>
                <a:xfrm>
                  <a:off x="7778932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7" name="pg203">
                  <a:extLst>
                    <a:ext uri="{FF2B5EF4-FFF2-40B4-BE49-F238E27FC236}">
                      <a16:creationId xmlns:a16="http://schemas.microsoft.com/office/drawing/2014/main" id="{687B5D60-BE49-F2F4-4449-82A26CF566AF}"/>
                    </a:ext>
                  </a:extLst>
                </p:cNvPr>
                <p:cNvSpPr/>
                <p:nvPr/>
              </p:nvSpPr>
              <p:spPr>
                <a:xfrm>
                  <a:off x="7815120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8" name="pg204">
                  <a:extLst>
                    <a:ext uri="{FF2B5EF4-FFF2-40B4-BE49-F238E27FC236}">
                      <a16:creationId xmlns:a16="http://schemas.microsoft.com/office/drawing/2014/main" id="{59E8F53E-6485-B73E-21BF-58CC238847F7}"/>
                    </a:ext>
                  </a:extLst>
                </p:cNvPr>
                <p:cNvSpPr/>
                <p:nvPr/>
              </p:nvSpPr>
              <p:spPr>
                <a:xfrm>
                  <a:off x="7851308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59" name="pg205">
                  <a:extLst>
                    <a:ext uri="{FF2B5EF4-FFF2-40B4-BE49-F238E27FC236}">
                      <a16:creationId xmlns:a16="http://schemas.microsoft.com/office/drawing/2014/main" id="{EB426FFF-5EEB-0DCE-4502-9E69B7246290}"/>
                    </a:ext>
                  </a:extLst>
                </p:cNvPr>
                <p:cNvSpPr/>
                <p:nvPr/>
              </p:nvSpPr>
              <p:spPr>
                <a:xfrm>
                  <a:off x="7887496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0" name="pg206">
                  <a:extLst>
                    <a:ext uri="{FF2B5EF4-FFF2-40B4-BE49-F238E27FC236}">
                      <a16:creationId xmlns:a16="http://schemas.microsoft.com/office/drawing/2014/main" id="{743617E6-882C-22BC-ACBC-8EDACD5D4A93}"/>
                    </a:ext>
                  </a:extLst>
                </p:cNvPr>
                <p:cNvSpPr/>
                <p:nvPr/>
              </p:nvSpPr>
              <p:spPr>
                <a:xfrm>
                  <a:off x="7923684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1" name="pg207">
                  <a:extLst>
                    <a:ext uri="{FF2B5EF4-FFF2-40B4-BE49-F238E27FC236}">
                      <a16:creationId xmlns:a16="http://schemas.microsoft.com/office/drawing/2014/main" id="{369D3758-2186-33EA-3DA5-7D46B64E83EB}"/>
                    </a:ext>
                  </a:extLst>
                </p:cNvPr>
                <p:cNvSpPr/>
                <p:nvPr/>
              </p:nvSpPr>
              <p:spPr>
                <a:xfrm>
                  <a:off x="7959872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2" name="pg208">
                  <a:extLst>
                    <a:ext uri="{FF2B5EF4-FFF2-40B4-BE49-F238E27FC236}">
                      <a16:creationId xmlns:a16="http://schemas.microsoft.com/office/drawing/2014/main" id="{DBBBE301-027D-BEE1-7B7F-D936C849A201}"/>
                    </a:ext>
                  </a:extLst>
                </p:cNvPr>
                <p:cNvSpPr/>
                <p:nvPr/>
              </p:nvSpPr>
              <p:spPr>
                <a:xfrm>
                  <a:off x="7996059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3" name="pg209">
                  <a:extLst>
                    <a:ext uri="{FF2B5EF4-FFF2-40B4-BE49-F238E27FC236}">
                      <a16:creationId xmlns:a16="http://schemas.microsoft.com/office/drawing/2014/main" id="{3AD99135-149B-EF07-F4C1-DDE20EC3DBD3}"/>
                    </a:ext>
                  </a:extLst>
                </p:cNvPr>
                <p:cNvSpPr/>
                <p:nvPr/>
              </p:nvSpPr>
              <p:spPr>
                <a:xfrm>
                  <a:off x="8032248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4" name="pg210">
                  <a:extLst>
                    <a:ext uri="{FF2B5EF4-FFF2-40B4-BE49-F238E27FC236}">
                      <a16:creationId xmlns:a16="http://schemas.microsoft.com/office/drawing/2014/main" id="{83E40E39-8D77-13B4-FC21-09AB3408F3CD}"/>
                    </a:ext>
                  </a:extLst>
                </p:cNvPr>
                <p:cNvSpPr/>
                <p:nvPr/>
              </p:nvSpPr>
              <p:spPr>
                <a:xfrm>
                  <a:off x="8068436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8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5" name="pg211">
                  <a:extLst>
                    <a:ext uri="{FF2B5EF4-FFF2-40B4-BE49-F238E27FC236}">
                      <a16:creationId xmlns:a16="http://schemas.microsoft.com/office/drawing/2014/main" id="{9EBDCEB2-49DE-9204-CF33-E8AB430BD1A8}"/>
                    </a:ext>
                  </a:extLst>
                </p:cNvPr>
                <p:cNvSpPr/>
                <p:nvPr/>
              </p:nvSpPr>
              <p:spPr>
                <a:xfrm>
                  <a:off x="8104624" y="510487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6" name="pg212">
                  <a:extLst>
                    <a:ext uri="{FF2B5EF4-FFF2-40B4-BE49-F238E27FC236}">
                      <a16:creationId xmlns:a16="http://schemas.microsoft.com/office/drawing/2014/main" id="{5FD014E0-80CE-BC22-8CB2-87F7BF409941}"/>
                    </a:ext>
                  </a:extLst>
                </p:cNvPr>
                <p:cNvSpPr/>
                <p:nvPr/>
              </p:nvSpPr>
              <p:spPr>
                <a:xfrm>
                  <a:off x="7199924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93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7" name="pg213">
                  <a:extLst>
                    <a:ext uri="{FF2B5EF4-FFF2-40B4-BE49-F238E27FC236}">
                      <a16:creationId xmlns:a16="http://schemas.microsoft.com/office/drawing/2014/main" id="{0B2EAA1A-78C7-940E-5A19-B4E888FC1C02}"/>
                    </a:ext>
                  </a:extLst>
                </p:cNvPr>
                <p:cNvSpPr/>
                <p:nvPr/>
              </p:nvSpPr>
              <p:spPr>
                <a:xfrm>
                  <a:off x="7236112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8" name="pg214">
                  <a:extLst>
                    <a:ext uri="{FF2B5EF4-FFF2-40B4-BE49-F238E27FC236}">
                      <a16:creationId xmlns:a16="http://schemas.microsoft.com/office/drawing/2014/main" id="{24E3BAAD-6793-02EC-66DF-430EF22AA3E8}"/>
                    </a:ext>
                  </a:extLst>
                </p:cNvPr>
                <p:cNvSpPr/>
                <p:nvPr/>
              </p:nvSpPr>
              <p:spPr>
                <a:xfrm>
                  <a:off x="7272301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8E3CA">
                    <a:alpha val="100000"/>
                  </a:srgbClr>
                </a:solidFill>
                <a:ln w="5420" cap="flat">
                  <a:solidFill>
                    <a:srgbClr val="95DD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69" name="pg215">
                  <a:extLst>
                    <a:ext uri="{FF2B5EF4-FFF2-40B4-BE49-F238E27FC236}">
                      <a16:creationId xmlns:a16="http://schemas.microsoft.com/office/drawing/2014/main" id="{75EB28B4-D9BD-EE87-F6B9-CD3DA39CCD12}"/>
                    </a:ext>
                  </a:extLst>
                </p:cNvPr>
                <p:cNvSpPr/>
                <p:nvPr/>
              </p:nvSpPr>
              <p:spPr>
                <a:xfrm>
                  <a:off x="7308489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8E3CA">
                    <a:alpha val="100000"/>
                  </a:srgbClr>
                </a:solidFill>
                <a:ln w="5420" cap="flat">
                  <a:solidFill>
                    <a:srgbClr val="95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0" name="pg216">
                  <a:extLst>
                    <a:ext uri="{FF2B5EF4-FFF2-40B4-BE49-F238E27FC236}">
                      <a16:creationId xmlns:a16="http://schemas.microsoft.com/office/drawing/2014/main" id="{946A0A14-94A0-9B94-73FC-1858E420163E}"/>
                    </a:ext>
                  </a:extLst>
                </p:cNvPr>
                <p:cNvSpPr/>
                <p:nvPr/>
              </p:nvSpPr>
              <p:spPr>
                <a:xfrm>
                  <a:off x="7344676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1" name="pg217">
                  <a:extLst>
                    <a:ext uri="{FF2B5EF4-FFF2-40B4-BE49-F238E27FC236}">
                      <a16:creationId xmlns:a16="http://schemas.microsoft.com/office/drawing/2014/main" id="{D871AB23-CB9D-E731-9AE5-3A52E899CDA8}"/>
                    </a:ext>
                  </a:extLst>
                </p:cNvPr>
                <p:cNvSpPr/>
                <p:nvPr/>
              </p:nvSpPr>
              <p:spPr>
                <a:xfrm>
                  <a:off x="7380864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5E3C9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2" name="pg218">
                  <a:extLst>
                    <a:ext uri="{FF2B5EF4-FFF2-40B4-BE49-F238E27FC236}">
                      <a16:creationId xmlns:a16="http://schemas.microsoft.com/office/drawing/2014/main" id="{94478672-1791-AF72-66D2-9781331ED9AC}"/>
                    </a:ext>
                  </a:extLst>
                </p:cNvPr>
                <p:cNvSpPr/>
                <p:nvPr/>
              </p:nvSpPr>
              <p:spPr>
                <a:xfrm>
                  <a:off x="7417052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4E2C8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3" name="pg219">
                  <a:extLst>
                    <a:ext uri="{FF2B5EF4-FFF2-40B4-BE49-F238E27FC236}">
                      <a16:creationId xmlns:a16="http://schemas.microsoft.com/office/drawing/2014/main" id="{373E9554-FBB7-AF2A-E57D-40A16186E24A}"/>
                    </a:ext>
                  </a:extLst>
                </p:cNvPr>
                <p:cNvSpPr/>
                <p:nvPr/>
              </p:nvSpPr>
              <p:spPr>
                <a:xfrm>
                  <a:off x="7453240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8C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4" name="pg220">
                  <a:extLst>
                    <a:ext uri="{FF2B5EF4-FFF2-40B4-BE49-F238E27FC236}">
                      <a16:creationId xmlns:a16="http://schemas.microsoft.com/office/drawing/2014/main" id="{8517AB8E-8DDF-E5D0-060C-C1EAFD602A0A}"/>
                    </a:ext>
                  </a:extLst>
                </p:cNvPr>
                <p:cNvSpPr/>
                <p:nvPr/>
              </p:nvSpPr>
              <p:spPr>
                <a:xfrm>
                  <a:off x="7489428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5D8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5" name="pg221">
                  <a:extLst>
                    <a:ext uri="{FF2B5EF4-FFF2-40B4-BE49-F238E27FC236}">
                      <a16:creationId xmlns:a16="http://schemas.microsoft.com/office/drawing/2014/main" id="{142AFAE3-E8A6-E782-08FD-80CA1D30F72E}"/>
                    </a:ext>
                  </a:extLst>
                </p:cNvPr>
                <p:cNvSpPr/>
                <p:nvPr/>
              </p:nvSpPr>
              <p:spPr>
                <a:xfrm>
                  <a:off x="7525616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6" name="pg222">
                  <a:extLst>
                    <a:ext uri="{FF2B5EF4-FFF2-40B4-BE49-F238E27FC236}">
                      <a16:creationId xmlns:a16="http://schemas.microsoft.com/office/drawing/2014/main" id="{93012E2D-8BA1-6211-E78E-726FA0F63418}"/>
                    </a:ext>
                  </a:extLst>
                </p:cNvPr>
                <p:cNvSpPr/>
                <p:nvPr/>
              </p:nvSpPr>
              <p:spPr>
                <a:xfrm>
                  <a:off x="7561804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7" name="pg223">
                  <a:extLst>
                    <a:ext uri="{FF2B5EF4-FFF2-40B4-BE49-F238E27FC236}">
                      <a16:creationId xmlns:a16="http://schemas.microsoft.com/office/drawing/2014/main" id="{D846476C-6100-4A3F-0E4B-DA63F79AC9E1}"/>
                    </a:ext>
                  </a:extLst>
                </p:cNvPr>
                <p:cNvSpPr/>
                <p:nvPr/>
              </p:nvSpPr>
              <p:spPr>
                <a:xfrm>
                  <a:off x="7597992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8" name="pg224">
                  <a:extLst>
                    <a:ext uri="{FF2B5EF4-FFF2-40B4-BE49-F238E27FC236}">
                      <a16:creationId xmlns:a16="http://schemas.microsoft.com/office/drawing/2014/main" id="{95444DB0-01E0-2B3A-E5B2-77F6F6451D46}"/>
                    </a:ext>
                  </a:extLst>
                </p:cNvPr>
                <p:cNvSpPr/>
                <p:nvPr/>
              </p:nvSpPr>
              <p:spPr>
                <a:xfrm>
                  <a:off x="7634180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79" name="pg225">
                  <a:extLst>
                    <a:ext uri="{FF2B5EF4-FFF2-40B4-BE49-F238E27FC236}">
                      <a16:creationId xmlns:a16="http://schemas.microsoft.com/office/drawing/2014/main" id="{0FF846D4-94B3-57F5-1D9B-CCD29834D3A4}"/>
                    </a:ext>
                  </a:extLst>
                </p:cNvPr>
                <p:cNvSpPr/>
                <p:nvPr/>
              </p:nvSpPr>
              <p:spPr>
                <a:xfrm>
                  <a:off x="7778932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0" name="pg226">
                  <a:extLst>
                    <a:ext uri="{FF2B5EF4-FFF2-40B4-BE49-F238E27FC236}">
                      <a16:creationId xmlns:a16="http://schemas.microsoft.com/office/drawing/2014/main" id="{55C24C50-D9BD-B86E-D910-126F74B69EB7}"/>
                    </a:ext>
                  </a:extLst>
                </p:cNvPr>
                <p:cNvSpPr/>
                <p:nvPr/>
              </p:nvSpPr>
              <p:spPr>
                <a:xfrm>
                  <a:off x="7815120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1" name="pg227">
                  <a:extLst>
                    <a:ext uri="{FF2B5EF4-FFF2-40B4-BE49-F238E27FC236}">
                      <a16:creationId xmlns:a16="http://schemas.microsoft.com/office/drawing/2014/main" id="{86C53248-6944-347E-7356-142D320FB6B2}"/>
                    </a:ext>
                  </a:extLst>
                </p:cNvPr>
                <p:cNvSpPr/>
                <p:nvPr/>
              </p:nvSpPr>
              <p:spPr>
                <a:xfrm>
                  <a:off x="7851308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2" name="pg228">
                  <a:extLst>
                    <a:ext uri="{FF2B5EF4-FFF2-40B4-BE49-F238E27FC236}">
                      <a16:creationId xmlns:a16="http://schemas.microsoft.com/office/drawing/2014/main" id="{225AD6E7-6FF5-D087-61F7-0001B84A67DC}"/>
                    </a:ext>
                  </a:extLst>
                </p:cNvPr>
                <p:cNvSpPr/>
                <p:nvPr/>
              </p:nvSpPr>
              <p:spPr>
                <a:xfrm>
                  <a:off x="7887496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3" name="pg229">
                  <a:extLst>
                    <a:ext uri="{FF2B5EF4-FFF2-40B4-BE49-F238E27FC236}">
                      <a16:creationId xmlns:a16="http://schemas.microsoft.com/office/drawing/2014/main" id="{C7AE5B03-131C-EA0F-384E-2981EF033B00}"/>
                    </a:ext>
                  </a:extLst>
                </p:cNvPr>
                <p:cNvSpPr/>
                <p:nvPr/>
              </p:nvSpPr>
              <p:spPr>
                <a:xfrm>
                  <a:off x="7923684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4" name="pg230">
                  <a:extLst>
                    <a:ext uri="{FF2B5EF4-FFF2-40B4-BE49-F238E27FC236}">
                      <a16:creationId xmlns:a16="http://schemas.microsoft.com/office/drawing/2014/main" id="{69098D33-4C2E-6110-1B05-97A7D4737FA0}"/>
                    </a:ext>
                  </a:extLst>
                </p:cNvPr>
                <p:cNvSpPr/>
                <p:nvPr/>
              </p:nvSpPr>
              <p:spPr>
                <a:xfrm>
                  <a:off x="7959872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5" name="pg231">
                  <a:extLst>
                    <a:ext uri="{FF2B5EF4-FFF2-40B4-BE49-F238E27FC236}">
                      <a16:creationId xmlns:a16="http://schemas.microsoft.com/office/drawing/2014/main" id="{E26B5EBE-E0AA-F3A4-CB69-56BF8CD9FF82}"/>
                    </a:ext>
                  </a:extLst>
                </p:cNvPr>
                <p:cNvSpPr/>
                <p:nvPr/>
              </p:nvSpPr>
              <p:spPr>
                <a:xfrm>
                  <a:off x="7996059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6" name="pg232">
                  <a:extLst>
                    <a:ext uri="{FF2B5EF4-FFF2-40B4-BE49-F238E27FC236}">
                      <a16:creationId xmlns:a16="http://schemas.microsoft.com/office/drawing/2014/main" id="{45071259-1F2F-598E-C038-8F0D4F4286E7}"/>
                    </a:ext>
                  </a:extLst>
                </p:cNvPr>
                <p:cNvSpPr/>
                <p:nvPr/>
              </p:nvSpPr>
              <p:spPr>
                <a:xfrm>
                  <a:off x="8032248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7" name="pg233">
                  <a:extLst>
                    <a:ext uri="{FF2B5EF4-FFF2-40B4-BE49-F238E27FC236}">
                      <a16:creationId xmlns:a16="http://schemas.microsoft.com/office/drawing/2014/main" id="{8C7714DE-DA3C-230A-22F8-878238CA8010}"/>
                    </a:ext>
                  </a:extLst>
                </p:cNvPr>
                <p:cNvSpPr/>
                <p:nvPr/>
              </p:nvSpPr>
              <p:spPr>
                <a:xfrm>
                  <a:off x="8068436" y="515078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8" name="pg234">
                  <a:extLst>
                    <a:ext uri="{FF2B5EF4-FFF2-40B4-BE49-F238E27FC236}">
                      <a16:creationId xmlns:a16="http://schemas.microsoft.com/office/drawing/2014/main" id="{D370CAA1-CBC2-3F77-8E83-452E296B8BD3}"/>
                    </a:ext>
                  </a:extLst>
                </p:cNvPr>
                <p:cNvSpPr/>
                <p:nvPr/>
              </p:nvSpPr>
              <p:spPr>
                <a:xfrm>
                  <a:off x="7163737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AE4CB">
                    <a:alpha val="100000"/>
                  </a:srgbClr>
                </a:solidFill>
                <a:ln w="5420" cap="flat">
                  <a:solidFill>
                    <a:srgbClr val="98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89" name="pg235">
                  <a:extLst>
                    <a:ext uri="{FF2B5EF4-FFF2-40B4-BE49-F238E27FC236}">
                      <a16:creationId xmlns:a16="http://schemas.microsoft.com/office/drawing/2014/main" id="{E9335937-D492-52F1-AEC0-18DE270D70D0}"/>
                    </a:ext>
                  </a:extLst>
                </p:cNvPr>
                <p:cNvSpPr/>
                <p:nvPr/>
              </p:nvSpPr>
              <p:spPr>
                <a:xfrm>
                  <a:off x="7199924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0" name="pg236">
                  <a:extLst>
                    <a:ext uri="{FF2B5EF4-FFF2-40B4-BE49-F238E27FC236}">
                      <a16:creationId xmlns:a16="http://schemas.microsoft.com/office/drawing/2014/main" id="{5BD4A58E-5B00-80EC-AC0B-263FC8BEF6E2}"/>
                    </a:ext>
                  </a:extLst>
                </p:cNvPr>
                <p:cNvSpPr/>
                <p:nvPr/>
              </p:nvSpPr>
              <p:spPr>
                <a:xfrm>
                  <a:off x="7236112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1" name="pg237">
                  <a:extLst>
                    <a:ext uri="{FF2B5EF4-FFF2-40B4-BE49-F238E27FC236}">
                      <a16:creationId xmlns:a16="http://schemas.microsoft.com/office/drawing/2014/main" id="{E15E93DF-C170-B715-1CAD-748F2E056B22}"/>
                    </a:ext>
                  </a:extLst>
                </p:cNvPr>
                <p:cNvSpPr/>
                <p:nvPr/>
              </p:nvSpPr>
              <p:spPr>
                <a:xfrm>
                  <a:off x="7272301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2" name="pg238">
                  <a:extLst>
                    <a:ext uri="{FF2B5EF4-FFF2-40B4-BE49-F238E27FC236}">
                      <a16:creationId xmlns:a16="http://schemas.microsoft.com/office/drawing/2014/main" id="{7EF8B050-061C-BFE2-9C80-600F71869A51}"/>
                    </a:ext>
                  </a:extLst>
                </p:cNvPr>
                <p:cNvSpPr/>
                <p:nvPr/>
              </p:nvSpPr>
              <p:spPr>
                <a:xfrm>
                  <a:off x="7308489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3" name="pg239">
                  <a:extLst>
                    <a:ext uri="{FF2B5EF4-FFF2-40B4-BE49-F238E27FC236}">
                      <a16:creationId xmlns:a16="http://schemas.microsoft.com/office/drawing/2014/main" id="{378F5100-B858-B438-2D57-306E928D7F15}"/>
                    </a:ext>
                  </a:extLst>
                </p:cNvPr>
                <p:cNvSpPr/>
                <p:nvPr/>
              </p:nvSpPr>
              <p:spPr>
                <a:xfrm>
                  <a:off x="7344676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4" name="pg240">
                  <a:extLst>
                    <a:ext uri="{FF2B5EF4-FFF2-40B4-BE49-F238E27FC236}">
                      <a16:creationId xmlns:a16="http://schemas.microsoft.com/office/drawing/2014/main" id="{8286711E-6831-50BF-C9FC-8BF77090D4D2}"/>
                    </a:ext>
                  </a:extLst>
                </p:cNvPr>
                <p:cNvSpPr/>
                <p:nvPr/>
              </p:nvSpPr>
              <p:spPr>
                <a:xfrm>
                  <a:off x="7380864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5" name="pg241">
                  <a:extLst>
                    <a:ext uri="{FF2B5EF4-FFF2-40B4-BE49-F238E27FC236}">
                      <a16:creationId xmlns:a16="http://schemas.microsoft.com/office/drawing/2014/main" id="{CCE3FAEF-6291-14F6-D9EF-98AB6243616B}"/>
                    </a:ext>
                  </a:extLst>
                </p:cNvPr>
                <p:cNvSpPr/>
                <p:nvPr/>
              </p:nvSpPr>
              <p:spPr>
                <a:xfrm>
                  <a:off x="7417052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9E4CB">
                    <a:alpha val="100000"/>
                  </a:srgbClr>
                </a:solidFill>
                <a:ln w="5420" cap="flat">
                  <a:solidFill>
                    <a:srgbClr val="96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6" name="pg242">
                  <a:extLst>
                    <a:ext uri="{FF2B5EF4-FFF2-40B4-BE49-F238E27FC236}">
                      <a16:creationId xmlns:a16="http://schemas.microsoft.com/office/drawing/2014/main" id="{79113208-03A5-7A8F-985F-F3EE3DFF2E8C}"/>
                    </a:ext>
                  </a:extLst>
                </p:cNvPr>
                <p:cNvSpPr/>
                <p:nvPr/>
              </p:nvSpPr>
              <p:spPr>
                <a:xfrm>
                  <a:off x="7453240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7" name="pg243">
                  <a:extLst>
                    <a:ext uri="{FF2B5EF4-FFF2-40B4-BE49-F238E27FC236}">
                      <a16:creationId xmlns:a16="http://schemas.microsoft.com/office/drawing/2014/main" id="{5260D0E2-A1A5-1862-1DC3-C885B13939AD}"/>
                    </a:ext>
                  </a:extLst>
                </p:cNvPr>
                <p:cNvSpPr/>
                <p:nvPr/>
              </p:nvSpPr>
              <p:spPr>
                <a:xfrm>
                  <a:off x="7489428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6">
                    <a:alpha val="100000"/>
                  </a:srgbClr>
                </a:solidFill>
                <a:ln w="5420" cap="flat">
                  <a:solidFill>
                    <a:srgbClr val="89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8" name="pg244">
                  <a:extLst>
                    <a:ext uri="{FF2B5EF4-FFF2-40B4-BE49-F238E27FC236}">
                      <a16:creationId xmlns:a16="http://schemas.microsoft.com/office/drawing/2014/main" id="{C00B7864-F095-7B58-AD82-0CFA3794B086}"/>
                    </a:ext>
                  </a:extLst>
                </p:cNvPr>
                <p:cNvSpPr/>
                <p:nvPr/>
              </p:nvSpPr>
              <p:spPr>
                <a:xfrm>
                  <a:off x="7525616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5D8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699" name="pg245">
                  <a:extLst>
                    <a:ext uri="{FF2B5EF4-FFF2-40B4-BE49-F238E27FC236}">
                      <a16:creationId xmlns:a16="http://schemas.microsoft.com/office/drawing/2014/main" id="{C7260A3E-4395-753C-4941-EA5207749164}"/>
                    </a:ext>
                  </a:extLst>
                </p:cNvPr>
                <p:cNvSpPr/>
                <p:nvPr/>
              </p:nvSpPr>
              <p:spPr>
                <a:xfrm>
                  <a:off x="7561804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0" name="pg246">
                  <a:extLst>
                    <a:ext uri="{FF2B5EF4-FFF2-40B4-BE49-F238E27FC236}">
                      <a16:creationId xmlns:a16="http://schemas.microsoft.com/office/drawing/2014/main" id="{C5524114-14AA-5613-CB96-E1BFF0CBE3F0}"/>
                    </a:ext>
                  </a:extLst>
                </p:cNvPr>
                <p:cNvSpPr/>
                <p:nvPr/>
              </p:nvSpPr>
              <p:spPr>
                <a:xfrm>
                  <a:off x="7597992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1" name="pg247">
                  <a:extLst>
                    <a:ext uri="{FF2B5EF4-FFF2-40B4-BE49-F238E27FC236}">
                      <a16:creationId xmlns:a16="http://schemas.microsoft.com/office/drawing/2014/main" id="{049B731E-56E4-3CF4-5602-CBF79475FBE3}"/>
                    </a:ext>
                  </a:extLst>
                </p:cNvPr>
                <p:cNvSpPr/>
                <p:nvPr/>
              </p:nvSpPr>
              <p:spPr>
                <a:xfrm>
                  <a:off x="7634180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2" name="pg248">
                  <a:extLst>
                    <a:ext uri="{FF2B5EF4-FFF2-40B4-BE49-F238E27FC236}">
                      <a16:creationId xmlns:a16="http://schemas.microsoft.com/office/drawing/2014/main" id="{3E1B7851-84C7-FEFF-D20F-406DCC85C0D6}"/>
                    </a:ext>
                  </a:extLst>
                </p:cNvPr>
                <p:cNvSpPr/>
                <p:nvPr/>
              </p:nvSpPr>
              <p:spPr>
                <a:xfrm>
                  <a:off x="7670368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3" name="pg249">
                  <a:extLst>
                    <a:ext uri="{FF2B5EF4-FFF2-40B4-BE49-F238E27FC236}">
                      <a16:creationId xmlns:a16="http://schemas.microsoft.com/office/drawing/2014/main" id="{5DF6FE16-2000-6F41-B996-DCA46DCD3DA5}"/>
                    </a:ext>
                  </a:extLst>
                </p:cNvPr>
                <p:cNvSpPr/>
                <p:nvPr/>
              </p:nvSpPr>
              <p:spPr>
                <a:xfrm>
                  <a:off x="7815120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8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4" name="pg250">
                  <a:extLst>
                    <a:ext uri="{FF2B5EF4-FFF2-40B4-BE49-F238E27FC236}">
                      <a16:creationId xmlns:a16="http://schemas.microsoft.com/office/drawing/2014/main" id="{0D3568FC-F00E-F75A-E3AB-9796D137FA5C}"/>
                    </a:ext>
                  </a:extLst>
                </p:cNvPr>
                <p:cNvSpPr/>
                <p:nvPr/>
              </p:nvSpPr>
              <p:spPr>
                <a:xfrm>
                  <a:off x="7851308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5" name="pg251">
                  <a:extLst>
                    <a:ext uri="{FF2B5EF4-FFF2-40B4-BE49-F238E27FC236}">
                      <a16:creationId xmlns:a16="http://schemas.microsoft.com/office/drawing/2014/main" id="{33F8C1FB-24A6-5563-237A-63690E01B52F}"/>
                    </a:ext>
                  </a:extLst>
                </p:cNvPr>
                <p:cNvSpPr/>
                <p:nvPr/>
              </p:nvSpPr>
              <p:spPr>
                <a:xfrm>
                  <a:off x="7887496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6" name="pg252">
                  <a:extLst>
                    <a:ext uri="{FF2B5EF4-FFF2-40B4-BE49-F238E27FC236}">
                      <a16:creationId xmlns:a16="http://schemas.microsoft.com/office/drawing/2014/main" id="{CA8B7519-526F-F7BA-612C-8A8C77891571}"/>
                    </a:ext>
                  </a:extLst>
                </p:cNvPr>
                <p:cNvSpPr/>
                <p:nvPr/>
              </p:nvSpPr>
              <p:spPr>
                <a:xfrm>
                  <a:off x="7923684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7" name="pg253">
                  <a:extLst>
                    <a:ext uri="{FF2B5EF4-FFF2-40B4-BE49-F238E27FC236}">
                      <a16:creationId xmlns:a16="http://schemas.microsoft.com/office/drawing/2014/main" id="{7D4D9AA0-7B69-9CC6-8198-8E64B1351793}"/>
                    </a:ext>
                  </a:extLst>
                </p:cNvPr>
                <p:cNvSpPr/>
                <p:nvPr/>
              </p:nvSpPr>
              <p:spPr>
                <a:xfrm>
                  <a:off x="7959872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8" name="pg254">
                  <a:extLst>
                    <a:ext uri="{FF2B5EF4-FFF2-40B4-BE49-F238E27FC236}">
                      <a16:creationId xmlns:a16="http://schemas.microsoft.com/office/drawing/2014/main" id="{4028B361-BA1A-8F90-A763-E313A1BE4659}"/>
                    </a:ext>
                  </a:extLst>
                </p:cNvPr>
                <p:cNvSpPr/>
                <p:nvPr/>
              </p:nvSpPr>
              <p:spPr>
                <a:xfrm>
                  <a:off x="7996059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09" name="pg255">
                  <a:extLst>
                    <a:ext uri="{FF2B5EF4-FFF2-40B4-BE49-F238E27FC236}">
                      <a16:creationId xmlns:a16="http://schemas.microsoft.com/office/drawing/2014/main" id="{74695B3C-91EB-C631-44CA-BB0003D11832}"/>
                    </a:ext>
                  </a:extLst>
                </p:cNvPr>
                <p:cNvSpPr/>
                <p:nvPr/>
              </p:nvSpPr>
              <p:spPr>
                <a:xfrm>
                  <a:off x="8032248" y="5196697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0" name="pg256">
                  <a:extLst>
                    <a:ext uri="{FF2B5EF4-FFF2-40B4-BE49-F238E27FC236}">
                      <a16:creationId xmlns:a16="http://schemas.microsoft.com/office/drawing/2014/main" id="{3AAF5666-E57E-651E-F978-B5917C931AE4}"/>
                    </a:ext>
                  </a:extLst>
                </p:cNvPr>
                <p:cNvSpPr/>
                <p:nvPr/>
              </p:nvSpPr>
              <p:spPr>
                <a:xfrm>
                  <a:off x="7163737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1" name="pg257">
                  <a:extLst>
                    <a:ext uri="{FF2B5EF4-FFF2-40B4-BE49-F238E27FC236}">
                      <a16:creationId xmlns:a16="http://schemas.microsoft.com/office/drawing/2014/main" id="{2FDAAFBF-1E53-F537-0968-E75B26DDD578}"/>
                    </a:ext>
                  </a:extLst>
                </p:cNvPr>
                <p:cNvSpPr/>
                <p:nvPr/>
              </p:nvSpPr>
              <p:spPr>
                <a:xfrm>
                  <a:off x="7199924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2" name="pg258">
                  <a:extLst>
                    <a:ext uri="{FF2B5EF4-FFF2-40B4-BE49-F238E27FC236}">
                      <a16:creationId xmlns:a16="http://schemas.microsoft.com/office/drawing/2014/main" id="{BCAAF9B3-800C-314A-F26C-4A8C2F377231}"/>
                    </a:ext>
                  </a:extLst>
                </p:cNvPr>
                <p:cNvSpPr/>
                <p:nvPr/>
              </p:nvSpPr>
              <p:spPr>
                <a:xfrm>
                  <a:off x="7236112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3" name="pg259">
                  <a:extLst>
                    <a:ext uri="{FF2B5EF4-FFF2-40B4-BE49-F238E27FC236}">
                      <a16:creationId xmlns:a16="http://schemas.microsoft.com/office/drawing/2014/main" id="{A109B549-AFBB-55E0-CC37-9651F2CC58D1}"/>
                    </a:ext>
                  </a:extLst>
                </p:cNvPr>
                <p:cNvSpPr/>
                <p:nvPr/>
              </p:nvSpPr>
              <p:spPr>
                <a:xfrm>
                  <a:off x="7272301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4" name="pg260">
                  <a:extLst>
                    <a:ext uri="{FF2B5EF4-FFF2-40B4-BE49-F238E27FC236}">
                      <a16:creationId xmlns:a16="http://schemas.microsoft.com/office/drawing/2014/main" id="{C4FA9452-BE67-9DB3-3DB9-1CAF741ADCE3}"/>
                    </a:ext>
                  </a:extLst>
                </p:cNvPr>
                <p:cNvSpPr/>
                <p:nvPr/>
              </p:nvSpPr>
              <p:spPr>
                <a:xfrm>
                  <a:off x="7308489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5" name="pg261">
                  <a:extLst>
                    <a:ext uri="{FF2B5EF4-FFF2-40B4-BE49-F238E27FC236}">
                      <a16:creationId xmlns:a16="http://schemas.microsoft.com/office/drawing/2014/main" id="{11EB9D77-9217-F8CB-C82E-BFE902244CA4}"/>
                    </a:ext>
                  </a:extLst>
                </p:cNvPr>
                <p:cNvSpPr/>
                <p:nvPr/>
              </p:nvSpPr>
              <p:spPr>
                <a:xfrm>
                  <a:off x="7344676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6" name="pg262">
                  <a:extLst>
                    <a:ext uri="{FF2B5EF4-FFF2-40B4-BE49-F238E27FC236}">
                      <a16:creationId xmlns:a16="http://schemas.microsoft.com/office/drawing/2014/main" id="{693B8E11-1B13-C7E7-11A5-D5D17EEC61EF}"/>
                    </a:ext>
                  </a:extLst>
                </p:cNvPr>
                <p:cNvSpPr/>
                <p:nvPr/>
              </p:nvSpPr>
              <p:spPr>
                <a:xfrm>
                  <a:off x="7380864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7" name="pg263">
                  <a:extLst>
                    <a:ext uri="{FF2B5EF4-FFF2-40B4-BE49-F238E27FC236}">
                      <a16:creationId xmlns:a16="http://schemas.microsoft.com/office/drawing/2014/main" id="{92D6A791-7EB2-AEA5-D781-4EBC1FED9D39}"/>
                    </a:ext>
                  </a:extLst>
                </p:cNvPr>
                <p:cNvSpPr/>
                <p:nvPr/>
              </p:nvSpPr>
              <p:spPr>
                <a:xfrm>
                  <a:off x="7417052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8" name="pg264">
                  <a:extLst>
                    <a:ext uri="{FF2B5EF4-FFF2-40B4-BE49-F238E27FC236}">
                      <a16:creationId xmlns:a16="http://schemas.microsoft.com/office/drawing/2014/main" id="{C1913597-A55F-7279-4B71-547EA4AC4BF9}"/>
                    </a:ext>
                  </a:extLst>
                </p:cNvPr>
                <p:cNvSpPr/>
                <p:nvPr/>
              </p:nvSpPr>
              <p:spPr>
                <a:xfrm>
                  <a:off x="7453240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9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19" name="pg265">
                  <a:extLst>
                    <a:ext uri="{FF2B5EF4-FFF2-40B4-BE49-F238E27FC236}">
                      <a16:creationId xmlns:a16="http://schemas.microsoft.com/office/drawing/2014/main" id="{3D908792-B788-4917-B393-9F97E5890BBD}"/>
                    </a:ext>
                  </a:extLst>
                </p:cNvPr>
                <p:cNvSpPr/>
                <p:nvPr/>
              </p:nvSpPr>
              <p:spPr>
                <a:xfrm>
                  <a:off x="7489428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3E2C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0" name="pg266">
                  <a:extLst>
                    <a:ext uri="{FF2B5EF4-FFF2-40B4-BE49-F238E27FC236}">
                      <a16:creationId xmlns:a16="http://schemas.microsoft.com/office/drawing/2014/main" id="{AC760A9B-C0EA-FD11-B9E5-9A4CD86A2A2D}"/>
                    </a:ext>
                  </a:extLst>
                </p:cNvPr>
                <p:cNvSpPr/>
                <p:nvPr/>
              </p:nvSpPr>
              <p:spPr>
                <a:xfrm>
                  <a:off x="7525616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1" name="pg267">
                  <a:extLst>
                    <a:ext uri="{FF2B5EF4-FFF2-40B4-BE49-F238E27FC236}">
                      <a16:creationId xmlns:a16="http://schemas.microsoft.com/office/drawing/2014/main" id="{185675EB-FDD6-3774-D912-1F71319BB2BE}"/>
                    </a:ext>
                  </a:extLst>
                </p:cNvPr>
                <p:cNvSpPr/>
                <p:nvPr/>
              </p:nvSpPr>
              <p:spPr>
                <a:xfrm>
                  <a:off x="7561804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DFC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2" name="pg268">
                  <a:extLst>
                    <a:ext uri="{FF2B5EF4-FFF2-40B4-BE49-F238E27FC236}">
                      <a16:creationId xmlns:a16="http://schemas.microsoft.com/office/drawing/2014/main" id="{EA42F905-F4B9-1EC1-2070-C37DFBF89639}"/>
                    </a:ext>
                  </a:extLst>
                </p:cNvPr>
                <p:cNvSpPr/>
                <p:nvPr/>
              </p:nvSpPr>
              <p:spPr>
                <a:xfrm>
                  <a:off x="7597992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3" name="pg269">
                  <a:extLst>
                    <a:ext uri="{FF2B5EF4-FFF2-40B4-BE49-F238E27FC236}">
                      <a16:creationId xmlns:a16="http://schemas.microsoft.com/office/drawing/2014/main" id="{1CCB8620-D25F-810B-841F-AAC325080DAE}"/>
                    </a:ext>
                  </a:extLst>
                </p:cNvPr>
                <p:cNvSpPr/>
                <p:nvPr/>
              </p:nvSpPr>
              <p:spPr>
                <a:xfrm>
                  <a:off x="7634180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4" name="pg270">
                  <a:extLst>
                    <a:ext uri="{FF2B5EF4-FFF2-40B4-BE49-F238E27FC236}">
                      <a16:creationId xmlns:a16="http://schemas.microsoft.com/office/drawing/2014/main" id="{98D52A96-7BA7-AF38-4683-17731C0FB2B5}"/>
                    </a:ext>
                  </a:extLst>
                </p:cNvPr>
                <p:cNvSpPr/>
                <p:nvPr/>
              </p:nvSpPr>
              <p:spPr>
                <a:xfrm>
                  <a:off x="7670368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5" name="pg271">
                  <a:extLst>
                    <a:ext uri="{FF2B5EF4-FFF2-40B4-BE49-F238E27FC236}">
                      <a16:creationId xmlns:a16="http://schemas.microsoft.com/office/drawing/2014/main" id="{29AA8864-CEC0-BCDE-05A8-D594DC00CF17}"/>
                    </a:ext>
                  </a:extLst>
                </p:cNvPr>
                <p:cNvSpPr/>
                <p:nvPr/>
              </p:nvSpPr>
              <p:spPr>
                <a:xfrm>
                  <a:off x="7815120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6" name="pg272">
                  <a:extLst>
                    <a:ext uri="{FF2B5EF4-FFF2-40B4-BE49-F238E27FC236}">
                      <a16:creationId xmlns:a16="http://schemas.microsoft.com/office/drawing/2014/main" id="{299977EF-DC47-A203-A0D4-8B7324523EEE}"/>
                    </a:ext>
                  </a:extLst>
                </p:cNvPr>
                <p:cNvSpPr/>
                <p:nvPr/>
              </p:nvSpPr>
              <p:spPr>
                <a:xfrm>
                  <a:off x="7851308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7" name="pg273">
                  <a:extLst>
                    <a:ext uri="{FF2B5EF4-FFF2-40B4-BE49-F238E27FC236}">
                      <a16:creationId xmlns:a16="http://schemas.microsoft.com/office/drawing/2014/main" id="{C5764061-6870-95A7-DF8F-651EFCAA7F18}"/>
                    </a:ext>
                  </a:extLst>
                </p:cNvPr>
                <p:cNvSpPr/>
                <p:nvPr/>
              </p:nvSpPr>
              <p:spPr>
                <a:xfrm>
                  <a:off x="7887496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8" name="pg274">
                  <a:extLst>
                    <a:ext uri="{FF2B5EF4-FFF2-40B4-BE49-F238E27FC236}">
                      <a16:creationId xmlns:a16="http://schemas.microsoft.com/office/drawing/2014/main" id="{46B1B483-0DB2-59E8-158D-40A8D9FBA331}"/>
                    </a:ext>
                  </a:extLst>
                </p:cNvPr>
                <p:cNvSpPr/>
                <p:nvPr/>
              </p:nvSpPr>
              <p:spPr>
                <a:xfrm>
                  <a:off x="7923684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29" name="pg275">
                  <a:extLst>
                    <a:ext uri="{FF2B5EF4-FFF2-40B4-BE49-F238E27FC236}">
                      <a16:creationId xmlns:a16="http://schemas.microsoft.com/office/drawing/2014/main" id="{44183199-8DF6-30BD-09FE-7A574DD754D8}"/>
                    </a:ext>
                  </a:extLst>
                </p:cNvPr>
                <p:cNvSpPr/>
                <p:nvPr/>
              </p:nvSpPr>
              <p:spPr>
                <a:xfrm>
                  <a:off x="7959872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0" name="pg276">
                  <a:extLst>
                    <a:ext uri="{FF2B5EF4-FFF2-40B4-BE49-F238E27FC236}">
                      <a16:creationId xmlns:a16="http://schemas.microsoft.com/office/drawing/2014/main" id="{E9263C6E-518C-374D-07D4-80FFAD665E1B}"/>
                    </a:ext>
                  </a:extLst>
                </p:cNvPr>
                <p:cNvSpPr/>
                <p:nvPr/>
              </p:nvSpPr>
              <p:spPr>
                <a:xfrm>
                  <a:off x="7996059" y="524260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1" name="pg277">
                  <a:extLst>
                    <a:ext uri="{FF2B5EF4-FFF2-40B4-BE49-F238E27FC236}">
                      <a16:creationId xmlns:a16="http://schemas.microsoft.com/office/drawing/2014/main" id="{672DE8B9-65BA-BC9F-80B0-6ED4A914D2DB}"/>
                    </a:ext>
                  </a:extLst>
                </p:cNvPr>
                <p:cNvSpPr/>
                <p:nvPr/>
              </p:nvSpPr>
              <p:spPr>
                <a:xfrm>
                  <a:off x="7127549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2" name="pg278">
                  <a:extLst>
                    <a:ext uri="{FF2B5EF4-FFF2-40B4-BE49-F238E27FC236}">
                      <a16:creationId xmlns:a16="http://schemas.microsoft.com/office/drawing/2014/main" id="{0500CFDF-2614-AD6C-F487-17AF392A47A5}"/>
                    </a:ext>
                  </a:extLst>
                </p:cNvPr>
                <p:cNvSpPr/>
                <p:nvPr/>
              </p:nvSpPr>
              <p:spPr>
                <a:xfrm>
                  <a:off x="7163737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3" name="pg279">
                  <a:extLst>
                    <a:ext uri="{FF2B5EF4-FFF2-40B4-BE49-F238E27FC236}">
                      <a16:creationId xmlns:a16="http://schemas.microsoft.com/office/drawing/2014/main" id="{AEFF9CDC-C9A2-85D8-E9A2-521E7384674A}"/>
                    </a:ext>
                  </a:extLst>
                </p:cNvPr>
                <p:cNvSpPr/>
                <p:nvPr/>
              </p:nvSpPr>
              <p:spPr>
                <a:xfrm>
                  <a:off x="7199924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4" name="pg280">
                  <a:extLst>
                    <a:ext uri="{FF2B5EF4-FFF2-40B4-BE49-F238E27FC236}">
                      <a16:creationId xmlns:a16="http://schemas.microsoft.com/office/drawing/2014/main" id="{9D2DCCE1-B378-F085-97AA-186E04857A48}"/>
                    </a:ext>
                  </a:extLst>
                </p:cNvPr>
                <p:cNvSpPr/>
                <p:nvPr/>
              </p:nvSpPr>
              <p:spPr>
                <a:xfrm>
                  <a:off x="7236112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5" name="pg281">
                  <a:extLst>
                    <a:ext uri="{FF2B5EF4-FFF2-40B4-BE49-F238E27FC236}">
                      <a16:creationId xmlns:a16="http://schemas.microsoft.com/office/drawing/2014/main" id="{9BB70060-2C4D-1AD0-41C9-8C206CF6BD9C}"/>
                    </a:ext>
                  </a:extLst>
                </p:cNvPr>
                <p:cNvSpPr/>
                <p:nvPr/>
              </p:nvSpPr>
              <p:spPr>
                <a:xfrm>
                  <a:off x="7272301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6" name="pg282">
                  <a:extLst>
                    <a:ext uri="{FF2B5EF4-FFF2-40B4-BE49-F238E27FC236}">
                      <a16:creationId xmlns:a16="http://schemas.microsoft.com/office/drawing/2014/main" id="{71A7C75F-4371-D027-E044-25E758A1B409}"/>
                    </a:ext>
                  </a:extLst>
                </p:cNvPr>
                <p:cNvSpPr/>
                <p:nvPr/>
              </p:nvSpPr>
              <p:spPr>
                <a:xfrm>
                  <a:off x="7308489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7" name="pg283">
                  <a:extLst>
                    <a:ext uri="{FF2B5EF4-FFF2-40B4-BE49-F238E27FC236}">
                      <a16:creationId xmlns:a16="http://schemas.microsoft.com/office/drawing/2014/main" id="{A7FA44C7-813A-77BE-7304-6F248AA701DB}"/>
                    </a:ext>
                  </a:extLst>
                </p:cNvPr>
                <p:cNvSpPr/>
                <p:nvPr/>
              </p:nvSpPr>
              <p:spPr>
                <a:xfrm>
                  <a:off x="7344676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8" name="pg284">
                  <a:extLst>
                    <a:ext uri="{FF2B5EF4-FFF2-40B4-BE49-F238E27FC236}">
                      <a16:creationId xmlns:a16="http://schemas.microsoft.com/office/drawing/2014/main" id="{434D7AB4-7B79-3881-4445-E0823D5B82A0}"/>
                    </a:ext>
                  </a:extLst>
                </p:cNvPr>
                <p:cNvSpPr/>
                <p:nvPr/>
              </p:nvSpPr>
              <p:spPr>
                <a:xfrm>
                  <a:off x="7380864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39" name="pg285">
                  <a:extLst>
                    <a:ext uri="{FF2B5EF4-FFF2-40B4-BE49-F238E27FC236}">
                      <a16:creationId xmlns:a16="http://schemas.microsoft.com/office/drawing/2014/main" id="{28B07BCC-6977-5FFC-F1E9-7EFF63D42E4F}"/>
                    </a:ext>
                  </a:extLst>
                </p:cNvPr>
                <p:cNvSpPr/>
                <p:nvPr/>
              </p:nvSpPr>
              <p:spPr>
                <a:xfrm>
                  <a:off x="7417052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0" name="pg286">
                  <a:extLst>
                    <a:ext uri="{FF2B5EF4-FFF2-40B4-BE49-F238E27FC236}">
                      <a16:creationId xmlns:a16="http://schemas.microsoft.com/office/drawing/2014/main" id="{CE01C715-F9E8-C99A-7E6E-56FC19EC9148}"/>
                    </a:ext>
                  </a:extLst>
                </p:cNvPr>
                <p:cNvSpPr/>
                <p:nvPr/>
              </p:nvSpPr>
              <p:spPr>
                <a:xfrm>
                  <a:off x="7453240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1" name="pg287">
                  <a:extLst>
                    <a:ext uri="{FF2B5EF4-FFF2-40B4-BE49-F238E27FC236}">
                      <a16:creationId xmlns:a16="http://schemas.microsoft.com/office/drawing/2014/main" id="{BAE8A5BD-0C11-EF6F-AD12-7E91B78F4B61}"/>
                    </a:ext>
                  </a:extLst>
                </p:cNvPr>
                <p:cNvSpPr/>
                <p:nvPr/>
              </p:nvSpPr>
              <p:spPr>
                <a:xfrm>
                  <a:off x="7489428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5E3C9">
                    <a:alpha val="100000"/>
                  </a:srgbClr>
                </a:solidFill>
                <a:ln w="5420" cap="flat">
                  <a:solidFill>
                    <a:srgbClr val="91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2" name="pg288">
                  <a:extLst>
                    <a:ext uri="{FF2B5EF4-FFF2-40B4-BE49-F238E27FC236}">
                      <a16:creationId xmlns:a16="http://schemas.microsoft.com/office/drawing/2014/main" id="{269346B8-0338-32D0-13E3-165A8F52564F}"/>
                    </a:ext>
                  </a:extLst>
                </p:cNvPr>
                <p:cNvSpPr/>
                <p:nvPr/>
              </p:nvSpPr>
              <p:spPr>
                <a:xfrm>
                  <a:off x="7525616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3" name="pg289">
                  <a:extLst>
                    <a:ext uri="{FF2B5EF4-FFF2-40B4-BE49-F238E27FC236}">
                      <a16:creationId xmlns:a16="http://schemas.microsoft.com/office/drawing/2014/main" id="{3FF3A3E3-C96D-2583-D836-A817579FB65B}"/>
                    </a:ext>
                  </a:extLst>
                </p:cNvPr>
                <p:cNvSpPr/>
                <p:nvPr/>
              </p:nvSpPr>
              <p:spPr>
                <a:xfrm>
                  <a:off x="7561804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5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4" name="pg290">
                  <a:extLst>
                    <a:ext uri="{FF2B5EF4-FFF2-40B4-BE49-F238E27FC236}">
                      <a16:creationId xmlns:a16="http://schemas.microsoft.com/office/drawing/2014/main" id="{28C0CBF0-E065-0207-AA14-E9DCC4B89C6E}"/>
                    </a:ext>
                  </a:extLst>
                </p:cNvPr>
                <p:cNvSpPr/>
                <p:nvPr/>
              </p:nvSpPr>
              <p:spPr>
                <a:xfrm>
                  <a:off x="7597992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5" name="pg291">
                  <a:extLst>
                    <a:ext uri="{FF2B5EF4-FFF2-40B4-BE49-F238E27FC236}">
                      <a16:creationId xmlns:a16="http://schemas.microsoft.com/office/drawing/2014/main" id="{8DBFFBEF-98FC-F1EC-10CA-DE3470F4269C}"/>
                    </a:ext>
                  </a:extLst>
                </p:cNvPr>
                <p:cNvSpPr/>
                <p:nvPr/>
              </p:nvSpPr>
              <p:spPr>
                <a:xfrm>
                  <a:off x="7634180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6" name="pg292">
                  <a:extLst>
                    <a:ext uri="{FF2B5EF4-FFF2-40B4-BE49-F238E27FC236}">
                      <a16:creationId xmlns:a16="http://schemas.microsoft.com/office/drawing/2014/main" id="{7366E934-7285-F39B-FEC4-868D33B290E0}"/>
                    </a:ext>
                  </a:extLst>
                </p:cNvPr>
                <p:cNvSpPr/>
                <p:nvPr/>
              </p:nvSpPr>
              <p:spPr>
                <a:xfrm>
                  <a:off x="7670368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7" name="pg293">
                  <a:extLst>
                    <a:ext uri="{FF2B5EF4-FFF2-40B4-BE49-F238E27FC236}">
                      <a16:creationId xmlns:a16="http://schemas.microsoft.com/office/drawing/2014/main" id="{94C15902-255A-E71B-69BD-B741CD978FA9}"/>
                    </a:ext>
                  </a:extLst>
                </p:cNvPr>
                <p:cNvSpPr/>
                <p:nvPr/>
              </p:nvSpPr>
              <p:spPr>
                <a:xfrm>
                  <a:off x="7706556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8" name="pg294">
                  <a:extLst>
                    <a:ext uri="{FF2B5EF4-FFF2-40B4-BE49-F238E27FC236}">
                      <a16:creationId xmlns:a16="http://schemas.microsoft.com/office/drawing/2014/main" id="{07F9B767-A2F5-188D-A8ED-AC436A33269A}"/>
                    </a:ext>
                  </a:extLst>
                </p:cNvPr>
                <p:cNvSpPr/>
                <p:nvPr/>
              </p:nvSpPr>
              <p:spPr>
                <a:xfrm>
                  <a:off x="7815120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CBF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49" name="pg295">
                  <a:extLst>
                    <a:ext uri="{FF2B5EF4-FFF2-40B4-BE49-F238E27FC236}">
                      <a16:creationId xmlns:a16="http://schemas.microsoft.com/office/drawing/2014/main" id="{0C2A506B-BAE4-DB70-4E18-383B1FE83A7A}"/>
                    </a:ext>
                  </a:extLst>
                </p:cNvPr>
                <p:cNvSpPr/>
                <p:nvPr/>
              </p:nvSpPr>
              <p:spPr>
                <a:xfrm>
                  <a:off x="7851308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0" name="pg296">
                  <a:extLst>
                    <a:ext uri="{FF2B5EF4-FFF2-40B4-BE49-F238E27FC236}">
                      <a16:creationId xmlns:a16="http://schemas.microsoft.com/office/drawing/2014/main" id="{831FFC40-5F67-2A1A-EC2B-E55F9A3C6A39}"/>
                    </a:ext>
                  </a:extLst>
                </p:cNvPr>
                <p:cNvSpPr/>
                <p:nvPr/>
              </p:nvSpPr>
              <p:spPr>
                <a:xfrm>
                  <a:off x="7887496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1" name="pg297">
                  <a:extLst>
                    <a:ext uri="{FF2B5EF4-FFF2-40B4-BE49-F238E27FC236}">
                      <a16:creationId xmlns:a16="http://schemas.microsoft.com/office/drawing/2014/main" id="{34FC65D3-2CE2-4E2D-F974-C3A54CF9A8CE}"/>
                    </a:ext>
                  </a:extLst>
                </p:cNvPr>
                <p:cNvSpPr/>
                <p:nvPr/>
              </p:nvSpPr>
              <p:spPr>
                <a:xfrm>
                  <a:off x="7923684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F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2" name="pg298">
                  <a:extLst>
                    <a:ext uri="{FF2B5EF4-FFF2-40B4-BE49-F238E27FC236}">
                      <a16:creationId xmlns:a16="http://schemas.microsoft.com/office/drawing/2014/main" id="{E41C82EE-6DCE-F1BF-FA4A-582AB08135B0}"/>
                    </a:ext>
                  </a:extLst>
                </p:cNvPr>
                <p:cNvSpPr/>
                <p:nvPr/>
              </p:nvSpPr>
              <p:spPr>
                <a:xfrm>
                  <a:off x="7959872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3" name="pg299">
                  <a:extLst>
                    <a:ext uri="{FF2B5EF4-FFF2-40B4-BE49-F238E27FC236}">
                      <a16:creationId xmlns:a16="http://schemas.microsoft.com/office/drawing/2014/main" id="{EE7A1883-2B15-6545-CFB1-1EB1264C55D2}"/>
                    </a:ext>
                  </a:extLst>
                </p:cNvPr>
                <p:cNvSpPr/>
                <p:nvPr/>
              </p:nvSpPr>
              <p:spPr>
                <a:xfrm>
                  <a:off x="7996059" y="528851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4" name="pg300">
                  <a:extLst>
                    <a:ext uri="{FF2B5EF4-FFF2-40B4-BE49-F238E27FC236}">
                      <a16:creationId xmlns:a16="http://schemas.microsoft.com/office/drawing/2014/main" id="{973C3981-2336-CB4B-2938-F9E5DEAB4DD3}"/>
                    </a:ext>
                  </a:extLst>
                </p:cNvPr>
                <p:cNvSpPr/>
                <p:nvPr/>
              </p:nvSpPr>
              <p:spPr>
                <a:xfrm>
                  <a:off x="7127549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5" name="pg301">
                  <a:extLst>
                    <a:ext uri="{FF2B5EF4-FFF2-40B4-BE49-F238E27FC236}">
                      <a16:creationId xmlns:a16="http://schemas.microsoft.com/office/drawing/2014/main" id="{99EB9C6C-6E0F-63CF-1D6B-DF78FF8992C2}"/>
                    </a:ext>
                  </a:extLst>
                </p:cNvPr>
                <p:cNvSpPr/>
                <p:nvPr/>
              </p:nvSpPr>
              <p:spPr>
                <a:xfrm>
                  <a:off x="7163737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6" name="pg302">
                  <a:extLst>
                    <a:ext uri="{FF2B5EF4-FFF2-40B4-BE49-F238E27FC236}">
                      <a16:creationId xmlns:a16="http://schemas.microsoft.com/office/drawing/2014/main" id="{0E401C34-C85F-33B6-9B9C-F784C3C6FAE6}"/>
                    </a:ext>
                  </a:extLst>
                </p:cNvPr>
                <p:cNvSpPr/>
                <p:nvPr/>
              </p:nvSpPr>
              <p:spPr>
                <a:xfrm>
                  <a:off x="7199924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7" name="pg303">
                  <a:extLst>
                    <a:ext uri="{FF2B5EF4-FFF2-40B4-BE49-F238E27FC236}">
                      <a16:creationId xmlns:a16="http://schemas.microsoft.com/office/drawing/2014/main" id="{0E649BD4-AFDC-15F2-1328-D6BDC7A844C2}"/>
                    </a:ext>
                  </a:extLst>
                </p:cNvPr>
                <p:cNvSpPr/>
                <p:nvPr/>
              </p:nvSpPr>
              <p:spPr>
                <a:xfrm>
                  <a:off x="7236112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8" name="pg304">
                  <a:extLst>
                    <a:ext uri="{FF2B5EF4-FFF2-40B4-BE49-F238E27FC236}">
                      <a16:creationId xmlns:a16="http://schemas.microsoft.com/office/drawing/2014/main" id="{F65DE060-2C5E-667A-C0A3-AD8393E162D5}"/>
                    </a:ext>
                  </a:extLst>
                </p:cNvPr>
                <p:cNvSpPr/>
                <p:nvPr/>
              </p:nvSpPr>
              <p:spPr>
                <a:xfrm>
                  <a:off x="7272301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59" name="pg305">
                  <a:extLst>
                    <a:ext uri="{FF2B5EF4-FFF2-40B4-BE49-F238E27FC236}">
                      <a16:creationId xmlns:a16="http://schemas.microsoft.com/office/drawing/2014/main" id="{FD82FD69-B965-D87E-0AD3-5FE314327F14}"/>
                    </a:ext>
                  </a:extLst>
                </p:cNvPr>
                <p:cNvSpPr/>
                <p:nvPr/>
              </p:nvSpPr>
              <p:spPr>
                <a:xfrm>
                  <a:off x="7308489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CD8">
                    <a:alpha val="100000"/>
                  </a:srgbClr>
                </a:solidFill>
                <a:ln w="5420" cap="flat">
                  <a:solidFill>
                    <a:srgbClr val="BB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0" name="pg306">
                  <a:extLst>
                    <a:ext uri="{FF2B5EF4-FFF2-40B4-BE49-F238E27FC236}">
                      <a16:creationId xmlns:a16="http://schemas.microsoft.com/office/drawing/2014/main" id="{0FBD672F-FF2E-562C-F14C-261C435E0A17}"/>
                    </a:ext>
                  </a:extLst>
                </p:cNvPr>
                <p:cNvSpPr/>
                <p:nvPr/>
              </p:nvSpPr>
              <p:spPr>
                <a:xfrm>
                  <a:off x="7344676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1" name="pg307">
                  <a:extLst>
                    <a:ext uri="{FF2B5EF4-FFF2-40B4-BE49-F238E27FC236}">
                      <a16:creationId xmlns:a16="http://schemas.microsoft.com/office/drawing/2014/main" id="{0CF91B36-2C61-CE60-5250-9B56F3CB7A68}"/>
                    </a:ext>
                  </a:extLst>
                </p:cNvPr>
                <p:cNvSpPr/>
                <p:nvPr/>
              </p:nvSpPr>
              <p:spPr>
                <a:xfrm>
                  <a:off x="7380864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2" name="pg308">
                  <a:extLst>
                    <a:ext uri="{FF2B5EF4-FFF2-40B4-BE49-F238E27FC236}">
                      <a16:creationId xmlns:a16="http://schemas.microsoft.com/office/drawing/2014/main" id="{B7FD6980-F09F-6374-BF3B-5A1D8B007D93}"/>
                    </a:ext>
                  </a:extLst>
                </p:cNvPr>
                <p:cNvSpPr/>
                <p:nvPr/>
              </p:nvSpPr>
              <p:spPr>
                <a:xfrm>
                  <a:off x="7417052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FE6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3" name="pg309">
                  <a:extLst>
                    <a:ext uri="{FF2B5EF4-FFF2-40B4-BE49-F238E27FC236}">
                      <a16:creationId xmlns:a16="http://schemas.microsoft.com/office/drawing/2014/main" id="{53C07170-DB92-8E3D-EA6E-E957CB26543A}"/>
                    </a:ext>
                  </a:extLst>
                </p:cNvPr>
                <p:cNvSpPr/>
                <p:nvPr/>
              </p:nvSpPr>
              <p:spPr>
                <a:xfrm>
                  <a:off x="7453240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4" name="pg310">
                  <a:extLst>
                    <a:ext uri="{FF2B5EF4-FFF2-40B4-BE49-F238E27FC236}">
                      <a16:creationId xmlns:a16="http://schemas.microsoft.com/office/drawing/2014/main" id="{A1C12576-FF87-4AAB-19C1-9D0145970571}"/>
                    </a:ext>
                  </a:extLst>
                </p:cNvPr>
                <p:cNvSpPr/>
                <p:nvPr/>
              </p:nvSpPr>
              <p:spPr>
                <a:xfrm>
                  <a:off x="7489428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9E4CB">
                    <a:alpha val="100000"/>
                  </a:srgbClr>
                </a:solidFill>
                <a:ln w="5420" cap="flat">
                  <a:solidFill>
                    <a:srgbClr val="96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5" name="pg311">
                  <a:extLst>
                    <a:ext uri="{FF2B5EF4-FFF2-40B4-BE49-F238E27FC236}">
                      <a16:creationId xmlns:a16="http://schemas.microsoft.com/office/drawing/2014/main" id="{8596DE73-6DC7-2454-8E24-D028287A6433}"/>
                    </a:ext>
                  </a:extLst>
                </p:cNvPr>
                <p:cNvSpPr/>
                <p:nvPr/>
              </p:nvSpPr>
              <p:spPr>
                <a:xfrm>
                  <a:off x="7525616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3E2C8">
                    <a:alpha val="100000"/>
                  </a:srgbClr>
                </a:solidFill>
                <a:ln w="5420" cap="flat">
                  <a:solidFill>
                    <a:srgbClr val="8E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6" name="pg312">
                  <a:extLst>
                    <a:ext uri="{FF2B5EF4-FFF2-40B4-BE49-F238E27FC236}">
                      <a16:creationId xmlns:a16="http://schemas.microsoft.com/office/drawing/2014/main" id="{343DBEC0-9A28-3742-7BA4-16CF16B530B7}"/>
                    </a:ext>
                  </a:extLst>
                </p:cNvPr>
                <p:cNvSpPr/>
                <p:nvPr/>
              </p:nvSpPr>
              <p:spPr>
                <a:xfrm>
                  <a:off x="7561804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7" name="pg313">
                  <a:extLst>
                    <a:ext uri="{FF2B5EF4-FFF2-40B4-BE49-F238E27FC236}">
                      <a16:creationId xmlns:a16="http://schemas.microsoft.com/office/drawing/2014/main" id="{1AB490DD-93F0-B70C-DDFD-631DE5E6C024}"/>
                    </a:ext>
                  </a:extLst>
                </p:cNvPr>
                <p:cNvSpPr/>
                <p:nvPr/>
              </p:nvSpPr>
              <p:spPr>
                <a:xfrm>
                  <a:off x="7597992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8" name="pg314">
                  <a:extLst>
                    <a:ext uri="{FF2B5EF4-FFF2-40B4-BE49-F238E27FC236}">
                      <a16:creationId xmlns:a16="http://schemas.microsoft.com/office/drawing/2014/main" id="{E70A3141-294D-B75F-6C9E-04EC7B83651A}"/>
                    </a:ext>
                  </a:extLst>
                </p:cNvPr>
                <p:cNvSpPr/>
                <p:nvPr/>
              </p:nvSpPr>
              <p:spPr>
                <a:xfrm>
                  <a:off x="7634180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69" name="pg315">
                  <a:extLst>
                    <a:ext uri="{FF2B5EF4-FFF2-40B4-BE49-F238E27FC236}">
                      <a16:creationId xmlns:a16="http://schemas.microsoft.com/office/drawing/2014/main" id="{3209E758-E46F-4B77-630D-DDD52EC19D88}"/>
                    </a:ext>
                  </a:extLst>
                </p:cNvPr>
                <p:cNvSpPr/>
                <p:nvPr/>
              </p:nvSpPr>
              <p:spPr>
                <a:xfrm>
                  <a:off x="7670368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0" name="pg316">
                  <a:extLst>
                    <a:ext uri="{FF2B5EF4-FFF2-40B4-BE49-F238E27FC236}">
                      <a16:creationId xmlns:a16="http://schemas.microsoft.com/office/drawing/2014/main" id="{CB42EC04-477C-EBE9-E32C-B8946821C664}"/>
                    </a:ext>
                  </a:extLst>
                </p:cNvPr>
                <p:cNvSpPr/>
                <p:nvPr/>
              </p:nvSpPr>
              <p:spPr>
                <a:xfrm>
                  <a:off x="7706556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1" name="pg317">
                  <a:extLst>
                    <a:ext uri="{FF2B5EF4-FFF2-40B4-BE49-F238E27FC236}">
                      <a16:creationId xmlns:a16="http://schemas.microsoft.com/office/drawing/2014/main" id="{7DD8DD80-0C74-C8CE-393A-5CD8D35974DC}"/>
                    </a:ext>
                  </a:extLst>
                </p:cNvPr>
                <p:cNvSpPr/>
                <p:nvPr/>
              </p:nvSpPr>
              <p:spPr>
                <a:xfrm>
                  <a:off x="7742744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F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2" name="pg318">
                  <a:extLst>
                    <a:ext uri="{FF2B5EF4-FFF2-40B4-BE49-F238E27FC236}">
                      <a16:creationId xmlns:a16="http://schemas.microsoft.com/office/drawing/2014/main" id="{7E34D42F-4CB2-5278-C48B-552D674FC0C2}"/>
                    </a:ext>
                  </a:extLst>
                </p:cNvPr>
                <p:cNvSpPr/>
                <p:nvPr/>
              </p:nvSpPr>
              <p:spPr>
                <a:xfrm>
                  <a:off x="7851308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3" name="pg319">
                  <a:extLst>
                    <a:ext uri="{FF2B5EF4-FFF2-40B4-BE49-F238E27FC236}">
                      <a16:creationId xmlns:a16="http://schemas.microsoft.com/office/drawing/2014/main" id="{5EBBF039-4B64-4535-20D0-2EEF152C7A6D}"/>
                    </a:ext>
                  </a:extLst>
                </p:cNvPr>
                <p:cNvSpPr/>
                <p:nvPr/>
              </p:nvSpPr>
              <p:spPr>
                <a:xfrm>
                  <a:off x="7887496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6AD1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4" name="pg320">
                  <a:extLst>
                    <a:ext uri="{FF2B5EF4-FFF2-40B4-BE49-F238E27FC236}">
                      <a16:creationId xmlns:a16="http://schemas.microsoft.com/office/drawing/2014/main" id="{8700976B-878C-D9D4-EF17-AC187435175E}"/>
                    </a:ext>
                  </a:extLst>
                </p:cNvPr>
                <p:cNvSpPr/>
                <p:nvPr/>
              </p:nvSpPr>
              <p:spPr>
                <a:xfrm>
                  <a:off x="7923684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5" name="pg321">
                  <a:extLst>
                    <a:ext uri="{FF2B5EF4-FFF2-40B4-BE49-F238E27FC236}">
                      <a16:creationId xmlns:a16="http://schemas.microsoft.com/office/drawing/2014/main" id="{09AE7B63-B03A-4A8F-9526-E0CB2078EB69}"/>
                    </a:ext>
                  </a:extLst>
                </p:cNvPr>
                <p:cNvSpPr/>
                <p:nvPr/>
              </p:nvSpPr>
              <p:spPr>
                <a:xfrm>
                  <a:off x="7959872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6" name="pg322">
                  <a:extLst>
                    <a:ext uri="{FF2B5EF4-FFF2-40B4-BE49-F238E27FC236}">
                      <a16:creationId xmlns:a16="http://schemas.microsoft.com/office/drawing/2014/main" id="{7E1C1366-2EF5-91F2-1569-B12A452095ED}"/>
                    </a:ext>
                  </a:extLst>
                </p:cNvPr>
                <p:cNvSpPr/>
                <p:nvPr/>
              </p:nvSpPr>
              <p:spPr>
                <a:xfrm>
                  <a:off x="7996059" y="533442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67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7" name="pg323">
                  <a:extLst>
                    <a:ext uri="{FF2B5EF4-FFF2-40B4-BE49-F238E27FC236}">
                      <a16:creationId xmlns:a16="http://schemas.microsoft.com/office/drawing/2014/main" id="{3435C08C-1934-CAA0-F8AA-590E845B4869}"/>
                    </a:ext>
                  </a:extLst>
                </p:cNvPr>
                <p:cNvSpPr/>
                <p:nvPr/>
              </p:nvSpPr>
              <p:spPr>
                <a:xfrm>
                  <a:off x="7127549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8" name="pg324">
                  <a:extLst>
                    <a:ext uri="{FF2B5EF4-FFF2-40B4-BE49-F238E27FC236}">
                      <a16:creationId xmlns:a16="http://schemas.microsoft.com/office/drawing/2014/main" id="{7ED2F938-ACD1-9995-86B0-F91574667CA0}"/>
                    </a:ext>
                  </a:extLst>
                </p:cNvPr>
                <p:cNvSpPr/>
                <p:nvPr/>
              </p:nvSpPr>
              <p:spPr>
                <a:xfrm>
                  <a:off x="7163737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79" name="pg325">
                  <a:extLst>
                    <a:ext uri="{FF2B5EF4-FFF2-40B4-BE49-F238E27FC236}">
                      <a16:creationId xmlns:a16="http://schemas.microsoft.com/office/drawing/2014/main" id="{D5574AF8-170E-CFBF-CA33-D4BC0A1232D0}"/>
                    </a:ext>
                  </a:extLst>
                </p:cNvPr>
                <p:cNvSpPr/>
                <p:nvPr/>
              </p:nvSpPr>
              <p:spPr>
                <a:xfrm>
                  <a:off x="7199924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0" name="pg326">
                  <a:extLst>
                    <a:ext uri="{FF2B5EF4-FFF2-40B4-BE49-F238E27FC236}">
                      <a16:creationId xmlns:a16="http://schemas.microsoft.com/office/drawing/2014/main" id="{4C77A841-FCE3-74CF-DBFE-E2DCB1B958C7}"/>
                    </a:ext>
                  </a:extLst>
                </p:cNvPr>
                <p:cNvSpPr/>
                <p:nvPr/>
              </p:nvSpPr>
              <p:spPr>
                <a:xfrm>
                  <a:off x="7236112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1" name="pg327">
                  <a:extLst>
                    <a:ext uri="{FF2B5EF4-FFF2-40B4-BE49-F238E27FC236}">
                      <a16:creationId xmlns:a16="http://schemas.microsoft.com/office/drawing/2014/main" id="{DD50E88E-BB37-9938-8805-1CBADD5AE86E}"/>
                    </a:ext>
                  </a:extLst>
                </p:cNvPr>
                <p:cNvSpPr/>
                <p:nvPr/>
              </p:nvSpPr>
              <p:spPr>
                <a:xfrm>
                  <a:off x="7272301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2" name="pg328">
                  <a:extLst>
                    <a:ext uri="{FF2B5EF4-FFF2-40B4-BE49-F238E27FC236}">
                      <a16:creationId xmlns:a16="http://schemas.microsoft.com/office/drawing/2014/main" id="{75C7922C-7280-349E-05BF-3F41912A83ED}"/>
                    </a:ext>
                  </a:extLst>
                </p:cNvPr>
                <p:cNvSpPr/>
                <p:nvPr/>
              </p:nvSpPr>
              <p:spPr>
                <a:xfrm>
                  <a:off x="7308489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CD8">
                    <a:alpha val="100000"/>
                  </a:srgbClr>
                </a:solidFill>
                <a:ln w="5420" cap="flat">
                  <a:solidFill>
                    <a:srgbClr val="BBEA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3" name="pg329">
                  <a:extLst>
                    <a:ext uri="{FF2B5EF4-FFF2-40B4-BE49-F238E27FC236}">
                      <a16:creationId xmlns:a16="http://schemas.microsoft.com/office/drawing/2014/main" id="{B3C0AB7C-95C0-9085-D053-F2D10BE4CF60}"/>
                    </a:ext>
                  </a:extLst>
                </p:cNvPr>
                <p:cNvSpPr/>
                <p:nvPr/>
              </p:nvSpPr>
              <p:spPr>
                <a:xfrm>
                  <a:off x="7344676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4" name="pg330">
                  <a:extLst>
                    <a:ext uri="{FF2B5EF4-FFF2-40B4-BE49-F238E27FC236}">
                      <a16:creationId xmlns:a16="http://schemas.microsoft.com/office/drawing/2014/main" id="{FBB6EA9B-0FD0-708E-A507-0A01C34F0FDD}"/>
                    </a:ext>
                  </a:extLst>
                </p:cNvPr>
                <p:cNvSpPr/>
                <p:nvPr/>
              </p:nvSpPr>
              <p:spPr>
                <a:xfrm>
                  <a:off x="7380864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5" name="pg331">
                  <a:extLst>
                    <a:ext uri="{FF2B5EF4-FFF2-40B4-BE49-F238E27FC236}">
                      <a16:creationId xmlns:a16="http://schemas.microsoft.com/office/drawing/2014/main" id="{28EA8158-0C37-6FC1-1667-208467A7CACC}"/>
                    </a:ext>
                  </a:extLst>
                </p:cNvPr>
                <p:cNvSpPr/>
                <p:nvPr/>
              </p:nvSpPr>
              <p:spPr>
                <a:xfrm>
                  <a:off x="7417052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3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6" name="pg332">
                  <a:extLst>
                    <a:ext uri="{FF2B5EF4-FFF2-40B4-BE49-F238E27FC236}">
                      <a16:creationId xmlns:a16="http://schemas.microsoft.com/office/drawing/2014/main" id="{973B4264-94B2-2B18-3334-58468B6EF890}"/>
                    </a:ext>
                  </a:extLst>
                </p:cNvPr>
                <p:cNvSpPr/>
                <p:nvPr/>
              </p:nvSpPr>
              <p:spPr>
                <a:xfrm>
                  <a:off x="7453240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7" name="pg333">
                  <a:extLst>
                    <a:ext uri="{FF2B5EF4-FFF2-40B4-BE49-F238E27FC236}">
                      <a16:creationId xmlns:a16="http://schemas.microsoft.com/office/drawing/2014/main" id="{4AD0866B-FE62-1656-5068-D2F5969098A2}"/>
                    </a:ext>
                  </a:extLst>
                </p:cNvPr>
                <p:cNvSpPr/>
                <p:nvPr/>
              </p:nvSpPr>
              <p:spPr>
                <a:xfrm>
                  <a:off x="7489428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8E3CA">
                    <a:alpha val="100000"/>
                  </a:srgbClr>
                </a:solidFill>
                <a:ln w="5420" cap="flat">
                  <a:solidFill>
                    <a:srgbClr val="95DD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8" name="pg334">
                  <a:extLst>
                    <a:ext uri="{FF2B5EF4-FFF2-40B4-BE49-F238E27FC236}">
                      <a16:creationId xmlns:a16="http://schemas.microsoft.com/office/drawing/2014/main" id="{EB1FBEC1-B7B7-DA99-BD79-CBEFA436825F}"/>
                    </a:ext>
                  </a:extLst>
                </p:cNvPr>
                <p:cNvSpPr/>
                <p:nvPr/>
              </p:nvSpPr>
              <p:spPr>
                <a:xfrm>
                  <a:off x="7525616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1C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89" name="pg335">
                  <a:extLst>
                    <a:ext uri="{FF2B5EF4-FFF2-40B4-BE49-F238E27FC236}">
                      <a16:creationId xmlns:a16="http://schemas.microsoft.com/office/drawing/2014/main" id="{234F1AC4-70E4-FC83-8822-39C6DC02984C}"/>
                    </a:ext>
                  </a:extLst>
                </p:cNvPr>
                <p:cNvSpPr/>
                <p:nvPr/>
              </p:nvSpPr>
              <p:spPr>
                <a:xfrm>
                  <a:off x="7561804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5D8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0" name="pg336">
                  <a:extLst>
                    <a:ext uri="{FF2B5EF4-FFF2-40B4-BE49-F238E27FC236}">
                      <a16:creationId xmlns:a16="http://schemas.microsoft.com/office/drawing/2014/main" id="{2D3A20B8-C161-C9F5-3B44-EE8C8F7B8B0B}"/>
                    </a:ext>
                  </a:extLst>
                </p:cNvPr>
                <p:cNvSpPr/>
                <p:nvPr/>
              </p:nvSpPr>
              <p:spPr>
                <a:xfrm>
                  <a:off x="7597992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1" name="pg337">
                  <a:extLst>
                    <a:ext uri="{FF2B5EF4-FFF2-40B4-BE49-F238E27FC236}">
                      <a16:creationId xmlns:a16="http://schemas.microsoft.com/office/drawing/2014/main" id="{5902B425-BD3B-D886-C23C-A749D830B7A9}"/>
                    </a:ext>
                  </a:extLst>
                </p:cNvPr>
                <p:cNvSpPr/>
                <p:nvPr/>
              </p:nvSpPr>
              <p:spPr>
                <a:xfrm>
                  <a:off x="7634180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2" name="pg338">
                  <a:extLst>
                    <a:ext uri="{FF2B5EF4-FFF2-40B4-BE49-F238E27FC236}">
                      <a16:creationId xmlns:a16="http://schemas.microsoft.com/office/drawing/2014/main" id="{56A1A51B-60A0-A524-1C1B-BDC944B50BD1}"/>
                    </a:ext>
                  </a:extLst>
                </p:cNvPr>
                <p:cNvSpPr/>
                <p:nvPr/>
              </p:nvSpPr>
              <p:spPr>
                <a:xfrm>
                  <a:off x="7670368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3" name="pg339">
                  <a:extLst>
                    <a:ext uri="{FF2B5EF4-FFF2-40B4-BE49-F238E27FC236}">
                      <a16:creationId xmlns:a16="http://schemas.microsoft.com/office/drawing/2014/main" id="{40A618F3-9539-870B-7DB6-A3FA7B1C3318}"/>
                    </a:ext>
                  </a:extLst>
                </p:cNvPr>
                <p:cNvSpPr/>
                <p:nvPr/>
              </p:nvSpPr>
              <p:spPr>
                <a:xfrm>
                  <a:off x="7706556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4" name="pg340">
                  <a:extLst>
                    <a:ext uri="{FF2B5EF4-FFF2-40B4-BE49-F238E27FC236}">
                      <a16:creationId xmlns:a16="http://schemas.microsoft.com/office/drawing/2014/main" id="{554C46C5-5801-D0E2-BB49-6873AE484F8B}"/>
                    </a:ext>
                  </a:extLst>
                </p:cNvPr>
                <p:cNvSpPr/>
                <p:nvPr/>
              </p:nvSpPr>
              <p:spPr>
                <a:xfrm>
                  <a:off x="7742744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CDBBE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5" name="pg341">
                  <a:extLst>
                    <a:ext uri="{FF2B5EF4-FFF2-40B4-BE49-F238E27FC236}">
                      <a16:creationId xmlns:a16="http://schemas.microsoft.com/office/drawing/2014/main" id="{FB3159C6-DB4F-B4F2-29A8-E73CA3284528}"/>
                    </a:ext>
                  </a:extLst>
                </p:cNvPr>
                <p:cNvSpPr/>
                <p:nvPr/>
              </p:nvSpPr>
              <p:spPr>
                <a:xfrm>
                  <a:off x="7815120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6" name="pg342">
                  <a:extLst>
                    <a:ext uri="{FF2B5EF4-FFF2-40B4-BE49-F238E27FC236}">
                      <a16:creationId xmlns:a16="http://schemas.microsoft.com/office/drawing/2014/main" id="{63BCF1CA-2BC3-691F-3398-7AA43CC5C426}"/>
                    </a:ext>
                  </a:extLst>
                </p:cNvPr>
                <p:cNvSpPr/>
                <p:nvPr/>
              </p:nvSpPr>
              <p:spPr>
                <a:xfrm>
                  <a:off x="7851308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7" name="pg343">
                  <a:extLst>
                    <a:ext uri="{FF2B5EF4-FFF2-40B4-BE49-F238E27FC236}">
                      <a16:creationId xmlns:a16="http://schemas.microsoft.com/office/drawing/2014/main" id="{E075BD3A-116C-42DF-3CEA-44B432488D0F}"/>
                    </a:ext>
                  </a:extLst>
                </p:cNvPr>
                <p:cNvSpPr/>
                <p:nvPr/>
              </p:nvSpPr>
              <p:spPr>
                <a:xfrm>
                  <a:off x="7887496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8" name="pg344">
                  <a:extLst>
                    <a:ext uri="{FF2B5EF4-FFF2-40B4-BE49-F238E27FC236}">
                      <a16:creationId xmlns:a16="http://schemas.microsoft.com/office/drawing/2014/main" id="{28C453FA-9FF4-8C17-07F4-E60AE474F1CC}"/>
                    </a:ext>
                  </a:extLst>
                </p:cNvPr>
                <p:cNvSpPr/>
                <p:nvPr/>
              </p:nvSpPr>
              <p:spPr>
                <a:xfrm>
                  <a:off x="7923684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799" name="pg345">
                  <a:extLst>
                    <a:ext uri="{FF2B5EF4-FFF2-40B4-BE49-F238E27FC236}">
                      <a16:creationId xmlns:a16="http://schemas.microsoft.com/office/drawing/2014/main" id="{F5968C0C-5D10-5C65-0A0E-B8E753405981}"/>
                    </a:ext>
                  </a:extLst>
                </p:cNvPr>
                <p:cNvSpPr/>
                <p:nvPr/>
              </p:nvSpPr>
              <p:spPr>
                <a:xfrm>
                  <a:off x="7959872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0" name="pg346">
                  <a:extLst>
                    <a:ext uri="{FF2B5EF4-FFF2-40B4-BE49-F238E27FC236}">
                      <a16:creationId xmlns:a16="http://schemas.microsoft.com/office/drawing/2014/main" id="{EBB2217C-EA8A-9BDC-FB65-4C2E71D60D6F}"/>
                    </a:ext>
                  </a:extLst>
                </p:cNvPr>
                <p:cNvSpPr/>
                <p:nvPr/>
              </p:nvSpPr>
              <p:spPr>
                <a:xfrm>
                  <a:off x="7996059" y="5380338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1" name="pg347">
                  <a:extLst>
                    <a:ext uri="{FF2B5EF4-FFF2-40B4-BE49-F238E27FC236}">
                      <a16:creationId xmlns:a16="http://schemas.microsoft.com/office/drawing/2014/main" id="{8249100B-0D64-8C79-F261-963319319F33}"/>
                    </a:ext>
                  </a:extLst>
                </p:cNvPr>
                <p:cNvSpPr/>
                <p:nvPr/>
              </p:nvSpPr>
              <p:spPr>
                <a:xfrm>
                  <a:off x="7163737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2" name="pg348">
                  <a:extLst>
                    <a:ext uri="{FF2B5EF4-FFF2-40B4-BE49-F238E27FC236}">
                      <a16:creationId xmlns:a16="http://schemas.microsoft.com/office/drawing/2014/main" id="{1CA6C144-5395-1C3E-2C58-1ED5CB4E287E}"/>
                    </a:ext>
                  </a:extLst>
                </p:cNvPr>
                <p:cNvSpPr/>
                <p:nvPr/>
              </p:nvSpPr>
              <p:spPr>
                <a:xfrm>
                  <a:off x="7199924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3" name="pg349">
                  <a:extLst>
                    <a:ext uri="{FF2B5EF4-FFF2-40B4-BE49-F238E27FC236}">
                      <a16:creationId xmlns:a16="http://schemas.microsoft.com/office/drawing/2014/main" id="{757E99CF-4F44-CD20-C128-45F23B17414B}"/>
                    </a:ext>
                  </a:extLst>
                </p:cNvPr>
                <p:cNvSpPr/>
                <p:nvPr/>
              </p:nvSpPr>
              <p:spPr>
                <a:xfrm>
                  <a:off x="7236112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4" name="pg350">
                  <a:extLst>
                    <a:ext uri="{FF2B5EF4-FFF2-40B4-BE49-F238E27FC236}">
                      <a16:creationId xmlns:a16="http://schemas.microsoft.com/office/drawing/2014/main" id="{DA73B8C3-81F3-D085-F23D-326526E9B2F2}"/>
                    </a:ext>
                  </a:extLst>
                </p:cNvPr>
                <p:cNvSpPr/>
                <p:nvPr/>
              </p:nvSpPr>
              <p:spPr>
                <a:xfrm>
                  <a:off x="7272301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5" name="pg351">
                  <a:extLst>
                    <a:ext uri="{FF2B5EF4-FFF2-40B4-BE49-F238E27FC236}">
                      <a16:creationId xmlns:a16="http://schemas.microsoft.com/office/drawing/2014/main" id="{7A3666EB-BF46-9D38-04B0-411FBD9EA679}"/>
                    </a:ext>
                  </a:extLst>
                </p:cNvPr>
                <p:cNvSpPr/>
                <p:nvPr/>
              </p:nvSpPr>
              <p:spPr>
                <a:xfrm>
                  <a:off x="7308489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CD7">
                    <a:alpha val="100000"/>
                  </a:srgbClr>
                </a:solidFill>
                <a:ln w="5420" cap="flat">
                  <a:solidFill>
                    <a:srgbClr val="B8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6" name="pg352">
                  <a:extLst>
                    <a:ext uri="{FF2B5EF4-FFF2-40B4-BE49-F238E27FC236}">
                      <a16:creationId xmlns:a16="http://schemas.microsoft.com/office/drawing/2014/main" id="{DF0C5A85-6DBF-6A2D-A4EE-B64F041AC519}"/>
                    </a:ext>
                  </a:extLst>
                </p:cNvPr>
                <p:cNvSpPr/>
                <p:nvPr/>
              </p:nvSpPr>
              <p:spPr>
                <a:xfrm>
                  <a:off x="7344676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7" name="pg353">
                  <a:extLst>
                    <a:ext uri="{FF2B5EF4-FFF2-40B4-BE49-F238E27FC236}">
                      <a16:creationId xmlns:a16="http://schemas.microsoft.com/office/drawing/2014/main" id="{0C2EB26B-AFC7-4FBB-EBDE-03A906716CF6}"/>
                    </a:ext>
                  </a:extLst>
                </p:cNvPr>
                <p:cNvSpPr/>
                <p:nvPr/>
              </p:nvSpPr>
              <p:spPr>
                <a:xfrm>
                  <a:off x="7380864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8" name="pg354">
                  <a:extLst>
                    <a:ext uri="{FF2B5EF4-FFF2-40B4-BE49-F238E27FC236}">
                      <a16:creationId xmlns:a16="http://schemas.microsoft.com/office/drawing/2014/main" id="{78A18790-2463-23DD-A6A3-0C4F96F8A1B3}"/>
                    </a:ext>
                  </a:extLst>
                </p:cNvPr>
                <p:cNvSpPr/>
                <p:nvPr/>
              </p:nvSpPr>
              <p:spPr>
                <a:xfrm>
                  <a:off x="7417052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09" name="pg355">
                  <a:extLst>
                    <a:ext uri="{FF2B5EF4-FFF2-40B4-BE49-F238E27FC236}">
                      <a16:creationId xmlns:a16="http://schemas.microsoft.com/office/drawing/2014/main" id="{ED394958-8DA1-4A04-ACCF-46A5C8D8FAFC}"/>
                    </a:ext>
                  </a:extLst>
                </p:cNvPr>
                <p:cNvSpPr/>
                <p:nvPr/>
              </p:nvSpPr>
              <p:spPr>
                <a:xfrm>
                  <a:off x="7453240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0" name="pg356">
                  <a:extLst>
                    <a:ext uri="{FF2B5EF4-FFF2-40B4-BE49-F238E27FC236}">
                      <a16:creationId xmlns:a16="http://schemas.microsoft.com/office/drawing/2014/main" id="{D707FF4F-18F7-E71F-9456-79FCEF741127}"/>
                    </a:ext>
                  </a:extLst>
                </p:cNvPr>
                <p:cNvSpPr/>
                <p:nvPr/>
              </p:nvSpPr>
              <p:spPr>
                <a:xfrm>
                  <a:off x="7489428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A">
                    <a:alpha val="100000"/>
                  </a:srgbClr>
                </a:solidFill>
                <a:ln w="5420" cap="flat">
                  <a:solidFill>
                    <a:srgbClr val="93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1" name="pg357">
                  <a:extLst>
                    <a:ext uri="{FF2B5EF4-FFF2-40B4-BE49-F238E27FC236}">
                      <a16:creationId xmlns:a16="http://schemas.microsoft.com/office/drawing/2014/main" id="{747360FF-E3D0-A6E5-D8BB-B6965D498D14}"/>
                    </a:ext>
                  </a:extLst>
                </p:cNvPr>
                <p:cNvSpPr/>
                <p:nvPr/>
              </p:nvSpPr>
              <p:spPr>
                <a:xfrm>
                  <a:off x="7525616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2" name="pg358">
                  <a:extLst>
                    <a:ext uri="{FF2B5EF4-FFF2-40B4-BE49-F238E27FC236}">
                      <a16:creationId xmlns:a16="http://schemas.microsoft.com/office/drawing/2014/main" id="{E6AB0EC2-8187-B8FA-BD5C-2465239D9344}"/>
                    </a:ext>
                  </a:extLst>
                </p:cNvPr>
                <p:cNvSpPr/>
                <p:nvPr/>
              </p:nvSpPr>
              <p:spPr>
                <a:xfrm>
                  <a:off x="7561804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3" name="pg359">
                  <a:extLst>
                    <a:ext uri="{FF2B5EF4-FFF2-40B4-BE49-F238E27FC236}">
                      <a16:creationId xmlns:a16="http://schemas.microsoft.com/office/drawing/2014/main" id="{43F71C33-B98F-E0A6-669A-EEB2A5320AF6}"/>
                    </a:ext>
                  </a:extLst>
                </p:cNvPr>
                <p:cNvSpPr/>
                <p:nvPr/>
              </p:nvSpPr>
              <p:spPr>
                <a:xfrm>
                  <a:off x="7597992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6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4" name="pg360">
                  <a:extLst>
                    <a:ext uri="{FF2B5EF4-FFF2-40B4-BE49-F238E27FC236}">
                      <a16:creationId xmlns:a16="http://schemas.microsoft.com/office/drawing/2014/main" id="{4C3ED71F-FC27-6498-EA28-BE3799C04FF0}"/>
                    </a:ext>
                  </a:extLst>
                </p:cNvPr>
                <p:cNvSpPr/>
                <p:nvPr/>
              </p:nvSpPr>
              <p:spPr>
                <a:xfrm>
                  <a:off x="7634180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5" name="pg361">
                  <a:extLst>
                    <a:ext uri="{FF2B5EF4-FFF2-40B4-BE49-F238E27FC236}">
                      <a16:creationId xmlns:a16="http://schemas.microsoft.com/office/drawing/2014/main" id="{4E232B9E-3D7E-7DAC-0EB9-DCA39B7075FB}"/>
                    </a:ext>
                  </a:extLst>
                </p:cNvPr>
                <p:cNvSpPr/>
                <p:nvPr/>
              </p:nvSpPr>
              <p:spPr>
                <a:xfrm>
                  <a:off x="7670368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6" name="pg362">
                  <a:extLst>
                    <a:ext uri="{FF2B5EF4-FFF2-40B4-BE49-F238E27FC236}">
                      <a16:creationId xmlns:a16="http://schemas.microsoft.com/office/drawing/2014/main" id="{686DC9A0-F64D-C628-3B52-5F4CC4E07765}"/>
                    </a:ext>
                  </a:extLst>
                </p:cNvPr>
                <p:cNvSpPr/>
                <p:nvPr/>
              </p:nvSpPr>
              <p:spPr>
                <a:xfrm>
                  <a:off x="7706556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7" name="pg363">
                  <a:extLst>
                    <a:ext uri="{FF2B5EF4-FFF2-40B4-BE49-F238E27FC236}">
                      <a16:creationId xmlns:a16="http://schemas.microsoft.com/office/drawing/2014/main" id="{F6FACFCC-23AB-BA5F-18DC-CE46DB956DB8}"/>
                    </a:ext>
                  </a:extLst>
                </p:cNvPr>
                <p:cNvSpPr/>
                <p:nvPr/>
              </p:nvSpPr>
              <p:spPr>
                <a:xfrm>
                  <a:off x="7742744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8" name="pg364">
                  <a:extLst>
                    <a:ext uri="{FF2B5EF4-FFF2-40B4-BE49-F238E27FC236}">
                      <a16:creationId xmlns:a16="http://schemas.microsoft.com/office/drawing/2014/main" id="{01F1A862-AE02-D1C0-B0F9-23F1E34F090F}"/>
                    </a:ext>
                  </a:extLst>
                </p:cNvPr>
                <p:cNvSpPr/>
                <p:nvPr/>
              </p:nvSpPr>
              <p:spPr>
                <a:xfrm>
                  <a:off x="7778932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19" name="pg365">
                  <a:extLst>
                    <a:ext uri="{FF2B5EF4-FFF2-40B4-BE49-F238E27FC236}">
                      <a16:creationId xmlns:a16="http://schemas.microsoft.com/office/drawing/2014/main" id="{87638C24-4188-BF78-BF2E-451550F2BFB7}"/>
                    </a:ext>
                  </a:extLst>
                </p:cNvPr>
                <p:cNvSpPr/>
                <p:nvPr/>
              </p:nvSpPr>
              <p:spPr>
                <a:xfrm>
                  <a:off x="7815120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0" name="pg366">
                  <a:extLst>
                    <a:ext uri="{FF2B5EF4-FFF2-40B4-BE49-F238E27FC236}">
                      <a16:creationId xmlns:a16="http://schemas.microsoft.com/office/drawing/2014/main" id="{A6B87CE9-F4C1-39AA-1170-5FEB1D44B622}"/>
                    </a:ext>
                  </a:extLst>
                </p:cNvPr>
                <p:cNvSpPr/>
                <p:nvPr/>
              </p:nvSpPr>
              <p:spPr>
                <a:xfrm>
                  <a:off x="7851308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1" name="pg367">
                  <a:extLst>
                    <a:ext uri="{FF2B5EF4-FFF2-40B4-BE49-F238E27FC236}">
                      <a16:creationId xmlns:a16="http://schemas.microsoft.com/office/drawing/2014/main" id="{C96D47CE-CF8F-CE42-FE8F-D479E74D3606}"/>
                    </a:ext>
                  </a:extLst>
                </p:cNvPr>
                <p:cNvSpPr/>
                <p:nvPr/>
              </p:nvSpPr>
              <p:spPr>
                <a:xfrm>
                  <a:off x="7887496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5D8BB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2" name="pg368">
                  <a:extLst>
                    <a:ext uri="{FF2B5EF4-FFF2-40B4-BE49-F238E27FC236}">
                      <a16:creationId xmlns:a16="http://schemas.microsoft.com/office/drawing/2014/main" id="{7DE5A7F3-8B5C-C6B9-E3F2-F2FCE2881700}"/>
                    </a:ext>
                  </a:extLst>
                </p:cNvPr>
                <p:cNvSpPr/>
                <p:nvPr/>
              </p:nvSpPr>
              <p:spPr>
                <a:xfrm>
                  <a:off x="7923684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5D8BA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3" name="pg369">
                  <a:extLst>
                    <a:ext uri="{FF2B5EF4-FFF2-40B4-BE49-F238E27FC236}">
                      <a16:creationId xmlns:a16="http://schemas.microsoft.com/office/drawing/2014/main" id="{E68A7808-7EE1-73E1-EC8D-95945B9B6A21}"/>
                    </a:ext>
                  </a:extLst>
                </p:cNvPr>
                <p:cNvSpPr/>
                <p:nvPr/>
              </p:nvSpPr>
              <p:spPr>
                <a:xfrm>
                  <a:off x="7959872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4" name="pg370">
                  <a:extLst>
                    <a:ext uri="{FF2B5EF4-FFF2-40B4-BE49-F238E27FC236}">
                      <a16:creationId xmlns:a16="http://schemas.microsoft.com/office/drawing/2014/main" id="{5BC38033-1EA9-6CE5-E167-AF31B39276DA}"/>
                    </a:ext>
                  </a:extLst>
                </p:cNvPr>
                <p:cNvSpPr/>
                <p:nvPr/>
              </p:nvSpPr>
              <p:spPr>
                <a:xfrm>
                  <a:off x="7996059" y="542624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5" name="pg371">
                  <a:extLst>
                    <a:ext uri="{FF2B5EF4-FFF2-40B4-BE49-F238E27FC236}">
                      <a16:creationId xmlns:a16="http://schemas.microsoft.com/office/drawing/2014/main" id="{A3C13B8D-EE52-0CEC-CAFC-9B1C59EDD3DE}"/>
                    </a:ext>
                  </a:extLst>
                </p:cNvPr>
                <p:cNvSpPr/>
                <p:nvPr/>
              </p:nvSpPr>
              <p:spPr>
                <a:xfrm>
                  <a:off x="7199924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6" name="pg372">
                  <a:extLst>
                    <a:ext uri="{FF2B5EF4-FFF2-40B4-BE49-F238E27FC236}">
                      <a16:creationId xmlns:a16="http://schemas.microsoft.com/office/drawing/2014/main" id="{03CB90BF-7E7E-1C59-4DB3-2396D2DDF3A7}"/>
                    </a:ext>
                  </a:extLst>
                </p:cNvPr>
                <p:cNvSpPr/>
                <p:nvPr/>
              </p:nvSpPr>
              <p:spPr>
                <a:xfrm>
                  <a:off x="7236112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FE6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7" name="pg373">
                  <a:extLst>
                    <a:ext uri="{FF2B5EF4-FFF2-40B4-BE49-F238E27FC236}">
                      <a16:creationId xmlns:a16="http://schemas.microsoft.com/office/drawing/2014/main" id="{5FC64B76-7C62-F409-CAF5-06F97DEAC865}"/>
                    </a:ext>
                  </a:extLst>
                </p:cNvPr>
                <p:cNvSpPr/>
                <p:nvPr/>
              </p:nvSpPr>
              <p:spPr>
                <a:xfrm>
                  <a:off x="7272301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8" name="pg374">
                  <a:extLst>
                    <a:ext uri="{FF2B5EF4-FFF2-40B4-BE49-F238E27FC236}">
                      <a16:creationId xmlns:a16="http://schemas.microsoft.com/office/drawing/2014/main" id="{A8139380-3864-6EAE-1493-E3F26E8B281A}"/>
                    </a:ext>
                  </a:extLst>
                </p:cNvPr>
                <p:cNvSpPr/>
                <p:nvPr/>
              </p:nvSpPr>
              <p:spPr>
                <a:xfrm>
                  <a:off x="7308489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29" name="pg375">
                  <a:extLst>
                    <a:ext uri="{FF2B5EF4-FFF2-40B4-BE49-F238E27FC236}">
                      <a16:creationId xmlns:a16="http://schemas.microsoft.com/office/drawing/2014/main" id="{AF105D43-8D39-C8C8-EA20-B6C6B4B1040A}"/>
                    </a:ext>
                  </a:extLst>
                </p:cNvPr>
                <p:cNvSpPr/>
                <p:nvPr/>
              </p:nvSpPr>
              <p:spPr>
                <a:xfrm>
                  <a:off x="7344676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0" name="pg376">
                  <a:extLst>
                    <a:ext uri="{FF2B5EF4-FFF2-40B4-BE49-F238E27FC236}">
                      <a16:creationId xmlns:a16="http://schemas.microsoft.com/office/drawing/2014/main" id="{155917C8-8428-EE80-63BE-25EB164B5078}"/>
                    </a:ext>
                  </a:extLst>
                </p:cNvPr>
                <p:cNvSpPr/>
                <p:nvPr/>
              </p:nvSpPr>
              <p:spPr>
                <a:xfrm>
                  <a:off x="7380864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1" name="pg377">
                  <a:extLst>
                    <a:ext uri="{FF2B5EF4-FFF2-40B4-BE49-F238E27FC236}">
                      <a16:creationId xmlns:a16="http://schemas.microsoft.com/office/drawing/2014/main" id="{D24FAD20-B963-04CE-25C0-542EBF67ECC9}"/>
                    </a:ext>
                  </a:extLst>
                </p:cNvPr>
                <p:cNvSpPr/>
                <p:nvPr/>
              </p:nvSpPr>
              <p:spPr>
                <a:xfrm>
                  <a:off x="7417052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2" name="pg378">
                  <a:extLst>
                    <a:ext uri="{FF2B5EF4-FFF2-40B4-BE49-F238E27FC236}">
                      <a16:creationId xmlns:a16="http://schemas.microsoft.com/office/drawing/2014/main" id="{41E145CA-A362-273A-4AA5-A258867A6CF8}"/>
                    </a:ext>
                  </a:extLst>
                </p:cNvPr>
                <p:cNvSpPr/>
                <p:nvPr/>
              </p:nvSpPr>
              <p:spPr>
                <a:xfrm>
                  <a:off x="7453240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3" name="pg379">
                  <a:extLst>
                    <a:ext uri="{FF2B5EF4-FFF2-40B4-BE49-F238E27FC236}">
                      <a16:creationId xmlns:a16="http://schemas.microsoft.com/office/drawing/2014/main" id="{BC3AA88F-2643-6AC8-99B0-71F31998ED71}"/>
                    </a:ext>
                  </a:extLst>
                </p:cNvPr>
                <p:cNvSpPr/>
                <p:nvPr/>
              </p:nvSpPr>
              <p:spPr>
                <a:xfrm>
                  <a:off x="7489428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4E2C8">
                    <a:alpha val="100000"/>
                  </a:srgbClr>
                </a:solidFill>
                <a:ln w="5420" cap="flat">
                  <a:solidFill>
                    <a:srgbClr val="8FDC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4" name="pg380">
                  <a:extLst>
                    <a:ext uri="{FF2B5EF4-FFF2-40B4-BE49-F238E27FC236}">
                      <a16:creationId xmlns:a16="http://schemas.microsoft.com/office/drawing/2014/main" id="{1A918518-C9C5-746B-5BF6-5A7B63D3F569}"/>
                    </a:ext>
                  </a:extLst>
                </p:cNvPr>
                <p:cNvSpPr/>
                <p:nvPr/>
              </p:nvSpPr>
              <p:spPr>
                <a:xfrm>
                  <a:off x="7525616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6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5" name="pg381">
                  <a:extLst>
                    <a:ext uri="{FF2B5EF4-FFF2-40B4-BE49-F238E27FC236}">
                      <a16:creationId xmlns:a16="http://schemas.microsoft.com/office/drawing/2014/main" id="{28F8EBE7-AAAB-097A-FF56-5DE7F8B18950}"/>
                    </a:ext>
                  </a:extLst>
                </p:cNvPr>
                <p:cNvSpPr/>
                <p:nvPr/>
              </p:nvSpPr>
              <p:spPr>
                <a:xfrm>
                  <a:off x="7561804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6" name="pg382">
                  <a:extLst>
                    <a:ext uri="{FF2B5EF4-FFF2-40B4-BE49-F238E27FC236}">
                      <a16:creationId xmlns:a16="http://schemas.microsoft.com/office/drawing/2014/main" id="{367D4B84-94C6-4F6E-021A-E179171F5C25}"/>
                    </a:ext>
                  </a:extLst>
                </p:cNvPr>
                <p:cNvSpPr/>
                <p:nvPr/>
              </p:nvSpPr>
              <p:spPr>
                <a:xfrm>
                  <a:off x="7597992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7" name="pg383">
                  <a:extLst>
                    <a:ext uri="{FF2B5EF4-FFF2-40B4-BE49-F238E27FC236}">
                      <a16:creationId xmlns:a16="http://schemas.microsoft.com/office/drawing/2014/main" id="{3115E6BB-A638-897F-BB27-6DD0962F95DA}"/>
                    </a:ext>
                  </a:extLst>
                </p:cNvPr>
                <p:cNvSpPr/>
                <p:nvPr/>
              </p:nvSpPr>
              <p:spPr>
                <a:xfrm>
                  <a:off x="7634180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F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8" name="pg384">
                  <a:extLst>
                    <a:ext uri="{FF2B5EF4-FFF2-40B4-BE49-F238E27FC236}">
                      <a16:creationId xmlns:a16="http://schemas.microsoft.com/office/drawing/2014/main" id="{11F0156C-71D9-32FE-082E-C46EF592D45A}"/>
                    </a:ext>
                  </a:extLst>
                </p:cNvPr>
                <p:cNvSpPr/>
                <p:nvPr/>
              </p:nvSpPr>
              <p:spPr>
                <a:xfrm>
                  <a:off x="7670368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39" name="pg385">
                  <a:extLst>
                    <a:ext uri="{FF2B5EF4-FFF2-40B4-BE49-F238E27FC236}">
                      <a16:creationId xmlns:a16="http://schemas.microsoft.com/office/drawing/2014/main" id="{5A100B5B-5A50-395A-FF81-A3AD92A8C3FE}"/>
                    </a:ext>
                  </a:extLst>
                </p:cNvPr>
                <p:cNvSpPr/>
                <p:nvPr/>
              </p:nvSpPr>
              <p:spPr>
                <a:xfrm>
                  <a:off x="7706556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0" name="pg386">
                  <a:extLst>
                    <a:ext uri="{FF2B5EF4-FFF2-40B4-BE49-F238E27FC236}">
                      <a16:creationId xmlns:a16="http://schemas.microsoft.com/office/drawing/2014/main" id="{0F1ADB5D-E1E3-3136-16F2-634FE1070365}"/>
                    </a:ext>
                  </a:extLst>
                </p:cNvPr>
                <p:cNvSpPr/>
                <p:nvPr/>
              </p:nvSpPr>
              <p:spPr>
                <a:xfrm>
                  <a:off x="7742744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1" name="pg387">
                  <a:extLst>
                    <a:ext uri="{FF2B5EF4-FFF2-40B4-BE49-F238E27FC236}">
                      <a16:creationId xmlns:a16="http://schemas.microsoft.com/office/drawing/2014/main" id="{55D94C2B-42F2-0C3C-F201-2184A6AF74CE}"/>
                    </a:ext>
                  </a:extLst>
                </p:cNvPr>
                <p:cNvSpPr/>
                <p:nvPr/>
              </p:nvSpPr>
              <p:spPr>
                <a:xfrm>
                  <a:off x="7778932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2" name="pg388">
                  <a:extLst>
                    <a:ext uri="{FF2B5EF4-FFF2-40B4-BE49-F238E27FC236}">
                      <a16:creationId xmlns:a16="http://schemas.microsoft.com/office/drawing/2014/main" id="{F2AB4305-3EEB-FA9F-167B-8AE3395B4EA5}"/>
                    </a:ext>
                  </a:extLst>
                </p:cNvPr>
                <p:cNvSpPr/>
                <p:nvPr/>
              </p:nvSpPr>
              <p:spPr>
                <a:xfrm>
                  <a:off x="7815120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3" name="pg389">
                  <a:extLst>
                    <a:ext uri="{FF2B5EF4-FFF2-40B4-BE49-F238E27FC236}">
                      <a16:creationId xmlns:a16="http://schemas.microsoft.com/office/drawing/2014/main" id="{0B73A413-331F-C41F-C53A-44DAC36DD554}"/>
                    </a:ext>
                  </a:extLst>
                </p:cNvPr>
                <p:cNvSpPr/>
                <p:nvPr/>
              </p:nvSpPr>
              <p:spPr>
                <a:xfrm>
                  <a:off x="7851308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4" name="pg390">
                  <a:extLst>
                    <a:ext uri="{FF2B5EF4-FFF2-40B4-BE49-F238E27FC236}">
                      <a16:creationId xmlns:a16="http://schemas.microsoft.com/office/drawing/2014/main" id="{BDEA7628-3074-F963-A973-1EB79F014F57}"/>
                    </a:ext>
                  </a:extLst>
                </p:cNvPr>
                <p:cNvSpPr/>
                <p:nvPr/>
              </p:nvSpPr>
              <p:spPr>
                <a:xfrm>
                  <a:off x="7887496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5" name="pg391">
                  <a:extLst>
                    <a:ext uri="{FF2B5EF4-FFF2-40B4-BE49-F238E27FC236}">
                      <a16:creationId xmlns:a16="http://schemas.microsoft.com/office/drawing/2014/main" id="{82F94B7A-EC0E-B459-548F-C148C7343F8D}"/>
                    </a:ext>
                  </a:extLst>
                </p:cNvPr>
                <p:cNvSpPr/>
                <p:nvPr/>
              </p:nvSpPr>
              <p:spPr>
                <a:xfrm>
                  <a:off x="7923684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9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6" name="pg392">
                  <a:extLst>
                    <a:ext uri="{FF2B5EF4-FFF2-40B4-BE49-F238E27FC236}">
                      <a16:creationId xmlns:a16="http://schemas.microsoft.com/office/drawing/2014/main" id="{D1EC75CF-83F7-BB68-B355-1F11366EC47E}"/>
                    </a:ext>
                  </a:extLst>
                </p:cNvPr>
                <p:cNvSpPr/>
                <p:nvPr/>
              </p:nvSpPr>
              <p:spPr>
                <a:xfrm>
                  <a:off x="7959872" y="547215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9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7" name="pg393">
                  <a:extLst>
                    <a:ext uri="{FF2B5EF4-FFF2-40B4-BE49-F238E27FC236}">
                      <a16:creationId xmlns:a16="http://schemas.microsoft.com/office/drawing/2014/main" id="{A762DA23-06E1-9AA3-0B94-42903AC2BAA2}"/>
                    </a:ext>
                  </a:extLst>
                </p:cNvPr>
                <p:cNvSpPr/>
                <p:nvPr/>
              </p:nvSpPr>
              <p:spPr>
                <a:xfrm>
                  <a:off x="7199924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8" name="pg394">
                  <a:extLst>
                    <a:ext uri="{FF2B5EF4-FFF2-40B4-BE49-F238E27FC236}">
                      <a16:creationId xmlns:a16="http://schemas.microsoft.com/office/drawing/2014/main" id="{1A132C2D-7AA3-8A57-D819-C22E76CD2844}"/>
                    </a:ext>
                  </a:extLst>
                </p:cNvPr>
                <p:cNvSpPr/>
                <p:nvPr/>
              </p:nvSpPr>
              <p:spPr>
                <a:xfrm>
                  <a:off x="7236112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49" name="pg395">
                  <a:extLst>
                    <a:ext uri="{FF2B5EF4-FFF2-40B4-BE49-F238E27FC236}">
                      <a16:creationId xmlns:a16="http://schemas.microsoft.com/office/drawing/2014/main" id="{77E0186F-80B6-F81B-18B2-C525AF98BC52}"/>
                    </a:ext>
                  </a:extLst>
                </p:cNvPr>
                <p:cNvSpPr/>
                <p:nvPr/>
              </p:nvSpPr>
              <p:spPr>
                <a:xfrm>
                  <a:off x="7272301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0" name="pg396">
                  <a:extLst>
                    <a:ext uri="{FF2B5EF4-FFF2-40B4-BE49-F238E27FC236}">
                      <a16:creationId xmlns:a16="http://schemas.microsoft.com/office/drawing/2014/main" id="{42CA5A23-4063-DC1C-6057-67777E6641FC}"/>
                    </a:ext>
                  </a:extLst>
                </p:cNvPr>
                <p:cNvSpPr/>
                <p:nvPr/>
              </p:nvSpPr>
              <p:spPr>
                <a:xfrm>
                  <a:off x="7308489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1" name="pg397">
                  <a:extLst>
                    <a:ext uri="{FF2B5EF4-FFF2-40B4-BE49-F238E27FC236}">
                      <a16:creationId xmlns:a16="http://schemas.microsoft.com/office/drawing/2014/main" id="{82B9BAB7-78E0-740A-92A9-274D775CD845}"/>
                    </a:ext>
                  </a:extLst>
                </p:cNvPr>
                <p:cNvSpPr/>
                <p:nvPr/>
              </p:nvSpPr>
              <p:spPr>
                <a:xfrm>
                  <a:off x="7344676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2" name="pg398">
                  <a:extLst>
                    <a:ext uri="{FF2B5EF4-FFF2-40B4-BE49-F238E27FC236}">
                      <a16:creationId xmlns:a16="http://schemas.microsoft.com/office/drawing/2014/main" id="{87F66EBD-4628-703D-D7C0-D6EF9737BAA5}"/>
                    </a:ext>
                  </a:extLst>
                </p:cNvPr>
                <p:cNvSpPr/>
                <p:nvPr/>
              </p:nvSpPr>
              <p:spPr>
                <a:xfrm>
                  <a:off x="7380864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3" name="pg399">
                  <a:extLst>
                    <a:ext uri="{FF2B5EF4-FFF2-40B4-BE49-F238E27FC236}">
                      <a16:creationId xmlns:a16="http://schemas.microsoft.com/office/drawing/2014/main" id="{AF9B40CC-03B9-F348-FB76-4E400ADCEAE4}"/>
                    </a:ext>
                  </a:extLst>
                </p:cNvPr>
                <p:cNvSpPr/>
                <p:nvPr/>
              </p:nvSpPr>
              <p:spPr>
                <a:xfrm>
                  <a:off x="7417052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4" name="pg400">
                  <a:extLst>
                    <a:ext uri="{FF2B5EF4-FFF2-40B4-BE49-F238E27FC236}">
                      <a16:creationId xmlns:a16="http://schemas.microsoft.com/office/drawing/2014/main" id="{E840B5E8-1475-CCB5-8534-21AFF6B3F46B}"/>
                    </a:ext>
                  </a:extLst>
                </p:cNvPr>
                <p:cNvSpPr/>
                <p:nvPr/>
              </p:nvSpPr>
              <p:spPr>
                <a:xfrm>
                  <a:off x="7453240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5" name="pg401">
                  <a:extLst>
                    <a:ext uri="{FF2B5EF4-FFF2-40B4-BE49-F238E27FC236}">
                      <a16:creationId xmlns:a16="http://schemas.microsoft.com/office/drawing/2014/main" id="{C75CF28A-83E0-DE14-1EB6-066399D5DD8F}"/>
                    </a:ext>
                  </a:extLst>
                </p:cNvPr>
                <p:cNvSpPr/>
                <p:nvPr/>
              </p:nvSpPr>
              <p:spPr>
                <a:xfrm>
                  <a:off x="7489428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6" name="pg402">
                  <a:extLst>
                    <a:ext uri="{FF2B5EF4-FFF2-40B4-BE49-F238E27FC236}">
                      <a16:creationId xmlns:a16="http://schemas.microsoft.com/office/drawing/2014/main" id="{78D523A9-7072-4086-EBCF-52FEF79E1141}"/>
                    </a:ext>
                  </a:extLst>
                </p:cNvPr>
                <p:cNvSpPr/>
                <p:nvPr/>
              </p:nvSpPr>
              <p:spPr>
                <a:xfrm>
                  <a:off x="7525616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7" name="pg403">
                  <a:extLst>
                    <a:ext uri="{FF2B5EF4-FFF2-40B4-BE49-F238E27FC236}">
                      <a16:creationId xmlns:a16="http://schemas.microsoft.com/office/drawing/2014/main" id="{20080622-A3C4-79C3-6803-9E44A7932A1B}"/>
                    </a:ext>
                  </a:extLst>
                </p:cNvPr>
                <p:cNvSpPr/>
                <p:nvPr/>
              </p:nvSpPr>
              <p:spPr>
                <a:xfrm>
                  <a:off x="7561804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8" name="pg404">
                  <a:extLst>
                    <a:ext uri="{FF2B5EF4-FFF2-40B4-BE49-F238E27FC236}">
                      <a16:creationId xmlns:a16="http://schemas.microsoft.com/office/drawing/2014/main" id="{71A98E24-0FE8-0C20-DA13-16E4223C6FE3}"/>
                    </a:ext>
                  </a:extLst>
                </p:cNvPr>
                <p:cNvSpPr/>
                <p:nvPr/>
              </p:nvSpPr>
              <p:spPr>
                <a:xfrm>
                  <a:off x="7597992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CBF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59" name="pg405">
                  <a:extLst>
                    <a:ext uri="{FF2B5EF4-FFF2-40B4-BE49-F238E27FC236}">
                      <a16:creationId xmlns:a16="http://schemas.microsoft.com/office/drawing/2014/main" id="{5B4A50B2-7781-6FB5-E4CF-D7A7075E22B5}"/>
                    </a:ext>
                  </a:extLst>
                </p:cNvPr>
                <p:cNvSpPr/>
                <p:nvPr/>
              </p:nvSpPr>
              <p:spPr>
                <a:xfrm>
                  <a:off x="7634180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0" name="pg406">
                  <a:extLst>
                    <a:ext uri="{FF2B5EF4-FFF2-40B4-BE49-F238E27FC236}">
                      <a16:creationId xmlns:a16="http://schemas.microsoft.com/office/drawing/2014/main" id="{8D0E8279-CABF-FE17-3A7D-1CEA5717F0A8}"/>
                    </a:ext>
                  </a:extLst>
                </p:cNvPr>
                <p:cNvSpPr/>
                <p:nvPr/>
              </p:nvSpPr>
              <p:spPr>
                <a:xfrm>
                  <a:off x="7670368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1" name="pg407">
                  <a:extLst>
                    <a:ext uri="{FF2B5EF4-FFF2-40B4-BE49-F238E27FC236}">
                      <a16:creationId xmlns:a16="http://schemas.microsoft.com/office/drawing/2014/main" id="{39423E32-802F-FE1C-4242-837259F7A556}"/>
                    </a:ext>
                  </a:extLst>
                </p:cNvPr>
                <p:cNvSpPr/>
                <p:nvPr/>
              </p:nvSpPr>
              <p:spPr>
                <a:xfrm>
                  <a:off x="7706556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2" name="pg408">
                  <a:extLst>
                    <a:ext uri="{FF2B5EF4-FFF2-40B4-BE49-F238E27FC236}">
                      <a16:creationId xmlns:a16="http://schemas.microsoft.com/office/drawing/2014/main" id="{6291218E-E33A-6BD7-125A-59F573C2C4D3}"/>
                    </a:ext>
                  </a:extLst>
                </p:cNvPr>
                <p:cNvSpPr/>
                <p:nvPr/>
              </p:nvSpPr>
              <p:spPr>
                <a:xfrm>
                  <a:off x="7742744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3" name="pg409">
                  <a:extLst>
                    <a:ext uri="{FF2B5EF4-FFF2-40B4-BE49-F238E27FC236}">
                      <a16:creationId xmlns:a16="http://schemas.microsoft.com/office/drawing/2014/main" id="{CFEFDEE9-6831-DEA7-0CFF-39844C6076C0}"/>
                    </a:ext>
                  </a:extLst>
                </p:cNvPr>
                <p:cNvSpPr/>
                <p:nvPr/>
              </p:nvSpPr>
              <p:spPr>
                <a:xfrm>
                  <a:off x="7778932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4" name="pg410">
                  <a:extLst>
                    <a:ext uri="{FF2B5EF4-FFF2-40B4-BE49-F238E27FC236}">
                      <a16:creationId xmlns:a16="http://schemas.microsoft.com/office/drawing/2014/main" id="{0FE8F606-71C1-A6CB-DF42-D6FAE7A5F41A}"/>
                    </a:ext>
                  </a:extLst>
                </p:cNvPr>
                <p:cNvSpPr/>
                <p:nvPr/>
              </p:nvSpPr>
              <p:spPr>
                <a:xfrm>
                  <a:off x="7815120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5" name="pg411">
                  <a:extLst>
                    <a:ext uri="{FF2B5EF4-FFF2-40B4-BE49-F238E27FC236}">
                      <a16:creationId xmlns:a16="http://schemas.microsoft.com/office/drawing/2014/main" id="{F9E9CBEA-192A-DB5B-E3DD-685CFE4E86D6}"/>
                    </a:ext>
                  </a:extLst>
                </p:cNvPr>
                <p:cNvSpPr/>
                <p:nvPr/>
              </p:nvSpPr>
              <p:spPr>
                <a:xfrm>
                  <a:off x="7851308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6" name="pg412">
                  <a:extLst>
                    <a:ext uri="{FF2B5EF4-FFF2-40B4-BE49-F238E27FC236}">
                      <a16:creationId xmlns:a16="http://schemas.microsoft.com/office/drawing/2014/main" id="{907A4B5F-E9DB-6C7B-A291-4C5C00E85AF5}"/>
                    </a:ext>
                  </a:extLst>
                </p:cNvPr>
                <p:cNvSpPr/>
                <p:nvPr/>
              </p:nvSpPr>
              <p:spPr>
                <a:xfrm>
                  <a:off x="7887496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9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7" name="pg413">
                  <a:extLst>
                    <a:ext uri="{FF2B5EF4-FFF2-40B4-BE49-F238E27FC236}">
                      <a16:creationId xmlns:a16="http://schemas.microsoft.com/office/drawing/2014/main" id="{B1E4173F-582B-7C86-C9D5-82D5F0ED69F4}"/>
                    </a:ext>
                  </a:extLst>
                </p:cNvPr>
                <p:cNvSpPr/>
                <p:nvPr/>
              </p:nvSpPr>
              <p:spPr>
                <a:xfrm>
                  <a:off x="7923684" y="5518069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8" name="pg414">
                  <a:extLst>
                    <a:ext uri="{FF2B5EF4-FFF2-40B4-BE49-F238E27FC236}">
                      <a16:creationId xmlns:a16="http://schemas.microsoft.com/office/drawing/2014/main" id="{CA68A904-BBA4-2ADD-4985-18C3C9A68A7A}"/>
                    </a:ext>
                  </a:extLst>
                </p:cNvPr>
                <p:cNvSpPr/>
                <p:nvPr/>
              </p:nvSpPr>
              <p:spPr>
                <a:xfrm>
                  <a:off x="7272301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69" name="pg415">
                  <a:extLst>
                    <a:ext uri="{FF2B5EF4-FFF2-40B4-BE49-F238E27FC236}">
                      <a16:creationId xmlns:a16="http://schemas.microsoft.com/office/drawing/2014/main" id="{93064687-F83E-CCB1-2460-3DBD22253D83}"/>
                    </a:ext>
                  </a:extLst>
                </p:cNvPr>
                <p:cNvSpPr/>
                <p:nvPr/>
              </p:nvSpPr>
              <p:spPr>
                <a:xfrm>
                  <a:off x="7308489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0" name="pg416">
                  <a:extLst>
                    <a:ext uri="{FF2B5EF4-FFF2-40B4-BE49-F238E27FC236}">
                      <a16:creationId xmlns:a16="http://schemas.microsoft.com/office/drawing/2014/main" id="{6D8D38A6-45D9-F313-14CF-D84ABA6FA7D0}"/>
                    </a:ext>
                  </a:extLst>
                </p:cNvPr>
                <p:cNvSpPr/>
                <p:nvPr/>
              </p:nvSpPr>
              <p:spPr>
                <a:xfrm>
                  <a:off x="7344676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1" name="pg417">
                  <a:extLst>
                    <a:ext uri="{FF2B5EF4-FFF2-40B4-BE49-F238E27FC236}">
                      <a16:creationId xmlns:a16="http://schemas.microsoft.com/office/drawing/2014/main" id="{255DB3DB-C45A-BD68-4EFD-A0DB631A0047}"/>
                    </a:ext>
                  </a:extLst>
                </p:cNvPr>
                <p:cNvSpPr/>
                <p:nvPr/>
              </p:nvSpPr>
              <p:spPr>
                <a:xfrm>
                  <a:off x="7380864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2" name="pg418">
                  <a:extLst>
                    <a:ext uri="{FF2B5EF4-FFF2-40B4-BE49-F238E27FC236}">
                      <a16:creationId xmlns:a16="http://schemas.microsoft.com/office/drawing/2014/main" id="{2E64D902-D1E5-433E-316B-F5EEB94FD4F8}"/>
                    </a:ext>
                  </a:extLst>
                </p:cNvPr>
                <p:cNvSpPr/>
                <p:nvPr/>
              </p:nvSpPr>
              <p:spPr>
                <a:xfrm>
                  <a:off x="7417052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3" name="pg419">
                  <a:extLst>
                    <a:ext uri="{FF2B5EF4-FFF2-40B4-BE49-F238E27FC236}">
                      <a16:creationId xmlns:a16="http://schemas.microsoft.com/office/drawing/2014/main" id="{C6D21A45-6C18-3201-A264-C03501F44662}"/>
                    </a:ext>
                  </a:extLst>
                </p:cNvPr>
                <p:cNvSpPr/>
                <p:nvPr/>
              </p:nvSpPr>
              <p:spPr>
                <a:xfrm>
                  <a:off x="7453240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9E4CB">
                    <a:alpha val="100000"/>
                  </a:srgbClr>
                </a:solidFill>
                <a:ln w="5420" cap="flat">
                  <a:solidFill>
                    <a:srgbClr val="96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4" name="pg420">
                  <a:extLst>
                    <a:ext uri="{FF2B5EF4-FFF2-40B4-BE49-F238E27FC236}">
                      <a16:creationId xmlns:a16="http://schemas.microsoft.com/office/drawing/2014/main" id="{8DFAC8D4-ABDE-7D45-654B-6FBF91A3A1EE}"/>
                    </a:ext>
                  </a:extLst>
                </p:cNvPr>
                <p:cNvSpPr/>
                <p:nvPr/>
              </p:nvSpPr>
              <p:spPr>
                <a:xfrm>
                  <a:off x="7489428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5" name="pg421">
                  <a:extLst>
                    <a:ext uri="{FF2B5EF4-FFF2-40B4-BE49-F238E27FC236}">
                      <a16:creationId xmlns:a16="http://schemas.microsoft.com/office/drawing/2014/main" id="{6F51EB08-7A41-FB21-9527-87199E70B32F}"/>
                    </a:ext>
                  </a:extLst>
                </p:cNvPr>
                <p:cNvSpPr/>
                <p:nvPr/>
              </p:nvSpPr>
              <p:spPr>
                <a:xfrm>
                  <a:off x="7525616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6" name="pg422">
                  <a:extLst>
                    <a:ext uri="{FF2B5EF4-FFF2-40B4-BE49-F238E27FC236}">
                      <a16:creationId xmlns:a16="http://schemas.microsoft.com/office/drawing/2014/main" id="{870DBE45-3DFA-0B83-2CA7-A204299E3456}"/>
                    </a:ext>
                  </a:extLst>
                </p:cNvPr>
                <p:cNvSpPr/>
                <p:nvPr/>
              </p:nvSpPr>
              <p:spPr>
                <a:xfrm>
                  <a:off x="7561804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DC0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7" name="pg423">
                  <a:extLst>
                    <a:ext uri="{FF2B5EF4-FFF2-40B4-BE49-F238E27FC236}">
                      <a16:creationId xmlns:a16="http://schemas.microsoft.com/office/drawing/2014/main" id="{28E6C2E8-EF5E-8BBF-1282-9CB05E7B6F53}"/>
                    </a:ext>
                  </a:extLst>
                </p:cNvPr>
                <p:cNvSpPr/>
                <p:nvPr/>
              </p:nvSpPr>
              <p:spPr>
                <a:xfrm>
                  <a:off x="7597992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CDBBD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8" name="pg424">
                  <a:extLst>
                    <a:ext uri="{FF2B5EF4-FFF2-40B4-BE49-F238E27FC236}">
                      <a16:creationId xmlns:a16="http://schemas.microsoft.com/office/drawing/2014/main" id="{69E9F681-582A-1A01-01A5-E6171428AE8A}"/>
                    </a:ext>
                  </a:extLst>
                </p:cNvPr>
                <p:cNvSpPr/>
                <p:nvPr/>
              </p:nvSpPr>
              <p:spPr>
                <a:xfrm>
                  <a:off x="7634180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79" name="pg425">
                  <a:extLst>
                    <a:ext uri="{FF2B5EF4-FFF2-40B4-BE49-F238E27FC236}">
                      <a16:creationId xmlns:a16="http://schemas.microsoft.com/office/drawing/2014/main" id="{CE318B79-C593-510D-AC13-3B0CE7FEC489}"/>
                    </a:ext>
                  </a:extLst>
                </p:cNvPr>
                <p:cNvSpPr/>
                <p:nvPr/>
              </p:nvSpPr>
              <p:spPr>
                <a:xfrm>
                  <a:off x="7670368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7B9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0" name="pg426">
                  <a:extLst>
                    <a:ext uri="{FF2B5EF4-FFF2-40B4-BE49-F238E27FC236}">
                      <a16:creationId xmlns:a16="http://schemas.microsoft.com/office/drawing/2014/main" id="{1812D034-FA79-E3C5-BB82-B4A22B63402A}"/>
                    </a:ext>
                  </a:extLst>
                </p:cNvPr>
                <p:cNvSpPr/>
                <p:nvPr/>
              </p:nvSpPr>
              <p:spPr>
                <a:xfrm>
                  <a:off x="7706556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1" name="pg427">
                  <a:extLst>
                    <a:ext uri="{FF2B5EF4-FFF2-40B4-BE49-F238E27FC236}">
                      <a16:creationId xmlns:a16="http://schemas.microsoft.com/office/drawing/2014/main" id="{1BA4B8E3-61F3-037C-72D7-19C9582D9EE2}"/>
                    </a:ext>
                  </a:extLst>
                </p:cNvPr>
                <p:cNvSpPr/>
                <p:nvPr/>
              </p:nvSpPr>
              <p:spPr>
                <a:xfrm>
                  <a:off x="7742744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2" name="pg428">
                  <a:extLst>
                    <a:ext uri="{FF2B5EF4-FFF2-40B4-BE49-F238E27FC236}">
                      <a16:creationId xmlns:a16="http://schemas.microsoft.com/office/drawing/2014/main" id="{14A58A44-C121-452A-513A-195BAE903421}"/>
                    </a:ext>
                  </a:extLst>
                </p:cNvPr>
                <p:cNvSpPr/>
                <p:nvPr/>
              </p:nvSpPr>
              <p:spPr>
                <a:xfrm>
                  <a:off x="7778932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3" name="pg429">
                  <a:extLst>
                    <a:ext uri="{FF2B5EF4-FFF2-40B4-BE49-F238E27FC236}">
                      <a16:creationId xmlns:a16="http://schemas.microsoft.com/office/drawing/2014/main" id="{165C6205-5AAB-4B94-CF10-91E8CFDF227F}"/>
                    </a:ext>
                  </a:extLst>
                </p:cNvPr>
                <p:cNvSpPr/>
                <p:nvPr/>
              </p:nvSpPr>
              <p:spPr>
                <a:xfrm>
                  <a:off x="7815120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4" name="pg430">
                  <a:extLst>
                    <a:ext uri="{FF2B5EF4-FFF2-40B4-BE49-F238E27FC236}">
                      <a16:creationId xmlns:a16="http://schemas.microsoft.com/office/drawing/2014/main" id="{88006BFC-C12B-4A27-22CF-7104F24EC27F}"/>
                    </a:ext>
                  </a:extLst>
                </p:cNvPr>
                <p:cNvSpPr/>
                <p:nvPr/>
              </p:nvSpPr>
              <p:spPr>
                <a:xfrm>
                  <a:off x="7851308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7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5" name="pg431">
                  <a:extLst>
                    <a:ext uri="{FF2B5EF4-FFF2-40B4-BE49-F238E27FC236}">
                      <a16:creationId xmlns:a16="http://schemas.microsoft.com/office/drawing/2014/main" id="{61D37A17-F3AE-0532-4A25-1A76142B3144}"/>
                    </a:ext>
                  </a:extLst>
                </p:cNvPr>
                <p:cNvSpPr/>
                <p:nvPr/>
              </p:nvSpPr>
              <p:spPr>
                <a:xfrm>
                  <a:off x="7887496" y="556398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FD6B8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6" name="pg432">
                  <a:extLst>
                    <a:ext uri="{FF2B5EF4-FFF2-40B4-BE49-F238E27FC236}">
                      <a16:creationId xmlns:a16="http://schemas.microsoft.com/office/drawing/2014/main" id="{5EF32D0E-17CF-78CD-C324-D47E4BE78468}"/>
                    </a:ext>
                  </a:extLst>
                </p:cNvPr>
                <p:cNvSpPr/>
                <p:nvPr/>
              </p:nvSpPr>
              <p:spPr>
                <a:xfrm>
                  <a:off x="7308489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7" name="pg433">
                  <a:extLst>
                    <a:ext uri="{FF2B5EF4-FFF2-40B4-BE49-F238E27FC236}">
                      <a16:creationId xmlns:a16="http://schemas.microsoft.com/office/drawing/2014/main" id="{E1EE5515-CD9C-0130-5190-3F9E05B1DF1F}"/>
                    </a:ext>
                  </a:extLst>
                </p:cNvPr>
                <p:cNvSpPr/>
                <p:nvPr/>
              </p:nvSpPr>
              <p:spPr>
                <a:xfrm>
                  <a:off x="7344676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8" name="pg434">
                  <a:extLst>
                    <a:ext uri="{FF2B5EF4-FFF2-40B4-BE49-F238E27FC236}">
                      <a16:creationId xmlns:a16="http://schemas.microsoft.com/office/drawing/2014/main" id="{ECF846F7-FC6E-96E1-96C2-15C8F6BCCED2}"/>
                    </a:ext>
                  </a:extLst>
                </p:cNvPr>
                <p:cNvSpPr/>
                <p:nvPr/>
              </p:nvSpPr>
              <p:spPr>
                <a:xfrm>
                  <a:off x="7380864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89" name="pg435">
                  <a:extLst>
                    <a:ext uri="{FF2B5EF4-FFF2-40B4-BE49-F238E27FC236}">
                      <a16:creationId xmlns:a16="http://schemas.microsoft.com/office/drawing/2014/main" id="{8D9CEEA4-2752-1A53-9C0D-99245ADDBBA8}"/>
                    </a:ext>
                  </a:extLst>
                </p:cNvPr>
                <p:cNvSpPr/>
                <p:nvPr/>
              </p:nvSpPr>
              <p:spPr>
                <a:xfrm>
                  <a:off x="7417052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0" name="pg436">
                  <a:extLst>
                    <a:ext uri="{FF2B5EF4-FFF2-40B4-BE49-F238E27FC236}">
                      <a16:creationId xmlns:a16="http://schemas.microsoft.com/office/drawing/2014/main" id="{8BEAA441-AFEA-4645-76C5-23AF1A0C34F7}"/>
                    </a:ext>
                  </a:extLst>
                </p:cNvPr>
                <p:cNvSpPr/>
                <p:nvPr/>
              </p:nvSpPr>
              <p:spPr>
                <a:xfrm>
                  <a:off x="7453240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9E4CB">
                    <a:alpha val="100000"/>
                  </a:srgbClr>
                </a:solidFill>
                <a:ln w="5420" cap="flat">
                  <a:solidFill>
                    <a:srgbClr val="96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1" name="pg437">
                  <a:extLst>
                    <a:ext uri="{FF2B5EF4-FFF2-40B4-BE49-F238E27FC236}">
                      <a16:creationId xmlns:a16="http://schemas.microsoft.com/office/drawing/2014/main" id="{4C539F30-B54D-3E7E-CCFD-5F956E295CF2}"/>
                    </a:ext>
                  </a:extLst>
                </p:cNvPr>
                <p:cNvSpPr/>
                <p:nvPr/>
              </p:nvSpPr>
              <p:spPr>
                <a:xfrm>
                  <a:off x="7489428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2" name="pg438">
                  <a:extLst>
                    <a:ext uri="{FF2B5EF4-FFF2-40B4-BE49-F238E27FC236}">
                      <a16:creationId xmlns:a16="http://schemas.microsoft.com/office/drawing/2014/main" id="{CE5A363C-4A19-F55C-F09B-6860A9BB0275}"/>
                    </a:ext>
                  </a:extLst>
                </p:cNvPr>
                <p:cNvSpPr/>
                <p:nvPr/>
              </p:nvSpPr>
              <p:spPr>
                <a:xfrm>
                  <a:off x="7525616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3" name="pg439">
                  <a:extLst>
                    <a:ext uri="{FF2B5EF4-FFF2-40B4-BE49-F238E27FC236}">
                      <a16:creationId xmlns:a16="http://schemas.microsoft.com/office/drawing/2014/main" id="{5F9671DF-3AF5-1213-B5C5-A8C0686674D3}"/>
                    </a:ext>
                  </a:extLst>
                </p:cNvPr>
                <p:cNvSpPr/>
                <p:nvPr/>
              </p:nvSpPr>
              <p:spPr>
                <a:xfrm>
                  <a:off x="7561804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4" name="pg440">
                  <a:extLst>
                    <a:ext uri="{FF2B5EF4-FFF2-40B4-BE49-F238E27FC236}">
                      <a16:creationId xmlns:a16="http://schemas.microsoft.com/office/drawing/2014/main" id="{2D1512D8-17CB-DF18-ECB7-7218690ACF48}"/>
                    </a:ext>
                  </a:extLst>
                </p:cNvPr>
                <p:cNvSpPr/>
                <p:nvPr/>
              </p:nvSpPr>
              <p:spPr>
                <a:xfrm>
                  <a:off x="7597992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5" name="pg441">
                  <a:extLst>
                    <a:ext uri="{FF2B5EF4-FFF2-40B4-BE49-F238E27FC236}">
                      <a16:creationId xmlns:a16="http://schemas.microsoft.com/office/drawing/2014/main" id="{E1F6912C-E8AA-5184-935B-E4EF10782FCF}"/>
                    </a:ext>
                  </a:extLst>
                </p:cNvPr>
                <p:cNvSpPr/>
                <p:nvPr/>
              </p:nvSpPr>
              <p:spPr>
                <a:xfrm>
                  <a:off x="7634180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6" name="pg442">
                  <a:extLst>
                    <a:ext uri="{FF2B5EF4-FFF2-40B4-BE49-F238E27FC236}">
                      <a16:creationId xmlns:a16="http://schemas.microsoft.com/office/drawing/2014/main" id="{24AE0420-5619-ED3D-A158-DDFF311D3414}"/>
                    </a:ext>
                  </a:extLst>
                </p:cNvPr>
                <p:cNvSpPr/>
                <p:nvPr/>
              </p:nvSpPr>
              <p:spPr>
                <a:xfrm>
                  <a:off x="7670368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7" name="pg443">
                  <a:extLst>
                    <a:ext uri="{FF2B5EF4-FFF2-40B4-BE49-F238E27FC236}">
                      <a16:creationId xmlns:a16="http://schemas.microsoft.com/office/drawing/2014/main" id="{7CE8CDA3-E12B-C6C8-77B8-D922358DA041}"/>
                    </a:ext>
                  </a:extLst>
                </p:cNvPr>
                <p:cNvSpPr/>
                <p:nvPr/>
              </p:nvSpPr>
              <p:spPr>
                <a:xfrm>
                  <a:off x="7706556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8" name="pg444">
                  <a:extLst>
                    <a:ext uri="{FF2B5EF4-FFF2-40B4-BE49-F238E27FC236}">
                      <a16:creationId xmlns:a16="http://schemas.microsoft.com/office/drawing/2014/main" id="{52EF9EFE-1A4C-A792-B51F-7742C4D0DEAC}"/>
                    </a:ext>
                  </a:extLst>
                </p:cNvPr>
                <p:cNvSpPr/>
                <p:nvPr/>
              </p:nvSpPr>
              <p:spPr>
                <a:xfrm>
                  <a:off x="7742744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899" name="pg445">
                  <a:extLst>
                    <a:ext uri="{FF2B5EF4-FFF2-40B4-BE49-F238E27FC236}">
                      <a16:creationId xmlns:a16="http://schemas.microsoft.com/office/drawing/2014/main" id="{8432A6E8-DF47-F60D-9873-1134EA299328}"/>
                    </a:ext>
                  </a:extLst>
                </p:cNvPr>
                <p:cNvSpPr/>
                <p:nvPr/>
              </p:nvSpPr>
              <p:spPr>
                <a:xfrm>
                  <a:off x="7778932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0" name="pg446">
                  <a:extLst>
                    <a:ext uri="{FF2B5EF4-FFF2-40B4-BE49-F238E27FC236}">
                      <a16:creationId xmlns:a16="http://schemas.microsoft.com/office/drawing/2014/main" id="{FC0CDD01-BBF9-737E-E13C-AC45A6A73E2B}"/>
                    </a:ext>
                  </a:extLst>
                </p:cNvPr>
                <p:cNvSpPr/>
                <p:nvPr/>
              </p:nvSpPr>
              <p:spPr>
                <a:xfrm>
                  <a:off x="7815120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1" name="pg447">
                  <a:extLst>
                    <a:ext uri="{FF2B5EF4-FFF2-40B4-BE49-F238E27FC236}">
                      <a16:creationId xmlns:a16="http://schemas.microsoft.com/office/drawing/2014/main" id="{10319FC4-1EEE-58FA-8D0F-29152A78C04C}"/>
                    </a:ext>
                  </a:extLst>
                </p:cNvPr>
                <p:cNvSpPr/>
                <p:nvPr/>
              </p:nvSpPr>
              <p:spPr>
                <a:xfrm>
                  <a:off x="7851308" y="560989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2" name="pg448">
                  <a:extLst>
                    <a:ext uri="{FF2B5EF4-FFF2-40B4-BE49-F238E27FC236}">
                      <a16:creationId xmlns:a16="http://schemas.microsoft.com/office/drawing/2014/main" id="{F30FED86-737B-6B4C-0C94-16D60F06B56E}"/>
                    </a:ext>
                  </a:extLst>
                </p:cNvPr>
                <p:cNvSpPr/>
                <p:nvPr/>
              </p:nvSpPr>
              <p:spPr>
                <a:xfrm>
                  <a:off x="7344676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3" name="pg449">
                  <a:extLst>
                    <a:ext uri="{FF2B5EF4-FFF2-40B4-BE49-F238E27FC236}">
                      <a16:creationId xmlns:a16="http://schemas.microsoft.com/office/drawing/2014/main" id="{1097C5D6-B8E4-5208-2502-81F398224668}"/>
                    </a:ext>
                  </a:extLst>
                </p:cNvPr>
                <p:cNvSpPr/>
                <p:nvPr/>
              </p:nvSpPr>
              <p:spPr>
                <a:xfrm>
                  <a:off x="7380864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4" name="pg450">
                  <a:extLst>
                    <a:ext uri="{FF2B5EF4-FFF2-40B4-BE49-F238E27FC236}">
                      <a16:creationId xmlns:a16="http://schemas.microsoft.com/office/drawing/2014/main" id="{AB5C0D2C-D18D-7CF2-B2A6-401F72C64E06}"/>
                    </a:ext>
                  </a:extLst>
                </p:cNvPr>
                <p:cNvSpPr/>
                <p:nvPr/>
              </p:nvSpPr>
              <p:spPr>
                <a:xfrm>
                  <a:off x="7417052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5" name="pg451">
                  <a:extLst>
                    <a:ext uri="{FF2B5EF4-FFF2-40B4-BE49-F238E27FC236}">
                      <a16:creationId xmlns:a16="http://schemas.microsoft.com/office/drawing/2014/main" id="{2C24B6F8-AF27-C9BC-5BBE-B1F065287473}"/>
                    </a:ext>
                  </a:extLst>
                </p:cNvPr>
                <p:cNvSpPr/>
                <p:nvPr/>
              </p:nvSpPr>
              <p:spPr>
                <a:xfrm>
                  <a:off x="7453240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6" name="pg452">
                  <a:extLst>
                    <a:ext uri="{FF2B5EF4-FFF2-40B4-BE49-F238E27FC236}">
                      <a16:creationId xmlns:a16="http://schemas.microsoft.com/office/drawing/2014/main" id="{4DEA34BD-756E-2A9E-E2E8-FB14FE6B284F}"/>
                    </a:ext>
                  </a:extLst>
                </p:cNvPr>
                <p:cNvSpPr/>
                <p:nvPr/>
              </p:nvSpPr>
              <p:spPr>
                <a:xfrm>
                  <a:off x="7489428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7" name="pg453">
                  <a:extLst>
                    <a:ext uri="{FF2B5EF4-FFF2-40B4-BE49-F238E27FC236}">
                      <a16:creationId xmlns:a16="http://schemas.microsoft.com/office/drawing/2014/main" id="{9D644D59-7A0A-2A42-3017-FBDD78E23497}"/>
                    </a:ext>
                  </a:extLst>
                </p:cNvPr>
                <p:cNvSpPr/>
                <p:nvPr/>
              </p:nvSpPr>
              <p:spPr>
                <a:xfrm>
                  <a:off x="7525616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8" name="pg454">
                  <a:extLst>
                    <a:ext uri="{FF2B5EF4-FFF2-40B4-BE49-F238E27FC236}">
                      <a16:creationId xmlns:a16="http://schemas.microsoft.com/office/drawing/2014/main" id="{0895AFF8-1C78-02AA-08EE-A8AC41534352}"/>
                    </a:ext>
                  </a:extLst>
                </p:cNvPr>
                <p:cNvSpPr/>
                <p:nvPr/>
              </p:nvSpPr>
              <p:spPr>
                <a:xfrm>
                  <a:off x="7561804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09" name="pg455">
                  <a:extLst>
                    <a:ext uri="{FF2B5EF4-FFF2-40B4-BE49-F238E27FC236}">
                      <a16:creationId xmlns:a16="http://schemas.microsoft.com/office/drawing/2014/main" id="{98CDCCCC-8DCC-1DE1-947C-7B55D268C94F}"/>
                    </a:ext>
                  </a:extLst>
                </p:cNvPr>
                <p:cNvSpPr/>
                <p:nvPr/>
              </p:nvSpPr>
              <p:spPr>
                <a:xfrm>
                  <a:off x="7597992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0" name="pg456">
                  <a:extLst>
                    <a:ext uri="{FF2B5EF4-FFF2-40B4-BE49-F238E27FC236}">
                      <a16:creationId xmlns:a16="http://schemas.microsoft.com/office/drawing/2014/main" id="{345174B5-5562-BA27-A09B-64BD636EAD8B}"/>
                    </a:ext>
                  </a:extLst>
                </p:cNvPr>
                <p:cNvSpPr/>
                <p:nvPr/>
              </p:nvSpPr>
              <p:spPr>
                <a:xfrm>
                  <a:off x="7634180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1" name="pg457">
                  <a:extLst>
                    <a:ext uri="{FF2B5EF4-FFF2-40B4-BE49-F238E27FC236}">
                      <a16:creationId xmlns:a16="http://schemas.microsoft.com/office/drawing/2014/main" id="{C1472249-8395-8C02-6DE1-722928D79A09}"/>
                    </a:ext>
                  </a:extLst>
                </p:cNvPr>
                <p:cNvSpPr/>
                <p:nvPr/>
              </p:nvSpPr>
              <p:spPr>
                <a:xfrm>
                  <a:off x="7670368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2" name="pg458">
                  <a:extLst>
                    <a:ext uri="{FF2B5EF4-FFF2-40B4-BE49-F238E27FC236}">
                      <a16:creationId xmlns:a16="http://schemas.microsoft.com/office/drawing/2014/main" id="{E0C45E0A-1163-AE13-037C-17164BAF36FA}"/>
                    </a:ext>
                  </a:extLst>
                </p:cNvPr>
                <p:cNvSpPr/>
                <p:nvPr/>
              </p:nvSpPr>
              <p:spPr>
                <a:xfrm>
                  <a:off x="7706556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3" name="pg459">
                  <a:extLst>
                    <a:ext uri="{FF2B5EF4-FFF2-40B4-BE49-F238E27FC236}">
                      <a16:creationId xmlns:a16="http://schemas.microsoft.com/office/drawing/2014/main" id="{E4AA75FD-1268-1580-2793-BADE3B1C59CA}"/>
                    </a:ext>
                  </a:extLst>
                </p:cNvPr>
                <p:cNvSpPr/>
                <p:nvPr/>
              </p:nvSpPr>
              <p:spPr>
                <a:xfrm>
                  <a:off x="7742744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4" name="pg460">
                  <a:extLst>
                    <a:ext uri="{FF2B5EF4-FFF2-40B4-BE49-F238E27FC236}">
                      <a16:creationId xmlns:a16="http://schemas.microsoft.com/office/drawing/2014/main" id="{C1AF7389-015C-8E0E-6CA4-E84A89667949}"/>
                    </a:ext>
                  </a:extLst>
                </p:cNvPr>
                <p:cNvSpPr/>
                <p:nvPr/>
              </p:nvSpPr>
              <p:spPr>
                <a:xfrm>
                  <a:off x="7778932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5" name="pg461">
                  <a:extLst>
                    <a:ext uri="{FF2B5EF4-FFF2-40B4-BE49-F238E27FC236}">
                      <a16:creationId xmlns:a16="http://schemas.microsoft.com/office/drawing/2014/main" id="{A70AB89B-FD05-10D9-1833-856B0D6B6625}"/>
                    </a:ext>
                  </a:extLst>
                </p:cNvPr>
                <p:cNvSpPr/>
                <p:nvPr/>
              </p:nvSpPr>
              <p:spPr>
                <a:xfrm>
                  <a:off x="7815120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6" name="pg462">
                  <a:extLst>
                    <a:ext uri="{FF2B5EF4-FFF2-40B4-BE49-F238E27FC236}">
                      <a16:creationId xmlns:a16="http://schemas.microsoft.com/office/drawing/2014/main" id="{0E6FFFD6-FFFF-D453-B375-B4C6CA888D18}"/>
                    </a:ext>
                  </a:extLst>
                </p:cNvPr>
                <p:cNvSpPr/>
                <p:nvPr/>
              </p:nvSpPr>
              <p:spPr>
                <a:xfrm>
                  <a:off x="7851308" y="565580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AD5B6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7" name="pg463">
                  <a:extLst>
                    <a:ext uri="{FF2B5EF4-FFF2-40B4-BE49-F238E27FC236}">
                      <a16:creationId xmlns:a16="http://schemas.microsoft.com/office/drawing/2014/main" id="{4D11DCB8-49A6-EC20-B96C-AD9B6F55E737}"/>
                    </a:ext>
                  </a:extLst>
                </p:cNvPr>
                <p:cNvSpPr/>
                <p:nvPr/>
              </p:nvSpPr>
              <p:spPr>
                <a:xfrm>
                  <a:off x="7199924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8" name="pg464">
                  <a:extLst>
                    <a:ext uri="{FF2B5EF4-FFF2-40B4-BE49-F238E27FC236}">
                      <a16:creationId xmlns:a16="http://schemas.microsoft.com/office/drawing/2014/main" id="{4A0C1DD5-4BEA-79CD-5643-50A094D61C66}"/>
                    </a:ext>
                  </a:extLst>
                </p:cNvPr>
                <p:cNvSpPr/>
                <p:nvPr/>
              </p:nvSpPr>
              <p:spPr>
                <a:xfrm>
                  <a:off x="7236112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19" name="pg465">
                  <a:extLst>
                    <a:ext uri="{FF2B5EF4-FFF2-40B4-BE49-F238E27FC236}">
                      <a16:creationId xmlns:a16="http://schemas.microsoft.com/office/drawing/2014/main" id="{31F41219-9A1C-9ED6-CD8C-75E2C16D7D29}"/>
                    </a:ext>
                  </a:extLst>
                </p:cNvPr>
                <p:cNvSpPr/>
                <p:nvPr/>
              </p:nvSpPr>
              <p:spPr>
                <a:xfrm>
                  <a:off x="7272301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0" name="pg466">
                  <a:extLst>
                    <a:ext uri="{FF2B5EF4-FFF2-40B4-BE49-F238E27FC236}">
                      <a16:creationId xmlns:a16="http://schemas.microsoft.com/office/drawing/2014/main" id="{74B5E033-13C4-819E-DD7C-2B192700C3EA}"/>
                    </a:ext>
                  </a:extLst>
                </p:cNvPr>
                <p:cNvSpPr/>
                <p:nvPr/>
              </p:nvSpPr>
              <p:spPr>
                <a:xfrm>
                  <a:off x="7308489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1" name="pg467">
                  <a:extLst>
                    <a:ext uri="{FF2B5EF4-FFF2-40B4-BE49-F238E27FC236}">
                      <a16:creationId xmlns:a16="http://schemas.microsoft.com/office/drawing/2014/main" id="{190F3FF8-770C-927C-A7E3-69C0B6C73ADC}"/>
                    </a:ext>
                  </a:extLst>
                </p:cNvPr>
                <p:cNvSpPr/>
                <p:nvPr/>
              </p:nvSpPr>
              <p:spPr>
                <a:xfrm>
                  <a:off x="7344676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2" name="pg468">
                  <a:extLst>
                    <a:ext uri="{FF2B5EF4-FFF2-40B4-BE49-F238E27FC236}">
                      <a16:creationId xmlns:a16="http://schemas.microsoft.com/office/drawing/2014/main" id="{C39021CB-D389-8B6B-B72D-DEFBF5168253}"/>
                    </a:ext>
                  </a:extLst>
                </p:cNvPr>
                <p:cNvSpPr/>
                <p:nvPr/>
              </p:nvSpPr>
              <p:spPr>
                <a:xfrm>
                  <a:off x="7380864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3" name="pg469">
                  <a:extLst>
                    <a:ext uri="{FF2B5EF4-FFF2-40B4-BE49-F238E27FC236}">
                      <a16:creationId xmlns:a16="http://schemas.microsoft.com/office/drawing/2014/main" id="{E8CF040C-22FA-2035-585E-81140D399DAF}"/>
                    </a:ext>
                  </a:extLst>
                </p:cNvPr>
                <p:cNvSpPr/>
                <p:nvPr/>
              </p:nvSpPr>
              <p:spPr>
                <a:xfrm>
                  <a:off x="7417052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4" name="pg470">
                  <a:extLst>
                    <a:ext uri="{FF2B5EF4-FFF2-40B4-BE49-F238E27FC236}">
                      <a16:creationId xmlns:a16="http://schemas.microsoft.com/office/drawing/2014/main" id="{2C4169FE-F256-5061-88D0-FA0DAED178A1}"/>
                    </a:ext>
                  </a:extLst>
                </p:cNvPr>
                <p:cNvSpPr/>
                <p:nvPr/>
              </p:nvSpPr>
              <p:spPr>
                <a:xfrm>
                  <a:off x="7453240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5" name="pg471">
                  <a:extLst>
                    <a:ext uri="{FF2B5EF4-FFF2-40B4-BE49-F238E27FC236}">
                      <a16:creationId xmlns:a16="http://schemas.microsoft.com/office/drawing/2014/main" id="{374511AE-7C50-4BA4-EF3A-EE37025FD1B6}"/>
                    </a:ext>
                  </a:extLst>
                </p:cNvPr>
                <p:cNvSpPr/>
                <p:nvPr/>
              </p:nvSpPr>
              <p:spPr>
                <a:xfrm>
                  <a:off x="7489428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93DD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6" name="pg472">
                  <a:extLst>
                    <a:ext uri="{FF2B5EF4-FFF2-40B4-BE49-F238E27FC236}">
                      <a16:creationId xmlns:a16="http://schemas.microsoft.com/office/drawing/2014/main" id="{8F0C0E47-82C8-8BBF-7455-6669F93CBF4E}"/>
                    </a:ext>
                  </a:extLst>
                </p:cNvPr>
                <p:cNvSpPr/>
                <p:nvPr/>
              </p:nvSpPr>
              <p:spPr>
                <a:xfrm>
                  <a:off x="7525616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7" name="pg473">
                  <a:extLst>
                    <a:ext uri="{FF2B5EF4-FFF2-40B4-BE49-F238E27FC236}">
                      <a16:creationId xmlns:a16="http://schemas.microsoft.com/office/drawing/2014/main" id="{D63436E9-304B-A728-3F6C-A0F14ADBB172}"/>
                    </a:ext>
                  </a:extLst>
                </p:cNvPr>
                <p:cNvSpPr/>
                <p:nvPr/>
              </p:nvSpPr>
              <p:spPr>
                <a:xfrm>
                  <a:off x="7561804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8" name="pg474">
                  <a:extLst>
                    <a:ext uri="{FF2B5EF4-FFF2-40B4-BE49-F238E27FC236}">
                      <a16:creationId xmlns:a16="http://schemas.microsoft.com/office/drawing/2014/main" id="{CF6DB55C-EB00-CDD0-0D2B-C35B8A622F25}"/>
                    </a:ext>
                  </a:extLst>
                </p:cNvPr>
                <p:cNvSpPr/>
                <p:nvPr/>
              </p:nvSpPr>
              <p:spPr>
                <a:xfrm>
                  <a:off x="7597992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29" name="pg475">
                  <a:extLst>
                    <a:ext uri="{FF2B5EF4-FFF2-40B4-BE49-F238E27FC236}">
                      <a16:creationId xmlns:a16="http://schemas.microsoft.com/office/drawing/2014/main" id="{728B383F-013D-278D-F32A-7E5AA2D7BF60}"/>
                    </a:ext>
                  </a:extLst>
                </p:cNvPr>
                <p:cNvSpPr/>
                <p:nvPr/>
              </p:nvSpPr>
              <p:spPr>
                <a:xfrm>
                  <a:off x="7634180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0" name="pg476">
                  <a:extLst>
                    <a:ext uri="{FF2B5EF4-FFF2-40B4-BE49-F238E27FC236}">
                      <a16:creationId xmlns:a16="http://schemas.microsoft.com/office/drawing/2014/main" id="{D900FB8A-2398-CFAD-1900-027A2425A0CA}"/>
                    </a:ext>
                  </a:extLst>
                </p:cNvPr>
                <p:cNvSpPr/>
                <p:nvPr/>
              </p:nvSpPr>
              <p:spPr>
                <a:xfrm>
                  <a:off x="7670368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9D5B6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1" name="pg477">
                  <a:extLst>
                    <a:ext uri="{FF2B5EF4-FFF2-40B4-BE49-F238E27FC236}">
                      <a16:creationId xmlns:a16="http://schemas.microsoft.com/office/drawing/2014/main" id="{314F7D33-8949-34CA-AA00-CB22A04AEF87}"/>
                    </a:ext>
                  </a:extLst>
                </p:cNvPr>
                <p:cNvSpPr/>
                <p:nvPr/>
              </p:nvSpPr>
              <p:spPr>
                <a:xfrm>
                  <a:off x="7706556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2" name="pg478">
                  <a:extLst>
                    <a:ext uri="{FF2B5EF4-FFF2-40B4-BE49-F238E27FC236}">
                      <a16:creationId xmlns:a16="http://schemas.microsoft.com/office/drawing/2014/main" id="{448EF88D-39BD-6239-2C86-1968DF20F9A9}"/>
                    </a:ext>
                  </a:extLst>
                </p:cNvPr>
                <p:cNvSpPr/>
                <p:nvPr/>
              </p:nvSpPr>
              <p:spPr>
                <a:xfrm>
                  <a:off x="7742744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3" name="pg479">
                  <a:extLst>
                    <a:ext uri="{FF2B5EF4-FFF2-40B4-BE49-F238E27FC236}">
                      <a16:creationId xmlns:a16="http://schemas.microsoft.com/office/drawing/2014/main" id="{0FD3A510-B382-C237-E0BB-BEDE1C2A24AC}"/>
                    </a:ext>
                  </a:extLst>
                </p:cNvPr>
                <p:cNvSpPr/>
                <p:nvPr/>
              </p:nvSpPr>
              <p:spPr>
                <a:xfrm>
                  <a:off x="7778932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4" name="pg480">
                  <a:extLst>
                    <a:ext uri="{FF2B5EF4-FFF2-40B4-BE49-F238E27FC236}">
                      <a16:creationId xmlns:a16="http://schemas.microsoft.com/office/drawing/2014/main" id="{9ED4B058-6734-4A7C-70BC-01514CC39ED3}"/>
                    </a:ext>
                  </a:extLst>
                </p:cNvPr>
                <p:cNvSpPr/>
                <p:nvPr/>
              </p:nvSpPr>
              <p:spPr>
                <a:xfrm>
                  <a:off x="7815120" y="570171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5" name="pg481">
                  <a:extLst>
                    <a:ext uri="{FF2B5EF4-FFF2-40B4-BE49-F238E27FC236}">
                      <a16:creationId xmlns:a16="http://schemas.microsoft.com/office/drawing/2014/main" id="{332C96B6-1FD8-9C73-1906-62AD1FFA5EAA}"/>
                    </a:ext>
                  </a:extLst>
                </p:cNvPr>
                <p:cNvSpPr/>
                <p:nvPr/>
              </p:nvSpPr>
              <p:spPr>
                <a:xfrm>
                  <a:off x="7163737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6" name="pg482">
                  <a:extLst>
                    <a:ext uri="{FF2B5EF4-FFF2-40B4-BE49-F238E27FC236}">
                      <a16:creationId xmlns:a16="http://schemas.microsoft.com/office/drawing/2014/main" id="{9BCDF43D-5F8A-FA35-253A-92148C4DA28F}"/>
                    </a:ext>
                  </a:extLst>
                </p:cNvPr>
                <p:cNvSpPr/>
                <p:nvPr/>
              </p:nvSpPr>
              <p:spPr>
                <a:xfrm>
                  <a:off x="7199924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7" name="pg483">
                  <a:extLst>
                    <a:ext uri="{FF2B5EF4-FFF2-40B4-BE49-F238E27FC236}">
                      <a16:creationId xmlns:a16="http://schemas.microsoft.com/office/drawing/2014/main" id="{A1E70BBB-6225-F5BE-603A-B9216B3E1C42}"/>
                    </a:ext>
                  </a:extLst>
                </p:cNvPr>
                <p:cNvSpPr/>
                <p:nvPr/>
              </p:nvSpPr>
              <p:spPr>
                <a:xfrm>
                  <a:off x="7236112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8" name="pg484">
                  <a:extLst>
                    <a:ext uri="{FF2B5EF4-FFF2-40B4-BE49-F238E27FC236}">
                      <a16:creationId xmlns:a16="http://schemas.microsoft.com/office/drawing/2014/main" id="{8C843994-E46D-446F-1053-F830DA69B1C4}"/>
                    </a:ext>
                  </a:extLst>
                </p:cNvPr>
                <p:cNvSpPr/>
                <p:nvPr/>
              </p:nvSpPr>
              <p:spPr>
                <a:xfrm>
                  <a:off x="7272301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39" name="pg485">
                  <a:extLst>
                    <a:ext uri="{FF2B5EF4-FFF2-40B4-BE49-F238E27FC236}">
                      <a16:creationId xmlns:a16="http://schemas.microsoft.com/office/drawing/2014/main" id="{154EF4F0-CAA1-1456-F201-EBFB40D49936}"/>
                    </a:ext>
                  </a:extLst>
                </p:cNvPr>
                <p:cNvSpPr/>
                <p:nvPr/>
              </p:nvSpPr>
              <p:spPr>
                <a:xfrm>
                  <a:off x="7308489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0" name="pg486">
                  <a:extLst>
                    <a:ext uri="{FF2B5EF4-FFF2-40B4-BE49-F238E27FC236}">
                      <a16:creationId xmlns:a16="http://schemas.microsoft.com/office/drawing/2014/main" id="{D8FEAC0D-F9BD-7C30-7BE4-5E71EB797CA3}"/>
                    </a:ext>
                  </a:extLst>
                </p:cNvPr>
                <p:cNvSpPr/>
                <p:nvPr/>
              </p:nvSpPr>
              <p:spPr>
                <a:xfrm>
                  <a:off x="7344676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1" name="pg487">
                  <a:extLst>
                    <a:ext uri="{FF2B5EF4-FFF2-40B4-BE49-F238E27FC236}">
                      <a16:creationId xmlns:a16="http://schemas.microsoft.com/office/drawing/2014/main" id="{9028C95B-4FF5-A820-486D-07D9A2A4A665}"/>
                    </a:ext>
                  </a:extLst>
                </p:cNvPr>
                <p:cNvSpPr/>
                <p:nvPr/>
              </p:nvSpPr>
              <p:spPr>
                <a:xfrm>
                  <a:off x="7380864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3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2" name="pg488">
                  <a:extLst>
                    <a:ext uri="{FF2B5EF4-FFF2-40B4-BE49-F238E27FC236}">
                      <a16:creationId xmlns:a16="http://schemas.microsoft.com/office/drawing/2014/main" id="{39BDB6C8-B9F3-CF13-6F50-79D93611CDA8}"/>
                    </a:ext>
                  </a:extLst>
                </p:cNvPr>
                <p:cNvSpPr/>
                <p:nvPr/>
              </p:nvSpPr>
              <p:spPr>
                <a:xfrm>
                  <a:off x="7417052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3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3" name="pg489">
                  <a:extLst>
                    <a:ext uri="{FF2B5EF4-FFF2-40B4-BE49-F238E27FC236}">
                      <a16:creationId xmlns:a16="http://schemas.microsoft.com/office/drawing/2014/main" id="{D8BAF5FB-62D6-C7C6-9556-229706599817}"/>
                    </a:ext>
                  </a:extLst>
                </p:cNvPr>
                <p:cNvSpPr/>
                <p:nvPr/>
              </p:nvSpPr>
              <p:spPr>
                <a:xfrm>
                  <a:off x="7453240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4" name="pg490">
                  <a:extLst>
                    <a:ext uri="{FF2B5EF4-FFF2-40B4-BE49-F238E27FC236}">
                      <a16:creationId xmlns:a16="http://schemas.microsoft.com/office/drawing/2014/main" id="{4137FC09-7C9A-4F06-912D-41632B0EB566}"/>
                    </a:ext>
                  </a:extLst>
                </p:cNvPr>
                <p:cNvSpPr/>
                <p:nvPr/>
              </p:nvSpPr>
              <p:spPr>
                <a:xfrm>
                  <a:off x="7489428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5" name="pg491">
                  <a:extLst>
                    <a:ext uri="{FF2B5EF4-FFF2-40B4-BE49-F238E27FC236}">
                      <a16:creationId xmlns:a16="http://schemas.microsoft.com/office/drawing/2014/main" id="{74393888-4103-FAC1-AF12-61F36D924BF7}"/>
                    </a:ext>
                  </a:extLst>
                </p:cNvPr>
                <p:cNvSpPr/>
                <p:nvPr/>
              </p:nvSpPr>
              <p:spPr>
                <a:xfrm>
                  <a:off x="7525616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5E2C9">
                    <a:alpha val="100000"/>
                  </a:srgbClr>
                </a:solidFill>
                <a:ln w="5420" cap="flat">
                  <a:solidFill>
                    <a:srgbClr val="91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6" name="pg492">
                  <a:extLst>
                    <a:ext uri="{FF2B5EF4-FFF2-40B4-BE49-F238E27FC236}">
                      <a16:creationId xmlns:a16="http://schemas.microsoft.com/office/drawing/2014/main" id="{6103FD82-BE86-8DCF-6819-5DAE78101416}"/>
                    </a:ext>
                  </a:extLst>
                </p:cNvPr>
                <p:cNvSpPr/>
                <p:nvPr/>
              </p:nvSpPr>
              <p:spPr>
                <a:xfrm>
                  <a:off x="7561804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7" name="pg493">
                  <a:extLst>
                    <a:ext uri="{FF2B5EF4-FFF2-40B4-BE49-F238E27FC236}">
                      <a16:creationId xmlns:a16="http://schemas.microsoft.com/office/drawing/2014/main" id="{F5F2FFC9-801E-A804-6114-46EE4CEA1DC5}"/>
                    </a:ext>
                  </a:extLst>
                </p:cNvPr>
                <p:cNvSpPr/>
                <p:nvPr/>
              </p:nvSpPr>
              <p:spPr>
                <a:xfrm>
                  <a:off x="7597992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8" name="pg494">
                  <a:extLst>
                    <a:ext uri="{FF2B5EF4-FFF2-40B4-BE49-F238E27FC236}">
                      <a16:creationId xmlns:a16="http://schemas.microsoft.com/office/drawing/2014/main" id="{7FBEC25E-7D01-CEC1-790D-80DAB0287FCB}"/>
                    </a:ext>
                  </a:extLst>
                </p:cNvPr>
                <p:cNvSpPr/>
                <p:nvPr/>
              </p:nvSpPr>
              <p:spPr>
                <a:xfrm>
                  <a:off x="7634180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49" name="pg495">
                  <a:extLst>
                    <a:ext uri="{FF2B5EF4-FFF2-40B4-BE49-F238E27FC236}">
                      <a16:creationId xmlns:a16="http://schemas.microsoft.com/office/drawing/2014/main" id="{F45EC826-8856-8460-2183-F93BC4E4386D}"/>
                    </a:ext>
                  </a:extLst>
                </p:cNvPr>
                <p:cNvSpPr/>
                <p:nvPr/>
              </p:nvSpPr>
              <p:spPr>
                <a:xfrm>
                  <a:off x="7670368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0" name="pg496">
                  <a:extLst>
                    <a:ext uri="{FF2B5EF4-FFF2-40B4-BE49-F238E27FC236}">
                      <a16:creationId xmlns:a16="http://schemas.microsoft.com/office/drawing/2014/main" id="{EAB4E9EB-182D-377B-1BCC-3A348D357FF8}"/>
                    </a:ext>
                  </a:extLst>
                </p:cNvPr>
                <p:cNvSpPr/>
                <p:nvPr/>
              </p:nvSpPr>
              <p:spPr>
                <a:xfrm>
                  <a:off x="7706556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8D4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1" name="pg497">
                  <a:extLst>
                    <a:ext uri="{FF2B5EF4-FFF2-40B4-BE49-F238E27FC236}">
                      <a16:creationId xmlns:a16="http://schemas.microsoft.com/office/drawing/2014/main" id="{B32AEEFF-EA58-B83F-C7DE-704F9F4EB137}"/>
                    </a:ext>
                  </a:extLst>
                </p:cNvPr>
                <p:cNvSpPr/>
                <p:nvPr/>
              </p:nvSpPr>
              <p:spPr>
                <a:xfrm>
                  <a:off x="7742744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2" name="pg498">
                  <a:extLst>
                    <a:ext uri="{FF2B5EF4-FFF2-40B4-BE49-F238E27FC236}">
                      <a16:creationId xmlns:a16="http://schemas.microsoft.com/office/drawing/2014/main" id="{9826D39A-9465-3B9A-6579-A70A8B5E438D}"/>
                    </a:ext>
                  </a:extLst>
                </p:cNvPr>
                <p:cNvSpPr/>
                <p:nvPr/>
              </p:nvSpPr>
              <p:spPr>
                <a:xfrm>
                  <a:off x="7778932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3" name="pg499">
                  <a:extLst>
                    <a:ext uri="{FF2B5EF4-FFF2-40B4-BE49-F238E27FC236}">
                      <a16:creationId xmlns:a16="http://schemas.microsoft.com/office/drawing/2014/main" id="{9D42780B-AF0F-F843-5768-A071FFF2F11A}"/>
                    </a:ext>
                  </a:extLst>
                </p:cNvPr>
                <p:cNvSpPr/>
                <p:nvPr/>
              </p:nvSpPr>
              <p:spPr>
                <a:xfrm>
                  <a:off x="7815120" y="5747620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4" name="pg500">
                  <a:extLst>
                    <a:ext uri="{FF2B5EF4-FFF2-40B4-BE49-F238E27FC236}">
                      <a16:creationId xmlns:a16="http://schemas.microsoft.com/office/drawing/2014/main" id="{CED06B96-1382-A8D6-3D82-4CFA60CA830D}"/>
                    </a:ext>
                  </a:extLst>
                </p:cNvPr>
                <p:cNvSpPr/>
                <p:nvPr/>
              </p:nvSpPr>
              <p:spPr>
                <a:xfrm>
                  <a:off x="7163737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5" name="pg501">
                  <a:extLst>
                    <a:ext uri="{FF2B5EF4-FFF2-40B4-BE49-F238E27FC236}">
                      <a16:creationId xmlns:a16="http://schemas.microsoft.com/office/drawing/2014/main" id="{1B66D047-BE3A-9D2A-73D3-C6170045819B}"/>
                    </a:ext>
                  </a:extLst>
                </p:cNvPr>
                <p:cNvSpPr/>
                <p:nvPr/>
              </p:nvSpPr>
              <p:spPr>
                <a:xfrm>
                  <a:off x="7199924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6" name="pg502">
                  <a:extLst>
                    <a:ext uri="{FF2B5EF4-FFF2-40B4-BE49-F238E27FC236}">
                      <a16:creationId xmlns:a16="http://schemas.microsoft.com/office/drawing/2014/main" id="{1F7A34F1-D623-B096-0D59-0D0933213D94}"/>
                    </a:ext>
                  </a:extLst>
                </p:cNvPr>
                <p:cNvSpPr/>
                <p:nvPr/>
              </p:nvSpPr>
              <p:spPr>
                <a:xfrm>
                  <a:off x="7236112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7" name="pg503">
                  <a:extLst>
                    <a:ext uri="{FF2B5EF4-FFF2-40B4-BE49-F238E27FC236}">
                      <a16:creationId xmlns:a16="http://schemas.microsoft.com/office/drawing/2014/main" id="{2670DC00-735A-DE8C-53BD-2C7D5BE8C95B}"/>
                    </a:ext>
                  </a:extLst>
                </p:cNvPr>
                <p:cNvSpPr/>
                <p:nvPr/>
              </p:nvSpPr>
              <p:spPr>
                <a:xfrm>
                  <a:off x="7272301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8" name="pg504">
                  <a:extLst>
                    <a:ext uri="{FF2B5EF4-FFF2-40B4-BE49-F238E27FC236}">
                      <a16:creationId xmlns:a16="http://schemas.microsoft.com/office/drawing/2014/main" id="{0AE590F1-6F7C-0DC0-7AA3-B66067F86B7F}"/>
                    </a:ext>
                  </a:extLst>
                </p:cNvPr>
                <p:cNvSpPr/>
                <p:nvPr/>
              </p:nvSpPr>
              <p:spPr>
                <a:xfrm>
                  <a:off x="7308489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59" name="pg505">
                  <a:extLst>
                    <a:ext uri="{FF2B5EF4-FFF2-40B4-BE49-F238E27FC236}">
                      <a16:creationId xmlns:a16="http://schemas.microsoft.com/office/drawing/2014/main" id="{203B3FDF-3176-FE24-03E4-227879226ACC}"/>
                    </a:ext>
                  </a:extLst>
                </p:cNvPr>
                <p:cNvSpPr/>
                <p:nvPr/>
              </p:nvSpPr>
              <p:spPr>
                <a:xfrm>
                  <a:off x="7344676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5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0" name="pg506">
                  <a:extLst>
                    <a:ext uri="{FF2B5EF4-FFF2-40B4-BE49-F238E27FC236}">
                      <a16:creationId xmlns:a16="http://schemas.microsoft.com/office/drawing/2014/main" id="{6EF2BB42-17F0-5D73-76C2-9A09092274B2}"/>
                    </a:ext>
                  </a:extLst>
                </p:cNvPr>
                <p:cNvSpPr/>
                <p:nvPr/>
              </p:nvSpPr>
              <p:spPr>
                <a:xfrm>
                  <a:off x="7380864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FF0DE">
                    <a:alpha val="100000"/>
                  </a:srgbClr>
                </a:solidFill>
                <a:ln w="5420" cap="flat">
                  <a:solidFill>
                    <a:srgbClr val="CB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1" name="pg507">
                  <a:extLst>
                    <a:ext uri="{FF2B5EF4-FFF2-40B4-BE49-F238E27FC236}">
                      <a16:creationId xmlns:a16="http://schemas.microsoft.com/office/drawing/2014/main" id="{729D2601-9FDF-129E-2884-5C2EAB74384A}"/>
                    </a:ext>
                  </a:extLst>
                </p:cNvPr>
                <p:cNvSpPr/>
                <p:nvPr/>
              </p:nvSpPr>
              <p:spPr>
                <a:xfrm>
                  <a:off x="7417052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1F1DF">
                    <a:alpha val="100000"/>
                  </a:srgbClr>
                </a:solidFill>
                <a:ln w="5420" cap="flat">
                  <a:solidFill>
                    <a:srgbClr val="CD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2" name="pg508">
                  <a:extLst>
                    <a:ext uri="{FF2B5EF4-FFF2-40B4-BE49-F238E27FC236}">
                      <a16:creationId xmlns:a16="http://schemas.microsoft.com/office/drawing/2014/main" id="{F4CFA1C2-7A50-EB17-4FC0-5F6E0E871628}"/>
                    </a:ext>
                  </a:extLst>
                </p:cNvPr>
                <p:cNvSpPr/>
                <p:nvPr/>
              </p:nvSpPr>
              <p:spPr>
                <a:xfrm>
                  <a:off x="7453240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1DE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3" name="pg509">
                  <a:extLst>
                    <a:ext uri="{FF2B5EF4-FFF2-40B4-BE49-F238E27FC236}">
                      <a16:creationId xmlns:a16="http://schemas.microsoft.com/office/drawing/2014/main" id="{31CF8EEF-EA71-51CB-032E-49F03C9EB5A2}"/>
                    </a:ext>
                  </a:extLst>
                </p:cNvPr>
                <p:cNvSpPr/>
                <p:nvPr/>
              </p:nvSpPr>
              <p:spPr>
                <a:xfrm>
                  <a:off x="7489428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4" name="pg510">
                  <a:extLst>
                    <a:ext uri="{FF2B5EF4-FFF2-40B4-BE49-F238E27FC236}">
                      <a16:creationId xmlns:a16="http://schemas.microsoft.com/office/drawing/2014/main" id="{6BE60336-DE2B-C6D5-EDD9-3E7AE043D0E3}"/>
                    </a:ext>
                  </a:extLst>
                </p:cNvPr>
                <p:cNvSpPr/>
                <p:nvPr/>
              </p:nvSpPr>
              <p:spPr>
                <a:xfrm>
                  <a:off x="7525616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5" name="pg511">
                  <a:extLst>
                    <a:ext uri="{FF2B5EF4-FFF2-40B4-BE49-F238E27FC236}">
                      <a16:creationId xmlns:a16="http://schemas.microsoft.com/office/drawing/2014/main" id="{2E8B3ED9-5575-A761-C4A2-6F1CF54EE3BB}"/>
                    </a:ext>
                  </a:extLst>
                </p:cNvPr>
                <p:cNvSpPr/>
                <p:nvPr/>
              </p:nvSpPr>
              <p:spPr>
                <a:xfrm>
                  <a:off x="7561804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6" name="pg512">
                  <a:extLst>
                    <a:ext uri="{FF2B5EF4-FFF2-40B4-BE49-F238E27FC236}">
                      <a16:creationId xmlns:a16="http://schemas.microsoft.com/office/drawing/2014/main" id="{75CD9E7A-91F6-BB69-17D1-85FCC9D75462}"/>
                    </a:ext>
                  </a:extLst>
                </p:cNvPr>
                <p:cNvSpPr/>
                <p:nvPr/>
              </p:nvSpPr>
              <p:spPr>
                <a:xfrm>
                  <a:off x="7597992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7" name="pg513">
                  <a:extLst>
                    <a:ext uri="{FF2B5EF4-FFF2-40B4-BE49-F238E27FC236}">
                      <a16:creationId xmlns:a16="http://schemas.microsoft.com/office/drawing/2014/main" id="{366039EC-915C-FAB2-F030-C024D1B07720}"/>
                    </a:ext>
                  </a:extLst>
                </p:cNvPr>
                <p:cNvSpPr/>
                <p:nvPr/>
              </p:nvSpPr>
              <p:spPr>
                <a:xfrm>
                  <a:off x="7634180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8" name="pg514">
                  <a:extLst>
                    <a:ext uri="{FF2B5EF4-FFF2-40B4-BE49-F238E27FC236}">
                      <a16:creationId xmlns:a16="http://schemas.microsoft.com/office/drawing/2014/main" id="{9B3B50B0-C40C-6192-770F-CB3A0305F596}"/>
                    </a:ext>
                  </a:extLst>
                </p:cNvPr>
                <p:cNvSpPr/>
                <p:nvPr/>
              </p:nvSpPr>
              <p:spPr>
                <a:xfrm>
                  <a:off x="7670368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69" name="pg515">
                  <a:extLst>
                    <a:ext uri="{FF2B5EF4-FFF2-40B4-BE49-F238E27FC236}">
                      <a16:creationId xmlns:a16="http://schemas.microsoft.com/office/drawing/2014/main" id="{0868EA6B-51B4-E43D-5373-D19C23CB20AF}"/>
                    </a:ext>
                  </a:extLst>
                </p:cNvPr>
                <p:cNvSpPr/>
                <p:nvPr/>
              </p:nvSpPr>
              <p:spPr>
                <a:xfrm>
                  <a:off x="7706556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4D8BA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0" name="pg516">
                  <a:extLst>
                    <a:ext uri="{FF2B5EF4-FFF2-40B4-BE49-F238E27FC236}">
                      <a16:creationId xmlns:a16="http://schemas.microsoft.com/office/drawing/2014/main" id="{78B855F4-DD66-746F-36C1-566C4AABDC1C}"/>
                    </a:ext>
                  </a:extLst>
                </p:cNvPr>
                <p:cNvSpPr/>
                <p:nvPr/>
              </p:nvSpPr>
              <p:spPr>
                <a:xfrm>
                  <a:off x="7742744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1" name="pg517">
                  <a:extLst>
                    <a:ext uri="{FF2B5EF4-FFF2-40B4-BE49-F238E27FC236}">
                      <a16:creationId xmlns:a16="http://schemas.microsoft.com/office/drawing/2014/main" id="{868F6790-4AB8-AD77-427E-51829637DF03}"/>
                    </a:ext>
                  </a:extLst>
                </p:cNvPr>
                <p:cNvSpPr/>
                <p:nvPr/>
              </p:nvSpPr>
              <p:spPr>
                <a:xfrm>
                  <a:off x="7778932" y="579353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2" name="pg518">
                  <a:extLst>
                    <a:ext uri="{FF2B5EF4-FFF2-40B4-BE49-F238E27FC236}">
                      <a16:creationId xmlns:a16="http://schemas.microsoft.com/office/drawing/2014/main" id="{66A28686-5625-778F-8389-C34DB80A473D}"/>
                    </a:ext>
                  </a:extLst>
                </p:cNvPr>
                <p:cNvSpPr/>
                <p:nvPr/>
              </p:nvSpPr>
              <p:spPr>
                <a:xfrm>
                  <a:off x="7163737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3" name="pg519">
                  <a:extLst>
                    <a:ext uri="{FF2B5EF4-FFF2-40B4-BE49-F238E27FC236}">
                      <a16:creationId xmlns:a16="http://schemas.microsoft.com/office/drawing/2014/main" id="{6A1DFD76-CBD7-B9D8-9612-42D7A6CBA376}"/>
                    </a:ext>
                  </a:extLst>
                </p:cNvPr>
                <p:cNvSpPr/>
                <p:nvPr/>
              </p:nvSpPr>
              <p:spPr>
                <a:xfrm>
                  <a:off x="7199924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4" name="pg520">
                  <a:extLst>
                    <a:ext uri="{FF2B5EF4-FFF2-40B4-BE49-F238E27FC236}">
                      <a16:creationId xmlns:a16="http://schemas.microsoft.com/office/drawing/2014/main" id="{C9A60FCD-4024-2A22-2D2B-F480B9A6A1A5}"/>
                    </a:ext>
                  </a:extLst>
                </p:cNvPr>
                <p:cNvSpPr/>
                <p:nvPr/>
              </p:nvSpPr>
              <p:spPr>
                <a:xfrm>
                  <a:off x="7236112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5" name="pg521">
                  <a:extLst>
                    <a:ext uri="{FF2B5EF4-FFF2-40B4-BE49-F238E27FC236}">
                      <a16:creationId xmlns:a16="http://schemas.microsoft.com/office/drawing/2014/main" id="{DBB40BA9-44E8-5EDA-B658-67C1AA26BAF0}"/>
                    </a:ext>
                  </a:extLst>
                </p:cNvPr>
                <p:cNvSpPr/>
                <p:nvPr/>
              </p:nvSpPr>
              <p:spPr>
                <a:xfrm>
                  <a:off x="7272301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6" name="pg522">
                  <a:extLst>
                    <a:ext uri="{FF2B5EF4-FFF2-40B4-BE49-F238E27FC236}">
                      <a16:creationId xmlns:a16="http://schemas.microsoft.com/office/drawing/2014/main" id="{914A5E5B-0FEA-50FC-39AE-13CA2A35F035}"/>
                    </a:ext>
                  </a:extLst>
                </p:cNvPr>
                <p:cNvSpPr/>
                <p:nvPr/>
              </p:nvSpPr>
              <p:spPr>
                <a:xfrm>
                  <a:off x="7308489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A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7" name="pg523">
                  <a:extLst>
                    <a:ext uri="{FF2B5EF4-FFF2-40B4-BE49-F238E27FC236}">
                      <a16:creationId xmlns:a16="http://schemas.microsoft.com/office/drawing/2014/main" id="{20DAA8DC-E023-959D-BF56-F2BC06B85DE7}"/>
                    </a:ext>
                  </a:extLst>
                </p:cNvPr>
                <p:cNvSpPr/>
                <p:nvPr/>
              </p:nvSpPr>
              <p:spPr>
                <a:xfrm>
                  <a:off x="7344676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FF0DE">
                    <a:alpha val="100000"/>
                  </a:srgbClr>
                </a:solidFill>
                <a:ln w="5420" cap="flat">
                  <a:solidFill>
                    <a:srgbClr val="CA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8" name="pg524">
                  <a:extLst>
                    <a:ext uri="{FF2B5EF4-FFF2-40B4-BE49-F238E27FC236}">
                      <a16:creationId xmlns:a16="http://schemas.microsoft.com/office/drawing/2014/main" id="{E5A9DA0C-1EBD-DF86-44B0-578D68884E30}"/>
                    </a:ext>
                  </a:extLst>
                </p:cNvPr>
                <p:cNvSpPr/>
                <p:nvPr/>
              </p:nvSpPr>
              <p:spPr>
                <a:xfrm>
                  <a:off x="7380864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4F2E0">
                    <a:alpha val="100000"/>
                  </a:srgbClr>
                </a:solidFill>
                <a:ln w="5420" cap="flat">
                  <a:solidFill>
                    <a:srgbClr val="D1F1D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79" name="pg525">
                  <a:extLst>
                    <a:ext uri="{FF2B5EF4-FFF2-40B4-BE49-F238E27FC236}">
                      <a16:creationId xmlns:a16="http://schemas.microsoft.com/office/drawing/2014/main" id="{60D4E343-7096-C733-CBB8-2F1DF7C7870E}"/>
                    </a:ext>
                  </a:extLst>
                </p:cNvPr>
                <p:cNvSpPr/>
                <p:nvPr/>
              </p:nvSpPr>
              <p:spPr>
                <a:xfrm>
                  <a:off x="7417052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7F3E1">
                    <a:alpha val="100000"/>
                  </a:srgbClr>
                </a:solidFill>
                <a:ln w="5420" cap="flat">
                  <a:solidFill>
                    <a:srgbClr val="D4F2E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0" name="pg526">
                  <a:extLst>
                    <a:ext uri="{FF2B5EF4-FFF2-40B4-BE49-F238E27FC236}">
                      <a16:creationId xmlns:a16="http://schemas.microsoft.com/office/drawing/2014/main" id="{B51513AD-FA8B-A773-26A6-21DA3A967418}"/>
                    </a:ext>
                  </a:extLst>
                </p:cNvPr>
                <p:cNvSpPr/>
                <p:nvPr/>
              </p:nvSpPr>
              <p:spPr>
                <a:xfrm>
                  <a:off x="7453240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6F2E1">
                    <a:alpha val="100000"/>
                  </a:srgbClr>
                </a:solidFill>
                <a:ln w="5420" cap="flat">
                  <a:solidFill>
                    <a:srgbClr val="D3F1E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1" name="pg527">
                  <a:extLst>
                    <a:ext uri="{FF2B5EF4-FFF2-40B4-BE49-F238E27FC236}">
                      <a16:creationId xmlns:a16="http://schemas.microsoft.com/office/drawing/2014/main" id="{55CF641B-4F43-718E-AC03-95A534D7FEB1}"/>
                    </a:ext>
                  </a:extLst>
                </p:cNvPr>
                <p:cNvSpPr/>
                <p:nvPr/>
              </p:nvSpPr>
              <p:spPr>
                <a:xfrm>
                  <a:off x="7489428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B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2" name="pg528">
                  <a:extLst>
                    <a:ext uri="{FF2B5EF4-FFF2-40B4-BE49-F238E27FC236}">
                      <a16:creationId xmlns:a16="http://schemas.microsoft.com/office/drawing/2014/main" id="{70186C17-9CC7-41B3-5160-136687B4DB15}"/>
                    </a:ext>
                  </a:extLst>
                </p:cNvPr>
                <p:cNvSpPr/>
                <p:nvPr/>
              </p:nvSpPr>
              <p:spPr>
                <a:xfrm>
                  <a:off x="7525616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3" name="pg529">
                  <a:extLst>
                    <a:ext uri="{FF2B5EF4-FFF2-40B4-BE49-F238E27FC236}">
                      <a16:creationId xmlns:a16="http://schemas.microsoft.com/office/drawing/2014/main" id="{7C3667DE-65E7-3B0E-7CBE-16497144EBEE}"/>
                    </a:ext>
                  </a:extLst>
                </p:cNvPr>
                <p:cNvSpPr/>
                <p:nvPr/>
              </p:nvSpPr>
              <p:spPr>
                <a:xfrm>
                  <a:off x="7561804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4" name="pg530">
                  <a:extLst>
                    <a:ext uri="{FF2B5EF4-FFF2-40B4-BE49-F238E27FC236}">
                      <a16:creationId xmlns:a16="http://schemas.microsoft.com/office/drawing/2014/main" id="{4E8395BF-E46F-1B48-9C64-8A58A247F49A}"/>
                    </a:ext>
                  </a:extLst>
                </p:cNvPr>
                <p:cNvSpPr/>
                <p:nvPr/>
              </p:nvSpPr>
              <p:spPr>
                <a:xfrm>
                  <a:off x="7597992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5" name="pg531">
                  <a:extLst>
                    <a:ext uri="{FF2B5EF4-FFF2-40B4-BE49-F238E27FC236}">
                      <a16:creationId xmlns:a16="http://schemas.microsoft.com/office/drawing/2014/main" id="{469D323D-1CD7-1F2B-8562-7D7320BB68FB}"/>
                    </a:ext>
                  </a:extLst>
                </p:cNvPr>
                <p:cNvSpPr/>
                <p:nvPr/>
              </p:nvSpPr>
              <p:spPr>
                <a:xfrm>
                  <a:off x="7634180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6" name="pg532">
                  <a:extLst>
                    <a:ext uri="{FF2B5EF4-FFF2-40B4-BE49-F238E27FC236}">
                      <a16:creationId xmlns:a16="http://schemas.microsoft.com/office/drawing/2014/main" id="{7D25028C-6D9B-C81E-CB9B-2DBB34444CB9}"/>
                    </a:ext>
                  </a:extLst>
                </p:cNvPr>
                <p:cNvSpPr/>
                <p:nvPr/>
              </p:nvSpPr>
              <p:spPr>
                <a:xfrm>
                  <a:off x="7670368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7" name="pg533">
                  <a:extLst>
                    <a:ext uri="{FF2B5EF4-FFF2-40B4-BE49-F238E27FC236}">
                      <a16:creationId xmlns:a16="http://schemas.microsoft.com/office/drawing/2014/main" id="{D73F6F92-0187-01DE-CE25-BAB856CE8177}"/>
                    </a:ext>
                  </a:extLst>
                </p:cNvPr>
                <p:cNvSpPr/>
                <p:nvPr/>
              </p:nvSpPr>
              <p:spPr>
                <a:xfrm>
                  <a:off x="7706556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8" name="pg534">
                  <a:extLst>
                    <a:ext uri="{FF2B5EF4-FFF2-40B4-BE49-F238E27FC236}">
                      <a16:creationId xmlns:a16="http://schemas.microsoft.com/office/drawing/2014/main" id="{0E7BFF5E-CA24-FC3B-B529-A769104F2F84}"/>
                    </a:ext>
                  </a:extLst>
                </p:cNvPr>
                <p:cNvSpPr/>
                <p:nvPr/>
              </p:nvSpPr>
              <p:spPr>
                <a:xfrm>
                  <a:off x="7742744" y="583944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89" name="pg535">
                  <a:extLst>
                    <a:ext uri="{FF2B5EF4-FFF2-40B4-BE49-F238E27FC236}">
                      <a16:creationId xmlns:a16="http://schemas.microsoft.com/office/drawing/2014/main" id="{CCFCF55A-F7EA-28C8-429D-B0C8A5D5D802}"/>
                    </a:ext>
                  </a:extLst>
                </p:cNvPr>
                <p:cNvSpPr/>
                <p:nvPr/>
              </p:nvSpPr>
              <p:spPr>
                <a:xfrm>
                  <a:off x="7199924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0" name="pg536">
                  <a:extLst>
                    <a:ext uri="{FF2B5EF4-FFF2-40B4-BE49-F238E27FC236}">
                      <a16:creationId xmlns:a16="http://schemas.microsoft.com/office/drawing/2014/main" id="{21578EDC-C00D-2573-3DF1-D78DFEDFB816}"/>
                    </a:ext>
                  </a:extLst>
                </p:cNvPr>
                <p:cNvSpPr/>
                <p:nvPr/>
              </p:nvSpPr>
              <p:spPr>
                <a:xfrm>
                  <a:off x="7236112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3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1" name="pg537">
                  <a:extLst>
                    <a:ext uri="{FF2B5EF4-FFF2-40B4-BE49-F238E27FC236}">
                      <a16:creationId xmlns:a16="http://schemas.microsoft.com/office/drawing/2014/main" id="{613A3BB9-7636-A82B-F9F1-A6A2E10CD5EA}"/>
                    </a:ext>
                  </a:extLst>
                </p:cNvPr>
                <p:cNvSpPr/>
                <p:nvPr/>
              </p:nvSpPr>
              <p:spPr>
                <a:xfrm>
                  <a:off x="7272301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2" name="pg538">
                  <a:extLst>
                    <a:ext uri="{FF2B5EF4-FFF2-40B4-BE49-F238E27FC236}">
                      <a16:creationId xmlns:a16="http://schemas.microsoft.com/office/drawing/2014/main" id="{FD441D0F-D7C5-050B-E984-EA59BFB21994}"/>
                    </a:ext>
                  </a:extLst>
                </p:cNvPr>
                <p:cNvSpPr/>
                <p:nvPr/>
              </p:nvSpPr>
              <p:spPr>
                <a:xfrm>
                  <a:off x="7308489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A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3" name="pg539">
                  <a:extLst>
                    <a:ext uri="{FF2B5EF4-FFF2-40B4-BE49-F238E27FC236}">
                      <a16:creationId xmlns:a16="http://schemas.microsoft.com/office/drawing/2014/main" id="{0C4242AE-3832-351E-3A7D-768CEC8607F7}"/>
                    </a:ext>
                  </a:extLst>
                </p:cNvPr>
                <p:cNvSpPr/>
                <p:nvPr/>
              </p:nvSpPr>
              <p:spPr>
                <a:xfrm>
                  <a:off x="7344676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0DE">
                    <a:alpha val="100000"/>
                  </a:srgbClr>
                </a:solidFill>
                <a:ln w="5420" cap="flat">
                  <a:solidFill>
                    <a:srgbClr val="CB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4" name="pg540">
                  <a:extLst>
                    <a:ext uri="{FF2B5EF4-FFF2-40B4-BE49-F238E27FC236}">
                      <a16:creationId xmlns:a16="http://schemas.microsoft.com/office/drawing/2014/main" id="{03533B0F-C963-010E-E246-2654714365AB}"/>
                    </a:ext>
                  </a:extLst>
                </p:cNvPr>
                <p:cNvSpPr/>
                <p:nvPr/>
              </p:nvSpPr>
              <p:spPr>
                <a:xfrm>
                  <a:off x="7380864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4F2E0">
                    <a:alpha val="100000"/>
                  </a:srgbClr>
                </a:solidFill>
                <a:ln w="5420" cap="flat">
                  <a:solidFill>
                    <a:srgbClr val="D1F1D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5" name="pg541">
                  <a:extLst>
                    <a:ext uri="{FF2B5EF4-FFF2-40B4-BE49-F238E27FC236}">
                      <a16:creationId xmlns:a16="http://schemas.microsoft.com/office/drawing/2014/main" id="{11E32335-7377-B966-ED60-57E5268FB4A6}"/>
                    </a:ext>
                  </a:extLst>
                </p:cNvPr>
                <p:cNvSpPr/>
                <p:nvPr/>
              </p:nvSpPr>
              <p:spPr>
                <a:xfrm>
                  <a:off x="7417052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7F3E1">
                    <a:alpha val="100000"/>
                  </a:srgbClr>
                </a:solidFill>
                <a:ln w="5420" cap="flat">
                  <a:solidFill>
                    <a:srgbClr val="D4F2E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6" name="pg542">
                  <a:extLst>
                    <a:ext uri="{FF2B5EF4-FFF2-40B4-BE49-F238E27FC236}">
                      <a16:creationId xmlns:a16="http://schemas.microsoft.com/office/drawing/2014/main" id="{D5797BC7-936D-9119-FF63-0E8818CAC466}"/>
                    </a:ext>
                  </a:extLst>
                </p:cNvPr>
                <p:cNvSpPr/>
                <p:nvPr/>
              </p:nvSpPr>
              <p:spPr>
                <a:xfrm>
                  <a:off x="7453240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6F2E1">
                    <a:alpha val="100000"/>
                  </a:srgbClr>
                </a:solidFill>
                <a:ln w="5420" cap="flat">
                  <a:solidFill>
                    <a:srgbClr val="D3F2E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7" name="pg543">
                  <a:extLst>
                    <a:ext uri="{FF2B5EF4-FFF2-40B4-BE49-F238E27FC236}">
                      <a16:creationId xmlns:a16="http://schemas.microsoft.com/office/drawing/2014/main" id="{A431ED0C-90E0-1AAC-E068-3892BA5C4E12}"/>
                    </a:ext>
                  </a:extLst>
                </p:cNvPr>
                <p:cNvSpPr/>
                <p:nvPr/>
              </p:nvSpPr>
              <p:spPr>
                <a:xfrm>
                  <a:off x="7489428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8" name="pg544">
                  <a:extLst>
                    <a:ext uri="{FF2B5EF4-FFF2-40B4-BE49-F238E27FC236}">
                      <a16:creationId xmlns:a16="http://schemas.microsoft.com/office/drawing/2014/main" id="{78C5FC1A-F026-A52B-E424-E470916FE886}"/>
                    </a:ext>
                  </a:extLst>
                </p:cNvPr>
                <p:cNvSpPr/>
                <p:nvPr/>
              </p:nvSpPr>
              <p:spPr>
                <a:xfrm>
                  <a:off x="7525616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3999" name="pg545">
                  <a:extLst>
                    <a:ext uri="{FF2B5EF4-FFF2-40B4-BE49-F238E27FC236}">
                      <a16:creationId xmlns:a16="http://schemas.microsoft.com/office/drawing/2014/main" id="{0BD105BD-36AF-8E24-BDBB-5DE5E8BF4874}"/>
                    </a:ext>
                  </a:extLst>
                </p:cNvPr>
                <p:cNvSpPr/>
                <p:nvPr/>
              </p:nvSpPr>
              <p:spPr>
                <a:xfrm>
                  <a:off x="7561804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0" name="pg546">
                  <a:extLst>
                    <a:ext uri="{FF2B5EF4-FFF2-40B4-BE49-F238E27FC236}">
                      <a16:creationId xmlns:a16="http://schemas.microsoft.com/office/drawing/2014/main" id="{FE839516-30D4-D7C4-128D-CDA396012F1A}"/>
                    </a:ext>
                  </a:extLst>
                </p:cNvPr>
                <p:cNvSpPr/>
                <p:nvPr/>
              </p:nvSpPr>
              <p:spPr>
                <a:xfrm>
                  <a:off x="7597992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AE4CB">
                    <a:alpha val="100000"/>
                  </a:srgbClr>
                </a:solidFill>
                <a:ln w="5420" cap="flat">
                  <a:solidFill>
                    <a:srgbClr val="98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1" name="pg547">
                  <a:extLst>
                    <a:ext uri="{FF2B5EF4-FFF2-40B4-BE49-F238E27FC236}">
                      <a16:creationId xmlns:a16="http://schemas.microsoft.com/office/drawing/2014/main" id="{47BA43BD-809B-C17C-F7C4-FEBB3AF6973B}"/>
                    </a:ext>
                  </a:extLst>
                </p:cNvPr>
                <p:cNvSpPr/>
                <p:nvPr/>
              </p:nvSpPr>
              <p:spPr>
                <a:xfrm>
                  <a:off x="7634180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6">
                    <a:alpha val="100000"/>
                  </a:srgbClr>
                </a:solidFill>
                <a:ln w="5420" cap="flat">
                  <a:solidFill>
                    <a:srgbClr val="89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2" name="pg548">
                  <a:extLst>
                    <a:ext uri="{FF2B5EF4-FFF2-40B4-BE49-F238E27FC236}">
                      <a16:creationId xmlns:a16="http://schemas.microsoft.com/office/drawing/2014/main" id="{856D12E5-0B07-2A86-BD95-CA7F7841F5A8}"/>
                    </a:ext>
                  </a:extLst>
                </p:cNvPr>
                <p:cNvSpPr/>
                <p:nvPr/>
              </p:nvSpPr>
              <p:spPr>
                <a:xfrm>
                  <a:off x="7670368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3" name="pg549">
                  <a:extLst>
                    <a:ext uri="{FF2B5EF4-FFF2-40B4-BE49-F238E27FC236}">
                      <a16:creationId xmlns:a16="http://schemas.microsoft.com/office/drawing/2014/main" id="{AD26ACA3-67CD-CC97-C3DE-B2D06B9D20F2}"/>
                    </a:ext>
                  </a:extLst>
                </p:cNvPr>
                <p:cNvSpPr/>
                <p:nvPr/>
              </p:nvSpPr>
              <p:spPr>
                <a:xfrm>
                  <a:off x="7706556" y="5885351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4" name="pg550">
                  <a:extLst>
                    <a:ext uri="{FF2B5EF4-FFF2-40B4-BE49-F238E27FC236}">
                      <a16:creationId xmlns:a16="http://schemas.microsoft.com/office/drawing/2014/main" id="{659AF47C-E015-AB0B-4AB3-C98F5C109923}"/>
                    </a:ext>
                  </a:extLst>
                </p:cNvPr>
                <p:cNvSpPr/>
                <p:nvPr/>
              </p:nvSpPr>
              <p:spPr>
                <a:xfrm>
                  <a:off x="7308489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5" name="pg551">
                  <a:extLst>
                    <a:ext uri="{FF2B5EF4-FFF2-40B4-BE49-F238E27FC236}">
                      <a16:creationId xmlns:a16="http://schemas.microsoft.com/office/drawing/2014/main" id="{1BF7E92D-D33D-F18F-58A6-6DBA58CA8D16}"/>
                    </a:ext>
                  </a:extLst>
                </p:cNvPr>
                <p:cNvSpPr/>
                <p:nvPr/>
              </p:nvSpPr>
              <p:spPr>
                <a:xfrm>
                  <a:off x="7344676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CEFDC">
                    <a:alpha val="100000"/>
                  </a:srgbClr>
                </a:solidFill>
                <a:ln w="5420" cap="flat">
                  <a:solidFill>
                    <a:srgbClr val="C6ED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6" name="pg552">
                  <a:extLst>
                    <a:ext uri="{FF2B5EF4-FFF2-40B4-BE49-F238E27FC236}">
                      <a16:creationId xmlns:a16="http://schemas.microsoft.com/office/drawing/2014/main" id="{F2BEF001-E098-E37E-A65E-A8B09F026F64}"/>
                    </a:ext>
                  </a:extLst>
                </p:cNvPr>
                <p:cNvSpPr/>
                <p:nvPr/>
              </p:nvSpPr>
              <p:spPr>
                <a:xfrm>
                  <a:off x="7380864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0DE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7" name="pg553">
                  <a:extLst>
                    <a:ext uri="{FF2B5EF4-FFF2-40B4-BE49-F238E27FC236}">
                      <a16:creationId xmlns:a16="http://schemas.microsoft.com/office/drawing/2014/main" id="{FDFABD16-8F75-A400-F2F8-855876C89E06}"/>
                    </a:ext>
                  </a:extLst>
                </p:cNvPr>
                <p:cNvSpPr/>
                <p:nvPr/>
              </p:nvSpPr>
              <p:spPr>
                <a:xfrm>
                  <a:off x="7417052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2F1DF">
                    <a:alpha val="100000"/>
                  </a:srgbClr>
                </a:solidFill>
                <a:ln w="5420" cap="flat">
                  <a:solidFill>
                    <a:srgbClr val="CE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8" name="pg554">
                  <a:extLst>
                    <a:ext uri="{FF2B5EF4-FFF2-40B4-BE49-F238E27FC236}">
                      <a16:creationId xmlns:a16="http://schemas.microsoft.com/office/drawing/2014/main" id="{AF017F37-4A6F-1550-3426-2F745C1DA80B}"/>
                    </a:ext>
                  </a:extLst>
                </p:cNvPr>
                <p:cNvSpPr/>
                <p:nvPr/>
              </p:nvSpPr>
              <p:spPr>
                <a:xfrm>
                  <a:off x="7453240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1F1DF">
                    <a:alpha val="100000"/>
                  </a:srgbClr>
                </a:solidFill>
                <a:ln w="5420" cap="flat">
                  <a:solidFill>
                    <a:srgbClr val="CDF0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09" name="pg555">
                  <a:extLst>
                    <a:ext uri="{FF2B5EF4-FFF2-40B4-BE49-F238E27FC236}">
                      <a16:creationId xmlns:a16="http://schemas.microsoft.com/office/drawing/2014/main" id="{67898EDF-5E0F-D831-CE20-DC91152CF5DA}"/>
                    </a:ext>
                  </a:extLst>
                </p:cNvPr>
                <p:cNvSpPr/>
                <p:nvPr/>
              </p:nvSpPr>
              <p:spPr>
                <a:xfrm>
                  <a:off x="7489428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0" name="pg556">
                  <a:extLst>
                    <a:ext uri="{FF2B5EF4-FFF2-40B4-BE49-F238E27FC236}">
                      <a16:creationId xmlns:a16="http://schemas.microsoft.com/office/drawing/2014/main" id="{F467E5EC-9C4C-9B44-FDE6-D51264C54C09}"/>
                    </a:ext>
                  </a:extLst>
                </p:cNvPr>
                <p:cNvSpPr/>
                <p:nvPr/>
              </p:nvSpPr>
              <p:spPr>
                <a:xfrm>
                  <a:off x="7525616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1" name="pg557">
                  <a:extLst>
                    <a:ext uri="{FF2B5EF4-FFF2-40B4-BE49-F238E27FC236}">
                      <a16:creationId xmlns:a16="http://schemas.microsoft.com/office/drawing/2014/main" id="{ADD43C1A-5404-0BEB-072E-08F3037E80C1}"/>
                    </a:ext>
                  </a:extLst>
                </p:cNvPr>
                <p:cNvSpPr/>
                <p:nvPr/>
              </p:nvSpPr>
              <p:spPr>
                <a:xfrm>
                  <a:off x="7561804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2" name="pg558">
                  <a:extLst>
                    <a:ext uri="{FF2B5EF4-FFF2-40B4-BE49-F238E27FC236}">
                      <a16:creationId xmlns:a16="http://schemas.microsoft.com/office/drawing/2014/main" id="{4E008C91-9EF1-9D91-8EFA-0A458CFE102F}"/>
                    </a:ext>
                  </a:extLst>
                </p:cNvPr>
                <p:cNvSpPr/>
                <p:nvPr/>
              </p:nvSpPr>
              <p:spPr>
                <a:xfrm>
                  <a:off x="7597992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3" name="pg559">
                  <a:extLst>
                    <a:ext uri="{FF2B5EF4-FFF2-40B4-BE49-F238E27FC236}">
                      <a16:creationId xmlns:a16="http://schemas.microsoft.com/office/drawing/2014/main" id="{21373BB4-1F00-0DE4-15E9-468DB1AA458B}"/>
                    </a:ext>
                  </a:extLst>
                </p:cNvPr>
                <p:cNvSpPr/>
                <p:nvPr/>
              </p:nvSpPr>
              <p:spPr>
                <a:xfrm>
                  <a:off x="7634180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1C7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4" name="pg560">
                  <a:extLst>
                    <a:ext uri="{FF2B5EF4-FFF2-40B4-BE49-F238E27FC236}">
                      <a16:creationId xmlns:a16="http://schemas.microsoft.com/office/drawing/2014/main" id="{3FCD1E26-9FF4-31BC-77F0-FEEFCF93A583}"/>
                    </a:ext>
                  </a:extLst>
                </p:cNvPr>
                <p:cNvSpPr/>
                <p:nvPr/>
              </p:nvSpPr>
              <p:spPr>
                <a:xfrm>
                  <a:off x="7670368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5" name="pg561">
                  <a:extLst>
                    <a:ext uri="{FF2B5EF4-FFF2-40B4-BE49-F238E27FC236}">
                      <a16:creationId xmlns:a16="http://schemas.microsoft.com/office/drawing/2014/main" id="{1C7527E8-0260-AC2B-14ED-829DAC732CA1}"/>
                    </a:ext>
                  </a:extLst>
                </p:cNvPr>
                <p:cNvSpPr/>
                <p:nvPr/>
              </p:nvSpPr>
              <p:spPr>
                <a:xfrm>
                  <a:off x="7706556" y="593126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6" name="pg562">
                  <a:extLst>
                    <a:ext uri="{FF2B5EF4-FFF2-40B4-BE49-F238E27FC236}">
                      <a16:creationId xmlns:a16="http://schemas.microsoft.com/office/drawing/2014/main" id="{18C72A1C-EF45-AB20-0FDD-91C82FB8F748}"/>
                    </a:ext>
                  </a:extLst>
                </p:cNvPr>
                <p:cNvSpPr/>
                <p:nvPr/>
              </p:nvSpPr>
              <p:spPr>
                <a:xfrm>
                  <a:off x="7380864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A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7" name="pg563">
                  <a:extLst>
                    <a:ext uri="{FF2B5EF4-FFF2-40B4-BE49-F238E27FC236}">
                      <a16:creationId xmlns:a16="http://schemas.microsoft.com/office/drawing/2014/main" id="{835B37DA-F7E9-27B5-7E6E-9997DCDCA418}"/>
                    </a:ext>
                  </a:extLst>
                </p:cNvPr>
                <p:cNvSpPr/>
                <p:nvPr/>
              </p:nvSpPr>
              <p:spPr>
                <a:xfrm>
                  <a:off x="7417052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FDB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8" name="pg564">
                  <a:extLst>
                    <a:ext uri="{FF2B5EF4-FFF2-40B4-BE49-F238E27FC236}">
                      <a16:creationId xmlns:a16="http://schemas.microsoft.com/office/drawing/2014/main" id="{EEF1FA63-99F0-6922-B15A-7931D387FC3B}"/>
                    </a:ext>
                  </a:extLst>
                </p:cNvPr>
                <p:cNvSpPr/>
                <p:nvPr/>
              </p:nvSpPr>
              <p:spPr>
                <a:xfrm>
                  <a:off x="7453240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19" name="pg565">
                  <a:extLst>
                    <a:ext uri="{FF2B5EF4-FFF2-40B4-BE49-F238E27FC236}">
                      <a16:creationId xmlns:a16="http://schemas.microsoft.com/office/drawing/2014/main" id="{313E6DAD-6C4D-9F47-639D-EB1284B5C8C8}"/>
                    </a:ext>
                  </a:extLst>
                </p:cNvPr>
                <p:cNvSpPr/>
                <p:nvPr/>
              </p:nvSpPr>
              <p:spPr>
                <a:xfrm>
                  <a:off x="7489428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0" name="pg566">
                  <a:extLst>
                    <a:ext uri="{FF2B5EF4-FFF2-40B4-BE49-F238E27FC236}">
                      <a16:creationId xmlns:a16="http://schemas.microsoft.com/office/drawing/2014/main" id="{415E4406-7763-19DD-7EE7-65FDC42F1AAD}"/>
                    </a:ext>
                  </a:extLst>
                </p:cNvPr>
                <p:cNvSpPr/>
                <p:nvPr/>
              </p:nvSpPr>
              <p:spPr>
                <a:xfrm>
                  <a:off x="7525616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1" name="pg567">
                  <a:extLst>
                    <a:ext uri="{FF2B5EF4-FFF2-40B4-BE49-F238E27FC236}">
                      <a16:creationId xmlns:a16="http://schemas.microsoft.com/office/drawing/2014/main" id="{52354E3B-72DA-53D7-2203-710EF2D144EA}"/>
                    </a:ext>
                  </a:extLst>
                </p:cNvPr>
                <p:cNvSpPr/>
                <p:nvPr/>
              </p:nvSpPr>
              <p:spPr>
                <a:xfrm>
                  <a:off x="7561804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2" name="pg568">
                  <a:extLst>
                    <a:ext uri="{FF2B5EF4-FFF2-40B4-BE49-F238E27FC236}">
                      <a16:creationId xmlns:a16="http://schemas.microsoft.com/office/drawing/2014/main" id="{A9E1C0EB-7F79-4FF7-6726-C48170B6199E}"/>
                    </a:ext>
                  </a:extLst>
                </p:cNvPr>
                <p:cNvSpPr/>
                <p:nvPr/>
              </p:nvSpPr>
              <p:spPr>
                <a:xfrm>
                  <a:off x="7597992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9E4CB">
                    <a:alpha val="100000"/>
                  </a:srgbClr>
                </a:solidFill>
                <a:ln w="5420" cap="flat">
                  <a:solidFill>
                    <a:srgbClr val="97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3" name="pg569">
                  <a:extLst>
                    <a:ext uri="{FF2B5EF4-FFF2-40B4-BE49-F238E27FC236}">
                      <a16:creationId xmlns:a16="http://schemas.microsoft.com/office/drawing/2014/main" id="{418D3D62-2CFE-02A7-B44F-7B2690CCCE45}"/>
                    </a:ext>
                  </a:extLst>
                </p:cNvPr>
                <p:cNvSpPr/>
                <p:nvPr/>
              </p:nvSpPr>
              <p:spPr>
                <a:xfrm>
                  <a:off x="7634180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1C7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4" name="pg570">
                  <a:extLst>
                    <a:ext uri="{FF2B5EF4-FFF2-40B4-BE49-F238E27FC236}">
                      <a16:creationId xmlns:a16="http://schemas.microsoft.com/office/drawing/2014/main" id="{92073D10-930A-0EA1-5420-21AAE0539D07}"/>
                    </a:ext>
                  </a:extLst>
                </p:cNvPr>
                <p:cNvSpPr/>
                <p:nvPr/>
              </p:nvSpPr>
              <p:spPr>
                <a:xfrm>
                  <a:off x="7670368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5" name="pg571">
                  <a:extLst>
                    <a:ext uri="{FF2B5EF4-FFF2-40B4-BE49-F238E27FC236}">
                      <a16:creationId xmlns:a16="http://schemas.microsoft.com/office/drawing/2014/main" id="{E1134D2A-15F5-F875-70EA-9A0FF4C1E9C8}"/>
                    </a:ext>
                  </a:extLst>
                </p:cNvPr>
                <p:cNvSpPr/>
                <p:nvPr/>
              </p:nvSpPr>
              <p:spPr>
                <a:xfrm>
                  <a:off x="7706556" y="597717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6" name="pg572">
                  <a:extLst>
                    <a:ext uri="{FF2B5EF4-FFF2-40B4-BE49-F238E27FC236}">
                      <a16:creationId xmlns:a16="http://schemas.microsoft.com/office/drawing/2014/main" id="{D2B20637-5CCC-780C-59F4-620DDC8E9ABB}"/>
                    </a:ext>
                  </a:extLst>
                </p:cNvPr>
                <p:cNvSpPr/>
                <p:nvPr/>
              </p:nvSpPr>
              <p:spPr>
                <a:xfrm>
                  <a:off x="7417052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CD6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7" name="pg573">
                  <a:extLst>
                    <a:ext uri="{FF2B5EF4-FFF2-40B4-BE49-F238E27FC236}">
                      <a16:creationId xmlns:a16="http://schemas.microsoft.com/office/drawing/2014/main" id="{08B82D66-2801-B95E-F505-D31ECD0D6AD4}"/>
                    </a:ext>
                  </a:extLst>
                </p:cNvPr>
                <p:cNvSpPr/>
                <p:nvPr/>
              </p:nvSpPr>
              <p:spPr>
                <a:xfrm>
                  <a:off x="7453240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8" name="pg574">
                  <a:extLst>
                    <a:ext uri="{FF2B5EF4-FFF2-40B4-BE49-F238E27FC236}">
                      <a16:creationId xmlns:a16="http://schemas.microsoft.com/office/drawing/2014/main" id="{57ABAE52-4B5A-8D24-8740-3087B93524A5}"/>
                    </a:ext>
                  </a:extLst>
                </p:cNvPr>
                <p:cNvSpPr/>
                <p:nvPr/>
              </p:nvSpPr>
              <p:spPr>
                <a:xfrm>
                  <a:off x="7489428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29" name="pg575">
                  <a:extLst>
                    <a:ext uri="{FF2B5EF4-FFF2-40B4-BE49-F238E27FC236}">
                      <a16:creationId xmlns:a16="http://schemas.microsoft.com/office/drawing/2014/main" id="{08219906-6991-E629-0251-EE66016FD0DC}"/>
                    </a:ext>
                  </a:extLst>
                </p:cNvPr>
                <p:cNvSpPr/>
                <p:nvPr/>
              </p:nvSpPr>
              <p:spPr>
                <a:xfrm>
                  <a:off x="7525616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0" name="pg576">
                  <a:extLst>
                    <a:ext uri="{FF2B5EF4-FFF2-40B4-BE49-F238E27FC236}">
                      <a16:creationId xmlns:a16="http://schemas.microsoft.com/office/drawing/2014/main" id="{714F6D61-6750-63DD-28C3-ABC03F964B94}"/>
                    </a:ext>
                  </a:extLst>
                </p:cNvPr>
                <p:cNvSpPr/>
                <p:nvPr/>
              </p:nvSpPr>
              <p:spPr>
                <a:xfrm>
                  <a:off x="7561804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1" name="pg577">
                  <a:extLst>
                    <a:ext uri="{FF2B5EF4-FFF2-40B4-BE49-F238E27FC236}">
                      <a16:creationId xmlns:a16="http://schemas.microsoft.com/office/drawing/2014/main" id="{982E5F63-98B7-A53F-C5C3-856D81A671E0}"/>
                    </a:ext>
                  </a:extLst>
                </p:cNvPr>
                <p:cNvSpPr/>
                <p:nvPr/>
              </p:nvSpPr>
              <p:spPr>
                <a:xfrm>
                  <a:off x="7597992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2" name="pg578">
                  <a:extLst>
                    <a:ext uri="{FF2B5EF4-FFF2-40B4-BE49-F238E27FC236}">
                      <a16:creationId xmlns:a16="http://schemas.microsoft.com/office/drawing/2014/main" id="{5E6DAFE8-DFDF-02E3-B7F0-D221E92627A3}"/>
                    </a:ext>
                  </a:extLst>
                </p:cNvPr>
                <p:cNvSpPr/>
                <p:nvPr/>
              </p:nvSpPr>
              <p:spPr>
                <a:xfrm>
                  <a:off x="7634180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1C6">
                    <a:alpha val="100000"/>
                  </a:srgbClr>
                </a:solidFill>
                <a:ln w="5420" cap="flat">
                  <a:solidFill>
                    <a:srgbClr val="89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3" name="pg579">
                  <a:extLst>
                    <a:ext uri="{FF2B5EF4-FFF2-40B4-BE49-F238E27FC236}">
                      <a16:creationId xmlns:a16="http://schemas.microsoft.com/office/drawing/2014/main" id="{3D6F0B14-ABA2-CEEE-2CB1-003EC891FBFD}"/>
                    </a:ext>
                  </a:extLst>
                </p:cNvPr>
                <p:cNvSpPr/>
                <p:nvPr/>
              </p:nvSpPr>
              <p:spPr>
                <a:xfrm>
                  <a:off x="7670368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4" name="pg580">
                  <a:extLst>
                    <a:ext uri="{FF2B5EF4-FFF2-40B4-BE49-F238E27FC236}">
                      <a16:creationId xmlns:a16="http://schemas.microsoft.com/office/drawing/2014/main" id="{99F25D53-C459-2BAE-52D9-3684E2F50E92}"/>
                    </a:ext>
                  </a:extLst>
                </p:cNvPr>
                <p:cNvSpPr/>
                <p:nvPr/>
              </p:nvSpPr>
              <p:spPr>
                <a:xfrm>
                  <a:off x="7706556" y="602308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5" name="pg581">
                  <a:extLst>
                    <a:ext uri="{FF2B5EF4-FFF2-40B4-BE49-F238E27FC236}">
                      <a16:creationId xmlns:a16="http://schemas.microsoft.com/office/drawing/2014/main" id="{DF45A28D-065B-6600-EDE5-CB29E39A838F}"/>
                    </a:ext>
                  </a:extLst>
                </p:cNvPr>
                <p:cNvSpPr/>
                <p:nvPr/>
              </p:nvSpPr>
              <p:spPr>
                <a:xfrm>
                  <a:off x="7453240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6" name="pg582">
                  <a:extLst>
                    <a:ext uri="{FF2B5EF4-FFF2-40B4-BE49-F238E27FC236}">
                      <a16:creationId xmlns:a16="http://schemas.microsoft.com/office/drawing/2014/main" id="{01548B78-4102-8990-87F5-352464A64613}"/>
                    </a:ext>
                  </a:extLst>
                </p:cNvPr>
                <p:cNvSpPr/>
                <p:nvPr/>
              </p:nvSpPr>
              <p:spPr>
                <a:xfrm>
                  <a:off x="7489428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7" name="pg583">
                  <a:extLst>
                    <a:ext uri="{FF2B5EF4-FFF2-40B4-BE49-F238E27FC236}">
                      <a16:creationId xmlns:a16="http://schemas.microsoft.com/office/drawing/2014/main" id="{19C1729F-681F-BBE2-4AAB-AD96F91D3EE1}"/>
                    </a:ext>
                  </a:extLst>
                </p:cNvPr>
                <p:cNvSpPr/>
                <p:nvPr/>
              </p:nvSpPr>
              <p:spPr>
                <a:xfrm>
                  <a:off x="7525616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8" name="pg584">
                  <a:extLst>
                    <a:ext uri="{FF2B5EF4-FFF2-40B4-BE49-F238E27FC236}">
                      <a16:creationId xmlns:a16="http://schemas.microsoft.com/office/drawing/2014/main" id="{23996A2F-C938-C0AF-5745-9523695ABD25}"/>
                    </a:ext>
                  </a:extLst>
                </p:cNvPr>
                <p:cNvSpPr/>
                <p:nvPr/>
              </p:nvSpPr>
              <p:spPr>
                <a:xfrm>
                  <a:off x="7561804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93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39" name="pg585">
                  <a:extLst>
                    <a:ext uri="{FF2B5EF4-FFF2-40B4-BE49-F238E27FC236}">
                      <a16:creationId xmlns:a16="http://schemas.microsoft.com/office/drawing/2014/main" id="{63ED9970-6DFF-89B4-F6A3-5EEE687584BF}"/>
                    </a:ext>
                  </a:extLst>
                </p:cNvPr>
                <p:cNvSpPr/>
                <p:nvPr/>
              </p:nvSpPr>
              <p:spPr>
                <a:xfrm>
                  <a:off x="7597992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0" name="pg586">
                  <a:extLst>
                    <a:ext uri="{FF2B5EF4-FFF2-40B4-BE49-F238E27FC236}">
                      <a16:creationId xmlns:a16="http://schemas.microsoft.com/office/drawing/2014/main" id="{7CDDB9E5-1743-7683-45E5-F24FFA12DBAF}"/>
                    </a:ext>
                  </a:extLst>
                </p:cNvPr>
                <p:cNvSpPr/>
                <p:nvPr/>
              </p:nvSpPr>
              <p:spPr>
                <a:xfrm>
                  <a:off x="7634180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DFC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1" name="pg587">
                  <a:extLst>
                    <a:ext uri="{FF2B5EF4-FFF2-40B4-BE49-F238E27FC236}">
                      <a16:creationId xmlns:a16="http://schemas.microsoft.com/office/drawing/2014/main" id="{8BA28D6B-03CD-EA2F-2D10-CACA37878DEF}"/>
                    </a:ext>
                  </a:extLst>
                </p:cNvPr>
                <p:cNvSpPr/>
                <p:nvPr/>
              </p:nvSpPr>
              <p:spPr>
                <a:xfrm>
                  <a:off x="7670368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2" name="pg588">
                  <a:extLst>
                    <a:ext uri="{FF2B5EF4-FFF2-40B4-BE49-F238E27FC236}">
                      <a16:creationId xmlns:a16="http://schemas.microsoft.com/office/drawing/2014/main" id="{CDB5F63A-FE8B-8C17-2563-241EAA78188F}"/>
                    </a:ext>
                  </a:extLst>
                </p:cNvPr>
                <p:cNvSpPr/>
                <p:nvPr/>
              </p:nvSpPr>
              <p:spPr>
                <a:xfrm>
                  <a:off x="7706556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3" name="pg589">
                  <a:extLst>
                    <a:ext uri="{FF2B5EF4-FFF2-40B4-BE49-F238E27FC236}">
                      <a16:creationId xmlns:a16="http://schemas.microsoft.com/office/drawing/2014/main" id="{3E38A3CF-9CC5-2CF5-2CFB-488CC575D880}"/>
                    </a:ext>
                  </a:extLst>
                </p:cNvPr>
                <p:cNvSpPr/>
                <p:nvPr/>
              </p:nvSpPr>
              <p:spPr>
                <a:xfrm>
                  <a:off x="7742744" y="606899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4" name="pg590">
                  <a:extLst>
                    <a:ext uri="{FF2B5EF4-FFF2-40B4-BE49-F238E27FC236}">
                      <a16:creationId xmlns:a16="http://schemas.microsoft.com/office/drawing/2014/main" id="{A9B85B93-A6BF-7945-1469-7AD0A9942A84}"/>
                    </a:ext>
                  </a:extLst>
                </p:cNvPr>
                <p:cNvSpPr/>
                <p:nvPr/>
              </p:nvSpPr>
              <p:spPr>
                <a:xfrm>
                  <a:off x="7561804" y="611490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6">
                    <a:alpha val="100000"/>
                  </a:srgbClr>
                </a:solidFill>
                <a:ln w="5420" cap="flat">
                  <a:solidFill>
                    <a:srgbClr val="89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5" name="pg591">
                  <a:extLst>
                    <a:ext uri="{FF2B5EF4-FFF2-40B4-BE49-F238E27FC236}">
                      <a16:creationId xmlns:a16="http://schemas.microsoft.com/office/drawing/2014/main" id="{9F532978-2614-AD1C-0444-4F6D1CBDF9FA}"/>
                    </a:ext>
                  </a:extLst>
                </p:cNvPr>
                <p:cNvSpPr/>
                <p:nvPr/>
              </p:nvSpPr>
              <p:spPr>
                <a:xfrm>
                  <a:off x="7597992" y="611490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6" name="pg592">
                  <a:extLst>
                    <a:ext uri="{FF2B5EF4-FFF2-40B4-BE49-F238E27FC236}">
                      <a16:creationId xmlns:a16="http://schemas.microsoft.com/office/drawing/2014/main" id="{62271423-2B82-97D3-5AB5-48647F710EFD}"/>
                    </a:ext>
                  </a:extLst>
                </p:cNvPr>
                <p:cNvSpPr/>
                <p:nvPr/>
              </p:nvSpPr>
              <p:spPr>
                <a:xfrm>
                  <a:off x="7634180" y="611490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7" name="pg593">
                  <a:extLst>
                    <a:ext uri="{FF2B5EF4-FFF2-40B4-BE49-F238E27FC236}">
                      <a16:creationId xmlns:a16="http://schemas.microsoft.com/office/drawing/2014/main" id="{4C35221F-43EA-E2FC-876B-EFC5A03A66A5}"/>
                    </a:ext>
                  </a:extLst>
                </p:cNvPr>
                <p:cNvSpPr/>
                <p:nvPr/>
              </p:nvSpPr>
              <p:spPr>
                <a:xfrm>
                  <a:off x="7670368" y="611490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DC0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8" name="pg594">
                  <a:extLst>
                    <a:ext uri="{FF2B5EF4-FFF2-40B4-BE49-F238E27FC236}">
                      <a16:creationId xmlns:a16="http://schemas.microsoft.com/office/drawing/2014/main" id="{08BEC744-F74A-561E-DD33-EC442ABD8405}"/>
                    </a:ext>
                  </a:extLst>
                </p:cNvPr>
                <p:cNvSpPr/>
                <p:nvPr/>
              </p:nvSpPr>
              <p:spPr>
                <a:xfrm>
                  <a:off x="7706556" y="611490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49" name="pg595">
                  <a:extLst>
                    <a:ext uri="{FF2B5EF4-FFF2-40B4-BE49-F238E27FC236}">
                      <a16:creationId xmlns:a16="http://schemas.microsoft.com/office/drawing/2014/main" id="{E967FE97-7FB6-FA31-65BB-43F8FD0C1D39}"/>
                    </a:ext>
                  </a:extLst>
                </p:cNvPr>
                <p:cNvSpPr/>
                <p:nvPr/>
              </p:nvSpPr>
              <p:spPr>
                <a:xfrm>
                  <a:off x="7742744" y="6114902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0" name="pg596">
                  <a:extLst>
                    <a:ext uri="{FF2B5EF4-FFF2-40B4-BE49-F238E27FC236}">
                      <a16:creationId xmlns:a16="http://schemas.microsoft.com/office/drawing/2014/main" id="{3D5F4581-0603-56C4-A0C5-C99B38A09D34}"/>
                    </a:ext>
                  </a:extLst>
                </p:cNvPr>
                <p:cNvSpPr/>
                <p:nvPr/>
              </p:nvSpPr>
              <p:spPr>
                <a:xfrm>
                  <a:off x="7380864" y="616081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E0C5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1" name="pg597">
                  <a:extLst>
                    <a:ext uri="{FF2B5EF4-FFF2-40B4-BE49-F238E27FC236}">
                      <a16:creationId xmlns:a16="http://schemas.microsoft.com/office/drawing/2014/main" id="{730CF3C1-9181-A1F4-23B1-2ED45522D440}"/>
                    </a:ext>
                  </a:extLst>
                </p:cNvPr>
                <p:cNvSpPr/>
                <p:nvPr/>
              </p:nvSpPr>
              <p:spPr>
                <a:xfrm>
                  <a:off x="7525616" y="616081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2" name="pg598">
                  <a:extLst>
                    <a:ext uri="{FF2B5EF4-FFF2-40B4-BE49-F238E27FC236}">
                      <a16:creationId xmlns:a16="http://schemas.microsoft.com/office/drawing/2014/main" id="{A470FFA9-FCCB-4BF8-24DB-C0E61AF0C824}"/>
                    </a:ext>
                  </a:extLst>
                </p:cNvPr>
                <p:cNvSpPr/>
                <p:nvPr/>
              </p:nvSpPr>
              <p:spPr>
                <a:xfrm>
                  <a:off x="7561804" y="616081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3" name="pg599">
                  <a:extLst>
                    <a:ext uri="{FF2B5EF4-FFF2-40B4-BE49-F238E27FC236}">
                      <a16:creationId xmlns:a16="http://schemas.microsoft.com/office/drawing/2014/main" id="{5B1776E9-AE05-6848-3521-AFD5738965F2}"/>
                    </a:ext>
                  </a:extLst>
                </p:cNvPr>
                <p:cNvSpPr/>
                <p:nvPr/>
              </p:nvSpPr>
              <p:spPr>
                <a:xfrm>
                  <a:off x="7597992" y="616081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4" name="pg600">
                  <a:extLst>
                    <a:ext uri="{FF2B5EF4-FFF2-40B4-BE49-F238E27FC236}">
                      <a16:creationId xmlns:a16="http://schemas.microsoft.com/office/drawing/2014/main" id="{C52D39AA-648C-6D5F-34D3-75C501C9C244}"/>
                    </a:ext>
                  </a:extLst>
                </p:cNvPr>
                <p:cNvSpPr/>
                <p:nvPr/>
              </p:nvSpPr>
              <p:spPr>
                <a:xfrm>
                  <a:off x="7634180" y="616081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1DCC0">
                    <a:alpha val="100000"/>
                  </a:srgbClr>
                </a:solidFill>
                <a:ln w="5420" cap="flat">
                  <a:solidFill>
                    <a:srgbClr val="74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5" name="pg601">
                  <a:extLst>
                    <a:ext uri="{FF2B5EF4-FFF2-40B4-BE49-F238E27FC236}">
                      <a16:creationId xmlns:a16="http://schemas.microsoft.com/office/drawing/2014/main" id="{5AB192F3-2AC9-69A7-37DD-49484F16D861}"/>
                    </a:ext>
                  </a:extLst>
                </p:cNvPr>
                <p:cNvSpPr/>
                <p:nvPr/>
              </p:nvSpPr>
              <p:spPr>
                <a:xfrm>
                  <a:off x="7670368" y="616081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6" name="pg602">
                  <a:extLst>
                    <a:ext uri="{FF2B5EF4-FFF2-40B4-BE49-F238E27FC236}">
                      <a16:creationId xmlns:a16="http://schemas.microsoft.com/office/drawing/2014/main" id="{68411B11-6009-204E-4999-0AA56C742124}"/>
                    </a:ext>
                  </a:extLst>
                </p:cNvPr>
                <p:cNvSpPr/>
                <p:nvPr/>
              </p:nvSpPr>
              <p:spPr>
                <a:xfrm>
                  <a:off x="7706556" y="616081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6AD1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7" name="pg603">
                  <a:extLst>
                    <a:ext uri="{FF2B5EF4-FFF2-40B4-BE49-F238E27FC236}">
                      <a16:creationId xmlns:a16="http://schemas.microsoft.com/office/drawing/2014/main" id="{F3BE6A81-303A-F86B-3FF0-9CD1F2D1CB43}"/>
                    </a:ext>
                  </a:extLst>
                </p:cNvPr>
                <p:cNvSpPr/>
                <p:nvPr/>
              </p:nvSpPr>
              <p:spPr>
                <a:xfrm>
                  <a:off x="7742744" y="616081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8" name="pg604">
                  <a:extLst>
                    <a:ext uri="{FF2B5EF4-FFF2-40B4-BE49-F238E27FC236}">
                      <a16:creationId xmlns:a16="http://schemas.microsoft.com/office/drawing/2014/main" id="{4D71CA5B-F072-75B9-7BA8-D1C8359A8D0F}"/>
                    </a:ext>
                  </a:extLst>
                </p:cNvPr>
                <p:cNvSpPr/>
                <p:nvPr/>
              </p:nvSpPr>
              <p:spPr>
                <a:xfrm>
                  <a:off x="7344676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59" name="pg605">
                  <a:extLst>
                    <a:ext uri="{FF2B5EF4-FFF2-40B4-BE49-F238E27FC236}">
                      <a16:creationId xmlns:a16="http://schemas.microsoft.com/office/drawing/2014/main" id="{AC5CE02A-432F-C30A-0890-0F1BCBB38814}"/>
                    </a:ext>
                  </a:extLst>
                </p:cNvPr>
                <p:cNvSpPr/>
                <p:nvPr/>
              </p:nvSpPr>
              <p:spPr>
                <a:xfrm>
                  <a:off x="7380864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6DE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0" name="pg606">
                  <a:extLst>
                    <a:ext uri="{FF2B5EF4-FFF2-40B4-BE49-F238E27FC236}">
                      <a16:creationId xmlns:a16="http://schemas.microsoft.com/office/drawing/2014/main" id="{2B98A784-9748-7DFA-C595-F74DBB529ED7}"/>
                    </a:ext>
                  </a:extLst>
                </p:cNvPr>
                <p:cNvSpPr/>
                <p:nvPr/>
              </p:nvSpPr>
              <p:spPr>
                <a:xfrm>
                  <a:off x="7417052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7C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1" name="pg607">
                  <a:extLst>
                    <a:ext uri="{FF2B5EF4-FFF2-40B4-BE49-F238E27FC236}">
                      <a16:creationId xmlns:a16="http://schemas.microsoft.com/office/drawing/2014/main" id="{FB4B8F3A-5718-2D49-CA49-0CA2046E5E09}"/>
                    </a:ext>
                  </a:extLst>
                </p:cNvPr>
                <p:cNvSpPr/>
                <p:nvPr/>
              </p:nvSpPr>
              <p:spPr>
                <a:xfrm>
                  <a:off x="7453240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2" name="pg608">
                  <a:extLst>
                    <a:ext uri="{FF2B5EF4-FFF2-40B4-BE49-F238E27FC236}">
                      <a16:creationId xmlns:a16="http://schemas.microsoft.com/office/drawing/2014/main" id="{6038055A-A3E3-5B26-8286-9425AB3EF776}"/>
                    </a:ext>
                  </a:extLst>
                </p:cNvPr>
                <p:cNvSpPr/>
                <p:nvPr/>
              </p:nvSpPr>
              <p:spPr>
                <a:xfrm>
                  <a:off x="7489428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3" name="pg609">
                  <a:extLst>
                    <a:ext uri="{FF2B5EF4-FFF2-40B4-BE49-F238E27FC236}">
                      <a16:creationId xmlns:a16="http://schemas.microsoft.com/office/drawing/2014/main" id="{F7BE96C0-8F96-FCEC-2BC1-2CC0E4F87A23}"/>
                    </a:ext>
                  </a:extLst>
                </p:cNvPr>
                <p:cNvSpPr/>
                <p:nvPr/>
              </p:nvSpPr>
              <p:spPr>
                <a:xfrm>
                  <a:off x="7525616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1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4" name="pg610">
                  <a:extLst>
                    <a:ext uri="{FF2B5EF4-FFF2-40B4-BE49-F238E27FC236}">
                      <a16:creationId xmlns:a16="http://schemas.microsoft.com/office/drawing/2014/main" id="{DEA77C18-DD24-0D05-65E2-F4A977F30771}"/>
                    </a:ext>
                  </a:extLst>
                </p:cNvPr>
                <p:cNvSpPr/>
                <p:nvPr/>
              </p:nvSpPr>
              <p:spPr>
                <a:xfrm>
                  <a:off x="7561804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5" name="pg611">
                  <a:extLst>
                    <a:ext uri="{FF2B5EF4-FFF2-40B4-BE49-F238E27FC236}">
                      <a16:creationId xmlns:a16="http://schemas.microsoft.com/office/drawing/2014/main" id="{7D5937D3-B4BC-4F20-9548-4A75DFCC4A1A}"/>
                    </a:ext>
                  </a:extLst>
                </p:cNvPr>
                <p:cNvSpPr/>
                <p:nvPr/>
              </p:nvSpPr>
              <p:spPr>
                <a:xfrm>
                  <a:off x="7597992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EDBBE">
                    <a:alpha val="100000"/>
                  </a:srgbClr>
                </a:solidFill>
                <a:ln w="5420" cap="flat">
                  <a:solidFill>
                    <a:srgbClr val="6F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6" name="pg612">
                  <a:extLst>
                    <a:ext uri="{FF2B5EF4-FFF2-40B4-BE49-F238E27FC236}">
                      <a16:creationId xmlns:a16="http://schemas.microsoft.com/office/drawing/2014/main" id="{9F93FAC9-4833-3388-5D6A-EE8F7EFE11B4}"/>
                    </a:ext>
                  </a:extLst>
                </p:cNvPr>
                <p:cNvSpPr/>
                <p:nvPr/>
              </p:nvSpPr>
              <p:spPr>
                <a:xfrm>
                  <a:off x="7634180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BDABD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7" name="pg613">
                  <a:extLst>
                    <a:ext uri="{FF2B5EF4-FFF2-40B4-BE49-F238E27FC236}">
                      <a16:creationId xmlns:a16="http://schemas.microsoft.com/office/drawing/2014/main" id="{3D7D7FB5-799C-1F8E-CA8E-F2898D779300}"/>
                    </a:ext>
                  </a:extLst>
                </p:cNvPr>
                <p:cNvSpPr/>
                <p:nvPr/>
              </p:nvSpPr>
              <p:spPr>
                <a:xfrm>
                  <a:off x="7670368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8" name="pg614">
                  <a:extLst>
                    <a:ext uri="{FF2B5EF4-FFF2-40B4-BE49-F238E27FC236}">
                      <a16:creationId xmlns:a16="http://schemas.microsoft.com/office/drawing/2014/main" id="{9C071D5F-7318-3436-991B-90D0C6F91CAF}"/>
                    </a:ext>
                  </a:extLst>
                </p:cNvPr>
                <p:cNvSpPr/>
                <p:nvPr/>
              </p:nvSpPr>
              <p:spPr>
                <a:xfrm>
                  <a:off x="7706556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5D8BA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69" name="pg615">
                  <a:extLst>
                    <a:ext uri="{FF2B5EF4-FFF2-40B4-BE49-F238E27FC236}">
                      <a16:creationId xmlns:a16="http://schemas.microsoft.com/office/drawing/2014/main" id="{F248D466-C4DF-6B3C-3DAC-CAC1A3365895}"/>
                    </a:ext>
                  </a:extLst>
                </p:cNvPr>
                <p:cNvSpPr/>
                <p:nvPr/>
              </p:nvSpPr>
              <p:spPr>
                <a:xfrm>
                  <a:off x="7742744" y="620672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0" name="pg616">
                  <a:extLst>
                    <a:ext uri="{FF2B5EF4-FFF2-40B4-BE49-F238E27FC236}">
                      <a16:creationId xmlns:a16="http://schemas.microsoft.com/office/drawing/2014/main" id="{F5048782-7411-788C-6DB1-6B520FDB0414}"/>
                    </a:ext>
                  </a:extLst>
                </p:cNvPr>
                <p:cNvSpPr/>
                <p:nvPr/>
              </p:nvSpPr>
              <p:spPr>
                <a:xfrm>
                  <a:off x="7308489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1" name="pg617">
                  <a:extLst>
                    <a:ext uri="{FF2B5EF4-FFF2-40B4-BE49-F238E27FC236}">
                      <a16:creationId xmlns:a16="http://schemas.microsoft.com/office/drawing/2014/main" id="{3DCB173B-C31B-66E7-0904-5AEEB05914ED}"/>
                    </a:ext>
                  </a:extLst>
                </p:cNvPr>
                <p:cNvSpPr/>
                <p:nvPr/>
              </p:nvSpPr>
              <p:spPr>
                <a:xfrm>
                  <a:off x="7344676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2" name="pg618">
                  <a:extLst>
                    <a:ext uri="{FF2B5EF4-FFF2-40B4-BE49-F238E27FC236}">
                      <a16:creationId xmlns:a16="http://schemas.microsoft.com/office/drawing/2014/main" id="{A1930A63-17CE-7A5D-33D8-7AED8D885EE3}"/>
                    </a:ext>
                  </a:extLst>
                </p:cNvPr>
                <p:cNvSpPr/>
                <p:nvPr/>
              </p:nvSpPr>
              <p:spPr>
                <a:xfrm>
                  <a:off x="7380864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3" name="pg619">
                  <a:extLst>
                    <a:ext uri="{FF2B5EF4-FFF2-40B4-BE49-F238E27FC236}">
                      <a16:creationId xmlns:a16="http://schemas.microsoft.com/office/drawing/2014/main" id="{3E6A42C8-C0D4-6723-66C1-D98CDF488CEE}"/>
                    </a:ext>
                  </a:extLst>
                </p:cNvPr>
                <p:cNvSpPr/>
                <p:nvPr/>
              </p:nvSpPr>
              <p:spPr>
                <a:xfrm>
                  <a:off x="7417052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4" name="pg620">
                  <a:extLst>
                    <a:ext uri="{FF2B5EF4-FFF2-40B4-BE49-F238E27FC236}">
                      <a16:creationId xmlns:a16="http://schemas.microsoft.com/office/drawing/2014/main" id="{A3CFC0D5-16B7-15D3-2B2C-1C9026654E58}"/>
                    </a:ext>
                  </a:extLst>
                </p:cNvPr>
                <p:cNvSpPr/>
                <p:nvPr/>
              </p:nvSpPr>
              <p:spPr>
                <a:xfrm>
                  <a:off x="7453240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5" name="pg621">
                  <a:extLst>
                    <a:ext uri="{FF2B5EF4-FFF2-40B4-BE49-F238E27FC236}">
                      <a16:creationId xmlns:a16="http://schemas.microsoft.com/office/drawing/2014/main" id="{7BB0C456-B0B1-F4A2-B631-9FD82CE5D34E}"/>
                    </a:ext>
                  </a:extLst>
                </p:cNvPr>
                <p:cNvSpPr/>
                <p:nvPr/>
              </p:nvSpPr>
              <p:spPr>
                <a:xfrm>
                  <a:off x="7489428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7B9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6" name="pg622">
                  <a:extLst>
                    <a:ext uri="{FF2B5EF4-FFF2-40B4-BE49-F238E27FC236}">
                      <a16:creationId xmlns:a16="http://schemas.microsoft.com/office/drawing/2014/main" id="{049C580C-2451-9EA0-F237-E7C49DF54881}"/>
                    </a:ext>
                  </a:extLst>
                </p:cNvPr>
                <p:cNvSpPr/>
                <p:nvPr/>
              </p:nvSpPr>
              <p:spPr>
                <a:xfrm>
                  <a:off x="7525616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7" name="pg623">
                  <a:extLst>
                    <a:ext uri="{FF2B5EF4-FFF2-40B4-BE49-F238E27FC236}">
                      <a16:creationId xmlns:a16="http://schemas.microsoft.com/office/drawing/2014/main" id="{51BCC083-8049-DD7A-9DE0-7F9F8749FC93}"/>
                    </a:ext>
                  </a:extLst>
                </p:cNvPr>
                <p:cNvSpPr/>
                <p:nvPr/>
              </p:nvSpPr>
              <p:spPr>
                <a:xfrm>
                  <a:off x="7561804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8" name="pg624">
                  <a:extLst>
                    <a:ext uri="{FF2B5EF4-FFF2-40B4-BE49-F238E27FC236}">
                      <a16:creationId xmlns:a16="http://schemas.microsoft.com/office/drawing/2014/main" id="{434B3144-1D44-F859-256C-DCCF05A93D80}"/>
                    </a:ext>
                  </a:extLst>
                </p:cNvPr>
                <p:cNvSpPr/>
                <p:nvPr/>
              </p:nvSpPr>
              <p:spPr>
                <a:xfrm>
                  <a:off x="7597992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79" name="pg625">
                  <a:extLst>
                    <a:ext uri="{FF2B5EF4-FFF2-40B4-BE49-F238E27FC236}">
                      <a16:creationId xmlns:a16="http://schemas.microsoft.com/office/drawing/2014/main" id="{DD1C70F5-2283-A014-C1AE-A9B4608D1C61}"/>
                    </a:ext>
                  </a:extLst>
                </p:cNvPr>
                <p:cNvSpPr/>
                <p:nvPr/>
              </p:nvSpPr>
              <p:spPr>
                <a:xfrm>
                  <a:off x="7634180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0" name="pg626">
                  <a:extLst>
                    <a:ext uri="{FF2B5EF4-FFF2-40B4-BE49-F238E27FC236}">
                      <a16:creationId xmlns:a16="http://schemas.microsoft.com/office/drawing/2014/main" id="{3580A21A-D301-E940-74D6-382B866E9C15}"/>
                    </a:ext>
                  </a:extLst>
                </p:cNvPr>
                <p:cNvSpPr/>
                <p:nvPr/>
              </p:nvSpPr>
              <p:spPr>
                <a:xfrm>
                  <a:off x="7670368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1" name="pg627">
                  <a:extLst>
                    <a:ext uri="{FF2B5EF4-FFF2-40B4-BE49-F238E27FC236}">
                      <a16:creationId xmlns:a16="http://schemas.microsoft.com/office/drawing/2014/main" id="{F52C66B6-16D2-AD05-0D85-21B46AF0B24C}"/>
                    </a:ext>
                  </a:extLst>
                </p:cNvPr>
                <p:cNvSpPr/>
                <p:nvPr/>
              </p:nvSpPr>
              <p:spPr>
                <a:xfrm>
                  <a:off x="7706556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2" name="pg628">
                  <a:extLst>
                    <a:ext uri="{FF2B5EF4-FFF2-40B4-BE49-F238E27FC236}">
                      <a16:creationId xmlns:a16="http://schemas.microsoft.com/office/drawing/2014/main" id="{FAE1A4AD-E7FC-DC0F-D883-4691EBE7A4AA}"/>
                    </a:ext>
                  </a:extLst>
                </p:cNvPr>
                <p:cNvSpPr/>
                <p:nvPr/>
              </p:nvSpPr>
              <p:spPr>
                <a:xfrm>
                  <a:off x="7742744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3" name="pg629">
                  <a:extLst>
                    <a:ext uri="{FF2B5EF4-FFF2-40B4-BE49-F238E27FC236}">
                      <a16:creationId xmlns:a16="http://schemas.microsoft.com/office/drawing/2014/main" id="{396AB01A-5E0C-EA04-21D2-D2B5D59DC81A}"/>
                    </a:ext>
                  </a:extLst>
                </p:cNvPr>
                <p:cNvSpPr/>
                <p:nvPr/>
              </p:nvSpPr>
              <p:spPr>
                <a:xfrm>
                  <a:off x="7778932" y="6252633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4" name="pg630">
                  <a:extLst>
                    <a:ext uri="{FF2B5EF4-FFF2-40B4-BE49-F238E27FC236}">
                      <a16:creationId xmlns:a16="http://schemas.microsoft.com/office/drawing/2014/main" id="{CC3D6E16-8844-C28F-0151-9D74A312E3E4}"/>
                    </a:ext>
                  </a:extLst>
                </p:cNvPr>
                <p:cNvSpPr/>
                <p:nvPr/>
              </p:nvSpPr>
              <p:spPr>
                <a:xfrm>
                  <a:off x="7308489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1D3B2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5" name="pg631">
                  <a:extLst>
                    <a:ext uri="{FF2B5EF4-FFF2-40B4-BE49-F238E27FC236}">
                      <a16:creationId xmlns:a16="http://schemas.microsoft.com/office/drawing/2014/main" id="{06F2CB9E-CC04-6947-A566-89AAE5D4A594}"/>
                    </a:ext>
                  </a:extLst>
                </p:cNvPr>
                <p:cNvSpPr/>
                <p:nvPr/>
              </p:nvSpPr>
              <p:spPr>
                <a:xfrm>
                  <a:off x="7344676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6" name="pg632">
                  <a:extLst>
                    <a:ext uri="{FF2B5EF4-FFF2-40B4-BE49-F238E27FC236}">
                      <a16:creationId xmlns:a16="http://schemas.microsoft.com/office/drawing/2014/main" id="{BDF19289-BCD1-F9F9-3375-79BAA8EB7766}"/>
                    </a:ext>
                  </a:extLst>
                </p:cNvPr>
                <p:cNvSpPr/>
                <p:nvPr/>
              </p:nvSpPr>
              <p:spPr>
                <a:xfrm>
                  <a:off x="7380864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7" name="pg633">
                  <a:extLst>
                    <a:ext uri="{FF2B5EF4-FFF2-40B4-BE49-F238E27FC236}">
                      <a16:creationId xmlns:a16="http://schemas.microsoft.com/office/drawing/2014/main" id="{DF057CCA-7D17-BCA4-B177-4F04561B2EAC}"/>
                    </a:ext>
                  </a:extLst>
                </p:cNvPr>
                <p:cNvSpPr/>
                <p:nvPr/>
              </p:nvSpPr>
              <p:spPr>
                <a:xfrm>
                  <a:off x="7417052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7D4B4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8" name="pg634">
                  <a:extLst>
                    <a:ext uri="{FF2B5EF4-FFF2-40B4-BE49-F238E27FC236}">
                      <a16:creationId xmlns:a16="http://schemas.microsoft.com/office/drawing/2014/main" id="{377E99B6-DD5A-9A14-F709-33C21D524CC2}"/>
                    </a:ext>
                  </a:extLst>
                </p:cNvPr>
                <p:cNvSpPr/>
                <p:nvPr/>
              </p:nvSpPr>
              <p:spPr>
                <a:xfrm>
                  <a:off x="7453240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8D4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89" name="pg635">
                  <a:extLst>
                    <a:ext uri="{FF2B5EF4-FFF2-40B4-BE49-F238E27FC236}">
                      <a16:creationId xmlns:a16="http://schemas.microsoft.com/office/drawing/2014/main" id="{F14169A7-A756-08FF-97E3-DA61CC0FAF07}"/>
                    </a:ext>
                  </a:extLst>
                </p:cNvPr>
                <p:cNvSpPr/>
                <p:nvPr/>
              </p:nvSpPr>
              <p:spPr>
                <a:xfrm>
                  <a:off x="7489428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0" name="pg636">
                  <a:extLst>
                    <a:ext uri="{FF2B5EF4-FFF2-40B4-BE49-F238E27FC236}">
                      <a16:creationId xmlns:a16="http://schemas.microsoft.com/office/drawing/2014/main" id="{644B3547-6097-D08A-510F-6795884A7C22}"/>
                    </a:ext>
                  </a:extLst>
                </p:cNvPr>
                <p:cNvSpPr/>
                <p:nvPr/>
              </p:nvSpPr>
              <p:spPr>
                <a:xfrm>
                  <a:off x="7525616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8D5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1" name="pg637">
                  <a:extLst>
                    <a:ext uri="{FF2B5EF4-FFF2-40B4-BE49-F238E27FC236}">
                      <a16:creationId xmlns:a16="http://schemas.microsoft.com/office/drawing/2014/main" id="{A417CE2F-E52A-C6C5-A58A-AEB24739A09A}"/>
                    </a:ext>
                  </a:extLst>
                </p:cNvPr>
                <p:cNvSpPr/>
                <p:nvPr/>
              </p:nvSpPr>
              <p:spPr>
                <a:xfrm>
                  <a:off x="7561804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7D4B5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2" name="pg638">
                  <a:extLst>
                    <a:ext uri="{FF2B5EF4-FFF2-40B4-BE49-F238E27FC236}">
                      <a16:creationId xmlns:a16="http://schemas.microsoft.com/office/drawing/2014/main" id="{D584BC74-4058-5A9B-C548-77FE8F06CEAE}"/>
                    </a:ext>
                  </a:extLst>
                </p:cNvPr>
                <p:cNvSpPr/>
                <p:nvPr/>
              </p:nvSpPr>
              <p:spPr>
                <a:xfrm>
                  <a:off x="7597992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3" name="pg639">
                  <a:extLst>
                    <a:ext uri="{FF2B5EF4-FFF2-40B4-BE49-F238E27FC236}">
                      <a16:creationId xmlns:a16="http://schemas.microsoft.com/office/drawing/2014/main" id="{D89BF72F-3FD0-033F-48F2-20C33E98389B}"/>
                    </a:ext>
                  </a:extLst>
                </p:cNvPr>
                <p:cNvSpPr/>
                <p:nvPr/>
              </p:nvSpPr>
              <p:spPr>
                <a:xfrm>
                  <a:off x="7634180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4" name="pg640">
                  <a:extLst>
                    <a:ext uri="{FF2B5EF4-FFF2-40B4-BE49-F238E27FC236}">
                      <a16:creationId xmlns:a16="http://schemas.microsoft.com/office/drawing/2014/main" id="{07997E1D-AFB5-A9C5-57D1-F3110E203AF7}"/>
                    </a:ext>
                  </a:extLst>
                </p:cNvPr>
                <p:cNvSpPr/>
                <p:nvPr/>
              </p:nvSpPr>
              <p:spPr>
                <a:xfrm>
                  <a:off x="7670368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5" name="pg641">
                  <a:extLst>
                    <a:ext uri="{FF2B5EF4-FFF2-40B4-BE49-F238E27FC236}">
                      <a16:creationId xmlns:a16="http://schemas.microsoft.com/office/drawing/2014/main" id="{1F1161CC-41E7-DF63-F250-75DFF8099BAC}"/>
                    </a:ext>
                  </a:extLst>
                </p:cNvPr>
                <p:cNvSpPr/>
                <p:nvPr/>
              </p:nvSpPr>
              <p:spPr>
                <a:xfrm>
                  <a:off x="7706556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6" name="pg642">
                  <a:extLst>
                    <a:ext uri="{FF2B5EF4-FFF2-40B4-BE49-F238E27FC236}">
                      <a16:creationId xmlns:a16="http://schemas.microsoft.com/office/drawing/2014/main" id="{D398EF28-76CF-BF17-753A-20A4C3700D79}"/>
                    </a:ext>
                  </a:extLst>
                </p:cNvPr>
                <p:cNvSpPr/>
                <p:nvPr/>
              </p:nvSpPr>
              <p:spPr>
                <a:xfrm>
                  <a:off x="7742744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1D3B2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7" name="pg643">
                  <a:extLst>
                    <a:ext uri="{FF2B5EF4-FFF2-40B4-BE49-F238E27FC236}">
                      <a16:creationId xmlns:a16="http://schemas.microsoft.com/office/drawing/2014/main" id="{E13E2280-5E92-C415-2D61-9936412F5D81}"/>
                    </a:ext>
                  </a:extLst>
                </p:cNvPr>
                <p:cNvSpPr/>
                <p:nvPr/>
              </p:nvSpPr>
              <p:spPr>
                <a:xfrm>
                  <a:off x="7778932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8" name="pg644">
                  <a:extLst>
                    <a:ext uri="{FF2B5EF4-FFF2-40B4-BE49-F238E27FC236}">
                      <a16:creationId xmlns:a16="http://schemas.microsoft.com/office/drawing/2014/main" id="{C7D84803-3496-FDE3-947D-5CE7A06CFEC8}"/>
                    </a:ext>
                  </a:extLst>
                </p:cNvPr>
                <p:cNvSpPr/>
                <p:nvPr/>
              </p:nvSpPr>
              <p:spPr>
                <a:xfrm>
                  <a:off x="7815120" y="629854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099" name="pg645">
                  <a:extLst>
                    <a:ext uri="{FF2B5EF4-FFF2-40B4-BE49-F238E27FC236}">
                      <a16:creationId xmlns:a16="http://schemas.microsoft.com/office/drawing/2014/main" id="{C5AA70B7-4DAC-4E81-BE05-83A8EBA20CB5}"/>
                    </a:ext>
                  </a:extLst>
                </p:cNvPr>
                <p:cNvSpPr/>
                <p:nvPr/>
              </p:nvSpPr>
              <p:spPr>
                <a:xfrm>
                  <a:off x="7308489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6CFAE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0" name="pg646">
                  <a:extLst>
                    <a:ext uri="{FF2B5EF4-FFF2-40B4-BE49-F238E27FC236}">
                      <a16:creationId xmlns:a16="http://schemas.microsoft.com/office/drawing/2014/main" id="{0DDE6932-2388-DC9A-4B11-4A4E42B1F3FE}"/>
                    </a:ext>
                  </a:extLst>
                </p:cNvPr>
                <p:cNvSpPr/>
                <p:nvPr/>
              </p:nvSpPr>
              <p:spPr>
                <a:xfrm>
                  <a:off x="7344676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1" name="pg647">
                  <a:extLst>
                    <a:ext uri="{FF2B5EF4-FFF2-40B4-BE49-F238E27FC236}">
                      <a16:creationId xmlns:a16="http://schemas.microsoft.com/office/drawing/2014/main" id="{E8C40041-7514-B534-3ED1-F0543641660B}"/>
                    </a:ext>
                  </a:extLst>
                </p:cNvPr>
                <p:cNvSpPr/>
                <p:nvPr/>
              </p:nvSpPr>
              <p:spPr>
                <a:xfrm>
                  <a:off x="7380864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2" name="pg648">
                  <a:extLst>
                    <a:ext uri="{FF2B5EF4-FFF2-40B4-BE49-F238E27FC236}">
                      <a16:creationId xmlns:a16="http://schemas.microsoft.com/office/drawing/2014/main" id="{EE47DFE8-7AA3-54D5-9A60-AB21033CA798}"/>
                    </a:ext>
                  </a:extLst>
                </p:cNvPr>
                <p:cNvSpPr/>
                <p:nvPr/>
              </p:nvSpPr>
              <p:spPr>
                <a:xfrm>
                  <a:off x="7417052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3" name="pg649">
                  <a:extLst>
                    <a:ext uri="{FF2B5EF4-FFF2-40B4-BE49-F238E27FC236}">
                      <a16:creationId xmlns:a16="http://schemas.microsoft.com/office/drawing/2014/main" id="{B05937BF-99FA-2816-574D-15E9F211123E}"/>
                    </a:ext>
                  </a:extLst>
                </p:cNvPr>
                <p:cNvSpPr/>
                <p:nvPr/>
              </p:nvSpPr>
              <p:spPr>
                <a:xfrm>
                  <a:off x="7453240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DD1B1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4" name="pg650">
                  <a:extLst>
                    <a:ext uri="{FF2B5EF4-FFF2-40B4-BE49-F238E27FC236}">
                      <a16:creationId xmlns:a16="http://schemas.microsoft.com/office/drawing/2014/main" id="{8FA58C01-B9B2-552A-7EC4-C2E989B4FF6B}"/>
                    </a:ext>
                  </a:extLst>
                </p:cNvPr>
                <p:cNvSpPr/>
                <p:nvPr/>
              </p:nvSpPr>
              <p:spPr>
                <a:xfrm>
                  <a:off x="7489428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5" name="pg651">
                  <a:extLst>
                    <a:ext uri="{FF2B5EF4-FFF2-40B4-BE49-F238E27FC236}">
                      <a16:creationId xmlns:a16="http://schemas.microsoft.com/office/drawing/2014/main" id="{01B5878E-862F-EC6C-1D08-55BABDA4FB38}"/>
                    </a:ext>
                  </a:extLst>
                </p:cNvPr>
                <p:cNvSpPr/>
                <p:nvPr/>
              </p:nvSpPr>
              <p:spPr>
                <a:xfrm>
                  <a:off x="7525616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FD2B1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6" name="pg652">
                  <a:extLst>
                    <a:ext uri="{FF2B5EF4-FFF2-40B4-BE49-F238E27FC236}">
                      <a16:creationId xmlns:a16="http://schemas.microsoft.com/office/drawing/2014/main" id="{9487C445-8288-9C90-0B5A-3CE61E623754}"/>
                    </a:ext>
                  </a:extLst>
                </p:cNvPr>
                <p:cNvSpPr/>
                <p:nvPr/>
              </p:nvSpPr>
              <p:spPr>
                <a:xfrm>
                  <a:off x="7561804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7" name="pg653">
                  <a:extLst>
                    <a:ext uri="{FF2B5EF4-FFF2-40B4-BE49-F238E27FC236}">
                      <a16:creationId xmlns:a16="http://schemas.microsoft.com/office/drawing/2014/main" id="{CC6EC241-7718-BEA2-052C-856479A05F85}"/>
                    </a:ext>
                  </a:extLst>
                </p:cNvPr>
                <p:cNvSpPr/>
                <p:nvPr/>
              </p:nvSpPr>
              <p:spPr>
                <a:xfrm>
                  <a:off x="7597992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8" name="pg654">
                  <a:extLst>
                    <a:ext uri="{FF2B5EF4-FFF2-40B4-BE49-F238E27FC236}">
                      <a16:creationId xmlns:a16="http://schemas.microsoft.com/office/drawing/2014/main" id="{768C7595-6BE8-A045-4688-664633E4D5F4}"/>
                    </a:ext>
                  </a:extLst>
                </p:cNvPr>
                <p:cNvSpPr/>
                <p:nvPr/>
              </p:nvSpPr>
              <p:spPr>
                <a:xfrm>
                  <a:off x="7634180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DD2B1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09" name="pg655">
                  <a:extLst>
                    <a:ext uri="{FF2B5EF4-FFF2-40B4-BE49-F238E27FC236}">
                      <a16:creationId xmlns:a16="http://schemas.microsoft.com/office/drawing/2014/main" id="{D698A343-D057-B914-99B5-32698BF6E7E9}"/>
                    </a:ext>
                  </a:extLst>
                </p:cNvPr>
                <p:cNvSpPr/>
                <p:nvPr/>
              </p:nvSpPr>
              <p:spPr>
                <a:xfrm>
                  <a:off x="7670368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DD1B1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0" name="pg656">
                  <a:extLst>
                    <a:ext uri="{FF2B5EF4-FFF2-40B4-BE49-F238E27FC236}">
                      <a16:creationId xmlns:a16="http://schemas.microsoft.com/office/drawing/2014/main" id="{1A08226B-2068-F17D-1CA8-46DF6491446B}"/>
                    </a:ext>
                  </a:extLst>
                </p:cNvPr>
                <p:cNvSpPr/>
                <p:nvPr/>
              </p:nvSpPr>
              <p:spPr>
                <a:xfrm>
                  <a:off x="7706556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CD1B0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1" name="pg657">
                  <a:extLst>
                    <a:ext uri="{FF2B5EF4-FFF2-40B4-BE49-F238E27FC236}">
                      <a16:creationId xmlns:a16="http://schemas.microsoft.com/office/drawing/2014/main" id="{A18098DD-42A5-08DB-AFE7-B2231625AAC5}"/>
                    </a:ext>
                  </a:extLst>
                </p:cNvPr>
                <p:cNvSpPr/>
                <p:nvPr/>
              </p:nvSpPr>
              <p:spPr>
                <a:xfrm>
                  <a:off x="7742744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2" name="pg658">
                  <a:extLst>
                    <a:ext uri="{FF2B5EF4-FFF2-40B4-BE49-F238E27FC236}">
                      <a16:creationId xmlns:a16="http://schemas.microsoft.com/office/drawing/2014/main" id="{CFC550E6-6C39-801B-6C95-18CDD2D03521}"/>
                    </a:ext>
                  </a:extLst>
                </p:cNvPr>
                <p:cNvSpPr/>
                <p:nvPr/>
              </p:nvSpPr>
              <p:spPr>
                <a:xfrm>
                  <a:off x="7778932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3" name="pg659">
                  <a:extLst>
                    <a:ext uri="{FF2B5EF4-FFF2-40B4-BE49-F238E27FC236}">
                      <a16:creationId xmlns:a16="http://schemas.microsoft.com/office/drawing/2014/main" id="{E03C8ADA-24E2-5DE4-FFB1-9C039996DAF8}"/>
                    </a:ext>
                  </a:extLst>
                </p:cNvPr>
                <p:cNvSpPr/>
                <p:nvPr/>
              </p:nvSpPr>
              <p:spPr>
                <a:xfrm>
                  <a:off x="7815120" y="6344454"/>
                  <a:ext cx="36188" cy="459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8D0AF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4" name="pg660">
                  <a:extLst>
                    <a:ext uri="{FF2B5EF4-FFF2-40B4-BE49-F238E27FC236}">
                      <a16:creationId xmlns:a16="http://schemas.microsoft.com/office/drawing/2014/main" id="{34C64AFA-864E-8F07-14DB-407585ADA59B}"/>
                    </a:ext>
                  </a:extLst>
                </p:cNvPr>
                <p:cNvSpPr/>
                <p:nvPr/>
              </p:nvSpPr>
              <p:spPr>
                <a:xfrm>
                  <a:off x="8273645" y="4734963"/>
                  <a:ext cx="12267" cy="6305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05" h="141906">
                      <a:moveTo>
                        <a:pt x="25965" y="15142"/>
                      </a:moveTo>
                      <a:lnTo>
                        <a:pt x="3001" y="141906"/>
                      </a:lnTo>
                      <a:lnTo>
                        <a:pt x="0" y="103414"/>
                      </a:lnTo>
                      <a:lnTo>
                        <a:pt x="9634" y="0"/>
                      </a:lnTo>
                      <a:lnTo>
                        <a:pt x="27605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5" name="pg661">
                  <a:extLst>
                    <a:ext uri="{FF2B5EF4-FFF2-40B4-BE49-F238E27FC236}">
                      <a16:creationId xmlns:a16="http://schemas.microsoft.com/office/drawing/2014/main" id="{F1CA2D3A-8751-BF57-9432-3356DEFBEABA}"/>
                    </a:ext>
                  </a:extLst>
                </p:cNvPr>
                <p:cNvSpPr/>
                <p:nvPr/>
              </p:nvSpPr>
              <p:spPr>
                <a:xfrm>
                  <a:off x="7799650" y="4734963"/>
                  <a:ext cx="463115" cy="41671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42192" h="937770">
                      <a:moveTo>
                        <a:pt x="1041757" y="966"/>
                      </a:moveTo>
                      <a:lnTo>
                        <a:pt x="998433" y="199714"/>
                      </a:lnTo>
                      <a:lnTo>
                        <a:pt x="938872" y="305648"/>
                      </a:lnTo>
                      <a:lnTo>
                        <a:pt x="884012" y="378917"/>
                      </a:lnTo>
                      <a:lnTo>
                        <a:pt x="827417" y="366805"/>
                      </a:lnTo>
                      <a:lnTo>
                        <a:pt x="840146" y="425026"/>
                      </a:lnTo>
                      <a:lnTo>
                        <a:pt x="824596" y="455352"/>
                      </a:lnTo>
                      <a:lnTo>
                        <a:pt x="811288" y="518619"/>
                      </a:lnTo>
                      <a:lnTo>
                        <a:pt x="777548" y="560552"/>
                      </a:lnTo>
                      <a:lnTo>
                        <a:pt x="745832" y="556515"/>
                      </a:lnTo>
                      <a:lnTo>
                        <a:pt x="700266" y="585419"/>
                      </a:lnTo>
                      <a:lnTo>
                        <a:pt x="682293" y="607532"/>
                      </a:lnTo>
                      <a:lnTo>
                        <a:pt x="680955" y="649879"/>
                      </a:lnTo>
                      <a:lnTo>
                        <a:pt x="650470" y="687132"/>
                      </a:lnTo>
                      <a:lnTo>
                        <a:pt x="540461" y="880650"/>
                      </a:lnTo>
                      <a:lnTo>
                        <a:pt x="444953" y="937770"/>
                      </a:lnTo>
                      <a:lnTo>
                        <a:pt x="422098" y="929465"/>
                      </a:lnTo>
                      <a:lnTo>
                        <a:pt x="447268" y="838120"/>
                      </a:lnTo>
                      <a:lnTo>
                        <a:pt x="464518" y="745766"/>
                      </a:lnTo>
                      <a:lnTo>
                        <a:pt x="406548" y="705576"/>
                      </a:lnTo>
                      <a:lnTo>
                        <a:pt x="351073" y="684334"/>
                      </a:lnTo>
                      <a:lnTo>
                        <a:pt x="287426" y="687132"/>
                      </a:lnTo>
                      <a:lnTo>
                        <a:pt x="217124" y="615332"/>
                      </a:lnTo>
                      <a:lnTo>
                        <a:pt x="126499" y="563121"/>
                      </a:lnTo>
                      <a:lnTo>
                        <a:pt x="0" y="421860"/>
                      </a:lnTo>
                      <a:lnTo>
                        <a:pt x="3688" y="382679"/>
                      </a:lnTo>
                      <a:lnTo>
                        <a:pt x="506" y="316935"/>
                      </a:lnTo>
                      <a:lnTo>
                        <a:pt x="38947" y="213064"/>
                      </a:lnTo>
                      <a:lnTo>
                        <a:pt x="75798" y="140438"/>
                      </a:lnTo>
                      <a:lnTo>
                        <a:pt x="126680" y="102817"/>
                      </a:lnTo>
                      <a:lnTo>
                        <a:pt x="274335" y="64508"/>
                      </a:lnTo>
                      <a:lnTo>
                        <a:pt x="311366" y="6884"/>
                      </a:lnTo>
                      <a:lnTo>
                        <a:pt x="314479" y="0"/>
                      </a:lnTo>
                      <a:lnTo>
                        <a:pt x="1042192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6" name="pg662">
                  <a:extLst>
                    <a:ext uri="{FF2B5EF4-FFF2-40B4-BE49-F238E27FC236}">
                      <a16:creationId xmlns:a16="http://schemas.microsoft.com/office/drawing/2014/main" id="{98F9E276-A88E-31FF-3280-4064A4934D8B}"/>
                    </a:ext>
                  </a:extLst>
                </p:cNvPr>
                <p:cNvSpPr/>
                <p:nvPr/>
              </p:nvSpPr>
              <p:spPr>
                <a:xfrm>
                  <a:off x="7026025" y="4734963"/>
                  <a:ext cx="934340" cy="163654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88998" h="3682871">
                      <a:moveTo>
                        <a:pt x="1987487" y="41706"/>
                      </a:moveTo>
                      <a:lnTo>
                        <a:pt x="1877912" y="69968"/>
                      </a:lnTo>
                      <a:lnTo>
                        <a:pt x="1818858" y="101074"/>
                      </a:lnTo>
                      <a:lnTo>
                        <a:pt x="1771628" y="148650"/>
                      </a:lnTo>
                      <a:lnTo>
                        <a:pt x="1743674" y="208385"/>
                      </a:lnTo>
                      <a:lnTo>
                        <a:pt x="1680388" y="280369"/>
                      </a:lnTo>
                      <a:lnTo>
                        <a:pt x="1684836" y="328588"/>
                      </a:lnTo>
                      <a:lnTo>
                        <a:pt x="1695432" y="362859"/>
                      </a:lnTo>
                      <a:lnTo>
                        <a:pt x="1690550" y="434293"/>
                      </a:lnTo>
                      <a:lnTo>
                        <a:pt x="1730583" y="503937"/>
                      </a:lnTo>
                      <a:lnTo>
                        <a:pt x="1809961" y="618039"/>
                      </a:lnTo>
                      <a:lnTo>
                        <a:pt x="1825114" y="795269"/>
                      </a:lnTo>
                      <a:lnTo>
                        <a:pt x="1885687" y="913867"/>
                      </a:lnTo>
                      <a:lnTo>
                        <a:pt x="1978519" y="1052146"/>
                      </a:lnTo>
                      <a:lnTo>
                        <a:pt x="2049905" y="1091464"/>
                      </a:lnTo>
                      <a:lnTo>
                        <a:pt x="2053377" y="1142895"/>
                      </a:lnTo>
                      <a:lnTo>
                        <a:pt x="2020432" y="1227817"/>
                      </a:lnTo>
                      <a:lnTo>
                        <a:pt x="1977000" y="1266630"/>
                      </a:lnTo>
                      <a:lnTo>
                        <a:pt x="2033487" y="1258877"/>
                      </a:lnTo>
                      <a:lnTo>
                        <a:pt x="2061622" y="1278284"/>
                      </a:lnTo>
                      <a:lnTo>
                        <a:pt x="2088998" y="1349121"/>
                      </a:lnTo>
                      <a:lnTo>
                        <a:pt x="2086864" y="1421426"/>
                      </a:lnTo>
                      <a:lnTo>
                        <a:pt x="2077606" y="1462167"/>
                      </a:lnTo>
                      <a:lnTo>
                        <a:pt x="2060501" y="1478408"/>
                      </a:lnTo>
                      <a:lnTo>
                        <a:pt x="2061224" y="1436796"/>
                      </a:lnTo>
                      <a:lnTo>
                        <a:pt x="2049110" y="1422344"/>
                      </a:lnTo>
                      <a:lnTo>
                        <a:pt x="2029111" y="1440374"/>
                      </a:lnTo>
                      <a:lnTo>
                        <a:pt x="2016165" y="1460928"/>
                      </a:lnTo>
                      <a:lnTo>
                        <a:pt x="2010776" y="1541905"/>
                      </a:lnTo>
                      <a:lnTo>
                        <a:pt x="1997071" y="1582370"/>
                      </a:lnTo>
                      <a:lnTo>
                        <a:pt x="1948612" y="1594390"/>
                      </a:lnTo>
                      <a:lnTo>
                        <a:pt x="1899466" y="1700646"/>
                      </a:lnTo>
                      <a:lnTo>
                        <a:pt x="1853755" y="1760931"/>
                      </a:lnTo>
                      <a:lnTo>
                        <a:pt x="1673879" y="2168566"/>
                      </a:lnTo>
                      <a:lnTo>
                        <a:pt x="1680750" y="2236697"/>
                      </a:lnTo>
                      <a:lnTo>
                        <a:pt x="1647841" y="2258627"/>
                      </a:lnTo>
                      <a:lnTo>
                        <a:pt x="1598008" y="2276474"/>
                      </a:lnTo>
                      <a:lnTo>
                        <a:pt x="1547596" y="2317214"/>
                      </a:lnTo>
                      <a:lnTo>
                        <a:pt x="1514145" y="2362130"/>
                      </a:lnTo>
                      <a:lnTo>
                        <a:pt x="1483081" y="2482929"/>
                      </a:lnTo>
                      <a:lnTo>
                        <a:pt x="1423556" y="2618915"/>
                      </a:lnTo>
                      <a:lnTo>
                        <a:pt x="1386416" y="2562254"/>
                      </a:lnTo>
                      <a:lnTo>
                        <a:pt x="1376905" y="2513760"/>
                      </a:lnTo>
                      <a:lnTo>
                        <a:pt x="1393432" y="2387272"/>
                      </a:lnTo>
                      <a:lnTo>
                        <a:pt x="1457803" y="2179898"/>
                      </a:lnTo>
                      <a:lnTo>
                        <a:pt x="1528719" y="2050978"/>
                      </a:lnTo>
                      <a:lnTo>
                        <a:pt x="1582819" y="1989868"/>
                      </a:lnTo>
                      <a:lnTo>
                        <a:pt x="1627300" y="1865306"/>
                      </a:lnTo>
                      <a:lnTo>
                        <a:pt x="1571103" y="1846725"/>
                      </a:lnTo>
                      <a:lnTo>
                        <a:pt x="1485432" y="1848744"/>
                      </a:lnTo>
                      <a:lnTo>
                        <a:pt x="1501560" y="1791257"/>
                      </a:lnTo>
                      <a:lnTo>
                        <a:pt x="1526549" y="1740607"/>
                      </a:lnTo>
                      <a:lnTo>
                        <a:pt x="1481888" y="1690140"/>
                      </a:lnTo>
                      <a:lnTo>
                        <a:pt x="1455452" y="1683717"/>
                      </a:lnTo>
                      <a:lnTo>
                        <a:pt x="1428221" y="1663025"/>
                      </a:lnTo>
                      <a:lnTo>
                        <a:pt x="1460153" y="1621000"/>
                      </a:lnTo>
                      <a:lnTo>
                        <a:pt x="1475740" y="1576589"/>
                      </a:lnTo>
                      <a:lnTo>
                        <a:pt x="1466229" y="1522544"/>
                      </a:lnTo>
                      <a:lnTo>
                        <a:pt x="1479609" y="1481849"/>
                      </a:lnTo>
                      <a:lnTo>
                        <a:pt x="1457296" y="1487997"/>
                      </a:lnTo>
                      <a:lnTo>
                        <a:pt x="1421422" y="1531077"/>
                      </a:lnTo>
                      <a:lnTo>
                        <a:pt x="1399110" y="1548282"/>
                      </a:lnTo>
                      <a:lnTo>
                        <a:pt x="1385512" y="1510156"/>
                      </a:lnTo>
                      <a:lnTo>
                        <a:pt x="1369998" y="1518782"/>
                      </a:lnTo>
                      <a:lnTo>
                        <a:pt x="1359909" y="1544979"/>
                      </a:lnTo>
                      <a:lnTo>
                        <a:pt x="1337017" y="1559385"/>
                      </a:lnTo>
                      <a:lnTo>
                        <a:pt x="1288667" y="1523553"/>
                      </a:lnTo>
                      <a:lnTo>
                        <a:pt x="1218184" y="1482537"/>
                      </a:lnTo>
                      <a:lnTo>
                        <a:pt x="1178947" y="1411975"/>
                      </a:lnTo>
                      <a:lnTo>
                        <a:pt x="1156562" y="1357287"/>
                      </a:lnTo>
                      <a:lnTo>
                        <a:pt x="1179309" y="1258326"/>
                      </a:lnTo>
                      <a:lnTo>
                        <a:pt x="1228021" y="1240755"/>
                      </a:lnTo>
                      <a:lnTo>
                        <a:pt x="1291307" y="1256812"/>
                      </a:lnTo>
                      <a:lnTo>
                        <a:pt x="1374265" y="1256675"/>
                      </a:lnTo>
                      <a:lnTo>
                        <a:pt x="1362404" y="1234699"/>
                      </a:lnTo>
                      <a:lnTo>
                        <a:pt x="1332786" y="1238323"/>
                      </a:lnTo>
                      <a:lnTo>
                        <a:pt x="1245343" y="1158035"/>
                      </a:lnTo>
                      <a:lnTo>
                        <a:pt x="1217208" y="1109541"/>
                      </a:lnTo>
                      <a:lnTo>
                        <a:pt x="1168821" y="1096236"/>
                      </a:lnTo>
                      <a:lnTo>
                        <a:pt x="1146762" y="1142849"/>
                      </a:lnTo>
                      <a:lnTo>
                        <a:pt x="1122279" y="1155236"/>
                      </a:lnTo>
                      <a:lnTo>
                        <a:pt x="1152512" y="1053247"/>
                      </a:lnTo>
                      <a:lnTo>
                        <a:pt x="1192038" y="1049072"/>
                      </a:lnTo>
                      <a:lnTo>
                        <a:pt x="1250406" y="1020811"/>
                      </a:lnTo>
                      <a:lnTo>
                        <a:pt x="1233445" y="961764"/>
                      </a:lnTo>
                      <a:lnTo>
                        <a:pt x="1196595" y="935934"/>
                      </a:lnTo>
                      <a:lnTo>
                        <a:pt x="1130054" y="968325"/>
                      </a:lnTo>
                      <a:lnTo>
                        <a:pt x="1130850" y="926804"/>
                      </a:lnTo>
                      <a:lnTo>
                        <a:pt x="1143326" y="873631"/>
                      </a:lnTo>
                      <a:lnTo>
                        <a:pt x="1193485" y="873814"/>
                      </a:lnTo>
                      <a:lnTo>
                        <a:pt x="1237423" y="891156"/>
                      </a:lnTo>
                      <a:lnTo>
                        <a:pt x="1274816" y="805271"/>
                      </a:lnTo>
                      <a:lnTo>
                        <a:pt x="1276480" y="766916"/>
                      </a:lnTo>
                      <a:lnTo>
                        <a:pt x="1214351" y="822659"/>
                      </a:lnTo>
                      <a:lnTo>
                        <a:pt x="1200392" y="702410"/>
                      </a:lnTo>
                      <a:lnTo>
                        <a:pt x="1261544" y="586428"/>
                      </a:lnTo>
                      <a:lnTo>
                        <a:pt x="1319876" y="535869"/>
                      </a:lnTo>
                      <a:lnTo>
                        <a:pt x="1392745" y="537337"/>
                      </a:lnTo>
                      <a:lnTo>
                        <a:pt x="1466807" y="529171"/>
                      </a:lnTo>
                      <a:lnTo>
                        <a:pt x="1420338" y="507929"/>
                      </a:lnTo>
                      <a:lnTo>
                        <a:pt x="1372638" y="496413"/>
                      </a:lnTo>
                      <a:lnTo>
                        <a:pt x="1408476" y="450580"/>
                      </a:lnTo>
                      <a:lnTo>
                        <a:pt x="1439034" y="442368"/>
                      </a:lnTo>
                      <a:lnTo>
                        <a:pt x="1469050" y="402407"/>
                      </a:lnTo>
                      <a:lnTo>
                        <a:pt x="1396868" y="408326"/>
                      </a:lnTo>
                      <a:lnTo>
                        <a:pt x="1405366" y="332717"/>
                      </a:lnTo>
                      <a:lnTo>
                        <a:pt x="1370287" y="348086"/>
                      </a:lnTo>
                      <a:lnTo>
                        <a:pt x="1328302" y="355198"/>
                      </a:lnTo>
                      <a:lnTo>
                        <a:pt x="1311956" y="387267"/>
                      </a:lnTo>
                      <a:lnTo>
                        <a:pt x="1315175" y="440533"/>
                      </a:lnTo>
                      <a:lnTo>
                        <a:pt x="1302915" y="475492"/>
                      </a:lnTo>
                      <a:lnTo>
                        <a:pt x="1270260" y="503570"/>
                      </a:lnTo>
                      <a:lnTo>
                        <a:pt x="1215111" y="525455"/>
                      </a:lnTo>
                      <a:lnTo>
                        <a:pt x="1209758" y="487513"/>
                      </a:lnTo>
                      <a:lnTo>
                        <a:pt x="1191532" y="470308"/>
                      </a:lnTo>
                      <a:lnTo>
                        <a:pt x="1184733" y="551560"/>
                      </a:lnTo>
                      <a:lnTo>
                        <a:pt x="1170268" y="579179"/>
                      </a:lnTo>
                      <a:lnTo>
                        <a:pt x="1129946" y="502928"/>
                      </a:lnTo>
                      <a:lnTo>
                        <a:pt x="1117831" y="518298"/>
                      </a:lnTo>
                      <a:lnTo>
                        <a:pt x="1119386" y="539952"/>
                      </a:lnTo>
                      <a:lnTo>
                        <a:pt x="1109080" y="577390"/>
                      </a:lnTo>
                      <a:lnTo>
                        <a:pt x="1074507" y="596888"/>
                      </a:lnTo>
                      <a:lnTo>
                        <a:pt x="1076641" y="644878"/>
                      </a:lnTo>
                      <a:lnTo>
                        <a:pt x="1063225" y="671029"/>
                      </a:lnTo>
                      <a:lnTo>
                        <a:pt x="952492" y="629371"/>
                      </a:lnTo>
                      <a:lnTo>
                        <a:pt x="949889" y="643501"/>
                      </a:lnTo>
                      <a:lnTo>
                        <a:pt x="1012524" y="733333"/>
                      </a:lnTo>
                      <a:lnTo>
                        <a:pt x="1058270" y="764026"/>
                      </a:lnTo>
                      <a:lnTo>
                        <a:pt x="1063839" y="813024"/>
                      </a:lnTo>
                      <a:lnTo>
                        <a:pt x="1024566" y="853673"/>
                      </a:lnTo>
                      <a:lnTo>
                        <a:pt x="970393" y="818576"/>
                      </a:lnTo>
                      <a:lnTo>
                        <a:pt x="961280" y="821145"/>
                      </a:lnTo>
                      <a:lnTo>
                        <a:pt x="990717" y="881338"/>
                      </a:lnTo>
                      <a:lnTo>
                        <a:pt x="1009269" y="933916"/>
                      </a:lnTo>
                      <a:lnTo>
                        <a:pt x="990175" y="977960"/>
                      </a:lnTo>
                      <a:lnTo>
                        <a:pt x="993140" y="1032189"/>
                      </a:lnTo>
                      <a:lnTo>
                        <a:pt x="989017" y="1081371"/>
                      </a:lnTo>
                      <a:lnTo>
                        <a:pt x="977337" y="1124268"/>
                      </a:lnTo>
                      <a:lnTo>
                        <a:pt x="1003663" y="1322006"/>
                      </a:lnTo>
                      <a:lnTo>
                        <a:pt x="1035379" y="1375777"/>
                      </a:lnTo>
                      <a:lnTo>
                        <a:pt x="1066552" y="1427207"/>
                      </a:lnTo>
                      <a:lnTo>
                        <a:pt x="1083078" y="1475334"/>
                      </a:lnTo>
                      <a:lnTo>
                        <a:pt x="1049989" y="1482354"/>
                      </a:lnTo>
                      <a:lnTo>
                        <a:pt x="997299" y="1442760"/>
                      </a:lnTo>
                      <a:lnTo>
                        <a:pt x="951010" y="1412572"/>
                      </a:lnTo>
                      <a:lnTo>
                        <a:pt x="895861" y="1316042"/>
                      </a:lnTo>
                      <a:lnTo>
                        <a:pt x="886747" y="1277504"/>
                      </a:lnTo>
                      <a:lnTo>
                        <a:pt x="873295" y="1247040"/>
                      </a:lnTo>
                      <a:lnTo>
                        <a:pt x="879804" y="1317006"/>
                      </a:lnTo>
                      <a:lnTo>
                        <a:pt x="899477" y="1395138"/>
                      </a:lnTo>
                      <a:lnTo>
                        <a:pt x="1072193" y="1569983"/>
                      </a:lnTo>
                      <a:lnTo>
                        <a:pt x="1104089" y="1637058"/>
                      </a:lnTo>
                      <a:lnTo>
                        <a:pt x="1128391" y="1689773"/>
                      </a:lnTo>
                      <a:lnTo>
                        <a:pt x="1122279" y="1740286"/>
                      </a:lnTo>
                      <a:lnTo>
                        <a:pt x="1077256" y="1704546"/>
                      </a:lnTo>
                      <a:lnTo>
                        <a:pt x="1038416" y="1658988"/>
                      </a:lnTo>
                      <a:lnTo>
                        <a:pt x="935315" y="1607512"/>
                      </a:lnTo>
                      <a:lnTo>
                        <a:pt x="805308" y="1574983"/>
                      </a:lnTo>
                      <a:lnTo>
                        <a:pt x="732004" y="1455331"/>
                      </a:lnTo>
                      <a:lnTo>
                        <a:pt x="732258" y="1505247"/>
                      </a:lnTo>
                      <a:lnTo>
                        <a:pt x="715984" y="1547594"/>
                      </a:lnTo>
                      <a:lnTo>
                        <a:pt x="671178" y="1495980"/>
                      </a:lnTo>
                      <a:lnTo>
                        <a:pt x="642934" y="1451936"/>
                      </a:lnTo>
                      <a:lnTo>
                        <a:pt x="633459" y="1403671"/>
                      </a:lnTo>
                      <a:lnTo>
                        <a:pt x="577515" y="1406974"/>
                      </a:lnTo>
                      <a:lnTo>
                        <a:pt x="518858" y="1448908"/>
                      </a:lnTo>
                      <a:lnTo>
                        <a:pt x="462117" y="1438952"/>
                      </a:lnTo>
                      <a:lnTo>
                        <a:pt x="455391" y="1357104"/>
                      </a:lnTo>
                      <a:lnTo>
                        <a:pt x="470724" y="1313748"/>
                      </a:lnTo>
                      <a:lnTo>
                        <a:pt x="534408" y="1211209"/>
                      </a:lnTo>
                      <a:lnTo>
                        <a:pt x="594403" y="1158861"/>
                      </a:lnTo>
                      <a:lnTo>
                        <a:pt x="620875" y="1091281"/>
                      </a:lnTo>
                      <a:lnTo>
                        <a:pt x="611834" y="986493"/>
                      </a:lnTo>
                      <a:lnTo>
                        <a:pt x="600551" y="1093116"/>
                      </a:lnTo>
                      <a:lnTo>
                        <a:pt x="566268" y="1145969"/>
                      </a:lnTo>
                      <a:lnTo>
                        <a:pt x="512384" y="1186342"/>
                      </a:lnTo>
                      <a:lnTo>
                        <a:pt x="441468" y="1258280"/>
                      </a:lnTo>
                      <a:lnTo>
                        <a:pt x="424146" y="1324805"/>
                      </a:lnTo>
                      <a:lnTo>
                        <a:pt x="402014" y="1449367"/>
                      </a:lnTo>
                      <a:lnTo>
                        <a:pt x="431957" y="1491529"/>
                      </a:lnTo>
                      <a:lnTo>
                        <a:pt x="462551" y="1502540"/>
                      </a:lnTo>
                      <a:lnTo>
                        <a:pt x="552924" y="1474279"/>
                      </a:lnTo>
                      <a:lnTo>
                        <a:pt x="599683" y="1486896"/>
                      </a:lnTo>
                      <a:lnTo>
                        <a:pt x="703689" y="1636874"/>
                      </a:lnTo>
                      <a:lnTo>
                        <a:pt x="897343" y="1696196"/>
                      </a:lnTo>
                      <a:lnTo>
                        <a:pt x="967970" y="1733266"/>
                      </a:lnTo>
                      <a:lnTo>
                        <a:pt x="1025542" y="1811536"/>
                      </a:lnTo>
                      <a:lnTo>
                        <a:pt x="1112081" y="1856589"/>
                      </a:lnTo>
                      <a:lnTo>
                        <a:pt x="1179237" y="1922058"/>
                      </a:lnTo>
                      <a:lnTo>
                        <a:pt x="1181045" y="1964772"/>
                      </a:lnTo>
                      <a:lnTo>
                        <a:pt x="1157792" y="2015285"/>
                      </a:lnTo>
                      <a:lnTo>
                        <a:pt x="1148606" y="2083644"/>
                      </a:lnTo>
                      <a:lnTo>
                        <a:pt x="1120073" y="2126771"/>
                      </a:lnTo>
                      <a:lnTo>
                        <a:pt x="1051580" y="2131726"/>
                      </a:lnTo>
                      <a:lnTo>
                        <a:pt x="1010209" y="2120623"/>
                      </a:lnTo>
                      <a:lnTo>
                        <a:pt x="787804" y="1880308"/>
                      </a:lnTo>
                      <a:lnTo>
                        <a:pt x="761261" y="1858195"/>
                      </a:lnTo>
                      <a:lnTo>
                        <a:pt x="678772" y="1732349"/>
                      </a:lnTo>
                      <a:lnTo>
                        <a:pt x="581999" y="1664952"/>
                      </a:lnTo>
                      <a:lnTo>
                        <a:pt x="552056" y="1666374"/>
                      </a:lnTo>
                      <a:lnTo>
                        <a:pt x="689802" y="1791028"/>
                      </a:lnTo>
                      <a:lnTo>
                        <a:pt x="746036" y="1878198"/>
                      </a:lnTo>
                      <a:lnTo>
                        <a:pt x="845087" y="2000420"/>
                      </a:lnTo>
                      <a:lnTo>
                        <a:pt x="915895" y="2052171"/>
                      </a:lnTo>
                      <a:lnTo>
                        <a:pt x="968006" y="2132918"/>
                      </a:lnTo>
                      <a:lnTo>
                        <a:pt x="1016429" y="2170769"/>
                      </a:lnTo>
                      <a:lnTo>
                        <a:pt x="1148642" y="2224676"/>
                      </a:lnTo>
                      <a:lnTo>
                        <a:pt x="1102679" y="2263398"/>
                      </a:lnTo>
                      <a:lnTo>
                        <a:pt x="1176054" y="2296385"/>
                      </a:lnTo>
                      <a:lnTo>
                        <a:pt x="1186542" y="2357037"/>
                      </a:lnTo>
                      <a:lnTo>
                        <a:pt x="1179815" y="2426177"/>
                      </a:lnTo>
                      <a:lnTo>
                        <a:pt x="1077979" y="2398833"/>
                      </a:lnTo>
                      <a:lnTo>
                        <a:pt x="1074652" y="2449759"/>
                      </a:lnTo>
                      <a:lnTo>
                        <a:pt x="1083765" y="2479810"/>
                      </a:lnTo>
                      <a:lnTo>
                        <a:pt x="1038778" y="2504630"/>
                      </a:lnTo>
                      <a:lnTo>
                        <a:pt x="976216" y="2470955"/>
                      </a:lnTo>
                      <a:lnTo>
                        <a:pt x="813770" y="2286751"/>
                      </a:lnTo>
                      <a:lnTo>
                        <a:pt x="815144" y="2311388"/>
                      </a:lnTo>
                      <a:lnTo>
                        <a:pt x="828307" y="2339970"/>
                      </a:lnTo>
                      <a:lnTo>
                        <a:pt x="922513" y="2458568"/>
                      </a:lnTo>
                      <a:lnTo>
                        <a:pt x="1006593" y="2529680"/>
                      </a:lnTo>
                      <a:lnTo>
                        <a:pt x="1077871" y="2561796"/>
                      </a:lnTo>
                      <a:lnTo>
                        <a:pt x="1132803" y="2621392"/>
                      </a:lnTo>
                      <a:lnTo>
                        <a:pt x="1152186" y="2657453"/>
                      </a:lnTo>
                      <a:lnTo>
                        <a:pt x="1165133" y="2712141"/>
                      </a:lnTo>
                      <a:lnTo>
                        <a:pt x="1124413" y="2749303"/>
                      </a:lnTo>
                      <a:lnTo>
                        <a:pt x="1078051" y="2769811"/>
                      </a:lnTo>
                      <a:lnTo>
                        <a:pt x="1032775" y="2732741"/>
                      </a:lnTo>
                      <a:lnTo>
                        <a:pt x="999577" y="2693698"/>
                      </a:lnTo>
                      <a:lnTo>
                        <a:pt x="928878" y="2627403"/>
                      </a:lnTo>
                      <a:lnTo>
                        <a:pt x="907686" y="2553308"/>
                      </a:lnTo>
                      <a:lnTo>
                        <a:pt x="853911" y="2557116"/>
                      </a:lnTo>
                      <a:lnTo>
                        <a:pt x="629156" y="2463156"/>
                      </a:lnTo>
                      <a:lnTo>
                        <a:pt x="448520" y="2452328"/>
                      </a:lnTo>
                      <a:lnTo>
                        <a:pt x="466168" y="2471230"/>
                      </a:lnTo>
                      <a:lnTo>
                        <a:pt x="489023" y="2483801"/>
                      </a:lnTo>
                      <a:lnTo>
                        <a:pt x="632881" y="2506970"/>
                      </a:lnTo>
                      <a:lnTo>
                        <a:pt x="689730" y="2550234"/>
                      </a:lnTo>
                      <a:lnTo>
                        <a:pt x="808056" y="2588635"/>
                      </a:lnTo>
                      <a:lnTo>
                        <a:pt x="877345" y="2599141"/>
                      </a:lnTo>
                      <a:lnTo>
                        <a:pt x="905444" y="2717096"/>
                      </a:lnTo>
                      <a:lnTo>
                        <a:pt x="1001204" y="2798256"/>
                      </a:lnTo>
                      <a:lnTo>
                        <a:pt x="1013645" y="2858403"/>
                      </a:lnTo>
                      <a:lnTo>
                        <a:pt x="1079028" y="2865148"/>
                      </a:lnTo>
                      <a:lnTo>
                        <a:pt x="1194063" y="2806147"/>
                      </a:lnTo>
                      <a:lnTo>
                        <a:pt x="1268307" y="2826839"/>
                      </a:lnTo>
                      <a:lnTo>
                        <a:pt x="1375386" y="2843722"/>
                      </a:lnTo>
                      <a:lnTo>
                        <a:pt x="1399869" y="2891345"/>
                      </a:lnTo>
                      <a:lnTo>
                        <a:pt x="1418240" y="2981956"/>
                      </a:lnTo>
                      <a:lnTo>
                        <a:pt x="1456103" y="3083899"/>
                      </a:lnTo>
                      <a:lnTo>
                        <a:pt x="1554287" y="3485845"/>
                      </a:lnTo>
                      <a:lnTo>
                        <a:pt x="1642687" y="3682871"/>
                      </a:lnTo>
                      <a:lnTo>
                        <a:pt x="1615976" y="3682871"/>
                      </a:lnTo>
                      <a:lnTo>
                        <a:pt x="1576238" y="3603800"/>
                      </a:lnTo>
                      <a:lnTo>
                        <a:pt x="1515845" y="3446573"/>
                      </a:lnTo>
                      <a:lnTo>
                        <a:pt x="1453789" y="3168959"/>
                      </a:lnTo>
                      <a:lnTo>
                        <a:pt x="1435779" y="3106793"/>
                      </a:lnTo>
                      <a:lnTo>
                        <a:pt x="1414588" y="3081972"/>
                      </a:lnTo>
                      <a:lnTo>
                        <a:pt x="1400629" y="3102159"/>
                      </a:lnTo>
                      <a:lnTo>
                        <a:pt x="1394625" y="3137532"/>
                      </a:lnTo>
                      <a:lnTo>
                        <a:pt x="1404751" y="3164692"/>
                      </a:lnTo>
                      <a:lnTo>
                        <a:pt x="1380305" y="3256083"/>
                      </a:lnTo>
                      <a:lnTo>
                        <a:pt x="1390901" y="3298016"/>
                      </a:lnTo>
                      <a:lnTo>
                        <a:pt x="1430608" y="3341372"/>
                      </a:lnTo>
                      <a:lnTo>
                        <a:pt x="1473751" y="3449555"/>
                      </a:lnTo>
                      <a:lnTo>
                        <a:pt x="1508214" y="3595221"/>
                      </a:lnTo>
                      <a:lnTo>
                        <a:pt x="1461600" y="3536174"/>
                      </a:lnTo>
                      <a:lnTo>
                        <a:pt x="1411839" y="3504885"/>
                      </a:lnTo>
                      <a:lnTo>
                        <a:pt x="1334413" y="3480890"/>
                      </a:lnTo>
                      <a:lnTo>
                        <a:pt x="1265450" y="3438819"/>
                      </a:lnTo>
                      <a:lnTo>
                        <a:pt x="1270477" y="3499150"/>
                      </a:lnTo>
                      <a:lnTo>
                        <a:pt x="1263859" y="3564298"/>
                      </a:lnTo>
                      <a:lnTo>
                        <a:pt x="1210699" y="3544433"/>
                      </a:lnTo>
                      <a:lnTo>
                        <a:pt x="1174535" y="3522824"/>
                      </a:lnTo>
                      <a:lnTo>
                        <a:pt x="1206540" y="3592239"/>
                      </a:lnTo>
                      <a:lnTo>
                        <a:pt x="1137070" y="3571410"/>
                      </a:lnTo>
                      <a:lnTo>
                        <a:pt x="1090781" y="3575768"/>
                      </a:lnTo>
                      <a:lnTo>
                        <a:pt x="1060693" y="3637384"/>
                      </a:lnTo>
                      <a:lnTo>
                        <a:pt x="1020335" y="3674775"/>
                      </a:lnTo>
                      <a:lnTo>
                        <a:pt x="980297" y="3682871"/>
                      </a:lnTo>
                      <a:lnTo>
                        <a:pt x="954427" y="3682871"/>
                      </a:lnTo>
                      <a:lnTo>
                        <a:pt x="872137" y="3630502"/>
                      </a:lnTo>
                      <a:lnTo>
                        <a:pt x="843460" y="3562096"/>
                      </a:lnTo>
                      <a:lnTo>
                        <a:pt x="831598" y="3485937"/>
                      </a:lnTo>
                      <a:lnTo>
                        <a:pt x="826861" y="3575997"/>
                      </a:lnTo>
                      <a:lnTo>
                        <a:pt x="842628" y="3669774"/>
                      </a:lnTo>
                      <a:lnTo>
                        <a:pt x="841612" y="3682871"/>
                      </a:lnTo>
                      <a:lnTo>
                        <a:pt x="0" y="3682871"/>
                      </a:lnTo>
                      <a:lnTo>
                        <a:pt x="0" y="0"/>
                      </a:lnTo>
                      <a:lnTo>
                        <a:pt x="2024089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7" name="pg663">
                  <a:extLst>
                    <a:ext uri="{FF2B5EF4-FFF2-40B4-BE49-F238E27FC236}">
                      <a16:creationId xmlns:a16="http://schemas.microsoft.com/office/drawing/2014/main" id="{B680390A-612A-8B4A-B8F5-23DC9A1CF217}"/>
                    </a:ext>
                  </a:extLst>
                </p:cNvPr>
                <p:cNvSpPr/>
                <p:nvPr/>
              </p:nvSpPr>
              <p:spPr>
                <a:xfrm>
                  <a:off x="8217963" y="4815432"/>
                  <a:ext cx="48193" cy="9062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453" h="203932">
                      <a:moveTo>
                        <a:pt x="1988" y="203932"/>
                      </a:moveTo>
                      <a:lnTo>
                        <a:pt x="0" y="176588"/>
                      </a:lnTo>
                      <a:lnTo>
                        <a:pt x="108453" y="0"/>
                      </a:lnTo>
                      <a:lnTo>
                        <a:pt x="88853" y="61707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8" name="pg664">
                  <a:extLst>
                    <a:ext uri="{FF2B5EF4-FFF2-40B4-BE49-F238E27FC236}">
                      <a16:creationId xmlns:a16="http://schemas.microsoft.com/office/drawing/2014/main" id="{A8D80FA6-3E78-85E5-4D27-AD1CD9B74160}"/>
                    </a:ext>
                  </a:extLst>
                </p:cNvPr>
                <p:cNvSpPr/>
                <p:nvPr/>
              </p:nvSpPr>
              <p:spPr>
                <a:xfrm>
                  <a:off x="7847603" y="5420155"/>
                  <a:ext cx="92353" cy="17787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7830" h="400294">
                      <a:moveTo>
                        <a:pt x="0" y="400294"/>
                      </a:moveTo>
                      <a:lnTo>
                        <a:pt x="112974" y="212144"/>
                      </a:lnTo>
                      <a:lnTo>
                        <a:pt x="178574" y="54504"/>
                      </a:lnTo>
                      <a:lnTo>
                        <a:pt x="207830" y="0"/>
                      </a:lnTo>
                      <a:lnTo>
                        <a:pt x="179442" y="110476"/>
                      </a:lnTo>
                      <a:lnTo>
                        <a:pt x="129826" y="212052"/>
                      </a:lnTo>
                      <a:lnTo>
                        <a:pt x="33668" y="38506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19" name="pt665">
                  <a:extLst>
                    <a:ext uri="{FF2B5EF4-FFF2-40B4-BE49-F238E27FC236}">
                      <a16:creationId xmlns:a16="http://schemas.microsoft.com/office/drawing/2014/main" id="{4CE608F1-3938-7867-3853-4F72F4274E91}"/>
                    </a:ext>
                  </a:extLst>
                </p:cNvPr>
                <p:cNvSpPr/>
                <p:nvPr/>
              </p:nvSpPr>
              <p:spPr>
                <a:xfrm>
                  <a:off x="7721562" y="5672584"/>
                  <a:ext cx="64214" cy="64214"/>
                </a:xfrm>
                <a:prstGeom prst="ellipse">
                  <a:avLst/>
                </a:prstGeom>
                <a:solidFill>
                  <a:srgbClr val="80D7B8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0" name="pt666">
                  <a:extLst>
                    <a:ext uri="{FF2B5EF4-FFF2-40B4-BE49-F238E27FC236}">
                      <a16:creationId xmlns:a16="http://schemas.microsoft.com/office/drawing/2014/main" id="{F159882B-52AA-A8C5-D623-286E26A11D55}"/>
                    </a:ext>
                  </a:extLst>
                </p:cNvPr>
                <p:cNvSpPr/>
                <p:nvPr/>
              </p:nvSpPr>
              <p:spPr>
                <a:xfrm>
                  <a:off x="7968696" y="5064256"/>
                  <a:ext cx="64214" cy="64214"/>
                </a:xfrm>
                <a:prstGeom prst="ellipse">
                  <a:avLst/>
                </a:prstGeom>
                <a:solidFill>
                  <a:srgbClr val="8BDABD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1" name="pt667">
                  <a:extLst>
                    <a:ext uri="{FF2B5EF4-FFF2-40B4-BE49-F238E27FC236}">
                      <a16:creationId xmlns:a16="http://schemas.microsoft.com/office/drawing/2014/main" id="{1A68E900-7CCE-D33B-5F36-D972C3235582}"/>
                    </a:ext>
                  </a:extLst>
                </p:cNvPr>
                <p:cNvSpPr/>
                <p:nvPr/>
              </p:nvSpPr>
              <p:spPr>
                <a:xfrm>
                  <a:off x="7769938" y="4913474"/>
                  <a:ext cx="64214" cy="64214"/>
                </a:xfrm>
                <a:prstGeom prst="ellipse">
                  <a:avLst/>
                </a:prstGeom>
                <a:solidFill>
                  <a:srgbClr val="90DCBF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2" name="pt668">
                  <a:extLst>
                    <a:ext uri="{FF2B5EF4-FFF2-40B4-BE49-F238E27FC236}">
                      <a16:creationId xmlns:a16="http://schemas.microsoft.com/office/drawing/2014/main" id="{178AFC9B-39F6-3953-71FB-C9A4EB6F15C0}"/>
                    </a:ext>
                  </a:extLst>
                </p:cNvPr>
                <p:cNvSpPr/>
                <p:nvPr/>
              </p:nvSpPr>
              <p:spPr>
                <a:xfrm>
                  <a:off x="7289522" y="5371821"/>
                  <a:ext cx="64214" cy="64214"/>
                </a:xfrm>
                <a:prstGeom prst="ellipse">
                  <a:avLst/>
                </a:prstGeom>
                <a:solidFill>
                  <a:srgbClr val="A8E3C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3" name="pt669">
                  <a:extLst>
                    <a:ext uri="{FF2B5EF4-FFF2-40B4-BE49-F238E27FC236}">
                      <a16:creationId xmlns:a16="http://schemas.microsoft.com/office/drawing/2014/main" id="{38C66086-7312-DBB0-C43E-A3C0E9884CDC}"/>
                    </a:ext>
                  </a:extLst>
                </p:cNvPr>
                <p:cNvSpPr/>
                <p:nvPr/>
              </p:nvSpPr>
              <p:spPr>
                <a:xfrm>
                  <a:off x="7401798" y="5867878"/>
                  <a:ext cx="64214" cy="64214"/>
                </a:xfrm>
                <a:prstGeom prst="ellipse">
                  <a:avLst/>
                </a:prstGeom>
                <a:solidFill>
                  <a:srgbClr val="D9F3E2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4" name="pt670">
                  <a:extLst>
                    <a:ext uri="{FF2B5EF4-FFF2-40B4-BE49-F238E27FC236}">
                      <a16:creationId xmlns:a16="http://schemas.microsoft.com/office/drawing/2014/main" id="{EB841649-4081-42B3-2B30-1FCD6472A8D1}"/>
                    </a:ext>
                  </a:extLst>
                </p:cNvPr>
                <p:cNvSpPr/>
                <p:nvPr/>
              </p:nvSpPr>
              <p:spPr>
                <a:xfrm>
                  <a:off x="7375804" y="5855834"/>
                  <a:ext cx="115485" cy="113264"/>
                </a:xfrm>
                <a:prstGeom prst="ellipse">
                  <a:avLst/>
                </a:prstGeom>
                <a:solidFill>
                  <a:srgbClr val="D9F3E2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5" name="pt671">
                  <a:extLst>
                    <a:ext uri="{FF2B5EF4-FFF2-40B4-BE49-F238E27FC236}">
                      <a16:creationId xmlns:a16="http://schemas.microsoft.com/office/drawing/2014/main" id="{A65CB1FC-5D14-76A4-2816-89D2D63BB968}"/>
                    </a:ext>
                  </a:extLst>
                </p:cNvPr>
                <p:cNvSpPr/>
                <p:nvPr/>
              </p:nvSpPr>
              <p:spPr>
                <a:xfrm>
                  <a:off x="7446900" y="5508692"/>
                  <a:ext cx="115485" cy="113264"/>
                </a:xfrm>
                <a:prstGeom prst="ellipse">
                  <a:avLst/>
                </a:prstGeom>
                <a:solidFill>
                  <a:srgbClr val="DCF4E4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6" name="pt672">
                  <a:extLst>
                    <a:ext uri="{FF2B5EF4-FFF2-40B4-BE49-F238E27FC236}">
                      <a16:creationId xmlns:a16="http://schemas.microsoft.com/office/drawing/2014/main" id="{FE72B42C-27E4-DEFD-F190-5CF733C83AB9}"/>
                    </a:ext>
                  </a:extLst>
                </p:cNvPr>
                <p:cNvSpPr/>
                <p:nvPr/>
              </p:nvSpPr>
              <p:spPr>
                <a:xfrm>
                  <a:off x="7434568" y="5814749"/>
                  <a:ext cx="115485" cy="113264"/>
                </a:xfrm>
                <a:prstGeom prst="ellipse">
                  <a:avLst/>
                </a:prstGeom>
                <a:solidFill>
                  <a:srgbClr val="BCEAD4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8" name="pl674">
                  <a:extLst>
                    <a:ext uri="{FF2B5EF4-FFF2-40B4-BE49-F238E27FC236}">
                      <a16:creationId xmlns:a16="http://schemas.microsoft.com/office/drawing/2014/main" id="{41A4DD6F-83A3-39D6-BFF4-43FEF8142410}"/>
                    </a:ext>
                  </a:extLst>
                </p:cNvPr>
                <p:cNvSpPr/>
                <p:nvPr/>
              </p:nvSpPr>
              <p:spPr>
                <a:xfrm flipV="1">
                  <a:off x="7418213" y="5907506"/>
                  <a:ext cx="336474" cy="27444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102704" h="234974">
                      <a:moveTo>
                        <a:pt x="1102704" y="0"/>
                      </a:moveTo>
                      <a:lnTo>
                        <a:pt x="0" y="234974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29" name="pl675">
                  <a:extLst>
                    <a:ext uri="{FF2B5EF4-FFF2-40B4-BE49-F238E27FC236}">
                      <a16:creationId xmlns:a16="http://schemas.microsoft.com/office/drawing/2014/main" id="{62AC95FC-36FD-E2F2-57A4-07F482D503B9}"/>
                    </a:ext>
                  </a:extLst>
                </p:cNvPr>
                <p:cNvSpPr/>
                <p:nvPr/>
              </p:nvSpPr>
              <p:spPr>
                <a:xfrm>
                  <a:off x="7497084" y="5388544"/>
                  <a:ext cx="483245" cy="1622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7491" h="365179">
                      <a:moveTo>
                        <a:pt x="1087491" y="0"/>
                      </a:moveTo>
                      <a:lnTo>
                        <a:pt x="0" y="365179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30" name="pl676">
                  <a:extLst>
                    <a:ext uri="{FF2B5EF4-FFF2-40B4-BE49-F238E27FC236}">
                      <a16:creationId xmlns:a16="http://schemas.microsoft.com/office/drawing/2014/main" id="{148E7339-D3D6-0C57-285B-0D72E376305F}"/>
                    </a:ext>
                  </a:extLst>
                </p:cNvPr>
                <p:cNvSpPr/>
                <p:nvPr/>
              </p:nvSpPr>
              <p:spPr>
                <a:xfrm>
                  <a:off x="7484531" y="5610947"/>
                  <a:ext cx="554775" cy="24538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48462" h="552205">
                      <a:moveTo>
                        <a:pt x="1248462" y="0"/>
                      </a:moveTo>
                      <a:lnTo>
                        <a:pt x="0" y="552205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37" name="rc683">
                  <a:extLst>
                    <a:ext uri="{FF2B5EF4-FFF2-40B4-BE49-F238E27FC236}">
                      <a16:creationId xmlns:a16="http://schemas.microsoft.com/office/drawing/2014/main" id="{F5205616-C2CF-9ED1-85F5-94A2D1BE6191}"/>
                    </a:ext>
                  </a:extLst>
                </p:cNvPr>
                <p:cNvSpPr/>
                <p:nvPr/>
              </p:nvSpPr>
              <p:spPr>
                <a:xfrm>
                  <a:off x="7020272" y="4737595"/>
                  <a:ext cx="1772010" cy="1642076"/>
                </a:xfrm>
                <a:prstGeom prst="rect">
                  <a:avLst/>
                </a:prstGeom>
                <a:ln w="13550" cap="rnd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38" name="pl733">
                  <a:extLst>
                    <a:ext uri="{FF2B5EF4-FFF2-40B4-BE49-F238E27FC236}">
                      <a16:creationId xmlns:a16="http://schemas.microsoft.com/office/drawing/2014/main" id="{68CB6268-D0D6-E223-18FE-D906F0CC8FEB}"/>
                    </a:ext>
                  </a:extLst>
                </p:cNvPr>
                <p:cNvSpPr/>
                <p:nvPr/>
              </p:nvSpPr>
              <p:spPr>
                <a:xfrm>
                  <a:off x="8963066" y="5840816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39" name="pl734">
                  <a:extLst>
                    <a:ext uri="{FF2B5EF4-FFF2-40B4-BE49-F238E27FC236}">
                      <a16:creationId xmlns:a16="http://schemas.microsoft.com/office/drawing/2014/main" id="{B3257B45-90A8-9E73-353E-DCD7A68532F9}"/>
                    </a:ext>
                  </a:extLst>
                </p:cNvPr>
                <p:cNvSpPr/>
                <p:nvPr/>
              </p:nvSpPr>
              <p:spPr>
                <a:xfrm>
                  <a:off x="8963066" y="5759821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0" name="pl735">
                  <a:extLst>
                    <a:ext uri="{FF2B5EF4-FFF2-40B4-BE49-F238E27FC236}">
                      <a16:creationId xmlns:a16="http://schemas.microsoft.com/office/drawing/2014/main" id="{2F195D87-DE55-BAA9-327F-E37F822409A5}"/>
                    </a:ext>
                  </a:extLst>
                </p:cNvPr>
                <p:cNvSpPr/>
                <p:nvPr/>
              </p:nvSpPr>
              <p:spPr>
                <a:xfrm>
                  <a:off x="8963066" y="5678826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1" name="pl736">
                  <a:extLst>
                    <a:ext uri="{FF2B5EF4-FFF2-40B4-BE49-F238E27FC236}">
                      <a16:creationId xmlns:a16="http://schemas.microsoft.com/office/drawing/2014/main" id="{3F424E7A-A50F-8D1B-30DD-E6375C8BE4FA}"/>
                    </a:ext>
                  </a:extLst>
                </p:cNvPr>
                <p:cNvSpPr/>
                <p:nvPr/>
              </p:nvSpPr>
              <p:spPr>
                <a:xfrm>
                  <a:off x="8963066" y="5597831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2" name="pl737">
                  <a:extLst>
                    <a:ext uri="{FF2B5EF4-FFF2-40B4-BE49-F238E27FC236}">
                      <a16:creationId xmlns:a16="http://schemas.microsoft.com/office/drawing/2014/main" id="{4AC640FF-9D44-6455-ABF1-E2E4C259DCBC}"/>
                    </a:ext>
                  </a:extLst>
                </p:cNvPr>
                <p:cNvSpPr/>
                <p:nvPr/>
              </p:nvSpPr>
              <p:spPr>
                <a:xfrm>
                  <a:off x="8963066" y="5516836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3" name="pl738">
                  <a:extLst>
                    <a:ext uri="{FF2B5EF4-FFF2-40B4-BE49-F238E27FC236}">
                      <a16:creationId xmlns:a16="http://schemas.microsoft.com/office/drawing/2014/main" id="{1043A1C8-913F-0164-33A7-E74A2DBB279A}"/>
                    </a:ext>
                  </a:extLst>
                </p:cNvPr>
                <p:cNvSpPr/>
                <p:nvPr/>
              </p:nvSpPr>
              <p:spPr>
                <a:xfrm>
                  <a:off x="8963066" y="5435841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4" name="pl739">
                  <a:extLst>
                    <a:ext uri="{FF2B5EF4-FFF2-40B4-BE49-F238E27FC236}">
                      <a16:creationId xmlns:a16="http://schemas.microsoft.com/office/drawing/2014/main" id="{CC7E8618-71AD-689F-C6CE-D7FBF9C77044}"/>
                    </a:ext>
                  </a:extLst>
                </p:cNvPr>
                <p:cNvSpPr/>
                <p:nvPr/>
              </p:nvSpPr>
              <p:spPr>
                <a:xfrm>
                  <a:off x="8963066" y="5354847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5" name="pl740">
                  <a:extLst>
                    <a:ext uri="{FF2B5EF4-FFF2-40B4-BE49-F238E27FC236}">
                      <a16:creationId xmlns:a16="http://schemas.microsoft.com/office/drawing/2014/main" id="{225F614C-ECD1-00D5-4B82-FAC0AC7133D4}"/>
                    </a:ext>
                  </a:extLst>
                </p:cNvPr>
                <p:cNvSpPr/>
                <p:nvPr/>
              </p:nvSpPr>
              <p:spPr>
                <a:xfrm>
                  <a:off x="8885051" y="5840816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6" name="pl741">
                  <a:extLst>
                    <a:ext uri="{FF2B5EF4-FFF2-40B4-BE49-F238E27FC236}">
                      <a16:creationId xmlns:a16="http://schemas.microsoft.com/office/drawing/2014/main" id="{79EF99CB-9600-8311-B8B8-8759F86D1C04}"/>
                    </a:ext>
                  </a:extLst>
                </p:cNvPr>
                <p:cNvSpPr/>
                <p:nvPr/>
              </p:nvSpPr>
              <p:spPr>
                <a:xfrm>
                  <a:off x="8885051" y="5759821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7" name="pl742">
                  <a:extLst>
                    <a:ext uri="{FF2B5EF4-FFF2-40B4-BE49-F238E27FC236}">
                      <a16:creationId xmlns:a16="http://schemas.microsoft.com/office/drawing/2014/main" id="{80CDC54F-D51E-0A7C-75CF-E7AA784844DB}"/>
                    </a:ext>
                  </a:extLst>
                </p:cNvPr>
                <p:cNvSpPr/>
                <p:nvPr/>
              </p:nvSpPr>
              <p:spPr>
                <a:xfrm>
                  <a:off x="8885051" y="5678826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8" name="pl743">
                  <a:extLst>
                    <a:ext uri="{FF2B5EF4-FFF2-40B4-BE49-F238E27FC236}">
                      <a16:creationId xmlns:a16="http://schemas.microsoft.com/office/drawing/2014/main" id="{6BD74C3D-0652-24AF-85B9-AE87543C119C}"/>
                    </a:ext>
                  </a:extLst>
                </p:cNvPr>
                <p:cNvSpPr/>
                <p:nvPr/>
              </p:nvSpPr>
              <p:spPr>
                <a:xfrm>
                  <a:off x="8885051" y="5597831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49" name="pl744">
                  <a:extLst>
                    <a:ext uri="{FF2B5EF4-FFF2-40B4-BE49-F238E27FC236}">
                      <a16:creationId xmlns:a16="http://schemas.microsoft.com/office/drawing/2014/main" id="{B52CA563-AE15-7AE8-6106-BDC8A67DDBDC}"/>
                    </a:ext>
                  </a:extLst>
                </p:cNvPr>
                <p:cNvSpPr/>
                <p:nvPr/>
              </p:nvSpPr>
              <p:spPr>
                <a:xfrm>
                  <a:off x="8885051" y="5516836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50" name="pl745">
                  <a:extLst>
                    <a:ext uri="{FF2B5EF4-FFF2-40B4-BE49-F238E27FC236}">
                      <a16:creationId xmlns:a16="http://schemas.microsoft.com/office/drawing/2014/main" id="{A8ACC9BC-A540-C200-F6FD-579582A81F05}"/>
                    </a:ext>
                  </a:extLst>
                </p:cNvPr>
                <p:cNvSpPr/>
                <p:nvPr/>
              </p:nvSpPr>
              <p:spPr>
                <a:xfrm>
                  <a:off x="8885051" y="5435841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151" name="pl746">
                  <a:extLst>
                    <a:ext uri="{FF2B5EF4-FFF2-40B4-BE49-F238E27FC236}">
                      <a16:creationId xmlns:a16="http://schemas.microsoft.com/office/drawing/2014/main" id="{D81DAB1B-5119-7B01-29E6-8BADCDF9CD09}"/>
                    </a:ext>
                  </a:extLst>
                </p:cNvPr>
                <p:cNvSpPr/>
                <p:nvPr/>
              </p:nvSpPr>
              <p:spPr>
                <a:xfrm>
                  <a:off x="8885051" y="5354847"/>
                  <a:ext cx="1950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</p:grpSp>
          <p:sp>
            <p:nvSpPr>
              <p:cNvPr id="14153" name="Rectangle 14152">
                <a:extLst>
                  <a:ext uri="{FF2B5EF4-FFF2-40B4-BE49-F238E27FC236}">
                    <a16:creationId xmlns:a16="http://schemas.microsoft.com/office/drawing/2014/main" id="{5E5B4E0E-777A-8C05-BB2A-A9D38907549F}"/>
                  </a:ext>
                </a:extLst>
              </p:cNvPr>
              <p:cNvSpPr/>
              <p:nvPr/>
            </p:nvSpPr>
            <p:spPr>
              <a:xfrm>
                <a:off x="4917232" y="3038226"/>
                <a:ext cx="504056" cy="50405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154" name="Straight Connector 14153">
                <a:extLst>
                  <a:ext uri="{FF2B5EF4-FFF2-40B4-BE49-F238E27FC236}">
                    <a16:creationId xmlns:a16="http://schemas.microsoft.com/office/drawing/2014/main" id="{20F8481F-B58A-E9C7-5E69-4FD7E23FAB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8673" y="2102122"/>
                <a:ext cx="678559" cy="93610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55" name="Straight Connector 14154">
                <a:extLst>
                  <a:ext uri="{FF2B5EF4-FFF2-40B4-BE49-F238E27FC236}">
                    <a16:creationId xmlns:a16="http://schemas.microsoft.com/office/drawing/2014/main" id="{D2EFCD7B-F9D7-88A2-E080-CF366FE09E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38673" y="3542282"/>
                <a:ext cx="678559" cy="28803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156" name="pg681">
                <a:extLst>
                  <a:ext uri="{FF2B5EF4-FFF2-40B4-BE49-F238E27FC236}">
                    <a16:creationId xmlns:a16="http://schemas.microsoft.com/office/drawing/2014/main" id="{CF53830C-D665-09F9-C6AA-009A133ADA38}"/>
                  </a:ext>
                </a:extLst>
              </p:cNvPr>
              <p:cNvSpPr/>
              <p:nvPr/>
            </p:nvSpPr>
            <p:spPr>
              <a:xfrm>
                <a:off x="3397695" y="2650801"/>
                <a:ext cx="692540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00987" h="324611">
                    <a:moveTo>
                      <a:pt x="27432" y="324611"/>
                    </a:moveTo>
                    <a:lnTo>
                      <a:pt x="1473555" y="324611"/>
                    </a:lnTo>
                    <a:lnTo>
                      <a:pt x="1472451" y="324589"/>
                    </a:lnTo>
                    <a:lnTo>
                      <a:pt x="1476862" y="324411"/>
                    </a:lnTo>
                    <a:lnTo>
                      <a:pt x="1481187" y="323528"/>
                    </a:lnTo>
                    <a:lnTo>
                      <a:pt x="1485315" y="321963"/>
                    </a:lnTo>
                    <a:lnTo>
                      <a:pt x="1489138" y="319756"/>
                    </a:lnTo>
                    <a:lnTo>
                      <a:pt x="1492558" y="316964"/>
                    </a:lnTo>
                    <a:lnTo>
                      <a:pt x="1495485" y="313659"/>
                    </a:lnTo>
                    <a:lnTo>
                      <a:pt x="1497845" y="309928"/>
                    </a:lnTo>
                    <a:lnTo>
                      <a:pt x="1499575" y="305866"/>
                    </a:lnTo>
                    <a:lnTo>
                      <a:pt x="1500632" y="301580"/>
                    </a:lnTo>
                    <a:lnTo>
                      <a:pt x="1500987" y="297180"/>
                    </a:lnTo>
                    <a:lnTo>
                      <a:pt x="1500987" y="27432"/>
                    </a:lnTo>
                    <a:lnTo>
                      <a:pt x="1500632" y="23031"/>
                    </a:lnTo>
                    <a:lnTo>
                      <a:pt x="1499575" y="18745"/>
                    </a:lnTo>
                    <a:lnTo>
                      <a:pt x="1497845" y="14683"/>
                    </a:lnTo>
                    <a:lnTo>
                      <a:pt x="1495485" y="10952"/>
                    </a:lnTo>
                    <a:lnTo>
                      <a:pt x="1492558" y="7647"/>
                    </a:lnTo>
                    <a:lnTo>
                      <a:pt x="1489138" y="4855"/>
                    </a:lnTo>
                    <a:lnTo>
                      <a:pt x="1485315" y="2648"/>
                    </a:lnTo>
                    <a:lnTo>
                      <a:pt x="1481187" y="1083"/>
                    </a:lnTo>
                    <a:lnTo>
                      <a:pt x="1476862" y="200"/>
                    </a:lnTo>
                    <a:lnTo>
                      <a:pt x="1473555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6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S1-LOLA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14157" name="pg683">
                <a:extLst>
                  <a:ext uri="{FF2B5EF4-FFF2-40B4-BE49-F238E27FC236}">
                    <a16:creationId xmlns:a16="http://schemas.microsoft.com/office/drawing/2014/main" id="{1A2B1D55-ADFE-B46A-EBF0-3664B81F2382}"/>
                  </a:ext>
                </a:extLst>
              </p:cNvPr>
              <p:cNvSpPr/>
              <p:nvPr/>
            </p:nvSpPr>
            <p:spPr>
              <a:xfrm>
                <a:off x="3419872" y="2935826"/>
                <a:ext cx="717432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54937" h="324612">
                    <a:moveTo>
                      <a:pt x="27431" y="324612"/>
                    </a:moveTo>
                    <a:lnTo>
                      <a:pt x="1527505" y="324612"/>
                    </a:lnTo>
                    <a:lnTo>
                      <a:pt x="1526400" y="324589"/>
                    </a:lnTo>
                    <a:lnTo>
                      <a:pt x="1530811" y="324411"/>
                    </a:lnTo>
                    <a:lnTo>
                      <a:pt x="1535137" y="323528"/>
                    </a:lnTo>
                    <a:lnTo>
                      <a:pt x="1539265" y="321963"/>
                    </a:lnTo>
                    <a:lnTo>
                      <a:pt x="1543088" y="319756"/>
                    </a:lnTo>
                    <a:lnTo>
                      <a:pt x="1546508" y="316964"/>
                    </a:lnTo>
                    <a:lnTo>
                      <a:pt x="1549435" y="313659"/>
                    </a:lnTo>
                    <a:lnTo>
                      <a:pt x="1551795" y="309928"/>
                    </a:lnTo>
                    <a:lnTo>
                      <a:pt x="1553525" y="305866"/>
                    </a:lnTo>
                    <a:lnTo>
                      <a:pt x="1554581" y="301580"/>
                    </a:lnTo>
                    <a:lnTo>
                      <a:pt x="1554937" y="297180"/>
                    </a:lnTo>
                    <a:lnTo>
                      <a:pt x="1554937" y="27432"/>
                    </a:lnTo>
                    <a:lnTo>
                      <a:pt x="1554581" y="23031"/>
                    </a:lnTo>
                    <a:lnTo>
                      <a:pt x="1553525" y="18745"/>
                    </a:lnTo>
                    <a:lnTo>
                      <a:pt x="1551795" y="14683"/>
                    </a:lnTo>
                    <a:lnTo>
                      <a:pt x="1549435" y="10952"/>
                    </a:lnTo>
                    <a:lnTo>
                      <a:pt x="1546508" y="7647"/>
                    </a:lnTo>
                    <a:lnTo>
                      <a:pt x="1543088" y="4855"/>
                    </a:lnTo>
                    <a:lnTo>
                      <a:pt x="1539265" y="2648"/>
                    </a:lnTo>
                    <a:lnTo>
                      <a:pt x="1535137" y="1083"/>
                    </a:lnTo>
                    <a:lnTo>
                      <a:pt x="1530811" y="200"/>
                    </a:lnTo>
                    <a:lnTo>
                      <a:pt x="1527505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S2-DEBY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14158" name="pg679">
                <a:extLst>
                  <a:ext uri="{FF2B5EF4-FFF2-40B4-BE49-F238E27FC236}">
                    <a16:creationId xmlns:a16="http://schemas.microsoft.com/office/drawing/2014/main" id="{28F64EEC-0133-E580-41D3-06B101C68679}"/>
                  </a:ext>
                </a:extLst>
              </p:cNvPr>
              <p:cNvSpPr/>
              <p:nvPr/>
            </p:nvSpPr>
            <p:spPr>
              <a:xfrm>
                <a:off x="3161795" y="3574703"/>
                <a:ext cx="550615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193383" h="324612">
                    <a:moveTo>
                      <a:pt x="27431" y="324612"/>
                    </a:moveTo>
                    <a:lnTo>
                      <a:pt x="1165951" y="324612"/>
                    </a:lnTo>
                    <a:lnTo>
                      <a:pt x="1164846" y="324589"/>
                    </a:lnTo>
                    <a:lnTo>
                      <a:pt x="1169258" y="324411"/>
                    </a:lnTo>
                    <a:lnTo>
                      <a:pt x="1173583" y="323528"/>
                    </a:lnTo>
                    <a:lnTo>
                      <a:pt x="1177711" y="321963"/>
                    </a:lnTo>
                    <a:lnTo>
                      <a:pt x="1181534" y="319756"/>
                    </a:lnTo>
                    <a:lnTo>
                      <a:pt x="1184954" y="316964"/>
                    </a:lnTo>
                    <a:lnTo>
                      <a:pt x="1187881" y="313659"/>
                    </a:lnTo>
                    <a:lnTo>
                      <a:pt x="1190241" y="309928"/>
                    </a:lnTo>
                    <a:lnTo>
                      <a:pt x="1191971" y="305866"/>
                    </a:lnTo>
                    <a:lnTo>
                      <a:pt x="1193028" y="301580"/>
                    </a:lnTo>
                    <a:lnTo>
                      <a:pt x="1193383" y="297179"/>
                    </a:lnTo>
                    <a:lnTo>
                      <a:pt x="1193383" y="27431"/>
                    </a:lnTo>
                    <a:lnTo>
                      <a:pt x="1193028" y="23031"/>
                    </a:lnTo>
                    <a:lnTo>
                      <a:pt x="1191971" y="18745"/>
                    </a:lnTo>
                    <a:lnTo>
                      <a:pt x="1190241" y="14683"/>
                    </a:lnTo>
                    <a:lnTo>
                      <a:pt x="1187881" y="10952"/>
                    </a:lnTo>
                    <a:lnTo>
                      <a:pt x="1184954" y="7647"/>
                    </a:lnTo>
                    <a:lnTo>
                      <a:pt x="1181534" y="4855"/>
                    </a:lnTo>
                    <a:lnTo>
                      <a:pt x="1177711" y="2648"/>
                    </a:lnTo>
                    <a:lnTo>
                      <a:pt x="1173583" y="1083"/>
                    </a:lnTo>
                    <a:lnTo>
                      <a:pt x="1169258" y="200"/>
                    </a:lnTo>
                    <a:lnTo>
                      <a:pt x="1165951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297179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W4-VA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14161" name="pl677">
                <a:extLst>
                  <a:ext uri="{FF2B5EF4-FFF2-40B4-BE49-F238E27FC236}">
                    <a16:creationId xmlns:a16="http://schemas.microsoft.com/office/drawing/2014/main" id="{1601FEC7-5B4B-EDD0-0CFA-CBB9557B8681}"/>
                  </a:ext>
                </a:extLst>
              </p:cNvPr>
              <p:cNvSpPr/>
              <p:nvPr/>
            </p:nvSpPr>
            <p:spPr>
              <a:xfrm>
                <a:off x="2815452" y="2508458"/>
                <a:ext cx="45719" cy="428121"/>
              </a:xfrm>
              <a:custGeom>
                <a:avLst/>
                <a:gdLst/>
                <a:ahLst/>
                <a:cxnLst/>
                <a:rect l="0" t="0" r="0" b="0"/>
                <a:pathLst>
                  <a:path w="1087496" h="365184">
                    <a:moveTo>
                      <a:pt x="1087496" y="0"/>
                    </a:moveTo>
                    <a:lnTo>
                      <a:pt x="0" y="36518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0" name="pg681">
                <a:extLst>
                  <a:ext uri="{FF2B5EF4-FFF2-40B4-BE49-F238E27FC236}">
                    <a16:creationId xmlns:a16="http://schemas.microsoft.com/office/drawing/2014/main" id="{41629014-6775-F6D6-FDA8-B0E2F20AEF3C}"/>
                  </a:ext>
                </a:extLst>
              </p:cNvPr>
              <p:cNvSpPr/>
              <p:nvPr/>
            </p:nvSpPr>
            <p:spPr>
              <a:xfrm>
                <a:off x="2462551" y="2357236"/>
                <a:ext cx="699244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00987" h="324611">
                    <a:moveTo>
                      <a:pt x="27432" y="324611"/>
                    </a:moveTo>
                    <a:lnTo>
                      <a:pt x="1473555" y="324611"/>
                    </a:lnTo>
                    <a:lnTo>
                      <a:pt x="1472451" y="324589"/>
                    </a:lnTo>
                    <a:lnTo>
                      <a:pt x="1476862" y="324411"/>
                    </a:lnTo>
                    <a:lnTo>
                      <a:pt x="1481187" y="323528"/>
                    </a:lnTo>
                    <a:lnTo>
                      <a:pt x="1485315" y="321963"/>
                    </a:lnTo>
                    <a:lnTo>
                      <a:pt x="1489138" y="319756"/>
                    </a:lnTo>
                    <a:lnTo>
                      <a:pt x="1492558" y="316964"/>
                    </a:lnTo>
                    <a:lnTo>
                      <a:pt x="1495485" y="313659"/>
                    </a:lnTo>
                    <a:lnTo>
                      <a:pt x="1497845" y="309928"/>
                    </a:lnTo>
                    <a:lnTo>
                      <a:pt x="1499575" y="305866"/>
                    </a:lnTo>
                    <a:lnTo>
                      <a:pt x="1500632" y="301580"/>
                    </a:lnTo>
                    <a:lnTo>
                      <a:pt x="1500987" y="297180"/>
                    </a:lnTo>
                    <a:lnTo>
                      <a:pt x="1500987" y="27431"/>
                    </a:lnTo>
                    <a:lnTo>
                      <a:pt x="1500632" y="23031"/>
                    </a:lnTo>
                    <a:lnTo>
                      <a:pt x="1499575" y="18745"/>
                    </a:lnTo>
                    <a:lnTo>
                      <a:pt x="1497845" y="14683"/>
                    </a:lnTo>
                    <a:lnTo>
                      <a:pt x="1495485" y="10952"/>
                    </a:lnTo>
                    <a:lnTo>
                      <a:pt x="1492558" y="7647"/>
                    </a:lnTo>
                    <a:lnTo>
                      <a:pt x="1489138" y="4855"/>
                    </a:lnTo>
                    <a:lnTo>
                      <a:pt x="1485315" y="2648"/>
                    </a:lnTo>
                    <a:lnTo>
                      <a:pt x="1481187" y="1083"/>
                    </a:lnTo>
                    <a:lnTo>
                      <a:pt x="1476862" y="200"/>
                    </a:lnTo>
                    <a:lnTo>
                      <a:pt x="1473555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6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Lewisetta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14163" name="pg675">
                <a:extLst>
                  <a:ext uri="{FF2B5EF4-FFF2-40B4-BE49-F238E27FC236}">
                    <a16:creationId xmlns:a16="http://schemas.microsoft.com/office/drawing/2014/main" id="{F8881575-985E-306A-1110-F47A75D41536}"/>
                  </a:ext>
                </a:extLst>
              </p:cNvPr>
              <p:cNvSpPr/>
              <p:nvPr/>
            </p:nvSpPr>
            <p:spPr>
              <a:xfrm>
                <a:off x="2762405" y="2895464"/>
                <a:ext cx="137160" cy="118872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pic>
          <p:nvPicPr>
            <p:cNvPr id="14166" name="Picture 14165">
              <a:extLst>
                <a:ext uri="{FF2B5EF4-FFF2-40B4-BE49-F238E27FC236}">
                  <a16:creationId xmlns:a16="http://schemas.microsoft.com/office/drawing/2014/main" id="{884AFF10-7670-3688-8472-E6E6A0526C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16938" y="16876253"/>
              <a:ext cx="1799263" cy="848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02670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9601200" y="16459201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40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A7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6FD2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BFEBD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54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AFE6C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99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8F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84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59C4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86D9B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A4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82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72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74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81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D3F1D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47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55B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A59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t3961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2850434" y="4909118"/>
              <a:ext cx="52376" cy="84411"/>
            </a:xfrm>
            <a:custGeom>
              <a:avLst/>
              <a:gdLst/>
              <a:ahLst/>
              <a:cxnLst/>
              <a:rect l="0" t="0" r="0" b="0"/>
              <a:pathLst>
                <a:path w="52376" h="84411">
                  <a:moveTo>
                    <a:pt x="0" y="0"/>
                  </a:moveTo>
                  <a:lnTo>
                    <a:pt x="52376" y="8441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5743970" y="2857791"/>
              <a:ext cx="80153" cy="66355"/>
            </a:xfrm>
            <a:custGeom>
              <a:avLst/>
              <a:gdLst/>
              <a:ahLst/>
              <a:cxnLst/>
              <a:rect l="0" t="0" r="0" b="0"/>
              <a:pathLst>
                <a:path w="80153" h="66355">
                  <a:moveTo>
                    <a:pt x="0" y="0"/>
                  </a:moveTo>
                  <a:lnTo>
                    <a:pt x="80153" y="663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4513560" y="4609422"/>
              <a:ext cx="54268" cy="79476"/>
            </a:xfrm>
            <a:custGeom>
              <a:avLst/>
              <a:gdLst/>
              <a:ahLst/>
              <a:cxnLst/>
              <a:rect l="0" t="0" r="0" b="0"/>
              <a:pathLst>
                <a:path w="54268" h="79476">
                  <a:moveTo>
                    <a:pt x="0" y="0"/>
                  </a:moveTo>
                  <a:lnTo>
                    <a:pt x="54268" y="794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3511744" y="4762552"/>
              <a:ext cx="53588" cy="82312"/>
            </a:xfrm>
            <a:custGeom>
              <a:avLst/>
              <a:gdLst/>
              <a:ahLst/>
              <a:cxnLst/>
              <a:rect l="0" t="0" r="0" b="0"/>
              <a:pathLst>
                <a:path w="53588" h="82312">
                  <a:moveTo>
                    <a:pt x="0" y="0"/>
                  </a:moveTo>
                  <a:lnTo>
                    <a:pt x="53588" y="8231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l3966"/>
            <p:cNvSpPr/>
            <p:nvPr/>
          </p:nvSpPr>
          <p:spPr>
            <a:xfrm>
              <a:off x="5500723" y="3044719"/>
              <a:ext cx="172202" cy="13802"/>
            </a:xfrm>
            <a:custGeom>
              <a:avLst/>
              <a:gdLst/>
              <a:ahLst/>
              <a:cxnLst/>
              <a:rect l="0" t="0" r="0" b="0"/>
              <a:pathLst>
                <a:path w="172202" h="13802">
                  <a:moveTo>
                    <a:pt x="0" y="0"/>
                  </a:moveTo>
                  <a:lnTo>
                    <a:pt x="172202" y="138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pg3967"/>
            <p:cNvSpPr/>
            <p:nvPr/>
          </p:nvSpPr>
          <p:spPr>
            <a:xfrm>
              <a:off x="2291919" y="4760421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8" name="tx3968"/>
            <p:cNvSpPr/>
            <p:nvPr/>
          </p:nvSpPr>
          <p:spPr>
            <a:xfrm>
              <a:off x="2337639" y="4806141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5279681" y="2665859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0" name="tx3970"/>
            <p:cNvSpPr/>
            <p:nvPr/>
          </p:nvSpPr>
          <p:spPr>
            <a:xfrm>
              <a:off x="5325401" y="2711579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589" y="4460454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2" name="tx3972"/>
            <p:cNvSpPr/>
            <p:nvPr/>
          </p:nvSpPr>
          <p:spPr>
            <a:xfrm>
              <a:off x="4016309" y="4506174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2960909" y="4613820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4" name="tx3974"/>
            <p:cNvSpPr/>
            <p:nvPr/>
          </p:nvSpPr>
          <p:spPr>
            <a:xfrm>
              <a:off x="3006629" y="4659540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4918982" y="2948671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6" name="tx3976"/>
            <p:cNvSpPr/>
            <p:nvPr/>
          </p:nvSpPr>
          <p:spPr>
            <a:xfrm>
              <a:off x="4964702" y="2994391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928496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928496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l4045"/>
            <p:cNvSpPr/>
            <p:nvPr/>
          </p:nvSpPr>
          <p:spPr>
            <a:xfrm>
              <a:off x="6752931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pl4046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7" name="pl4047"/>
            <p:cNvSpPr/>
            <p:nvPr/>
          </p:nvSpPr>
          <p:spPr>
            <a:xfrm>
              <a:off x="6752931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8" name="pl4048"/>
            <p:cNvSpPr/>
            <p:nvPr/>
          </p:nvSpPr>
          <p:spPr>
            <a:xfrm>
              <a:off x="6752931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9" name="pl4049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453805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435578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7041976" y="399124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7041976" y="380897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4056" name="tx4056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7" name="tx4057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8" name="tx4058"/>
            <p:cNvSpPr/>
            <p:nvPr/>
          </p:nvSpPr>
          <p:spPr>
            <a:xfrm>
              <a:off x="2201917" y="1998973"/>
              <a:ext cx="228645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(LEA)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4" name="Group 753">
            <a:extLst>
              <a:ext uri="{FF2B5EF4-FFF2-40B4-BE49-F238E27FC236}">
                <a16:creationId xmlns:a16="http://schemas.microsoft.com/office/drawing/2014/main" id="{289FA79A-E5B7-1EFB-AE1C-DE7A5B5A377C}"/>
              </a:ext>
            </a:extLst>
          </p:cNvPr>
          <p:cNvGrpSpPr/>
          <p:nvPr/>
        </p:nvGrpSpPr>
        <p:grpSpPr>
          <a:xfrm>
            <a:off x="11445906" y="16528790"/>
            <a:ext cx="4149766" cy="4051159"/>
            <a:chOff x="2301906" y="1669789"/>
            <a:chExt cx="4149766" cy="4051159"/>
          </a:xfrm>
        </p:grpSpPr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4CA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B5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B3E7D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D6F2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BAE9D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94DDC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D7F3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408529" y="4145248"/>
              <a:ext cx="1103242" cy="326376"/>
            </a:xfrm>
            <a:custGeom>
              <a:avLst/>
              <a:gdLst/>
              <a:ahLst/>
              <a:cxnLst/>
              <a:rect l="0" t="0" r="0" b="0"/>
              <a:pathLst>
                <a:path w="1103242" h="326376">
                  <a:moveTo>
                    <a:pt x="1103242" y="0"/>
                  </a:moveTo>
                  <a:lnTo>
                    <a:pt x="0" y="3263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36580" y="3232309"/>
              <a:ext cx="1087872" cy="456639"/>
            </a:xfrm>
            <a:custGeom>
              <a:avLst/>
              <a:gdLst/>
              <a:ahLst/>
              <a:cxnLst/>
              <a:rect l="0" t="0" r="0" b="0"/>
              <a:pathLst>
                <a:path w="1087872" h="456639">
                  <a:moveTo>
                    <a:pt x="1087872" y="0"/>
                  </a:moveTo>
                  <a:lnTo>
                    <a:pt x="0" y="45663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508332" y="3732129"/>
              <a:ext cx="1248681" cy="644551"/>
            </a:xfrm>
            <a:custGeom>
              <a:avLst/>
              <a:gdLst/>
              <a:ahLst/>
              <a:cxnLst/>
              <a:rect l="0" t="0" r="0" b="0"/>
              <a:pathLst>
                <a:path w="1248681" h="644551">
                  <a:moveTo>
                    <a:pt x="1248681" y="0"/>
                  </a:moveTo>
                  <a:lnTo>
                    <a:pt x="0" y="64455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511771" y="3977707"/>
              <a:ext cx="1193383" cy="324611"/>
            </a:xfrm>
            <a:custGeom>
              <a:avLst/>
              <a:gdLst/>
              <a:ahLst/>
              <a:cxnLst/>
              <a:rect l="0" t="0" r="0" b="0"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557491" y="4023427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3" y="3062384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670173" y="3108104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7014" y="3561821"/>
              <a:ext cx="1554937" cy="324612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802734" y="3607541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99159-D65C-FEB9-ABAB-634F3CA8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31" name="Group 24730">
            <a:extLst>
              <a:ext uri="{FF2B5EF4-FFF2-40B4-BE49-F238E27FC236}">
                <a16:creationId xmlns:a16="http://schemas.microsoft.com/office/drawing/2014/main" id="{D5928B12-BBAF-0EAF-E2BD-F8814C65DD93}"/>
              </a:ext>
            </a:extLst>
          </p:cNvPr>
          <p:cNvGrpSpPr/>
          <p:nvPr/>
        </p:nvGrpSpPr>
        <p:grpSpPr>
          <a:xfrm>
            <a:off x="10798055" y="16025018"/>
            <a:ext cx="5835888" cy="4525962"/>
            <a:chOff x="10798055" y="16025018"/>
            <a:chExt cx="5835888" cy="4525962"/>
          </a:xfrm>
        </p:grpSpPr>
        <p:grpSp>
          <p:nvGrpSpPr>
            <p:cNvPr id="2" name="Content Placeholder 2">
              <a:extLst>
                <a:ext uri="{FF2B5EF4-FFF2-40B4-BE49-F238E27FC236}">
                  <a16:creationId xmlns:a16="http://schemas.microsoft.com/office/drawing/2014/main" id="{5006DE62-FCEF-67D7-A38B-C6AA3D45DBBC}"/>
                </a:ext>
              </a:extLst>
            </p:cNvPr>
            <p:cNvGrpSpPr/>
            <p:nvPr/>
          </p:nvGrpSpPr>
          <p:grpSpPr>
            <a:xfrm>
              <a:off x="10798055" y="16025018"/>
              <a:ext cx="5835888" cy="4525962"/>
              <a:chOff x="1654055" y="1600200"/>
              <a:chExt cx="5835888" cy="4525962"/>
            </a:xfrm>
          </p:grpSpPr>
          <p:sp>
            <p:nvSpPr>
              <p:cNvPr id="4" name="rc4">
                <a:extLst>
                  <a:ext uri="{FF2B5EF4-FFF2-40B4-BE49-F238E27FC236}">
                    <a16:creationId xmlns:a16="http://schemas.microsoft.com/office/drawing/2014/main" id="{7024F473-50A1-9DDD-9579-EA683C16739D}"/>
                  </a:ext>
                </a:extLst>
              </p:cNvPr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" name="rc5">
                <a:extLst>
                  <a:ext uri="{FF2B5EF4-FFF2-40B4-BE49-F238E27FC236}">
                    <a16:creationId xmlns:a16="http://schemas.microsoft.com/office/drawing/2014/main" id="{B081145B-65F7-E2AD-6C1A-18BD557CC42E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pl6">
                <a:extLst>
                  <a:ext uri="{FF2B5EF4-FFF2-40B4-BE49-F238E27FC236}">
                    <a16:creationId xmlns:a16="http://schemas.microsoft.com/office/drawing/2014/main" id="{CF70F6BF-0E46-F223-EBF5-385B66A38DA3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pl7">
                <a:extLst>
                  <a:ext uri="{FF2B5EF4-FFF2-40B4-BE49-F238E27FC236}">
                    <a16:creationId xmlns:a16="http://schemas.microsoft.com/office/drawing/2014/main" id="{A38EDF83-36ED-2C13-E8E2-DB17F1E3F7A2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pl8">
                <a:extLst>
                  <a:ext uri="{FF2B5EF4-FFF2-40B4-BE49-F238E27FC236}">
                    <a16:creationId xmlns:a16="http://schemas.microsoft.com/office/drawing/2014/main" id="{B64DCF77-E655-CDFC-D3FA-0CFD28372C27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" name="pl9">
                <a:extLst>
                  <a:ext uri="{FF2B5EF4-FFF2-40B4-BE49-F238E27FC236}">
                    <a16:creationId xmlns:a16="http://schemas.microsoft.com/office/drawing/2014/main" id="{10419C9D-D70A-6877-DE7B-85694207B1FF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pl10">
                <a:extLst>
                  <a:ext uri="{FF2B5EF4-FFF2-40B4-BE49-F238E27FC236}">
                    <a16:creationId xmlns:a16="http://schemas.microsoft.com/office/drawing/2014/main" id="{A525792C-533D-18E4-9958-53A3F45C8942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pl11">
                <a:extLst>
                  <a:ext uri="{FF2B5EF4-FFF2-40B4-BE49-F238E27FC236}">
                    <a16:creationId xmlns:a16="http://schemas.microsoft.com/office/drawing/2014/main" id="{F32610DB-9B46-5FC9-92AA-4FAB6289253C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pl12">
                <a:extLst>
                  <a:ext uri="{FF2B5EF4-FFF2-40B4-BE49-F238E27FC236}">
                    <a16:creationId xmlns:a16="http://schemas.microsoft.com/office/drawing/2014/main" id="{8CAC0EB8-7E5E-45BF-D994-93D85A55F0D7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pl13">
                <a:extLst>
                  <a:ext uri="{FF2B5EF4-FFF2-40B4-BE49-F238E27FC236}">
                    <a16:creationId xmlns:a16="http://schemas.microsoft.com/office/drawing/2014/main" id="{32620B74-46D5-4C69-2BAA-3490B057419A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pl14">
                <a:extLst>
                  <a:ext uri="{FF2B5EF4-FFF2-40B4-BE49-F238E27FC236}">
                    <a16:creationId xmlns:a16="http://schemas.microsoft.com/office/drawing/2014/main" id="{1D833A0F-95A9-A48C-07BE-21FE92DEBF7C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pl15">
                <a:extLst>
                  <a:ext uri="{FF2B5EF4-FFF2-40B4-BE49-F238E27FC236}">
                    <a16:creationId xmlns:a16="http://schemas.microsoft.com/office/drawing/2014/main" id="{D6DB9B60-769B-1FFD-1C20-00CCD83C6668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pl16">
                <a:extLst>
                  <a:ext uri="{FF2B5EF4-FFF2-40B4-BE49-F238E27FC236}">
                    <a16:creationId xmlns:a16="http://schemas.microsoft.com/office/drawing/2014/main" id="{91E23093-A067-39E9-F125-1A3EE8856A9A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pl17">
                <a:extLst>
                  <a:ext uri="{FF2B5EF4-FFF2-40B4-BE49-F238E27FC236}">
                    <a16:creationId xmlns:a16="http://schemas.microsoft.com/office/drawing/2014/main" id="{2618A1F3-CF70-D633-6CE8-746A77E77CF6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pl18">
                <a:extLst>
                  <a:ext uri="{FF2B5EF4-FFF2-40B4-BE49-F238E27FC236}">
                    <a16:creationId xmlns:a16="http://schemas.microsoft.com/office/drawing/2014/main" id="{F75165E5-FCE0-9C50-19EE-BB04315B0281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pg19">
                <a:extLst>
                  <a:ext uri="{FF2B5EF4-FFF2-40B4-BE49-F238E27FC236}">
                    <a16:creationId xmlns:a16="http://schemas.microsoft.com/office/drawing/2014/main" id="{A93D702B-149C-4182-4416-7C9CC4CB5355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" name="pg20">
                <a:extLst>
                  <a:ext uri="{FF2B5EF4-FFF2-40B4-BE49-F238E27FC236}">
                    <a16:creationId xmlns:a16="http://schemas.microsoft.com/office/drawing/2014/main" id="{2C882822-5768-F2E9-D082-B2A02327EB8F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pg21">
                <a:extLst>
                  <a:ext uri="{FF2B5EF4-FFF2-40B4-BE49-F238E27FC236}">
                    <a16:creationId xmlns:a16="http://schemas.microsoft.com/office/drawing/2014/main" id="{D36ABC8D-5763-5AF8-853C-7383EE25E29D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pg22">
                <a:extLst>
                  <a:ext uri="{FF2B5EF4-FFF2-40B4-BE49-F238E27FC236}">
                    <a16:creationId xmlns:a16="http://schemas.microsoft.com/office/drawing/2014/main" id="{F47FB9E2-FF65-D2C6-C661-4D8EAAD707C3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pg23">
                <a:extLst>
                  <a:ext uri="{FF2B5EF4-FFF2-40B4-BE49-F238E27FC236}">
                    <a16:creationId xmlns:a16="http://schemas.microsoft.com/office/drawing/2014/main" id="{6D0B1ABC-08EE-37FC-115E-88AACBFE7554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pg24">
                <a:extLst>
                  <a:ext uri="{FF2B5EF4-FFF2-40B4-BE49-F238E27FC236}">
                    <a16:creationId xmlns:a16="http://schemas.microsoft.com/office/drawing/2014/main" id="{A9EA6FD9-B6C9-9DA7-D310-34BB9BF9F891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pg25">
                <a:extLst>
                  <a:ext uri="{FF2B5EF4-FFF2-40B4-BE49-F238E27FC236}">
                    <a16:creationId xmlns:a16="http://schemas.microsoft.com/office/drawing/2014/main" id="{A81C92B8-1002-135E-405E-51F34F8E1579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pg26">
                <a:extLst>
                  <a:ext uri="{FF2B5EF4-FFF2-40B4-BE49-F238E27FC236}">
                    <a16:creationId xmlns:a16="http://schemas.microsoft.com/office/drawing/2014/main" id="{A179116D-0FC6-5C9F-0773-8F323A8DA4E9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pg27">
                <a:extLst>
                  <a:ext uri="{FF2B5EF4-FFF2-40B4-BE49-F238E27FC236}">
                    <a16:creationId xmlns:a16="http://schemas.microsoft.com/office/drawing/2014/main" id="{B5365839-8080-3A20-CFC8-F908F0919F6F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pg28">
                <a:extLst>
                  <a:ext uri="{FF2B5EF4-FFF2-40B4-BE49-F238E27FC236}">
                    <a16:creationId xmlns:a16="http://schemas.microsoft.com/office/drawing/2014/main" id="{F2C0DED1-5858-363D-9A43-F3262A73573B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pg29">
                <a:extLst>
                  <a:ext uri="{FF2B5EF4-FFF2-40B4-BE49-F238E27FC236}">
                    <a16:creationId xmlns:a16="http://schemas.microsoft.com/office/drawing/2014/main" id="{FD8A5310-4156-46CF-6161-DF1BA16A6896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pg30">
                <a:extLst>
                  <a:ext uri="{FF2B5EF4-FFF2-40B4-BE49-F238E27FC236}">
                    <a16:creationId xmlns:a16="http://schemas.microsoft.com/office/drawing/2014/main" id="{1B5A81F0-338E-C148-5F41-E5146FE9D287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" name="pg31">
                <a:extLst>
                  <a:ext uri="{FF2B5EF4-FFF2-40B4-BE49-F238E27FC236}">
                    <a16:creationId xmlns:a16="http://schemas.microsoft.com/office/drawing/2014/main" id="{0A445764-3154-886E-4664-FEDE3872CDD1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pg32">
                <a:extLst>
                  <a:ext uri="{FF2B5EF4-FFF2-40B4-BE49-F238E27FC236}">
                    <a16:creationId xmlns:a16="http://schemas.microsoft.com/office/drawing/2014/main" id="{9405891A-2FF8-2E9F-29C9-266E61E1C942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pg33">
                <a:extLst>
                  <a:ext uri="{FF2B5EF4-FFF2-40B4-BE49-F238E27FC236}">
                    <a16:creationId xmlns:a16="http://schemas.microsoft.com/office/drawing/2014/main" id="{07B64F0D-8F50-4F93-587A-07750B5CF5BD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pg34">
                <a:extLst>
                  <a:ext uri="{FF2B5EF4-FFF2-40B4-BE49-F238E27FC236}">
                    <a16:creationId xmlns:a16="http://schemas.microsoft.com/office/drawing/2014/main" id="{8E3A285E-21FC-D46D-43E2-8EE7C4CE52A5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pg35">
                <a:extLst>
                  <a:ext uri="{FF2B5EF4-FFF2-40B4-BE49-F238E27FC236}">
                    <a16:creationId xmlns:a16="http://schemas.microsoft.com/office/drawing/2014/main" id="{9396F8E7-FD66-2429-8CCB-5DC365F10252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pg36">
                <a:extLst>
                  <a:ext uri="{FF2B5EF4-FFF2-40B4-BE49-F238E27FC236}">
                    <a16:creationId xmlns:a16="http://schemas.microsoft.com/office/drawing/2014/main" id="{19873310-F072-28E2-DA8D-17151121CA8E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pg37">
                <a:extLst>
                  <a:ext uri="{FF2B5EF4-FFF2-40B4-BE49-F238E27FC236}">
                    <a16:creationId xmlns:a16="http://schemas.microsoft.com/office/drawing/2014/main" id="{AC547DC1-F322-9D8D-389E-28673B2F737A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" name="pg38">
                <a:extLst>
                  <a:ext uri="{FF2B5EF4-FFF2-40B4-BE49-F238E27FC236}">
                    <a16:creationId xmlns:a16="http://schemas.microsoft.com/office/drawing/2014/main" id="{00678265-CD6F-54E8-7DC4-55DBD7B7A190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pg39">
                <a:extLst>
                  <a:ext uri="{FF2B5EF4-FFF2-40B4-BE49-F238E27FC236}">
                    <a16:creationId xmlns:a16="http://schemas.microsoft.com/office/drawing/2014/main" id="{04744E0E-AD6B-7CEF-1EB4-2AF2D8BFEC4F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pg40">
                <a:extLst>
                  <a:ext uri="{FF2B5EF4-FFF2-40B4-BE49-F238E27FC236}">
                    <a16:creationId xmlns:a16="http://schemas.microsoft.com/office/drawing/2014/main" id="{82AC3F4A-3015-FD6C-17D0-EB8C69571700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pg41">
                <a:extLst>
                  <a:ext uri="{FF2B5EF4-FFF2-40B4-BE49-F238E27FC236}">
                    <a16:creationId xmlns:a16="http://schemas.microsoft.com/office/drawing/2014/main" id="{79EE8516-E73D-13A6-F50C-F7C4DD746C6D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pg42">
                <a:extLst>
                  <a:ext uri="{FF2B5EF4-FFF2-40B4-BE49-F238E27FC236}">
                    <a16:creationId xmlns:a16="http://schemas.microsoft.com/office/drawing/2014/main" id="{3E9D745C-C1FA-F146-3FCE-DAFFB368D777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" name="pg43">
                <a:extLst>
                  <a:ext uri="{FF2B5EF4-FFF2-40B4-BE49-F238E27FC236}">
                    <a16:creationId xmlns:a16="http://schemas.microsoft.com/office/drawing/2014/main" id="{3620EFF6-9737-E114-B3B4-A407D3680A0B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" name="pg44">
                <a:extLst>
                  <a:ext uri="{FF2B5EF4-FFF2-40B4-BE49-F238E27FC236}">
                    <a16:creationId xmlns:a16="http://schemas.microsoft.com/office/drawing/2014/main" id="{1087B5FE-6570-AC0D-2597-2C3F9DA2332A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pg45">
                <a:extLst>
                  <a:ext uri="{FF2B5EF4-FFF2-40B4-BE49-F238E27FC236}">
                    <a16:creationId xmlns:a16="http://schemas.microsoft.com/office/drawing/2014/main" id="{34755F85-AD94-CC63-E094-88719FCF2EC0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pg46">
                <a:extLst>
                  <a:ext uri="{FF2B5EF4-FFF2-40B4-BE49-F238E27FC236}">
                    <a16:creationId xmlns:a16="http://schemas.microsoft.com/office/drawing/2014/main" id="{597E27C2-FC79-042A-26B7-363BC005683A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pg47">
                <a:extLst>
                  <a:ext uri="{FF2B5EF4-FFF2-40B4-BE49-F238E27FC236}">
                    <a16:creationId xmlns:a16="http://schemas.microsoft.com/office/drawing/2014/main" id="{846858AD-D631-DE20-18ED-B76B525650F1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pg48">
                <a:extLst>
                  <a:ext uri="{FF2B5EF4-FFF2-40B4-BE49-F238E27FC236}">
                    <a16:creationId xmlns:a16="http://schemas.microsoft.com/office/drawing/2014/main" id="{60081586-DFB7-EBE5-4227-FA23F4B862C2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pg49">
                <a:extLst>
                  <a:ext uri="{FF2B5EF4-FFF2-40B4-BE49-F238E27FC236}">
                    <a16:creationId xmlns:a16="http://schemas.microsoft.com/office/drawing/2014/main" id="{762CCEDD-32C1-430B-69C3-A3E843F75A8C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pg50">
                <a:extLst>
                  <a:ext uri="{FF2B5EF4-FFF2-40B4-BE49-F238E27FC236}">
                    <a16:creationId xmlns:a16="http://schemas.microsoft.com/office/drawing/2014/main" id="{15CE3275-86B2-DC74-8692-D57FC209F79D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pg51">
                <a:extLst>
                  <a:ext uri="{FF2B5EF4-FFF2-40B4-BE49-F238E27FC236}">
                    <a16:creationId xmlns:a16="http://schemas.microsoft.com/office/drawing/2014/main" id="{763D0C8F-4436-08DA-EDEC-FBFC226C29D3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pg52">
                <a:extLst>
                  <a:ext uri="{FF2B5EF4-FFF2-40B4-BE49-F238E27FC236}">
                    <a16:creationId xmlns:a16="http://schemas.microsoft.com/office/drawing/2014/main" id="{2DCB6143-D54F-8DAE-690F-C2B4CA169BB3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pg53">
                <a:extLst>
                  <a:ext uri="{FF2B5EF4-FFF2-40B4-BE49-F238E27FC236}">
                    <a16:creationId xmlns:a16="http://schemas.microsoft.com/office/drawing/2014/main" id="{E2EAD0D3-7DE7-7926-D041-C2318BCCB298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pg54">
                <a:extLst>
                  <a:ext uri="{FF2B5EF4-FFF2-40B4-BE49-F238E27FC236}">
                    <a16:creationId xmlns:a16="http://schemas.microsoft.com/office/drawing/2014/main" id="{BD4FBFCA-5DE5-D75E-A296-37966DED42B7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" name="pg55">
                <a:extLst>
                  <a:ext uri="{FF2B5EF4-FFF2-40B4-BE49-F238E27FC236}">
                    <a16:creationId xmlns:a16="http://schemas.microsoft.com/office/drawing/2014/main" id="{5BE2AE43-4FB8-F966-ECE9-0923EAFFEF88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pg56">
                <a:extLst>
                  <a:ext uri="{FF2B5EF4-FFF2-40B4-BE49-F238E27FC236}">
                    <a16:creationId xmlns:a16="http://schemas.microsoft.com/office/drawing/2014/main" id="{5CF4881B-7976-C4D4-7121-A520913D6AE4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pg57">
                <a:extLst>
                  <a:ext uri="{FF2B5EF4-FFF2-40B4-BE49-F238E27FC236}">
                    <a16:creationId xmlns:a16="http://schemas.microsoft.com/office/drawing/2014/main" id="{05244200-1D49-E355-90BA-6C7493155B3F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pg58">
                <a:extLst>
                  <a:ext uri="{FF2B5EF4-FFF2-40B4-BE49-F238E27FC236}">
                    <a16:creationId xmlns:a16="http://schemas.microsoft.com/office/drawing/2014/main" id="{3C549BC3-7FA6-B20F-FC34-5937756AB883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pg59">
                <a:extLst>
                  <a:ext uri="{FF2B5EF4-FFF2-40B4-BE49-F238E27FC236}">
                    <a16:creationId xmlns:a16="http://schemas.microsoft.com/office/drawing/2014/main" id="{22212890-B11B-F392-F3D1-2550F71E1582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pg60">
                <a:extLst>
                  <a:ext uri="{FF2B5EF4-FFF2-40B4-BE49-F238E27FC236}">
                    <a16:creationId xmlns:a16="http://schemas.microsoft.com/office/drawing/2014/main" id="{4D803E17-37F7-490D-E737-77CA4CD34677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" name="pg61">
                <a:extLst>
                  <a:ext uri="{FF2B5EF4-FFF2-40B4-BE49-F238E27FC236}">
                    <a16:creationId xmlns:a16="http://schemas.microsoft.com/office/drawing/2014/main" id="{BEFCC2B4-8B7C-5C43-CDF5-1164C64267B2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" name="pg62">
                <a:extLst>
                  <a:ext uri="{FF2B5EF4-FFF2-40B4-BE49-F238E27FC236}">
                    <a16:creationId xmlns:a16="http://schemas.microsoft.com/office/drawing/2014/main" id="{63A86C36-5E05-1258-C407-936AB74D85FC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pg63">
                <a:extLst>
                  <a:ext uri="{FF2B5EF4-FFF2-40B4-BE49-F238E27FC236}">
                    <a16:creationId xmlns:a16="http://schemas.microsoft.com/office/drawing/2014/main" id="{E808BBF1-4E3B-5F0B-E420-AE1C93874D36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08" name="pg64">
                <a:extLst>
                  <a:ext uri="{FF2B5EF4-FFF2-40B4-BE49-F238E27FC236}">
                    <a16:creationId xmlns:a16="http://schemas.microsoft.com/office/drawing/2014/main" id="{C13D5C88-CB0A-1F1A-F6D4-0D4480683F87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09" name="pg65">
                <a:extLst>
                  <a:ext uri="{FF2B5EF4-FFF2-40B4-BE49-F238E27FC236}">
                    <a16:creationId xmlns:a16="http://schemas.microsoft.com/office/drawing/2014/main" id="{B94C6649-F446-DDF4-B2D6-D368880D9A2A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0" name="pg66">
                <a:extLst>
                  <a:ext uri="{FF2B5EF4-FFF2-40B4-BE49-F238E27FC236}">
                    <a16:creationId xmlns:a16="http://schemas.microsoft.com/office/drawing/2014/main" id="{43BC0C99-4796-203A-82BE-C16C26D81E26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1" name="pg67">
                <a:extLst>
                  <a:ext uri="{FF2B5EF4-FFF2-40B4-BE49-F238E27FC236}">
                    <a16:creationId xmlns:a16="http://schemas.microsoft.com/office/drawing/2014/main" id="{6A74E4A7-0D98-F7F9-7CC5-7F53B7720E58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2" name="pg68">
                <a:extLst>
                  <a:ext uri="{FF2B5EF4-FFF2-40B4-BE49-F238E27FC236}">
                    <a16:creationId xmlns:a16="http://schemas.microsoft.com/office/drawing/2014/main" id="{771BB9E7-BEA8-B637-AAB6-C5ADCE554BA4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3" name="pg69">
                <a:extLst>
                  <a:ext uri="{FF2B5EF4-FFF2-40B4-BE49-F238E27FC236}">
                    <a16:creationId xmlns:a16="http://schemas.microsoft.com/office/drawing/2014/main" id="{47CCA449-3C35-4A16-A543-D8860E3F195F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4" name="pg70">
                <a:extLst>
                  <a:ext uri="{FF2B5EF4-FFF2-40B4-BE49-F238E27FC236}">
                    <a16:creationId xmlns:a16="http://schemas.microsoft.com/office/drawing/2014/main" id="{0DFA179C-957E-75F0-BFCD-3E39520B9C5A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5" name="pg71">
                <a:extLst>
                  <a:ext uri="{FF2B5EF4-FFF2-40B4-BE49-F238E27FC236}">
                    <a16:creationId xmlns:a16="http://schemas.microsoft.com/office/drawing/2014/main" id="{6DD4DAA8-5D9B-1CDA-E9A0-53223FBFAE7B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6" name="pg72">
                <a:extLst>
                  <a:ext uri="{FF2B5EF4-FFF2-40B4-BE49-F238E27FC236}">
                    <a16:creationId xmlns:a16="http://schemas.microsoft.com/office/drawing/2014/main" id="{72B315BE-E355-B0AC-127A-A7A87E42405B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7" name="pg73">
                <a:extLst>
                  <a:ext uri="{FF2B5EF4-FFF2-40B4-BE49-F238E27FC236}">
                    <a16:creationId xmlns:a16="http://schemas.microsoft.com/office/drawing/2014/main" id="{FD5AEF3A-69EB-FEA2-A0C0-9F85A5724669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8" name="pg74">
                <a:extLst>
                  <a:ext uri="{FF2B5EF4-FFF2-40B4-BE49-F238E27FC236}">
                    <a16:creationId xmlns:a16="http://schemas.microsoft.com/office/drawing/2014/main" id="{1D7F309F-DE68-858E-0BCA-42EC7C8ED829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9" name="pg75">
                <a:extLst>
                  <a:ext uri="{FF2B5EF4-FFF2-40B4-BE49-F238E27FC236}">
                    <a16:creationId xmlns:a16="http://schemas.microsoft.com/office/drawing/2014/main" id="{878FA244-4337-4D47-C689-B59F9D743F78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0" name="pg76">
                <a:extLst>
                  <a:ext uri="{FF2B5EF4-FFF2-40B4-BE49-F238E27FC236}">
                    <a16:creationId xmlns:a16="http://schemas.microsoft.com/office/drawing/2014/main" id="{60A8B37B-04F7-1DA2-FAE7-41A026266675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1" name="pg77">
                <a:extLst>
                  <a:ext uri="{FF2B5EF4-FFF2-40B4-BE49-F238E27FC236}">
                    <a16:creationId xmlns:a16="http://schemas.microsoft.com/office/drawing/2014/main" id="{50DBECBE-6F6C-36FC-79C3-CFC55B6FE1DA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2" name="pg78">
                <a:extLst>
                  <a:ext uri="{FF2B5EF4-FFF2-40B4-BE49-F238E27FC236}">
                    <a16:creationId xmlns:a16="http://schemas.microsoft.com/office/drawing/2014/main" id="{3B97DA09-A942-C636-9269-DEA094DEC541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3" name="pg79">
                <a:extLst>
                  <a:ext uri="{FF2B5EF4-FFF2-40B4-BE49-F238E27FC236}">
                    <a16:creationId xmlns:a16="http://schemas.microsoft.com/office/drawing/2014/main" id="{E9423E46-240E-AD9D-DD4F-422B70289036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4" name="pg80">
                <a:extLst>
                  <a:ext uri="{FF2B5EF4-FFF2-40B4-BE49-F238E27FC236}">
                    <a16:creationId xmlns:a16="http://schemas.microsoft.com/office/drawing/2014/main" id="{4B455862-1D55-5213-F95D-6B05D973056B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5" name="pg81">
                <a:extLst>
                  <a:ext uri="{FF2B5EF4-FFF2-40B4-BE49-F238E27FC236}">
                    <a16:creationId xmlns:a16="http://schemas.microsoft.com/office/drawing/2014/main" id="{654E272F-D842-9624-F8BC-A522708A4342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6" name="pg82">
                <a:extLst>
                  <a:ext uri="{FF2B5EF4-FFF2-40B4-BE49-F238E27FC236}">
                    <a16:creationId xmlns:a16="http://schemas.microsoft.com/office/drawing/2014/main" id="{BD183375-36E7-6217-5DA0-18F5790E68C0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7" name="pg83">
                <a:extLst>
                  <a:ext uri="{FF2B5EF4-FFF2-40B4-BE49-F238E27FC236}">
                    <a16:creationId xmlns:a16="http://schemas.microsoft.com/office/drawing/2014/main" id="{E9DF2CC9-F1E8-091C-2D93-D1835212C329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8" name="pg84">
                <a:extLst>
                  <a:ext uri="{FF2B5EF4-FFF2-40B4-BE49-F238E27FC236}">
                    <a16:creationId xmlns:a16="http://schemas.microsoft.com/office/drawing/2014/main" id="{7FDB6BE3-5E23-51FA-E39D-A9D99B171F6F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9" name="pg85">
                <a:extLst>
                  <a:ext uri="{FF2B5EF4-FFF2-40B4-BE49-F238E27FC236}">
                    <a16:creationId xmlns:a16="http://schemas.microsoft.com/office/drawing/2014/main" id="{72707235-438A-6AEF-9FDD-D4A11BFB9038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0" name="pg86">
                <a:extLst>
                  <a:ext uri="{FF2B5EF4-FFF2-40B4-BE49-F238E27FC236}">
                    <a16:creationId xmlns:a16="http://schemas.microsoft.com/office/drawing/2014/main" id="{CE14DD9B-6557-BA55-B23C-883747395FD0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1" name="pg87">
                <a:extLst>
                  <a:ext uri="{FF2B5EF4-FFF2-40B4-BE49-F238E27FC236}">
                    <a16:creationId xmlns:a16="http://schemas.microsoft.com/office/drawing/2014/main" id="{36698621-996F-D497-5595-81767C389A46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2" name="pg88">
                <a:extLst>
                  <a:ext uri="{FF2B5EF4-FFF2-40B4-BE49-F238E27FC236}">
                    <a16:creationId xmlns:a16="http://schemas.microsoft.com/office/drawing/2014/main" id="{256E0D44-BB8F-8F5C-1F1E-865043AF7524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3" name="pg89">
                <a:extLst>
                  <a:ext uri="{FF2B5EF4-FFF2-40B4-BE49-F238E27FC236}">
                    <a16:creationId xmlns:a16="http://schemas.microsoft.com/office/drawing/2014/main" id="{381574AE-B4B8-6BC0-6070-DF579BE87FD1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4" name="pg90">
                <a:extLst>
                  <a:ext uri="{FF2B5EF4-FFF2-40B4-BE49-F238E27FC236}">
                    <a16:creationId xmlns:a16="http://schemas.microsoft.com/office/drawing/2014/main" id="{B93BC64C-C634-0649-CACC-26BEF4716BE5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5" name="pg91">
                <a:extLst>
                  <a:ext uri="{FF2B5EF4-FFF2-40B4-BE49-F238E27FC236}">
                    <a16:creationId xmlns:a16="http://schemas.microsoft.com/office/drawing/2014/main" id="{76C26220-3D70-E6B4-AA85-3E772AFF3F36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6" name="pg92">
                <a:extLst>
                  <a:ext uri="{FF2B5EF4-FFF2-40B4-BE49-F238E27FC236}">
                    <a16:creationId xmlns:a16="http://schemas.microsoft.com/office/drawing/2014/main" id="{38F81D58-2E2B-703E-7582-FA5635C26FC2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7" name="pg93">
                <a:extLst>
                  <a:ext uri="{FF2B5EF4-FFF2-40B4-BE49-F238E27FC236}">
                    <a16:creationId xmlns:a16="http://schemas.microsoft.com/office/drawing/2014/main" id="{F13979BF-6FEB-63FE-E568-684F6788A2CB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8" name="pg94">
                <a:extLst>
                  <a:ext uri="{FF2B5EF4-FFF2-40B4-BE49-F238E27FC236}">
                    <a16:creationId xmlns:a16="http://schemas.microsoft.com/office/drawing/2014/main" id="{5D240EDD-1E9F-DFE3-57FB-62EDDA83075E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9" name="pg95">
                <a:extLst>
                  <a:ext uri="{FF2B5EF4-FFF2-40B4-BE49-F238E27FC236}">
                    <a16:creationId xmlns:a16="http://schemas.microsoft.com/office/drawing/2014/main" id="{65878C31-75FC-A7D6-FFC6-C593EB205744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0" name="pg96">
                <a:extLst>
                  <a:ext uri="{FF2B5EF4-FFF2-40B4-BE49-F238E27FC236}">
                    <a16:creationId xmlns:a16="http://schemas.microsoft.com/office/drawing/2014/main" id="{2960C886-34B7-DD76-6337-1DC70A0983E5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1" name="pg97">
                <a:extLst>
                  <a:ext uri="{FF2B5EF4-FFF2-40B4-BE49-F238E27FC236}">
                    <a16:creationId xmlns:a16="http://schemas.microsoft.com/office/drawing/2014/main" id="{B27EADB1-A301-32C3-CADF-15A61EA81434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2" name="pg98">
                <a:extLst>
                  <a:ext uri="{FF2B5EF4-FFF2-40B4-BE49-F238E27FC236}">
                    <a16:creationId xmlns:a16="http://schemas.microsoft.com/office/drawing/2014/main" id="{EA391F19-F710-FDED-389B-A9F40953C9F7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3" name="pg99">
                <a:extLst>
                  <a:ext uri="{FF2B5EF4-FFF2-40B4-BE49-F238E27FC236}">
                    <a16:creationId xmlns:a16="http://schemas.microsoft.com/office/drawing/2014/main" id="{C18357EA-44A4-4912-7616-B5F881EE68FE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4" name="pg100">
                <a:extLst>
                  <a:ext uri="{FF2B5EF4-FFF2-40B4-BE49-F238E27FC236}">
                    <a16:creationId xmlns:a16="http://schemas.microsoft.com/office/drawing/2014/main" id="{4BE28F47-8925-DFB9-7655-0F171042087B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5" name="pg101">
                <a:extLst>
                  <a:ext uri="{FF2B5EF4-FFF2-40B4-BE49-F238E27FC236}">
                    <a16:creationId xmlns:a16="http://schemas.microsoft.com/office/drawing/2014/main" id="{A5C30699-CD3B-4441-5993-36BFB9A7E637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6" name="pg102">
                <a:extLst>
                  <a:ext uri="{FF2B5EF4-FFF2-40B4-BE49-F238E27FC236}">
                    <a16:creationId xmlns:a16="http://schemas.microsoft.com/office/drawing/2014/main" id="{2C0F6BE2-50B3-18BD-FD8E-9637C486FB4C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7" name="pg103">
                <a:extLst>
                  <a:ext uri="{FF2B5EF4-FFF2-40B4-BE49-F238E27FC236}">
                    <a16:creationId xmlns:a16="http://schemas.microsoft.com/office/drawing/2014/main" id="{0DF84769-FF70-D4F5-3F0F-CC341396FD82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8" name="pg104">
                <a:extLst>
                  <a:ext uri="{FF2B5EF4-FFF2-40B4-BE49-F238E27FC236}">
                    <a16:creationId xmlns:a16="http://schemas.microsoft.com/office/drawing/2014/main" id="{81301FA6-6256-7326-8E8A-820CBE393665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9" name="pg105">
                <a:extLst>
                  <a:ext uri="{FF2B5EF4-FFF2-40B4-BE49-F238E27FC236}">
                    <a16:creationId xmlns:a16="http://schemas.microsoft.com/office/drawing/2014/main" id="{54CB742F-B69E-5A60-2DD4-1A4C091F88F6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0" name="pg106">
                <a:extLst>
                  <a:ext uri="{FF2B5EF4-FFF2-40B4-BE49-F238E27FC236}">
                    <a16:creationId xmlns:a16="http://schemas.microsoft.com/office/drawing/2014/main" id="{91D3677F-8E27-175D-01B6-66CD6EE1D1F2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1" name="pg107">
                <a:extLst>
                  <a:ext uri="{FF2B5EF4-FFF2-40B4-BE49-F238E27FC236}">
                    <a16:creationId xmlns:a16="http://schemas.microsoft.com/office/drawing/2014/main" id="{4BBD3AB1-96A5-CCF2-52F1-20657EDF46BF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2" name="pg108">
                <a:extLst>
                  <a:ext uri="{FF2B5EF4-FFF2-40B4-BE49-F238E27FC236}">
                    <a16:creationId xmlns:a16="http://schemas.microsoft.com/office/drawing/2014/main" id="{B4DE636D-D879-D408-7812-170AD858C677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3" name="pg109">
                <a:extLst>
                  <a:ext uri="{FF2B5EF4-FFF2-40B4-BE49-F238E27FC236}">
                    <a16:creationId xmlns:a16="http://schemas.microsoft.com/office/drawing/2014/main" id="{48BB36AA-75F8-3D61-574B-0C5F17F4D391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4" name="pg110">
                <a:extLst>
                  <a:ext uri="{FF2B5EF4-FFF2-40B4-BE49-F238E27FC236}">
                    <a16:creationId xmlns:a16="http://schemas.microsoft.com/office/drawing/2014/main" id="{104DD393-8270-E4FC-00C7-5D6E47253F84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5" name="pg111">
                <a:extLst>
                  <a:ext uri="{FF2B5EF4-FFF2-40B4-BE49-F238E27FC236}">
                    <a16:creationId xmlns:a16="http://schemas.microsoft.com/office/drawing/2014/main" id="{5AAA58AA-755A-FC84-FCF2-6C319AA65DB5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6" name="pg112">
                <a:extLst>
                  <a:ext uri="{FF2B5EF4-FFF2-40B4-BE49-F238E27FC236}">
                    <a16:creationId xmlns:a16="http://schemas.microsoft.com/office/drawing/2014/main" id="{ACB27F8A-5522-C262-C4B9-A9327A86D611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7" name="pg113">
                <a:extLst>
                  <a:ext uri="{FF2B5EF4-FFF2-40B4-BE49-F238E27FC236}">
                    <a16:creationId xmlns:a16="http://schemas.microsoft.com/office/drawing/2014/main" id="{2E612273-18B3-6A9F-32D9-552009E6FC07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6" name="pg114">
                <a:extLst>
                  <a:ext uri="{FF2B5EF4-FFF2-40B4-BE49-F238E27FC236}">
                    <a16:creationId xmlns:a16="http://schemas.microsoft.com/office/drawing/2014/main" id="{32DF12FC-6698-AB0E-EA4C-6EE5BB74FE85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7" name="pg115">
                <a:extLst>
                  <a:ext uri="{FF2B5EF4-FFF2-40B4-BE49-F238E27FC236}">
                    <a16:creationId xmlns:a16="http://schemas.microsoft.com/office/drawing/2014/main" id="{D7217366-7EFF-0525-0571-93ECDC2F5789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8" name="pg116">
                <a:extLst>
                  <a:ext uri="{FF2B5EF4-FFF2-40B4-BE49-F238E27FC236}">
                    <a16:creationId xmlns:a16="http://schemas.microsoft.com/office/drawing/2014/main" id="{205E5396-7090-8319-81B9-68CC2C326A9B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9" name="pg117">
                <a:extLst>
                  <a:ext uri="{FF2B5EF4-FFF2-40B4-BE49-F238E27FC236}">
                    <a16:creationId xmlns:a16="http://schemas.microsoft.com/office/drawing/2014/main" id="{EA5AFB96-731C-4EA8-8F7A-0106B2937B89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0" name="pg118">
                <a:extLst>
                  <a:ext uri="{FF2B5EF4-FFF2-40B4-BE49-F238E27FC236}">
                    <a16:creationId xmlns:a16="http://schemas.microsoft.com/office/drawing/2014/main" id="{43B42D2E-09DA-43D4-1A48-863294CBE3C9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1" name="pg119">
                <a:extLst>
                  <a:ext uri="{FF2B5EF4-FFF2-40B4-BE49-F238E27FC236}">
                    <a16:creationId xmlns:a16="http://schemas.microsoft.com/office/drawing/2014/main" id="{CC7AEC55-49BE-582E-A8A5-CFEEBA6DAC79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2" name="pg120">
                <a:extLst>
                  <a:ext uri="{FF2B5EF4-FFF2-40B4-BE49-F238E27FC236}">
                    <a16:creationId xmlns:a16="http://schemas.microsoft.com/office/drawing/2014/main" id="{52460013-45CD-EDB4-AD22-D4DB0CB32602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3" name="pg121">
                <a:extLst>
                  <a:ext uri="{FF2B5EF4-FFF2-40B4-BE49-F238E27FC236}">
                    <a16:creationId xmlns:a16="http://schemas.microsoft.com/office/drawing/2014/main" id="{4185EB6F-5A85-3F2D-6520-9BE11C3083F4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4" name="pg122">
                <a:extLst>
                  <a:ext uri="{FF2B5EF4-FFF2-40B4-BE49-F238E27FC236}">
                    <a16:creationId xmlns:a16="http://schemas.microsoft.com/office/drawing/2014/main" id="{8826071D-E21A-767C-0FEE-F5F23C81B434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5" name="pg123">
                <a:extLst>
                  <a:ext uri="{FF2B5EF4-FFF2-40B4-BE49-F238E27FC236}">
                    <a16:creationId xmlns:a16="http://schemas.microsoft.com/office/drawing/2014/main" id="{998D2317-2AAB-FF98-4972-A3A16EEF17D9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1" name="pg124">
                <a:extLst>
                  <a:ext uri="{FF2B5EF4-FFF2-40B4-BE49-F238E27FC236}">
                    <a16:creationId xmlns:a16="http://schemas.microsoft.com/office/drawing/2014/main" id="{4541B13F-91AC-E66D-9D72-AAFF7CA8114D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2" name="pg125">
                <a:extLst>
                  <a:ext uri="{FF2B5EF4-FFF2-40B4-BE49-F238E27FC236}">
                    <a16:creationId xmlns:a16="http://schemas.microsoft.com/office/drawing/2014/main" id="{8C3359A2-E2A6-AAD2-BEA1-4C9E813AA802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3" name="pg126">
                <a:extLst>
                  <a:ext uri="{FF2B5EF4-FFF2-40B4-BE49-F238E27FC236}">
                    <a16:creationId xmlns:a16="http://schemas.microsoft.com/office/drawing/2014/main" id="{E17129EA-7AC6-4912-FC55-3B89FF89AF3D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5" name="pg127">
                <a:extLst>
                  <a:ext uri="{FF2B5EF4-FFF2-40B4-BE49-F238E27FC236}">
                    <a16:creationId xmlns:a16="http://schemas.microsoft.com/office/drawing/2014/main" id="{27202B0B-82F2-CA7C-52AE-248CB5D972CE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6" name="pg128">
                <a:extLst>
                  <a:ext uri="{FF2B5EF4-FFF2-40B4-BE49-F238E27FC236}">
                    <a16:creationId xmlns:a16="http://schemas.microsoft.com/office/drawing/2014/main" id="{E1B459F3-0937-FC08-2584-9E8C34B133E6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7" name="pg129">
                <a:extLst>
                  <a:ext uri="{FF2B5EF4-FFF2-40B4-BE49-F238E27FC236}">
                    <a16:creationId xmlns:a16="http://schemas.microsoft.com/office/drawing/2014/main" id="{102C66A3-FF21-79D1-2D51-D12E8BFC3AED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8" name="pg130">
                <a:extLst>
                  <a:ext uri="{FF2B5EF4-FFF2-40B4-BE49-F238E27FC236}">
                    <a16:creationId xmlns:a16="http://schemas.microsoft.com/office/drawing/2014/main" id="{5F46719F-ED3E-8A69-DA16-BC1F964DA32A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7" name="pg131">
                <a:extLst>
                  <a:ext uri="{FF2B5EF4-FFF2-40B4-BE49-F238E27FC236}">
                    <a16:creationId xmlns:a16="http://schemas.microsoft.com/office/drawing/2014/main" id="{3EFDC44A-BA41-A111-B4B7-EFBF1E838B94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1" name="pg132">
                <a:extLst>
                  <a:ext uri="{FF2B5EF4-FFF2-40B4-BE49-F238E27FC236}">
                    <a16:creationId xmlns:a16="http://schemas.microsoft.com/office/drawing/2014/main" id="{F2B06DB8-51C8-0219-B18A-AFB79B3AECC3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2" name="pg133">
                <a:extLst>
                  <a:ext uri="{FF2B5EF4-FFF2-40B4-BE49-F238E27FC236}">
                    <a16:creationId xmlns:a16="http://schemas.microsoft.com/office/drawing/2014/main" id="{D2E39D2A-A8D5-2A30-6E1B-52B510956F14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3" name="pg134">
                <a:extLst>
                  <a:ext uri="{FF2B5EF4-FFF2-40B4-BE49-F238E27FC236}">
                    <a16:creationId xmlns:a16="http://schemas.microsoft.com/office/drawing/2014/main" id="{B8CAD551-E3F2-39EF-8E59-9814523A8F95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4" name="pg135">
                <a:extLst>
                  <a:ext uri="{FF2B5EF4-FFF2-40B4-BE49-F238E27FC236}">
                    <a16:creationId xmlns:a16="http://schemas.microsoft.com/office/drawing/2014/main" id="{61DFFDC4-07DC-77DD-DA05-D25DF751CB8C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5" name="pg136">
                <a:extLst>
                  <a:ext uri="{FF2B5EF4-FFF2-40B4-BE49-F238E27FC236}">
                    <a16:creationId xmlns:a16="http://schemas.microsoft.com/office/drawing/2014/main" id="{6A59C0EA-F451-1BD5-147F-7AD565E60382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6" name="pg137">
                <a:extLst>
                  <a:ext uri="{FF2B5EF4-FFF2-40B4-BE49-F238E27FC236}">
                    <a16:creationId xmlns:a16="http://schemas.microsoft.com/office/drawing/2014/main" id="{3361037A-1AB9-7B8A-636E-0EFF6A8DE965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9" name="pg138">
                <a:extLst>
                  <a:ext uri="{FF2B5EF4-FFF2-40B4-BE49-F238E27FC236}">
                    <a16:creationId xmlns:a16="http://schemas.microsoft.com/office/drawing/2014/main" id="{230E2095-120B-08A7-C254-E75EE45A79A6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2" name="pg139">
                <a:extLst>
                  <a:ext uri="{FF2B5EF4-FFF2-40B4-BE49-F238E27FC236}">
                    <a16:creationId xmlns:a16="http://schemas.microsoft.com/office/drawing/2014/main" id="{3CF86B15-BE66-82AA-9287-C871B95EE4C0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4" name="pg140">
                <a:extLst>
                  <a:ext uri="{FF2B5EF4-FFF2-40B4-BE49-F238E27FC236}">
                    <a16:creationId xmlns:a16="http://schemas.microsoft.com/office/drawing/2014/main" id="{94D7B85C-A2B8-E689-D1B6-01DD72B0F5F3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5" name="pg141">
                <a:extLst>
                  <a:ext uri="{FF2B5EF4-FFF2-40B4-BE49-F238E27FC236}">
                    <a16:creationId xmlns:a16="http://schemas.microsoft.com/office/drawing/2014/main" id="{4C851C70-443D-3C11-D13D-32DCBDCA0925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6" name="pg142">
                <a:extLst>
                  <a:ext uri="{FF2B5EF4-FFF2-40B4-BE49-F238E27FC236}">
                    <a16:creationId xmlns:a16="http://schemas.microsoft.com/office/drawing/2014/main" id="{CEF24017-B18E-0E3B-D426-EC2B421AC4AA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7" name="pg143">
                <a:extLst>
                  <a:ext uri="{FF2B5EF4-FFF2-40B4-BE49-F238E27FC236}">
                    <a16:creationId xmlns:a16="http://schemas.microsoft.com/office/drawing/2014/main" id="{406B39D8-15E6-0DF7-396F-B9F5A3905CFC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8" name="pg144">
                <a:extLst>
                  <a:ext uri="{FF2B5EF4-FFF2-40B4-BE49-F238E27FC236}">
                    <a16:creationId xmlns:a16="http://schemas.microsoft.com/office/drawing/2014/main" id="{CF4F41ED-C0BF-883A-5CF8-9F7DFCAC9F3C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9" name="pg145">
                <a:extLst>
                  <a:ext uri="{FF2B5EF4-FFF2-40B4-BE49-F238E27FC236}">
                    <a16:creationId xmlns:a16="http://schemas.microsoft.com/office/drawing/2014/main" id="{63290B5D-7A63-424E-3741-A08F3262BB56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0" name="pg146">
                <a:extLst>
                  <a:ext uri="{FF2B5EF4-FFF2-40B4-BE49-F238E27FC236}">
                    <a16:creationId xmlns:a16="http://schemas.microsoft.com/office/drawing/2014/main" id="{8DEC59C1-1A40-70A7-8FD8-AF6336211B88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1" name="pg147">
                <a:extLst>
                  <a:ext uri="{FF2B5EF4-FFF2-40B4-BE49-F238E27FC236}">
                    <a16:creationId xmlns:a16="http://schemas.microsoft.com/office/drawing/2014/main" id="{D38356A9-31E8-0745-F185-B9E56D977F60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2" name="pg148">
                <a:extLst>
                  <a:ext uri="{FF2B5EF4-FFF2-40B4-BE49-F238E27FC236}">
                    <a16:creationId xmlns:a16="http://schemas.microsoft.com/office/drawing/2014/main" id="{2FFB44AB-802A-B619-CE10-C5296B7F5829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3" name="pg149">
                <a:extLst>
                  <a:ext uri="{FF2B5EF4-FFF2-40B4-BE49-F238E27FC236}">
                    <a16:creationId xmlns:a16="http://schemas.microsoft.com/office/drawing/2014/main" id="{D3D75EE1-E429-26BD-FDBB-A19EBE345BA3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4" name="pg150">
                <a:extLst>
                  <a:ext uri="{FF2B5EF4-FFF2-40B4-BE49-F238E27FC236}">
                    <a16:creationId xmlns:a16="http://schemas.microsoft.com/office/drawing/2014/main" id="{1D41B2CB-8478-03A0-1D75-9B64B7B2DBF5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5" name="pg151">
                <a:extLst>
                  <a:ext uri="{FF2B5EF4-FFF2-40B4-BE49-F238E27FC236}">
                    <a16:creationId xmlns:a16="http://schemas.microsoft.com/office/drawing/2014/main" id="{26B65B8C-43FA-6047-75D2-C4CBD64CE7AD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6" name="pg152">
                <a:extLst>
                  <a:ext uri="{FF2B5EF4-FFF2-40B4-BE49-F238E27FC236}">
                    <a16:creationId xmlns:a16="http://schemas.microsoft.com/office/drawing/2014/main" id="{DA5D64CC-5F92-8E8C-2D1E-A5FBB383A712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7" name="pg153">
                <a:extLst>
                  <a:ext uri="{FF2B5EF4-FFF2-40B4-BE49-F238E27FC236}">
                    <a16:creationId xmlns:a16="http://schemas.microsoft.com/office/drawing/2014/main" id="{3073CF0C-CF61-E8DE-41D0-12E4D5E96B39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8" name="pg154">
                <a:extLst>
                  <a:ext uri="{FF2B5EF4-FFF2-40B4-BE49-F238E27FC236}">
                    <a16:creationId xmlns:a16="http://schemas.microsoft.com/office/drawing/2014/main" id="{E9F5A51C-9B1A-B072-8014-A5E240531924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9" name="pg155">
                <a:extLst>
                  <a:ext uri="{FF2B5EF4-FFF2-40B4-BE49-F238E27FC236}">
                    <a16:creationId xmlns:a16="http://schemas.microsoft.com/office/drawing/2014/main" id="{D3A15DE4-FB9E-6700-07E7-E3E45022C0F2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0" name="pg156">
                <a:extLst>
                  <a:ext uri="{FF2B5EF4-FFF2-40B4-BE49-F238E27FC236}">
                    <a16:creationId xmlns:a16="http://schemas.microsoft.com/office/drawing/2014/main" id="{9CB1A0CB-0A1A-4AC8-DE02-449F87EDA310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1" name="pg157">
                <a:extLst>
                  <a:ext uri="{FF2B5EF4-FFF2-40B4-BE49-F238E27FC236}">
                    <a16:creationId xmlns:a16="http://schemas.microsoft.com/office/drawing/2014/main" id="{97BA968B-249C-1575-A46F-7B557927B4BE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2" name="pg158">
                <a:extLst>
                  <a:ext uri="{FF2B5EF4-FFF2-40B4-BE49-F238E27FC236}">
                    <a16:creationId xmlns:a16="http://schemas.microsoft.com/office/drawing/2014/main" id="{6C1E3818-5F34-CB5F-47C2-1A6C7277CC6F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3" name="pg159">
                <a:extLst>
                  <a:ext uri="{FF2B5EF4-FFF2-40B4-BE49-F238E27FC236}">
                    <a16:creationId xmlns:a16="http://schemas.microsoft.com/office/drawing/2014/main" id="{D3E3202F-F741-708B-0CFE-8B632DDBF03F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4" name="pg160">
                <a:extLst>
                  <a:ext uri="{FF2B5EF4-FFF2-40B4-BE49-F238E27FC236}">
                    <a16:creationId xmlns:a16="http://schemas.microsoft.com/office/drawing/2014/main" id="{D914FAD2-3396-04F4-8078-209004A6094F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5" name="pg161">
                <a:extLst>
                  <a:ext uri="{FF2B5EF4-FFF2-40B4-BE49-F238E27FC236}">
                    <a16:creationId xmlns:a16="http://schemas.microsoft.com/office/drawing/2014/main" id="{A9591BB7-01A5-6212-E9EE-1A49BAD9C057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6" name="pg162">
                <a:extLst>
                  <a:ext uri="{FF2B5EF4-FFF2-40B4-BE49-F238E27FC236}">
                    <a16:creationId xmlns:a16="http://schemas.microsoft.com/office/drawing/2014/main" id="{0772827F-E7B5-E299-F486-E732E713758B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7" name="pg163">
                <a:extLst>
                  <a:ext uri="{FF2B5EF4-FFF2-40B4-BE49-F238E27FC236}">
                    <a16:creationId xmlns:a16="http://schemas.microsoft.com/office/drawing/2014/main" id="{5C8DDF53-0756-9CEE-3DE2-6D9105AE6D8B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8" name="pg164">
                <a:extLst>
                  <a:ext uri="{FF2B5EF4-FFF2-40B4-BE49-F238E27FC236}">
                    <a16:creationId xmlns:a16="http://schemas.microsoft.com/office/drawing/2014/main" id="{F65BF495-5937-2026-99B3-9C4FB108BDF4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9" name="pg165">
                <a:extLst>
                  <a:ext uri="{FF2B5EF4-FFF2-40B4-BE49-F238E27FC236}">
                    <a16:creationId xmlns:a16="http://schemas.microsoft.com/office/drawing/2014/main" id="{ECD1BACA-72E5-E3C3-D985-D360294B9F7C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0" name="pg166">
                <a:extLst>
                  <a:ext uri="{FF2B5EF4-FFF2-40B4-BE49-F238E27FC236}">
                    <a16:creationId xmlns:a16="http://schemas.microsoft.com/office/drawing/2014/main" id="{7B3285FA-4553-7D98-2D60-785ACB2B03C6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1" name="pg167">
                <a:extLst>
                  <a:ext uri="{FF2B5EF4-FFF2-40B4-BE49-F238E27FC236}">
                    <a16:creationId xmlns:a16="http://schemas.microsoft.com/office/drawing/2014/main" id="{EC6236CA-3BCE-1E11-796A-ADB901FE4715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2" name="pg168">
                <a:extLst>
                  <a:ext uri="{FF2B5EF4-FFF2-40B4-BE49-F238E27FC236}">
                    <a16:creationId xmlns:a16="http://schemas.microsoft.com/office/drawing/2014/main" id="{17996678-8DF8-B3FD-3C6D-88500DE304D1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3" name="pg169">
                <a:extLst>
                  <a:ext uri="{FF2B5EF4-FFF2-40B4-BE49-F238E27FC236}">
                    <a16:creationId xmlns:a16="http://schemas.microsoft.com/office/drawing/2014/main" id="{EA3E1EBB-3460-5C3A-3AD3-BF6E24AB1FF6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4" name="pg170">
                <a:extLst>
                  <a:ext uri="{FF2B5EF4-FFF2-40B4-BE49-F238E27FC236}">
                    <a16:creationId xmlns:a16="http://schemas.microsoft.com/office/drawing/2014/main" id="{C9906D33-0263-8CB5-FD08-7AB394B64A54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5" name="pg171">
                <a:extLst>
                  <a:ext uri="{FF2B5EF4-FFF2-40B4-BE49-F238E27FC236}">
                    <a16:creationId xmlns:a16="http://schemas.microsoft.com/office/drawing/2014/main" id="{DDF2AB65-B522-8AC6-6C58-FD2830461D13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6" name="pg172">
                <a:extLst>
                  <a:ext uri="{FF2B5EF4-FFF2-40B4-BE49-F238E27FC236}">
                    <a16:creationId xmlns:a16="http://schemas.microsoft.com/office/drawing/2014/main" id="{2894935D-882A-7FB7-EBBE-3FA3C0480AA8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7" name="pg173">
                <a:extLst>
                  <a:ext uri="{FF2B5EF4-FFF2-40B4-BE49-F238E27FC236}">
                    <a16:creationId xmlns:a16="http://schemas.microsoft.com/office/drawing/2014/main" id="{B4D4CE8A-32AC-2667-7882-5EB84E270466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8" name="pg174">
                <a:extLst>
                  <a:ext uri="{FF2B5EF4-FFF2-40B4-BE49-F238E27FC236}">
                    <a16:creationId xmlns:a16="http://schemas.microsoft.com/office/drawing/2014/main" id="{EF5AE3DC-CAD5-A19F-86CB-E0295A044465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9" name="pg175">
                <a:extLst>
                  <a:ext uri="{FF2B5EF4-FFF2-40B4-BE49-F238E27FC236}">
                    <a16:creationId xmlns:a16="http://schemas.microsoft.com/office/drawing/2014/main" id="{F4DBC758-3635-7239-61A2-55D2E606C56D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0" name="pg176">
                <a:extLst>
                  <a:ext uri="{FF2B5EF4-FFF2-40B4-BE49-F238E27FC236}">
                    <a16:creationId xmlns:a16="http://schemas.microsoft.com/office/drawing/2014/main" id="{98C5F0FA-60C3-DD32-9794-A81EEFD6BA66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1" name="pg177">
                <a:extLst>
                  <a:ext uri="{FF2B5EF4-FFF2-40B4-BE49-F238E27FC236}">
                    <a16:creationId xmlns:a16="http://schemas.microsoft.com/office/drawing/2014/main" id="{44A9FE57-C03E-90F3-3B3F-4C5881EA62EB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2" name="pg178">
                <a:extLst>
                  <a:ext uri="{FF2B5EF4-FFF2-40B4-BE49-F238E27FC236}">
                    <a16:creationId xmlns:a16="http://schemas.microsoft.com/office/drawing/2014/main" id="{A379462D-9406-D7AB-20E6-1AA8C1EE57EF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3" name="pg179">
                <a:extLst>
                  <a:ext uri="{FF2B5EF4-FFF2-40B4-BE49-F238E27FC236}">
                    <a16:creationId xmlns:a16="http://schemas.microsoft.com/office/drawing/2014/main" id="{95165220-77FE-C83A-DD2F-6F831FE52DD0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4" name="pg180">
                <a:extLst>
                  <a:ext uri="{FF2B5EF4-FFF2-40B4-BE49-F238E27FC236}">
                    <a16:creationId xmlns:a16="http://schemas.microsoft.com/office/drawing/2014/main" id="{52B66CBD-A64C-EB79-9AE7-E90B2836D1E6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5" name="pg181">
                <a:extLst>
                  <a:ext uri="{FF2B5EF4-FFF2-40B4-BE49-F238E27FC236}">
                    <a16:creationId xmlns:a16="http://schemas.microsoft.com/office/drawing/2014/main" id="{B53B0328-15A4-ACCE-936E-634CD651746A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6" name="pg182">
                <a:extLst>
                  <a:ext uri="{FF2B5EF4-FFF2-40B4-BE49-F238E27FC236}">
                    <a16:creationId xmlns:a16="http://schemas.microsoft.com/office/drawing/2014/main" id="{40CEBD7E-80BF-7D7D-37EF-D68DCDBD4326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7" name="pg183">
                <a:extLst>
                  <a:ext uri="{FF2B5EF4-FFF2-40B4-BE49-F238E27FC236}">
                    <a16:creationId xmlns:a16="http://schemas.microsoft.com/office/drawing/2014/main" id="{B4D1E5AF-2660-F5A5-B676-B26EAF2119C3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2" name="pg184">
                <a:extLst>
                  <a:ext uri="{FF2B5EF4-FFF2-40B4-BE49-F238E27FC236}">
                    <a16:creationId xmlns:a16="http://schemas.microsoft.com/office/drawing/2014/main" id="{639D2EF7-EB41-1413-F79B-065DDCEE76ED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3" name="pg185">
                <a:extLst>
                  <a:ext uri="{FF2B5EF4-FFF2-40B4-BE49-F238E27FC236}">
                    <a16:creationId xmlns:a16="http://schemas.microsoft.com/office/drawing/2014/main" id="{F5CAAF37-F8A2-2514-223F-A55D25BBD16E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4" name="pg186">
                <a:extLst>
                  <a:ext uri="{FF2B5EF4-FFF2-40B4-BE49-F238E27FC236}">
                    <a16:creationId xmlns:a16="http://schemas.microsoft.com/office/drawing/2014/main" id="{B7B9A359-88D7-BD28-0289-8C6FF8C34176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5" name="pg187">
                <a:extLst>
                  <a:ext uri="{FF2B5EF4-FFF2-40B4-BE49-F238E27FC236}">
                    <a16:creationId xmlns:a16="http://schemas.microsoft.com/office/drawing/2014/main" id="{B9814AA9-F763-D664-7AE5-6C44E96DB6BF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6" name="pg188">
                <a:extLst>
                  <a:ext uri="{FF2B5EF4-FFF2-40B4-BE49-F238E27FC236}">
                    <a16:creationId xmlns:a16="http://schemas.microsoft.com/office/drawing/2014/main" id="{3C20BB98-DE55-CD60-BF04-695CC5268AF4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7" name="pg189">
                <a:extLst>
                  <a:ext uri="{FF2B5EF4-FFF2-40B4-BE49-F238E27FC236}">
                    <a16:creationId xmlns:a16="http://schemas.microsoft.com/office/drawing/2014/main" id="{97B455BD-C44A-873D-E5FD-C55F57B280E3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8" name="pg190">
                <a:extLst>
                  <a:ext uri="{FF2B5EF4-FFF2-40B4-BE49-F238E27FC236}">
                    <a16:creationId xmlns:a16="http://schemas.microsoft.com/office/drawing/2014/main" id="{D09822B6-147C-CA46-6D9A-F36ED1DE436E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9" name="pg191">
                <a:extLst>
                  <a:ext uri="{FF2B5EF4-FFF2-40B4-BE49-F238E27FC236}">
                    <a16:creationId xmlns:a16="http://schemas.microsoft.com/office/drawing/2014/main" id="{9D65D318-F281-24F3-67DE-9BA2CA2C3A9D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0" name="pg192">
                <a:extLst>
                  <a:ext uri="{FF2B5EF4-FFF2-40B4-BE49-F238E27FC236}">
                    <a16:creationId xmlns:a16="http://schemas.microsoft.com/office/drawing/2014/main" id="{A1FC0A86-AFC4-37FA-2654-82F07BDBAB4C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1" name="pg193">
                <a:extLst>
                  <a:ext uri="{FF2B5EF4-FFF2-40B4-BE49-F238E27FC236}">
                    <a16:creationId xmlns:a16="http://schemas.microsoft.com/office/drawing/2014/main" id="{02E4E162-3BB2-DDFE-D224-3ABAAE8B02EB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2" name="pg194">
                <a:extLst>
                  <a:ext uri="{FF2B5EF4-FFF2-40B4-BE49-F238E27FC236}">
                    <a16:creationId xmlns:a16="http://schemas.microsoft.com/office/drawing/2014/main" id="{51565C47-A2AD-29E9-CF17-D64D9367D738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3" name="pg195">
                <a:extLst>
                  <a:ext uri="{FF2B5EF4-FFF2-40B4-BE49-F238E27FC236}">
                    <a16:creationId xmlns:a16="http://schemas.microsoft.com/office/drawing/2014/main" id="{9A08F0B3-5D0A-966B-7DD5-6A904EE4D432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4" name="pg196">
                <a:extLst>
                  <a:ext uri="{FF2B5EF4-FFF2-40B4-BE49-F238E27FC236}">
                    <a16:creationId xmlns:a16="http://schemas.microsoft.com/office/drawing/2014/main" id="{0541A2CA-7CC8-13F0-87B7-ABB0894CD8A9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5" name="pg197">
                <a:extLst>
                  <a:ext uri="{FF2B5EF4-FFF2-40B4-BE49-F238E27FC236}">
                    <a16:creationId xmlns:a16="http://schemas.microsoft.com/office/drawing/2014/main" id="{2479A931-7094-B8BA-8C1D-86F18598D03A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6" name="pg198">
                <a:extLst>
                  <a:ext uri="{FF2B5EF4-FFF2-40B4-BE49-F238E27FC236}">
                    <a16:creationId xmlns:a16="http://schemas.microsoft.com/office/drawing/2014/main" id="{692ADD9B-14CB-A8F3-271B-C36988CD12B4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7" name="pg199">
                <a:extLst>
                  <a:ext uri="{FF2B5EF4-FFF2-40B4-BE49-F238E27FC236}">
                    <a16:creationId xmlns:a16="http://schemas.microsoft.com/office/drawing/2014/main" id="{404C49B4-E1EB-D8BF-4AF5-AD8ECCE0C5BF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8" name="pg200">
                <a:extLst>
                  <a:ext uri="{FF2B5EF4-FFF2-40B4-BE49-F238E27FC236}">
                    <a16:creationId xmlns:a16="http://schemas.microsoft.com/office/drawing/2014/main" id="{AABDF98D-BAB8-4077-7341-ABEE16F74F49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9" name="pg201">
                <a:extLst>
                  <a:ext uri="{FF2B5EF4-FFF2-40B4-BE49-F238E27FC236}">
                    <a16:creationId xmlns:a16="http://schemas.microsoft.com/office/drawing/2014/main" id="{26B180DD-C2E1-0542-F7CA-C490902936ED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0" name="pg202">
                <a:extLst>
                  <a:ext uri="{FF2B5EF4-FFF2-40B4-BE49-F238E27FC236}">
                    <a16:creationId xmlns:a16="http://schemas.microsoft.com/office/drawing/2014/main" id="{4196E6AE-74B3-725F-E289-3B8845C01A17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1" name="pg203">
                <a:extLst>
                  <a:ext uri="{FF2B5EF4-FFF2-40B4-BE49-F238E27FC236}">
                    <a16:creationId xmlns:a16="http://schemas.microsoft.com/office/drawing/2014/main" id="{87D413EE-D2F8-712D-59A8-0ED5FD006B4D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2" name="pg204">
                <a:extLst>
                  <a:ext uri="{FF2B5EF4-FFF2-40B4-BE49-F238E27FC236}">
                    <a16:creationId xmlns:a16="http://schemas.microsoft.com/office/drawing/2014/main" id="{608933DD-8901-1E2C-7374-0E42DA5CD643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3" name="pg205">
                <a:extLst>
                  <a:ext uri="{FF2B5EF4-FFF2-40B4-BE49-F238E27FC236}">
                    <a16:creationId xmlns:a16="http://schemas.microsoft.com/office/drawing/2014/main" id="{1090278C-1992-F756-6478-E283FAA35D66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4" name="pg206">
                <a:extLst>
                  <a:ext uri="{FF2B5EF4-FFF2-40B4-BE49-F238E27FC236}">
                    <a16:creationId xmlns:a16="http://schemas.microsoft.com/office/drawing/2014/main" id="{1F12B657-9E96-A705-48CD-F86403F8DE87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3" name="pg207">
                <a:extLst>
                  <a:ext uri="{FF2B5EF4-FFF2-40B4-BE49-F238E27FC236}">
                    <a16:creationId xmlns:a16="http://schemas.microsoft.com/office/drawing/2014/main" id="{6E894D1C-DE4A-7687-5296-9BF3BC3963EA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6" name="pg208">
                <a:extLst>
                  <a:ext uri="{FF2B5EF4-FFF2-40B4-BE49-F238E27FC236}">
                    <a16:creationId xmlns:a16="http://schemas.microsoft.com/office/drawing/2014/main" id="{C1C03E03-628B-DA1E-EA7D-71D06ACE0F3D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0" name="pg209">
                <a:extLst>
                  <a:ext uri="{FF2B5EF4-FFF2-40B4-BE49-F238E27FC236}">
                    <a16:creationId xmlns:a16="http://schemas.microsoft.com/office/drawing/2014/main" id="{ED5DBE3D-E8A0-DBFA-96EB-959958DD077A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1" name="pg210">
                <a:extLst>
                  <a:ext uri="{FF2B5EF4-FFF2-40B4-BE49-F238E27FC236}">
                    <a16:creationId xmlns:a16="http://schemas.microsoft.com/office/drawing/2014/main" id="{7752860B-AC66-4D6A-4275-8E002BD5CDA1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2" name="pg211">
                <a:extLst>
                  <a:ext uri="{FF2B5EF4-FFF2-40B4-BE49-F238E27FC236}">
                    <a16:creationId xmlns:a16="http://schemas.microsoft.com/office/drawing/2014/main" id="{1CF11462-3770-1769-D5B7-D420BA658E4C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3" name="pg212">
                <a:extLst>
                  <a:ext uri="{FF2B5EF4-FFF2-40B4-BE49-F238E27FC236}">
                    <a16:creationId xmlns:a16="http://schemas.microsoft.com/office/drawing/2014/main" id="{70119473-2603-A8DA-31DB-326A20803896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4" name="pg213">
                <a:extLst>
                  <a:ext uri="{FF2B5EF4-FFF2-40B4-BE49-F238E27FC236}">
                    <a16:creationId xmlns:a16="http://schemas.microsoft.com/office/drawing/2014/main" id="{5F52F5D9-22F7-F760-C803-A92FEC3FF9E7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5" name="pg214">
                <a:extLst>
                  <a:ext uri="{FF2B5EF4-FFF2-40B4-BE49-F238E27FC236}">
                    <a16:creationId xmlns:a16="http://schemas.microsoft.com/office/drawing/2014/main" id="{1B038788-4197-F523-A8F1-C62C9395B25E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6" name="pg215">
                <a:extLst>
                  <a:ext uri="{FF2B5EF4-FFF2-40B4-BE49-F238E27FC236}">
                    <a16:creationId xmlns:a16="http://schemas.microsoft.com/office/drawing/2014/main" id="{BFD6B80C-ECF7-925B-8C80-3D4459598C70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7" name="pg216">
                <a:extLst>
                  <a:ext uri="{FF2B5EF4-FFF2-40B4-BE49-F238E27FC236}">
                    <a16:creationId xmlns:a16="http://schemas.microsoft.com/office/drawing/2014/main" id="{A2254CE2-BE92-25B7-F967-085188D3DEE3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8" name="pg217">
                <a:extLst>
                  <a:ext uri="{FF2B5EF4-FFF2-40B4-BE49-F238E27FC236}">
                    <a16:creationId xmlns:a16="http://schemas.microsoft.com/office/drawing/2014/main" id="{8B23D5DF-90E4-505A-9172-7CC06D885A03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9" name="pg218">
                <a:extLst>
                  <a:ext uri="{FF2B5EF4-FFF2-40B4-BE49-F238E27FC236}">
                    <a16:creationId xmlns:a16="http://schemas.microsoft.com/office/drawing/2014/main" id="{7696157F-5B32-90BA-24D1-B38C4489B216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0" name="pg219">
                <a:extLst>
                  <a:ext uri="{FF2B5EF4-FFF2-40B4-BE49-F238E27FC236}">
                    <a16:creationId xmlns:a16="http://schemas.microsoft.com/office/drawing/2014/main" id="{47E54E75-A39C-0253-85D7-3A8A84741581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1" name="pg220">
                <a:extLst>
                  <a:ext uri="{FF2B5EF4-FFF2-40B4-BE49-F238E27FC236}">
                    <a16:creationId xmlns:a16="http://schemas.microsoft.com/office/drawing/2014/main" id="{D676E603-A80E-5D4B-0856-E95C1A28E642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2" name="pg221">
                <a:extLst>
                  <a:ext uri="{FF2B5EF4-FFF2-40B4-BE49-F238E27FC236}">
                    <a16:creationId xmlns:a16="http://schemas.microsoft.com/office/drawing/2014/main" id="{73621978-E4A1-E975-4A5A-5362D9F04444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3" name="pg222">
                <a:extLst>
                  <a:ext uri="{FF2B5EF4-FFF2-40B4-BE49-F238E27FC236}">
                    <a16:creationId xmlns:a16="http://schemas.microsoft.com/office/drawing/2014/main" id="{86FB1549-2331-371B-7587-CA774CC35B07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4" name="pg223">
                <a:extLst>
                  <a:ext uri="{FF2B5EF4-FFF2-40B4-BE49-F238E27FC236}">
                    <a16:creationId xmlns:a16="http://schemas.microsoft.com/office/drawing/2014/main" id="{9AE6C4D0-AF3C-55EA-4D40-586E1E5891C6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5" name="pg224">
                <a:extLst>
                  <a:ext uri="{FF2B5EF4-FFF2-40B4-BE49-F238E27FC236}">
                    <a16:creationId xmlns:a16="http://schemas.microsoft.com/office/drawing/2014/main" id="{CD8F7896-19D4-3844-3843-F926FE8EE365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6" name="pg225">
                <a:extLst>
                  <a:ext uri="{FF2B5EF4-FFF2-40B4-BE49-F238E27FC236}">
                    <a16:creationId xmlns:a16="http://schemas.microsoft.com/office/drawing/2014/main" id="{E1956AE7-C95F-2043-3194-36E355CF0665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7" name="pg226">
                <a:extLst>
                  <a:ext uri="{FF2B5EF4-FFF2-40B4-BE49-F238E27FC236}">
                    <a16:creationId xmlns:a16="http://schemas.microsoft.com/office/drawing/2014/main" id="{0C1F83F8-5A13-79BF-5CAF-3645B917DE66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8" name="pg227">
                <a:extLst>
                  <a:ext uri="{FF2B5EF4-FFF2-40B4-BE49-F238E27FC236}">
                    <a16:creationId xmlns:a16="http://schemas.microsoft.com/office/drawing/2014/main" id="{0353794B-7EE2-7036-3CD7-2DA5CAE8D7A5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9" name="pg228">
                <a:extLst>
                  <a:ext uri="{FF2B5EF4-FFF2-40B4-BE49-F238E27FC236}">
                    <a16:creationId xmlns:a16="http://schemas.microsoft.com/office/drawing/2014/main" id="{9ADFCEE0-4157-2737-13FF-F5349A3B19D9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0" name="pg229">
                <a:extLst>
                  <a:ext uri="{FF2B5EF4-FFF2-40B4-BE49-F238E27FC236}">
                    <a16:creationId xmlns:a16="http://schemas.microsoft.com/office/drawing/2014/main" id="{61E81FB7-D5FC-657C-C0A1-DFE4BD2C85C4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1" name="pg230">
                <a:extLst>
                  <a:ext uri="{FF2B5EF4-FFF2-40B4-BE49-F238E27FC236}">
                    <a16:creationId xmlns:a16="http://schemas.microsoft.com/office/drawing/2014/main" id="{9437770D-538C-5416-88FA-4023321AB27C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2" name="pg231">
                <a:extLst>
                  <a:ext uri="{FF2B5EF4-FFF2-40B4-BE49-F238E27FC236}">
                    <a16:creationId xmlns:a16="http://schemas.microsoft.com/office/drawing/2014/main" id="{C72C8729-6A94-4B2B-FE44-C136D11759D9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3" name="pg232">
                <a:extLst>
                  <a:ext uri="{FF2B5EF4-FFF2-40B4-BE49-F238E27FC236}">
                    <a16:creationId xmlns:a16="http://schemas.microsoft.com/office/drawing/2014/main" id="{8C0596D7-A298-40D3-8DB1-59CE93EFD242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4" name="pg233">
                <a:extLst>
                  <a:ext uri="{FF2B5EF4-FFF2-40B4-BE49-F238E27FC236}">
                    <a16:creationId xmlns:a16="http://schemas.microsoft.com/office/drawing/2014/main" id="{C696A906-3175-68E4-6EEE-2DE78ACC698E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5" name="pg234">
                <a:extLst>
                  <a:ext uri="{FF2B5EF4-FFF2-40B4-BE49-F238E27FC236}">
                    <a16:creationId xmlns:a16="http://schemas.microsoft.com/office/drawing/2014/main" id="{5D394C51-7CB4-2A18-3483-891308C6EEC7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6" name="pg235">
                <a:extLst>
                  <a:ext uri="{FF2B5EF4-FFF2-40B4-BE49-F238E27FC236}">
                    <a16:creationId xmlns:a16="http://schemas.microsoft.com/office/drawing/2014/main" id="{753634AD-DB65-8D6A-0E54-AB88CB174BA9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7" name="pg236">
                <a:extLst>
                  <a:ext uri="{FF2B5EF4-FFF2-40B4-BE49-F238E27FC236}">
                    <a16:creationId xmlns:a16="http://schemas.microsoft.com/office/drawing/2014/main" id="{095803F8-12F4-8424-BB33-8223234994F0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8" name="pg237">
                <a:extLst>
                  <a:ext uri="{FF2B5EF4-FFF2-40B4-BE49-F238E27FC236}">
                    <a16:creationId xmlns:a16="http://schemas.microsoft.com/office/drawing/2014/main" id="{701D4E7C-9428-9A14-6692-734DE7FDA299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9" name="pg238">
                <a:extLst>
                  <a:ext uri="{FF2B5EF4-FFF2-40B4-BE49-F238E27FC236}">
                    <a16:creationId xmlns:a16="http://schemas.microsoft.com/office/drawing/2014/main" id="{FD93EC82-A4BB-81C9-8EC5-558726982A36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0" name="pg239">
                <a:extLst>
                  <a:ext uri="{FF2B5EF4-FFF2-40B4-BE49-F238E27FC236}">
                    <a16:creationId xmlns:a16="http://schemas.microsoft.com/office/drawing/2014/main" id="{56A82FE9-FF41-CEE1-B8BE-0BC1816F88AD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1" name="pg240">
                <a:extLst>
                  <a:ext uri="{FF2B5EF4-FFF2-40B4-BE49-F238E27FC236}">
                    <a16:creationId xmlns:a16="http://schemas.microsoft.com/office/drawing/2014/main" id="{2D71D8BF-8F8C-C5C1-3702-63B373460AAA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9" name="pg241">
                <a:extLst>
                  <a:ext uri="{FF2B5EF4-FFF2-40B4-BE49-F238E27FC236}">
                    <a16:creationId xmlns:a16="http://schemas.microsoft.com/office/drawing/2014/main" id="{5E6806F3-BBB0-1B14-4FB8-A28847AE3C8D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1" name="pg242">
                <a:extLst>
                  <a:ext uri="{FF2B5EF4-FFF2-40B4-BE49-F238E27FC236}">
                    <a16:creationId xmlns:a16="http://schemas.microsoft.com/office/drawing/2014/main" id="{6AA0FFFF-9CF0-9657-26D3-EBCF8F9F7662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2" name="pg243">
                <a:extLst>
                  <a:ext uri="{FF2B5EF4-FFF2-40B4-BE49-F238E27FC236}">
                    <a16:creationId xmlns:a16="http://schemas.microsoft.com/office/drawing/2014/main" id="{B5C81D27-6A6C-1B14-DA9B-BC37F15D2E31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3" name="pg244">
                <a:extLst>
                  <a:ext uri="{FF2B5EF4-FFF2-40B4-BE49-F238E27FC236}">
                    <a16:creationId xmlns:a16="http://schemas.microsoft.com/office/drawing/2014/main" id="{16499A1C-ADCB-2333-7456-3F5BF28799F3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4" name="pg245">
                <a:extLst>
                  <a:ext uri="{FF2B5EF4-FFF2-40B4-BE49-F238E27FC236}">
                    <a16:creationId xmlns:a16="http://schemas.microsoft.com/office/drawing/2014/main" id="{A87E566B-85C8-E82B-D79E-EEB20F2B2CBC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5" name="pg246">
                <a:extLst>
                  <a:ext uri="{FF2B5EF4-FFF2-40B4-BE49-F238E27FC236}">
                    <a16:creationId xmlns:a16="http://schemas.microsoft.com/office/drawing/2014/main" id="{3F3C1BCF-09EC-8557-2980-E72D9B0BFD9C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7" name="pg247">
                <a:extLst>
                  <a:ext uri="{FF2B5EF4-FFF2-40B4-BE49-F238E27FC236}">
                    <a16:creationId xmlns:a16="http://schemas.microsoft.com/office/drawing/2014/main" id="{461ADA30-200E-7589-439A-8F35E1D9CC50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8" name="pg248">
                <a:extLst>
                  <a:ext uri="{FF2B5EF4-FFF2-40B4-BE49-F238E27FC236}">
                    <a16:creationId xmlns:a16="http://schemas.microsoft.com/office/drawing/2014/main" id="{2BB5B29C-70BA-8C2D-C526-1CF981A766E7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9" name="pg249">
                <a:extLst>
                  <a:ext uri="{FF2B5EF4-FFF2-40B4-BE49-F238E27FC236}">
                    <a16:creationId xmlns:a16="http://schemas.microsoft.com/office/drawing/2014/main" id="{5FA3710A-ADB0-09AF-0211-A750106D7B8B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0" name="pg250">
                <a:extLst>
                  <a:ext uri="{FF2B5EF4-FFF2-40B4-BE49-F238E27FC236}">
                    <a16:creationId xmlns:a16="http://schemas.microsoft.com/office/drawing/2014/main" id="{D1A53E53-F459-C96F-B188-F222759EE84C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1" name="pg251">
                <a:extLst>
                  <a:ext uri="{FF2B5EF4-FFF2-40B4-BE49-F238E27FC236}">
                    <a16:creationId xmlns:a16="http://schemas.microsoft.com/office/drawing/2014/main" id="{F221E171-0B23-4072-D495-B7C48E0B08E6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2" name="pg252">
                <a:extLst>
                  <a:ext uri="{FF2B5EF4-FFF2-40B4-BE49-F238E27FC236}">
                    <a16:creationId xmlns:a16="http://schemas.microsoft.com/office/drawing/2014/main" id="{2915B527-1C31-2949-7781-F82E70A2576C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3" name="pg253">
                <a:extLst>
                  <a:ext uri="{FF2B5EF4-FFF2-40B4-BE49-F238E27FC236}">
                    <a16:creationId xmlns:a16="http://schemas.microsoft.com/office/drawing/2014/main" id="{5C76925F-CD13-8BF8-8D36-DFAF06444833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4" name="pg254">
                <a:extLst>
                  <a:ext uri="{FF2B5EF4-FFF2-40B4-BE49-F238E27FC236}">
                    <a16:creationId xmlns:a16="http://schemas.microsoft.com/office/drawing/2014/main" id="{678766C6-E14D-3A16-9EC1-5B7BA414A46B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5" name="pg255">
                <a:extLst>
                  <a:ext uri="{FF2B5EF4-FFF2-40B4-BE49-F238E27FC236}">
                    <a16:creationId xmlns:a16="http://schemas.microsoft.com/office/drawing/2014/main" id="{370B96AB-51B7-5F06-B9FC-F1B0EB765AF6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6" name="pg256">
                <a:extLst>
                  <a:ext uri="{FF2B5EF4-FFF2-40B4-BE49-F238E27FC236}">
                    <a16:creationId xmlns:a16="http://schemas.microsoft.com/office/drawing/2014/main" id="{2F4DAE98-A4DC-EF9B-B7A9-1DA34A4A998E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7" name="pg257">
                <a:extLst>
                  <a:ext uri="{FF2B5EF4-FFF2-40B4-BE49-F238E27FC236}">
                    <a16:creationId xmlns:a16="http://schemas.microsoft.com/office/drawing/2014/main" id="{22A37CC6-03D8-6BCA-A37C-F1CAE23BAF8C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8" name="pg258">
                <a:extLst>
                  <a:ext uri="{FF2B5EF4-FFF2-40B4-BE49-F238E27FC236}">
                    <a16:creationId xmlns:a16="http://schemas.microsoft.com/office/drawing/2014/main" id="{1249DA5A-8456-ADA9-B6B1-959CA181E4C7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9" name="pg259">
                <a:extLst>
                  <a:ext uri="{FF2B5EF4-FFF2-40B4-BE49-F238E27FC236}">
                    <a16:creationId xmlns:a16="http://schemas.microsoft.com/office/drawing/2014/main" id="{40B1B8B3-9D10-5B3B-79AA-4E6251F0D1A1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0" name="pg260">
                <a:extLst>
                  <a:ext uri="{FF2B5EF4-FFF2-40B4-BE49-F238E27FC236}">
                    <a16:creationId xmlns:a16="http://schemas.microsoft.com/office/drawing/2014/main" id="{9B8CF08A-C205-B0AE-9DF4-9A926355DD92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1" name="pg261">
                <a:extLst>
                  <a:ext uri="{FF2B5EF4-FFF2-40B4-BE49-F238E27FC236}">
                    <a16:creationId xmlns:a16="http://schemas.microsoft.com/office/drawing/2014/main" id="{E4C7A8F9-99CE-266F-5AB0-F564331EEEF1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2" name="pg262">
                <a:extLst>
                  <a:ext uri="{FF2B5EF4-FFF2-40B4-BE49-F238E27FC236}">
                    <a16:creationId xmlns:a16="http://schemas.microsoft.com/office/drawing/2014/main" id="{F3E8B8DA-74D9-5C2D-3834-823CCBD8203E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8" name="pg263">
                <a:extLst>
                  <a:ext uri="{FF2B5EF4-FFF2-40B4-BE49-F238E27FC236}">
                    <a16:creationId xmlns:a16="http://schemas.microsoft.com/office/drawing/2014/main" id="{806EFEB4-18D1-3A18-21FB-4D46F7EC94FB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9" name="pg264">
                <a:extLst>
                  <a:ext uri="{FF2B5EF4-FFF2-40B4-BE49-F238E27FC236}">
                    <a16:creationId xmlns:a16="http://schemas.microsoft.com/office/drawing/2014/main" id="{04929DDD-9AAB-65CE-0AD4-F3804E5FE3E9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0" name="pg265">
                <a:extLst>
                  <a:ext uri="{FF2B5EF4-FFF2-40B4-BE49-F238E27FC236}">
                    <a16:creationId xmlns:a16="http://schemas.microsoft.com/office/drawing/2014/main" id="{3E9F1422-1D6E-1A75-BC21-3543D4E065A3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1" name="pg266">
                <a:extLst>
                  <a:ext uri="{FF2B5EF4-FFF2-40B4-BE49-F238E27FC236}">
                    <a16:creationId xmlns:a16="http://schemas.microsoft.com/office/drawing/2014/main" id="{A5064AC5-9898-B235-02E9-1FD6D2F5B349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2" name="pg267">
                <a:extLst>
                  <a:ext uri="{FF2B5EF4-FFF2-40B4-BE49-F238E27FC236}">
                    <a16:creationId xmlns:a16="http://schemas.microsoft.com/office/drawing/2014/main" id="{48D02654-DABA-10C8-6FFB-AC7BC06CF729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3" name="pg268">
                <a:extLst>
                  <a:ext uri="{FF2B5EF4-FFF2-40B4-BE49-F238E27FC236}">
                    <a16:creationId xmlns:a16="http://schemas.microsoft.com/office/drawing/2014/main" id="{DA1DE3B7-4150-4A15-4E2F-CDDB7E136F54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4" name="pg269">
                <a:extLst>
                  <a:ext uri="{FF2B5EF4-FFF2-40B4-BE49-F238E27FC236}">
                    <a16:creationId xmlns:a16="http://schemas.microsoft.com/office/drawing/2014/main" id="{92D829F0-E0F2-CC98-B187-090167DCE05A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5" name="pg270">
                <a:extLst>
                  <a:ext uri="{FF2B5EF4-FFF2-40B4-BE49-F238E27FC236}">
                    <a16:creationId xmlns:a16="http://schemas.microsoft.com/office/drawing/2014/main" id="{072B7465-BD77-CB9C-2E28-EDE5E4935C59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6" name="pg271">
                <a:extLst>
                  <a:ext uri="{FF2B5EF4-FFF2-40B4-BE49-F238E27FC236}">
                    <a16:creationId xmlns:a16="http://schemas.microsoft.com/office/drawing/2014/main" id="{410826FB-54B7-BFD1-5E27-FC04B622F59C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7" name="pg272">
                <a:extLst>
                  <a:ext uri="{FF2B5EF4-FFF2-40B4-BE49-F238E27FC236}">
                    <a16:creationId xmlns:a16="http://schemas.microsoft.com/office/drawing/2014/main" id="{0D4A4963-92CB-C0B0-AAA3-B05B6BB8633B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8" name="pg273">
                <a:extLst>
                  <a:ext uri="{FF2B5EF4-FFF2-40B4-BE49-F238E27FC236}">
                    <a16:creationId xmlns:a16="http://schemas.microsoft.com/office/drawing/2014/main" id="{A8359057-BBFF-E28F-71DD-A764DEB4080D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9" name="pg274">
                <a:extLst>
                  <a:ext uri="{FF2B5EF4-FFF2-40B4-BE49-F238E27FC236}">
                    <a16:creationId xmlns:a16="http://schemas.microsoft.com/office/drawing/2014/main" id="{920816D4-E573-7E94-FE0E-9F75C433CDD7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0" name="pg275">
                <a:extLst>
                  <a:ext uri="{FF2B5EF4-FFF2-40B4-BE49-F238E27FC236}">
                    <a16:creationId xmlns:a16="http://schemas.microsoft.com/office/drawing/2014/main" id="{65897876-6D3D-DB69-A916-A3A00EDA4D73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1" name="pg276">
                <a:extLst>
                  <a:ext uri="{FF2B5EF4-FFF2-40B4-BE49-F238E27FC236}">
                    <a16:creationId xmlns:a16="http://schemas.microsoft.com/office/drawing/2014/main" id="{5AB5871C-CE00-A40A-D9F7-E6706CCB85F6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2" name="pg277">
                <a:extLst>
                  <a:ext uri="{FF2B5EF4-FFF2-40B4-BE49-F238E27FC236}">
                    <a16:creationId xmlns:a16="http://schemas.microsoft.com/office/drawing/2014/main" id="{F7E454CC-7B61-58C3-1BC1-0F9E3418C803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3" name="pg278">
                <a:extLst>
                  <a:ext uri="{FF2B5EF4-FFF2-40B4-BE49-F238E27FC236}">
                    <a16:creationId xmlns:a16="http://schemas.microsoft.com/office/drawing/2014/main" id="{6FC90CC6-DABF-880B-6734-5F7E90D72CB1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4" name="pg279">
                <a:extLst>
                  <a:ext uri="{FF2B5EF4-FFF2-40B4-BE49-F238E27FC236}">
                    <a16:creationId xmlns:a16="http://schemas.microsoft.com/office/drawing/2014/main" id="{8AD70266-C57D-F3B4-8C4F-8F19E5CF9712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5" name="pg280">
                <a:extLst>
                  <a:ext uri="{FF2B5EF4-FFF2-40B4-BE49-F238E27FC236}">
                    <a16:creationId xmlns:a16="http://schemas.microsoft.com/office/drawing/2014/main" id="{C2A745B6-DFDD-50C4-62CF-CCC50FA5A77A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6" name="pg281">
                <a:extLst>
                  <a:ext uri="{FF2B5EF4-FFF2-40B4-BE49-F238E27FC236}">
                    <a16:creationId xmlns:a16="http://schemas.microsoft.com/office/drawing/2014/main" id="{30A118CD-092C-A4EA-D482-5BBFAAE69C18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7" name="pg282">
                <a:extLst>
                  <a:ext uri="{FF2B5EF4-FFF2-40B4-BE49-F238E27FC236}">
                    <a16:creationId xmlns:a16="http://schemas.microsoft.com/office/drawing/2014/main" id="{89BE32B5-AAF7-302A-ACEA-6AB7EEA9D1CA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8" name="pg283">
                <a:extLst>
                  <a:ext uri="{FF2B5EF4-FFF2-40B4-BE49-F238E27FC236}">
                    <a16:creationId xmlns:a16="http://schemas.microsoft.com/office/drawing/2014/main" id="{59C1BBE0-7FC5-B82B-62A7-3894EF8863B9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9" name="pg284">
                <a:extLst>
                  <a:ext uri="{FF2B5EF4-FFF2-40B4-BE49-F238E27FC236}">
                    <a16:creationId xmlns:a16="http://schemas.microsoft.com/office/drawing/2014/main" id="{AF05EE24-7024-FFF0-4544-68AB0FE7D021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0" name="pg285">
                <a:extLst>
                  <a:ext uri="{FF2B5EF4-FFF2-40B4-BE49-F238E27FC236}">
                    <a16:creationId xmlns:a16="http://schemas.microsoft.com/office/drawing/2014/main" id="{DF57923F-DC50-7F35-12E0-446AE50D14A1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1" name="pg286">
                <a:extLst>
                  <a:ext uri="{FF2B5EF4-FFF2-40B4-BE49-F238E27FC236}">
                    <a16:creationId xmlns:a16="http://schemas.microsoft.com/office/drawing/2014/main" id="{B0BACD0E-EA72-35B4-C822-C3353CD8867E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2" name="pg287">
                <a:extLst>
                  <a:ext uri="{FF2B5EF4-FFF2-40B4-BE49-F238E27FC236}">
                    <a16:creationId xmlns:a16="http://schemas.microsoft.com/office/drawing/2014/main" id="{72C17C5C-0F73-1E05-949A-FFF8F150CCFE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3" name="pg288">
                <a:extLst>
                  <a:ext uri="{FF2B5EF4-FFF2-40B4-BE49-F238E27FC236}">
                    <a16:creationId xmlns:a16="http://schemas.microsoft.com/office/drawing/2014/main" id="{5714D1EE-A5F4-AE09-154A-BD5BA012809B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4" name="pg289">
                <a:extLst>
                  <a:ext uri="{FF2B5EF4-FFF2-40B4-BE49-F238E27FC236}">
                    <a16:creationId xmlns:a16="http://schemas.microsoft.com/office/drawing/2014/main" id="{BEAC7CE2-8A1B-F008-399D-DFE395700144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5" name="pg290">
                <a:extLst>
                  <a:ext uri="{FF2B5EF4-FFF2-40B4-BE49-F238E27FC236}">
                    <a16:creationId xmlns:a16="http://schemas.microsoft.com/office/drawing/2014/main" id="{992EF9CC-8243-4B1D-1D90-A1330AFD3767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6" name="pg291">
                <a:extLst>
                  <a:ext uri="{FF2B5EF4-FFF2-40B4-BE49-F238E27FC236}">
                    <a16:creationId xmlns:a16="http://schemas.microsoft.com/office/drawing/2014/main" id="{7559225B-8C5F-6FF3-24CB-3A3B581AAB69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7" name="pg292">
                <a:extLst>
                  <a:ext uri="{FF2B5EF4-FFF2-40B4-BE49-F238E27FC236}">
                    <a16:creationId xmlns:a16="http://schemas.microsoft.com/office/drawing/2014/main" id="{2C2F55D5-3E5D-2AB8-4CD8-30B54B7E9CF6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8" name="pg293">
                <a:extLst>
                  <a:ext uri="{FF2B5EF4-FFF2-40B4-BE49-F238E27FC236}">
                    <a16:creationId xmlns:a16="http://schemas.microsoft.com/office/drawing/2014/main" id="{1A21EDF6-42BC-9724-2A08-6C79DD513FF0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9" name="pg294">
                <a:extLst>
                  <a:ext uri="{FF2B5EF4-FFF2-40B4-BE49-F238E27FC236}">
                    <a16:creationId xmlns:a16="http://schemas.microsoft.com/office/drawing/2014/main" id="{DCDC42F2-9BDF-C7DB-6C67-814623969B24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0" name="pg295">
                <a:extLst>
                  <a:ext uri="{FF2B5EF4-FFF2-40B4-BE49-F238E27FC236}">
                    <a16:creationId xmlns:a16="http://schemas.microsoft.com/office/drawing/2014/main" id="{D973CDB8-FFE6-D71B-C862-A3D8C49392DA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1" name="pg296">
                <a:extLst>
                  <a:ext uri="{FF2B5EF4-FFF2-40B4-BE49-F238E27FC236}">
                    <a16:creationId xmlns:a16="http://schemas.microsoft.com/office/drawing/2014/main" id="{0A24119F-DDF6-B54F-DBF6-FC3F693B622B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2" name="pg297">
                <a:extLst>
                  <a:ext uri="{FF2B5EF4-FFF2-40B4-BE49-F238E27FC236}">
                    <a16:creationId xmlns:a16="http://schemas.microsoft.com/office/drawing/2014/main" id="{802FFF37-2AF9-55A8-E3D2-AEE2B20A6F84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3" name="pg298">
                <a:extLst>
                  <a:ext uri="{FF2B5EF4-FFF2-40B4-BE49-F238E27FC236}">
                    <a16:creationId xmlns:a16="http://schemas.microsoft.com/office/drawing/2014/main" id="{63E988B7-9B9D-F4CD-FFB6-EBEA4F313E14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4" name="pg299">
                <a:extLst>
                  <a:ext uri="{FF2B5EF4-FFF2-40B4-BE49-F238E27FC236}">
                    <a16:creationId xmlns:a16="http://schemas.microsoft.com/office/drawing/2014/main" id="{D8C30435-C9F3-A002-652E-13F40D03B571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5" name="pg300">
                <a:extLst>
                  <a:ext uri="{FF2B5EF4-FFF2-40B4-BE49-F238E27FC236}">
                    <a16:creationId xmlns:a16="http://schemas.microsoft.com/office/drawing/2014/main" id="{3054838B-DD6D-8922-8A50-BC8586F735B6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6" name="pg301">
                <a:extLst>
                  <a:ext uri="{FF2B5EF4-FFF2-40B4-BE49-F238E27FC236}">
                    <a16:creationId xmlns:a16="http://schemas.microsoft.com/office/drawing/2014/main" id="{46A3DC28-0664-7584-B42C-DE08B08A50B1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7" name="pg302">
                <a:extLst>
                  <a:ext uri="{FF2B5EF4-FFF2-40B4-BE49-F238E27FC236}">
                    <a16:creationId xmlns:a16="http://schemas.microsoft.com/office/drawing/2014/main" id="{10510049-1F58-A272-5BD6-48CE9CABCF00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8" name="pg303">
                <a:extLst>
                  <a:ext uri="{FF2B5EF4-FFF2-40B4-BE49-F238E27FC236}">
                    <a16:creationId xmlns:a16="http://schemas.microsoft.com/office/drawing/2014/main" id="{493C75CC-1779-4B95-A8F2-F16E365C9B45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9" name="pg304">
                <a:extLst>
                  <a:ext uri="{FF2B5EF4-FFF2-40B4-BE49-F238E27FC236}">
                    <a16:creationId xmlns:a16="http://schemas.microsoft.com/office/drawing/2014/main" id="{FAB2B4A7-752C-2F10-43B5-65E548F88EC7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0" name="pg305">
                <a:extLst>
                  <a:ext uri="{FF2B5EF4-FFF2-40B4-BE49-F238E27FC236}">
                    <a16:creationId xmlns:a16="http://schemas.microsoft.com/office/drawing/2014/main" id="{6EC83040-3D9E-7F50-DFE3-AE7CDF907526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1" name="pg306">
                <a:extLst>
                  <a:ext uri="{FF2B5EF4-FFF2-40B4-BE49-F238E27FC236}">
                    <a16:creationId xmlns:a16="http://schemas.microsoft.com/office/drawing/2014/main" id="{20366CAC-22F7-669E-2D50-90DDE68F3A82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2" name="pg307">
                <a:extLst>
                  <a:ext uri="{FF2B5EF4-FFF2-40B4-BE49-F238E27FC236}">
                    <a16:creationId xmlns:a16="http://schemas.microsoft.com/office/drawing/2014/main" id="{15C12393-B874-C4BF-270F-35C6C1CFFE96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3" name="pg308">
                <a:extLst>
                  <a:ext uri="{FF2B5EF4-FFF2-40B4-BE49-F238E27FC236}">
                    <a16:creationId xmlns:a16="http://schemas.microsoft.com/office/drawing/2014/main" id="{BB98D16C-9F89-179F-C95D-558717160E26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4" name="pg309">
                <a:extLst>
                  <a:ext uri="{FF2B5EF4-FFF2-40B4-BE49-F238E27FC236}">
                    <a16:creationId xmlns:a16="http://schemas.microsoft.com/office/drawing/2014/main" id="{1CC8B070-90BB-B598-03B1-BEEE4E03A79D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5" name="pg310">
                <a:extLst>
                  <a:ext uri="{FF2B5EF4-FFF2-40B4-BE49-F238E27FC236}">
                    <a16:creationId xmlns:a16="http://schemas.microsoft.com/office/drawing/2014/main" id="{71C9D941-5845-2C2D-7487-71C4C33B0799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6" name="pg311">
                <a:extLst>
                  <a:ext uri="{FF2B5EF4-FFF2-40B4-BE49-F238E27FC236}">
                    <a16:creationId xmlns:a16="http://schemas.microsoft.com/office/drawing/2014/main" id="{64DBAD1F-0B62-3C52-1A3F-37A49581701D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7" name="pg312">
                <a:extLst>
                  <a:ext uri="{FF2B5EF4-FFF2-40B4-BE49-F238E27FC236}">
                    <a16:creationId xmlns:a16="http://schemas.microsoft.com/office/drawing/2014/main" id="{568BE398-0605-DF15-F336-A46BFB687D6A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8" name="pg313">
                <a:extLst>
                  <a:ext uri="{FF2B5EF4-FFF2-40B4-BE49-F238E27FC236}">
                    <a16:creationId xmlns:a16="http://schemas.microsoft.com/office/drawing/2014/main" id="{B450A586-68E9-174C-858E-B1ABBD698F4A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9" name="pg314">
                <a:extLst>
                  <a:ext uri="{FF2B5EF4-FFF2-40B4-BE49-F238E27FC236}">
                    <a16:creationId xmlns:a16="http://schemas.microsoft.com/office/drawing/2014/main" id="{B7676A53-BB6B-1606-8BCE-3C90AF52012C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0" name="pg315">
                <a:extLst>
                  <a:ext uri="{FF2B5EF4-FFF2-40B4-BE49-F238E27FC236}">
                    <a16:creationId xmlns:a16="http://schemas.microsoft.com/office/drawing/2014/main" id="{DA0DD3FA-0ACB-DA0B-DA82-44C74C6B4ECE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1" name="pg316">
                <a:extLst>
                  <a:ext uri="{FF2B5EF4-FFF2-40B4-BE49-F238E27FC236}">
                    <a16:creationId xmlns:a16="http://schemas.microsoft.com/office/drawing/2014/main" id="{26814C00-0EB3-37FD-67F8-5A6512E4804A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2" name="pg317">
                <a:extLst>
                  <a:ext uri="{FF2B5EF4-FFF2-40B4-BE49-F238E27FC236}">
                    <a16:creationId xmlns:a16="http://schemas.microsoft.com/office/drawing/2014/main" id="{B7356018-6AFB-622C-5811-BAFE45D69357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3" name="pg318">
                <a:extLst>
                  <a:ext uri="{FF2B5EF4-FFF2-40B4-BE49-F238E27FC236}">
                    <a16:creationId xmlns:a16="http://schemas.microsoft.com/office/drawing/2014/main" id="{2474ED95-DFF4-0426-C851-89C5CA6FA128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4" name="pg319">
                <a:extLst>
                  <a:ext uri="{FF2B5EF4-FFF2-40B4-BE49-F238E27FC236}">
                    <a16:creationId xmlns:a16="http://schemas.microsoft.com/office/drawing/2014/main" id="{28056025-2DFD-65C9-2EFE-4719D66A6E6D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5" name="pg320">
                <a:extLst>
                  <a:ext uri="{FF2B5EF4-FFF2-40B4-BE49-F238E27FC236}">
                    <a16:creationId xmlns:a16="http://schemas.microsoft.com/office/drawing/2014/main" id="{DA927762-C09F-98D0-1352-0E7FE30F52B3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6" name="pg321">
                <a:extLst>
                  <a:ext uri="{FF2B5EF4-FFF2-40B4-BE49-F238E27FC236}">
                    <a16:creationId xmlns:a16="http://schemas.microsoft.com/office/drawing/2014/main" id="{92718A03-BDAD-913A-6ECD-9DF46FD0A124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7" name="pg322">
                <a:extLst>
                  <a:ext uri="{FF2B5EF4-FFF2-40B4-BE49-F238E27FC236}">
                    <a16:creationId xmlns:a16="http://schemas.microsoft.com/office/drawing/2014/main" id="{019DB5B5-E981-4FC1-5BE5-AEB48D89E3D0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8" name="pg323">
                <a:extLst>
                  <a:ext uri="{FF2B5EF4-FFF2-40B4-BE49-F238E27FC236}">
                    <a16:creationId xmlns:a16="http://schemas.microsoft.com/office/drawing/2014/main" id="{C8953714-DC07-5870-B09C-AF41E7E549A7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9" name="pg324">
                <a:extLst>
                  <a:ext uri="{FF2B5EF4-FFF2-40B4-BE49-F238E27FC236}">
                    <a16:creationId xmlns:a16="http://schemas.microsoft.com/office/drawing/2014/main" id="{F5259D11-6F1E-568D-B29A-2C66665DEEE1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0" name="pg325">
                <a:extLst>
                  <a:ext uri="{FF2B5EF4-FFF2-40B4-BE49-F238E27FC236}">
                    <a16:creationId xmlns:a16="http://schemas.microsoft.com/office/drawing/2014/main" id="{F419E35C-EF6E-3028-7745-D12D57A62817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1" name="pg326">
                <a:extLst>
                  <a:ext uri="{FF2B5EF4-FFF2-40B4-BE49-F238E27FC236}">
                    <a16:creationId xmlns:a16="http://schemas.microsoft.com/office/drawing/2014/main" id="{F79282B4-ED85-D256-21E8-BF296D2DA1B5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2" name="pg327">
                <a:extLst>
                  <a:ext uri="{FF2B5EF4-FFF2-40B4-BE49-F238E27FC236}">
                    <a16:creationId xmlns:a16="http://schemas.microsoft.com/office/drawing/2014/main" id="{2BF84DE1-7E23-1040-845F-1F1C9E3D3A79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3" name="pg328">
                <a:extLst>
                  <a:ext uri="{FF2B5EF4-FFF2-40B4-BE49-F238E27FC236}">
                    <a16:creationId xmlns:a16="http://schemas.microsoft.com/office/drawing/2014/main" id="{98FA990D-B69A-449F-97F6-6739A9DF3A3C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4" name="pg329">
                <a:extLst>
                  <a:ext uri="{FF2B5EF4-FFF2-40B4-BE49-F238E27FC236}">
                    <a16:creationId xmlns:a16="http://schemas.microsoft.com/office/drawing/2014/main" id="{6B0DBB28-254B-7763-A229-F8D577E5D304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5" name="pg330">
                <a:extLst>
                  <a:ext uri="{FF2B5EF4-FFF2-40B4-BE49-F238E27FC236}">
                    <a16:creationId xmlns:a16="http://schemas.microsoft.com/office/drawing/2014/main" id="{97D40FC9-B7A4-CEF8-7047-CCA67E798B64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6" name="pg331">
                <a:extLst>
                  <a:ext uri="{FF2B5EF4-FFF2-40B4-BE49-F238E27FC236}">
                    <a16:creationId xmlns:a16="http://schemas.microsoft.com/office/drawing/2014/main" id="{8D18A52F-699E-45CB-A939-DD26BD7EA18F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7" name="pg332">
                <a:extLst>
                  <a:ext uri="{FF2B5EF4-FFF2-40B4-BE49-F238E27FC236}">
                    <a16:creationId xmlns:a16="http://schemas.microsoft.com/office/drawing/2014/main" id="{204202C3-BB57-E7ED-0CA7-C02A2E2678ED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8" name="pg333">
                <a:extLst>
                  <a:ext uri="{FF2B5EF4-FFF2-40B4-BE49-F238E27FC236}">
                    <a16:creationId xmlns:a16="http://schemas.microsoft.com/office/drawing/2014/main" id="{D1ABBC14-8D6D-D390-DF35-FFC36BD0E498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9" name="pg334">
                <a:extLst>
                  <a:ext uri="{FF2B5EF4-FFF2-40B4-BE49-F238E27FC236}">
                    <a16:creationId xmlns:a16="http://schemas.microsoft.com/office/drawing/2014/main" id="{02A26805-2621-F35A-1296-82BB2964E1B4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0" name="pg335">
                <a:extLst>
                  <a:ext uri="{FF2B5EF4-FFF2-40B4-BE49-F238E27FC236}">
                    <a16:creationId xmlns:a16="http://schemas.microsoft.com/office/drawing/2014/main" id="{83093623-5312-6BAB-49E3-99B289BF7EB5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1" name="pg336">
                <a:extLst>
                  <a:ext uri="{FF2B5EF4-FFF2-40B4-BE49-F238E27FC236}">
                    <a16:creationId xmlns:a16="http://schemas.microsoft.com/office/drawing/2014/main" id="{FABB584A-87E2-9C8E-8D51-6ED2CBF74459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2" name="pg337">
                <a:extLst>
                  <a:ext uri="{FF2B5EF4-FFF2-40B4-BE49-F238E27FC236}">
                    <a16:creationId xmlns:a16="http://schemas.microsoft.com/office/drawing/2014/main" id="{59E7B23B-D6FA-7B93-125C-9F4868315683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3" name="pg338">
                <a:extLst>
                  <a:ext uri="{FF2B5EF4-FFF2-40B4-BE49-F238E27FC236}">
                    <a16:creationId xmlns:a16="http://schemas.microsoft.com/office/drawing/2014/main" id="{7C0245DD-D2E6-3570-36D4-D27C8C563220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4" name="pg339">
                <a:extLst>
                  <a:ext uri="{FF2B5EF4-FFF2-40B4-BE49-F238E27FC236}">
                    <a16:creationId xmlns:a16="http://schemas.microsoft.com/office/drawing/2014/main" id="{E53354BB-DE94-FD76-853A-BF1D16E1F258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5" name="pg340">
                <a:extLst>
                  <a:ext uri="{FF2B5EF4-FFF2-40B4-BE49-F238E27FC236}">
                    <a16:creationId xmlns:a16="http://schemas.microsoft.com/office/drawing/2014/main" id="{D146E346-CFB3-5044-2CF5-F4C9B8F741AA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6" name="pg341">
                <a:extLst>
                  <a:ext uri="{FF2B5EF4-FFF2-40B4-BE49-F238E27FC236}">
                    <a16:creationId xmlns:a16="http://schemas.microsoft.com/office/drawing/2014/main" id="{FF680CA8-1DA2-1C26-60BD-393023B5CC30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7" name="pg342">
                <a:extLst>
                  <a:ext uri="{FF2B5EF4-FFF2-40B4-BE49-F238E27FC236}">
                    <a16:creationId xmlns:a16="http://schemas.microsoft.com/office/drawing/2014/main" id="{A207567C-770F-A5A6-9356-3AD93BE3E53E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8" name="pg343">
                <a:extLst>
                  <a:ext uri="{FF2B5EF4-FFF2-40B4-BE49-F238E27FC236}">
                    <a16:creationId xmlns:a16="http://schemas.microsoft.com/office/drawing/2014/main" id="{E39DF014-E814-7B71-D5C1-304B257448D9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9" name="pg344">
                <a:extLst>
                  <a:ext uri="{FF2B5EF4-FFF2-40B4-BE49-F238E27FC236}">
                    <a16:creationId xmlns:a16="http://schemas.microsoft.com/office/drawing/2014/main" id="{362E2D14-5D51-2970-69AA-544C424CED68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0" name="pg345">
                <a:extLst>
                  <a:ext uri="{FF2B5EF4-FFF2-40B4-BE49-F238E27FC236}">
                    <a16:creationId xmlns:a16="http://schemas.microsoft.com/office/drawing/2014/main" id="{C73E91CC-3185-2454-B3BF-FB36844CAE79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1" name="pg346">
                <a:extLst>
                  <a:ext uri="{FF2B5EF4-FFF2-40B4-BE49-F238E27FC236}">
                    <a16:creationId xmlns:a16="http://schemas.microsoft.com/office/drawing/2014/main" id="{0CCD2E88-C06B-ACD6-2179-3E1D9957E0D2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2" name="pg347">
                <a:extLst>
                  <a:ext uri="{FF2B5EF4-FFF2-40B4-BE49-F238E27FC236}">
                    <a16:creationId xmlns:a16="http://schemas.microsoft.com/office/drawing/2014/main" id="{E74A0D0F-49FE-C54A-1637-2A33A27C3573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3" name="pg348">
                <a:extLst>
                  <a:ext uri="{FF2B5EF4-FFF2-40B4-BE49-F238E27FC236}">
                    <a16:creationId xmlns:a16="http://schemas.microsoft.com/office/drawing/2014/main" id="{D9CD0E97-D10A-B4BB-8B90-764BABB4D2FB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4" name="pg349">
                <a:extLst>
                  <a:ext uri="{FF2B5EF4-FFF2-40B4-BE49-F238E27FC236}">
                    <a16:creationId xmlns:a16="http://schemas.microsoft.com/office/drawing/2014/main" id="{36EC6D96-58C7-44DC-4AFB-C82BF39F9FA7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5" name="pg350">
                <a:extLst>
                  <a:ext uri="{FF2B5EF4-FFF2-40B4-BE49-F238E27FC236}">
                    <a16:creationId xmlns:a16="http://schemas.microsoft.com/office/drawing/2014/main" id="{C18E790E-1313-228B-F646-3732D50E38B2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6" name="pg351">
                <a:extLst>
                  <a:ext uri="{FF2B5EF4-FFF2-40B4-BE49-F238E27FC236}">
                    <a16:creationId xmlns:a16="http://schemas.microsoft.com/office/drawing/2014/main" id="{B3668A73-B04A-8DA0-F63C-E29429E1001D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7" name="pg352">
                <a:extLst>
                  <a:ext uri="{FF2B5EF4-FFF2-40B4-BE49-F238E27FC236}">
                    <a16:creationId xmlns:a16="http://schemas.microsoft.com/office/drawing/2014/main" id="{1EEFF538-3D9C-4C7C-2D2A-98E10975232E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8" name="pg353">
                <a:extLst>
                  <a:ext uri="{FF2B5EF4-FFF2-40B4-BE49-F238E27FC236}">
                    <a16:creationId xmlns:a16="http://schemas.microsoft.com/office/drawing/2014/main" id="{64F96D3F-C120-18D7-0DD9-726D8B95721F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9" name="pg354">
                <a:extLst>
                  <a:ext uri="{FF2B5EF4-FFF2-40B4-BE49-F238E27FC236}">
                    <a16:creationId xmlns:a16="http://schemas.microsoft.com/office/drawing/2014/main" id="{0CF77E2B-7142-BCFA-5A6C-8C5A8834CA95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0" name="pg355">
                <a:extLst>
                  <a:ext uri="{FF2B5EF4-FFF2-40B4-BE49-F238E27FC236}">
                    <a16:creationId xmlns:a16="http://schemas.microsoft.com/office/drawing/2014/main" id="{65B7FC3C-4AFF-989B-79CE-E9D7568A831B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1" name="pg356">
                <a:extLst>
                  <a:ext uri="{FF2B5EF4-FFF2-40B4-BE49-F238E27FC236}">
                    <a16:creationId xmlns:a16="http://schemas.microsoft.com/office/drawing/2014/main" id="{B867AD37-B0D6-6ED1-A58C-92A291031656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2" name="pg357">
                <a:extLst>
                  <a:ext uri="{FF2B5EF4-FFF2-40B4-BE49-F238E27FC236}">
                    <a16:creationId xmlns:a16="http://schemas.microsoft.com/office/drawing/2014/main" id="{30A54313-E4D5-5338-3441-E33D38C3F087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3" name="pg358">
                <a:extLst>
                  <a:ext uri="{FF2B5EF4-FFF2-40B4-BE49-F238E27FC236}">
                    <a16:creationId xmlns:a16="http://schemas.microsoft.com/office/drawing/2014/main" id="{FDADFA87-FE51-3089-B48E-B955758F75A3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4" name="pg359">
                <a:extLst>
                  <a:ext uri="{FF2B5EF4-FFF2-40B4-BE49-F238E27FC236}">
                    <a16:creationId xmlns:a16="http://schemas.microsoft.com/office/drawing/2014/main" id="{4EFDDAF2-27EE-B5E3-1D92-125910A558CF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5" name="pg360">
                <a:extLst>
                  <a:ext uri="{FF2B5EF4-FFF2-40B4-BE49-F238E27FC236}">
                    <a16:creationId xmlns:a16="http://schemas.microsoft.com/office/drawing/2014/main" id="{BDF2CCAE-0D9F-DA14-BC8F-A3373022965E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6" name="pg361">
                <a:extLst>
                  <a:ext uri="{FF2B5EF4-FFF2-40B4-BE49-F238E27FC236}">
                    <a16:creationId xmlns:a16="http://schemas.microsoft.com/office/drawing/2014/main" id="{05FDCAE2-4365-9A94-AEA0-665FD5792132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7" name="pg362">
                <a:extLst>
                  <a:ext uri="{FF2B5EF4-FFF2-40B4-BE49-F238E27FC236}">
                    <a16:creationId xmlns:a16="http://schemas.microsoft.com/office/drawing/2014/main" id="{63DB70D7-C193-55B2-962E-91F56592CAFB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8" name="pg363">
                <a:extLst>
                  <a:ext uri="{FF2B5EF4-FFF2-40B4-BE49-F238E27FC236}">
                    <a16:creationId xmlns:a16="http://schemas.microsoft.com/office/drawing/2014/main" id="{6201CD25-E5B8-CB2D-35FE-C2477903B2EE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9" name="pg364">
                <a:extLst>
                  <a:ext uri="{FF2B5EF4-FFF2-40B4-BE49-F238E27FC236}">
                    <a16:creationId xmlns:a16="http://schemas.microsoft.com/office/drawing/2014/main" id="{3CDBE260-0CDF-7F7E-05E0-DF155376B7E2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0" name="pg365">
                <a:extLst>
                  <a:ext uri="{FF2B5EF4-FFF2-40B4-BE49-F238E27FC236}">
                    <a16:creationId xmlns:a16="http://schemas.microsoft.com/office/drawing/2014/main" id="{B7ED0045-DFC8-D9DE-5498-F0D26EA0E9A3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1" name="pg366">
                <a:extLst>
                  <a:ext uri="{FF2B5EF4-FFF2-40B4-BE49-F238E27FC236}">
                    <a16:creationId xmlns:a16="http://schemas.microsoft.com/office/drawing/2014/main" id="{BCC4AD5E-B792-B340-358C-1504C15D7E74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2" name="pg367">
                <a:extLst>
                  <a:ext uri="{FF2B5EF4-FFF2-40B4-BE49-F238E27FC236}">
                    <a16:creationId xmlns:a16="http://schemas.microsoft.com/office/drawing/2014/main" id="{B75B927A-9267-105D-95D3-1FAE922654DE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3" name="pg368">
                <a:extLst>
                  <a:ext uri="{FF2B5EF4-FFF2-40B4-BE49-F238E27FC236}">
                    <a16:creationId xmlns:a16="http://schemas.microsoft.com/office/drawing/2014/main" id="{2749701D-A79B-E19A-DB34-DD55BF709878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4" name="pg369">
                <a:extLst>
                  <a:ext uri="{FF2B5EF4-FFF2-40B4-BE49-F238E27FC236}">
                    <a16:creationId xmlns:a16="http://schemas.microsoft.com/office/drawing/2014/main" id="{383E1959-0CCA-E431-BA87-8300ACD3D90C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5" name="pg370">
                <a:extLst>
                  <a:ext uri="{FF2B5EF4-FFF2-40B4-BE49-F238E27FC236}">
                    <a16:creationId xmlns:a16="http://schemas.microsoft.com/office/drawing/2014/main" id="{9FA597D1-0A1C-1F27-8AED-BB8D62349EB5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6" name="pg371">
                <a:extLst>
                  <a:ext uri="{FF2B5EF4-FFF2-40B4-BE49-F238E27FC236}">
                    <a16:creationId xmlns:a16="http://schemas.microsoft.com/office/drawing/2014/main" id="{6B7CAC1D-21E5-9F21-61D2-3D06452F555A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7" name="pg372">
                <a:extLst>
                  <a:ext uri="{FF2B5EF4-FFF2-40B4-BE49-F238E27FC236}">
                    <a16:creationId xmlns:a16="http://schemas.microsoft.com/office/drawing/2014/main" id="{C149E4C6-8249-2F2B-02A8-474685FA9E7F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8" name="pg373">
                <a:extLst>
                  <a:ext uri="{FF2B5EF4-FFF2-40B4-BE49-F238E27FC236}">
                    <a16:creationId xmlns:a16="http://schemas.microsoft.com/office/drawing/2014/main" id="{06D8B361-5704-2404-AA3F-1290AA75547C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9" name="pg374">
                <a:extLst>
                  <a:ext uri="{FF2B5EF4-FFF2-40B4-BE49-F238E27FC236}">
                    <a16:creationId xmlns:a16="http://schemas.microsoft.com/office/drawing/2014/main" id="{6916C902-3365-1002-406B-9608CB34245B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0" name="pg375">
                <a:extLst>
                  <a:ext uri="{FF2B5EF4-FFF2-40B4-BE49-F238E27FC236}">
                    <a16:creationId xmlns:a16="http://schemas.microsoft.com/office/drawing/2014/main" id="{ECF8067E-68B3-7C7F-BCDF-2C00DCA872F5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1" name="pg376">
                <a:extLst>
                  <a:ext uri="{FF2B5EF4-FFF2-40B4-BE49-F238E27FC236}">
                    <a16:creationId xmlns:a16="http://schemas.microsoft.com/office/drawing/2014/main" id="{6587207F-A446-9DD6-252A-236C95ABAACA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2" name="pg377">
                <a:extLst>
                  <a:ext uri="{FF2B5EF4-FFF2-40B4-BE49-F238E27FC236}">
                    <a16:creationId xmlns:a16="http://schemas.microsoft.com/office/drawing/2014/main" id="{FB1051A5-4055-92F8-BADD-1BDC214B011D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3" name="pg378">
                <a:extLst>
                  <a:ext uri="{FF2B5EF4-FFF2-40B4-BE49-F238E27FC236}">
                    <a16:creationId xmlns:a16="http://schemas.microsoft.com/office/drawing/2014/main" id="{F9DBED09-4D49-99C3-B0CA-81CAA6F70155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4" name="pg379">
                <a:extLst>
                  <a:ext uri="{FF2B5EF4-FFF2-40B4-BE49-F238E27FC236}">
                    <a16:creationId xmlns:a16="http://schemas.microsoft.com/office/drawing/2014/main" id="{E5AC76E9-B5B5-DE9D-D2FC-F1CF2C4AB81B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5" name="pg380">
                <a:extLst>
                  <a:ext uri="{FF2B5EF4-FFF2-40B4-BE49-F238E27FC236}">
                    <a16:creationId xmlns:a16="http://schemas.microsoft.com/office/drawing/2014/main" id="{543388E6-05E6-82EC-5233-6968BD408B15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6" name="pg381">
                <a:extLst>
                  <a:ext uri="{FF2B5EF4-FFF2-40B4-BE49-F238E27FC236}">
                    <a16:creationId xmlns:a16="http://schemas.microsoft.com/office/drawing/2014/main" id="{772ADC08-93B8-002E-1449-F3A944E8815F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7" name="pg382">
                <a:extLst>
                  <a:ext uri="{FF2B5EF4-FFF2-40B4-BE49-F238E27FC236}">
                    <a16:creationId xmlns:a16="http://schemas.microsoft.com/office/drawing/2014/main" id="{DEA2427D-9611-8E9C-1488-46126A4F954F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8" name="pg383">
                <a:extLst>
                  <a:ext uri="{FF2B5EF4-FFF2-40B4-BE49-F238E27FC236}">
                    <a16:creationId xmlns:a16="http://schemas.microsoft.com/office/drawing/2014/main" id="{A584179A-CE80-7D9F-6F3A-FB1772D62C53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9" name="pg384">
                <a:extLst>
                  <a:ext uri="{FF2B5EF4-FFF2-40B4-BE49-F238E27FC236}">
                    <a16:creationId xmlns:a16="http://schemas.microsoft.com/office/drawing/2014/main" id="{DA00F7A1-0E1A-9027-17E1-C36862B62861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0" name="pg385">
                <a:extLst>
                  <a:ext uri="{FF2B5EF4-FFF2-40B4-BE49-F238E27FC236}">
                    <a16:creationId xmlns:a16="http://schemas.microsoft.com/office/drawing/2014/main" id="{1329A31B-3BB6-B8D5-F164-D4948124A862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1" name="pg386">
                <a:extLst>
                  <a:ext uri="{FF2B5EF4-FFF2-40B4-BE49-F238E27FC236}">
                    <a16:creationId xmlns:a16="http://schemas.microsoft.com/office/drawing/2014/main" id="{8203C97F-3DD8-0008-9743-ABC3990B50D6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2" name="pg387">
                <a:extLst>
                  <a:ext uri="{FF2B5EF4-FFF2-40B4-BE49-F238E27FC236}">
                    <a16:creationId xmlns:a16="http://schemas.microsoft.com/office/drawing/2014/main" id="{E15EBD8B-5D4C-207E-0DB9-2BF599314BDB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3" name="pg388">
                <a:extLst>
                  <a:ext uri="{FF2B5EF4-FFF2-40B4-BE49-F238E27FC236}">
                    <a16:creationId xmlns:a16="http://schemas.microsoft.com/office/drawing/2014/main" id="{0BD07BEB-217A-939B-2C35-40B28B41F89B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4" name="pg389">
                <a:extLst>
                  <a:ext uri="{FF2B5EF4-FFF2-40B4-BE49-F238E27FC236}">
                    <a16:creationId xmlns:a16="http://schemas.microsoft.com/office/drawing/2014/main" id="{803A83F1-3C70-7D99-F16E-CA7E3490009C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5" name="pg390">
                <a:extLst>
                  <a:ext uri="{FF2B5EF4-FFF2-40B4-BE49-F238E27FC236}">
                    <a16:creationId xmlns:a16="http://schemas.microsoft.com/office/drawing/2014/main" id="{DBA523A9-0557-44DC-4F8B-E3EB41CA285E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6" name="pg391">
                <a:extLst>
                  <a:ext uri="{FF2B5EF4-FFF2-40B4-BE49-F238E27FC236}">
                    <a16:creationId xmlns:a16="http://schemas.microsoft.com/office/drawing/2014/main" id="{1C558306-2F7B-6777-8388-FB7673C1EA03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7" name="pg392">
                <a:extLst>
                  <a:ext uri="{FF2B5EF4-FFF2-40B4-BE49-F238E27FC236}">
                    <a16:creationId xmlns:a16="http://schemas.microsoft.com/office/drawing/2014/main" id="{92C66EA6-1306-F8B1-360A-0486B98AA748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8" name="pg393">
                <a:extLst>
                  <a:ext uri="{FF2B5EF4-FFF2-40B4-BE49-F238E27FC236}">
                    <a16:creationId xmlns:a16="http://schemas.microsoft.com/office/drawing/2014/main" id="{F984D6E7-AA7E-6A94-DE97-C1236E7ACBD1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9" name="pg394">
                <a:extLst>
                  <a:ext uri="{FF2B5EF4-FFF2-40B4-BE49-F238E27FC236}">
                    <a16:creationId xmlns:a16="http://schemas.microsoft.com/office/drawing/2014/main" id="{1E776035-45AD-429E-76F8-26F28240A5EB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0" name="pg395">
                <a:extLst>
                  <a:ext uri="{FF2B5EF4-FFF2-40B4-BE49-F238E27FC236}">
                    <a16:creationId xmlns:a16="http://schemas.microsoft.com/office/drawing/2014/main" id="{90C27993-2E06-B5A1-866A-24AFFDF5ED2D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1" name="pg396">
                <a:extLst>
                  <a:ext uri="{FF2B5EF4-FFF2-40B4-BE49-F238E27FC236}">
                    <a16:creationId xmlns:a16="http://schemas.microsoft.com/office/drawing/2014/main" id="{4DE4B5A5-D4BA-BF6E-D9B6-9868E3F67976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2" name="pg397">
                <a:extLst>
                  <a:ext uri="{FF2B5EF4-FFF2-40B4-BE49-F238E27FC236}">
                    <a16:creationId xmlns:a16="http://schemas.microsoft.com/office/drawing/2014/main" id="{7EC9CA59-27AD-2660-1661-862758D47A60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3" name="pg398">
                <a:extLst>
                  <a:ext uri="{FF2B5EF4-FFF2-40B4-BE49-F238E27FC236}">
                    <a16:creationId xmlns:a16="http://schemas.microsoft.com/office/drawing/2014/main" id="{3412A451-F3B5-1FCF-8B6D-051838B8BE40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4" name="pg399">
                <a:extLst>
                  <a:ext uri="{FF2B5EF4-FFF2-40B4-BE49-F238E27FC236}">
                    <a16:creationId xmlns:a16="http://schemas.microsoft.com/office/drawing/2014/main" id="{E24815A5-5E72-6427-EFEC-F89EB76D96AF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5" name="pg400">
                <a:extLst>
                  <a:ext uri="{FF2B5EF4-FFF2-40B4-BE49-F238E27FC236}">
                    <a16:creationId xmlns:a16="http://schemas.microsoft.com/office/drawing/2014/main" id="{334EA032-05CD-F24B-36D3-1A434B7BEF9C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6" name="pg401">
                <a:extLst>
                  <a:ext uri="{FF2B5EF4-FFF2-40B4-BE49-F238E27FC236}">
                    <a16:creationId xmlns:a16="http://schemas.microsoft.com/office/drawing/2014/main" id="{B5A84236-A7DB-0BF7-19C0-8889BD57982B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7" name="pg402">
                <a:extLst>
                  <a:ext uri="{FF2B5EF4-FFF2-40B4-BE49-F238E27FC236}">
                    <a16:creationId xmlns:a16="http://schemas.microsoft.com/office/drawing/2014/main" id="{5B32F741-19E1-85F6-299B-518437618A3F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8" name="pg403">
                <a:extLst>
                  <a:ext uri="{FF2B5EF4-FFF2-40B4-BE49-F238E27FC236}">
                    <a16:creationId xmlns:a16="http://schemas.microsoft.com/office/drawing/2014/main" id="{A7B1B89F-A1E2-440D-2926-B8CCBC002F79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9" name="pg404">
                <a:extLst>
                  <a:ext uri="{FF2B5EF4-FFF2-40B4-BE49-F238E27FC236}">
                    <a16:creationId xmlns:a16="http://schemas.microsoft.com/office/drawing/2014/main" id="{3541B8FC-A49A-F34D-DE4C-86719FE439B9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0" name="pg405">
                <a:extLst>
                  <a:ext uri="{FF2B5EF4-FFF2-40B4-BE49-F238E27FC236}">
                    <a16:creationId xmlns:a16="http://schemas.microsoft.com/office/drawing/2014/main" id="{6B63E77C-A230-29CE-40C2-824B15BF046D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1" name="pg406">
                <a:extLst>
                  <a:ext uri="{FF2B5EF4-FFF2-40B4-BE49-F238E27FC236}">
                    <a16:creationId xmlns:a16="http://schemas.microsoft.com/office/drawing/2014/main" id="{1B2AB0A1-5314-95B7-79C2-A08F91757282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2" name="pg407">
                <a:extLst>
                  <a:ext uri="{FF2B5EF4-FFF2-40B4-BE49-F238E27FC236}">
                    <a16:creationId xmlns:a16="http://schemas.microsoft.com/office/drawing/2014/main" id="{253E90F3-849D-20FF-0571-9F3539CF008F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3" name="pg408">
                <a:extLst>
                  <a:ext uri="{FF2B5EF4-FFF2-40B4-BE49-F238E27FC236}">
                    <a16:creationId xmlns:a16="http://schemas.microsoft.com/office/drawing/2014/main" id="{3B6EB729-B3EA-7746-2BA1-CE0824E5BF54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4" name="pg409">
                <a:extLst>
                  <a:ext uri="{FF2B5EF4-FFF2-40B4-BE49-F238E27FC236}">
                    <a16:creationId xmlns:a16="http://schemas.microsoft.com/office/drawing/2014/main" id="{CB9002FB-154F-050E-6290-DC076AA7C28A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5" name="pg410">
                <a:extLst>
                  <a:ext uri="{FF2B5EF4-FFF2-40B4-BE49-F238E27FC236}">
                    <a16:creationId xmlns:a16="http://schemas.microsoft.com/office/drawing/2014/main" id="{5B59D8FD-C4F4-D9FD-B5CB-77CEAB80777F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6" name="pg411">
                <a:extLst>
                  <a:ext uri="{FF2B5EF4-FFF2-40B4-BE49-F238E27FC236}">
                    <a16:creationId xmlns:a16="http://schemas.microsoft.com/office/drawing/2014/main" id="{44EF5AB4-0107-4C9A-A37B-7527F0F95578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7" name="pg412">
                <a:extLst>
                  <a:ext uri="{FF2B5EF4-FFF2-40B4-BE49-F238E27FC236}">
                    <a16:creationId xmlns:a16="http://schemas.microsoft.com/office/drawing/2014/main" id="{E53394D5-9705-EEB3-8ACB-3AEF890D82D2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8" name="pg413">
                <a:extLst>
                  <a:ext uri="{FF2B5EF4-FFF2-40B4-BE49-F238E27FC236}">
                    <a16:creationId xmlns:a16="http://schemas.microsoft.com/office/drawing/2014/main" id="{BC8796C4-3632-6096-62EE-16A7823977FA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9" name="pg414">
                <a:extLst>
                  <a:ext uri="{FF2B5EF4-FFF2-40B4-BE49-F238E27FC236}">
                    <a16:creationId xmlns:a16="http://schemas.microsoft.com/office/drawing/2014/main" id="{454CA5DD-43CF-C02B-C191-205C80305A14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0" name="pg415">
                <a:extLst>
                  <a:ext uri="{FF2B5EF4-FFF2-40B4-BE49-F238E27FC236}">
                    <a16:creationId xmlns:a16="http://schemas.microsoft.com/office/drawing/2014/main" id="{A89AA57C-9AB7-6357-145E-997D5E7DD7CD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1" name="pg416">
                <a:extLst>
                  <a:ext uri="{FF2B5EF4-FFF2-40B4-BE49-F238E27FC236}">
                    <a16:creationId xmlns:a16="http://schemas.microsoft.com/office/drawing/2014/main" id="{A1EA7DE6-B0FD-FC53-8FC2-EB1184675BFA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2" name="pg417">
                <a:extLst>
                  <a:ext uri="{FF2B5EF4-FFF2-40B4-BE49-F238E27FC236}">
                    <a16:creationId xmlns:a16="http://schemas.microsoft.com/office/drawing/2014/main" id="{99031CBB-1381-732A-3EDE-F00876D5424C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3" name="pg418">
                <a:extLst>
                  <a:ext uri="{FF2B5EF4-FFF2-40B4-BE49-F238E27FC236}">
                    <a16:creationId xmlns:a16="http://schemas.microsoft.com/office/drawing/2014/main" id="{7AB64991-8353-E717-A111-38CD763A7ED7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4" name="pg419">
                <a:extLst>
                  <a:ext uri="{FF2B5EF4-FFF2-40B4-BE49-F238E27FC236}">
                    <a16:creationId xmlns:a16="http://schemas.microsoft.com/office/drawing/2014/main" id="{6CDC3A6E-C4D8-970F-2834-DD1977CB691E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5" name="pg420">
                <a:extLst>
                  <a:ext uri="{FF2B5EF4-FFF2-40B4-BE49-F238E27FC236}">
                    <a16:creationId xmlns:a16="http://schemas.microsoft.com/office/drawing/2014/main" id="{83986550-519D-E102-6859-5F4696B59650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6" name="pg421">
                <a:extLst>
                  <a:ext uri="{FF2B5EF4-FFF2-40B4-BE49-F238E27FC236}">
                    <a16:creationId xmlns:a16="http://schemas.microsoft.com/office/drawing/2014/main" id="{A70E7B76-9A54-8DCD-2820-D0141BD70222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7" name="pg422">
                <a:extLst>
                  <a:ext uri="{FF2B5EF4-FFF2-40B4-BE49-F238E27FC236}">
                    <a16:creationId xmlns:a16="http://schemas.microsoft.com/office/drawing/2014/main" id="{CEB27ACF-807E-17A9-8249-A54E546B8789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8" name="pg423">
                <a:extLst>
                  <a:ext uri="{FF2B5EF4-FFF2-40B4-BE49-F238E27FC236}">
                    <a16:creationId xmlns:a16="http://schemas.microsoft.com/office/drawing/2014/main" id="{6618A766-5A5F-715B-0DD0-8AAC489084DB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9" name="pg424">
                <a:extLst>
                  <a:ext uri="{FF2B5EF4-FFF2-40B4-BE49-F238E27FC236}">
                    <a16:creationId xmlns:a16="http://schemas.microsoft.com/office/drawing/2014/main" id="{409D11A9-A266-7A3D-8CD3-4C452101FF32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0" name="pg425">
                <a:extLst>
                  <a:ext uri="{FF2B5EF4-FFF2-40B4-BE49-F238E27FC236}">
                    <a16:creationId xmlns:a16="http://schemas.microsoft.com/office/drawing/2014/main" id="{5C7B1C21-0D3C-81A2-7E1C-4BC437494C19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1" name="pg426">
                <a:extLst>
                  <a:ext uri="{FF2B5EF4-FFF2-40B4-BE49-F238E27FC236}">
                    <a16:creationId xmlns:a16="http://schemas.microsoft.com/office/drawing/2014/main" id="{3659AF89-630E-8656-0C0E-77F67576FE06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2" name="pg427">
                <a:extLst>
                  <a:ext uri="{FF2B5EF4-FFF2-40B4-BE49-F238E27FC236}">
                    <a16:creationId xmlns:a16="http://schemas.microsoft.com/office/drawing/2014/main" id="{7DBF39DE-68AC-E9DC-FD3E-90479099DA69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3" name="pg428">
                <a:extLst>
                  <a:ext uri="{FF2B5EF4-FFF2-40B4-BE49-F238E27FC236}">
                    <a16:creationId xmlns:a16="http://schemas.microsoft.com/office/drawing/2014/main" id="{C6EB0D58-9D08-A9BE-B420-6680C2DE0C32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4" name="pg429">
                <a:extLst>
                  <a:ext uri="{FF2B5EF4-FFF2-40B4-BE49-F238E27FC236}">
                    <a16:creationId xmlns:a16="http://schemas.microsoft.com/office/drawing/2014/main" id="{99FD4E80-4AAB-58D3-E037-A77600518687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5" name="pg430">
                <a:extLst>
                  <a:ext uri="{FF2B5EF4-FFF2-40B4-BE49-F238E27FC236}">
                    <a16:creationId xmlns:a16="http://schemas.microsoft.com/office/drawing/2014/main" id="{CB493CDE-16EE-D498-45BB-92D38BA9CBE2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6" name="pg431">
                <a:extLst>
                  <a:ext uri="{FF2B5EF4-FFF2-40B4-BE49-F238E27FC236}">
                    <a16:creationId xmlns:a16="http://schemas.microsoft.com/office/drawing/2014/main" id="{2BE82EA4-E174-1C24-D19A-02B6F6654C1F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7" name="pg432">
                <a:extLst>
                  <a:ext uri="{FF2B5EF4-FFF2-40B4-BE49-F238E27FC236}">
                    <a16:creationId xmlns:a16="http://schemas.microsoft.com/office/drawing/2014/main" id="{C3713554-BEAB-3639-51E1-1F4EEA97274E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8" name="pg433">
                <a:extLst>
                  <a:ext uri="{FF2B5EF4-FFF2-40B4-BE49-F238E27FC236}">
                    <a16:creationId xmlns:a16="http://schemas.microsoft.com/office/drawing/2014/main" id="{811CD2E1-7DB8-5C7A-5CF2-883B0F6ABD2D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9" name="pg434">
                <a:extLst>
                  <a:ext uri="{FF2B5EF4-FFF2-40B4-BE49-F238E27FC236}">
                    <a16:creationId xmlns:a16="http://schemas.microsoft.com/office/drawing/2014/main" id="{19FF1673-0E30-71E7-DFFD-9F0F984E73F3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0" name="pg435">
                <a:extLst>
                  <a:ext uri="{FF2B5EF4-FFF2-40B4-BE49-F238E27FC236}">
                    <a16:creationId xmlns:a16="http://schemas.microsoft.com/office/drawing/2014/main" id="{62324BD1-D24F-70EB-5586-722C282DEFFE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1" name="pg436">
                <a:extLst>
                  <a:ext uri="{FF2B5EF4-FFF2-40B4-BE49-F238E27FC236}">
                    <a16:creationId xmlns:a16="http://schemas.microsoft.com/office/drawing/2014/main" id="{B8FAB958-68A4-3B8C-EAE0-8366D179D63B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2" name="pg437">
                <a:extLst>
                  <a:ext uri="{FF2B5EF4-FFF2-40B4-BE49-F238E27FC236}">
                    <a16:creationId xmlns:a16="http://schemas.microsoft.com/office/drawing/2014/main" id="{22CEB831-BE19-59C6-DC55-E5BE226815D8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3" name="pg438">
                <a:extLst>
                  <a:ext uri="{FF2B5EF4-FFF2-40B4-BE49-F238E27FC236}">
                    <a16:creationId xmlns:a16="http://schemas.microsoft.com/office/drawing/2014/main" id="{04546871-1E15-D761-A083-829620994ACA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4" name="pg439">
                <a:extLst>
                  <a:ext uri="{FF2B5EF4-FFF2-40B4-BE49-F238E27FC236}">
                    <a16:creationId xmlns:a16="http://schemas.microsoft.com/office/drawing/2014/main" id="{C89D17B7-81A8-AA0D-96A5-30F6393E09B8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5" name="pg440">
                <a:extLst>
                  <a:ext uri="{FF2B5EF4-FFF2-40B4-BE49-F238E27FC236}">
                    <a16:creationId xmlns:a16="http://schemas.microsoft.com/office/drawing/2014/main" id="{2A25ADA6-1485-AC06-D724-04B1361BBE99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6" name="pg441">
                <a:extLst>
                  <a:ext uri="{FF2B5EF4-FFF2-40B4-BE49-F238E27FC236}">
                    <a16:creationId xmlns:a16="http://schemas.microsoft.com/office/drawing/2014/main" id="{DEC358B3-BF41-EC7D-4475-D593933BBC9B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7" name="pg442">
                <a:extLst>
                  <a:ext uri="{FF2B5EF4-FFF2-40B4-BE49-F238E27FC236}">
                    <a16:creationId xmlns:a16="http://schemas.microsoft.com/office/drawing/2014/main" id="{A156C448-5463-804D-E2E7-E2B404E8B167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8" name="pg443">
                <a:extLst>
                  <a:ext uri="{FF2B5EF4-FFF2-40B4-BE49-F238E27FC236}">
                    <a16:creationId xmlns:a16="http://schemas.microsoft.com/office/drawing/2014/main" id="{78303B90-6B04-50B4-8D64-B2F2821E6563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9" name="pg444">
                <a:extLst>
                  <a:ext uri="{FF2B5EF4-FFF2-40B4-BE49-F238E27FC236}">
                    <a16:creationId xmlns:a16="http://schemas.microsoft.com/office/drawing/2014/main" id="{EAE7E6A5-5672-66AA-FA2B-D3C48FBD0E28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0" name="pg445">
                <a:extLst>
                  <a:ext uri="{FF2B5EF4-FFF2-40B4-BE49-F238E27FC236}">
                    <a16:creationId xmlns:a16="http://schemas.microsoft.com/office/drawing/2014/main" id="{33869DE8-1F56-6562-1F69-97F33777751B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1" name="pg446">
                <a:extLst>
                  <a:ext uri="{FF2B5EF4-FFF2-40B4-BE49-F238E27FC236}">
                    <a16:creationId xmlns:a16="http://schemas.microsoft.com/office/drawing/2014/main" id="{A01D95C9-3616-8A37-D6C9-F4CB226FE9AF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2" name="pg447">
                <a:extLst>
                  <a:ext uri="{FF2B5EF4-FFF2-40B4-BE49-F238E27FC236}">
                    <a16:creationId xmlns:a16="http://schemas.microsoft.com/office/drawing/2014/main" id="{9B4D0DC2-70F1-84EB-1942-4F2B5D84C3A4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3" name="pg448">
                <a:extLst>
                  <a:ext uri="{FF2B5EF4-FFF2-40B4-BE49-F238E27FC236}">
                    <a16:creationId xmlns:a16="http://schemas.microsoft.com/office/drawing/2014/main" id="{428ACFBF-9768-673D-BCE3-55F276C58090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4" name="pg449">
                <a:extLst>
                  <a:ext uri="{FF2B5EF4-FFF2-40B4-BE49-F238E27FC236}">
                    <a16:creationId xmlns:a16="http://schemas.microsoft.com/office/drawing/2014/main" id="{8DDBFFD9-C269-741A-B051-0F2C78BA40B0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5" name="pg450">
                <a:extLst>
                  <a:ext uri="{FF2B5EF4-FFF2-40B4-BE49-F238E27FC236}">
                    <a16:creationId xmlns:a16="http://schemas.microsoft.com/office/drawing/2014/main" id="{9F05579C-BC8D-23DE-37D8-4129FAC9EC90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6" name="pg451">
                <a:extLst>
                  <a:ext uri="{FF2B5EF4-FFF2-40B4-BE49-F238E27FC236}">
                    <a16:creationId xmlns:a16="http://schemas.microsoft.com/office/drawing/2014/main" id="{48CA6A1B-16E8-CA4B-AE25-C6C3D3B8EDC5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7" name="pg452">
                <a:extLst>
                  <a:ext uri="{FF2B5EF4-FFF2-40B4-BE49-F238E27FC236}">
                    <a16:creationId xmlns:a16="http://schemas.microsoft.com/office/drawing/2014/main" id="{D9ABA0FF-7937-9463-7153-CED6E7E76A5C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8" name="pg453">
                <a:extLst>
                  <a:ext uri="{FF2B5EF4-FFF2-40B4-BE49-F238E27FC236}">
                    <a16:creationId xmlns:a16="http://schemas.microsoft.com/office/drawing/2014/main" id="{3C72FB6A-6584-E547-5D01-8A1CB8012BA4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9" name="pg454">
                <a:extLst>
                  <a:ext uri="{FF2B5EF4-FFF2-40B4-BE49-F238E27FC236}">
                    <a16:creationId xmlns:a16="http://schemas.microsoft.com/office/drawing/2014/main" id="{CFBCD8E2-D960-FD0A-3589-CAC683388061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0" name="pg455">
                <a:extLst>
                  <a:ext uri="{FF2B5EF4-FFF2-40B4-BE49-F238E27FC236}">
                    <a16:creationId xmlns:a16="http://schemas.microsoft.com/office/drawing/2014/main" id="{95685011-520A-A44D-F0DB-1D2168B1A034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1" name="pg456">
                <a:extLst>
                  <a:ext uri="{FF2B5EF4-FFF2-40B4-BE49-F238E27FC236}">
                    <a16:creationId xmlns:a16="http://schemas.microsoft.com/office/drawing/2014/main" id="{97B61C99-937B-0A49-DDE2-697137CF1B05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2" name="pg457">
                <a:extLst>
                  <a:ext uri="{FF2B5EF4-FFF2-40B4-BE49-F238E27FC236}">
                    <a16:creationId xmlns:a16="http://schemas.microsoft.com/office/drawing/2014/main" id="{06BA81A9-769E-B916-CA64-294BA29BFD56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3" name="pg458">
                <a:extLst>
                  <a:ext uri="{FF2B5EF4-FFF2-40B4-BE49-F238E27FC236}">
                    <a16:creationId xmlns:a16="http://schemas.microsoft.com/office/drawing/2014/main" id="{FE89B79F-0D61-FF46-08A5-FBB5255C4619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4" name="pg459">
                <a:extLst>
                  <a:ext uri="{FF2B5EF4-FFF2-40B4-BE49-F238E27FC236}">
                    <a16:creationId xmlns:a16="http://schemas.microsoft.com/office/drawing/2014/main" id="{9F3DA434-43AA-758A-89DA-7C20A677E9EC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5" name="pg460">
                <a:extLst>
                  <a:ext uri="{FF2B5EF4-FFF2-40B4-BE49-F238E27FC236}">
                    <a16:creationId xmlns:a16="http://schemas.microsoft.com/office/drawing/2014/main" id="{73682074-1B24-C2B0-30D5-E4B05F18D573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6" name="pg461">
                <a:extLst>
                  <a:ext uri="{FF2B5EF4-FFF2-40B4-BE49-F238E27FC236}">
                    <a16:creationId xmlns:a16="http://schemas.microsoft.com/office/drawing/2014/main" id="{E947DF4D-5D25-5663-DD9F-EC20B905ADBE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7" name="pg462">
                <a:extLst>
                  <a:ext uri="{FF2B5EF4-FFF2-40B4-BE49-F238E27FC236}">
                    <a16:creationId xmlns:a16="http://schemas.microsoft.com/office/drawing/2014/main" id="{93B69115-F88E-F730-273A-EED404E0D1BD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8" name="pg463">
                <a:extLst>
                  <a:ext uri="{FF2B5EF4-FFF2-40B4-BE49-F238E27FC236}">
                    <a16:creationId xmlns:a16="http://schemas.microsoft.com/office/drawing/2014/main" id="{3609994A-5226-1D42-DD40-A75B45BFC02C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9" name="pg464">
                <a:extLst>
                  <a:ext uri="{FF2B5EF4-FFF2-40B4-BE49-F238E27FC236}">
                    <a16:creationId xmlns:a16="http://schemas.microsoft.com/office/drawing/2014/main" id="{26266B42-2486-8F48-1E9B-15E6AB042DEF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0" name="pg465">
                <a:extLst>
                  <a:ext uri="{FF2B5EF4-FFF2-40B4-BE49-F238E27FC236}">
                    <a16:creationId xmlns:a16="http://schemas.microsoft.com/office/drawing/2014/main" id="{63478389-F465-EEC1-AF04-5B642D3E2B79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1" name="pg466">
                <a:extLst>
                  <a:ext uri="{FF2B5EF4-FFF2-40B4-BE49-F238E27FC236}">
                    <a16:creationId xmlns:a16="http://schemas.microsoft.com/office/drawing/2014/main" id="{334858E1-D5CA-B113-E7E8-466A9BDEE3CE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2" name="pg467">
                <a:extLst>
                  <a:ext uri="{FF2B5EF4-FFF2-40B4-BE49-F238E27FC236}">
                    <a16:creationId xmlns:a16="http://schemas.microsoft.com/office/drawing/2014/main" id="{1827EC00-5A63-0F24-03DA-79727D6461BF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3" name="pg468">
                <a:extLst>
                  <a:ext uri="{FF2B5EF4-FFF2-40B4-BE49-F238E27FC236}">
                    <a16:creationId xmlns:a16="http://schemas.microsoft.com/office/drawing/2014/main" id="{41EF516E-33ED-A83D-8C49-BD239C7455BF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4" name="pg469">
                <a:extLst>
                  <a:ext uri="{FF2B5EF4-FFF2-40B4-BE49-F238E27FC236}">
                    <a16:creationId xmlns:a16="http://schemas.microsoft.com/office/drawing/2014/main" id="{38E27898-3DBF-EE98-1FAE-7E8C3B8C2BB0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5" name="pg470">
                <a:extLst>
                  <a:ext uri="{FF2B5EF4-FFF2-40B4-BE49-F238E27FC236}">
                    <a16:creationId xmlns:a16="http://schemas.microsoft.com/office/drawing/2014/main" id="{9D539C23-D21A-435B-DEFD-95DF3C85E05E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6" name="pg471">
                <a:extLst>
                  <a:ext uri="{FF2B5EF4-FFF2-40B4-BE49-F238E27FC236}">
                    <a16:creationId xmlns:a16="http://schemas.microsoft.com/office/drawing/2014/main" id="{31B9C1A9-D9F2-2624-0D1D-D1AC87994296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7" name="pg472">
                <a:extLst>
                  <a:ext uri="{FF2B5EF4-FFF2-40B4-BE49-F238E27FC236}">
                    <a16:creationId xmlns:a16="http://schemas.microsoft.com/office/drawing/2014/main" id="{44F32D9D-106F-AE5E-03AC-BA9E13C69D5B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8" name="pg473">
                <a:extLst>
                  <a:ext uri="{FF2B5EF4-FFF2-40B4-BE49-F238E27FC236}">
                    <a16:creationId xmlns:a16="http://schemas.microsoft.com/office/drawing/2014/main" id="{0211568D-CA33-9448-C6B7-328493D0DBBD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9" name="pg474">
                <a:extLst>
                  <a:ext uri="{FF2B5EF4-FFF2-40B4-BE49-F238E27FC236}">
                    <a16:creationId xmlns:a16="http://schemas.microsoft.com/office/drawing/2014/main" id="{42C2FBBB-7C65-D0FD-0443-2321E9537BD5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0" name="pg475">
                <a:extLst>
                  <a:ext uri="{FF2B5EF4-FFF2-40B4-BE49-F238E27FC236}">
                    <a16:creationId xmlns:a16="http://schemas.microsoft.com/office/drawing/2014/main" id="{28217325-7630-F7C7-FA58-F6AD7E9C205B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1" name="pg476">
                <a:extLst>
                  <a:ext uri="{FF2B5EF4-FFF2-40B4-BE49-F238E27FC236}">
                    <a16:creationId xmlns:a16="http://schemas.microsoft.com/office/drawing/2014/main" id="{1DAEB975-349C-8738-7416-115E5BCC8A31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2" name="pg477">
                <a:extLst>
                  <a:ext uri="{FF2B5EF4-FFF2-40B4-BE49-F238E27FC236}">
                    <a16:creationId xmlns:a16="http://schemas.microsoft.com/office/drawing/2014/main" id="{C7738E4F-52AE-16FC-FBF5-9D985695F779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3" name="pg478">
                <a:extLst>
                  <a:ext uri="{FF2B5EF4-FFF2-40B4-BE49-F238E27FC236}">
                    <a16:creationId xmlns:a16="http://schemas.microsoft.com/office/drawing/2014/main" id="{0D1862B7-5889-1389-2A8F-221B8E3BD532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4" name="pg479">
                <a:extLst>
                  <a:ext uri="{FF2B5EF4-FFF2-40B4-BE49-F238E27FC236}">
                    <a16:creationId xmlns:a16="http://schemas.microsoft.com/office/drawing/2014/main" id="{1AB1D8E9-2F01-7310-CC68-F36590E520CA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5" name="pg480">
                <a:extLst>
                  <a:ext uri="{FF2B5EF4-FFF2-40B4-BE49-F238E27FC236}">
                    <a16:creationId xmlns:a16="http://schemas.microsoft.com/office/drawing/2014/main" id="{21AB7A17-7FB7-AF2E-5478-099C6D902E87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6" name="pg481">
                <a:extLst>
                  <a:ext uri="{FF2B5EF4-FFF2-40B4-BE49-F238E27FC236}">
                    <a16:creationId xmlns:a16="http://schemas.microsoft.com/office/drawing/2014/main" id="{4AD8CEC8-0E6E-AA10-3C8A-DA7891A5032D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7" name="pg482">
                <a:extLst>
                  <a:ext uri="{FF2B5EF4-FFF2-40B4-BE49-F238E27FC236}">
                    <a16:creationId xmlns:a16="http://schemas.microsoft.com/office/drawing/2014/main" id="{034EAB35-5CA2-519C-FB1B-2E593AA2BBFA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8" name="pg483">
                <a:extLst>
                  <a:ext uri="{FF2B5EF4-FFF2-40B4-BE49-F238E27FC236}">
                    <a16:creationId xmlns:a16="http://schemas.microsoft.com/office/drawing/2014/main" id="{7B2AC898-D19F-483B-3074-33BF856DC88B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9" name="pg484">
                <a:extLst>
                  <a:ext uri="{FF2B5EF4-FFF2-40B4-BE49-F238E27FC236}">
                    <a16:creationId xmlns:a16="http://schemas.microsoft.com/office/drawing/2014/main" id="{1F1CD49A-4DC4-F567-C1E5-73052E07A3F7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0" name="pg485">
                <a:extLst>
                  <a:ext uri="{FF2B5EF4-FFF2-40B4-BE49-F238E27FC236}">
                    <a16:creationId xmlns:a16="http://schemas.microsoft.com/office/drawing/2014/main" id="{117B80FA-A8EB-B7B0-A840-30F2B7B88AF2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1" name="pg486">
                <a:extLst>
                  <a:ext uri="{FF2B5EF4-FFF2-40B4-BE49-F238E27FC236}">
                    <a16:creationId xmlns:a16="http://schemas.microsoft.com/office/drawing/2014/main" id="{FA9874E8-2021-A31C-FB9F-583831E9147E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2" name="pg487">
                <a:extLst>
                  <a:ext uri="{FF2B5EF4-FFF2-40B4-BE49-F238E27FC236}">
                    <a16:creationId xmlns:a16="http://schemas.microsoft.com/office/drawing/2014/main" id="{79B2D8CF-9590-02F8-C6D2-FE0C08C5AE95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3" name="pg488">
                <a:extLst>
                  <a:ext uri="{FF2B5EF4-FFF2-40B4-BE49-F238E27FC236}">
                    <a16:creationId xmlns:a16="http://schemas.microsoft.com/office/drawing/2014/main" id="{9946002F-F476-24F5-47CE-D8BAB894B736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4" name="pg489">
                <a:extLst>
                  <a:ext uri="{FF2B5EF4-FFF2-40B4-BE49-F238E27FC236}">
                    <a16:creationId xmlns:a16="http://schemas.microsoft.com/office/drawing/2014/main" id="{0E88F8C4-81D5-E230-9A9F-1F768D238680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5" name="pg490">
                <a:extLst>
                  <a:ext uri="{FF2B5EF4-FFF2-40B4-BE49-F238E27FC236}">
                    <a16:creationId xmlns:a16="http://schemas.microsoft.com/office/drawing/2014/main" id="{A32EEE30-40E3-2D36-6450-2051E1B71A3B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6" name="pg491">
                <a:extLst>
                  <a:ext uri="{FF2B5EF4-FFF2-40B4-BE49-F238E27FC236}">
                    <a16:creationId xmlns:a16="http://schemas.microsoft.com/office/drawing/2014/main" id="{70C7AC96-F1D2-5CAA-1700-EC16FC9E9A17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7" name="pg492">
                <a:extLst>
                  <a:ext uri="{FF2B5EF4-FFF2-40B4-BE49-F238E27FC236}">
                    <a16:creationId xmlns:a16="http://schemas.microsoft.com/office/drawing/2014/main" id="{09DF527F-19EB-41E4-900F-09A9056BA2D4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8" name="pg493">
                <a:extLst>
                  <a:ext uri="{FF2B5EF4-FFF2-40B4-BE49-F238E27FC236}">
                    <a16:creationId xmlns:a16="http://schemas.microsoft.com/office/drawing/2014/main" id="{D4E0D480-3388-0E88-2E1C-97A9CEAFAF20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9" name="pg494">
                <a:extLst>
                  <a:ext uri="{FF2B5EF4-FFF2-40B4-BE49-F238E27FC236}">
                    <a16:creationId xmlns:a16="http://schemas.microsoft.com/office/drawing/2014/main" id="{E4A83EE7-6464-483B-450B-3DF3A1C6B3CE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0" name="pg495">
                <a:extLst>
                  <a:ext uri="{FF2B5EF4-FFF2-40B4-BE49-F238E27FC236}">
                    <a16:creationId xmlns:a16="http://schemas.microsoft.com/office/drawing/2014/main" id="{1481A20D-E165-0586-25C6-5227EAC30DFD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1" name="pg496">
                <a:extLst>
                  <a:ext uri="{FF2B5EF4-FFF2-40B4-BE49-F238E27FC236}">
                    <a16:creationId xmlns:a16="http://schemas.microsoft.com/office/drawing/2014/main" id="{47D3B35A-74CC-695B-632C-723FC8EDF5E7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2" name="pg497">
                <a:extLst>
                  <a:ext uri="{FF2B5EF4-FFF2-40B4-BE49-F238E27FC236}">
                    <a16:creationId xmlns:a16="http://schemas.microsoft.com/office/drawing/2014/main" id="{0BFC1994-2501-ED0F-8B3B-9AE7294C15A7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3" name="pg498">
                <a:extLst>
                  <a:ext uri="{FF2B5EF4-FFF2-40B4-BE49-F238E27FC236}">
                    <a16:creationId xmlns:a16="http://schemas.microsoft.com/office/drawing/2014/main" id="{059AAF98-D581-4E74-3FA7-9F2BD44A60CB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4" name="pg499">
                <a:extLst>
                  <a:ext uri="{FF2B5EF4-FFF2-40B4-BE49-F238E27FC236}">
                    <a16:creationId xmlns:a16="http://schemas.microsoft.com/office/drawing/2014/main" id="{682ADA1E-C295-296D-5EDF-BF27B1F3ADE2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5" name="pg500">
                <a:extLst>
                  <a:ext uri="{FF2B5EF4-FFF2-40B4-BE49-F238E27FC236}">
                    <a16:creationId xmlns:a16="http://schemas.microsoft.com/office/drawing/2014/main" id="{77D075E0-5FEA-331D-9F15-67B110DA620D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6" name="pg501">
                <a:extLst>
                  <a:ext uri="{FF2B5EF4-FFF2-40B4-BE49-F238E27FC236}">
                    <a16:creationId xmlns:a16="http://schemas.microsoft.com/office/drawing/2014/main" id="{6025DA69-B656-A168-2566-E78A2A0EFDB4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7" name="pg502">
                <a:extLst>
                  <a:ext uri="{FF2B5EF4-FFF2-40B4-BE49-F238E27FC236}">
                    <a16:creationId xmlns:a16="http://schemas.microsoft.com/office/drawing/2014/main" id="{36A2E987-0BC2-C176-9D2E-DB1B2C3E38C8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8" name="pg503">
                <a:extLst>
                  <a:ext uri="{FF2B5EF4-FFF2-40B4-BE49-F238E27FC236}">
                    <a16:creationId xmlns:a16="http://schemas.microsoft.com/office/drawing/2014/main" id="{B0C20702-A526-00FC-7212-ED8E7F730D32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9" name="pg504">
                <a:extLst>
                  <a:ext uri="{FF2B5EF4-FFF2-40B4-BE49-F238E27FC236}">
                    <a16:creationId xmlns:a16="http://schemas.microsoft.com/office/drawing/2014/main" id="{807E6EE8-A9CB-147C-53F9-77E4F7BBD4CD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0" name="pg505">
                <a:extLst>
                  <a:ext uri="{FF2B5EF4-FFF2-40B4-BE49-F238E27FC236}">
                    <a16:creationId xmlns:a16="http://schemas.microsoft.com/office/drawing/2014/main" id="{1B934F42-2C29-0891-0B98-987473F63855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1" name="pg506">
                <a:extLst>
                  <a:ext uri="{FF2B5EF4-FFF2-40B4-BE49-F238E27FC236}">
                    <a16:creationId xmlns:a16="http://schemas.microsoft.com/office/drawing/2014/main" id="{B9A7561D-0BF4-97B6-C5A7-ADE7DC52475E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2" name="pg507">
                <a:extLst>
                  <a:ext uri="{FF2B5EF4-FFF2-40B4-BE49-F238E27FC236}">
                    <a16:creationId xmlns:a16="http://schemas.microsoft.com/office/drawing/2014/main" id="{7A9C07A7-AAD1-594F-4274-8D048AD71769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3" name="pg508">
                <a:extLst>
                  <a:ext uri="{FF2B5EF4-FFF2-40B4-BE49-F238E27FC236}">
                    <a16:creationId xmlns:a16="http://schemas.microsoft.com/office/drawing/2014/main" id="{FBF66D3D-E2A2-D403-F66C-78E880D2AA68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4" name="pg509">
                <a:extLst>
                  <a:ext uri="{FF2B5EF4-FFF2-40B4-BE49-F238E27FC236}">
                    <a16:creationId xmlns:a16="http://schemas.microsoft.com/office/drawing/2014/main" id="{20651361-0BAC-03E3-CDB7-43A3ABADCF93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5" name="pg510">
                <a:extLst>
                  <a:ext uri="{FF2B5EF4-FFF2-40B4-BE49-F238E27FC236}">
                    <a16:creationId xmlns:a16="http://schemas.microsoft.com/office/drawing/2014/main" id="{64C8FABF-C756-5867-9B77-175B37EE9D07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6" name="pg511">
                <a:extLst>
                  <a:ext uri="{FF2B5EF4-FFF2-40B4-BE49-F238E27FC236}">
                    <a16:creationId xmlns:a16="http://schemas.microsoft.com/office/drawing/2014/main" id="{1EDD9C47-848E-4F0E-BA8A-380BAC53EF22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7" name="pg512">
                <a:extLst>
                  <a:ext uri="{FF2B5EF4-FFF2-40B4-BE49-F238E27FC236}">
                    <a16:creationId xmlns:a16="http://schemas.microsoft.com/office/drawing/2014/main" id="{19CA9BFB-5878-DDD1-B110-43E3A08C2FE0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8" name="pg513">
                <a:extLst>
                  <a:ext uri="{FF2B5EF4-FFF2-40B4-BE49-F238E27FC236}">
                    <a16:creationId xmlns:a16="http://schemas.microsoft.com/office/drawing/2014/main" id="{E9C9CB3C-F9AD-63BF-6113-C543E8610A21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9" name="pg514">
                <a:extLst>
                  <a:ext uri="{FF2B5EF4-FFF2-40B4-BE49-F238E27FC236}">
                    <a16:creationId xmlns:a16="http://schemas.microsoft.com/office/drawing/2014/main" id="{FB3DA624-68B0-2ADB-52E7-43CC26A2F132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0" name="pg515">
                <a:extLst>
                  <a:ext uri="{FF2B5EF4-FFF2-40B4-BE49-F238E27FC236}">
                    <a16:creationId xmlns:a16="http://schemas.microsoft.com/office/drawing/2014/main" id="{4C38A0D3-509C-EB66-C8C0-B3B92CDA0F82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1" name="pg516">
                <a:extLst>
                  <a:ext uri="{FF2B5EF4-FFF2-40B4-BE49-F238E27FC236}">
                    <a16:creationId xmlns:a16="http://schemas.microsoft.com/office/drawing/2014/main" id="{43923F21-6138-57E6-EF04-C70898439739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2" name="pg517">
                <a:extLst>
                  <a:ext uri="{FF2B5EF4-FFF2-40B4-BE49-F238E27FC236}">
                    <a16:creationId xmlns:a16="http://schemas.microsoft.com/office/drawing/2014/main" id="{535644B2-139A-CB9B-9B21-F8F5104A221F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3" name="pg518">
                <a:extLst>
                  <a:ext uri="{FF2B5EF4-FFF2-40B4-BE49-F238E27FC236}">
                    <a16:creationId xmlns:a16="http://schemas.microsoft.com/office/drawing/2014/main" id="{65178D1C-62C6-262F-4896-3601B989B928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4" name="pg519">
                <a:extLst>
                  <a:ext uri="{FF2B5EF4-FFF2-40B4-BE49-F238E27FC236}">
                    <a16:creationId xmlns:a16="http://schemas.microsoft.com/office/drawing/2014/main" id="{B2FCF7C1-5FA8-A1BF-8497-4E66E07E7897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5" name="pg520">
                <a:extLst>
                  <a:ext uri="{FF2B5EF4-FFF2-40B4-BE49-F238E27FC236}">
                    <a16:creationId xmlns:a16="http://schemas.microsoft.com/office/drawing/2014/main" id="{33A50C62-46AB-8199-865E-65D7EF0CE45D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6" name="pg521">
                <a:extLst>
                  <a:ext uri="{FF2B5EF4-FFF2-40B4-BE49-F238E27FC236}">
                    <a16:creationId xmlns:a16="http://schemas.microsoft.com/office/drawing/2014/main" id="{0AD73DEA-159B-FE86-A651-C747C4A6FE00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7" name="pg522">
                <a:extLst>
                  <a:ext uri="{FF2B5EF4-FFF2-40B4-BE49-F238E27FC236}">
                    <a16:creationId xmlns:a16="http://schemas.microsoft.com/office/drawing/2014/main" id="{5F9A5679-1EAA-341A-A08A-CD4F5DF55EAA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8" name="pg523">
                <a:extLst>
                  <a:ext uri="{FF2B5EF4-FFF2-40B4-BE49-F238E27FC236}">
                    <a16:creationId xmlns:a16="http://schemas.microsoft.com/office/drawing/2014/main" id="{FEA7BCB8-4FE9-5082-0899-D1EBE2036815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9" name="pg524">
                <a:extLst>
                  <a:ext uri="{FF2B5EF4-FFF2-40B4-BE49-F238E27FC236}">
                    <a16:creationId xmlns:a16="http://schemas.microsoft.com/office/drawing/2014/main" id="{B407441B-3BF9-94EE-F9D2-C8EE7F6F4DD5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0" name="pg525">
                <a:extLst>
                  <a:ext uri="{FF2B5EF4-FFF2-40B4-BE49-F238E27FC236}">
                    <a16:creationId xmlns:a16="http://schemas.microsoft.com/office/drawing/2014/main" id="{B0526C4D-6006-3ECA-FE5B-2A6ACF5FA008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1" name="pg526">
                <a:extLst>
                  <a:ext uri="{FF2B5EF4-FFF2-40B4-BE49-F238E27FC236}">
                    <a16:creationId xmlns:a16="http://schemas.microsoft.com/office/drawing/2014/main" id="{C24F4106-45E4-3B9A-D5A1-84AD09E6C7BD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2" name="pg527">
                <a:extLst>
                  <a:ext uri="{FF2B5EF4-FFF2-40B4-BE49-F238E27FC236}">
                    <a16:creationId xmlns:a16="http://schemas.microsoft.com/office/drawing/2014/main" id="{2DD767B8-AB50-2C5F-86A2-2E7AFE302200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3" name="pg528">
                <a:extLst>
                  <a:ext uri="{FF2B5EF4-FFF2-40B4-BE49-F238E27FC236}">
                    <a16:creationId xmlns:a16="http://schemas.microsoft.com/office/drawing/2014/main" id="{B56B1E71-6443-2A86-53CA-E703B7277C4E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4" name="pg529">
                <a:extLst>
                  <a:ext uri="{FF2B5EF4-FFF2-40B4-BE49-F238E27FC236}">
                    <a16:creationId xmlns:a16="http://schemas.microsoft.com/office/drawing/2014/main" id="{452341D7-8D0E-C9C4-1C5F-4C0A071E1C4C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5" name="pg530">
                <a:extLst>
                  <a:ext uri="{FF2B5EF4-FFF2-40B4-BE49-F238E27FC236}">
                    <a16:creationId xmlns:a16="http://schemas.microsoft.com/office/drawing/2014/main" id="{F4962BAD-E67E-F391-9C42-B70D34768B7D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6" name="pg531">
                <a:extLst>
                  <a:ext uri="{FF2B5EF4-FFF2-40B4-BE49-F238E27FC236}">
                    <a16:creationId xmlns:a16="http://schemas.microsoft.com/office/drawing/2014/main" id="{AA4E3B0E-7C32-E5DA-2C54-8BAA1416F967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7" name="pg532">
                <a:extLst>
                  <a:ext uri="{FF2B5EF4-FFF2-40B4-BE49-F238E27FC236}">
                    <a16:creationId xmlns:a16="http://schemas.microsoft.com/office/drawing/2014/main" id="{9DB59951-AF71-75C5-AA29-0C27C6C753B3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8" name="pg533">
                <a:extLst>
                  <a:ext uri="{FF2B5EF4-FFF2-40B4-BE49-F238E27FC236}">
                    <a16:creationId xmlns:a16="http://schemas.microsoft.com/office/drawing/2014/main" id="{F0592AB6-8EF8-C448-BF89-93525F8F3357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9" name="pg534">
                <a:extLst>
                  <a:ext uri="{FF2B5EF4-FFF2-40B4-BE49-F238E27FC236}">
                    <a16:creationId xmlns:a16="http://schemas.microsoft.com/office/drawing/2014/main" id="{CCDC4E10-23DC-ECA5-35D7-A5AF94A5AD65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0" name="pg535">
                <a:extLst>
                  <a:ext uri="{FF2B5EF4-FFF2-40B4-BE49-F238E27FC236}">
                    <a16:creationId xmlns:a16="http://schemas.microsoft.com/office/drawing/2014/main" id="{B0F28059-7B72-A881-7C5D-C4A8DF9B8389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1" name="pg536">
                <a:extLst>
                  <a:ext uri="{FF2B5EF4-FFF2-40B4-BE49-F238E27FC236}">
                    <a16:creationId xmlns:a16="http://schemas.microsoft.com/office/drawing/2014/main" id="{E55FA406-55A9-8123-BD3C-2162F65AF151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2" name="pg537">
                <a:extLst>
                  <a:ext uri="{FF2B5EF4-FFF2-40B4-BE49-F238E27FC236}">
                    <a16:creationId xmlns:a16="http://schemas.microsoft.com/office/drawing/2014/main" id="{D1F821DF-ACE5-6DEB-5A90-674F6B5380B3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3" name="pg538">
                <a:extLst>
                  <a:ext uri="{FF2B5EF4-FFF2-40B4-BE49-F238E27FC236}">
                    <a16:creationId xmlns:a16="http://schemas.microsoft.com/office/drawing/2014/main" id="{948DCBA0-2A7D-872C-16B9-F5B2116BBED1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4" name="pg539">
                <a:extLst>
                  <a:ext uri="{FF2B5EF4-FFF2-40B4-BE49-F238E27FC236}">
                    <a16:creationId xmlns:a16="http://schemas.microsoft.com/office/drawing/2014/main" id="{2A2AFB89-7032-8B85-AA3B-62DF7EFB1165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5" name="pg540">
                <a:extLst>
                  <a:ext uri="{FF2B5EF4-FFF2-40B4-BE49-F238E27FC236}">
                    <a16:creationId xmlns:a16="http://schemas.microsoft.com/office/drawing/2014/main" id="{5DC9FC01-1DE1-6700-A6AF-EE8F8677997F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6" name="pg541">
                <a:extLst>
                  <a:ext uri="{FF2B5EF4-FFF2-40B4-BE49-F238E27FC236}">
                    <a16:creationId xmlns:a16="http://schemas.microsoft.com/office/drawing/2014/main" id="{8EF4F2DE-A4CD-4FE4-BF52-EA04B588F62D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7" name="pg542">
                <a:extLst>
                  <a:ext uri="{FF2B5EF4-FFF2-40B4-BE49-F238E27FC236}">
                    <a16:creationId xmlns:a16="http://schemas.microsoft.com/office/drawing/2014/main" id="{581B4E9D-3551-DDA4-C3E7-90AD48B92761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8" name="pg543">
                <a:extLst>
                  <a:ext uri="{FF2B5EF4-FFF2-40B4-BE49-F238E27FC236}">
                    <a16:creationId xmlns:a16="http://schemas.microsoft.com/office/drawing/2014/main" id="{3BFA2A63-99E6-44C5-AF2B-A4711A4AFA51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9" name="pg544">
                <a:extLst>
                  <a:ext uri="{FF2B5EF4-FFF2-40B4-BE49-F238E27FC236}">
                    <a16:creationId xmlns:a16="http://schemas.microsoft.com/office/drawing/2014/main" id="{C2FBB495-C317-E8CE-F8A6-DD430300A719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0" name="pg545">
                <a:extLst>
                  <a:ext uri="{FF2B5EF4-FFF2-40B4-BE49-F238E27FC236}">
                    <a16:creationId xmlns:a16="http://schemas.microsoft.com/office/drawing/2014/main" id="{331E72A7-620F-3640-D173-B3062C7F7801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1" name="pg546">
                <a:extLst>
                  <a:ext uri="{FF2B5EF4-FFF2-40B4-BE49-F238E27FC236}">
                    <a16:creationId xmlns:a16="http://schemas.microsoft.com/office/drawing/2014/main" id="{B428DE95-6A40-F665-832C-21BA9CFEBB04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2" name="pg547">
                <a:extLst>
                  <a:ext uri="{FF2B5EF4-FFF2-40B4-BE49-F238E27FC236}">
                    <a16:creationId xmlns:a16="http://schemas.microsoft.com/office/drawing/2014/main" id="{9393BB8F-03FE-D279-1357-A7EEE7AAADA8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3" name="pg548">
                <a:extLst>
                  <a:ext uri="{FF2B5EF4-FFF2-40B4-BE49-F238E27FC236}">
                    <a16:creationId xmlns:a16="http://schemas.microsoft.com/office/drawing/2014/main" id="{19EB305D-6768-E0B0-3754-D4E0E1ABA2B6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4" name="pg549">
                <a:extLst>
                  <a:ext uri="{FF2B5EF4-FFF2-40B4-BE49-F238E27FC236}">
                    <a16:creationId xmlns:a16="http://schemas.microsoft.com/office/drawing/2014/main" id="{F861630A-5EC2-CDC4-696D-FA0B205893D3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5" name="pg550">
                <a:extLst>
                  <a:ext uri="{FF2B5EF4-FFF2-40B4-BE49-F238E27FC236}">
                    <a16:creationId xmlns:a16="http://schemas.microsoft.com/office/drawing/2014/main" id="{C3F22264-FE7E-D5CD-1F94-7190BF51E967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6" name="pg551">
                <a:extLst>
                  <a:ext uri="{FF2B5EF4-FFF2-40B4-BE49-F238E27FC236}">
                    <a16:creationId xmlns:a16="http://schemas.microsoft.com/office/drawing/2014/main" id="{D5AEE3A8-F9B8-1FBA-2C84-E4AEDDC4B000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7" name="pg552">
                <a:extLst>
                  <a:ext uri="{FF2B5EF4-FFF2-40B4-BE49-F238E27FC236}">
                    <a16:creationId xmlns:a16="http://schemas.microsoft.com/office/drawing/2014/main" id="{A29550AB-E2D3-63D1-F68E-69DFF5A149E4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8" name="pg553">
                <a:extLst>
                  <a:ext uri="{FF2B5EF4-FFF2-40B4-BE49-F238E27FC236}">
                    <a16:creationId xmlns:a16="http://schemas.microsoft.com/office/drawing/2014/main" id="{81C777AB-322B-A293-44CD-DE7A9A3054F8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9" name="pg554">
                <a:extLst>
                  <a:ext uri="{FF2B5EF4-FFF2-40B4-BE49-F238E27FC236}">
                    <a16:creationId xmlns:a16="http://schemas.microsoft.com/office/drawing/2014/main" id="{EA1D0040-5E2D-299C-516D-D6F0F10B25A7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0" name="pg555">
                <a:extLst>
                  <a:ext uri="{FF2B5EF4-FFF2-40B4-BE49-F238E27FC236}">
                    <a16:creationId xmlns:a16="http://schemas.microsoft.com/office/drawing/2014/main" id="{A79DDF19-DAB1-9DC8-96A3-ED2BFEF152F6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1" name="pg556">
                <a:extLst>
                  <a:ext uri="{FF2B5EF4-FFF2-40B4-BE49-F238E27FC236}">
                    <a16:creationId xmlns:a16="http://schemas.microsoft.com/office/drawing/2014/main" id="{E4EAD18C-C08E-EE91-9E67-672E13303386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2" name="pg557">
                <a:extLst>
                  <a:ext uri="{FF2B5EF4-FFF2-40B4-BE49-F238E27FC236}">
                    <a16:creationId xmlns:a16="http://schemas.microsoft.com/office/drawing/2014/main" id="{841812A9-4F9F-1B4F-75F5-B89E71273145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3" name="pg558">
                <a:extLst>
                  <a:ext uri="{FF2B5EF4-FFF2-40B4-BE49-F238E27FC236}">
                    <a16:creationId xmlns:a16="http://schemas.microsoft.com/office/drawing/2014/main" id="{3BA281B3-2159-C58B-090F-2150C968D1F6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4" name="pg559">
                <a:extLst>
                  <a:ext uri="{FF2B5EF4-FFF2-40B4-BE49-F238E27FC236}">
                    <a16:creationId xmlns:a16="http://schemas.microsoft.com/office/drawing/2014/main" id="{59A5D8B7-9FD2-3BD2-0990-A119F155A90A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5" name="pg560">
                <a:extLst>
                  <a:ext uri="{FF2B5EF4-FFF2-40B4-BE49-F238E27FC236}">
                    <a16:creationId xmlns:a16="http://schemas.microsoft.com/office/drawing/2014/main" id="{9F439E72-78FC-F1C3-06A4-27823C28D193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6" name="pg561">
                <a:extLst>
                  <a:ext uri="{FF2B5EF4-FFF2-40B4-BE49-F238E27FC236}">
                    <a16:creationId xmlns:a16="http://schemas.microsoft.com/office/drawing/2014/main" id="{2AE93ED5-51A4-9021-18C2-A7235D009982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7" name="pg562">
                <a:extLst>
                  <a:ext uri="{FF2B5EF4-FFF2-40B4-BE49-F238E27FC236}">
                    <a16:creationId xmlns:a16="http://schemas.microsoft.com/office/drawing/2014/main" id="{8D76AA46-C4B4-3520-AC6D-D8232C627B47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8" name="pg563">
                <a:extLst>
                  <a:ext uri="{FF2B5EF4-FFF2-40B4-BE49-F238E27FC236}">
                    <a16:creationId xmlns:a16="http://schemas.microsoft.com/office/drawing/2014/main" id="{307C3CF9-F344-5180-B4C4-1A8AE9C2FE78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9" name="pg564">
                <a:extLst>
                  <a:ext uri="{FF2B5EF4-FFF2-40B4-BE49-F238E27FC236}">
                    <a16:creationId xmlns:a16="http://schemas.microsoft.com/office/drawing/2014/main" id="{50C213EC-F803-9CD1-130E-228E47AD53AB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0" name="pg565">
                <a:extLst>
                  <a:ext uri="{FF2B5EF4-FFF2-40B4-BE49-F238E27FC236}">
                    <a16:creationId xmlns:a16="http://schemas.microsoft.com/office/drawing/2014/main" id="{5EC9C0E1-B3C1-6CAD-EFE2-E42446F6ACA9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1" name="pg566">
                <a:extLst>
                  <a:ext uri="{FF2B5EF4-FFF2-40B4-BE49-F238E27FC236}">
                    <a16:creationId xmlns:a16="http://schemas.microsoft.com/office/drawing/2014/main" id="{7380A0C6-869E-A0EF-6DE2-E7BBC83502EA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2" name="pg567">
                <a:extLst>
                  <a:ext uri="{FF2B5EF4-FFF2-40B4-BE49-F238E27FC236}">
                    <a16:creationId xmlns:a16="http://schemas.microsoft.com/office/drawing/2014/main" id="{C263617C-39C0-6628-551F-23AE578A6A60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3" name="pg568">
                <a:extLst>
                  <a:ext uri="{FF2B5EF4-FFF2-40B4-BE49-F238E27FC236}">
                    <a16:creationId xmlns:a16="http://schemas.microsoft.com/office/drawing/2014/main" id="{7D5017D4-BADE-675C-FE4A-1E2324600DB2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4" name="pg569">
                <a:extLst>
                  <a:ext uri="{FF2B5EF4-FFF2-40B4-BE49-F238E27FC236}">
                    <a16:creationId xmlns:a16="http://schemas.microsoft.com/office/drawing/2014/main" id="{E46AE5B0-8FBD-F56B-57F5-D2095F590613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5" name="pg570">
                <a:extLst>
                  <a:ext uri="{FF2B5EF4-FFF2-40B4-BE49-F238E27FC236}">
                    <a16:creationId xmlns:a16="http://schemas.microsoft.com/office/drawing/2014/main" id="{ACF78630-1215-112E-9FED-9F76F1B2B4F6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6" name="pg571">
                <a:extLst>
                  <a:ext uri="{FF2B5EF4-FFF2-40B4-BE49-F238E27FC236}">
                    <a16:creationId xmlns:a16="http://schemas.microsoft.com/office/drawing/2014/main" id="{707D4B80-3D69-DA5A-8B63-7D3EDCE90146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7" name="pg572">
                <a:extLst>
                  <a:ext uri="{FF2B5EF4-FFF2-40B4-BE49-F238E27FC236}">
                    <a16:creationId xmlns:a16="http://schemas.microsoft.com/office/drawing/2014/main" id="{BB903907-58F6-1FBD-E850-01FDBFE90541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8" name="pg573">
                <a:extLst>
                  <a:ext uri="{FF2B5EF4-FFF2-40B4-BE49-F238E27FC236}">
                    <a16:creationId xmlns:a16="http://schemas.microsoft.com/office/drawing/2014/main" id="{18101FD2-7D1D-5367-667B-70D2C586A209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9" name="pg574">
                <a:extLst>
                  <a:ext uri="{FF2B5EF4-FFF2-40B4-BE49-F238E27FC236}">
                    <a16:creationId xmlns:a16="http://schemas.microsoft.com/office/drawing/2014/main" id="{F361A2ED-C35E-9612-063F-645D942C70BE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0" name="pg575">
                <a:extLst>
                  <a:ext uri="{FF2B5EF4-FFF2-40B4-BE49-F238E27FC236}">
                    <a16:creationId xmlns:a16="http://schemas.microsoft.com/office/drawing/2014/main" id="{51B474CD-C9EA-88BC-4A66-F51C3BF1FE27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1" name="pg576">
                <a:extLst>
                  <a:ext uri="{FF2B5EF4-FFF2-40B4-BE49-F238E27FC236}">
                    <a16:creationId xmlns:a16="http://schemas.microsoft.com/office/drawing/2014/main" id="{46AC67E9-9B9E-D289-0260-F19ABA539E1B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2" name="pg577">
                <a:extLst>
                  <a:ext uri="{FF2B5EF4-FFF2-40B4-BE49-F238E27FC236}">
                    <a16:creationId xmlns:a16="http://schemas.microsoft.com/office/drawing/2014/main" id="{C1217738-B7E3-CA84-7E63-39C63B9B3387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3" name="pg578">
                <a:extLst>
                  <a:ext uri="{FF2B5EF4-FFF2-40B4-BE49-F238E27FC236}">
                    <a16:creationId xmlns:a16="http://schemas.microsoft.com/office/drawing/2014/main" id="{44406429-7229-96E4-C9CB-0B11E57CC614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4" name="pg579">
                <a:extLst>
                  <a:ext uri="{FF2B5EF4-FFF2-40B4-BE49-F238E27FC236}">
                    <a16:creationId xmlns:a16="http://schemas.microsoft.com/office/drawing/2014/main" id="{FCC606AE-A378-992D-8B9D-859FBED60963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5" name="pg580">
                <a:extLst>
                  <a:ext uri="{FF2B5EF4-FFF2-40B4-BE49-F238E27FC236}">
                    <a16:creationId xmlns:a16="http://schemas.microsoft.com/office/drawing/2014/main" id="{B0587328-12D0-8C81-0444-FEDD76D1A86F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6" name="pg581">
                <a:extLst>
                  <a:ext uri="{FF2B5EF4-FFF2-40B4-BE49-F238E27FC236}">
                    <a16:creationId xmlns:a16="http://schemas.microsoft.com/office/drawing/2014/main" id="{31CFB367-DADE-7630-19CD-959826065799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7" name="pg582">
                <a:extLst>
                  <a:ext uri="{FF2B5EF4-FFF2-40B4-BE49-F238E27FC236}">
                    <a16:creationId xmlns:a16="http://schemas.microsoft.com/office/drawing/2014/main" id="{F95160CC-2488-F6A0-1F25-7359F5FE0F65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8" name="pg583">
                <a:extLst>
                  <a:ext uri="{FF2B5EF4-FFF2-40B4-BE49-F238E27FC236}">
                    <a16:creationId xmlns:a16="http://schemas.microsoft.com/office/drawing/2014/main" id="{BEC60E1C-925E-86EE-03AB-36BC541F6375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9" name="pg584">
                <a:extLst>
                  <a:ext uri="{FF2B5EF4-FFF2-40B4-BE49-F238E27FC236}">
                    <a16:creationId xmlns:a16="http://schemas.microsoft.com/office/drawing/2014/main" id="{3F5F82D1-5ED1-5A66-1E8B-62331ED440FA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0" name="pg585">
                <a:extLst>
                  <a:ext uri="{FF2B5EF4-FFF2-40B4-BE49-F238E27FC236}">
                    <a16:creationId xmlns:a16="http://schemas.microsoft.com/office/drawing/2014/main" id="{A1E3A9EC-044D-2BC2-D637-F44DF5146AFA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1" name="pg586">
                <a:extLst>
                  <a:ext uri="{FF2B5EF4-FFF2-40B4-BE49-F238E27FC236}">
                    <a16:creationId xmlns:a16="http://schemas.microsoft.com/office/drawing/2014/main" id="{0E63510C-7C52-AA39-0A70-C878BD25040E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2" name="pg587">
                <a:extLst>
                  <a:ext uri="{FF2B5EF4-FFF2-40B4-BE49-F238E27FC236}">
                    <a16:creationId xmlns:a16="http://schemas.microsoft.com/office/drawing/2014/main" id="{24FF0FC5-3F34-7DAA-A7F8-A01FDE7E8AD3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3" name="pg588">
                <a:extLst>
                  <a:ext uri="{FF2B5EF4-FFF2-40B4-BE49-F238E27FC236}">
                    <a16:creationId xmlns:a16="http://schemas.microsoft.com/office/drawing/2014/main" id="{3A363301-66C2-7326-11BB-0B863BE30902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4" name="pg589">
                <a:extLst>
                  <a:ext uri="{FF2B5EF4-FFF2-40B4-BE49-F238E27FC236}">
                    <a16:creationId xmlns:a16="http://schemas.microsoft.com/office/drawing/2014/main" id="{FD86C4F3-A0EB-9118-430D-4E0B6885FE97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5" name="pg590">
                <a:extLst>
                  <a:ext uri="{FF2B5EF4-FFF2-40B4-BE49-F238E27FC236}">
                    <a16:creationId xmlns:a16="http://schemas.microsoft.com/office/drawing/2014/main" id="{C8EFB865-87D5-F5FB-7454-A7CAF845A70A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6" name="pg591">
                <a:extLst>
                  <a:ext uri="{FF2B5EF4-FFF2-40B4-BE49-F238E27FC236}">
                    <a16:creationId xmlns:a16="http://schemas.microsoft.com/office/drawing/2014/main" id="{F27EA478-F739-D6AD-5FAD-556664440AD3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7" name="pg592">
                <a:extLst>
                  <a:ext uri="{FF2B5EF4-FFF2-40B4-BE49-F238E27FC236}">
                    <a16:creationId xmlns:a16="http://schemas.microsoft.com/office/drawing/2014/main" id="{461C0251-6D6A-C235-8660-A30E66D52E14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8" name="pg593">
                <a:extLst>
                  <a:ext uri="{FF2B5EF4-FFF2-40B4-BE49-F238E27FC236}">
                    <a16:creationId xmlns:a16="http://schemas.microsoft.com/office/drawing/2014/main" id="{3F540154-E241-E0F4-8857-10AC63951137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9" name="pg594">
                <a:extLst>
                  <a:ext uri="{FF2B5EF4-FFF2-40B4-BE49-F238E27FC236}">
                    <a16:creationId xmlns:a16="http://schemas.microsoft.com/office/drawing/2014/main" id="{AF9E0808-6903-57F9-1079-552AC378154E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0" name="pg595">
                <a:extLst>
                  <a:ext uri="{FF2B5EF4-FFF2-40B4-BE49-F238E27FC236}">
                    <a16:creationId xmlns:a16="http://schemas.microsoft.com/office/drawing/2014/main" id="{6FDEBA77-A4D8-7352-CED4-C2AB120421FE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1" name="pg596">
                <a:extLst>
                  <a:ext uri="{FF2B5EF4-FFF2-40B4-BE49-F238E27FC236}">
                    <a16:creationId xmlns:a16="http://schemas.microsoft.com/office/drawing/2014/main" id="{E6265730-49B3-0177-8807-95B5ECDB6EAD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2" name="pg597">
                <a:extLst>
                  <a:ext uri="{FF2B5EF4-FFF2-40B4-BE49-F238E27FC236}">
                    <a16:creationId xmlns:a16="http://schemas.microsoft.com/office/drawing/2014/main" id="{F74EA668-78E5-4AD9-23F4-556A26AFB625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3" name="pg598">
                <a:extLst>
                  <a:ext uri="{FF2B5EF4-FFF2-40B4-BE49-F238E27FC236}">
                    <a16:creationId xmlns:a16="http://schemas.microsoft.com/office/drawing/2014/main" id="{57849D65-98DB-9B6A-D03F-C848E22A681A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4" name="pg599">
                <a:extLst>
                  <a:ext uri="{FF2B5EF4-FFF2-40B4-BE49-F238E27FC236}">
                    <a16:creationId xmlns:a16="http://schemas.microsoft.com/office/drawing/2014/main" id="{E2E8B272-BB53-A580-88FF-ED4D833D42EE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5" name="pg600">
                <a:extLst>
                  <a:ext uri="{FF2B5EF4-FFF2-40B4-BE49-F238E27FC236}">
                    <a16:creationId xmlns:a16="http://schemas.microsoft.com/office/drawing/2014/main" id="{C45A707C-8F47-DFAE-F4B8-0217AC48D8CE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6" name="pg601">
                <a:extLst>
                  <a:ext uri="{FF2B5EF4-FFF2-40B4-BE49-F238E27FC236}">
                    <a16:creationId xmlns:a16="http://schemas.microsoft.com/office/drawing/2014/main" id="{8917B068-CFC5-8F05-0F5D-129D69548C0E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7" name="pg602">
                <a:extLst>
                  <a:ext uri="{FF2B5EF4-FFF2-40B4-BE49-F238E27FC236}">
                    <a16:creationId xmlns:a16="http://schemas.microsoft.com/office/drawing/2014/main" id="{154954E2-8C59-5287-529C-FF73B0DD534B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8" name="pg603">
                <a:extLst>
                  <a:ext uri="{FF2B5EF4-FFF2-40B4-BE49-F238E27FC236}">
                    <a16:creationId xmlns:a16="http://schemas.microsoft.com/office/drawing/2014/main" id="{92EF7390-D431-3AED-9131-28D6392E39BF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9" name="pg604">
                <a:extLst>
                  <a:ext uri="{FF2B5EF4-FFF2-40B4-BE49-F238E27FC236}">
                    <a16:creationId xmlns:a16="http://schemas.microsoft.com/office/drawing/2014/main" id="{B00E3B64-8DE4-C011-0690-67E5787D03A9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0" name="pg605">
                <a:extLst>
                  <a:ext uri="{FF2B5EF4-FFF2-40B4-BE49-F238E27FC236}">
                    <a16:creationId xmlns:a16="http://schemas.microsoft.com/office/drawing/2014/main" id="{99F57094-BE0F-CAD8-95C9-83C6065FFC74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1" name="pg606">
                <a:extLst>
                  <a:ext uri="{FF2B5EF4-FFF2-40B4-BE49-F238E27FC236}">
                    <a16:creationId xmlns:a16="http://schemas.microsoft.com/office/drawing/2014/main" id="{383547AA-D0C1-382F-E620-83D9B77623F0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2" name="pg607">
                <a:extLst>
                  <a:ext uri="{FF2B5EF4-FFF2-40B4-BE49-F238E27FC236}">
                    <a16:creationId xmlns:a16="http://schemas.microsoft.com/office/drawing/2014/main" id="{DAC43C86-0E76-4AF6-141E-94C74482850A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3" name="pg608">
                <a:extLst>
                  <a:ext uri="{FF2B5EF4-FFF2-40B4-BE49-F238E27FC236}">
                    <a16:creationId xmlns:a16="http://schemas.microsoft.com/office/drawing/2014/main" id="{C58703C6-E3D9-19DD-8C57-49F67A6A06C6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4" name="pg609">
                <a:extLst>
                  <a:ext uri="{FF2B5EF4-FFF2-40B4-BE49-F238E27FC236}">
                    <a16:creationId xmlns:a16="http://schemas.microsoft.com/office/drawing/2014/main" id="{AFD0EEAF-75A1-6126-9840-06AAD1E7CCCB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5" name="pg610">
                <a:extLst>
                  <a:ext uri="{FF2B5EF4-FFF2-40B4-BE49-F238E27FC236}">
                    <a16:creationId xmlns:a16="http://schemas.microsoft.com/office/drawing/2014/main" id="{1CC464F0-61A2-2853-2B88-D4099BCB92D0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6" name="pg611">
                <a:extLst>
                  <a:ext uri="{FF2B5EF4-FFF2-40B4-BE49-F238E27FC236}">
                    <a16:creationId xmlns:a16="http://schemas.microsoft.com/office/drawing/2014/main" id="{7FA23688-2E25-76D9-A723-45A9BF5437CF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7" name="pg612">
                <a:extLst>
                  <a:ext uri="{FF2B5EF4-FFF2-40B4-BE49-F238E27FC236}">
                    <a16:creationId xmlns:a16="http://schemas.microsoft.com/office/drawing/2014/main" id="{FFDE0B65-1828-0FA9-17AF-A29EA1432365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8" name="pg613">
                <a:extLst>
                  <a:ext uri="{FF2B5EF4-FFF2-40B4-BE49-F238E27FC236}">
                    <a16:creationId xmlns:a16="http://schemas.microsoft.com/office/drawing/2014/main" id="{2D5DEEC5-D7E2-2453-B1AE-94431D5F5143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9" name="pg614">
                <a:extLst>
                  <a:ext uri="{FF2B5EF4-FFF2-40B4-BE49-F238E27FC236}">
                    <a16:creationId xmlns:a16="http://schemas.microsoft.com/office/drawing/2014/main" id="{E5F85CF1-3167-625D-DB16-225F15F45D5E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0" name="pg615">
                <a:extLst>
                  <a:ext uri="{FF2B5EF4-FFF2-40B4-BE49-F238E27FC236}">
                    <a16:creationId xmlns:a16="http://schemas.microsoft.com/office/drawing/2014/main" id="{74752F5C-EC25-B2EC-1873-D90FC98560AF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1" name="pg616">
                <a:extLst>
                  <a:ext uri="{FF2B5EF4-FFF2-40B4-BE49-F238E27FC236}">
                    <a16:creationId xmlns:a16="http://schemas.microsoft.com/office/drawing/2014/main" id="{239791D9-8FF7-BF5F-F771-75470DEDF531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2" name="pg617">
                <a:extLst>
                  <a:ext uri="{FF2B5EF4-FFF2-40B4-BE49-F238E27FC236}">
                    <a16:creationId xmlns:a16="http://schemas.microsoft.com/office/drawing/2014/main" id="{EAE8B422-98E5-6641-7CDC-B437EF53B997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3" name="pg618">
                <a:extLst>
                  <a:ext uri="{FF2B5EF4-FFF2-40B4-BE49-F238E27FC236}">
                    <a16:creationId xmlns:a16="http://schemas.microsoft.com/office/drawing/2014/main" id="{8ABADA58-72A5-BF25-ABC0-B822B2198FFB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4" name="pg619">
                <a:extLst>
                  <a:ext uri="{FF2B5EF4-FFF2-40B4-BE49-F238E27FC236}">
                    <a16:creationId xmlns:a16="http://schemas.microsoft.com/office/drawing/2014/main" id="{CC9D506F-14FE-F332-30BF-4C9B4BACEFF4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5" name="pg620">
                <a:extLst>
                  <a:ext uri="{FF2B5EF4-FFF2-40B4-BE49-F238E27FC236}">
                    <a16:creationId xmlns:a16="http://schemas.microsoft.com/office/drawing/2014/main" id="{1C14E94B-214A-5A8F-CA3E-AAC181FBD948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6" name="pg621">
                <a:extLst>
                  <a:ext uri="{FF2B5EF4-FFF2-40B4-BE49-F238E27FC236}">
                    <a16:creationId xmlns:a16="http://schemas.microsoft.com/office/drawing/2014/main" id="{DFAF47E9-01D3-7B5A-D07E-3E57E091EAE9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7" name="pg622">
                <a:extLst>
                  <a:ext uri="{FF2B5EF4-FFF2-40B4-BE49-F238E27FC236}">
                    <a16:creationId xmlns:a16="http://schemas.microsoft.com/office/drawing/2014/main" id="{D8A04931-68B1-624E-5922-44B40390F964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8" name="pg623">
                <a:extLst>
                  <a:ext uri="{FF2B5EF4-FFF2-40B4-BE49-F238E27FC236}">
                    <a16:creationId xmlns:a16="http://schemas.microsoft.com/office/drawing/2014/main" id="{236013E5-0DE4-7FF9-39CF-956F17640211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9" name="pg624">
                <a:extLst>
                  <a:ext uri="{FF2B5EF4-FFF2-40B4-BE49-F238E27FC236}">
                    <a16:creationId xmlns:a16="http://schemas.microsoft.com/office/drawing/2014/main" id="{68D038C9-93C7-890F-65AA-FD41315D62D3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0" name="pg625">
                <a:extLst>
                  <a:ext uri="{FF2B5EF4-FFF2-40B4-BE49-F238E27FC236}">
                    <a16:creationId xmlns:a16="http://schemas.microsoft.com/office/drawing/2014/main" id="{4F4C6A90-078D-C017-2E3E-873E45E7A4C4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1" name="pg626">
                <a:extLst>
                  <a:ext uri="{FF2B5EF4-FFF2-40B4-BE49-F238E27FC236}">
                    <a16:creationId xmlns:a16="http://schemas.microsoft.com/office/drawing/2014/main" id="{1408C814-B16B-C238-A312-0DD903291F2F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2" name="pg627">
                <a:extLst>
                  <a:ext uri="{FF2B5EF4-FFF2-40B4-BE49-F238E27FC236}">
                    <a16:creationId xmlns:a16="http://schemas.microsoft.com/office/drawing/2014/main" id="{C5FE1973-41CF-E433-F240-66C74D57828C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3" name="pg628">
                <a:extLst>
                  <a:ext uri="{FF2B5EF4-FFF2-40B4-BE49-F238E27FC236}">
                    <a16:creationId xmlns:a16="http://schemas.microsoft.com/office/drawing/2014/main" id="{89F30C0E-1207-47B1-E034-491EE38556F0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4" name="pg629">
                <a:extLst>
                  <a:ext uri="{FF2B5EF4-FFF2-40B4-BE49-F238E27FC236}">
                    <a16:creationId xmlns:a16="http://schemas.microsoft.com/office/drawing/2014/main" id="{A0C7D397-9102-2A24-B3C3-221C1F554D90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5" name="pg630">
                <a:extLst>
                  <a:ext uri="{FF2B5EF4-FFF2-40B4-BE49-F238E27FC236}">
                    <a16:creationId xmlns:a16="http://schemas.microsoft.com/office/drawing/2014/main" id="{2EDB6094-3C58-C3E3-AF98-2C07EFF09D53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6" name="pg631">
                <a:extLst>
                  <a:ext uri="{FF2B5EF4-FFF2-40B4-BE49-F238E27FC236}">
                    <a16:creationId xmlns:a16="http://schemas.microsoft.com/office/drawing/2014/main" id="{24754BD0-F429-FEAB-E85F-370A7787DB83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7" name="pg632">
                <a:extLst>
                  <a:ext uri="{FF2B5EF4-FFF2-40B4-BE49-F238E27FC236}">
                    <a16:creationId xmlns:a16="http://schemas.microsoft.com/office/drawing/2014/main" id="{F59A8E72-A802-0599-1000-E9B7F8FBF687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8" name="pg633">
                <a:extLst>
                  <a:ext uri="{FF2B5EF4-FFF2-40B4-BE49-F238E27FC236}">
                    <a16:creationId xmlns:a16="http://schemas.microsoft.com/office/drawing/2014/main" id="{AC5BE328-601B-B1A5-E3F0-97895FBAB490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9" name="pg634">
                <a:extLst>
                  <a:ext uri="{FF2B5EF4-FFF2-40B4-BE49-F238E27FC236}">
                    <a16:creationId xmlns:a16="http://schemas.microsoft.com/office/drawing/2014/main" id="{E1633BBC-ECB7-070C-3075-9551D50B60C7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0" name="pg635">
                <a:extLst>
                  <a:ext uri="{FF2B5EF4-FFF2-40B4-BE49-F238E27FC236}">
                    <a16:creationId xmlns:a16="http://schemas.microsoft.com/office/drawing/2014/main" id="{8B0E486C-A0AC-919E-3179-97570D565F32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1" name="pg636">
                <a:extLst>
                  <a:ext uri="{FF2B5EF4-FFF2-40B4-BE49-F238E27FC236}">
                    <a16:creationId xmlns:a16="http://schemas.microsoft.com/office/drawing/2014/main" id="{F603C52B-1373-6365-E8B9-1A29766D9A25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2" name="pg637">
                <a:extLst>
                  <a:ext uri="{FF2B5EF4-FFF2-40B4-BE49-F238E27FC236}">
                    <a16:creationId xmlns:a16="http://schemas.microsoft.com/office/drawing/2014/main" id="{A30D14F8-325B-E93B-CA05-BB0A92FED578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3" name="pg638">
                <a:extLst>
                  <a:ext uri="{FF2B5EF4-FFF2-40B4-BE49-F238E27FC236}">
                    <a16:creationId xmlns:a16="http://schemas.microsoft.com/office/drawing/2014/main" id="{FE726E34-5159-63BA-B164-E899CA4CE2E3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4" name="pg639">
                <a:extLst>
                  <a:ext uri="{FF2B5EF4-FFF2-40B4-BE49-F238E27FC236}">
                    <a16:creationId xmlns:a16="http://schemas.microsoft.com/office/drawing/2014/main" id="{6325EFBD-80FD-144D-8A65-0D5A605334D7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5" name="pg640">
                <a:extLst>
                  <a:ext uri="{FF2B5EF4-FFF2-40B4-BE49-F238E27FC236}">
                    <a16:creationId xmlns:a16="http://schemas.microsoft.com/office/drawing/2014/main" id="{6CAFF867-5420-DE81-C13A-4CA373EEBFA5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6" name="pg641">
                <a:extLst>
                  <a:ext uri="{FF2B5EF4-FFF2-40B4-BE49-F238E27FC236}">
                    <a16:creationId xmlns:a16="http://schemas.microsoft.com/office/drawing/2014/main" id="{4C9BBCE3-ED1C-2929-7937-E647587536AA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7" name="pg642">
                <a:extLst>
                  <a:ext uri="{FF2B5EF4-FFF2-40B4-BE49-F238E27FC236}">
                    <a16:creationId xmlns:a16="http://schemas.microsoft.com/office/drawing/2014/main" id="{7BD7DB5A-77E0-B581-27A6-C34DD7F147F4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8" name="pg643">
                <a:extLst>
                  <a:ext uri="{FF2B5EF4-FFF2-40B4-BE49-F238E27FC236}">
                    <a16:creationId xmlns:a16="http://schemas.microsoft.com/office/drawing/2014/main" id="{8EFBB503-D7CE-5DD2-4429-C19E781E1D02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9" name="pg644">
                <a:extLst>
                  <a:ext uri="{FF2B5EF4-FFF2-40B4-BE49-F238E27FC236}">
                    <a16:creationId xmlns:a16="http://schemas.microsoft.com/office/drawing/2014/main" id="{EEE60573-65E1-2114-8AA7-BB2C44957E00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0" name="pg645">
                <a:extLst>
                  <a:ext uri="{FF2B5EF4-FFF2-40B4-BE49-F238E27FC236}">
                    <a16:creationId xmlns:a16="http://schemas.microsoft.com/office/drawing/2014/main" id="{759E44F5-69B2-53EB-5E3B-8F36B7B2BFE7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1" name="pg646">
                <a:extLst>
                  <a:ext uri="{FF2B5EF4-FFF2-40B4-BE49-F238E27FC236}">
                    <a16:creationId xmlns:a16="http://schemas.microsoft.com/office/drawing/2014/main" id="{E3E527AB-FDB4-3B16-3257-2B7DA9E2792D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2" name="pg647">
                <a:extLst>
                  <a:ext uri="{FF2B5EF4-FFF2-40B4-BE49-F238E27FC236}">
                    <a16:creationId xmlns:a16="http://schemas.microsoft.com/office/drawing/2014/main" id="{C6FB58A6-C8AB-0CB2-ECBD-9FC69BCFC9D4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3" name="pg648">
                <a:extLst>
                  <a:ext uri="{FF2B5EF4-FFF2-40B4-BE49-F238E27FC236}">
                    <a16:creationId xmlns:a16="http://schemas.microsoft.com/office/drawing/2014/main" id="{FA435056-79BE-52FC-B1A0-1635E64058D9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4" name="pg649">
                <a:extLst>
                  <a:ext uri="{FF2B5EF4-FFF2-40B4-BE49-F238E27FC236}">
                    <a16:creationId xmlns:a16="http://schemas.microsoft.com/office/drawing/2014/main" id="{87FB31F8-0E86-DFA2-066C-F97ED7772C91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5" name="pg650">
                <a:extLst>
                  <a:ext uri="{FF2B5EF4-FFF2-40B4-BE49-F238E27FC236}">
                    <a16:creationId xmlns:a16="http://schemas.microsoft.com/office/drawing/2014/main" id="{1655ECB7-7E2C-DC24-89E2-7193D5F886A6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6" name="pg651">
                <a:extLst>
                  <a:ext uri="{FF2B5EF4-FFF2-40B4-BE49-F238E27FC236}">
                    <a16:creationId xmlns:a16="http://schemas.microsoft.com/office/drawing/2014/main" id="{FA0DC314-85FF-2CCB-7FF9-E57A81E76395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7" name="pg652">
                <a:extLst>
                  <a:ext uri="{FF2B5EF4-FFF2-40B4-BE49-F238E27FC236}">
                    <a16:creationId xmlns:a16="http://schemas.microsoft.com/office/drawing/2014/main" id="{B83BFE99-DD81-9B6F-C164-DA7097CCBC37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8" name="pg653">
                <a:extLst>
                  <a:ext uri="{FF2B5EF4-FFF2-40B4-BE49-F238E27FC236}">
                    <a16:creationId xmlns:a16="http://schemas.microsoft.com/office/drawing/2014/main" id="{19A3C1BA-6E93-D220-4CB4-6EA9E4E618EC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9" name="pg654">
                <a:extLst>
                  <a:ext uri="{FF2B5EF4-FFF2-40B4-BE49-F238E27FC236}">
                    <a16:creationId xmlns:a16="http://schemas.microsoft.com/office/drawing/2014/main" id="{E46BC069-4E75-7B92-18F2-C36134AF42D8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0" name="pg655">
                <a:extLst>
                  <a:ext uri="{FF2B5EF4-FFF2-40B4-BE49-F238E27FC236}">
                    <a16:creationId xmlns:a16="http://schemas.microsoft.com/office/drawing/2014/main" id="{2B17DA0F-17A0-82C4-BEF1-A61D9B939D12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1" name="pg656">
                <a:extLst>
                  <a:ext uri="{FF2B5EF4-FFF2-40B4-BE49-F238E27FC236}">
                    <a16:creationId xmlns:a16="http://schemas.microsoft.com/office/drawing/2014/main" id="{13333C89-C27E-A9D6-89BC-B306A01AD44B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2" name="pg657">
                <a:extLst>
                  <a:ext uri="{FF2B5EF4-FFF2-40B4-BE49-F238E27FC236}">
                    <a16:creationId xmlns:a16="http://schemas.microsoft.com/office/drawing/2014/main" id="{87927A69-FE3C-7598-2114-9E6BC8E47663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3" name="pg658">
                <a:extLst>
                  <a:ext uri="{FF2B5EF4-FFF2-40B4-BE49-F238E27FC236}">
                    <a16:creationId xmlns:a16="http://schemas.microsoft.com/office/drawing/2014/main" id="{D6E95DA8-BA70-5B1B-0482-A7D69AD6BA7F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4" name="pg659">
                <a:extLst>
                  <a:ext uri="{FF2B5EF4-FFF2-40B4-BE49-F238E27FC236}">
                    <a16:creationId xmlns:a16="http://schemas.microsoft.com/office/drawing/2014/main" id="{C95C2CF3-DE15-9F9A-6742-12441617A5E7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5" name="pg660">
                <a:extLst>
                  <a:ext uri="{FF2B5EF4-FFF2-40B4-BE49-F238E27FC236}">
                    <a16:creationId xmlns:a16="http://schemas.microsoft.com/office/drawing/2014/main" id="{E2A34E72-EA4A-4792-3078-E7334FF62679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6" name="pg661">
                <a:extLst>
                  <a:ext uri="{FF2B5EF4-FFF2-40B4-BE49-F238E27FC236}">
                    <a16:creationId xmlns:a16="http://schemas.microsoft.com/office/drawing/2014/main" id="{95D84431-E005-880D-9052-1F91A798E74D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7" name="pg662">
                <a:extLst>
                  <a:ext uri="{FF2B5EF4-FFF2-40B4-BE49-F238E27FC236}">
                    <a16:creationId xmlns:a16="http://schemas.microsoft.com/office/drawing/2014/main" id="{59A7D493-9891-EB2F-01A8-5E1C14102B73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8" name="pg663">
                <a:extLst>
                  <a:ext uri="{FF2B5EF4-FFF2-40B4-BE49-F238E27FC236}">
                    <a16:creationId xmlns:a16="http://schemas.microsoft.com/office/drawing/2014/main" id="{46B85B5C-E924-E8FE-52E6-EF8C95F6093A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9" name="pg664">
                <a:extLst>
                  <a:ext uri="{FF2B5EF4-FFF2-40B4-BE49-F238E27FC236}">
                    <a16:creationId xmlns:a16="http://schemas.microsoft.com/office/drawing/2014/main" id="{55649657-3A8D-D835-99F0-145483E6D3E8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0" name="pg665">
                <a:extLst>
                  <a:ext uri="{FF2B5EF4-FFF2-40B4-BE49-F238E27FC236}">
                    <a16:creationId xmlns:a16="http://schemas.microsoft.com/office/drawing/2014/main" id="{5528E045-66CB-2DD6-DB56-EB8B2547AB66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1" name="pg666">
                <a:extLst>
                  <a:ext uri="{FF2B5EF4-FFF2-40B4-BE49-F238E27FC236}">
                    <a16:creationId xmlns:a16="http://schemas.microsoft.com/office/drawing/2014/main" id="{B11E1B37-6C73-6604-CCD1-5515FD91249E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2" name="pg667">
                <a:extLst>
                  <a:ext uri="{FF2B5EF4-FFF2-40B4-BE49-F238E27FC236}">
                    <a16:creationId xmlns:a16="http://schemas.microsoft.com/office/drawing/2014/main" id="{4F8D4634-848F-AE0D-A065-2392B7FEF559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3" name="pg668">
                <a:extLst>
                  <a:ext uri="{FF2B5EF4-FFF2-40B4-BE49-F238E27FC236}">
                    <a16:creationId xmlns:a16="http://schemas.microsoft.com/office/drawing/2014/main" id="{0EEA7C21-C950-052B-EC90-142E35E50684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4" name="pg669">
                <a:extLst>
                  <a:ext uri="{FF2B5EF4-FFF2-40B4-BE49-F238E27FC236}">
                    <a16:creationId xmlns:a16="http://schemas.microsoft.com/office/drawing/2014/main" id="{148F9E12-E166-70BE-5991-7F7AD6A47DB4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5" name="pg670">
                <a:extLst>
                  <a:ext uri="{FF2B5EF4-FFF2-40B4-BE49-F238E27FC236}">
                    <a16:creationId xmlns:a16="http://schemas.microsoft.com/office/drawing/2014/main" id="{9B132F47-34E0-A2EF-806B-3BF034DFB47C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6" name="pg671">
                <a:extLst>
                  <a:ext uri="{FF2B5EF4-FFF2-40B4-BE49-F238E27FC236}">
                    <a16:creationId xmlns:a16="http://schemas.microsoft.com/office/drawing/2014/main" id="{A7C6EB8E-334A-C6E3-7D5D-F88C4EA8ACD5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7" name="pg672">
                <a:extLst>
                  <a:ext uri="{FF2B5EF4-FFF2-40B4-BE49-F238E27FC236}">
                    <a16:creationId xmlns:a16="http://schemas.microsoft.com/office/drawing/2014/main" id="{8B500D7F-FC2D-8A62-4CAB-8AB46A8690FE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8" name="pg673">
                <a:extLst>
                  <a:ext uri="{FF2B5EF4-FFF2-40B4-BE49-F238E27FC236}">
                    <a16:creationId xmlns:a16="http://schemas.microsoft.com/office/drawing/2014/main" id="{006217CF-7ABA-2B01-67F2-3F00AFEBC0CA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9" name="pg674">
                <a:extLst>
                  <a:ext uri="{FF2B5EF4-FFF2-40B4-BE49-F238E27FC236}">
                    <a16:creationId xmlns:a16="http://schemas.microsoft.com/office/drawing/2014/main" id="{518CDC3E-708C-B164-0072-D0E8D7337097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0" name="pg675">
                <a:extLst>
                  <a:ext uri="{FF2B5EF4-FFF2-40B4-BE49-F238E27FC236}">
                    <a16:creationId xmlns:a16="http://schemas.microsoft.com/office/drawing/2014/main" id="{14E12B29-2435-A7FB-95B4-99AA15954F4A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1" name="pg676">
                <a:extLst>
                  <a:ext uri="{FF2B5EF4-FFF2-40B4-BE49-F238E27FC236}">
                    <a16:creationId xmlns:a16="http://schemas.microsoft.com/office/drawing/2014/main" id="{E3859D9C-3C4B-5010-4C64-110A449FC693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2" name="pg677">
                <a:extLst>
                  <a:ext uri="{FF2B5EF4-FFF2-40B4-BE49-F238E27FC236}">
                    <a16:creationId xmlns:a16="http://schemas.microsoft.com/office/drawing/2014/main" id="{4256EC4E-C1C1-5E72-5648-699198D005D2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3" name="pg678">
                <a:extLst>
                  <a:ext uri="{FF2B5EF4-FFF2-40B4-BE49-F238E27FC236}">
                    <a16:creationId xmlns:a16="http://schemas.microsoft.com/office/drawing/2014/main" id="{D6552CB0-C553-53A3-64FF-BD43FE2C41B4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4" name="pg679">
                <a:extLst>
                  <a:ext uri="{FF2B5EF4-FFF2-40B4-BE49-F238E27FC236}">
                    <a16:creationId xmlns:a16="http://schemas.microsoft.com/office/drawing/2014/main" id="{3D62AF66-D8D5-B179-CC44-17694585AA85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5" name="pg680">
                <a:extLst>
                  <a:ext uri="{FF2B5EF4-FFF2-40B4-BE49-F238E27FC236}">
                    <a16:creationId xmlns:a16="http://schemas.microsoft.com/office/drawing/2014/main" id="{8D89FF99-4632-4486-9730-F7EA714AF629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6" name="pg681">
                <a:extLst>
                  <a:ext uri="{FF2B5EF4-FFF2-40B4-BE49-F238E27FC236}">
                    <a16:creationId xmlns:a16="http://schemas.microsoft.com/office/drawing/2014/main" id="{58EE04F3-F444-3A5E-3152-D3D6F135DEAB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7" name="pg682">
                <a:extLst>
                  <a:ext uri="{FF2B5EF4-FFF2-40B4-BE49-F238E27FC236}">
                    <a16:creationId xmlns:a16="http://schemas.microsoft.com/office/drawing/2014/main" id="{33BE77F7-1058-FA22-D233-7657589E1024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8" name="pg683">
                <a:extLst>
                  <a:ext uri="{FF2B5EF4-FFF2-40B4-BE49-F238E27FC236}">
                    <a16:creationId xmlns:a16="http://schemas.microsoft.com/office/drawing/2014/main" id="{A5C339E4-CB59-34A2-BA20-14139255E29B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9" name="pg684">
                <a:extLst>
                  <a:ext uri="{FF2B5EF4-FFF2-40B4-BE49-F238E27FC236}">
                    <a16:creationId xmlns:a16="http://schemas.microsoft.com/office/drawing/2014/main" id="{B1FE19E0-67CC-42B2-77C1-24387B06583D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0" name="pg685">
                <a:extLst>
                  <a:ext uri="{FF2B5EF4-FFF2-40B4-BE49-F238E27FC236}">
                    <a16:creationId xmlns:a16="http://schemas.microsoft.com/office/drawing/2014/main" id="{B6DA6F47-82F8-F492-82D3-5136A4724731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1" name="pg686">
                <a:extLst>
                  <a:ext uri="{FF2B5EF4-FFF2-40B4-BE49-F238E27FC236}">
                    <a16:creationId xmlns:a16="http://schemas.microsoft.com/office/drawing/2014/main" id="{168E91CF-06C7-2539-0622-2ED5AF066330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2" name="pg687">
                <a:extLst>
                  <a:ext uri="{FF2B5EF4-FFF2-40B4-BE49-F238E27FC236}">
                    <a16:creationId xmlns:a16="http://schemas.microsoft.com/office/drawing/2014/main" id="{F27675B6-60D9-E45D-BF4D-C34DBDB00A61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3" name="pg688">
                <a:extLst>
                  <a:ext uri="{FF2B5EF4-FFF2-40B4-BE49-F238E27FC236}">
                    <a16:creationId xmlns:a16="http://schemas.microsoft.com/office/drawing/2014/main" id="{3489AF46-4282-2AAA-F082-0344B6E375D9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4" name="pg689">
                <a:extLst>
                  <a:ext uri="{FF2B5EF4-FFF2-40B4-BE49-F238E27FC236}">
                    <a16:creationId xmlns:a16="http://schemas.microsoft.com/office/drawing/2014/main" id="{22F766EE-88C1-09B6-E265-FD70944EEDA4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5" name="pg690">
                <a:extLst>
                  <a:ext uri="{FF2B5EF4-FFF2-40B4-BE49-F238E27FC236}">
                    <a16:creationId xmlns:a16="http://schemas.microsoft.com/office/drawing/2014/main" id="{4E6BD14C-5F67-7F3E-DB8A-67E390CA62A8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6" name="pg691">
                <a:extLst>
                  <a:ext uri="{FF2B5EF4-FFF2-40B4-BE49-F238E27FC236}">
                    <a16:creationId xmlns:a16="http://schemas.microsoft.com/office/drawing/2014/main" id="{70031D8A-0AAF-9A81-919E-BFA2F209DE63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7" name="pg692">
                <a:extLst>
                  <a:ext uri="{FF2B5EF4-FFF2-40B4-BE49-F238E27FC236}">
                    <a16:creationId xmlns:a16="http://schemas.microsoft.com/office/drawing/2014/main" id="{1C198B1B-F9BB-F6F3-B358-40EFC8A9E344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8" name="pg693">
                <a:extLst>
                  <a:ext uri="{FF2B5EF4-FFF2-40B4-BE49-F238E27FC236}">
                    <a16:creationId xmlns:a16="http://schemas.microsoft.com/office/drawing/2014/main" id="{55F6BD72-4C2F-D113-049A-623C4D5FC71B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9" name="pg694">
                <a:extLst>
                  <a:ext uri="{FF2B5EF4-FFF2-40B4-BE49-F238E27FC236}">
                    <a16:creationId xmlns:a16="http://schemas.microsoft.com/office/drawing/2014/main" id="{9CB0C8DD-365D-BD57-786D-BE32238DA840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0" name="pg695">
                <a:extLst>
                  <a:ext uri="{FF2B5EF4-FFF2-40B4-BE49-F238E27FC236}">
                    <a16:creationId xmlns:a16="http://schemas.microsoft.com/office/drawing/2014/main" id="{9214D908-4DBC-EE68-75B7-E6BB7A4918D0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1" name="pg696">
                <a:extLst>
                  <a:ext uri="{FF2B5EF4-FFF2-40B4-BE49-F238E27FC236}">
                    <a16:creationId xmlns:a16="http://schemas.microsoft.com/office/drawing/2014/main" id="{D9975F4E-D5BA-6BC8-73BC-5E352007B20F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2" name="pg697">
                <a:extLst>
                  <a:ext uri="{FF2B5EF4-FFF2-40B4-BE49-F238E27FC236}">
                    <a16:creationId xmlns:a16="http://schemas.microsoft.com/office/drawing/2014/main" id="{B05290F1-4374-51EC-9025-0999824F1465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3" name="pg698">
                <a:extLst>
                  <a:ext uri="{FF2B5EF4-FFF2-40B4-BE49-F238E27FC236}">
                    <a16:creationId xmlns:a16="http://schemas.microsoft.com/office/drawing/2014/main" id="{B7583E31-87DC-AA1A-41A5-3C0427AB2B75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4" name="pg699">
                <a:extLst>
                  <a:ext uri="{FF2B5EF4-FFF2-40B4-BE49-F238E27FC236}">
                    <a16:creationId xmlns:a16="http://schemas.microsoft.com/office/drawing/2014/main" id="{CCA9942A-C85F-6164-1D96-ED7FDA65509F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5" name="pg700">
                <a:extLst>
                  <a:ext uri="{FF2B5EF4-FFF2-40B4-BE49-F238E27FC236}">
                    <a16:creationId xmlns:a16="http://schemas.microsoft.com/office/drawing/2014/main" id="{B27817E4-AF0C-D082-8037-3FA3E8E1623D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6" name="pg701">
                <a:extLst>
                  <a:ext uri="{FF2B5EF4-FFF2-40B4-BE49-F238E27FC236}">
                    <a16:creationId xmlns:a16="http://schemas.microsoft.com/office/drawing/2014/main" id="{CFC1553F-19DE-88FB-7E3B-6C6484BC5D4F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7" name="pg702">
                <a:extLst>
                  <a:ext uri="{FF2B5EF4-FFF2-40B4-BE49-F238E27FC236}">
                    <a16:creationId xmlns:a16="http://schemas.microsoft.com/office/drawing/2014/main" id="{5DAEE5FF-BC8B-75E8-D537-625D8C811875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8" name="pg703">
                <a:extLst>
                  <a:ext uri="{FF2B5EF4-FFF2-40B4-BE49-F238E27FC236}">
                    <a16:creationId xmlns:a16="http://schemas.microsoft.com/office/drawing/2014/main" id="{C2153B94-E215-2249-A50C-0F2A118F4CDF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9" name="pg704">
                <a:extLst>
                  <a:ext uri="{FF2B5EF4-FFF2-40B4-BE49-F238E27FC236}">
                    <a16:creationId xmlns:a16="http://schemas.microsoft.com/office/drawing/2014/main" id="{8C33F387-ECBD-B726-794A-8FCFE6E5FD10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0" name="pg705">
                <a:extLst>
                  <a:ext uri="{FF2B5EF4-FFF2-40B4-BE49-F238E27FC236}">
                    <a16:creationId xmlns:a16="http://schemas.microsoft.com/office/drawing/2014/main" id="{CDE76FBB-42D9-E56D-A3BE-2109C67FE6B1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1" name="pg706">
                <a:extLst>
                  <a:ext uri="{FF2B5EF4-FFF2-40B4-BE49-F238E27FC236}">
                    <a16:creationId xmlns:a16="http://schemas.microsoft.com/office/drawing/2014/main" id="{CD710A0B-13A7-F4D3-014A-B3E8A73796AC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2" name="pg707">
                <a:extLst>
                  <a:ext uri="{FF2B5EF4-FFF2-40B4-BE49-F238E27FC236}">
                    <a16:creationId xmlns:a16="http://schemas.microsoft.com/office/drawing/2014/main" id="{0FEE217B-F8CC-D1B2-FD4B-182597B60D2D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3" name="pg708">
                <a:extLst>
                  <a:ext uri="{FF2B5EF4-FFF2-40B4-BE49-F238E27FC236}">
                    <a16:creationId xmlns:a16="http://schemas.microsoft.com/office/drawing/2014/main" id="{67FF33E9-61F2-F54C-8407-12AAD0AB1B69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4" name="pg709">
                <a:extLst>
                  <a:ext uri="{FF2B5EF4-FFF2-40B4-BE49-F238E27FC236}">
                    <a16:creationId xmlns:a16="http://schemas.microsoft.com/office/drawing/2014/main" id="{67FE9498-4A40-E95B-33A6-BA1953F2A743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5" name="pg710">
                <a:extLst>
                  <a:ext uri="{FF2B5EF4-FFF2-40B4-BE49-F238E27FC236}">
                    <a16:creationId xmlns:a16="http://schemas.microsoft.com/office/drawing/2014/main" id="{E11376A5-E1C1-F052-5A65-24DCB2044635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6" name="pg711">
                <a:extLst>
                  <a:ext uri="{FF2B5EF4-FFF2-40B4-BE49-F238E27FC236}">
                    <a16:creationId xmlns:a16="http://schemas.microsoft.com/office/drawing/2014/main" id="{73DDF77F-3DC3-E163-3DAA-B8C4B883C3AF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7" name="pg712">
                <a:extLst>
                  <a:ext uri="{FF2B5EF4-FFF2-40B4-BE49-F238E27FC236}">
                    <a16:creationId xmlns:a16="http://schemas.microsoft.com/office/drawing/2014/main" id="{3AD84650-CF84-CC83-8680-230A36C58DD6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8" name="pg713">
                <a:extLst>
                  <a:ext uri="{FF2B5EF4-FFF2-40B4-BE49-F238E27FC236}">
                    <a16:creationId xmlns:a16="http://schemas.microsoft.com/office/drawing/2014/main" id="{193C038F-78B7-41E4-54F8-13A243918816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9" name="pg714">
                <a:extLst>
                  <a:ext uri="{FF2B5EF4-FFF2-40B4-BE49-F238E27FC236}">
                    <a16:creationId xmlns:a16="http://schemas.microsoft.com/office/drawing/2014/main" id="{1B8F8539-1B18-A1B0-4047-ED01F129815B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0" name="pg715">
                <a:extLst>
                  <a:ext uri="{FF2B5EF4-FFF2-40B4-BE49-F238E27FC236}">
                    <a16:creationId xmlns:a16="http://schemas.microsoft.com/office/drawing/2014/main" id="{B6665B4D-B690-35B8-0FB4-CF71687F2465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1" name="pg716">
                <a:extLst>
                  <a:ext uri="{FF2B5EF4-FFF2-40B4-BE49-F238E27FC236}">
                    <a16:creationId xmlns:a16="http://schemas.microsoft.com/office/drawing/2014/main" id="{E2DA561F-9674-E540-56E2-2E5B725EBC46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2" name="pg717">
                <a:extLst>
                  <a:ext uri="{FF2B5EF4-FFF2-40B4-BE49-F238E27FC236}">
                    <a16:creationId xmlns:a16="http://schemas.microsoft.com/office/drawing/2014/main" id="{78916396-D442-D561-251C-7FDE840B2ED6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3" name="pg718">
                <a:extLst>
                  <a:ext uri="{FF2B5EF4-FFF2-40B4-BE49-F238E27FC236}">
                    <a16:creationId xmlns:a16="http://schemas.microsoft.com/office/drawing/2014/main" id="{3496B456-CC1F-7476-EE67-98BB2AD8F3BE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4" name="pg719">
                <a:extLst>
                  <a:ext uri="{FF2B5EF4-FFF2-40B4-BE49-F238E27FC236}">
                    <a16:creationId xmlns:a16="http://schemas.microsoft.com/office/drawing/2014/main" id="{C0626065-84FA-518B-4AC4-6AB2BADF3273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5" name="pg720">
                <a:extLst>
                  <a:ext uri="{FF2B5EF4-FFF2-40B4-BE49-F238E27FC236}">
                    <a16:creationId xmlns:a16="http://schemas.microsoft.com/office/drawing/2014/main" id="{F0D8F454-4C7E-5FA4-9121-8DC012761736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6" name="pg721">
                <a:extLst>
                  <a:ext uri="{FF2B5EF4-FFF2-40B4-BE49-F238E27FC236}">
                    <a16:creationId xmlns:a16="http://schemas.microsoft.com/office/drawing/2014/main" id="{DDBB0B11-E06B-F109-DA71-931AAD3DFBB7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7" name="pg722">
                <a:extLst>
                  <a:ext uri="{FF2B5EF4-FFF2-40B4-BE49-F238E27FC236}">
                    <a16:creationId xmlns:a16="http://schemas.microsoft.com/office/drawing/2014/main" id="{FBE2E23E-03D8-DEAF-0461-1135F00EBE1B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8" name="pg723">
                <a:extLst>
                  <a:ext uri="{FF2B5EF4-FFF2-40B4-BE49-F238E27FC236}">
                    <a16:creationId xmlns:a16="http://schemas.microsoft.com/office/drawing/2014/main" id="{6872F9A2-CDA8-36CC-DE43-769BE7F7838C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9" name="pg724">
                <a:extLst>
                  <a:ext uri="{FF2B5EF4-FFF2-40B4-BE49-F238E27FC236}">
                    <a16:creationId xmlns:a16="http://schemas.microsoft.com/office/drawing/2014/main" id="{D38D0712-575C-A4A1-9AA4-A014ACAE4CE2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0" name="pg725">
                <a:extLst>
                  <a:ext uri="{FF2B5EF4-FFF2-40B4-BE49-F238E27FC236}">
                    <a16:creationId xmlns:a16="http://schemas.microsoft.com/office/drawing/2014/main" id="{5DF710ED-D0F1-1955-D812-F95B439ECF8F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1" name="pg726">
                <a:extLst>
                  <a:ext uri="{FF2B5EF4-FFF2-40B4-BE49-F238E27FC236}">
                    <a16:creationId xmlns:a16="http://schemas.microsoft.com/office/drawing/2014/main" id="{9B13CDD2-C568-9555-3F88-FBA72CF944A3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2" name="pg727">
                <a:extLst>
                  <a:ext uri="{FF2B5EF4-FFF2-40B4-BE49-F238E27FC236}">
                    <a16:creationId xmlns:a16="http://schemas.microsoft.com/office/drawing/2014/main" id="{99C254D4-E797-7B3F-9F41-46E7439BC008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3" name="pg728">
                <a:extLst>
                  <a:ext uri="{FF2B5EF4-FFF2-40B4-BE49-F238E27FC236}">
                    <a16:creationId xmlns:a16="http://schemas.microsoft.com/office/drawing/2014/main" id="{39A3B210-1CF6-7CA3-3DFD-A74442EC7671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4" name="pg729">
                <a:extLst>
                  <a:ext uri="{FF2B5EF4-FFF2-40B4-BE49-F238E27FC236}">
                    <a16:creationId xmlns:a16="http://schemas.microsoft.com/office/drawing/2014/main" id="{8810C226-46AB-6B26-E53F-82CC280308FB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5" name="pg730">
                <a:extLst>
                  <a:ext uri="{FF2B5EF4-FFF2-40B4-BE49-F238E27FC236}">
                    <a16:creationId xmlns:a16="http://schemas.microsoft.com/office/drawing/2014/main" id="{028AF725-76B1-94F6-0060-8AB546ECE5DD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6" name="pg731">
                <a:extLst>
                  <a:ext uri="{FF2B5EF4-FFF2-40B4-BE49-F238E27FC236}">
                    <a16:creationId xmlns:a16="http://schemas.microsoft.com/office/drawing/2014/main" id="{D7FAB455-E575-1205-5E50-C2AB8D6BA14C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7" name="pg732">
                <a:extLst>
                  <a:ext uri="{FF2B5EF4-FFF2-40B4-BE49-F238E27FC236}">
                    <a16:creationId xmlns:a16="http://schemas.microsoft.com/office/drawing/2014/main" id="{A45C0A80-5EE3-B956-960D-7396C177C3D2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8" name="pg733">
                <a:extLst>
                  <a:ext uri="{FF2B5EF4-FFF2-40B4-BE49-F238E27FC236}">
                    <a16:creationId xmlns:a16="http://schemas.microsoft.com/office/drawing/2014/main" id="{097C5B3B-80E8-CCF8-DEEE-C509BE64929D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9" name="pg734">
                <a:extLst>
                  <a:ext uri="{FF2B5EF4-FFF2-40B4-BE49-F238E27FC236}">
                    <a16:creationId xmlns:a16="http://schemas.microsoft.com/office/drawing/2014/main" id="{667F5AFC-0FBB-5FD4-21E2-FF6999EA002E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0" name="pg735">
                <a:extLst>
                  <a:ext uri="{FF2B5EF4-FFF2-40B4-BE49-F238E27FC236}">
                    <a16:creationId xmlns:a16="http://schemas.microsoft.com/office/drawing/2014/main" id="{3A37C0A2-39A6-FF0E-6D46-F6F2540BE40B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1" name="pg736">
                <a:extLst>
                  <a:ext uri="{FF2B5EF4-FFF2-40B4-BE49-F238E27FC236}">
                    <a16:creationId xmlns:a16="http://schemas.microsoft.com/office/drawing/2014/main" id="{9A977B12-54B4-A0B0-EBB0-9828D1E4E13E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2" name="pg737">
                <a:extLst>
                  <a:ext uri="{FF2B5EF4-FFF2-40B4-BE49-F238E27FC236}">
                    <a16:creationId xmlns:a16="http://schemas.microsoft.com/office/drawing/2014/main" id="{0A91A0E9-F341-FEDB-1B6B-56CBFAACC685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3" name="pg738">
                <a:extLst>
                  <a:ext uri="{FF2B5EF4-FFF2-40B4-BE49-F238E27FC236}">
                    <a16:creationId xmlns:a16="http://schemas.microsoft.com/office/drawing/2014/main" id="{9837AD48-F89F-6ED4-A7BF-55E030158AFF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4" name="pg739">
                <a:extLst>
                  <a:ext uri="{FF2B5EF4-FFF2-40B4-BE49-F238E27FC236}">
                    <a16:creationId xmlns:a16="http://schemas.microsoft.com/office/drawing/2014/main" id="{C58D34CD-C4D4-8296-875C-91EAF1354DED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5" name="pg740">
                <a:extLst>
                  <a:ext uri="{FF2B5EF4-FFF2-40B4-BE49-F238E27FC236}">
                    <a16:creationId xmlns:a16="http://schemas.microsoft.com/office/drawing/2014/main" id="{FC4FB5A3-BCB5-FDDD-9175-A0BB19263AB0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6" name="pg741">
                <a:extLst>
                  <a:ext uri="{FF2B5EF4-FFF2-40B4-BE49-F238E27FC236}">
                    <a16:creationId xmlns:a16="http://schemas.microsoft.com/office/drawing/2014/main" id="{FE536732-2780-526D-D314-CCAED970E771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7" name="pg742">
                <a:extLst>
                  <a:ext uri="{FF2B5EF4-FFF2-40B4-BE49-F238E27FC236}">
                    <a16:creationId xmlns:a16="http://schemas.microsoft.com/office/drawing/2014/main" id="{ABEA37C8-08AF-D8CE-E0ED-0DE369730A7E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8" name="pg743">
                <a:extLst>
                  <a:ext uri="{FF2B5EF4-FFF2-40B4-BE49-F238E27FC236}">
                    <a16:creationId xmlns:a16="http://schemas.microsoft.com/office/drawing/2014/main" id="{AEC04C9A-08BC-204E-48BE-9E28521F4050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9" name="pg744">
                <a:extLst>
                  <a:ext uri="{FF2B5EF4-FFF2-40B4-BE49-F238E27FC236}">
                    <a16:creationId xmlns:a16="http://schemas.microsoft.com/office/drawing/2014/main" id="{873929C5-17D4-7D65-298D-5D8EBB387135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0" name="pg745">
                <a:extLst>
                  <a:ext uri="{FF2B5EF4-FFF2-40B4-BE49-F238E27FC236}">
                    <a16:creationId xmlns:a16="http://schemas.microsoft.com/office/drawing/2014/main" id="{3F3B84E2-A37A-8BE9-B30C-A9E10DC9AC20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1" name="pg746">
                <a:extLst>
                  <a:ext uri="{FF2B5EF4-FFF2-40B4-BE49-F238E27FC236}">
                    <a16:creationId xmlns:a16="http://schemas.microsoft.com/office/drawing/2014/main" id="{93AB2840-FC95-C8DD-DCC9-6E2629DD9EC2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2" name="pg747">
                <a:extLst>
                  <a:ext uri="{FF2B5EF4-FFF2-40B4-BE49-F238E27FC236}">
                    <a16:creationId xmlns:a16="http://schemas.microsoft.com/office/drawing/2014/main" id="{5732C0E9-CD2E-4507-8C06-94E8056AA371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3" name="pg748">
                <a:extLst>
                  <a:ext uri="{FF2B5EF4-FFF2-40B4-BE49-F238E27FC236}">
                    <a16:creationId xmlns:a16="http://schemas.microsoft.com/office/drawing/2014/main" id="{2414832F-AA67-1902-D295-11EB0B126E85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4" name="pg749">
                <a:extLst>
                  <a:ext uri="{FF2B5EF4-FFF2-40B4-BE49-F238E27FC236}">
                    <a16:creationId xmlns:a16="http://schemas.microsoft.com/office/drawing/2014/main" id="{F66972BC-2E81-1843-BD1F-D803644741B0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5" name="pg750">
                <a:extLst>
                  <a:ext uri="{FF2B5EF4-FFF2-40B4-BE49-F238E27FC236}">
                    <a16:creationId xmlns:a16="http://schemas.microsoft.com/office/drawing/2014/main" id="{F57BD6BF-4C63-A5FE-734F-981BF1166DF7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6" name="pg751">
                <a:extLst>
                  <a:ext uri="{FF2B5EF4-FFF2-40B4-BE49-F238E27FC236}">
                    <a16:creationId xmlns:a16="http://schemas.microsoft.com/office/drawing/2014/main" id="{FFC3CB64-6F75-0311-4F5C-557C4CF0974F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7" name="pg752">
                <a:extLst>
                  <a:ext uri="{FF2B5EF4-FFF2-40B4-BE49-F238E27FC236}">
                    <a16:creationId xmlns:a16="http://schemas.microsoft.com/office/drawing/2014/main" id="{A4CC93F0-0A9F-473A-64D5-641614C94FD6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8" name="pg753">
                <a:extLst>
                  <a:ext uri="{FF2B5EF4-FFF2-40B4-BE49-F238E27FC236}">
                    <a16:creationId xmlns:a16="http://schemas.microsoft.com/office/drawing/2014/main" id="{305D164B-9136-4D24-DD8D-2CCE811B9128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9" name="pg754">
                <a:extLst>
                  <a:ext uri="{FF2B5EF4-FFF2-40B4-BE49-F238E27FC236}">
                    <a16:creationId xmlns:a16="http://schemas.microsoft.com/office/drawing/2014/main" id="{AB127EE1-B0FD-26B0-35C6-F3B898E9E5D5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0" name="pg755">
                <a:extLst>
                  <a:ext uri="{FF2B5EF4-FFF2-40B4-BE49-F238E27FC236}">
                    <a16:creationId xmlns:a16="http://schemas.microsoft.com/office/drawing/2014/main" id="{4E96AE70-E527-91A0-13CC-AFBD2C95707B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1" name="pg756">
                <a:extLst>
                  <a:ext uri="{FF2B5EF4-FFF2-40B4-BE49-F238E27FC236}">
                    <a16:creationId xmlns:a16="http://schemas.microsoft.com/office/drawing/2014/main" id="{0EC2675F-A64B-D74D-AED9-D22DDC8FD832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2" name="pg757">
                <a:extLst>
                  <a:ext uri="{FF2B5EF4-FFF2-40B4-BE49-F238E27FC236}">
                    <a16:creationId xmlns:a16="http://schemas.microsoft.com/office/drawing/2014/main" id="{EAC657CC-7F96-ABC2-1CF1-5681B5805F0F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3" name="pg758">
                <a:extLst>
                  <a:ext uri="{FF2B5EF4-FFF2-40B4-BE49-F238E27FC236}">
                    <a16:creationId xmlns:a16="http://schemas.microsoft.com/office/drawing/2014/main" id="{B266FF93-D242-A5F2-8E4E-C4F1477DDD54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4" name="pg759">
                <a:extLst>
                  <a:ext uri="{FF2B5EF4-FFF2-40B4-BE49-F238E27FC236}">
                    <a16:creationId xmlns:a16="http://schemas.microsoft.com/office/drawing/2014/main" id="{F150BD7F-A44A-B3F2-52F5-A2F057D0CFF5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5" name="pg760">
                <a:extLst>
                  <a:ext uri="{FF2B5EF4-FFF2-40B4-BE49-F238E27FC236}">
                    <a16:creationId xmlns:a16="http://schemas.microsoft.com/office/drawing/2014/main" id="{84602D78-B854-EAFC-634F-F9B74E7215D1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6" name="pg761">
                <a:extLst>
                  <a:ext uri="{FF2B5EF4-FFF2-40B4-BE49-F238E27FC236}">
                    <a16:creationId xmlns:a16="http://schemas.microsoft.com/office/drawing/2014/main" id="{0057413C-97F7-8CDD-5B6D-C1CB61CEAD7F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7" name="pg762">
                <a:extLst>
                  <a:ext uri="{FF2B5EF4-FFF2-40B4-BE49-F238E27FC236}">
                    <a16:creationId xmlns:a16="http://schemas.microsoft.com/office/drawing/2014/main" id="{F8CB3177-78B3-2BFD-39D0-9B3119F53AA1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8" name="pg763">
                <a:extLst>
                  <a:ext uri="{FF2B5EF4-FFF2-40B4-BE49-F238E27FC236}">
                    <a16:creationId xmlns:a16="http://schemas.microsoft.com/office/drawing/2014/main" id="{68418701-337E-97B2-0F50-331F3A8374D7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9" name="pg764">
                <a:extLst>
                  <a:ext uri="{FF2B5EF4-FFF2-40B4-BE49-F238E27FC236}">
                    <a16:creationId xmlns:a16="http://schemas.microsoft.com/office/drawing/2014/main" id="{302B0F3F-7869-F832-44B0-B4981774B018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0" name="pg765">
                <a:extLst>
                  <a:ext uri="{FF2B5EF4-FFF2-40B4-BE49-F238E27FC236}">
                    <a16:creationId xmlns:a16="http://schemas.microsoft.com/office/drawing/2014/main" id="{ADDE117A-C044-99EB-F2A0-E764D16E8EA5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1" name="pg766">
                <a:extLst>
                  <a:ext uri="{FF2B5EF4-FFF2-40B4-BE49-F238E27FC236}">
                    <a16:creationId xmlns:a16="http://schemas.microsoft.com/office/drawing/2014/main" id="{E60DEC19-6954-29F0-BAB1-D71E48331A01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2" name="pg767">
                <a:extLst>
                  <a:ext uri="{FF2B5EF4-FFF2-40B4-BE49-F238E27FC236}">
                    <a16:creationId xmlns:a16="http://schemas.microsoft.com/office/drawing/2014/main" id="{2ADD6B17-94B9-141A-3FC7-FA6560A86773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3" name="pg768">
                <a:extLst>
                  <a:ext uri="{FF2B5EF4-FFF2-40B4-BE49-F238E27FC236}">
                    <a16:creationId xmlns:a16="http://schemas.microsoft.com/office/drawing/2014/main" id="{25436AAB-8558-30A9-D0CB-1DBF67D1AFF7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4" name="pg769">
                <a:extLst>
                  <a:ext uri="{FF2B5EF4-FFF2-40B4-BE49-F238E27FC236}">
                    <a16:creationId xmlns:a16="http://schemas.microsoft.com/office/drawing/2014/main" id="{1DB83733-CB2A-151D-A974-0548A9746CBA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5" name="pg770">
                <a:extLst>
                  <a:ext uri="{FF2B5EF4-FFF2-40B4-BE49-F238E27FC236}">
                    <a16:creationId xmlns:a16="http://schemas.microsoft.com/office/drawing/2014/main" id="{B9A6F050-74E3-879D-35CE-67B857C6F856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6" name="pg771">
                <a:extLst>
                  <a:ext uri="{FF2B5EF4-FFF2-40B4-BE49-F238E27FC236}">
                    <a16:creationId xmlns:a16="http://schemas.microsoft.com/office/drawing/2014/main" id="{7EF1D4E7-E97B-7EE0-24E0-46CD97C468DC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7" name="pg772">
                <a:extLst>
                  <a:ext uri="{FF2B5EF4-FFF2-40B4-BE49-F238E27FC236}">
                    <a16:creationId xmlns:a16="http://schemas.microsoft.com/office/drawing/2014/main" id="{EC202C81-26FE-C753-70D9-95131F9C0192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8" name="pg773">
                <a:extLst>
                  <a:ext uri="{FF2B5EF4-FFF2-40B4-BE49-F238E27FC236}">
                    <a16:creationId xmlns:a16="http://schemas.microsoft.com/office/drawing/2014/main" id="{7422393B-0849-6CE2-BCA8-CA25F1B94526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9" name="pg774">
                <a:extLst>
                  <a:ext uri="{FF2B5EF4-FFF2-40B4-BE49-F238E27FC236}">
                    <a16:creationId xmlns:a16="http://schemas.microsoft.com/office/drawing/2014/main" id="{355361D8-A41E-B9FD-3E6D-353E0F07CCE0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0" name="pg775">
                <a:extLst>
                  <a:ext uri="{FF2B5EF4-FFF2-40B4-BE49-F238E27FC236}">
                    <a16:creationId xmlns:a16="http://schemas.microsoft.com/office/drawing/2014/main" id="{2443ED3A-6F6A-378A-DA86-CDD815B98D32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1" name="pg776">
                <a:extLst>
                  <a:ext uri="{FF2B5EF4-FFF2-40B4-BE49-F238E27FC236}">
                    <a16:creationId xmlns:a16="http://schemas.microsoft.com/office/drawing/2014/main" id="{09609474-7DFF-D03A-8D4C-940AD6734107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2" name="pg777">
                <a:extLst>
                  <a:ext uri="{FF2B5EF4-FFF2-40B4-BE49-F238E27FC236}">
                    <a16:creationId xmlns:a16="http://schemas.microsoft.com/office/drawing/2014/main" id="{D6395AB7-205E-80BB-20A2-FC5D457A58E7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3" name="pg778">
                <a:extLst>
                  <a:ext uri="{FF2B5EF4-FFF2-40B4-BE49-F238E27FC236}">
                    <a16:creationId xmlns:a16="http://schemas.microsoft.com/office/drawing/2014/main" id="{827A0DAC-0B4C-8038-2BA0-F12CAECB318A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4" name="pg779">
                <a:extLst>
                  <a:ext uri="{FF2B5EF4-FFF2-40B4-BE49-F238E27FC236}">
                    <a16:creationId xmlns:a16="http://schemas.microsoft.com/office/drawing/2014/main" id="{AE01E6EA-32BB-F2B2-7748-7569265D3980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5" name="pg780">
                <a:extLst>
                  <a:ext uri="{FF2B5EF4-FFF2-40B4-BE49-F238E27FC236}">
                    <a16:creationId xmlns:a16="http://schemas.microsoft.com/office/drawing/2014/main" id="{943ABB69-C030-B10E-F92B-3FA767ABF8C7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6" name="pg781">
                <a:extLst>
                  <a:ext uri="{FF2B5EF4-FFF2-40B4-BE49-F238E27FC236}">
                    <a16:creationId xmlns:a16="http://schemas.microsoft.com/office/drawing/2014/main" id="{B79E12B5-5C1C-899E-CE07-8683911762B6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7" name="pg782">
                <a:extLst>
                  <a:ext uri="{FF2B5EF4-FFF2-40B4-BE49-F238E27FC236}">
                    <a16:creationId xmlns:a16="http://schemas.microsoft.com/office/drawing/2014/main" id="{4D156734-ED9C-6A7D-8FFC-D3005EE20C59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8" name="pg783">
                <a:extLst>
                  <a:ext uri="{FF2B5EF4-FFF2-40B4-BE49-F238E27FC236}">
                    <a16:creationId xmlns:a16="http://schemas.microsoft.com/office/drawing/2014/main" id="{A1925D19-C93B-B5B4-1A45-7AA4D3924925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9" name="pg784">
                <a:extLst>
                  <a:ext uri="{FF2B5EF4-FFF2-40B4-BE49-F238E27FC236}">
                    <a16:creationId xmlns:a16="http://schemas.microsoft.com/office/drawing/2014/main" id="{6B528671-1242-A12F-1DC4-B5BCDAA80FDA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0" name="pg785">
                <a:extLst>
                  <a:ext uri="{FF2B5EF4-FFF2-40B4-BE49-F238E27FC236}">
                    <a16:creationId xmlns:a16="http://schemas.microsoft.com/office/drawing/2014/main" id="{8275C02A-68F4-1E0E-D245-AED8B45325B9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1" name="pg786">
                <a:extLst>
                  <a:ext uri="{FF2B5EF4-FFF2-40B4-BE49-F238E27FC236}">
                    <a16:creationId xmlns:a16="http://schemas.microsoft.com/office/drawing/2014/main" id="{985D4BE0-2B53-04C1-1D30-46820B5E8E06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2" name="pg787">
                <a:extLst>
                  <a:ext uri="{FF2B5EF4-FFF2-40B4-BE49-F238E27FC236}">
                    <a16:creationId xmlns:a16="http://schemas.microsoft.com/office/drawing/2014/main" id="{52E66A1C-F950-9BDC-58F1-5FDA46DB6D96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3" name="pg788">
                <a:extLst>
                  <a:ext uri="{FF2B5EF4-FFF2-40B4-BE49-F238E27FC236}">
                    <a16:creationId xmlns:a16="http://schemas.microsoft.com/office/drawing/2014/main" id="{C025A515-0A45-6C6C-EFB2-8E2EB0DD1512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4" name="pg789">
                <a:extLst>
                  <a:ext uri="{FF2B5EF4-FFF2-40B4-BE49-F238E27FC236}">
                    <a16:creationId xmlns:a16="http://schemas.microsoft.com/office/drawing/2014/main" id="{8F2A82E3-9CA5-4042-89E7-284AB6A54924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5" name="pg790">
                <a:extLst>
                  <a:ext uri="{FF2B5EF4-FFF2-40B4-BE49-F238E27FC236}">
                    <a16:creationId xmlns:a16="http://schemas.microsoft.com/office/drawing/2014/main" id="{FD6D71F5-994D-F682-81DF-CD135522CE73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6" name="pg791">
                <a:extLst>
                  <a:ext uri="{FF2B5EF4-FFF2-40B4-BE49-F238E27FC236}">
                    <a16:creationId xmlns:a16="http://schemas.microsoft.com/office/drawing/2014/main" id="{07CA08BB-4237-4822-E6C0-27E794C99CA3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7" name="pg792">
                <a:extLst>
                  <a:ext uri="{FF2B5EF4-FFF2-40B4-BE49-F238E27FC236}">
                    <a16:creationId xmlns:a16="http://schemas.microsoft.com/office/drawing/2014/main" id="{535B2E0A-2D47-7E73-C70D-76E0104966D3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8" name="pg793">
                <a:extLst>
                  <a:ext uri="{FF2B5EF4-FFF2-40B4-BE49-F238E27FC236}">
                    <a16:creationId xmlns:a16="http://schemas.microsoft.com/office/drawing/2014/main" id="{B5C0E5D1-7153-149F-CB6B-8C1EA1C29C8C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9" name="pg794">
                <a:extLst>
                  <a:ext uri="{FF2B5EF4-FFF2-40B4-BE49-F238E27FC236}">
                    <a16:creationId xmlns:a16="http://schemas.microsoft.com/office/drawing/2014/main" id="{22EA66CF-B9FD-B93A-DFAA-0539376F26CD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0" name="pg795">
                <a:extLst>
                  <a:ext uri="{FF2B5EF4-FFF2-40B4-BE49-F238E27FC236}">
                    <a16:creationId xmlns:a16="http://schemas.microsoft.com/office/drawing/2014/main" id="{46F8E7E0-F5B1-CBB3-E9C3-9CE414EA7587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1" name="pg796">
                <a:extLst>
                  <a:ext uri="{FF2B5EF4-FFF2-40B4-BE49-F238E27FC236}">
                    <a16:creationId xmlns:a16="http://schemas.microsoft.com/office/drawing/2014/main" id="{CA8EB94F-3F93-CC5B-D0FB-96D1EB68140F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2" name="pg797">
                <a:extLst>
                  <a:ext uri="{FF2B5EF4-FFF2-40B4-BE49-F238E27FC236}">
                    <a16:creationId xmlns:a16="http://schemas.microsoft.com/office/drawing/2014/main" id="{6A33E7D9-133B-17EA-D21F-C4D145085C71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3" name="pg798">
                <a:extLst>
                  <a:ext uri="{FF2B5EF4-FFF2-40B4-BE49-F238E27FC236}">
                    <a16:creationId xmlns:a16="http://schemas.microsoft.com/office/drawing/2014/main" id="{06959C94-7EA1-9A61-7AAF-391A0DA45164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4" name="pg799">
                <a:extLst>
                  <a:ext uri="{FF2B5EF4-FFF2-40B4-BE49-F238E27FC236}">
                    <a16:creationId xmlns:a16="http://schemas.microsoft.com/office/drawing/2014/main" id="{F80358B0-D373-1459-C1C9-6311F6D99037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5" name="pg800">
                <a:extLst>
                  <a:ext uri="{FF2B5EF4-FFF2-40B4-BE49-F238E27FC236}">
                    <a16:creationId xmlns:a16="http://schemas.microsoft.com/office/drawing/2014/main" id="{7045D3F7-4DC4-2C67-9492-194FFBEC564D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6" name="pg801">
                <a:extLst>
                  <a:ext uri="{FF2B5EF4-FFF2-40B4-BE49-F238E27FC236}">
                    <a16:creationId xmlns:a16="http://schemas.microsoft.com/office/drawing/2014/main" id="{89DAD77D-57F8-4E9F-F2A6-756C0E34C2ED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7" name="pg802">
                <a:extLst>
                  <a:ext uri="{FF2B5EF4-FFF2-40B4-BE49-F238E27FC236}">
                    <a16:creationId xmlns:a16="http://schemas.microsoft.com/office/drawing/2014/main" id="{62C4E0F9-B9F7-8690-B63C-F40BAA1D1057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8" name="pg803">
                <a:extLst>
                  <a:ext uri="{FF2B5EF4-FFF2-40B4-BE49-F238E27FC236}">
                    <a16:creationId xmlns:a16="http://schemas.microsoft.com/office/drawing/2014/main" id="{160EB49F-F3F9-76B3-EFDC-F7707C499361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9" name="pg804">
                <a:extLst>
                  <a:ext uri="{FF2B5EF4-FFF2-40B4-BE49-F238E27FC236}">
                    <a16:creationId xmlns:a16="http://schemas.microsoft.com/office/drawing/2014/main" id="{FFF21D26-7402-188A-F9EC-7BA929333233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0" name="pg805">
                <a:extLst>
                  <a:ext uri="{FF2B5EF4-FFF2-40B4-BE49-F238E27FC236}">
                    <a16:creationId xmlns:a16="http://schemas.microsoft.com/office/drawing/2014/main" id="{0AFA4750-2E3A-F081-F561-87764D63ABE1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1" name="pg806">
                <a:extLst>
                  <a:ext uri="{FF2B5EF4-FFF2-40B4-BE49-F238E27FC236}">
                    <a16:creationId xmlns:a16="http://schemas.microsoft.com/office/drawing/2014/main" id="{506369DE-7561-9C20-FB9A-51DF16D60857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2" name="pg807">
                <a:extLst>
                  <a:ext uri="{FF2B5EF4-FFF2-40B4-BE49-F238E27FC236}">
                    <a16:creationId xmlns:a16="http://schemas.microsoft.com/office/drawing/2014/main" id="{627BE761-40BC-749C-FD19-4C0D49076B5A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3" name="pg808">
                <a:extLst>
                  <a:ext uri="{FF2B5EF4-FFF2-40B4-BE49-F238E27FC236}">
                    <a16:creationId xmlns:a16="http://schemas.microsoft.com/office/drawing/2014/main" id="{2F3DBBBC-111C-C8DE-ED08-FEA7E53F5490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4" name="pg809">
                <a:extLst>
                  <a:ext uri="{FF2B5EF4-FFF2-40B4-BE49-F238E27FC236}">
                    <a16:creationId xmlns:a16="http://schemas.microsoft.com/office/drawing/2014/main" id="{4CE16270-5C34-2CB1-E3E1-10526E464E87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5" name="pg810">
                <a:extLst>
                  <a:ext uri="{FF2B5EF4-FFF2-40B4-BE49-F238E27FC236}">
                    <a16:creationId xmlns:a16="http://schemas.microsoft.com/office/drawing/2014/main" id="{32E2547A-625B-7468-2420-9DCE171B5629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6" name="pg811">
                <a:extLst>
                  <a:ext uri="{FF2B5EF4-FFF2-40B4-BE49-F238E27FC236}">
                    <a16:creationId xmlns:a16="http://schemas.microsoft.com/office/drawing/2014/main" id="{DF72FC5E-97BD-CD4E-2AB6-073ABA784FD6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7" name="pg812">
                <a:extLst>
                  <a:ext uri="{FF2B5EF4-FFF2-40B4-BE49-F238E27FC236}">
                    <a16:creationId xmlns:a16="http://schemas.microsoft.com/office/drawing/2014/main" id="{6CC8576A-4CE5-D7D5-1FA4-0F4EC00E7D60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8" name="pg813">
                <a:extLst>
                  <a:ext uri="{FF2B5EF4-FFF2-40B4-BE49-F238E27FC236}">
                    <a16:creationId xmlns:a16="http://schemas.microsoft.com/office/drawing/2014/main" id="{AB1A2636-6B08-FBB5-62FF-D1C255110CB9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9" name="pg814">
                <a:extLst>
                  <a:ext uri="{FF2B5EF4-FFF2-40B4-BE49-F238E27FC236}">
                    <a16:creationId xmlns:a16="http://schemas.microsoft.com/office/drawing/2014/main" id="{0C4AE1CF-E8ED-28FA-8167-03391B6960F6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0" name="pg815">
                <a:extLst>
                  <a:ext uri="{FF2B5EF4-FFF2-40B4-BE49-F238E27FC236}">
                    <a16:creationId xmlns:a16="http://schemas.microsoft.com/office/drawing/2014/main" id="{963777B9-0A7B-E2B2-1813-2324A2B241BD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1" name="pg816">
                <a:extLst>
                  <a:ext uri="{FF2B5EF4-FFF2-40B4-BE49-F238E27FC236}">
                    <a16:creationId xmlns:a16="http://schemas.microsoft.com/office/drawing/2014/main" id="{1FE19DEC-38EA-1160-999F-ED649623448A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2" name="pg817">
                <a:extLst>
                  <a:ext uri="{FF2B5EF4-FFF2-40B4-BE49-F238E27FC236}">
                    <a16:creationId xmlns:a16="http://schemas.microsoft.com/office/drawing/2014/main" id="{D81C6F78-3426-FE09-D1AC-B81A9A767358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3" name="pg818">
                <a:extLst>
                  <a:ext uri="{FF2B5EF4-FFF2-40B4-BE49-F238E27FC236}">
                    <a16:creationId xmlns:a16="http://schemas.microsoft.com/office/drawing/2014/main" id="{4F5A361B-261D-CB02-F343-9609C4C09A72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4" name="pg819">
                <a:extLst>
                  <a:ext uri="{FF2B5EF4-FFF2-40B4-BE49-F238E27FC236}">
                    <a16:creationId xmlns:a16="http://schemas.microsoft.com/office/drawing/2014/main" id="{7DEFA281-166B-7532-3616-4424EA3C2468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5" name="pg820">
                <a:extLst>
                  <a:ext uri="{FF2B5EF4-FFF2-40B4-BE49-F238E27FC236}">
                    <a16:creationId xmlns:a16="http://schemas.microsoft.com/office/drawing/2014/main" id="{DE7B65C9-F0F5-8AEC-B2D6-542FAA41C51F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6" name="pg821">
                <a:extLst>
                  <a:ext uri="{FF2B5EF4-FFF2-40B4-BE49-F238E27FC236}">
                    <a16:creationId xmlns:a16="http://schemas.microsoft.com/office/drawing/2014/main" id="{79EA43EF-B481-0733-AEB3-CB04FB61DACF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7" name="pg822">
                <a:extLst>
                  <a:ext uri="{FF2B5EF4-FFF2-40B4-BE49-F238E27FC236}">
                    <a16:creationId xmlns:a16="http://schemas.microsoft.com/office/drawing/2014/main" id="{CBA45F60-7194-2268-AB31-17E149F74636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8" name="pg823">
                <a:extLst>
                  <a:ext uri="{FF2B5EF4-FFF2-40B4-BE49-F238E27FC236}">
                    <a16:creationId xmlns:a16="http://schemas.microsoft.com/office/drawing/2014/main" id="{E4D6FB90-79B8-2D0E-B03F-E68C1C3614A7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9" name="pg824">
                <a:extLst>
                  <a:ext uri="{FF2B5EF4-FFF2-40B4-BE49-F238E27FC236}">
                    <a16:creationId xmlns:a16="http://schemas.microsoft.com/office/drawing/2014/main" id="{F20A8804-FEA5-B82B-E9D8-EFC4C3DCB6AF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0" name="pg825">
                <a:extLst>
                  <a:ext uri="{FF2B5EF4-FFF2-40B4-BE49-F238E27FC236}">
                    <a16:creationId xmlns:a16="http://schemas.microsoft.com/office/drawing/2014/main" id="{D5E7B9DE-31E1-C167-7021-B3047200B48C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1" name="pg826">
                <a:extLst>
                  <a:ext uri="{FF2B5EF4-FFF2-40B4-BE49-F238E27FC236}">
                    <a16:creationId xmlns:a16="http://schemas.microsoft.com/office/drawing/2014/main" id="{904C8316-6600-D1C0-D1FF-F5B7773EA571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2" name="pg827">
                <a:extLst>
                  <a:ext uri="{FF2B5EF4-FFF2-40B4-BE49-F238E27FC236}">
                    <a16:creationId xmlns:a16="http://schemas.microsoft.com/office/drawing/2014/main" id="{3AF6E110-F009-AE44-EA2A-40B6C305AFB1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3" name="pg828">
                <a:extLst>
                  <a:ext uri="{FF2B5EF4-FFF2-40B4-BE49-F238E27FC236}">
                    <a16:creationId xmlns:a16="http://schemas.microsoft.com/office/drawing/2014/main" id="{EC18A4EF-D0BD-9DAD-5306-23960DA02B69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4" name="pg829">
                <a:extLst>
                  <a:ext uri="{FF2B5EF4-FFF2-40B4-BE49-F238E27FC236}">
                    <a16:creationId xmlns:a16="http://schemas.microsoft.com/office/drawing/2014/main" id="{F0494367-EC6F-9051-C39F-47B5107CDFCC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5" name="pg830">
                <a:extLst>
                  <a:ext uri="{FF2B5EF4-FFF2-40B4-BE49-F238E27FC236}">
                    <a16:creationId xmlns:a16="http://schemas.microsoft.com/office/drawing/2014/main" id="{027C6DF6-7259-7FFB-194E-CC3F08C6BB90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6" name="pg831">
                <a:extLst>
                  <a:ext uri="{FF2B5EF4-FFF2-40B4-BE49-F238E27FC236}">
                    <a16:creationId xmlns:a16="http://schemas.microsoft.com/office/drawing/2014/main" id="{4069C7E6-00E2-EF08-0058-F11F6CAA176B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7" name="pg832">
                <a:extLst>
                  <a:ext uri="{FF2B5EF4-FFF2-40B4-BE49-F238E27FC236}">
                    <a16:creationId xmlns:a16="http://schemas.microsoft.com/office/drawing/2014/main" id="{2F907DAC-487A-4B5B-3851-C415BEEA49E1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8" name="pg833">
                <a:extLst>
                  <a:ext uri="{FF2B5EF4-FFF2-40B4-BE49-F238E27FC236}">
                    <a16:creationId xmlns:a16="http://schemas.microsoft.com/office/drawing/2014/main" id="{FE30348A-527A-97B6-BAC8-C2502004920D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9" name="pg834">
                <a:extLst>
                  <a:ext uri="{FF2B5EF4-FFF2-40B4-BE49-F238E27FC236}">
                    <a16:creationId xmlns:a16="http://schemas.microsoft.com/office/drawing/2014/main" id="{FCA945A5-79E0-D7E1-00AA-F6C7E349A93E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0" name="pg835">
                <a:extLst>
                  <a:ext uri="{FF2B5EF4-FFF2-40B4-BE49-F238E27FC236}">
                    <a16:creationId xmlns:a16="http://schemas.microsoft.com/office/drawing/2014/main" id="{1DD29555-E595-0EC1-6EF4-50122CFB89A2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1" name="pg836">
                <a:extLst>
                  <a:ext uri="{FF2B5EF4-FFF2-40B4-BE49-F238E27FC236}">
                    <a16:creationId xmlns:a16="http://schemas.microsoft.com/office/drawing/2014/main" id="{2258D2EF-B47B-D45E-3AEF-DA729924B009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2" name="pg837">
                <a:extLst>
                  <a:ext uri="{FF2B5EF4-FFF2-40B4-BE49-F238E27FC236}">
                    <a16:creationId xmlns:a16="http://schemas.microsoft.com/office/drawing/2014/main" id="{65985B8B-3920-0818-7100-A5F7FD1AA556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3" name="pg838">
                <a:extLst>
                  <a:ext uri="{FF2B5EF4-FFF2-40B4-BE49-F238E27FC236}">
                    <a16:creationId xmlns:a16="http://schemas.microsoft.com/office/drawing/2014/main" id="{1C57AD22-B833-223F-DC4D-4FE9B8EFA5D6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4" name="pg839">
                <a:extLst>
                  <a:ext uri="{FF2B5EF4-FFF2-40B4-BE49-F238E27FC236}">
                    <a16:creationId xmlns:a16="http://schemas.microsoft.com/office/drawing/2014/main" id="{CCCD630F-0230-0261-515C-0B6A2CEC7359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5" name="pg840">
                <a:extLst>
                  <a:ext uri="{FF2B5EF4-FFF2-40B4-BE49-F238E27FC236}">
                    <a16:creationId xmlns:a16="http://schemas.microsoft.com/office/drawing/2014/main" id="{5B45BEE6-DDF5-29B8-F576-9F942DD72FDE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6" name="pg841">
                <a:extLst>
                  <a:ext uri="{FF2B5EF4-FFF2-40B4-BE49-F238E27FC236}">
                    <a16:creationId xmlns:a16="http://schemas.microsoft.com/office/drawing/2014/main" id="{4C6BCB7E-1CE0-61A7-7DA8-E528193FC810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7" name="pg842">
                <a:extLst>
                  <a:ext uri="{FF2B5EF4-FFF2-40B4-BE49-F238E27FC236}">
                    <a16:creationId xmlns:a16="http://schemas.microsoft.com/office/drawing/2014/main" id="{C217C770-908F-B1C4-E38A-4AFD1E15D46A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8" name="pg843">
                <a:extLst>
                  <a:ext uri="{FF2B5EF4-FFF2-40B4-BE49-F238E27FC236}">
                    <a16:creationId xmlns:a16="http://schemas.microsoft.com/office/drawing/2014/main" id="{BD50D280-D179-FC89-4D5B-A29DC13A20A6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9" name="pg844">
                <a:extLst>
                  <a:ext uri="{FF2B5EF4-FFF2-40B4-BE49-F238E27FC236}">
                    <a16:creationId xmlns:a16="http://schemas.microsoft.com/office/drawing/2014/main" id="{F15456C0-0C04-E4C8-02EB-883A8BC1C445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0" name="pg845">
                <a:extLst>
                  <a:ext uri="{FF2B5EF4-FFF2-40B4-BE49-F238E27FC236}">
                    <a16:creationId xmlns:a16="http://schemas.microsoft.com/office/drawing/2014/main" id="{28A6588A-9314-E1E9-C799-76D34BBE9502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1" name="pg846">
                <a:extLst>
                  <a:ext uri="{FF2B5EF4-FFF2-40B4-BE49-F238E27FC236}">
                    <a16:creationId xmlns:a16="http://schemas.microsoft.com/office/drawing/2014/main" id="{67108411-97E6-D1C3-7E57-6BA1B41DBFB2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2" name="pg847">
                <a:extLst>
                  <a:ext uri="{FF2B5EF4-FFF2-40B4-BE49-F238E27FC236}">
                    <a16:creationId xmlns:a16="http://schemas.microsoft.com/office/drawing/2014/main" id="{80E2561B-F216-A1B0-407E-65B7D3614D76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3" name="pg848">
                <a:extLst>
                  <a:ext uri="{FF2B5EF4-FFF2-40B4-BE49-F238E27FC236}">
                    <a16:creationId xmlns:a16="http://schemas.microsoft.com/office/drawing/2014/main" id="{1DB73316-30B5-C759-BCEF-C50C0F4C28C7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4" name="pg849">
                <a:extLst>
                  <a:ext uri="{FF2B5EF4-FFF2-40B4-BE49-F238E27FC236}">
                    <a16:creationId xmlns:a16="http://schemas.microsoft.com/office/drawing/2014/main" id="{92DA3E4A-970E-740D-49B4-8BCF57E37DB4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5" name="pg850">
                <a:extLst>
                  <a:ext uri="{FF2B5EF4-FFF2-40B4-BE49-F238E27FC236}">
                    <a16:creationId xmlns:a16="http://schemas.microsoft.com/office/drawing/2014/main" id="{FFE452A4-3812-DBBD-CBB7-665A4DEB5AE6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6" name="pg851">
                <a:extLst>
                  <a:ext uri="{FF2B5EF4-FFF2-40B4-BE49-F238E27FC236}">
                    <a16:creationId xmlns:a16="http://schemas.microsoft.com/office/drawing/2014/main" id="{FB235BDE-438B-C91B-E49D-C0F7206492CB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7" name="pg852">
                <a:extLst>
                  <a:ext uri="{FF2B5EF4-FFF2-40B4-BE49-F238E27FC236}">
                    <a16:creationId xmlns:a16="http://schemas.microsoft.com/office/drawing/2014/main" id="{D4D7B1EE-99D7-8617-5F1A-BFAC15057B73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8" name="pg853">
                <a:extLst>
                  <a:ext uri="{FF2B5EF4-FFF2-40B4-BE49-F238E27FC236}">
                    <a16:creationId xmlns:a16="http://schemas.microsoft.com/office/drawing/2014/main" id="{2A099548-C0D0-56B8-3DA8-CA7AEEF32A08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9" name="pg854">
                <a:extLst>
                  <a:ext uri="{FF2B5EF4-FFF2-40B4-BE49-F238E27FC236}">
                    <a16:creationId xmlns:a16="http://schemas.microsoft.com/office/drawing/2014/main" id="{A3F7A567-7558-C13C-73FD-1DB645C4F07C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0" name="pg855">
                <a:extLst>
                  <a:ext uri="{FF2B5EF4-FFF2-40B4-BE49-F238E27FC236}">
                    <a16:creationId xmlns:a16="http://schemas.microsoft.com/office/drawing/2014/main" id="{56C72451-C31C-B54B-F91D-B64820CA24FA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1" name="pg856">
                <a:extLst>
                  <a:ext uri="{FF2B5EF4-FFF2-40B4-BE49-F238E27FC236}">
                    <a16:creationId xmlns:a16="http://schemas.microsoft.com/office/drawing/2014/main" id="{17CB0E04-243B-9833-3FA4-1FB903D23DBC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2" name="pg857">
                <a:extLst>
                  <a:ext uri="{FF2B5EF4-FFF2-40B4-BE49-F238E27FC236}">
                    <a16:creationId xmlns:a16="http://schemas.microsoft.com/office/drawing/2014/main" id="{A130FE09-92FE-4A19-71B2-08A123DAD689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3" name="pg858">
                <a:extLst>
                  <a:ext uri="{FF2B5EF4-FFF2-40B4-BE49-F238E27FC236}">
                    <a16:creationId xmlns:a16="http://schemas.microsoft.com/office/drawing/2014/main" id="{BC4EAFF6-E61C-0DC5-E3D7-C488F63569EF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4" name="pg859">
                <a:extLst>
                  <a:ext uri="{FF2B5EF4-FFF2-40B4-BE49-F238E27FC236}">
                    <a16:creationId xmlns:a16="http://schemas.microsoft.com/office/drawing/2014/main" id="{0B506BA3-157E-CC1D-B7FC-92B015E18DB3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5" name="pg860">
                <a:extLst>
                  <a:ext uri="{FF2B5EF4-FFF2-40B4-BE49-F238E27FC236}">
                    <a16:creationId xmlns:a16="http://schemas.microsoft.com/office/drawing/2014/main" id="{CF9E1A0F-45A0-0FC3-7C16-4B279DC6BDC6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6" name="pg861">
                <a:extLst>
                  <a:ext uri="{FF2B5EF4-FFF2-40B4-BE49-F238E27FC236}">
                    <a16:creationId xmlns:a16="http://schemas.microsoft.com/office/drawing/2014/main" id="{4F1CEB42-3B1E-F959-9D4C-7348035147CA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7" name="pg862">
                <a:extLst>
                  <a:ext uri="{FF2B5EF4-FFF2-40B4-BE49-F238E27FC236}">
                    <a16:creationId xmlns:a16="http://schemas.microsoft.com/office/drawing/2014/main" id="{4EA9F32F-1157-F6B3-1590-A918B59DB3C2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8" name="pg863">
                <a:extLst>
                  <a:ext uri="{FF2B5EF4-FFF2-40B4-BE49-F238E27FC236}">
                    <a16:creationId xmlns:a16="http://schemas.microsoft.com/office/drawing/2014/main" id="{B3AE8245-DF50-802A-3090-3931E317DF56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9" name="pg864">
                <a:extLst>
                  <a:ext uri="{FF2B5EF4-FFF2-40B4-BE49-F238E27FC236}">
                    <a16:creationId xmlns:a16="http://schemas.microsoft.com/office/drawing/2014/main" id="{CE911C19-58B3-60D4-691B-4BC2972E9C38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0" name="pg865">
                <a:extLst>
                  <a:ext uri="{FF2B5EF4-FFF2-40B4-BE49-F238E27FC236}">
                    <a16:creationId xmlns:a16="http://schemas.microsoft.com/office/drawing/2014/main" id="{E1A72ACF-0F6F-0683-17F2-9663F1CF1F6B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1" name="pg866">
                <a:extLst>
                  <a:ext uri="{FF2B5EF4-FFF2-40B4-BE49-F238E27FC236}">
                    <a16:creationId xmlns:a16="http://schemas.microsoft.com/office/drawing/2014/main" id="{535ABBA2-3A70-E070-A3E3-A7987A15FAB4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2" name="pg867">
                <a:extLst>
                  <a:ext uri="{FF2B5EF4-FFF2-40B4-BE49-F238E27FC236}">
                    <a16:creationId xmlns:a16="http://schemas.microsoft.com/office/drawing/2014/main" id="{6BED63F2-A0E5-5752-516A-3D9DD9733E31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3" name="pg868">
                <a:extLst>
                  <a:ext uri="{FF2B5EF4-FFF2-40B4-BE49-F238E27FC236}">
                    <a16:creationId xmlns:a16="http://schemas.microsoft.com/office/drawing/2014/main" id="{96B2F3E3-DBC3-E625-A1DF-67F7BAAE25CA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4" name="pg869">
                <a:extLst>
                  <a:ext uri="{FF2B5EF4-FFF2-40B4-BE49-F238E27FC236}">
                    <a16:creationId xmlns:a16="http://schemas.microsoft.com/office/drawing/2014/main" id="{0FDBEAB5-DEEB-9197-470C-3EBF22BB8865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5" name="pg870">
                <a:extLst>
                  <a:ext uri="{FF2B5EF4-FFF2-40B4-BE49-F238E27FC236}">
                    <a16:creationId xmlns:a16="http://schemas.microsoft.com/office/drawing/2014/main" id="{BF76AE11-FCDA-22CD-400B-861C8EBAE8FB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6" name="pg871">
                <a:extLst>
                  <a:ext uri="{FF2B5EF4-FFF2-40B4-BE49-F238E27FC236}">
                    <a16:creationId xmlns:a16="http://schemas.microsoft.com/office/drawing/2014/main" id="{267EA123-A533-049E-EAD4-C0DEBC5B9F0B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7" name="pg872">
                <a:extLst>
                  <a:ext uri="{FF2B5EF4-FFF2-40B4-BE49-F238E27FC236}">
                    <a16:creationId xmlns:a16="http://schemas.microsoft.com/office/drawing/2014/main" id="{B2C6C508-3D6E-7ED5-D0B9-DC981CA5938D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8" name="pg873">
                <a:extLst>
                  <a:ext uri="{FF2B5EF4-FFF2-40B4-BE49-F238E27FC236}">
                    <a16:creationId xmlns:a16="http://schemas.microsoft.com/office/drawing/2014/main" id="{CA4D7812-0816-C8BD-A740-C3C9CCDA5097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9" name="pg874">
                <a:extLst>
                  <a:ext uri="{FF2B5EF4-FFF2-40B4-BE49-F238E27FC236}">
                    <a16:creationId xmlns:a16="http://schemas.microsoft.com/office/drawing/2014/main" id="{AE98D6CC-105C-DBA6-A292-D57E5281C8B7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0" name="pg875">
                <a:extLst>
                  <a:ext uri="{FF2B5EF4-FFF2-40B4-BE49-F238E27FC236}">
                    <a16:creationId xmlns:a16="http://schemas.microsoft.com/office/drawing/2014/main" id="{DD60C7DD-C8E8-48B5-CB98-206FECEE1B5C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1" name="pg876">
                <a:extLst>
                  <a:ext uri="{FF2B5EF4-FFF2-40B4-BE49-F238E27FC236}">
                    <a16:creationId xmlns:a16="http://schemas.microsoft.com/office/drawing/2014/main" id="{34F4095D-41DF-C597-A888-027B0D3CBC58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2" name="pg877">
                <a:extLst>
                  <a:ext uri="{FF2B5EF4-FFF2-40B4-BE49-F238E27FC236}">
                    <a16:creationId xmlns:a16="http://schemas.microsoft.com/office/drawing/2014/main" id="{38C436D7-42DF-C853-E8C8-7D9175A9B315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3" name="pg878">
                <a:extLst>
                  <a:ext uri="{FF2B5EF4-FFF2-40B4-BE49-F238E27FC236}">
                    <a16:creationId xmlns:a16="http://schemas.microsoft.com/office/drawing/2014/main" id="{A40AD854-E6DF-CDCC-9E15-9C1F93EB3183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4" name="pg879">
                <a:extLst>
                  <a:ext uri="{FF2B5EF4-FFF2-40B4-BE49-F238E27FC236}">
                    <a16:creationId xmlns:a16="http://schemas.microsoft.com/office/drawing/2014/main" id="{ECF095EB-676A-A7DE-870B-432315703C19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5" name="pg880">
                <a:extLst>
                  <a:ext uri="{FF2B5EF4-FFF2-40B4-BE49-F238E27FC236}">
                    <a16:creationId xmlns:a16="http://schemas.microsoft.com/office/drawing/2014/main" id="{1ADB5DBA-0C0F-953D-BAB5-66D8D141C4A9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6" name="pg881">
                <a:extLst>
                  <a:ext uri="{FF2B5EF4-FFF2-40B4-BE49-F238E27FC236}">
                    <a16:creationId xmlns:a16="http://schemas.microsoft.com/office/drawing/2014/main" id="{44355E45-0A14-E421-CAF1-D46FADB49DB7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7" name="pg882">
                <a:extLst>
                  <a:ext uri="{FF2B5EF4-FFF2-40B4-BE49-F238E27FC236}">
                    <a16:creationId xmlns:a16="http://schemas.microsoft.com/office/drawing/2014/main" id="{A9CBE070-6BA9-F32E-D343-FDC65FFCAB60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8" name="pg883">
                <a:extLst>
                  <a:ext uri="{FF2B5EF4-FFF2-40B4-BE49-F238E27FC236}">
                    <a16:creationId xmlns:a16="http://schemas.microsoft.com/office/drawing/2014/main" id="{9444E3AB-96DC-FA2D-4BB7-2B41C1D1AAC8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9" name="pg884">
                <a:extLst>
                  <a:ext uri="{FF2B5EF4-FFF2-40B4-BE49-F238E27FC236}">
                    <a16:creationId xmlns:a16="http://schemas.microsoft.com/office/drawing/2014/main" id="{E5E12090-0367-68AF-1CE9-F433B8831BBE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0" name="pg885">
                <a:extLst>
                  <a:ext uri="{FF2B5EF4-FFF2-40B4-BE49-F238E27FC236}">
                    <a16:creationId xmlns:a16="http://schemas.microsoft.com/office/drawing/2014/main" id="{B06692BE-6101-2777-28EE-3ADF9284E784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1" name="pg886">
                <a:extLst>
                  <a:ext uri="{FF2B5EF4-FFF2-40B4-BE49-F238E27FC236}">
                    <a16:creationId xmlns:a16="http://schemas.microsoft.com/office/drawing/2014/main" id="{A3C8630E-316D-85C5-CCB9-1D24F2CED14E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2" name="pg887">
                <a:extLst>
                  <a:ext uri="{FF2B5EF4-FFF2-40B4-BE49-F238E27FC236}">
                    <a16:creationId xmlns:a16="http://schemas.microsoft.com/office/drawing/2014/main" id="{787274EA-E7B0-6C14-8AD2-8AD3B0E8AE81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3" name="pg888">
                <a:extLst>
                  <a:ext uri="{FF2B5EF4-FFF2-40B4-BE49-F238E27FC236}">
                    <a16:creationId xmlns:a16="http://schemas.microsoft.com/office/drawing/2014/main" id="{B0EE6D88-C33A-1807-1C55-54335394C512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4" name="pg889">
                <a:extLst>
                  <a:ext uri="{FF2B5EF4-FFF2-40B4-BE49-F238E27FC236}">
                    <a16:creationId xmlns:a16="http://schemas.microsoft.com/office/drawing/2014/main" id="{B366C99B-78F2-F66B-70DB-77D14033010C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5" name="pg890">
                <a:extLst>
                  <a:ext uri="{FF2B5EF4-FFF2-40B4-BE49-F238E27FC236}">
                    <a16:creationId xmlns:a16="http://schemas.microsoft.com/office/drawing/2014/main" id="{0D46DA14-C2C9-E5CA-0847-43B0791A913A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6" name="pg891">
                <a:extLst>
                  <a:ext uri="{FF2B5EF4-FFF2-40B4-BE49-F238E27FC236}">
                    <a16:creationId xmlns:a16="http://schemas.microsoft.com/office/drawing/2014/main" id="{EC6494B0-E6E5-3F51-0917-8F36AC96BDC5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7" name="pg892">
                <a:extLst>
                  <a:ext uri="{FF2B5EF4-FFF2-40B4-BE49-F238E27FC236}">
                    <a16:creationId xmlns:a16="http://schemas.microsoft.com/office/drawing/2014/main" id="{52C85137-EB07-6672-2A7D-6BF36166F6B3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8" name="pg893">
                <a:extLst>
                  <a:ext uri="{FF2B5EF4-FFF2-40B4-BE49-F238E27FC236}">
                    <a16:creationId xmlns:a16="http://schemas.microsoft.com/office/drawing/2014/main" id="{F7C54A29-4D49-32C0-410E-9B383EF47D3D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9" name="pg894">
                <a:extLst>
                  <a:ext uri="{FF2B5EF4-FFF2-40B4-BE49-F238E27FC236}">
                    <a16:creationId xmlns:a16="http://schemas.microsoft.com/office/drawing/2014/main" id="{AB923A08-A024-8EFC-DB08-7B8081A92A6A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0" name="pg895">
                <a:extLst>
                  <a:ext uri="{FF2B5EF4-FFF2-40B4-BE49-F238E27FC236}">
                    <a16:creationId xmlns:a16="http://schemas.microsoft.com/office/drawing/2014/main" id="{11220563-22BD-D543-C7BC-E0899C175137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1" name="pg896">
                <a:extLst>
                  <a:ext uri="{FF2B5EF4-FFF2-40B4-BE49-F238E27FC236}">
                    <a16:creationId xmlns:a16="http://schemas.microsoft.com/office/drawing/2014/main" id="{E1877EA4-EE1A-0A43-9AA8-D5EBA6C2B1BD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2" name="pg897">
                <a:extLst>
                  <a:ext uri="{FF2B5EF4-FFF2-40B4-BE49-F238E27FC236}">
                    <a16:creationId xmlns:a16="http://schemas.microsoft.com/office/drawing/2014/main" id="{E2945026-59AE-0942-7F40-72E009BC0A2E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3" name="pg898">
                <a:extLst>
                  <a:ext uri="{FF2B5EF4-FFF2-40B4-BE49-F238E27FC236}">
                    <a16:creationId xmlns:a16="http://schemas.microsoft.com/office/drawing/2014/main" id="{B09F21F1-C2A1-5748-A4A1-E95718E167F2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4" name="pg899">
                <a:extLst>
                  <a:ext uri="{FF2B5EF4-FFF2-40B4-BE49-F238E27FC236}">
                    <a16:creationId xmlns:a16="http://schemas.microsoft.com/office/drawing/2014/main" id="{251859CD-CDA4-1572-3B2B-D29CC9EB54EC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5" name="pg900">
                <a:extLst>
                  <a:ext uri="{FF2B5EF4-FFF2-40B4-BE49-F238E27FC236}">
                    <a16:creationId xmlns:a16="http://schemas.microsoft.com/office/drawing/2014/main" id="{3300C272-E2C3-AA65-F854-D77A084D2B3F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6" name="pg901">
                <a:extLst>
                  <a:ext uri="{FF2B5EF4-FFF2-40B4-BE49-F238E27FC236}">
                    <a16:creationId xmlns:a16="http://schemas.microsoft.com/office/drawing/2014/main" id="{E7B1D810-2344-F39F-7FF3-DC3FE7C00614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7" name="pg902">
                <a:extLst>
                  <a:ext uri="{FF2B5EF4-FFF2-40B4-BE49-F238E27FC236}">
                    <a16:creationId xmlns:a16="http://schemas.microsoft.com/office/drawing/2014/main" id="{0054B554-6094-0657-22C8-0D660408BCED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8" name="pg903">
                <a:extLst>
                  <a:ext uri="{FF2B5EF4-FFF2-40B4-BE49-F238E27FC236}">
                    <a16:creationId xmlns:a16="http://schemas.microsoft.com/office/drawing/2014/main" id="{CFF31C13-D3FA-76FB-3B68-98BB980CBC27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9" name="pg904">
                <a:extLst>
                  <a:ext uri="{FF2B5EF4-FFF2-40B4-BE49-F238E27FC236}">
                    <a16:creationId xmlns:a16="http://schemas.microsoft.com/office/drawing/2014/main" id="{060D0475-02F4-17C7-E949-EADBE7AF53FD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0" name="pg905">
                <a:extLst>
                  <a:ext uri="{FF2B5EF4-FFF2-40B4-BE49-F238E27FC236}">
                    <a16:creationId xmlns:a16="http://schemas.microsoft.com/office/drawing/2014/main" id="{52CA5B9E-CF3A-CDF0-20AE-DE40CDA1A89A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1" name="pg906">
                <a:extLst>
                  <a:ext uri="{FF2B5EF4-FFF2-40B4-BE49-F238E27FC236}">
                    <a16:creationId xmlns:a16="http://schemas.microsoft.com/office/drawing/2014/main" id="{C34268EC-6A4B-0DB2-A558-AC7D58C026C7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2" name="pg907">
                <a:extLst>
                  <a:ext uri="{FF2B5EF4-FFF2-40B4-BE49-F238E27FC236}">
                    <a16:creationId xmlns:a16="http://schemas.microsoft.com/office/drawing/2014/main" id="{F1197F68-9868-0991-C416-48950F07C31E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3" name="pg908">
                <a:extLst>
                  <a:ext uri="{FF2B5EF4-FFF2-40B4-BE49-F238E27FC236}">
                    <a16:creationId xmlns:a16="http://schemas.microsoft.com/office/drawing/2014/main" id="{4C6B509D-82FD-D34B-74E4-EC3E0BE4A1C8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4" name="pg909">
                <a:extLst>
                  <a:ext uri="{FF2B5EF4-FFF2-40B4-BE49-F238E27FC236}">
                    <a16:creationId xmlns:a16="http://schemas.microsoft.com/office/drawing/2014/main" id="{DF67A781-D649-6A09-0ACD-AB4C49131A6C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5" name="pg910">
                <a:extLst>
                  <a:ext uri="{FF2B5EF4-FFF2-40B4-BE49-F238E27FC236}">
                    <a16:creationId xmlns:a16="http://schemas.microsoft.com/office/drawing/2014/main" id="{20C34884-6456-3B52-255E-8315C2D47C0A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6" name="pg911">
                <a:extLst>
                  <a:ext uri="{FF2B5EF4-FFF2-40B4-BE49-F238E27FC236}">
                    <a16:creationId xmlns:a16="http://schemas.microsoft.com/office/drawing/2014/main" id="{CED78C93-18FF-7380-4C88-C7E474E2DC96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7" name="pg912">
                <a:extLst>
                  <a:ext uri="{FF2B5EF4-FFF2-40B4-BE49-F238E27FC236}">
                    <a16:creationId xmlns:a16="http://schemas.microsoft.com/office/drawing/2014/main" id="{0EDB1CB3-972E-6381-BB89-59D1BBBA262F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8" name="pg913">
                <a:extLst>
                  <a:ext uri="{FF2B5EF4-FFF2-40B4-BE49-F238E27FC236}">
                    <a16:creationId xmlns:a16="http://schemas.microsoft.com/office/drawing/2014/main" id="{AA6EDA15-8A83-B6B6-E202-6BEBA6508E0D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9" name="pg914">
                <a:extLst>
                  <a:ext uri="{FF2B5EF4-FFF2-40B4-BE49-F238E27FC236}">
                    <a16:creationId xmlns:a16="http://schemas.microsoft.com/office/drawing/2014/main" id="{F708EB81-FEC7-8CCA-88E7-7CF434FC2AF0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0" name="pg915">
                <a:extLst>
                  <a:ext uri="{FF2B5EF4-FFF2-40B4-BE49-F238E27FC236}">
                    <a16:creationId xmlns:a16="http://schemas.microsoft.com/office/drawing/2014/main" id="{D5C19A4E-488B-0289-677B-201FF9648D77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1" name="pg916">
                <a:extLst>
                  <a:ext uri="{FF2B5EF4-FFF2-40B4-BE49-F238E27FC236}">
                    <a16:creationId xmlns:a16="http://schemas.microsoft.com/office/drawing/2014/main" id="{BA512151-D611-2153-F1A7-936A172BA443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2" name="pg917">
                <a:extLst>
                  <a:ext uri="{FF2B5EF4-FFF2-40B4-BE49-F238E27FC236}">
                    <a16:creationId xmlns:a16="http://schemas.microsoft.com/office/drawing/2014/main" id="{74573A6D-81A3-A0AE-E673-6193798D05D0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3" name="pg918">
                <a:extLst>
                  <a:ext uri="{FF2B5EF4-FFF2-40B4-BE49-F238E27FC236}">
                    <a16:creationId xmlns:a16="http://schemas.microsoft.com/office/drawing/2014/main" id="{EB43C550-EFDB-D95C-4156-0BCF4411055A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4" name="pg919">
                <a:extLst>
                  <a:ext uri="{FF2B5EF4-FFF2-40B4-BE49-F238E27FC236}">
                    <a16:creationId xmlns:a16="http://schemas.microsoft.com/office/drawing/2014/main" id="{4BB7DDF8-29BA-64D0-9EB6-F896DE8C2E1F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5" name="pg920">
                <a:extLst>
                  <a:ext uri="{FF2B5EF4-FFF2-40B4-BE49-F238E27FC236}">
                    <a16:creationId xmlns:a16="http://schemas.microsoft.com/office/drawing/2014/main" id="{93420B49-1EC3-9A01-7320-9D0E79EB8DF6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6" name="pg921">
                <a:extLst>
                  <a:ext uri="{FF2B5EF4-FFF2-40B4-BE49-F238E27FC236}">
                    <a16:creationId xmlns:a16="http://schemas.microsoft.com/office/drawing/2014/main" id="{9A951363-15F4-D14D-45CB-000553958B60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7" name="pg922">
                <a:extLst>
                  <a:ext uri="{FF2B5EF4-FFF2-40B4-BE49-F238E27FC236}">
                    <a16:creationId xmlns:a16="http://schemas.microsoft.com/office/drawing/2014/main" id="{3DDDECAE-8D02-E93F-0D5B-555693E19D58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8" name="pg923">
                <a:extLst>
                  <a:ext uri="{FF2B5EF4-FFF2-40B4-BE49-F238E27FC236}">
                    <a16:creationId xmlns:a16="http://schemas.microsoft.com/office/drawing/2014/main" id="{3975C641-6F0A-61B2-E846-46A9D2085714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9" name="pg924">
                <a:extLst>
                  <a:ext uri="{FF2B5EF4-FFF2-40B4-BE49-F238E27FC236}">
                    <a16:creationId xmlns:a16="http://schemas.microsoft.com/office/drawing/2014/main" id="{AB51E7E5-9C01-C430-06EE-F82BAB971C31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0" name="pg925">
                <a:extLst>
                  <a:ext uri="{FF2B5EF4-FFF2-40B4-BE49-F238E27FC236}">
                    <a16:creationId xmlns:a16="http://schemas.microsoft.com/office/drawing/2014/main" id="{9A5FE9E3-2C3D-5577-82FC-5856DCFB3896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1" name="pg926">
                <a:extLst>
                  <a:ext uri="{FF2B5EF4-FFF2-40B4-BE49-F238E27FC236}">
                    <a16:creationId xmlns:a16="http://schemas.microsoft.com/office/drawing/2014/main" id="{B15F6048-565A-0D67-A3C8-3C7184678D9D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2" name="pg927">
                <a:extLst>
                  <a:ext uri="{FF2B5EF4-FFF2-40B4-BE49-F238E27FC236}">
                    <a16:creationId xmlns:a16="http://schemas.microsoft.com/office/drawing/2014/main" id="{52C30DBC-F46A-80C0-2FC9-5D02D8BD6972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3" name="pg928">
                <a:extLst>
                  <a:ext uri="{FF2B5EF4-FFF2-40B4-BE49-F238E27FC236}">
                    <a16:creationId xmlns:a16="http://schemas.microsoft.com/office/drawing/2014/main" id="{2903E0D8-9074-7DD3-DDFA-495EFBAEE702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4" name="pg929">
                <a:extLst>
                  <a:ext uri="{FF2B5EF4-FFF2-40B4-BE49-F238E27FC236}">
                    <a16:creationId xmlns:a16="http://schemas.microsoft.com/office/drawing/2014/main" id="{D64FC132-BB95-AAEA-1DA8-0A771B109DEB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5" name="pg930">
                <a:extLst>
                  <a:ext uri="{FF2B5EF4-FFF2-40B4-BE49-F238E27FC236}">
                    <a16:creationId xmlns:a16="http://schemas.microsoft.com/office/drawing/2014/main" id="{0AD76D0C-3A86-E0B8-9246-9841CED874DC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6" name="pg931">
                <a:extLst>
                  <a:ext uri="{FF2B5EF4-FFF2-40B4-BE49-F238E27FC236}">
                    <a16:creationId xmlns:a16="http://schemas.microsoft.com/office/drawing/2014/main" id="{7341F7A7-C613-7D89-AAFD-079AE47A819D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7" name="pg932">
                <a:extLst>
                  <a:ext uri="{FF2B5EF4-FFF2-40B4-BE49-F238E27FC236}">
                    <a16:creationId xmlns:a16="http://schemas.microsoft.com/office/drawing/2014/main" id="{8781D228-1C2B-67C2-207E-461DDBBAB12F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8" name="pg933">
                <a:extLst>
                  <a:ext uri="{FF2B5EF4-FFF2-40B4-BE49-F238E27FC236}">
                    <a16:creationId xmlns:a16="http://schemas.microsoft.com/office/drawing/2014/main" id="{CD951D53-ADFE-C5F9-25B7-E81E6F166111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9" name="pg934">
                <a:extLst>
                  <a:ext uri="{FF2B5EF4-FFF2-40B4-BE49-F238E27FC236}">
                    <a16:creationId xmlns:a16="http://schemas.microsoft.com/office/drawing/2014/main" id="{C06DDD2C-2BD9-804B-41CE-B2B7AE3383C0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0" name="pg935">
                <a:extLst>
                  <a:ext uri="{FF2B5EF4-FFF2-40B4-BE49-F238E27FC236}">
                    <a16:creationId xmlns:a16="http://schemas.microsoft.com/office/drawing/2014/main" id="{0DAFC8D9-CE37-1A31-65A5-FDC5944C4444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1" name="pg936">
                <a:extLst>
                  <a:ext uri="{FF2B5EF4-FFF2-40B4-BE49-F238E27FC236}">
                    <a16:creationId xmlns:a16="http://schemas.microsoft.com/office/drawing/2014/main" id="{27E5208F-E5ED-D708-9472-9FAAFB098E26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2" name="pg937">
                <a:extLst>
                  <a:ext uri="{FF2B5EF4-FFF2-40B4-BE49-F238E27FC236}">
                    <a16:creationId xmlns:a16="http://schemas.microsoft.com/office/drawing/2014/main" id="{F80C2EA7-FA11-E677-57A4-F140D67B2A75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3" name="pg938">
                <a:extLst>
                  <a:ext uri="{FF2B5EF4-FFF2-40B4-BE49-F238E27FC236}">
                    <a16:creationId xmlns:a16="http://schemas.microsoft.com/office/drawing/2014/main" id="{4B6AE02B-5451-38B4-FF8D-CBC57A50BC18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4" name="pg939">
                <a:extLst>
                  <a:ext uri="{FF2B5EF4-FFF2-40B4-BE49-F238E27FC236}">
                    <a16:creationId xmlns:a16="http://schemas.microsoft.com/office/drawing/2014/main" id="{85BC9C9C-B50A-F359-91B5-72C98CEEF64A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5" name="pg940">
                <a:extLst>
                  <a:ext uri="{FF2B5EF4-FFF2-40B4-BE49-F238E27FC236}">
                    <a16:creationId xmlns:a16="http://schemas.microsoft.com/office/drawing/2014/main" id="{05568D4B-931E-0B15-BBF1-061C5E61CD02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6" name="pg941">
                <a:extLst>
                  <a:ext uri="{FF2B5EF4-FFF2-40B4-BE49-F238E27FC236}">
                    <a16:creationId xmlns:a16="http://schemas.microsoft.com/office/drawing/2014/main" id="{BD2191A4-7364-603D-EDEC-948F358F3E85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7" name="pg942">
                <a:extLst>
                  <a:ext uri="{FF2B5EF4-FFF2-40B4-BE49-F238E27FC236}">
                    <a16:creationId xmlns:a16="http://schemas.microsoft.com/office/drawing/2014/main" id="{A703860B-59C3-9F66-CABA-ED2E78575413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8" name="pg943">
                <a:extLst>
                  <a:ext uri="{FF2B5EF4-FFF2-40B4-BE49-F238E27FC236}">
                    <a16:creationId xmlns:a16="http://schemas.microsoft.com/office/drawing/2014/main" id="{E2318146-A19E-5EC8-77BE-6F1F12FD4A62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9" name="pg944">
                <a:extLst>
                  <a:ext uri="{FF2B5EF4-FFF2-40B4-BE49-F238E27FC236}">
                    <a16:creationId xmlns:a16="http://schemas.microsoft.com/office/drawing/2014/main" id="{F849025D-DE1E-7E1C-779D-6F5F1CB2E6DD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0" name="pg945">
                <a:extLst>
                  <a:ext uri="{FF2B5EF4-FFF2-40B4-BE49-F238E27FC236}">
                    <a16:creationId xmlns:a16="http://schemas.microsoft.com/office/drawing/2014/main" id="{910FDB83-0181-105F-0754-B9D985DCF93B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1" name="pg946">
                <a:extLst>
                  <a:ext uri="{FF2B5EF4-FFF2-40B4-BE49-F238E27FC236}">
                    <a16:creationId xmlns:a16="http://schemas.microsoft.com/office/drawing/2014/main" id="{3C38609F-6492-E377-7DFA-17A62FC5C003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2" name="pg947">
                <a:extLst>
                  <a:ext uri="{FF2B5EF4-FFF2-40B4-BE49-F238E27FC236}">
                    <a16:creationId xmlns:a16="http://schemas.microsoft.com/office/drawing/2014/main" id="{EA30D75E-0900-AA2C-1D0B-1B9BF0D55D8C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3" name="pg948">
                <a:extLst>
                  <a:ext uri="{FF2B5EF4-FFF2-40B4-BE49-F238E27FC236}">
                    <a16:creationId xmlns:a16="http://schemas.microsoft.com/office/drawing/2014/main" id="{F932EEA2-90CB-246E-C248-BE0CDF380613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4" name="pg949">
                <a:extLst>
                  <a:ext uri="{FF2B5EF4-FFF2-40B4-BE49-F238E27FC236}">
                    <a16:creationId xmlns:a16="http://schemas.microsoft.com/office/drawing/2014/main" id="{BA6CD285-B7A0-812F-00A1-B42D014D8187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5" name="pg950">
                <a:extLst>
                  <a:ext uri="{FF2B5EF4-FFF2-40B4-BE49-F238E27FC236}">
                    <a16:creationId xmlns:a16="http://schemas.microsoft.com/office/drawing/2014/main" id="{024791C3-A744-55FE-2751-76D558C36154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6" name="pg951">
                <a:extLst>
                  <a:ext uri="{FF2B5EF4-FFF2-40B4-BE49-F238E27FC236}">
                    <a16:creationId xmlns:a16="http://schemas.microsoft.com/office/drawing/2014/main" id="{E842E822-EFF1-2454-7FE8-959D9216D83C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7" name="pg952">
                <a:extLst>
                  <a:ext uri="{FF2B5EF4-FFF2-40B4-BE49-F238E27FC236}">
                    <a16:creationId xmlns:a16="http://schemas.microsoft.com/office/drawing/2014/main" id="{DC2FA059-BAFC-D298-BC16-2161C5F14E17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8" name="pg953">
                <a:extLst>
                  <a:ext uri="{FF2B5EF4-FFF2-40B4-BE49-F238E27FC236}">
                    <a16:creationId xmlns:a16="http://schemas.microsoft.com/office/drawing/2014/main" id="{B26F59B8-1924-C647-3BFE-E19762636887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9" name="pg954">
                <a:extLst>
                  <a:ext uri="{FF2B5EF4-FFF2-40B4-BE49-F238E27FC236}">
                    <a16:creationId xmlns:a16="http://schemas.microsoft.com/office/drawing/2014/main" id="{BE62406D-D8B0-EF35-22CD-FB93A9B3D67B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0" name="pg955">
                <a:extLst>
                  <a:ext uri="{FF2B5EF4-FFF2-40B4-BE49-F238E27FC236}">
                    <a16:creationId xmlns:a16="http://schemas.microsoft.com/office/drawing/2014/main" id="{6B61C804-AB4F-AF65-EE4E-7C210E0CE64C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1" name="pg956">
                <a:extLst>
                  <a:ext uri="{FF2B5EF4-FFF2-40B4-BE49-F238E27FC236}">
                    <a16:creationId xmlns:a16="http://schemas.microsoft.com/office/drawing/2014/main" id="{AF24A9AD-1059-E1A9-50F0-D393BA261370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2" name="pg957">
                <a:extLst>
                  <a:ext uri="{FF2B5EF4-FFF2-40B4-BE49-F238E27FC236}">
                    <a16:creationId xmlns:a16="http://schemas.microsoft.com/office/drawing/2014/main" id="{799E94FA-DA62-1911-B69C-D4446F963D41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3" name="pg958">
                <a:extLst>
                  <a:ext uri="{FF2B5EF4-FFF2-40B4-BE49-F238E27FC236}">
                    <a16:creationId xmlns:a16="http://schemas.microsoft.com/office/drawing/2014/main" id="{B8452072-66CC-1C48-883E-4C3328B34C3B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4" name="pg959">
                <a:extLst>
                  <a:ext uri="{FF2B5EF4-FFF2-40B4-BE49-F238E27FC236}">
                    <a16:creationId xmlns:a16="http://schemas.microsoft.com/office/drawing/2014/main" id="{6038BE11-380B-73C0-667C-315EEB07D262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5" name="pg960">
                <a:extLst>
                  <a:ext uri="{FF2B5EF4-FFF2-40B4-BE49-F238E27FC236}">
                    <a16:creationId xmlns:a16="http://schemas.microsoft.com/office/drawing/2014/main" id="{DE3F77A7-AD94-56B4-E162-CACF5E156B39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6" name="pg961">
                <a:extLst>
                  <a:ext uri="{FF2B5EF4-FFF2-40B4-BE49-F238E27FC236}">
                    <a16:creationId xmlns:a16="http://schemas.microsoft.com/office/drawing/2014/main" id="{83D6573D-68FD-8B46-8965-272F2933D86F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7" name="pg962">
                <a:extLst>
                  <a:ext uri="{FF2B5EF4-FFF2-40B4-BE49-F238E27FC236}">
                    <a16:creationId xmlns:a16="http://schemas.microsoft.com/office/drawing/2014/main" id="{63111EAC-2C14-CC43-D72E-FF585D53C854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8" name="pg963">
                <a:extLst>
                  <a:ext uri="{FF2B5EF4-FFF2-40B4-BE49-F238E27FC236}">
                    <a16:creationId xmlns:a16="http://schemas.microsoft.com/office/drawing/2014/main" id="{DC8FA8C6-DED7-06FC-F460-08A667BDFD62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9" name="pg964">
                <a:extLst>
                  <a:ext uri="{FF2B5EF4-FFF2-40B4-BE49-F238E27FC236}">
                    <a16:creationId xmlns:a16="http://schemas.microsoft.com/office/drawing/2014/main" id="{1AF53416-914A-62F1-029A-4BD926F3D811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0" name="pg965">
                <a:extLst>
                  <a:ext uri="{FF2B5EF4-FFF2-40B4-BE49-F238E27FC236}">
                    <a16:creationId xmlns:a16="http://schemas.microsoft.com/office/drawing/2014/main" id="{44DDB82B-C263-E141-74B7-0E33513B53B0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1" name="pg966">
                <a:extLst>
                  <a:ext uri="{FF2B5EF4-FFF2-40B4-BE49-F238E27FC236}">
                    <a16:creationId xmlns:a16="http://schemas.microsoft.com/office/drawing/2014/main" id="{390838B0-4557-4CE9-AAA2-F2DEAB20DE52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2" name="pg967">
                <a:extLst>
                  <a:ext uri="{FF2B5EF4-FFF2-40B4-BE49-F238E27FC236}">
                    <a16:creationId xmlns:a16="http://schemas.microsoft.com/office/drawing/2014/main" id="{1EEEA9D0-859C-02BD-E44A-E1862491BFA1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3" name="pg968">
                <a:extLst>
                  <a:ext uri="{FF2B5EF4-FFF2-40B4-BE49-F238E27FC236}">
                    <a16:creationId xmlns:a16="http://schemas.microsoft.com/office/drawing/2014/main" id="{4029A0B6-A4F2-1CA0-4CF4-D3B143A7D89B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4" name="pg969">
                <a:extLst>
                  <a:ext uri="{FF2B5EF4-FFF2-40B4-BE49-F238E27FC236}">
                    <a16:creationId xmlns:a16="http://schemas.microsoft.com/office/drawing/2014/main" id="{14FF1519-EDC8-4106-1AE5-C3B7EF9514BF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5" name="pg970">
                <a:extLst>
                  <a:ext uri="{FF2B5EF4-FFF2-40B4-BE49-F238E27FC236}">
                    <a16:creationId xmlns:a16="http://schemas.microsoft.com/office/drawing/2014/main" id="{4FB0201E-38D9-5810-B038-822A6B519367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6" name="pg971">
                <a:extLst>
                  <a:ext uri="{FF2B5EF4-FFF2-40B4-BE49-F238E27FC236}">
                    <a16:creationId xmlns:a16="http://schemas.microsoft.com/office/drawing/2014/main" id="{29820E85-F546-1237-0FBB-4EB1AF3A8FCD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7" name="pg972">
                <a:extLst>
                  <a:ext uri="{FF2B5EF4-FFF2-40B4-BE49-F238E27FC236}">
                    <a16:creationId xmlns:a16="http://schemas.microsoft.com/office/drawing/2014/main" id="{2A0943DA-B01B-7ED3-514A-725D330B9407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8" name="pg973">
                <a:extLst>
                  <a:ext uri="{FF2B5EF4-FFF2-40B4-BE49-F238E27FC236}">
                    <a16:creationId xmlns:a16="http://schemas.microsoft.com/office/drawing/2014/main" id="{B013A2F9-C176-1765-5102-798A13E73738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9" name="pg974">
                <a:extLst>
                  <a:ext uri="{FF2B5EF4-FFF2-40B4-BE49-F238E27FC236}">
                    <a16:creationId xmlns:a16="http://schemas.microsoft.com/office/drawing/2014/main" id="{4E547277-3A0F-9686-1DAE-F933C2D8FC45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0" name="pg975">
                <a:extLst>
                  <a:ext uri="{FF2B5EF4-FFF2-40B4-BE49-F238E27FC236}">
                    <a16:creationId xmlns:a16="http://schemas.microsoft.com/office/drawing/2014/main" id="{7183E2BE-3652-67A0-5096-810D88676799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1" name="pg976">
                <a:extLst>
                  <a:ext uri="{FF2B5EF4-FFF2-40B4-BE49-F238E27FC236}">
                    <a16:creationId xmlns:a16="http://schemas.microsoft.com/office/drawing/2014/main" id="{914A242F-896E-0C89-5F41-64C4DA6D6E98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2" name="pg977">
                <a:extLst>
                  <a:ext uri="{FF2B5EF4-FFF2-40B4-BE49-F238E27FC236}">
                    <a16:creationId xmlns:a16="http://schemas.microsoft.com/office/drawing/2014/main" id="{F7273FE3-1FD2-C865-0365-395BD8446C05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3" name="pg978">
                <a:extLst>
                  <a:ext uri="{FF2B5EF4-FFF2-40B4-BE49-F238E27FC236}">
                    <a16:creationId xmlns:a16="http://schemas.microsoft.com/office/drawing/2014/main" id="{3D011E12-B328-2969-60F6-504960932DFE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4" name="pg979">
                <a:extLst>
                  <a:ext uri="{FF2B5EF4-FFF2-40B4-BE49-F238E27FC236}">
                    <a16:creationId xmlns:a16="http://schemas.microsoft.com/office/drawing/2014/main" id="{9163EA74-18AA-B952-BFBC-978319ADA836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5" name="pg980">
                <a:extLst>
                  <a:ext uri="{FF2B5EF4-FFF2-40B4-BE49-F238E27FC236}">
                    <a16:creationId xmlns:a16="http://schemas.microsoft.com/office/drawing/2014/main" id="{6A47865B-0802-4E58-4FAA-0DF1499FD382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6" name="pg981">
                <a:extLst>
                  <a:ext uri="{FF2B5EF4-FFF2-40B4-BE49-F238E27FC236}">
                    <a16:creationId xmlns:a16="http://schemas.microsoft.com/office/drawing/2014/main" id="{9E1F97FB-7E2F-CCDE-C91D-B1C76EF660AE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7" name="pg982">
                <a:extLst>
                  <a:ext uri="{FF2B5EF4-FFF2-40B4-BE49-F238E27FC236}">
                    <a16:creationId xmlns:a16="http://schemas.microsoft.com/office/drawing/2014/main" id="{5611B890-6C44-261C-77DC-56B678FDB7A1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8" name="pg983">
                <a:extLst>
                  <a:ext uri="{FF2B5EF4-FFF2-40B4-BE49-F238E27FC236}">
                    <a16:creationId xmlns:a16="http://schemas.microsoft.com/office/drawing/2014/main" id="{6FCE48FD-C3E2-03CC-0FDA-EC4459E01445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9" name="pg984">
                <a:extLst>
                  <a:ext uri="{FF2B5EF4-FFF2-40B4-BE49-F238E27FC236}">
                    <a16:creationId xmlns:a16="http://schemas.microsoft.com/office/drawing/2014/main" id="{0F39967D-00AB-0EC3-B73F-D6B2AC7AD8F6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0" name="pg985">
                <a:extLst>
                  <a:ext uri="{FF2B5EF4-FFF2-40B4-BE49-F238E27FC236}">
                    <a16:creationId xmlns:a16="http://schemas.microsoft.com/office/drawing/2014/main" id="{804B0549-EF8C-EECA-4620-FE6CDF06B271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1" name="pg986">
                <a:extLst>
                  <a:ext uri="{FF2B5EF4-FFF2-40B4-BE49-F238E27FC236}">
                    <a16:creationId xmlns:a16="http://schemas.microsoft.com/office/drawing/2014/main" id="{1F4C4AB8-40BC-4E76-97E0-E96F6AB93C6A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2" name="pg987">
                <a:extLst>
                  <a:ext uri="{FF2B5EF4-FFF2-40B4-BE49-F238E27FC236}">
                    <a16:creationId xmlns:a16="http://schemas.microsoft.com/office/drawing/2014/main" id="{9165AF65-C5F7-DE43-D863-CD92C47476D8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3" name="pg988">
                <a:extLst>
                  <a:ext uri="{FF2B5EF4-FFF2-40B4-BE49-F238E27FC236}">
                    <a16:creationId xmlns:a16="http://schemas.microsoft.com/office/drawing/2014/main" id="{EDBCE22D-FC2E-2257-51C6-5021C9159AF3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4" name="pg989">
                <a:extLst>
                  <a:ext uri="{FF2B5EF4-FFF2-40B4-BE49-F238E27FC236}">
                    <a16:creationId xmlns:a16="http://schemas.microsoft.com/office/drawing/2014/main" id="{92DAF6B8-762F-54E9-0C16-4B8E18019CB9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5" name="pg990">
                <a:extLst>
                  <a:ext uri="{FF2B5EF4-FFF2-40B4-BE49-F238E27FC236}">
                    <a16:creationId xmlns:a16="http://schemas.microsoft.com/office/drawing/2014/main" id="{22F97AA4-7EF5-A403-805B-2D2493C631BB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6" name="pg991">
                <a:extLst>
                  <a:ext uri="{FF2B5EF4-FFF2-40B4-BE49-F238E27FC236}">
                    <a16:creationId xmlns:a16="http://schemas.microsoft.com/office/drawing/2014/main" id="{89EEA093-CC25-9ED9-8CD0-349D7DBB7C56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7" name="pg992">
                <a:extLst>
                  <a:ext uri="{FF2B5EF4-FFF2-40B4-BE49-F238E27FC236}">
                    <a16:creationId xmlns:a16="http://schemas.microsoft.com/office/drawing/2014/main" id="{59013B3B-1425-F163-A666-5755D3CDF9A0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8" name="pg993">
                <a:extLst>
                  <a:ext uri="{FF2B5EF4-FFF2-40B4-BE49-F238E27FC236}">
                    <a16:creationId xmlns:a16="http://schemas.microsoft.com/office/drawing/2014/main" id="{32D8748D-CB61-2701-DF05-ABA7D7B32B99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9" name="pg994">
                <a:extLst>
                  <a:ext uri="{FF2B5EF4-FFF2-40B4-BE49-F238E27FC236}">
                    <a16:creationId xmlns:a16="http://schemas.microsoft.com/office/drawing/2014/main" id="{121F3837-1E0F-21DB-FB05-34ED284CE886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0" name="pg995">
                <a:extLst>
                  <a:ext uri="{FF2B5EF4-FFF2-40B4-BE49-F238E27FC236}">
                    <a16:creationId xmlns:a16="http://schemas.microsoft.com/office/drawing/2014/main" id="{39EE4E78-39C3-8B4A-2B83-7B065785E457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1" name="pg996">
                <a:extLst>
                  <a:ext uri="{FF2B5EF4-FFF2-40B4-BE49-F238E27FC236}">
                    <a16:creationId xmlns:a16="http://schemas.microsoft.com/office/drawing/2014/main" id="{FB1A0040-86EB-157E-3AD6-D8B1538E5852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2" name="pg997">
                <a:extLst>
                  <a:ext uri="{FF2B5EF4-FFF2-40B4-BE49-F238E27FC236}">
                    <a16:creationId xmlns:a16="http://schemas.microsoft.com/office/drawing/2014/main" id="{45DF165C-4374-E34F-0470-E030A5292359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3" name="pg998">
                <a:extLst>
                  <a:ext uri="{FF2B5EF4-FFF2-40B4-BE49-F238E27FC236}">
                    <a16:creationId xmlns:a16="http://schemas.microsoft.com/office/drawing/2014/main" id="{3EB15996-57E0-1F7A-9213-64066E098027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4" name="pg999">
                <a:extLst>
                  <a:ext uri="{FF2B5EF4-FFF2-40B4-BE49-F238E27FC236}">
                    <a16:creationId xmlns:a16="http://schemas.microsoft.com/office/drawing/2014/main" id="{7F893DEF-CD4D-A5CD-0062-060F5EE6B217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5" name="pg1000">
                <a:extLst>
                  <a:ext uri="{FF2B5EF4-FFF2-40B4-BE49-F238E27FC236}">
                    <a16:creationId xmlns:a16="http://schemas.microsoft.com/office/drawing/2014/main" id="{BFB9B320-DF02-80AF-EF22-7A467C78DFBB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6" name="pg1001">
                <a:extLst>
                  <a:ext uri="{FF2B5EF4-FFF2-40B4-BE49-F238E27FC236}">
                    <a16:creationId xmlns:a16="http://schemas.microsoft.com/office/drawing/2014/main" id="{C07EBFDC-5966-1A24-C832-238B732EE066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7" name="pg1002">
                <a:extLst>
                  <a:ext uri="{FF2B5EF4-FFF2-40B4-BE49-F238E27FC236}">
                    <a16:creationId xmlns:a16="http://schemas.microsoft.com/office/drawing/2014/main" id="{35DA1622-6BA4-3A29-0D33-C8AEA7C29767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8" name="pg1003">
                <a:extLst>
                  <a:ext uri="{FF2B5EF4-FFF2-40B4-BE49-F238E27FC236}">
                    <a16:creationId xmlns:a16="http://schemas.microsoft.com/office/drawing/2014/main" id="{F8CCBAC5-83B5-E6C3-A45E-DA555A1E3B52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9" name="pg1004">
                <a:extLst>
                  <a:ext uri="{FF2B5EF4-FFF2-40B4-BE49-F238E27FC236}">
                    <a16:creationId xmlns:a16="http://schemas.microsoft.com/office/drawing/2014/main" id="{DDF7C639-2C2A-5652-0163-7108B1A6177A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0" name="pg1005">
                <a:extLst>
                  <a:ext uri="{FF2B5EF4-FFF2-40B4-BE49-F238E27FC236}">
                    <a16:creationId xmlns:a16="http://schemas.microsoft.com/office/drawing/2014/main" id="{95D569E4-F9F4-B9C3-2ACA-56954B575FC4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1" name="pg1006">
                <a:extLst>
                  <a:ext uri="{FF2B5EF4-FFF2-40B4-BE49-F238E27FC236}">
                    <a16:creationId xmlns:a16="http://schemas.microsoft.com/office/drawing/2014/main" id="{E09135B8-CB23-ECE6-36EE-C86ED2BBBC1A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2" name="pg1007">
                <a:extLst>
                  <a:ext uri="{FF2B5EF4-FFF2-40B4-BE49-F238E27FC236}">
                    <a16:creationId xmlns:a16="http://schemas.microsoft.com/office/drawing/2014/main" id="{15FDB547-E885-E8DB-FA92-57A90D6121E7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3" name="pg1008">
                <a:extLst>
                  <a:ext uri="{FF2B5EF4-FFF2-40B4-BE49-F238E27FC236}">
                    <a16:creationId xmlns:a16="http://schemas.microsoft.com/office/drawing/2014/main" id="{DF1BB8EF-8AB8-4ADF-B5DC-1964E54F5539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4" name="pg1009">
                <a:extLst>
                  <a:ext uri="{FF2B5EF4-FFF2-40B4-BE49-F238E27FC236}">
                    <a16:creationId xmlns:a16="http://schemas.microsoft.com/office/drawing/2014/main" id="{30A6410D-A1AE-B277-7ADA-C820D0E5CB02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5" name="pg1010">
                <a:extLst>
                  <a:ext uri="{FF2B5EF4-FFF2-40B4-BE49-F238E27FC236}">
                    <a16:creationId xmlns:a16="http://schemas.microsoft.com/office/drawing/2014/main" id="{BAF3C766-ECA5-FCEC-40FB-ED835D0B1CFA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6" name="pg1011">
                <a:extLst>
                  <a:ext uri="{FF2B5EF4-FFF2-40B4-BE49-F238E27FC236}">
                    <a16:creationId xmlns:a16="http://schemas.microsoft.com/office/drawing/2014/main" id="{F761AE0A-301D-100D-3C4E-E2754D8D494A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7" name="pg1012">
                <a:extLst>
                  <a:ext uri="{FF2B5EF4-FFF2-40B4-BE49-F238E27FC236}">
                    <a16:creationId xmlns:a16="http://schemas.microsoft.com/office/drawing/2014/main" id="{21BA0F17-A9D3-B23E-6A94-6F9F58FC02AC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8" name="pg1013">
                <a:extLst>
                  <a:ext uri="{FF2B5EF4-FFF2-40B4-BE49-F238E27FC236}">
                    <a16:creationId xmlns:a16="http://schemas.microsoft.com/office/drawing/2014/main" id="{03D44D61-6675-8CBA-2950-4E8B5C58158D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9" name="pg1014">
                <a:extLst>
                  <a:ext uri="{FF2B5EF4-FFF2-40B4-BE49-F238E27FC236}">
                    <a16:creationId xmlns:a16="http://schemas.microsoft.com/office/drawing/2014/main" id="{8B25C2C9-FF6C-4A21-7885-E904DE8739D4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0" name="pg1015">
                <a:extLst>
                  <a:ext uri="{FF2B5EF4-FFF2-40B4-BE49-F238E27FC236}">
                    <a16:creationId xmlns:a16="http://schemas.microsoft.com/office/drawing/2014/main" id="{DBF4F528-8E12-A619-85DF-513549132251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1" name="pg1016">
                <a:extLst>
                  <a:ext uri="{FF2B5EF4-FFF2-40B4-BE49-F238E27FC236}">
                    <a16:creationId xmlns:a16="http://schemas.microsoft.com/office/drawing/2014/main" id="{3C77D317-C252-5BDC-D59D-7B03A594233C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2" name="pg1017">
                <a:extLst>
                  <a:ext uri="{FF2B5EF4-FFF2-40B4-BE49-F238E27FC236}">
                    <a16:creationId xmlns:a16="http://schemas.microsoft.com/office/drawing/2014/main" id="{204F3122-4B77-FA7D-2AA3-26BA3E0C8175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3" name="pg1018">
                <a:extLst>
                  <a:ext uri="{FF2B5EF4-FFF2-40B4-BE49-F238E27FC236}">
                    <a16:creationId xmlns:a16="http://schemas.microsoft.com/office/drawing/2014/main" id="{3984D828-CC2E-9012-EF5A-95F5CB2EE41D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4" name="pg1019">
                <a:extLst>
                  <a:ext uri="{FF2B5EF4-FFF2-40B4-BE49-F238E27FC236}">
                    <a16:creationId xmlns:a16="http://schemas.microsoft.com/office/drawing/2014/main" id="{B37222D6-947E-FD32-6C1B-C3A9B17CA766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5" name="pg1020">
                <a:extLst>
                  <a:ext uri="{FF2B5EF4-FFF2-40B4-BE49-F238E27FC236}">
                    <a16:creationId xmlns:a16="http://schemas.microsoft.com/office/drawing/2014/main" id="{ACD76133-27FD-3A3B-58B1-5A6D0853BA22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6" name="pg1021">
                <a:extLst>
                  <a:ext uri="{FF2B5EF4-FFF2-40B4-BE49-F238E27FC236}">
                    <a16:creationId xmlns:a16="http://schemas.microsoft.com/office/drawing/2014/main" id="{954191D0-513F-86BA-78C2-88E1C2917013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7" name="pg1022">
                <a:extLst>
                  <a:ext uri="{FF2B5EF4-FFF2-40B4-BE49-F238E27FC236}">
                    <a16:creationId xmlns:a16="http://schemas.microsoft.com/office/drawing/2014/main" id="{06AE8C58-EE9F-D727-3056-DBD6D95B5811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8" name="pg1023">
                <a:extLst>
                  <a:ext uri="{FF2B5EF4-FFF2-40B4-BE49-F238E27FC236}">
                    <a16:creationId xmlns:a16="http://schemas.microsoft.com/office/drawing/2014/main" id="{8F906437-454E-CC3F-0744-164F2592E576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9" name="pg1024">
                <a:extLst>
                  <a:ext uri="{FF2B5EF4-FFF2-40B4-BE49-F238E27FC236}">
                    <a16:creationId xmlns:a16="http://schemas.microsoft.com/office/drawing/2014/main" id="{7D539F4A-7FA4-4E16-F836-18F05A90124F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0" name="pg1025">
                <a:extLst>
                  <a:ext uri="{FF2B5EF4-FFF2-40B4-BE49-F238E27FC236}">
                    <a16:creationId xmlns:a16="http://schemas.microsoft.com/office/drawing/2014/main" id="{CA7B890D-24D3-E937-6C34-62DCEC88A2FF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1" name="pg1026">
                <a:extLst>
                  <a:ext uri="{FF2B5EF4-FFF2-40B4-BE49-F238E27FC236}">
                    <a16:creationId xmlns:a16="http://schemas.microsoft.com/office/drawing/2014/main" id="{DE43C92D-7C8B-BDE8-67AF-2CEA9CD2E19F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2" name="pg1027">
                <a:extLst>
                  <a:ext uri="{FF2B5EF4-FFF2-40B4-BE49-F238E27FC236}">
                    <a16:creationId xmlns:a16="http://schemas.microsoft.com/office/drawing/2014/main" id="{CF756BE8-99EB-956A-1A31-C00CE0BF5F2A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3" name="pg1028">
                <a:extLst>
                  <a:ext uri="{FF2B5EF4-FFF2-40B4-BE49-F238E27FC236}">
                    <a16:creationId xmlns:a16="http://schemas.microsoft.com/office/drawing/2014/main" id="{A0886E08-854D-6FCF-2850-7A11B7883A32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4" name="pg1029">
                <a:extLst>
                  <a:ext uri="{FF2B5EF4-FFF2-40B4-BE49-F238E27FC236}">
                    <a16:creationId xmlns:a16="http://schemas.microsoft.com/office/drawing/2014/main" id="{BE2529E8-E330-C9B0-0E19-DFDE3B9EF7E2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5" name="pg1030">
                <a:extLst>
                  <a:ext uri="{FF2B5EF4-FFF2-40B4-BE49-F238E27FC236}">
                    <a16:creationId xmlns:a16="http://schemas.microsoft.com/office/drawing/2014/main" id="{93915497-11F2-AA59-613E-AE150946E597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6" name="pg1031">
                <a:extLst>
                  <a:ext uri="{FF2B5EF4-FFF2-40B4-BE49-F238E27FC236}">
                    <a16:creationId xmlns:a16="http://schemas.microsoft.com/office/drawing/2014/main" id="{8E0E3793-3604-169D-0691-EB0B50A69467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7" name="pg1032">
                <a:extLst>
                  <a:ext uri="{FF2B5EF4-FFF2-40B4-BE49-F238E27FC236}">
                    <a16:creationId xmlns:a16="http://schemas.microsoft.com/office/drawing/2014/main" id="{2202C2A4-8170-01FF-9627-82709AEF43B7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8" name="pg1033">
                <a:extLst>
                  <a:ext uri="{FF2B5EF4-FFF2-40B4-BE49-F238E27FC236}">
                    <a16:creationId xmlns:a16="http://schemas.microsoft.com/office/drawing/2014/main" id="{E03628EC-68BC-2565-6FCB-EFE8008C3593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9" name="pg1034">
                <a:extLst>
                  <a:ext uri="{FF2B5EF4-FFF2-40B4-BE49-F238E27FC236}">
                    <a16:creationId xmlns:a16="http://schemas.microsoft.com/office/drawing/2014/main" id="{2BB53E59-442D-DF54-0FDD-CB16835F7AB4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0" name="pg1035">
                <a:extLst>
                  <a:ext uri="{FF2B5EF4-FFF2-40B4-BE49-F238E27FC236}">
                    <a16:creationId xmlns:a16="http://schemas.microsoft.com/office/drawing/2014/main" id="{D569700F-EC85-B5E2-EA19-3D1A7DE678FB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1" name="pg1036">
                <a:extLst>
                  <a:ext uri="{FF2B5EF4-FFF2-40B4-BE49-F238E27FC236}">
                    <a16:creationId xmlns:a16="http://schemas.microsoft.com/office/drawing/2014/main" id="{8E12A560-C27A-4CF6-7498-939DDF5B0B13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2" name="pg1037">
                <a:extLst>
                  <a:ext uri="{FF2B5EF4-FFF2-40B4-BE49-F238E27FC236}">
                    <a16:creationId xmlns:a16="http://schemas.microsoft.com/office/drawing/2014/main" id="{3366E65A-7E84-B137-A4FF-8E6453B9ED72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3" name="pg1038">
                <a:extLst>
                  <a:ext uri="{FF2B5EF4-FFF2-40B4-BE49-F238E27FC236}">
                    <a16:creationId xmlns:a16="http://schemas.microsoft.com/office/drawing/2014/main" id="{FD354197-8D35-4596-F1CC-A4BFC3E084C7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4" name="pg1039">
                <a:extLst>
                  <a:ext uri="{FF2B5EF4-FFF2-40B4-BE49-F238E27FC236}">
                    <a16:creationId xmlns:a16="http://schemas.microsoft.com/office/drawing/2014/main" id="{B8969E22-26BA-BF93-3810-2D62BB4A8877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5" name="pg1040">
                <a:extLst>
                  <a:ext uri="{FF2B5EF4-FFF2-40B4-BE49-F238E27FC236}">
                    <a16:creationId xmlns:a16="http://schemas.microsoft.com/office/drawing/2014/main" id="{8AF4E76A-3535-7F73-3AB5-B65ABCCEDC33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6" name="pg1041">
                <a:extLst>
                  <a:ext uri="{FF2B5EF4-FFF2-40B4-BE49-F238E27FC236}">
                    <a16:creationId xmlns:a16="http://schemas.microsoft.com/office/drawing/2014/main" id="{504F3D1C-93B0-D72E-A630-D519F0667C37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7" name="pg1042">
                <a:extLst>
                  <a:ext uri="{FF2B5EF4-FFF2-40B4-BE49-F238E27FC236}">
                    <a16:creationId xmlns:a16="http://schemas.microsoft.com/office/drawing/2014/main" id="{961CA9EB-5698-FE66-A5DF-0614B3DF87F9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8" name="pg1043">
                <a:extLst>
                  <a:ext uri="{FF2B5EF4-FFF2-40B4-BE49-F238E27FC236}">
                    <a16:creationId xmlns:a16="http://schemas.microsoft.com/office/drawing/2014/main" id="{CF879D68-AF90-697E-42E3-529FF580F210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9" name="pg1044">
                <a:extLst>
                  <a:ext uri="{FF2B5EF4-FFF2-40B4-BE49-F238E27FC236}">
                    <a16:creationId xmlns:a16="http://schemas.microsoft.com/office/drawing/2014/main" id="{B26F43DA-CE19-4A4A-9DE0-2DBF5AADFD5C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0" name="pg1045">
                <a:extLst>
                  <a:ext uri="{FF2B5EF4-FFF2-40B4-BE49-F238E27FC236}">
                    <a16:creationId xmlns:a16="http://schemas.microsoft.com/office/drawing/2014/main" id="{F0D6E4A7-BB68-BF77-B5E8-C39F5E86EF01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1" name="pg1046">
                <a:extLst>
                  <a:ext uri="{FF2B5EF4-FFF2-40B4-BE49-F238E27FC236}">
                    <a16:creationId xmlns:a16="http://schemas.microsoft.com/office/drawing/2014/main" id="{D0FC738B-15B7-CB76-C3E1-ED055A9021F8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2" name="pg1047">
                <a:extLst>
                  <a:ext uri="{FF2B5EF4-FFF2-40B4-BE49-F238E27FC236}">
                    <a16:creationId xmlns:a16="http://schemas.microsoft.com/office/drawing/2014/main" id="{56C05B56-CA6C-C329-8D84-69F583977F93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3" name="pg1048">
                <a:extLst>
                  <a:ext uri="{FF2B5EF4-FFF2-40B4-BE49-F238E27FC236}">
                    <a16:creationId xmlns:a16="http://schemas.microsoft.com/office/drawing/2014/main" id="{58390691-8F59-4311-3795-F447E76BE12B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4" name="pg1049">
                <a:extLst>
                  <a:ext uri="{FF2B5EF4-FFF2-40B4-BE49-F238E27FC236}">
                    <a16:creationId xmlns:a16="http://schemas.microsoft.com/office/drawing/2014/main" id="{B6DDCC2E-F89B-3004-CC09-3DE4CCF2863C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5" name="pg1050">
                <a:extLst>
                  <a:ext uri="{FF2B5EF4-FFF2-40B4-BE49-F238E27FC236}">
                    <a16:creationId xmlns:a16="http://schemas.microsoft.com/office/drawing/2014/main" id="{1B8C7F95-926C-20B1-93EC-4B73397394CC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6" name="pg1051">
                <a:extLst>
                  <a:ext uri="{FF2B5EF4-FFF2-40B4-BE49-F238E27FC236}">
                    <a16:creationId xmlns:a16="http://schemas.microsoft.com/office/drawing/2014/main" id="{73ABCCFE-7CDA-8F47-F437-BB0081611BC3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7" name="pg1052">
                <a:extLst>
                  <a:ext uri="{FF2B5EF4-FFF2-40B4-BE49-F238E27FC236}">
                    <a16:creationId xmlns:a16="http://schemas.microsoft.com/office/drawing/2014/main" id="{23F38CE0-FA53-E292-EB67-65B658E1BEBE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8" name="pg1053">
                <a:extLst>
                  <a:ext uri="{FF2B5EF4-FFF2-40B4-BE49-F238E27FC236}">
                    <a16:creationId xmlns:a16="http://schemas.microsoft.com/office/drawing/2014/main" id="{357E8EE2-B8DC-76C0-2318-6FFE6FBB2B0A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9" name="pg1054">
                <a:extLst>
                  <a:ext uri="{FF2B5EF4-FFF2-40B4-BE49-F238E27FC236}">
                    <a16:creationId xmlns:a16="http://schemas.microsoft.com/office/drawing/2014/main" id="{D79000B3-B94C-3D56-9269-DFC1CB509714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0" name="pg1055">
                <a:extLst>
                  <a:ext uri="{FF2B5EF4-FFF2-40B4-BE49-F238E27FC236}">
                    <a16:creationId xmlns:a16="http://schemas.microsoft.com/office/drawing/2014/main" id="{5AEC2796-EE21-E4CD-10E6-0962DD1FA3BD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1" name="pg1056">
                <a:extLst>
                  <a:ext uri="{FF2B5EF4-FFF2-40B4-BE49-F238E27FC236}">
                    <a16:creationId xmlns:a16="http://schemas.microsoft.com/office/drawing/2014/main" id="{7E0FD7D2-DCFB-9563-D758-8E35B4F932DD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2" name="pg1057">
                <a:extLst>
                  <a:ext uri="{FF2B5EF4-FFF2-40B4-BE49-F238E27FC236}">
                    <a16:creationId xmlns:a16="http://schemas.microsoft.com/office/drawing/2014/main" id="{627782B7-A717-1144-3512-51B486B02E76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3" name="pg1058">
                <a:extLst>
                  <a:ext uri="{FF2B5EF4-FFF2-40B4-BE49-F238E27FC236}">
                    <a16:creationId xmlns:a16="http://schemas.microsoft.com/office/drawing/2014/main" id="{1560E70D-8E87-224D-D774-E97042EF67AE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4" name="pg1059">
                <a:extLst>
                  <a:ext uri="{FF2B5EF4-FFF2-40B4-BE49-F238E27FC236}">
                    <a16:creationId xmlns:a16="http://schemas.microsoft.com/office/drawing/2014/main" id="{A9C98DA5-5A35-E280-63BC-8A0C447B2E10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5" name="pg1060">
                <a:extLst>
                  <a:ext uri="{FF2B5EF4-FFF2-40B4-BE49-F238E27FC236}">
                    <a16:creationId xmlns:a16="http://schemas.microsoft.com/office/drawing/2014/main" id="{E02F0A1A-96E0-89A2-B66F-42AECBDB626F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6" name="pg1061">
                <a:extLst>
                  <a:ext uri="{FF2B5EF4-FFF2-40B4-BE49-F238E27FC236}">
                    <a16:creationId xmlns:a16="http://schemas.microsoft.com/office/drawing/2014/main" id="{7BA57B25-8ED7-3B00-DB37-7E8FFE1FA034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7" name="pg1062">
                <a:extLst>
                  <a:ext uri="{FF2B5EF4-FFF2-40B4-BE49-F238E27FC236}">
                    <a16:creationId xmlns:a16="http://schemas.microsoft.com/office/drawing/2014/main" id="{8CF34917-615E-562A-ACA3-87940518E7DB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8" name="pg1063">
                <a:extLst>
                  <a:ext uri="{FF2B5EF4-FFF2-40B4-BE49-F238E27FC236}">
                    <a16:creationId xmlns:a16="http://schemas.microsoft.com/office/drawing/2014/main" id="{2C2497BE-9C72-A26A-CB54-F6D6200616B4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9" name="pg1064">
                <a:extLst>
                  <a:ext uri="{FF2B5EF4-FFF2-40B4-BE49-F238E27FC236}">
                    <a16:creationId xmlns:a16="http://schemas.microsoft.com/office/drawing/2014/main" id="{D50D1A4D-FC39-00FA-2473-2749C1B57911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0" name="pg1065">
                <a:extLst>
                  <a:ext uri="{FF2B5EF4-FFF2-40B4-BE49-F238E27FC236}">
                    <a16:creationId xmlns:a16="http://schemas.microsoft.com/office/drawing/2014/main" id="{2FC37880-D011-83E5-E801-56C5E91F2466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1" name="pg1066">
                <a:extLst>
                  <a:ext uri="{FF2B5EF4-FFF2-40B4-BE49-F238E27FC236}">
                    <a16:creationId xmlns:a16="http://schemas.microsoft.com/office/drawing/2014/main" id="{D51DDD5B-C799-E6CB-CAA5-169FDBF3F5B7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2" name="pg1067">
                <a:extLst>
                  <a:ext uri="{FF2B5EF4-FFF2-40B4-BE49-F238E27FC236}">
                    <a16:creationId xmlns:a16="http://schemas.microsoft.com/office/drawing/2014/main" id="{1A5CD7F3-B4E3-3049-C208-88AF7F062070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3" name="pg1068">
                <a:extLst>
                  <a:ext uri="{FF2B5EF4-FFF2-40B4-BE49-F238E27FC236}">
                    <a16:creationId xmlns:a16="http://schemas.microsoft.com/office/drawing/2014/main" id="{25943394-0CB5-158D-22E8-1852B5FCD0C4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4" name="pg1069">
                <a:extLst>
                  <a:ext uri="{FF2B5EF4-FFF2-40B4-BE49-F238E27FC236}">
                    <a16:creationId xmlns:a16="http://schemas.microsoft.com/office/drawing/2014/main" id="{B290DAFA-2A7E-2503-BC62-D3A75751E112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5" name="pg1070">
                <a:extLst>
                  <a:ext uri="{FF2B5EF4-FFF2-40B4-BE49-F238E27FC236}">
                    <a16:creationId xmlns:a16="http://schemas.microsoft.com/office/drawing/2014/main" id="{9CB61BA7-E9BC-C7B5-38FE-5AF3FA33D97F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6" name="pg1071">
                <a:extLst>
                  <a:ext uri="{FF2B5EF4-FFF2-40B4-BE49-F238E27FC236}">
                    <a16:creationId xmlns:a16="http://schemas.microsoft.com/office/drawing/2014/main" id="{8CF5B294-6D6E-EDE5-C0E0-BB48B5987337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7" name="pg1072">
                <a:extLst>
                  <a:ext uri="{FF2B5EF4-FFF2-40B4-BE49-F238E27FC236}">
                    <a16:creationId xmlns:a16="http://schemas.microsoft.com/office/drawing/2014/main" id="{4A457D85-AB26-1D01-4195-7D45A8399CA0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8" name="pg1073">
                <a:extLst>
                  <a:ext uri="{FF2B5EF4-FFF2-40B4-BE49-F238E27FC236}">
                    <a16:creationId xmlns:a16="http://schemas.microsoft.com/office/drawing/2014/main" id="{0E0296D0-4BD4-256D-1DF2-749F752A816C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9" name="pg1074">
                <a:extLst>
                  <a:ext uri="{FF2B5EF4-FFF2-40B4-BE49-F238E27FC236}">
                    <a16:creationId xmlns:a16="http://schemas.microsoft.com/office/drawing/2014/main" id="{59505874-E210-EC7C-FDD1-656EBBDA575F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0" name="pg1075">
                <a:extLst>
                  <a:ext uri="{FF2B5EF4-FFF2-40B4-BE49-F238E27FC236}">
                    <a16:creationId xmlns:a16="http://schemas.microsoft.com/office/drawing/2014/main" id="{AC3EC5DD-6F9B-F60F-3617-871F3FBD9BFF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1" name="pg1076">
                <a:extLst>
                  <a:ext uri="{FF2B5EF4-FFF2-40B4-BE49-F238E27FC236}">
                    <a16:creationId xmlns:a16="http://schemas.microsoft.com/office/drawing/2014/main" id="{57DE989D-C8AB-EFC5-061C-27289AB97C88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2" name="pg1077">
                <a:extLst>
                  <a:ext uri="{FF2B5EF4-FFF2-40B4-BE49-F238E27FC236}">
                    <a16:creationId xmlns:a16="http://schemas.microsoft.com/office/drawing/2014/main" id="{1B7CC10D-0B53-3187-D245-52EFC240C962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3" name="pg1078">
                <a:extLst>
                  <a:ext uri="{FF2B5EF4-FFF2-40B4-BE49-F238E27FC236}">
                    <a16:creationId xmlns:a16="http://schemas.microsoft.com/office/drawing/2014/main" id="{A6E2256E-A35C-77B6-09C1-7EBFF870FC61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4" name="pg1079">
                <a:extLst>
                  <a:ext uri="{FF2B5EF4-FFF2-40B4-BE49-F238E27FC236}">
                    <a16:creationId xmlns:a16="http://schemas.microsoft.com/office/drawing/2014/main" id="{0DC6AA05-0FE2-2DAB-DBF3-53D20BACBDC5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5" name="pg1080">
                <a:extLst>
                  <a:ext uri="{FF2B5EF4-FFF2-40B4-BE49-F238E27FC236}">
                    <a16:creationId xmlns:a16="http://schemas.microsoft.com/office/drawing/2014/main" id="{01C11452-4686-3973-CA6A-1E2850B6E665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6" name="pg1081">
                <a:extLst>
                  <a:ext uri="{FF2B5EF4-FFF2-40B4-BE49-F238E27FC236}">
                    <a16:creationId xmlns:a16="http://schemas.microsoft.com/office/drawing/2014/main" id="{BC2D1E39-45AA-F9A4-7D46-CFE919529789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7" name="pg1082">
                <a:extLst>
                  <a:ext uri="{FF2B5EF4-FFF2-40B4-BE49-F238E27FC236}">
                    <a16:creationId xmlns:a16="http://schemas.microsoft.com/office/drawing/2014/main" id="{1863A058-553C-C0F2-CBA4-593C00B62B5E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8" name="pg1083">
                <a:extLst>
                  <a:ext uri="{FF2B5EF4-FFF2-40B4-BE49-F238E27FC236}">
                    <a16:creationId xmlns:a16="http://schemas.microsoft.com/office/drawing/2014/main" id="{FF4B71F8-B831-4F28-02D7-0D14E3BCB3E4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9" name="pg1084">
                <a:extLst>
                  <a:ext uri="{FF2B5EF4-FFF2-40B4-BE49-F238E27FC236}">
                    <a16:creationId xmlns:a16="http://schemas.microsoft.com/office/drawing/2014/main" id="{99822A91-E6F6-11E7-BBD4-4D74686409A3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0" name="pg1085">
                <a:extLst>
                  <a:ext uri="{FF2B5EF4-FFF2-40B4-BE49-F238E27FC236}">
                    <a16:creationId xmlns:a16="http://schemas.microsoft.com/office/drawing/2014/main" id="{5A0BFD49-F55B-E95C-C088-04ACB1576E79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1" name="pg1086">
                <a:extLst>
                  <a:ext uri="{FF2B5EF4-FFF2-40B4-BE49-F238E27FC236}">
                    <a16:creationId xmlns:a16="http://schemas.microsoft.com/office/drawing/2014/main" id="{CEE8D043-12BF-9775-2314-409D5A6F80F2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2" name="pg1087">
                <a:extLst>
                  <a:ext uri="{FF2B5EF4-FFF2-40B4-BE49-F238E27FC236}">
                    <a16:creationId xmlns:a16="http://schemas.microsoft.com/office/drawing/2014/main" id="{2C4FF180-9AA9-8783-BE37-675B5263B530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3" name="pg1088">
                <a:extLst>
                  <a:ext uri="{FF2B5EF4-FFF2-40B4-BE49-F238E27FC236}">
                    <a16:creationId xmlns:a16="http://schemas.microsoft.com/office/drawing/2014/main" id="{2F65034B-31CC-90CB-CAE2-1A279D54C9AB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4" name="pg1089">
                <a:extLst>
                  <a:ext uri="{FF2B5EF4-FFF2-40B4-BE49-F238E27FC236}">
                    <a16:creationId xmlns:a16="http://schemas.microsoft.com/office/drawing/2014/main" id="{373E106C-E04A-DB21-EB96-E44BC8D15F9B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5" name="pg1090">
                <a:extLst>
                  <a:ext uri="{FF2B5EF4-FFF2-40B4-BE49-F238E27FC236}">
                    <a16:creationId xmlns:a16="http://schemas.microsoft.com/office/drawing/2014/main" id="{2C5D1F60-DCAC-60D3-566F-F71CC365F01E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6" name="pg1091">
                <a:extLst>
                  <a:ext uri="{FF2B5EF4-FFF2-40B4-BE49-F238E27FC236}">
                    <a16:creationId xmlns:a16="http://schemas.microsoft.com/office/drawing/2014/main" id="{17C6BBE8-0CD9-D4D9-0822-FDAC4A12EBD7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7" name="pg1092">
                <a:extLst>
                  <a:ext uri="{FF2B5EF4-FFF2-40B4-BE49-F238E27FC236}">
                    <a16:creationId xmlns:a16="http://schemas.microsoft.com/office/drawing/2014/main" id="{879D8621-9029-DFB9-B3A6-74A40DDB6CA7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8" name="pg1093">
                <a:extLst>
                  <a:ext uri="{FF2B5EF4-FFF2-40B4-BE49-F238E27FC236}">
                    <a16:creationId xmlns:a16="http://schemas.microsoft.com/office/drawing/2014/main" id="{CE4C6972-DDC6-58A6-4CFB-FA9210CEF4F4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9" name="pg1094">
                <a:extLst>
                  <a:ext uri="{FF2B5EF4-FFF2-40B4-BE49-F238E27FC236}">
                    <a16:creationId xmlns:a16="http://schemas.microsoft.com/office/drawing/2014/main" id="{DD8A65B1-524B-7BE8-05FE-C336FDC69915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0" name="pg1095">
                <a:extLst>
                  <a:ext uri="{FF2B5EF4-FFF2-40B4-BE49-F238E27FC236}">
                    <a16:creationId xmlns:a16="http://schemas.microsoft.com/office/drawing/2014/main" id="{F3D02FAE-436D-6351-7670-1B26FDC8169D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1" name="pg1096">
                <a:extLst>
                  <a:ext uri="{FF2B5EF4-FFF2-40B4-BE49-F238E27FC236}">
                    <a16:creationId xmlns:a16="http://schemas.microsoft.com/office/drawing/2014/main" id="{2BED24CD-C343-ECC7-F397-C00B9743DE1D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2" name="pg1097">
                <a:extLst>
                  <a:ext uri="{FF2B5EF4-FFF2-40B4-BE49-F238E27FC236}">
                    <a16:creationId xmlns:a16="http://schemas.microsoft.com/office/drawing/2014/main" id="{6F655FCB-1B15-FBEC-D8C1-80BD2E0D7B92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3" name="pg1098">
                <a:extLst>
                  <a:ext uri="{FF2B5EF4-FFF2-40B4-BE49-F238E27FC236}">
                    <a16:creationId xmlns:a16="http://schemas.microsoft.com/office/drawing/2014/main" id="{047C8CF2-2953-D09E-D0FF-723EDB8DF71C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4" name="pg1099">
                <a:extLst>
                  <a:ext uri="{FF2B5EF4-FFF2-40B4-BE49-F238E27FC236}">
                    <a16:creationId xmlns:a16="http://schemas.microsoft.com/office/drawing/2014/main" id="{D499EBF7-1423-FB8C-0329-D6624FF342B8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5" name="pg1100">
                <a:extLst>
                  <a:ext uri="{FF2B5EF4-FFF2-40B4-BE49-F238E27FC236}">
                    <a16:creationId xmlns:a16="http://schemas.microsoft.com/office/drawing/2014/main" id="{559B3C83-7C6A-20E9-C1BB-F7C8E4DA294F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6" name="pg1101">
                <a:extLst>
                  <a:ext uri="{FF2B5EF4-FFF2-40B4-BE49-F238E27FC236}">
                    <a16:creationId xmlns:a16="http://schemas.microsoft.com/office/drawing/2014/main" id="{9577C20D-14E3-9AD9-0AAC-938D20AEB6A9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7" name="pg1102">
                <a:extLst>
                  <a:ext uri="{FF2B5EF4-FFF2-40B4-BE49-F238E27FC236}">
                    <a16:creationId xmlns:a16="http://schemas.microsoft.com/office/drawing/2014/main" id="{F5267B84-F328-BCF7-C77C-73E7DE449CD4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8" name="pg1103">
                <a:extLst>
                  <a:ext uri="{FF2B5EF4-FFF2-40B4-BE49-F238E27FC236}">
                    <a16:creationId xmlns:a16="http://schemas.microsoft.com/office/drawing/2014/main" id="{515C3746-021F-1610-C64F-DEE9AC1789AA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9" name="pg1104">
                <a:extLst>
                  <a:ext uri="{FF2B5EF4-FFF2-40B4-BE49-F238E27FC236}">
                    <a16:creationId xmlns:a16="http://schemas.microsoft.com/office/drawing/2014/main" id="{2AF44EB3-E072-9E68-7F36-E8B7E1594E0F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0" name="pg1105">
                <a:extLst>
                  <a:ext uri="{FF2B5EF4-FFF2-40B4-BE49-F238E27FC236}">
                    <a16:creationId xmlns:a16="http://schemas.microsoft.com/office/drawing/2014/main" id="{8C590D8B-EA70-1DFB-0449-570B662A864C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1" name="pg1106">
                <a:extLst>
                  <a:ext uri="{FF2B5EF4-FFF2-40B4-BE49-F238E27FC236}">
                    <a16:creationId xmlns:a16="http://schemas.microsoft.com/office/drawing/2014/main" id="{14907F3E-FB8C-209C-579F-3EA91342F21D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2" name="pg1107">
                <a:extLst>
                  <a:ext uri="{FF2B5EF4-FFF2-40B4-BE49-F238E27FC236}">
                    <a16:creationId xmlns:a16="http://schemas.microsoft.com/office/drawing/2014/main" id="{66807774-CCFA-C486-929F-6465332CB537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3" name="pg1108">
                <a:extLst>
                  <a:ext uri="{FF2B5EF4-FFF2-40B4-BE49-F238E27FC236}">
                    <a16:creationId xmlns:a16="http://schemas.microsoft.com/office/drawing/2014/main" id="{2D0F19BC-3C15-91D6-39FF-11D4042EBEFF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4" name="pg1109">
                <a:extLst>
                  <a:ext uri="{FF2B5EF4-FFF2-40B4-BE49-F238E27FC236}">
                    <a16:creationId xmlns:a16="http://schemas.microsoft.com/office/drawing/2014/main" id="{AFD2612C-ADB7-FCD4-0B55-EA549023EF3D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5" name="pg1110">
                <a:extLst>
                  <a:ext uri="{FF2B5EF4-FFF2-40B4-BE49-F238E27FC236}">
                    <a16:creationId xmlns:a16="http://schemas.microsoft.com/office/drawing/2014/main" id="{7E325FB2-3B6B-D940-F6DF-631F71F8D6D0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6" name="pg1111">
                <a:extLst>
                  <a:ext uri="{FF2B5EF4-FFF2-40B4-BE49-F238E27FC236}">
                    <a16:creationId xmlns:a16="http://schemas.microsoft.com/office/drawing/2014/main" id="{49FFABDC-B6B4-EE7D-2C20-32F7E5F4C6FB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7" name="pg1112">
                <a:extLst>
                  <a:ext uri="{FF2B5EF4-FFF2-40B4-BE49-F238E27FC236}">
                    <a16:creationId xmlns:a16="http://schemas.microsoft.com/office/drawing/2014/main" id="{7001A950-45DB-E629-BD45-B7826987C0DB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8" name="pg1113">
                <a:extLst>
                  <a:ext uri="{FF2B5EF4-FFF2-40B4-BE49-F238E27FC236}">
                    <a16:creationId xmlns:a16="http://schemas.microsoft.com/office/drawing/2014/main" id="{A74C573D-68EF-1B48-086A-BF9CF4F7E5BD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9" name="pg1114">
                <a:extLst>
                  <a:ext uri="{FF2B5EF4-FFF2-40B4-BE49-F238E27FC236}">
                    <a16:creationId xmlns:a16="http://schemas.microsoft.com/office/drawing/2014/main" id="{63EB0CC0-71BC-3AEA-2F6E-3D41426D1641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0" name="pg1115">
                <a:extLst>
                  <a:ext uri="{FF2B5EF4-FFF2-40B4-BE49-F238E27FC236}">
                    <a16:creationId xmlns:a16="http://schemas.microsoft.com/office/drawing/2014/main" id="{1137C61F-8ED8-8E2E-C8F2-B3A32BA27973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1" name="pg1116">
                <a:extLst>
                  <a:ext uri="{FF2B5EF4-FFF2-40B4-BE49-F238E27FC236}">
                    <a16:creationId xmlns:a16="http://schemas.microsoft.com/office/drawing/2014/main" id="{F3E3DA45-71BC-0CC5-24F8-9F397517A79A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2" name="pg1117">
                <a:extLst>
                  <a:ext uri="{FF2B5EF4-FFF2-40B4-BE49-F238E27FC236}">
                    <a16:creationId xmlns:a16="http://schemas.microsoft.com/office/drawing/2014/main" id="{8246EB04-022C-7546-8A31-2E2CAF677F48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3" name="pg1118">
                <a:extLst>
                  <a:ext uri="{FF2B5EF4-FFF2-40B4-BE49-F238E27FC236}">
                    <a16:creationId xmlns:a16="http://schemas.microsoft.com/office/drawing/2014/main" id="{852E7B0F-0DBB-ED7D-3E5B-992EEDC0E420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4" name="pg1119">
                <a:extLst>
                  <a:ext uri="{FF2B5EF4-FFF2-40B4-BE49-F238E27FC236}">
                    <a16:creationId xmlns:a16="http://schemas.microsoft.com/office/drawing/2014/main" id="{92A0455C-E544-EBA6-92E1-5D10CC5A1720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5" name="pg1120">
                <a:extLst>
                  <a:ext uri="{FF2B5EF4-FFF2-40B4-BE49-F238E27FC236}">
                    <a16:creationId xmlns:a16="http://schemas.microsoft.com/office/drawing/2014/main" id="{80329616-9AEC-5685-240D-1030E358A1CB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6" name="pg1121">
                <a:extLst>
                  <a:ext uri="{FF2B5EF4-FFF2-40B4-BE49-F238E27FC236}">
                    <a16:creationId xmlns:a16="http://schemas.microsoft.com/office/drawing/2014/main" id="{9B8ECA40-7F81-A48B-CE3E-3B595703B14A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7" name="pg1122">
                <a:extLst>
                  <a:ext uri="{FF2B5EF4-FFF2-40B4-BE49-F238E27FC236}">
                    <a16:creationId xmlns:a16="http://schemas.microsoft.com/office/drawing/2014/main" id="{41F40A47-3BCC-8237-A8F0-958A65A7D468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8" name="pg1123">
                <a:extLst>
                  <a:ext uri="{FF2B5EF4-FFF2-40B4-BE49-F238E27FC236}">
                    <a16:creationId xmlns:a16="http://schemas.microsoft.com/office/drawing/2014/main" id="{9B876660-4EDF-BF37-4260-D2EB540FD225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9" name="pg1124">
                <a:extLst>
                  <a:ext uri="{FF2B5EF4-FFF2-40B4-BE49-F238E27FC236}">
                    <a16:creationId xmlns:a16="http://schemas.microsoft.com/office/drawing/2014/main" id="{ECF0A579-D640-56F4-F905-726E38970D79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0" name="pg1125">
                <a:extLst>
                  <a:ext uri="{FF2B5EF4-FFF2-40B4-BE49-F238E27FC236}">
                    <a16:creationId xmlns:a16="http://schemas.microsoft.com/office/drawing/2014/main" id="{95DC44DC-2FC7-DEB0-8B96-2EF950D0299D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1" name="pg1126">
                <a:extLst>
                  <a:ext uri="{FF2B5EF4-FFF2-40B4-BE49-F238E27FC236}">
                    <a16:creationId xmlns:a16="http://schemas.microsoft.com/office/drawing/2014/main" id="{313DBCEB-83AE-0112-61BA-4F1D56F2CEED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2" name="pg1127">
                <a:extLst>
                  <a:ext uri="{FF2B5EF4-FFF2-40B4-BE49-F238E27FC236}">
                    <a16:creationId xmlns:a16="http://schemas.microsoft.com/office/drawing/2014/main" id="{2D2B95D1-CBBD-BF9D-1D4F-839BB642AB22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3" name="pg1128">
                <a:extLst>
                  <a:ext uri="{FF2B5EF4-FFF2-40B4-BE49-F238E27FC236}">
                    <a16:creationId xmlns:a16="http://schemas.microsoft.com/office/drawing/2014/main" id="{CC3F6EA8-86BB-C8F2-CBE4-EDF9750A3BDB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4" name="pg1129">
                <a:extLst>
                  <a:ext uri="{FF2B5EF4-FFF2-40B4-BE49-F238E27FC236}">
                    <a16:creationId xmlns:a16="http://schemas.microsoft.com/office/drawing/2014/main" id="{0BC1C36F-D367-CBF0-1D1D-62CFC0867124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5" name="pg1130">
                <a:extLst>
                  <a:ext uri="{FF2B5EF4-FFF2-40B4-BE49-F238E27FC236}">
                    <a16:creationId xmlns:a16="http://schemas.microsoft.com/office/drawing/2014/main" id="{136CCDB6-1D20-6D89-DE19-B9C349388D1E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6" name="pg1131">
                <a:extLst>
                  <a:ext uri="{FF2B5EF4-FFF2-40B4-BE49-F238E27FC236}">
                    <a16:creationId xmlns:a16="http://schemas.microsoft.com/office/drawing/2014/main" id="{F867C3FA-A529-7679-B951-83FB2C4C7CAA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7" name="pg1132">
                <a:extLst>
                  <a:ext uri="{FF2B5EF4-FFF2-40B4-BE49-F238E27FC236}">
                    <a16:creationId xmlns:a16="http://schemas.microsoft.com/office/drawing/2014/main" id="{C8A4B676-0E96-938F-6BF7-3D447E80ED5F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8" name="pg1133">
                <a:extLst>
                  <a:ext uri="{FF2B5EF4-FFF2-40B4-BE49-F238E27FC236}">
                    <a16:creationId xmlns:a16="http://schemas.microsoft.com/office/drawing/2014/main" id="{FD7DA249-A60E-09EE-B7A7-4A3CF809E333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9" name="pg1134">
                <a:extLst>
                  <a:ext uri="{FF2B5EF4-FFF2-40B4-BE49-F238E27FC236}">
                    <a16:creationId xmlns:a16="http://schemas.microsoft.com/office/drawing/2014/main" id="{DDCA2B3E-5FB4-AFAC-979E-C7E14D25D9AB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0" name="pg1135">
                <a:extLst>
                  <a:ext uri="{FF2B5EF4-FFF2-40B4-BE49-F238E27FC236}">
                    <a16:creationId xmlns:a16="http://schemas.microsoft.com/office/drawing/2014/main" id="{EF7001E1-A2F3-81C2-0DDC-7EA531FC8551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1" name="pg1136">
                <a:extLst>
                  <a:ext uri="{FF2B5EF4-FFF2-40B4-BE49-F238E27FC236}">
                    <a16:creationId xmlns:a16="http://schemas.microsoft.com/office/drawing/2014/main" id="{50301A20-8983-0D1A-760B-7651CCFD9F92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2" name="pg1137">
                <a:extLst>
                  <a:ext uri="{FF2B5EF4-FFF2-40B4-BE49-F238E27FC236}">
                    <a16:creationId xmlns:a16="http://schemas.microsoft.com/office/drawing/2014/main" id="{CCA252EC-B5DF-2130-1F6D-4C011866075E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3" name="pg1138">
                <a:extLst>
                  <a:ext uri="{FF2B5EF4-FFF2-40B4-BE49-F238E27FC236}">
                    <a16:creationId xmlns:a16="http://schemas.microsoft.com/office/drawing/2014/main" id="{8CD5ED14-5870-E5F6-D709-400F574162E9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4" name="pg1139">
                <a:extLst>
                  <a:ext uri="{FF2B5EF4-FFF2-40B4-BE49-F238E27FC236}">
                    <a16:creationId xmlns:a16="http://schemas.microsoft.com/office/drawing/2014/main" id="{230C40C8-82F1-D011-533F-E8AA90822D7D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5" name="pg1140">
                <a:extLst>
                  <a:ext uri="{FF2B5EF4-FFF2-40B4-BE49-F238E27FC236}">
                    <a16:creationId xmlns:a16="http://schemas.microsoft.com/office/drawing/2014/main" id="{41C4E051-BD9C-6D23-EACB-78C6C34227E2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6" name="pg1141">
                <a:extLst>
                  <a:ext uri="{FF2B5EF4-FFF2-40B4-BE49-F238E27FC236}">
                    <a16:creationId xmlns:a16="http://schemas.microsoft.com/office/drawing/2014/main" id="{993AF4CC-2691-993F-2B62-390C4B44F3DE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7" name="pg1142">
                <a:extLst>
                  <a:ext uri="{FF2B5EF4-FFF2-40B4-BE49-F238E27FC236}">
                    <a16:creationId xmlns:a16="http://schemas.microsoft.com/office/drawing/2014/main" id="{69C2C24C-0E37-4DAC-72B6-423D67929575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8" name="pg1143">
                <a:extLst>
                  <a:ext uri="{FF2B5EF4-FFF2-40B4-BE49-F238E27FC236}">
                    <a16:creationId xmlns:a16="http://schemas.microsoft.com/office/drawing/2014/main" id="{366052C4-9651-BD0D-39D2-61B5F0334170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9" name="pg1144">
                <a:extLst>
                  <a:ext uri="{FF2B5EF4-FFF2-40B4-BE49-F238E27FC236}">
                    <a16:creationId xmlns:a16="http://schemas.microsoft.com/office/drawing/2014/main" id="{36063139-D1CD-F3C2-B432-4153A69EED80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0" name="pg1145">
                <a:extLst>
                  <a:ext uri="{FF2B5EF4-FFF2-40B4-BE49-F238E27FC236}">
                    <a16:creationId xmlns:a16="http://schemas.microsoft.com/office/drawing/2014/main" id="{D4FB431A-9814-8184-1625-1593FB754855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1" name="pg1146">
                <a:extLst>
                  <a:ext uri="{FF2B5EF4-FFF2-40B4-BE49-F238E27FC236}">
                    <a16:creationId xmlns:a16="http://schemas.microsoft.com/office/drawing/2014/main" id="{AB924A88-ADE8-13E0-3B60-37D2DADCE541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2" name="pg1147">
                <a:extLst>
                  <a:ext uri="{FF2B5EF4-FFF2-40B4-BE49-F238E27FC236}">
                    <a16:creationId xmlns:a16="http://schemas.microsoft.com/office/drawing/2014/main" id="{40937F2C-188F-874A-B0A1-95AFD1B5DA8E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3" name="pg1148">
                <a:extLst>
                  <a:ext uri="{FF2B5EF4-FFF2-40B4-BE49-F238E27FC236}">
                    <a16:creationId xmlns:a16="http://schemas.microsoft.com/office/drawing/2014/main" id="{F7EA3448-914D-0615-752F-4404D2849E9B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4" name="pg1149">
                <a:extLst>
                  <a:ext uri="{FF2B5EF4-FFF2-40B4-BE49-F238E27FC236}">
                    <a16:creationId xmlns:a16="http://schemas.microsoft.com/office/drawing/2014/main" id="{5C8113D8-51E0-C1BD-6ECA-E9D64C5CC872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5" name="pg1150">
                <a:extLst>
                  <a:ext uri="{FF2B5EF4-FFF2-40B4-BE49-F238E27FC236}">
                    <a16:creationId xmlns:a16="http://schemas.microsoft.com/office/drawing/2014/main" id="{5EFE0519-F338-85C0-458E-0D940E91847B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6" name="pg1151">
                <a:extLst>
                  <a:ext uri="{FF2B5EF4-FFF2-40B4-BE49-F238E27FC236}">
                    <a16:creationId xmlns:a16="http://schemas.microsoft.com/office/drawing/2014/main" id="{E6E555A2-4AE2-FD93-2742-AF6E57C4BC28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7" name="pg1152">
                <a:extLst>
                  <a:ext uri="{FF2B5EF4-FFF2-40B4-BE49-F238E27FC236}">
                    <a16:creationId xmlns:a16="http://schemas.microsoft.com/office/drawing/2014/main" id="{8296C85C-DACA-7C8F-EB7F-0601F31627D2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8" name="pg1153">
                <a:extLst>
                  <a:ext uri="{FF2B5EF4-FFF2-40B4-BE49-F238E27FC236}">
                    <a16:creationId xmlns:a16="http://schemas.microsoft.com/office/drawing/2014/main" id="{6288FAA4-2CB1-0D87-35A8-A2B8E82774C1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9" name="pg1154">
                <a:extLst>
                  <a:ext uri="{FF2B5EF4-FFF2-40B4-BE49-F238E27FC236}">
                    <a16:creationId xmlns:a16="http://schemas.microsoft.com/office/drawing/2014/main" id="{7E047455-7D95-5817-F767-F3C6BB967548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0" name="pg1155">
                <a:extLst>
                  <a:ext uri="{FF2B5EF4-FFF2-40B4-BE49-F238E27FC236}">
                    <a16:creationId xmlns:a16="http://schemas.microsoft.com/office/drawing/2014/main" id="{6499D9C5-B6C7-C6CF-1586-D2B9F76A2BE1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1" name="pg1156">
                <a:extLst>
                  <a:ext uri="{FF2B5EF4-FFF2-40B4-BE49-F238E27FC236}">
                    <a16:creationId xmlns:a16="http://schemas.microsoft.com/office/drawing/2014/main" id="{D36BB185-496E-2EF5-E945-8CA905C6FB1B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2" name="pg1157">
                <a:extLst>
                  <a:ext uri="{FF2B5EF4-FFF2-40B4-BE49-F238E27FC236}">
                    <a16:creationId xmlns:a16="http://schemas.microsoft.com/office/drawing/2014/main" id="{18714B90-3F37-00B2-D048-ADC417757683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3" name="pg1158">
                <a:extLst>
                  <a:ext uri="{FF2B5EF4-FFF2-40B4-BE49-F238E27FC236}">
                    <a16:creationId xmlns:a16="http://schemas.microsoft.com/office/drawing/2014/main" id="{70FAC028-4FA6-DF98-D153-E0F7801333BA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4" name="pg1159">
                <a:extLst>
                  <a:ext uri="{FF2B5EF4-FFF2-40B4-BE49-F238E27FC236}">
                    <a16:creationId xmlns:a16="http://schemas.microsoft.com/office/drawing/2014/main" id="{FEA12159-C008-6963-A7E9-FFC9272AC8F1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5" name="pg1160">
                <a:extLst>
                  <a:ext uri="{FF2B5EF4-FFF2-40B4-BE49-F238E27FC236}">
                    <a16:creationId xmlns:a16="http://schemas.microsoft.com/office/drawing/2014/main" id="{D0A5BFC4-302D-EDF4-FDB9-A129F5264E79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6" name="pg1161">
                <a:extLst>
                  <a:ext uri="{FF2B5EF4-FFF2-40B4-BE49-F238E27FC236}">
                    <a16:creationId xmlns:a16="http://schemas.microsoft.com/office/drawing/2014/main" id="{C0826A4A-85CD-BCE2-404D-E2125C1FA48B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7" name="pg1162">
                <a:extLst>
                  <a:ext uri="{FF2B5EF4-FFF2-40B4-BE49-F238E27FC236}">
                    <a16:creationId xmlns:a16="http://schemas.microsoft.com/office/drawing/2014/main" id="{F52663C2-D67F-1BE8-E974-3149F472C861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8" name="pg1163">
                <a:extLst>
                  <a:ext uri="{FF2B5EF4-FFF2-40B4-BE49-F238E27FC236}">
                    <a16:creationId xmlns:a16="http://schemas.microsoft.com/office/drawing/2014/main" id="{3C5EEFD0-A1FD-A798-DCC0-7B71526EE868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9" name="pg1164">
                <a:extLst>
                  <a:ext uri="{FF2B5EF4-FFF2-40B4-BE49-F238E27FC236}">
                    <a16:creationId xmlns:a16="http://schemas.microsoft.com/office/drawing/2014/main" id="{9CD87398-4352-7CF7-9D21-EFC8BE41E402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0" name="pg1165">
                <a:extLst>
                  <a:ext uri="{FF2B5EF4-FFF2-40B4-BE49-F238E27FC236}">
                    <a16:creationId xmlns:a16="http://schemas.microsoft.com/office/drawing/2014/main" id="{D0E8D915-FA9D-A532-2493-5EBBD79FEA46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1" name="pg1166">
                <a:extLst>
                  <a:ext uri="{FF2B5EF4-FFF2-40B4-BE49-F238E27FC236}">
                    <a16:creationId xmlns:a16="http://schemas.microsoft.com/office/drawing/2014/main" id="{F635EC50-8F6D-7749-20AD-6FC34B4CFD46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2" name="pg1167">
                <a:extLst>
                  <a:ext uri="{FF2B5EF4-FFF2-40B4-BE49-F238E27FC236}">
                    <a16:creationId xmlns:a16="http://schemas.microsoft.com/office/drawing/2014/main" id="{DEBFAA15-E486-647E-898F-79266F8837B0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3" name="pg1168">
                <a:extLst>
                  <a:ext uri="{FF2B5EF4-FFF2-40B4-BE49-F238E27FC236}">
                    <a16:creationId xmlns:a16="http://schemas.microsoft.com/office/drawing/2014/main" id="{A0F4711D-DBE3-220B-3C42-12EDC5B13DD8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9BC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4" name="pg1169">
                <a:extLst>
                  <a:ext uri="{FF2B5EF4-FFF2-40B4-BE49-F238E27FC236}">
                    <a16:creationId xmlns:a16="http://schemas.microsoft.com/office/drawing/2014/main" id="{B7E630CF-B683-99C0-7B35-6E1F6601970D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5" name="pg1170">
                <a:extLst>
                  <a:ext uri="{FF2B5EF4-FFF2-40B4-BE49-F238E27FC236}">
                    <a16:creationId xmlns:a16="http://schemas.microsoft.com/office/drawing/2014/main" id="{92C787CD-71DB-423D-93F9-083E13D47EBB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6" name="pg1171">
                <a:extLst>
                  <a:ext uri="{FF2B5EF4-FFF2-40B4-BE49-F238E27FC236}">
                    <a16:creationId xmlns:a16="http://schemas.microsoft.com/office/drawing/2014/main" id="{A5C3A573-E8F9-DD23-EDD1-03D53CCF6EF1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7" name="pg1172">
                <a:extLst>
                  <a:ext uri="{FF2B5EF4-FFF2-40B4-BE49-F238E27FC236}">
                    <a16:creationId xmlns:a16="http://schemas.microsoft.com/office/drawing/2014/main" id="{772ADC86-E04B-39BD-98DC-A50E710B81C9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8" name="pg1173">
                <a:extLst>
                  <a:ext uri="{FF2B5EF4-FFF2-40B4-BE49-F238E27FC236}">
                    <a16:creationId xmlns:a16="http://schemas.microsoft.com/office/drawing/2014/main" id="{3F6B0B6E-A589-424B-C33A-1C32F04020AA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9" name="pg1174">
                <a:extLst>
                  <a:ext uri="{FF2B5EF4-FFF2-40B4-BE49-F238E27FC236}">
                    <a16:creationId xmlns:a16="http://schemas.microsoft.com/office/drawing/2014/main" id="{C9D4670F-3E68-20F8-5235-2C589EE2D313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0" name="pg1175">
                <a:extLst>
                  <a:ext uri="{FF2B5EF4-FFF2-40B4-BE49-F238E27FC236}">
                    <a16:creationId xmlns:a16="http://schemas.microsoft.com/office/drawing/2014/main" id="{A48C80FC-A7E5-1A91-8911-84FA50006ABC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1" name="pg1176">
                <a:extLst>
                  <a:ext uri="{FF2B5EF4-FFF2-40B4-BE49-F238E27FC236}">
                    <a16:creationId xmlns:a16="http://schemas.microsoft.com/office/drawing/2014/main" id="{DB2D6A7D-BC5B-F639-5D62-67A29197A990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2" name="pg1177">
                <a:extLst>
                  <a:ext uri="{FF2B5EF4-FFF2-40B4-BE49-F238E27FC236}">
                    <a16:creationId xmlns:a16="http://schemas.microsoft.com/office/drawing/2014/main" id="{A3EE85CE-AC12-E7D8-2904-9B12ED717FE7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3" name="pg1178">
                <a:extLst>
                  <a:ext uri="{FF2B5EF4-FFF2-40B4-BE49-F238E27FC236}">
                    <a16:creationId xmlns:a16="http://schemas.microsoft.com/office/drawing/2014/main" id="{CCC30662-96D9-8533-750B-E8C860B0203C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4" name="pg1179">
                <a:extLst>
                  <a:ext uri="{FF2B5EF4-FFF2-40B4-BE49-F238E27FC236}">
                    <a16:creationId xmlns:a16="http://schemas.microsoft.com/office/drawing/2014/main" id="{3F850454-07A0-840A-A71E-014ABEFBC9C4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5" name="pg1180">
                <a:extLst>
                  <a:ext uri="{FF2B5EF4-FFF2-40B4-BE49-F238E27FC236}">
                    <a16:creationId xmlns:a16="http://schemas.microsoft.com/office/drawing/2014/main" id="{00422975-46AF-A0AB-40BB-62BE77D0E58C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6" name="pg1181">
                <a:extLst>
                  <a:ext uri="{FF2B5EF4-FFF2-40B4-BE49-F238E27FC236}">
                    <a16:creationId xmlns:a16="http://schemas.microsoft.com/office/drawing/2014/main" id="{451A9392-F0FF-D87F-3878-660400FDF935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7" name="pg1182">
                <a:extLst>
                  <a:ext uri="{FF2B5EF4-FFF2-40B4-BE49-F238E27FC236}">
                    <a16:creationId xmlns:a16="http://schemas.microsoft.com/office/drawing/2014/main" id="{65640971-FB18-FB5C-0330-8B174F21E6D6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8" name="pg1183">
                <a:extLst>
                  <a:ext uri="{FF2B5EF4-FFF2-40B4-BE49-F238E27FC236}">
                    <a16:creationId xmlns:a16="http://schemas.microsoft.com/office/drawing/2014/main" id="{536AD2C0-4EB4-FB4F-1E9A-29BDDC812F2B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9" name="pg1184">
                <a:extLst>
                  <a:ext uri="{FF2B5EF4-FFF2-40B4-BE49-F238E27FC236}">
                    <a16:creationId xmlns:a16="http://schemas.microsoft.com/office/drawing/2014/main" id="{6D8027EB-FEBD-BA9C-21E2-36D74DF289EF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0" name="pg1185">
                <a:extLst>
                  <a:ext uri="{FF2B5EF4-FFF2-40B4-BE49-F238E27FC236}">
                    <a16:creationId xmlns:a16="http://schemas.microsoft.com/office/drawing/2014/main" id="{65E71105-812E-E7C9-92EB-882E1903BD33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1" name="pg1186">
                <a:extLst>
                  <a:ext uri="{FF2B5EF4-FFF2-40B4-BE49-F238E27FC236}">
                    <a16:creationId xmlns:a16="http://schemas.microsoft.com/office/drawing/2014/main" id="{24357920-7466-5ED0-3628-8BB53AF836CF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2" name="pg1187">
                <a:extLst>
                  <a:ext uri="{FF2B5EF4-FFF2-40B4-BE49-F238E27FC236}">
                    <a16:creationId xmlns:a16="http://schemas.microsoft.com/office/drawing/2014/main" id="{DEEDFAE2-A263-14AE-E20A-A981F591CE97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3" name="pg1188">
                <a:extLst>
                  <a:ext uri="{FF2B5EF4-FFF2-40B4-BE49-F238E27FC236}">
                    <a16:creationId xmlns:a16="http://schemas.microsoft.com/office/drawing/2014/main" id="{47F38DB9-825B-E9F7-E36A-B7DC696F8A10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4" name="pg1189">
                <a:extLst>
                  <a:ext uri="{FF2B5EF4-FFF2-40B4-BE49-F238E27FC236}">
                    <a16:creationId xmlns:a16="http://schemas.microsoft.com/office/drawing/2014/main" id="{EFD37E3E-F7C9-86B1-BF9A-456B7E8B0211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5" name="pg1190">
                <a:extLst>
                  <a:ext uri="{FF2B5EF4-FFF2-40B4-BE49-F238E27FC236}">
                    <a16:creationId xmlns:a16="http://schemas.microsoft.com/office/drawing/2014/main" id="{E156244E-B5F6-00A8-3052-3D18C84DB41C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6" name="pg1191">
                <a:extLst>
                  <a:ext uri="{FF2B5EF4-FFF2-40B4-BE49-F238E27FC236}">
                    <a16:creationId xmlns:a16="http://schemas.microsoft.com/office/drawing/2014/main" id="{A8FDD957-F338-6620-B384-9258502F9F3C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7" name="pg1192">
                <a:extLst>
                  <a:ext uri="{FF2B5EF4-FFF2-40B4-BE49-F238E27FC236}">
                    <a16:creationId xmlns:a16="http://schemas.microsoft.com/office/drawing/2014/main" id="{F819E196-193C-FDB5-CECD-11F2170724CA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8" name="pg1193">
                <a:extLst>
                  <a:ext uri="{FF2B5EF4-FFF2-40B4-BE49-F238E27FC236}">
                    <a16:creationId xmlns:a16="http://schemas.microsoft.com/office/drawing/2014/main" id="{FDEF7C99-FC38-9739-0BF3-AED722B802ED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9" name="pg1194">
                <a:extLst>
                  <a:ext uri="{FF2B5EF4-FFF2-40B4-BE49-F238E27FC236}">
                    <a16:creationId xmlns:a16="http://schemas.microsoft.com/office/drawing/2014/main" id="{254417C0-D151-3611-BCB8-7B5CE648910D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0" name="pg1195">
                <a:extLst>
                  <a:ext uri="{FF2B5EF4-FFF2-40B4-BE49-F238E27FC236}">
                    <a16:creationId xmlns:a16="http://schemas.microsoft.com/office/drawing/2014/main" id="{FFB643AC-D81A-B5CB-C448-E8139B45D26D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1" name="pg1196">
                <a:extLst>
                  <a:ext uri="{FF2B5EF4-FFF2-40B4-BE49-F238E27FC236}">
                    <a16:creationId xmlns:a16="http://schemas.microsoft.com/office/drawing/2014/main" id="{0990C629-B2BE-18C5-D5F9-6F5BA0042C2C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2" name="pg1197">
                <a:extLst>
                  <a:ext uri="{FF2B5EF4-FFF2-40B4-BE49-F238E27FC236}">
                    <a16:creationId xmlns:a16="http://schemas.microsoft.com/office/drawing/2014/main" id="{E6C99436-9480-3B87-630A-AA76D94004D6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3" name="pg1198">
                <a:extLst>
                  <a:ext uri="{FF2B5EF4-FFF2-40B4-BE49-F238E27FC236}">
                    <a16:creationId xmlns:a16="http://schemas.microsoft.com/office/drawing/2014/main" id="{FE29941E-2085-A3AA-E3AD-65DFEFB73A1D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4" name="pg1199">
                <a:extLst>
                  <a:ext uri="{FF2B5EF4-FFF2-40B4-BE49-F238E27FC236}">
                    <a16:creationId xmlns:a16="http://schemas.microsoft.com/office/drawing/2014/main" id="{46877F4C-8106-28DE-C2A3-90415888BB04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5" name="pg1200">
                <a:extLst>
                  <a:ext uri="{FF2B5EF4-FFF2-40B4-BE49-F238E27FC236}">
                    <a16:creationId xmlns:a16="http://schemas.microsoft.com/office/drawing/2014/main" id="{202EDE84-CC7F-F440-9FFD-5263FD61E348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6" name="pg1201">
                <a:extLst>
                  <a:ext uri="{FF2B5EF4-FFF2-40B4-BE49-F238E27FC236}">
                    <a16:creationId xmlns:a16="http://schemas.microsoft.com/office/drawing/2014/main" id="{BBFF538D-5F8D-C17D-3AB6-0E805E3491DB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7" name="pg1202">
                <a:extLst>
                  <a:ext uri="{FF2B5EF4-FFF2-40B4-BE49-F238E27FC236}">
                    <a16:creationId xmlns:a16="http://schemas.microsoft.com/office/drawing/2014/main" id="{38376F75-489E-11A5-1684-87FA16264F5E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8" name="pg1203">
                <a:extLst>
                  <a:ext uri="{FF2B5EF4-FFF2-40B4-BE49-F238E27FC236}">
                    <a16:creationId xmlns:a16="http://schemas.microsoft.com/office/drawing/2014/main" id="{03339CAC-5B3D-574C-D208-E7C41C423C32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9" name="pg1204">
                <a:extLst>
                  <a:ext uri="{FF2B5EF4-FFF2-40B4-BE49-F238E27FC236}">
                    <a16:creationId xmlns:a16="http://schemas.microsoft.com/office/drawing/2014/main" id="{BD33299B-6166-5B3B-4A22-CA5B500D364E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0" name="pg1205">
                <a:extLst>
                  <a:ext uri="{FF2B5EF4-FFF2-40B4-BE49-F238E27FC236}">
                    <a16:creationId xmlns:a16="http://schemas.microsoft.com/office/drawing/2014/main" id="{283E49D1-3CA2-FD98-63BD-AFD7FF799828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1" name="pg1206">
                <a:extLst>
                  <a:ext uri="{FF2B5EF4-FFF2-40B4-BE49-F238E27FC236}">
                    <a16:creationId xmlns:a16="http://schemas.microsoft.com/office/drawing/2014/main" id="{7084E866-61F9-642A-560D-3DC49813EDCD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2" name="pg1207">
                <a:extLst>
                  <a:ext uri="{FF2B5EF4-FFF2-40B4-BE49-F238E27FC236}">
                    <a16:creationId xmlns:a16="http://schemas.microsoft.com/office/drawing/2014/main" id="{60450CA8-983D-FB1D-3897-D439FF6DA026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3" name="pg1208">
                <a:extLst>
                  <a:ext uri="{FF2B5EF4-FFF2-40B4-BE49-F238E27FC236}">
                    <a16:creationId xmlns:a16="http://schemas.microsoft.com/office/drawing/2014/main" id="{CCA88592-D464-9DF4-8E22-852C994388A9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4" name="pg1209">
                <a:extLst>
                  <a:ext uri="{FF2B5EF4-FFF2-40B4-BE49-F238E27FC236}">
                    <a16:creationId xmlns:a16="http://schemas.microsoft.com/office/drawing/2014/main" id="{E8EEF547-2919-2283-9274-94410E7440E5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5" name="pg1210">
                <a:extLst>
                  <a:ext uri="{FF2B5EF4-FFF2-40B4-BE49-F238E27FC236}">
                    <a16:creationId xmlns:a16="http://schemas.microsoft.com/office/drawing/2014/main" id="{374F4E27-ADCA-101B-E363-C08DB68AEE8F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6" name="pg1211">
                <a:extLst>
                  <a:ext uri="{FF2B5EF4-FFF2-40B4-BE49-F238E27FC236}">
                    <a16:creationId xmlns:a16="http://schemas.microsoft.com/office/drawing/2014/main" id="{E304D692-CC5E-52BD-17CD-AB7456064DFA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7" name="pg1212">
                <a:extLst>
                  <a:ext uri="{FF2B5EF4-FFF2-40B4-BE49-F238E27FC236}">
                    <a16:creationId xmlns:a16="http://schemas.microsoft.com/office/drawing/2014/main" id="{08814B52-9E85-E963-908F-554E267F6B9B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8" name="pg1213">
                <a:extLst>
                  <a:ext uri="{FF2B5EF4-FFF2-40B4-BE49-F238E27FC236}">
                    <a16:creationId xmlns:a16="http://schemas.microsoft.com/office/drawing/2014/main" id="{7DE6D6FC-B9F7-7B2B-228A-EFB01717E4FD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9" name="pg1214">
                <a:extLst>
                  <a:ext uri="{FF2B5EF4-FFF2-40B4-BE49-F238E27FC236}">
                    <a16:creationId xmlns:a16="http://schemas.microsoft.com/office/drawing/2014/main" id="{6B575A41-4BD0-C193-7959-FEE0AF7033BC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0" name="pg1215">
                <a:extLst>
                  <a:ext uri="{FF2B5EF4-FFF2-40B4-BE49-F238E27FC236}">
                    <a16:creationId xmlns:a16="http://schemas.microsoft.com/office/drawing/2014/main" id="{31483F51-1872-DD00-FC74-597421B446F6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1" name="pg1216">
                <a:extLst>
                  <a:ext uri="{FF2B5EF4-FFF2-40B4-BE49-F238E27FC236}">
                    <a16:creationId xmlns:a16="http://schemas.microsoft.com/office/drawing/2014/main" id="{F3C2CAE1-92D3-2D50-FFF2-93089F73C52F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2" name="pg1217">
                <a:extLst>
                  <a:ext uri="{FF2B5EF4-FFF2-40B4-BE49-F238E27FC236}">
                    <a16:creationId xmlns:a16="http://schemas.microsoft.com/office/drawing/2014/main" id="{F936E2AD-E087-BD97-2D1E-C76207698FA8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3" name="pg1218">
                <a:extLst>
                  <a:ext uri="{FF2B5EF4-FFF2-40B4-BE49-F238E27FC236}">
                    <a16:creationId xmlns:a16="http://schemas.microsoft.com/office/drawing/2014/main" id="{EDB4DC7C-4B56-9780-9E83-F24FB4D92CD9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4" name="pg1219">
                <a:extLst>
                  <a:ext uri="{FF2B5EF4-FFF2-40B4-BE49-F238E27FC236}">
                    <a16:creationId xmlns:a16="http://schemas.microsoft.com/office/drawing/2014/main" id="{239650FB-6ABA-89BE-E59D-F748A57B03C9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5" name="pg1220">
                <a:extLst>
                  <a:ext uri="{FF2B5EF4-FFF2-40B4-BE49-F238E27FC236}">
                    <a16:creationId xmlns:a16="http://schemas.microsoft.com/office/drawing/2014/main" id="{FA405729-16C6-97A7-8066-E5700E725E01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6" name="pg1221">
                <a:extLst>
                  <a:ext uri="{FF2B5EF4-FFF2-40B4-BE49-F238E27FC236}">
                    <a16:creationId xmlns:a16="http://schemas.microsoft.com/office/drawing/2014/main" id="{0805B09D-0CC3-DFF2-2727-B71000126345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7" name="pg1222">
                <a:extLst>
                  <a:ext uri="{FF2B5EF4-FFF2-40B4-BE49-F238E27FC236}">
                    <a16:creationId xmlns:a16="http://schemas.microsoft.com/office/drawing/2014/main" id="{965BCD01-8AF0-1769-B1BD-25348F8A9238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8" name="pg1223">
                <a:extLst>
                  <a:ext uri="{FF2B5EF4-FFF2-40B4-BE49-F238E27FC236}">
                    <a16:creationId xmlns:a16="http://schemas.microsoft.com/office/drawing/2014/main" id="{9160F29F-2CBD-C0CE-358B-12C7250F8912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9" name="pg1224">
                <a:extLst>
                  <a:ext uri="{FF2B5EF4-FFF2-40B4-BE49-F238E27FC236}">
                    <a16:creationId xmlns:a16="http://schemas.microsoft.com/office/drawing/2014/main" id="{E4F1403F-B251-8D55-62B9-71D3D5347C68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0" name="pg1225">
                <a:extLst>
                  <a:ext uri="{FF2B5EF4-FFF2-40B4-BE49-F238E27FC236}">
                    <a16:creationId xmlns:a16="http://schemas.microsoft.com/office/drawing/2014/main" id="{18FDAFBB-1624-7A53-8787-177D1EE09EF1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1" name="pg1226">
                <a:extLst>
                  <a:ext uri="{FF2B5EF4-FFF2-40B4-BE49-F238E27FC236}">
                    <a16:creationId xmlns:a16="http://schemas.microsoft.com/office/drawing/2014/main" id="{4BE734E3-CACF-29B1-D269-A8DFEB73A476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2" name="pg1227">
                <a:extLst>
                  <a:ext uri="{FF2B5EF4-FFF2-40B4-BE49-F238E27FC236}">
                    <a16:creationId xmlns:a16="http://schemas.microsoft.com/office/drawing/2014/main" id="{988C6420-1A73-9C15-DD7B-94D77EC327F2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3" name="pg1228">
                <a:extLst>
                  <a:ext uri="{FF2B5EF4-FFF2-40B4-BE49-F238E27FC236}">
                    <a16:creationId xmlns:a16="http://schemas.microsoft.com/office/drawing/2014/main" id="{B185E996-23D9-1D0F-ADB1-02F948AF2C68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4" name="pg1229">
                <a:extLst>
                  <a:ext uri="{FF2B5EF4-FFF2-40B4-BE49-F238E27FC236}">
                    <a16:creationId xmlns:a16="http://schemas.microsoft.com/office/drawing/2014/main" id="{1281C00C-8FFE-4BF2-389E-2D7F33A3CB23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5" name="pg1230">
                <a:extLst>
                  <a:ext uri="{FF2B5EF4-FFF2-40B4-BE49-F238E27FC236}">
                    <a16:creationId xmlns:a16="http://schemas.microsoft.com/office/drawing/2014/main" id="{27FD88AA-7475-2A72-F566-1296CF36389D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6" name="pg1231">
                <a:extLst>
                  <a:ext uri="{FF2B5EF4-FFF2-40B4-BE49-F238E27FC236}">
                    <a16:creationId xmlns:a16="http://schemas.microsoft.com/office/drawing/2014/main" id="{109AA129-AA86-D3F1-25F4-44FA11EA706A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7" name="pg1232">
                <a:extLst>
                  <a:ext uri="{FF2B5EF4-FFF2-40B4-BE49-F238E27FC236}">
                    <a16:creationId xmlns:a16="http://schemas.microsoft.com/office/drawing/2014/main" id="{0EFD2445-394D-24D3-6DCD-0D1A790E3996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8" name="pg1233">
                <a:extLst>
                  <a:ext uri="{FF2B5EF4-FFF2-40B4-BE49-F238E27FC236}">
                    <a16:creationId xmlns:a16="http://schemas.microsoft.com/office/drawing/2014/main" id="{86347C89-2CAB-3F12-294B-64493E061440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9" name="pg1234">
                <a:extLst>
                  <a:ext uri="{FF2B5EF4-FFF2-40B4-BE49-F238E27FC236}">
                    <a16:creationId xmlns:a16="http://schemas.microsoft.com/office/drawing/2014/main" id="{7B9007D3-4023-FCD5-06D6-0220E223A744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0" name="pg1235">
                <a:extLst>
                  <a:ext uri="{FF2B5EF4-FFF2-40B4-BE49-F238E27FC236}">
                    <a16:creationId xmlns:a16="http://schemas.microsoft.com/office/drawing/2014/main" id="{D8A04538-4177-BC63-2B75-BD705B1430FB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1" name="pg1236">
                <a:extLst>
                  <a:ext uri="{FF2B5EF4-FFF2-40B4-BE49-F238E27FC236}">
                    <a16:creationId xmlns:a16="http://schemas.microsoft.com/office/drawing/2014/main" id="{08A3DD9A-735F-7E6A-32D5-1E5901BF0D1A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2" name="pg1237">
                <a:extLst>
                  <a:ext uri="{FF2B5EF4-FFF2-40B4-BE49-F238E27FC236}">
                    <a16:creationId xmlns:a16="http://schemas.microsoft.com/office/drawing/2014/main" id="{3A30C209-1AC3-D19C-E54D-C68CA488D9D3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3" name="pg1238">
                <a:extLst>
                  <a:ext uri="{FF2B5EF4-FFF2-40B4-BE49-F238E27FC236}">
                    <a16:creationId xmlns:a16="http://schemas.microsoft.com/office/drawing/2014/main" id="{1C972C14-21ED-F332-9E65-338268C98C42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4" name="pg1239">
                <a:extLst>
                  <a:ext uri="{FF2B5EF4-FFF2-40B4-BE49-F238E27FC236}">
                    <a16:creationId xmlns:a16="http://schemas.microsoft.com/office/drawing/2014/main" id="{DFC1EEE8-ED8D-E1AC-0084-EAD0B466454D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5" name="pg1240">
                <a:extLst>
                  <a:ext uri="{FF2B5EF4-FFF2-40B4-BE49-F238E27FC236}">
                    <a16:creationId xmlns:a16="http://schemas.microsoft.com/office/drawing/2014/main" id="{2E75BEF5-DEFC-6191-D9DF-6506B29C575A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6" name="pg1241">
                <a:extLst>
                  <a:ext uri="{FF2B5EF4-FFF2-40B4-BE49-F238E27FC236}">
                    <a16:creationId xmlns:a16="http://schemas.microsoft.com/office/drawing/2014/main" id="{69F7959A-709A-FD90-7A7C-C06D32B7968D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7" name="pg1242">
                <a:extLst>
                  <a:ext uri="{FF2B5EF4-FFF2-40B4-BE49-F238E27FC236}">
                    <a16:creationId xmlns:a16="http://schemas.microsoft.com/office/drawing/2014/main" id="{6355132A-83CF-1124-0770-43687F3BDF8D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8" name="pg1243">
                <a:extLst>
                  <a:ext uri="{FF2B5EF4-FFF2-40B4-BE49-F238E27FC236}">
                    <a16:creationId xmlns:a16="http://schemas.microsoft.com/office/drawing/2014/main" id="{67883878-CC47-292F-621A-0A2EB5C06472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9" name="pg1244">
                <a:extLst>
                  <a:ext uri="{FF2B5EF4-FFF2-40B4-BE49-F238E27FC236}">
                    <a16:creationId xmlns:a16="http://schemas.microsoft.com/office/drawing/2014/main" id="{295F386A-C9CE-2240-1BB2-65891A70A73E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0" name="pg1245">
                <a:extLst>
                  <a:ext uri="{FF2B5EF4-FFF2-40B4-BE49-F238E27FC236}">
                    <a16:creationId xmlns:a16="http://schemas.microsoft.com/office/drawing/2014/main" id="{664F2B65-7564-6E5E-9174-84B665791E6D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1" name="pg1246">
                <a:extLst>
                  <a:ext uri="{FF2B5EF4-FFF2-40B4-BE49-F238E27FC236}">
                    <a16:creationId xmlns:a16="http://schemas.microsoft.com/office/drawing/2014/main" id="{3DDB71D5-0288-1C52-151E-E3BFE3F3A87D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2" name="pg1247">
                <a:extLst>
                  <a:ext uri="{FF2B5EF4-FFF2-40B4-BE49-F238E27FC236}">
                    <a16:creationId xmlns:a16="http://schemas.microsoft.com/office/drawing/2014/main" id="{E8D4BE73-52C4-7D4D-94CE-4341A4A53314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3" name="pg1248">
                <a:extLst>
                  <a:ext uri="{FF2B5EF4-FFF2-40B4-BE49-F238E27FC236}">
                    <a16:creationId xmlns:a16="http://schemas.microsoft.com/office/drawing/2014/main" id="{33CFE69B-C981-722C-1AA0-02A2E996D65F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4" name="pg1249">
                <a:extLst>
                  <a:ext uri="{FF2B5EF4-FFF2-40B4-BE49-F238E27FC236}">
                    <a16:creationId xmlns:a16="http://schemas.microsoft.com/office/drawing/2014/main" id="{D8991EAF-F2EB-AED4-F92B-10B88B054990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5" name="pg1250">
                <a:extLst>
                  <a:ext uri="{FF2B5EF4-FFF2-40B4-BE49-F238E27FC236}">
                    <a16:creationId xmlns:a16="http://schemas.microsoft.com/office/drawing/2014/main" id="{4ECD1A73-9785-2AB4-7626-AC4467B9730E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6" name="pg1251">
                <a:extLst>
                  <a:ext uri="{FF2B5EF4-FFF2-40B4-BE49-F238E27FC236}">
                    <a16:creationId xmlns:a16="http://schemas.microsoft.com/office/drawing/2014/main" id="{A67ACEF3-8146-D62B-0727-A5F518DAACB4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7" name="pg1252">
                <a:extLst>
                  <a:ext uri="{FF2B5EF4-FFF2-40B4-BE49-F238E27FC236}">
                    <a16:creationId xmlns:a16="http://schemas.microsoft.com/office/drawing/2014/main" id="{89B3C5BA-AE2D-5F05-22B9-B20BA065EE37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8" name="pg1253">
                <a:extLst>
                  <a:ext uri="{FF2B5EF4-FFF2-40B4-BE49-F238E27FC236}">
                    <a16:creationId xmlns:a16="http://schemas.microsoft.com/office/drawing/2014/main" id="{7C270E6E-DD72-3411-A7CD-A56BEF1E6144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9" name="pg1254">
                <a:extLst>
                  <a:ext uri="{FF2B5EF4-FFF2-40B4-BE49-F238E27FC236}">
                    <a16:creationId xmlns:a16="http://schemas.microsoft.com/office/drawing/2014/main" id="{76D7F600-3347-DF27-CFD1-97112BF8B08B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0" name="pg1255">
                <a:extLst>
                  <a:ext uri="{FF2B5EF4-FFF2-40B4-BE49-F238E27FC236}">
                    <a16:creationId xmlns:a16="http://schemas.microsoft.com/office/drawing/2014/main" id="{DDB88639-77A3-D567-AAF6-FE4440EC1540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1" name="pg1256">
                <a:extLst>
                  <a:ext uri="{FF2B5EF4-FFF2-40B4-BE49-F238E27FC236}">
                    <a16:creationId xmlns:a16="http://schemas.microsoft.com/office/drawing/2014/main" id="{091EF25F-CBB1-DEF8-0561-9ECEDFE29950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2" name="pg1257">
                <a:extLst>
                  <a:ext uri="{FF2B5EF4-FFF2-40B4-BE49-F238E27FC236}">
                    <a16:creationId xmlns:a16="http://schemas.microsoft.com/office/drawing/2014/main" id="{46B409A0-8815-3393-09F8-500CC7085F17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3" name="pg1258">
                <a:extLst>
                  <a:ext uri="{FF2B5EF4-FFF2-40B4-BE49-F238E27FC236}">
                    <a16:creationId xmlns:a16="http://schemas.microsoft.com/office/drawing/2014/main" id="{F7CFB54B-18ED-1EC6-841A-9D2941FC9624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4" name="pg1259">
                <a:extLst>
                  <a:ext uri="{FF2B5EF4-FFF2-40B4-BE49-F238E27FC236}">
                    <a16:creationId xmlns:a16="http://schemas.microsoft.com/office/drawing/2014/main" id="{2A007CFE-2FD4-C8DB-EAE6-2F3DD47176DC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5" name="pg1260">
                <a:extLst>
                  <a:ext uri="{FF2B5EF4-FFF2-40B4-BE49-F238E27FC236}">
                    <a16:creationId xmlns:a16="http://schemas.microsoft.com/office/drawing/2014/main" id="{67876AF1-D836-56E9-55FD-871CE97C0F56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6" name="pg1261">
                <a:extLst>
                  <a:ext uri="{FF2B5EF4-FFF2-40B4-BE49-F238E27FC236}">
                    <a16:creationId xmlns:a16="http://schemas.microsoft.com/office/drawing/2014/main" id="{4DD3159A-AC40-211D-F40C-564B6379FC23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7" name="pg1262">
                <a:extLst>
                  <a:ext uri="{FF2B5EF4-FFF2-40B4-BE49-F238E27FC236}">
                    <a16:creationId xmlns:a16="http://schemas.microsoft.com/office/drawing/2014/main" id="{A9363B2D-2423-9B79-A399-3F7FDC4EAB7E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8" name="pg1263">
                <a:extLst>
                  <a:ext uri="{FF2B5EF4-FFF2-40B4-BE49-F238E27FC236}">
                    <a16:creationId xmlns:a16="http://schemas.microsoft.com/office/drawing/2014/main" id="{0EF96D04-1F14-BC17-5C36-3A7CF2334A41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9" name="pg1264">
                <a:extLst>
                  <a:ext uri="{FF2B5EF4-FFF2-40B4-BE49-F238E27FC236}">
                    <a16:creationId xmlns:a16="http://schemas.microsoft.com/office/drawing/2014/main" id="{5EE99576-2F25-5F8D-2712-4C4227849C47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0" name="pg1265">
                <a:extLst>
                  <a:ext uri="{FF2B5EF4-FFF2-40B4-BE49-F238E27FC236}">
                    <a16:creationId xmlns:a16="http://schemas.microsoft.com/office/drawing/2014/main" id="{C5BE468B-BC4B-965C-BE7E-B7D281A7E33A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1" name="pg1266">
                <a:extLst>
                  <a:ext uri="{FF2B5EF4-FFF2-40B4-BE49-F238E27FC236}">
                    <a16:creationId xmlns:a16="http://schemas.microsoft.com/office/drawing/2014/main" id="{45F75F0F-88C8-ED9F-55FB-AAFD828870F1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2" name="pg1267">
                <a:extLst>
                  <a:ext uri="{FF2B5EF4-FFF2-40B4-BE49-F238E27FC236}">
                    <a16:creationId xmlns:a16="http://schemas.microsoft.com/office/drawing/2014/main" id="{A80DB312-8113-CCD4-7284-8AC480234B3F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3" name="pg1268">
                <a:extLst>
                  <a:ext uri="{FF2B5EF4-FFF2-40B4-BE49-F238E27FC236}">
                    <a16:creationId xmlns:a16="http://schemas.microsoft.com/office/drawing/2014/main" id="{3E49E92F-09B4-3949-449C-AB7C253A1E81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4" name="pg1269">
                <a:extLst>
                  <a:ext uri="{FF2B5EF4-FFF2-40B4-BE49-F238E27FC236}">
                    <a16:creationId xmlns:a16="http://schemas.microsoft.com/office/drawing/2014/main" id="{010BD7BB-4BFD-3EC7-91BC-7396ED710391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5" name="pg1270">
                <a:extLst>
                  <a:ext uri="{FF2B5EF4-FFF2-40B4-BE49-F238E27FC236}">
                    <a16:creationId xmlns:a16="http://schemas.microsoft.com/office/drawing/2014/main" id="{0C8E26C7-093B-E0E6-5372-3476363B1908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6" name="pg1271">
                <a:extLst>
                  <a:ext uri="{FF2B5EF4-FFF2-40B4-BE49-F238E27FC236}">
                    <a16:creationId xmlns:a16="http://schemas.microsoft.com/office/drawing/2014/main" id="{87CFFB17-63B5-4394-6130-ED8477F6713D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7" name="pg1272">
                <a:extLst>
                  <a:ext uri="{FF2B5EF4-FFF2-40B4-BE49-F238E27FC236}">
                    <a16:creationId xmlns:a16="http://schemas.microsoft.com/office/drawing/2014/main" id="{2BBAAB21-1FE5-DB06-1C83-19BDF62FEF79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8" name="pg1273">
                <a:extLst>
                  <a:ext uri="{FF2B5EF4-FFF2-40B4-BE49-F238E27FC236}">
                    <a16:creationId xmlns:a16="http://schemas.microsoft.com/office/drawing/2014/main" id="{31F5D378-7200-8C1E-C6C3-AAFF4ED09CF0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9" name="pg1274">
                <a:extLst>
                  <a:ext uri="{FF2B5EF4-FFF2-40B4-BE49-F238E27FC236}">
                    <a16:creationId xmlns:a16="http://schemas.microsoft.com/office/drawing/2014/main" id="{373FB951-41C3-65B2-24AF-5D89E9252DD8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0" name="pg1275">
                <a:extLst>
                  <a:ext uri="{FF2B5EF4-FFF2-40B4-BE49-F238E27FC236}">
                    <a16:creationId xmlns:a16="http://schemas.microsoft.com/office/drawing/2014/main" id="{CF5C2DE2-4725-12C9-8D53-6701DBB9CAF7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1" name="pg1276">
                <a:extLst>
                  <a:ext uri="{FF2B5EF4-FFF2-40B4-BE49-F238E27FC236}">
                    <a16:creationId xmlns:a16="http://schemas.microsoft.com/office/drawing/2014/main" id="{D0802E15-2076-9B2E-4C12-62F0DE53137E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2" name="pg1277">
                <a:extLst>
                  <a:ext uri="{FF2B5EF4-FFF2-40B4-BE49-F238E27FC236}">
                    <a16:creationId xmlns:a16="http://schemas.microsoft.com/office/drawing/2014/main" id="{8E62F9B8-0130-807A-CD80-D24706ABBFF7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3" name="pg1278">
                <a:extLst>
                  <a:ext uri="{FF2B5EF4-FFF2-40B4-BE49-F238E27FC236}">
                    <a16:creationId xmlns:a16="http://schemas.microsoft.com/office/drawing/2014/main" id="{3323D63A-1261-5229-CFDF-B134A1055DF9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4" name="pg1279">
                <a:extLst>
                  <a:ext uri="{FF2B5EF4-FFF2-40B4-BE49-F238E27FC236}">
                    <a16:creationId xmlns:a16="http://schemas.microsoft.com/office/drawing/2014/main" id="{25C86158-3B27-AAA6-128B-1C907AE54A13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5" name="pg1280">
                <a:extLst>
                  <a:ext uri="{FF2B5EF4-FFF2-40B4-BE49-F238E27FC236}">
                    <a16:creationId xmlns:a16="http://schemas.microsoft.com/office/drawing/2014/main" id="{B0BD3CAA-A512-99FF-604C-6CDF1ED9FF86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6" name="pg1281">
                <a:extLst>
                  <a:ext uri="{FF2B5EF4-FFF2-40B4-BE49-F238E27FC236}">
                    <a16:creationId xmlns:a16="http://schemas.microsoft.com/office/drawing/2014/main" id="{9022E8C8-D5E1-4FD5-48B7-71726D8DFB87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7" name="pg1282">
                <a:extLst>
                  <a:ext uri="{FF2B5EF4-FFF2-40B4-BE49-F238E27FC236}">
                    <a16:creationId xmlns:a16="http://schemas.microsoft.com/office/drawing/2014/main" id="{CC1C24F8-60B8-2AB9-78C5-2452B0CA0C7D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8" name="pg1283">
                <a:extLst>
                  <a:ext uri="{FF2B5EF4-FFF2-40B4-BE49-F238E27FC236}">
                    <a16:creationId xmlns:a16="http://schemas.microsoft.com/office/drawing/2014/main" id="{76F64A30-AC11-4B1F-7AF4-2AE25A0E6105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9" name="pg1284">
                <a:extLst>
                  <a:ext uri="{FF2B5EF4-FFF2-40B4-BE49-F238E27FC236}">
                    <a16:creationId xmlns:a16="http://schemas.microsoft.com/office/drawing/2014/main" id="{DF92229D-D082-6302-C130-46069CA2148D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0" name="pg1285">
                <a:extLst>
                  <a:ext uri="{FF2B5EF4-FFF2-40B4-BE49-F238E27FC236}">
                    <a16:creationId xmlns:a16="http://schemas.microsoft.com/office/drawing/2014/main" id="{AA6DBBC8-9EA1-CE67-6944-EA4B52364FF5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1" name="pg1286">
                <a:extLst>
                  <a:ext uri="{FF2B5EF4-FFF2-40B4-BE49-F238E27FC236}">
                    <a16:creationId xmlns:a16="http://schemas.microsoft.com/office/drawing/2014/main" id="{AD6100A7-9AAB-2E48-31EA-1532EB7D30AE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2" name="pg1287">
                <a:extLst>
                  <a:ext uri="{FF2B5EF4-FFF2-40B4-BE49-F238E27FC236}">
                    <a16:creationId xmlns:a16="http://schemas.microsoft.com/office/drawing/2014/main" id="{1F447F53-3DFF-0A61-411A-D2A6653A1DF7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3" name="pg1288">
                <a:extLst>
                  <a:ext uri="{FF2B5EF4-FFF2-40B4-BE49-F238E27FC236}">
                    <a16:creationId xmlns:a16="http://schemas.microsoft.com/office/drawing/2014/main" id="{52BDD866-69A3-936D-3432-C1E426753B59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4" name="pg1289">
                <a:extLst>
                  <a:ext uri="{FF2B5EF4-FFF2-40B4-BE49-F238E27FC236}">
                    <a16:creationId xmlns:a16="http://schemas.microsoft.com/office/drawing/2014/main" id="{B01512C7-51EC-B6DB-540A-F51890823914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5" name="pg1290">
                <a:extLst>
                  <a:ext uri="{FF2B5EF4-FFF2-40B4-BE49-F238E27FC236}">
                    <a16:creationId xmlns:a16="http://schemas.microsoft.com/office/drawing/2014/main" id="{BA6CC1EA-2B13-60C4-D71A-413E56814EE2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6" name="pg1291">
                <a:extLst>
                  <a:ext uri="{FF2B5EF4-FFF2-40B4-BE49-F238E27FC236}">
                    <a16:creationId xmlns:a16="http://schemas.microsoft.com/office/drawing/2014/main" id="{EDD33E84-AE04-7DB2-6B2E-5CFA954EB060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7" name="pg1292">
                <a:extLst>
                  <a:ext uri="{FF2B5EF4-FFF2-40B4-BE49-F238E27FC236}">
                    <a16:creationId xmlns:a16="http://schemas.microsoft.com/office/drawing/2014/main" id="{2AE7DDF1-26FA-2665-DB22-8D02340F9BE0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8" name="pg1293">
                <a:extLst>
                  <a:ext uri="{FF2B5EF4-FFF2-40B4-BE49-F238E27FC236}">
                    <a16:creationId xmlns:a16="http://schemas.microsoft.com/office/drawing/2014/main" id="{81D7B57E-7C35-6EF3-6AA2-4E3BCDDA43EA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9" name="pg1294">
                <a:extLst>
                  <a:ext uri="{FF2B5EF4-FFF2-40B4-BE49-F238E27FC236}">
                    <a16:creationId xmlns:a16="http://schemas.microsoft.com/office/drawing/2014/main" id="{CC44E1D7-B1B7-D291-2469-A8C0C59E4A77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0" name="pg1295">
                <a:extLst>
                  <a:ext uri="{FF2B5EF4-FFF2-40B4-BE49-F238E27FC236}">
                    <a16:creationId xmlns:a16="http://schemas.microsoft.com/office/drawing/2014/main" id="{ABE23DCF-097B-A6F5-FBB1-EF6F52E1423D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1" name="pg1296">
                <a:extLst>
                  <a:ext uri="{FF2B5EF4-FFF2-40B4-BE49-F238E27FC236}">
                    <a16:creationId xmlns:a16="http://schemas.microsoft.com/office/drawing/2014/main" id="{A1E4DD33-25BA-5F50-9E30-70EE94F20E92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2" name="pg1297">
                <a:extLst>
                  <a:ext uri="{FF2B5EF4-FFF2-40B4-BE49-F238E27FC236}">
                    <a16:creationId xmlns:a16="http://schemas.microsoft.com/office/drawing/2014/main" id="{EBD59712-1DC2-992D-CD48-96A0BEBE1FFC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CD7">
                  <a:alpha val="100000"/>
                </a:srgbClr>
              </a:solidFill>
              <a:ln w="5420" cap="flat">
                <a:solidFill>
                  <a:srgbClr val="C1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3" name="pg1298">
                <a:extLst>
                  <a:ext uri="{FF2B5EF4-FFF2-40B4-BE49-F238E27FC236}">
                    <a16:creationId xmlns:a16="http://schemas.microsoft.com/office/drawing/2014/main" id="{27D11B98-737D-E269-5470-6A06F38EC351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4" name="pg1299">
                <a:extLst>
                  <a:ext uri="{FF2B5EF4-FFF2-40B4-BE49-F238E27FC236}">
                    <a16:creationId xmlns:a16="http://schemas.microsoft.com/office/drawing/2014/main" id="{8F7E304D-B089-AFED-6C46-578B4B40D4C8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5" name="pg1300">
                <a:extLst>
                  <a:ext uri="{FF2B5EF4-FFF2-40B4-BE49-F238E27FC236}">
                    <a16:creationId xmlns:a16="http://schemas.microsoft.com/office/drawing/2014/main" id="{0771B7E7-37AC-6A2A-C9B5-F45B2D3B66D3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6" name="pg1301">
                <a:extLst>
                  <a:ext uri="{FF2B5EF4-FFF2-40B4-BE49-F238E27FC236}">
                    <a16:creationId xmlns:a16="http://schemas.microsoft.com/office/drawing/2014/main" id="{56376260-614B-6E18-BA4A-8A784A1DD1BE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7" name="pg1302">
                <a:extLst>
                  <a:ext uri="{FF2B5EF4-FFF2-40B4-BE49-F238E27FC236}">
                    <a16:creationId xmlns:a16="http://schemas.microsoft.com/office/drawing/2014/main" id="{CC8D08D3-4D1C-F78C-B055-9E4CD8AFAC38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8" name="pg1303">
                <a:extLst>
                  <a:ext uri="{FF2B5EF4-FFF2-40B4-BE49-F238E27FC236}">
                    <a16:creationId xmlns:a16="http://schemas.microsoft.com/office/drawing/2014/main" id="{ED9E6329-4C0C-75D7-3C75-ECAC7754C07E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9" name="pg1304">
                <a:extLst>
                  <a:ext uri="{FF2B5EF4-FFF2-40B4-BE49-F238E27FC236}">
                    <a16:creationId xmlns:a16="http://schemas.microsoft.com/office/drawing/2014/main" id="{004D4F59-E7D3-9412-5EB7-C39A1DA71778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0" name="pg1305">
                <a:extLst>
                  <a:ext uri="{FF2B5EF4-FFF2-40B4-BE49-F238E27FC236}">
                    <a16:creationId xmlns:a16="http://schemas.microsoft.com/office/drawing/2014/main" id="{D65CC8D5-B332-875C-107C-6DC3C93F2C30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1" name="pg1306">
                <a:extLst>
                  <a:ext uri="{FF2B5EF4-FFF2-40B4-BE49-F238E27FC236}">
                    <a16:creationId xmlns:a16="http://schemas.microsoft.com/office/drawing/2014/main" id="{F7141715-F4C0-35A6-2DEF-618A34672AE0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2" name="pg1307">
                <a:extLst>
                  <a:ext uri="{FF2B5EF4-FFF2-40B4-BE49-F238E27FC236}">
                    <a16:creationId xmlns:a16="http://schemas.microsoft.com/office/drawing/2014/main" id="{CEEFD78F-5E95-31B3-6848-BF742B0DB456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3" name="pg1308">
                <a:extLst>
                  <a:ext uri="{FF2B5EF4-FFF2-40B4-BE49-F238E27FC236}">
                    <a16:creationId xmlns:a16="http://schemas.microsoft.com/office/drawing/2014/main" id="{C104D4B0-B182-A82C-F579-201051800C1E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4" name="pg1309">
                <a:extLst>
                  <a:ext uri="{FF2B5EF4-FFF2-40B4-BE49-F238E27FC236}">
                    <a16:creationId xmlns:a16="http://schemas.microsoft.com/office/drawing/2014/main" id="{403B79C5-3154-DCF0-C588-0490FC5854E1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5" name="pg1310">
                <a:extLst>
                  <a:ext uri="{FF2B5EF4-FFF2-40B4-BE49-F238E27FC236}">
                    <a16:creationId xmlns:a16="http://schemas.microsoft.com/office/drawing/2014/main" id="{16380D23-2339-2A4D-D441-2F91AB864B1E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6" name="pg1311">
                <a:extLst>
                  <a:ext uri="{FF2B5EF4-FFF2-40B4-BE49-F238E27FC236}">
                    <a16:creationId xmlns:a16="http://schemas.microsoft.com/office/drawing/2014/main" id="{2F79F167-AADB-1E9C-C3B9-E856008FBDCC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7" name="pg1312">
                <a:extLst>
                  <a:ext uri="{FF2B5EF4-FFF2-40B4-BE49-F238E27FC236}">
                    <a16:creationId xmlns:a16="http://schemas.microsoft.com/office/drawing/2014/main" id="{1BA66F93-D89B-355C-BF59-100F0C57DB3A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8" name="pg1313">
                <a:extLst>
                  <a:ext uri="{FF2B5EF4-FFF2-40B4-BE49-F238E27FC236}">
                    <a16:creationId xmlns:a16="http://schemas.microsoft.com/office/drawing/2014/main" id="{57C8482D-4001-C1B8-D4CE-590E91F34499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9" name="pg1314">
                <a:extLst>
                  <a:ext uri="{FF2B5EF4-FFF2-40B4-BE49-F238E27FC236}">
                    <a16:creationId xmlns:a16="http://schemas.microsoft.com/office/drawing/2014/main" id="{10468457-2B9A-5940-95AF-280AF0452BF3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0" name="pg1315">
                <a:extLst>
                  <a:ext uri="{FF2B5EF4-FFF2-40B4-BE49-F238E27FC236}">
                    <a16:creationId xmlns:a16="http://schemas.microsoft.com/office/drawing/2014/main" id="{E2B8FA39-EB41-4919-CD55-D76B0BE81128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1" name="pg1316">
                <a:extLst>
                  <a:ext uri="{FF2B5EF4-FFF2-40B4-BE49-F238E27FC236}">
                    <a16:creationId xmlns:a16="http://schemas.microsoft.com/office/drawing/2014/main" id="{AB13EA27-C42E-379F-6B0A-24D69853BFF8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2" name="pg1317">
                <a:extLst>
                  <a:ext uri="{FF2B5EF4-FFF2-40B4-BE49-F238E27FC236}">
                    <a16:creationId xmlns:a16="http://schemas.microsoft.com/office/drawing/2014/main" id="{3A306E43-5204-078B-E89C-4EE4660D31C3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3" name="pg1318">
                <a:extLst>
                  <a:ext uri="{FF2B5EF4-FFF2-40B4-BE49-F238E27FC236}">
                    <a16:creationId xmlns:a16="http://schemas.microsoft.com/office/drawing/2014/main" id="{6FE43BE7-6E8C-D44D-92CE-3FA0547004E3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4" name="pg1319">
                <a:extLst>
                  <a:ext uri="{FF2B5EF4-FFF2-40B4-BE49-F238E27FC236}">
                    <a16:creationId xmlns:a16="http://schemas.microsoft.com/office/drawing/2014/main" id="{549A7D99-2898-A47A-F5F6-C76457064317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5" name="pg1320">
                <a:extLst>
                  <a:ext uri="{FF2B5EF4-FFF2-40B4-BE49-F238E27FC236}">
                    <a16:creationId xmlns:a16="http://schemas.microsoft.com/office/drawing/2014/main" id="{8FE8E751-E46D-D737-C223-EE135F03D258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6" name="pg1321">
                <a:extLst>
                  <a:ext uri="{FF2B5EF4-FFF2-40B4-BE49-F238E27FC236}">
                    <a16:creationId xmlns:a16="http://schemas.microsoft.com/office/drawing/2014/main" id="{B88988D0-54CE-A2A7-12E5-A75805E67193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7" name="pg1322">
                <a:extLst>
                  <a:ext uri="{FF2B5EF4-FFF2-40B4-BE49-F238E27FC236}">
                    <a16:creationId xmlns:a16="http://schemas.microsoft.com/office/drawing/2014/main" id="{C65B8463-9E4B-F020-076D-F191E9C118E2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8" name="pg1323">
                <a:extLst>
                  <a:ext uri="{FF2B5EF4-FFF2-40B4-BE49-F238E27FC236}">
                    <a16:creationId xmlns:a16="http://schemas.microsoft.com/office/drawing/2014/main" id="{14F51803-33FB-D7A4-D986-5EB20F7A761A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9" name="pg1324">
                <a:extLst>
                  <a:ext uri="{FF2B5EF4-FFF2-40B4-BE49-F238E27FC236}">
                    <a16:creationId xmlns:a16="http://schemas.microsoft.com/office/drawing/2014/main" id="{CBE07DE4-BC22-AF66-A5F7-9CDEA77B1E14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0" name="pg1325">
                <a:extLst>
                  <a:ext uri="{FF2B5EF4-FFF2-40B4-BE49-F238E27FC236}">
                    <a16:creationId xmlns:a16="http://schemas.microsoft.com/office/drawing/2014/main" id="{4A25495A-2305-579F-8CB5-1D62097C2515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1" name="pg1326">
                <a:extLst>
                  <a:ext uri="{FF2B5EF4-FFF2-40B4-BE49-F238E27FC236}">
                    <a16:creationId xmlns:a16="http://schemas.microsoft.com/office/drawing/2014/main" id="{53100135-122F-051F-9964-FDF5F5A42B69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2" name="pg1327">
                <a:extLst>
                  <a:ext uri="{FF2B5EF4-FFF2-40B4-BE49-F238E27FC236}">
                    <a16:creationId xmlns:a16="http://schemas.microsoft.com/office/drawing/2014/main" id="{0A0BA431-299D-25D1-94E7-A8D89AC5273A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3" name="pg1328">
                <a:extLst>
                  <a:ext uri="{FF2B5EF4-FFF2-40B4-BE49-F238E27FC236}">
                    <a16:creationId xmlns:a16="http://schemas.microsoft.com/office/drawing/2014/main" id="{58A2F697-8F32-F863-7BF5-436C7E79C29D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4" name="pg1329">
                <a:extLst>
                  <a:ext uri="{FF2B5EF4-FFF2-40B4-BE49-F238E27FC236}">
                    <a16:creationId xmlns:a16="http://schemas.microsoft.com/office/drawing/2014/main" id="{B8BB4854-78AA-23BD-585E-513AFA2BD870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5" name="pg1330">
                <a:extLst>
                  <a:ext uri="{FF2B5EF4-FFF2-40B4-BE49-F238E27FC236}">
                    <a16:creationId xmlns:a16="http://schemas.microsoft.com/office/drawing/2014/main" id="{D595342F-BA8A-6CA0-9EC3-0A8F0BF69624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6" name="pg1331">
                <a:extLst>
                  <a:ext uri="{FF2B5EF4-FFF2-40B4-BE49-F238E27FC236}">
                    <a16:creationId xmlns:a16="http://schemas.microsoft.com/office/drawing/2014/main" id="{A64E5788-A91B-6352-306F-FDA33F60EA75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7" name="pg1332">
                <a:extLst>
                  <a:ext uri="{FF2B5EF4-FFF2-40B4-BE49-F238E27FC236}">
                    <a16:creationId xmlns:a16="http://schemas.microsoft.com/office/drawing/2014/main" id="{6198ABB9-3C2E-1A78-34AA-686A2886F512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8" name="pg1333">
                <a:extLst>
                  <a:ext uri="{FF2B5EF4-FFF2-40B4-BE49-F238E27FC236}">
                    <a16:creationId xmlns:a16="http://schemas.microsoft.com/office/drawing/2014/main" id="{D606D4AE-6AB6-3A3C-72FB-C3AF3CE14428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9" name="pg1334">
                <a:extLst>
                  <a:ext uri="{FF2B5EF4-FFF2-40B4-BE49-F238E27FC236}">
                    <a16:creationId xmlns:a16="http://schemas.microsoft.com/office/drawing/2014/main" id="{541C8D9B-56B5-3095-7088-D2C133426798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0" name="pg1335">
                <a:extLst>
                  <a:ext uri="{FF2B5EF4-FFF2-40B4-BE49-F238E27FC236}">
                    <a16:creationId xmlns:a16="http://schemas.microsoft.com/office/drawing/2014/main" id="{E5C27EFB-40EB-DA1D-7470-3A35135E5BFE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1" name="pg1336">
                <a:extLst>
                  <a:ext uri="{FF2B5EF4-FFF2-40B4-BE49-F238E27FC236}">
                    <a16:creationId xmlns:a16="http://schemas.microsoft.com/office/drawing/2014/main" id="{CB49210A-5F78-8BA6-FCE2-608F526FF236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2" name="pg1337">
                <a:extLst>
                  <a:ext uri="{FF2B5EF4-FFF2-40B4-BE49-F238E27FC236}">
                    <a16:creationId xmlns:a16="http://schemas.microsoft.com/office/drawing/2014/main" id="{D6D649B0-2164-99D4-0F38-BB98F888D0CB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3" name="pg1338">
                <a:extLst>
                  <a:ext uri="{FF2B5EF4-FFF2-40B4-BE49-F238E27FC236}">
                    <a16:creationId xmlns:a16="http://schemas.microsoft.com/office/drawing/2014/main" id="{01F72531-F6D4-24F7-364D-09767EB8748D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4" name="pg1339">
                <a:extLst>
                  <a:ext uri="{FF2B5EF4-FFF2-40B4-BE49-F238E27FC236}">
                    <a16:creationId xmlns:a16="http://schemas.microsoft.com/office/drawing/2014/main" id="{03015544-2664-8B0C-F624-1D9E7750AF76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5" name="pg1340">
                <a:extLst>
                  <a:ext uri="{FF2B5EF4-FFF2-40B4-BE49-F238E27FC236}">
                    <a16:creationId xmlns:a16="http://schemas.microsoft.com/office/drawing/2014/main" id="{75F225A6-2D69-8C2C-841B-67AF3242D7E9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6" name="pg1341">
                <a:extLst>
                  <a:ext uri="{FF2B5EF4-FFF2-40B4-BE49-F238E27FC236}">
                    <a16:creationId xmlns:a16="http://schemas.microsoft.com/office/drawing/2014/main" id="{9DB65D00-C0A2-49BA-7587-EAE1415D5B65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7" name="pg1342">
                <a:extLst>
                  <a:ext uri="{FF2B5EF4-FFF2-40B4-BE49-F238E27FC236}">
                    <a16:creationId xmlns:a16="http://schemas.microsoft.com/office/drawing/2014/main" id="{5AB26E81-E9AC-C32D-6AD5-3A2EECD097AF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8" name="pg1343">
                <a:extLst>
                  <a:ext uri="{FF2B5EF4-FFF2-40B4-BE49-F238E27FC236}">
                    <a16:creationId xmlns:a16="http://schemas.microsoft.com/office/drawing/2014/main" id="{28F90A56-D561-AD3F-16DA-EE25581FC688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9" name="pg1344">
                <a:extLst>
                  <a:ext uri="{FF2B5EF4-FFF2-40B4-BE49-F238E27FC236}">
                    <a16:creationId xmlns:a16="http://schemas.microsoft.com/office/drawing/2014/main" id="{CD1A41EB-6C9D-F249-15AF-475C0296278B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0" name="pg1345">
                <a:extLst>
                  <a:ext uri="{FF2B5EF4-FFF2-40B4-BE49-F238E27FC236}">
                    <a16:creationId xmlns:a16="http://schemas.microsoft.com/office/drawing/2014/main" id="{8EADE64A-3E4B-D008-B3E5-218D3495FBF6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1" name="pg1346">
                <a:extLst>
                  <a:ext uri="{FF2B5EF4-FFF2-40B4-BE49-F238E27FC236}">
                    <a16:creationId xmlns:a16="http://schemas.microsoft.com/office/drawing/2014/main" id="{EF6A70E8-BBB0-505B-43FB-C86E19AB589A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2" name="pg1347">
                <a:extLst>
                  <a:ext uri="{FF2B5EF4-FFF2-40B4-BE49-F238E27FC236}">
                    <a16:creationId xmlns:a16="http://schemas.microsoft.com/office/drawing/2014/main" id="{D83FB2A3-19A3-04B8-2F10-0189C4BD3012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3" name="pg1348">
                <a:extLst>
                  <a:ext uri="{FF2B5EF4-FFF2-40B4-BE49-F238E27FC236}">
                    <a16:creationId xmlns:a16="http://schemas.microsoft.com/office/drawing/2014/main" id="{B92D1E58-2C3E-4C53-26D9-9AF3F51E9906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4" name="pg1349">
                <a:extLst>
                  <a:ext uri="{FF2B5EF4-FFF2-40B4-BE49-F238E27FC236}">
                    <a16:creationId xmlns:a16="http://schemas.microsoft.com/office/drawing/2014/main" id="{90D3417F-CBC6-DA22-6A99-B80AC07DA469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5" name="pg1350">
                <a:extLst>
                  <a:ext uri="{FF2B5EF4-FFF2-40B4-BE49-F238E27FC236}">
                    <a16:creationId xmlns:a16="http://schemas.microsoft.com/office/drawing/2014/main" id="{40D6C032-BC98-AAC6-6785-FF91258F0792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6" name="pg1351">
                <a:extLst>
                  <a:ext uri="{FF2B5EF4-FFF2-40B4-BE49-F238E27FC236}">
                    <a16:creationId xmlns:a16="http://schemas.microsoft.com/office/drawing/2014/main" id="{BABBBAAE-C746-F7AE-9A7F-2CFBB96FE82A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7" name="pg1352">
                <a:extLst>
                  <a:ext uri="{FF2B5EF4-FFF2-40B4-BE49-F238E27FC236}">
                    <a16:creationId xmlns:a16="http://schemas.microsoft.com/office/drawing/2014/main" id="{082A10E2-EABC-17D5-7763-15C6284F8B4D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8" name="pg1353">
                <a:extLst>
                  <a:ext uri="{FF2B5EF4-FFF2-40B4-BE49-F238E27FC236}">
                    <a16:creationId xmlns:a16="http://schemas.microsoft.com/office/drawing/2014/main" id="{3AE9D270-70CF-596F-CBE7-19A1AC760C74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9" name="pg1354">
                <a:extLst>
                  <a:ext uri="{FF2B5EF4-FFF2-40B4-BE49-F238E27FC236}">
                    <a16:creationId xmlns:a16="http://schemas.microsoft.com/office/drawing/2014/main" id="{4D6E01E2-8040-7D06-E685-F394B3270851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0" name="pg1355">
                <a:extLst>
                  <a:ext uri="{FF2B5EF4-FFF2-40B4-BE49-F238E27FC236}">
                    <a16:creationId xmlns:a16="http://schemas.microsoft.com/office/drawing/2014/main" id="{50198060-B218-5FF3-3D0E-80B595641A18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1" name="pg1356">
                <a:extLst>
                  <a:ext uri="{FF2B5EF4-FFF2-40B4-BE49-F238E27FC236}">
                    <a16:creationId xmlns:a16="http://schemas.microsoft.com/office/drawing/2014/main" id="{5350B812-E9F0-4F44-5FF3-68C2A2759DF4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2" name="pg1357">
                <a:extLst>
                  <a:ext uri="{FF2B5EF4-FFF2-40B4-BE49-F238E27FC236}">
                    <a16:creationId xmlns:a16="http://schemas.microsoft.com/office/drawing/2014/main" id="{9A108A13-0CD2-4278-10CA-729799320B0A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3" name="pg1358">
                <a:extLst>
                  <a:ext uri="{FF2B5EF4-FFF2-40B4-BE49-F238E27FC236}">
                    <a16:creationId xmlns:a16="http://schemas.microsoft.com/office/drawing/2014/main" id="{D1B322CA-1B5B-31BF-6BA4-0825570CAEB9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4" name="pg1359">
                <a:extLst>
                  <a:ext uri="{FF2B5EF4-FFF2-40B4-BE49-F238E27FC236}">
                    <a16:creationId xmlns:a16="http://schemas.microsoft.com/office/drawing/2014/main" id="{083515AF-5DC5-F476-88E1-7ABB2B5415E6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5" name="pg1360">
                <a:extLst>
                  <a:ext uri="{FF2B5EF4-FFF2-40B4-BE49-F238E27FC236}">
                    <a16:creationId xmlns:a16="http://schemas.microsoft.com/office/drawing/2014/main" id="{2304758E-7FED-4B30-384D-620667DA4CD0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6" name="pg1361">
                <a:extLst>
                  <a:ext uri="{FF2B5EF4-FFF2-40B4-BE49-F238E27FC236}">
                    <a16:creationId xmlns:a16="http://schemas.microsoft.com/office/drawing/2014/main" id="{0AA01D3D-FF72-282E-C0CC-913401B9452C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7" name="pg1362">
                <a:extLst>
                  <a:ext uri="{FF2B5EF4-FFF2-40B4-BE49-F238E27FC236}">
                    <a16:creationId xmlns:a16="http://schemas.microsoft.com/office/drawing/2014/main" id="{08437A95-9627-7A34-4F53-6241CA655199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8" name="pg1363">
                <a:extLst>
                  <a:ext uri="{FF2B5EF4-FFF2-40B4-BE49-F238E27FC236}">
                    <a16:creationId xmlns:a16="http://schemas.microsoft.com/office/drawing/2014/main" id="{1C88BDE9-8A86-9488-ACCD-B0672C1E5628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9" name="pg1364">
                <a:extLst>
                  <a:ext uri="{FF2B5EF4-FFF2-40B4-BE49-F238E27FC236}">
                    <a16:creationId xmlns:a16="http://schemas.microsoft.com/office/drawing/2014/main" id="{B5E3FB1F-5EE4-8783-2A07-39136D1EC3C7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0" name="pg1365">
                <a:extLst>
                  <a:ext uri="{FF2B5EF4-FFF2-40B4-BE49-F238E27FC236}">
                    <a16:creationId xmlns:a16="http://schemas.microsoft.com/office/drawing/2014/main" id="{6AD67D51-0CFB-1AD6-0ADA-4515BECC4D4F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1" name="pg1366">
                <a:extLst>
                  <a:ext uri="{FF2B5EF4-FFF2-40B4-BE49-F238E27FC236}">
                    <a16:creationId xmlns:a16="http://schemas.microsoft.com/office/drawing/2014/main" id="{705C74D8-C437-C45B-AF1A-5334277FB3BD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2" name="pg1367">
                <a:extLst>
                  <a:ext uri="{FF2B5EF4-FFF2-40B4-BE49-F238E27FC236}">
                    <a16:creationId xmlns:a16="http://schemas.microsoft.com/office/drawing/2014/main" id="{797EF5CD-115A-6A6B-72C3-EFB4B8F7BE58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3" name="pg1368">
                <a:extLst>
                  <a:ext uri="{FF2B5EF4-FFF2-40B4-BE49-F238E27FC236}">
                    <a16:creationId xmlns:a16="http://schemas.microsoft.com/office/drawing/2014/main" id="{D13CA5DF-FB98-CF1D-14B8-164B1873B146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4" name="pg1369">
                <a:extLst>
                  <a:ext uri="{FF2B5EF4-FFF2-40B4-BE49-F238E27FC236}">
                    <a16:creationId xmlns:a16="http://schemas.microsoft.com/office/drawing/2014/main" id="{727C4854-51DD-A65F-54B3-C6945DC29BAB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5" name="pg1370">
                <a:extLst>
                  <a:ext uri="{FF2B5EF4-FFF2-40B4-BE49-F238E27FC236}">
                    <a16:creationId xmlns:a16="http://schemas.microsoft.com/office/drawing/2014/main" id="{60F562E8-0650-738B-66D5-9FD15177FEC7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6" name="pg1371">
                <a:extLst>
                  <a:ext uri="{FF2B5EF4-FFF2-40B4-BE49-F238E27FC236}">
                    <a16:creationId xmlns:a16="http://schemas.microsoft.com/office/drawing/2014/main" id="{7738A765-2F05-E7E3-70FE-E15AE0536BAC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8">
                  <a:alpha val="100000"/>
                </a:srgbClr>
              </a:solidFill>
              <a:ln w="5420" cap="flat">
                <a:solidFill>
                  <a:srgbClr val="A2E1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7" name="pg1372">
                <a:extLst>
                  <a:ext uri="{FF2B5EF4-FFF2-40B4-BE49-F238E27FC236}">
                    <a16:creationId xmlns:a16="http://schemas.microsoft.com/office/drawing/2014/main" id="{3C13A838-451A-2198-55F7-03BA1A42B87E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8" name="pg1373">
                <a:extLst>
                  <a:ext uri="{FF2B5EF4-FFF2-40B4-BE49-F238E27FC236}">
                    <a16:creationId xmlns:a16="http://schemas.microsoft.com/office/drawing/2014/main" id="{8C3B1726-FFB3-49FB-B31E-C89D4098D2D0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9" name="pg1374">
                <a:extLst>
                  <a:ext uri="{FF2B5EF4-FFF2-40B4-BE49-F238E27FC236}">
                    <a16:creationId xmlns:a16="http://schemas.microsoft.com/office/drawing/2014/main" id="{7D46171B-50B6-B423-9740-9C8267B11ACF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0" name="pg1375">
                <a:extLst>
                  <a:ext uri="{FF2B5EF4-FFF2-40B4-BE49-F238E27FC236}">
                    <a16:creationId xmlns:a16="http://schemas.microsoft.com/office/drawing/2014/main" id="{250B99E3-6F1B-8448-A244-C2BE50801D44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1" name="pg1376">
                <a:extLst>
                  <a:ext uri="{FF2B5EF4-FFF2-40B4-BE49-F238E27FC236}">
                    <a16:creationId xmlns:a16="http://schemas.microsoft.com/office/drawing/2014/main" id="{D35B5CEB-7D20-2D6B-7E29-467D52ACB3EA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2" name="pg1377">
                <a:extLst>
                  <a:ext uri="{FF2B5EF4-FFF2-40B4-BE49-F238E27FC236}">
                    <a16:creationId xmlns:a16="http://schemas.microsoft.com/office/drawing/2014/main" id="{DFC99EDA-C3FE-78BE-0B9C-EB63737F019A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3" name="pg1378">
                <a:extLst>
                  <a:ext uri="{FF2B5EF4-FFF2-40B4-BE49-F238E27FC236}">
                    <a16:creationId xmlns:a16="http://schemas.microsoft.com/office/drawing/2014/main" id="{040FC6B1-E773-096B-A152-3B8B926F669F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4" name="pg1379">
                <a:extLst>
                  <a:ext uri="{FF2B5EF4-FFF2-40B4-BE49-F238E27FC236}">
                    <a16:creationId xmlns:a16="http://schemas.microsoft.com/office/drawing/2014/main" id="{1FF874CA-B47F-9094-23EF-9C6C3E38D49D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5" name="pg1380">
                <a:extLst>
                  <a:ext uri="{FF2B5EF4-FFF2-40B4-BE49-F238E27FC236}">
                    <a16:creationId xmlns:a16="http://schemas.microsoft.com/office/drawing/2014/main" id="{8EE968EF-91C7-C330-AA2F-8257DA17AC91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6" name="pg1381">
                <a:extLst>
                  <a:ext uri="{FF2B5EF4-FFF2-40B4-BE49-F238E27FC236}">
                    <a16:creationId xmlns:a16="http://schemas.microsoft.com/office/drawing/2014/main" id="{EB08E849-31BA-843D-7279-4E1C3DDA9B24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7" name="pg1382">
                <a:extLst>
                  <a:ext uri="{FF2B5EF4-FFF2-40B4-BE49-F238E27FC236}">
                    <a16:creationId xmlns:a16="http://schemas.microsoft.com/office/drawing/2014/main" id="{7FC54FE3-2F5A-A6D5-751E-438FD0BA41F2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8" name="pg1383">
                <a:extLst>
                  <a:ext uri="{FF2B5EF4-FFF2-40B4-BE49-F238E27FC236}">
                    <a16:creationId xmlns:a16="http://schemas.microsoft.com/office/drawing/2014/main" id="{B674144D-5504-5CF2-B11B-45EC771AEAD6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9" name="pg1384">
                <a:extLst>
                  <a:ext uri="{FF2B5EF4-FFF2-40B4-BE49-F238E27FC236}">
                    <a16:creationId xmlns:a16="http://schemas.microsoft.com/office/drawing/2014/main" id="{5130FF4E-992E-D8D4-8697-960066785572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0" name="pg1385">
                <a:extLst>
                  <a:ext uri="{FF2B5EF4-FFF2-40B4-BE49-F238E27FC236}">
                    <a16:creationId xmlns:a16="http://schemas.microsoft.com/office/drawing/2014/main" id="{2771FFCC-356E-64F4-F8EA-84A03D1DD574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1" name="pg1386">
                <a:extLst>
                  <a:ext uri="{FF2B5EF4-FFF2-40B4-BE49-F238E27FC236}">
                    <a16:creationId xmlns:a16="http://schemas.microsoft.com/office/drawing/2014/main" id="{BE1F0BD5-4C4D-7C7B-205E-E9210A0703D0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2" name="pg1387">
                <a:extLst>
                  <a:ext uri="{FF2B5EF4-FFF2-40B4-BE49-F238E27FC236}">
                    <a16:creationId xmlns:a16="http://schemas.microsoft.com/office/drawing/2014/main" id="{95D0C41D-4FDB-3997-BC9A-F05233FAAAD6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3" name="pg1388">
                <a:extLst>
                  <a:ext uri="{FF2B5EF4-FFF2-40B4-BE49-F238E27FC236}">
                    <a16:creationId xmlns:a16="http://schemas.microsoft.com/office/drawing/2014/main" id="{BC3FD770-A5EB-6517-6336-46E994F0E59E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4" name="pg1389">
                <a:extLst>
                  <a:ext uri="{FF2B5EF4-FFF2-40B4-BE49-F238E27FC236}">
                    <a16:creationId xmlns:a16="http://schemas.microsoft.com/office/drawing/2014/main" id="{670FB484-829F-B6E4-1977-B4CA5953A19E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5" name="pg1390">
                <a:extLst>
                  <a:ext uri="{FF2B5EF4-FFF2-40B4-BE49-F238E27FC236}">
                    <a16:creationId xmlns:a16="http://schemas.microsoft.com/office/drawing/2014/main" id="{DB0369A9-5E30-E994-93CB-7582BE2751D0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6" name="pg1391">
                <a:extLst>
                  <a:ext uri="{FF2B5EF4-FFF2-40B4-BE49-F238E27FC236}">
                    <a16:creationId xmlns:a16="http://schemas.microsoft.com/office/drawing/2014/main" id="{14B1ABEA-D54B-F321-9A81-A8E5E4F7B51B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7" name="pg1392">
                <a:extLst>
                  <a:ext uri="{FF2B5EF4-FFF2-40B4-BE49-F238E27FC236}">
                    <a16:creationId xmlns:a16="http://schemas.microsoft.com/office/drawing/2014/main" id="{F28C6BF0-BD58-EA65-CDC0-AD3C000AA992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8" name="pg1393">
                <a:extLst>
                  <a:ext uri="{FF2B5EF4-FFF2-40B4-BE49-F238E27FC236}">
                    <a16:creationId xmlns:a16="http://schemas.microsoft.com/office/drawing/2014/main" id="{A8EEE9C9-6384-603A-FCDE-9A07A6961EA8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9" name="pg1394">
                <a:extLst>
                  <a:ext uri="{FF2B5EF4-FFF2-40B4-BE49-F238E27FC236}">
                    <a16:creationId xmlns:a16="http://schemas.microsoft.com/office/drawing/2014/main" id="{B914C5E7-E487-4291-A658-C9BA28FC133A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0" name="pg1395">
                <a:extLst>
                  <a:ext uri="{FF2B5EF4-FFF2-40B4-BE49-F238E27FC236}">
                    <a16:creationId xmlns:a16="http://schemas.microsoft.com/office/drawing/2014/main" id="{B7338BBA-2804-F17C-FFB0-872047C35948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1" name="pg1396">
                <a:extLst>
                  <a:ext uri="{FF2B5EF4-FFF2-40B4-BE49-F238E27FC236}">
                    <a16:creationId xmlns:a16="http://schemas.microsoft.com/office/drawing/2014/main" id="{1FDFAD77-AD43-5AFA-2B52-8D775FBE5504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2" name="pg1397">
                <a:extLst>
                  <a:ext uri="{FF2B5EF4-FFF2-40B4-BE49-F238E27FC236}">
                    <a16:creationId xmlns:a16="http://schemas.microsoft.com/office/drawing/2014/main" id="{DFF44E63-1AF8-B58C-1082-514F2A84C096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3" name="pg1398">
                <a:extLst>
                  <a:ext uri="{FF2B5EF4-FFF2-40B4-BE49-F238E27FC236}">
                    <a16:creationId xmlns:a16="http://schemas.microsoft.com/office/drawing/2014/main" id="{B727F7C9-6C97-67FB-0440-418419AA7913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4" name="pg1399">
                <a:extLst>
                  <a:ext uri="{FF2B5EF4-FFF2-40B4-BE49-F238E27FC236}">
                    <a16:creationId xmlns:a16="http://schemas.microsoft.com/office/drawing/2014/main" id="{136C4E55-57C5-89B4-43DB-EDFBABB339AA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5" name="pg1400">
                <a:extLst>
                  <a:ext uri="{FF2B5EF4-FFF2-40B4-BE49-F238E27FC236}">
                    <a16:creationId xmlns:a16="http://schemas.microsoft.com/office/drawing/2014/main" id="{7AA78802-2076-9A95-030B-BCC5415B4CC8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6" name="pg1401">
                <a:extLst>
                  <a:ext uri="{FF2B5EF4-FFF2-40B4-BE49-F238E27FC236}">
                    <a16:creationId xmlns:a16="http://schemas.microsoft.com/office/drawing/2014/main" id="{4D32216F-4A9E-0E5E-B458-3DEA98BD838C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7" name="pg1402">
                <a:extLst>
                  <a:ext uri="{FF2B5EF4-FFF2-40B4-BE49-F238E27FC236}">
                    <a16:creationId xmlns:a16="http://schemas.microsoft.com/office/drawing/2014/main" id="{77B45E62-765F-701C-F430-31001C0FA45A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8" name="pg1403">
                <a:extLst>
                  <a:ext uri="{FF2B5EF4-FFF2-40B4-BE49-F238E27FC236}">
                    <a16:creationId xmlns:a16="http://schemas.microsoft.com/office/drawing/2014/main" id="{C0E74E11-E68B-BE5E-EAD3-50ACEAB9323F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9" name="pg1404">
                <a:extLst>
                  <a:ext uri="{FF2B5EF4-FFF2-40B4-BE49-F238E27FC236}">
                    <a16:creationId xmlns:a16="http://schemas.microsoft.com/office/drawing/2014/main" id="{B97B40AB-ABDB-2BE7-260E-D0523FC5F238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0" name="pg1405">
                <a:extLst>
                  <a:ext uri="{FF2B5EF4-FFF2-40B4-BE49-F238E27FC236}">
                    <a16:creationId xmlns:a16="http://schemas.microsoft.com/office/drawing/2014/main" id="{C0F90FB3-E3F3-DD05-D714-699E3414F2FA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1" name="pg1406">
                <a:extLst>
                  <a:ext uri="{FF2B5EF4-FFF2-40B4-BE49-F238E27FC236}">
                    <a16:creationId xmlns:a16="http://schemas.microsoft.com/office/drawing/2014/main" id="{ECF328B7-8307-47F6-7745-AE81ED13D5E1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2" name="pg1407">
                <a:extLst>
                  <a:ext uri="{FF2B5EF4-FFF2-40B4-BE49-F238E27FC236}">
                    <a16:creationId xmlns:a16="http://schemas.microsoft.com/office/drawing/2014/main" id="{25358F09-C900-98BB-1642-BB0343DF3C92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3" name="pg1408">
                <a:extLst>
                  <a:ext uri="{FF2B5EF4-FFF2-40B4-BE49-F238E27FC236}">
                    <a16:creationId xmlns:a16="http://schemas.microsoft.com/office/drawing/2014/main" id="{D386560E-23B7-7B98-99B9-CFA7033A5D91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4" name="pg1409">
                <a:extLst>
                  <a:ext uri="{FF2B5EF4-FFF2-40B4-BE49-F238E27FC236}">
                    <a16:creationId xmlns:a16="http://schemas.microsoft.com/office/drawing/2014/main" id="{9B1F8A21-FA21-3A38-ABEF-38CBA5497904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5" name="pg1410">
                <a:extLst>
                  <a:ext uri="{FF2B5EF4-FFF2-40B4-BE49-F238E27FC236}">
                    <a16:creationId xmlns:a16="http://schemas.microsoft.com/office/drawing/2014/main" id="{23AA6F11-BAB7-5EF4-2056-65CF0E96B1C4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6" name="pg1411">
                <a:extLst>
                  <a:ext uri="{FF2B5EF4-FFF2-40B4-BE49-F238E27FC236}">
                    <a16:creationId xmlns:a16="http://schemas.microsoft.com/office/drawing/2014/main" id="{3CDBFCCD-469B-CD0D-B29A-87D4B50F2A7A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7" name="pg1412">
                <a:extLst>
                  <a:ext uri="{FF2B5EF4-FFF2-40B4-BE49-F238E27FC236}">
                    <a16:creationId xmlns:a16="http://schemas.microsoft.com/office/drawing/2014/main" id="{90F4B760-AC58-3C6D-684F-BDD4BA49AE35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8" name="pg1413">
                <a:extLst>
                  <a:ext uri="{FF2B5EF4-FFF2-40B4-BE49-F238E27FC236}">
                    <a16:creationId xmlns:a16="http://schemas.microsoft.com/office/drawing/2014/main" id="{A00D96D0-689C-0CD4-998A-C4C11145F0DD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9" name="pg1414">
                <a:extLst>
                  <a:ext uri="{FF2B5EF4-FFF2-40B4-BE49-F238E27FC236}">
                    <a16:creationId xmlns:a16="http://schemas.microsoft.com/office/drawing/2014/main" id="{66F0E3D6-227D-71D3-F488-A624EAB75B5C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0" name="pg1415">
                <a:extLst>
                  <a:ext uri="{FF2B5EF4-FFF2-40B4-BE49-F238E27FC236}">
                    <a16:creationId xmlns:a16="http://schemas.microsoft.com/office/drawing/2014/main" id="{C7DFF733-3B14-1DE7-B7B2-05175FB5C052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1" name="pg1416">
                <a:extLst>
                  <a:ext uri="{FF2B5EF4-FFF2-40B4-BE49-F238E27FC236}">
                    <a16:creationId xmlns:a16="http://schemas.microsoft.com/office/drawing/2014/main" id="{3CB2E393-7402-1CEC-8F2F-3E1298D3F809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2" name="pg1417">
                <a:extLst>
                  <a:ext uri="{FF2B5EF4-FFF2-40B4-BE49-F238E27FC236}">
                    <a16:creationId xmlns:a16="http://schemas.microsoft.com/office/drawing/2014/main" id="{6B3A204A-094D-FE7E-74D5-61B226D7A081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3" name="pg1418">
                <a:extLst>
                  <a:ext uri="{FF2B5EF4-FFF2-40B4-BE49-F238E27FC236}">
                    <a16:creationId xmlns:a16="http://schemas.microsoft.com/office/drawing/2014/main" id="{7F794643-FD2F-6152-9CBB-FFF0616BF77B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4" name="pg1419">
                <a:extLst>
                  <a:ext uri="{FF2B5EF4-FFF2-40B4-BE49-F238E27FC236}">
                    <a16:creationId xmlns:a16="http://schemas.microsoft.com/office/drawing/2014/main" id="{B93ADA5D-17FC-126E-B6BB-167448A3BCDC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5" name="pg1420">
                <a:extLst>
                  <a:ext uri="{FF2B5EF4-FFF2-40B4-BE49-F238E27FC236}">
                    <a16:creationId xmlns:a16="http://schemas.microsoft.com/office/drawing/2014/main" id="{CBD116D6-B0DF-CD5E-DE61-56CD0707AA7E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6" name="pg1421">
                <a:extLst>
                  <a:ext uri="{FF2B5EF4-FFF2-40B4-BE49-F238E27FC236}">
                    <a16:creationId xmlns:a16="http://schemas.microsoft.com/office/drawing/2014/main" id="{5E253E78-F274-2005-EDCC-02DEE62275D6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7" name="pg1422">
                <a:extLst>
                  <a:ext uri="{FF2B5EF4-FFF2-40B4-BE49-F238E27FC236}">
                    <a16:creationId xmlns:a16="http://schemas.microsoft.com/office/drawing/2014/main" id="{7B5A52D8-753A-99B5-99B8-543D9C39C415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8" name="pg1423">
                <a:extLst>
                  <a:ext uri="{FF2B5EF4-FFF2-40B4-BE49-F238E27FC236}">
                    <a16:creationId xmlns:a16="http://schemas.microsoft.com/office/drawing/2014/main" id="{D9346FB6-1CBD-34AF-F190-D3019DE270BC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9" name="pg1424">
                <a:extLst>
                  <a:ext uri="{FF2B5EF4-FFF2-40B4-BE49-F238E27FC236}">
                    <a16:creationId xmlns:a16="http://schemas.microsoft.com/office/drawing/2014/main" id="{EC2B3902-C65B-BA24-FCD9-809AF4552875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0" name="pg1425">
                <a:extLst>
                  <a:ext uri="{FF2B5EF4-FFF2-40B4-BE49-F238E27FC236}">
                    <a16:creationId xmlns:a16="http://schemas.microsoft.com/office/drawing/2014/main" id="{234F7CC7-447E-956A-0FDD-D84A5C0144F0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1" name="pg1426">
                <a:extLst>
                  <a:ext uri="{FF2B5EF4-FFF2-40B4-BE49-F238E27FC236}">
                    <a16:creationId xmlns:a16="http://schemas.microsoft.com/office/drawing/2014/main" id="{3869615D-FC25-D279-8BA3-E872B3C724F7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2" name="pg1427">
                <a:extLst>
                  <a:ext uri="{FF2B5EF4-FFF2-40B4-BE49-F238E27FC236}">
                    <a16:creationId xmlns:a16="http://schemas.microsoft.com/office/drawing/2014/main" id="{D94BF9C5-5E5F-5CA3-D217-E6E72AFBD1E3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3" name="pg1428">
                <a:extLst>
                  <a:ext uri="{FF2B5EF4-FFF2-40B4-BE49-F238E27FC236}">
                    <a16:creationId xmlns:a16="http://schemas.microsoft.com/office/drawing/2014/main" id="{E25EF243-1D5E-043E-31FE-092A7B7B3687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4" name="pg1429">
                <a:extLst>
                  <a:ext uri="{FF2B5EF4-FFF2-40B4-BE49-F238E27FC236}">
                    <a16:creationId xmlns:a16="http://schemas.microsoft.com/office/drawing/2014/main" id="{FD09E1E5-9472-DA0F-9639-A4D47E531856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5" name="pg1430">
                <a:extLst>
                  <a:ext uri="{FF2B5EF4-FFF2-40B4-BE49-F238E27FC236}">
                    <a16:creationId xmlns:a16="http://schemas.microsoft.com/office/drawing/2014/main" id="{3063244F-2E70-779B-EB53-DA390B51C770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6" name="pg1431">
                <a:extLst>
                  <a:ext uri="{FF2B5EF4-FFF2-40B4-BE49-F238E27FC236}">
                    <a16:creationId xmlns:a16="http://schemas.microsoft.com/office/drawing/2014/main" id="{F6E16FE7-9D1C-697E-72D4-D75ECA011A50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7" name="pg1432">
                <a:extLst>
                  <a:ext uri="{FF2B5EF4-FFF2-40B4-BE49-F238E27FC236}">
                    <a16:creationId xmlns:a16="http://schemas.microsoft.com/office/drawing/2014/main" id="{48110847-BF81-F6DF-3E37-5E6AF679A321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8" name="pg1433">
                <a:extLst>
                  <a:ext uri="{FF2B5EF4-FFF2-40B4-BE49-F238E27FC236}">
                    <a16:creationId xmlns:a16="http://schemas.microsoft.com/office/drawing/2014/main" id="{5E26362A-631F-8E7F-9C33-CE3DB9E64DA0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9" name="pg1434">
                <a:extLst>
                  <a:ext uri="{FF2B5EF4-FFF2-40B4-BE49-F238E27FC236}">
                    <a16:creationId xmlns:a16="http://schemas.microsoft.com/office/drawing/2014/main" id="{8E2487C6-33A9-661F-3880-857E31E19628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0" name="pg1435">
                <a:extLst>
                  <a:ext uri="{FF2B5EF4-FFF2-40B4-BE49-F238E27FC236}">
                    <a16:creationId xmlns:a16="http://schemas.microsoft.com/office/drawing/2014/main" id="{5486D1CA-F359-DCFC-E241-0DAFB0D88E76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1" name="pg1436">
                <a:extLst>
                  <a:ext uri="{FF2B5EF4-FFF2-40B4-BE49-F238E27FC236}">
                    <a16:creationId xmlns:a16="http://schemas.microsoft.com/office/drawing/2014/main" id="{53667617-E392-C7C7-91F3-C765D2C18182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2" name="pg1437">
                <a:extLst>
                  <a:ext uri="{FF2B5EF4-FFF2-40B4-BE49-F238E27FC236}">
                    <a16:creationId xmlns:a16="http://schemas.microsoft.com/office/drawing/2014/main" id="{4B6F1CD2-29FA-A39F-1B85-EA3F08013B43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3" name="pg1438">
                <a:extLst>
                  <a:ext uri="{FF2B5EF4-FFF2-40B4-BE49-F238E27FC236}">
                    <a16:creationId xmlns:a16="http://schemas.microsoft.com/office/drawing/2014/main" id="{87C2ACBE-E8FD-ACF9-D0BC-0B265757F073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4" name="pg1439">
                <a:extLst>
                  <a:ext uri="{FF2B5EF4-FFF2-40B4-BE49-F238E27FC236}">
                    <a16:creationId xmlns:a16="http://schemas.microsoft.com/office/drawing/2014/main" id="{FE9FD7DC-77FC-3F3F-28A5-9AB22C267A7F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5" name="pg1440">
                <a:extLst>
                  <a:ext uri="{FF2B5EF4-FFF2-40B4-BE49-F238E27FC236}">
                    <a16:creationId xmlns:a16="http://schemas.microsoft.com/office/drawing/2014/main" id="{A29E6760-642C-2B02-84AA-97B108B4C473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6" name="pg1441">
                <a:extLst>
                  <a:ext uri="{FF2B5EF4-FFF2-40B4-BE49-F238E27FC236}">
                    <a16:creationId xmlns:a16="http://schemas.microsoft.com/office/drawing/2014/main" id="{486854AF-0F55-31C0-774E-3485CC094DD2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7" name="pg1442">
                <a:extLst>
                  <a:ext uri="{FF2B5EF4-FFF2-40B4-BE49-F238E27FC236}">
                    <a16:creationId xmlns:a16="http://schemas.microsoft.com/office/drawing/2014/main" id="{251DCEDD-032A-B718-4694-154876058B95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8" name="pg1443">
                <a:extLst>
                  <a:ext uri="{FF2B5EF4-FFF2-40B4-BE49-F238E27FC236}">
                    <a16:creationId xmlns:a16="http://schemas.microsoft.com/office/drawing/2014/main" id="{34E3E391-A898-8A6A-ED3E-F04EB10211FE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9" name="pg1444">
                <a:extLst>
                  <a:ext uri="{FF2B5EF4-FFF2-40B4-BE49-F238E27FC236}">
                    <a16:creationId xmlns:a16="http://schemas.microsoft.com/office/drawing/2014/main" id="{0614B436-B62A-A443-74DB-CC151A699EA2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0" name="pg1445">
                <a:extLst>
                  <a:ext uri="{FF2B5EF4-FFF2-40B4-BE49-F238E27FC236}">
                    <a16:creationId xmlns:a16="http://schemas.microsoft.com/office/drawing/2014/main" id="{69CEE16F-C781-94B3-64F6-2215B484AE58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1" name="pg1446">
                <a:extLst>
                  <a:ext uri="{FF2B5EF4-FFF2-40B4-BE49-F238E27FC236}">
                    <a16:creationId xmlns:a16="http://schemas.microsoft.com/office/drawing/2014/main" id="{DCACEE21-D147-74DE-069E-AE84211FF429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2" name="pg1447">
                <a:extLst>
                  <a:ext uri="{FF2B5EF4-FFF2-40B4-BE49-F238E27FC236}">
                    <a16:creationId xmlns:a16="http://schemas.microsoft.com/office/drawing/2014/main" id="{5B3E9A25-1B0B-715E-8F1F-24A3CCDCAEA0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3" name="pg1448">
                <a:extLst>
                  <a:ext uri="{FF2B5EF4-FFF2-40B4-BE49-F238E27FC236}">
                    <a16:creationId xmlns:a16="http://schemas.microsoft.com/office/drawing/2014/main" id="{7279A06A-14CC-6080-7FA6-656D5315A6B1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4" name="pg1449">
                <a:extLst>
                  <a:ext uri="{FF2B5EF4-FFF2-40B4-BE49-F238E27FC236}">
                    <a16:creationId xmlns:a16="http://schemas.microsoft.com/office/drawing/2014/main" id="{D9584629-034F-97DA-77E5-11AB43780BC0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5" name="pg1450">
                <a:extLst>
                  <a:ext uri="{FF2B5EF4-FFF2-40B4-BE49-F238E27FC236}">
                    <a16:creationId xmlns:a16="http://schemas.microsoft.com/office/drawing/2014/main" id="{72041020-45C7-F50C-3DA4-776962C6D146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6" name="pg1451">
                <a:extLst>
                  <a:ext uri="{FF2B5EF4-FFF2-40B4-BE49-F238E27FC236}">
                    <a16:creationId xmlns:a16="http://schemas.microsoft.com/office/drawing/2014/main" id="{10F76C94-DBFB-525B-809D-C2FD61220AB2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7" name="pg1452">
                <a:extLst>
                  <a:ext uri="{FF2B5EF4-FFF2-40B4-BE49-F238E27FC236}">
                    <a16:creationId xmlns:a16="http://schemas.microsoft.com/office/drawing/2014/main" id="{606E2D59-190D-9876-246A-5D761C302765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8" name="pg1453">
                <a:extLst>
                  <a:ext uri="{FF2B5EF4-FFF2-40B4-BE49-F238E27FC236}">
                    <a16:creationId xmlns:a16="http://schemas.microsoft.com/office/drawing/2014/main" id="{AB9CD9E4-3757-0F90-FF4C-CA95698953E7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9" name="pg1454">
                <a:extLst>
                  <a:ext uri="{FF2B5EF4-FFF2-40B4-BE49-F238E27FC236}">
                    <a16:creationId xmlns:a16="http://schemas.microsoft.com/office/drawing/2014/main" id="{731446EF-2D42-5291-58F8-35D7BE209BC6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0" name="pg1455">
                <a:extLst>
                  <a:ext uri="{FF2B5EF4-FFF2-40B4-BE49-F238E27FC236}">
                    <a16:creationId xmlns:a16="http://schemas.microsoft.com/office/drawing/2014/main" id="{EB216F00-AB72-1FC1-838C-0D6058A1934A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1" name="pg1456">
                <a:extLst>
                  <a:ext uri="{FF2B5EF4-FFF2-40B4-BE49-F238E27FC236}">
                    <a16:creationId xmlns:a16="http://schemas.microsoft.com/office/drawing/2014/main" id="{1BD22F0A-2873-03F6-54F5-926839F59973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2" name="pg1457">
                <a:extLst>
                  <a:ext uri="{FF2B5EF4-FFF2-40B4-BE49-F238E27FC236}">
                    <a16:creationId xmlns:a16="http://schemas.microsoft.com/office/drawing/2014/main" id="{93100CBC-DBCB-4F4F-A6DE-5C2F5E04AFB3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3" name="pg1458">
                <a:extLst>
                  <a:ext uri="{FF2B5EF4-FFF2-40B4-BE49-F238E27FC236}">
                    <a16:creationId xmlns:a16="http://schemas.microsoft.com/office/drawing/2014/main" id="{69EC7A28-B8D1-C1E8-95C6-31DA2F47BD27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4" name="pg1459">
                <a:extLst>
                  <a:ext uri="{FF2B5EF4-FFF2-40B4-BE49-F238E27FC236}">
                    <a16:creationId xmlns:a16="http://schemas.microsoft.com/office/drawing/2014/main" id="{D709953A-3344-30FD-1164-061E71D8D50C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5" name="pg1460">
                <a:extLst>
                  <a:ext uri="{FF2B5EF4-FFF2-40B4-BE49-F238E27FC236}">
                    <a16:creationId xmlns:a16="http://schemas.microsoft.com/office/drawing/2014/main" id="{84887132-A8A5-DC64-7634-9CC7A5A943C0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6" name="pg1461">
                <a:extLst>
                  <a:ext uri="{FF2B5EF4-FFF2-40B4-BE49-F238E27FC236}">
                    <a16:creationId xmlns:a16="http://schemas.microsoft.com/office/drawing/2014/main" id="{E4C77424-C3DD-EBE3-8860-5618195EACFF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7" name="pg1462">
                <a:extLst>
                  <a:ext uri="{FF2B5EF4-FFF2-40B4-BE49-F238E27FC236}">
                    <a16:creationId xmlns:a16="http://schemas.microsoft.com/office/drawing/2014/main" id="{7D8FD775-C496-1AD8-F0E5-BF936733AAA9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8" name="pg1463">
                <a:extLst>
                  <a:ext uri="{FF2B5EF4-FFF2-40B4-BE49-F238E27FC236}">
                    <a16:creationId xmlns:a16="http://schemas.microsoft.com/office/drawing/2014/main" id="{5C7476A8-7ADA-0AFF-0E50-3B79145B92DF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9" name="pg1464">
                <a:extLst>
                  <a:ext uri="{FF2B5EF4-FFF2-40B4-BE49-F238E27FC236}">
                    <a16:creationId xmlns:a16="http://schemas.microsoft.com/office/drawing/2014/main" id="{46643166-6469-3057-3BCD-E3EEE5ADA888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0" name="pg1465">
                <a:extLst>
                  <a:ext uri="{FF2B5EF4-FFF2-40B4-BE49-F238E27FC236}">
                    <a16:creationId xmlns:a16="http://schemas.microsoft.com/office/drawing/2014/main" id="{8DC879BC-857D-E938-422E-349488B4EBCB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1" name="pg1466">
                <a:extLst>
                  <a:ext uri="{FF2B5EF4-FFF2-40B4-BE49-F238E27FC236}">
                    <a16:creationId xmlns:a16="http://schemas.microsoft.com/office/drawing/2014/main" id="{CDDC2ABD-73EA-C79D-2459-E91D542E2749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2" name="pg1467">
                <a:extLst>
                  <a:ext uri="{FF2B5EF4-FFF2-40B4-BE49-F238E27FC236}">
                    <a16:creationId xmlns:a16="http://schemas.microsoft.com/office/drawing/2014/main" id="{B7E777B9-E543-7F97-5954-2C7E2A3A8914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3" name="pg1468">
                <a:extLst>
                  <a:ext uri="{FF2B5EF4-FFF2-40B4-BE49-F238E27FC236}">
                    <a16:creationId xmlns:a16="http://schemas.microsoft.com/office/drawing/2014/main" id="{0DDEE39E-BBE5-D74D-D292-5915697E3A23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4" name="pg1469">
                <a:extLst>
                  <a:ext uri="{FF2B5EF4-FFF2-40B4-BE49-F238E27FC236}">
                    <a16:creationId xmlns:a16="http://schemas.microsoft.com/office/drawing/2014/main" id="{ED1765BB-D17D-C1D6-2334-650834417A2C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5" name="pg1470">
                <a:extLst>
                  <a:ext uri="{FF2B5EF4-FFF2-40B4-BE49-F238E27FC236}">
                    <a16:creationId xmlns:a16="http://schemas.microsoft.com/office/drawing/2014/main" id="{486627F6-0CD1-414E-A53E-484E1D787DF4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6" name="pg1471">
                <a:extLst>
                  <a:ext uri="{FF2B5EF4-FFF2-40B4-BE49-F238E27FC236}">
                    <a16:creationId xmlns:a16="http://schemas.microsoft.com/office/drawing/2014/main" id="{53030D60-A115-830B-3074-30947ABBA3D0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7" name="pg1472">
                <a:extLst>
                  <a:ext uri="{FF2B5EF4-FFF2-40B4-BE49-F238E27FC236}">
                    <a16:creationId xmlns:a16="http://schemas.microsoft.com/office/drawing/2014/main" id="{74B8332A-80D3-0D2F-265F-5A670DC17D24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8" name="pg1473">
                <a:extLst>
                  <a:ext uri="{FF2B5EF4-FFF2-40B4-BE49-F238E27FC236}">
                    <a16:creationId xmlns:a16="http://schemas.microsoft.com/office/drawing/2014/main" id="{43285B4C-D251-F40F-E9F6-02D4A46874EE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9" name="pg1474">
                <a:extLst>
                  <a:ext uri="{FF2B5EF4-FFF2-40B4-BE49-F238E27FC236}">
                    <a16:creationId xmlns:a16="http://schemas.microsoft.com/office/drawing/2014/main" id="{B888468D-0F1A-17F5-E344-70E2C498C8EC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0" name="pg1475">
                <a:extLst>
                  <a:ext uri="{FF2B5EF4-FFF2-40B4-BE49-F238E27FC236}">
                    <a16:creationId xmlns:a16="http://schemas.microsoft.com/office/drawing/2014/main" id="{6517D0F4-FC8B-1C7C-F2EC-56BA872A8F45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1" name="pg1476">
                <a:extLst>
                  <a:ext uri="{FF2B5EF4-FFF2-40B4-BE49-F238E27FC236}">
                    <a16:creationId xmlns:a16="http://schemas.microsoft.com/office/drawing/2014/main" id="{E315B5AF-C0D1-A16F-403C-ABED08E3DE1E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2" name="pg1477">
                <a:extLst>
                  <a:ext uri="{FF2B5EF4-FFF2-40B4-BE49-F238E27FC236}">
                    <a16:creationId xmlns:a16="http://schemas.microsoft.com/office/drawing/2014/main" id="{5D2C1094-F5B5-AD0C-A06F-ABE913B0FF35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3" name="pg1478">
                <a:extLst>
                  <a:ext uri="{FF2B5EF4-FFF2-40B4-BE49-F238E27FC236}">
                    <a16:creationId xmlns:a16="http://schemas.microsoft.com/office/drawing/2014/main" id="{4AA935E9-0004-1066-296F-DFAC5ADD7D21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4" name="pg1479">
                <a:extLst>
                  <a:ext uri="{FF2B5EF4-FFF2-40B4-BE49-F238E27FC236}">
                    <a16:creationId xmlns:a16="http://schemas.microsoft.com/office/drawing/2014/main" id="{9DFDE9B8-A6BD-4B7D-4E25-A53B123C6882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5" name="pg1480">
                <a:extLst>
                  <a:ext uri="{FF2B5EF4-FFF2-40B4-BE49-F238E27FC236}">
                    <a16:creationId xmlns:a16="http://schemas.microsoft.com/office/drawing/2014/main" id="{454B4D12-142C-13F2-789E-1709FBD838EC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6" name="pg1481">
                <a:extLst>
                  <a:ext uri="{FF2B5EF4-FFF2-40B4-BE49-F238E27FC236}">
                    <a16:creationId xmlns:a16="http://schemas.microsoft.com/office/drawing/2014/main" id="{0F23D965-4173-46FF-0F65-08ABC2AC5A3A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7" name="pg1482">
                <a:extLst>
                  <a:ext uri="{FF2B5EF4-FFF2-40B4-BE49-F238E27FC236}">
                    <a16:creationId xmlns:a16="http://schemas.microsoft.com/office/drawing/2014/main" id="{0238F289-F7BC-B313-20A2-51DE768D3E74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8" name="pg1483">
                <a:extLst>
                  <a:ext uri="{FF2B5EF4-FFF2-40B4-BE49-F238E27FC236}">
                    <a16:creationId xmlns:a16="http://schemas.microsoft.com/office/drawing/2014/main" id="{CF0EB4E3-87EF-8F7D-7840-FB1446954870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9" name="pg1484">
                <a:extLst>
                  <a:ext uri="{FF2B5EF4-FFF2-40B4-BE49-F238E27FC236}">
                    <a16:creationId xmlns:a16="http://schemas.microsoft.com/office/drawing/2014/main" id="{55A12821-C58E-0476-B3C0-C5552F9B032F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0" name="pg1485">
                <a:extLst>
                  <a:ext uri="{FF2B5EF4-FFF2-40B4-BE49-F238E27FC236}">
                    <a16:creationId xmlns:a16="http://schemas.microsoft.com/office/drawing/2014/main" id="{F7C5C2CD-9308-2F39-EF90-7DC6B2DA249F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1" name="pg1486">
                <a:extLst>
                  <a:ext uri="{FF2B5EF4-FFF2-40B4-BE49-F238E27FC236}">
                    <a16:creationId xmlns:a16="http://schemas.microsoft.com/office/drawing/2014/main" id="{5DF202BA-4883-9A6C-83CC-870DBABAD856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2" name="pg1487">
                <a:extLst>
                  <a:ext uri="{FF2B5EF4-FFF2-40B4-BE49-F238E27FC236}">
                    <a16:creationId xmlns:a16="http://schemas.microsoft.com/office/drawing/2014/main" id="{625B871C-ED61-AFB0-88F9-9EFB830AC82F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3" name="pg1488">
                <a:extLst>
                  <a:ext uri="{FF2B5EF4-FFF2-40B4-BE49-F238E27FC236}">
                    <a16:creationId xmlns:a16="http://schemas.microsoft.com/office/drawing/2014/main" id="{9F0D8194-5C6E-3914-4050-3E2743461A0A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4" name="pg1489">
                <a:extLst>
                  <a:ext uri="{FF2B5EF4-FFF2-40B4-BE49-F238E27FC236}">
                    <a16:creationId xmlns:a16="http://schemas.microsoft.com/office/drawing/2014/main" id="{0C85807D-32DC-BCA0-F291-EACE50939AA2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5" name="pg1490">
                <a:extLst>
                  <a:ext uri="{FF2B5EF4-FFF2-40B4-BE49-F238E27FC236}">
                    <a16:creationId xmlns:a16="http://schemas.microsoft.com/office/drawing/2014/main" id="{49C2EE41-BD02-2843-E78F-6894C7225515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6" name="pg1491">
                <a:extLst>
                  <a:ext uri="{FF2B5EF4-FFF2-40B4-BE49-F238E27FC236}">
                    <a16:creationId xmlns:a16="http://schemas.microsoft.com/office/drawing/2014/main" id="{F4620FB0-BFA0-277E-37CB-710595731559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7" name="pg1492">
                <a:extLst>
                  <a:ext uri="{FF2B5EF4-FFF2-40B4-BE49-F238E27FC236}">
                    <a16:creationId xmlns:a16="http://schemas.microsoft.com/office/drawing/2014/main" id="{77D7A6DC-C575-29A7-20EB-600D999C08B4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8" name="pg1493">
                <a:extLst>
                  <a:ext uri="{FF2B5EF4-FFF2-40B4-BE49-F238E27FC236}">
                    <a16:creationId xmlns:a16="http://schemas.microsoft.com/office/drawing/2014/main" id="{9AB2E045-B36A-8625-E9FE-38061DACF7FB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9" name="pg1494">
                <a:extLst>
                  <a:ext uri="{FF2B5EF4-FFF2-40B4-BE49-F238E27FC236}">
                    <a16:creationId xmlns:a16="http://schemas.microsoft.com/office/drawing/2014/main" id="{11C1A4BA-600B-9938-5634-778F6881066D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0" name="pg1495">
                <a:extLst>
                  <a:ext uri="{FF2B5EF4-FFF2-40B4-BE49-F238E27FC236}">
                    <a16:creationId xmlns:a16="http://schemas.microsoft.com/office/drawing/2014/main" id="{F72CBD32-2E7F-61EE-1034-A928E636E4F3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1" name="pg1496">
                <a:extLst>
                  <a:ext uri="{FF2B5EF4-FFF2-40B4-BE49-F238E27FC236}">
                    <a16:creationId xmlns:a16="http://schemas.microsoft.com/office/drawing/2014/main" id="{A6DB01A2-6DB0-C773-AF8D-FA84B9CCBF6F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2" name="pg1497">
                <a:extLst>
                  <a:ext uri="{FF2B5EF4-FFF2-40B4-BE49-F238E27FC236}">
                    <a16:creationId xmlns:a16="http://schemas.microsoft.com/office/drawing/2014/main" id="{8F69ADA2-4400-E7B7-AF89-31974DFD8548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3" name="pg1498">
                <a:extLst>
                  <a:ext uri="{FF2B5EF4-FFF2-40B4-BE49-F238E27FC236}">
                    <a16:creationId xmlns:a16="http://schemas.microsoft.com/office/drawing/2014/main" id="{683C8D6E-6781-06B0-5FE7-CB4052561C18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4" name="pg1499">
                <a:extLst>
                  <a:ext uri="{FF2B5EF4-FFF2-40B4-BE49-F238E27FC236}">
                    <a16:creationId xmlns:a16="http://schemas.microsoft.com/office/drawing/2014/main" id="{CFBA2F86-F6D2-1872-4486-D6890EA72C52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5" name="pg1500">
                <a:extLst>
                  <a:ext uri="{FF2B5EF4-FFF2-40B4-BE49-F238E27FC236}">
                    <a16:creationId xmlns:a16="http://schemas.microsoft.com/office/drawing/2014/main" id="{D866992A-D786-2D87-EF86-D14B5CEB0A09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6" name="pg1501">
                <a:extLst>
                  <a:ext uri="{FF2B5EF4-FFF2-40B4-BE49-F238E27FC236}">
                    <a16:creationId xmlns:a16="http://schemas.microsoft.com/office/drawing/2014/main" id="{4D04D637-06B2-1DFA-73CA-08A1D2CEA464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7" name="pg1502">
                <a:extLst>
                  <a:ext uri="{FF2B5EF4-FFF2-40B4-BE49-F238E27FC236}">
                    <a16:creationId xmlns:a16="http://schemas.microsoft.com/office/drawing/2014/main" id="{EFA58020-FC02-6EFC-8043-5A4953EE0E1E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8" name="pg1503">
                <a:extLst>
                  <a:ext uri="{FF2B5EF4-FFF2-40B4-BE49-F238E27FC236}">
                    <a16:creationId xmlns:a16="http://schemas.microsoft.com/office/drawing/2014/main" id="{844F744F-1D79-C2E7-2917-708AA62593F9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9" name="pg1504">
                <a:extLst>
                  <a:ext uri="{FF2B5EF4-FFF2-40B4-BE49-F238E27FC236}">
                    <a16:creationId xmlns:a16="http://schemas.microsoft.com/office/drawing/2014/main" id="{44B6EDFE-1640-F7C4-DF62-D7ADECDB9FD7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0" name="pg1505">
                <a:extLst>
                  <a:ext uri="{FF2B5EF4-FFF2-40B4-BE49-F238E27FC236}">
                    <a16:creationId xmlns:a16="http://schemas.microsoft.com/office/drawing/2014/main" id="{8DA85661-7883-ED40-5FDC-31DF88E4E2AA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1" name="pg1506">
                <a:extLst>
                  <a:ext uri="{FF2B5EF4-FFF2-40B4-BE49-F238E27FC236}">
                    <a16:creationId xmlns:a16="http://schemas.microsoft.com/office/drawing/2014/main" id="{10699764-CB42-D070-3010-93A4D57ADF29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2" name="pg1507">
                <a:extLst>
                  <a:ext uri="{FF2B5EF4-FFF2-40B4-BE49-F238E27FC236}">
                    <a16:creationId xmlns:a16="http://schemas.microsoft.com/office/drawing/2014/main" id="{6F13FCF5-FE58-D09B-731E-260987856C9C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3" name="pg1508">
                <a:extLst>
                  <a:ext uri="{FF2B5EF4-FFF2-40B4-BE49-F238E27FC236}">
                    <a16:creationId xmlns:a16="http://schemas.microsoft.com/office/drawing/2014/main" id="{FC1A5B65-A3DE-4767-1F05-C1FEF2DB0CE3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4" name="pg1509">
                <a:extLst>
                  <a:ext uri="{FF2B5EF4-FFF2-40B4-BE49-F238E27FC236}">
                    <a16:creationId xmlns:a16="http://schemas.microsoft.com/office/drawing/2014/main" id="{8194D19A-2837-69C9-87BF-98C339F3A141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5" name="pg1510">
                <a:extLst>
                  <a:ext uri="{FF2B5EF4-FFF2-40B4-BE49-F238E27FC236}">
                    <a16:creationId xmlns:a16="http://schemas.microsoft.com/office/drawing/2014/main" id="{771FD8D3-E7F4-A366-8FF7-4AD060E2A851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6" name="pg1511">
                <a:extLst>
                  <a:ext uri="{FF2B5EF4-FFF2-40B4-BE49-F238E27FC236}">
                    <a16:creationId xmlns:a16="http://schemas.microsoft.com/office/drawing/2014/main" id="{645F90E0-ED67-46E3-3D9E-5FAA847B6AA1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7" name="pg1512">
                <a:extLst>
                  <a:ext uri="{FF2B5EF4-FFF2-40B4-BE49-F238E27FC236}">
                    <a16:creationId xmlns:a16="http://schemas.microsoft.com/office/drawing/2014/main" id="{683393F9-5EEF-5505-21CC-CADECB791C62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8" name="pg1513">
                <a:extLst>
                  <a:ext uri="{FF2B5EF4-FFF2-40B4-BE49-F238E27FC236}">
                    <a16:creationId xmlns:a16="http://schemas.microsoft.com/office/drawing/2014/main" id="{4CA6CE73-79A6-C75A-A812-2B9A37B5A9A0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9" name="pg1514">
                <a:extLst>
                  <a:ext uri="{FF2B5EF4-FFF2-40B4-BE49-F238E27FC236}">
                    <a16:creationId xmlns:a16="http://schemas.microsoft.com/office/drawing/2014/main" id="{3438FF2A-4994-2BC9-11BC-43CA66BA1E2A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0" name="pg1515">
                <a:extLst>
                  <a:ext uri="{FF2B5EF4-FFF2-40B4-BE49-F238E27FC236}">
                    <a16:creationId xmlns:a16="http://schemas.microsoft.com/office/drawing/2014/main" id="{1B1578B1-3769-87EA-D26E-D6D6177F5C9B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1" name="pg1516">
                <a:extLst>
                  <a:ext uri="{FF2B5EF4-FFF2-40B4-BE49-F238E27FC236}">
                    <a16:creationId xmlns:a16="http://schemas.microsoft.com/office/drawing/2014/main" id="{D4831F29-7400-4636-555D-A73550C2E521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2" name="pg1517">
                <a:extLst>
                  <a:ext uri="{FF2B5EF4-FFF2-40B4-BE49-F238E27FC236}">
                    <a16:creationId xmlns:a16="http://schemas.microsoft.com/office/drawing/2014/main" id="{FB229C8E-42E8-6FB6-4B9D-91619221823B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3" name="pg1518">
                <a:extLst>
                  <a:ext uri="{FF2B5EF4-FFF2-40B4-BE49-F238E27FC236}">
                    <a16:creationId xmlns:a16="http://schemas.microsoft.com/office/drawing/2014/main" id="{EADD5281-2567-6434-CB31-2D2FE30101FB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4" name="pg1519">
                <a:extLst>
                  <a:ext uri="{FF2B5EF4-FFF2-40B4-BE49-F238E27FC236}">
                    <a16:creationId xmlns:a16="http://schemas.microsoft.com/office/drawing/2014/main" id="{96ADA5F6-D13D-C492-8B1C-BE272AAE3FE3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5" name="pg1520">
                <a:extLst>
                  <a:ext uri="{FF2B5EF4-FFF2-40B4-BE49-F238E27FC236}">
                    <a16:creationId xmlns:a16="http://schemas.microsoft.com/office/drawing/2014/main" id="{D6A77835-5281-FFB2-78DA-390103023965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6" name="pg1521">
                <a:extLst>
                  <a:ext uri="{FF2B5EF4-FFF2-40B4-BE49-F238E27FC236}">
                    <a16:creationId xmlns:a16="http://schemas.microsoft.com/office/drawing/2014/main" id="{51E229DC-0E38-9F24-9235-C8839276931B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7" name="pg1522">
                <a:extLst>
                  <a:ext uri="{FF2B5EF4-FFF2-40B4-BE49-F238E27FC236}">
                    <a16:creationId xmlns:a16="http://schemas.microsoft.com/office/drawing/2014/main" id="{20F052A5-D420-A0FA-DF4F-E92F99C8EEF2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8" name="pg1523">
                <a:extLst>
                  <a:ext uri="{FF2B5EF4-FFF2-40B4-BE49-F238E27FC236}">
                    <a16:creationId xmlns:a16="http://schemas.microsoft.com/office/drawing/2014/main" id="{A0377F45-A56E-D6E7-9A49-E290862DC661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9" name="pg1524">
                <a:extLst>
                  <a:ext uri="{FF2B5EF4-FFF2-40B4-BE49-F238E27FC236}">
                    <a16:creationId xmlns:a16="http://schemas.microsoft.com/office/drawing/2014/main" id="{7C96E917-9C2D-5662-4E32-9759AD44641E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0" name="pg1525">
                <a:extLst>
                  <a:ext uri="{FF2B5EF4-FFF2-40B4-BE49-F238E27FC236}">
                    <a16:creationId xmlns:a16="http://schemas.microsoft.com/office/drawing/2014/main" id="{22B735C1-5A5B-528A-9439-53795AF0643F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1" name="pg1526">
                <a:extLst>
                  <a:ext uri="{FF2B5EF4-FFF2-40B4-BE49-F238E27FC236}">
                    <a16:creationId xmlns:a16="http://schemas.microsoft.com/office/drawing/2014/main" id="{0109B237-9EFB-CEA2-7B70-35E5C4DDB11E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2" name="pg1527">
                <a:extLst>
                  <a:ext uri="{FF2B5EF4-FFF2-40B4-BE49-F238E27FC236}">
                    <a16:creationId xmlns:a16="http://schemas.microsoft.com/office/drawing/2014/main" id="{0E747C9B-CFE7-3F71-156A-28E9DB3C62D5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3" name="pg1528">
                <a:extLst>
                  <a:ext uri="{FF2B5EF4-FFF2-40B4-BE49-F238E27FC236}">
                    <a16:creationId xmlns:a16="http://schemas.microsoft.com/office/drawing/2014/main" id="{5A41FCE5-4E84-4796-F8A8-37AA251BC94F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4" name="pg1529">
                <a:extLst>
                  <a:ext uri="{FF2B5EF4-FFF2-40B4-BE49-F238E27FC236}">
                    <a16:creationId xmlns:a16="http://schemas.microsoft.com/office/drawing/2014/main" id="{CFF5508B-D923-D329-6924-1F75102F7462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5" name="pg1530">
                <a:extLst>
                  <a:ext uri="{FF2B5EF4-FFF2-40B4-BE49-F238E27FC236}">
                    <a16:creationId xmlns:a16="http://schemas.microsoft.com/office/drawing/2014/main" id="{03C927AD-3818-2EB5-23D3-AB7918078298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6" name="pg1531">
                <a:extLst>
                  <a:ext uri="{FF2B5EF4-FFF2-40B4-BE49-F238E27FC236}">
                    <a16:creationId xmlns:a16="http://schemas.microsoft.com/office/drawing/2014/main" id="{81F2862B-5B16-A617-D577-A2D4FECD32B9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7" name="pg1532">
                <a:extLst>
                  <a:ext uri="{FF2B5EF4-FFF2-40B4-BE49-F238E27FC236}">
                    <a16:creationId xmlns:a16="http://schemas.microsoft.com/office/drawing/2014/main" id="{91D884A9-520D-0679-8C3E-7242228AE396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8" name="pg1533">
                <a:extLst>
                  <a:ext uri="{FF2B5EF4-FFF2-40B4-BE49-F238E27FC236}">
                    <a16:creationId xmlns:a16="http://schemas.microsoft.com/office/drawing/2014/main" id="{40020FF5-3371-0200-D97F-689827394AEE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9" name="pg1534">
                <a:extLst>
                  <a:ext uri="{FF2B5EF4-FFF2-40B4-BE49-F238E27FC236}">
                    <a16:creationId xmlns:a16="http://schemas.microsoft.com/office/drawing/2014/main" id="{C3B82A94-E615-A42A-23FA-D518655698A6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0" name="pg1535">
                <a:extLst>
                  <a:ext uri="{FF2B5EF4-FFF2-40B4-BE49-F238E27FC236}">
                    <a16:creationId xmlns:a16="http://schemas.microsoft.com/office/drawing/2014/main" id="{ED8EB062-3699-7E66-2A0C-42587DB560A9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1" name="pg1536">
                <a:extLst>
                  <a:ext uri="{FF2B5EF4-FFF2-40B4-BE49-F238E27FC236}">
                    <a16:creationId xmlns:a16="http://schemas.microsoft.com/office/drawing/2014/main" id="{D45CE122-E548-A76A-F060-43E5B3B9B89F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2" name="pg1537">
                <a:extLst>
                  <a:ext uri="{FF2B5EF4-FFF2-40B4-BE49-F238E27FC236}">
                    <a16:creationId xmlns:a16="http://schemas.microsoft.com/office/drawing/2014/main" id="{7B01D42F-3529-D37B-48F5-79D463A4F5A7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3" name="pg1538">
                <a:extLst>
                  <a:ext uri="{FF2B5EF4-FFF2-40B4-BE49-F238E27FC236}">
                    <a16:creationId xmlns:a16="http://schemas.microsoft.com/office/drawing/2014/main" id="{75B08589-1B52-9AD1-1644-D1CE67338F79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4" name="pg1539">
                <a:extLst>
                  <a:ext uri="{FF2B5EF4-FFF2-40B4-BE49-F238E27FC236}">
                    <a16:creationId xmlns:a16="http://schemas.microsoft.com/office/drawing/2014/main" id="{5850ED95-1228-1DCB-85E9-09443C51F561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5" name="pg1540">
                <a:extLst>
                  <a:ext uri="{FF2B5EF4-FFF2-40B4-BE49-F238E27FC236}">
                    <a16:creationId xmlns:a16="http://schemas.microsoft.com/office/drawing/2014/main" id="{EBAD9BCF-5C26-0710-F6F9-80746A78574D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6" name="pg1541">
                <a:extLst>
                  <a:ext uri="{FF2B5EF4-FFF2-40B4-BE49-F238E27FC236}">
                    <a16:creationId xmlns:a16="http://schemas.microsoft.com/office/drawing/2014/main" id="{3974F1A6-B8DB-94E3-6B21-8DF413495F44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7" name="pg1542">
                <a:extLst>
                  <a:ext uri="{FF2B5EF4-FFF2-40B4-BE49-F238E27FC236}">
                    <a16:creationId xmlns:a16="http://schemas.microsoft.com/office/drawing/2014/main" id="{B29D3FC8-EE43-002D-2D30-D8263EB03E75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8" name="pg1543">
                <a:extLst>
                  <a:ext uri="{FF2B5EF4-FFF2-40B4-BE49-F238E27FC236}">
                    <a16:creationId xmlns:a16="http://schemas.microsoft.com/office/drawing/2014/main" id="{C96C08DA-6305-1A78-2EA3-AABC5822DB6E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9" name="pg1544">
                <a:extLst>
                  <a:ext uri="{FF2B5EF4-FFF2-40B4-BE49-F238E27FC236}">
                    <a16:creationId xmlns:a16="http://schemas.microsoft.com/office/drawing/2014/main" id="{3AC35FFF-03FA-A6A3-002D-9B2CE25C2447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0" name="pg1545">
                <a:extLst>
                  <a:ext uri="{FF2B5EF4-FFF2-40B4-BE49-F238E27FC236}">
                    <a16:creationId xmlns:a16="http://schemas.microsoft.com/office/drawing/2014/main" id="{F11EFC23-50F9-34CA-346A-6AF2228A6DA4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1" name="pg1546">
                <a:extLst>
                  <a:ext uri="{FF2B5EF4-FFF2-40B4-BE49-F238E27FC236}">
                    <a16:creationId xmlns:a16="http://schemas.microsoft.com/office/drawing/2014/main" id="{49740B16-E4CA-E9D9-D579-6F4F60DB5C1B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2" name="pg1547">
                <a:extLst>
                  <a:ext uri="{FF2B5EF4-FFF2-40B4-BE49-F238E27FC236}">
                    <a16:creationId xmlns:a16="http://schemas.microsoft.com/office/drawing/2014/main" id="{2ECF3C51-6AFF-9091-B5A9-0CC65C80AE39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3" name="pg1548">
                <a:extLst>
                  <a:ext uri="{FF2B5EF4-FFF2-40B4-BE49-F238E27FC236}">
                    <a16:creationId xmlns:a16="http://schemas.microsoft.com/office/drawing/2014/main" id="{5EB68DEF-905C-1886-F05D-25BF4B0824C4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4" name="pg1549">
                <a:extLst>
                  <a:ext uri="{FF2B5EF4-FFF2-40B4-BE49-F238E27FC236}">
                    <a16:creationId xmlns:a16="http://schemas.microsoft.com/office/drawing/2014/main" id="{BCE30E83-48EA-B774-D8ED-36FF3DE1E742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5" name="pg1550">
                <a:extLst>
                  <a:ext uri="{FF2B5EF4-FFF2-40B4-BE49-F238E27FC236}">
                    <a16:creationId xmlns:a16="http://schemas.microsoft.com/office/drawing/2014/main" id="{130C09CA-1488-A696-FD04-E4F084BBCE8C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6" name="pg1551">
                <a:extLst>
                  <a:ext uri="{FF2B5EF4-FFF2-40B4-BE49-F238E27FC236}">
                    <a16:creationId xmlns:a16="http://schemas.microsoft.com/office/drawing/2014/main" id="{9B889FD1-E545-C3EB-AB27-C48CCB39E1C8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7" name="pg1552">
                <a:extLst>
                  <a:ext uri="{FF2B5EF4-FFF2-40B4-BE49-F238E27FC236}">
                    <a16:creationId xmlns:a16="http://schemas.microsoft.com/office/drawing/2014/main" id="{5E32779E-D03E-F220-E432-4481F9D570EC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8" name="pg1553">
                <a:extLst>
                  <a:ext uri="{FF2B5EF4-FFF2-40B4-BE49-F238E27FC236}">
                    <a16:creationId xmlns:a16="http://schemas.microsoft.com/office/drawing/2014/main" id="{EFA162C6-4487-0965-73B5-AD4A199A5EE8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9" name="pg1554">
                <a:extLst>
                  <a:ext uri="{FF2B5EF4-FFF2-40B4-BE49-F238E27FC236}">
                    <a16:creationId xmlns:a16="http://schemas.microsoft.com/office/drawing/2014/main" id="{A9548E00-52EB-05E3-25E9-B82677ABE7D7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0" name="pg1555">
                <a:extLst>
                  <a:ext uri="{FF2B5EF4-FFF2-40B4-BE49-F238E27FC236}">
                    <a16:creationId xmlns:a16="http://schemas.microsoft.com/office/drawing/2014/main" id="{562D16E5-615A-B10D-1911-A668C74AE87D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1" name="pg1556">
                <a:extLst>
                  <a:ext uri="{FF2B5EF4-FFF2-40B4-BE49-F238E27FC236}">
                    <a16:creationId xmlns:a16="http://schemas.microsoft.com/office/drawing/2014/main" id="{F696CD23-4088-B364-4CE1-744CE9F7CE30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2" name="pg1557">
                <a:extLst>
                  <a:ext uri="{FF2B5EF4-FFF2-40B4-BE49-F238E27FC236}">
                    <a16:creationId xmlns:a16="http://schemas.microsoft.com/office/drawing/2014/main" id="{8703BE46-6D8E-D853-64FA-F91E6C35E323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3" name="pg1558">
                <a:extLst>
                  <a:ext uri="{FF2B5EF4-FFF2-40B4-BE49-F238E27FC236}">
                    <a16:creationId xmlns:a16="http://schemas.microsoft.com/office/drawing/2014/main" id="{443B88F6-4ABE-04E6-D7ED-D340C5D936E5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4" name="pg1559">
                <a:extLst>
                  <a:ext uri="{FF2B5EF4-FFF2-40B4-BE49-F238E27FC236}">
                    <a16:creationId xmlns:a16="http://schemas.microsoft.com/office/drawing/2014/main" id="{1417041B-8E69-DE90-C084-E000B35CE383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5" name="pg1560">
                <a:extLst>
                  <a:ext uri="{FF2B5EF4-FFF2-40B4-BE49-F238E27FC236}">
                    <a16:creationId xmlns:a16="http://schemas.microsoft.com/office/drawing/2014/main" id="{A3763CAA-FBDD-64F0-D47E-690672E48017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6" name="pg1561">
                <a:extLst>
                  <a:ext uri="{FF2B5EF4-FFF2-40B4-BE49-F238E27FC236}">
                    <a16:creationId xmlns:a16="http://schemas.microsoft.com/office/drawing/2014/main" id="{170194D6-4330-DF20-8855-12C090713EAB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7" name="pg1562">
                <a:extLst>
                  <a:ext uri="{FF2B5EF4-FFF2-40B4-BE49-F238E27FC236}">
                    <a16:creationId xmlns:a16="http://schemas.microsoft.com/office/drawing/2014/main" id="{EFA174C9-E4DC-7406-25B2-71BFA4118449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8" name="pg1563">
                <a:extLst>
                  <a:ext uri="{FF2B5EF4-FFF2-40B4-BE49-F238E27FC236}">
                    <a16:creationId xmlns:a16="http://schemas.microsoft.com/office/drawing/2014/main" id="{8528DDEB-A010-C4F4-C438-B0F0DF1A8097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9" name="pg1564">
                <a:extLst>
                  <a:ext uri="{FF2B5EF4-FFF2-40B4-BE49-F238E27FC236}">
                    <a16:creationId xmlns:a16="http://schemas.microsoft.com/office/drawing/2014/main" id="{2D27E965-2916-2DCE-592C-A3B00EFCA609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0" name="pg1565">
                <a:extLst>
                  <a:ext uri="{FF2B5EF4-FFF2-40B4-BE49-F238E27FC236}">
                    <a16:creationId xmlns:a16="http://schemas.microsoft.com/office/drawing/2014/main" id="{AD432657-18E2-E03E-1EC4-D13AD3FC2A5A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1" name="pg1566">
                <a:extLst>
                  <a:ext uri="{FF2B5EF4-FFF2-40B4-BE49-F238E27FC236}">
                    <a16:creationId xmlns:a16="http://schemas.microsoft.com/office/drawing/2014/main" id="{60FF59E6-049F-61F7-E224-F6AD75DFC0D5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2" name="pg1567">
                <a:extLst>
                  <a:ext uri="{FF2B5EF4-FFF2-40B4-BE49-F238E27FC236}">
                    <a16:creationId xmlns:a16="http://schemas.microsoft.com/office/drawing/2014/main" id="{FD734987-15C1-B50F-4F64-13FE4937802B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3" name="pg1568">
                <a:extLst>
                  <a:ext uri="{FF2B5EF4-FFF2-40B4-BE49-F238E27FC236}">
                    <a16:creationId xmlns:a16="http://schemas.microsoft.com/office/drawing/2014/main" id="{86425F68-5296-5B25-075C-F412A87BABBE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4" name="pg1569">
                <a:extLst>
                  <a:ext uri="{FF2B5EF4-FFF2-40B4-BE49-F238E27FC236}">
                    <a16:creationId xmlns:a16="http://schemas.microsoft.com/office/drawing/2014/main" id="{796F88D7-D2DC-C645-4CB9-E60D154C784F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5" name="pg1570">
                <a:extLst>
                  <a:ext uri="{FF2B5EF4-FFF2-40B4-BE49-F238E27FC236}">
                    <a16:creationId xmlns:a16="http://schemas.microsoft.com/office/drawing/2014/main" id="{9D1ED740-CF61-AC46-F2EA-A8FA76A8D5CE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6" name="pg1571">
                <a:extLst>
                  <a:ext uri="{FF2B5EF4-FFF2-40B4-BE49-F238E27FC236}">
                    <a16:creationId xmlns:a16="http://schemas.microsoft.com/office/drawing/2014/main" id="{9BD8FC2E-DFD1-6467-10F9-5D80D43F0D36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7" name="pg1572">
                <a:extLst>
                  <a:ext uri="{FF2B5EF4-FFF2-40B4-BE49-F238E27FC236}">
                    <a16:creationId xmlns:a16="http://schemas.microsoft.com/office/drawing/2014/main" id="{8E3FDC16-D201-E17F-3DBE-0650598EA670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8" name="pg1573">
                <a:extLst>
                  <a:ext uri="{FF2B5EF4-FFF2-40B4-BE49-F238E27FC236}">
                    <a16:creationId xmlns:a16="http://schemas.microsoft.com/office/drawing/2014/main" id="{C8491B8C-9C20-D0D9-02CD-C426787F0607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9" name="pg1574">
                <a:extLst>
                  <a:ext uri="{FF2B5EF4-FFF2-40B4-BE49-F238E27FC236}">
                    <a16:creationId xmlns:a16="http://schemas.microsoft.com/office/drawing/2014/main" id="{2CDB7069-3F1D-E39D-DF7E-75C14EBD223E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0" name="pg1575">
                <a:extLst>
                  <a:ext uri="{FF2B5EF4-FFF2-40B4-BE49-F238E27FC236}">
                    <a16:creationId xmlns:a16="http://schemas.microsoft.com/office/drawing/2014/main" id="{6BCC90F8-DEEF-845C-33E0-E6F72C6827BF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1" name="pg1576">
                <a:extLst>
                  <a:ext uri="{FF2B5EF4-FFF2-40B4-BE49-F238E27FC236}">
                    <a16:creationId xmlns:a16="http://schemas.microsoft.com/office/drawing/2014/main" id="{73B21FFD-1910-7ADC-543A-C06B57463547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2" name="pg1577">
                <a:extLst>
                  <a:ext uri="{FF2B5EF4-FFF2-40B4-BE49-F238E27FC236}">
                    <a16:creationId xmlns:a16="http://schemas.microsoft.com/office/drawing/2014/main" id="{2860BD49-4C70-605A-8F56-A664EE616582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3" name="pg1578">
                <a:extLst>
                  <a:ext uri="{FF2B5EF4-FFF2-40B4-BE49-F238E27FC236}">
                    <a16:creationId xmlns:a16="http://schemas.microsoft.com/office/drawing/2014/main" id="{A7D8508C-A156-DBCF-AD16-E1373EE615E4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4" name="pg1579">
                <a:extLst>
                  <a:ext uri="{FF2B5EF4-FFF2-40B4-BE49-F238E27FC236}">
                    <a16:creationId xmlns:a16="http://schemas.microsoft.com/office/drawing/2014/main" id="{13867A20-D534-A6B2-91BF-0DE78D454840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5" name="pg1580">
                <a:extLst>
                  <a:ext uri="{FF2B5EF4-FFF2-40B4-BE49-F238E27FC236}">
                    <a16:creationId xmlns:a16="http://schemas.microsoft.com/office/drawing/2014/main" id="{462FDE09-BC39-4510-4E1B-16F8503DBC13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6" name="pg1581">
                <a:extLst>
                  <a:ext uri="{FF2B5EF4-FFF2-40B4-BE49-F238E27FC236}">
                    <a16:creationId xmlns:a16="http://schemas.microsoft.com/office/drawing/2014/main" id="{73AAF9D8-5129-091D-4F77-2DAC6CD601F2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7" name="pg1582">
                <a:extLst>
                  <a:ext uri="{FF2B5EF4-FFF2-40B4-BE49-F238E27FC236}">
                    <a16:creationId xmlns:a16="http://schemas.microsoft.com/office/drawing/2014/main" id="{2E910604-9C6C-5238-17BC-758B3BC8BF1F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8" name="pg1583">
                <a:extLst>
                  <a:ext uri="{FF2B5EF4-FFF2-40B4-BE49-F238E27FC236}">
                    <a16:creationId xmlns:a16="http://schemas.microsoft.com/office/drawing/2014/main" id="{5207CE94-50A9-E0EA-F818-F4365BFA1E36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9" name="pg1584">
                <a:extLst>
                  <a:ext uri="{FF2B5EF4-FFF2-40B4-BE49-F238E27FC236}">
                    <a16:creationId xmlns:a16="http://schemas.microsoft.com/office/drawing/2014/main" id="{A7DB0399-1D57-107D-C056-D326C7F2939B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0" name="pg1585">
                <a:extLst>
                  <a:ext uri="{FF2B5EF4-FFF2-40B4-BE49-F238E27FC236}">
                    <a16:creationId xmlns:a16="http://schemas.microsoft.com/office/drawing/2014/main" id="{F1F59531-E2DA-F093-BEB6-9F059F0FA0C6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1" name="pg1586">
                <a:extLst>
                  <a:ext uri="{FF2B5EF4-FFF2-40B4-BE49-F238E27FC236}">
                    <a16:creationId xmlns:a16="http://schemas.microsoft.com/office/drawing/2014/main" id="{C8D45042-90EB-45B8-5813-580A92BCD30F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2" name="pg1587">
                <a:extLst>
                  <a:ext uri="{FF2B5EF4-FFF2-40B4-BE49-F238E27FC236}">
                    <a16:creationId xmlns:a16="http://schemas.microsoft.com/office/drawing/2014/main" id="{426745D6-2DC6-0CE8-9160-8F164A1D7704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3" name="pg1588">
                <a:extLst>
                  <a:ext uri="{FF2B5EF4-FFF2-40B4-BE49-F238E27FC236}">
                    <a16:creationId xmlns:a16="http://schemas.microsoft.com/office/drawing/2014/main" id="{4697AE01-DB21-42EB-3D3E-9226767E9700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4" name="pg1589">
                <a:extLst>
                  <a:ext uri="{FF2B5EF4-FFF2-40B4-BE49-F238E27FC236}">
                    <a16:creationId xmlns:a16="http://schemas.microsoft.com/office/drawing/2014/main" id="{9690A569-2D20-6398-ECA8-CB50018E5E14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5" name="pg1590">
                <a:extLst>
                  <a:ext uri="{FF2B5EF4-FFF2-40B4-BE49-F238E27FC236}">
                    <a16:creationId xmlns:a16="http://schemas.microsoft.com/office/drawing/2014/main" id="{6C3ECFEE-E214-CC36-F32B-FAD16EB23860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6" name="pg1591">
                <a:extLst>
                  <a:ext uri="{FF2B5EF4-FFF2-40B4-BE49-F238E27FC236}">
                    <a16:creationId xmlns:a16="http://schemas.microsoft.com/office/drawing/2014/main" id="{C1AAD5A1-F4CA-6435-2CD4-B4AAB3A870C4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7" name="pg1592">
                <a:extLst>
                  <a:ext uri="{FF2B5EF4-FFF2-40B4-BE49-F238E27FC236}">
                    <a16:creationId xmlns:a16="http://schemas.microsoft.com/office/drawing/2014/main" id="{072BE2CB-D387-07A6-A619-9383B9BE5312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8" name="pg1593">
                <a:extLst>
                  <a:ext uri="{FF2B5EF4-FFF2-40B4-BE49-F238E27FC236}">
                    <a16:creationId xmlns:a16="http://schemas.microsoft.com/office/drawing/2014/main" id="{E0145D3F-F8BE-28C3-3692-F66CF4DB4DAE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9" name="pg1594">
                <a:extLst>
                  <a:ext uri="{FF2B5EF4-FFF2-40B4-BE49-F238E27FC236}">
                    <a16:creationId xmlns:a16="http://schemas.microsoft.com/office/drawing/2014/main" id="{C81068F4-785B-837B-AF14-8157D0D32328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0" name="pg1595">
                <a:extLst>
                  <a:ext uri="{FF2B5EF4-FFF2-40B4-BE49-F238E27FC236}">
                    <a16:creationId xmlns:a16="http://schemas.microsoft.com/office/drawing/2014/main" id="{05B90C47-C4E8-9F05-C935-460BF4D9DA30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1" name="pg1596">
                <a:extLst>
                  <a:ext uri="{FF2B5EF4-FFF2-40B4-BE49-F238E27FC236}">
                    <a16:creationId xmlns:a16="http://schemas.microsoft.com/office/drawing/2014/main" id="{54A2214A-0753-FE4E-6DA2-A8A8D1D1CC5B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2" name="pg1597">
                <a:extLst>
                  <a:ext uri="{FF2B5EF4-FFF2-40B4-BE49-F238E27FC236}">
                    <a16:creationId xmlns:a16="http://schemas.microsoft.com/office/drawing/2014/main" id="{709DE79B-CA71-E8DE-A82B-8AC679AFEC1F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3" name="pg1598">
                <a:extLst>
                  <a:ext uri="{FF2B5EF4-FFF2-40B4-BE49-F238E27FC236}">
                    <a16:creationId xmlns:a16="http://schemas.microsoft.com/office/drawing/2014/main" id="{43F4A43C-F6F9-EC43-8D83-A5E09A68D989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4" name="pg1599">
                <a:extLst>
                  <a:ext uri="{FF2B5EF4-FFF2-40B4-BE49-F238E27FC236}">
                    <a16:creationId xmlns:a16="http://schemas.microsoft.com/office/drawing/2014/main" id="{DEC4EB50-3D1C-0D48-B199-CB10373E0083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5" name="pg1600">
                <a:extLst>
                  <a:ext uri="{FF2B5EF4-FFF2-40B4-BE49-F238E27FC236}">
                    <a16:creationId xmlns:a16="http://schemas.microsoft.com/office/drawing/2014/main" id="{11D6B8B3-BB2A-7CA5-CAE4-0CD5835DBB3E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6" name="pg1601">
                <a:extLst>
                  <a:ext uri="{FF2B5EF4-FFF2-40B4-BE49-F238E27FC236}">
                    <a16:creationId xmlns:a16="http://schemas.microsoft.com/office/drawing/2014/main" id="{C34ACD3D-0060-6DBA-8ABF-99B683BAF422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7" name="pg1602">
                <a:extLst>
                  <a:ext uri="{FF2B5EF4-FFF2-40B4-BE49-F238E27FC236}">
                    <a16:creationId xmlns:a16="http://schemas.microsoft.com/office/drawing/2014/main" id="{CF87E544-3204-2CBB-857E-BE9417109033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8" name="pg1603">
                <a:extLst>
                  <a:ext uri="{FF2B5EF4-FFF2-40B4-BE49-F238E27FC236}">
                    <a16:creationId xmlns:a16="http://schemas.microsoft.com/office/drawing/2014/main" id="{71D7006B-51B7-CDA0-4C77-18AC0831E388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9" name="pg1604">
                <a:extLst>
                  <a:ext uri="{FF2B5EF4-FFF2-40B4-BE49-F238E27FC236}">
                    <a16:creationId xmlns:a16="http://schemas.microsoft.com/office/drawing/2014/main" id="{4757F2E6-6D09-9805-AE5F-2641BDE3CDE4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0" name="pg1605">
                <a:extLst>
                  <a:ext uri="{FF2B5EF4-FFF2-40B4-BE49-F238E27FC236}">
                    <a16:creationId xmlns:a16="http://schemas.microsoft.com/office/drawing/2014/main" id="{3FC72083-0D6F-6F89-9F04-B88A91936881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1" name="pg1606">
                <a:extLst>
                  <a:ext uri="{FF2B5EF4-FFF2-40B4-BE49-F238E27FC236}">
                    <a16:creationId xmlns:a16="http://schemas.microsoft.com/office/drawing/2014/main" id="{DA2C096F-694B-16B1-7929-BED52C20CD8D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2" name="pg1607">
                <a:extLst>
                  <a:ext uri="{FF2B5EF4-FFF2-40B4-BE49-F238E27FC236}">
                    <a16:creationId xmlns:a16="http://schemas.microsoft.com/office/drawing/2014/main" id="{F3962903-7E77-2E9F-F606-4DF92579FD9E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3" name="pg1608">
                <a:extLst>
                  <a:ext uri="{FF2B5EF4-FFF2-40B4-BE49-F238E27FC236}">
                    <a16:creationId xmlns:a16="http://schemas.microsoft.com/office/drawing/2014/main" id="{121DF13E-0E9A-1B15-BF89-EE67FB70E32C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4" name="pg1609">
                <a:extLst>
                  <a:ext uri="{FF2B5EF4-FFF2-40B4-BE49-F238E27FC236}">
                    <a16:creationId xmlns:a16="http://schemas.microsoft.com/office/drawing/2014/main" id="{2D36121B-F010-1AD0-E674-E87247CCF2DF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5" name="pg1610">
                <a:extLst>
                  <a:ext uri="{FF2B5EF4-FFF2-40B4-BE49-F238E27FC236}">
                    <a16:creationId xmlns:a16="http://schemas.microsoft.com/office/drawing/2014/main" id="{A01100CE-2E5F-295B-FFB3-8E81A666392E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6" name="pg1611">
                <a:extLst>
                  <a:ext uri="{FF2B5EF4-FFF2-40B4-BE49-F238E27FC236}">
                    <a16:creationId xmlns:a16="http://schemas.microsoft.com/office/drawing/2014/main" id="{78B0036E-45F7-D6AB-1E28-366C7DECECF7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7" name="pg1612">
                <a:extLst>
                  <a:ext uri="{FF2B5EF4-FFF2-40B4-BE49-F238E27FC236}">
                    <a16:creationId xmlns:a16="http://schemas.microsoft.com/office/drawing/2014/main" id="{161683DB-CED9-14B6-7789-1089E597A4C3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8" name="pg1613">
                <a:extLst>
                  <a:ext uri="{FF2B5EF4-FFF2-40B4-BE49-F238E27FC236}">
                    <a16:creationId xmlns:a16="http://schemas.microsoft.com/office/drawing/2014/main" id="{D6FE82BC-91F3-7B01-B977-6D36E250315A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9" name="pg1614">
                <a:extLst>
                  <a:ext uri="{FF2B5EF4-FFF2-40B4-BE49-F238E27FC236}">
                    <a16:creationId xmlns:a16="http://schemas.microsoft.com/office/drawing/2014/main" id="{54E5955C-2BCD-217F-5B24-BA1860FC6ACC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C1EC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0" name="pg1615">
                <a:extLst>
                  <a:ext uri="{FF2B5EF4-FFF2-40B4-BE49-F238E27FC236}">
                    <a16:creationId xmlns:a16="http://schemas.microsoft.com/office/drawing/2014/main" id="{B71AB453-95AC-BD36-0A36-EDAF10A50E38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1" name="pg1616">
                <a:extLst>
                  <a:ext uri="{FF2B5EF4-FFF2-40B4-BE49-F238E27FC236}">
                    <a16:creationId xmlns:a16="http://schemas.microsoft.com/office/drawing/2014/main" id="{79FBB369-9BA5-535F-272E-686A0626E305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2" name="pg1617">
                <a:extLst>
                  <a:ext uri="{FF2B5EF4-FFF2-40B4-BE49-F238E27FC236}">
                    <a16:creationId xmlns:a16="http://schemas.microsoft.com/office/drawing/2014/main" id="{71612A38-885F-FBF7-B08A-30BD83061B77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3" name="pg1618">
                <a:extLst>
                  <a:ext uri="{FF2B5EF4-FFF2-40B4-BE49-F238E27FC236}">
                    <a16:creationId xmlns:a16="http://schemas.microsoft.com/office/drawing/2014/main" id="{E7F68570-A598-387F-34DD-AC17EB5F32D0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4" name="pg1619">
                <a:extLst>
                  <a:ext uri="{FF2B5EF4-FFF2-40B4-BE49-F238E27FC236}">
                    <a16:creationId xmlns:a16="http://schemas.microsoft.com/office/drawing/2014/main" id="{A0971E82-B260-D1AB-BE40-E850129622D8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5" name="pg1620">
                <a:extLst>
                  <a:ext uri="{FF2B5EF4-FFF2-40B4-BE49-F238E27FC236}">
                    <a16:creationId xmlns:a16="http://schemas.microsoft.com/office/drawing/2014/main" id="{C6436094-04E3-1162-A586-2E4E437C7043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6" name="pg1621">
                <a:extLst>
                  <a:ext uri="{FF2B5EF4-FFF2-40B4-BE49-F238E27FC236}">
                    <a16:creationId xmlns:a16="http://schemas.microsoft.com/office/drawing/2014/main" id="{0AAB9FFD-4D14-33E4-EE37-F638F11917E7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7" name="pg1622">
                <a:extLst>
                  <a:ext uri="{FF2B5EF4-FFF2-40B4-BE49-F238E27FC236}">
                    <a16:creationId xmlns:a16="http://schemas.microsoft.com/office/drawing/2014/main" id="{787B47B3-2789-905B-7743-31467772B419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8" name="pg1623">
                <a:extLst>
                  <a:ext uri="{FF2B5EF4-FFF2-40B4-BE49-F238E27FC236}">
                    <a16:creationId xmlns:a16="http://schemas.microsoft.com/office/drawing/2014/main" id="{3E16441B-58E7-DA6B-FCAF-19DA7198240F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9" name="pg1624">
                <a:extLst>
                  <a:ext uri="{FF2B5EF4-FFF2-40B4-BE49-F238E27FC236}">
                    <a16:creationId xmlns:a16="http://schemas.microsoft.com/office/drawing/2014/main" id="{7412665B-B1CF-7013-770A-EA1704574F1A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0" name="pg1625">
                <a:extLst>
                  <a:ext uri="{FF2B5EF4-FFF2-40B4-BE49-F238E27FC236}">
                    <a16:creationId xmlns:a16="http://schemas.microsoft.com/office/drawing/2014/main" id="{822D50A5-354C-793E-3925-5DFDD7034490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B">
                  <a:alpha val="100000"/>
                </a:srgbClr>
              </a:solidFill>
              <a:ln w="5420" cap="flat">
                <a:solidFill>
                  <a:srgbClr val="AB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1" name="pg1626">
                <a:extLst>
                  <a:ext uri="{FF2B5EF4-FFF2-40B4-BE49-F238E27FC236}">
                    <a16:creationId xmlns:a16="http://schemas.microsoft.com/office/drawing/2014/main" id="{0A2FD64A-6498-842A-6A34-83398463297B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2" name="pg1627">
                <a:extLst>
                  <a:ext uri="{FF2B5EF4-FFF2-40B4-BE49-F238E27FC236}">
                    <a16:creationId xmlns:a16="http://schemas.microsoft.com/office/drawing/2014/main" id="{6AC64F85-E7C2-9291-9B24-33C80689148D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3" name="pg1628">
                <a:extLst>
                  <a:ext uri="{FF2B5EF4-FFF2-40B4-BE49-F238E27FC236}">
                    <a16:creationId xmlns:a16="http://schemas.microsoft.com/office/drawing/2014/main" id="{3ACEE16C-E363-976D-4572-A38B626F31E1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4" name="pg1629">
                <a:extLst>
                  <a:ext uri="{FF2B5EF4-FFF2-40B4-BE49-F238E27FC236}">
                    <a16:creationId xmlns:a16="http://schemas.microsoft.com/office/drawing/2014/main" id="{33D4B039-8845-0A18-B1FC-BA907DDD6920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5" name="pg1630">
                <a:extLst>
                  <a:ext uri="{FF2B5EF4-FFF2-40B4-BE49-F238E27FC236}">
                    <a16:creationId xmlns:a16="http://schemas.microsoft.com/office/drawing/2014/main" id="{BAC519C8-B9D8-D8F3-688F-3180919CCA37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6" name="pg1631">
                <a:extLst>
                  <a:ext uri="{FF2B5EF4-FFF2-40B4-BE49-F238E27FC236}">
                    <a16:creationId xmlns:a16="http://schemas.microsoft.com/office/drawing/2014/main" id="{92D42ADD-D119-CC65-76AB-8D6A9DBBDBBB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7" name="pg1632">
                <a:extLst>
                  <a:ext uri="{FF2B5EF4-FFF2-40B4-BE49-F238E27FC236}">
                    <a16:creationId xmlns:a16="http://schemas.microsoft.com/office/drawing/2014/main" id="{3DDBC7EB-6485-1A8B-C4EC-03A6DAB9A409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8" name="pg1633">
                <a:extLst>
                  <a:ext uri="{FF2B5EF4-FFF2-40B4-BE49-F238E27FC236}">
                    <a16:creationId xmlns:a16="http://schemas.microsoft.com/office/drawing/2014/main" id="{7DFA8168-0A13-0E8E-DFF8-217A6842DE0F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7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9" name="pg1634">
                <a:extLst>
                  <a:ext uri="{FF2B5EF4-FFF2-40B4-BE49-F238E27FC236}">
                    <a16:creationId xmlns:a16="http://schemas.microsoft.com/office/drawing/2014/main" id="{00C0F8E8-078C-9C7D-9E52-01118A85459E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0" name="pg1635">
                <a:extLst>
                  <a:ext uri="{FF2B5EF4-FFF2-40B4-BE49-F238E27FC236}">
                    <a16:creationId xmlns:a16="http://schemas.microsoft.com/office/drawing/2014/main" id="{AD75447B-973B-3F69-2A67-D63B1309495A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1" name="pg1636">
                <a:extLst>
                  <a:ext uri="{FF2B5EF4-FFF2-40B4-BE49-F238E27FC236}">
                    <a16:creationId xmlns:a16="http://schemas.microsoft.com/office/drawing/2014/main" id="{4ADB8C30-52EF-36A5-122E-0D4D2CB38DD6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FF0DE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2" name="pg1637">
                <a:extLst>
                  <a:ext uri="{FF2B5EF4-FFF2-40B4-BE49-F238E27FC236}">
                    <a16:creationId xmlns:a16="http://schemas.microsoft.com/office/drawing/2014/main" id="{28C11860-AA30-2F90-65B0-028FBFEC2B4C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3" name="pg1638">
                <a:extLst>
                  <a:ext uri="{FF2B5EF4-FFF2-40B4-BE49-F238E27FC236}">
                    <a16:creationId xmlns:a16="http://schemas.microsoft.com/office/drawing/2014/main" id="{22AD26B3-1919-7E71-B6E9-AAA22718CCD0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4" name="pg1639">
                <a:extLst>
                  <a:ext uri="{FF2B5EF4-FFF2-40B4-BE49-F238E27FC236}">
                    <a16:creationId xmlns:a16="http://schemas.microsoft.com/office/drawing/2014/main" id="{BAF61EAC-7C6B-BF1F-4A06-E123117D5A09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5" name="pg1640">
                <a:extLst>
                  <a:ext uri="{FF2B5EF4-FFF2-40B4-BE49-F238E27FC236}">
                    <a16:creationId xmlns:a16="http://schemas.microsoft.com/office/drawing/2014/main" id="{C084AB63-53BF-7FC3-9033-4BB9149B0BDB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6" name="pg1641">
                <a:extLst>
                  <a:ext uri="{FF2B5EF4-FFF2-40B4-BE49-F238E27FC236}">
                    <a16:creationId xmlns:a16="http://schemas.microsoft.com/office/drawing/2014/main" id="{080630B3-3689-581D-A211-439624A36F23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7" name="pg1642">
                <a:extLst>
                  <a:ext uri="{FF2B5EF4-FFF2-40B4-BE49-F238E27FC236}">
                    <a16:creationId xmlns:a16="http://schemas.microsoft.com/office/drawing/2014/main" id="{DB1CA2B3-1645-9692-B4F9-D30D6C6F833B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8" name="pg1643">
                <a:extLst>
                  <a:ext uri="{FF2B5EF4-FFF2-40B4-BE49-F238E27FC236}">
                    <a16:creationId xmlns:a16="http://schemas.microsoft.com/office/drawing/2014/main" id="{4FD6E6D6-D9A7-D8F8-54F0-2B8E660A9341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9" name="pg1644">
                <a:extLst>
                  <a:ext uri="{FF2B5EF4-FFF2-40B4-BE49-F238E27FC236}">
                    <a16:creationId xmlns:a16="http://schemas.microsoft.com/office/drawing/2014/main" id="{ED73AFCC-B4B1-F534-82BC-1205EE01FD53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0" name="pg1645">
                <a:extLst>
                  <a:ext uri="{FF2B5EF4-FFF2-40B4-BE49-F238E27FC236}">
                    <a16:creationId xmlns:a16="http://schemas.microsoft.com/office/drawing/2014/main" id="{C2664835-506A-3B62-BD81-471F118A6815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1" name="pg1646">
                <a:extLst>
                  <a:ext uri="{FF2B5EF4-FFF2-40B4-BE49-F238E27FC236}">
                    <a16:creationId xmlns:a16="http://schemas.microsoft.com/office/drawing/2014/main" id="{EECD34EB-2A1D-5156-C809-0F1358080898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2" name="pg1647">
                <a:extLst>
                  <a:ext uri="{FF2B5EF4-FFF2-40B4-BE49-F238E27FC236}">
                    <a16:creationId xmlns:a16="http://schemas.microsoft.com/office/drawing/2014/main" id="{7A113FA0-E28D-7389-8004-2D5414497A65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3" name="pg1648">
                <a:extLst>
                  <a:ext uri="{FF2B5EF4-FFF2-40B4-BE49-F238E27FC236}">
                    <a16:creationId xmlns:a16="http://schemas.microsoft.com/office/drawing/2014/main" id="{59BA17DF-7668-5BFA-D140-64DE5B13FFB9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4" name="pg1649">
                <a:extLst>
                  <a:ext uri="{FF2B5EF4-FFF2-40B4-BE49-F238E27FC236}">
                    <a16:creationId xmlns:a16="http://schemas.microsoft.com/office/drawing/2014/main" id="{46C9EBB3-6B14-47A0-EA1C-F2232B83C141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5" name="pg1650">
                <a:extLst>
                  <a:ext uri="{FF2B5EF4-FFF2-40B4-BE49-F238E27FC236}">
                    <a16:creationId xmlns:a16="http://schemas.microsoft.com/office/drawing/2014/main" id="{1843BA5E-0E1D-1CF8-4638-2C4C14F40C5E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BEFDC">
                  <a:alpha val="100000"/>
                </a:srgbClr>
              </a:solidFill>
              <a:ln w="5420" cap="flat">
                <a:solidFill>
                  <a:srgbClr val="CB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6" name="pg1651">
                <a:extLst>
                  <a:ext uri="{FF2B5EF4-FFF2-40B4-BE49-F238E27FC236}">
                    <a16:creationId xmlns:a16="http://schemas.microsoft.com/office/drawing/2014/main" id="{3041E244-92D8-64AA-1743-84B5621EA888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7" name="pg1652">
                <a:extLst>
                  <a:ext uri="{FF2B5EF4-FFF2-40B4-BE49-F238E27FC236}">
                    <a16:creationId xmlns:a16="http://schemas.microsoft.com/office/drawing/2014/main" id="{AC65CE6A-E3AF-A75E-D4CA-015A3E804A26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FF0DE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8" name="pg1653">
                <a:extLst>
                  <a:ext uri="{FF2B5EF4-FFF2-40B4-BE49-F238E27FC236}">
                    <a16:creationId xmlns:a16="http://schemas.microsoft.com/office/drawing/2014/main" id="{BEE97FA5-809E-4FF9-751B-CA74BA8FCC79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9" name="pg1654">
                <a:extLst>
                  <a:ext uri="{FF2B5EF4-FFF2-40B4-BE49-F238E27FC236}">
                    <a16:creationId xmlns:a16="http://schemas.microsoft.com/office/drawing/2014/main" id="{E87CDB28-3C41-8654-6F0F-F28DE0C1C292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0" name="pg1655">
                <a:extLst>
                  <a:ext uri="{FF2B5EF4-FFF2-40B4-BE49-F238E27FC236}">
                    <a16:creationId xmlns:a16="http://schemas.microsoft.com/office/drawing/2014/main" id="{B6DACF2F-B313-B8F1-9B16-24613D1C1F7A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1" name="pg1656">
                <a:extLst>
                  <a:ext uri="{FF2B5EF4-FFF2-40B4-BE49-F238E27FC236}">
                    <a16:creationId xmlns:a16="http://schemas.microsoft.com/office/drawing/2014/main" id="{7B16888D-2565-A534-62B9-029DB19E9EAE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2" name="pg1657">
                <a:extLst>
                  <a:ext uri="{FF2B5EF4-FFF2-40B4-BE49-F238E27FC236}">
                    <a16:creationId xmlns:a16="http://schemas.microsoft.com/office/drawing/2014/main" id="{8767C6EB-2CA1-7537-91CE-54C0976E1542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3" name="pg1658">
                <a:extLst>
                  <a:ext uri="{FF2B5EF4-FFF2-40B4-BE49-F238E27FC236}">
                    <a16:creationId xmlns:a16="http://schemas.microsoft.com/office/drawing/2014/main" id="{11106F21-DC2D-B794-EC9C-0A043CEC65DB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4" name="pg1659">
                <a:extLst>
                  <a:ext uri="{FF2B5EF4-FFF2-40B4-BE49-F238E27FC236}">
                    <a16:creationId xmlns:a16="http://schemas.microsoft.com/office/drawing/2014/main" id="{2248CCD3-C551-77B1-A543-D10B910C0727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5" name="pg1660">
                <a:extLst>
                  <a:ext uri="{FF2B5EF4-FFF2-40B4-BE49-F238E27FC236}">
                    <a16:creationId xmlns:a16="http://schemas.microsoft.com/office/drawing/2014/main" id="{41F3B23A-5128-DCAD-37FF-AF62A639C7EA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6" name="pg1661">
                <a:extLst>
                  <a:ext uri="{FF2B5EF4-FFF2-40B4-BE49-F238E27FC236}">
                    <a16:creationId xmlns:a16="http://schemas.microsoft.com/office/drawing/2014/main" id="{86CC68E7-E859-A0D5-B7BD-CC3FFB5D369D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C7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7" name="pg1662">
                <a:extLst>
                  <a:ext uri="{FF2B5EF4-FFF2-40B4-BE49-F238E27FC236}">
                    <a16:creationId xmlns:a16="http://schemas.microsoft.com/office/drawing/2014/main" id="{785253A0-E1BE-0F60-E627-854E31A0028B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AEE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8" name="pg1663">
                <a:extLst>
                  <a:ext uri="{FF2B5EF4-FFF2-40B4-BE49-F238E27FC236}">
                    <a16:creationId xmlns:a16="http://schemas.microsoft.com/office/drawing/2014/main" id="{ED862D0B-E566-7863-25BB-D4B7C88D4D73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9" name="pg1664">
                <a:extLst>
                  <a:ext uri="{FF2B5EF4-FFF2-40B4-BE49-F238E27FC236}">
                    <a16:creationId xmlns:a16="http://schemas.microsoft.com/office/drawing/2014/main" id="{6888CEE7-EACD-E29D-D526-0BD24B7547CA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0" name="pg1665">
                <a:extLst>
                  <a:ext uri="{FF2B5EF4-FFF2-40B4-BE49-F238E27FC236}">
                    <a16:creationId xmlns:a16="http://schemas.microsoft.com/office/drawing/2014/main" id="{4D1DE239-3E43-9443-4339-45FE3B1982E7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1" name="pg1666">
                <a:extLst>
                  <a:ext uri="{FF2B5EF4-FFF2-40B4-BE49-F238E27FC236}">
                    <a16:creationId xmlns:a16="http://schemas.microsoft.com/office/drawing/2014/main" id="{B0F386E9-88B4-5EB2-BAE7-CD5AF7A7A8B5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C7EE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2" name="pg1667">
                <a:extLst>
                  <a:ext uri="{FF2B5EF4-FFF2-40B4-BE49-F238E27FC236}">
                    <a16:creationId xmlns:a16="http://schemas.microsoft.com/office/drawing/2014/main" id="{E82D01B8-3C89-BEEF-C625-B40D8B0A70C6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3" name="pg1668">
                <a:extLst>
                  <a:ext uri="{FF2B5EF4-FFF2-40B4-BE49-F238E27FC236}">
                    <a16:creationId xmlns:a16="http://schemas.microsoft.com/office/drawing/2014/main" id="{FB12455C-E4C4-70A0-06A8-73CB81225E09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4" name="pg1669">
                <a:extLst>
                  <a:ext uri="{FF2B5EF4-FFF2-40B4-BE49-F238E27FC236}">
                    <a16:creationId xmlns:a16="http://schemas.microsoft.com/office/drawing/2014/main" id="{1631DAA8-2933-8F88-43A9-57B0F0E61A55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5" name="pg1670">
                <a:extLst>
                  <a:ext uri="{FF2B5EF4-FFF2-40B4-BE49-F238E27FC236}">
                    <a16:creationId xmlns:a16="http://schemas.microsoft.com/office/drawing/2014/main" id="{D399CB5F-4598-13FD-693C-5AA5D8FA4598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6" name="pg1671">
                <a:extLst>
                  <a:ext uri="{FF2B5EF4-FFF2-40B4-BE49-F238E27FC236}">
                    <a16:creationId xmlns:a16="http://schemas.microsoft.com/office/drawing/2014/main" id="{D448F4A6-0612-1D50-1E9C-7B98636B70D0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7" name="pg1672">
                <a:extLst>
                  <a:ext uri="{FF2B5EF4-FFF2-40B4-BE49-F238E27FC236}">
                    <a16:creationId xmlns:a16="http://schemas.microsoft.com/office/drawing/2014/main" id="{5E596E7F-4B47-D298-6606-24F7CC695B15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8" name="pg1673">
                <a:extLst>
                  <a:ext uri="{FF2B5EF4-FFF2-40B4-BE49-F238E27FC236}">
                    <a16:creationId xmlns:a16="http://schemas.microsoft.com/office/drawing/2014/main" id="{68758926-34D6-ED2E-0D4A-A0FDEA56AA81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9" name="pg1674">
                <a:extLst>
                  <a:ext uri="{FF2B5EF4-FFF2-40B4-BE49-F238E27FC236}">
                    <a16:creationId xmlns:a16="http://schemas.microsoft.com/office/drawing/2014/main" id="{1730F666-1044-B2A8-1961-23AD8B36C4A6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0" name="pg1675">
                <a:extLst>
                  <a:ext uri="{FF2B5EF4-FFF2-40B4-BE49-F238E27FC236}">
                    <a16:creationId xmlns:a16="http://schemas.microsoft.com/office/drawing/2014/main" id="{813C779B-A505-5007-AA22-7645F63B2A90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1" name="pg1676">
                <a:extLst>
                  <a:ext uri="{FF2B5EF4-FFF2-40B4-BE49-F238E27FC236}">
                    <a16:creationId xmlns:a16="http://schemas.microsoft.com/office/drawing/2014/main" id="{051DF817-BE22-8BC0-F352-BD4F3F076984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2" name="pg1677">
                <a:extLst>
                  <a:ext uri="{FF2B5EF4-FFF2-40B4-BE49-F238E27FC236}">
                    <a16:creationId xmlns:a16="http://schemas.microsoft.com/office/drawing/2014/main" id="{4442CD93-00D6-1AB7-5C1F-A6D93606610E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3" name="pg1678">
                <a:extLst>
                  <a:ext uri="{FF2B5EF4-FFF2-40B4-BE49-F238E27FC236}">
                    <a16:creationId xmlns:a16="http://schemas.microsoft.com/office/drawing/2014/main" id="{6073DE84-1AA7-B198-08EF-E2C162180F4E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4" name="pg1679">
                <a:extLst>
                  <a:ext uri="{FF2B5EF4-FFF2-40B4-BE49-F238E27FC236}">
                    <a16:creationId xmlns:a16="http://schemas.microsoft.com/office/drawing/2014/main" id="{D5F9FA54-BA38-97E6-934D-524155EDB814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5" name="pg1680">
                <a:extLst>
                  <a:ext uri="{FF2B5EF4-FFF2-40B4-BE49-F238E27FC236}">
                    <a16:creationId xmlns:a16="http://schemas.microsoft.com/office/drawing/2014/main" id="{E0DAA496-3A24-B47A-F53B-C669BA03AC4C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6" name="pg1681">
                <a:extLst>
                  <a:ext uri="{FF2B5EF4-FFF2-40B4-BE49-F238E27FC236}">
                    <a16:creationId xmlns:a16="http://schemas.microsoft.com/office/drawing/2014/main" id="{3D8ED061-A326-B81D-82CE-C187C8A8420A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7" name="pg1682">
                <a:extLst>
                  <a:ext uri="{FF2B5EF4-FFF2-40B4-BE49-F238E27FC236}">
                    <a16:creationId xmlns:a16="http://schemas.microsoft.com/office/drawing/2014/main" id="{2E46EF32-078B-834F-2B1B-DA2A773FCB3C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8" name="pg1683">
                <a:extLst>
                  <a:ext uri="{FF2B5EF4-FFF2-40B4-BE49-F238E27FC236}">
                    <a16:creationId xmlns:a16="http://schemas.microsoft.com/office/drawing/2014/main" id="{9D9916A3-2932-36FC-D7BC-0DA5DD5C3441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9" name="pg1684">
                <a:extLst>
                  <a:ext uri="{FF2B5EF4-FFF2-40B4-BE49-F238E27FC236}">
                    <a16:creationId xmlns:a16="http://schemas.microsoft.com/office/drawing/2014/main" id="{03AD98C4-3796-0301-2BAA-5F45E2A02E6F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0" name="pg1685">
                <a:extLst>
                  <a:ext uri="{FF2B5EF4-FFF2-40B4-BE49-F238E27FC236}">
                    <a16:creationId xmlns:a16="http://schemas.microsoft.com/office/drawing/2014/main" id="{B173B992-B5D7-EFA1-68C7-95508213B865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1" name="pg1686">
                <a:extLst>
                  <a:ext uri="{FF2B5EF4-FFF2-40B4-BE49-F238E27FC236}">
                    <a16:creationId xmlns:a16="http://schemas.microsoft.com/office/drawing/2014/main" id="{E1D4FE3D-D08A-12E2-A4E8-DA07F5EA1A43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2" name="pg1687">
                <a:extLst>
                  <a:ext uri="{FF2B5EF4-FFF2-40B4-BE49-F238E27FC236}">
                    <a16:creationId xmlns:a16="http://schemas.microsoft.com/office/drawing/2014/main" id="{DABFF82D-1898-2021-F053-D4AFBAC401EC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3" name="pg1688">
                <a:extLst>
                  <a:ext uri="{FF2B5EF4-FFF2-40B4-BE49-F238E27FC236}">
                    <a16:creationId xmlns:a16="http://schemas.microsoft.com/office/drawing/2014/main" id="{73FDD7C3-A312-13AF-6B86-4E443F71CDB7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4" name="pg1689">
                <a:extLst>
                  <a:ext uri="{FF2B5EF4-FFF2-40B4-BE49-F238E27FC236}">
                    <a16:creationId xmlns:a16="http://schemas.microsoft.com/office/drawing/2014/main" id="{03DC62D4-44A6-607A-C33B-B0F20F3BACD7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5" name="pg1690">
                <a:extLst>
                  <a:ext uri="{FF2B5EF4-FFF2-40B4-BE49-F238E27FC236}">
                    <a16:creationId xmlns:a16="http://schemas.microsoft.com/office/drawing/2014/main" id="{BF9DFDB0-6021-40AD-E2AD-043499AC7A4E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6" name="pg1691">
                <a:extLst>
                  <a:ext uri="{FF2B5EF4-FFF2-40B4-BE49-F238E27FC236}">
                    <a16:creationId xmlns:a16="http://schemas.microsoft.com/office/drawing/2014/main" id="{5324CD72-CDFD-5901-C551-677E7E2C07B9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7" name="pg1692">
                <a:extLst>
                  <a:ext uri="{FF2B5EF4-FFF2-40B4-BE49-F238E27FC236}">
                    <a16:creationId xmlns:a16="http://schemas.microsoft.com/office/drawing/2014/main" id="{A24916BB-2935-F34D-0CBE-39DAD4788AFC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8" name="pg1693">
                <a:extLst>
                  <a:ext uri="{FF2B5EF4-FFF2-40B4-BE49-F238E27FC236}">
                    <a16:creationId xmlns:a16="http://schemas.microsoft.com/office/drawing/2014/main" id="{FA1096B8-1F07-2E2A-C09A-4150AD5EBFEC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9" name="pg1694">
                <a:extLst>
                  <a:ext uri="{FF2B5EF4-FFF2-40B4-BE49-F238E27FC236}">
                    <a16:creationId xmlns:a16="http://schemas.microsoft.com/office/drawing/2014/main" id="{BE86D6F0-035E-5644-C7D7-515674C0F3F8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0" name="pg1695">
                <a:extLst>
                  <a:ext uri="{FF2B5EF4-FFF2-40B4-BE49-F238E27FC236}">
                    <a16:creationId xmlns:a16="http://schemas.microsoft.com/office/drawing/2014/main" id="{B42A322A-33B6-C8DE-36E5-9D7BAAE837E4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1" name="pg1696">
                <a:extLst>
                  <a:ext uri="{FF2B5EF4-FFF2-40B4-BE49-F238E27FC236}">
                    <a16:creationId xmlns:a16="http://schemas.microsoft.com/office/drawing/2014/main" id="{D76AE729-D074-6D06-08F7-502D6A316224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2" name="pg1697">
                <a:extLst>
                  <a:ext uri="{FF2B5EF4-FFF2-40B4-BE49-F238E27FC236}">
                    <a16:creationId xmlns:a16="http://schemas.microsoft.com/office/drawing/2014/main" id="{17305EAE-D76E-00E6-0130-07FE1B975BA5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3" name="pg1698">
                <a:extLst>
                  <a:ext uri="{FF2B5EF4-FFF2-40B4-BE49-F238E27FC236}">
                    <a16:creationId xmlns:a16="http://schemas.microsoft.com/office/drawing/2014/main" id="{D64E73A9-3A22-1C30-254C-9464FD049B04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4" name="pg1699">
                <a:extLst>
                  <a:ext uri="{FF2B5EF4-FFF2-40B4-BE49-F238E27FC236}">
                    <a16:creationId xmlns:a16="http://schemas.microsoft.com/office/drawing/2014/main" id="{0DFC8361-78FC-5311-07D6-ECC67EE7186A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5" name="pg1700">
                <a:extLst>
                  <a:ext uri="{FF2B5EF4-FFF2-40B4-BE49-F238E27FC236}">
                    <a16:creationId xmlns:a16="http://schemas.microsoft.com/office/drawing/2014/main" id="{DA1DC1B2-BA4B-949C-DE9D-9803654DCFC2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6" name="pg1701">
                <a:extLst>
                  <a:ext uri="{FF2B5EF4-FFF2-40B4-BE49-F238E27FC236}">
                    <a16:creationId xmlns:a16="http://schemas.microsoft.com/office/drawing/2014/main" id="{7AEE119B-ECB1-D313-9EA5-9A7239CB1059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7" name="pg1702">
                <a:extLst>
                  <a:ext uri="{FF2B5EF4-FFF2-40B4-BE49-F238E27FC236}">
                    <a16:creationId xmlns:a16="http://schemas.microsoft.com/office/drawing/2014/main" id="{E52CF543-07BC-C2F7-B314-1AA2DD98C773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8" name="pg1703">
                <a:extLst>
                  <a:ext uri="{FF2B5EF4-FFF2-40B4-BE49-F238E27FC236}">
                    <a16:creationId xmlns:a16="http://schemas.microsoft.com/office/drawing/2014/main" id="{D2CB7760-87CD-13F4-0866-B88A26B99474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9" name="pg1704">
                <a:extLst>
                  <a:ext uri="{FF2B5EF4-FFF2-40B4-BE49-F238E27FC236}">
                    <a16:creationId xmlns:a16="http://schemas.microsoft.com/office/drawing/2014/main" id="{8CC89BF1-9977-734E-40AE-CDE15D0FD471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0" name="pg1705">
                <a:extLst>
                  <a:ext uri="{FF2B5EF4-FFF2-40B4-BE49-F238E27FC236}">
                    <a16:creationId xmlns:a16="http://schemas.microsoft.com/office/drawing/2014/main" id="{4AF40063-6BDC-00C7-C588-B09F289909D2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1" name="pg1706">
                <a:extLst>
                  <a:ext uri="{FF2B5EF4-FFF2-40B4-BE49-F238E27FC236}">
                    <a16:creationId xmlns:a16="http://schemas.microsoft.com/office/drawing/2014/main" id="{280378AD-ED6F-07CC-6A15-090393B54BB9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2" name="pg1707">
                <a:extLst>
                  <a:ext uri="{FF2B5EF4-FFF2-40B4-BE49-F238E27FC236}">
                    <a16:creationId xmlns:a16="http://schemas.microsoft.com/office/drawing/2014/main" id="{B84A04D5-7927-A167-7A43-D0308F0207FB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3" name="pg1708">
                <a:extLst>
                  <a:ext uri="{FF2B5EF4-FFF2-40B4-BE49-F238E27FC236}">
                    <a16:creationId xmlns:a16="http://schemas.microsoft.com/office/drawing/2014/main" id="{4371A42E-5C1D-7A31-D5A7-7F91202F028A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4" name="pg1709">
                <a:extLst>
                  <a:ext uri="{FF2B5EF4-FFF2-40B4-BE49-F238E27FC236}">
                    <a16:creationId xmlns:a16="http://schemas.microsoft.com/office/drawing/2014/main" id="{D7C61296-A3DB-8117-D755-46263455BA5F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5" name="pg1710">
                <a:extLst>
                  <a:ext uri="{FF2B5EF4-FFF2-40B4-BE49-F238E27FC236}">
                    <a16:creationId xmlns:a16="http://schemas.microsoft.com/office/drawing/2014/main" id="{A72DF9A2-80E0-9946-5D1C-BEA51C7CC97E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6" name="pg1711">
                <a:extLst>
                  <a:ext uri="{FF2B5EF4-FFF2-40B4-BE49-F238E27FC236}">
                    <a16:creationId xmlns:a16="http://schemas.microsoft.com/office/drawing/2014/main" id="{DCBEF62E-5F0B-089E-6376-16177689A169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7" name="pg1712">
                <a:extLst>
                  <a:ext uri="{FF2B5EF4-FFF2-40B4-BE49-F238E27FC236}">
                    <a16:creationId xmlns:a16="http://schemas.microsoft.com/office/drawing/2014/main" id="{9D709B5A-9D16-FC37-4B1F-C526B62A9B81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8" name="pg1713">
                <a:extLst>
                  <a:ext uri="{FF2B5EF4-FFF2-40B4-BE49-F238E27FC236}">
                    <a16:creationId xmlns:a16="http://schemas.microsoft.com/office/drawing/2014/main" id="{67435FE1-058B-AB9F-DEFB-B5DE2B9B9E8E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9" name="pg1714">
                <a:extLst>
                  <a:ext uri="{FF2B5EF4-FFF2-40B4-BE49-F238E27FC236}">
                    <a16:creationId xmlns:a16="http://schemas.microsoft.com/office/drawing/2014/main" id="{253A69D6-A1D6-8184-248A-36BD026E1213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0" name="pg1715">
                <a:extLst>
                  <a:ext uri="{FF2B5EF4-FFF2-40B4-BE49-F238E27FC236}">
                    <a16:creationId xmlns:a16="http://schemas.microsoft.com/office/drawing/2014/main" id="{F56294A9-5F2C-ABC6-49DC-771516989187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1" name="pg1716">
                <a:extLst>
                  <a:ext uri="{FF2B5EF4-FFF2-40B4-BE49-F238E27FC236}">
                    <a16:creationId xmlns:a16="http://schemas.microsoft.com/office/drawing/2014/main" id="{E340F751-C3F1-5BBB-CC8B-F5C175707F5A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2" name="pg1717">
                <a:extLst>
                  <a:ext uri="{FF2B5EF4-FFF2-40B4-BE49-F238E27FC236}">
                    <a16:creationId xmlns:a16="http://schemas.microsoft.com/office/drawing/2014/main" id="{4F332339-2ECC-CBEF-4019-4439C2CE7C2F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3" name="pg1718">
                <a:extLst>
                  <a:ext uri="{FF2B5EF4-FFF2-40B4-BE49-F238E27FC236}">
                    <a16:creationId xmlns:a16="http://schemas.microsoft.com/office/drawing/2014/main" id="{C646B1CF-1886-DCCD-C336-A8873D91A84F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4" name="pg1719">
                <a:extLst>
                  <a:ext uri="{FF2B5EF4-FFF2-40B4-BE49-F238E27FC236}">
                    <a16:creationId xmlns:a16="http://schemas.microsoft.com/office/drawing/2014/main" id="{C3250AA5-6D53-0F33-555A-9829AB26E071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5" name="pg1720">
                <a:extLst>
                  <a:ext uri="{FF2B5EF4-FFF2-40B4-BE49-F238E27FC236}">
                    <a16:creationId xmlns:a16="http://schemas.microsoft.com/office/drawing/2014/main" id="{4DCFBC75-D0C4-BF10-3DBB-B2D0A778C380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6" name="pg1721">
                <a:extLst>
                  <a:ext uri="{FF2B5EF4-FFF2-40B4-BE49-F238E27FC236}">
                    <a16:creationId xmlns:a16="http://schemas.microsoft.com/office/drawing/2014/main" id="{8B94FEFB-66A5-389A-8A35-EE7B2F9D24A8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7" name="pg1722">
                <a:extLst>
                  <a:ext uri="{FF2B5EF4-FFF2-40B4-BE49-F238E27FC236}">
                    <a16:creationId xmlns:a16="http://schemas.microsoft.com/office/drawing/2014/main" id="{6A09BCCD-8AE8-5A40-130C-62E7FEE52B5F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8" name="pg1723">
                <a:extLst>
                  <a:ext uri="{FF2B5EF4-FFF2-40B4-BE49-F238E27FC236}">
                    <a16:creationId xmlns:a16="http://schemas.microsoft.com/office/drawing/2014/main" id="{5F26E0C9-761B-13F1-D2BD-FBF38A50FFA7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9" name="pg1724">
                <a:extLst>
                  <a:ext uri="{FF2B5EF4-FFF2-40B4-BE49-F238E27FC236}">
                    <a16:creationId xmlns:a16="http://schemas.microsoft.com/office/drawing/2014/main" id="{BA5C29C8-8A94-79A6-4182-8E28C4174B32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0" name="pg1725">
                <a:extLst>
                  <a:ext uri="{FF2B5EF4-FFF2-40B4-BE49-F238E27FC236}">
                    <a16:creationId xmlns:a16="http://schemas.microsoft.com/office/drawing/2014/main" id="{CA1FD96B-342B-8897-6CA1-6944D99461FB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1" name="pg1726">
                <a:extLst>
                  <a:ext uri="{FF2B5EF4-FFF2-40B4-BE49-F238E27FC236}">
                    <a16:creationId xmlns:a16="http://schemas.microsoft.com/office/drawing/2014/main" id="{E2732EDE-4EA7-4295-38A8-5B95CAF96587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2" name="pg1727">
                <a:extLst>
                  <a:ext uri="{FF2B5EF4-FFF2-40B4-BE49-F238E27FC236}">
                    <a16:creationId xmlns:a16="http://schemas.microsoft.com/office/drawing/2014/main" id="{26E8C563-B896-45B1-AC6F-B6D69B69E014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3" name="pg1728">
                <a:extLst>
                  <a:ext uri="{FF2B5EF4-FFF2-40B4-BE49-F238E27FC236}">
                    <a16:creationId xmlns:a16="http://schemas.microsoft.com/office/drawing/2014/main" id="{088C9EB8-1FFB-D142-D71D-B832E1166A39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4" name="pg1729">
                <a:extLst>
                  <a:ext uri="{FF2B5EF4-FFF2-40B4-BE49-F238E27FC236}">
                    <a16:creationId xmlns:a16="http://schemas.microsoft.com/office/drawing/2014/main" id="{60D18A34-2D04-DA4B-7AB1-E73736069084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5" name="pg1730">
                <a:extLst>
                  <a:ext uri="{FF2B5EF4-FFF2-40B4-BE49-F238E27FC236}">
                    <a16:creationId xmlns:a16="http://schemas.microsoft.com/office/drawing/2014/main" id="{6FDD2D5B-A31E-B4AE-6AA2-8D61D56DDE16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6" name="pg1731">
                <a:extLst>
                  <a:ext uri="{FF2B5EF4-FFF2-40B4-BE49-F238E27FC236}">
                    <a16:creationId xmlns:a16="http://schemas.microsoft.com/office/drawing/2014/main" id="{F3DD5F4C-3F0B-4F5E-5778-7CA97720179E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7" name="pg1732">
                <a:extLst>
                  <a:ext uri="{FF2B5EF4-FFF2-40B4-BE49-F238E27FC236}">
                    <a16:creationId xmlns:a16="http://schemas.microsoft.com/office/drawing/2014/main" id="{015C1E02-2379-3F95-F2A6-D7F115BE9927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8" name="pg1733">
                <a:extLst>
                  <a:ext uri="{FF2B5EF4-FFF2-40B4-BE49-F238E27FC236}">
                    <a16:creationId xmlns:a16="http://schemas.microsoft.com/office/drawing/2014/main" id="{204391C0-7DA7-650A-C354-32E04F1A4477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9" name="pg1734">
                <a:extLst>
                  <a:ext uri="{FF2B5EF4-FFF2-40B4-BE49-F238E27FC236}">
                    <a16:creationId xmlns:a16="http://schemas.microsoft.com/office/drawing/2014/main" id="{16706DDF-8B2D-675A-EE7C-F07FB9F5765F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0" name="pg1735">
                <a:extLst>
                  <a:ext uri="{FF2B5EF4-FFF2-40B4-BE49-F238E27FC236}">
                    <a16:creationId xmlns:a16="http://schemas.microsoft.com/office/drawing/2014/main" id="{276A815B-5828-BA7A-BC80-099B953B13DB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1" name="pg1736">
                <a:extLst>
                  <a:ext uri="{FF2B5EF4-FFF2-40B4-BE49-F238E27FC236}">
                    <a16:creationId xmlns:a16="http://schemas.microsoft.com/office/drawing/2014/main" id="{F233B605-F4FD-334F-5DA0-E81F1ED1466D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2" name="pg1737">
                <a:extLst>
                  <a:ext uri="{FF2B5EF4-FFF2-40B4-BE49-F238E27FC236}">
                    <a16:creationId xmlns:a16="http://schemas.microsoft.com/office/drawing/2014/main" id="{F447D4B6-94DB-FCD1-2A95-B1711878CD86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3" name="pg1738">
                <a:extLst>
                  <a:ext uri="{FF2B5EF4-FFF2-40B4-BE49-F238E27FC236}">
                    <a16:creationId xmlns:a16="http://schemas.microsoft.com/office/drawing/2014/main" id="{AF00F536-A612-ACD1-9292-872909054886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4" name="pg1739">
                <a:extLst>
                  <a:ext uri="{FF2B5EF4-FFF2-40B4-BE49-F238E27FC236}">
                    <a16:creationId xmlns:a16="http://schemas.microsoft.com/office/drawing/2014/main" id="{23F19693-4E52-E26D-F853-DA3CAEFD5E29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5" name="pg1740">
                <a:extLst>
                  <a:ext uri="{FF2B5EF4-FFF2-40B4-BE49-F238E27FC236}">
                    <a16:creationId xmlns:a16="http://schemas.microsoft.com/office/drawing/2014/main" id="{011BF6A2-74C3-6A5F-5089-F956C69644BD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6" name="pg1741">
                <a:extLst>
                  <a:ext uri="{FF2B5EF4-FFF2-40B4-BE49-F238E27FC236}">
                    <a16:creationId xmlns:a16="http://schemas.microsoft.com/office/drawing/2014/main" id="{A9371FAF-AC26-06CE-F181-078AB5C77F7F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7" name="pg1742">
                <a:extLst>
                  <a:ext uri="{FF2B5EF4-FFF2-40B4-BE49-F238E27FC236}">
                    <a16:creationId xmlns:a16="http://schemas.microsoft.com/office/drawing/2014/main" id="{BDC0B210-FFC3-FBF5-2FA6-E1A7EF7FE59C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8" name="pg1743">
                <a:extLst>
                  <a:ext uri="{FF2B5EF4-FFF2-40B4-BE49-F238E27FC236}">
                    <a16:creationId xmlns:a16="http://schemas.microsoft.com/office/drawing/2014/main" id="{6323CBE3-DCEB-0DBB-001A-10CC79F2768B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9" name="pg1744">
                <a:extLst>
                  <a:ext uri="{FF2B5EF4-FFF2-40B4-BE49-F238E27FC236}">
                    <a16:creationId xmlns:a16="http://schemas.microsoft.com/office/drawing/2014/main" id="{2C0B9AC6-D218-BDD5-10E1-09370C11D732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0" name="pg1745">
                <a:extLst>
                  <a:ext uri="{FF2B5EF4-FFF2-40B4-BE49-F238E27FC236}">
                    <a16:creationId xmlns:a16="http://schemas.microsoft.com/office/drawing/2014/main" id="{1E05F12D-E1F0-9FFB-CB1C-D747718081AF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1" name="pg1746">
                <a:extLst>
                  <a:ext uri="{FF2B5EF4-FFF2-40B4-BE49-F238E27FC236}">
                    <a16:creationId xmlns:a16="http://schemas.microsoft.com/office/drawing/2014/main" id="{BC33941F-0B06-7176-246D-7634D0AFB8BA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2" name="pg1747">
                <a:extLst>
                  <a:ext uri="{FF2B5EF4-FFF2-40B4-BE49-F238E27FC236}">
                    <a16:creationId xmlns:a16="http://schemas.microsoft.com/office/drawing/2014/main" id="{D83D7A42-6346-8506-8433-CB60FA05BD61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3" name="pg1748">
                <a:extLst>
                  <a:ext uri="{FF2B5EF4-FFF2-40B4-BE49-F238E27FC236}">
                    <a16:creationId xmlns:a16="http://schemas.microsoft.com/office/drawing/2014/main" id="{93BA967F-AAD5-39A5-5A6D-B06968EE0519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4" name="pg1749">
                <a:extLst>
                  <a:ext uri="{FF2B5EF4-FFF2-40B4-BE49-F238E27FC236}">
                    <a16:creationId xmlns:a16="http://schemas.microsoft.com/office/drawing/2014/main" id="{72DFCA03-CFB0-DD4F-25B1-C7B805730F7A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5" name="pg1750">
                <a:extLst>
                  <a:ext uri="{FF2B5EF4-FFF2-40B4-BE49-F238E27FC236}">
                    <a16:creationId xmlns:a16="http://schemas.microsoft.com/office/drawing/2014/main" id="{148B504B-6DDC-C5E5-8728-D3B177E293D8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6" name="pg1751">
                <a:extLst>
                  <a:ext uri="{FF2B5EF4-FFF2-40B4-BE49-F238E27FC236}">
                    <a16:creationId xmlns:a16="http://schemas.microsoft.com/office/drawing/2014/main" id="{BA64E1CF-1805-74E7-80AB-5016FCDCDF51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7" name="pg1752">
                <a:extLst>
                  <a:ext uri="{FF2B5EF4-FFF2-40B4-BE49-F238E27FC236}">
                    <a16:creationId xmlns:a16="http://schemas.microsoft.com/office/drawing/2014/main" id="{DE060210-8498-7C89-22A0-BAA23A68A802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8" name="pg1753">
                <a:extLst>
                  <a:ext uri="{FF2B5EF4-FFF2-40B4-BE49-F238E27FC236}">
                    <a16:creationId xmlns:a16="http://schemas.microsoft.com/office/drawing/2014/main" id="{2C4391A4-E066-2FB6-2053-E8A9864F954A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9" name="pg1754">
                <a:extLst>
                  <a:ext uri="{FF2B5EF4-FFF2-40B4-BE49-F238E27FC236}">
                    <a16:creationId xmlns:a16="http://schemas.microsoft.com/office/drawing/2014/main" id="{2EFB5B53-9E9B-20C0-2B4D-E093AF5EDF9C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0" name="pg1755">
                <a:extLst>
                  <a:ext uri="{FF2B5EF4-FFF2-40B4-BE49-F238E27FC236}">
                    <a16:creationId xmlns:a16="http://schemas.microsoft.com/office/drawing/2014/main" id="{CFE235F6-9A7B-318F-6D10-EB634DFE04BF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1" name="pg1756">
                <a:extLst>
                  <a:ext uri="{FF2B5EF4-FFF2-40B4-BE49-F238E27FC236}">
                    <a16:creationId xmlns:a16="http://schemas.microsoft.com/office/drawing/2014/main" id="{AAB4F4A0-BC70-FC60-5D62-4D30CC3F0DCA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2" name="pg1757">
                <a:extLst>
                  <a:ext uri="{FF2B5EF4-FFF2-40B4-BE49-F238E27FC236}">
                    <a16:creationId xmlns:a16="http://schemas.microsoft.com/office/drawing/2014/main" id="{4C1B67C5-9257-D5F6-92F8-D527792DBA96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3" name="pg1758">
                <a:extLst>
                  <a:ext uri="{FF2B5EF4-FFF2-40B4-BE49-F238E27FC236}">
                    <a16:creationId xmlns:a16="http://schemas.microsoft.com/office/drawing/2014/main" id="{300807F9-4113-F772-5F5B-E7EB8405D0B6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4" name="pg1759">
                <a:extLst>
                  <a:ext uri="{FF2B5EF4-FFF2-40B4-BE49-F238E27FC236}">
                    <a16:creationId xmlns:a16="http://schemas.microsoft.com/office/drawing/2014/main" id="{53B987B4-2FFC-C98A-9258-39F6CF97D47A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5" name="pg1760">
                <a:extLst>
                  <a:ext uri="{FF2B5EF4-FFF2-40B4-BE49-F238E27FC236}">
                    <a16:creationId xmlns:a16="http://schemas.microsoft.com/office/drawing/2014/main" id="{D683656D-7CAE-E65E-B1AA-5F0BED435128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6" name="pg1761">
                <a:extLst>
                  <a:ext uri="{FF2B5EF4-FFF2-40B4-BE49-F238E27FC236}">
                    <a16:creationId xmlns:a16="http://schemas.microsoft.com/office/drawing/2014/main" id="{6194A316-AAFC-252D-AFB2-2FBF0DEA644F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7" name="pg1762">
                <a:extLst>
                  <a:ext uri="{FF2B5EF4-FFF2-40B4-BE49-F238E27FC236}">
                    <a16:creationId xmlns:a16="http://schemas.microsoft.com/office/drawing/2014/main" id="{707C6122-4BAF-0F03-8C26-AB9FA0BC1350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8" name="pg1763">
                <a:extLst>
                  <a:ext uri="{FF2B5EF4-FFF2-40B4-BE49-F238E27FC236}">
                    <a16:creationId xmlns:a16="http://schemas.microsoft.com/office/drawing/2014/main" id="{DEA1CEE6-BD5D-59E6-AA9F-DC1A7ADCB344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9" name="pg1764">
                <a:extLst>
                  <a:ext uri="{FF2B5EF4-FFF2-40B4-BE49-F238E27FC236}">
                    <a16:creationId xmlns:a16="http://schemas.microsoft.com/office/drawing/2014/main" id="{BCF08D30-CC38-26CE-7AD0-EA9B6B749471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0" name="pg1765">
                <a:extLst>
                  <a:ext uri="{FF2B5EF4-FFF2-40B4-BE49-F238E27FC236}">
                    <a16:creationId xmlns:a16="http://schemas.microsoft.com/office/drawing/2014/main" id="{B8140D1B-3919-528D-C5C2-BD80E7D74BF6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1" name="pg1766">
                <a:extLst>
                  <a:ext uri="{FF2B5EF4-FFF2-40B4-BE49-F238E27FC236}">
                    <a16:creationId xmlns:a16="http://schemas.microsoft.com/office/drawing/2014/main" id="{4FAE12AD-A24C-9173-62F0-24FCC6463514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2" name="pg1767">
                <a:extLst>
                  <a:ext uri="{FF2B5EF4-FFF2-40B4-BE49-F238E27FC236}">
                    <a16:creationId xmlns:a16="http://schemas.microsoft.com/office/drawing/2014/main" id="{84C8C7C5-096B-A91D-06BE-6622F351E02F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3" name="pg1768">
                <a:extLst>
                  <a:ext uri="{FF2B5EF4-FFF2-40B4-BE49-F238E27FC236}">
                    <a16:creationId xmlns:a16="http://schemas.microsoft.com/office/drawing/2014/main" id="{AFE4875A-B343-3F75-6889-2FA852192668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4" name="pg1769">
                <a:extLst>
                  <a:ext uri="{FF2B5EF4-FFF2-40B4-BE49-F238E27FC236}">
                    <a16:creationId xmlns:a16="http://schemas.microsoft.com/office/drawing/2014/main" id="{85425130-6782-D3A2-8F32-6507E654681D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5" name="pg1770">
                <a:extLst>
                  <a:ext uri="{FF2B5EF4-FFF2-40B4-BE49-F238E27FC236}">
                    <a16:creationId xmlns:a16="http://schemas.microsoft.com/office/drawing/2014/main" id="{3E587204-D4F6-2C2E-B7EF-A28B2FD38445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6" name="pg1771">
                <a:extLst>
                  <a:ext uri="{FF2B5EF4-FFF2-40B4-BE49-F238E27FC236}">
                    <a16:creationId xmlns:a16="http://schemas.microsoft.com/office/drawing/2014/main" id="{29564250-05E4-46B4-1141-83C2BC35076A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7" name="pg1772">
                <a:extLst>
                  <a:ext uri="{FF2B5EF4-FFF2-40B4-BE49-F238E27FC236}">
                    <a16:creationId xmlns:a16="http://schemas.microsoft.com/office/drawing/2014/main" id="{A7B3BD0E-E350-E84B-E594-13B839612C43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8" name="pg1773">
                <a:extLst>
                  <a:ext uri="{FF2B5EF4-FFF2-40B4-BE49-F238E27FC236}">
                    <a16:creationId xmlns:a16="http://schemas.microsoft.com/office/drawing/2014/main" id="{D70081CE-E7A2-59B3-37BB-5387199CEA65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9" name="pg1774">
                <a:extLst>
                  <a:ext uri="{FF2B5EF4-FFF2-40B4-BE49-F238E27FC236}">
                    <a16:creationId xmlns:a16="http://schemas.microsoft.com/office/drawing/2014/main" id="{595360F6-9C19-F2C2-EDBF-276B9DDDB591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0" name="pg1775">
                <a:extLst>
                  <a:ext uri="{FF2B5EF4-FFF2-40B4-BE49-F238E27FC236}">
                    <a16:creationId xmlns:a16="http://schemas.microsoft.com/office/drawing/2014/main" id="{D047FA33-CEEE-A9BE-BBF0-494B8AFFF8CD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1" name="pg1776">
                <a:extLst>
                  <a:ext uri="{FF2B5EF4-FFF2-40B4-BE49-F238E27FC236}">
                    <a16:creationId xmlns:a16="http://schemas.microsoft.com/office/drawing/2014/main" id="{749B81AD-3BB9-1BF5-3BE5-74DDE39F05C2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2" name="pg1777">
                <a:extLst>
                  <a:ext uri="{FF2B5EF4-FFF2-40B4-BE49-F238E27FC236}">
                    <a16:creationId xmlns:a16="http://schemas.microsoft.com/office/drawing/2014/main" id="{07603E62-2329-E5AE-FC64-01BE37748009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3" name="pg1778">
                <a:extLst>
                  <a:ext uri="{FF2B5EF4-FFF2-40B4-BE49-F238E27FC236}">
                    <a16:creationId xmlns:a16="http://schemas.microsoft.com/office/drawing/2014/main" id="{A6B8AFE5-0FDE-E4AB-B834-BFD3075FDD65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4" name="pg1779">
                <a:extLst>
                  <a:ext uri="{FF2B5EF4-FFF2-40B4-BE49-F238E27FC236}">
                    <a16:creationId xmlns:a16="http://schemas.microsoft.com/office/drawing/2014/main" id="{74845978-CC8E-A58E-F21B-D5D5DF519272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5" name="pg1780">
                <a:extLst>
                  <a:ext uri="{FF2B5EF4-FFF2-40B4-BE49-F238E27FC236}">
                    <a16:creationId xmlns:a16="http://schemas.microsoft.com/office/drawing/2014/main" id="{A2236964-1566-6705-2311-FE490A88FEB1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6" name="pg1781">
                <a:extLst>
                  <a:ext uri="{FF2B5EF4-FFF2-40B4-BE49-F238E27FC236}">
                    <a16:creationId xmlns:a16="http://schemas.microsoft.com/office/drawing/2014/main" id="{90BBD18B-EED0-7F97-861C-BEB0760689DB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7" name="pg1782">
                <a:extLst>
                  <a:ext uri="{FF2B5EF4-FFF2-40B4-BE49-F238E27FC236}">
                    <a16:creationId xmlns:a16="http://schemas.microsoft.com/office/drawing/2014/main" id="{DEBDB5C8-D64F-A773-F6DE-058DB542DAC6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8" name="pg1783">
                <a:extLst>
                  <a:ext uri="{FF2B5EF4-FFF2-40B4-BE49-F238E27FC236}">
                    <a16:creationId xmlns:a16="http://schemas.microsoft.com/office/drawing/2014/main" id="{AEC5C30E-034F-1DDB-33D3-DD3B5AE05B21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9" name="pg1784">
                <a:extLst>
                  <a:ext uri="{FF2B5EF4-FFF2-40B4-BE49-F238E27FC236}">
                    <a16:creationId xmlns:a16="http://schemas.microsoft.com/office/drawing/2014/main" id="{71F11873-D8A2-894E-946D-803E88982221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0" name="pg1785">
                <a:extLst>
                  <a:ext uri="{FF2B5EF4-FFF2-40B4-BE49-F238E27FC236}">
                    <a16:creationId xmlns:a16="http://schemas.microsoft.com/office/drawing/2014/main" id="{A120F21C-795B-E10D-DE11-430909DB6506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1" name="pg1786">
                <a:extLst>
                  <a:ext uri="{FF2B5EF4-FFF2-40B4-BE49-F238E27FC236}">
                    <a16:creationId xmlns:a16="http://schemas.microsoft.com/office/drawing/2014/main" id="{95CF8A38-94EB-E7E0-CE0D-711F5E4743FA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2" name="pg1787">
                <a:extLst>
                  <a:ext uri="{FF2B5EF4-FFF2-40B4-BE49-F238E27FC236}">
                    <a16:creationId xmlns:a16="http://schemas.microsoft.com/office/drawing/2014/main" id="{B0E72B56-B05D-5800-2D14-46C88EC9EEC1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3" name="pg1788">
                <a:extLst>
                  <a:ext uri="{FF2B5EF4-FFF2-40B4-BE49-F238E27FC236}">
                    <a16:creationId xmlns:a16="http://schemas.microsoft.com/office/drawing/2014/main" id="{BA5CE753-3DB1-C0A0-2445-A7709FCC05C1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4" name="pg1789">
                <a:extLst>
                  <a:ext uri="{FF2B5EF4-FFF2-40B4-BE49-F238E27FC236}">
                    <a16:creationId xmlns:a16="http://schemas.microsoft.com/office/drawing/2014/main" id="{2735283F-5CF6-EED3-FC01-51185C7B09D5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5" name="pg1790">
                <a:extLst>
                  <a:ext uri="{FF2B5EF4-FFF2-40B4-BE49-F238E27FC236}">
                    <a16:creationId xmlns:a16="http://schemas.microsoft.com/office/drawing/2014/main" id="{006DB1FF-D06C-679C-BE42-C5B6A6F5FE4E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6" name="pg1791">
                <a:extLst>
                  <a:ext uri="{FF2B5EF4-FFF2-40B4-BE49-F238E27FC236}">
                    <a16:creationId xmlns:a16="http://schemas.microsoft.com/office/drawing/2014/main" id="{3DE0BFEE-3942-6F23-0574-684CD950E643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7" name="pg1792">
                <a:extLst>
                  <a:ext uri="{FF2B5EF4-FFF2-40B4-BE49-F238E27FC236}">
                    <a16:creationId xmlns:a16="http://schemas.microsoft.com/office/drawing/2014/main" id="{AE2D6DE4-D222-EC76-28B8-623FBFFD7ED5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8" name="pg1793">
                <a:extLst>
                  <a:ext uri="{FF2B5EF4-FFF2-40B4-BE49-F238E27FC236}">
                    <a16:creationId xmlns:a16="http://schemas.microsoft.com/office/drawing/2014/main" id="{EC606186-777F-71E3-D748-242906DC551B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9" name="pg1794">
                <a:extLst>
                  <a:ext uri="{FF2B5EF4-FFF2-40B4-BE49-F238E27FC236}">
                    <a16:creationId xmlns:a16="http://schemas.microsoft.com/office/drawing/2014/main" id="{DF4BBABE-3845-44F7-F768-A2EA003ACD56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0" name="pg1795">
                <a:extLst>
                  <a:ext uri="{FF2B5EF4-FFF2-40B4-BE49-F238E27FC236}">
                    <a16:creationId xmlns:a16="http://schemas.microsoft.com/office/drawing/2014/main" id="{8D6FEDE3-D7BE-F4C5-635A-23E74D07B797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1" name="pg1796">
                <a:extLst>
                  <a:ext uri="{FF2B5EF4-FFF2-40B4-BE49-F238E27FC236}">
                    <a16:creationId xmlns:a16="http://schemas.microsoft.com/office/drawing/2014/main" id="{4C2F3928-6C5D-0939-6F52-BCFBA3C4762C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2" name="pg1797">
                <a:extLst>
                  <a:ext uri="{FF2B5EF4-FFF2-40B4-BE49-F238E27FC236}">
                    <a16:creationId xmlns:a16="http://schemas.microsoft.com/office/drawing/2014/main" id="{5D700BB3-AAE3-0EA9-A6D0-92C29DA1BE12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3" name="pg1798">
                <a:extLst>
                  <a:ext uri="{FF2B5EF4-FFF2-40B4-BE49-F238E27FC236}">
                    <a16:creationId xmlns:a16="http://schemas.microsoft.com/office/drawing/2014/main" id="{3F9208F2-7EC9-ABD9-25C8-047A1597E621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4" name="pg1799">
                <a:extLst>
                  <a:ext uri="{FF2B5EF4-FFF2-40B4-BE49-F238E27FC236}">
                    <a16:creationId xmlns:a16="http://schemas.microsoft.com/office/drawing/2014/main" id="{467879A1-8F44-C084-5A3C-18418519554D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5" name="pg1800">
                <a:extLst>
                  <a:ext uri="{FF2B5EF4-FFF2-40B4-BE49-F238E27FC236}">
                    <a16:creationId xmlns:a16="http://schemas.microsoft.com/office/drawing/2014/main" id="{D65F1E19-EF81-D811-070C-FBC0B04A5181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6" name="pg1801">
                <a:extLst>
                  <a:ext uri="{FF2B5EF4-FFF2-40B4-BE49-F238E27FC236}">
                    <a16:creationId xmlns:a16="http://schemas.microsoft.com/office/drawing/2014/main" id="{E7B39150-5F15-3E0C-FE10-01976D16727F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7" name="pg1802">
                <a:extLst>
                  <a:ext uri="{FF2B5EF4-FFF2-40B4-BE49-F238E27FC236}">
                    <a16:creationId xmlns:a16="http://schemas.microsoft.com/office/drawing/2014/main" id="{E169EA95-7B5F-3B6D-D737-DB0B7C74A2F9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8" name="pg1803">
                <a:extLst>
                  <a:ext uri="{FF2B5EF4-FFF2-40B4-BE49-F238E27FC236}">
                    <a16:creationId xmlns:a16="http://schemas.microsoft.com/office/drawing/2014/main" id="{A48732B5-99C3-6606-4E90-B0E5B7BDAE2A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9" name="pg1804">
                <a:extLst>
                  <a:ext uri="{FF2B5EF4-FFF2-40B4-BE49-F238E27FC236}">
                    <a16:creationId xmlns:a16="http://schemas.microsoft.com/office/drawing/2014/main" id="{A5CF345D-244E-21E6-4CD6-AA6F047B5DF2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0" name="pg1805">
                <a:extLst>
                  <a:ext uri="{FF2B5EF4-FFF2-40B4-BE49-F238E27FC236}">
                    <a16:creationId xmlns:a16="http://schemas.microsoft.com/office/drawing/2014/main" id="{AF5B7275-64C5-DFBD-853F-8A8ECE7D9F8D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1" name="pg1806">
                <a:extLst>
                  <a:ext uri="{FF2B5EF4-FFF2-40B4-BE49-F238E27FC236}">
                    <a16:creationId xmlns:a16="http://schemas.microsoft.com/office/drawing/2014/main" id="{6DFA21D6-8F0D-6705-B18D-BEF8CB492AB7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2" name="pg1807">
                <a:extLst>
                  <a:ext uri="{FF2B5EF4-FFF2-40B4-BE49-F238E27FC236}">
                    <a16:creationId xmlns:a16="http://schemas.microsoft.com/office/drawing/2014/main" id="{48CB8A6C-A452-6C12-88AD-62E20A9C6606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3" name="pg1808">
                <a:extLst>
                  <a:ext uri="{FF2B5EF4-FFF2-40B4-BE49-F238E27FC236}">
                    <a16:creationId xmlns:a16="http://schemas.microsoft.com/office/drawing/2014/main" id="{22276E4B-4438-6A5D-A802-85BB897CCE7E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4" name="pg1809">
                <a:extLst>
                  <a:ext uri="{FF2B5EF4-FFF2-40B4-BE49-F238E27FC236}">
                    <a16:creationId xmlns:a16="http://schemas.microsoft.com/office/drawing/2014/main" id="{852B7526-5A86-E9EB-B9FF-6BC8CE1EB134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5" name="pg1810">
                <a:extLst>
                  <a:ext uri="{FF2B5EF4-FFF2-40B4-BE49-F238E27FC236}">
                    <a16:creationId xmlns:a16="http://schemas.microsoft.com/office/drawing/2014/main" id="{E5310D27-3B60-5147-F6D6-F3DBCD77C1BB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6" name="pg1811">
                <a:extLst>
                  <a:ext uri="{FF2B5EF4-FFF2-40B4-BE49-F238E27FC236}">
                    <a16:creationId xmlns:a16="http://schemas.microsoft.com/office/drawing/2014/main" id="{C6184FD0-23B8-0B2A-3528-DA6ABBB10C99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7" name="pg1812">
                <a:extLst>
                  <a:ext uri="{FF2B5EF4-FFF2-40B4-BE49-F238E27FC236}">
                    <a16:creationId xmlns:a16="http://schemas.microsoft.com/office/drawing/2014/main" id="{621DAB23-A1F8-B101-B279-0D65B1922F9E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8" name="pg1813">
                <a:extLst>
                  <a:ext uri="{FF2B5EF4-FFF2-40B4-BE49-F238E27FC236}">
                    <a16:creationId xmlns:a16="http://schemas.microsoft.com/office/drawing/2014/main" id="{BBF37F42-AABE-0973-3E67-613DDC4065E4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9" name="pg1814">
                <a:extLst>
                  <a:ext uri="{FF2B5EF4-FFF2-40B4-BE49-F238E27FC236}">
                    <a16:creationId xmlns:a16="http://schemas.microsoft.com/office/drawing/2014/main" id="{F900E57E-C830-8320-FC48-152E6ADC1D19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0" name="pg1815">
                <a:extLst>
                  <a:ext uri="{FF2B5EF4-FFF2-40B4-BE49-F238E27FC236}">
                    <a16:creationId xmlns:a16="http://schemas.microsoft.com/office/drawing/2014/main" id="{818034D5-912F-FAF5-1770-37C5299F75E9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1" name="pg1816">
                <a:extLst>
                  <a:ext uri="{FF2B5EF4-FFF2-40B4-BE49-F238E27FC236}">
                    <a16:creationId xmlns:a16="http://schemas.microsoft.com/office/drawing/2014/main" id="{A05312AA-C79F-649C-DB7E-064C7F6B06F0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2" name="pg1817">
                <a:extLst>
                  <a:ext uri="{FF2B5EF4-FFF2-40B4-BE49-F238E27FC236}">
                    <a16:creationId xmlns:a16="http://schemas.microsoft.com/office/drawing/2014/main" id="{6BA30A48-9E4D-C6EC-48CE-B36B2AC4AD65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3" name="pg1818">
                <a:extLst>
                  <a:ext uri="{FF2B5EF4-FFF2-40B4-BE49-F238E27FC236}">
                    <a16:creationId xmlns:a16="http://schemas.microsoft.com/office/drawing/2014/main" id="{F47091A7-6EDD-4BDB-9FD2-D94BF31761D1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4" name="pg1819">
                <a:extLst>
                  <a:ext uri="{FF2B5EF4-FFF2-40B4-BE49-F238E27FC236}">
                    <a16:creationId xmlns:a16="http://schemas.microsoft.com/office/drawing/2014/main" id="{F8FE28D6-31F5-2782-FD5D-221376566456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5" name="pg1820">
                <a:extLst>
                  <a:ext uri="{FF2B5EF4-FFF2-40B4-BE49-F238E27FC236}">
                    <a16:creationId xmlns:a16="http://schemas.microsoft.com/office/drawing/2014/main" id="{8343D060-1E57-89E3-E7F1-E793FD1C65AF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6" name="pg1821">
                <a:extLst>
                  <a:ext uri="{FF2B5EF4-FFF2-40B4-BE49-F238E27FC236}">
                    <a16:creationId xmlns:a16="http://schemas.microsoft.com/office/drawing/2014/main" id="{2BAC18C1-F762-D2C3-0F1A-63D2F1EB399B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7" name="pg1822">
                <a:extLst>
                  <a:ext uri="{FF2B5EF4-FFF2-40B4-BE49-F238E27FC236}">
                    <a16:creationId xmlns:a16="http://schemas.microsoft.com/office/drawing/2014/main" id="{D88BC8C9-A4BC-CF06-17F1-9D081ED6EC38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8" name="pg1823">
                <a:extLst>
                  <a:ext uri="{FF2B5EF4-FFF2-40B4-BE49-F238E27FC236}">
                    <a16:creationId xmlns:a16="http://schemas.microsoft.com/office/drawing/2014/main" id="{A728128F-A134-4A8E-FA6A-D86F135656A9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9" name="pg1824">
                <a:extLst>
                  <a:ext uri="{FF2B5EF4-FFF2-40B4-BE49-F238E27FC236}">
                    <a16:creationId xmlns:a16="http://schemas.microsoft.com/office/drawing/2014/main" id="{C9259784-E85F-A64B-1DC4-6B4B4BD3914A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0" name="pg1825">
                <a:extLst>
                  <a:ext uri="{FF2B5EF4-FFF2-40B4-BE49-F238E27FC236}">
                    <a16:creationId xmlns:a16="http://schemas.microsoft.com/office/drawing/2014/main" id="{70983DB9-095C-26F3-2E91-BA22E0392565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1" name="pg1826">
                <a:extLst>
                  <a:ext uri="{FF2B5EF4-FFF2-40B4-BE49-F238E27FC236}">
                    <a16:creationId xmlns:a16="http://schemas.microsoft.com/office/drawing/2014/main" id="{22B20B70-DC59-EA3D-324A-28AAE8C85C9B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2" name="pg1827">
                <a:extLst>
                  <a:ext uri="{FF2B5EF4-FFF2-40B4-BE49-F238E27FC236}">
                    <a16:creationId xmlns:a16="http://schemas.microsoft.com/office/drawing/2014/main" id="{DAFFF0F1-F871-31B4-28DD-D7E194AED39F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3" name="pg1828">
                <a:extLst>
                  <a:ext uri="{FF2B5EF4-FFF2-40B4-BE49-F238E27FC236}">
                    <a16:creationId xmlns:a16="http://schemas.microsoft.com/office/drawing/2014/main" id="{B78F66DA-E31D-D748-7152-399A163773AB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4" name="pg1829">
                <a:extLst>
                  <a:ext uri="{FF2B5EF4-FFF2-40B4-BE49-F238E27FC236}">
                    <a16:creationId xmlns:a16="http://schemas.microsoft.com/office/drawing/2014/main" id="{F70B7A92-F26D-81A3-D0A4-2333F620F308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5" name="pg1830">
                <a:extLst>
                  <a:ext uri="{FF2B5EF4-FFF2-40B4-BE49-F238E27FC236}">
                    <a16:creationId xmlns:a16="http://schemas.microsoft.com/office/drawing/2014/main" id="{36453299-F592-5372-DB89-8B35349CDAD5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6" name="pg1831">
                <a:extLst>
                  <a:ext uri="{FF2B5EF4-FFF2-40B4-BE49-F238E27FC236}">
                    <a16:creationId xmlns:a16="http://schemas.microsoft.com/office/drawing/2014/main" id="{BB1CBDC4-DE20-50FC-9338-C1C06CB5055F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7" name="pg1832">
                <a:extLst>
                  <a:ext uri="{FF2B5EF4-FFF2-40B4-BE49-F238E27FC236}">
                    <a16:creationId xmlns:a16="http://schemas.microsoft.com/office/drawing/2014/main" id="{9000282F-4772-B6E6-2C7D-1F1378DCE238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8" name="pg1833">
                <a:extLst>
                  <a:ext uri="{FF2B5EF4-FFF2-40B4-BE49-F238E27FC236}">
                    <a16:creationId xmlns:a16="http://schemas.microsoft.com/office/drawing/2014/main" id="{00EB9CF8-4E8B-71FE-24D1-9B150DE67639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9" name="pg1834">
                <a:extLst>
                  <a:ext uri="{FF2B5EF4-FFF2-40B4-BE49-F238E27FC236}">
                    <a16:creationId xmlns:a16="http://schemas.microsoft.com/office/drawing/2014/main" id="{0FD016DB-1E3A-6083-5168-E12DDE425AE0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0" name="pg1835">
                <a:extLst>
                  <a:ext uri="{FF2B5EF4-FFF2-40B4-BE49-F238E27FC236}">
                    <a16:creationId xmlns:a16="http://schemas.microsoft.com/office/drawing/2014/main" id="{79076E78-F904-DAE7-3B2C-7F977AB838A2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1" name="pg1836">
                <a:extLst>
                  <a:ext uri="{FF2B5EF4-FFF2-40B4-BE49-F238E27FC236}">
                    <a16:creationId xmlns:a16="http://schemas.microsoft.com/office/drawing/2014/main" id="{4ADCFB55-63EB-1080-8DD7-C7BA75DEA796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2" name="pg1837">
                <a:extLst>
                  <a:ext uri="{FF2B5EF4-FFF2-40B4-BE49-F238E27FC236}">
                    <a16:creationId xmlns:a16="http://schemas.microsoft.com/office/drawing/2014/main" id="{82CF697C-B47C-917F-BF2E-661C2E49EFB5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3" name="pg1838">
                <a:extLst>
                  <a:ext uri="{FF2B5EF4-FFF2-40B4-BE49-F238E27FC236}">
                    <a16:creationId xmlns:a16="http://schemas.microsoft.com/office/drawing/2014/main" id="{7BE00521-72B3-281C-9AD1-204F44D4603B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4" name="pg1839">
                <a:extLst>
                  <a:ext uri="{FF2B5EF4-FFF2-40B4-BE49-F238E27FC236}">
                    <a16:creationId xmlns:a16="http://schemas.microsoft.com/office/drawing/2014/main" id="{767C7679-077F-8EBC-E27A-1530CBB37555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5" name="pg1840">
                <a:extLst>
                  <a:ext uri="{FF2B5EF4-FFF2-40B4-BE49-F238E27FC236}">
                    <a16:creationId xmlns:a16="http://schemas.microsoft.com/office/drawing/2014/main" id="{035D2217-1666-050E-C0CB-E9F706E40A17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6" name="pg1841">
                <a:extLst>
                  <a:ext uri="{FF2B5EF4-FFF2-40B4-BE49-F238E27FC236}">
                    <a16:creationId xmlns:a16="http://schemas.microsoft.com/office/drawing/2014/main" id="{BD0D2780-E9D5-EA41-D29F-B833E6B1BF97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7" name="pg1842">
                <a:extLst>
                  <a:ext uri="{FF2B5EF4-FFF2-40B4-BE49-F238E27FC236}">
                    <a16:creationId xmlns:a16="http://schemas.microsoft.com/office/drawing/2014/main" id="{96B00A4E-F122-D15B-E5CD-A7139B35A598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8" name="pg1843">
                <a:extLst>
                  <a:ext uri="{FF2B5EF4-FFF2-40B4-BE49-F238E27FC236}">
                    <a16:creationId xmlns:a16="http://schemas.microsoft.com/office/drawing/2014/main" id="{BB8703B9-BB03-DDAA-7CF6-043C8737BAF9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9" name="pg1844">
                <a:extLst>
                  <a:ext uri="{FF2B5EF4-FFF2-40B4-BE49-F238E27FC236}">
                    <a16:creationId xmlns:a16="http://schemas.microsoft.com/office/drawing/2014/main" id="{30133557-E951-48AF-CDE4-36F30B99DD4B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0" name="pg1845">
                <a:extLst>
                  <a:ext uri="{FF2B5EF4-FFF2-40B4-BE49-F238E27FC236}">
                    <a16:creationId xmlns:a16="http://schemas.microsoft.com/office/drawing/2014/main" id="{B715377F-9988-A99E-A4F0-7D589040361D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1" name="pg1846">
                <a:extLst>
                  <a:ext uri="{FF2B5EF4-FFF2-40B4-BE49-F238E27FC236}">
                    <a16:creationId xmlns:a16="http://schemas.microsoft.com/office/drawing/2014/main" id="{93AE0B35-7580-5636-38BB-A01EF9E1BCA8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2" name="pg1847">
                <a:extLst>
                  <a:ext uri="{FF2B5EF4-FFF2-40B4-BE49-F238E27FC236}">
                    <a16:creationId xmlns:a16="http://schemas.microsoft.com/office/drawing/2014/main" id="{D04B77B7-B48E-AC07-7643-09225018630B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3" name="pg1848">
                <a:extLst>
                  <a:ext uri="{FF2B5EF4-FFF2-40B4-BE49-F238E27FC236}">
                    <a16:creationId xmlns:a16="http://schemas.microsoft.com/office/drawing/2014/main" id="{3482860A-A3DC-64D1-B5A4-B36928F82B41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4" name="pg1849">
                <a:extLst>
                  <a:ext uri="{FF2B5EF4-FFF2-40B4-BE49-F238E27FC236}">
                    <a16:creationId xmlns:a16="http://schemas.microsoft.com/office/drawing/2014/main" id="{32908924-884F-FC6B-25AD-F3C99DA98FCB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5" name="pg1850">
                <a:extLst>
                  <a:ext uri="{FF2B5EF4-FFF2-40B4-BE49-F238E27FC236}">
                    <a16:creationId xmlns:a16="http://schemas.microsoft.com/office/drawing/2014/main" id="{B4C2D461-9782-263E-8335-143E55F71B25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6" name="pg1851">
                <a:extLst>
                  <a:ext uri="{FF2B5EF4-FFF2-40B4-BE49-F238E27FC236}">
                    <a16:creationId xmlns:a16="http://schemas.microsoft.com/office/drawing/2014/main" id="{49794884-879C-13C3-AF0B-8CA54401E9A4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7" name="pg1852">
                <a:extLst>
                  <a:ext uri="{FF2B5EF4-FFF2-40B4-BE49-F238E27FC236}">
                    <a16:creationId xmlns:a16="http://schemas.microsoft.com/office/drawing/2014/main" id="{37FD8554-E546-D53D-B880-5E7B5336309C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8" name="pg1853">
                <a:extLst>
                  <a:ext uri="{FF2B5EF4-FFF2-40B4-BE49-F238E27FC236}">
                    <a16:creationId xmlns:a16="http://schemas.microsoft.com/office/drawing/2014/main" id="{E60C1C27-6F86-286A-3C58-75BF462423C5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9" name="pg1854">
                <a:extLst>
                  <a:ext uri="{FF2B5EF4-FFF2-40B4-BE49-F238E27FC236}">
                    <a16:creationId xmlns:a16="http://schemas.microsoft.com/office/drawing/2014/main" id="{859B1462-EE8A-18BC-CC92-8F412A3B2C16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0" name="pg1855">
                <a:extLst>
                  <a:ext uri="{FF2B5EF4-FFF2-40B4-BE49-F238E27FC236}">
                    <a16:creationId xmlns:a16="http://schemas.microsoft.com/office/drawing/2014/main" id="{4C5D6C3B-2A00-FF79-6FAF-BDCA7BE8657A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1" name="pg1856">
                <a:extLst>
                  <a:ext uri="{FF2B5EF4-FFF2-40B4-BE49-F238E27FC236}">
                    <a16:creationId xmlns:a16="http://schemas.microsoft.com/office/drawing/2014/main" id="{17E3C7C6-BB32-3902-C539-E7397D8AD209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2" name="pg1857">
                <a:extLst>
                  <a:ext uri="{FF2B5EF4-FFF2-40B4-BE49-F238E27FC236}">
                    <a16:creationId xmlns:a16="http://schemas.microsoft.com/office/drawing/2014/main" id="{77BB1171-2DD6-AAFA-727B-EE2F4FC47AA4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3" name="pg1858">
                <a:extLst>
                  <a:ext uri="{FF2B5EF4-FFF2-40B4-BE49-F238E27FC236}">
                    <a16:creationId xmlns:a16="http://schemas.microsoft.com/office/drawing/2014/main" id="{F521F38D-D284-4108-714F-247C0B826CC7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4" name="pg1859">
                <a:extLst>
                  <a:ext uri="{FF2B5EF4-FFF2-40B4-BE49-F238E27FC236}">
                    <a16:creationId xmlns:a16="http://schemas.microsoft.com/office/drawing/2014/main" id="{9371F49A-551A-8873-6167-8A17AF020881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5" name="pg1860">
                <a:extLst>
                  <a:ext uri="{FF2B5EF4-FFF2-40B4-BE49-F238E27FC236}">
                    <a16:creationId xmlns:a16="http://schemas.microsoft.com/office/drawing/2014/main" id="{CD402613-589D-4AA5-F3F9-CFA3EE799DA8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6" name="pg1861">
                <a:extLst>
                  <a:ext uri="{FF2B5EF4-FFF2-40B4-BE49-F238E27FC236}">
                    <a16:creationId xmlns:a16="http://schemas.microsoft.com/office/drawing/2014/main" id="{E367C897-98B4-D891-07F2-71A5E3A50FC2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7" name="pg1862">
                <a:extLst>
                  <a:ext uri="{FF2B5EF4-FFF2-40B4-BE49-F238E27FC236}">
                    <a16:creationId xmlns:a16="http://schemas.microsoft.com/office/drawing/2014/main" id="{02E96CD9-EE5E-8B6C-EC7F-59221A187C09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8" name="pg1863">
                <a:extLst>
                  <a:ext uri="{FF2B5EF4-FFF2-40B4-BE49-F238E27FC236}">
                    <a16:creationId xmlns:a16="http://schemas.microsoft.com/office/drawing/2014/main" id="{D8986A00-D5EF-BB27-0CB6-C7F1ED78422F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9" name="pg1864">
                <a:extLst>
                  <a:ext uri="{FF2B5EF4-FFF2-40B4-BE49-F238E27FC236}">
                    <a16:creationId xmlns:a16="http://schemas.microsoft.com/office/drawing/2014/main" id="{0833E25A-502C-2BAE-04B0-F387922D3131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0" name="pg1865">
                <a:extLst>
                  <a:ext uri="{FF2B5EF4-FFF2-40B4-BE49-F238E27FC236}">
                    <a16:creationId xmlns:a16="http://schemas.microsoft.com/office/drawing/2014/main" id="{A2115E39-83D7-3F0F-E784-1AEA8A9EC6E5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1" name="pg1866">
                <a:extLst>
                  <a:ext uri="{FF2B5EF4-FFF2-40B4-BE49-F238E27FC236}">
                    <a16:creationId xmlns:a16="http://schemas.microsoft.com/office/drawing/2014/main" id="{F8ED17A7-DE2D-5AA6-E24C-D2B9DB1BE5F7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2" name="pg1867">
                <a:extLst>
                  <a:ext uri="{FF2B5EF4-FFF2-40B4-BE49-F238E27FC236}">
                    <a16:creationId xmlns:a16="http://schemas.microsoft.com/office/drawing/2014/main" id="{B3717E49-9E7F-E328-3A90-39F95A7A951B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3" name="pg1868">
                <a:extLst>
                  <a:ext uri="{FF2B5EF4-FFF2-40B4-BE49-F238E27FC236}">
                    <a16:creationId xmlns:a16="http://schemas.microsoft.com/office/drawing/2014/main" id="{54BA6F10-985A-1C38-5D1C-DC9F72290241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4" name="pg1869">
                <a:extLst>
                  <a:ext uri="{FF2B5EF4-FFF2-40B4-BE49-F238E27FC236}">
                    <a16:creationId xmlns:a16="http://schemas.microsoft.com/office/drawing/2014/main" id="{B240D30D-CCE0-650C-A281-FB3C01A09E6D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5" name="pg1870">
                <a:extLst>
                  <a:ext uri="{FF2B5EF4-FFF2-40B4-BE49-F238E27FC236}">
                    <a16:creationId xmlns:a16="http://schemas.microsoft.com/office/drawing/2014/main" id="{AAC8CDEC-A46D-216A-E167-A4FC7587FB87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6" name="pg1871">
                <a:extLst>
                  <a:ext uri="{FF2B5EF4-FFF2-40B4-BE49-F238E27FC236}">
                    <a16:creationId xmlns:a16="http://schemas.microsoft.com/office/drawing/2014/main" id="{2135B4C5-076D-CF2F-E712-4E52042C2170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7" name="pg1872">
                <a:extLst>
                  <a:ext uri="{FF2B5EF4-FFF2-40B4-BE49-F238E27FC236}">
                    <a16:creationId xmlns:a16="http://schemas.microsoft.com/office/drawing/2014/main" id="{BCC67442-BE19-840F-1A37-C41E4FE9AAE6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8" name="pg1873">
                <a:extLst>
                  <a:ext uri="{FF2B5EF4-FFF2-40B4-BE49-F238E27FC236}">
                    <a16:creationId xmlns:a16="http://schemas.microsoft.com/office/drawing/2014/main" id="{80B17A7E-6C9C-3393-8C04-79711F70C625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9" name="pg1874">
                <a:extLst>
                  <a:ext uri="{FF2B5EF4-FFF2-40B4-BE49-F238E27FC236}">
                    <a16:creationId xmlns:a16="http://schemas.microsoft.com/office/drawing/2014/main" id="{85058BD7-E3A5-B4A0-B896-A60C55B3B7F1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0" name="pg1875">
                <a:extLst>
                  <a:ext uri="{FF2B5EF4-FFF2-40B4-BE49-F238E27FC236}">
                    <a16:creationId xmlns:a16="http://schemas.microsoft.com/office/drawing/2014/main" id="{8A72F1B5-C637-EE00-C559-EA1C617776A4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1" name="pg1876">
                <a:extLst>
                  <a:ext uri="{FF2B5EF4-FFF2-40B4-BE49-F238E27FC236}">
                    <a16:creationId xmlns:a16="http://schemas.microsoft.com/office/drawing/2014/main" id="{5B52B8BC-B694-84FA-A922-91AB2C9158F4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2" name="pg1877">
                <a:extLst>
                  <a:ext uri="{FF2B5EF4-FFF2-40B4-BE49-F238E27FC236}">
                    <a16:creationId xmlns:a16="http://schemas.microsoft.com/office/drawing/2014/main" id="{D88F90EE-BDDC-200C-E904-7967069A3107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3" name="pg1878">
                <a:extLst>
                  <a:ext uri="{FF2B5EF4-FFF2-40B4-BE49-F238E27FC236}">
                    <a16:creationId xmlns:a16="http://schemas.microsoft.com/office/drawing/2014/main" id="{B675354C-C00C-3DAD-CBE9-0A9A6DA43B83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4" name="pg1879">
                <a:extLst>
                  <a:ext uri="{FF2B5EF4-FFF2-40B4-BE49-F238E27FC236}">
                    <a16:creationId xmlns:a16="http://schemas.microsoft.com/office/drawing/2014/main" id="{A10CD5C4-7AB8-53F3-79FA-162948D26144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5" name="pg1880">
                <a:extLst>
                  <a:ext uri="{FF2B5EF4-FFF2-40B4-BE49-F238E27FC236}">
                    <a16:creationId xmlns:a16="http://schemas.microsoft.com/office/drawing/2014/main" id="{07DA9266-F7D0-3900-C056-3C65271C5218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6" name="pg1881">
                <a:extLst>
                  <a:ext uri="{FF2B5EF4-FFF2-40B4-BE49-F238E27FC236}">
                    <a16:creationId xmlns:a16="http://schemas.microsoft.com/office/drawing/2014/main" id="{A25289E4-4D6B-C59C-5351-3ED1274FC4C8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7" name="pg1882">
                <a:extLst>
                  <a:ext uri="{FF2B5EF4-FFF2-40B4-BE49-F238E27FC236}">
                    <a16:creationId xmlns:a16="http://schemas.microsoft.com/office/drawing/2014/main" id="{BE166418-FAC7-72CD-1C86-6721B31BEE8B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8" name="pg1883">
                <a:extLst>
                  <a:ext uri="{FF2B5EF4-FFF2-40B4-BE49-F238E27FC236}">
                    <a16:creationId xmlns:a16="http://schemas.microsoft.com/office/drawing/2014/main" id="{C66F8A6E-56F2-A53E-D81F-3C23D6BF63E4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9" name="pg1884">
                <a:extLst>
                  <a:ext uri="{FF2B5EF4-FFF2-40B4-BE49-F238E27FC236}">
                    <a16:creationId xmlns:a16="http://schemas.microsoft.com/office/drawing/2014/main" id="{4A7AB46D-C2E6-F93A-C4A7-03A17B8F42C2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0" name="pg1885">
                <a:extLst>
                  <a:ext uri="{FF2B5EF4-FFF2-40B4-BE49-F238E27FC236}">
                    <a16:creationId xmlns:a16="http://schemas.microsoft.com/office/drawing/2014/main" id="{CE4EBED9-EFA1-9794-FF7C-E394CB37D1FE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1" name="pg1886">
                <a:extLst>
                  <a:ext uri="{FF2B5EF4-FFF2-40B4-BE49-F238E27FC236}">
                    <a16:creationId xmlns:a16="http://schemas.microsoft.com/office/drawing/2014/main" id="{AE13088C-EE7D-F716-94EB-9886ACACA987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2" name="pg1887">
                <a:extLst>
                  <a:ext uri="{FF2B5EF4-FFF2-40B4-BE49-F238E27FC236}">
                    <a16:creationId xmlns:a16="http://schemas.microsoft.com/office/drawing/2014/main" id="{CC266AD1-87A9-4C1D-3244-16C81F0FDB96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3" name="pg1888">
                <a:extLst>
                  <a:ext uri="{FF2B5EF4-FFF2-40B4-BE49-F238E27FC236}">
                    <a16:creationId xmlns:a16="http://schemas.microsoft.com/office/drawing/2014/main" id="{AAE65A0B-3AF4-BDD3-4333-2F7433DE5BFC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4" name="pg1889">
                <a:extLst>
                  <a:ext uri="{FF2B5EF4-FFF2-40B4-BE49-F238E27FC236}">
                    <a16:creationId xmlns:a16="http://schemas.microsoft.com/office/drawing/2014/main" id="{87AF6D8A-6506-E9BA-3968-AD871EE85D74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5" name="pg1890">
                <a:extLst>
                  <a:ext uri="{FF2B5EF4-FFF2-40B4-BE49-F238E27FC236}">
                    <a16:creationId xmlns:a16="http://schemas.microsoft.com/office/drawing/2014/main" id="{E2333B32-659B-53E6-746F-BCC538205845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6" name="pg1891">
                <a:extLst>
                  <a:ext uri="{FF2B5EF4-FFF2-40B4-BE49-F238E27FC236}">
                    <a16:creationId xmlns:a16="http://schemas.microsoft.com/office/drawing/2014/main" id="{7B5F09BA-08B5-8238-72BF-CC3DC9981795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7" name="pg1892">
                <a:extLst>
                  <a:ext uri="{FF2B5EF4-FFF2-40B4-BE49-F238E27FC236}">
                    <a16:creationId xmlns:a16="http://schemas.microsoft.com/office/drawing/2014/main" id="{4C76E3F1-1213-D1E4-2CF4-C1A351C45859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8" name="pg1893">
                <a:extLst>
                  <a:ext uri="{FF2B5EF4-FFF2-40B4-BE49-F238E27FC236}">
                    <a16:creationId xmlns:a16="http://schemas.microsoft.com/office/drawing/2014/main" id="{25275727-6498-669A-617B-9AD0F68B47AE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9" name="pg1894">
                <a:extLst>
                  <a:ext uri="{FF2B5EF4-FFF2-40B4-BE49-F238E27FC236}">
                    <a16:creationId xmlns:a16="http://schemas.microsoft.com/office/drawing/2014/main" id="{91C6337A-47B5-EBDD-340B-972F13143A39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0" name="pg1895">
                <a:extLst>
                  <a:ext uri="{FF2B5EF4-FFF2-40B4-BE49-F238E27FC236}">
                    <a16:creationId xmlns:a16="http://schemas.microsoft.com/office/drawing/2014/main" id="{5E0483C4-346C-CA9D-430C-009D97A6EAA2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1" name="pg1896">
                <a:extLst>
                  <a:ext uri="{FF2B5EF4-FFF2-40B4-BE49-F238E27FC236}">
                    <a16:creationId xmlns:a16="http://schemas.microsoft.com/office/drawing/2014/main" id="{431FD281-4F06-D161-1D18-58069E57EE23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2" name="pg1897">
                <a:extLst>
                  <a:ext uri="{FF2B5EF4-FFF2-40B4-BE49-F238E27FC236}">
                    <a16:creationId xmlns:a16="http://schemas.microsoft.com/office/drawing/2014/main" id="{74F0FE8D-F897-A995-3CA5-8D72BACA5378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3" name="pg1898">
                <a:extLst>
                  <a:ext uri="{FF2B5EF4-FFF2-40B4-BE49-F238E27FC236}">
                    <a16:creationId xmlns:a16="http://schemas.microsoft.com/office/drawing/2014/main" id="{BE3FC6FC-A6AF-58E3-06AB-965CB14DDB38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4" name="pg1899">
                <a:extLst>
                  <a:ext uri="{FF2B5EF4-FFF2-40B4-BE49-F238E27FC236}">
                    <a16:creationId xmlns:a16="http://schemas.microsoft.com/office/drawing/2014/main" id="{80A035C0-5BC0-2FC7-73EF-3699CCFA8501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5" name="pg1900">
                <a:extLst>
                  <a:ext uri="{FF2B5EF4-FFF2-40B4-BE49-F238E27FC236}">
                    <a16:creationId xmlns:a16="http://schemas.microsoft.com/office/drawing/2014/main" id="{60858A76-B547-C37B-7973-21A8834F3BB6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6" name="pg1901">
                <a:extLst>
                  <a:ext uri="{FF2B5EF4-FFF2-40B4-BE49-F238E27FC236}">
                    <a16:creationId xmlns:a16="http://schemas.microsoft.com/office/drawing/2014/main" id="{8D988D5A-B001-DA1E-C436-06980FDD51B5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7" name="pg1902">
                <a:extLst>
                  <a:ext uri="{FF2B5EF4-FFF2-40B4-BE49-F238E27FC236}">
                    <a16:creationId xmlns:a16="http://schemas.microsoft.com/office/drawing/2014/main" id="{D1C3E927-C699-C0D0-CDE0-E010E8374F1C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8" name="pg1903">
                <a:extLst>
                  <a:ext uri="{FF2B5EF4-FFF2-40B4-BE49-F238E27FC236}">
                    <a16:creationId xmlns:a16="http://schemas.microsoft.com/office/drawing/2014/main" id="{350BAD49-EC98-86A7-03EF-5261C87EF5C5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9" name="pg1904">
                <a:extLst>
                  <a:ext uri="{FF2B5EF4-FFF2-40B4-BE49-F238E27FC236}">
                    <a16:creationId xmlns:a16="http://schemas.microsoft.com/office/drawing/2014/main" id="{9DEC6F44-31BA-31A3-0C7C-9F1EB0C49C5C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0" name="pg1905">
                <a:extLst>
                  <a:ext uri="{FF2B5EF4-FFF2-40B4-BE49-F238E27FC236}">
                    <a16:creationId xmlns:a16="http://schemas.microsoft.com/office/drawing/2014/main" id="{B20DB04A-343F-E24C-1982-5A4E8520A2A5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1" name="pg1906">
                <a:extLst>
                  <a:ext uri="{FF2B5EF4-FFF2-40B4-BE49-F238E27FC236}">
                    <a16:creationId xmlns:a16="http://schemas.microsoft.com/office/drawing/2014/main" id="{4141838F-0EC3-5ACD-E6A2-410CBEE01446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2" name="pg1907">
                <a:extLst>
                  <a:ext uri="{FF2B5EF4-FFF2-40B4-BE49-F238E27FC236}">
                    <a16:creationId xmlns:a16="http://schemas.microsoft.com/office/drawing/2014/main" id="{94458CC1-88B6-F0BC-DA17-F42DA4C57FEA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3" name="pg1908">
                <a:extLst>
                  <a:ext uri="{FF2B5EF4-FFF2-40B4-BE49-F238E27FC236}">
                    <a16:creationId xmlns:a16="http://schemas.microsoft.com/office/drawing/2014/main" id="{EF6485BA-BC54-4D84-D98A-DEF89E1DBE15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4" name="pg1909">
                <a:extLst>
                  <a:ext uri="{FF2B5EF4-FFF2-40B4-BE49-F238E27FC236}">
                    <a16:creationId xmlns:a16="http://schemas.microsoft.com/office/drawing/2014/main" id="{AC77B70F-1BEB-B9BA-4914-865D5845D975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5" name="pg1910">
                <a:extLst>
                  <a:ext uri="{FF2B5EF4-FFF2-40B4-BE49-F238E27FC236}">
                    <a16:creationId xmlns:a16="http://schemas.microsoft.com/office/drawing/2014/main" id="{69649FD3-5FA3-2D4C-0D11-7434AA603483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6" name="pg1911">
                <a:extLst>
                  <a:ext uri="{FF2B5EF4-FFF2-40B4-BE49-F238E27FC236}">
                    <a16:creationId xmlns:a16="http://schemas.microsoft.com/office/drawing/2014/main" id="{A07D2931-B4B1-8ABD-9522-9C3F0DF271BE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7" name="pg1912">
                <a:extLst>
                  <a:ext uri="{FF2B5EF4-FFF2-40B4-BE49-F238E27FC236}">
                    <a16:creationId xmlns:a16="http://schemas.microsoft.com/office/drawing/2014/main" id="{E8465050-4E21-E9FD-A70A-86C6FA68CD20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8" name="pg1913">
                <a:extLst>
                  <a:ext uri="{FF2B5EF4-FFF2-40B4-BE49-F238E27FC236}">
                    <a16:creationId xmlns:a16="http://schemas.microsoft.com/office/drawing/2014/main" id="{A0DCD723-8697-63FE-BCAD-75EE74912C74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9" name="pg1914">
                <a:extLst>
                  <a:ext uri="{FF2B5EF4-FFF2-40B4-BE49-F238E27FC236}">
                    <a16:creationId xmlns:a16="http://schemas.microsoft.com/office/drawing/2014/main" id="{60B2E084-CAB1-20F8-91D6-0141D2579DD7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0" name="pg1915">
                <a:extLst>
                  <a:ext uri="{FF2B5EF4-FFF2-40B4-BE49-F238E27FC236}">
                    <a16:creationId xmlns:a16="http://schemas.microsoft.com/office/drawing/2014/main" id="{EA4AC3B9-91C3-2B82-C334-FEE1C3242610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1" name="pg1916">
                <a:extLst>
                  <a:ext uri="{FF2B5EF4-FFF2-40B4-BE49-F238E27FC236}">
                    <a16:creationId xmlns:a16="http://schemas.microsoft.com/office/drawing/2014/main" id="{884CA321-E098-10BA-1655-8FC590478F8E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2" name="pg1917">
                <a:extLst>
                  <a:ext uri="{FF2B5EF4-FFF2-40B4-BE49-F238E27FC236}">
                    <a16:creationId xmlns:a16="http://schemas.microsoft.com/office/drawing/2014/main" id="{050FF04A-9A4F-DFA1-BB25-136F3DAACD3D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3" name="pg1918">
                <a:extLst>
                  <a:ext uri="{FF2B5EF4-FFF2-40B4-BE49-F238E27FC236}">
                    <a16:creationId xmlns:a16="http://schemas.microsoft.com/office/drawing/2014/main" id="{C407DA30-4BC3-F481-8922-9C77F702C8CC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4" name="pg1919">
                <a:extLst>
                  <a:ext uri="{FF2B5EF4-FFF2-40B4-BE49-F238E27FC236}">
                    <a16:creationId xmlns:a16="http://schemas.microsoft.com/office/drawing/2014/main" id="{E8A91BE7-22B8-CD9E-8602-0B139726F8CB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5" name="pg1920">
                <a:extLst>
                  <a:ext uri="{FF2B5EF4-FFF2-40B4-BE49-F238E27FC236}">
                    <a16:creationId xmlns:a16="http://schemas.microsoft.com/office/drawing/2014/main" id="{7AE692E6-C9CB-3685-13F9-FD7DB8F5EED1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6" name="pg1921">
                <a:extLst>
                  <a:ext uri="{FF2B5EF4-FFF2-40B4-BE49-F238E27FC236}">
                    <a16:creationId xmlns:a16="http://schemas.microsoft.com/office/drawing/2014/main" id="{DA56BBF4-5319-4AE5-92D9-DBE6E772E97B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7" name="pg1922">
                <a:extLst>
                  <a:ext uri="{FF2B5EF4-FFF2-40B4-BE49-F238E27FC236}">
                    <a16:creationId xmlns:a16="http://schemas.microsoft.com/office/drawing/2014/main" id="{CD3AC6F7-863F-0C3C-9A05-EC5EA31C82E4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8" name="pg1923">
                <a:extLst>
                  <a:ext uri="{FF2B5EF4-FFF2-40B4-BE49-F238E27FC236}">
                    <a16:creationId xmlns:a16="http://schemas.microsoft.com/office/drawing/2014/main" id="{384CFEB1-A800-649C-82BE-D3970F09A7FD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9" name="pg1924">
                <a:extLst>
                  <a:ext uri="{FF2B5EF4-FFF2-40B4-BE49-F238E27FC236}">
                    <a16:creationId xmlns:a16="http://schemas.microsoft.com/office/drawing/2014/main" id="{36D01CED-6A81-2B51-9935-5B482275C442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0" name="pg1925">
                <a:extLst>
                  <a:ext uri="{FF2B5EF4-FFF2-40B4-BE49-F238E27FC236}">
                    <a16:creationId xmlns:a16="http://schemas.microsoft.com/office/drawing/2014/main" id="{AFAB58A3-7CD4-8D5D-C42C-21A9C2C0138C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1" name="pg1926">
                <a:extLst>
                  <a:ext uri="{FF2B5EF4-FFF2-40B4-BE49-F238E27FC236}">
                    <a16:creationId xmlns:a16="http://schemas.microsoft.com/office/drawing/2014/main" id="{9FC2562C-92FC-7690-4245-817456A02F0A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2" name="pg1927">
                <a:extLst>
                  <a:ext uri="{FF2B5EF4-FFF2-40B4-BE49-F238E27FC236}">
                    <a16:creationId xmlns:a16="http://schemas.microsoft.com/office/drawing/2014/main" id="{14BC2A39-9533-7A23-2738-30513E1F5052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3" name="pg1928">
                <a:extLst>
                  <a:ext uri="{FF2B5EF4-FFF2-40B4-BE49-F238E27FC236}">
                    <a16:creationId xmlns:a16="http://schemas.microsoft.com/office/drawing/2014/main" id="{88C16AF2-558B-461E-A88D-448B5DF81E37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4" name="pg1929">
                <a:extLst>
                  <a:ext uri="{FF2B5EF4-FFF2-40B4-BE49-F238E27FC236}">
                    <a16:creationId xmlns:a16="http://schemas.microsoft.com/office/drawing/2014/main" id="{D74F0479-F962-64BC-3BF6-F7DF0D1FC8EC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5" name="pg1930">
                <a:extLst>
                  <a:ext uri="{FF2B5EF4-FFF2-40B4-BE49-F238E27FC236}">
                    <a16:creationId xmlns:a16="http://schemas.microsoft.com/office/drawing/2014/main" id="{4751FBC3-5840-6A08-C76D-2756DFFE959D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6" name="pg1931">
                <a:extLst>
                  <a:ext uri="{FF2B5EF4-FFF2-40B4-BE49-F238E27FC236}">
                    <a16:creationId xmlns:a16="http://schemas.microsoft.com/office/drawing/2014/main" id="{C281B69F-6248-B28A-230F-AC3D51448874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7" name="pg1932">
                <a:extLst>
                  <a:ext uri="{FF2B5EF4-FFF2-40B4-BE49-F238E27FC236}">
                    <a16:creationId xmlns:a16="http://schemas.microsoft.com/office/drawing/2014/main" id="{B01E864F-BD11-1BFC-6992-4413D8327C0D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8" name="pg1933">
                <a:extLst>
                  <a:ext uri="{FF2B5EF4-FFF2-40B4-BE49-F238E27FC236}">
                    <a16:creationId xmlns:a16="http://schemas.microsoft.com/office/drawing/2014/main" id="{F8BF6E51-73F3-6FF2-55C6-6314C5F6A942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9" name="pg1934">
                <a:extLst>
                  <a:ext uri="{FF2B5EF4-FFF2-40B4-BE49-F238E27FC236}">
                    <a16:creationId xmlns:a16="http://schemas.microsoft.com/office/drawing/2014/main" id="{04BD56A0-9759-8E63-E517-A36F552B6C79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0" name="pg1935">
                <a:extLst>
                  <a:ext uri="{FF2B5EF4-FFF2-40B4-BE49-F238E27FC236}">
                    <a16:creationId xmlns:a16="http://schemas.microsoft.com/office/drawing/2014/main" id="{5313A49F-92CD-E9C4-6C07-AA6054DA139B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1" name="pg1936">
                <a:extLst>
                  <a:ext uri="{FF2B5EF4-FFF2-40B4-BE49-F238E27FC236}">
                    <a16:creationId xmlns:a16="http://schemas.microsoft.com/office/drawing/2014/main" id="{1674FD23-2766-3782-4A29-A03591DBA086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2" name="pg1937">
                <a:extLst>
                  <a:ext uri="{FF2B5EF4-FFF2-40B4-BE49-F238E27FC236}">
                    <a16:creationId xmlns:a16="http://schemas.microsoft.com/office/drawing/2014/main" id="{AA09DC48-029C-3A7C-1E6B-9FE15C32F8C1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3" name="pg1938">
                <a:extLst>
                  <a:ext uri="{FF2B5EF4-FFF2-40B4-BE49-F238E27FC236}">
                    <a16:creationId xmlns:a16="http://schemas.microsoft.com/office/drawing/2014/main" id="{21C2E339-767C-EEC9-4A5A-57AEE274B8DD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4" name="pg1939">
                <a:extLst>
                  <a:ext uri="{FF2B5EF4-FFF2-40B4-BE49-F238E27FC236}">
                    <a16:creationId xmlns:a16="http://schemas.microsoft.com/office/drawing/2014/main" id="{EC29B225-A6F5-9A28-EEDB-4035533ADEA9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5" name="pg1940">
                <a:extLst>
                  <a:ext uri="{FF2B5EF4-FFF2-40B4-BE49-F238E27FC236}">
                    <a16:creationId xmlns:a16="http://schemas.microsoft.com/office/drawing/2014/main" id="{65019104-A43B-D741-8974-A83CB9DC9773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6" name="pg1941">
                <a:extLst>
                  <a:ext uri="{FF2B5EF4-FFF2-40B4-BE49-F238E27FC236}">
                    <a16:creationId xmlns:a16="http://schemas.microsoft.com/office/drawing/2014/main" id="{8B0F6147-FACE-4DA3-C7F0-7DC61B8F9C0E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7" name="pg1942">
                <a:extLst>
                  <a:ext uri="{FF2B5EF4-FFF2-40B4-BE49-F238E27FC236}">
                    <a16:creationId xmlns:a16="http://schemas.microsoft.com/office/drawing/2014/main" id="{24EAB832-7CF0-89E1-92E0-FC3B2333EE8F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8" name="pg1943">
                <a:extLst>
                  <a:ext uri="{FF2B5EF4-FFF2-40B4-BE49-F238E27FC236}">
                    <a16:creationId xmlns:a16="http://schemas.microsoft.com/office/drawing/2014/main" id="{2CDBC006-1C31-30AA-E91D-EBB7842B0D85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9" name="pg1944">
                <a:extLst>
                  <a:ext uri="{FF2B5EF4-FFF2-40B4-BE49-F238E27FC236}">
                    <a16:creationId xmlns:a16="http://schemas.microsoft.com/office/drawing/2014/main" id="{BC36C992-8F8B-A695-D361-F034D9E22E30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0" name="pg1945">
                <a:extLst>
                  <a:ext uri="{FF2B5EF4-FFF2-40B4-BE49-F238E27FC236}">
                    <a16:creationId xmlns:a16="http://schemas.microsoft.com/office/drawing/2014/main" id="{051385CD-90C0-4F49-DB25-D9663934DCC2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1" name="pg1946">
                <a:extLst>
                  <a:ext uri="{FF2B5EF4-FFF2-40B4-BE49-F238E27FC236}">
                    <a16:creationId xmlns:a16="http://schemas.microsoft.com/office/drawing/2014/main" id="{3D768FBC-6113-9849-A5E1-3B6AD5A3473B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2" name="pg1947">
                <a:extLst>
                  <a:ext uri="{FF2B5EF4-FFF2-40B4-BE49-F238E27FC236}">
                    <a16:creationId xmlns:a16="http://schemas.microsoft.com/office/drawing/2014/main" id="{4917A870-AFD5-D18C-DE00-57D4EB59D4B9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3" name="pg1948">
                <a:extLst>
                  <a:ext uri="{FF2B5EF4-FFF2-40B4-BE49-F238E27FC236}">
                    <a16:creationId xmlns:a16="http://schemas.microsoft.com/office/drawing/2014/main" id="{B1590703-3234-2DC6-BBE6-120D4A7FC5E2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4" name="pg1949">
                <a:extLst>
                  <a:ext uri="{FF2B5EF4-FFF2-40B4-BE49-F238E27FC236}">
                    <a16:creationId xmlns:a16="http://schemas.microsoft.com/office/drawing/2014/main" id="{756D0780-7373-975E-DDEA-A19E24DC2F7D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5" name="pg1950">
                <a:extLst>
                  <a:ext uri="{FF2B5EF4-FFF2-40B4-BE49-F238E27FC236}">
                    <a16:creationId xmlns:a16="http://schemas.microsoft.com/office/drawing/2014/main" id="{CA0B0043-F01B-9D05-907C-D9AE8430139F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6" name="pg1951">
                <a:extLst>
                  <a:ext uri="{FF2B5EF4-FFF2-40B4-BE49-F238E27FC236}">
                    <a16:creationId xmlns:a16="http://schemas.microsoft.com/office/drawing/2014/main" id="{B8B5C1E8-F187-F6E4-2B87-051E3A376956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7" name="pg1952">
                <a:extLst>
                  <a:ext uri="{FF2B5EF4-FFF2-40B4-BE49-F238E27FC236}">
                    <a16:creationId xmlns:a16="http://schemas.microsoft.com/office/drawing/2014/main" id="{CCB16835-0E14-97A0-C54F-13629BAF9934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8" name="pg1953">
                <a:extLst>
                  <a:ext uri="{FF2B5EF4-FFF2-40B4-BE49-F238E27FC236}">
                    <a16:creationId xmlns:a16="http://schemas.microsoft.com/office/drawing/2014/main" id="{BCB05BF2-C592-B529-3229-D705A63ABE84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9" name="pg1954">
                <a:extLst>
                  <a:ext uri="{FF2B5EF4-FFF2-40B4-BE49-F238E27FC236}">
                    <a16:creationId xmlns:a16="http://schemas.microsoft.com/office/drawing/2014/main" id="{AF2AA651-8E48-1D60-20BE-F4658BCA7D78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0" name="pg1955">
                <a:extLst>
                  <a:ext uri="{FF2B5EF4-FFF2-40B4-BE49-F238E27FC236}">
                    <a16:creationId xmlns:a16="http://schemas.microsoft.com/office/drawing/2014/main" id="{318343C3-0418-24E2-5290-FBF5D5420112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1" name="pg1956">
                <a:extLst>
                  <a:ext uri="{FF2B5EF4-FFF2-40B4-BE49-F238E27FC236}">
                    <a16:creationId xmlns:a16="http://schemas.microsoft.com/office/drawing/2014/main" id="{6E788004-3118-1760-4286-55940A93F401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2" name="pg1957">
                <a:extLst>
                  <a:ext uri="{FF2B5EF4-FFF2-40B4-BE49-F238E27FC236}">
                    <a16:creationId xmlns:a16="http://schemas.microsoft.com/office/drawing/2014/main" id="{1C3D06C4-683D-1C8B-DC61-786C599E1C5B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3" name="pg1958">
                <a:extLst>
                  <a:ext uri="{FF2B5EF4-FFF2-40B4-BE49-F238E27FC236}">
                    <a16:creationId xmlns:a16="http://schemas.microsoft.com/office/drawing/2014/main" id="{32DF0C66-8BD1-E819-AF54-E36F91580CFB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4" name="pg1959">
                <a:extLst>
                  <a:ext uri="{FF2B5EF4-FFF2-40B4-BE49-F238E27FC236}">
                    <a16:creationId xmlns:a16="http://schemas.microsoft.com/office/drawing/2014/main" id="{8F5508CC-605A-AD50-74F3-E65269CE03D2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5" name="pg1960">
                <a:extLst>
                  <a:ext uri="{FF2B5EF4-FFF2-40B4-BE49-F238E27FC236}">
                    <a16:creationId xmlns:a16="http://schemas.microsoft.com/office/drawing/2014/main" id="{0AA0A63D-6418-38E5-EAC5-3E3822CAD415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6" name="pg1961">
                <a:extLst>
                  <a:ext uri="{FF2B5EF4-FFF2-40B4-BE49-F238E27FC236}">
                    <a16:creationId xmlns:a16="http://schemas.microsoft.com/office/drawing/2014/main" id="{DF5C26C8-98F7-E436-98F0-1B1C63E86929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7" name="pg1962">
                <a:extLst>
                  <a:ext uri="{FF2B5EF4-FFF2-40B4-BE49-F238E27FC236}">
                    <a16:creationId xmlns:a16="http://schemas.microsoft.com/office/drawing/2014/main" id="{9343596F-111D-5746-6D5D-6ADCE082E79F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8" name="pg1963">
                <a:extLst>
                  <a:ext uri="{FF2B5EF4-FFF2-40B4-BE49-F238E27FC236}">
                    <a16:creationId xmlns:a16="http://schemas.microsoft.com/office/drawing/2014/main" id="{DE67A809-9716-4F68-94F2-AAE43E071801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9" name="pg1964">
                <a:extLst>
                  <a:ext uri="{FF2B5EF4-FFF2-40B4-BE49-F238E27FC236}">
                    <a16:creationId xmlns:a16="http://schemas.microsoft.com/office/drawing/2014/main" id="{0B15FC59-6D01-2D3F-FA2D-1498B344E007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0" name="pg1965">
                <a:extLst>
                  <a:ext uri="{FF2B5EF4-FFF2-40B4-BE49-F238E27FC236}">
                    <a16:creationId xmlns:a16="http://schemas.microsoft.com/office/drawing/2014/main" id="{1B9A0512-A881-F5E2-1CC3-0F432FAAF49A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1" name="pg1966">
                <a:extLst>
                  <a:ext uri="{FF2B5EF4-FFF2-40B4-BE49-F238E27FC236}">
                    <a16:creationId xmlns:a16="http://schemas.microsoft.com/office/drawing/2014/main" id="{0FE91E7F-7072-18E7-C972-7A64FEBD8916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2" name="pg1967">
                <a:extLst>
                  <a:ext uri="{FF2B5EF4-FFF2-40B4-BE49-F238E27FC236}">
                    <a16:creationId xmlns:a16="http://schemas.microsoft.com/office/drawing/2014/main" id="{60D25F99-7BDD-6122-7DB8-02A57CC78C45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3" name="pg1968">
                <a:extLst>
                  <a:ext uri="{FF2B5EF4-FFF2-40B4-BE49-F238E27FC236}">
                    <a16:creationId xmlns:a16="http://schemas.microsoft.com/office/drawing/2014/main" id="{9233ADA4-835D-4A1E-3AC9-152807735C21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4" name="pg1969">
                <a:extLst>
                  <a:ext uri="{FF2B5EF4-FFF2-40B4-BE49-F238E27FC236}">
                    <a16:creationId xmlns:a16="http://schemas.microsoft.com/office/drawing/2014/main" id="{17DC94E9-1EAD-4713-BC26-B93BFED2C20F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5" name="pg1970">
                <a:extLst>
                  <a:ext uri="{FF2B5EF4-FFF2-40B4-BE49-F238E27FC236}">
                    <a16:creationId xmlns:a16="http://schemas.microsoft.com/office/drawing/2014/main" id="{FEA858B2-F4C3-392D-9999-EE49EE871D31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6" name="pg1971">
                <a:extLst>
                  <a:ext uri="{FF2B5EF4-FFF2-40B4-BE49-F238E27FC236}">
                    <a16:creationId xmlns:a16="http://schemas.microsoft.com/office/drawing/2014/main" id="{91D115BD-1CA0-69C7-A39F-B4285CC403EF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7" name="pg1972">
                <a:extLst>
                  <a:ext uri="{FF2B5EF4-FFF2-40B4-BE49-F238E27FC236}">
                    <a16:creationId xmlns:a16="http://schemas.microsoft.com/office/drawing/2014/main" id="{A70D06F1-07F7-D3F4-D3EE-F10801F3ABF7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8" name="pg1973">
                <a:extLst>
                  <a:ext uri="{FF2B5EF4-FFF2-40B4-BE49-F238E27FC236}">
                    <a16:creationId xmlns:a16="http://schemas.microsoft.com/office/drawing/2014/main" id="{B021B503-1182-7445-F27D-0D843C08361C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9" name="pg1974">
                <a:extLst>
                  <a:ext uri="{FF2B5EF4-FFF2-40B4-BE49-F238E27FC236}">
                    <a16:creationId xmlns:a16="http://schemas.microsoft.com/office/drawing/2014/main" id="{24A71262-DD57-92D8-D7C5-EFF2C655B8AC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0" name="pg1975">
                <a:extLst>
                  <a:ext uri="{FF2B5EF4-FFF2-40B4-BE49-F238E27FC236}">
                    <a16:creationId xmlns:a16="http://schemas.microsoft.com/office/drawing/2014/main" id="{BA9ECEDF-B7A9-FE3D-5392-DAFD01E67A02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1" name="pg1976">
                <a:extLst>
                  <a:ext uri="{FF2B5EF4-FFF2-40B4-BE49-F238E27FC236}">
                    <a16:creationId xmlns:a16="http://schemas.microsoft.com/office/drawing/2014/main" id="{D453DD48-735F-5885-1B14-E3C01E4CBB3B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2" name="pg1977">
                <a:extLst>
                  <a:ext uri="{FF2B5EF4-FFF2-40B4-BE49-F238E27FC236}">
                    <a16:creationId xmlns:a16="http://schemas.microsoft.com/office/drawing/2014/main" id="{B38BBB86-98CF-9173-27C1-CA0AAE6344EC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3" name="pg1978">
                <a:extLst>
                  <a:ext uri="{FF2B5EF4-FFF2-40B4-BE49-F238E27FC236}">
                    <a16:creationId xmlns:a16="http://schemas.microsoft.com/office/drawing/2014/main" id="{A502103D-7F33-1A91-25E7-F7A906433F17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4" name="pg1979">
                <a:extLst>
                  <a:ext uri="{FF2B5EF4-FFF2-40B4-BE49-F238E27FC236}">
                    <a16:creationId xmlns:a16="http://schemas.microsoft.com/office/drawing/2014/main" id="{DD4A773B-2793-E8DE-013F-5E5443DD238C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5" name="pg1980">
                <a:extLst>
                  <a:ext uri="{FF2B5EF4-FFF2-40B4-BE49-F238E27FC236}">
                    <a16:creationId xmlns:a16="http://schemas.microsoft.com/office/drawing/2014/main" id="{5759D58D-BDA6-B6AE-C7FF-39BCF8DF6963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6" name="pg1981">
                <a:extLst>
                  <a:ext uri="{FF2B5EF4-FFF2-40B4-BE49-F238E27FC236}">
                    <a16:creationId xmlns:a16="http://schemas.microsoft.com/office/drawing/2014/main" id="{C2CBBEBC-478D-24EC-3ACD-A97579A2D758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7" name="pg1982">
                <a:extLst>
                  <a:ext uri="{FF2B5EF4-FFF2-40B4-BE49-F238E27FC236}">
                    <a16:creationId xmlns:a16="http://schemas.microsoft.com/office/drawing/2014/main" id="{DE2CDB7A-33A9-D492-C103-E89864532AAD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8" name="pg1983">
                <a:extLst>
                  <a:ext uri="{FF2B5EF4-FFF2-40B4-BE49-F238E27FC236}">
                    <a16:creationId xmlns:a16="http://schemas.microsoft.com/office/drawing/2014/main" id="{1D1FF1DB-41FD-E838-F192-3E1978699C58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9" name="pg1984">
                <a:extLst>
                  <a:ext uri="{FF2B5EF4-FFF2-40B4-BE49-F238E27FC236}">
                    <a16:creationId xmlns:a16="http://schemas.microsoft.com/office/drawing/2014/main" id="{5F92247D-04A3-4386-F3EF-A8AF1C82575B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0" name="pg1985">
                <a:extLst>
                  <a:ext uri="{FF2B5EF4-FFF2-40B4-BE49-F238E27FC236}">
                    <a16:creationId xmlns:a16="http://schemas.microsoft.com/office/drawing/2014/main" id="{B7C37E2C-2989-7586-E2A0-5AFFAD477D51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1" name="pg1986">
                <a:extLst>
                  <a:ext uri="{FF2B5EF4-FFF2-40B4-BE49-F238E27FC236}">
                    <a16:creationId xmlns:a16="http://schemas.microsoft.com/office/drawing/2014/main" id="{0245372E-6199-51FC-72CF-ED65545E231C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2" name="pg1987">
                <a:extLst>
                  <a:ext uri="{FF2B5EF4-FFF2-40B4-BE49-F238E27FC236}">
                    <a16:creationId xmlns:a16="http://schemas.microsoft.com/office/drawing/2014/main" id="{45041A2B-BC6B-F1F3-81F7-876AE46F0C23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3" name="pg1988">
                <a:extLst>
                  <a:ext uri="{FF2B5EF4-FFF2-40B4-BE49-F238E27FC236}">
                    <a16:creationId xmlns:a16="http://schemas.microsoft.com/office/drawing/2014/main" id="{876E7652-4BCC-74D2-9210-1DCAC5E5C4E5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4" name="pg1989">
                <a:extLst>
                  <a:ext uri="{FF2B5EF4-FFF2-40B4-BE49-F238E27FC236}">
                    <a16:creationId xmlns:a16="http://schemas.microsoft.com/office/drawing/2014/main" id="{38BE3498-7B9F-056C-6D2F-8F0D07852C87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5" name="pg1990">
                <a:extLst>
                  <a:ext uri="{FF2B5EF4-FFF2-40B4-BE49-F238E27FC236}">
                    <a16:creationId xmlns:a16="http://schemas.microsoft.com/office/drawing/2014/main" id="{56FD78F6-9B3D-CE19-09B3-98759F4F3797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6" name="pg1991">
                <a:extLst>
                  <a:ext uri="{FF2B5EF4-FFF2-40B4-BE49-F238E27FC236}">
                    <a16:creationId xmlns:a16="http://schemas.microsoft.com/office/drawing/2014/main" id="{71EF33FF-94A9-22F8-AA45-9D18A5D15FB4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7" name="pg1992">
                <a:extLst>
                  <a:ext uri="{FF2B5EF4-FFF2-40B4-BE49-F238E27FC236}">
                    <a16:creationId xmlns:a16="http://schemas.microsoft.com/office/drawing/2014/main" id="{004BF172-C86E-EBFC-38EC-8DAFA0E70578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DC0">
                  <a:alpha val="100000"/>
                </a:srgbClr>
              </a:solidFill>
              <a:ln w="5420" cap="flat">
                <a:solidFill>
                  <a:srgbClr val="92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8" name="pg1993">
                <a:extLst>
                  <a:ext uri="{FF2B5EF4-FFF2-40B4-BE49-F238E27FC236}">
                    <a16:creationId xmlns:a16="http://schemas.microsoft.com/office/drawing/2014/main" id="{5E0D4A4D-1782-F080-7589-DD4C3C7D45B7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9" name="pg1994">
                <a:extLst>
                  <a:ext uri="{FF2B5EF4-FFF2-40B4-BE49-F238E27FC236}">
                    <a16:creationId xmlns:a16="http://schemas.microsoft.com/office/drawing/2014/main" id="{F92FE16E-E115-B610-A422-69B59ED9FB5C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0" name="pg1995">
                <a:extLst>
                  <a:ext uri="{FF2B5EF4-FFF2-40B4-BE49-F238E27FC236}">
                    <a16:creationId xmlns:a16="http://schemas.microsoft.com/office/drawing/2014/main" id="{96E607A3-C607-5BF3-59B3-93EBE936578F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1" name="pg1996">
                <a:extLst>
                  <a:ext uri="{FF2B5EF4-FFF2-40B4-BE49-F238E27FC236}">
                    <a16:creationId xmlns:a16="http://schemas.microsoft.com/office/drawing/2014/main" id="{15AA5724-372E-3BE2-1E18-880D539D8523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2" name="pg1997">
                <a:extLst>
                  <a:ext uri="{FF2B5EF4-FFF2-40B4-BE49-F238E27FC236}">
                    <a16:creationId xmlns:a16="http://schemas.microsoft.com/office/drawing/2014/main" id="{589F303C-F4CA-605F-356B-F82F33BBCBE8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3" name="pg1998">
                <a:extLst>
                  <a:ext uri="{FF2B5EF4-FFF2-40B4-BE49-F238E27FC236}">
                    <a16:creationId xmlns:a16="http://schemas.microsoft.com/office/drawing/2014/main" id="{7169739C-C308-D568-76EC-E033032E212E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4" name="pg1999">
                <a:extLst>
                  <a:ext uri="{FF2B5EF4-FFF2-40B4-BE49-F238E27FC236}">
                    <a16:creationId xmlns:a16="http://schemas.microsoft.com/office/drawing/2014/main" id="{6C2C8275-2A0D-A3D9-BB69-C8761C87C16C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5" name="pg2000">
                <a:extLst>
                  <a:ext uri="{FF2B5EF4-FFF2-40B4-BE49-F238E27FC236}">
                    <a16:creationId xmlns:a16="http://schemas.microsoft.com/office/drawing/2014/main" id="{F7915054-303F-AB9A-7391-F5D1D9D50877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6" name="pg2001">
                <a:extLst>
                  <a:ext uri="{FF2B5EF4-FFF2-40B4-BE49-F238E27FC236}">
                    <a16:creationId xmlns:a16="http://schemas.microsoft.com/office/drawing/2014/main" id="{006DAEE8-5266-CBFE-FA2F-72DE62A91E04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7" name="pg2002">
                <a:extLst>
                  <a:ext uri="{FF2B5EF4-FFF2-40B4-BE49-F238E27FC236}">
                    <a16:creationId xmlns:a16="http://schemas.microsoft.com/office/drawing/2014/main" id="{D552E7D4-D54A-D56C-CA42-C7E9F75A7C98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8" name="pg2003">
                <a:extLst>
                  <a:ext uri="{FF2B5EF4-FFF2-40B4-BE49-F238E27FC236}">
                    <a16:creationId xmlns:a16="http://schemas.microsoft.com/office/drawing/2014/main" id="{0D9BABDE-B008-3570-BACD-4D77569E56AB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9" name="pg2004">
                <a:extLst>
                  <a:ext uri="{FF2B5EF4-FFF2-40B4-BE49-F238E27FC236}">
                    <a16:creationId xmlns:a16="http://schemas.microsoft.com/office/drawing/2014/main" id="{3D09A152-D9F7-FF96-35DC-B06573D95322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0" name="pg2005">
                <a:extLst>
                  <a:ext uri="{FF2B5EF4-FFF2-40B4-BE49-F238E27FC236}">
                    <a16:creationId xmlns:a16="http://schemas.microsoft.com/office/drawing/2014/main" id="{68F5F099-9555-D390-98D0-70786B0F42F1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1" name="pg2006">
                <a:extLst>
                  <a:ext uri="{FF2B5EF4-FFF2-40B4-BE49-F238E27FC236}">
                    <a16:creationId xmlns:a16="http://schemas.microsoft.com/office/drawing/2014/main" id="{3F65E46C-C287-9E3B-D2B5-DCBFAAAF7A59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2" name="pg2007">
                <a:extLst>
                  <a:ext uri="{FF2B5EF4-FFF2-40B4-BE49-F238E27FC236}">
                    <a16:creationId xmlns:a16="http://schemas.microsoft.com/office/drawing/2014/main" id="{B598D794-262B-B78A-39DD-48E3A218F1CC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3" name="pg2008">
                <a:extLst>
                  <a:ext uri="{FF2B5EF4-FFF2-40B4-BE49-F238E27FC236}">
                    <a16:creationId xmlns:a16="http://schemas.microsoft.com/office/drawing/2014/main" id="{468E7BB2-E274-CDEB-929D-96F726F2387C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4" name="pg2009">
                <a:extLst>
                  <a:ext uri="{FF2B5EF4-FFF2-40B4-BE49-F238E27FC236}">
                    <a16:creationId xmlns:a16="http://schemas.microsoft.com/office/drawing/2014/main" id="{7657BC33-C7EE-C90C-EDAE-BBD122DEA188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5" name="pg2010">
                <a:extLst>
                  <a:ext uri="{FF2B5EF4-FFF2-40B4-BE49-F238E27FC236}">
                    <a16:creationId xmlns:a16="http://schemas.microsoft.com/office/drawing/2014/main" id="{4C61B511-18D5-3B5D-8E1D-6106B7C35376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6" name="pg2011">
                <a:extLst>
                  <a:ext uri="{FF2B5EF4-FFF2-40B4-BE49-F238E27FC236}">
                    <a16:creationId xmlns:a16="http://schemas.microsoft.com/office/drawing/2014/main" id="{5AB0E57C-EC99-1896-9000-F7DAB11FE031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7" name="pg2012">
                <a:extLst>
                  <a:ext uri="{FF2B5EF4-FFF2-40B4-BE49-F238E27FC236}">
                    <a16:creationId xmlns:a16="http://schemas.microsoft.com/office/drawing/2014/main" id="{3967CBF1-06D0-7173-8C77-A2CE65C5064C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8" name="pg2013">
                <a:extLst>
                  <a:ext uri="{FF2B5EF4-FFF2-40B4-BE49-F238E27FC236}">
                    <a16:creationId xmlns:a16="http://schemas.microsoft.com/office/drawing/2014/main" id="{7B9DEE39-4299-857E-4F6B-5D691F53520A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9" name="pg2014">
                <a:extLst>
                  <a:ext uri="{FF2B5EF4-FFF2-40B4-BE49-F238E27FC236}">
                    <a16:creationId xmlns:a16="http://schemas.microsoft.com/office/drawing/2014/main" id="{8AC6BB08-C36E-06D8-1765-C0F3607A8E66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0" name="pg2015">
                <a:extLst>
                  <a:ext uri="{FF2B5EF4-FFF2-40B4-BE49-F238E27FC236}">
                    <a16:creationId xmlns:a16="http://schemas.microsoft.com/office/drawing/2014/main" id="{9A04DB6E-B43B-5F42-3819-00F6816B54F3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1" name="pg2016">
                <a:extLst>
                  <a:ext uri="{FF2B5EF4-FFF2-40B4-BE49-F238E27FC236}">
                    <a16:creationId xmlns:a16="http://schemas.microsoft.com/office/drawing/2014/main" id="{314724FF-AC92-E321-D1DA-B27FA9977D64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2" name="pg2017">
                <a:extLst>
                  <a:ext uri="{FF2B5EF4-FFF2-40B4-BE49-F238E27FC236}">
                    <a16:creationId xmlns:a16="http://schemas.microsoft.com/office/drawing/2014/main" id="{337D62CE-8914-C0AE-1281-3A67CBAB4AF5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3" name="pg2018">
                <a:extLst>
                  <a:ext uri="{FF2B5EF4-FFF2-40B4-BE49-F238E27FC236}">
                    <a16:creationId xmlns:a16="http://schemas.microsoft.com/office/drawing/2014/main" id="{1EB15E48-41BB-E579-AA02-96F230464E42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4" name="pg2019">
                <a:extLst>
                  <a:ext uri="{FF2B5EF4-FFF2-40B4-BE49-F238E27FC236}">
                    <a16:creationId xmlns:a16="http://schemas.microsoft.com/office/drawing/2014/main" id="{2E242476-F810-9B74-1D0F-997BD8B48511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5" name="pg2020">
                <a:extLst>
                  <a:ext uri="{FF2B5EF4-FFF2-40B4-BE49-F238E27FC236}">
                    <a16:creationId xmlns:a16="http://schemas.microsoft.com/office/drawing/2014/main" id="{43D201F7-7E49-85CA-0A39-012814FB9BA0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6" name="pg2021">
                <a:extLst>
                  <a:ext uri="{FF2B5EF4-FFF2-40B4-BE49-F238E27FC236}">
                    <a16:creationId xmlns:a16="http://schemas.microsoft.com/office/drawing/2014/main" id="{6F65C936-9583-C538-80C9-C9BC49EC4CE7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7" name="pg2022">
                <a:extLst>
                  <a:ext uri="{FF2B5EF4-FFF2-40B4-BE49-F238E27FC236}">
                    <a16:creationId xmlns:a16="http://schemas.microsoft.com/office/drawing/2014/main" id="{FE23C629-E985-53C7-02BD-38104C6EE9A2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8" name="pg2023">
                <a:extLst>
                  <a:ext uri="{FF2B5EF4-FFF2-40B4-BE49-F238E27FC236}">
                    <a16:creationId xmlns:a16="http://schemas.microsoft.com/office/drawing/2014/main" id="{3CB13AC0-DF11-87E5-F173-7A171013C236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9" name="pg2024">
                <a:extLst>
                  <a:ext uri="{FF2B5EF4-FFF2-40B4-BE49-F238E27FC236}">
                    <a16:creationId xmlns:a16="http://schemas.microsoft.com/office/drawing/2014/main" id="{D2F51393-937F-9E4F-475F-596281864625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0" name="pg2025">
                <a:extLst>
                  <a:ext uri="{FF2B5EF4-FFF2-40B4-BE49-F238E27FC236}">
                    <a16:creationId xmlns:a16="http://schemas.microsoft.com/office/drawing/2014/main" id="{38E8401B-1503-F76C-6B94-BB6C2D23CFD8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1" name="pg2026">
                <a:extLst>
                  <a:ext uri="{FF2B5EF4-FFF2-40B4-BE49-F238E27FC236}">
                    <a16:creationId xmlns:a16="http://schemas.microsoft.com/office/drawing/2014/main" id="{43B30BC8-2BC6-FB05-34FF-59554D58E353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2" name="pg2027">
                <a:extLst>
                  <a:ext uri="{FF2B5EF4-FFF2-40B4-BE49-F238E27FC236}">
                    <a16:creationId xmlns:a16="http://schemas.microsoft.com/office/drawing/2014/main" id="{74699994-4D6D-DD26-0127-AE608633D342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3" name="pg2028">
                <a:extLst>
                  <a:ext uri="{FF2B5EF4-FFF2-40B4-BE49-F238E27FC236}">
                    <a16:creationId xmlns:a16="http://schemas.microsoft.com/office/drawing/2014/main" id="{D0FC8131-64E6-3434-19BC-799CD00EBCC7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4" name="pg2029">
                <a:extLst>
                  <a:ext uri="{FF2B5EF4-FFF2-40B4-BE49-F238E27FC236}">
                    <a16:creationId xmlns:a16="http://schemas.microsoft.com/office/drawing/2014/main" id="{35C4E4DF-2F53-3C33-26FD-EC294F7C7B6A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5" name="pg2030">
                <a:extLst>
                  <a:ext uri="{FF2B5EF4-FFF2-40B4-BE49-F238E27FC236}">
                    <a16:creationId xmlns:a16="http://schemas.microsoft.com/office/drawing/2014/main" id="{565D0A52-3B22-498F-B75C-7D767732B5E6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6" name="pg2031">
                <a:extLst>
                  <a:ext uri="{FF2B5EF4-FFF2-40B4-BE49-F238E27FC236}">
                    <a16:creationId xmlns:a16="http://schemas.microsoft.com/office/drawing/2014/main" id="{94ABF512-5BCF-22E9-8F53-CE805AFA2F71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7" name="pg2032">
                <a:extLst>
                  <a:ext uri="{FF2B5EF4-FFF2-40B4-BE49-F238E27FC236}">
                    <a16:creationId xmlns:a16="http://schemas.microsoft.com/office/drawing/2014/main" id="{75164181-92C9-CB91-21CD-0637621885B9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8" name="pg2033">
                <a:extLst>
                  <a:ext uri="{FF2B5EF4-FFF2-40B4-BE49-F238E27FC236}">
                    <a16:creationId xmlns:a16="http://schemas.microsoft.com/office/drawing/2014/main" id="{B037FB47-1D2A-73EA-5545-2C4CC07EE0AB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9" name="pg2034">
                <a:extLst>
                  <a:ext uri="{FF2B5EF4-FFF2-40B4-BE49-F238E27FC236}">
                    <a16:creationId xmlns:a16="http://schemas.microsoft.com/office/drawing/2014/main" id="{4B9643AB-8FDA-9AB1-7E59-6D8BAC2B78E1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0" name="pg2035">
                <a:extLst>
                  <a:ext uri="{FF2B5EF4-FFF2-40B4-BE49-F238E27FC236}">
                    <a16:creationId xmlns:a16="http://schemas.microsoft.com/office/drawing/2014/main" id="{18CDE62D-D65B-B1FA-BF97-E674EC0F9AB6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1" name="pg2036">
                <a:extLst>
                  <a:ext uri="{FF2B5EF4-FFF2-40B4-BE49-F238E27FC236}">
                    <a16:creationId xmlns:a16="http://schemas.microsoft.com/office/drawing/2014/main" id="{3DD40C59-98E3-8FB6-801F-606697149895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2" name="pg2037">
                <a:extLst>
                  <a:ext uri="{FF2B5EF4-FFF2-40B4-BE49-F238E27FC236}">
                    <a16:creationId xmlns:a16="http://schemas.microsoft.com/office/drawing/2014/main" id="{3A33CB7B-BEC1-5A57-0786-C3D07FDC6E81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3" name="pg2038">
                <a:extLst>
                  <a:ext uri="{FF2B5EF4-FFF2-40B4-BE49-F238E27FC236}">
                    <a16:creationId xmlns:a16="http://schemas.microsoft.com/office/drawing/2014/main" id="{AA464EC4-D6EA-57AC-2CB7-50744B04F998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4" name="pg2039">
                <a:extLst>
                  <a:ext uri="{FF2B5EF4-FFF2-40B4-BE49-F238E27FC236}">
                    <a16:creationId xmlns:a16="http://schemas.microsoft.com/office/drawing/2014/main" id="{CCC26927-2772-3054-0296-B3700D225595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5" name="pg2040">
                <a:extLst>
                  <a:ext uri="{FF2B5EF4-FFF2-40B4-BE49-F238E27FC236}">
                    <a16:creationId xmlns:a16="http://schemas.microsoft.com/office/drawing/2014/main" id="{0B64E9A2-03E6-4699-8A9A-61EB3B10461F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6" name="pg2041">
                <a:extLst>
                  <a:ext uri="{FF2B5EF4-FFF2-40B4-BE49-F238E27FC236}">
                    <a16:creationId xmlns:a16="http://schemas.microsoft.com/office/drawing/2014/main" id="{552620BF-0824-D438-4522-B5C3A579277E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7" name="pg2042">
                <a:extLst>
                  <a:ext uri="{FF2B5EF4-FFF2-40B4-BE49-F238E27FC236}">
                    <a16:creationId xmlns:a16="http://schemas.microsoft.com/office/drawing/2014/main" id="{2ABAAD48-0199-E520-AE90-9811DA928FE4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8" name="pg2043">
                <a:extLst>
                  <a:ext uri="{FF2B5EF4-FFF2-40B4-BE49-F238E27FC236}">
                    <a16:creationId xmlns:a16="http://schemas.microsoft.com/office/drawing/2014/main" id="{0D3011C1-397B-5BC6-14D7-8539F5F53AE8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9" name="pg2044">
                <a:extLst>
                  <a:ext uri="{FF2B5EF4-FFF2-40B4-BE49-F238E27FC236}">
                    <a16:creationId xmlns:a16="http://schemas.microsoft.com/office/drawing/2014/main" id="{C11EB330-4A03-9B10-F3B8-EB8C66C8B4B9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0" name="pg2045">
                <a:extLst>
                  <a:ext uri="{FF2B5EF4-FFF2-40B4-BE49-F238E27FC236}">
                    <a16:creationId xmlns:a16="http://schemas.microsoft.com/office/drawing/2014/main" id="{1587D303-6964-CBD2-51EA-CDB1638BC27A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1" name="pg2046">
                <a:extLst>
                  <a:ext uri="{FF2B5EF4-FFF2-40B4-BE49-F238E27FC236}">
                    <a16:creationId xmlns:a16="http://schemas.microsoft.com/office/drawing/2014/main" id="{45770A58-963D-9EA7-58BF-E6D73108F9FC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2" name="pg2047">
                <a:extLst>
                  <a:ext uri="{FF2B5EF4-FFF2-40B4-BE49-F238E27FC236}">
                    <a16:creationId xmlns:a16="http://schemas.microsoft.com/office/drawing/2014/main" id="{15BA35B6-DB0B-29B0-20BA-AE736CEBD8E2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3" name="pg2048">
                <a:extLst>
                  <a:ext uri="{FF2B5EF4-FFF2-40B4-BE49-F238E27FC236}">
                    <a16:creationId xmlns:a16="http://schemas.microsoft.com/office/drawing/2014/main" id="{9DFD390A-27C2-0340-B3F8-13985DE978A8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4" name="pg2049">
                <a:extLst>
                  <a:ext uri="{FF2B5EF4-FFF2-40B4-BE49-F238E27FC236}">
                    <a16:creationId xmlns:a16="http://schemas.microsoft.com/office/drawing/2014/main" id="{5C93FD52-6B0E-AE0A-CEFD-24DCA3C0967C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5" name="pg2050">
                <a:extLst>
                  <a:ext uri="{FF2B5EF4-FFF2-40B4-BE49-F238E27FC236}">
                    <a16:creationId xmlns:a16="http://schemas.microsoft.com/office/drawing/2014/main" id="{D2669189-5E72-E407-2222-A8F654B2F122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6" name="pg2051">
                <a:extLst>
                  <a:ext uri="{FF2B5EF4-FFF2-40B4-BE49-F238E27FC236}">
                    <a16:creationId xmlns:a16="http://schemas.microsoft.com/office/drawing/2014/main" id="{3DB08AB1-EA36-51AA-2BA2-4C65D21A589D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7" name="pg2052">
                <a:extLst>
                  <a:ext uri="{FF2B5EF4-FFF2-40B4-BE49-F238E27FC236}">
                    <a16:creationId xmlns:a16="http://schemas.microsoft.com/office/drawing/2014/main" id="{45EFB8FE-CB40-4D67-293D-2B49DA39D5B2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8" name="pg2053">
                <a:extLst>
                  <a:ext uri="{FF2B5EF4-FFF2-40B4-BE49-F238E27FC236}">
                    <a16:creationId xmlns:a16="http://schemas.microsoft.com/office/drawing/2014/main" id="{5F9F34B2-634E-65F3-018D-4930CD22FE4E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9" name="pg2054">
                <a:extLst>
                  <a:ext uri="{FF2B5EF4-FFF2-40B4-BE49-F238E27FC236}">
                    <a16:creationId xmlns:a16="http://schemas.microsoft.com/office/drawing/2014/main" id="{C5F83CDC-B47C-E5A7-2822-A8D943750C90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0" name="pg2055">
                <a:extLst>
                  <a:ext uri="{FF2B5EF4-FFF2-40B4-BE49-F238E27FC236}">
                    <a16:creationId xmlns:a16="http://schemas.microsoft.com/office/drawing/2014/main" id="{C3A1B138-4296-9D06-5D4D-391BCBA53B11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1" name="pg2056">
                <a:extLst>
                  <a:ext uri="{FF2B5EF4-FFF2-40B4-BE49-F238E27FC236}">
                    <a16:creationId xmlns:a16="http://schemas.microsoft.com/office/drawing/2014/main" id="{F56EF932-EE0C-3A33-2D2C-D5B7EE3808FA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2" name="pg2057">
                <a:extLst>
                  <a:ext uri="{FF2B5EF4-FFF2-40B4-BE49-F238E27FC236}">
                    <a16:creationId xmlns:a16="http://schemas.microsoft.com/office/drawing/2014/main" id="{67C13882-78A8-C79E-86A9-7FB04BB2D7C4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3" name="pg2058">
                <a:extLst>
                  <a:ext uri="{FF2B5EF4-FFF2-40B4-BE49-F238E27FC236}">
                    <a16:creationId xmlns:a16="http://schemas.microsoft.com/office/drawing/2014/main" id="{91016F12-46C7-6ED7-BA46-A1649AE2AA04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4" name="pg2059">
                <a:extLst>
                  <a:ext uri="{FF2B5EF4-FFF2-40B4-BE49-F238E27FC236}">
                    <a16:creationId xmlns:a16="http://schemas.microsoft.com/office/drawing/2014/main" id="{5EA596EA-E4EA-C7C3-BC7D-848C33B490ED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5" name="pg2060">
                <a:extLst>
                  <a:ext uri="{FF2B5EF4-FFF2-40B4-BE49-F238E27FC236}">
                    <a16:creationId xmlns:a16="http://schemas.microsoft.com/office/drawing/2014/main" id="{3026BBB0-B4DE-0570-81D1-AB9300DF83A7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6" name="pg2061">
                <a:extLst>
                  <a:ext uri="{FF2B5EF4-FFF2-40B4-BE49-F238E27FC236}">
                    <a16:creationId xmlns:a16="http://schemas.microsoft.com/office/drawing/2014/main" id="{25B18CEE-511F-D98E-5656-342F183296B4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7" name="pg2062">
                <a:extLst>
                  <a:ext uri="{FF2B5EF4-FFF2-40B4-BE49-F238E27FC236}">
                    <a16:creationId xmlns:a16="http://schemas.microsoft.com/office/drawing/2014/main" id="{F98927A2-C0CD-3287-2EC5-F59802467584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8" name="pg2063">
                <a:extLst>
                  <a:ext uri="{FF2B5EF4-FFF2-40B4-BE49-F238E27FC236}">
                    <a16:creationId xmlns:a16="http://schemas.microsoft.com/office/drawing/2014/main" id="{1097B0AC-8EF3-3A96-5075-AD811ABC6EFB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9" name="pg2064">
                <a:extLst>
                  <a:ext uri="{FF2B5EF4-FFF2-40B4-BE49-F238E27FC236}">
                    <a16:creationId xmlns:a16="http://schemas.microsoft.com/office/drawing/2014/main" id="{44EC5F46-B628-2BE7-D096-782273E267AE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0" name="pg2065">
                <a:extLst>
                  <a:ext uri="{FF2B5EF4-FFF2-40B4-BE49-F238E27FC236}">
                    <a16:creationId xmlns:a16="http://schemas.microsoft.com/office/drawing/2014/main" id="{054826EE-EA88-91E1-7B6B-E4233F32FEE8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1" name="pg2066">
                <a:extLst>
                  <a:ext uri="{FF2B5EF4-FFF2-40B4-BE49-F238E27FC236}">
                    <a16:creationId xmlns:a16="http://schemas.microsoft.com/office/drawing/2014/main" id="{543F950F-28FD-B4AC-D646-07455423949E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2" name="pg2067">
                <a:extLst>
                  <a:ext uri="{FF2B5EF4-FFF2-40B4-BE49-F238E27FC236}">
                    <a16:creationId xmlns:a16="http://schemas.microsoft.com/office/drawing/2014/main" id="{7BEFCCEB-BAF9-4743-C8D9-6E27C75D5ABC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3" name="pg2068">
                <a:extLst>
                  <a:ext uri="{FF2B5EF4-FFF2-40B4-BE49-F238E27FC236}">
                    <a16:creationId xmlns:a16="http://schemas.microsoft.com/office/drawing/2014/main" id="{80F073FF-D0C0-BD5F-81D3-9CF58A793BF2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4" name="pg2069">
                <a:extLst>
                  <a:ext uri="{FF2B5EF4-FFF2-40B4-BE49-F238E27FC236}">
                    <a16:creationId xmlns:a16="http://schemas.microsoft.com/office/drawing/2014/main" id="{AE3146FE-C13A-592C-194A-0E1B2B1D66E1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5" name="pg2070">
                <a:extLst>
                  <a:ext uri="{FF2B5EF4-FFF2-40B4-BE49-F238E27FC236}">
                    <a16:creationId xmlns:a16="http://schemas.microsoft.com/office/drawing/2014/main" id="{B1097D48-7612-A8DB-C5C0-A66997FCFBCC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6" name="pg2071">
                <a:extLst>
                  <a:ext uri="{FF2B5EF4-FFF2-40B4-BE49-F238E27FC236}">
                    <a16:creationId xmlns:a16="http://schemas.microsoft.com/office/drawing/2014/main" id="{505D84BA-BEF0-91C8-43CB-BE6CBC14C9D4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7" name="pg2072">
                <a:extLst>
                  <a:ext uri="{FF2B5EF4-FFF2-40B4-BE49-F238E27FC236}">
                    <a16:creationId xmlns:a16="http://schemas.microsoft.com/office/drawing/2014/main" id="{38B9A534-59C8-4513-5694-391D24F6461D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8" name="pg2073">
                <a:extLst>
                  <a:ext uri="{FF2B5EF4-FFF2-40B4-BE49-F238E27FC236}">
                    <a16:creationId xmlns:a16="http://schemas.microsoft.com/office/drawing/2014/main" id="{1653DBC6-42B3-E366-D48A-58AEA16D8C02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9" name="pg2074">
                <a:extLst>
                  <a:ext uri="{FF2B5EF4-FFF2-40B4-BE49-F238E27FC236}">
                    <a16:creationId xmlns:a16="http://schemas.microsoft.com/office/drawing/2014/main" id="{999F533A-674E-9BB7-562C-6B90AB009F3D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0" name="pg2075">
                <a:extLst>
                  <a:ext uri="{FF2B5EF4-FFF2-40B4-BE49-F238E27FC236}">
                    <a16:creationId xmlns:a16="http://schemas.microsoft.com/office/drawing/2014/main" id="{CF8CFF3C-4F69-D2BF-A885-6123EB45687B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1" name="pg2076">
                <a:extLst>
                  <a:ext uri="{FF2B5EF4-FFF2-40B4-BE49-F238E27FC236}">
                    <a16:creationId xmlns:a16="http://schemas.microsoft.com/office/drawing/2014/main" id="{D5F0C6C7-FC48-1B44-A1AA-0C46BE9E70A9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2" name="pg2077">
                <a:extLst>
                  <a:ext uri="{FF2B5EF4-FFF2-40B4-BE49-F238E27FC236}">
                    <a16:creationId xmlns:a16="http://schemas.microsoft.com/office/drawing/2014/main" id="{42F46FBE-28D5-D781-F461-94C92D595B6C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3" name="pg2078">
                <a:extLst>
                  <a:ext uri="{FF2B5EF4-FFF2-40B4-BE49-F238E27FC236}">
                    <a16:creationId xmlns:a16="http://schemas.microsoft.com/office/drawing/2014/main" id="{AFAB1F93-34A7-6DF2-1F51-D80805261A99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4" name="pg2079">
                <a:extLst>
                  <a:ext uri="{FF2B5EF4-FFF2-40B4-BE49-F238E27FC236}">
                    <a16:creationId xmlns:a16="http://schemas.microsoft.com/office/drawing/2014/main" id="{ADA687C6-92D8-FBA1-EE77-D21522BCAB9B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5" name="pg2080">
                <a:extLst>
                  <a:ext uri="{FF2B5EF4-FFF2-40B4-BE49-F238E27FC236}">
                    <a16:creationId xmlns:a16="http://schemas.microsoft.com/office/drawing/2014/main" id="{102CE589-56A8-8CD9-FDAE-020047AF85C2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6" name="pg2081">
                <a:extLst>
                  <a:ext uri="{FF2B5EF4-FFF2-40B4-BE49-F238E27FC236}">
                    <a16:creationId xmlns:a16="http://schemas.microsoft.com/office/drawing/2014/main" id="{203C2510-FE18-0A68-7B1F-2BA8270C9312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7" name="pg2082">
                <a:extLst>
                  <a:ext uri="{FF2B5EF4-FFF2-40B4-BE49-F238E27FC236}">
                    <a16:creationId xmlns:a16="http://schemas.microsoft.com/office/drawing/2014/main" id="{750CF75D-F3BC-1DFD-31B4-81FC4806C5B9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8" name="pg2083">
                <a:extLst>
                  <a:ext uri="{FF2B5EF4-FFF2-40B4-BE49-F238E27FC236}">
                    <a16:creationId xmlns:a16="http://schemas.microsoft.com/office/drawing/2014/main" id="{8C5938B9-9FB3-21BB-FB0E-64476DD12427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9" name="pg2084">
                <a:extLst>
                  <a:ext uri="{FF2B5EF4-FFF2-40B4-BE49-F238E27FC236}">
                    <a16:creationId xmlns:a16="http://schemas.microsoft.com/office/drawing/2014/main" id="{B00FFECC-7397-2652-4537-1C375C1D9FB6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0" name="pg2085">
                <a:extLst>
                  <a:ext uri="{FF2B5EF4-FFF2-40B4-BE49-F238E27FC236}">
                    <a16:creationId xmlns:a16="http://schemas.microsoft.com/office/drawing/2014/main" id="{76C0FA24-624B-6079-63F6-4D41828BCCBE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1" name="pg2086">
                <a:extLst>
                  <a:ext uri="{FF2B5EF4-FFF2-40B4-BE49-F238E27FC236}">
                    <a16:creationId xmlns:a16="http://schemas.microsoft.com/office/drawing/2014/main" id="{978BF5E0-F4E3-539A-CF19-2EE82C7989A6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2" name="pg2087">
                <a:extLst>
                  <a:ext uri="{FF2B5EF4-FFF2-40B4-BE49-F238E27FC236}">
                    <a16:creationId xmlns:a16="http://schemas.microsoft.com/office/drawing/2014/main" id="{43AF4D2A-1E57-04FA-6F00-994590591B10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3" name="pg2088">
                <a:extLst>
                  <a:ext uri="{FF2B5EF4-FFF2-40B4-BE49-F238E27FC236}">
                    <a16:creationId xmlns:a16="http://schemas.microsoft.com/office/drawing/2014/main" id="{12A8A4FC-5510-5885-66DD-34BB0F116155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4" name="pg2089">
                <a:extLst>
                  <a:ext uri="{FF2B5EF4-FFF2-40B4-BE49-F238E27FC236}">
                    <a16:creationId xmlns:a16="http://schemas.microsoft.com/office/drawing/2014/main" id="{AAABBE95-34BB-DA93-E7A3-EF8BAD80A439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5" name="pg2090">
                <a:extLst>
                  <a:ext uri="{FF2B5EF4-FFF2-40B4-BE49-F238E27FC236}">
                    <a16:creationId xmlns:a16="http://schemas.microsoft.com/office/drawing/2014/main" id="{E0B528B6-8C73-0047-F4F0-11C7EE18A859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6" name="pg2091">
                <a:extLst>
                  <a:ext uri="{FF2B5EF4-FFF2-40B4-BE49-F238E27FC236}">
                    <a16:creationId xmlns:a16="http://schemas.microsoft.com/office/drawing/2014/main" id="{1031A297-83EF-ACD0-D00B-4E7739AF2017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7" name="pg2092">
                <a:extLst>
                  <a:ext uri="{FF2B5EF4-FFF2-40B4-BE49-F238E27FC236}">
                    <a16:creationId xmlns:a16="http://schemas.microsoft.com/office/drawing/2014/main" id="{B121A1F4-1E83-F2F9-FB96-67D0AC43100A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8" name="pg2093">
                <a:extLst>
                  <a:ext uri="{FF2B5EF4-FFF2-40B4-BE49-F238E27FC236}">
                    <a16:creationId xmlns:a16="http://schemas.microsoft.com/office/drawing/2014/main" id="{B4925A4F-C72D-2D4E-84AE-6512942FE63F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9" name="pg2094">
                <a:extLst>
                  <a:ext uri="{FF2B5EF4-FFF2-40B4-BE49-F238E27FC236}">
                    <a16:creationId xmlns:a16="http://schemas.microsoft.com/office/drawing/2014/main" id="{17260EDC-64A2-C9F8-2781-8DF2666ED481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0" name="pg2095">
                <a:extLst>
                  <a:ext uri="{FF2B5EF4-FFF2-40B4-BE49-F238E27FC236}">
                    <a16:creationId xmlns:a16="http://schemas.microsoft.com/office/drawing/2014/main" id="{7AE2BC77-8FAA-992D-48AB-254B3233BD22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1" name="pg2096">
                <a:extLst>
                  <a:ext uri="{FF2B5EF4-FFF2-40B4-BE49-F238E27FC236}">
                    <a16:creationId xmlns:a16="http://schemas.microsoft.com/office/drawing/2014/main" id="{003E07BC-14BF-C56E-DF1E-4104BF8B2D8A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2" name="pg2097">
                <a:extLst>
                  <a:ext uri="{FF2B5EF4-FFF2-40B4-BE49-F238E27FC236}">
                    <a16:creationId xmlns:a16="http://schemas.microsoft.com/office/drawing/2014/main" id="{AE8A855C-CA2B-7394-3C1D-DF8B064468F1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3" name="pg2098">
                <a:extLst>
                  <a:ext uri="{FF2B5EF4-FFF2-40B4-BE49-F238E27FC236}">
                    <a16:creationId xmlns:a16="http://schemas.microsoft.com/office/drawing/2014/main" id="{BFD3553D-B24F-FB24-34C5-437DA12DD68E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4" name="pg2099">
                <a:extLst>
                  <a:ext uri="{FF2B5EF4-FFF2-40B4-BE49-F238E27FC236}">
                    <a16:creationId xmlns:a16="http://schemas.microsoft.com/office/drawing/2014/main" id="{807D85AE-2F34-D945-00A4-8A44E5698FF9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5" name="pg2100">
                <a:extLst>
                  <a:ext uri="{FF2B5EF4-FFF2-40B4-BE49-F238E27FC236}">
                    <a16:creationId xmlns:a16="http://schemas.microsoft.com/office/drawing/2014/main" id="{60DC1799-11D8-C9B3-E63A-9F61CA9C7B87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6" name="pg2101">
                <a:extLst>
                  <a:ext uri="{FF2B5EF4-FFF2-40B4-BE49-F238E27FC236}">
                    <a16:creationId xmlns:a16="http://schemas.microsoft.com/office/drawing/2014/main" id="{C91A54AA-C630-5AA7-F834-25E1B9C651E2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7" name="pg2102">
                <a:extLst>
                  <a:ext uri="{FF2B5EF4-FFF2-40B4-BE49-F238E27FC236}">
                    <a16:creationId xmlns:a16="http://schemas.microsoft.com/office/drawing/2014/main" id="{E3D75868-4B58-D0E9-927B-114DD883062B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8" name="pg2103">
                <a:extLst>
                  <a:ext uri="{FF2B5EF4-FFF2-40B4-BE49-F238E27FC236}">
                    <a16:creationId xmlns:a16="http://schemas.microsoft.com/office/drawing/2014/main" id="{A998AEDC-5AF2-E483-0FFA-B765683F208F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9" name="pg2104">
                <a:extLst>
                  <a:ext uri="{FF2B5EF4-FFF2-40B4-BE49-F238E27FC236}">
                    <a16:creationId xmlns:a16="http://schemas.microsoft.com/office/drawing/2014/main" id="{EC494F45-F67A-A167-3FA6-92107AC8571C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0" name="pg2105">
                <a:extLst>
                  <a:ext uri="{FF2B5EF4-FFF2-40B4-BE49-F238E27FC236}">
                    <a16:creationId xmlns:a16="http://schemas.microsoft.com/office/drawing/2014/main" id="{789F6C46-13F2-38C4-5F67-3370848018A5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1" name="pg2106">
                <a:extLst>
                  <a:ext uri="{FF2B5EF4-FFF2-40B4-BE49-F238E27FC236}">
                    <a16:creationId xmlns:a16="http://schemas.microsoft.com/office/drawing/2014/main" id="{BAAD8286-0BE8-E604-0389-2ACE05E625BE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2" name="pg2107">
                <a:extLst>
                  <a:ext uri="{FF2B5EF4-FFF2-40B4-BE49-F238E27FC236}">
                    <a16:creationId xmlns:a16="http://schemas.microsoft.com/office/drawing/2014/main" id="{83363CC6-2B12-4246-4D29-439A6DABF155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3" name="pg2108">
                <a:extLst>
                  <a:ext uri="{FF2B5EF4-FFF2-40B4-BE49-F238E27FC236}">
                    <a16:creationId xmlns:a16="http://schemas.microsoft.com/office/drawing/2014/main" id="{5FC29557-6E3A-0C2E-1F83-0C02B7391936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4" name="pg2109">
                <a:extLst>
                  <a:ext uri="{FF2B5EF4-FFF2-40B4-BE49-F238E27FC236}">
                    <a16:creationId xmlns:a16="http://schemas.microsoft.com/office/drawing/2014/main" id="{AAA4AA2C-4D04-9BE8-A23F-810BBEF50059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5" name="pg2110">
                <a:extLst>
                  <a:ext uri="{FF2B5EF4-FFF2-40B4-BE49-F238E27FC236}">
                    <a16:creationId xmlns:a16="http://schemas.microsoft.com/office/drawing/2014/main" id="{F7DE808D-3218-94ED-D31D-90178588F846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6" name="pg2111">
                <a:extLst>
                  <a:ext uri="{FF2B5EF4-FFF2-40B4-BE49-F238E27FC236}">
                    <a16:creationId xmlns:a16="http://schemas.microsoft.com/office/drawing/2014/main" id="{BA78BE99-4B2C-0167-76B4-393C5DC1730F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7" name="pg2112">
                <a:extLst>
                  <a:ext uri="{FF2B5EF4-FFF2-40B4-BE49-F238E27FC236}">
                    <a16:creationId xmlns:a16="http://schemas.microsoft.com/office/drawing/2014/main" id="{FB8CF88F-2E78-2B1B-4D1E-5C200395875C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8" name="pg2113">
                <a:extLst>
                  <a:ext uri="{FF2B5EF4-FFF2-40B4-BE49-F238E27FC236}">
                    <a16:creationId xmlns:a16="http://schemas.microsoft.com/office/drawing/2014/main" id="{21315B51-5D72-7B9F-7A3F-76A6C19CB396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9" name="pg2114">
                <a:extLst>
                  <a:ext uri="{FF2B5EF4-FFF2-40B4-BE49-F238E27FC236}">
                    <a16:creationId xmlns:a16="http://schemas.microsoft.com/office/drawing/2014/main" id="{3E40252D-7A35-7E58-481C-0453A07DF481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0" name="pg2115">
                <a:extLst>
                  <a:ext uri="{FF2B5EF4-FFF2-40B4-BE49-F238E27FC236}">
                    <a16:creationId xmlns:a16="http://schemas.microsoft.com/office/drawing/2014/main" id="{5038B85E-CEAD-3B27-CD26-F4A07EB6E791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1" name="pg2116">
                <a:extLst>
                  <a:ext uri="{FF2B5EF4-FFF2-40B4-BE49-F238E27FC236}">
                    <a16:creationId xmlns:a16="http://schemas.microsoft.com/office/drawing/2014/main" id="{3DB883D2-351E-9237-B4AC-32E1FC34F067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2" name="pg2117">
                <a:extLst>
                  <a:ext uri="{FF2B5EF4-FFF2-40B4-BE49-F238E27FC236}">
                    <a16:creationId xmlns:a16="http://schemas.microsoft.com/office/drawing/2014/main" id="{3E95DB54-6205-89A0-DEEC-613C47225FFD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3" name="pg2118">
                <a:extLst>
                  <a:ext uri="{FF2B5EF4-FFF2-40B4-BE49-F238E27FC236}">
                    <a16:creationId xmlns:a16="http://schemas.microsoft.com/office/drawing/2014/main" id="{F9C0F1C6-2A3B-651C-FC81-BE3E994A4194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4" name="pg2119">
                <a:extLst>
                  <a:ext uri="{FF2B5EF4-FFF2-40B4-BE49-F238E27FC236}">
                    <a16:creationId xmlns:a16="http://schemas.microsoft.com/office/drawing/2014/main" id="{4209A955-774C-C675-C593-789CCE568169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5" name="pg2120">
                <a:extLst>
                  <a:ext uri="{FF2B5EF4-FFF2-40B4-BE49-F238E27FC236}">
                    <a16:creationId xmlns:a16="http://schemas.microsoft.com/office/drawing/2014/main" id="{22C493FE-0CD8-DA74-42C6-1E3018E67539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6" name="pg2121">
                <a:extLst>
                  <a:ext uri="{FF2B5EF4-FFF2-40B4-BE49-F238E27FC236}">
                    <a16:creationId xmlns:a16="http://schemas.microsoft.com/office/drawing/2014/main" id="{107AF203-2F3A-8923-DD94-802249EAC030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7" name="pg2122">
                <a:extLst>
                  <a:ext uri="{FF2B5EF4-FFF2-40B4-BE49-F238E27FC236}">
                    <a16:creationId xmlns:a16="http://schemas.microsoft.com/office/drawing/2014/main" id="{D509B1A8-F047-E9F5-103D-F0AD84704846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8" name="pg2123">
                <a:extLst>
                  <a:ext uri="{FF2B5EF4-FFF2-40B4-BE49-F238E27FC236}">
                    <a16:creationId xmlns:a16="http://schemas.microsoft.com/office/drawing/2014/main" id="{5C2FF7CB-B8AB-2453-A318-62EB88E3B1C5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9" name="pg2124">
                <a:extLst>
                  <a:ext uri="{FF2B5EF4-FFF2-40B4-BE49-F238E27FC236}">
                    <a16:creationId xmlns:a16="http://schemas.microsoft.com/office/drawing/2014/main" id="{6250F590-1B66-3ABB-41E1-05F3CFD064D8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0" name="pg2125">
                <a:extLst>
                  <a:ext uri="{FF2B5EF4-FFF2-40B4-BE49-F238E27FC236}">
                    <a16:creationId xmlns:a16="http://schemas.microsoft.com/office/drawing/2014/main" id="{1DB5DFCF-CE14-7B1F-C2F5-514B8F5D64E8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1" name="pg2126">
                <a:extLst>
                  <a:ext uri="{FF2B5EF4-FFF2-40B4-BE49-F238E27FC236}">
                    <a16:creationId xmlns:a16="http://schemas.microsoft.com/office/drawing/2014/main" id="{0F4CC87E-7EFD-B4BA-896E-0F4FB5C39B7E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2" name="pg2127">
                <a:extLst>
                  <a:ext uri="{FF2B5EF4-FFF2-40B4-BE49-F238E27FC236}">
                    <a16:creationId xmlns:a16="http://schemas.microsoft.com/office/drawing/2014/main" id="{42554D9A-488D-FFFE-E494-95C9177AE780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3" name="pg2128">
                <a:extLst>
                  <a:ext uri="{FF2B5EF4-FFF2-40B4-BE49-F238E27FC236}">
                    <a16:creationId xmlns:a16="http://schemas.microsoft.com/office/drawing/2014/main" id="{19781358-EE01-980D-1AED-8492732DFD48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4" name="pg2129">
                <a:extLst>
                  <a:ext uri="{FF2B5EF4-FFF2-40B4-BE49-F238E27FC236}">
                    <a16:creationId xmlns:a16="http://schemas.microsoft.com/office/drawing/2014/main" id="{07B350FD-5B54-2935-4B4C-948454443F08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5" name="pg2130">
                <a:extLst>
                  <a:ext uri="{FF2B5EF4-FFF2-40B4-BE49-F238E27FC236}">
                    <a16:creationId xmlns:a16="http://schemas.microsoft.com/office/drawing/2014/main" id="{643CFF8E-FF2C-F4EA-E870-76EF636AB90D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6" name="pg2131">
                <a:extLst>
                  <a:ext uri="{FF2B5EF4-FFF2-40B4-BE49-F238E27FC236}">
                    <a16:creationId xmlns:a16="http://schemas.microsoft.com/office/drawing/2014/main" id="{515EDFB2-53E6-C8EA-DB6B-C882DBEE842E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7" name="pg2132">
                <a:extLst>
                  <a:ext uri="{FF2B5EF4-FFF2-40B4-BE49-F238E27FC236}">
                    <a16:creationId xmlns:a16="http://schemas.microsoft.com/office/drawing/2014/main" id="{5DBB9F80-20D5-D480-AD92-8CA194701CB1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8" name="pg2133">
                <a:extLst>
                  <a:ext uri="{FF2B5EF4-FFF2-40B4-BE49-F238E27FC236}">
                    <a16:creationId xmlns:a16="http://schemas.microsoft.com/office/drawing/2014/main" id="{2D51C507-EC7C-989C-27E3-2A7A336BBBEF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9" name="pg2134">
                <a:extLst>
                  <a:ext uri="{FF2B5EF4-FFF2-40B4-BE49-F238E27FC236}">
                    <a16:creationId xmlns:a16="http://schemas.microsoft.com/office/drawing/2014/main" id="{59B1C373-E5A2-2153-B48A-922D167417BC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0" name="pg2135">
                <a:extLst>
                  <a:ext uri="{FF2B5EF4-FFF2-40B4-BE49-F238E27FC236}">
                    <a16:creationId xmlns:a16="http://schemas.microsoft.com/office/drawing/2014/main" id="{2446B12B-13D3-5208-18D2-DC7632FC44F7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1" name="pg2136">
                <a:extLst>
                  <a:ext uri="{FF2B5EF4-FFF2-40B4-BE49-F238E27FC236}">
                    <a16:creationId xmlns:a16="http://schemas.microsoft.com/office/drawing/2014/main" id="{7BDB6A77-B783-603E-F85C-BE3717AA64DC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2" name="pg2137">
                <a:extLst>
                  <a:ext uri="{FF2B5EF4-FFF2-40B4-BE49-F238E27FC236}">
                    <a16:creationId xmlns:a16="http://schemas.microsoft.com/office/drawing/2014/main" id="{2A54C715-82CA-41D9-711C-8BA58518E599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3" name="pg2138">
                <a:extLst>
                  <a:ext uri="{FF2B5EF4-FFF2-40B4-BE49-F238E27FC236}">
                    <a16:creationId xmlns:a16="http://schemas.microsoft.com/office/drawing/2014/main" id="{00279226-DB66-1709-03C6-83591B488FCB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4" name="pg2139">
                <a:extLst>
                  <a:ext uri="{FF2B5EF4-FFF2-40B4-BE49-F238E27FC236}">
                    <a16:creationId xmlns:a16="http://schemas.microsoft.com/office/drawing/2014/main" id="{955B5678-39EA-7E0A-87A2-A5667AE79B5B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5" name="pg2140">
                <a:extLst>
                  <a:ext uri="{FF2B5EF4-FFF2-40B4-BE49-F238E27FC236}">
                    <a16:creationId xmlns:a16="http://schemas.microsoft.com/office/drawing/2014/main" id="{E487458B-6141-4306-9ACA-0EF137ECC774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6" name="pg2141">
                <a:extLst>
                  <a:ext uri="{FF2B5EF4-FFF2-40B4-BE49-F238E27FC236}">
                    <a16:creationId xmlns:a16="http://schemas.microsoft.com/office/drawing/2014/main" id="{DCE1DF68-436D-6B1F-DCC3-84B03866FE36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7" name="pg2142">
                <a:extLst>
                  <a:ext uri="{FF2B5EF4-FFF2-40B4-BE49-F238E27FC236}">
                    <a16:creationId xmlns:a16="http://schemas.microsoft.com/office/drawing/2014/main" id="{9684ADD8-3327-557B-4881-0C6FE965BDB9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8" name="pg2143">
                <a:extLst>
                  <a:ext uri="{FF2B5EF4-FFF2-40B4-BE49-F238E27FC236}">
                    <a16:creationId xmlns:a16="http://schemas.microsoft.com/office/drawing/2014/main" id="{9588FE8A-BF68-F0D5-F4B8-34E24D9214C6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9" name="pg2144">
                <a:extLst>
                  <a:ext uri="{FF2B5EF4-FFF2-40B4-BE49-F238E27FC236}">
                    <a16:creationId xmlns:a16="http://schemas.microsoft.com/office/drawing/2014/main" id="{0BFAF948-EF90-DD3F-0E01-4CB03821F2E0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0" name="pg2145">
                <a:extLst>
                  <a:ext uri="{FF2B5EF4-FFF2-40B4-BE49-F238E27FC236}">
                    <a16:creationId xmlns:a16="http://schemas.microsoft.com/office/drawing/2014/main" id="{D9142B3C-6E89-16BA-6103-E26C3CF24B83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1" name="pg2146">
                <a:extLst>
                  <a:ext uri="{FF2B5EF4-FFF2-40B4-BE49-F238E27FC236}">
                    <a16:creationId xmlns:a16="http://schemas.microsoft.com/office/drawing/2014/main" id="{3563CCE0-1F44-4B78-4081-F49E5B5244B5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2" name="pg2147">
                <a:extLst>
                  <a:ext uri="{FF2B5EF4-FFF2-40B4-BE49-F238E27FC236}">
                    <a16:creationId xmlns:a16="http://schemas.microsoft.com/office/drawing/2014/main" id="{9DD8A31F-AB71-78D0-AD1A-EC543C1667D6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3" name="pg2148">
                <a:extLst>
                  <a:ext uri="{FF2B5EF4-FFF2-40B4-BE49-F238E27FC236}">
                    <a16:creationId xmlns:a16="http://schemas.microsoft.com/office/drawing/2014/main" id="{A889B12D-4654-8795-5BAD-D304EE7B1334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4" name="pg2149">
                <a:extLst>
                  <a:ext uri="{FF2B5EF4-FFF2-40B4-BE49-F238E27FC236}">
                    <a16:creationId xmlns:a16="http://schemas.microsoft.com/office/drawing/2014/main" id="{43425E43-83AE-0590-D6D1-B251189B3C80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5" name="pg2150">
                <a:extLst>
                  <a:ext uri="{FF2B5EF4-FFF2-40B4-BE49-F238E27FC236}">
                    <a16:creationId xmlns:a16="http://schemas.microsoft.com/office/drawing/2014/main" id="{665C6F2C-F90C-CE37-CB72-D954A2BE67B1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6" name="pg2151">
                <a:extLst>
                  <a:ext uri="{FF2B5EF4-FFF2-40B4-BE49-F238E27FC236}">
                    <a16:creationId xmlns:a16="http://schemas.microsoft.com/office/drawing/2014/main" id="{C723996C-ABB1-C2DA-7DD0-3EC644CE65A6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7" name="pg2152">
                <a:extLst>
                  <a:ext uri="{FF2B5EF4-FFF2-40B4-BE49-F238E27FC236}">
                    <a16:creationId xmlns:a16="http://schemas.microsoft.com/office/drawing/2014/main" id="{8A16BDCA-2337-3F62-2FA1-28342586F049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8" name="pg2153">
                <a:extLst>
                  <a:ext uri="{FF2B5EF4-FFF2-40B4-BE49-F238E27FC236}">
                    <a16:creationId xmlns:a16="http://schemas.microsoft.com/office/drawing/2014/main" id="{4CADE7D0-4123-1F7B-17FB-F5EFCF33304E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9" name="pg2154">
                <a:extLst>
                  <a:ext uri="{FF2B5EF4-FFF2-40B4-BE49-F238E27FC236}">
                    <a16:creationId xmlns:a16="http://schemas.microsoft.com/office/drawing/2014/main" id="{97F2A94C-AD4A-E324-6311-6925A28526B8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0" name="pg2155">
                <a:extLst>
                  <a:ext uri="{FF2B5EF4-FFF2-40B4-BE49-F238E27FC236}">
                    <a16:creationId xmlns:a16="http://schemas.microsoft.com/office/drawing/2014/main" id="{D0629E56-867E-BF6C-B09F-518C29F01F67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9BC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1" name="pg2156">
                <a:extLst>
                  <a:ext uri="{FF2B5EF4-FFF2-40B4-BE49-F238E27FC236}">
                    <a16:creationId xmlns:a16="http://schemas.microsoft.com/office/drawing/2014/main" id="{C6624C60-9ABC-5975-F9C8-3543A69F6A77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2" name="pg2157">
                <a:extLst>
                  <a:ext uri="{FF2B5EF4-FFF2-40B4-BE49-F238E27FC236}">
                    <a16:creationId xmlns:a16="http://schemas.microsoft.com/office/drawing/2014/main" id="{8280AFFE-2AED-D2E0-76E7-5CCFB095B073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3" name="pg2158">
                <a:extLst>
                  <a:ext uri="{FF2B5EF4-FFF2-40B4-BE49-F238E27FC236}">
                    <a16:creationId xmlns:a16="http://schemas.microsoft.com/office/drawing/2014/main" id="{BCE2E75B-DC0D-F4FE-C513-24F1BBCE2346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4" name="pg2159">
                <a:extLst>
                  <a:ext uri="{FF2B5EF4-FFF2-40B4-BE49-F238E27FC236}">
                    <a16:creationId xmlns:a16="http://schemas.microsoft.com/office/drawing/2014/main" id="{1EDCA627-076D-4ACA-A309-F5162813FDDC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5" name="pg2160">
                <a:extLst>
                  <a:ext uri="{FF2B5EF4-FFF2-40B4-BE49-F238E27FC236}">
                    <a16:creationId xmlns:a16="http://schemas.microsoft.com/office/drawing/2014/main" id="{6D3C912A-E9F5-407D-CE47-90C055303DD4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6" name="pg2161">
                <a:extLst>
                  <a:ext uri="{FF2B5EF4-FFF2-40B4-BE49-F238E27FC236}">
                    <a16:creationId xmlns:a16="http://schemas.microsoft.com/office/drawing/2014/main" id="{36B2576B-FD18-1F4B-BA2B-CA51C144D49A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7" name="pg2162">
                <a:extLst>
                  <a:ext uri="{FF2B5EF4-FFF2-40B4-BE49-F238E27FC236}">
                    <a16:creationId xmlns:a16="http://schemas.microsoft.com/office/drawing/2014/main" id="{01566295-15F0-B73B-63C4-7217F3BBD3B2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8" name="pg2163">
                <a:extLst>
                  <a:ext uri="{FF2B5EF4-FFF2-40B4-BE49-F238E27FC236}">
                    <a16:creationId xmlns:a16="http://schemas.microsoft.com/office/drawing/2014/main" id="{FD4095B0-D28D-3463-1A93-B8B78AC8A45F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9" name="pg2164">
                <a:extLst>
                  <a:ext uri="{FF2B5EF4-FFF2-40B4-BE49-F238E27FC236}">
                    <a16:creationId xmlns:a16="http://schemas.microsoft.com/office/drawing/2014/main" id="{0FC7B4EC-488C-C493-E184-970E9596E6E8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0" name="pg2165">
                <a:extLst>
                  <a:ext uri="{FF2B5EF4-FFF2-40B4-BE49-F238E27FC236}">
                    <a16:creationId xmlns:a16="http://schemas.microsoft.com/office/drawing/2014/main" id="{ED168628-63C9-0485-187D-249368AD8ED9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1" name="pg2166">
                <a:extLst>
                  <a:ext uri="{FF2B5EF4-FFF2-40B4-BE49-F238E27FC236}">
                    <a16:creationId xmlns:a16="http://schemas.microsoft.com/office/drawing/2014/main" id="{C8DE79A4-3254-100B-CD8F-3D5215A27931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2" name="pg2167">
                <a:extLst>
                  <a:ext uri="{FF2B5EF4-FFF2-40B4-BE49-F238E27FC236}">
                    <a16:creationId xmlns:a16="http://schemas.microsoft.com/office/drawing/2014/main" id="{52098819-BC1B-1376-9C64-092418E4A69E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3" name="pg2168">
                <a:extLst>
                  <a:ext uri="{FF2B5EF4-FFF2-40B4-BE49-F238E27FC236}">
                    <a16:creationId xmlns:a16="http://schemas.microsoft.com/office/drawing/2014/main" id="{BD5E42E6-7AE1-E73E-E22B-D13EF58B8387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4" name="pg2169">
                <a:extLst>
                  <a:ext uri="{FF2B5EF4-FFF2-40B4-BE49-F238E27FC236}">
                    <a16:creationId xmlns:a16="http://schemas.microsoft.com/office/drawing/2014/main" id="{5E43DD13-BD34-8DFA-E3D0-DF05E85574F3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5" name="pg2170">
                <a:extLst>
                  <a:ext uri="{FF2B5EF4-FFF2-40B4-BE49-F238E27FC236}">
                    <a16:creationId xmlns:a16="http://schemas.microsoft.com/office/drawing/2014/main" id="{AE7F60D3-2C0B-B7AD-3FFE-B51B4E4349AF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6" name="pg2171">
                <a:extLst>
                  <a:ext uri="{FF2B5EF4-FFF2-40B4-BE49-F238E27FC236}">
                    <a16:creationId xmlns:a16="http://schemas.microsoft.com/office/drawing/2014/main" id="{F543E605-0A7F-1C6C-F313-0BB55AD8C59D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7" name="pg2172">
                <a:extLst>
                  <a:ext uri="{FF2B5EF4-FFF2-40B4-BE49-F238E27FC236}">
                    <a16:creationId xmlns:a16="http://schemas.microsoft.com/office/drawing/2014/main" id="{6E70D93F-A9B0-FD82-BAB3-73DA0BF963FA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8" name="pg2173">
                <a:extLst>
                  <a:ext uri="{FF2B5EF4-FFF2-40B4-BE49-F238E27FC236}">
                    <a16:creationId xmlns:a16="http://schemas.microsoft.com/office/drawing/2014/main" id="{24122732-A91F-B823-8442-A483DAC14D1C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9" name="pg2174">
                <a:extLst>
                  <a:ext uri="{FF2B5EF4-FFF2-40B4-BE49-F238E27FC236}">
                    <a16:creationId xmlns:a16="http://schemas.microsoft.com/office/drawing/2014/main" id="{3657BF79-9900-3DFF-8D1C-A11023F36C69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0" name="pg2175">
                <a:extLst>
                  <a:ext uri="{FF2B5EF4-FFF2-40B4-BE49-F238E27FC236}">
                    <a16:creationId xmlns:a16="http://schemas.microsoft.com/office/drawing/2014/main" id="{DCD62F04-0917-3A9F-D194-CFACCFA304E6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1" name="pg2176">
                <a:extLst>
                  <a:ext uri="{FF2B5EF4-FFF2-40B4-BE49-F238E27FC236}">
                    <a16:creationId xmlns:a16="http://schemas.microsoft.com/office/drawing/2014/main" id="{FA07A4F0-048A-B753-8375-EEEC64EBE802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2" name="pg2177">
                <a:extLst>
                  <a:ext uri="{FF2B5EF4-FFF2-40B4-BE49-F238E27FC236}">
                    <a16:creationId xmlns:a16="http://schemas.microsoft.com/office/drawing/2014/main" id="{3D279E77-0504-6AE4-3EE9-8E4552142D12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3" name="pg2178">
                <a:extLst>
                  <a:ext uri="{FF2B5EF4-FFF2-40B4-BE49-F238E27FC236}">
                    <a16:creationId xmlns:a16="http://schemas.microsoft.com/office/drawing/2014/main" id="{700873E3-DFCD-AE8D-6761-CC5EF023D0DE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4" name="pg2179">
                <a:extLst>
                  <a:ext uri="{FF2B5EF4-FFF2-40B4-BE49-F238E27FC236}">
                    <a16:creationId xmlns:a16="http://schemas.microsoft.com/office/drawing/2014/main" id="{F4C9252D-F374-70F6-C95E-93397BC63974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5" name="pg2180">
                <a:extLst>
                  <a:ext uri="{FF2B5EF4-FFF2-40B4-BE49-F238E27FC236}">
                    <a16:creationId xmlns:a16="http://schemas.microsoft.com/office/drawing/2014/main" id="{99637E1D-C29A-5B3C-3BAA-7E41F52FA3D5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6" name="pg2181">
                <a:extLst>
                  <a:ext uri="{FF2B5EF4-FFF2-40B4-BE49-F238E27FC236}">
                    <a16:creationId xmlns:a16="http://schemas.microsoft.com/office/drawing/2014/main" id="{C85580EF-BFC6-8A25-C3BC-4879B492FA0D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C">
                  <a:alpha val="100000"/>
                </a:srgbClr>
              </a:solidFill>
              <a:ln w="5420" cap="flat">
                <a:solidFill>
                  <a:srgbClr val="87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7" name="pg2182">
                <a:extLst>
                  <a:ext uri="{FF2B5EF4-FFF2-40B4-BE49-F238E27FC236}">
                    <a16:creationId xmlns:a16="http://schemas.microsoft.com/office/drawing/2014/main" id="{CD931944-19F1-25D7-BBFA-99869A0C6D1C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8" name="pg2183">
                <a:extLst>
                  <a:ext uri="{FF2B5EF4-FFF2-40B4-BE49-F238E27FC236}">
                    <a16:creationId xmlns:a16="http://schemas.microsoft.com/office/drawing/2014/main" id="{66F8561A-9527-BC40-1034-F9BFF437E0CD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9" name="pg2184">
                <a:extLst>
                  <a:ext uri="{FF2B5EF4-FFF2-40B4-BE49-F238E27FC236}">
                    <a16:creationId xmlns:a16="http://schemas.microsoft.com/office/drawing/2014/main" id="{F182F047-9A66-D076-A72B-BB06202CE683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0" name="pg2185">
                <a:extLst>
                  <a:ext uri="{FF2B5EF4-FFF2-40B4-BE49-F238E27FC236}">
                    <a16:creationId xmlns:a16="http://schemas.microsoft.com/office/drawing/2014/main" id="{4894E8F2-1D26-F7B6-C8D8-FB9769A24150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1" name="pg2186">
                <a:extLst>
                  <a:ext uri="{FF2B5EF4-FFF2-40B4-BE49-F238E27FC236}">
                    <a16:creationId xmlns:a16="http://schemas.microsoft.com/office/drawing/2014/main" id="{A519F282-4329-12E6-1FD5-E7692D15AB1C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2" name="pg2187">
                <a:extLst>
                  <a:ext uri="{FF2B5EF4-FFF2-40B4-BE49-F238E27FC236}">
                    <a16:creationId xmlns:a16="http://schemas.microsoft.com/office/drawing/2014/main" id="{0916FCFF-5B37-C9C0-F619-350F4090B9DD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3" name="pg2188">
                <a:extLst>
                  <a:ext uri="{FF2B5EF4-FFF2-40B4-BE49-F238E27FC236}">
                    <a16:creationId xmlns:a16="http://schemas.microsoft.com/office/drawing/2014/main" id="{730B6948-4C92-0B67-1F9D-62671FCC5E45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4" name="pg2189">
                <a:extLst>
                  <a:ext uri="{FF2B5EF4-FFF2-40B4-BE49-F238E27FC236}">
                    <a16:creationId xmlns:a16="http://schemas.microsoft.com/office/drawing/2014/main" id="{87DE9A6E-0E7E-C494-16E7-4F48698B9C25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5" name="pg2190">
                <a:extLst>
                  <a:ext uri="{FF2B5EF4-FFF2-40B4-BE49-F238E27FC236}">
                    <a16:creationId xmlns:a16="http://schemas.microsoft.com/office/drawing/2014/main" id="{C0D9F9A6-1B69-8C6F-95F7-A61C98167EEE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6" name="pg2191">
                <a:extLst>
                  <a:ext uri="{FF2B5EF4-FFF2-40B4-BE49-F238E27FC236}">
                    <a16:creationId xmlns:a16="http://schemas.microsoft.com/office/drawing/2014/main" id="{D3CE2371-6EDF-B7A2-AD78-15218671E40C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7" name="pg2192">
                <a:extLst>
                  <a:ext uri="{FF2B5EF4-FFF2-40B4-BE49-F238E27FC236}">
                    <a16:creationId xmlns:a16="http://schemas.microsoft.com/office/drawing/2014/main" id="{0E6BA097-391A-210E-060D-ED432BCE2A7A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8" name="pg2193">
                <a:extLst>
                  <a:ext uri="{FF2B5EF4-FFF2-40B4-BE49-F238E27FC236}">
                    <a16:creationId xmlns:a16="http://schemas.microsoft.com/office/drawing/2014/main" id="{19967746-AEAE-1B78-D4D9-97D739642871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9" name="pg2194">
                <a:extLst>
                  <a:ext uri="{FF2B5EF4-FFF2-40B4-BE49-F238E27FC236}">
                    <a16:creationId xmlns:a16="http://schemas.microsoft.com/office/drawing/2014/main" id="{C693691D-43D9-D27D-7DDD-16771710D042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0" name="pg2195">
                <a:extLst>
                  <a:ext uri="{FF2B5EF4-FFF2-40B4-BE49-F238E27FC236}">
                    <a16:creationId xmlns:a16="http://schemas.microsoft.com/office/drawing/2014/main" id="{D412ED35-06F9-EC26-C7AE-0776AAF36B11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1" name="pg2196">
                <a:extLst>
                  <a:ext uri="{FF2B5EF4-FFF2-40B4-BE49-F238E27FC236}">
                    <a16:creationId xmlns:a16="http://schemas.microsoft.com/office/drawing/2014/main" id="{873666AD-9339-4F9D-58F9-1DAF0641C039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2" name="pg2197">
                <a:extLst>
                  <a:ext uri="{FF2B5EF4-FFF2-40B4-BE49-F238E27FC236}">
                    <a16:creationId xmlns:a16="http://schemas.microsoft.com/office/drawing/2014/main" id="{E11ACCEA-F7FD-CC6D-8E51-F08D76F1C0CA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3" name="pg2198">
                <a:extLst>
                  <a:ext uri="{FF2B5EF4-FFF2-40B4-BE49-F238E27FC236}">
                    <a16:creationId xmlns:a16="http://schemas.microsoft.com/office/drawing/2014/main" id="{72B3A90C-9517-DD82-72D0-A6A294A340C0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4" name="pg2199">
                <a:extLst>
                  <a:ext uri="{FF2B5EF4-FFF2-40B4-BE49-F238E27FC236}">
                    <a16:creationId xmlns:a16="http://schemas.microsoft.com/office/drawing/2014/main" id="{D504CE53-5696-2EB1-52AD-4005E897F750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5" name="pg2200">
                <a:extLst>
                  <a:ext uri="{FF2B5EF4-FFF2-40B4-BE49-F238E27FC236}">
                    <a16:creationId xmlns:a16="http://schemas.microsoft.com/office/drawing/2014/main" id="{A6C96802-EEB1-5769-9A65-F96540C6C81D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6" name="pg2201">
                <a:extLst>
                  <a:ext uri="{FF2B5EF4-FFF2-40B4-BE49-F238E27FC236}">
                    <a16:creationId xmlns:a16="http://schemas.microsoft.com/office/drawing/2014/main" id="{FC08DD09-1AEC-1BA1-4D4C-33EDA233F25D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7" name="pg2202">
                <a:extLst>
                  <a:ext uri="{FF2B5EF4-FFF2-40B4-BE49-F238E27FC236}">
                    <a16:creationId xmlns:a16="http://schemas.microsoft.com/office/drawing/2014/main" id="{FB993390-AFF5-C93F-07FA-A6E77A3CEE72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8" name="pg2203">
                <a:extLst>
                  <a:ext uri="{FF2B5EF4-FFF2-40B4-BE49-F238E27FC236}">
                    <a16:creationId xmlns:a16="http://schemas.microsoft.com/office/drawing/2014/main" id="{468EDB59-1CF1-4045-0286-49CA9DD5DA87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9" name="pg2204">
                <a:extLst>
                  <a:ext uri="{FF2B5EF4-FFF2-40B4-BE49-F238E27FC236}">
                    <a16:creationId xmlns:a16="http://schemas.microsoft.com/office/drawing/2014/main" id="{E82644B0-BD12-2675-86FE-137C9A395D0B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0" name="pg2205">
                <a:extLst>
                  <a:ext uri="{FF2B5EF4-FFF2-40B4-BE49-F238E27FC236}">
                    <a16:creationId xmlns:a16="http://schemas.microsoft.com/office/drawing/2014/main" id="{66AD1BBA-DD8A-959D-1E33-14FD717E55C9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1" name="pg2206">
                <a:extLst>
                  <a:ext uri="{FF2B5EF4-FFF2-40B4-BE49-F238E27FC236}">
                    <a16:creationId xmlns:a16="http://schemas.microsoft.com/office/drawing/2014/main" id="{924A24E5-FD52-2F7B-7612-4E400C2EBBB3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2" name="pg2207">
                <a:extLst>
                  <a:ext uri="{FF2B5EF4-FFF2-40B4-BE49-F238E27FC236}">
                    <a16:creationId xmlns:a16="http://schemas.microsoft.com/office/drawing/2014/main" id="{14A93EC7-1BA1-1852-40D6-F9487213297D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3" name="pg2208">
                <a:extLst>
                  <a:ext uri="{FF2B5EF4-FFF2-40B4-BE49-F238E27FC236}">
                    <a16:creationId xmlns:a16="http://schemas.microsoft.com/office/drawing/2014/main" id="{2899F045-A39F-2B98-1F52-F4F2DE6191B3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4" name="pg2209">
                <a:extLst>
                  <a:ext uri="{FF2B5EF4-FFF2-40B4-BE49-F238E27FC236}">
                    <a16:creationId xmlns:a16="http://schemas.microsoft.com/office/drawing/2014/main" id="{54A16CF5-DEEF-4EA4-90EC-89B89AC74772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5" name="pg2210">
                <a:extLst>
                  <a:ext uri="{FF2B5EF4-FFF2-40B4-BE49-F238E27FC236}">
                    <a16:creationId xmlns:a16="http://schemas.microsoft.com/office/drawing/2014/main" id="{4522C69B-12DE-1BC2-A608-1F8797FE0620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6" name="pg2211">
                <a:extLst>
                  <a:ext uri="{FF2B5EF4-FFF2-40B4-BE49-F238E27FC236}">
                    <a16:creationId xmlns:a16="http://schemas.microsoft.com/office/drawing/2014/main" id="{F4A8438C-C248-D00E-5E22-98AC15A326DE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7" name="pg2212">
                <a:extLst>
                  <a:ext uri="{FF2B5EF4-FFF2-40B4-BE49-F238E27FC236}">
                    <a16:creationId xmlns:a16="http://schemas.microsoft.com/office/drawing/2014/main" id="{CEC32E38-418C-EAB9-5FC1-422A5B0EA62D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8" name="pg2213">
                <a:extLst>
                  <a:ext uri="{FF2B5EF4-FFF2-40B4-BE49-F238E27FC236}">
                    <a16:creationId xmlns:a16="http://schemas.microsoft.com/office/drawing/2014/main" id="{7FF9C255-1D46-B641-C3B8-1FB775A44760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9" name="pg2214">
                <a:extLst>
                  <a:ext uri="{FF2B5EF4-FFF2-40B4-BE49-F238E27FC236}">
                    <a16:creationId xmlns:a16="http://schemas.microsoft.com/office/drawing/2014/main" id="{DB1C3360-9431-40A5-4B25-B680E0C3521E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0" name="pg2215">
                <a:extLst>
                  <a:ext uri="{FF2B5EF4-FFF2-40B4-BE49-F238E27FC236}">
                    <a16:creationId xmlns:a16="http://schemas.microsoft.com/office/drawing/2014/main" id="{FB350FE3-68DB-37B1-7CD9-14064ED3C513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1" name="pg2216">
                <a:extLst>
                  <a:ext uri="{FF2B5EF4-FFF2-40B4-BE49-F238E27FC236}">
                    <a16:creationId xmlns:a16="http://schemas.microsoft.com/office/drawing/2014/main" id="{47CE391F-346B-82F8-53A8-4C16B71BB76A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2" name="pg2217">
                <a:extLst>
                  <a:ext uri="{FF2B5EF4-FFF2-40B4-BE49-F238E27FC236}">
                    <a16:creationId xmlns:a16="http://schemas.microsoft.com/office/drawing/2014/main" id="{1CEA9180-6482-5B1F-346B-ABA69A8B04D5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3" name="pg2218">
                <a:extLst>
                  <a:ext uri="{FF2B5EF4-FFF2-40B4-BE49-F238E27FC236}">
                    <a16:creationId xmlns:a16="http://schemas.microsoft.com/office/drawing/2014/main" id="{BE7C86D5-C86A-EEAC-25DE-25536C308498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4" name="pg2219">
                <a:extLst>
                  <a:ext uri="{FF2B5EF4-FFF2-40B4-BE49-F238E27FC236}">
                    <a16:creationId xmlns:a16="http://schemas.microsoft.com/office/drawing/2014/main" id="{D5122282-66E9-355A-EBD6-A8F17D17F591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5" name="pg2220">
                <a:extLst>
                  <a:ext uri="{FF2B5EF4-FFF2-40B4-BE49-F238E27FC236}">
                    <a16:creationId xmlns:a16="http://schemas.microsoft.com/office/drawing/2014/main" id="{A713F223-2E70-13D1-5C58-960F8E26E8EF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6" name="pg2221">
                <a:extLst>
                  <a:ext uri="{FF2B5EF4-FFF2-40B4-BE49-F238E27FC236}">
                    <a16:creationId xmlns:a16="http://schemas.microsoft.com/office/drawing/2014/main" id="{A84E4D83-9C81-8503-525C-F8FFE608349F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7" name="pg2222">
                <a:extLst>
                  <a:ext uri="{FF2B5EF4-FFF2-40B4-BE49-F238E27FC236}">
                    <a16:creationId xmlns:a16="http://schemas.microsoft.com/office/drawing/2014/main" id="{9EC54A56-C376-AE97-334B-758072355FD0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8" name="pg2223">
                <a:extLst>
                  <a:ext uri="{FF2B5EF4-FFF2-40B4-BE49-F238E27FC236}">
                    <a16:creationId xmlns:a16="http://schemas.microsoft.com/office/drawing/2014/main" id="{8B61BDF3-19C2-09A5-BFA4-921047EB6895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9" name="pg2224">
                <a:extLst>
                  <a:ext uri="{FF2B5EF4-FFF2-40B4-BE49-F238E27FC236}">
                    <a16:creationId xmlns:a16="http://schemas.microsoft.com/office/drawing/2014/main" id="{0DF27487-26B6-6438-A7B4-2F6C22D8D679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0" name="pg2225">
                <a:extLst>
                  <a:ext uri="{FF2B5EF4-FFF2-40B4-BE49-F238E27FC236}">
                    <a16:creationId xmlns:a16="http://schemas.microsoft.com/office/drawing/2014/main" id="{DA531156-4C1E-CC2E-431A-9DF7C6EFF542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1" name="pg2226">
                <a:extLst>
                  <a:ext uri="{FF2B5EF4-FFF2-40B4-BE49-F238E27FC236}">
                    <a16:creationId xmlns:a16="http://schemas.microsoft.com/office/drawing/2014/main" id="{FFDA3ECC-3165-E8FA-14F1-2F41843F5393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2" name="pg2227">
                <a:extLst>
                  <a:ext uri="{FF2B5EF4-FFF2-40B4-BE49-F238E27FC236}">
                    <a16:creationId xmlns:a16="http://schemas.microsoft.com/office/drawing/2014/main" id="{608661D2-6376-52E8-35DA-8FAB5FBA5EB6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3" name="pg2228">
                <a:extLst>
                  <a:ext uri="{FF2B5EF4-FFF2-40B4-BE49-F238E27FC236}">
                    <a16:creationId xmlns:a16="http://schemas.microsoft.com/office/drawing/2014/main" id="{95C75F4C-5837-145A-2194-D650D78FCF5A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4" name="pg2229">
                <a:extLst>
                  <a:ext uri="{FF2B5EF4-FFF2-40B4-BE49-F238E27FC236}">
                    <a16:creationId xmlns:a16="http://schemas.microsoft.com/office/drawing/2014/main" id="{20E577A4-B0FA-6BF4-706F-9BE535997B36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5" name="pg2230">
                <a:extLst>
                  <a:ext uri="{FF2B5EF4-FFF2-40B4-BE49-F238E27FC236}">
                    <a16:creationId xmlns:a16="http://schemas.microsoft.com/office/drawing/2014/main" id="{E01D56D7-1350-158B-05F7-C6A47156D5FC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6" name="pg2231">
                <a:extLst>
                  <a:ext uri="{FF2B5EF4-FFF2-40B4-BE49-F238E27FC236}">
                    <a16:creationId xmlns:a16="http://schemas.microsoft.com/office/drawing/2014/main" id="{5C8F8040-7256-DC85-B166-FF8E437ED7DB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7" name="pg2232">
                <a:extLst>
                  <a:ext uri="{FF2B5EF4-FFF2-40B4-BE49-F238E27FC236}">
                    <a16:creationId xmlns:a16="http://schemas.microsoft.com/office/drawing/2014/main" id="{3A3E6F5C-E991-2A1B-65A2-F2617666AA3B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8" name="pg2233">
                <a:extLst>
                  <a:ext uri="{FF2B5EF4-FFF2-40B4-BE49-F238E27FC236}">
                    <a16:creationId xmlns:a16="http://schemas.microsoft.com/office/drawing/2014/main" id="{0D84BE4D-A77E-5D5F-AA42-764BB25F1CFA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9" name="pg2234">
                <a:extLst>
                  <a:ext uri="{FF2B5EF4-FFF2-40B4-BE49-F238E27FC236}">
                    <a16:creationId xmlns:a16="http://schemas.microsoft.com/office/drawing/2014/main" id="{3F10671E-CF7C-C283-8108-2BE5565A7997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0" name="pg2235">
                <a:extLst>
                  <a:ext uri="{FF2B5EF4-FFF2-40B4-BE49-F238E27FC236}">
                    <a16:creationId xmlns:a16="http://schemas.microsoft.com/office/drawing/2014/main" id="{4C00369A-5F24-00F0-2D6C-9E924B8A3BA2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1" name="pg2236">
                <a:extLst>
                  <a:ext uri="{FF2B5EF4-FFF2-40B4-BE49-F238E27FC236}">
                    <a16:creationId xmlns:a16="http://schemas.microsoft.com/office/drawing/2014/main" id="{34857900-883F-C48E-A255-059DB0C8E9F4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2" name="pg2237">
                <a:extLst>
                  <a:ext uri="{FF2B5EF4-FFF2-40B4-BE49-F238E27FC236}">
                    <a16:creationId xmlns:a16="http://schemas.microsoft.com/office/drawing/2014/main" id="{696262A5-8928-EE73-345D-C8E68557413D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3" name="pg2238">
                <a:extLst>
                  <a:ext uri="{FF2B5EF4-FFF2-40B4-BE49-F238E27FC236}">
                    <a16:creationId xmlns:a16="http://schemas.microsoft.com/office/drawing/2014/main" id="{6910BDFB-56E0-767E-A83B-0460C0794765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4" name="pg2239">
                <a:extLst>
                  <a:ext uri="{FF2B5EF4-FFF2-40B4-BE49-F238E27FC236}">
                    <a16:creationId xmlns:a16="http://schemas.microsoft.com/office/drawing/2014/main" id="{5A9B27AC-EDE2-4D2A-3F5A-98715E4136B2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5" name="pg2240">
                <a:extLst>
                  <a:ext uri="{FF2B5EF4-FFF2-40B4-BE49-F238E27FC236}">
                    <a16:creationId xmlns:a16="http://schemas.microsoft.com/office/drawing/2014/main" id="{AE43B9F2-813A-458E-CBE3-1DEDD7A47E01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6" name="pg2241">
                <a:extLst>
                  <a:ext uri="{FF2B5EF4-FFF2-40B4-BE49-F238E27FC236}">
                    <a16:creationId xmlns:a16="http://schemas.microsoft.com/office/drawing/2014/main" id="{4CF7E15F-6338-A769-8727-4C186C9A0233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7" name="pg2242">
                <a:extLst>
                  <a:ext uri="{FF2B5EF4-FFF2-40B4-BE49-F238E27FC236}">
                    <a16:creationId xmlns:a16="http://schemas.microsoft.com/office/drawing/2014/main" id="{B03385CE-6F32-0A2B-95E0-542C3540A299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8" name="pg2243">
                <a:extLst>
                  <a:ext uri="{FF2B5EF4-FFF2-40B4-BE49-F238E27FC236}">
                    <a16:creationId xmlns:a16="http://schemas.microsoft.com/office/drawing/2014/main" id="{BB07C95C-F990-E442-9137-A922250E68EC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9" name="pg2244">
                <a:extLst>
                  <a:ext uri="{FF2B5EF4-FFF2-40B4-BE49-F238E27FC236}">
                    <a16:creationId xmlns:a16="http://schemas.microsoft.com/office/drawing/2014/main" id="{B83F7E7E-FF10-D88C-D83F-CEBEB362FF2D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0" name="pg2245">
                <a:extLst>
                  <a:ext uri="{FF2B5EF4-FFF2-40B4-BE49-F238E27FC236}">
                    <a16:creationId xmlns:a16="http://schemas.microsoft.com/office/drawing/2014/main" id="{A4E1C0F3-BD94-CDDF-4E2F-525BDF76B8D7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1" name="pg2246">
                <a:extLst>
                  <a:ext uri="{FF2B5EF4-FFF2-40B4-BE49-F238E27FC236}">
                    <a16:creationId xmlns:a16="http://schemas.microsoft.com/office/drawing/2014/main" id="{F6C758E9-6F6D-9CED-9A60-BE2243FBE84A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2" name="pg2247">
                <a:extLst>
                  <a:ext uri="{FF2B5EF4-FFF2-40B4-BE49-F238E27FC236}">
                    <a16:creationId xmlns:a16="http://schemas.microsoft.com/office/drawing/2014/main" id="{6830B0DD-0E04-53D3-506E-D4F34BA9DFAE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3" name="pg2248">
                <a:extLst>
                  <a:ext uri="{FF2B5EF4-FFF2-40B4-BE49-F238E27FC236}">
                    <a16:creationId xmlns:a16="http://schemas.microsoft.com/office/drawing/2014/main" id="{F505A63F-4980-3641-C045-556ED9739B9A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4" name="pg2249">
                <a:extLst>
                  <a:ext uri="{FF2B5EF4-FFF2-40B4-BE49-F238E27FC236}">
                    <a16:creationId xmlns:a16="http://schemas.microsoft.com/office/drawing/2014/main" id="{584C2CF1-583E-BA08-637F-B8A38ECBC998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5" name="pg2250">
                <a:extLst>
                  <a:ext uri="{FF2B5EF4-FFF2-40B4-BE49-F238E27FC236}">
                    <a16:creationId xmlns:a16="http://schemas.microsoft.com/office/drawing/2014/main" id="{47E4BA7D-FA5A-AB6D-B941-DA87C124DC1F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6" name="pg2251">
                <a:extLst>
                  <a:ext uri="{FF2B5EF4-FFF2-40B4-BE49-F238E27FC236}">
                    <a16:creationId xmlns:a16="http://schemas.microsoft.com/office/drawing/2014/main" id="{E103D09B-7AD7-12C9-AFE8-1AF7E3BF11F0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7" name="pg2252">
                <a:extLst>
                  <a:ext uri="{FF2B5EF4-FFF2-40B4-BE49-F238E27FC236}">
                    <a16:creationId xmlns:a16="http://schemas.microsoft.com/office/drawing/2014/main" id="{07BF5C2F-5166-5DA0-5D9D-22F64CEFBE70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8" name="pg2253">
                <a:extLst>
                  <a:ext uri="{FF2B5EF4-FFF2-40B4-BE49-F238E27FC236}">
                    <a16:creationId xmlns:a16="http://schemas.microsoft.com/office/drawing/2014/main" id="{0F799D48-5696-D5CA-DF97-32F5CEE24B82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9" name="pg2254">
                <a:extLst>
                  <a:ext uri="{FF2B5EF4-FFF2-40B4-BE49-F238E27FC236}">
                    <a16:creationId xmlns:a16="http://schemas.microsoft.com/office/drawing/2014/main" id="{ACD409AB-9D98-361D-6BD9-EA08C10EB0C1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0" name="pg2255">
                <a:extLst>
                  <a:ext uri="{FF2B5EF4-FFF2-40B4-BE49-F238E27FC236}">
                    <a16:creationId xmlns:a16="http://schemas.microsoft.com/office/drawing/2014/main" id="{A1E945FF-7CF5-67E1-988B-E91D48944E39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1" name="pg2256">
                <a:extLst>
                  <a:ext uri="{FF2B5EF4-FFF2-40B4-BE49-F238E27FC236}">
                    <a16:creationId xmlns:a16="http://schemas.microsoft.com/office/drawing/2014/main" id="{0B1C249F-E099-4710-9113-A50220EB8543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2" name="pg2257">
                <a:extLst>
                  <a:ext uri="{FF2B5EF4-FFF2-40B4-BE49-F238E27FC236}">
                    <a16:creationId xmlns:a16="http://schemas.microsoft.com/office/drawing/2014/main" id="{91D4AD14-8BE7-7992-2D2C-43D8D0775E9B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3" name="pg2258">
                <a:extLst>
                  <a:ext uri="{FF2B5EF4-FFF2-40B4-BE49-F238E27FC236}">
                    <a16:creationId xmlns:a16="http://schemas.microsoft.com/office/drawing/2014/main" id="{2982AC03-4398-95B8-8638-E69EB54841A2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4" name="pg2259">
                <a:extLst>
                  <a:ext uri="{FF2B5EF4-FFF2-40B4-BE49-F238E27FC236}">
                    <a16:creationId xmlns:a16="http://schemas.microsoft.com/office/drawing/2014/main" id="{A4F9313A-6247-10AB-3338-23C240735E9A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5" name="pg2260">
                <a:extLst>
                  <a:ext uri="{FF2B5EF4-FFF2-40B4-BE49-F238E27FC236}">
                    <a16:creationId xmlns:a16="http://schemas.microsoft.com/office/drawing/2014/main" id="{540E6FC5-D33B-B4B2-90E6-2D1E7DB857D7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6" name="pg2261">
                <a:extLst>
                  <a:ext uri="{FF2B5EF4-FFF2-40B4-BE49-F238E27FC236}">
                    <a16:creationId xmlns:a16="http://schemas.microsoft.com/office/drawing/2014/main" id="{A3957BBE-EE48-BC8B-A85C-9B01559968A1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7" name="pg2262">
                <a:extLst>
                  <a:ext uri="{FF2B5EF4-FFF2-40B4-BE49-F238E27FC236}">
                    <a16:creationId xmlns:a16="http://schemas.microsoft.com/office/drawing/2014/main" id="{167A094A-BA68-6E24-CA75-6E4A96FCAFB8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8" name="pg2263">
                <a:extLst>
                  <a:ext uri="{FF2B5EF4-FFF2-40B4-BE49-F238E27FC236}">
                    <a16:creationId xmlns:a16="http://schemas.microsoft.com/office/drawing/2014/main" id="{0FA34CC2-D4A2-6422-78EA-B4DF0D0A9257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9" name="pg2264">
                <a:extLst>
                  <a:ext uri="{FF2B5EF4-FFF2-40B4-BE49-F238E27FC236}">
                    <a16:creationId xmlns:a16="http://schemas.microsoft.com/office/drawing/2014/main" id="{A2AA29D7-1F39-4D8D-66DF-09C436CE683A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0" name="pg2265">
                <a:extLst>
                  <a:ext uri="{FF2B5EF4-FFF2-40B4-BE49-F238E27FC236}">
                    <a16:creationId xmlns:a16="http://schemas.microsoft.com/office/drawing/2014/main" id="{A4018AB1-629C-BF99-C6EE-103A9700A5B6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1" name="pg2266">
                <a:extLst>
                  <a:ext uri="{FF2B5EF4-FFF2-40B4-BE49-F238E27FC236}">
                    <a16:creationId xmlns:a16="http://schemas.microsoft.com/office/drawing/2014/main" id="{DBEFB7EF-5ECA-F9C0-21B1-F32A31661F00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2" name="pg2267">
                <a:extLst>
                  <a:ext uri="{FF2B5EF4-FFF2-40B4-BE49-F238E27FC236}">
                    <a16:creationId xmlns:a16="http://schemas.microsoft.com/office/drawing/2014/main" id="{705AFA6B-A2C1-8DF6-E0CB-1FB305B272D6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3" name="pg2268">
                <a:extLst>
                  <a:ext uri="{FF2B5EF4-FFF2-40B4-BE49-F238E27FC236}">
                    <a16:creationId xmlns:a16="http://schemas.microsoft.com/office/drawing/2014/main" id="{32B5B8D5-4EC0-DC36-B182-3AA5D9632606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4" name="pg2269">
                <a:extLst>
                  <a:ext uri="{FF2B5EF4-FFF2-40B4-BE49-F238E27FC236}">
                    <a16:creationId xmlns:a16="http://schemas.microsoft.com/office/drawing/2014/main" id="{9501318A-47C1-0261-0B02-C468228ED7D3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5" name="pg2270">
                <a:extLst>
                  <a:ext uri="{FF2B5EF4-FFF2-40B4-BE49-F238E27FC236}">
                    <a16:creationId xmlns:a16="http://schemas.microsoft.com/office/drawing/2014/main" id="{B04C8C04-8F9A-DC3F-7746-3D30721A53DF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6" name="pg2271">
                <a:extLst>
                  <a:ext uri="{FF2B5EF4-FFF2-40B4-BE49-F238E27FC236}">
                    <a16:creationId xmlns:a16="http://schemas.microsoft.com/office/drawing/2014/main" id="{28B6FC5A-2395-CCD6-621B-9D5C7E4E0BE0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7" name="pg2272">
                <a:extLst>
                  <a:ext uri="{FF2B5EF4-FFF2-40B4-BE49-F238E27FC236}">
                    <a16:creationId xmlns:a16="http://schemas.microsoft.com/office/drawing/2014/main" id="{63048120-718C-43EF-B35C-445758997052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8" name="pg2273">
                <a:extLst>
                  <a:ext uri="{FF2B5EF4-FFF2-40B4-BE49-F238E27FC236}">
                    <a16:creationId xmlns:a16="http://schemas.microsoft.com/office/drawing/2014/main" id="{5F75BDC0-F360-44D0-6EC5-21A998D540EA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9" name="pg2274">
                <a:extLst>
                  <a:ext uri="{FF2B5EF4-FFF2-40B4-BE49-F238E27FC236}">
                    <a16:creationId xmlns:a16="http://schemas.microsoft.com/office/drawing/2014/main" id="{A28A7457-6B67-65C7-9FC5-BE9DFA10815A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0" name="pg2275">
                <a:extLst>
                  <a:ext uri="{FF2B5EF4-FFF2-40B4-BE49-F238E27FC236}">
                    <a16:creationId xmlns:a16="http://schemas.microsoft.com/office/drawing/2014/main" id="{765C4DAC-5F92-75AD-4DD9-0E86982C8FBB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1" name="pg2276">
                <a:extLst>
                  <a:ext uri="{FF2B5EF4-FFF2-40B4-BE49-F238E27FC236}">
                    <a16:creationId xmlns:a16="http://schemas.microsoft.com/office/drawing/2014/main" id="{B57891C3-9C9A-72D2-34D3-927312EE276B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2" name="pg2277">
                <a:extLst>
                  <a:ext uri="{FF2B5EF4-FFF2-40B4-BE49-F238E27FC236}">
                    <a16:creationId xmlns:a16="http://schemas.microsoft.com/office/drawing/2014/main" id="{DE659CA7-427C-F25A-DAAA-52EFEE840D8C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3" name="pg2278">
                <a:extLst>
                  <a:ext uri="{FF2B5EF4-FFF2-40B4-BE49-F238E27FC236}">
                    <a16:creationId xmlns:a16="http://schemas.microsoft.com/office/drawing/2014/main" id="{45FEA297-2A71-B9DE-6CAF-0E461655DB8D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4" name="pg2279">
                <a:extLst>
                  <a:ext uri="{FF2B5EF4-FFF2-40B4-BE49-F238E27FC236}">
                    <a16:creationId xmlns:a16="http://schemas.microsoft.com/office/drawing/2014/main" id="{A8550AA2-1CA4-8A3E-3C11-6C91D5A2EB35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5" name="pg2280">
                <a:extLst>
                  <a:ext uri="{FF2B5EF4-FFF2-40B4-BE49-F238E27FC236}">
                    <a16:creationId xmlns:a16="http://schemas.microsoft.com/office/drawing/2014/main" id="{E5B85E78-7C91-F495-0B18-871CF9DB4EFE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6" name="pg2281">
                <a:extLst>
                  <a:ext uri="{FF2B5EF4-FFF2-40B4-BE49-F238E27FC236}">
                    <a16:creationId xmlns:a16="http://schemas.microsoft.com/office/drawing/2014/main" id="{2279FEE6-43D1-70E4-7CB3-B56F6C46F1A6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7" name="pg2282">
                <a:extLst>
                  <a:ext uri="{FF2B5EF4-FFF2-40B4-BE49-F238E27FC236}">
                    <a16:creationId xmlns:a16="http://schemas.microsoft.com/office/drawing/2014/main" id="{855FAE55-8D51-C3EC-8B1C-748B30CC54B2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8" name="pg2283">
                <a:extLst>
                  <a:ext uri="{FF2B5EF4-FFF2-40B4-BE49-F238E27FC236}">
                    <a16:creationId xmlns:a16="http://schemas.microsoft.com/office/drawing/2014/main" id="{40E5B8F9-46DD-9F9B-EBF7-539D21F07800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9" name="pg2284">
                <a:extLst>
                  <a:ext uri="{FF2B5EF4-FFF2-40B4-BE49-F238E27FC236}">
                    <a16:creationId xmlns:a16="http://schemas.microsoft.com/office/drawing/2014/main" id="{7CF25786-0DCE-0F7E-C430-4C5640743C38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0" name="pg2285">
                <a:extLst>
                  <a:ext uri="{FF2B5EF4-FFF2-40B4-BE49-F238E27FC236}">
                    <a16:creationId xmlns:a16="http://schemas.microsoft.com/office/drawing/2014/main" id="{8E5E9AB9-84E9-714F-84E7-20809522971D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1" name="pg2286">
                <a:extLst>
                  <a:ext uri="{FF2B5EF4-FFF2-40B4-BE49-F238E27FC236}">
                    <a16:creationId xmlns:a16="http://schemas.microsoft.com/office/drawing/2014/main" id="{46EDA30B-ABA8-6787-7237-971167F7467A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2" name="pg2287">
                <a:extLst>
                  <a:ext uri="{FF2B5EF4-FFF2-40B4-BE49-F238E27FC236}">
                    <a16:creationId xmlns:a16="http://schemas.microsoft.com/office/drawing/2014/main" id="{49019605-784B-7D4A-3937-B726D809CB32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3" name="pg2288">
                <a:extLst>
                  <a:ext uri="{FF2B5EF4-FFF2-40B4-BE49-F238E27FC236}">
                    <a16:creationId xmlns:a16="http://schemas.microsoft.com/office/drawing/2014/main" id="{D3232F68-DBF8-8119-91B1-03EF79ED1346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4" name="pg2289">
                <a:extLst>
                  <a:ext uri="{FF2B5EF4-FFF2-40B4-BE49-F238E27FC236}">
                    <a16:creationId xmlns:a16="http://schemas.microsoft.com/office/drawing/2014/main" id="{3D85E58F-9D7F-6C23-D44F-4B73EA150463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5" name="pg2290">
                <a:extLst>
                  <a:ext uri="{FF2B5EF4-FFF2-40B4-BE49-F238E27FC236}">
                    <a16:creationId xmlns:a16="http://schemas.microsoft.com/office/drawing/2014/main" id="{438EF317-7F54-D288-B12E-8A9037261B1D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6" name="pg2291">
                <a:extLst>
                  <a:ext uri="{FF2B5EF4-FFF2-40B4-BE49-F238E27FC236}">
                    <a16:creationId xmlns:a16="http://schemas.microsoft.com/office/drawing/2014/main" id="{8EF6F674-1FD2-0619-B7D5-877CF6B7C354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7" name="pg2292">
                <a:extLst>
                  <a:ext uri="{FF2B5EF4-FFF2-40B4-BE49-F238E27FC236}">
                    <a16:creationId xmlns:a16="http://schemas.microsoft.com/office/drawing/2014/main" id="{813A5A3A-2351-52AB-3045-40FD231DC642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8" name="pg2293">
                <a:extLst>
                  <a:ext uri="{FF2B5EF4-FFF2-40B4-BE49-F238E27FC236}">
                    <a16:creationId xmlns:a16="http://schemas.microsoft.com/office/drawing/2014/main" id="{E8EB2EEE-90B0-1246-A0A2-66A8224BBC9C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9" name="pg2294">
                <a:extLst>
                  <a:ext uri="{FF2B5EF4-FFF2-40B4-BE49-F238E27FC236}">
                    <a16:creationId xmlns:a16="http://schemas.microsoft.com/office/drawing/2014/main" id="{3247680D-48D4-5B83-4839-4D325A151A8A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0" name="pg2295">
                <a:extLst>
                  <a:ext uri="{FF2B5EF4-FFF2-40B4-BE49-F238E27FC236}">
                    <a16:creationId xmlns:a16="http://schemas.microsoft.com/office/drawing/2014/main" id="{3210CD39-6614-4651-03E3-56DA9097D212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1" name="pg2296">
                <a:extLst>
                  <a:ext uri="{FF2B5EF4-FFF2-40B4-BE49-F238E27FC236}">
                    <a16:creationId xmlns:a16="http://schemas.microsoft.com/office/drawing/2014/main" id="{7A6A7216-FB12-DDD2-C2A6-F6272E8D9755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2" name="pg2297">
                <a:extLst>
                  <a:ext uri="{FF2B5EF4-FFF2-40B4-BE49-F238E27FC236}">
                    <a16:creationId xmlns:a16="http://schemas.microsoft.com/office/drawing/2014/main" id="{F4DFBF8F-94BA-A307-5B3C-AD136B5871C2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3" name="pg2298">
                <a:extLst>
                  <a:ext uri="{FF2B5EF4-FFF2-40B4-BE49-F238E27FC236}">
                    <a16:creationId xmlns:a16="http://schemas.microsoft.com/office/drawing/2014/main" id="{B17FB031-7785-5B01-3BAE-38B03BFEC825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4" name="pg2299">
                <a:extLst>
                  <a:ext uri="{FF2B5EF4-FFF2-40B4-BE49-F238E27FC236}">
                    <a16:creationId xmlns:a16="http://schemas.microsoft.com/office/drawing/2014/main" id="{AA928E07-8A55-A829-8E45-7D4ECFACAF5D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5" name="pg2300">
                <a:extLst>
                  <a:ext uri="{FF2B5EF4-FFF2-40B4-BE49-F238E27FC236}">
                    <a16:creationId xmlns:a16="http://schemas.microsoft.com/office/drawing/2014/main" id="{6D1A2CB8-B1C4-39CB-FE72-B319D774757C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6" name="pg2301">
                <a:extLst>
                  <a:ext uri="{FF2B5EF4-FFF2-40B4-BE49-F238E27FC236}">
                    <a16:creationId xmlns:a16="http://schemas.microsoft.com/office/drawing/2014/main" id="{A21CDAB2-A25F-CBA3-DCCA-3D061EC7D929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1AF">
                  <a:alpha val="100000"/>
                </a:srgbClr>
              </a:solidFill>
              <a:ln w="5420" cap="flat">
                <a:solidFill>
                  <a:srgbClr val="69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7" name="pg2302">
                <a:extLst>
                  <a:ext uri="{FF2B5EF4-FFF2-40B4-BE49-F238E27FC236}">
                    <a16:creationId xmlns:a16="http://schemas.microsoft.com/office/drawing/2014/main" id="{6DA7AF7F-7F18-5601-B0FE-427DADEDFA10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8" name="pg2303">
                <a:extLst>
                  <a:ext uri="{FF2B5EF4-FFF2-40B4-BE49-F238E27FC236}">
                    <a16:creationId xmlns:a16="http://schemas.microsoft.com/office/drawing/2014/main" id="{3F0C4FD8-FD08-1596-E3B9-D56275181846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9" name="pg2304">
                <a:extLst>
                  <a:ext uri="{FF2B5EF4-FFF2-40B4-BE49-F238E27FC236}">
                    <a16:creationId xmlns:a16="http://schemas.microsoft.com/office/drawing/2014/main" id="{4E9053A3-8E47-109B-4E33-3119E5B87DBC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0" name="pg2305">
                <a:extLst>
                  <a:ext uri="{FF2B5EF4-FFF2-40B4-BE49-F238E27FC236}">
                    <a16:creationId xmlns:a16="http://schemas.microsoft.com/office/drawing/2014/main" id="{11F057E9-19EB-BF59-C112-F58CB505538C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1" name="pg2306">
                <a:extLst>
                  <a:ext uri="{FF2B5EF4-FFF2-40B4-BE49-F238E27FC236}">
                    <a16:creationId xmlns:a16="http://schemas.microsoft.com/office/drawing/2014/main" id="{55530D25-6273-BF7A-8EB6-FECD042DA158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2" name="pg2307">
                <a:extLst>
                  <a:ext uri="{FF2B5EF4-FFF2-40B4-BE49-F238E27FC236}">
                    <a16:creationId xmlns:a16="http://schemas.microsoft.com/office/drawing/2014/main" id="{BBA97A25-C266-C2F2-325B-34C796195B6B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3" name="pg2308">
                <a:extLst>
                  <a:ext uri="{FF2B5EF4-FFF2-40B4-BE49-F238E27FC236}">
                    <a16:creationId xmlns:a16="http://schemas.microsoft.com/office/drawing/2014/main" id="{A18C0E28-2982-52A2-BDDA-498137A90EE4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4" name="pg2309">
                <a:extLst>
                  <a:ext uri="{FF2B5EF4-FFF2-40B4-BE49-F238E27FC236}">
                    <a16:creationId xmlns:a16="http://schemas.microsoft.com/office/drawing/2014/main" id="{7918600D-2822-7560-702A-B6FAFC77ABF5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5" name="pg2310">
                <a:extLst>
                  <a:ext uri="{FF2B5EF4-FFF2-40B4-BE49-F238E27FC236}">
                    <a16:creationId xmlns:a16="http://schemas.microsoft.com/office/drawing/2014/main" id="{F5F1DFB1-8DA1-E439-BFD1-1BEC6BD444F5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6" name="pg2311">
                <a:extLst>
                  <a:ext uri="{FF2B5EF4-FFF2-40B4-BE49-F238E27FC236}">
                    <a16:creationId xmlns:a16="http://schemas.microsoft.com/office/drawing/2014/main" id="{3F76335A-E51B-E2F9-3D7F-093471B0DF2F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7" name="pg2312">
                <a:extLst>
                  <a:ext uri="{FF2B5EF4-FFF2-40B4-BE49-F238E27FC236}">
                    <a16:creationId xmlns:a16="http://schemas.microsoft.com/office/drawing/2014/main" id="{1CCDE430-0C5D-2DF5-C392-FFE0DE13E776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8" name="pg2313">
                <a:extLst>
                  <a:ext uri="{FF2B5EF4-FFF2-40B4-BE49-F238E27FC236}">
                    <a16:creationId xmlns:a16="http://schemas.microsoft.com/office/drawing/2014/main" id="{76160828-1C6C-4B18-CCFD-991D1C8F857D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9" name="pg2314">
                <a:extLst>
                  <a:ext uri="{FF2B5EF4-FFF2-40B4-BE49-F238E27FC236}">
                    <a16:creationId xmlns:a16="http://schemas.microsoft.com/office/drawing/2014/main" id="{4C7E50C7-1D62-4CFE-E301-294A34455588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0" name="pg2315">
                <a:extLst>
                  <a:ext uri="{FF2B5EF4-FFF2-40B4-BE49-F238E27FC236}">
                    <a16:creationId xmlns:a16="http://schemas.microsoft.com/office/drawing/2014/main" id="{5EDC13E0-9758-D086-4974-A8CF7B06005B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1" name="pg2316">
                <a:extLst>
                  <a:ext uri="{FF2B5EF4-FFF2-40B4-BE49-F238E27FC236}">
                    <a16:creationId xmlns:a16="http://schemas.microsoft.com/office/drawing/2014/main" id="{996CC0DC-9D3E-C0CB-8ABC-0F956C579F78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2" name="pg2317">
                <a:extLst>
                  <a:ext uri="{FF2B5EF4-FFF2-40B4-BE49-F238E27FC236}">
                    <a16:creationId xmlns:a16="http://schemas.microsoft.com/office/drawing/2014/main" id="{804C5DF3-C502-43A5-12C4-967A3E983F3D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3" name="pg2318">
                <a:extLst>
                  <a:ext uri="{FF2B5EF4-FFF2-40B4-BE49-F238E27FC236}">
                    <a16:creationId xmlns:a16="http://schemas.microsoft.com/office/drawing/2014/main" id="{0A154393-4882-DD16-6B8E-A36B412DF36A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4" name="pg2319">
                <a:extLst>
                  <a:ext uri="{FF2B5EF4-FFF2-40B4-BE49-F238E27FC236}">
                    <a16:creationId xmlns:a16="http://schemas.microsoft.com/office/drawing/2014/main" id="{386DAC45-83A5-5B09-B41B-50D36A1B2717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5" name="pg2320">
                <a:extLst>
                  <a:ext uri="{FF2B5EF4-FFF2-40B4-BE49-F238E27FC236}">
                    <a16:creationId xmlns:a16="http://schemas.microsoft.com/office/drawing/2014/main" id="{1815F905-A467-ADDB-6D48-60502068E8A6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6" name="pg2321">
                <a:extLst>
                  <a:ext uri="{FF2B5EF4-FFF2-40B4-BE49-F238E27FC236}">
                    <a16:creationId xmlns:a16="http://schemas.microsoft.com/office/drawing/2014/main" id="{7890A38E-DCFF-CE2D-1868-999642F3FC79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7" name="pg2322">
                <a:extLst>
                  <a:ext uri="{FF2B5EF4-FFF2-40B4-BE49-F238E27FC236}">
                    <a16:creationId xmlns:a16="http://schemas.microsoft.com/office/drawing/2014/main" id="{ED9FAAEE-1058-A325-6A6D-A39B3F0A9D21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8" name="pg2323">
                <a:extLst>
                  <a:ext uri="{FF2B5EF4-FFF2-40B4-BE49-F238E27FC236}">
                    <a16:creationId xmlns:a16="http://schemas.microsoft.com/office/drawing/2014/main" id="{FBE2E88C-509F-0F51-2955-71D702CE330B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9" name="pg2324">
                <a:extLst>
                  <a:ext uri="{FF2B5EF4-FFF2-40B4-BE49-F238E27FC236}">
                    <a16:creationId xmlns:a16="http://schemas.microsoft.com/office/drawing/2014/main" id="{E44435C2-A673-4EA7-9BF6-8DAB19B57B25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0" name="pg2325">
                <a:extLst>
                  <a:ext uri="{FF2B5EF4-FFF2-40B4-BE49-F238E27FC236}">
                    <a16:creationId xmlns:a16="http://schemas.microsoft.com/office/drawing/2014/main" id="{091089B5-08F3-21E7-7F82-E956F5D8D1AE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1" name="pg2326">
                <a:extLst>
                  <a:ext uri="{FF2B5EF4-FFF2-40B4-BE49-F238E27FC236}">
                    <a16:creationId xmlns:a16="http://schemas.microsoft.com/office/drawing/2014/main" id="{20183B24-6B42-9F58-A995-7A5452C6C711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2" name="pg2327">
                <a:extLst>
                  <a:ext uri="{FF2B5EF4-FFF2-40B4-BE49-F238E27FC236}">
                    <a16:creationId xmlns:a16="http://schemas.microsoft.com/office/drawing/2014/main" id="{89538E0A-114D-0C84-B7A1-2774423E3CC9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3" name="pg2328">
                <a:extLst>
                  <a:ext uri="{FF2B5EF4-FFF2-40B4-BE49-F238E27FC236}">
                    <a16:creationId xmlns:a16="http://schemas.microsoft.com/office/drawing/2014/main" id="{F8E9A7D4-44D9-3AD2-7CE0-5FCF40B13982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4" name="pg2329">
                <a:extLst>
                  <a:ext uri="{FF2B5EF4-FFF2-40B4-BE49-F238E27FC236}">
                    <a16:creationId xmlns:a16="http://schemas.microsoft.com/office/drawing/2014/main" id="{CF395B3E-4D1B-D113-F860-E132BFF6D4D6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5" name="pg2330">
                <a:extLst>
                  <a:ext uri="{FF2B5EF4-FFF2-40B4-BE49-F238E27FC236}">
                    <a16:creationId xmlns:a16="http://schemas.microsoft.com/office/drawing/2014/main" id="{6F266CA6-8967-847A-C619-422CF9F8E0FA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6" name="pg2331">
                <a:extLst>
                  <a:ext uri="{FF2B5EF4-FFF2-40B4-BE49-F238E27FC236}">
                    <a16:creationId xmlns:a16="http://schemas.microsoft.com/office/drawing/2014/main" id="{A533F616-072B-BF46-61BA-1E05C842B3D1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7" name="pg2332">
                <a:extLst>
                  <a:ext uri="{FF2B5EF4-FFF2-40B4-BE49-F238E27FC236}">
                    <a16:creationId xmlns:a16="http://schemas.microsoft.com/office/drawing/2014/main" id="{8604033B-7F11-A376-B438-B8F500124822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8" name="pg2333">
                <a:extLst>
                  <a:ext uri="{FF2B5EF4-FFF2-40B4-BE49-F238E27FC236}">
                    <a16:creationId xmlns:a16="http://schemas.microsoft.com/office/drawing/2014/main" id="{748373C6-679B-5456-E3C7-98E328F0B5DD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9" name="pg2334">
                <a:extLst>
                  <a:ext uri="{FF2B5EF4-FFF2-40B4-BE49-F238E27FC236}">
                    <a16:creationId xmlns:a16="http://schemas.microsoft.com/office/drawing/2014/main" id="{418BED3E-4264-EFF7-CA71-F22B5C683A12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0" name="pg2335">
                <a:extLst>
                  <a:ext uri="{FF2B5EF4-FFF2-40B4-BE49-F238E27FC236}">
                    <a16:creationId xmlns:a16="http://schemas.microsoft.com/office/drawing/2014/main" id="{C2B1F417-38AA-29B9-8FA8-6E89E28E5A1A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1" name="pg2336">
                <a:extLst>
                  <a:ext uri="{FF2B5EF4-FFF2-40B4-BE49-F238E27FC236}">
                    <a16:creationId xmlns:a16="http://schemas.microsoft.com/office/drawing/2014/main" id="{A049F8F6-494D-0A70-6B66-B10E2D0A9B33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2" name="pg2337">
                <a:extLst>
                  <a:ext uri="{FF2B5EF4-FFF2-40B4-BE49-F238E27FC236}">
                    <a16:creationId xmlns:a16="http://schemas.microsoft.com/office/drawing/2014/main" id="{2EA8BD4E-CF74-39D6-58C2-DF2AF5057659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3" name="pg2338">
                <a:extLst>
                  <a:ext uri="{FF2B5EF4-FFF2-40B4-BE49-F238E27FC236}">
                    <a16:creationId xmlns:a16="http://schemas.microsoft.com/office/drawing/2014/main" id="{1DB03A48-C53F-4FC5-CDF2-7A29956B4A20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4" name="pg2339">
                <a:extLst>
                  <a:ext uri="{FF2B5EF4-FFF2-40B4-BE49-F238E27FC236}">
                    <a16:creationId xmlns:a16="http://schemas.microsoft.com/office/drawing/2014/main" id="{5E746E34-B20F-12CD-D92D-7D404CF5B1B8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5" name="pg2340">
                <a:extLst>
                  <a:ext uri="{FF2B5EF4-FFF2-40B4-BE49-F238E27FC236}">
                    <a16:creationId xmlns:a16="http://schemas.microsoft.com/office/drawing/2014/main" id="{299CA471-9EFF-4B6D-B565-30DE6EEFEFCB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6" name="pg2341">
                <a:extLst>
                  <a:ext uri="{FF2B5EF4-FFF2-40B4-BE49-F238E27FC236}">
                    <a16:creationId xmlns:a16="http://schemas.microsoft.com/office/drawing/2014/main" id="{AE028228-EE60-15CF-F340-824AA8DF0159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7" name="pg2342">
                <a:extLst>
                  <a:ext uri="{FF2B5EF4-FFF2-40B4-BE49-F238E27FC236}">
                    <a16:creationId xmlns:a16="http://schemas.microsoft.com/office/drawing/2014/main" id="{C3119A01-241D-DCEB-BF16-3042114ABE98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8" name="pg2343">
                <a:extLst>
                  <a:ext uri="{FF2B5EF4-FFF2-40B4-BE49-F238E27FC236}">
                    <a16:creationId xmlns:a16="http://schemas.microsoft.com/office/drawing/2014/main" id="{824B1412-7E32-EEC0-B251-C0DA56710E83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9" name="pg2344">
                <a:extLst>
                  <a:ext uri="{FF2B5EF4-FFF2-40B4-BE49-F238E27FC236}">
                    <a16:creationId xmlns:a16="http://schemas.microsoft.com/office/drawing/2014/main" id="{E0A1AA54-C636-25DC-952D-E2DBE200C3C4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0" name="pg2345">
                <a:extLst>
                  <a:ext uri="{FF2B5EF4-FFF2-40B4-BE49-F238E27FC236}">
                    <a16:creationId xmlns:a16="http://schemas.microsoft.com/office/drawing/2014/main" id="{8098BCDD-6914-95D2-44F5-DC87A2DDEFC9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1" name="pg2346">
                <a:extLst>
                  <a:ext uri="{FF2B5EF4-FFF2-40B4-BE49-F238E27FC236}">
                    <a16:creationId xmlns:a16="http://schemas.microsoft.com/office/drawing/2014/main" id="{BB35BD33-7966-33D0-57FA-36F67C0695D0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2" name="pg2347">
                <a:extLst>
                  <a:ext uri="{FF2B5EF4-FFF2-40B4-BE49-F238E27FC236}">
                    <a16:creationId xmlns:a16="http://schemas.microsoft.com/office/drawing/2014/main" id="{D7750D94-2FB9-D6E2-4A26-016C5F89213C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3" name="pg2348">
                <a:extLst>
                  <a:ext uri="{FF2B5EF4-FFF2-40B4-BE49-F238E27FC236}">
                    <a16:creationId xmlns:a16="http://schemas.microsoft.com/office/drawing/2014/main" id="{EE0EA495-E106-7422-ACAA-7A758AA2A6EE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4" name="pg2349">
                <a:extLst>
                  <a:ext uri="{FF2B5EF4-FFF2-40B4-BE49-F238E27FC236}">
                    <a16:creationId xmlns:a16="http://schemas.microsoft.com/office/drawing/2014/main" id="{201C293A-37E0-6653-BC87-CD37AFF61489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5" name="pg2350">
                <a:extLst>
                  <a:ext uri="{FF2B5EF4-FFF2-40B4-BE49-F238E27FC236}">
                    <a16:creationId xmlns:a16="http://schemas.microsoft.com/office/drawing/2014/main" id="{8D0A0FCD-A30B-573B-C01A-62EBFA152A5A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6" name="pg2351">
                <a:extLst>
                  <a:ext uri="{FF2B5EF4-FFF2-40B4-BE49-F238E27FC236}">
                    <a16:creationId xmlns:a16="http://schemas.microsoft.com/office/drawing/2014/main" id="{4A14A3A4-1E17-85DF-66A2-B8AC5CA1BC76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7" name="pg2352">
                <a:extLst>
                  <a:ext uri="{FF2B5EF4-FFF2-40B4-BE49-F238E27FC236}">
                    <a16:creationId xmlns:a16="http://schemas.microsoft.com/office/drawing/2014/main" id="{EC3CCDDD-6873-60BD-9270-C42395878D89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8" name="pg2353">
                <a:extLst>
                  <a:ext uri="{FF2B5EF4-FFF2-40B4-BE49-F238E27FC236}">
                    <a16:creationId xmlns:a16="http://schemas.microsoft.com/office/drawing/2014/main" id="{D90A9427-CD09-D3FA-9CA4-8E00467FD005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9" name="pg2354">
                <a:extLst>
                  <a:ext uri="{FF2B5EF4-FFF2-40B4-BE49-F238E27FC236}">
                    <a16:creationId xmlns:a16="http://schemas.microsoft.com/office/drawing/2014/main" id="{10FE2468-EAA0-A86F-775B-213637FCD372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0" name="pg2355">
                <a:extLst>
                  <a:ext uri="{FF2B5EF4-FFF2-40B4-BE49-F238E27FC236}">
                    <a16:creationId xmlns:a16="http://schemas.microsoft.com/office/drawing/2014/main" id="{2C85EAD2-13E0-0AE9-5D7B-F45E3E0F8B5B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1" name="pg2356">
                <a:extLst>
                  <a:ext uri="{FF2B5EF4-FFF2-40B4-BE49-F238E27FC236}">
                    <a16:creationId xmlns:a16="http://schemas.microsoft.com/office/drawing/2014/main" id="{A4BB7DF9-6DC3-CA8C-0BE1-871E3F202D62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2" name="pg2357">
                <a:extLst>
                  <a:ext uri="{FF2B5EF4-FFF2-40B4-BE49-F238E27FC236}">
                    <a16:creationId xmlns:a16="http://schemas.microsoft.com/office/drawing/2014/main" id="{9A13C4E9-BCD1-EFF7-15A4-C75C6C7D2215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3" name="pg2358">
                <a:extLst>
                  <a:ext uri="{FF2B5EF4-FFF2-40B4-BE49-F238E27FC236}">
                    <a16:creationId xmlns:a16="http://schemas.microsoft.com/office/drawing/2014/main" id="{99D97CF9-AFBD-DB85-12A2-A72F1A75C9A1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4" name="pg2359">
                <a:extLst>
                  <a:ext uri="{FF2B5EF4-FFF2-40B4-BE49-F238E27FC236}">
                    <a16:creationId xmlns:a16="http://schemas.microsoft.com/office/drawing/2014/main" id="{1A64A2BB-0822-5D47-C949-25C4C69A937F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5" name="pg2360">
                <a:extLst>
                  <a:ext uri="{FF2B5EF4-FFF2-40B4-BE49-F238E27FC236}">
                    <a16:creationId xmlns:a16="http://schemas.microsoft.com/office/drawing/2014/main" id="{0A10F65D-6775-CE0D-C30B-8B6047DB6B59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6" name="pg2361">
                <a:extLst>
                  <a:ext uri="{FF2B5EF4-FFF2-40B4-BE49-F238E27FC236}">
                    <a16:creationId xmlns:a16="http://schemas.microsoft.com/office/drawing/2014/main" id="{8C62C0A4-5622-09D6-9AE0-3C555E75C30D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7" name="pg2362">
                <a:extLst>
                  <a:ext uri="{FF2B5EF4-FFF2-40B4-BE49-F238E27FC236}">
                    <a16:creationId xmlns:a16="http://schemas.microsoft.com/office/drawing/2014/main" id="{6B256CCD-40A3-A4CF-5392-028D738A1F54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8" name="pg2363">
                <a:extLst>
                  <a:ext uri="{FF2B5EF4-FFF2-40B4-BE49-F238E27FC236}">
                    <a16:creationId xmlns:a16="http://schemas.microsoft.com/office/drawing/2014/main" id="{EF85D517-383B-1EF5-74AF-DBBBD19A36F0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9" name="pg2364">
                <a:extLst>
                  <a:ext uri="{FF2B5EF4-FFF2-40B4-BE49-F238E27FC236}">
                    <a16:creationId xmlns:a16="http://schemas.microsoft.com/office/drawing/2014/main" id="{B380200D-55DE-0145-744E-ACAD2D32BBA4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0" name="pg2365">
                <a:extLst>
                  <a:ext uri="{FF2B5EF4-FFF2-40B4-BE49-F238E27FC236}">
                    <a16:creationId xmlns:a16="http://schemas.microsoft.com/office/drawing/2014/main" id="{910DFC19-2066-1106-708E-88CE8140C08A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1" name="pg2366">
                <a:extLst>
                  <a:ext uri="{FF2B5EF4-FFF2-40B4-BE49-F238E27FC236}">
                    <a16:creationId xmlns:a16="http://schemas.microsoft.com/office/drawing/2014/main" id="{491D4C5A-9A8B-A02A-876C-039CD8286633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2" name="pg2367">
                <a:extLst>
                  <a:ext uri="{FF2B5EF4-FFF2-40B4-BE49-F238E27FC236}">
                    <a16:creationId xmlns:a16="http://schemas.microsoft.com/office/drawing/2014/main" id="{AD2658B4-AB6E-4A7D-70FE-3148D5FAF893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3" name="pg2368">
                <a:extLst>
                  <a:ext uri="{FF2B5EF4-FFF2-40B4-BE49-F238E27FC236}">
                    <a16:creationId xmlns:a16="http://schemas.microsoft.com/office/drawing/2014/main" id="{D504B351-A4E7-9F9D-3B9D-4CA77B4A5ACA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4" name="pg2369">
                <a:extLst>
                  <a:ext uri="{FF2B5EF4-FFF2-40B4-BE49-F238E27FC236}">
                    <a16:creationId xmlns:a16="http://schemas.microsoft.com/office/drawing/2014/main" id="{2282154B-C3E5-D196-285E-F782910D738F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5" name="pg2370">
                <a:extLst>
                  <a:ext uri="{FF2B5EF4-FFF2-40B4-BE49-F238E27FC236}">
                    <a16:creationId xmlns:a16="http://schemas.microsoft.com/office/drawing/2014/main" id="{6B587D5B-9235-55BA-4EFB-EE23C1743170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6" name="pg2371">
                <a:extLst>
                  <a:ext uri="{FF2B5EF4-FFF2-40B4-BE49-F238E27FC236}">
                    <a16:creationId xmlns:a16="http://schemas.microsoft.com/office/drawing/2014/main" id="{BDCFAC70-67F3-63E3-8BD3-282340038311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7" name="pg2372">
                <a:extLst>
                  <a:ext uri="{FF2B5EF4-FFF2-40B4-BE49-F238E27FC236}">
                    <a16:creationId xmlns:a16="http://schemas.microsoft.com/office/drawing/2014/main" id="{9F3B1C30-3960-0BAB-7819-B5DECD552E41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8" name="pg2373">
                <a:extLst>
                  <a:ext uri="{FF2B5EF4-FFF2-40B4-BE49-F238E27FC236}">
                    <a16:creationId xmlns:a16="http://schemas.microsoft.com/office/drawing/2014/main" id="{0590A0ED-5A82-F6A1-5C03-36F55257D8E3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9" name="pg2374">
                <a:extLst>
                  <a:ext uri="{FF2B5EF4-FFF2-40B4-BE49-F238E27FC236}">
                    <a16:creationId xmlns:a16="http://schemas.microsoft.com/office/drawing/2014/main" id="{09C110E6-B442-D55B-E9F2-23EB325033AB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0" name="pg2375">
                <a:extLst>
                  <a:ext uri="{FF2B5EF4-FFF2-40B4-BE49-F238E27FC236}">
                    <a16:creationId xmlns:a16="http://schemas.microsoft.com/office/drawing/2014/main" id="{B52D75E0-6FAF-4664-D163-A1D680DB29C1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1" name="pg2376">
                <a:extLst>
                  <a:ext uri="{FF2B5EF4-FFF2-40B4-BE49-F238E27FC236}">
                    <a16:creationId xmlns:a16="http://schemas.microsoft.com/office/drawing/2014/main" id="{76A465CB-AE6D-20B5-E126-4C9DDB76F753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2" name="pg2377">
                <a:extLst>
                  <a:ext uri="{FF2B5EF4-FFF2-40B4-BE49-F238E27FC236}">
                    <a16:creationId xmlns:a16="http://schemas.microsoft.com/office/drawing/2014/main" id="{C6991270-D97E-7B55-A2E1-6F09F105BBB6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3" name="pg2378">
                <a:extLst>
                  <a:ext uri="{FF2B5EF4-FFF2-40B4-BE49-F238E27FC236}">
                    <a16:creationId xmlns:a16="http://schemas.microsoft.com/office/drawing/2014/main" id="{56B12948-C59D-73CB-0A2F-C2544443D54D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4" name="pg2379">
                <a:extLst>
                  <a:ext uri="{FF2B5EF4-FFF2-40B4-BE49-F238E27FC236}">
                    <a16:creationId xmlns:a16="http://schemas.microsoft.com/office/drawing/2014/main" id="{BF82B501-3AC4-B885-5760-1CB41C0E4AF6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5" name="pg2380">
                <a:extLst>
                  <a:ext uri="{FF2B5EF4-FFF2-40B4-BE49-F238E27FC236}">
                    <a16:creationId xmlns:a16="http://schemas.microsoft.com/office/drawing/2014/main" id="{38FAC61A-AAF4-4EC5-645C-C25D61BEEC2B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6" name="pg2381">
                <a:extLst>
                  <a:ext uri="{FF2B5EF4-FFF2-40B4-BE49-F238E27FC236}">
                    <a16:creationId xmlns:a16="http://schemas.microsoft.com/office/drawing/2014/main" id="{ABBD0D9B-DA8E-B774-9CFF-378B9BFCB6AC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7" name="pg2382">
                <a:extLst>
                  <a:ext uri="{FF2B5EF4-FFF2-40B4-BE49-F238E27FC236}">
                    <a16:creationId xmlns:a16="http://schemas.microsoft.com/office/drawing/2014/main" id="{387AABC7-C921-8A60-0C9F-6A93812D9453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8" name="pg2383">
                <a:extLst>
                  <a:ext uri="{FF2B5EF4-FFF2-40B4-BE49-F238E27FC236}">
                    <a16:creationId xmlns:a16="http://schemas.microsoft.com/office/drawing/2014/main" id="{DECF5225-72C0-806D-DD7F-692A48B772BD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9" name="pg2384">
                <a:extLst>
                  <a:ext uri="{FF2B5EF4-FFF2-40B4-BE49-F238E27FC236}">
                    <a16:creationId xmlns:a16="http://schemas.microsoft.com/office/drawing/2014/main" id="{F4C31E32-09C8-009F-2609-FF91D424855C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0" name="pg2385">
                <a:extLst>
                  <a:ext uri="{FF2B5EF4-FFF2-40B4-BE49-F238E27FC236}">
                    <a16:creationId xmlns:a16="http://schemas.microsoft.com/office/drawing/2014/main" id="{795F1D59-765F-BF2E-73D7-151AD90A71DD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1" name="pg2386">
                <a:extLst>
                  <a:ext uri="{FF2B5EF4-FFF2-40B4-BE49-F238E27FC236}">
                    <a16:creationId xmlns:a16="http://schemas.microsoft.com/office/drawing/2014/main" id="{7765AB05-793F-AC55-21B5-1144FAC1D571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2" name="pg2387">
                <a:extLst>
                  <a:ext uri="{FF2B5EF4-FFF2-40B4-BE49-F238E27FC236}">
                    <a16:creationId xmlns:a16="http://schemas.microsoft.com/office/drawing/2014/main" id="{B1427A75-D024-5A74-CCF8-066F18FE744B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3" name="pg2388">
                <a:extLst>
                  <a:ext uri="{FF2B5EF4-FFF2-40B4-BE49-F238E27FC236}">
                    <a16:creationId xmlns:a16="http://schemas.microsoft.com/office/drawing/2014/main" id="{38DE1D5D-9DC7-9FDE-0F39-45E0DF0BB5BC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4" name="pg2389">
                <a:extLst>
                  <a:ext uri="{FF2B5EF4-FFF2-40B4-BE49-F238E27FC236}">
                    <a16:creationId xmlns:a16="http://schemas.microsoft.com/office/drawing/2014/main" id="{E570301C-7D5A-8CCE-DCFB-B03D49D63946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5" name="pg2390">
                <a:extLst>
                  <a:ext uri="{FF2B5EF4-FFF2-40B4-BE49-F238E27FC236}">
                    <a16:creationId xmlns:a16="http://schemas.microsoft.com/office/drawing/2014/main" id="{968D8F2B-C6D8-EC87-F812-4E2E1C8EEB2C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6" name="pg2391">
                <a:extLst>
                  <a:ext uri="{FF2B5EF4-FFF2-40B4-BE49-F238E27FC236}">
                    <a16:creationId xmlns:a16="http://schemas.microsoft.com/office/drawing/2014/main" id="{A9A266D4-EFE3-CA9D-A010-4033E347EBF0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7" name="pg2392">
                <a:extLst>
                  <a:ext uri="{FF2B5EF4-FFF2-40B4-BE49-F238E27FC236}">
                    <a16:creationId xmlns:a16="http://schemas.microsoft.com/office/drawing/2014/main" id="{E5792693-69BF-FFC1-22E7-F4BA4771F86C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8" name="pg2393">
                <a:extLst>
                  <a:ext uri="{FF2B5EF4-FFF2-40B4-BE49-F238E27FC236}">
                    <a16:creationId xmlns:a16="http://schemas.microsoft.com/office/drawing/2014/main" id="{36714150-0563-DB72-C8CA-27C4735298B2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9" name="pg2394">
                <a:extLst>
                  <a:ext uri="{FF2B5EF4-FFF2-40B4-BE49-F238E27FC236}">
                    <a16:creationId xmlns:a16="http://schemas.microsoft.com/office/drawing/2014/main" id="{66F75C3C-9C69-BD3B-3439-2FD7C916DCF3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0" name="pg2395">
                <a:extLst>
                  <a:ext uri="{FF2B5EF4-FFF2-40B4-BE49-F238E27FC236}">
                    <a16:creationId xmlns:a16="http://schemas.microsoft.com/office/drawing/2014/main" id="{E1365FC7-BB95-CB8F-637A-448EFE981988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1" name="pg2396">
                <a:extLst>
                  <a:ext uri="{FF2B5EF4-FFF2-40B4-BE49-F238E27FC236}">
                    <a16:creationId xmlns:a16="http://schemas.microsoft.com/office/drawing/2014/main" id="{842B26F3-E4CE-1E43-5180-337B59741FA9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2" name="pg2397">
                <a:extLst>
                  <a:ext uri="{FF2B5EF4-FFF2-40B4-BE49-F238E27FC236}">
                    <a16:creationId xmlns:a16="http://schemas.microsoft.com/office/drawing/2014/main" id="{6DB9CE4C-B12D-7B45-3423-6151E8FA8ABE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3" name="pg2398">
                <a:extLst>
                  <a:ext uri="{FF2B5EF4-FFF2-40B4-BE49-F238E27FC236}">
                    <a16:creationId xmlns:a16="http://schemas.microsoft.com/office/drawing/2014/main" id="{26F0B183-4216-1333-362C-E81A53169ECE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4" name="pg2399">
                <a:extLst>
                  <a:ext uri="{FF2B5EF4-FFF2-40B4-BE49-F238E27FC236}">
                    <a16:creationId xmlns:a16="http://schemas.microsoft.com/office/drawing/2014/main" id="{EBE1F9F2-0357-3736-7A63-6362D80FE288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5" name="pg2400">
                <a:extLst>
                  <a:ext uri="{FF2B5EF4-FFF2-40B4-BE49-F238E27FC236}">
                    <a16:creationId xmlns:a16="http://schemas.microsoft.com/office/drawing/2014/main" id="{8473708E-021B-BE7A-66AA-F7965CD3F999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6" name="pg2401">
                <a:extLst>
                  <a:ext uri="{FF2B5EF4-FFF2-40B4-BE49-F238E27FC236}">
                    <a16:creationId xmlns:a16="http://schemas.microsoft.com/office/drawing/2014/main" id="{B1A317C3-2839-EFA9-E537-EE937027DEF1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7" name="pg2402">
                <a:extLst>
                  <a:ext uri="{FF2B5EF4-FFF2-40B4-BE49-F238E27FC236}">
                    <a16:creationId xmlns:a16="http://schemas.microsoft.com/office/drawing/2014/main" id="{BCA63393-E440-E4BD-83BC-5DDDFD7F706F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8" name="pg2403">
                <a:extLst>
                  <a:ext uri="{FF2B5EF4-FFF2-40B4-BE49-F238E27FC236}">
                    <a16:creationId xmlns:a16="http://schemas.microsoft.com/office/drawing/2014/main" id="{05EFB3CD-13FE-9FA1-069B-98224FF51FE2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9" name="pg2404">
                <a:extLst>
                  <a:ext uri="{FF2B5EF4-FFF2-40B4-BE49-F238E27FC236}">
                    <a16:creationId xmlns:a16="http://schemas.microsoft.com/office/drawing/2014/main" id="{7AE55FED-2996-961E-BC5D-F31A1C9545DE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0" name="pg2405">
                <a:extLst>
                  <a:ext uri="{FF2B5EF4-FFF2-40B4-BE49-F238E27FC236}">
                    <a16:creationId xmlns:a16="http://schemas.microsoft.com/office/drawing/2014/main" id="{76068D13-4BA5-027E-5892-585E92E9A9B2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1" name="pg2406">
                <a:extLst>
                  <a:ext uri="{FF2B5EF4-FFF2-40B4-BE49-F238E27FC236}">
                    <a16:creationId xmlns:a16="http://schemas.microsoft.com/office/drawing/2014/main" id="{9E054309-395A-4E9B-8ADC-6CF1C681A298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2" name="pg2407">
                <a:extLst>
                  <a:ext uri="{FF2B5EF4-FFF2-40B4-BE49-F238E27FC236}">
                    <a16:creationId xmlns:a16="http://schemas.microsoft.com/office/drawing/2014/main" id="{D4325323-1999-5B45-0203-91F340927E03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3" name="pg2408">
                <a:extLst>
                  <a:ext uri="{FF2B5EF4-FFF2-40B4-BE49-F238E27FC236}">
                    <a16:creationId xmlns:a16="http://schemas.microsoft.com/office/drawing/2014/main" id="{67444A6A-87C7-9469-E594-684CEF036ABC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4" name="pg2409">
                <a:extLst>
                  <a:ext uri="{FF2B5EF4-FFF2-40B4-BE49-F238E27FC236}">
                    <a16:creationId xmlns:a16="http://schemas.microsoft.com/office/drawing/2014/main" id="{B3614ECE-43A0-5B82-5F86-4695C852C8A2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5" name="pg2410">
                <a:extLst>
                  <a:ext uri="{FF2B5EF4-FFF2-40B4-BE49-F238E27FC236}">
                    <a16:creationId xmlns:a16="http://schemas.microsoft.com/office/drawing/2014/main" id="{23FECD88-C0A7-1BD6-7328-2E69F7778649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6" name="pg2411">
                <a:extLst>
                  <a:ext uri="{FF2B5EF4-FFF2-40B4-BE49-F238E27FC236}">
                    <a16:creationId xmlns:a16="http://schemas.microsoft.com/office/drawing/2014/main" id="{6F867CE3-3A1E-9FD7-4AB9-E2E019CA6A46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7" name="pg2412">
                <a:extLst>
                  <a:ext uri="{FF2B5EF4-FFF2-40B4-BE49-F238E27FC236}">
                    <a16:creationId xmlns:a16="http://schemas.microsoft.com/office/drawing/2014/main" id="{04551FAC-111E-9E0F-7D87-039DF5302805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8" name="pg2413">
                <a:extLst>
                  <a:ext uri="{FF2B5EF4-FFF2-40B4-BE49-F238E27FC236}">
                    <a16:creationId xmlns:a16="http://schemas.microsoft.com/office/drawing/2014/main" id="{6189754A-4756-8F7D-2888-A08BC0E50977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9" name="pg2414">
                <a:extLst>
                  <a:ext uri="{FF2B5EF4-FFF2-40B4-BE49-F238E27FC236}">
                    <a16:creationId xmlns:a16="http://schemas.microsoft.com/office/drawing/2014/main" id="{CE09FE15-EB84-53B9-904D-3F25886FC032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0" name="pg2415">
                <a:extLst>
                  <a:ext uri="{FF2B5EF4-FFF2-40B4-BE49-F238E27FC236}">
                    <a16:creationId xmlns:a16="http://schemas.microsoft.com/office/drawing/2014/main" id="{476BCF5E-7A98-31EB-7AAC-7CB58ACE560D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1" name="pg2416">
                <a:extLst>
                  <a:ext uri="{FF2B5EF4-FFF2-40B4-BE49-F238E27FC236}">
                    <a16:creationId xmlns:a16="http://schemas.microsoft.com/office/drawing/2014/main" id="{E0C61D2A-F397-6FDE-856D-DA007B9674F7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2" name="pg2417">
                <a:extLst>
                  <a:ext uri="{FF2B5EF4-FFF2-40B4-BE49-F238E27FC236}">
                    <a16:creationId xmlns:a16="http://schemas.microsoft.com/office/drawing/2014/main" id="{BDFDC098-60E2-D1E7-C19D-F6FE2C81B2B0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3" name="pg2418">
                <a:extLst>
                  <a:ext uri="{FF2B5EF4-FFF2-40B4-BE49-F238E27FC236}">
                    <a16:creationId xmlns:a16="http://schemas.microsoft.com/office/drawing/2014/main" id="{7FD87EE9-2019-BFAF-E97D-86E1F3FC1CBE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4" name="pg2419">
                <a:extLst>
                  <a:ext uri="{FF2B5EF4-FFF2-40B4-BE49-F238E27FC236}">
                    <a16:creationId xmlns:a16="http://schemas.microsoft.com/office/drawing/2014/main" id="{FE07F7F6-25C7-4A64-1A04-2978F522244A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5" name="pg2420">
                <a:extLst>
                  <a:ext uri="{FF2B5EF4-FFF2-40B4-BE49-F238E27FC236}">
                    <a16:creationId xmlns:a16="http://schemas.microsoft.com/office/drawing/2014/main" id="{F6910D4A-A63A-FC77-D52A-BF7AC5F9411E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6" name="pg2421">
                <a:extLst>
                  <a:ext uri="{FF2B5EF4-FFF2-40B4-BE49-F238E27FC236}">
                    <a16:creationId xmlns:a16="http://schemas.microsoft.com/office/drawing/2014/main" id="{39A5B508-0A69-3561-28CA-8E2FFEF38985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7" name="pg2422">
                <a:extLst>
                  <a:ext uri="{FF2B5EF4-FFF2-40B4-BE49-F238E27FC236}">
                    <a16:creationId xmlns:a16="http://schemas.microsoft.com/office/drawing/2014/main" id="{909B4D35-05AB-06F4-879F-DDCB2F389E7F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8" name="pg2423">
                <a:extLst>
                  <a:ext uri="{FF2B5EF4-FFF2-40B4-BE49-F238E27FC236}">
                    <a16:creationId xmlns:a16="http://schemas.microsoft.com/office/drawing/2014/main" id="{F333B9AD-BF12-63D8-8AEE-F504AD5DF2AE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9" name="pg2424">
                <a:extLst>
                  <a:ext uri="{FF2B5EF4-FFF2-40B4-BE49-F238E27FC236}">
                    <a16:creationId xmlns:a16="http://schemas.microsoft.com/office/drawing/2014/main" id="{82761072-6A19-AE7C-FD13-D27343318D1D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0" name="pg2425">
                <a:extLst>
                  <a:ext uri="{FF2B5EF4-FFF2-40B4-BE49-F238E27FC236}">
                    <a16:creationId xmlns:a16="http://schemas.microsoft.com/office/drawing/2014/main" id="{848E87DF-965B-8CAD-0494-5090F77CA7FF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1" name="pg2426">
                <a:extLst>
                  <a:ext uri="{FF2B5EF4-FFF2-40B4-BE49-F238E27FC236}">
                    <a16:creationId xmlns:a16="http://schemas.microsoft.com/office/drawing/2014/main" id="{CA067031-0A21-AC6E-F844-BED799265127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2" name="pg2427">
                <a:extLst>
                  <a:ext uri="{FF2B5EF4-FFF2-40B4-BE49-F238E27FC236}">
                    <a16:creationId xmlns:a16="http://schemas.microsoft.com/office/drawing/2014/main" id="{726DEF19-9E74-70F2-1467-4F5899F2AA13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3" name="pg2428">
                <a:extLst>
                  <a:ext uri="{FF2B5EF4-FFF2-40B4-BE49-F238E27FC236}">
                    <a16:creationId xmlns:a16="http://schemas.microsoft.com/office/drawing/2014/main" id="{C15A4EF1-EC96-B697-FE02-AF70F1838B83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4" name="pg2429">
                <a:extLst>
                  <a:ext uri="{FF2B5EF4-FFF2-40B4-BE49-F238E27FC236}">
                    <a16:creationId xmlns:a16="http://schemas.microsoft.com/office/drawing/2014/main" id="{2ABC0952-28B2-1C92-782C-3094FF7521BD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5" name="pg2430">
                <a:extLst>
                  <a:ext uri="{FF2B5EF4-FFF2-40B4-BE49-F238E27FC236}">
                    <a16:creationId xmlns:a16="http://schemas.microsoft.com/office/drawing/2014/main" id="{89629336-E385-B562-569B-7A2C9D6BD8DA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6" name="pg2431">
                <a:extLst>
                  <a:ext uri="{FF2B5EF4-FFF2-40B4-BE49-F238E27FC236}">
                    <a16:creationId xmlns:a16="http://schemas.microsoft.com/office/drawing/2014/main" id="{19E06C6D-50C6-8553-4942-8F205BA3DBAE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7" name="pg2432">
                <a:extLst>
                  <a:ext uri="{FF2B5EF4-FFF2-40B4-BE49-F238E27FC236}">
                    <a16:creationId xmlns:a16="http://schemas.microsoft.com/office/drawing/2014/main" id="{FC1751B3-7D4E-1C9F-A82C-97AD3BE3E804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8" name="pg2433">
                <a:extLst>
                  <a:ext uri="{FF2B5EF4-FFF2-40B4-BE49-F238E27FC236}">
                    <a16:creationId xmlns:a16="http://schemas.microsoft.com/office/drawing/2014/main" id="{E2EFC09E-C61D-B5FD-876F-4A0362861B67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9" name="pg2434">
                <a:extLst>
                  <a:ext uri="{FF2B5EF4-FFF2-40B4-BE49-F238E27FC236}">
                    <a16:creationId xmlns:a16="http://schemas.microsoft.com/office/drawing/2014/main" id="{6DD414F9-B80B-538F-A187-99F5985EFF5F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0" name="pg2435">
                <a:extLst>
                  <a:ext uri="{FF2B5EF4-FFF2-40B4-BE49-F238E27FC236}">
                    <a16:creationId xmlns:a16="http://schemas.microsoft.com/office/drawing/2014/main" id="{BF27763A-9B59-A154-2C57-38A4B5322E9C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1" name="pg2436">
                <a:extLst>
                  <a:ext uri="{FF2B5EF4-FFF2-40B4-BE49-F238E27FC236}">
                    <a16:creationId xmlns:a16="http://schemas.microsoft.com/office/drawing/2014/main" id="{FAEEDE91-10CB-2401-93EA-2D909624938A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2" name="pg2437">
                <a:extLst>
                  <a:ext uri="{FF2B5EF4-FFF2-40B4-BE49-F238E27FC236}">
                    <a16:creationId xmlns:a16="http://schemas.microsoft.com/office/drawing/2014/main" id="{EBE607E8-64B6-9624-B6D4-B5B60BA5859F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3" name="pg2438">
                <a:extLst>
                  <a:ext uri="{FF2B5EF4-FFF2-40B4-BE49-F238E27FC236}">
                    <a16:creationId xmlns:a16="http://schemas.microsoft.com/office/drawing/2014/main" id="{0FECA947-706D-E9A9-AE39-51627A054266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4" name="pg2439">
                <a:extLst>
                  <a:ext uri="{FF2B5EF4-FFF2-40B4-BE49-F238E27FC236}">
                    <a16:creationId xmlns:a16="http://schemas.microsoft.com/office/drawing/2014/main" id="{462EE02B-A091-182A-D859-0AF400E76A98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5" name="pg2440">
                <a:extLst>
                  <a:ext uri="{FF2B5EF4-FFF2-40B4-BE49-F238E27FC236}">
                    <a16:creationId xmlns:a16="http://schemas.microsoft.com/office/drawing/2014/main" id="{CE1B6A30-F8AE-1AF8-49B5-A4C38A798A5A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6" name="pg2441">
                <a:extLst>
                  <a:ext uri="{FF2B5EF4-FFF2-40B4-BE49-F238E27FC236}">
                    <a16:creationId xmlns:a16="http://schemas.microsoft.com/office/drawing/2014/main" id="{C7A91CA8-B009-5A6D-1F02-EF7E0211F4F0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7" name="pg2442">
                <a:extLst>
                  <a:ext uri="{FF2B5EF4-FFF2-40B4-BE49-F238E27FC236}">
                    <a16:creationId xmlns:a16="http://schemas.microsoft.com/office/drawing/2014/main" id="{835FC266-14CF-1F0E-5317-BBF39FBB0D97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8" name="pg2443">
                <a:extLst>
                  <a:ext uri="{FF2B5EF4-FFF2-40B4-BE49-F238E27FC236}">
                    <a16:creationId xmlns:a16="http://schemas.microsoft.com/office/drawing/2014/main" id="{7C81A92A-E6FE-A048-8EB2-1EE763605FA3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9" name="pg2444">
                <a:extLst>
                  <a:ext uri="{FF2B5EF4-FFF2-40B4-BE49-F238E27FC236}">
                    <a16:creationId xmlns:a16="http://schemas.microsoft.com/office/drawing/2014/main" id="{0571EC84-9241-784C-9634-C7E036986A85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0" name="pg2445">
                <a:extLst>
                  <a:ext uri="{FF2B5EF4-FFF2-40B4-BE49-F238E27FC236}">
                    <a16:creationId xmlns:a16="http://schemas.microsoft.com/office/drawing/2014/main" id="{C989E8BE-1FDC-7E71-2935-911BED04609D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1" name="pg2446">
                <a:extLst>
                  <a:ext uri="{FF2B5EF4-FFF2-40B4-BE49-F238E27FC236}">
                    <a16:creationId xmlns:a16="http://schemas.microsoft.com/office/drawing/2014/main" id="{FCAB30B1-CC2E-7EC3-04A3-283B1DB0433E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2" name="pg2447">
                <a:extLst>
                  <a:ext uri="{FF2B5EF4-FFF2-40B4-BE49-F238E27FC236}">
                    <a16:creationId xmlns:a16="http://schemas.microsoft.com/office/drawing/2014/main" id="{5B99FFB9-5E43-BF47-BA6E-AF7D15B20152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3" name="pg2448">
                <a:extLst>
                  <a:ext uri="{FF2B5EF4-FFF2-40B4-BE49-F238E27FC236}">
                    <a16:creationId xmlns:a16="http://schemas.microsoft.com/office/drawing/2014/main" id="{46E22EEC-83AC-FCD2-FE67-458C278F9AF9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4" name="pg2449">
                <a:extLst>
                  <a:ext uri="{FF2B5EF4-FFF2-40B4-BE49-F238E27FC236}">
                    <a16:creationId xmlns:a16="http://schemas.microsoft.com/office/drawing/2014/main" id="{82F40573-9C26-55AC-942B-F8298FD12C2C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5" name="pg2450">
                <a:extLst>
                  <a:ext uri="{FF2B5EF4-FFF2-40B4-BE49-F238E27FC236}">
                    <a16:creationId xmlns:a16="http://schemas.microsoft.com/office/drawing/2014/main" id="{30B04E67-313C-2536-2626-C05484E0551A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6" name="pg2451">
                <a:extLst>
                  <a:ext uri="{FF2B5EF4-FFF2-40B4-BE49-F238E27FC236}">
                    <a16:creationId xmlns:a16="http://schemas.microsoft.com/office/drawing/2014/main" id="{7236039B-0F57-6BFC-C83F-391DFCBF4A90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7" name="pg2452">
                <a:extLst>
                  <a:ext uri="{FF2B5EF4-FFF2-40B4-BE49-F238E27FC236}">
                    <a16:creationId xmlns:a16="http://schemas.microsoft.com/office/drawing/2014/main" id="{96AB1867-467B-252B-46D4-73F70EAEF419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8" name="pg2453">
                <a:extLst>
                  <a:ext uri="{FF2B5EF4-FFF2-40B4-BE49-F238E27FC236}">
                    <a16:creationId xmlns:a16="http://schemas.microsoft.com/office/drawing/2014/main" id="{4F3C4B99-4A08-0705-C62E-4394A2AF039D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9" name="pg2454">
                <a:extLst>
                  <a:ext uri="{FF2B5EF4-FFF2-40B4-BE49-F238E27FC236}">
                    <a16:creationId xmlns:a16="http://schemas.microsoft.com/office/drawing/2014/main" id="{78554CD6-4186-6CEA-3D22-089FA7B2074C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0" name="pg2455">
                <a:extLst>
                  <a:ext uri="{FF2B5EF4-FFF2-40B4-BE49-F238E27FC236}">
                    <a16:creationId xmlns:a16="http://schemas.microsoft.com/office/drawing/2014/main" id="{D09E7A80-A91F-4D41-342C-4A89B202BB22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1" name="pg2456">
                <a:extLst>
                  <a:ext uri="{FF2B5EF4-FFF2-40B4-BE49-F238E27FC236}">
                    <a16:creationId xmlns:a16="http://schemas.microsoft.com/office/drawing/2014/main" id="{84F75433-D5A4-F773-4D7F-31863028102A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2" name="pg2457">
                <a:extLst>
                  <a:ext uri="{FF2B5EF4-FFF2-40B4-BE49-F238E27FC236}">
                    <a16:creationId xmlns:a16="http://schemas.microsoft.com/office/drawing/2014/main" id="{A9F3CF7C-4F69-AC96-B308-A5A04C0C80EA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3" name="pg2458">
                <a:extLst>
                  <a:ext uri="{FF2B5EF4-FFF2-40B4-BE49-F238E27FC236}">
                    <a16:creationId xmlns:a16="http://schemas.microsoft.com/office/drawing/2014/main" id="{CD25F45D-5A1C-B267-2B63-75E0D45906FE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4" name="pg2459">
                <a:extLst>
                  <a:ext uri="{FF2B5EF4-FFF2-40B4-BE49-F238E27FC236}">
                    <a16:creationId xmlns:a16="http://schemas.microsoft.com/office/drawing/2014/main" id="{AEB80E70-6FDA-8067-4451-BF914393CC9A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5" name="pg2460">
                <a:extLst>
                  <a:ext uri="{FF2B5EF4-FFF2-40B4-BE49-F238E27FC236}">
                    <a16:creationId xmlns:a16="http://schemas.microsoft.com/office/drawing/2014/main" id="{E5E51AC7-EF8B-8434-BF92-992160CF2D88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6" name="pg2461">
                <a:extLst>
                  <a:ext uri="{FF2B5EF4-FFF2-40B4-BE49-F238E27FC236}">
                    <a16:creationId xmlns:a16="http://schemas.microsoft.com/office/drawing/2014/main" id="{B74F1350-546C-BD50-00D3-050AAADCABC3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7" name="pg2462">
                <a:extLst>
                  <a:ext uri="{FF2B5EF4-FFF2-40B4-BE49-F238E27FC236}">
                    <a16:creationId xmlns:a16="http://schemas.microsoft.com/office/drawing/2014/main" id="{7E22200E-BD70-E3BC-8578-4E69719AB77D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8" name="pg2463">
                <a:extLst>
                  <a:ext uri="{FF2B5EF4-FFF2-40B4-BE49-F238E27FC236}">
                    <a16:creationId xmlns:a16="http://schemas.microsoft.com/office/drawing/2014/main" id="{BF523C1C-FB35-0035-BE82-C2F1E90853C6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9" name="pg2464">
                <a:extLst>
                  <a:ext uri="{FF2B5EF4-FFF2-40B4-BE49-F238E27FC236}">
                    <a16:creationId xmlns:a16="http://schemas.microsoft.com/office/drawing/2014/main" id="{7FB3B1E8-BFB1-CD3E-9533-3D72A07309A1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0" name="pg2465">
                <a:extLst>
                  <a:ext uri="{FF2B5EF4-FFF2-40B4-BE49-F238E27FC236}">
                    <a16:creationId xmlns:a16="http://schemas.microsoft.com/office/drawing/2014/main" id="{7E7FBAE3-56B6-2F48-AB3C-2118FD813545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1" name="pg2466">
                <a:extLst>
                  <a:ext uri="{FF2B5EF4-FFF2-40B4-BE49-F238E27FC236}">
                    <a16:creationId xmlns:a16="http://schemas.microsoft.com/office/drawing/2014/main" id="{E3AA7501-B54F-A98F-CC7F-E0D9A4C0D6B6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2" name="pg2467">
                <a:extLst>
                  <a:ext uri="{FF2B5EF4-FFF2-40B4-BE49-F238E27FC236}">
                    <a16:creationId xmlns:a16="http://schemas.microsoft.com/office/drawing/2014/main" id="{7A0E9371-0F37-EF02-0E4A-322EC6CDACBF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3" name="pg2468">
                <a:extLst>
                  <a:ext uri="{FF2B5EF4-FFF2-40B4-BE49-F238E27FC236}">
                    <a16:creationId xmlns:a16="http://schemas.microsoft.com/office/drawing/2014/main" id="{64A22DE0-4081-F946-3F95-220CBE99BD01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4" name="pg2469">
                <a:extLst>
                  <a:ext uri="{FF2B5EF4-FFF2-40B4-BE49-F238E27FC236}">
                    <a16:creationId xmlns:a16="http://schemas.microsoft.com/office/drawing/2014/main" id="{BCD02987-404A-3F9A-07A3-3F1C2F7D7AD9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5" name="pg2470">
                <a:extLst>
                  <a:ext uri="{FF2B5EF4-FFF2-40B4-BE49-F238E27FC236}">
                    <a16:creationId xmlns:a16="http://schemas.microsoft.com/office/drawing/2014/main" id="{90974B3E-DAB3-D9DC-4746-A0A8DCA40FDC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6" name="pg2471">
                <a:extLst>
                  <a:ext uri="{FF2B5EF4-FFF2-40B4-BE49-F238E27FC236}">
                    <a16:creationId xmlns:a16="http://schemas.microsoft.com/office/drawing/2014/main" id="{0E52600E-2AA1-4F59-3DFD-C3C8EFE25B4A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7" name="pg2472">
                <a:extLst>
                  <a:ext uri="{FF2B5EF4-FFF2-40B4-BE49-F238E27FC236}">
                    <a16:creationId xmlns:a16="http://schemas.microsoft.com/office/drawing/2014/main" id="{61B31C9A-9108-EA19-A027-AB7EE7D04230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8" name="pg2473">
                <a:extLst>
                  <a:ext uri="{FF2B5EF4-FFF2-40B4-BE49-F238E27FC236}">
                    <a16:creationId xmlns:a16="http://schemas.microsoft.com/office/drawing/2014/main" id="{31895419-8BC6-4E84-AEF7-F70D92E92C67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9" name="pg2474">
                <a:extLst>
                  <a:ext uri="{FF2B5EF4-FFF2-40B4-BE49-F238E27FC236}">
                    <a16:creationId xmlns:a16="http://schemas.microsoft.com/office/drawing/2014/main" id="{C1B18C0F-E0F5-89AF-335A-20B275023178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0" name="pg2475">
                <a:extLst>
                  <a:ext uri="{FF2B5EF4-FFF2-40B4-BE49-F238E27FC236}">
                    <a16:creationId xmlns:a16="http://schemas.microsoft.com/office/drawing/2014/main" id="{504B4E68-EFDD-DD89-5938-1FBE639792CA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1" name="pg2476">
                <a:extLst>
                  <a:ext uri="{FF2B5EF4-FFF2-40B4-BE49-F238E27FC236}">
                    <a16:creationId xmlns:a16="http://schemas.microsoft.com/office/drawing/2014/main" id="{CAE2C561-C4D2-42C9-240D-D6EDFA9B466A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2" name="pg2477">
                <a:extLst>
                  <a:ext uri="{FF2B5EF4-FFF2-40B4-BE49-F238E27FC236}">
                    <a16:creationId xmlns:a16="http://schemas.microsoft.com/office/drawing/2014/main" id="{346D2361-614A-610B-8066-006ED6C2A74A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3" name="pg2478">
                <a:extLst>
                  <a:ext uri="{FF2B5EF4-FFF2-40B4-BE49-F238E27FC236}">
                    <a16:creationId xmlns:a16="http://schemas.microsoft.com/office/drawing/2014/main" id="{08221ACE-F576-56FF-9865-F0943038EED8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4" name="pg2479">
                <a:extLst>
                  <a:ext uri="{FF2B5EF4-FFF2-40B4-BE49-F238E27FC236}">
                    <a16:creationId xmlns:a16="http://schemas.microsoft.com/office/drawing/2014/main" id="{7094BAF7-DA90-2834-DC39-F32C2A2500BB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5" name="pg2480">
                <a:extLst>
                  <a:ext uri="{FF2B5EF4-FFF2-40B4-BE49-F238E27FC236}">
                    <a16:creationId xmlns:a16="http://schemas.microsoft.com/office/drawing/2014/main" id="{800B6F00-CCD0-904C-14E3-83861B65A99F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6" name="pg2481">
                <a:extLst>
                  <a:ext uri="{FF2B5EF4-FFF2-40B4-BE49-F238E27FC236}">
                    <a16:creationId xmlns:a16="http://schemas.microsoft.com/office/drawing/2014/main" id="{951DDEC6-0D94-A0E5-5DCF-49D506CCE345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7" name="pg2482">
                <a:extLst>
                  <a:ext uri="{FF2B5EF4-FFF2-40B4-BE49-F238E27FC236}">
                    <a16:creationId xmlns:a16="http://schemas.microsoft.com/office/drawing/2014/main" id="{EC43DEC7-75AC-08AC-4302-CDE533322AAB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8" name="pg2483">
                <a:extLst>
                  <a:ext uri="{FF2B5EF4-FFF2-40B4-BE49-F238E27FC236}">
                    <a16:creationId xmlns:a16="http://schemas.microsoft.com/office/drawing/2014/main" id="{E3BBC5DB-FA59-5271-4579-BEF4B45AE119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9" name="pg2484">
                <a:extLst>
                  <a:ext uri="{FF2B5EF4-FFF2-40B4-BE49-F238E27FC236}">
                    <a16:creationId xmlns:a16="http://schemas.microsoft.com/office/drawing/2014/main" id="{A6A4CFB0-2746-409C-3FBE-BBBB8217A3B0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0" name="pg2485">
                <a:extLst>
                  <a:ext uri="{FF2B5EF4-FFF2-40B4-BE49-F238E27FC236}">
                    <a16:creationId xmlns:a16="http://schemas.microsoft.com/office/drawing/2014/main" id="{CB659752-8859-BFBC-4B74-761478D883B8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1" name="pg2486">
                <a:extLst>
                  <a:ext uri="{FF2B5EF4-FFF2-40B4-BE49-F238E27FC236}">
                    <a16:creationId xmlns:a16="http://schemas.microsoft.com/office/drawing/2014/main" id="{00A8CD2F-C177-18F3-4546-D2EA061DD00F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2" name="pg2487">
                <a:extLst>
                  <a:ext uri="{FF2B5EF4-FFF2-40B4-BE49-F238E27FC236}">
                    <a16:creationId xmlns:a16="http://schemas.microsoft.com/office/drawing/2014/main" id="{FD3F2FD9-0662-38EE-2CA1-56441F0A655B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3" name="pg2488">
                <a:extLst>
                  <a:ext uri="{FF2B5EF4-FFF2-40B4-BE49-F238E27FC236}">
                    <a16:creationId xmlns:a16="http://schemas.microsoft.com/office/drawing/2014/main" id="{8AA0D51F-D229-D00F-BCE7-1D1DDDA7E985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4" name="pg2489">
                <a:extLst>
                  <a:ext uri="{FF2B5EF4-FFF2-40B4-BE49-F238E27FC236}">
                    <a16:creationId xmlns:a16="http://schemas.microsoft.com/office/drawing/2014/main" id="{3339E68D-3098-BF3C-D7D2-38A56DAF6D1A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5" name="pg2490">
                <a:extLst>
                  <a:ext uri="{FF2B5EF4-FFF2-40B4-BE49-F238E27FC236}">
                    <a16:creationId xmlns:a16="http://schemas.microsoft.com/office/drawing/2014/main" id="{5B32DB35-D0B2-1D0C-DEA7-5E50F38450B0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6" name="pg2491">
                <a:extLst>
                  <a:ext uri="{FF2B5EF4-FFF2-40B4-BE49-F238E27FC236}">
                    <a16:creationId xmlns:a16="http://schemas.microsoft.com/office/drawing/2014/main" id="{AB331242-3D7F-DD66-40A8-AF43F6C3D49E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7" name="pg2492">
                <a:extLst>
                  <a:ext uri="{FF2B5EF4-FFF2-40B4-BE49-F238E27FC236}">
                    <a16:creationId xmlns:a16="http://schemas.microsoft.com/office/drawing/2014/main" id="{8B4D905F-CA8B-CDDA-6F5A-B17208AF2A46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8" name="pg2493">
                <a:extLst>
                  <a:ext uri="{FF2B5EF4-FFF2-40B4-BE49-F238E27FC236}">
                    <a16:creationId xmlns:a16="http://schemas.microsoft.com/office/drawing/2014/main" id="{3F375BC3-8606-EF71-3993-C90FFC750E00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9" name="pg2494">
                <a:extLst>
                  <a:ext uri="{FF2B5EF4-FFF2-40B4-BE49-F238E27FC236}">
                    <a16:creationId xmlns:a16="http://schemas.microsoft.com/office/drawing/2014/main" id="{946CFDEB-54AB-8C5E-F87C-8B1F919409BE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0" name="pg2495">
                <a:extLst>
                  <a:ext uri="{FF2B5EF4-FFF2-40B4-BE49-F238E27FC236}">
                    <a16:creationId xmlns:a16="http://schemas.microsoft.com/office/drawing/2014/main" id="{7BC49C91-1D62-85D4-6F5F-B846CD276927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1" name="pg2496">
                <a:extLst>
                  <a:ext uri="{FF2B5EF4-FFF2-40B4-BE49-F238E27FC236}">
                    <a16:creationId xmlns:a16="http://schemas.microsoft.com/office/drawing/2014/main" id="{5FA1F289-74E3-D688-F1D7-4AE4DBDC028A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2" name="pg2497">
                <a:extLst>
                  <a:ext uri="{FF2B5EF4-FFF2-40B4-BE49-F238E27FC236}">
                    <a16:creationId xmlns:a16="http://schemas.microsoft.com/office/drawing/2014/main" id="{69A9D3A0-A9FC-1600-0B62-54CAE4858818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3" name="pg2498">
                <a:extLst>
                  <a:ext uri="{FF2B5EF4-FFF2-40B4-BE49-F238E27FC236}">
                    <a16:creationId xmlns:a16="http://schemas.microsoft.com/office/drawing/2014/main" id="{AE2F99B1-A2D8-78A6-53AB-A8687AF6428A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4" name="pg2499">
                <a:extLst>
                  <a:ext uri="{FF2B5EF4-FFF2-40B4-BE49-F238E27FC236}">
                    <a16:creationId xmlns:a16="http://schemas.microsoft.com/office/drawing/2014/main" id="{8EB28DCC-FE2A-3E23-E81D-6D341B9FD1FF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5" name="pg2500">
                <a:extLst>
                  <a:ext uri="{FF2B5EF4-FFF2-40B4-BE49-F238E27FC236}">
                    <a16:creationId xmlns:a16="http://schemas.microsoft.com/office/drawing/2014/main" id="{34C5BABC-50BB-9C18-F8CD-82AC8CC1188C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6" name="pg2501">
                <a:extLst>
                  <a:ext uri="{FF2B5EF4-FFF2-40B4-BE49-F238E27FC236}">
                    <a16:creationId xmlns:a16="http://schemas.microsoft.com/office/drawing/2014/main" id="{CF4693D4-F253-4123-B206-D2210DFAFEA3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7" name="pg2502">
                <a:extLst>
                  <a:ext uri="{FF2B5EF4-FFF2-40B4-BE49-F238E27FC236}">
                    <a16:creationId xmlns:a16="http://schemas.microsoft.com/office/drawing/2014/main" id="{D8AF2170-D836-932C-6A2D-8540CC4199DB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8" name="pg2503">
                <a:extLst>
                  <a:ext uri="{FF2B5EF4-FFF2-40B4-BE49-F238E27FC236}">
                    <a16:creationId xmlns:a16="http://schemas.microsoft.com/office/drawing/2014/main" id="{BF92B7C3-6EE5-4392-3CD2-3750128D2AA7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9" name="pg2504">
                <a:extLst>
                  <a:ext uri="{FF2B5EF4-FFF2-40B4-BE49-F238E27FC236}">
                    <a16:creationId xmlns:a16="http://schemas.microsoft.com/office/drawing/2014/main" id="{1BE265D5-5236-E2D6-2B39-9B086703F5A2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0" name="pg2505">
                <a:extLst>
                  <a:ext uri="{FF2B5EF4-FFF2-40B4-BE49-F238E27FC236}">
                    <a16:creationId xmlns:a16="http://schemas.microsoft.com/office/drawing/2014/main" id="{463C282B-C733-E217-E899-534360D98640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1" name="pg2506">
                <a:extLst>
                  <a:ext uri="{FF2B5EF4-FFF2-40B4-BE49-F238E27FC236}">
                    <a16:creationId xmlns:a16="http://schemas.microsoft.com/office/drawing/2014/main" id="{9108FA47-AB87-DA4F-3F9C-C2800BC16D71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2" name="pg2507">
                <a:extLst>
                  <a:ext uri="{FF2B5EF4-FFF2-40B4-BE49-F238E27FC236}">
                    <a16:creationId xmlns:a16="http://schemas.microsoft.com/office/drawing/2014/main" id="{410201C8-3424-C15F-257A-D38A8E1A5D8F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3" name="pg2508">
                <a:extLst>
                  <a:ext uri="{FF2B5EF4-FFF2-40B4-BE49-F238E27FC236}">
                    <a16:creationId xmlns:a16="http://schemas.microsoft.com/office/drawing/2014/main" id="{34F81D42-C31B-CE59-7696-B768EAB56BDD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4" name="pg2509">
                <a:extLst>
                  <a:ext uri="{FF2B5EF4-FFF2-40B4-BE49-F238E27FC236}">
                    <a16:creationId xmlns:a16="http://schemas.microsoft.com/office/drawing/2014/main" id="{1C3C80CD-851E-70AA-99C7-22B651A13FB7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5" name="pg2510">
                <a:extLst>
                  <a:ext uri="{FF2B5EF4-FFF2-40B4-BE49-F238E27FC236}">
                    <a16:creationId xmlns:a16="http://schemas.microsoft.com/office/drawing/2014/main" id="{1393BB40-4529-2B45-D84C-F9C6E23C44B1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6" name="pg2511">
                <a:extLst>
                  <a:ext uri="{FF2B5EF4-FFF2-40B4-BE49-F238E27FC236}">
                    <a16:creationId xmlns:a16="http://schemas.microsoft.com/office/drawing/2014/main" id="{30F89074-0426-EAC6-4BD6-78C915EBCD29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7" name="pg2512">
                <a:extLst>
                  <a:ext uri="{FF2B5EF4-FFF2-40B4-BE49-F238E27FC236}">
                    <a16:creationId xmlns:a16="http://schemas.microsoft.com/office/drawing/2014/main" id="{4E330AB2-5A5D-8E01-E492-A83BC29DA5B7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8" name="pg2513">
                <a:extLst>
                  <a:ext uri="{FF2B5EF4-FFF2-40B4-BE49-F238E27FC236}">
                    <a16:creationId xmlns:a16="http://schemas.microsoft.com/office/drawing/2014/main" id="{CEE58A91-9710-6C18-F30D-0D5E32D1D6C9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9" name="pg2514">
                <a:extLst>
                  <a:ext uri="{FF2B5EF4-FFF2-40B4-BE49-F238E27FC236}">
                    <a16:creationId xmlns:a16="http://schemas.microsoft.com/office/drawing/2014/main" id="{3F32BCAA-E9B1-5B4A-FDF5-3CCDF22F4114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0" name="pg2515">
                <a:extLst>
                  <a:ext uri="{FF2B5EF4-FFF2-40B4-BE49-F238E27FC236}">
                    <a16:creationId xmlns:a16="http://schemas.microsoft.com/office/drawing/2014/main" id="{7545FCF4-06F4-16DD-4A8D-35FD28D02597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1" name="pg2516">
                <a:extLst>
                  <a:ext uri="{FF2B5EF4-FFF2-40B4-BE49-F238E27FC236}">
                    <a16:creationId xmlns:a16="http://schemas.microsoft.com/office/drawing/2014/main" id="{B7C131EA-629E-F758-FF18-F43E2BB5C4B7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2" name="pg2517">
                <a:extLst>
                  <a:ext uri="{FF2B5EF4-FFF2-40B4-BE49-F238E27FC236}">
                    <a16:creationId xmlns:a16="http://schemas.microsoft.com/office/drawing/2014/main" id="{5373DB97-6071-68EE-6D62-3E8BA44DB470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3" name="pg2518">
                <a:extLst>
                  <a:ext uri="{FF2B5EF4-FFF2-40B4-BE49-F238E27FC236}">
                    <a16:creationId xmlns:a16="http://schemas.microsoft.com/office/drawing/2014/main" id="{364490ED-CB7E-2F9E-C775-E95B45D91348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4" name="pg2519">
                <a:extLst>
                  <a:ext uri="{FF2B5EF4-FFF2-40B4-BE49-F238E27FC236}">
                    <a16:creationId xmlns:a16="http://schemas.microsoft.com/office/drawing/2014/main" id="{880A096B-CCB9-DB26-1F5E-C9E9AE75FB88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5" name="pg2520">
                <a:extLst>
                  <a:ext uri="{FF2B5EF4-FFF2-40B4-BE49-F238E27FC236}">
                    <a16:creationId xmlns:a16="http://schemas.microsoft.com/office/drawing/2014/main" id="{7048D890-E290-9ACD-0EFD-C08E5F83E191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6" name="pg2521">
                <a:extLst>
                  <a:ext uri="{FF2B5EF4-FFF2-40B4-BE49-F238E27FC236}">
                    <a16:creationId xmlns:a16="http://schemas.microsoft.com/office/drawing/2014/main" id="{5FCA2C7C-5EF7-1C2B-7B30-4A2DFF1033D5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7" name="pg2522">
                <a:extLst>
                  <a:ext uri="{FF2B5EF4-FFF2-40B4-BE49-F238E27FC236}">
                    <a16:creationId xmlns:a16="http://schemas.microsoft.com/office/drawing/2014/main" id="{B6CEF0F2-C8B1-E576-0EA4-98162CD767E5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8" name="pg2523">
                <a:extLst>
                  <a:ext uri="{FF2B5EF4-FFF2-40B4-BE49-F238E27FC236}">
                    <a16:creationId xmlns:a16="http://schemas.microsoft.com/office/drawing/2014/main" id="{820C4B4C-F281-6055-7243-825BBE2018FE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9" name="pg2524">
                <a:extLst>
                  <a:ext uri="{FF2B5EF4-FFF2-40B4-BE49-F238E27FC236}">
                    <a16:creationId xmlns:a16="http://schemas.microsoft.com/office/drawing/2014/main" id="{DD1D94BA-FA8A-7FDF-E5B7-1100D7BC0E26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0" name="pg2525">
                <a:extLst>
                  <a:ext uri="{FF2B5EF4-FFF2-40B4-BE49-F238E27FC236}">
                    <a16:creationId xmlns:a16="http://schemas.microsoft.com/office/drawing/2014/main" id="{A64F4D67-5287-8682-33FE-BDD37B6AEE72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1" name="pg2526">
                <a:extLst>
                  <a:ext uri="{FF2B5EF4-FFF2-40B4-BE49-F238E27FC236}">
                    <a16:creationId xmlns:a16="http://schemas.microsoft.com/office/drawing/2014/main" id="{D70EDFC1-1020-B320-3EAC-A7DCC9F37367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2" name="pg2527">
                <a:extLst>
                  <a:ext uri="{FF2B5EF4-FFF2-40B4-BE49-F238E27FC236}">
                    <a16:creationId xmlns:a16="http://schemas.microsoft.com/office/drawing/2014/main" id="{BD85C925-1838-4E7C-2C63-E76C09EFF7F0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3" name="pg2528">
                <a:extLst>
                  <a:ext uri="{FF2B5EF4-FFF2-40B4-BE49-F238E27FC236}">
                    <a16:creationId xmlns:a16="http://schemas.microsoft.com/office/drawing/2014/main" id="{3DAFE70B-D1DA-A90C-E158-C71E36488622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4" name="pg2529">
                <a:extLst>
                  <a:ext uri="{FF2B5EF4-FFF2-40B4-BE49-F238E27FC236}">
                    <a16:creationId xmlns:a16="http://schemas.microsoft.com/office/drawing/2014/main" id="{4CE3CE44-1ADF-B21F-2D52-EADC38B1EC34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5" name="pg2530">
                <a:extLst>
                  <a:ext uri="{FF2B5EF4-FFF2-40B4-BE49-F238E27FC236}">
                    <a16:creationId xmlns:a16="http://schemas.microsoft.com/office/drawing/2014/main" id="{1FA23943-04B5-6E45-FED6-D63E008B4C93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6" name="pg2531">
                <a:extLst>
                  <a:ext uri="{FF2B5EF4-FFF2-40B4-BE49-F238E27FC236}">
                    <a16:creationId xmlns:a16="http://schemas.microsoft.com/office/drawing/2014/main" id="{7EE8346B-A73E-40A8-3B5C-8AF1ABE4A78A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7" name="pg2532">
                <a:extLst>
                  <a:ext uri="{FF2B5EF4-FFF2-40B4-BE49-F238E27FC236}">
                    <a16:creationId xmlns:a16="http://schemas.microsoft.com/office/drawing/2014/main" id="{69C45F82-0DF4-FF62-06CA-BE64750BA512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8" name="pg2533">
                <a:extLst>
                  <a:ext uri="{FF2B5EF4-FFF2-40B4-BE49-F238E27FC236}">
                    <a16:creationId xmlns:a16="http://schemas.microsoft.com/office/drawing/2014/main" id="{C70401D3-0976-E1FF-3CF8-8DC4EBD572D1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9" name="pg2534">
                <a:extLst>
                  <a:ext uri="{FF2B5EF4-FFF2-40B4-BE49-F238E27FC236}">
                    <a16:creationId xmlns:a16="http://schemas.microsoft.com/office/drawing/2014/main" id="{21DA7C60-D940-147C-CB16-3062FDF85944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0" name="pg2535">
                <a:extLst>
                  <a:ext uri="{FF2B5EF4-FFF2-40B4-BE49-F238E27FC236}">
                    <a16:creationId xmlns:a16="http://schemas.microsoft.com/office/drawing/2014/main" id="{372949A3-C04F-93E7-18C3-EE34ED0BC4E9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1" name="pg2536">
                <a:extLst>
                  <a:ext uri="{FF2B5EF4-FFF2-40B4-BE49-F238E27FC236}">
                    <a16:creationId xmlns:a16="http://schemas.microsoft.com/office/drawing/2014/main" id="{5612EC81-8EC8-34C5-2797-A75E0F8836BC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2" name="pg2537">
                <a:extLst>
                  <a:ext uri="{FF2B5EF4-FFF2-40B4-BE49-F238E27FC236}">
                    <a16:creationId xmlns:a16="http://schemas.microsoft.com/office/drawing/2014/main" id="{C1A89224-A187-00CE-516A-5F960D9111F0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3" name="pg2538">
                <a:extLst>
                  <a:ext uri="{FF2B5EF4-FFF2-40B4-BE49-F238E27FC236}">
                    <a16:creationId xmlns:a16="http://schemas.microsoft.com/office/drawing/2014/main" id="{59A0D859-1E31-C889-7C64-A2679353CCCE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4" name="pg2539">
                <a:extLst>
                  <a:ext uri="{FF2B5EF4-FFF2-40B4-BE49-F238E27FC236}">
                    <a16:creationId xmlns:a16="http://schemas.microsoft.com/office/drawing/2014/main" id="{F8DA260B-EEE2-B79F-A128-B16309F56F66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5" name="pg2540">
                <a:extLst>
                  <a:ext uri="{FF2B5EF4-FFF2-40B4-BE49-F238E27FC236}">
                    <a16:creationId xmlns:a16="http://schemas.microsoft.com/office/drawing/2014/main" id="{1786B989-7A32-DB56-D621-E19AAB7B590C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6" name="pg2541">
                <a:extLst>
                  <a:ext uri="{FF2B5EF4-FFF2-40B4-BE49-F238E27FC236}">
                    <a16:creationId xmlns:a16="http://schemas.microsoft.com/office/drawing/2014/main" id="{6849EB98-9605-E323-64F0-688C23522009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7" name="pg2542">
                <a:extLst>
                  <a:ext uri="{FF2B5EF4-FFF2-40B4-BE49-F238E27FC236}">
                    <a16:creationId xmlns:a16="http://schemas.microsoft.com/office/drawing/2014/main" id="{7CABBBB1-54EE-C1B1-B00E-EC67F7D1A1FC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8" name="pg2543">
                <a:extLst>
                  <a:ext uri="{FF2B5EF4-FFF2-40B4-BE49-F238E27FC236}">
                    <a16:creationId xmlns:a16="http://schemas.microsoft.com/office/drawing/2014/main" id="{421A8DAA-F3D6-67DE-0226-05CF7BEFC66A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9" name="pg2544">
                <a:extLst>
                  <a:ext uri="{FF2B5EF4-FFF2-40B4-BE49-F238E27FC236}">
                    <a16:creationId xmlns:a16="http://schemas.microsoft.com/office/drawing/2014/main" id="{5DEF1630-7E84-C53D-A5BD-D945DFB65BC9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0" name="pg2545">
                <a:extLst>
                  <a:ext uri="{FF2B5EF4-FFF2-40B4-BE49-F238E27FC236}">
                    <a16:creationId xmlns:a16="http://schemas.microsoft.com/office/drawing/2014/main" id="{A570BA94-C016-6001-3F54-C56E5531AA98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1" name="pg2546">
                <a:extLst>
                  <a:ext uri="{FF2B5EF4-FFF2-40B4-BE49-F238E27FC236}">
                    <a16:creationId xmlns:a16="http://schemas.microsoft.com/office/drawing/2014/main" id="{774C9B6D-9785-AD64-EBD3-DD2E74FC0286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2" name="pg2547">
                <a:extLst>
                  <a:ext uri="{FF2B5EF4-FFF2-40B4-BE49-F238E27FC236}">
                    <a16:creationId xmlns:a16="http://schemas.microsoft.com/office/drawing/2014/main" id="{DF776583-4484-67E0-728B-0A5968A1B3EA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3" name="pg2548">
                <a:extLst>
                  <a:ext uri="{FF2B5EF4-FFF2-40B4-BE49-F238E27FC236}">
                    <a16:creationId xmlns:a16="http://schemas.microsoft.com/office/drawing/2014/main" id="{0D2096B4-7FC9-ECB5-7091-A32E62D80EB6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4" name="pg2549">
                <a:extLst>
                  <a:ext uri="{FF2B5EF4-FFF2-40B4-BE49-F238E27FC236}">
                    <a16:creationId xmlns:a16="http://schemas.microsoft.com/office/drawing/2014/main" id="{1522998A-FEDF-F123-44DA-EC52DB8D622A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5" name="pg2550">
                <a:extLst>
                  <a:ext uri="{FF2B5EF4-FFF2-40B4-BE49-F238E27FC236}">
                    <a16:creationId xmlns:a16="http://schemas.microsoft.com/office/drawing/2014/main" id="{899BAA0A-4051-5319-AA5A-34CA57EA6AE9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6" name="pg2551">
                <a:extLst>
                  <a:ext uri="{FF2B5EF4-FFF2-40B4-BE49-F238E27FC236}">
                    <a16:creationId xmlns:a16="http://schemas.microsoft.com/office/drawing/2014/main" id="{92A68D44-E61C-D989-ED68-C39B721A2196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7" name="pg2552">
                <a:extLst>
                  <a:ext uri="{FF2B5EF4-FFF2-40B4-BE49-F238E27FC236}">
                    <a16:creationId xmlns:a16="http://schemas.microsoft.com/office/drawing/2014/main" id="{C2B7C333-BF00-842C-EAD2-8106F382EA16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8" name="pg2553">
                <a:extLst>
                  <a:ext uri="{FF2B5EF4-FFF2-40B4-BE49-F238E27FC236}">
                    <a16:creationId xmlns:a16="http://schemas.microsoft.com/office/drawing/2014/main" id="{13F8E6E8-34F9-5836-CAA5-44A702F860F1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9" name="pg2554">
                <a:extLst>
                  <a:ext uri="{FF2B5EF4-FFF2-40B4-BE49-F238E27FC236}">
                    <a16:creationId xmlns:a16="http://schemas.microsoft.com/office/drawing/2014/main" id="{03A557F9-3B4F-4732-9360-EBFD55C64D01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0" name="pg2555">
                <a:extLst>
                  <a:ext uri="{FF2B5EF4-FFF2-40B4-BE49-F238E27FC236}">
                    <a16:creationId xmlns:a16="http://schemas.microsoft.com/office/drawing/2014/main" id="{4A4FDB69-3BC7-4730-6430-05B06F2A85AE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1" name="pg2556">
                <a:extLst>
                  <a:ext uri="{FF2B5EF4-FFF2-40B4-BE49-F238E27FC236}">
                    <a16:creationId xmlns:a16="http://schemas.microsoft.com/office/drawing/2014/main" id="{A3643A41-1AE5-EC85-DDAE-82988800B55E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2" name="pg2557">
                <a:extLst>
                  <a:ext uri="{FF2B5EF4-FFF2-40B4-BE49-F238E27FC236}">
                    <a16:creationId xmlns:a16="http://schemas.microsoft.com/office/drawing/2014/main" id="{150E0BC5-75CB-E2FF-49F1-5470957833E9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3" name="pg2558">
                <a:extLst>
                  <a:ext uri="{FF2B5EF4-FFF2-40B4-BE49-F238E27FC236}">
                    <a16:creationId xmlns:a16="http://schemas.microsoft.com/office/drawing/2014/main" id="{827D376F-F3E2-B2C0-8BC7-E6A8A0DAF7DE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4" name="pg2559">
                <a:extLst>
                  <a:ext uri="{FF2B5EF4-FFF2-40B4-BE49-F238E27FC236}">
                    <a16:creationId xmlns:a16="http://schemas.microsoft.com/office/drawing/2014/main" id="{20A4837A-0C7D-33DE-BAF8-2B8C20605EAD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5" name="pg2560">
                <a:extLst>
                  <a:ext uri="{FF2B5EF4-FFF2-40B4-BE49-F238E27FC236}">
                    <a16:creationId xmlns:a16="http://schemas.microsoft.com/office/drawing/2014/main" id="{996436AA-F205-845C-80FE-9FD65CE8E58A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6" name="pg2561">
                <a:extLst>
                  <a:ext uri="{FF2B5EF4-FFF2-40B4-BE49-F238E27FC236}">
                    <a16:creationId xmlns:a16="http://schemas.microsoft.com/office/drawing/2014/main" id="{87ECBBE7-D5D3-A8A0-D578-08E3E7FEEE60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7" name="pg2562">
                <a:extLst>
                  <a:ext uri="{FF2B5EF4-FFF2-40B4-BE49-F238E27FC236}">
                    <a16:creationId xmlns:a16="http://schemas.microsoft.com/office/drawing/2014/main" id="{075017C8-3911-708F-7200-8A2A3A0CE5E1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8" name="pg2563">
                <a:extLst>
                  <a:ext uri="{FF2B5EF4-FFF2-40B4-BE49-F238E27FC236}">
                    <a16:creationId xmlns:a16="http://schemas.microsoft.com/office/drawing/2014/main" id="{B92B3063-14ED-85FF-CF10-611BD0517053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9" name="pg2564">
                <a:extLst>
                  <a:ext uri="{FF2B5EF4-FFF2-40B4-BE49-F238E27FC236}">
                    <a16:creationId xmlns:a16="http://schemas.microsoft.com/office/drawing/2014/main" id="{1883652B-161A-DEB4-8B43-31D7B728DB21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0" name="pg2565">
                <a:extLst>
                  <a:ext uri="{FF2B5EF4-FFF2-40B4-BE49-F238E27FC236}">
                    <a16:creationId xmlns:a16="http://schemas.microsoft.com/office/drawing/2014/main" id="{7B96A8DF-442E-8725-7B7C-9EDB15DAB285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1" name="pg2566">
                <a:extLst>
                  <a:ext uri="{FF2B5EF4-FFF2-40B4-BE49-F238E27FC236}">
                    <a16:creationId xmlns:a16="http://schemas.microsoft.com/office/drawing/2014/main" id="{09F8FF7A-67D2-A3F0-77DC-AC8987DD41B4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2" name="pg2567">
                <a:extLst>
                  <a:ext uri="{FF2B5EF4-FFF2-40B4-BE49-F238E27FC236}">
                    <a16:creationId xmlns:a16="http://schemas.microsoft.com/office/drawing/2014/main" id="{A5545C1E-6D58-DFA2-276B-0B42704DD210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3" name="pg2568">
                <a:extLst>
                  <a:ext uri="{FF2B5EF4-FFF2-40B4-BE49-F238E27FC236}">
                    <a16:creationId xmlns:a16="http://schemas.microsoft.com/office/drawing/2014/main" id="{F489FF6D-AC25-CB87-541D-C1FE13E67038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4" name="pg2569">
                <a:extLst>
                  <a:ext uri="{FF2B5EF4-FFF2-40B4-BE49-F238E27FC236}">
                    <a16:creationId xmlns:a16="http://schemas.microsoft.com/office/drawing/2014/main" id="{845EFCC9-533C-6AD2-1285-9D486E485018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5" name="pg2570">
                <a:extLst>
                  <a:ext uri="{FF2B5EF4-FFF2-40B4-BE49-F238E27FC236}">
                    <a16:creationId xmlns:a16="http://schemas.microsoft.com/office/drawing/2014/main" id="{FADEA876-FA56-CC16-9E2B-37453DB15300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6" name="pg2571">
                <a:extLst>
                  <a:ext uri="{FF2B5EF4-FFF2-40B4-BE49-F238E27FC236}">
                    <a16:creationId xmlns:a16="http://schemas.microsoft.com/office/drawing/2014/main" id="{19EE27DD-FD81-5D1E-1BC1-D6F1602CE4F1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7" name="pg2572">
                <a:extLst>
                  <a:ext uri="{FF2B5EF4-FFF2-40B4-BE49-F238E27FC236}">
                    <a16:creationId xmlns:a16="http://schemas.microsoft.com/office/drawing/2014/main" id="{99A652D6-BBA5-0688-762C-0F48243EFD5D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8" name="pg2573">
                <a:extLst>
                  <a:ext uri="{FF2B5EF4-FFF2-40B4-BE49-F238E27FC236}">
                    <a16:creationId xmlns:a16="http://schemas.microsoft.com/office/drawing/2014/main" id="{918CE8C7-DB24-2491-9871-BC3DB2ABE5F3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6B8">
                  <a:alpha val="100000"/>
                </a:srgbClr>
              </a:solidFill>
              <a:ln w="5420" cap="flat">
                <a:solidFill>
                  <a:srgbClr val="7F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9" name="pg2574">
                <a:extLst>
                  <a:ext uri="{FF2B5EF4-FFF2-40B4-BE49-F238E27FC236}">
                    <a16:creationId xmlns:a16="http://schemas.microsoft.com/office/drawing/2014/main" id="{BF1BE43E-0393-17E1-02E9-995FCFEED3CA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0" name="pg2575">
                <a:extLst>
                  <a:ext uri="{FF2B5EF4-FFF2-40B4-BE49-F238E27FC236}">
                    <a16:creationId xmlns:a16="http://schemas.microsoft.com/office/drawing/2014/main" id="{4CB1B515-CBA4-91AC-FEEA-71B5D2D53C60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1" name="pg2576">
                <a:extLst>
                  <a:ext uri="{FF2B5EF4-FFF2-40B4-BE49-F238E27FC236}">
                    <a16:creationId xmlns:a16="http://schemas.microsoft.com/office/drawing/2014/main" id="{42D326F3-3F4A-41AE-1871-CAF9DAAD8CEA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2" name="pg2577">
                <a:extLst>
                  <a:ext uri="{FF2B5EF4-FFF2-40B4-BE49-F238E27FC236}">
                    <a16:creationId xmlns:a16="http://schemas.microsoft.com/office/drawing/2014/main" id="{3353FB3D-C7DE-BD6F-5098-58A04DBB74EB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3" name="pg2578">
                <a:extLst>
                  <a:ext uri="{FF2B5EF4-FFF2-40B4-BE49-F238E27FC236}">
                    <a16:creationId xmlns:a16="http://schemas.microsoft.com/office/drawing/2014/main" id="{7CFBDE13-F405-448F-006B-59973D447B02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4" name="pg2579">
                <a:extLst>
                  <a:ext uri="{FF2B5EF4-FFF2-40B4-BE49-F238E27FC236}">
                    <a16:creationId xmlns:a16="http://schemas.microsoft.com/office/drawing/2014/main" id="{CF90D99F-5CA1-BC81-35C2-B51180C0F912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5" name="pg2580">
                <a:extLst>
                  <a:ext uri="{FF2B5EF4-FFF2-40B4-BE49-F238E27FC236}">
                    <a16:creationId xmlns:a16="http://schemas.microsoft.com/office/drawing/2014/main" id="{B456BCCE-A38D-4E4B-597D-2F5B30617A97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6" name="pg2581">
                <a:extLst>
                  <a:ext uri="{FF2B5EF4-FFF2-40B4-BE49-F238E27FC236}">
                    <a16:creationId xmlns:a16="http://schemas.microsoft.com/office/drawing/2014/main" id="{0A00C5A1-FDC8-D458-20AD-E7A62C64DA58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7" name="pg2582">
                <a:extLst>
                  <a:ext uri="{FF2B5EF4-FFF2-40B4-BE49-F238E27FC236}">
                    <a16:creationId xmlns:a16="http://schemas.microsoft.com/office/drawing/2014/main" id="{B9EB84A0-647D-A927-C4CF-EE35F9490A5A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8" name="pg2583">
                <a:extLst>
                  <a:ext uri="{FF2B5EF4-FFF2-40B4-BE49-F238E27FC236}">
                    <a16:creationId xmlns:a16="http://schemas.microsoft.com/office/drawing/2014/main" id="{9D007B00-C40B-3C4D-2AE5-F12BE68D578D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9" name="pg2584">
                <a:extLst>
                  <a:ext uri="{FF2B5EF4-FFF2-40B4-BE49-F238E27FC236}">
                    <a16:creationId xmlns:a16="http://schemas.microsoft.com/office/drawing/2014/main" id="{BF81FC73-C006-CEAC-369A-476D3F6D6141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0" name="pg2585">
                <a:extLst>
                  <a:ext uri="{FF2B5EF4-FFF2-40B4-BE49-F238E27FC236}">
                    <a16:creationId xmlns:a16="http://schemas.microsoft.com/office/drawing/2014/main" id="{8352076C-1C03-C9D2-E2BB-E8C2895D304E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1" name="pg2586">
                <a:extLst>
                  <a:ext uri="{FF2B5EF4-FFF2-40B4-BE49-F238E27FC236}">
                    <a16:creationId xmlns:a16="http://schemas.microsoft.com/office/drawing/2014/main" id="{5C4B124E-1AAE-02C9-160E-70CBFC8034E4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2" name="pg2587">
                <a:extLst>
                  <a:ext uri="{FF2B5EF4-FFF2-40B4-BE49-F238E27FC236}">
                    <a16:creationId xmlns:a16="http://schemas.microsoft.com/office/drawing/2014/main" id="{F20BA9F7-FD27-39D4-48B9-340EED59B0FE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3" name="pg2588">
                <a:extLst>
                  <a:ext uri="{FF2B5EF4-FFF2-40B4-BE49-F238E27FC236}">
                    <a16:creationId xmlns:a16="http://schemas.microsoft.com/office/drawing/2014/main" id="{1FFC365D-6D32-3863-8077-4C33D614DF2D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4" name="pg2589">
                <a:extLst>
                  <a:ext uri="{FF2B5EF4-FFF2-40B4-BE49-F238E27FC236}">
                    <a16:creationId xmlns:a16="http://schemas.microsoft.com/office/drawing/2014/main" id="{459106FB-D28A-95A6-18F1-464C104BCCA3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5" name="pg2590">
                <a:extLst>
                  <a:ext uri="{FF2B5EF4-FFF2-40B4-BE49-F238E27FC236}">
                    <a16:creationId xmlns:a16="http://schemas.microsoft.com/office/drawing/2014/main" id="{DA15FF62-2D9D-D7F2-5558-6A3A7AC69C23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6" name="pg2591">
                <a:extLst>
                  <a:ext uri="{FF2B5EF4-FFF2-40B4-BE49-F238E27FC236}">
                    <a16:creationId xmlns:a16="http://schemas.microsoft.com/office/drawing/2014/main" id="{E42E53F6-16E8-5206-0738-C441E4E4AC20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7" name="pg2592">
                <a:extLst>
                  <a:ext uri="{FF2B5EF4-FFF2-40B4-BE49-F238E27FC236}">
                    <a16:creationId xmlns:a16="http://schemas.microsoft.com/office/drawing/2014/main" id="{9259D74C-9766-7B81-B3B2-6CEA5DBC1CEE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8" name="pg2593">
                <a:extLst>
                  <a:ext uri="{FF2B5EF4-FFF2-40B4-BE49-F238E27FC236}">
                    <a16:creationId xmlns:a16="http://schemas.microsoft.com/office/drawing/2014/main" id="{80733AC9-F520-B1EC-C3DF-F39B64A07765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9" name="pg2594">
                <a:extLst>
                  <a:ext uri="{FF2B5EF4-FFF2-40B4-BE49-F238E27FC236}">
                    <a16:creationId xmlns:a16="http://schemas.microsoft.com/office/drawing/2014/main" id="{4CB92403-B787-D420-04D0-B10A31CBFE8D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0" name="pg2595">
                <a:extLst>
                  <a:ext uri="{FF2B5EF4-FFF2-40B4-BE49-F238E27FC236}">
                    <a16:creationId xmlns:a16="http://schemas.microsoft.com/office/drawing/2014/main" id="{D5522730-4892-1C74-1BB7-9D343F4D3159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1" name="pg2596">
                <a:extLst>
                  <a:ext uri="{FF2B5EF4-FFF2-40B4-BE49-F238E27FC236}">
                    <a16:creationId xmlns:a16="http://schemas.microsoft.com/office/drawing/2014/main" id="{51031D03-97CC-3A23-28AC-43581460E2C5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2" name="pg2597">
                <a:extLst>
                  <a:ext uri="{FF2B5EF4-FFF2-40B4-BE49-F238E27FC236}">
                    <a16:creationId xmlns:a16="http://schemas.microsoft.com/office/drawing/2014/main" id="{6BC08E6D-B1B7-36ED-9656-6F5C43E71234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3" name="pg2598">
                <a:extLst>
                  <a:ext uri="{FF2B5EF4-FFF2-40B4-BE49-F238E27FC236}">
                    <a16:creationId xmlns:a16="http://schemas.microsoft.com/office/drawing/2014/main" id="{702A942D-3018-7B3B-01BB-95FC917CE21B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4" name="pg2599">
                <a:extLst>
                  <a:ext uri="{FF2B5EF4-FFF2-40B4-BE49-F238E27FC236}">
                    <a16:creationId xmlns:a16="http://schemas.microsoft.com/office/drawing/2014/main" id="{1CFDCA3B-FA7C-F10D-EC08-8BC99201E745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5" name="pg2600">
                <a:extLst>
                  <a:ext uri="{FF2B5EF4-FFF2-40B4-BE49-F238E27FC236}">
                    <a16:creationId xmlns:a16="http://schemas.microsoft.com/office/drawing/2014/main" id="{2975C7F3-6EF6-7E36-CB86-7E32F8F3254C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6" name="pg2601">
                <a:extLst>
                  <a:ext uri="{FF2B5EF4-FFF2-40B4-BE49-F238E27FC236}">
                    <a16:creationId xmlns:a16="http://schemas.microsoft.com/office/drawing/2014/main" id="{89D22BC6-6A03-966F-91DF-F0CA949E04AA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7" name="pg2602">
                <a:extLst>
                  <a:ext uri="{FF2B5EF4-FFF2-40B4-BE49-F238E27FC236}">
                    <a16:creationId xmlns:a16="http://schemas.microsoft.com/office/drawing/2014/main" id="{2945ECC8-93F5-06C1-0B41-7B27EA2B4966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8" name="pg2603">
                <a:extLst>
                  <a:ext uri="{FF2B5EF4-FFF2-40B4-BE49-F238E27FC236}">
                    <a16:creationId xmlns:a16="http://schemas.microsoft.com/office/drawing/2014/main" id="{A177A7AB-C873-26BD-26CB-333A83AC177A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9" name="pg2604">
                <a:extLst>
                  <a:ext uri="{FF2B5EF4-FFF2-40B4-BE49-F238E27FC236}">
                    <a16:creationId xmlns:a16="http://schemas.microsoft.com/office/drawing/2014/main" id="{73C888A3-2DF1-2D78-B085-3127A808CCC7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0" name="pg2605">
                <a:extLst>
                  <a:ext uri="{FF2B5EF4-FFF2-40B4-BE49-F238E27FC236}">
                    <a16:creationId xmlns:a16="http://schemas.microsoft.com/office/drawing/2014/main" id="{2E332DA1-C116-7D17-3985-801D491E96CF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1" name="pg2606">
                <a:extLst>
                  <a:ext uri="{FF2B5EF4-FFF2-40B4-BE49-F238E27FC236}">
                    <a16:creationId xmlns:a16="http://schemas.microsoft.com/office/drawing/2014/main" id="{2A38644A-76F6-C9C8-07DD-A69EB8EB12A3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2" name="pg2607">
                <a:extLst>
                  <a:ext uri="{FF2B5EF4-FFF2-40B4-BE49-F238E27FC236}">
                    <a16:creationId xmlns:a16="http://schemas.microsoft.com/office/drawing/2014/main" id="{859E4138-620B-EF3F-5C51-4A09B790F42B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3" name="pg2608">
                <a:extLst>
                  <a:ext uri="{FF2B5EF4-FFF2-40B4-BE49-F238E27FC236}">
                    <a16:creationId xmlns:a16="http://schemas.microsoft.com/office/drawing/2014/main" id="{827625DC-26C4-4B57-52A6-448EBA513FB6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4" name="pg2609">
                <a:extLst>
                  <a:ext uri="{FF2B5EF4-FFF2-40B4-BE49-F238E27FC236}">
                    <a16:creationId xmlns:a16="http://schemas.microsoft.com/office/drawing/2014/main" id="{07EB9459-6888-33D5-C777-F2617AF92F58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5" name="pg2610">
                <a:extLst>
                  <a:ext uri="{FF2B5EF4-FFF2-40B4-BE49-F238E27FC236}">
                    <a16:creationId xmlns:a16="http://schemas.microsoft.com/office/drawing/2014/main" id="{7E5A9059-C5A5-8131-CE18-8B92164EE0DD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6" name="pg2611">
                <a:extLst>
                  <a:ext uri="{FF2B5EF4-FFF2-40B4-BE49-F238E27FC236}">
                    <a16:creationId xmlns:a16="http://schemas.microsoft.com/office/drawing/2014/main" id="{47187DE5-2CE7-E734-498A-8935E897BF8C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7" name="pg2612">
                <a:extLst>
                  <a:ext uri="{FF2B5EF4-FFF2-40B4-BE49-F238E27FC236}">
                    <a16:creationId xmlns:a16="http://schemas.microsoft.com/office/drawing/2014/main" id="{8D6A1F8B-A475-1AE9-AEFB-C7D36956B06A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8" name="pg2613">
                <a:extLst>
                  <a:ext uri="{FF2B5EF4-FFF2-40B4-BE49-F238E27FC236}">
                    <a16:creationId xmlns:a16="http://schemas.microsoft.com/office/drawing/2014/main" id="{28B80896-7D3B-3356-5CE4-F4831B15DE33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9" name="pg2614">
                <a:extLst>
                  <a:ext uri="{FF2B5EF4-FFF2-40B4-BE49-F238E27FC236}">
                    <a16:creationId xmlns:a16="http://schemas.microsoft.com/office/drawing/2014/main" id="{BB8AAE24-A27C-428D-B71E-23CA07762D93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0" name="pg2615">
                <a:extLst>
                  <a:ext uri="{FF2B5EF4-FFF2-40B4-BE49-F238E27FC236}">
                    <a16:creationId xmlns:a16="http://schemas.microsoft.com/office/drawing/2014/main" id="{1D749E1E-554B-68DE-19A7-88B8B01B6BF9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1" name="pg2616">
                <a:extLst>
                  <a:ext uri="{FF2B5EF4-FFF2-40B4-BE49-F238E27FC236}">
                    <a16:creationId xmlns:a16="http://schemas.microsoft.com/office/drawing/2014/main" id="{99ADE1D6-1715-7035-3A3C-0099CA5362A2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2" name="pg2617">
                <a:extLst>
                  <a:ext uri="{FF2B5EF4-FFF2-40B4-BE49-F238E27FC236}">
                    <a16:creationId xmlns:a16="http://schemas.microsoft.com/office/drawing/2014/main" id="{A0FB1AF7-7FB5-D29F-60AD-E3E021772058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3" name="pg2618">
                <a:extLst>
                  <a:ext uri="{FF2B5EF4-FFF2-40B4-BE49-F238E27FC236}">
                    <a16:creationId xmlns:a16="http://schemas.microsoft.com/office/drawing/2014/main" id="{B790D003-55D7-F828-9F9B-07F1E51749C3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4" name="pg2619">
                <a:extLst>
                  <a:ext uri="{FF2B5EF4-FFF2-40B4-BE49-F238E27FC236}">
                    <a16:creationId xmlns:a16="http://schemas.microsoft.com/office/drawing/2014/main" id="{2F0F197A-FADA-44EF-409D-1B1EAE2D31B4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5" name="pg2620">
                <a:extLst>
                  <a:ext uri="{FF2B5EF4-FFF2-40B4-BE49-F238E27FC236}">
                    <a16:creationId xmlns:a16="http://schemas.microsoft.com/office/drawing/2014/main" id="{1F1EDAEF-2371-916F-6C88-F2C54D968687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6" name="pg2621">
                <a:extLst>
                  <a:ext uri="{FF2B5EF4-FFF2-40B4-BE49-F238E27FC236}">
                    <a16:creationId xmlns:a16="http://schemas.microsoft.com/office/drawing/2014/main" id="{E18EC662-BA4E-E822-D2E0-148DB2476C98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7" name="pg2622">
                <a:extLst>
                  <a:ext uri="{FF2B5EF4-FFF2-40B4-BE49-F238E27FC236}">
                    <a16:creationId xmlns:a16="http://schemas.microsoft.com/office/drawing/2014/main" id="{6706C5FB-DF8E-6460-B094-E1EBABCEE669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8" name="pg2623">
                <a:extLst>
                  <a:ext uri="{FF2B5EF4-FFF2-40B4-BE49-F238E27FC236}">
                    <a16:creationId xmlns:a16="http://schemas.microsoft.com/office/drawing/2014/main" id="{9BA56AF7-B6B6-DFA4-ACA7-CB9FA4CBF972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9" name="pg2624">
                <a:extLst>
                  <a:ext uri="{FF2B5EF4-FFF2-40B4-BE49-F238E27FC236}">
                    <a16:creationId xmlns:a16="http://schemas.microsoft.com/office/drawing/2014/main" id="{2EB935CD-E90B-EC63-A651-29456A35AD9F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0" name="pg2625">
                <a:extLst>
                  <a:ext uri="{FF2B5EF4-FFF2-40B4-BE49-F238E27FC236}">
                    <a16:creationId xmlns:a16="http://schemas.microsoft.com/office/drawing/2014/main" id="{3AA0664C-AA06-C1EF-5E64-BE4C7B223752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1" name="pg2626">
                <a:extLst>
                  <a:ext uri="{FF2B5EF4-FFF2-40B4-BE49-F238E27FC236}">
                    <a16:creationId xmlns:a16="http://schemas.microsoft.com/office/drawing/2014/main" id="{2A7398E5-591E-2833-820F-BD79E4D0510D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2" name="pg2627">
                <a:extLst>
                  <a:ext uri="{FF2B5EF4-FFF2-40B4-BE49-F238E27FC236}">
                    <a16:creationId xmlns:a16="http://schemas.microsoft.com/office/drawing/2014/main" id="{3A35E309-814C-E65B-FB21-FD17900A8127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3" name="pg2628">
                <a:extLst>
                  <a:ext uri="{FF2B5EF4-FFF2-40B4-BE49-F238E27FC236}">
                    <a16:creationId xmlns:a16="http://schemas.microsoft.com/office/drawing/2014/main" id="{B1ABE469-E30C-F78E-BA49-F41E75B15A4E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4" name="pg2629">
                <a:extLst>
                  <a:ext uri="{FF2B5EF4-FFF2-40B4-BE49-F238E27FC236}">
                    <a16:creationId xmlns:a16="http://schemas.microsoft.com/office/drawing/2014/main" id="{37939D0F-920F-1673-622F-F71909EF2A58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5" name="pg2630">
                <a:extLst>
                  <a:ext uri="{FF2B5EF4-FFF2-40B4-BE49-F238E27FC236}">
                    <a16:creationId xmlns:a16="http://schemas.microsoft.com/office/drawing/2014/main" id="{96C7CD8B-22A9-F04F-CAAB-CDA916F14621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6" name="pg2631">
                <a:extLst>
                  <a:ext uri="{FF2B5EF4-FFF2-40B4-BE49-F238E27FC236}">
                    <a16:creationId xmlns:a16="http://schemas.microsoft.com/office/drawing/2014/main" id="{052BE27C-E674-5CA4-1778-F183AE54382F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7" name="pg2632">
                <a:extLst>
                  <a:ext uri="{FF2B5EF4-FFF2-40B4-BE49-F238E27FC236}">
                    <a16:creationId xmlns:a16="http://schemas.microsoft.com/office/drawing/2014/main" id="{67CCD9A9-D2B5-D64E-96EB-E451F6F1104E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8" name="pg2633">
                <a:extLst>
                  <a:ext uri="{FF2B5EF4-FFF2-40B4-BE49-F238E27FC236}">
                    <a16:creationId xmlns:a16="http://schemas.microsoft.com/office/drawing/2014/main" id="{193D73BF-F222-9964-DA3B-5EEF98AD9603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9" name="pg2634">
                <a:extLst>
                  <a:ext uri="{FF2B5EF4-FFF2-40B4-BE49-F238E27FC236}">
                    <a16:creationId xmlns:a16="http://schemas.microsoft.com/office/drawing/2014/main" id="{68974D16-9CA9-D9D7-6EBA-C17DBCA34B3B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0" name="pg2635">
                <a:extLst>
                  <a:ext uri="{FF2B5EF4-FFF2-40B4-BE49-F238E27FC236}">
                    <a16:creationId xmlns:a16="http://schemas.microsoft.com/office/drawing/2014/main" id="{4C18017D-0027-CCD9-7101-F8060F2DF270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1" name="pg2636">
                <a:extLst>
                  <a:ext uri="{FF2B5EF4-FFF2-40B4-BE49-F238E27FC236}">
                    <a16:creationId xmlns:a16="http://schemas.microsoft.com/office/drawing/2014/main" id="{5D4BFEE7-34E6-8335-62C2-4A870233A440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2" name="pg2637">
                <a:extLst>
                  <a:ext uri="{FF2B5EF4-FFF2-40B4-BE49-F238E27FC236}">
                    <a16:creationId xmlns:a16="http://schemas.microsoft.com/office/drawing/2014/main" id="{B56316B7-CCC1-51D1-40F7-8B1772E53EEB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3" name="pg2638">
                <a:extLst>
                  <a:ext uri="{FF2B5EF4-FFF2-40B4-BE49-F238E27FC236}">
                    <a16:creationId xmlns:a16="http://schemas.microsoft.com/office/drawing/2014/main" id="{8C97EE5B-ABB3-849C-7541-8CFCBC816877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4" name="pg2639">
                <a:extLst>
                  <a:ext uri="{FF2B5EF4-FFF2-40B4-BE49-F238E27FC236}">
                    <a16:creationId xmlns:a16="http://schemas.microsoft.com/office/drawing/2014/main" id="{1FF7555D-BE8C-9B99-AE55-4A0F1E26924B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5" name="pg2640">
                <a:extLst>
                  <a:ext uri="{FF2B5EF4-FFF2-40B4-BE49-F238E27FC236}">
                    <a16:creationId xmlns:a16="http://schemas.microsoft.com/office/drawing/2014/main" id="{5EF54DFA-3130-EB04-3113-CCB6CE55CBF8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6" name="pg2641">
                <a:extLst>
                  <a:ext uri="{FF2B5EF4-FFF2-40B4-BE49-F238E27FC236}">
                    <a16:creationId xmlns:a16="http://schemas.microsoft.com/office/drawing/2014/main" id="{DC93D442-8A70-2BB3-45B0-297CF07209DF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7" name="pg2642">
                <a:extLst>
                  <a:ext uri="{FF2B5EF4-FFF2-40B4-BE49-F238E27FC236}">
                    <a16:creationId xmlns:a16="http://schemas.microsoft.com/office/drawing/2014/main" id="{FCB811A3-49B8-F251-1A98-733D7A47014E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8" name="pg2643">
                <a:extLst>
                  <a:ext uri="{FF2B5EF4-FFF2-40B4-BE49-F238E27FC236}">
                    <a16:creationId xmlns:a16="http://schemas.microsoft.com/office/drawing/2014/main" id="{FA42C26E-4B70-5AE8-32C8-2BFC2EC09747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9" name="pg2644">
                <a:extLst>
                  <a:ext uri="{FF2B5EF4-FFF2-40B4-BE49-F238E27FC236}">
                    <a16:creationId xmlns:a16="http://schemas.microsoft.com/office/drawing/2014/main" id="{F5A292F4-BA61-DC50-D490-C48FE478E66F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0" name="pg2645">
                <a:extLst>
                  <a:ext uri="{FF2B5EF4-FFF2-40B4-BE49-F238E27FC236}">
                    <a16:creationId xmlns:a16="http://schemas.microsoft.com/office/drawing/2014/main" id="{3B1330E7-32CC-230C-D8A9-11071A452C69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1" name="pg2646">
                <a:extLst>
                  <a:ext uri="{FF2B5EF4-FFF2-40B4-BE49-F238E27FC236}">
                    <a16:creationId xmlns:a16="http://schemas.microsoft.com/office/drawing/2014/main" id="{E787D614-A0E4-04C5-9D17-9A0B4C63523D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2" name="pg2647">
                <a:extLst>
                  <a:ext uri="{FF2B5EF4-FFF2-40B4-BE49-F238E27FC236}">
                    <a16:creationId xmlns:a16="http://schemas.microsoft.com/office/drawing/2014/main" id="{0D0CE6AB-DFC0-6682-5DE9-3A6060CB2BD2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3" name="pg2648">
                <a:extLst>
                  <a:ext uri="{FF2B5EF4-FFF2-40B4-BE49-F238E27FC236}">
                    <a16:creationId xmlns:a16="http://schemas.microsoft.com/office/drawing/2014/main" id="{75334EE8-39D9-B601-1759-3B4C06895BF5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4" name="pg2649">
                <a:extLst>
                  <a:ext uri="{FF2B5EF4-FFF2-40B4-BE49-F238E27FC236}">
                    <a16:creationId xmlns:a16="http://schemas.microsoft.com/office/drawing/2014/main" id="{B818E6A6-7B6D-0921-8EF5-7062EBFF863A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5" name="pg2650">
                <a:extLst>
                  <a:ext uri="{FF2B5EF4-FFF2-40B4-BE49-F238E27FC236}">
                    <a16:creationId xmlns:a16="http://schemas.microsoft.com/office/drawing/2014/main" id="{682B0DB1-50BB-9753-23C2-84E7CBBD552C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6" name="pg2651">
                <a:extLst>
                  <a:ext uri="{FF2B5EF4-FFF2-40B4-BE49-F238E27FC236}">
                    <a16:creationId xmlns:a16="http://schemas.microsoft.com/office/drawing/2014/main" id="{E947B669-7BB8-461F-3733-2C953A1ACEFA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7" name="pg2652">
                <a:extLst>
                  <a:ext uri="{FF2B5EF4-FFF2-40B4-BE49-F238E27FC236}">
                    <a16:creationId xmlns:a16="http://schemas.microsoft.com/office/drawing/2014/main" id="{697E35DE-77E0-0EC2-845A-ABF8110C828F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8" name="pg2653">
                <a:extLst>
                  <a:ext uri="{FF2B5EF4-FFF2-40B4-BE49-F238E27FC236}">
                    <a16:creationId xmlns:a16="http://schemas.microsoft.com/office/drawing/2014/main" id="{3DE70937-FA9A-3BFF-D084-06AF1ABAA3E1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9" name="pg2654">
                <a:extLst>
                  <a:ext uri="{FF2B5EF4-FFF2-40B4-BE49-F238E27FC236}">
                    <a16:creationId xmlns:a16="http://schemas.microsoft.com/office/drawing/2014/main" id="{784976AF-1E00-9E8B-C360-7CC268FD3F5F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0" name="pg2655">
                <a:extLst>
                  <a:ext uri="{FF2B5EF4-FFF2-40B4-BE49-F238E27FC236}">
                    <a16:creationId xmlns:a16="http://schemas.microsoft.com/office/drawing/2014/main" id="{8737E958-3587-A6B6-E3A3-130381225A8D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1" name="pg2656">
                <a:extLst>
                  <a:ext uri="{FF2B5EF4-FFF2-40B4-BE49-F238E27FC236}">
                    <a16:creationId xmlns:a16="http://schemas.microsoft.com/office/drawing/2014/main" id="{7434A851-D5AE-64DB-CAC6-8B325260D91C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2" name="pg2657">
                <a:extLst>
                  <a:ext uri="{FF2B5EF4-FFF2-40B4-BE49-F238E27FC236}">
                    <a16:creationId xmlns:a16="http://schemas.microsoft.com/office/drawing/2014/main" id="{E5035CBC-972A-0FB5-CD59-EEBA8A8AD1A0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3" name="pg2658">
                <a:extLst>
                  <a:ext uri="{FF2B5EF4-FFF2-40B4-BE49-F238E27FC236}">
                    <a16:creationId xmlns:a16="http://schemas.microsoft.com/office/drawing/2014/main" id="{B7ACD320-EC35-CE37-51AE-584CA1F115F0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4" name="pg2659">
                <a:extLst>
                  <a:ext uri="{FF2B5EF4-FFF2-40B4-BE49-F238E27FC236}">
                    <a16:creationId xmlns:a16="http://schemas.microsoft.com/office/drawing/2014/main" id="{18C01FC2-36D9-C648-04E8-4256A2874EC4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5" name="pg2660">
                <a:extLst>
                  <a:ext uri="{FF2B5EF4-FFF2-40B4-BE49-F238E27FC236}">
                    <a16:creationId xmlns:a16="http://schemas.microsoft.com/office/drawing/2014/main" id="{D706355A-4DE7-E9AC-CF91-22B29AACB8CA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6" name="pg2661">
                <a:extLst>
                  <a:ext uri="{FF2B5EF4-FFF2-40B4-BE49-F238E27FC236}">
                    <a16:creationId xmlns:a16="http://schemas.microsoft.com/office/drawing/2014/main" id="{86B68D2F-B199-2692-5E75-3DD81C9E741B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7" name="pg2662">
                <a:extLst>
                  <a:ext uri="{FF2B5EF4-FFF2-40B4-BE49-F238E27FC236}">
                    <a16:creationId xmlns:a16="http://schemas.microsoft.com/office/drawing/2014/main" id="{E23F25FE-5943-7BEF-E252-B973725A6658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8" name="pg2663">
                <a:extLst>
                  <a:ext uri="{FF2B5EF4-FFF2-40B4-BE49-F238E27FC236}">
                    <a16:creationId xmlns:a16="http://schemas.microsoft.com/office/drawing/2014/main" id="{10499102-E2AD-3FD4-7B9D-6E4709F70150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9" name="pg2664">
                <a:extLst>
                  <a:ext uri="{FF2B5EF4-FFF2-40B4-BE49-F238E27FC236}">
                    <a16:creationId xmlns:a16="http://schemas.microsoft.com/office/drawing/2014/main" id="{4A039643-E42F-C3F6-A7FE-32F13F8231DB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0" name="pg2665">
                <a:extLst>
                  <a:ext uri="{FF2B5EF4-FFF2-40B4-BE49-F238E27FC236}">
                    <a16:creationId xmlns:a16="http://schemas.microsoft.com/office/drawing/2014/main" id="{671BD90D-D613-78F9-5D7B-19719AF9F317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1" name="pg2666">
                <a:extLst>
                  <a:ext uri="{FF2B5EF4-FFF2-40B4-BE49-F238E27FC236}">
                    <a16:creationId xmlns:a16="http://schemas.microsoft.com/office/drawing/2014/main" id="{D802436F-EEB5-0DA6-7EBC-F3EFE9460FAE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2" name="pg2667">
                <a:extLst>
                  <a:ext uri="{FF2B5EF4-FFF2-40B4-BE49-F238E27FC236}">
                    <a16:creationId xmlns:a16="http://schemas.microsoft.com/office/drawing/2014/main" id="{C32E0E83-C18E-ECC6-3ACF-E6F10335ABEF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3" name="pg2668">
                <a:extLst>
                  <a:ext uri="{FF2B5EF4-FFF2-40B4-BE49-F238E27FC236}">
                    <a16:creationId xmlns:a16="http://schemas.microsoft.com/office/drawing/2014/main" id="{FB725EA4-6951-3B91-6D02-D1ACB55DDC81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4" name="pg2669">
                <a:extLst>
                  <a:ext uri="{FF2B5EF4-FFF2-40B4-BE49-F238E27FC236}">
                    <a16:creationId xmlns:a16="http://schemas.microsoft.com/office/drawing/2014/main" id="{B25B597E-ECD9-CF3F-8FFE-8E69EF8945C0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5" name="pg2670">
                <a:extLst>
                  <a:ext uri="{FF2B5EF4-FFF2-40B4-BE49-F238E27FC236}">
                    <a16:creationId xmlns:a16="http://schemas.microsoft.com/office/drawing/2014/main" id="{72D713FF-AC10-B7D0-47E3-6AE02BEDC3F7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6" name="pg2671">
                <a:extLst>
                  <a:ext uri="{FF2B5EF4-FFF2-40B4-BE49-F238E27FC236}">
                    <a16:creationId xmlns:a16="http://schemas.microsoft.com/office/drawing/2014/main" id="{D0B755AF-617F-6D00-3BE4-7C70C776B691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7" name="pg2672">
                <a:extLst>
                  <a:ext uri="{FF2B5EF4-FFF2-40B4-BE49-F238E27FC236}">
                    <a16:creationId xmlns:a16="http://schemas.microsoft.com/office/drawing/2014/main" id="{99548E9F-785D-5839-376E-6555DA6752BD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8" name="pg2673">
                <a:extLst>
                  <a:ext uri="{FF2B5EF4-FFF2-40B4-BE49-F238E27FC236}">
                    <a16:creationId xmlns:a16="http://schemas.microsoft.com/office/drawing/2014/main" id="{AC3BDF9E-A5B6-46AE-0105-6F95E3BEC840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9" name="pg2674">
                <a:extLst>
                  <a:ext uri="{FF2B5EF4-FFF2-40B4-BE49-F238E27FC236}">
                    <a16:creationId xmlns:a16="http://schemas.microsoft.com/office/drawing/2014/main" id="{9E531C4C-81D6-D0AC-C622-A9965D327A01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0" name="pg2675">
                <a:extLst>
                  <a:ext uri="{FF2B5EF4-FFF2-40B4-BE49-F238E27FC236}">
                    <a16:creationId xmlns:a16="http://schemas.microsoft.com/office/drawing/2014/main" id="{892CA713-D875-C869-0263-580DDEC4EBE1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1" name="pg2676">
                <a:extLst>
                  <a:ext uri="{FF2B5EF4-FFF2-40B4-BE49-F238E27FC236}">
                    <a16:creationId xmlns:a16="http://schemas.microsoft.com/office/drawing/2014/main" id="{D2A14FBE-3823-C4F6-A7C9-C49F005AAD5E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2" name="pg2677">
                <a:extLst>
                  <a:ext uri="{FF2B5EF4-FFF2-40B4-BE49-F238E27FC236}">
                    <a16:creationId xmlns:a16="http://schemas.microsoft.com/office/drawing/2014/main" id="{4A61E5C5-391E-D228-EF1E-771C3A01803D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3" name="pg2678">
                <a:extLst>
                  <a:ext uri="{FF2B5EF4-FFF2-40B4-BE49-F238E27FC236}">
                    <a16:creationId xmlns:a16="http://schemas.microsoft.com/office/drawing/2014/main" id="{3977F488-C483-FD89-5974-29385C18DC2D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4" name="pg2679">
                <a:extLst>
                  <a:ext uri="{FF2B5EF4-FFF2-40B4-BE49-F238E27FC236}">
                    <a16:creationId xmlns:a16="http://schemas.microsoft.com/office/drawing/2014/main" id="{0AB674F9-6D44-A9D7-2446-D288B9F64A82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5" name="pg2680">
                <a:extLst>
                  <a:ext uri="{FF2B5EF4-FFF2-40B4-BE49-F238E27FC236}">
                    <a16:creationId xmlns:a16="http://schemas.microsoft.com/office/drawing/2014/main" id="{F90EE9FF-5E95-00E5-E1B0-CD90FF3166E0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6" name="pg2681">
                <a:extLst>
                  <a:ext uri="{FF2B5EF4-FFF2-40B4-BE49-F238E27FC236}">
                    <a16:creationId xmlns:a16="http://schemas.microsoft.com/office/drawing/2014/main" id="{C82A620F-63E6-EF60-A796-7610C3F2FB1E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7" name="pg2682">
                <a:extLst>
                  <a:ext uri="{FF2B5EF4-FFF2-40B4-BE49-F238E27FC236}">
                    <a16:creationId xmlns:a16="http://schemas.microsoft.com/office/drawing/2014/main" id="{722185D6-6386-59FD-6B23-75DA63634734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8" name="pg2683">
                <a:extLst>
                  <a:ext uri="{FF2B5EF4-FFF2-40B4-BE49-F238E27FC236}">
                    <a16:creationId xmlns:a16="http://schemas.microsoft.com/office/drawing/2014/main" id="{B3D7A027-6D88-850C-6B60-4B635392E6D1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9" name="pg2684">
                <a:extLst>
                  <a:ext uri="{FF2B5EF4-FFF2-40B4-BE49-F238E27FC236}">
                    <a16:creationId xmlns:a16="http://schemas.microsoft.com/office/drawing/2014/main" id="{D0907EFE-1280-6C3A-6988-8B24EE28A0BE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0" name="pg2685">
                <a:extLst>
                  <a:ext uri="{FF2B5EF4-FFF2-40B4-BE49-F238E27FC236}">
                    <a16:creationId xmlns:a16="http://schemas.microsoft.com/office/drawing/2014/main" id="{C3372218-45EC-58D0-DA6A-6F7F31E6041A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1" name="pg2686">
                <a:extLst>
                  <a:ext uri="{FF2B5EF4-FFF2-40B4-BE49-F238E27FC236}">
                    <a16:creationId xmlns:a16="http://schemas.microsoft.com/office/drawing/2014/main" id="{3DDF776F-0E4C-F751-C8AE-099162FA077A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2" name="pg2687">
                <a:extLst>
                  <a:ext uri="{FF2B5EF4-FFF2-40B4-BE49-F238E27FC236}">
                    <a16:creationId xmlns:a16="http://schemas.microsoft.com/office/drawing/2014/main" id="{439C47CA-BF98-0A9D-CE9C-62EC0D19C03F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3" name="pg2688">
                <a:extLst>
                  <a:ext uri="{FF2B5EF4-FFF2-40B4-BE49-F238E27FC236}">
                    <a16:creationId xmlns:a16="http://schemas.microsoft.com/office/drawing/2014/main" id="{C2F44B05-4A4E-1E6A-50BA-E626BE35627B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4" name="pg2689">
                <a:extLst>
                  <a:ext uri="{FF2B5EF4-FFF2-40B4-BE49-F238E27FC236}">
                    <a16:creationId xmlns:a16="http://schemas.microsoft.com/office/drawing/2014/main" id="{D1762418-B834-E218-C102-1DEB8CB6A76C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5" name="pg2690">
                <a:extLst>
                  <a:ext uri="{FF2B5EF4-FFF2-40B4-BE49-F238E27FC236}">
                    <a16:creationId xmlns:a16="http://schemas.microsoft.com/office/drawing/2014/main" id="{3F6C1465-597B-430F-E18B-B5E7732B67A5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6" name="pg2691">
                <a:extLst>
                  <a:ext uri="{FF2B5EF4-FFF2-40B4-BE49-F238E27FC236}">
                    <a16:creationId xmlns:a16="http://schemas.microsoft.com/office/drawing/2014/main" id="{ADEED95C-6986-1D49-6A90-CDBD46F9925A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7" name="pg2692">
                <a:extLst>
                  <a:ext uri="{FF2B5EF4-FFF2-40B4-BE49-F238E27FC236}">
                    <a16:creationId xmlns:a16="http://schemas.microsoft.com/office/drawing/2014/main" id="{56F583B1-5135-77B4-E1D8-F0E8C085EAFD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8" name="pg2693">
                <a:extLst>
                  <a:ext uri="{FF2B5EF4-FFF2-40B4-BE49-F238E27FC236}">
                    <a16:creationId xmlns:a16="http://schemas.microsoft.com/office/drawing/2014/main" id="{A8CCE860-DF03-3D00-9CFE-9A77FF317CBA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9" name="pg2694">
                <a:extLst>
                  <a:ext uri="{FF2B5EF4-FFF2-40B4-BE49-F238E27FC236}">
                    <a16:creationId xmlns:a16="http://schemas.microsoft.com/office/drawing/2014/main" id="{6A2376A9-399F-01FC-0C39-9791885B37EA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0" name="pg2695">
                <a:extLst>
                  <a:ext uri="{FF2B5EF4-FFF2-40B4-BE49-F238E27FC236}">
                    <a16:creationId xmlns:a16="http://schemas.microsoft.com/office/drawing/2014/main" id="{C0294A2E-314B-3504-0912-68D33B728CD4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1" name="pg2696">
                <a:extLst>
                  <a:ext uri="{FF2B5EF4-FFF2-40B4-BE49-F238E27FC236}">
                    <a16:creationId xmlns:a16="http://schemas.microsoft.com/office/drawing/2014/main" id="{5850EC0F-3885-0A77-1BA2-6E3608A1868E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2" name="pg2697">
                <a:extLst>
                  <a:ext uri="{FF2B5EF4-FFF2-40B4-BE49-F238E27FC236}">
                    <a16:creationId xmlns:a16="http://schemas.microsoft.com/office/drawing/2014/main" id="{8C043361-B683-FE29-4199-DE4ECEBFCD5B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3" name="pg2698">
                <a:extLst>
                  <a:ext uri="{FF2B5EF4-FFF2-40B4-BE49-F238E27FC236}">
                    <a16:creationId xmlns:a16="http://schemas.microsoft.com/office/drawing/2014/main" id="{A4D1D473-781E-2B55-77B1-3AF51C80B7B9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4" name="pg2699">
                <a:extLst>
                  <a:ext uri="{FF2B5EF4-FFF2-40B4-BE49-F238E27FC236}">
                    <a16:creationId xmlns:a16="http://schemas.microsoft.com/office/drawing/2014/main" id="{64A8A916-FA80-8DB9-834F-ADC4C5C9A971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5" name="pg2700">
                <a:extLst>
                  <a:ext uri="{FF2B5EF4-FFF2-40B4-BE49-F238E27FC236}">
                    <a16:creationId xmlns:a16="http://schemas.microsoft.com/office/drawing/2014/main" id="{205D2817-E0CD-942E-720C-4A1E1C1F4BB1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6" name="pg2701">
                <a:extLst>
                  <a:ext uri="{FF2B5EF4-FFF2-40B4-BE49-F238E27FC236}">
                    <a16:creationId xmlns:a16="http://schemas.microsoft.com/office/drawing/2014/main" id="{B6AA9D26-2733-D630-DCB7-4994D64D5EC7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7" name="pg2702">
                <a:extLst>
                  <a:ext uri="{FF2B5EF4-FFF2-40B4-BE49-F238E27FC236}">
                    <a16:creationId xmlns:a16="http://schemas.microsoft.com/office/drawing/2014/main" id="{CAC51478-D4E6-0ABC-A3A2-53169B89D9FA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8" name="pg2703">
                <a:extLst>
                  <a:ext uri="{FF2B5EF4-FFF2-40B4-BE49-F238E27FC236}">
                    <a16:creationId xmlns:a16="http://schemas.microsoft.com/office/drawing/2014/main" id="{1F76876E-CBDA-0DA4-080E-A66BA9920CD1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9" name="pg2704">
                <a:extLst>
                  <a:ext uri="{FF2B5EF4-FFF2-40B4-BE49-F238E27FC236}">
                    <a16:creationId xmlns:a16="http://schemas.microsoft.com/office/drawing/2014/main" id="{E5BC885E-17AC-385E-1555-22E4394CF675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0" name="pg2705">
                <a:extLst>
                  <a:ext uri="{FF2B5EF4-FFF2-40B4-BE49-F238E27FC236}">
                    <a16:creationId xmlns:a16="http://schemas.microsoft.com/office/drawing/2014/main" id="{0EA32268-20A8-9C14-F45E-105DDB19582B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1" name="pg2706">
                <a:extLst>
                  <a:ext uri="{FF2B5EF4-FFF2-40B4-BE49-F238E27FC236}">
                    <a16:creationId xmlns:a16="http://schemas.microsoft.com/office/drawing/2014/main" id="{F63F9FF5-2B02-47C0-6C2B-136375F0D8A3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2" name="pg2707">
                <a:extLst>
                  <a:ext uri="{FF2B5EF4-FFF2-40B4-BE49-F238E27FC236}">
                    <a16:creationId xmlns:a16="http://schemas.microsoft.com/office/drawing/2014/main" id="{8F538AB1-57E0-3415-4C1F-CA1DC0E94174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3" name="pg2708">
                <a:extLst>
                  <a:ext uri="{FF2B5EF4-FFF2-40B4-BE49-F238E27FC236}">
                    <a16:creationId xmlns:a16="http://schemas.microsoft.com/office/drawing/2014/main" id="{39B6424D-3D0D-FCCB-3361-E7040BE9E347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4" name="pg2709">
                <a:extLst>
                  <a:ext uri="{FF2B5EF4-FFF2-40B4-BE49-F238E27FC236}">
                    <a16:creationId xmlns:a16="http://schemas.microsoft.com/office/drawing/2014/main" id="{0089CC25-6014-187C-3D44-F43484E067FC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5" name="pg2710">
                <a:extLst>
                  <a:ext uri="{FF2B5EF4-FFF2-40B4-BE49-F238E27FC236}">
                    <a16:creationId xmlns:a16="http://schemas.microsoft.com/office/drawing/2014/main" id="{FE7078A1-1311-3909-3BC7-8C2673639220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6" name="pg2711">
                <a:extLst>
                  <a:ext uri="{FF2B5EF4-FFF2-40B4-BE49-F238E27FC236}">
                    <a16:creationId xmlns:a16="http://schemas.microsoft.com/office/drawing/2014/main" id="{AB724BA1-DF6F-7A8C-9D51-CD9E86C2EF42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7" name="pg2712">
                <a:extLst>
                  <a:ext uri="{FF2B5EF4-FFF2-40B4-BE49-F238E27FC236}">
                    <a16:creationId xmlns:a16="http://schemas.microsoft.com/office/drawing/2014/main" id="{6B533311-B3E7-198C-C4FF-6A02601DFE16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8" name="pg2713">
                <a:extLst>
                  <a:ext uri="{FF2B5EF4-FFF2-40B4-BE49-F238E27FC236}">
                    <a16:creationId xmlns:a16="http://schemas.microsoft.com/office/drawing/2014/main" id="{7F011176-BC19-D7A8-409B-C0F12C582BDC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9" name="pg2714">
                <a:extLst>
                  <a:ext uri="{FF2B5EF4-FFF2-40B4-BE49-F238E27FC236}">
                    <a16:creationId xmlns:a16="http://schemas.microsoft.com/office/drawing/2014/main" id="{C969AFFC-F2C5-5D28-087D-ACEFF1C46FBF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0" name="pg2715">
                <a:extLst>
                  <a:ext uri="{FF2B5EF4-FFF2-40B4-BE49-F238E27FC236}">
                    <a16:creationId xmlns:a16="http://schemas.microsoft.com/office/drawing/2014/main" id="{4B0AD8CF-AEEC-C2F3-547B-087717C8B924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1" name="pg2716">
                <a:extLst>
                  <a:ext uri="{FF2B5EF4-FFF2-40B4-BE49-F238E27FC236}">
                    <a16:creationId xmlns:a16="http://schemas.microsoft.com/office/drawing/2014/main" id="{6B080034-F9AE-7618-EDB7-C1C17DF97FA0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2" name="pg2717">
                <a:extLst>
                  <a:ext uri="{FF2B5EF4-FFF2-40B4-BE49-F238E27FC236}">
                    <a16:creationId xmlns:a16="http://schemas.microsoft.com/office/drawing/2014/main" id="{7E8B07EC-6109-7533-38A8-58EF191E785C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3" name="pg2718">
                <a:extLst>
                  <a:ext uri="{FF2B5EF4-FFF2-40B4-BE49-F238E27FC236}">
                    <a16:creationId xmlns:a16="http://schemas.microsoft.com/office/drawing/2014/main" id="{37A6A128-917E-4C1A-0AB5-1878DA676CDB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4" name="pg2719">
                <a:extLst>
                  <a:ext uri="{FF2B5EF4-FFF2-40B4-BE49-F238E27FC236}">
                    <a16:creationId xmlns:a16="http://schemas.microsoft.com/office/drawing/2014/main" id="{2B67D96E-FEE3-F947-DC79-AE86C5787CA0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5" name="pg2720">
                <a:extLst>
                  <a:ext uri="{FF2B5EF4-FFF2-40B4-BE49-F238E27FC236}">
                    <a16:creationId xmlns:a16="http://schemas.microsoft.com/office/drawing/2014/main" id="{C50879F3-5812-A469-0027-80A3CA1968E2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6" name="pg2721">
                <a:extLst>
                  <a:ext uri="{FF2B5EF4-FFF2-40B4-BE49-F238E27FC236}">
                    <a16:creationId xmlns:a16="http://schemas.microsoft.com/office/drawing/2014/main" id="{477912EC-17E7-D441-7FF5-DD1DC1B917CB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7" name="pg2722">
                <a:extLst>
                  <a:ext uri="{FF2B5EF4-FFF2-40B4-BE49-F238E27FC236}">
                    <a16:creationId xmlns:a16="http://schemas.microsoft.com/office/drawing/2014/main" id="{0F2780F6-8BCA-FB8D-D23F-72FA41F74587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8" name="pg2723">
                <a:extLst>
                  <a:ext uri="{FF2B5EF4-FFF2-40B4-BE49-F238E27FC236}">
                    <a16:creationId xmlns:a16="http://schemas.microsoft.com/office/drawing/2014/main" id="{F06BE0C3-680C-45D2-3447-F83073A10E04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9" name="pg2724">
                <a:extLst>
                  <a:ext uri="{FF2B5EF4-FFF2-40B4-BE49-F238E27FC236}">
                    <a16:creationId xmlns:a16="http://schemas.microsoft.com/office/drawing/2014/main" id="{4011FE63-DC49-9F52-710C-9C6356AA7C9A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0" name="pg2725">
                <a:extLst>
                  <a:ext uri="{FF2B5EF4-FFF2-40B4-BE49-F238E27FC236}">
                    <a16:creationId xmlns:a16="http://schemas.microsoft.com/office/drawing/2014/main" id="{95E0A0A3-BF28-4DDF-BAAE-9AE4032B3C70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1" name="pg2726">
                <a:extLst>
                  <a:ext uri="{FF2B5EF4-FFF2-40B4-BE49-F238E27FC236}">
                    <a16:creationId xmlns:a16="http://schemas.microsoft.com/office/drawing/2014/main" id="{A8BD4337-B163-6EEA-3829-FF57FC29FAF0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2" name="pg2727">
                <a:extLst>
                  <a:ext uri="{FF2B5EF4-FFF2-40B4-BE49-F238E27FC236}">
                    <a16:creationId xmlns:a16="http://schemas.microsoft.com/office/drawing/2014/main" id="{3DA2BCDD-59D7-F110-A45E-7B1B8DB4B96F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3" name="pg2728">
                <a:extLst>
                  <a:ext uri="{FF2B5EF4-FFF2-40B4-BE49-F238E27FC236}">
                    <a16:creationId xmlns:a16="http://schemas.microsoft.com/office/drawing/2014/main" id="{1D392C66-ED69-A068-AE69-28773C7F2C14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4" name="pg2729">
                <a:extLst>
                  <a:ext uri="{FF2B5EF4-FFF2-40B4-BE49-F238E27FC236}">
                    <a16:creationId xmlns:a16="http://schemas.microsoft.com/office/drawing/2014/main" id="{A8CC59F8-5733-AFCC-4B32-03E47D48C8C0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5" name="pg2730">
                <a:extLst>
                  <a:ext uri="{FF2B5EF4-FFF2-40B4-BE49-F238E27FC236}">
                    <a16:creationId xmlns:a16="http://schemas.microsoft.com/office/drawing/2014/main" id="{6D51F835-8053-0230-42C5-7C88FAB4C7E9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6" name="pg2731">
                <a:extLst>
                  <a:ext uri="{FF2B5EF4-FFF2-40B4-BE49-F238E27FC236}">
                    <a16:creationId xmlns:a16="http://schemas.microsoft.com/office/drawing/2014/main" id="{67A515D9-922B-6B1B-5081-C8935A8801A6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7" name="pg2732">
                <a:extLst>
                  <a:ext uri="{FF2B5EF4-FFF2-40B4-BE49-F238E27FC236}">
                    <a16:creationId xmlns:a16="http://schemas.microsoft.com/office/drawing/2014/main" id="{C43E54DC-97E4-AC14-538C-5A87CC286442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8" name="pg2733">
                <a:extLst>
                  <a:ext uri="{FF2B5EF4-FFF2-40B4-BE49-F238E27FC236}">
                    <a16:creationId xmlns:a16="http://schemas.microsoft.com/office/drawing/2014/main" id="{DAC1DF65-4028-9373-28B4-082DD840B3CA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9" name="pg2734">
                <a:extLst>
                  <a:ext uri="{FF2B5EF4-FFF2-40B4-BE49-F238E27FC236}">
                    <a16:creationId xmlns:a16="http://schemas.microsoft.com/office/drawing/2014/main" id="{A9839FFF-EA06-F5FD-EFB6-A618FB3D1039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0" name="pg2735">
                <a:extLst>
                  <a:ext uri="{FF2B5EF4-FFF2-40B4-BE49-F238E27FC236}">
                    <a16:creationId xmlns:a16="http://schemas.microsoft.com/office/drawing/2014/main" id="{B08EAF0F-B777-EA40-279B-A0A611A077ED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1" name="pg2736">
                <a:extLst>
                  <a:ext uri="{FF2B5EF4-FFF2-40B4-BE49-F238E27FC236}">
                    <a16:creationId xmlns:a16="http://schemas.microsoft.com/office/drawing/2014/main" id="{CCC7E5F7-1E96-37F2-DBD2-CD38331A7FA2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2" name="pg2737">
                <a:extLst>
                  <a:ext uri="{FF2B5EF4-FFF2-40B4-BE49-F238E27FC236}">
                    <a16:creationId xmlns:a16="http://schemas.microsoft.com/office/drawing/2014/main" id="{8B3666AC-FE0F-EB2B-01CD-C92496B1D07D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3" name="pg2738">
                <a:extLst>
                  <a:ext uri="{FF2B5EF4-FFF2-40B4-BE49-F238E27FC236}">
                    <a16:creationId xmlns:a16="http://schemas.microsoft.com/office/drawing/2014/main" id="{7924804E-11FB-1962-2AAD-B24E1EF5B9A3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4" name="pg2739">
                <a:extLst>
                  <a:ext uri="{FF2B5EF4-FFF2-40B4-BE49-F238E27FC236}">
                    <a16:creationId xmlns:a16="http://schemas.microsoft.com/office/drawing/2014/main" id="{CFD2673F-57ED-66EB-0D19-06479BD49E11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5" name="pg2740">
                <a:extLst>
                  <a:ext uri="{FF2B5EF4-FFF2-40B4-BE49-F238E27FC236}">
                    <a16:creationId xmlns:a16="http://schemas.microsoft.com/office/drawing/2014/main" id="{02ECF9DF-50A1-094A-5823-7552BC213A42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6" name="pg2741">
                <a:extLst>
                  <a:ext uri="{FF2B5EF4-FFF2-40B4-BE49-F238E27FC236}">
                    <a16:creationId xmlns:a16="http://schemas.microsoft.com/office/drawing/2014/main" id="{BBA10C24-BB64-601F-559F-8A77B3B7A815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7" name="pg2742">
                <a:extLst>
                  <a:ext uri="{FF2B5EF4-FFF2-40B4-BE49-F238E27FC236}">
                    <a16:creationId xmlns:a16="http://schemas.microsoft.com/office/drawing/2014/main" id="{7A1D10A6-45F1-4AFF-47A4-49A18C0C09A1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8" name="pg2743">
                <a:extLst>
                  <a:ext uri="{FF2B5EF4-FFF2-40B4-BE49-F238E27FC236}">
                    <a16:creationId xmlns:a16="http://schemas.microsoft.com/office/drawing/2014/main" id="{90699AAB-1205-C285-CCF4-605AE97F85C5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9" name="pg2744">
                <a:extLst>
                  <a:ext uri="{FF2B5EF4-FFF2-40B4-BE49-F238E27FC236}">
                    <a16:creationId xmlns:a16="http://schemas.microsoft.com/office/drawing/2014/main" id="{CE4268AB-7885-0CA8-7F4D-7962D2B25094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0" name="pg2745">
                <a:extLst>
                  <a:ext uri="{FF2B5EF4-FFF2-40B4-BE49-F238E27FC236}">
                    <a16:creationId xmlns:a16="http://schemas.microsoft.com/office/drawing/2014/main" id="{FA13DCD2-8889-2C0D-6B08-40FF7C8449EB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1" name="pg2746">
                <a:extLst>
                  <a:ext uri="{FF2B5EF4-FFF2-40B4-BE49-F238E27FC236}">
                    <a16:creationId xmlns:a16="http://schemas.microsoft.com/office/drawing/2014/main" id="{0E85EA4C-207B-99EE-A9D1-AF68A3EC451C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2" name="pg2747">
                <a:extLst>
                  <a:ext uri="{FF2B5EF4-FFF2-40B4-BE49-F238E27FC236}">
                    <a16:creationId xmlns:a16="http://schemas.microsoft.com/office/drawing/2014/main" id="{47693AF9-C164-0BDF-E82C-3930B9D7DA3A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3" name="pg2748">
                <a:extLst>
                  <a:ext uri="{FF2B5EF4-FFF2-40B4-BE49-F238E27FC236}">
                    <a16:creationId xmlns:a16="http://schemas.microsoft.com/office/drawing/2014/main" id="{5ECB811A-F130-AC89-00E3-EF9FB6114DF2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4" name="pg2749">
                <a:extLst>
                  <a:ext uri="{FF2B5EF4-FFF2-40B4-BE49-F238E27FC236}">
                    <a16:creationId xmlns:a16="http://schemas.microsoft.com/office/drawing/2014/main" id="{AD7955A5-CCB6-AA0C-A6CA-13B830C06481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5" name="pg2750">
                <a:extLst>
                  <a:ext uri="{FF2B5EF4-FFF2-40B4-BE49-F238E27FC236}">
                    <a16:creationId xmlns:a16="http://schemas.microsoft.com/office/drawing/2014/main" id="{78B2269F-4E0D-55A9-350C-4709F497D099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6" name="pg2751">
                <a:extLst>
                  <a:ext uri="{FF2B5EF4-FFF2-40B4-BE49-F238E27FC236}">
                    <a16:creationId xmlns:a16="http://schemas.microsoft.com/office/drawing/2014/main" id="{4C0CCA4E-1E78-30B8-FA7F-5BA8C8C0237A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7" name="pg2752">
                <a:extLst>
                  <a:ext uri="{FF2B5EF4-FFF2-40B4-BE49-F238E27FC236}">
                    <a16:creationId xmlns:a16="http://schemas.microsoft.com/office/drawing/2014/main" id="{D89CB573-45EE-54D3-BF6B-858CA7B07DE0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8" name="pg2753">
                <a:extLst>
                  <a:ext uri="{FF2B5EF4-FFF2-40B4-BE49-F238E27FC236}">
                    <a16:creationId xmlns:a16="http://schemas.microsoft.com/office/drawing/2014/main" id="{0C3BA651-E5D6-15DB-C84A-3F309AE2EFD3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9" name="pg2754">
                <a:extLst>
                  <a:ext uri="{FF2B5EF4-FFF2-40B4-BE49-F238E27FC236}">
                    <a16:creationId xmlns:a16="http://schemas.microsoft.com/office/drawing/2014/main" id="{0AF1C519-BA44-447A-9171-4DD95EC08E7A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0" name="pg2755">
                <a:extLst>
                  <a:ext uri="{FF2B5EF4-FFF2-40B4-BE49-F238E27FC236}">
                    <a16:creationId xmlns:a16="http://schemas.microsoft.com/office/drawing/2014/main" id="{724109AF-7120-7F39-86AA-99F480CFDB20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1" name="pg2756">
                <a:extLst>
                  <a:ext uri="{FF2B5EF4-FFF2-40B4-BE49-F238E27FC236}">
                    <a16:creationId xmlns:a16="http://schemas.microsoft.com/office/drawing/2014/main" id="{E497F6EB-CEB4-E01F-D216-F7B27AD19064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2" name="pg2757">
                <a:extLst>
                  <a:ext uri="{FF2B5EF4-FFF2-40B4-BE49-F238E27FC236}">
                    <a16:creationId xmlns:a16="http://schemas.microsoft.com/office/drawing/2014/main" id="{B3DFF9CD-F283-E486-5A11-51E0255A56DF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3" name="pg2758">
                <a:extLst>
                  <a:ext uri="{FF2B5EF4-FFF2-40B4-BE49-F238E27FC236}">
                    <a16:creationId xmlns:a16="http://schemas.microsoft.com/office/drawing/2014/main" id="{FC7960C3-48BD-A39A-5DEB-ABD04F4FC65B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4" name="pg2759">
                <a:extLst>
                  <a:ext uri="{FF2B5EF4-FFF2-40B4-BE49-F238E27FC236}">
                    <a16:creationId xmlns:a16="http://schemas.microsoft.com/office/drawing/2014/main" id="{09C4FAB9-705E-15D5-25CC-5BC3B84921D1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5" name="pg2760">
                <a:extLst>
                  <a:ext uri="{FF2B5EF4-FFF2-40B4-BE49-F238E27FC236}">
                    <a16:creationId xmlns:a16="http://schemas.microsoft.com/office/drawing/2014/main" id="{A976DBA0-3C6B-46B2-1A99-FB4FC63B8264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6" name="pg2761">
                <a:extLst>
                  <a:ext uri="{FF2B5EF4-FFF2-40B4-BE49-F238E27FC236}">
                    <a16:creationId xmlns:a16="http://schemas.microsoft.com/office/drawing/2014/main" id="{0277E078-5F58-B079-46E4-6CAF3FE330A6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7" name="pg2762">
                <a:extLst>
                  <a:ext uri="{FF2B5EF4-FFF2-40B4-BE49-F238E27FC236}">
                    <a16:creationId xmlns:a16="http://schemas.microsoft.com/office/drawing/2014/main" id="{3438714D-8F91-8CA6-6D97-0197646075FB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8" name="pg2763">
                <a:extLst>
                  <a:ext uri="{FF2B5EF4-FFF2-40B4-BE49-F238E27FC236}">
                    <a16:creationId xmlns:a16="http://schemas.microsoft.com/office/drawing/2014/main" id="{73FA9CFA-D7E4-DF2D-DF8A-53BA2937C46E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9" name="pg2764">
                <a:extLst>
                  <a:ext uri="{FF2B5EF4-FFF2-40B4-BE49-F238E27FC236}">
                    <a16:creationId xmlns:a16="http://schemas.microsoft.com/office/drawing/2014/main" id="{4F669910-5CBC-D431-94FE-B090F296097D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0" name="pg2765">
                <a:extLst>
                  <a:ext uri="{FF2B5EF4-FFF2-40B4-BE49-F238E27FC236}">
                    <a16:creationId xmlns:a16="http://schemas.microsoft.com/office/drawing/2014/main" id="{FA154F80-FDAB-4F5D-9C10-776989A0E53F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1" name="pg2766">
                <a:extLst>
                  <a:ext uri="{FF2B5EF4-FFF2-40B4-BE49-F238E27FC236}">
                    <a16:creationId xmlns:a16="http://schemas.microsoft.com/office/drawing/2014/main" id="{1D4A4CD8-3D89-12F2-C725-1F6BE16FE7CE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2" name="pg2767">
                <a:extLst>
                  <a:ext uri="{FF2B5EF4-FFF2-40B4-BE49-F238E27FC236}">
                    <a16:creationId xmlns:a16="http://schemas.microsoft.com/office/drawing/2014/main" id="{CA8AD43D-BE5B-E07E-0BB9-1FAAF2ECBC68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3" name="pg2768">
                <a:extLst>
                  <a:ext uri="{FF2B5EF4-FFF2-40B4-BE49-F238E27FC236}">
                    <a16:creationId xmlns:a16="http://schemas.microsoft.com/office/drawing/2014/main" id="{14338159-4680-3D02-778B-2E2C994271A5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4" name="pg2769">
                <a:extLst>
                  <a:ext uri="{FF2B5EF4-FFF2-40B4-BE49-F238E27FC236}">
                    <a16:creationId xmlns:a16="http://schemas.microsoft.com/office/drawing/2014/main" id="{CD3E7CD4-C4B4-B8DD-DF67-9089577E366B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5" name="pg2770">
                <a:extLst>
                  <a:ext uri="{FF2B5EF4-FFF2-40B4-BE49-F238E27FC236}">
                    <a16:creationId xmlns:a16="http://schemas.microsoft.com/office/drawing/2014/main" id="{3F013AD3-4D75-23FD-4DBF-55E83123949C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6" name="pg2771">
                <a:extLst>
                  <a:ext uri="{FF2B5EF4-FFF2-40B4-BE49-F238E27FC236}">
                    <a16:creationId xmlns:a16="http://schemas.microsoft.com/office/drawing/2014/main" id="{D5D754C7-4983-74E3-0B4C-A9A428DFAFA4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7" name="pg2772">
                <a:extLst>
                  <a:ext uri="{FF2B5EF4-FFF2-40B4-BE49-F238E27FC236}">
                    <a16:creationId xmlns:a16="http://schemas.microsoft.com/office/drawing/2014/main" id="{C0A8CCE3-7CD1-E256-8F14-C68A5C19CCA9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8" name="pg2773">
                <a:extLst>
                  <a:ext uri="{FF2B5EF4-FFF2-40B4-BE49-F238E27FC236}">
                    <a16:creationId xmlns:a16="http://schemas.microsoft.com/office/drawing/2014/main" id="{67EBD2DB-C79D-335C-9CAD-C97C6C9C9D00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9" name="pg2774">
                <a:extLst>
                  <a:ext uri="{FF2B5EF4-FFF2-40B4-BE49-F238E27FC236}">
                    <a16:creationId xmlns:a16="http://schemas.microsoft.com/office/drawing/2014/main" id="{B6B54772-9DD7-31FE-6A08-C6DC74A890A6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0" name="pg2775">
                <a:extLst>
                  <a:ext uri="{FF2B5EF4-FFF2-40B4-BE49-F238E27FC236}">
                    <a16:creationId xmlns:a16="http://schemas.microsoft.com/office/drawing/2014/main" id="{7108B0D5-F960-13C0-23C1-8EFD2318EADD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1" name="pg2776">
                <a:extLst>
                  <a:ext uri="{FF2B5EF4-FFF2-40B4-BE49-F238E27FC236}">
                    <a16:creationId xmlns:a16="http://schemas.microsoft.com/office/drawing/2014/main" id="{A4B4B376-A03D-3DDB-24D9-5429AE8FBD46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2" name="pg2777">
                <a:extLst>
                  <a:ext uri="{FF2B5EF4-FFF2-40B4-BE49-F238E27FC236}">
                    <a16:creationId xmlns:a16="http://schemas.microsoft.com/office/drawing/2014/main" id="{93176E2B-1F6E-DA63-3EA5-9099AE9B8D0F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3" name="pg2778">
                <a:extLst>
                  <a:ext uri="{FF2B5EF4-FFF2-40B4-BE49-F238E27FC236}">
                    <a16:creationId xmlns:a16="http://schemas.microsoft.com/office/drawing/2014/main" id="{30CEB007-F85E-56B1-E92C-98FBBD8A791D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4" name="pg2779">
                <a:extLst>
                  <a:ext uri="{FF2B5EF4-FFF2-40B4-BE49-F238E27FC236}">
                    <a16:creationId xmlns:a16="http://schemas.microsoft.com/office/drawing/2014/main" id="{91530B1D-50D1-FCE8-304C-8045CB98FBE9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5" name="pg2780">
                <a:extLst>
                  <a:ext uri="{FF2B5EF4-FFF2-40B4-BE49-F238E27FC236}">
                    <a16:creationId xmlns:a16="http://schemas.microsoft.com/office/drawing/2014/main" id="{C167FDC3-6D42-8487-DE47-60E35BAD1523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6" name="pg2781">
                <a:extLst>
                  <a:ext uri="{FF2B5EF4-FFF2-40B4-BE49-F238E27FC236}">
                    <a16:creationId xmlns:a16="http://schemas.microsoft.com/office/drawing/2014/main" id="{33DEA54A-01BC-E3B2-1BF6-3D45A7B84DC4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7" name="pg2782">
                <a:extLst>
                  <a:ext uri="{FF2B5EF4-FFF2-40B4-BE49-F238E27FC236}">
                    <a16:creationId xmlns:a16="http://schemas.microsoft.com/office/drawing/2014/main" id="{80782764-98AA-D8D9-1D60-999DFFC2E2DC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8" name="pg2783">
                <a:extLst>
                  <a:ext uri="{FF2B5EF4-FFF2-40B4-BE49-F238E27FC236}">
                    <a16:creationId xmlns:a16="http://schemas.microsoft.com/office/drawing/2014/main" id="{9C935F90-4222-FB46-A96C-A670D65793CC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9" name="pg2784">
                <a:extLst>
                  <a:ext uri="{FF2B5EF4-FFF2-40B4-BE49-F238E27FC236}">
                    <a16:creationId xmlns:a16="http://schemas.microsoft.com/office/drawing/2014/main" id="{2F1CF235-98BE-E1E2-FD0C-C349E223AA37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0" name="pg2785">
                <a:extLst>
                  <a:ext uri="{FF2B5EF4-FFF2-40B4-BE49-F238E27FC236}">
                    <a16:creationId xmlns:a16="http://schemas.microsoft.com/office/drawing/2014/main" id="{CDCF595B-C0E9-F848-4C64-4FC5BB177B35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1" name="pg2786">
                <a:extLst>
                  <a:ext uri="{FF2B5EF4-FFF2-40B4-BE49-F238E27FC236}">
                    <a16:creationId xmlns:a16="http://schemas.microsoft.com/office/drawing/2014/main" id="{0C5C6E8E-7F21-7D95-BC35-C6B75BE4B739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2" name="pg2787">
                <a:extLst>
                  <a:ext uri="{FF2B5EF4-FFF2-40B4-BE49-F238E27FC236}">
                    <a16:creationId xmlns:a16="http://schemas.microsoft.com/office/drawing/2014/main" id="{628F693F-4770-10CD-F1F8-F108FF9C12E3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3" name="pg2788">
                <a:extLst>
                  <a:ext uri="{FF2B5EF4-FFF2-40B4-BE49-F238E27FC236}">
                    <a16:creationId xmlns:a16="http://schemas.microsoft.com/office/drawing/2014/main" id="{377299C1-1557-87A2-CB98-C043F1CEE71F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4" name="pg2789">
                <a:extLst>
                  <a:ext uri="{FF2B5EF4-FFF2-40B4-BE49-F238E27FC236}">
                    <a16:creationId xmlns:a16="http://schemas.microsoft.com/office/drawing/2014/main" id="{2B3BA02B-C230-BC98-7778-486BB264D6AC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5" name="pg2790">
                <a:extLst>
                  <a:ext uri="{FF2B5EF4-FFF2-40B4-BE49-F238E27FC236}">
                    <a16:creationId xmlns:a16="http://schemas.microsoft.com/office/drawing/2014/main" id="{05AC0F02-9A2B-C2AE-8206-A64E1E504CF5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6" name="pg2791">
                <a:extLst>
                  <a:ext uri="{FF2B5EF4-FFF2-40B4-BE49-F238E27FC236}">
                    <a16:creationId xmlns:a16="http://schemas.microsoft.com/office/drawing/2014/main" id="{35D34E30-A970-A9BF-1F9F-EFF4C5CC309E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7" name="pg2792">
                <a:extLst>
                  <a:ext uri="{FF2B5EF4-FFF2-40B4-BE49-F238E27FC236}">
                    <a16:creationId xmlns:a16="http://schemas.microsoft.com/office/drawing/2014/main" id="{485FB599-5141-35D6-955F-0B509537FFED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8" name="pg2793">
                <a:extLst>
                  <a:ext uri="{FF2B5EF4-FFF2-40B4-BE49-F238E27FC236}">
                    <a16:creationId xmlns:a16="http://schemas.microsoft.com/office/drawing/2014/main" id="{F8D8FD95-D9E3-F816-C79E-EFF473A98BEF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9" name="pg2794">
                <a:extLst>
                  <a:ext uri="{FF2B5EF4-FFF2-40B4-BE49-F238E27FC236}">
                    <a16:creationId xmlns:a16="http://schemas.microsoft.com/office/drawing/2014/main" id="{AA09A1E8-F314-12DF-BB69-90F5F73E2F68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0" name="pg2795">
                <a:extLst>
                  <a:ext uri="{FF2B5EF4-FFF2-40B4-BE49-F238E27FC236}">
                    <a16:creationId xmlns:a16="http://schemas.microsoft.com/office/drawing/2014/main" id="{738904BF-A0EF-7AA8-0452-F3C891404CE7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1" name="pg2796">
                <a:extLst>
                  <a:ext uri="{FF2B5EF4-FFF2-40B4-BE49-F238E27FC236}">
                    <a16:creationId xmlns:a16="http://schemas.microsoft.com/office/drawing/2014/main" id="{2C217EB2-5835-1D1A-E41F-18BAEF6389C4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2" name="pg2797">
                <a:extLst>
                  <a:ext uri="{FF2B5EF4-FFF2-40B4-BE49-F238E27FC236}">
                    <a16:creationId xmlns:a16="http://schemas.microsoft.com/office/drawing/2014/main" id="{42A5EC43-B3B8-1734-DE66-04360F62D2DC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3" name="pg2798">
                <a:extLst>
                  <a:ext uri="{FF2B5EF4-FFF2-40B4-BE49-F238E27FC236}">
                    <a16:creationId xmlns:a16="http://schemas.microsoft.com/office/drawing/2014/main" id="{39895883-12CD-AFEC-83D2-986B94AF4C60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4" name="pg2799">
                <a:extLst>
                  <a:ext uri="{FF2B5EF4-FFF2-40B4-BE49-F238E27FC236}">
                    <a16:creationId xmlns:a16="http://schemas.microsoft.com/office/drawing/2014/main" id="{37C480C3-FF85-C165-F8BD-B49E40ABD099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5" name="pg2800">
                <a:extLst>
                  <a:ext uri="{FF2B5EF4-FFF2-40B4-BE49-F238E27FC236}">
                    <a16:creationId xmlns:a16="http://schemas.microsoft.com/office/drawing/2014/main" id="{90C75DC4-F820-9F26-C073-F2BAF15A4BA0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6" name="pg2801">
                <a:extLst>
                  <a:ext uri="{FF2B5EF4-FFF2-40B4-BE49-F238E27FC236}">
                    <a16:creationId xmlns:a16="http://schemas.microsoft.com/office/drawing/2014/main" id="{F7486C13-4826-4537-262E-D933F05267D5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7" name="pg2802">
                <a:extLst>
                  <a:ext uri="{FF2B5EF4-FFF2-40B4-BE49-F238E27FC236}">
                    <a16:creationId xmlns:a16="http://schemas.microsoft.com/office/drawing/2014/main" id="{3DA67536-3947-5C2B-26E0-6D0BADBB2119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8" name="pg2803">
                <a:extLst>
                  <a:ext uri="{FF2B5EF4-FFF2-40B4-BE49-F238E27FC236}">
                    <a16:creationId xmlns:a16="http://schemas.microsoft.com/office/drawing/2014/main" id="{10BD681A-82DC-F204-707D-F43B97578FC8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9" name="pg2804">
                <a:extLst>
                  <a:ext uri="{FF2B5EF4-FFF2-40B4-BE49-F238E27FC236}">
                    <a16:creationId xmlns:a16="http://schemas.microsoft.com/office/drawing/2014/main" id="{937B8BC3-672D-BDA3-1CA7-6C21447345A9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0" name="pg2805">
                <a:extLst>
                  <a:ext uri="{FF2B5EF4-FFF2-40B4-BE49-F238E27FC236}">
                    <a16:creationId xmlns:a16="http://schemas.microsoft.com/office/drawing/2014/main" id="{C9574304-D406-D3A5-F0AB-172423770325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1" name="pg2806">
                <a:extLst>
                  <a:ext uri="{FF2B5EF4-FFF2-40B4-BE49-F238E27FC236}">
                    <a16:creationId xmlns:a16="http://schemas.microsoft.com/office/drawing/2014/main" id="{3D89D3BA-3348-A259-A53B-5030D023186F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2" name="pg2807">
                <a:extLst>
                  <a:ext uri="{FF2B5EF4-FFF2-40B4-BE49-F238E27FC236}">
                    <a16:creationId xmlns:a16="http://schemas.microsoft.com/office/drawing/2014/main" id="{77EB0906-DE66-6047-FB27-D37DCCF0E1E3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3" name="pg2808">
                <a:extLst>
                  <a:ext uri="{FF2B5EF4-FFF2-40B4-BE49-F238E27FC236}">
                    <a16:creationId xmlns:a16="http://schemas.microsoft.com/office/drawing/2014/main" id="{28A6580B-59FB-0807-1DCC-282AF35E7BAE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4" name="pg2809">
                <a:extLst>
                  <a:ext uri="{FF2B5EF4-FFF2-40B4-BE49-F238E27FC236}">
                    <a16:creationId xmlns:a16="http://schemas.microsoft.com/office/drawing/2014/main" id="{9A008A1C-70FC-A9AC-27BA-4EF97EA708A4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5" name="pg2810">
                <a:extLst>
                  <a:ext uri="{FF2B5EF4-FFF2-40B4-BE49-F238E27FC236}">
                    <a16:creationId xmlns:a16="http://schemas.microsoft.com/office/drawing/2014/main" id="{F531EE0E-5CBC-523E-AC91-1DE31637C517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6" name="pg2811">
                <a:extLst>
                  <a:ext uri="{FF2B5EF4-FFF2-40B4-BE49-F238E27FC236}">
                    <a16:creationId xmlns:a16="http://schemas.microsoft.com/office/drawing/2014/main" id="{A8A95CAF-90BE-3660-D067-9E6D0B3196F0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7" name="pg2812">
                <a:extLst>
                  <a:ext uri="{FF2B5EF4-FFF2-40B4-BE49-F238E27FC236}">
                    <a16:creationId xmlns:a16="http://schemas.microsoft.com/office/drawing/2014/main" id="{4F1AAB92-C9DD-5233-35EA-341819FAFC93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8" name="pg2813">
                <a:extLst>
                  <a:ext uri="{FF2B5EF4-FFF2-40B4-BE49-F238E27FC236}">
                    <a16:creationId xmlns:a16="http://schemas.microsoft.com/office/drawing/2014/main" id="{93E2D788-3895-6DF0-B1C7-A8E0C5FDF525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9" name="pg2814">
                <a:extLst>
                  <a:ext uri="{FF2B5EF4-FFF2-40B4-BE49-F238E27FC236}">
                    <a16:creationId xmlns:a16="http://schemas.microsoft.com/office/drawing/2014/main" id="{1467933E-E407-8FDA-FA95-56E3456BFFE3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0" name="pg2815">
                <a:extLst>
                  <a:ext uri="{FF2B5EF4-FFF2-40B4-BE49-F238E27FC236}">
                    <a16:creationId xmlns:a16="http://schemas.microsoft.com/office/drawing/2014/main" id="{1F91C709-AE71-B61A-031A-6D9FC3C8469A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1" name="pg2816">
                <a:extLst>
                  <a:ext uri="{FF2B5EF4-FFF2-40B4-BE49-F238E27FC236}">
                    <a16:creationId xmlns:a16="http://schemas.microsoft.com/office/drawing/2014/main" id="{68E2EF74-CD55-AE0B-0E94-C0117AC45CAC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2" name="pg2817">
                <a:extLst>
                  <a:ext uri="{FF2B5EF4-FFF2-40B4-BE49-F238E27FC236}">
                    <a16:creationId xmlns:a16="http://schemas.microsoft.com/office/drawing/2014/main" id="{5996609A-02D3-B1C5-01D3-7DEAC33E325C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3" name="pg2818">
                <a:extLst>
                  <a:ext uri="{FF2B5EF4-FFF2-40B4-BE49-F238E27FC236}">
                    <a16:creationId xmlns:a16="http://schemas.microsoft.com/office/drawing/2014/main" id="{D7166B14-0340-FE33-8F4A-620D0CF3EE20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4" name="pg2819">
                <a:extLst>
                  <a:ext uri="{FF2B5EF4-FFF2-40B4-BE49-F238E27FC236}">
                    <a16:creationId xmlns:a16="http://schemas.microsoft.com/office/drawing/2014/main" id="{0A629D93-92D0-FC2E-4976-8983CEA0E9B2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5" name="pg2820">
                <a:extLst>
                  <a:ext uri="{FF2B5EF4-FFF2-40B4-BE49-F238E27FC236}">
                    <a16:creationId xmlns:a16="http://schemas.microsoft.com/office/drawing/2014/main" id="{E7D78128-6B5B-940B-54D4-417132CB7A0F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6" name="pg2821">
                <a:extLst>
                  <a:ext uri="{FF2B5EF4-FFF2-40B4-BE49-F238E27FC236}">
                    <a16:creationId xmlns:a16="http://schemas.microsoft.com/office/drawing/2014/main" id="{0C731694-425C-392B-656D-A1DAE1758269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7" name="pg2822">
                <a:extLst>
                  <a:ext uri="{FF2B5EF4-FFF2-40B4-BE49-F238E27FC236}">
                    <a16:creationId xmlns:a16="http://schemas.microsoft.com/office/drawing/2014/main" id="{4A0E7F9F-3E7A-12C5-1C9A-49544C9C4CCB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8" name="pg2823">
                <a:extLst>
                  <a:ext uri="{FF2B5EF4-FFF2-40B4-BE49-F238E27FC236}">
                    <a16:creationId xmlns:a16="http://schemas.microsoft.com/office/drawing/2014/main" id="{BC5A1D94-AF15-055E-6344-242234602F19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9" name="pg2824">
                <a:extLst>
                  <a:ext uri="{FF2B5EF4-FFF2-40B4-BE49-F238E27FC236}">
                    <a16:creationId xmlns:a16="http://schemas.microsoft.com/office/drawing/2014/main" id="{BEEC3E50-84CC-BFC9-E473-2FD4C6D892F3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0" name="pg2825">
                <a:extLst>
                  <a:ext uri="{FF2B5EF4-FFF2-40B4-BE49-F238E27FC236}">
                    <a16:creationId xmlns:a16="http://schemas.microsoft.com/office/drawing/2014/main" id="{5C9B3667-ECC9-BA22-B78E-14BB63D928D3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1" name="pg2826">
                <a:extLst>
                  <a:ext uri="{FF2B5EF4-FFF2-40B4-BE49-F238E27FC236}">
                    <a16:creationId xmlns:a16="http://schemas.microsoft.com/office/drawing/2014/main" id="{BE81ED92-6312-3C46-D636-C3DDF7A22177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2" name="pg2827">
                <a:extLst>
                  <a:ext uri="{FF2B5EF4-FFF2-40B4-BE49-F238E27FC236}">
                    <a16:creationId xmlns:a16="http://schemas.microsoft.com/office/drawing/2014/main" id="{5A78F576-572E-79EE-50A7-613E50ED8631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3" name="pg2828">
                <a:extLst>
                  <a:ext uri="{FF2B5EF4-FFF2-40B4-BE49-F238E27FC236}">
                    <a16:creationId xmlns:a16="http://schemas.microsoft.com/office/drawing/2014/main" id="{96BD9985-0C1F-B722-2819-076EB296A444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4" name="pg2829">
                <a:extLst>
                  <a:ext uri="{FF2B5EF4-FFF2-40B4-BE49-F238E27FC236}">
                    <a16:creationId xmlns:a16="http://schemas.microsoft.com/office/drawing/2014/main" id="{3DBC4DAE-82BA-78C0-F7B2-C8CA52D9D1CB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5" name="pg2830">
                <a:extLst>
                  <a:ext uri="{FF2B5EF4-FFF2-40B4-BE49-F238E27FC236}">
                    <a16:creationId xmlns:a16="http://schemas.microsoft.com/office/drawing/2014/main" id="{EC98AA42-5376-5CD0-038B-1B6B682FEBA4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6" name="pg2831">
                <a:extLst>
                  <a:ext uri="{FF2B5EF4-FFF2-40B4-BE49-F238E27FC236}">
                    <a16:creationId xmlns:a16="http://schemas.microsoft.com/office/drawing/2014/main" id="{F6C00D97-4576-D29B-2D6F-341D89325F17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7" name="pg2832">
                <a:extLst>
                  <a:ext uri="{FF2B5EF4-FFF2-40B4-BE49-F238E27FC236}">
                    <a16:creationId xmlns:a16="http://schemas.microsoft.com/office/drawing/2014/main" id="{FA70786C-496A-D8CD-09D9-C614F0801F72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8" name="pg2833">
                <a:extLst>
                  <a:ext uri="{FF2B5EF4-FFF2-40B4-BE49-F238E27FC236}">
                    <a16:creationId xmlns:a16="http://schemas.microsoft.com/office/drawing/2014/main" id="{DDD5D4FB-25A0-341E-BEC2-C123812FD31E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9" name="pg2834">
                <a:extLst>
                  <a:ext uri="{FF2B5EF4-FFF2-40B4-BE49-F238E27FC236}">
                    <a16:creationId xmlns:a16="http://schemas.microsoft.com/office/drawing/2014/main" id="{86E0CA3F-506E-DD17-25EB-289F2719EFCD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0" name="pg2835">
                <a:extLst>
                  <a:ext uri="{FF2B5EF4-FFF2-40B4-BE49-F238E27FC236}">
                    <a16:creationId xmlns:a16="http://schemas.microsoft.com/office/drawing/2014/main" id="{9D278623-2963-314C-0ED7-0443C0E0A796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1" name="pg2836">
                <a:extLst>
                  <a:ext uri="{FF2B5EF4-FFF2-40B4-BE49-F238E27FC236}">
                    <a16:creationId xmlns:a16="http://schemas.microsoft.com/office/drawing/2014/main" id="{8DABA7B0-6E27-CEA2-C40D-CE74894C8756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2" name="pg2837">
                <a:extLst>
                  <a:ext uri="{FF2B5EF4-FFF2-40B4-BE49-F238E27FC236}">
                    <a16:creationId xmlns:a16="http://schemas.microsoft.com/office/drawing/2014/main" id="{8AB72808-1B95-2102-B4D0-658C59E7EA90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3" name="pg2838">
                <a:extLst>
                  <a:ext uri="{FF2B5EF4-FFF2-40B4-BE49-F238E27FC236}">
                    <a16:creationId xmlns:a16="http://schemas.microsoft.com/office/drawing/2014/main" id="{97725EC9-6BC5-B8D1-B307-BFA9B534D327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4" name="pg2839">
                <a:extLst>
                  <a:ext uri="{FF2B5EF4-FFF2-40B4-BE49-F238E27FC236}">
                    <a16:creationId xmlns:a16="http://schemas.microsoft.com/office/drawing/2014/main" id="{8EF00C16-A8F9-F83E-196B-C722FB33A69B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5" name="pg2840">
                <a:extLst>
                  <a:ext uri="{FF2B5EF4-FFF2-40B4-BE49-F238E27FC236}">
                    <a16:creationId xmlns:a16="http://schemas.microsoft.com/office/drawing/2014/main" id="{EEF37D20-7362-0A2F-A6F9-72EB55A5C48A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6" name="pg2841">
                <a:extLst>
                  <a:ext uri="{FF2B5EF4-FFF2-40B4-BE49-F238E27FC236}">
                    <a16:creationId xmlns:a16="http://schemas.microsoft.com/office/drawing/2014/main" id="{7AF07D21-82D2-F385-CF70-045A7CC1D189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7" name="pg2842">
                <a:extLst>
                  <a:ext uri="{FF2B5EF4-FFF2-40B4-BE49-F238E27FC236}">
                    <a16:creationId xmlns:a16="http://schemas.microsoft.com/office/drawing/2014/main" id="{4BD4049D-A40A-69C2-77C3-46303DAE35CD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8" name="pg2843">
                <a:extLst>
                  <a:ext uri="{FF2B5EF4-FFF2-40B4-BE49-F238E27FC236}">
                    <a16:creationId xmlns:a16="http://schemas.microsoft.com/office/drawing/2014/main" id="{AFF4B984-7773-9CD9-FA35-94A89C839951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9" name="pg2844">
                <a:extLst>
                  <a:ext uri="{FF2B5EF4-FFF2-40B4-BE49-F238E27FC236}">
                    <a16:creationId xmlns:a16="http://schemas.microsoft.com/office/drawing/2014/main" id="{17868024-9374-F7D4-4E32-EE455C9FE91C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0" name="pg2845">
                <a:extLst>
                  <a:ext uri="{FF2B5EF4-FFF2-40B4-BE49-F238E27FC236}">
                    <a16:creationId xmlns:a16="http://schemas.microsoft.com/office/drawing/2014/main" id="{A2601E5C-F36B-116D-4DD9-15E5998CF627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1" name="pg2846">
                <a:extLst>
                  <a:ext uri="{FF2B5EF4-FFF2-40B4-BE49-F238E27FC236}">
                    <a16:creationId xmlns:a16="http://schemas.microsoft.com/office/drawing/2014/main" id="{DB337040-C982-1838-E280-99DB7865D84E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2" name="pg2847">
                <a:extLst>
                  <a:ext uri="{FF2B5EF4-FFF2-40B4-BE49-F238E27FC236}">
                    <a16:creationId xmlns:a16="http://schemas.microsoft.com/office/drawing/2014/main" id="{472FE646-CEF9-E012-F133-FF56EE1A4D37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3" name="pg2848">
                <a:extLst>
                  <a:ext uri="{FF2B5EF4-FFF2-40B4-BE49-F238E27FC236}">
                    <a16:creationId xmlns:a16="http://schemas.microsoft.com/office/drawing/2014/main" id="{D655D128-393B-50F2-493C-F715ACA21E25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4" name="pg2849">
                <a:extLst>
                  <a:ext uri="{FF2B5EF4-FFF2-40B4-BE49-F238E27FC236}">
                    <a16:creationId xmlns:a16="http://schemas.microsoft.com/office/drawing/2014/main" id="{22CFE128-102A-5587-953B-1BCFD6E96696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5" name="pg2850">
                <a:extLst>
                  <a:ext uri="{FF2B5EF4-FFF2-40B4-BE49-F238E27FC236}">
                    <a16:creationId xmlns:a16="http://schemas.microsoft.com/office/drawing/2014/main" id="{CEF372BA-2F71-0A31-7539-2FABCD2FB78A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6" name="pg2851">
                <a:extLst>
                  <a:ext uri="{FF2B5EF4-FFF2-40B4-BE49-F238E27FC236}">
                    <a16:creationId xmlns:a16="http://schemas.microsoft.com/office/drawing/2014/main" id="{E446B183-5A64-7C3F-A97F-77A77440BC9C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7" name="pg2852">
                <a:extLst>
                  <a:ext uri="{FF2B5EF4-FFF2-40B4-BE49-F238E27FC236}">
                    <a16:creationId xmlns:a16="http://schemas.microsoft.com/office/drawing/2014/main" id="{31A2B8E2-41EA-BB49-FB73-A9C5A77979AD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8" name="pg2853">
                <a:extLst>
                  <a:ext uri="{FF2B5EF4-FFF2-40B4-BE49-F238E27FC236}">
                    <a16:creationId xmlns:a16="http://schemas.microsoft.com/office/drawing/2014/main" id="{6B103DE5-B67E-0947-CA92-F3EE08E0F30B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9" name="pg2854">
                <a:extLst>
                  <a:ext uri="{FF2B5EF4-FFF2-40B4-BE49-F238E27FC236}">
                    <a16:creationId xmlns:a16="http://schemas.microsoft.com/office/drawing/2014/main" id="{0036CCCA-F98A-2C15-0D06-1A3007AAD3E8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0" name="pg2855">
                <a:extLst>
                  <a:ext uri="{FF2B5EF4-FFF2-40B4-BE49-F238E27FC236}">
                    <a16:creationId xmlns:a16="http://schemas.microsoft.com/office/drawing/2014/main" id="{6F210B8B-F290-8FE5-1CAA-96FB003EFCB0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1" name="pg2856">
                <a:extLst>
                  <a:ext uri="{FF2B5EF4-FFF2-40B4-BE49-F238E27FC236}">
                    <a16:creationId xmlns:a16="http://schemas.microsoft.com/office/drawing/2014/main" id="{3CA699AA-8370-8ECB-97A0-747270985475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2" name="pg2857">
                <a:extLst>
                  <a:ext uri="{FF2B5EF4-FFF2-40B4-BE49-F238E27FC236}">
                    <a16:creationId xmlns:a16="http://schemas.microsoft.com/office/drawing/2014/main" id="{E0DB294A-05C4-37A4-394C-1BE02CA7132D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3" name="pg2858">
                <a:extLst>
                  <a:ext uri="{FF2B5EF4-FFF2-40B4-BE49-F238E27FC236}">
                    <a16:creationId xmlns:a16="http://schemas.microsoft.com/office/drawing/2014/main" id="{4F933201-65A1-27BD-D704-C6BAAED5618C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4" name="pg2859">
                <a:extLst>
                  <a:ext uri="{FF2B5EF4-FFF2-40B4-BE49-F238E27FC236}">
                    <a16:creationId xmlns:a16="http://schemas.microsoft.com/office/drawing/2014/main" id="{113DE078-702F-FAB2-8912-EE8E5568B52D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5" name="pg2860">
                <a:extLst>
                  <a:ext uri="{FF2B5EF4-FFF2-40B4-BE49-F238E27FC236}">
                    <a16:creationId xmlns:a16="http://schemas.microsoft.com/office/drawing/2014/main" id="{45082397-D24A-310C-8325-F94D5C56372E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6" name="pg2861">
                <a:extLst>
                  <a:ext uri="{FF2B5EF4-FFF2-40B4-BE49-F238E27FC236}">
                    <a16:creationId xmlns:a16="http://schemas.microsoft.com/office/drawing/2014/main" id="{55F94513-DCB3-DA7C-3A9D-2A9C7E35CFEB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7" name="pg2862">
                <a:extLst>
                  <a:ext uri="{FF2B5EF4-FFF2-40B4-BE49-F238E27FC236}">
                    <a16:creationId xmlns:a16="http://schemas.microsoft.com/office/drawing/2014/main" id="{295D89FF-5758-4588-2E71-3D4C7E8CE6BF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8" name="pg2863">
                <a:extLst>
                  <a:ext uri="{FF2B5EF4-FFF2-40B4-BE49-F238E27FC236}">
                    <a16:creationId xmlns:a16="http://schemas.microsoft.com/office/drawing/2014/main" id="{E5BC2C56-3ADA-24C7-2B3D-A0CD5EAF9E75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9" name="pg2864">
                <a:extLst>
                  <a:ext uri="{FF2B5EF4-FFF2-40B4-BE49-F238E27FC236}">
                    <a16:creationId xmlns:a16="http://schemas.microsoft.com/office/drawing/2014/main" id="{D4C602B4-4410-0EFD-9128-E977ADC80AEE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0" name="pg2865">
                <a:extLst>
                  <a:ext uri="{FF2B5EF4-FFF2-40B4-BE49-F238E27FC236}">
                    <a16:creationId xmlns:a16="http://schemas.microsoft.com/office/drawing/2014/main" id="{129DFC23-0678-E1E8-196F-5F4AB541B44D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1" name="pg2866">
                <a:extLst>
                  <a:ext uri="{FF2B5EF4-FFF2-40B4-BE49-F238E27FC236}">
                    <a16:creationId xmlns:a16="http://schemas.microsoft.com/office/drawing/2014/main" id="{2F7F8B48-06BE-DACD-40B8-D271D6AC01A5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2" name="pg2867">
                <a:extLst>
                  <a:ext uri="{FF2B5EF4-FFF2-40B4-BE49-F238E27FC236}">
                    <a16:creationId xmlns:a16="http://schemas.microsoft.com/office/drawing/2014/main" id="{D049C65F-27DE-C411-0D1E-18CF400D5D14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3" name="pg2868">
                <a:extLst>
                  <a:ext uri="{FF2B5EF4-FFF2-40B4-BE49-F238E27FC236}">
                    <a16:creationId xmlns:a16="http://schemas.microsoft.com/office/drawing/2014/main" id="{806BB701-E468-52B3-EEDC-9EFB18EE5B5C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4" name="pg2869">
                <a:extLst>
                  <a:ext uri="{FF2B5EF4-FFF2-40B4-BE49-F238E27FC236}">
                    <a16:creationId xmlns:a16="http://schemas.microsoft.com/office/drawing/2014/main" id="{9C3D6C44-960C-7527-52D9-FC2FB9EAFB9B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5" name="pg2870">
                <a:extLst>
                  <a:ext uri="{FF2B5EF4-FFF2-40B4-BE49-F238E27FC236}">
                    <a16:creationId xmlns:a16="http://schemas.microsoft.com/office/drawing/2014/main" id="{C4CF2EC0-6C77-717D-7367-AD255B2609C2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6" name="pg2871">
                <a:extLst>
                  <a:ext uri="{FF2B5EF4-FFF2-40B4-BE49-F238E27FC236}">
                    <a16:creationId xmlns:a16="http://schemas.microsoft.com/office/drawing/2014/main" id="{1BE12EC2-CB76-F255-F9D0-2735C43CCD78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7" name="pg2872">
                <a:extLst>
                  <a:ext uri="{FF2B5EF4-FFF2-40B4-BE49-F238E27FC236}">
                    <a16:creationId xmlns:a16="http://schemas.microsoft.com/office/drawing/2014/main" id="{840D3C19-DB40-29A2-66A9-E655EAC4874A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8" name="pg2873">
                <a:extLst>
                  <a:ext uri="{FF2B5EF4-FFF2-40B4-BE49-F238E27FC236}">
                    <a16:creationId xmlns:a16="http://schemas.microsoft.com/office/drawing/2014/main" id="{49E27689-E186-D738-74F9-3DD99374735D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9" name="pg2874">
                <a:extLst>
                  <a:ext uri="{FF2B5EF4-FFF2-40B4-BE49-F238E27FC236}">
                    <a16:creationId xmlns:a16="http://schemas.microsoft.com/office/drawing/2014/main" id="{C7A9E9E4-3DAD-CA47-2061-A1C0FE92965D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0" name="pg2875">
                <a:extLst>
                  <a:ext uri="{FF2B5EF4-FFF2-40B4-BE49-F238E27FC236}">
                    <a16:creationId xmlns:a16="http://schemas.microsoft.com/office/drawing/2014/main" id="{A1B7C4A3-D102-3C83-8DD9-A3D0AA036DB0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1" name="pg2876">
                <a:extLst>
                  <a:ext uri="{FF2B5EF4-FFF2-40B4-BE49-F238E27FC236}">
                    <a16:creationId xmlns:a16="http://schemas.microsoft.com/office/drawing/2014/main" id="{C273D729-9A32-9431-3518-A2A79671B87B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2" name="pg2877">
                <a:extLst>
                  <a:ext uri="{FF2B5EF4-FFF2-40B4-BE49-F238E27FC236}">
                    <a16:creationId xmlns:a16="http://schemas.microsoft.com/office/drawing/2014/main" id="{54AC3C80-6942-2CE8-EA5F-007990F53F2C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3" name="pg2878">
                <a:extLst>
                  <a:ext uri="{FF2B5EF4-FFF2-40B4-BE49-F238E27FC236}">
                    <a16:creationId xmlns:a16="http://schemas.microsoft.com/office/drawing/2014/main" id="{C51BF3FF-71D8-DDE1-7078-6A9D74412CD4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4" name="pg2879">
                <a:extLst>
                  <a:ext uri="{FF2B5EF4-FFF2-40B4-BE49-F238E27FC236}">
                    <a16:creationId xmlns:a16="http://schemas.microsoft.com/office/drawing/2014/main" id="{5546EA47-A482-D6D1-908B-EE0D08E3CED5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5" name="pg2880">
                <a:extLst>
                  <a:ext uri="{FF2B5EF4-FFF2-40B4-BE49-F238E27FC236}">
                    <a16:creationId xmlns:a16="http://schemas.microsoft.com/office/drawing/2014/main" id="{F1EE0FE6-8CD9-2FFA-5965-587B78A9BDB2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6" name="pg2881">
                <a:extLst>
                  <a:ext uri="{FF2B5EF4-FFF2-40B4-BE49-F238E27FC236}">
                    <a16:creationId xmlns:a16="http://schemas.microsoft.com/office/drawing/2014/main" id="{88C0465C-4BE4-CD97-8437-5BAE4D064B5C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7" name="pg2882">
                <a:extLst>
                  <a:ext uri="{FF2B5EF4-FFF2-40B4-BE49-F238E27FC236}">
                    <a16:creationId xmlns:a16="http://schemas.microsoft.com/office/drawing/2014/main" id="{60041A8D-640A-5709-BE99-4EB270A164C0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8" name="pg2883">
                <a:extLst>
                  <a:ext uri="{FF2B5EF4-FFF2-40B4-BE49-F238E27FC236}">
                    <a16:creationId xmlns:a16="http://schemas.microsoft.com/office/drawing/2014/main" id="{71DE885D-159F-540C-31B4-E1E271D3A1D9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9" name="pg2884">
                <a:extLst>
                  <a:ext uri="{FF2B5EF4-FFF2-40B4-BE49-F238E27FC236}">
                    <a16:creationId xmlns:a16="http://schemas.microsoft.com/office/drawing/2014/main" id="{0D0223DD-6EFB-023D-A330-E89A65A01FD5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0" name="pg2885">
                <a:extLst>
                  <a:ext uri="{FF2B5EF4-FFF2-40B4-BE49-F238E27FC236}">
                    <a16:creationId xmlns:a16="http://schemas.microsoft.com/office/drawing/2014/main" id="{45B26B48-0923-876E-4205-BDACFE998B49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1" name="pg2886">
                <a:extLst>
                  <a:ext uri="{FF2B5EF4-FFF2-40B4-BE49-F238E27FC236}">
                    <a16:creationId xmlns:a16="http://schemas.microsoft.com/office/drawing/2014/main" id="{4A8EF7BE-5310-0FE9-AB3B-2616C3324F9B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2" name="pg2887">
                <a:extLst>
                  <a:ext uri="{FF2B5EF4-FFF2-40B4-BE49-F238E27FC236}">
                    <a16:creationId xmlns:a16="http://schemas.microsoft.com/office/drawing/2014/main" id="{420AA9FF-1F92-AB46-E320-59D51C716641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3" name="pg2888">
                <a:extLst>
                  <a:ext uri="{FF2B5EF4-FFF2-40B4-BE49-F238E27FC236}">
                    <a16:creationId xmlns:a16="http://schemas.microsoft.com/office/drawing/2014/main" id="{3EF5DD55-947F-110B-5893-ECF90D4B3FFD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4" name="pg2889">
                <a:extLst>
                  <a:ext uri="{FF2B5EF4-FFF2-40B4-BE49-F238E27FC236}">
                    <a16:creationId xmlns:a16="http://schemas.microsoft.com/office/drawing/2014/main" id="{D2A43E28-4DCD-222C-C443-326C5099F4AD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5" name="pg2890">
                <a:extLst>
                  <a:ext uri="{FF2B5EF4-FFF2-40B4-BE49-F238E27FC236}">
                    <a16:creationId xmlns:a16="http://schemas.microsoft.com/office/drawing/2014/main" id="{E76D0C3E-ECAE-2390-6E44-8BEB9E5D121A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6" name="pg2891">
                <a:extLst>
                  <a:ext uri="{FF2B5EF4-FFF2-40B4-BE49-F238E27FC236}">
                    <a16:creationId xmlns:a16="http://schemas.microsoft.com/office/drawing/2014/main" id="{BFC01362-DBBA-8D20-E7E2-6D3764CC74A6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7" name="pg2892">
                <a:extLst>
                  <a:ext uri="{FF2B5EF4-FFF2-40B4-BE49-F238E27FC236}">
                    <a16:creationId xmlns:a16="http://schemas.microsoft.com/office/drawing/2014/main" id="{B31A3974-E150-96DE-4972-105458A0B250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8" name="pg2893">
                <a:extLst>
                  <a:ext uri="{FF2B5EF4-FFF2-40B4-BE49-F238E27FC236}">
                    <a16:creationId xmlns:a16="http://schemas.microsoft.com/office/drawing/2014/main" id="{4A1D4950-90E9-71FC-8164-F43CCEB3CDBC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9" name="pg2894">
                <a:extLst>
                  <a:ext uri="{FF2B5EF4-FFF2-40B4-BE49-F238E27FC236}">
                    <a16:creationId xmlns:a16="http://schemas.microsoft.com/office/drawing/2014/main" id="{4DE4619C-27A8-0940-EB61-649F4B159F62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0" name="pg2895">
                <a:extLst>
                  <a:ext uri="{FF2B5EF4-FFF2-40B4-BE49-F238E27FC236}">
                    <a16:creationId xmlns:a16="http://schemas.microsoft.com/office/drawing/2014/main" id="{7114EC14-12C7-6857-6F90-47AA61705777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1" name="pg2896">
                <a:extLst>
                  <a:ext uri="{FF2B5EF4-FFF2-40B4-BE49-F238E27FC236}">
                    <a16:creationId xmlns:a16="http://schemas.microsoft.com/office/drawing/2014/main" id="{896377C3-89AE-8451-1AF0-BEB5F82EEC92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2" name="pg2897">
                <a:extLst>
                  <a:ext uri="{FF2B5EF4-FFF2-40B4-BE49-F238E27FC236}">
                    <a16:creationId xmlns:a16="http://schemas.microsoft.com/office/drawing/2014/main" id="{F34E6894-EF68-3E31-EFEC-E05EF976FA95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3" name="pg2898">
                <a:extLst>
                  <a:ext uri="{FF2B5EF4-FFF2-40B4-BE49-F238E27FC236}">
                    <a16:creationId xmlns:a16="http://schemas.microsoft.com/office/drawing/2014/main" id="{84825195-C3F6-01EC-FB1B-B3FF6F26D15C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4" name="pg2899">
                <a:extLst>
                  <a:ext uri="{FF2B5EF4-FFF2-40B4-BE49-F238E27FC236}">
                    <a16:creationId xmlns:a16="http://schemas.microsoft.com/office/drawing/2014/main" id="{AA6D39C9-D319-9568-FA8A-27992C0D018F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5" name="pg2900">
                <a:extLst>
                  <a:ext uri="{FF2B5EF4-FFF2-40B4-BE49-F238E27FC236}">
                    <a16:creationId xmlns:a16="http://schemas.microsoft.com/office/drawing/2014/main" id="{67CE005F-8BDB-1656-5492-E486B8956245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6" name="pg2901">
                <a:extLst>
                  <a:ext uri="{FF2B5EF4-FFF2-40B4-BE49-F238E27FC236}">
                    <a16:creationId xmlns:a16="http://schemas.microsoft.com/office/drawing/2014/main" id="{D3AF6A28-197B-90B5-0427-8384BFBBC561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7" name="pg2902">
                <a:extLst>
                  <a:ext uri="{FF2B5EF4-FFF2-40B4-BE49-F238E27FC236}">
                    <a16:creationId xmlns:a16="http://schemas.microsoft.com/office/drawing/2014/main" id="{E3341438-4BDA-FE9A-8C98-1F9371930D5B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8" name="pg2903">
                <a:extLst>
                  <a:ext uri="{FF2B5EF4-FFF2-40B4-BE49-F238E27FC236}">
                    <a16:creationId xmlns:a16="http://schemas.microsoft.com/office/drawing/2014/main" id="{D7BEE78F-0273-B201-0571-A6C6B3CC1D33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9" name="pg2904">
                <a:extLst>
                  <a:ext uri="{FF2B5EF4-FFF2-40B4-BE49-F238E27FC236}">
                    <a16:creationId xmlns:a16="http://schemas.microsoft.com/office/drawing/2014/main" id="{458E9A92-BD05-DF92-FFC2-B97AEF699D40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0" name="pg2905">
                <a:extLst>
                  <a:ext uri="{FF2B5EF4-FFF2-40B4-BE49-F238E27FC236}">
                    <a16:creationId xmlns:a16="http://schemas.microsoft.com/office/drawing/2014/main" id="{B9B84BD9-7585-77E8-3EF2-5542677016D3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1" name="pg2906">
                <a:extLst>
                  <a:ext uri="{FF2B5EF4-FFF2-40B4-BE49-F238E27FC236}">
                    <a16:creationId xmlns:a16="http://schemas.microsoft.com/office/drawing/2014/main" id="{C2655F4F-517C-073B-3412-2D2BF7B6A1D3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2" name="pg2907">
                <a:extLst>
                  <a:ext uri="{FF2B5EF4-FFF2-40B4-BE49-F238E27FC236}">
                    <a16:creationId xmlns:a16="http://schemas.microsoft.com/office/drawing/2014/main" id="{43C46B75-3447-E88F-7A83-3FEE27F9C098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3" name="pg2908">
                <a:extLst>
                  <a:ext uri="{FF2B5EF4-FFF2-40B4-BE49-F238E27FC236}">
                    <a16:creationId xmlns:a16="http://schemas.microsoft.com/office/drawing/2014/main" id="{2C23A579-C3FA-348C-F015-8F576022E66B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4" name="pg2909">
                <a:extLst>
                  <a:ext uri="{FF2B5EF4-FFF2-40B4-BE49-F238E27FC236}">
                    <a16:creationId xmlns:a16="http://schemas.microsoft.com/office/drawing/2014/main" id="{262F195D-40BF-292E-99BF-EC8328BE9667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5" name="pg2910">
                <a:extLst>
                  <a:ext uri="{FF2B5EF4-FFF2-40B4-BE49-F238E27FC236}">
                    <a16:creationId xmlns:a16="http://schemas.microsoft.com/office/drawing/2014/main" id="{9FFCB050-7777-9664-4F2A-F83A6655427F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6" name="pg2911">
                <a:extLst>
                  <a:ext uri="{FF2B5EF4-FFF2-40B4-BE49-F238E27FC236}">
                    <a16:creationId xmlns:a16="http://schemas.microsoft.com/office/drawing/2014/main" id="{87C4038D-2D1D-CECE-DD82-326B9AF815AC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7" name="pg2912">
                <a:extLst>
                  <a:ext uri="{FF2B5EF4-FFF2-40B4-BE49-F238E27FC236}">
                    <a16:creationId xmlns:a16="http://schemas.microsoft.com/office/drawing/2014/main" id="{B3EDC29F-02FE-0D09-5BBA-C016C5AEB10F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8" name="pg2913">
                <a:extLst>
                  <a:ext uri="{FF2B5EF4-FFF2-40B4-BE49-F238E27FC236}">
                    <a16:creationId xmlns:a16="http://schemas.microsoft.com/office/drawing/2014/main" id="{051322DB-1E14-C2B3-063F-D9399EEF1873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9" name="pg2914">
                <a:extLst>
                  <a:ext uri="{FF2B5EF4-FFF2-40B4-BE49-F238E27FC236}">
                    <a16:creationId xmlns:a16="http://schemas.microsoft.com/office/drawing/2014/main" id="{9E180CF0-FEF8-46C1-2108-FF50E467FB13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0" name="pg2915">
                <a:extLst>
                  <a:ext uri="{FF2B5EF4-FFF2-40B4-BE49-F238E27FC236}">
                    <a16:creationId xmlns:a16="http://schemas.microsoft.com/office/drawing/2014/main" id="{43ECEA62-3A7A-1CDD-45E3-A4AC6C0CD219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1" name="pg2916">
                <a:extLst>
                  <a:ext uri="{FF2B5EF4-FFF2-40B4-BE49-F238E27FC236}">
                    <a16:creationId xmlns:a16="http://schemas.microsoft.com/office/drawing/2014/main" id="{A89A227E-46A1-C73F-3553-BDAB0538A5A4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2" name="pg2917">
                <a:extLst>
                  <a:ext uri="{FF2B5EF4-FFF2-40B4-BE49-F238E27FC236}">
                    <a16:creationId xmlns:a16="http://schemas.microsoft.com/office/drawing/2014/main" id="{4435BE65-22C6-5A31-97EA-0B93B62E84D6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3" name="pg2918">
                <a:extLst>
                  <a:ext uri="{FF2B5EF4-FFF2-40B4-BE49-F238E27FC236}">
                    <a16:creationId xmlns:a16="http://schemas.microsoft.com/office/drawing/2014/main" id="{2B05F3D9-BFAA-5C10-6C23-816ABA39737C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4" name="pg2919">
                <a:extLst>
                  <a:ext uri="{FF2B5EF4-FFF2-40B4-BE49-F238E27FC236}">
                    <a16:creationId xmlns:a16="http://schemas.microsoft.com/office/drawing/2014/main" id="{75FD4722-5D0E-26D6-932F-C0124877F9CC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5" name="pg2920">
                <a:extLst>
                  <a:ext uri="{FF2B5EF4-FFF2-40B4-BE49-F238E27FC236}">
                    <a16:creationId xmlns:a16="http://schemas.microsoft.com/office/drawing/2014/main" id="{5721C179-CFB5-6EE1-E06C-DAF9BB5989F4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6" name="pg2921">
                <a:extLst>
                  <a:ext uri="{FF2B5EF4-FFF2-40B4-BE49-F238E27FC236}">
                    <a16:creationId xmlns:a16="http://schemas.microsoft.com/office/drawing/2014/main" id="{89396F12-9C5D-669D-ACBC-9E9659EB3BDC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7" name="pg2922">
                <a:extLst>
                  <a:ext uri="{FF2B5EF4-FFF2-40B4-BE49-F238E27FC236}">
                    <a16:creationId xmlns:a16="http://schemas.microsoft.com/office/drawing/2014/main" id="{C33A4DD1-E9BB-EEBD-F791-2B8E886CA5BB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8" name="pg2923">
                <a:extLst>
                  <a:ext uri="{FF2B5EF4-FFF2-40B4-BE49-F238E27FC236}">
                    <a16:creationId xmlns:a16="http://schemas.microsoft.com/office/drawing/2014/main" id="{30F0024F-1E81-B60A-5FB5-7AA7460B5802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9" name="pg2924">
                <a:extLst>
                  <a:ext uri="{FF2B5EF4-FFF2-40B4-BE49-F238E27FC236}">
                    <a16:creationId xmlns:a16="http://schemas.microsoft.com/office/drawing/2014/main" id="{0E950070-A719-EA14-38CD-60CAFA551815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0" name="pg2925">
                <a:extLst>
                  <a:ext uri="{FF2B5EF4-FFF2-40B4-BE49-F238E27FC236}">
                    <a16:creationId xmlns:a16="http://schemas.microsoft.com/office/drawing/2014/main" id="{CC2D00B1-D0F0-8F0F-5CC7-57AE125F21AD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1" name="pg2926">
                <a:extLst>
                  <a:ext uri="{FF2B5EF4-FFF2-40B4-BE49-F238E27FC236}">
                    <a16:creationId xmlns:a16="http://schemas.microsoft.com/office/drawing/2014/main" id="{16F185BF-08A0-D10C-E0EC-C2B7BC0185E2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2" name="pg2927">
                <a:extLst>
                  <a:ext uri="{FF2B5EF4-FFF2-40B4-BE49-F238E27FC236}">
                    <a16:creationId xmlns:a16="http://schemas.microsoft.com/office/drawing/2014/main" id="{9D63E868-E5B2-F2D1-0DCA-F57FC90E25CF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3" name="pg2928">
                <a:extLst>
                  <a:ext uri="{FF2B5EF4-FFF2-40B4-BE49-F238E27FC236}">
                    <a16:creationId xmlns:a16="http://schemas.microsoft.com/office/drawing/2014/main" id="{32769E70-6761-DBF6-5C39-54678BB93226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4" name="pg2929">
                <a:extLst>
                  <a:ext uri="{FF2B5EF4-FFF2-40B4-BE49-F238E27FC236}">
                    <a16:creationId xmlns:a16="http://schemas.microsoft.com/office/drawing/2014/main" id="{977B7BA5-C9D4-D6ED-4A53-25271406E3B8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5" name="pg2930">
                <a:extLst>
                  <a:ext uri="{FF2B5EF4-FFF2-40B4-BE49-F238E27FC236}">
                    <a16:creationId xmlns:a16="http://schemas.microsoft.com/office/drawing/2014/main" id="{722A3FEC-E1FB-3DCC-58D6-DB8067D2F85A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6" name="pg2931">
                <a:extLst>
                  <a:ext uri="{FF2B5EF4-FFF2-40B4-BE49-F238E27FC236}">
                    <a16:creationId xmlns:a16="http://schemas.microsoft.com/office/drawing/2014/main" id="{3BBDCB35-63DC-E954-1431-EBF40C39C03A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7" name="pg2932">
                <a:extLst>
                  <a:ext uri="{FF2B5EF4-FFF2-40B4-BE49-F238E27FC236}">
                    <a16:creationId xmlns:a16="http://schemas.microsoft.com/office/drawing/2014/main" id="{5CA8C26A-3F66-0355-3C5F-98BF79220265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8" name="pg2933">
                <a:extLst>
                  <a:ext uri="{FF2B5EF4-FFF2-40B4-BE49-F238E27FC236}">
                    <a16:creationId xmlns:a16="http://schemas.microsoft.com/office/drawing/2014/main" id="{EE5F7DED-B942-9138-C433-BD1ECA6E20A8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9" name="pg2934">
                <a:extLst>
                  <a:ext uri="{FF2B5EF4-FFF2-40B4-BE49-F238E27FC236}">
                    <a16:creationId xmlns:a16="http://schemas.microsoft.com/office/drawing/2014/main" id="{F85B2177-8592-381C-0847-1E5B486C2560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0" name="pg2935">
                <a:extLst>
                  <a:ext uri="{FF2B5EF4-FFF2-40B4-BE49-F238E27FC236}">
                    <a16:creationId xmlns:a16="http://schemas.microsoft.com/office/drawing/2014/main" id="{321B810D-16CF-BD53-30AB-BDC9C4406D07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1" name="pg2936">
                <a:extLst>
                  <a:ext uri="{FF2B5EF4-FFF2-40B4-BE49-F238E27FC236}">
                    <a16:creationId xmlns:a16="http://schemas.microsoft.com/office/drawing/2014/main" id="{8A71D562-AF87-06BE-5499-33702E8A6A02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2" name="pg2937">
                <a:extLst>
                  <a:ext uri="{FF2B5EF4-FFF2-40B4-BE49-F238E27FC236}">
                    <a16:creationId xmlns:a16="http://schemas.microsoft.com/office/drawing/2014/main" id="{EE3F4CD2-0320-16B4-596C-C8CC5DDB9F73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3" name="pg2938">
                <a:extLst>
                  <a:ext uri="{FF2B5EF4-FFF2-40B4-BE49-F238E27FC236}">
                    <a16:creationId xmlns:a16="http://schemas.microsoft.com/office/drawing/2014/main" id="{58C29227-5C10-9354-953C-808E59A9D2FF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4" name="pg2939">
                <a:extLst>
                  <a:ext uri="{FF2B5EF4-FFF2-40B4-BE49-F238E27FC236}">
                    <a16:creationId xmlns:a16="http://schemas.microsoft.com/office/drawing/2014/main" id="{5BD92AC1-0146-7F56-4725-B1E60A0A5912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5" name="pg2940">
                <a:extLst>
                  <a:ext uri="{FF2B5EF4-FFF2-40B4-BE49-F238E27FC236}">
                    <a16:creationId xmlns:a16="http://schemas.microsoft.com/office/drawing/2014/main" id="{8D036BE0-275F-F789-271B-83238E22A871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6" name="pg2941">
                <a:extLst>
                  <a:ext uri="{FF2B5EF4-FFF2-40B4-BE49-F238E27FC236}">
                    <a16:creationId xmlns:a16="http://schemas.microsoft.com/office/drawing/2014/main" id="{17E24E0F-628B-DC2B-6EC9-CAE04787CE31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7" name="pg2942">
                <a:extLst>
                  <a:ext uri="{FF2B5EF4-FFF2-40B4-BE49-F238E27FC236}">
                    <a16:creationId xmlns:a16="http://schemas.microsoft.com/office/drawing/2014/main" id="{EC488DA9-62E4-5D72-0E5D-50496C5770A6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8" name="pg2943">
                <a:extLst>
                  <a:ext uri="{FF2B5EF4-FFF2-40B4-BE49-F238E27FC236}">
                    <a16:creationId xmlns:a16="http://schemas.microsoft.com/office/drawing/2014/main" id="{B06BBEF6-9678-78A8-E0AF-C53CAD22DE7B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9" name="pg2944">
                <a:extLst>
                  <a:ext uri="{FF2B5EF4-FFF2-40B4-BE49-F238E27FC236}">
                    <a16:creationId xmlns:a16="http://schemas.microsoft.com/office/drawing/2014/main" id="{0334FF07-DD01-F8D5-E645-43C9728093FC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0" name="pg2945">
                <a:extLst>
                  <a:ext uri="{FF2B5EF4-FFF2-40B4-BE49-F238E27FC236}">
                    <a16:creationId xmlns:a16="http://schemas.microsoft.com/office/drawing/2014/main" id="{DE17E20C-50A7-45D8-C842-1809BB5C2239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1" name="pg2946">
                <a:extLst>
                  <a:ext uri="{FF2B5EF4-FFF2-40B4-BE49-F238E27FC236}">
                    <a16:creationId xmlns:a16="http://schemas.microsoft.com/office/drawing/2014/main" id="{29FD7800-CBDC-C825-48EC-9BC06543206E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2" name="pg2947">
                <a:extLst>
                  <a:ext uri="{FF2B5EF4-FFF2-40B4-BE49-F238E27FC236}">
                    <a16:creationId xmlns:a16="http://schemas.microsoft.com/office/drawing/2014/main" id="{EACA1CBB-226C-3AA2-4801-6253E25F54E6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3" name="pg2948">
                <a:extLst>
                  <a:ext uri="{FF2B5EF4-FFF2-40B4-BE49-F238E27FC236}">
                    <a16:creationId xmlns:a16="http://schemas.microsoft.com/office/drawing/2014/main" id="{F859B26C-F6B9-FE4D-1F77-DB1AEE5DE2EF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4" name="pg2949">
                <a:extLst>
                  <a:ext uri="{FF2B5EF4-FFF2-40B4-BE49-F238E27FC236}">
                    <a16:creationId xmlns:a16="http://schemas.microsoft.com/office/drawing/2014/main" id="{433CD577-96EC-3C56-F7BC-52BF41B0A251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5" name="pg2950">
                <a:extLst>
                  <a:ext uri="{FF2B5EF4-FFF2-40B4-BE49-F238E27FC236}">
                    <a16:creationId xmlns:a16="http://schemas.microsoft.com/office/drawing/2014/main" id="{1E2306FD-AD10-17F3-47D7-2D706BCE4C57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6" name="pg2951">
                <a:extLst>
                  <a:ext uri="{FF2B5EF4-FFF2-40B4-BE49-F238E27FC236}">
                    <a16:creationId xmlns:a16="http://schemas.microsoft.com/office/drawing/2014/main" id="{5B43AEC9-E53D-2443-B6B9-44D584D0C246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7" name="pg2952">
                <a:extLst>
                  <a:ext uri="{FF2B5EF4-FFF2-40B4-BE49-F238E27FC236}">
                    <a16:creationId xmlns:a16="http://schemas.microsoft.com/office/drawing/2014/main" id="{EBBACEDF-0CB1-3227-3176-F832F1CDBB7B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8" name="pg2953">
                <a:extLst>
                  <a:ext uri="{FF2B5EF4-FFF2-40B4-BE49-F238E27FC236}">
                    <a16:creationId xmlns:a16="http://schemas.microsoft.com/office/drawing/2014/main" id="{ED6131E6-E0B6-5C80-2D95-3BCD962FF900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9" name="pg2954">
                <a:extLst>
                  <a:ext uri="{FF2B5EF4-FFF2-40B4-BE49-F238E27FC236}">
                    <a16:creationId xmlns:a16="http://schemas.microsoft.com/office/drawing/2014/main" id="{1229E3BD-DF21-B9F3-D56A-D891B5F508BF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0" name="pg2955">
                <a:extLst>
                  <a:ext uri="{FF2B5EF4-FFF2-40B4-BE49-F238E27FC236}">
                    <a16:creationId xmlns:a16="http://schemas.microsoft.com/office/drawing/2014/main" id="{8CF0B179-DFF0-B822-5308-D203C83AE1A7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1" name="pg2956">
                <a:extLst>
                  <a:ext uri="{FF2B5EF4-FFF2-40B4-BE49-F238E27FC236}">
                    <a16:creationId xmlns:a16="http://schemas.microsoft.com/office/drawing/2014/main" id="{58960139-47ED-F8E0-43F2-EE62F13935EE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2" name="pg2957">
                <a:extLst>
                  <a:ext uri="{FF2B5EF4-FFF2-40B4-BE49-F238E27FC236}">
                    <a16:creationId xmlns:a16="http://schemas.microsoft.com/office/drawing/2014/main" id="{CA19B347-A8DA-4B0C-9DBB-9639711C4FC7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3" name="pg2958">
                <a:extLst>
                  <a:ext uri="{FF2B5EF4-FFF2-40B4-BE49-F238E27FC236}">
                    <a16:creationId xmlns:a16="http://schemas.microsoft.com/office/drawing/2014/main" id="{7D9E3AC6-2BCE-2A86-A28C-C4A3A5C6B917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4" name="pg2959">
                <a:extLst>
                  <a:ext uri="{FF2B5EF4-FFF2-40B4-BE49-F238E27FC236}">
                    <a16:creationId xmlns:a16="http://schemas.microsoft.com/office/drawing/2014/main" id="{F91247CD-4B72-2F6D-ABAB-30DBB26EA6BB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5" name="pg2960">
                <a:extLst>
                  <a:ext uri="{FF2B5EF4-FFF2-40B4-BE49-F238E27FC236}">
                    <a16:creationId xmlns:a16="http://schemas.microsoft.com/office/drawing/2014/main" id="{BB7DC16B-1DDC-5B48-2086-2DCFAB459573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6" name="pg2961">
                <a:extLst>
                  <a:ext uri="{FF2B5EF4-FFF2-40B4-BE49-F238E27FC236}">
                    <a16:creationId xmlns:a16="http://schemas.microsoft.com/office/drawing/2014/main" id="{046710C3-E68F-DD15-3971-7B1D604A7F9A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7" name="pg2962">
                <a:extLst>
                  <a:ext uri="{FF2B5EF4-FFF2-40B4-BE49-F238E27FC236}">
                    <a16:creationId xmlns:a16="http://schemas.microsoft.com/office/drawing/2014/main" id="{7A3AFAE9-D489-B3FB-5863-56B46BDA4A50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8" name="pg2963">
                <a:extLst>
                  <a:ext uri="{FF2B5EF4-FFF2-40B4-BE49-F238E27FC236}">
                    <a16:creationId xmlns:a16="http://schemas.microsoft.com/office/drawing/2014/main" id="{5EEAF5E7-3AF5-D65F-AB5E-79ADDED88821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9" name="pg2964">
                <a:extLst>
                  <a:ext uri="{FF2B5EF4-FFF2-40B4-BE49-F238E27FC236}">
                    <a16:creationId xmlns:a16="http://schemas.microsoft.com/office/drawing/2014/main" id="{2CA2BD85-9441-8209-1BBD-851133F265E5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0" name="pg2965">
                <a:extLst>
                  <a:ext uri="{FF2B5EF4-FFF2-40B4-BE49-F238E27FC236}">
                    <a16:creationId xmlns:a16="http://schemas.microsoft.com/office/drawing/2014/main" id="{E51788EF-19CC-0920-1195-8148E7E78374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1" name="pg2966">
                <a:extLst>
                  <a:ext uri="{FF2B5EF4-FFF2-40B4-BE49-F238E27FC236}">
                    <a16:creationId xmlns:a16="http://schemas.microsoft.com/office/drawing/2014/main" id="{E20E9AC4-6D97-7D3F-EA42-950CB4300C32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2" name="pg2967">
                <a:extLst>
                  <a:ext uri="{FF2B5EF4-FFF2-40B4-BE49-F238E27FC236}">
                    <a16:creationId xmlns:a16="http://schemas.microsoft.com/office/drawing/2014/main" id="{DEECC2B6-BBC0-14DE-24F0-D0B3DE880646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3" name="pg2968">
                <a:extLst>
                  <a:ext uri="{FF2B5EF4-FFF2-40B4-BE49-F238E27FC236}">
                    <a16:creationId xmlns:a16="http://schemas.microsoft.com/office/drawing/2014/main" id="{DB816C7B-03C1-75D0-0E65-55CA05705FBC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4" name="pg2969">
                <a:extLst>
                  <a:ext uri="{FF2B5EF4-FFF2-40B4-BE49-F238E27FC236}">
                    <a16:creationId xmlns:a16="http://schemas.microsoft.com/office/drawing/2014/main" id="{3755FDE6-A0B4-AC55-C784-EB0B0AE54390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5" name="pg2970">
                <a:extLst>
                  <a:ext uri="{FF2B5EF4-FFF2-40B4-BE49-F238E27FC236}">
                    <a16:creationId xmlns:a16="http://schemas.microsoft.com/office/drawing/2014/main" id="{F55C6B50-2D31-C86F-9330-54F1ABA81B6F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6" name="pg2971">
                <a:extLst>
                  <a:ext uri="{FF2B5EF4-FFF2-40B4-BE49-F238E27FC236}">
                    <a16:creationId xmlns:a16="http://schemas.microsoft.com/office/drawing/2014/main" id="{17550A4E-5B32-FD40-2012-51DA2D84B1F0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7" name="pg2972">
                <a:extLst>
                  <a:ext uri="{FF2B5EF4-FFF2-40B4-BE49-F238E27FC236}">
                    <a16:creationId xmlns:a16="http://schemas.microsoft.com/office/drawing/2014/main" id="{C6266201-2F09-516C-5B4C-8332F14B2AEC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8" name="pg2973">
                <a:extLst>
                  <a:ext uri="{FF2B5EF4-FFF2-40B4-BE49-F238E27FC236}">
                    <a16:creationId xmlns:a16="http://schemas.microsoft.com/office/drawing/2014/main" id="{821DE886-2207-CDEA-B507-8CCB023D2738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9" name="pg2974">
                <a:extLst>
                  <a:ext uri="{FF2B5EF4-FFF2-40B4-BE49-F238E27FC236}">
                    <a16:creationId xmlns:a16="http://schemas.microsoft.com/office/drawing/2014/main" id="{2BAB19EA-64B1-61E4-853E-229D29D7420F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0" name="pg2975">
                <a:extLst>
                  <a:ext uri="{FF2B5EF4-FFF2-40B4-BE49-F238E27FC236}">
                    <a16:creationId xmlns:a16="http://schemas.microsoft.com/office/drawing/2014/main" id="{24E32866-FC9C-AF9A-45E4-55C7B0C9852B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1" name="pg2976">
                <a:extLst>
                  <a:ext uri="{FF2B5EF4-FFF2-40B4-BE49-F238E27FC236}">
                    <a16:creationId xmlns:a16="http://schemas.microsoft.com/office/drawing/2014/main" id="{D9BFF1B1-9CFE-62D8-A94A-39E05B7DBE6B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2" name="pg2977">
                <a:extLst>
                  <a:ext uri="{FF2B5EF4-FFF2-40B4-BE49-F238E27FC236}">
                    <a16:creationId xmlns:a16="http://schemas.microsoft.com/office/drawing/2014/main" id="{BECF4669-90EC-9FE0-5949-E5B4B75C8020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3" name="pg2978">
                <a:extLst>
                  <a:ext uri="{FF2B5EF4-FFF2-40B4-BE49-F238E27FC236}">
                    <a16:creationId xmlns:a16="http://schemas.microsoft.com/office/drawing/2014/main" id="{65C17F80-7F22-CDA4-BE09-3564F5EAC1A9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4" name="pg2979">
                <a:extLst>
                  <a:ext uri="{FF2B5EF4-FFF2-40B4-BE49-F238E27FC236}">
                    <a16:creationId xmlns:a16="http://schemas.microsoft.com/office/drawing/2014/main" id="{EB45D033-E546-81C8-6A08-5673A2F04CEB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5" name="pg2980">
                <a:extLst>
                  <a:ext uri="{FF2B5EF4-FFF2-40B4-BE49-F238E27FC236}">
                    <a16:creationId xmlns:a16="http://schemas.microsoft.com/office/drawing/2014/main" id="{2C7FCD19-0EE5-DC50-7B21-D81409499AA3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6" name="pg2981">
                <a:extLst>
                  <a:ext uri="{FF2B5EF4-FFF2-40B4-BE49-F238E27FC236}">
                    <a16:creationId xmlns:a16="http://schemas.microsoft.com/office/drawing/2014/main" id="{11BC4181-7552-1F57-5EBD-1C1708F9F6E5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7" name="pg2982">
                <a:extLst>
                  <a:ext uri="{FF2B5EF4-FFF2-40B4-BE49-F238E27FC236}">
                    <a16:creationId xmlns:a16="http://schemas.microsoft.com/office/drawing/2014/main" id="{8609E52C-CD5A-6A86-181E-36DE6332209B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8" name="pg2983">
                <a:extLst>
                  <a:ext uri="{FF2B5EF4-FFF2-40B4-BE49-F238E27FC236}">
                    <a16:creationId xmlns:a16="http://schemas.microsoft.com/office/drawing/2014/main" id="{4FB4E42B-4C7F-4016-9FC9-9B89B41A59EC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9" name="pg2984">
                <a:extLst>
                  <a:ext uri="{FF2B5EF4-FFF2-40B4-BE49-F238E27FC236}">
                    <a16:creationId xmlns:a16="http://schemas.microsoft.com/office/drawing/2014/main" id="{A923E5F2-DA71-2E6A-A029-3B95737E5D00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0" name="pg2985">
                <a:extLst>
                  <a:ext uri="{FF2B5EF4-FFF2-40B4-BE49-F238E27FC236}">
                    <a16:creationId xmlns:a16="http://schemas.microsoft.com/office/drawing/2014/main" id="{A539259D-40AB-7186-C9C0-7A2225D49E95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1" name="pg2986">
                <a:extLst>
                  <a:ext uri="{FF2B5EF4-FFF2-40B4-BE49-F238E27FC236}">
                    <a16:creationId xmlns:a16="http://schemas.microsoft.com/office/drawing/2014/main" id="{A1852958-37F1-B304-E2FD-C4C504F2F838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2" name="pg2987">
                <a:extLst>
                  <a:ext uri="{FF2B5EF4-FFF2-40B4-BE49-F238E27FC236}">
                    <a16:creationId xmlns:a16="http://schemas.microsoft.com/office/drawing/2014/main" id="{5D4F7099-542C-574C-9B96-12FBBB5DDD2D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3" name="pg2988">
                <a:extLst>
                  <a:ext uri="{FF2B5EF4-FFF2-40B4-BE49-F238E27FC236}">
                    <a16:creationId xmlns:a16="http://schemas.microsoft.com/office/drawing/2014/main" id="{BF4AC6E3-40FE-9400-721E-87398F1B223B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4" name="pg2989">
                <a:extLst>
                  <a:ext uri="{FF2B5EF4-FFF2-40B4-BE49-F238E27FC236}">
                    <a16:creationId xmlns:a16="http://schemas.microsoft.com/office/drawing/2014/main" id="{AD3ADA88-55BF-DFD6-9DD7-3FE852BA22CA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5" name="pg2990">
                <a:extLst>
                  <a:ext uri="{FF2B5EF4-FFF2-40B4-BE49-F238E27FC236}">
                    <a16:creationId xmlns:a16="http://schemas.microsoft.com/office/drawing/2014/main" id="{2EE407D6-C48C-F36D-566C-4DADE5CC7617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6" name="pg2991">
                <a:extLst>
                  <a:ext uri="{FF2B5EF4-FFF2-40B4-BE49-F238E27FC236}">
                    <a16:creationId xmlns:a16="http://schemas.microsoft.com/office/drawing/2014/main" id="{9BB2EC00-ED2C-A96A-69C9-FCE6D1398467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7" name="pg2992">
                <a:extLst>
                  <a:ext uri="{FF2B5EF4-FFF2-40B4-BE49-F238E27FC236}">
                    <a16:creationId xmlns:a16="http://schemas.microsoft.com/office/drawing/2014/main" id="{39F85F6C-6CAC-32A3-878D-6C57A0D0EE42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8" name="pg2993">
                <a:extLst>
                  <a:ext uri="{FF2B5EF4-FFF2-40B4-BE49-F238E27FC236}">
                    <a16:creationId xmlns:a16="http://schemas.microsoft.com/office/drawing/2014/main" id="{3F96D60C-A186-069C-1DD2-D36FA275FAEC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9" name="pg2994">
                <a:extLst>
                  <a:ext uri="{FF2B5EF4-FFF2-40B4-BE49-F238E27FC236}">
                    <a16:creationId xmlns:a16="http://schemas.microsoft.com/office/drawing/2014/main" id="{7BC1A8CF-695C-6EB1-88FB-BBD98F1877F8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0" name="pg2995">
                <a:extLst>
                  <a:ext uri="{FF2B5EF4-FFF2-40B4-BE49-F238E27FC236}">
                    <a16:creationId xmlns:a16="http://schemas.microsoft.com/office/drawing/2014/main" id="{61D7A534-B33A-78D8-A271-6747E32007A4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1" name="pg2996">
                <a:extLst>
                  <a:ext uri="{FF2B5EF4-FFF2-40B4-BE49-F238E27FC236}">
                    <a16:creationId xmlns:a16="http://schemas.microsoft.com/office/drawing/2014/main" id="{1EDCEB11-25D1-95D5-6E6D-78ABABA9D486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2" name="pg2997">
                <a:extLst>
                  <a:ext uri="{FF2B5EF4-FFF2-40B4-BE49-F238E27FC236}">
                    <a16:creationId xmlns:a16="http://schemas.microsoft.com/office/drawing/2014/main" id="{4A72E080-19CB-C1F2-0087-DA7BC318DD51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3" name="pg2998">
                <a:extLst>
                  <a:ext uri="{FF2B5EF4-FFF2-40B4-BE49-F238E27FC236}">
                    <a16:creationId xmlns:a16="http://schemas.microsoft.com/office/drawing/2014/main" id="{1339010E-E188-93AB-AE47-E80618533DF8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4" name="pg2999">
                <a:extLst>
                  <a:ext uri="{FF2B5EF4-FFF2-40B4-BE49-F238E27FC236}">
                    <a16:creationId xmlns:a16="http://schemas.microsoft.com/office/drawing/2014/main" id="{39C3884E-AEC0-B4B0-10E9-0FFDCF8DC9FF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5" name="pg3000">
                <a:extLst>
                  <a:ext uri="{FF2B5EF4-FFF2-40B4-BE49-F238E27FC236}">
                    <a16:creationId xmlns:a16="http://schemas.microsoft.com/office/drawing/2014/main" id="{187BDD0D-806E-2781-215C-705223D60E91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6" name="pg3001">
                <a:extLst>
                  <a:ext uri="{FF2B5EF4-FFF2-40B4-BE49-F238E27FC236}">
                    <a16:creationId xmlns:a16="http://schemas.microsoft.com/office/drawing/2014/main" id="{F82976C1-A18B-4518-194D-6FA0894F173A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7" name="pg3002">
                <a:extLst>
                  <a:ext uri="{FF2B5EF4-FFF2-40B4-BE49-F238E27FC236}">
                    <a16:creationId xmlns:a16="http://schemas.microsoft.com/office/drawing/2014/main" id="{46DAC31B-0E86-9E85-5C9E-D79B2FCD6D54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8" name="pg3003">
                <a:extLst>
                  <a:ext uri="{FF2B5EF4-FFF2-40B4-BE49-F238E27FC236}">
                    <a16:creationId xmlns:a16="http://schemas.microsoft.com/office/drawing/2014/main" id="{05C080D5-6373-DCC3-78C8-4D18242D33F8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9" name="pg3004">
                <a:extLst>
                  <a:ext uri="{FF2B5EF4-FFF2-40B4-BE49-F238E27FC236}">
                    <a16:creationId xmlns:a16="http://schemas.microsoft.com/office/drawing/2014/main" id="{F0CA2301-E02B-BA4B-0450-90D49AA688A0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0" name="pg3005">
                <a:extLst>
                  <a:ext uri="{FF2B5EF4-FFF2-40B4-BE49-F238E27FC236}">
                    <a16:creationId xmlns:a16="http://schemas.microsoft.com/office/drawing/2014/main" id="{CFE8E2D2-E7F1-44E9-A86D-2B725ED18614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1" name="pg3006">
                <a:extLst>
                  <a:ext uri="{FF2B5EF4-FFF2-40B4-BE49-F238E27FC236}">
                    <a16:creationId xmlns:a16="http://schemas.microsoft.com/office/drawing/2014/main" id="{D29AECA0-E717-5B95-83C2-F9F01ABE291A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2" name="pg3007">
                <a:extLst>
                  <a:ext uri="{FF2B5EF4-FFF2-40B4-BE49-F238E27FC236}">
                    <a16:creationId xmlns:a16="http://schemas.microsoft.com/office/drawing/2014/main" id="{C4F7F120-CE40-C856-6E7A-DF8FBEA2E608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3" name="pg3008">
                <a:extLst>
                  <a:ext uri="{FF2B5EF4-FFF2-40B4-BE49-F238E27FC236}">
                    <a16:creationId xmlns:a16="http://schemas.microsoft.com/office/drawing/2014/main" id="{70940D0B-2C96-6971-E761-D3D0F3969E84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4" name="pg3009">
                <a:extLst>
                  <a:ext uri="{FF2B5EF4-FFF2-40B4-BE49-F238E27FC236}">
                    <a16:creationId xmlns:a16="http://schemas.microsoft.com/office/drawing/2014/main" id="{F8F120D4-3123-95E6-BBA1-DD2878FF38EE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5" name="pg3010">
                <a:extLst>
                  <a:ext uri="{FF2B5EF4-FFF2-40B4-BE49-F238E27FC236}">
                    <a16:creationId xmlns:a16="http://schemas.microsoft.com/office/drawing/2014/main" id="{822EB089-E458-6D98-DB67-5E7F32F05479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6" name="pg3011">
                <a:extLst>
                  <a:ext uri="{FF2B5EF4-FFF2-40B4-BE49-F238E27FC236}">
                    <a16:creationId xmlns:a16="http://schemas.microsoft.com/office/drawing/2014/main" id="{2F5D943A-EBCE-B853-10F2-00CDB3180F01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7" name="pg3012">
                <a:extLst>
                  <a:ext uri="{FF2B5EF4-FFF2-40B4-BE49-F238E27FC236}">
                    <a16:creationId xmlns:a16="http://schemas.microsoft.com/office/drawing/2014/main" id="{10208702-40E0-5E16-D3BC-C6CDD4F2983E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8" name="pg3013">
                <a:extLst>
                  <a:ext uri="{FF2B5EF4-FFF2-40B4-BE49-F238E27FC236}">
                    <a16:creationId xmlns:a16="http://schemas.microsoft.com/office/drawing/2014/main" id="{7568CECE-8511-043B-10ED-FBB6376F664B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9" name="pg3014">
                <a:extLst>
                  <a:ext uri="{FF2B5EF4-FFF2-40B4-BE49-F238E27FC236}">
                    <a16:creationId xmlns:a16="http://schemas.microsoft.com/office/drawing/2014/main" id="{A94EF077-2D5A-6F64-5235-4A0F7B0C9E04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0" name="pg3015">
                <a:extLst>
                  <a:ext uri="{FF2B5EF4-FFF2-40B4-BE49-F238E27FC236}">
                    <a16:creationId xmlns:a16="http://schemas.microsoft.com/office/drawing/2014/main" id="{A9E77E81-C0DC-9986-052D-175FED73C85F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1" name="pg3016">
                <a:extLst>
                  <a:ext uri="{FF2B5EF4-FFF2-40B4-BE49-F238E27FC236}">
                    <a16:creationId xmlns:a16="http://schemas.microsoft.com/office/drawing/2014/main" id="{B9B5A956-B687-129C-8BD0-909E17F3B8F5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2" name="pg3017">
                <a:extLst>
                  <a:ext uri="{FF2B5EF4-FFF2-40B4-BE49-F238E27FC236}">
                    <a16:creationId xmlns:a16="http://schemas.microsoft.com/office/drawing/2014/main" id="{B1FE83B8-1177-5599-F3A2-218DE91A0DE0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3" name="pg3018">
                <a:extLst>
                  <a:ext uri="{FF2B5EF4-FFF2-40B4-BE49-F238E27FC236}">
                    <a16:creationId xmlns:a16="http://schemas.microsoft.com/office/drawing/2014/main" id="{1D102399-14ED-B5B2-27FA-7E6E75506A09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4" name="pg3019">
                <a:extLst>
                  <a:ext uri="{FF2B5EF4-FFF2-40B4-BE49-F238E27FC236}">
                    <a16:creationId xmlns:a16="http://schemas.microsoft.com/office/drawing/2014/main" id="{1E879994-B402-1552-41BD-A69BD4AE0622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5" name="pg3020">
                <a:extLst>
                  <a:ext uri="{FF2B5EF4-FFF2-40B4-BE49-F238E27FC236}">
                    <a16:creationId xmlns:a16="http://schemas.microsoft.com/office/drawing/2014/main" id="{9853A3F5-F7A1-BC8A-C0C6-12B4513FAB8B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6" name="pg3021">
                <a:extLst>
                  <a:ext uri="{FF2B5EF4-FFF2-40B4-BE49-F238E27FC236}">
                    <a16:creationId xmlns:a16="http://schemas.microsoft.com/office/drawing/2014/main" id="{2836866F-7406-5356-7A7D-7BC80C6A4524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7" name="pg3022">
                <a:extLst>
                  <a:ext uri="{FF2B5EF4-FFF2-40B4-BE49-F238E27FC236}">
                    <a16:creationId xmlns:a16="http://schemas.microsoft.com/office/drawing/2014/main" id="{D5B968D6-9F8D-78B8-0398-44C73AECF483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8" name="pg3023">
                <a:extLst>
                  <a:ext uri="{FF2B5EF4-FFF2-40B4-BE49-F238E27FC236}">
                    <a16:creationId xmlns:a16="http://schemas.microsoft.com/office/drawing/2014/main" id="{DAEF0AB8-E41A-8246-B448-F04B8A8F51F9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9" name="pg3024">
                <a:extLst>
                  <a:ext uri="{FF2B5EF4-FFF2-40B4-BE49-F238E27FC236}">
                    <a16:creationId xmlns:a16="http://schemas.microsoft.com/office/drawing/2014/main" id="{9D6BD2F2-03B4-87F0-D823-35E6A2F5587A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0" name="pg3025">
                <a:extLst>
                  <a:ext uri="{FF2B5EF4-FFF2-40B4-BE49-F238E27FC236}">
                    <a16:creationId xmlns:a16="http://schemas.microsoft.com/office/drawing/2014/main" id="{AE744F5F-F3F9-4B5F-9998-81C4A10671C1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1" name="pg3026">
                <a:extLst>
                  <a:ext uri="{FF2B5EF4-FFF2-40B4-BE49-F238E27FC236}">
                    <a16:creationId xmlns:a16="http://schemas.microsoft.com/office/drawing/2014/main" id="{8F25584A-E03D-3C51-D7C4-BC6572BDB546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2" name="pg3027">
                <a:extLst>
                  <a:ext uri="{FF2B5EF4-FFF2-40B4-BE49-F238E27FC236}">
                    <a16:creationId xmlns:a16="http://schemas.microsoft.com/office/drawing/2014/main" id="{693E269F-C2FF-6D69-4618-E40F31E447B9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3" name="pg3028">
                <a:extLst>
                  <a:ext uri="{FF2B5EF4-FFF2-40B4-BE49-F238E27FC236}">
                    <a16:creationId xmlns:a16="http://schemas.microsoft.com/office/drawing/2014/main" id="{D3A069BD-8F9B-2768-8B84-F0914704C803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4" name="pg3029">
                <a:extLst>
                  <a:ext uri="{FF2B5EF4-FFF2-40B4-BE49-F238E27FC236}">
                    <a16:creationId xmlns:a16="http://schemas.microsoft.com/office/drawing/2014/main" id="{66F4855C-C1DC-420E-B3AC-9EF1A5C39E66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5" name="pg3030">
                <a:extLst>
                  <a:ext uri="{FF2B5EF4-FFF2-40B4-BE49-F238E27FC236}">
                    <a16:creationId xmlns:a16="http://schemas.microsoft.com/office/drawing/2014/main" id="{C97B7825-7539-62C2-CF99-DEFFBA8B5E99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6" name="pg3031">
                <a:extLst>
                  <a:ext uri="{FF2B5EF4-FFF2-40B4-BE49-F238E27FC236}">
                    <a16:creationId xmlns:a16="http://schemas.microsoft.com/office/drawing/2014/main" id="{0E544679-CBDA-3B1A-84A5-31BC81A52BCF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7" name="pg3032">
                <a:extLst>
                  <a:ext uri="{FF2B5EF4-FFF2-40B4-BE49-F238E27FC236}">
                    <a16:creationId xmlns:a16="http://schemas.microsoft.com/office/drawing/2014/main" id="{177CC825-7DAD-BA52-B5C6-A564C01EF0BC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8" name="pg3033">
                <a:extLst>
                  <a:ext uri="{FF2B5EF4-FFF2-40B4-BE49-F238E27FC236}">
                    <a16:creationId xmlns:a16="http://schemas.microsoft.com/office/drawing/2014/main" id="{4E90D40A-7720-C3FF-92B7-8203FDB451C1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9" name="pg3034">
                <a:extLst>
                  <a:ext uri="{FF2B5EF4-FFF2-40B4-BE49-F238E27FC236}">
                    <a16:creationId xmlns:a16="http://schemas.microsoft.com/office/drawing/2014/main" id="{717C5932-847B-9969-BE66-6055385C3812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0" name="pg3035">
                <a:extLst>
                  <a:ext uri="{FF2B5EF4-FFF2-40B4-BE49-F238E27FC236}">
                    <a16:creationId xmlns:a16="http://schemas.microsoft.com/office/drawing/2014/main" id="{8F9AC5BC-BF28-F2A6-02FC-BCA321864BFC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1" name="pg3036">
                <a:extLst>
                  <a:ext uri="{FF2B5EF4-FFF2-40B4-BE49-F238E27FC236}">
                    <a16:creationId xmlns:a16="http://schemas.microsoft.com/office/drawing/2014/main" id="{B9B42E14-C9D6-0933-01A4-DAB98F513CF1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2" name="pg3037">
                <a:extLst>
                  <a:ext uri="{FF2B5EF4-FFF2-40B4-BE49-F238E27FC236}">
                    <a16:creationId xmlns:a16="http://schemas.microsoft.com/office/drawing/2014/main" id="{3951C3AE-CADB-4810-3325-AA0AAC888795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3" name="pg3038">
                <a:extLst>
                  <a:ext uri="{FF2B5EF4-FFF2-40B4-BE49-F238E27FC236}">
                    <a16:creationId xmlns:a16="http://schemas.microsoft.com/office/drawing/2014/main" id="{CF3F725A-2120-C9D9-A91F-DBFC4806596D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4" name="pg3039">
                <a:extLst>
                  <a:ext uri="{FF2B5EF4-FFF2-40B4-BE49-F238E27FC236}">
                    <a16:creationId xmlns:a16="http://schemas.microsoft.com/office/drawing/2014/main" id="{0D1379A2-F47D-047C-EFEC-0B0534A73D72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5" name="pg3040">
                <a:extLst>
                  <a:ext uri="{FF2B5EF4-FFF2-40B4-BE49-F238E27FC236}">
                    <a16:creationId xmlns:a16="http://schemas.microsoft.com/office/drawing/2014/main" id="{FB269F57-B599-C83B-9F28-1E14D16FA6A2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6" name="pg3041">
                <a:extLst>
                  <a:ext uri="{FF2B5EF4-FFF2-40B4-BE49-F238E27FC236}">
                    <a16:creationId xmlns:a16="http://schemas.microsoft.com/office/drawing/2014/main" id="{63108DF7-4F2B-FECF-393E-0FB8928BB6E9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7" name="pg3042">
                <a:extLst>
                  <a:ext uri="{FF2B5EF4-FFF2-40B4-BE49-F238E27FC236}">
                    <a16:creationId xmlns:a16="http://schemas.microsoft.com/office/drawing/2014/main" id="{51E2EE27-CF0A-59FF-343B-EB35C6BAE969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8" name="pg3043">
                <a:extLst>
                  <a:ext uri="{FF2B5EF4-FFF2-40B4-BE49-F238E27FC236}">
                    <a16:creationId xmlns:a16="http://schemas.microsoft.com/office/drawing/2014/main" id="{C8D18F65-2DD9-6B69-1576-C315667BE9BC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9" name="pg3044">
                <a:extLst>
                  <a:ext uri="{FF2B5EF4-FFF2-40B4-BE49-F238E27FC236}">
                    <a16:creationId xmlns:a16="http://schemas.microsoft.com/office/drawing/2014/main" id="{181481BB-DC3E-86F6-65C3-08B6B59BD08B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0" name="pg3045">
                <a:extLst>
                  <a:ext uri="{FF2B5EF4-FFF2-40B4-BE49-F238E27FC236}">
                    <a16:creationId xmlns:a16="http://schemas.microsoft.com/office/drawing/2014/main" id="{EBD3E8B1-C1F0-81E1-B67E-29FA4D0DA6B2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1" name="pg3046">
                <a:extLst>
                  <a:ext uri="{FF2B5EF4-FFF2-40B4-BE49-F238E27FC236}">
                    <a16:creationId xmlns:a16="http://schemas.microsoft.com/office/drawing/2014/main" id="{5E7122CC-24E0-6F08-512F-E898BA57CF2C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2" name="pg3047">
                <a:extLst>
                  <a:ext uri="{FF2B5EF4-FFF2-40B4-BE49-F238E27FC236}">
                    <a16:creationId xmlns:a16="http://schemas.microsoft.com/office/drawing/2014/main" id="{81E446DD-31DD-B247-F01E-9E4FB0E0D290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3" name="pg3048">
                <a:extLst>
                  <a:ext uri="{FF2B5EF4-FFF2-40B4-BE49-F238E27FC236}">
                    <a16:creationId xmlns:a16="http://schemas.microsoft.com/office/drawing/2014/main" id="{0B3E0C9E-7D15-050F-6FB5-FE45164EA6C4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4" name="pg3049">
                <a:extLst>
                  <a:ext uri="{FF2B5EF4-FFF2-40B4-BE49-F238E27FC236}">
                    <a16:creationId xmlns:a16="http://schemas.microsoft.com/office/drawing/2014/main" id="{A668A45D-87C7-C17B-8AEF-93D2B31CF9FF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5" name="pg3050">
                <a:extLst>
                  <a:ext uri="{FF2B5EF4-FFF2-40B4-BE49-F238E27FC236}">
                    <a16:creationId xmlns:a16="http://schemas.microsoft.com/office/drawing/2014/main" id="{1F3E9E78-E1B8-9D4A-46B1-DEE78C1885AB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6" name="pg3051">
                <a:extLst>
                  <a:ext uri="{FF2B5EF4-FFF2-40B4-BE49-F238E27FC236}">
                    <a16:creationId xmlns:a16="http://schemas.microsoft.com/office/drawing/2014/main" id="{19DF92E5-9B3A-E694-612A-5F4CB92B03B8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7" name="pg3052">
                <a:extLst>
                  <a:ext uri="{FF2B5EF4-FFF2-40B4-BE49-F238E27FC236}">
                    <a16:creationId xmlns:a16="http://schemas.microsoft.com/office/drawing/2014/main" id="{27187D3D-4C10-27DA-88C7-5EF64CF3A6D9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8" name="pg3053">
                <a:extLst>
                  <a:ext uri="{FF2B5EF4-FFF2-40B4-BE49-F238E27FC236}">
                    <a16:creationId xmlns:a16="http://schemas.microsoft.com/office/drawing/2014/main" id="{2CCE054C-E151-1A39-54F8-B2A2EC433A84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9" name="pg3054">
                <a:extLst>
                  <a:ext uri="{FF2B5EF4-FFF2-40B4-BE49-F238E27FC236}">
                    <a16:creationId xmlns:a16="http://schemas.microsoft.com/office/drawing/2014/main" id="{CF42BFB8-52FF-B6A0-4225-8C48A94DAA6C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0" name="pg3055">
                <a:extLst>
                  <a:ext uri="{FF2B5EF4-FFF2-40B4-BE49-F238E27FC236}">
                    <a16:creationId xmlns:a16="http://schemas.microsoft.com/office/drawing/2014/main" id="{854ECE64-8A45-B1EC-8DE3-0597CB6BEBE3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1" name="pg3056">
                <a:extLst>
                  <a:ext uri="{FF2B5EF4-FFF2-40B4-BE49-F238E27FC236}">
                    <a16:creationId xmlns:a16="http://schemas.microsoft.com/office/drawing/2014/main" id="{D27FF88A-D43E-6374-C692-264E96420E87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2" name="pg3057">
                <a:extLst>
                  <a:ext uri="{FF2B5EF4-FFF2-40B4-BE49-F238E27FC236}">
                    <a16:creationId xmlns:a16="http://schemas.microsoft.com/office/drawing/2014/main" id="{55F39069-AB9F-E858-3726-2048D2DA4B05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3" name="pg3058">
                <a:extLst>
                  <a:ext uri="{FF2B5EF4-FFF2-40B4-BE49-F238E27FC236}">
                    <a16:creationId xmlns:a16="http://schemas.microsoft.com/office/drawing/2014/main" id="{5191F9CC-6661-E892-7391-E1A85DB95C6E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4" name="pg3059">
                <a:extLst>
                  <a:ext uri="{FF2B5EF4-FFF2-40B4-BE49-F238E27FC236}">
                    <a16:creationId xmlns:a16="http://schemas.microsoft.com/office/drawing/2014/main" id="{BDDBAE89-06B4-F673-1FE2-622B2E76CEAE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5" name="pg3060">
                <a:extLst>
                  <a:ext uri="{FF2B5EF4-FFF2-40B4-BE49-F238E27FC236}">
                    <a16:creationId xmlns:a16="http://schemas.microsoft.com/office/drawing/2014/main" id="{00D25C45-9260-0B85-7556-F18724A1A54D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6" name="pg3061">
                <a:extLst>
                  <a:ext uri="{FF2B5EF4-FFF2-40B4-BE49-F238E27FC236}">
                    <a16:creationId xmlns:a16="http://schemas.microsoft.com/office/drawing/2014/main" id="{2B0B7299-981E-C002-39F0-C6F34B9F26A8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7" name="pg3062">
                <a:extLst>
                  <a:ext uri="{FF2B5EF4-FFF2-40B4-BE49-F238E27FC236}">
                    <a16:creationId xmlns:a16="http://schemas.microsoft.com/office/drawing/2014/main" id="{FCAC4BE7-F305-00CE-3679-6B19312B6C8D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8" name="pg3063">
                <a:extLst>
                  <a:ext uri="{FF2B5EF4-FFF2-40B4-BE49-F238E27FC236}">
                    <a16:creationId xmlns:a16="http://schemas.microsoft.com/office/drawing/2014/main" id="{2CE81450-3730-15F9-E218-9A74C33269EF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9" name="pg3064">
                <a:extLst>
                  <a:ext uri="{FF2B5EF4-FFF2-40B4-BE49-F238E27FC236}">
                    <a16:creationId xmlns:a16="http://schemas.microsoft.com/office/drawing/2014/main" id="{38E373C1-00A7-953C-8087-D136689B5979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0" name="pg3065">
                <a:extLst>
                  <a:ext uri="{FF2B5EF4-FFF2-40B4-BE49-F238E27FC236}">
                    <a16:creationId xmlns:a16="http://schemas.microsoft.com/office/drawing/2014/main" id="{67204F6E-DCC4-3ED4-C47B-6BA6CBCE4216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1" name="pg3066">
                <a:extLst>
                  <a:ext uri="{FF2B5EF4-FFF2-40B4-BE49-F238E27FC236}">
                    <a16:creationId xmlns:a16="http://schemas.microsoft.com/office/drawing/2014/main" id="{6BC41B83-FB44-BF6E-B56A-99BB4BB7DACB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2" name="pg3067">
                <a:extLst>
                  <a:ext uri="{FF2B5EF4-FFF2-40B4-BE49-F238E27FC236}">
                    <a16:creationId xmlns:a16="http://schemas.microsoft.com/office/drawing/2014/main" id="{A9258A91-0104-65BD-5D79-F5873FD6EE8E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3" name="pg3068">
                <a:extLst>
                  <a:ext uri="{FF2B5EF4-FFF2-40B4-BE49-F238E27FC236}">
                    <a16:creationId xmlns:a16="http://schemas.microsoft.com/office/drawing/2014/main" id="{C9298178-8034-41B6-30AE-9CC733B94B40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4" name="pg3069">
                <a:extLst>
                  <a:ext uri="{FF2B5EF4-FFF2-40B4-BE49-F238E27FC236}">
                    <a16:creationId xmlns:a16="http://schemas.microsoft.com/office/drawing/2014/main" id="{F39D7740-822E-615A-CDE6-D27FCC74C21A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5" name="pg3070">
                <a:extLst>
                  <a:ext uri="{FF2B5EF4-FFF2-40B4-BE49-F238E27FC236}">
                    <a16:creationId xmlns:a16="http://schemas.microsoft.com/office/drawing/2014/main" id="{6F387297-F2BE-829A-9973-0DEAE0BEE229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6" name="pg3071">
                <a:extLst>
                  <a:ext uri="{FF2B5EF4-FFF2-40B4-BE49-F238E27FC236}">
                    <a16:creationId xmlns:a16="http://schemas.microsoft.com/office/drawing/2014/main" id="{7A1D5444-A2E4-29D7-5A1D-37A75DF3AB04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7" name="pg3072">
                <a:extLst>
                  <a:ext uri="{FF2B5EF4-FFF2-40B4-BE49-F238E27FC236}">
                    <a16:creationId xmlns:a16="http://schemas.microsoft.com/office/drawing/2014/main" id="{13697B43-B758-E1AB-1BB8-C1E0059423A8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8" name="pg3073">
                <a:extLst>
                  <a:ext uri="{FF2B5EF4-FFF2-40B4-BE49-F238E27FC236}">
                    <a16:creationId xmlns:a16="http://schemas.microsoft.com/office/drawing/2014/main" id="{4E4E3C8B-1A4F-9AA5-8500-8FF895A015A6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9" name="pg3074">
                <a:extLst>
                  <a:ext uri="{FF2B5EF4-FFF2-40B4-BE49-F238E27FC236}">
                    <a16:creationId xmlns:a16="http://schemas.microsoft.com/office/drawing/2014/main" id="{EA802BE3-C352-FC60-09A9-7043CE505478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0" name="pg3075">
                <a:extLst>
                  <a:ext uri="{FF2B5EF4-FFF2-40B4-BE49-F238E27FC236}">
                    <a16:creationId xmlns:a16="http://schemas.microsoft.com/office/drawing/2014/main" id="{8561B40F-34C8-6733-585B-9E3A69EB90A5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1" name="pg3076">
                <a:extLst>
                  <a:ext uri="{FF2B5EF4-FFF2-40B4-BE49-F238E27FC236}">
                    <a16:creationId xmlns:a16="http://schemas.microsoft.com/office/drawing/2014/main" id="{91969C9F-D222-9D0D-4589-A67BC593726F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2" name="pg3077">
                <a:extLst>
                  <a:ext uri="{FF2B5EF4-FFF2-40B4-BE49-F238E27FC236}">
                    <a16:creationId xmlns:a16="http://schemas.microsoft.com/office/drawing/2014/main" id="{9B8BB5FD-C53E-7130-2679-94D6ABE056FA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3" name="pg3078">
                <a:extLst>
                  <a:ext uri="{FF2B5EF4-FFF2-40B4-BE49-F238E27FC236}">
                    <a16:creationId xmlns:a16="http://schemas.microsoft.com/office/drawing/2014/main" id="{D5E17428-3DDD-870C-6541-25E32688A179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4" name="pg3079">
                <a:extLst>
                  <a:ext uri="{FF2B5EF4-FFF2-40B4-BE49-F238E27FC236}">
                    <a16:creationId xmlns:a16="http://schemas.microsoft.com/office/drawing/2014/main" id="{2D7EA775-71A5-1B58-E899-AC085E77A8A5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5" name="pg3080">
                <a:extLst>
                  <a:ext uri="{FF2B5EF4-FFF2-40B4-BE49-F238E27FC236}">
                    <a16:creationId xmlns:a16="http://schemas.microsoft.com/office/drawing/2014/main" id="{B92F9ECE-586D-82CC-A933-D5C6D2EE9195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6" name="pg3081">
                <a:extLst>
                  <a:ext uri="{FF2B5EF4-FFF2-40B4-BE49-F238E27FC236}">
                    <a16:creationId xmlns:a16="http://schemas.microsoft.com/office/drawing/2014/main" id="{53A5FE61-A0FB-5AB4-5DF4-64FA3D1E07E8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7" name="pg3082">
                <a:extLst>
                  <a:ext uri="{FF2B5EF4-FFF2-40B4-BE49-F238E27FC236}">
                    <a16:creationId xmlns:a16="http://schemas.microsoft.com/office/drawing/2014/main" id="{9F37467A-044D-9E07-184C-A3DB7716FC53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8" name="pg3083">
                <a:extLst>
                  <a:ext uri="{FF2B5EF4-FFF2-40B4-BE49-F238E27FC236}">
                    <a16:creationId xmlns:a16="http://schemas.microsoft.com/office/drawing/2014/main" id="{91546973-7F89-885B-62D0-C7F4E6055F47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9" name="pg3084">
                <a:extLst>
                  <a:ext uri="{FF2B5EF4-FFF2-40B4-BE49-F238E27FC236}">
                    <a16:creationId xmlns:a16="http://schemas.microsoft.com/office/drawing/2014/main" id="{7D6C7C84-84D0-0D0F-A2AB-6310C5F91937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0" name="pg3085">
                <a:extLst>
                  <a:ext uri="{FF2B5EF4-FFF2-40B4-BE49-F238E27FC236}">
                    <a16:creationId xmlns:a16="http://schemas.microsoft.com/office/drawing/2014/main" id="{CCB3522B-F1D1-2FE4-A94F-70B785F68E87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1" name="pg3086">
                <a:extLst>
                  <a:ext uri="{FF2B5EF4-FFF2-40B4-BE49-F238E27FC236}">
                    <a16:creationId xmlns:a16="http://schemas.microsoft.com/office/drawing/2014/main" id="{E1D3A5AB-496F-42F8-544B-44D8C6033516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2" name="pg3087">
                <a:extLst>
                  <a:ext uri="{FF2B5EF4-FFF2-40B4-BE49-F238E27FC236}">
                    <a16:creationId xmlns:a16="http://schemas.microsoft.com/office/drawing/2014/main" id="{A51D427C-161B-30DB-1956-8F4165E0AAA2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3" name="pg3088">
                <a:extLst>
                  <a:ext uri="{FF2B5EF4-FFF2-40B4-BE49-F238E27FC236}">
                    <a16:creationId xmlns:a16="http://schemas.microsoft.com/office/drawing/2014/main" id="{1F400651-D3F2-CDC1-37FC-85980A2D11E5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4" name="pg3089">
                <a:extLst>
                  <a:ext uri="{FF2B5EF4-FFF2-40B4-BE49-F238E27FC236}">
                    <a16:creationId xmlns:a16="http://schemas.microsoft.com/office/drawing/2014/main" id="{E115EBF0-8956-4F49-C9CA-4A2CE427BF76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5" name="pg3090">
                <a:extLst>
                  <a:ext uri="{FF2B5EF4-FFF2-40B4-BE49-F238E27FC236}">
                    <a16:creationId xmlns:a16="http://schemas.microsoft.com/office/drawing/2014/main" id="{F0E3ADD8-DF40-A151-DBA2-5115C70775E5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6" name="pg3091">
                <a:extLst>
                  <a:ext uri="{FF2B5EF4-FFF2-40B4-BE49-F238E27FC236}">
                    <a16:creationId xmlns:a16="http://schemas.microsoft.com/office/drawing/2014/main" id="{192C4040-A1E6-ECBD-7359-894852ACD7DF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7" name="pg3092">
                <a:extLst>
                  <a:ext uri="{FF2B5EF4-FFF2-40B4-BE49-F238E27FC236}">
                    <a16:creationId xmlns:a16="http://schemas.microsoft.com/office/drawing/2014/main" id="{7BBCE227-567D-BF1E-E709-DB25EB2BCDF1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8" name="pg3093">
                <a:extLst>
                  <a:ext uri="{FF2B5EF4-FFF2-40B4-BE49-F238E27FC236}">
                    <a16:creationId xmlns:a16="http://schemas.microsoft.com/office/drawing/2014/main" id="{D05D5D88-07E5-F4B2-0D8F-98AD3A50868A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9" name="pg3094">
                <a:extLst>
                  <a:ext uri="{FF2B5EF4-FFF2-40B4-BE49-F238E27FC236}">
                    <a16:creationId xmlns:a16="http://schemas.microsoft.com/office/drawing/2014/main" id="{A5B006D8-A4A5-7F93-EDC6-CCC69494FACF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0" name="pg3095">
                <a:extLst>
                  <a:ext uri="{FF2B5EF4-FFF2-40B4-BE49-F238E27FC236}">
                    <a16:creationId xmlns:a16="http://schemas.microsoft.com/office/drawing/2014/main" id="{6F29EB83-BCD7-5865-4CC6-113056CA9AD0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1" name="pg3096">
                <a:extLst>
                  <a:ext uri="{FF2B5EF4-FFF2-40B4-BE49-F238E27FC236}">
                    <a16:creationId xmlns:a16="http://schemas.microsoft.com/office/drawing/2014/main" id="{FFE77FBA-D037-1E43-EA04-1ECFD7806DDC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2" name="pg3097">
                <a:extLst>
                  <a:ext uri="{FF2B5EF4-FFF2-40B4-BE49-F238E27FC236}">
                    <a16:creationId xmlns:a16="http://schemas.microsoft.com/office/drawing/2014/main" id="{FBAE9A2D-FD85-0E9B-D111-F4E792352093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3" name="pg3098">
                <a:extLst>
                  <a:ext uri="{FF2B5EF4-FFF2-40B4-BE49-F238E27FC236}">
                    <a16:creationId xmlns:a16="http://schemas.microsoft.com/office/drawing/2014/main" id="{BC85C57C-2D3C-E720-8806-F768031A03CE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4" name="pg3099">
                <a:extLst>
                  <a:ext uri="{FF2B5EF4-FFF2-40B4-BE49-F238E27FC236}">
                    <a16:creationId xmlns:a16="http://schemas.microsoft.com/office/drawing/2014/main" id="{9083A3C7-2236-42C1-DC44-5C706282C402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5" name="pg3100">
                <a:extLst>
                  <a:ext uri="{FF2B5EF4-FFF2-40B4-BE49-F238E27FC236}">
                    <a16:creationId xmlns:a16="http://schemas.microsoft.com/office/drawing/2014/main" id="{BEF3EA3F-A75C-312D-F6FF-7EF94A45EF22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6" name="pg3101">
                <a:extLst>
                  <a:ext uri="{FF2B5EF4-FFF2-40B4-BE49-F238E27FC236}">
                    <a16:creationId xmlns:a16="http://schemas.microsoft.com/office/drawing/2014/main" id="{F5A95451-F5E8-40D6-96A4-4ED313CC5E0C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7" name="pg3102">
                <a:extLst>
                  <a:ext uri="{FF2B5EF4-FFF2-40B4-BE49-F238E27FC236}">
                    <a16:creationId xmlns:a16="http://schemas.microsoft.com/office/drawing/2014/main" id="{7D465EC7-223E-F870-3309-87DACAF32A09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8" name="pg3103">
                <a:extLst>
                  <a:ext uri="{FF2B5EF4-FFF2-40B4-BE49-F238E27FC236}">
                    <a16:creationId xmlns:a16="http://schemas.microsoft.com/office/drawing/2014/main" id="{A85F3C92-273E-32C9-3267-2BFF949132F7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9" name="pg3104">
                <a:extLst>
                  <a:ext uri="{FF2B5EF4-FFF2-40B4-BE49-F238E27FC236}">
                    <a16:creationId xmlns:a16="http://schemas.microsoft.com/office/drawing/2014/main" id="{E469E6C7-81A4-B04A-EF12-BAAB10887291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0" name="pg3105">
                <a:extLst>
                  <a:ext uri="{FF2B5EF4-FFF2-40B4-BE49-F238E27FC236}">
                    <a16:creationId xmlns:a16="http://schemas.microsoft.com/office/drawing/2014/main" id="{89CF9D4A-D524-09BE-5757-824FECFADFA9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1" name="pg3106">
                <a:extLst>
                  <a:ext uri="{FF2B5EF4-FFF2-40B4-BE49-F238E27FC236}">
                    <a16:creationId xmlns:a16="http://schemas.microsoft.com/office/drawing/2014/main" id="{D292AA01-0F9E-F629-56AD-FA805C71F11E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2" name="pg3107">
                <a:extLst>
                  <a:ext uri="{FF2B5EF4-FFF2-40B4-BE49-F238E27FC236}">
                    <a16:creationId xmlns:a16="http://schemas.microsoft.com/office/drawing/2014/main" id="{A60E4161-8053-C191-8EB1-DDEE743BD693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3" name="pg3108">
                <a:extLst>
                  <a:ext uri="{FF2B5EF4-FFF2-40B4-BE49-F238E27FC236}">
                    <a16:creationId xmlns:a16="http://schemas.microsoft.com/office/drawing/2014/main" id="{56C37080-7347-16F1-7231-1D9AC7AD7954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4" name="pg3109">
                <a:extLst>
                  <a:ext uri="{FF2B5EF4-FFF2-40B4-BE49-F238E27FC236}">
                    <a16:creationId xmlns:a16="http://schemas.microsoft.com/office/drawing/2014/main" id="{5AC32A5B-6B6B-C82A-DF4E-685537555ED8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5" name="pg3110">
                <a:extLst>
                  <a:ext uri="{FF2B5EF4-FFF2-40B4-BE49-F238E27FC236}">
                    <a16:creationId xmlns:a16="http://schemas.microsoft.com/office/drawing/2014/main" id="{B37A2251-C85A-1063-5A45-198797FD0DB9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6" name="pg3111">
                <a:extLst>
                  <a:ext uri="{FF2B5EF4-FFF2-40B4-BE49-F238E27FC236}">
                    <a16:creationId xmlns:a16="http://schemas.microsoft.com/office/drawing/2014/main" id="{101AB2B0-234E-37B5-B1C3-5080A23EF7BF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7" name="pg3112">
                <a:extLst>
                  <a:ext uri="{FF2B5EF4-FFF2-40B4-BE49-F238E27FC236}">
                    <a16:creationId xmlns:a16="http://schemas.microsoft.com/office/drawing/2014/main" id="{83985194-E320-1D9F-5798-A128225A03FA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8" name="pg3113">
                <a:extLst>
                  <a:ext uri="{FF2B5EF4-FFF2-40B4-BE49-F238E27FC236}">
                    <a16:creationId xmlns:a16="http://schemas.microsoft.com/office/drawing/2014/main" id="{1FB900A9-1B16-D64D-D954-F353C90CA756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9" name="pg3114">
                <a:extLst>
                  <a:ext uri="{FF2B5EF4-FFF2-40B4-BE49-F238E27FC236}">
                    <a16:creationId xmlns:a16="http://schemas.microsoft.com/office/drawing/2014/main" id="{8380DA5E-6AF0-22E6-C42B-B90015A847B0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0" name="pg3115">
                <a:extLst>
                  <a:ext uri="{FF2B5EF4-FFF2-40B4-BE49-F238E27FC236}">
                    <a16:creationId xmlns:a16="http://schemas.microsoft.com/office/drawing/2014/main" id="{4BE27015-9AA7-3B9B-CA99-50B9E3661584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1" name="pg3116">
                <a:extLst>
                  <a:ext uri="{FF2B5EF4-FFF2-40B4-BE49-F238E27FC236}">
                    <a16:creationId xmlns:a16="http://schemas.microsoft.com/office/drawing/2014/main" id="{E724AF04-9A5B-E205-63A9-78A22EAB15F5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2" name="pg3117">
                <a:extLst>
                  <a:ext uri="{FF2B5EF4-FFF2-40B4-BE49-F238E27FC236}">
                    <a16:creationId xmlns:a16="http://schemas.microsoft.com/office/drawing/2014/main" id="{CA1B764A-9B54-1CF9-7EEA-343D6C6668BA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3" name="pg3118">
                <a:extLst>
                  <a:ext uri="{FF2B5EF4-FFF2-40B4-BE49-F238E27FC236}">
                    <a16:creationId xmlns:a16="http://schemas.microsoft.com/office/drawing/2014/main" id="{DAE7241D-0C80-64F7-40B0-889452BA6E77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4" name="pg3119">
                <a:extLst>
                  <a:ext uri="{FF2B5EF4-FFF2-40B4-BE49-F238E27FC236}">
                    <a16:creationId xmlns:a16="http://schemas.microsoft.com/office/drawing/2014/main" id="{2A18990D-12BD-715E-312C-1E1F4BC2EFA0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5" name="pg3120">
                <a:extLst>
                  <a:ext uri="{FF2B5EF4-FFF2-40B4-BE49-F238E27FC236}">
                    <a16:creationId xmlns:a16="http://schemas.microsoft.com/office/drawing/2014/main" id="{83B41314-4F41-ACFA-9A50-075EF6D1CE4D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6" name="pg3121">
                <a:extLst>
                  <a:ext uri="{FF2B5EF4-FFF2-40B4-BE49-F238E27FC236}">
                    <a16:creationId xmlns:a16="http://schemas.microsoft.com/office/drawing/2014/main" id="{32FA3B19-0B94-16C7-6A90-4834C8E7DED3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7" name="pg3122">
                <a:extLst>
                  <a:ext uri="{FF2B5EF4-FFF2-40B4-BE49-F238E27FC236}">
                    <a16:creationId xmlns:a16="http://schemas.microsoft.com/office/drawing/2014/main" id="{BFFB9134-DB73-1FEF-6F09-2BBA9785E913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8" name="pg3123">
                <a:extLst>
                  <a:ext uri="{FF2B5EF4-FFF2-40B4-BE49-F238E27FC236}">
                    <a16:creationId xmlns:a16="http://schemas.microsoft.com/office/drawing/2014/main" id="{0565059E-C173-D1B5-8EAB-BF5767DEDC7F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9" name="pg3124">
                <a:extLst>
                  <a:ext uri="{FF2B5EF4-FFF2-40B4-BE49-F238E27FC236}">
                    <a16:creationId xmlns:a16="http://schemas.microsoft.com/office/drawing/2014/main" id="{026E6F59-A7F1-9B35-F792-0E456DCBF5F8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0" name="pg3125">
                <a:extLst>
                  <a:ext uri="{FF2B5EF4-FFF2-40B4-BE49-F238E27FC236}">
                    <a16:creationId xmlns:a16="http://schemas.microsoft.com/office/drawing/2014/main" id="{D0DD5A86-87F4-5E87-F3A5-9A2734229338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1" name="pg3126">
                <a:extLst>
                  <a:ext uri="{FF2B5EF4-FFF2-40B4-BE49-F238E27FC236}">
                    <a16:creationId xmlns:a16="http://schemas.microsoft.com/office/drawing/2014/main" id="{2AB81E91-10EC-1A5E-BE75-E30C633C00A7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2" name="pg3127">
                <a:extLst>
                  <a:ext uri="{FF2B5EF4-FFF2-40B4-BE49-F238E27FC236}">
                    <a16:creationId xmlns:a16="http://schemas.microsoft.com/office/drawing/2014/main" id="{2D8EF293-4991-F6D1-26AE-BAEB904FA586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3" name="pg3128">
                <a:extLst>
                  <a:ext uri="{FF2B5EF4-FFF2-40B4-BE49-F238E27FC236}">
                    <a16:creationId xmlns:a16="http://schemas.microsoft.com/office/drawing/2014/main" id="{42EE6F44-5495-0A16-75C2-3D1BA523DF43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4" name="pg3129">
                <a:extLst>
                  <a:ext uri="{FF2B5EF4-FFF2-40B4-BE49-F238E27FC236}">
                    <a16:creationId xmlns:a16="http://schemas.microsoft.com/office/drawing/2014/main" id="{DE9D3F38-EFF7-31DF-CA5D-A6C326FB6732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5" name="pg3130">
                <a:extLst>
                  <a:ext uri="{FF2B5EF4-FFF2-40B4-BE49-F238E27FC236}">
                    <a16:creationId xmlns:a16="http://schemas.microsoft.com/office/drawing/2014/main" id="{2C2CF110-22DA-0623-523B-A1F768A1601A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6" name="pg3131">
                <a:extLst>
                  <a:ext uri="{FF2B5EF4-FFF2-40B4-BE49-F238E27FC236}">
                    <a16:creationId xmlns:a16="http://schemas.microsoft.com/office/drawing/2014/main" id="{9D7AA8FE-432F-2ED8-5549-D364A440039D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7" name="pg3132">
                <a:extLst>
                  <a:ext uri="{FF2B5EF4-FFF2-40B4-BE49-F238E27FC236}">
                    <a16:creationId xmlns:a16="http://schemas.microsoft.com/office/drawing/2014/main" id="{FDB3D3BB-D9BD-402C-A3D3-F112E3D2AEDF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8" name="pg3133">
                <a:extLst>
                  <a:ext uri="{FF2B5EF4-FFF2-40B4-BE49-F238E27FC236}">
                    <a16:creationId xmlns:a16="http://schemas.microsoft.com/office/drawing/2014/main" id="{A572F7A5-3334-AF61-5314-AF5418A58DCC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9" name="pg3134">
                <a:extLst>
                  <a:ext uri="{FF2B5EF4-FFF2-40B4-BE49-F238E27FC236}">
                    <a16:creationId xmlns:a16="http://schemas.microsoft.com/office/drawing/2014/main" id="{DB161719-B033-2598-CB25-DCA15CE59670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0" name="pg3135">
                <a:extLst>
                  <a:ext uri="{FF2B5EF4-FFF2-40B4-BE49-F238E27FC236}">
                    <a16:creationId xmlns:a16="http://schemas.microsoft.com/office/drawing/2014/main" id="{F445FB09-2128-5781-42FD-242A2A06CEDC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1" name="pg3136">
                <a:extLst>
                  <a:ext uri="{FF2B5EF4-FFF2-40B4-BE49-F238E27FC236}">
                    <a16:creationId xmlns:a16="http://schemas.microsoft.com/office/drawing/2014/main" id="{626745E5-6DA4-BA85-6A40-0032209D50C7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2" name="pg3137">
                <a:extLst>
                  <a:ext uri="{FF2B5EF4-FFF2-40B4-BE49-F238E27FC236}">
                    <a16:creationId xmlns:a16="http://schemas.microsoft.com/office/drawing/2014/main" id="{5D3EBC28-BAB2-EA96-BD10-4DF2C18ADB08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3" name="pg3138">
                <a:extLst>
                  <a:ext uri="{FF2B5EF4-FFF2-40B4-BE49-F238E27FC236}">
                    <a16:creationId xmlns:a16="http://schemas.microsoft.com/office/drawing/2014/main" id="{36C8B699-9B5E-3EE8-887E-0AC391CDF8BB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4" name="pg3139">
                <a:extLst>
                  <a:ext uri="{FF2B5EF4-FFF2-40B4-BE49-F238E27FC236}">
                    <a16:creationId xmlns:a16="http://schemas.microsoft.com/office/drawing/2014/main" id="{84776DBB-2BA2-2488-E381-35E63DA7BE11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5" name="pg3140">
                <a:extLst>
                  <a:ext uri="{FF2B5EF4-FFF2-40B4-BE49-F238E27FC236}">
                    <a16:creationId xmlns:a16="http://schemas.microsoft.com/office/drawing/2014/main" id="{8A2FDF50-DFE0-C3E6-9D80-37CF32C73E7D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6" name="pg3141">
                <a:extLst>
                  <a:ext uri="{FF2B5EF4-FFF2-40B4-BE49-F238E27FC236}">
                    <a16:creationId xmlns:a16="http://schemas.microsoft.com/office/drawing/2014/main" id="{6D9781BF-9FB8-3EF7-0A0E-702697517A58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7" name="pg3142">
                <a:extLst>
                  <a:ext uri="{FF2B5EF4-FFF2-40B4-BE49-F238E27FC236}">
                    <a16:creationId xmlns:a16="http://schemas.microsoft.com/office/drawing/2014/main" id="{805FCF18-0B35-92E1-B724-86665F73B94E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8" name="pg3143">
                <a:extLst>
                  <a:ext uri="{FF2B5EF4-FFF2-40B4-BE49-F238E27FC236}">
                    <a16:creationId xmlns:a16="http://schemas.microsoft.com/office/drawing/2014/main" id="{DA515939-697B-543A-4A90-D4CB37223583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9" name="pg3144">
                <a:extLst>
                  <a:ext uri="{FF2B5EF4-FFF2-40B4-BE49-F238E27FC236}">
                    <a16:creationId xmlns:a16="http://schemas.microsoft.com/office/drawing/2014/main" id="{DE50F4F0-9683-EC2E-728D-ABD7ABAC46DB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0" name="pg3145">
                <a:extLst>
                  <a:ext uri="{FF2B5EF4-FFF2-40B4-BE49-F238E27FC236}">
                    <a16:creationId xmlns:a16="http://schemas.microsoft.com/office/drawing/2014/main" id="{92F9E5B5-7DB0-702F-678A-94744B986755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1" name="pg3146">
                <a:extLst>
                  <a:ext uri="{FF2B5EF4-FFF2-40B4-BE49-F238E27FC236}">
                    <a16:creationId xmlns:a16="http://schemas.microsoft.com/office/drawing/2014/main" id="{E0EF51AC-7780-4AF0-781A-8958AE8E7439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2" name="pg3147">
                <a:extLst>
                  <a:ext uri="{FF2B5EF4-FFF2-40B4-BE49-F238E27FC236}">
                    <a16:creationId xmlns:a16="http://schemas.microsoft.com/office/drawing/2014/main" id="{C1558170-4336-78C7-16C1-A0E997750B97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3" name="pg3148">
                <a:extLst>
                  <a:ext uri="{FF2B5EF4-FFF2-40B4-BE49-F238E27FC236}">
                    <a16:creationId xmlns:a16="http://schemas.microsoft.com/office/drawing/2014/main" id="{80ABF257-AB02-C8EC-634F-31D28759F2A7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4" name="pg3149">
                <a:extLst>
                  <a:ext uri="{FF2B5EF4-FFF2-40B4-BE49-F238E27FC236}">
                    <a16:creationId xmlns:a16="http://schemas.microsoft.com/office/drawing/2014/main" id="{0D929B97-A81F-B5EE-FCC6-BC628F45EEB1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5" name="pg3150">
                <a:extLst>
                  <a:ext uri="{FF2B5EF4-FFF2-40B4-BE49-F238E27FC236}">
                    <a16:creationId xmlns:a16="http://schemas.microsoft.com/office/drawing/2014/main" id="{89C54106-B053-83E2-899A-EA07A26B2AF5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6" name="pg3151">
                <a:extLst>
                  <a:ext uri="{FF2B5EF4-FFF2-40B4-BE49-F238E27FC236}">
                    <a16:creationId xmlns:a16="http://schemas.microsoft.com/office/drawing/2014/main" id="{8A4E690F-DF66-6C7D-276C-4BAE744107C7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7" name="pg3152">
                <a:extLst>
                  <a:ext uri="{FF2B5EF4-FFF2-40B4-BE49-F238E27FC236}">
                    <a16:creationId xmlns:a16="http://schemas.microsoft.com/office/drawing/2014/main" id="{AD7E2A73-D592-6920-7F54-9F07FD09BC78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8" name="pg3153">
                <a:extLst>
                  <a:ext uri="{FF2B5EF4-FFF2-40B4-BE49-F238E27FC236}">
                    <a16:creationId xmlns:a16="http://schemas.microsoft.com/office/drawing/2014/main" id="{4621BFF4-6C81-114E-D404-ADCC6F8ACA27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9" name="pg3154">
                <a:extLst>
                  <a:ext uri="{FF2B5EF4-FFF2-40B4-BE49-F238E27FC236}">
                    <a16:creationId xmlns:a16="http://schemas.microsoft.com/office/drawing/2014/main" id="{CE864320-BCDA-97DC-6A4A-2B46B726A4C3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0" name="pg3155">
                <a:extLst>
                  <a:ext uri="{FF2B5EF4-FFF2-40B4-BE49-F238E27FC236}">
                    <a16:creationId xmlns:a16="http://schemas.microsoft.com/office/drawing/2014/main" id="{C2C8B370-BD4F-15B9-95E1-5C63A8F12568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1" name="pg3156">
                <a:extLst>
                  <a:ext uri="{FF2B5EF4-FFF2-40B4-BE49-F238E27FC236}">
                    <a16:creationId xmlns:a16="http://schemas.microsoft.com/office/drawing/2014/main" id="{E73A1943-6937-22CF-42DB-21B20D2C7DBF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2" name="pg3157">
                <a:extLst>
                  <a:ext uri="{FF2B5EF4-FFF2-40B4-BE49-F238E27FC236}">
                    <a16:creationId xmlns:a16="http://schemas.microsoft.com/office/drawing/2014/main" id="{E843F954-7CF6-9567-E3EA-E8149CBE097B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3" name="pg3158">
                <a:extLst>
                  <a:ext uri="{FF2B5EF4-FFF2-40B4-BE49-F238E27FC236}">
                    <a16:creationId xmlns:a16="http://schemas.microsoft.com/office/drawing/2014/main" id="{A62945F0-01CE-085E-7AB7-94E2D7291FFF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4" name="pg3159">
                <a:extLst>
                  <a:ext uri="{FF2B5EF4-FFF2-40B4-BE49-F238E27FC236}">
                    <a16:creationId xmlns:a16="http://schemas.microsoft.com/office/drawing/2014/main" id="{F0E0ADDF-1A2C-ABA4-E87A-1B1F120DA4E7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5" name="pg3160">
                <a:extLst>
                  <a:ext uri="{FF2B5EF4-FFF2-40B4-BE49-F238E27FC236}">
                    <a16:creationId xmlns:a16="http://schemas.microsoft.com/office/drawing/2014/main" id="{F4EF4C5E-A70D-4504-E628-809D893C734A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6" name="pg3161">
                <a:extLst>
                  <a:ext uri="{FF2B5EF4-FFF2-40B4-BE49-F238E27FC236}">
                    <a16:creationId xmlns:a16="http://schemas.microsoft.com/office/drawing/2014/main" id="{03994BAB-ABFB-1698-A0AE-A481AD0C9D7B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7" name="pg3162">
                <a:extLst>
                  <a:ext uri="{FF2B5EF4-FFF2-40B4-BE49-F238E27FC236}">
                    <a16:creationId xmlns:a16="http://schemas.microsoft.com/office/drawing/2014/main" id="{C9D556A3-201F-D455-2539-F5D7DDF12B47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8" name="pg3163">
                <a:extLst>
                  <a:ext uri="{FF2B5EF4-FFF2-40B4-BE49-F238E27FC236}">
                    <a16:creationId xmlns:a16="http://schemas.microsoft.com/office/drawing/2014/main" id="{0CC93D19-41BA-8520-8800-C2C309C1E1B6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9" name="pg3164">
                <a:extLst>
                  <a:ext uri="{FF2B5EF4-FFF2-40B4-BE49-F238E27FC236}">
                    <a16:creationId xmlns:a16="http://schemas.microsoft.com/office/drawing/2014/main" id="{75EECB92-7E8E-78D9-6C02-9111320DC507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0" name="pg3165">
                <a:extLst>
                  <a:ext uri="{FF2B5EF4-FFF2-40B4-BE49-F238E27FC236}">
                    <a16:creationId xmlns:a16="http://schemas.microsoft.com/office/drawing/2014/main" id="{FE281798-1E33-CB7D-2293-43AED15529AD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1" name="pg3166">
                <a:extLst>
                  <a:ext uri="{FF2B5EF4-FFF2-40B4-BE49-F238E27FC236}">
                    <a16:creationId xmlns:a16="http://schemas.microsoft.com/office/drawing/2014/main" id="{FBEE7C42-7330-26C8-D904-B9236121691A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2" name="pg3167">
                <a:extLst>
                  <a:ext uri="{FF2B5EF4-FFF2-40B4-BE49-F238E27FC236}">
                    <a16:creationId xmlns:a16="http://schemas.microsoft.com/office/drawing/2014/main" id="{1A141B90-4ABD-FFEB-7E37-ADC5B9745FCB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3" name="pg3168">
                <a:extLst>
                  <a:ext uri="{FF2B5EF4-FFF2-40B4-BE49-F238E27FC236}">
                    <a16:creationId xmlns:a16="http://schemas.microsoft.com/office/drawing/2014/main" id="{24FAC49A-25DE-64F3-EB40-F6A382E3C054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4" name="pg3169">
                <a:extLst>
                  <a:ext uri="{FF2B5EF4-FFF2-40B4-BE49-F238E27FC236}">
                    <a16:creationId xmlns:a16="http://schemas.microsoft.com/office/drawing/2014/main" id="{D01A9E3D-B686-646D-5407-E3C15A6D9B02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5" name="pg3170">
                <a:extLst>
                  <a:ext uri="{FF2B5EF4-FFF2-40B4-BE49-F238E27FC236}">
                    <a16:creationId xmlns:a16="http://schemas.microsoft.com/office/drawing/2014/main" id="{031D83AD-C92D-CFE3-6A26-9AD100688644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6" name="pg3171">
                <a:extLst>
                  <a:ext uri="{FF2B5EF4-FFF2-40B4-BE49-F238E27FC236}">
                    <a16:creationId xmlns:a16="http://schemas.microsoft.com/office/drawing/2014/main" id="{9488A62C-A23B-9CCB-3688-D02B4CAE2AB2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7" name="pg3172">
                <a:extLst>
                  <a:ext uri="{FF2B5EF4-FFF2-40B4-BE49-F238E27FC236}">
                    <a16:creationId xmlns:a16="http://schemas.microsoft.com/office/drawing/2014/main" id="{6B7F2025-5117-A7EF-706A-2E9A52D81AC5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8" name="pg3173">
                <a:extLst>
                  <a:ext uri="{FF2B5EF4-FFF2-40B4-BE49-F238E27FC236}">
                    <a16:creationId xmlns:a16="http://schemas.microsoft.com/office/drawing/2014/main" id="{68652C2B-4FBF-EC64-20DE-CB8B4103E2BC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9" name="pg3174">
                <a:extLst>
                  <a:ext uri="{FF2B5EF4-FFF2-40B4-BE49-F238E27FC236}">
                    <a16:creationId xmlns:a16="http://schemas.microsoft.com/office/drawing/2014/main" id="{0E97B655-FC16-DA7C-30C8-B8C238060780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0" name="pg3175">
                <a:extLst>
                  <a:ext uri="{FF2B5EF4-FFF2-40B4-BE49-F238E27FC236}">
                    <a16:creationId xmlns:a16="http://schemas.microsoft.com/office/drawing/2014/main" id="{176ABF7C-094A-0C5A-348F-ACA022D5CCB9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1" name="pg3176">
                <a:extLst>
                  <a:ext uri="{FF2B5EF4-FFF2-40B4-BE49-F238E27FC236}">
                    <a16:creationId xmlns:a16="http://schemas.microsoft.com/office/drawing/2014/main" id="{696C557D-7BAD-C236-C306-E749C3556C46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2" name="pg3177">
                <a:extLst>
                  <a:ext uri="{FF2B5EF4-FFF2-40B4-BE49-F238E27FC236}">
                    <a16:creationId xmlns:a16="http://schemas.microsoft.com/office/drawing/2014/main" id="{197C0E12-6B02-E77C-DB10-578DAEC421F5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3" name="pg3178">
                <a:extLst>
                  <a:ext uri="{FF2B5EF4-FFF2-40B4-BE49-F238E27FC236}">
                    <a16:creationId xmlns:a16="http://schemas.microsoft.com/office/drawing/2014/main" id="{880CAFCB-26A9-E00B-3E77-49FBC04A5D9B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4" name="pg3179">
                <a:extLst>
                  <a:ext uri="{FF2B5EF4-FFF2-40B4-BE49-F238E27FC236}">
                    <a16:creationId xmlns:a16="http://schemas.microsoft.com/office/drawing/2014/main" id="{9F04B55F-21E5-D930-E71A-E0EDA221B6D6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5" name="pg3180">
                <a:extLst>
                  <a:ext uri="{FF2B5EF4-FFF2-40B4-BE49-F238E27FC236}">
                    <a16:creationId xmlns:a16="http://schemas.microsoft.com/office/drawing/2014/main" id="{38867C5C-2FF8-BE6A-089C-84032CC4B834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6" name="pg3181">
                <a:extLst>
                  <a:ext uri="{FF2B5EF4-FFF2-40B4-BE49-F238E27FC236}">
                    <a16:creationId xmlns:a16="http://schemas.microsoft.com/office/drawing/2014/main" id="{1D09E098-BED6-5B1F-37F0-A963F728ADF5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7" name="pg3182">
                <a:extLst>
                  <a:ext uri="{FF2B5EF4-FFF2-40B4-BE49-F238E27FC236}">
                    <a16:creationId xmlns:a16="http://schemas.microsoft.com/office/drawing/2014/main" id="{67530462-2DD5-386D-0445-676BA3D87EB3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8" name="pg3183">
                <a:extLst>
                  <a:ext uri="{FF2B5EF4-FFF2-40B4-BE49-F238E27FC236}">
                    <a16:creationId xmlns:a16="http://schemas.microsoft.com/office/drawing/2014/main" id="{8619AA22-B899-71D1-FA18-97145FAF0BE3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9" name="pg3184">
                <a:extLst>
                  <a:ext uri="{FF2B5EF4-FFF2-40B4-BE49-F238E27FC236}">
                    <a16:creationId xmlns:a16="http://schemas.microsoft.com/office/drawing/2014/main" id="{7BA53772-FFBE-308D-5165-3806DB53B8A9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0" name="pg3185">
                <a:extLst>
                  <a:ext uri="{FF2B5EF4-FFF2-40B4-BE49-F238E27FC236}">
                    <a16:creationId xmlns:a16="http://schemas.microsoft.com/office/drawing/2014/main" id="{BDD6870F-FA56-1C11-8910-AC8C4A052F3D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1" name="pg3186">
                <a:extLst>
                  <a:ext uri="{FF2B5EF4-FFF2-40B4-BE49-F238E27FC236}">
                    <a16:creationId xmlns:a16="http://schemas.microsoft.com/office/drawing/2014/main" id="{CB42251F-8BA4-72D1-9CC2-CEFB265472C5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2" name="pg3187">
                <a:extLst>
                  <a:ext uri="{FF2B5EF4-FFF2-40B4-BE49-F238E27FC236}">
                    <a16:creationId xmlns:a16="http://schemas.microsoft.com/office/drawing/2014/main" id="{B641DF95-B36E-9C0D-E871-52417C08FE5B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3" name="pg3188">
                <a:extLst>
                  <a:ext uri="{FF2B5EF4-FFF2-40B4-BE49-F238E27FC236}">
                    <a16:creationId xmlns:a16="http://schemas.microsoft.com/office/drawing/2014/main" id="{06531EF2-2B4F-C4EB-372A-823E64533AB1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4" name="pg3189">
                <a:extLst>
                  <a:ext uri="{FF2B5EF4-FFF2-40B4-BE49-F238E27FC236}">
                    <a16:creationId xmlns:a16="http://schemas.microsoft.com/office/drawing/2014/main" id="{8E28BBAC-8D31-89C8-6FC6-6523DDAC0C0F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5" name="pg3190">
                <a:extLst>
                  <a:ext uri="{FF2B5EF4-FFF2-40B4-BE49-F238E27FC236}">
                    <a16:creationId xmlns:a16="http://schemas.microsoft.com/office/drawing/2014/main" id="{0E348470-613C-AA55-176E-17879267616E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6" name="pg3191">
                <a:extLst>
                  <a:ext uri="{FF2B5EF4-FFF2-40B4-BE49-F238E27FC236}">
                    <a16:creationId xmlns:a16="http://schemas.microsoft.com/office/drawing/2014/main" id="{0E40C25C-8BBB-5C96-2F40-95E35FA58CB6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7" name="pg3192">
                <a:extLst>
                  <a:ext uri="{FF2B5EF4-FFF2-40B4-BE49-F238E27FC236}">
                    <a16:creationId xmlns:a16="http://schemas.microsoft.com/office/drawing/2014/main" id="{7E2D908E-BCE3-C141-5C07-BB8C5EE8A3D7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8" name="pg3193">
                <a:extLst>
                  <a:ext uri="{FF2B5EF4-FFF2-40B4-BE49-F238E27FC236}">
                    <a16:creationId xmlns:a16="http://schemas.microsoft.com/office/drawing/2014/main" id="{ABB09BBB-255A-1F3C-5ED5-D6643194E425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9" name="pg3194">
                <a:extLst>
                  <a:ext uri="{FF2B5EF4-FFF2-40B4-BE49-F238E27FC236}">
                    <a16:creationId xmlns:a16="http://schemas.microsoft.com/office/drawing/2014/main" id="{42EE5D38-285E-9017-71B4-BD06F76125D2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0" name="pg3195">
                <a:extLst>
                  <a:ext uri="{FF2B5EF4-FFF2-40B4-BE49-F238E27FC236}">
                    <a16:creationId xmlns:a16="http://schemas.microsoft.com/office/drawing/2014/main" id="{65849DD0-EC14-1ED8-D8E6-41E6E794555B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1" name="pg3196">
                <a:extLst>
                  <a:ext uri="{FF2B5EF4-FFF2-40B4-BE49-F238E27FC236}">
                    <a16:creationId xmlns:a16="http://schemas.microsoft.com/office/drawing/2014/main" id="{BE013786-69C8-0A24-5810-BA4C6FFFBE58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2" name="pg3197">
                <a:extLst>
                  <a:ext uri="{FF2B5EF4-FFF2-40B4-BE49-F238E27FC236}">
                    <a16:creationId xmlns:a16="http://schemas.microsoft.com/office/drawing/2014/main" id="{8E656855-0E60-A0B0-6DD9-60410C098069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3" name="pg3198">
                <a:extLst>
                  <a:ext uri="{FF2B5EF4-FFF2-40B4-BE49-F238E27FC236}">
                    <a16:creationId xmlns:a16="http://schemas.microsoft.com/office/drawing/2014/main" id="{03B7D427-E8FB-C6DC-D893-FB60DB7C807F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4" name="pg3199">
                <a:extLst>
                  <a:ext uri="{FF2B5EF4-FFF2-40B4-BE49-F238E27FC236}">
                    <a16:creationId xmlns:a16="http://schemas.microsoft.com/office/drawing/2014/main" id="{DC35964C-9BE2-CE4B-C2BB-BB78C36C01D5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5" name="pg3200">
                <a:extLst>
                  <a:ext uri="{FF2B5EF4-FFF2-40B4-BE49-F238E27FC236}">
                    <a16:creationId xmlns:a16="http://schemas.microsoft.com/office/drawing/2014/main" id="{96C9BC2A-8A97-3699-D70F-B91A7CD90282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6" name="pg3201">
                <a:extLst>
                  <a:ext uri="{FF2B5EF4-FFF2-40B4-BE49-F238E27FC236}">
                    <a16:creationId xmlns:a16="http://schemas.microsoft.com/office/drawing/2014/main" id="{9F09D845-B2E9-B627-8301-854B272D0902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7" name="pg3202">
                <a:extLst>
                  <a:ext uri="{FF2B5EF4-FFF2-40B4-BE49-F238E27FC236}">
                    <a16:creationId xmlns:a16="http://schemas.microsoft.com/office/drawing/2014/main" id="{EDFBB614-09CA-2F4E-2323-86F644FCAB5F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8" name="pg3203">
                <a:extLst>
                  <a:ext uri="{FF2B5EF4-FFF2-40B4-BE49-F238E27FC236}">
                    <a16:creationId xmlns:a16="http://schemas.microsoft.com/office/drawing/2014/main" id="{420C2510-62BA-6193-9E4B-779EB24BF91C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9" name="pg3204">
                <a:extLst>
                  <a:ext uri="{FF2B5EF4-FFF2-40B4-BE49-F238E27FC236}">
                    <a16:creationId xmlns:a16="http://schemas.microsoft.com/office/drawing/2014/main" id="{6ADF6F28-82E5-1B3D-E543-B392426BCCCC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0" name="pg3205">
                <a:extLst>
                  <a:ext uri="{FF2B5EF4-FFF2-40B4-BE49-F238E27FC236}">
                    <a16:creationId xmlns:a16="http://schemas.microsoft.com/office/drawing/2014/main" id="{F41B0E77-27CD-19DD-05CF-506BBC11D36F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1" name="pg3206">
                <a:extLst>
                  <a:ext uri="{FF2B5EF4-FFF2-40B4-BE49-F238E27FC236}">
                    <a16:creationId xmlns:a16="http://schemas.microsoft.com/office/drawing/2014/main" id="{B17518FE-44A3-3EA6-1480-D6ACFC9F90B8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2" name="pg3207">
                <a:extLst>
                  <a:ext uri="{FF2B5EF4-FFF2-40B4-BE49-F238E27FC236}">
                    <a16:creationId xmlns:a16="http://schemas.microsoft.com/office/drawing/2014/main" id="{2A8F7AA7-F471-322B-4909-7E17EBA4F034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3" name="pg3208">
                <a:extLst>
                  <a:ext uri="{FF2B5EF4-FFF2-40B4-BE49-F238E27FC236}">
                    <a16:creationId xmlns:a16="http://schemas.microsoft.com/office/drawing/2014/main" id="{DD63AB4C-7B3F-1B03-0CF6-DEDC972ABC2B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4" name="pg3209">
                <a:extLst>
                  <a:ext uri="{FF2B5EF4-FFF2-40B4-BE49-F238E27FC236}">
                    <a16:creationId xmlns:a16="http://schemas.microsoft.com/office/drawing/2014/main" id="{9C23DB59-CBDD-740C-445A-359F89FD1B9D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5" name="pg3210">
                <a:extLst>
                  <a:ext uri="{FF2B5EF4-FFF2-40B4-BE49-F238E27FC236}">
                    <a16:creationId xmlns:a16="http://schemas.microsoft.com/office/drawing/2014/main" id="{570F96D3-5A04-1D68-BF4A-07E0AD785826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6" name="pg3211">
                <a:extLst>
                  <a:ext uri="{FF2B5EF4-FFF2-40B4-BE49-F238E27FC236}">
                    <a16:creationId xmlns:a16="http://schemas.microsoft.com/office/drawing/2014/main" id="{2E369CF4-046B-93AA-4340-534893E77402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7" name="pg3212">
                <a:extLst>
                  <a:ext uri="{FF2B5EF4-FFF2-40B4-BE49-F238E27FC236}">
                    <a16:creationId xmlns:a16="http://schemas.microsoft.com/office/drawing/2014/main" id="{A54A9218-4F56-EB51-F275-DCCA54CF080E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8" name="pg3213">
                <a:extLst>
                  <a:ext uri="{FF2B5EF4-FFF2-40B4-BE49-F238E27FC236}">
                    <a16:creationId xmlns:a16="http://schemas.microsoft.com/office/drawing/2014/main" id="{EBE374DC-6407-58BB-00A8-53780729D97D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9" name="pg3214">
                <a:extLst>
                  <a:ext uri="{FF2B5EF4-FFF2-40B4-BE49-F238E27FC236}">
                    <a16:creationId xmlns:a16="http://schemas.microsoft.com/office/drawing/2014/main" id="{DA53C44C-E483-02D8-07D7-05258B33FD03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0" name="pg3215">
                <a:extLst>
                  <a:ext uri="{FF2B5EF4-FFF2-40B4-BE49-F238E27FC236}">
                    <a16:creationId xmlns:a16="http://schemas.microsoft.com/office/drawing/2014/main" id="{A062534E-249A-C628-E9F3-9D8739935F55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1" name="pg3216">
                <a:extLst>
                  <a:ext uri="{FF2B5EF4-FFF2-40B4-BE49-F238E27FC236}">
                    <a16:creationId xmlns:a16="http://schemas.microsoft.com/office/drawing/2014/main" id="{BABA2205-886E-46F3-6D43-45BFBB413B1D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2" name="pg3217">
                <a:extLst>
                  <a:ext uri="{FF2B5EF4-FFF2-40B4-BE49-F238E27FC236}">
                    <a16:creationId xmlns:a16="http://schemas.microsoft.com/office/drawing/2014/main" id="{45B87E31-BD0E-F5CB-5A38-2FC159B1BE81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3" name="pg3218">
                <a:extLst>
                  <a:ext uri="{FF2B5EF4-FFF2-40B4-BE49-F238E27FC236}">
                    <a16:creationId xmlns:a16="http://schemas.microsoft.com/office/drawing/2014/main" id="{DD02D102-6E9F-1CB5-8AD4-C5A0A7B1F647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4" name="pg3219">
                <a:extLst>
                  <a:ext uri="{FF2B5EF4-FFF2-40B4-BE49-F238E27FC236}">
                    <a16:creationId xmlns:a16="http://schemas.microsoft.com/office/drawing/2014/main" id="{50FEA717-AEDF-5DC7-C3B5-4F84A90DA31A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5" name="pg3220">
                <a:extLst>
                  <a:ext uri="{FF2B5EF4-FFF2-40B4-BE49-F238E27FC236}">
                    <a16:creationId xmlns:a16="http://schemas.microsoft.com/office/drawing/2014/main" id="{E7C15243-61D3-9304-9928-26C09A7D34E1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6" name="pg3221">
                <a:extLst>
                  <a:ext uri="{FF2B5EF4-FFF2-40B4-BE49-F238E27FC236}">
                    <a16:creationId xmlns:a16="http://schemas.microsoft.com/office/drawing/2014/main" id="{06BC8DE7-4B2D-87C2-8113-AE42699E8B27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7" name="pg3222">
                <a:extLst>
                  <a:ext uri="{FF2B5EF4-FFF2-40B4-BE49-F238E27FC236}">
                    <a16:creationId xmlns:a16="http://schemas.microsoft.com/office/drawing/2014/main" id="{CAE24328-9125-36DB-4E8B-C172427C5F99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8" name="pg3223">
                <a:extLst>
                  <a:ext uri="{FF2B5EF4-FFF2-40B4-BE49-F238E27FC236}">
                    <a16:creationId xmlns:a16="http://schemas.microsoft.com/office/drawing/2014/main" id="{3DBC3448-49B1-E709-66FA-0242C75307DE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9" name="pg3224">
                <a:extLst>
                  <a:ext uri="{FF2B5EF4-FFF2-40B4-BE49-F238E27FC236}">
                    <a16:creationId xmlns:a16="http://schemas.microsoft.com/office/drawing/2014/main" id="{57A979D1-DCD1-2ACF-B567-4603DA138DA9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0" name="pg3225">
                <a:extLst>
                  <a:ext uri="{FF2B5EF4-FFF2-40B4-BE49-F238E27FC236}">
                    <a16:creationId xmlns:a16="http://schemas.microsoft.com/office/drawing/2014/main" id="{928EBDAB-3898-9C6A-A636-99A25F981BDE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1" name="pg3226">
                <a:extLst>
                  <a:ext uri="{FF2B5EF4-FFF2-40B4-BE49-F238E27FC236}">
                    <a16:creationId xmlns:a16="http://schemas.microsoft.com/office/drawing/2014/main" id="{33B05619-4F34-54B9-B991-DF27FE66872D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2" name="pg3227">
                <a:extLst>
                  <a:ext uri="{FF2B5EF4-FFF2-40B4-BE49-F238E27FC236}">
                    <a16:creationId xmlns:a16="http://schemas.microsoft.com/office/drawing/2014/main" id="{B2F9613E-367B-83F9-A6AB-24967941FC40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3" name="pg3228">
                <a:extLst>
                  <a:ext uri="{FF2B5EF4-FFF2-40B4-BE49-F238E27FC236}">
                    <a16:creationId xmlns:a16="http://schemas.microsoft.com/office/drawing/2014/main" id="{3E86ED2E-9069-CDAB-49D1-BE25806A8465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4" name="pg3229">
                <a:extLst>
                  <a:ext uri="{FF2B5EF4-FFF2-40B4-BE49-F238E27FC236}">
                    <a16:creationId xmlns:a16="http://schemas.microsoft.com/office/drawing/2014/main" id="{B50A5B30-A4FA-4195-C872-0C922994FB04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5" name="pg3230">
                <a:extLst>
                  <a:ext uri="{FF2B5EF4-FFF2-40B4-BE49-F238E27FC236}">
                    <a16:creationId xmlns:a16="http://schemas.microsoft.com/office/drawing/2014/main" id="{DE7B1E0D-6542-9561-6A91-B79C0DAD3E02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6" name="pg3231">
                <a:extLst>
                  <a:ext uri="{FF2B5EF4-FFF2-40B4-BE49-F238E27FC236}">
                    <a16:creationId xmlns:a16="http://schemas.microsoft.com/office/drawing/2014/main" id="{16D71E1E-DDC7-33FB-1105-9A3B2033C4F0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7" name="pg3232">
                <a:extLst>
                  <a:ext uri="{FF2B5EF4-FFF2-40B4-BE49-F238E27FC236}">
                    <a16:creationId xmlns:a16="http://schemas.microsoft.com/office/drawing/2014/main" id="{C035534A-2BE1-BAC1-BE96-77CB115E9517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8" name="pg3233">
                <a:extLst>
                  <a:ext uri="{FF2B5EF4-FFF2-40B4-BE49-F238E27FC236}">
                    <a16:creationId xmlns:a16="http://schemas.microsoft.com/office/drawing/2014/main" id="{A0DAC2A0-0490-B4DC-D2C2-418EA856B524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9" name="pg3234">
                <a:extLst>
                  <a:ext uri="{FF2B5EF4-FFF2-40B4-BE49-F238E27FC236}">
                    <a16:creationId xmlns:a16="http://schemas.microsoft.com/office/drawing/2014/main" id="{A426365A-CEF9-7DF2-9234-2AA0794944B9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0" name="pg3235">
                <a:extLst>
                  <a:ext uri="{FF2B5EF4-FFF2-40B4-BE49-F238E27FC236}">
                    <a16:creationId xmlns:a16="http://schemas.microsoft.com/office/drawing/2014/main" id="{0B74D4A4-E020-C9D9-6DEB-0136FA980736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1" name="pg3236">
                <a:extLst>
                  <a:ext uri="{FF2B5EF4-FFF2-40B4-BE49-F238E27FC236}">
                    <a16:creationId xmlns:a16="http://schemas.microsoft.com/office/drawing/2014/main" id="{B9AEC827-7876-B82B-FF36-FABABA68B94F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2" name="pg3237">
                <a:extLst>
                  <a:ext uri="{FF2B5EF4-FFF2-40B4-BE49-F238E27FC236}">
                    <a16:creationId xmlns:a16="http://schemas.microsoft.com/office/drawing/2014/main" id="{AD539066-CE94-750E-4C96-7124BAFBD61C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3" name="pg3238">
                <a:extLst>
                  <a:ext uri="{FF2B5EF4-FFF2-40B4-BE49-F238E27FC236}">
                    <a16:creationId xmlns:a16="http://schemas.microsoft.com/office/drawing/2014/main" id="{C5E47FB6-01A0-0F5D-FDE1-8AFBAA8DE17C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4" name="pg3239">
                <a:extLst>
                  <a:ext uri="{FF2B5EF4-FFF2-40B4-BE49-F238E27FC236}">
                    <a16:creationId xmlns:a16="http://schemas.microsoft.com/office/drawing/2014/main" id="{E018E7F0-45F6-2BB7-F78D-BEB356CFFD0C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5" name="pg3240">
                <a:extLst>
                  <a:ext uri="{FF2B5EF4-FFF2-40B4-BE49-F238E27FC236}">
                    <a16:creationId xmlns:a16="http://schemas.microsoft.com/office/drawing/2014/main" id="{85DC8015-F5A0-EF08-230D-4D07E626A870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6" name="pg3241">
                <a:extLst>
                  <a:ext uri="{FF2B5EF4-FFF2-40B4-BE49-F238E27FC236}">
                    <a16:creationId xmlns:a16="http://schemas.microsoft.com/office/drawing/2014/main" id="{53FA43E1-FAE0-0AC1-D669-BD814D4AD608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7" name="pg3242">
                <a:extLst>
                  <a:ext uri="{FF2B5EF4-FFF2-40B4-BE49-F238E27FC236}">
                    <a16:creationId xmlns:a16="http://schemas.microsoft.com/office/drawing/2014/main" id="{42C85360-1ADC-E8E4-80D1-21FBD7E751AE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8" name="pg3243">
                <a:extLst>
                  <a:ext uri="{FF2B5EF4-FFF2-40B4-BE49-F238E27FC236}">
                    <a16:creationId xmlns:a16="http://schemas.microsoft.com/office/drawing/2014/main" id="{AD46FFDB-1460-FC02-F1A3-2536149268EA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9" name="pg3244">
                <a:extLst>
                  <a:ext uri="{FF2B5EF4-FFF2-40B4-BE49-F238E27FC236}">
                    <a16:creationId xmlns:a16="http://schemas.microsoft.com/office/drawing/2014/main" id="{B8284151-DB89-EA84-8953-F7356B6608C1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0" name="pg3245">
                <a:extLst>
                  <a:ext uri="{FF2B5EF4-FFF2-40B4-BE49-F238E27FC236}">
                    <a16:creationId xmlns:a16="http://schemas.microsoft.com/office/drawing/2014/main" id="{DCD9624C-4242-990C-3112-85C2E1A84C89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1" name="pg3246">
                <a:extLst>
                  <a:ext uri="{FF2B5EF4-FFF2-40B4-BE49-F238E27FC236}">
                    <a16:creationId xmlns:a16="http://schemas.microsoft.com/office/drawing/2014/main" id="{08AF99E4-D0A6-727C-A18D-C72D50A89077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2" name="pg3247">
                <a:extLst>
                  <a:ext uri="{FF2B5EF4-FFF2-40B4-BE49-F238E27FC236}">
                    <a16:creationId xmlns:a16="http://schemas.microsoft.com/office/drawing/2014/main" id="{09F74507-BE27-8F7D-3AFA-E248802D47F0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3" name="pg3248">
                <a:extLst>
                  <a:ext uri="{FF2B5EF4-FFF2-40B4-BE49-F238E27FC236}">
                    <a16:creationId xmlns:a16="http://schemas.microsoft.com/office/drawing/2014/main" id="{DCF1981A-F9C7-076D-B03D-C3DFD3779C46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4" name="pg3249">
                <a:extLst>
                  <a:ext uri="{FF2B5EF4-FFF2-40B4-BE49-F238E27FC236}">
                    <a16:creationId xmlns:a16="http://schemas.microsoft.com/office/drawing/2014/main" id="{5A42FA1E-F5A9-EE0A-6491-7DEA5C6FF90B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5" name="pg3250">
                <a:extLst>
                  <a:ext uri="{FF2B5EF4-FFF2-40B4-BE49-F238E27FC236}">
                    <a16:creationId xmlns:a16="http://schemas.microsoft.com/office/drawing/2014/main" id="{1E4F2BD1-C6E2-BC34-0A50-D2E2F0D0A530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6" name="pg3251">
                <a:extLst>
                  <a:ext uri="{FF2B5EF4-FFF2-40B4-BE49-F238E27FC236}">
                    <a16:creationId xmlns:a16="http://schemas.microsoft.com/office/drawing/2014/main" id="{412A3CBB-175E-E6E8-ABF0-7B93BE8A55B3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7" name="pg3252">
                <a:extLst>
                  <a:ext uri="{FF2B5EF4-FFF2-40B4-BE49-F238E27FC236}">
                    <a16:creationId xmlns:a16="http://schemas.microsoft.com/office/drawing/2014/main" id="{8FCBFC0A-B0F6-48E7-985F-2A470511FC09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8" name="pg3253">
                <a:extLst>
                  <a:ext uri="{FF2B5EF4-FFF2-40B4-BE49-F238E27FC236}">
                    <a16:creationId xmlns:a16="http://schemas.microsoft.com/office/drawing/2014/main" id="{1171E464-AD9B-CD5A-EA48-096C02419F51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9" name="pg3254">
                <a:extLst>
                  <a:ext uri="{FF2B5EF4-FFF2-40B4-BE49-F238E27FC236}">
                    <a16:creationId xmlns:a16="http://schemas.microsoft.com/office/drawing/2014/main" id="{0B3EB0B5-3A97-4331-18F8-D39DD2749BDF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0" name="pg3255">
                <a:extLst>
                  <a:ext uri="{FF2B5EF4-FFF2-40B4-BE49-F238E27FC236}">
                    <a16:creationId xmlns:a16="http://schemas.microsoft.com/office/drawing/2014/main" id="{C38EFF29-58B1-CD14-8B1E-D5B9B0303046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1" name="pg3256">
                <a:extLst>
                  <a:ext uri="{FF2B5EF4-FFF2-40B4-BE49-F238E27FC236}">
                    <a16:creationId xmlns:a16="http://schemas.microsoft.com/office/drawing/2014/main" id="{B1AB74C0-48B9-4758-2A88-560F69E2EE1A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2" name="pg3257">
                <a:extLst>
                  <a:ext uri="{FF2B5EF4-FFF2-40B4-BE49-F238E27FC236}">
                    <a16:creationId xmlns:a16="http://schemas.microsoft.com/office/drawing/2014/main" id="{ABF45257-0376-46C9-8B18-8A49A000D6B5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3" name="pg3258">
                <a:extLst>
                  <a:ext uri="{FF2B5EF4-FFF2-40B4-BE49-F238E27FC236}">
                    <a16:creationId xmlns:a16="http://schemas.microsoft.com/office/drawing/2014/main" id="{7AD3F226-DB9B-E8C9-69D6-16C89CDA7DC2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4" name="pg3259">
                <a:extLst>
                  <a:ext uri="{FF2B5EF4-FFF2-40B4-BE49-F238E27FC236}">
                    <a16:creationId xmlns:a16="http://schemas.microsoft.com/office/drawing/2014/main" id="{1D1406E4-36D3-F764-AC0F-C53E61FC6690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5" name="pg3260">
                <a:extLst>
                  <a:ext uri="{FF2B5EF4-FFF2-40B4-BE49-F238E27FC236}">
                    <a16:creationId xmlns:a16="http://schemas.microsoft.com/office/drawing/2014/main" id="{8CB346FC-4C36-A05F-9736-4A21515686AB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6" name="pg3261">
                <a:extLst>
                  <a:ext uri="{FF2B5EF4-FFF2-40B4-BE49-F238E27FC236}">
                    <a16:creationId xmlns:a16="http://schemas.microsoft.com/office/drawing/2014/main" id="{011D813C-E81D-D899-31A1-3FDC5689D4EA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7" name="pg3262">
                <a:extLst>
                  <a:ext uri="{FF2B5EF4-FFF2-40B4-BE49-F238E27FC236}">
                    <a16:creationId xmlns:a16="http://schemas.microsoft.com/office/drawing/2014/main" id="{6938AFEC-3806-87BB-2B27-539118D2CFED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8" name="pg3263">
                <a:extLst>
                  <a:ext uri="{FF2B5EF4-FFF2-40B4-BE49-F238E27FC236}">
                    <a16:creationId xmlns:a16="http://schemas.microsoft.com/office/drawing/2014/main" id="{C26CD4C3-1177-6001-B8C2-C033C182E352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9" name="pg3264">
                <a:extLst>
                  <a:ext uri="{FF2B5EF4-FFF2-40B4-BE49-F238E27FC236}">
                    <a16:creationId xmlns:a16="http://schemas.microsoft.com/office/drawing/2014/main" id="{5EEE348B-E101-1B90-7B35-C717FCEC68F0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0" name="pg3265">
                <a:extLst>
                  <a:ext uri="{FF2B5EF4-FFF2-40B4-BE49-F238E27FC236}">
                    <a16:creationId xmlns:a16="http://schemas.microsoft.com/office/drawing/2014/main" id="{4345649D-2227-5E3B-B386-510AE3B262D2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1" name="pg3266">
                <a:extLst>
                  <a:ext uri="{FF2B5EF4-FFF2-40B4-BE49-F238E27FC236}">
                    <a16:creationId xmlns:a16="http://schemas.microsoft.com/office/drawing/2014/main" id="{31B5400F-BB5A-E2EC-2BA2-41E48C035772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2" name="pg3267">
                <a:extLst>
                  <a:ext uri="{FF2B5EF4-FFF2-40B4-BE49-F238E27FC236}">
                    <a16:creationId xmlns:a16="http://schemas.microsoft.com/office/drawing/2014/main" id="{8B654AF7-B0F8-0A19-E597-0206D524AB01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3" name="pg3268">
                <a:extLst>
                  <a:ext uri="{FF2B5EF4-FFF2-40B4-BE49-F238E27FC236}">
                    <a16:creationId xmlns:a16="http://schemas.microsoft.com/office/drawing/2014/main" id="{6999F39C-8B0E-8F71-26DB-8EE09BB7ED50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4" name="pg3269">
                <a:extLst>
                  <a:ext uri="{FF2B5EF4-FFF2-40B4-BE49-F238E27FC236}">
                    <a16:creationId xmlns:a16="http://schemas.microsoft.com/office/drawing/2014/main" id="{833BD891-2A31-0067-D86F-E8C85C04FF3A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5" name="pg3270">
                <a:extLst>
                  <a:ext uri="{FF2B5EF4-FFF2-40B4-BE49-F238E27FC236}">
                    <a16:creationId xmlns:a16="http://schemas.microsoft.com/office/drawing/2014/main" id="{F9BD8C6C-E0E4-DFEB-EC50-71DC8E075ED8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6" name="pg3271">
                <a:extLst>
                  <a:ext uri="{FF2B5EF4-FFF2-40B4-BE49-F238E27FC236}">
                    <a16:creationId xmlns:a16="http://schemas.microsoft.com/office/drawing/2014/main" id="{CA5A48EC-DD5E-64C7-9E12-BCE79CDA4218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7" name="pg3272">
                <a:extLst>
                  <a:ext uri="{FF2B5EF4-FFF2-40B4-BE49-F238E27FC236}">
                    <a16:creationId xmlns:a16="http://schemas.microsoft.com/office/drawing/2014/main" id="{87AB97BE-7522-D37A-142D-9F24BF44F272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8" name="pg3273">
                <a:extLst>
                  <a:ext uri="{FF2B5EF4-FFF2-40B4-BE49-F238E27FC236}">
                    <a16:creationId xmlns:a16="http://schemas.microsoft.com/office/drawing/2014/main" id="{36E280CA-0D20-9622-3E6A-F64579835469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9" name="pg3274">
                <a:extLst>
                  <a:ext uri="{FF2B5EF4-FFF2-40B4-BE49-F238E27FC236}">
                    <a16:creationId xmlns:a16="http://schemas.microsoft.com/office/drawing/2014/main" id="{F209F6CD-17AC-268E-13B1-0145EDEC6AA8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0" name="pg3275">
                <a:extLst>
                  <a:ext uri="{FF2B5EF4-FFF2-40B4-BE49-F238E27FC236}">
                    <a16:creationId xmlns:a16="http://schemas.microsoft.com/office/drawing/2014/main" id="{7EA87095-9E4F-9E39-5753-E2626BD11431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1" name="pg3276">
                <a:extLst>
                  <a:ext uri="{FF2B5EF4-FFF2-40B4-BE49-F238E27FC236}">
                    <a16:creationId xmlns:a16="http://schemas.microsoft.com/office/drawing/2014/main" id="{A601DD50-BC1E-DB2B-69F3-14F4007C12F3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2" name="pg3277">
                <a:extLst>
                  <a:ext uri="{FF2B5EF4-FFF2-40B4-BE49-F238E27FC236}">
                    <a16:creationId xmlns:a16="http://schemas.microsoft.com/office/drawing/2014/main" id="{FB69B123-C284-0301-C88E-D36C93C0B224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3" name="pg3278">
                <a:extLst>
                  <a:ext uri="{FF2B5EF4-FFF2-40B4-BE49-F238E27FC236}">
                    <a16:creationId xmlns:a16="http://schemas.microsoft.com/office/drawing/2014/main" id="{38AAFCDD-E152-B79A-9D06-921FFC47D873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4" name="pg3279">
                <a:extLst>
                  <a:ext uri="{FF2B5EF4-FFF2-40B4-BE49-F238E27FC236}">
                    <a16:creationId xmlns:a16="http://schemas.microsoft.com/office/drawing/2014/main" id="{CEBAEB07-7F6A-3F18-0D21-E877BE474017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5" name="pg3280">
                <a:extLst>
                  <a:ext uri="{FF2B5EF4-FFF2-40B4-BE49-F238E27FC236}">
                    <a16:creationId xmlns:a16="http://schemas.microsoft.com/office/drawing/2014/main" id="{394671C7-FD2E-F919-9835-E7B491A2E7F0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6" name="pg3281">
                <a:extLst>
                  <a:ext uri="{FF2B5EF4-FFF2-40B4-BE49-F238E27FC236}">
                    <a16:creationId xmlns:a16="http://schemas.microsoft.com/office/drawing/2014/main" id="{14145B10-DE25-BD03-EC7D-B935FBE020C4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7" name="pg3282">
                <a:extLst>
                  <a:ext uri="{FF2B5EF4-FFF2-40B4-BE49-F238E27FC236}">
                    <a16:creationId xmlns:a16="http://schemas.microsoft.com/office/drawing/2014/main" id="{F938E27C-8384-C113-5EB7-E99988C5281B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8" name="pg3283">
                <a:extLst>
                  <a:ext uri="{FF2B5EF4-FFF2-40B4-BE49-F238E27FC236}">
                    <a16:creationId xmlns:a16="http://schemas.microsoft.com/office/drawing/2014/main" id="{2ECB38F7-1DC0-B52F-FAE2-CB2BB3987451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9" name="pg3284">
                <a:extLst>
                  <a:ext uri="{FF2B5EF4-FFF2-40B4-BE49-F238E27FC236}">
                    <a16:creationId xmlns:a16="http://schemas.microsoft.com/office/drawing/2014/main" id="{39CF8BFF-667E-A2BE-0847-30A0D7246DE1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0" name="pg3285">
                <a:extLst>
                  <a:ext uri="{FF2B5EF4-FFF2-40B4-BE49-F238E27FC236}">
                    <a16:creationId xmlns:a16="http://schemas.microsoft.com/office/drawing/2014/main" id="{A1DC4AB0-6234-8CAD-CA75-ADF977F03160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1" name="pg3286">
                <a:extLst>
                  <a:ext uri="{FF2B5EF4-FFF2-40B4-BE49-F238E27FC236}">
                    <a16:creationId xmlns:a16="http://schemas.microsoft.com/office/drawing/2014/main" id="{2561394C-C3D4-3F19-674C-B8AF6AF99551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2" name="pg3287">
                <a:extLst>
                  <a:ext uri="{FF2B5EF4-FFF2-40B4-BE49-F238E27FC236}">
                    <a16:creationId xmlns:a16="http://schemas.microsoft.com/office/drawing/2014/main" id="{C248349E-5784-4F3A-7E4C-1863C2AD1C64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3" name="pg3288">
                <a:extLst>
                  <a:ext uri="{FF2B5EF4-FFF2-40B4-BE49-F238E27FC236}">
                    <a16:creationId xmlns:a16="http://schemas.microsoft.com/office/drawing/2014/main" id="{8775854E-E529-7078-D2FF-E5D4B9704254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4" name="pg3289">
                <a:extLst>
                  <a:ext uri="{FF2B5EF4-FFF2-40B4-BE49-F238E27FC236}">
                    <a16:creationId xmlns:a16="http://schemas.microsoft.com/office/drawing/2014/main" id="{F834F322-3316-ED94-3BCF-DA99DAC44582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5" name="pg3290">
                <a:extLst>
                  <a:ext uri="{FF2B5EF4-FFF2-40B4-BE49-F238E27FC236}">
                    <a16:creationId xmlns:a16="http://schemas.microsoft.com/office/drawing/2014/main" id="{9FBD1B39-A705-BF22-0249-897881B2B382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6" name="pg3291">
                <a:extLst>
                  <a:ext uri="{FF2B5EF4-FFF2-40B4-BE49-F238E27FC236}">
                    <a16:creationId xmlns:a16="http://schemas.microsoft.com/office/drawing/2014/main" id="{C9313541-DD09-126F-6B9A-E689F5AD3B47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7" name="pg3292">
                <a:extLst>
                  <a:ext uri="{FF2B5EF4-FFF2-40B4-BE49-F238E27FC236}">
                    <a16:creationId xmlns:a16="http://schemas.microsoft.com/office/drawing/2014/main" id="{DC5A25F3-C58B-21A2-71C4-4AA9C354459F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8" name="pg3293">
                <a:extLst>
                  <a:ext uri="{FF2B5EF4-FFF2-40B4-BE49-F238E27FC236}">
                    <a16:creationId xmlns:a16="http://schemas.microsoft.com/office/drawing/2014/main" id="{1C9DD1B9-3641-61C9-D8E4-B3E2D2BDB23F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9" name="pg3294">
                <a:extLst>
                  <a:ext uri="{FF2B5EF4-FFF2-40B4-BE49-F238E27FC236}">
                    <a16:creationId xmlns:a16="http://schemas.microsoft.com/office/drawing/2014/main" id="{E74B6C9D-8504-0F01-8725-C65CCF3D595D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0" name="pg3295">
                <a:extLst>
                  <a:ext uri="{FF2B5EF4-FFF2-40B4-BE49-F238E27FC236}">
                    <a16:creationId xmlns:a16="http://schemas.microsoft.com/office/drawing/2014/main" id="{1997B1AC-CC79-571D-A3B6-5074D6D4903E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1" name="pg3296">
                <a:extLst>
                  <a:ext uri="{FF2B5EF4-FFF2-40B4-BE49-F238E27FC236}">
                    <a16:creationId xmlns:a16="http://schemas.microsoft.com/office/drawing/2014/main" id="{D9E002BE-3023-9B89-3408-5983C197E35D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2" name="pg3297">
                <a:extLst>
                  <a:ext uri="{FF2B5EF4-FFF2-40B4-BE49-F238E27FC236}">
                    <a16:creationId xmlns:a16="http://schemas.microsoft.com/office/drawing/2014/main" id="{1B8819AA-08F9-7AAF-1DE5-B08894215D1D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3" name="pg3298">
                <a:extLst>
                  <a:ext uri="{FF2B5EF4-FFF2-40B4-BE49-F238E27FC236}">
                    <a16:creationId xmlns:a16="http://schemas.microsoft.com/office/drawing/2014/main" id="{A9FC4534-2A1E-2838-7075-AB5A5657647D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4" name="pg3299">
                <a:extLst>
                  <a:ext uri="{FF2B5EF4-FFF2-40B4-BE49-F238E27FC236}">
                    <a16:creationId xmlns:a16="http://schemas.microsoft.com/office/drawing/2014/main" id="{F3D7B7B4-6ED2-C6B5-D91F-E15BFDA66D2F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5" name="pg3300">
                <a:extLst>
                  <a:ext uri="{FF2B5EF4-FFF2-40B4-BE49-F238E27FC236}">
                    <a16:creationId xmlns:a16="http://schemas.microsoft.com/office/drawing/2014/main" id="{F66A6F2C-16A6-2924-7365-FE8D1E688971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6" name="pg3301">
                <a:extLst>
                  <a:ext uri="{FF2B5EF4-FFF2-40B4-BE49-F238E27FC236}">
                    <a16:creationId xmlns:a16="http://schemas.microsoft.com/office/drawing/2014/main" id="{A89D1C04-5714-1AF2-7C4A-5081EB90F9E1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7" name="pg3302">
                <a:extLst>
                  <a:ext uri="{FF2B5EF4-FFF2-40B4-BE49-F238E27FC236}">
                    <a16:creationId xmlns:a16="http://schemas.microsoft.com/office/drawing/2014/main" id="{F2DFC16B-E78A-4B19-D310-6789C0063E0C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8" name="pg3303">
                <a:extLst>
                  <a:ext uri="{FF2B5EF4-FFF2-40B4-BE49-F238E27FC236}">
                    <a16:creationId xmlns:a16="http://schemas.microsoft.com/office/drawing/2014/main" id="{3DA39255-90E8-8D87-DD34-77352BCEF983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9" name="pg3304">
                <a:extLst>
                  <a:ext uri="{FF2B5EF4-FFF2-40B4-BE49-F238E27FC236}">
                    <a16:creationId xmlns:a16="http://schemas.microsoft.com/office/drawing/2014/main" id="{9AA4CA4A-83A3-9F07-885F-001CBC5267CD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0" name="pg3305">
                <a:extLst>
                  <a:ext uri="{FF2B5EF4-FFF2-40B4-BE49-F238E27FC236}">
                    <a16:creationId xmlns:a16="http://schemas.microsoft.com/office/drawing/2014/main" id="{7D1FE20B-493C-1712-B16C-75A48D0146AC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1" name="pg3306">
                <a:extLst>
                  <a:ext uri="{FF2B5EF4-FFF2-40B4-BE49-F238E27FC236}">
                    <a16:creationId xmlns:a16="http://schemas.microsoft.com/office/drawing/2014/main" id="{0F476296-D3A0-F0E7-33CB-F18A044553B4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2" name="pg3307">
                <a:extLst>
                  <a:ext uri="{FF2B5EF4-FFF2-40B4-BE49-F238E27FC236}">
                    <a16:creationId xmlns:a16="http://schemas.microsoft.com/office/drawing/2014/main" id="{989AB319-D9C1-ADC5-CF94-E563CBA9998D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3" name="pg3308">
                <a:extLst>
                  <a:ext uri="{FF2B5EF4-FFF2-40B4-BE49-F238E27FC236}">
                    <a16:creationId xmlns:a16="http://schemas.microsoft.com/office/drawing/2014/main" id="{8A746259-6241-52C6-6393-F492D7E1031A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4" name="pg3309">
                <a:extLst>
                  <a:ext uri="{FF2B5EF4-FFF2-40B4-BE49-F238E27FC236}">
                    <a16:creationId xmlns:a16="http://schemas.microsoft.com/office/drawing/2014/main" id="{9C1DB48C-5D79-23B3-72DF-656B9AD9898C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5" name="pg3310">
                <a:extLst>
                  <a:ext uri="{FF2B5EF4-FFF2-40B4-BE49-F238E27FC236}">
                    <a16:creationId xmlns:a16="http://schemas.microsoft.com/office/drawing/2014/main" id="{5BA5EFC0-5BA6-5198-6EF6-7FA61706B983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6" name="pg3311">
                <a:extLst>
                  <a:ext uri="{FF2B5EF4-FFF2-40B4-BE49-F238E27FC236}">
                    <a16:creationId xmlns:a16="http://schemas.microsoft.com/office/drawing/2014/main" id="{46EF1F13-74E2-F97F-3F53-AB14C7C8DDFE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7" name="pg3312">
                <a:extLst>
                  <a:ext uri="{FF2B5EF4-FFF2-40B4-BE49-F238E27FC236}">
                    <a16:creationId xmlns:a16="http://schemas.microsoft.com/office/drawing/2014/main" id="{03490638-8CDC-FEE2-ADB5-E4897B8750F7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8" name="pg3313">
                <a:extLst>
                  <a:ext uri="{FF2B5EF4-FFF2-40B4-BE49-F238E27FC236}">
                    <a16:creationId xmlns:a16="http://schemas.microsoft.com/office/drawing/2014/main" id="{4B8BD15D-C6D8-1C63-91B9-D5E959E58EAF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9" name="pg3314">
                <a:extLst>
                  <a:ext uri="{FF2B5EF4-FFF2-40B4-BE49-F238E27FC236}">
                    <a16:creationId xmlns:a16="http://schemas.microsoft.com/office/drawing/2014/main" id="{DF2F7C85-C6B0-1A6F-158F-B643AA2AE7D6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0" name="pg3315">
                <a:extLst>
                  <a:ext uri="{FF2B5EF4-FFF2-40B4-BE49-F238E27FC236}">
                    <a16:creationId xmlns:a16="http://schemas.microsoft.com/office/drawing/2014/main" id="{B92DB973-C478-66A4-169E-22D98CFB10C0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1" name="pg3316">
                <a:extLst>
                  <a:ext uri="{FF2B5EF4-FFF2-40B4-BE49-F238E27FC236}">
                    <a16:creationId xmlns:a16="http://schemas.microsoft.com/office/drawing/2014/main" id="{36E4CEAB-BEA9-D054-4ED7-A103F361D881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2" name="pg3317">
                <a:extLst>
                  <a:ext uri="{FF2B5EF4-FFF2-40B4-BE49-F238E27FC236}">
                    <a16:creationId xmlns:a16="http://schemas.microsoft.com/office/drawing/2014/main" id="{1FC815C0-32B4-1C35-4452-B0E72169E630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3" name="pg3318">
                <a:extLst>
                  <a:ext uri="{FF2B5EF4-FFF2-40B4-BE49-F238E27FC236}">
                    <a16:creationId xmlns:a16="http://schemas.microsoft.com/office/drawing/2014/main" id="{2240541E-EC08-F6FC-C930-9CAE4342E59E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4" name="pg3319">
                <a:extLst>
                  <a:ext uri="{FF2B5EF4-FFF2-40B4-BE49-F238E27FC236}">
                    <a16:creationId xmlns:a16="http://schemas.microsoft.com/office/drawing/2014/main" id="{FF13E584-7201-FFE3-F7E4-4029A7113E5F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5" name="pg3320">
                <a:extLst>
                  <a:ext uri="{FF2B5EF4-FFF2-40B4-BE49-F238E27FC236}">
                    <a16:creationId xmlns:a16="http://schemas.microsoft.com/office/drawing/2014/main" id="{8F40DAA8-05D0-18A3-36B0-3277EF07B5A1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6" name="pg3321">
                <a:extLst>
                  <a:ext uri="{FF2B5EF4-FFF2-40B4-BE49-F238E27FC236}">
                    <a16:creationId xmlns:a16="http://schemas.microsoft.com/office/drawing/2014/main" id="{5E3A6EF4-B6CF-EEE4-AE52-407D9391DC37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7" name="pg3322">
                <a:extLst>
                  <a:ext uri="{FF2B5EF4-FFF2-40B4-BE49-F238E27FC236}">
                    <a16:creationId xmlns:a16="http://schemas.microsoft.com/office/drawing/2014/main" id="{69D0AF84-B8E8-30B1-8D22-FE2520C24FCC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8" name="pg3323">
                <a:extLst>
                  <a:ext uri="{FF2B5EF4-FFF2-40B4-BE49-F238E27FC236}">
                    <a16:creationId xmlns:a16="http://schemas.microsoft.com/office/drawing/2014/main" id="{04B872CB-8CCF-00C5-5066-CEE5313AD348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9" name="pg3324">
                <a:extLst>
                  <a:ext uri="{FF2B5EF4-FFF2-40B4-BE49-F238E27FC236}">
                    <a16:creationId xmlns:a16="http://schemas.microsoft.com/office/drawing/2014/main" id="{E19E807B-1E0B-D4FB-0D32-16A629306449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0" name="pg3325">
                <a:extLst>
                  <a:ext uri="{FF2B5EF4-FFF2-40B4-BE49-F238E27FC236}">
                    <a16:creationId xmlns:a16="http://schemas.microsoft.com/office/drawing/2014/main" id="{F3DFAED5-7050-4B43-3FA4-3D718FF94136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1" name="pg3326">
                <a:extLst>
                  <a:ext uri="{FF2B5EF4-FFF2-40B4-BE49-F238E27FC236}">
                    <a16:creationId xmlns:a16="http://schemas.microsoft.com/office/drawing/2014/main" id="{17798F38-78B7-1753-D13D-1C5B7609753D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2" name="pg3327">
                <a:extLst>
                  <a:ext uri="{FF2B5EF4-FFF2-40B4-BE49-F238E27FC236}">
                    <a16:creationId xmlns:a16="http://schemas.microsoft.com/office/drawing/2014/main" id="{A8F0583D-AD76-2BAF-DA5B-D588AC216C80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3" name="pg3328">
                <a:extLst>
                  <a:ext uri="{FF2B5EF4-FFF2-40B4-BE49-F238E27FC236}">
                    <a16:creationId xmlns:a16="http://schemas.microsoft.com/office/drawing/2014/main" id="{6F0422BE-47CE-0350-B672-75F4A77E17A3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4" name="pg3329">
                <a:extLst>
                  <a:ext uri="{FF2B5EF4-FFF2-40B4-BE49-F238E27FC236}">
                    <a16:creationId xmlns:a16="http://schemas.microsoft.com/office/drawing/2014/main" id="{B5B80275-D6FA-59EF-8D24-F9324CFD37FD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5" name="pg3330">
                <a:extLst>
                  <a:ext uri="{FF2B5EF4-FFF2-40B4-BE49-F238E27FC236}">
                    <a16:creationId xmlns:a16="http://schemas.microsoft.com/office/drawing/2014/main" id="{BD32A92F-87BE-E0A6-107C-12ED55A94D26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6" name="pg3331">
                <a:extLst>
                  <a:ext uri="{FF2B5EF4-FFF2-40B4-BE49-F238E27FC236}">
                    <a16:creationId xmlns:a16="http://schemas.microsoft.com/office/drawing/2014/main" id="{8C952DD9-A003-A1DF-9607-0860DF7AAC52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7" name="pg3332">
                <a:extLst>
                  <a:ext uri="{FF2B5EF4-FFF2-40B4-BE49-F238E27FC236}">
                    <a16:creationId xmlns:a16="http://schemas.microsoft.com/office/drawing/2014/main" id="{18A9F601-0D5A-F99C-892D-39476E318723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8" name="pg3333">
                <a:extLst>
                  <a:ext uri="{FF2B5EF4-FFF2-40B4-BE49-F238E27FC236}">
                    <a16:creationId xmlns:a16="http://schemas.microsoft.com/office/drawing/2014/main" id="{DA4FF158-F47E-EDCF-512D-7903F366D894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9" name="pg3334">
                <a:extLst>
                  <a:ext uri="{FF2B5EF4-FFF2-40B4-BE49-F238E27FC236}">
                    <a16:creationId xmlns:a16="http://schemas.microsoft.com/office/drawing/2014/main" id="{8C110980-88F9-48B5-5AD7-C26D447FF120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0" name="pg3335">
                <a:extLst>
                  <a:ext uri="{FF2B5EF4-FFF2-40B4-BE49-F238E27FC236}">
                    <a16:creationId xmlns:a16="http://schemas.microsoft.com/office/drawing/2014/main" id="{B044A97A-2346-B4E5-4706-7F406D2AA46B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1" name="pg3336">
                <a:extLst>
                  <a:ext uri="{FF2B5EF4-FFF2-40B4-BE49-F238E27FC236}">
                    <a16:creationId xmlns:a16="http://schemas.microsoft.com/office/drawing/2014/main" id="{79CA7824-A697-A34A-0B3D-77B9AD7405C1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2" name="pg3337">
                <a:extLst>
                  <a:ext uri="{FF2B5EF4-FFF2-40B4-BE49-F238E27FC236}">
                    <a16:creationId xmlns:a16="http://schemas.microsoft.com/office/drawing/2014/main" id="{A87E7F6A-673E-7212-BB99-2AEAEAD605EA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3" name="pg3338">
                <a:extLst>
                  <a:ext uri="{FF2B5EF4-FFF2-40B4-BE49-F238E27FC236}">
                    <a16:creationId xmlns:a16="http://schemas.microsoft.com/office/drawing/2014/main" id="{6A1BBDD6-37CC-F3A2-7A86-15756E12B521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4" name="pg3339">
                <a:extLst>
                  <a:ext uri="{FF2B5EF4-FFF2-40B4-BE49-F238E27FC236}">
                    <a16:creationId xmlns:a16="http://schemas.microsoft.com/office/drawing/2014/main" id="{F9939065-9D16-6293-1CA6-D70FC8CB83F2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5" name="pg3340">
                <a:extLst>
                  <a:ext uri="{FF2B5EF4-FFF2-40B4-BE49-F238E27FC236}">
                    <a16:creationId xmlns:a16="http://schemas.microsoft.com/office/drawing/2014/main" id="{C8345DBF-A619-F6B1-A62C-9EE6C118FCDD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6" name="pg3341">
                <a:extLst>
                  <a:ext uri="{FF2B5EF4-FFF2-40B4-BE49-F238E27FC236}">
                    <a16:creationId xmlns:a16="http://schemas.microsoft.com/office/drawing/2014/main" id="{7BB05696-974C-7CFC-270F-1ECE646E0CE9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7" name="pg3342">
                <a:extLst>
                  <a:ext uri="{FF2B5EF4-FFF2-40B4-BE49-F238E27FC236}">
                    <a16:creationId xmlns:a16="http://schemas.microsoft.com/office/drawing/2014/main" id="{58642024-F8EC-1505-9E4B-C8FE822AA38B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8" name="pg3343">
                <a:extLst>
                  <a:ext uri="{FF2B5EF4-FFF2-40B4-BE49-F238E27FC236}">
                    <a16:creationId xmlns:a16="http://schemas.microsoft.com/office/drawing/2014/main" id="{AC93052F-9A99-8EA2-FCF6-C008BABAFE6B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9" name="pg3344">
                <a:extLst>
                  <a:ext uri="{FF2B5EF4-FFF2-40B4-BE49-F238E27FC236}">
                    <a16:creationId xmlns:a16="http://schemas.microsoft.com/office/drawing/2014/main" id="{C79BBCD4-AC1B-9CB5-415F-29AE4645A342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0" name="pg3345">
                <a:extLst>
                  <a:ext uri="{FF2B5EF4-FFF2-40B4-BE49-F238E27FC236}">
                    <a16:creationId xmlns:a16="http://schemas.microsoft.com/office/drawing/2014/main" id="{2B4690D7-57BE-3CD1-EDA0-B14AD555470B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1" name="pg3346">
                <a:extLst>
                  <a:ext uri="{FF2B5EF4-FFF2-40B4-BE49-F238E27FC236}">
                    <a16:creationId xmlns:a16="http://schemas.microsoft.com/office/drawing/2014/main" id="{0ACD3513-0FB2-2E6A-7247-76EACA68449A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2" name="pg3347">
                <a:extLst>
                  <a:ext uri="{FF2B5EF4-FFF2-40B4-BE49-F238E27FC236}">
                    <a16:creationId xmlns:a16="http://schemas.microsoft.com/office/drawing/2014/main" id="{BD79983F-DF93-B3C4-54B5-406BAD816E72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3" name="pg3348">
                <a:extLst>
                  <a:ext uri="{FF2B5EF4-FFF2-40B4-BE49-F238E27FC236}">
                    <a16:creationId xmlns:a16="http://schemas.microsoft.com/office/drawing/2014/main" id="{BAF39B8E-7E53-B5CC-F7D3-CF7715954A40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4" name="pg3349">
                <a:extLst>
                  <a:ext uri="{FF2B5EF4-FFF2-40B4-BE49-F238E27FC236}">
                    <a16:creationId xmlns:a16="http://schemas.microsoft.com/office/drawing/2014/main" id="{BCF98B46-4951-E3E9-6FF2-261B46D186A2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5" name="pg3350">
                <a:extLst>
                  <a:ext uri="{FF2B5EF4-FFF2-40B4-BE49-F238E27FC236}">
                    <a16:creationId xmlns:a16="http://schemas.microsoft.com/office/drawing/2014/main" id="{64FFEADA-4EC5-2105-189D-04F30C934076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6" name="pg3351">
                <a:extLst>
                  <a:ext uri="{FF2B5EF4-FFF2-40B4-BE49-F238E27FC236}">
                    <a16:creationId xmlns:a16="http://schemas.microsoft.com/office/drawing/2014/main" id="{4712CE83-711D-02FC-EF62-3BCDDE81D397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7" name="pg3352">
                <a:extLst>
                  <a:ext uri="{FF2B5EF4-FFF2-40B4-BE49-F238E27FC236}">
                    <a16:creationId xmlns:a16="http://schemas.microsoft.com/office/drawing/2014/main" id="{272A5ED5-6E18-0777-2CE5-857DE1FD0229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8" name="pg3353">
                <a:extLst>
                  <a:ext uri="{FF2B5EF4-FFF2-40B4-BE49-F238E27FC236}">
                    <a16:creationId xmlns:a16="http://schemas.microsoft.com/office/drawing/2014/main" id="{36BA97A3-E60E-1244-7EC1-9E27F2713F10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9" name="pg3354">
                <a:extLst>
                  <a:ext uri="{FF2B5EF4-FFF2-40B4-BE49-F238E27FC236}">
                    <a16:creationId xmlns:a16="http://schemas.microsoft.com/office/drawing/2014/main" id="{C4154638-6D70-4FAE-1EC8-D6F00C8D3DC1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0" name="pg3355">
                <a:extLst>
                  <a:ext uri="{FF2B5EF4-FFF2-40B4-BE49-F238E27FC236}">
                    <a16:creationId xmlns:a16="http://schemas.microsoft.com/office/drawing/2014/main" id="{8B1C2D1F-62A7-2437-7217-2EF9FCA69DF8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1" name="pg3356">
                <a:extLst>
                  <a:ext uri="{FF2B5EF4-FFF2-40B4-BE49-F238E27FC236}">
                    <a16:creationId xmlns:a16="http://schemas.microsoft.com/office/drawing/2014/main" id="{24A5FC16-2B5F-5D9A-753D-59193D671F92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2" name="pg3357">
                <a:extLst>
                  <a:ext uri="{FF2B5EF4-FFF2-40B4-BE49-F238E27FC236}">
                    <a16:creationId xmlns:a16="http://schemas.microsoft.com/office/drawing/2014/main" id="{CC9A81CB-1D75-F217-EFAD-A418B05D98C1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3" name="pg3358">
                <a:extLst>
                  <a:ext uri="{FF2B5EF4-FFF2-40B4-BE49-F238E27FC236}">
                    <a16:creationId xmlns:a16="http://schemas.microsoft.com/office/drawing/2014/main" id="{A31EA535-CC08-6D8D-547B-3A70E84B13DE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4" name="pg3359">
                <a:extLst>
                  <a:ext uri="{FF2B5EF4-FFF2-40B4-BE49-F238E27FC236}">
                    <a16:creationId xmlns:a16="http://schemas.microsoft.com/office/drawing/2014/main" id="{8437EF18-470A-5A61-DA9C-7501EB7EADEA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5" name="pg3360">
                <a:extLst>
                  <a:ext uri="{FF2B5EF4-FFF2-40B4-BE49-F238E27FC236}">
                    <a16:creationId xmlns:a16="http://schemas.microsoft.com/office/drawing/2014/main" id="{51C493A9-3F24-AA56-1392-85C5CBEE0055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6" name="pg3361">
                <a:extLst>
                  <a:ext uri="{FF2B5EF4-FFF2-40B4-BE49-F238E27FC236}">
                    <a16:creationId xmlns:a16="http://schemas.microsoft.com/office/drawing/2014/main" id="{EADD2F07-1865-435B-4CAA-8D91695DD846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7" name="pg3362">
                <a:extLst>
                  <a:ext uri="{FF2B5EF4-FFF2-40B4-BE49-F238E27FC236}">
                    <a16:creationId xmlns:a16="http://schemas.microsoft.com/office/drawing/2014/main" id="{F1731151-9AB8-9DC4-5432-2434B75CAD68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8" name="pg3363">
                <a:extLst>
                  <a:ext uri="{FF2B5EF4-FFF2-40B4-BE49-F238E27FC236}">
                    <a16:creationId xmlns:a16="http://schemas.microsoft.com/office/drawing/2014/main" id="{55EFF897-AC09-B3BD-B28E-F6713FBE9DEA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9" name="pg3364">
                <a:extLst>
                  <a:ext uri="{FF2B5EF4-FFF2-40B4-BE49-F238E27FC236}">
                    <a16:creationId xmlns:a16="http://schemas.microsoft.com/office/drawing/2014/main" id="{969FE72E-3658-255E-4CCB-170FF64F5B01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0" name="pg3365">
                <a:extLst>
                  <a:ext uri="{FF2B5EF4-FFF2-40B4-BE49-F238E27FC236}">
                    <a16:creationId xmlns:a16="http://schemas.microsoft.com/office/drawing/2014/main" id="{A12C2E15-534C-BD7F-4250-EAB69BC3F2C1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1" name="pg3366">
                <a:extLst>
                  <a:ext uri="{FF2B5EF4-FFF2-40B4-BE49-F238E27FC236}">
                    <a16:creationId xmlns:a16="http://schemas.microsoft.com/office/drawing/2014/main" id="{4C1A9067-8F8B-224A-6482-70242F1EF585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2" name="pg3367">
                <a:extLst>
                  <a:ext uri="{FF2B5EF4-FFF2-40B4-BE49-F238E27FC236}">
                    <a16:creationId xmlns:a16="http://schemas.microsoft.com/office/drawing/2014/main" id="{6D5BA285-2C32-0739-2137-493B3E9C419A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3" name="pg3368">
                <a:extLst>
                  <a:ext uri="{FF2B5EF4-FFF2-40B4-BE49-F238E27FC236}">
                    <a16:creationId xmlns:a16="http://schemas.microsoft.com/office/drawing/2014/main" id="{89841A50-7744-B13F-F727-5C61630754D4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4" name="pg3369">
                <a:extLst>
                  <a:ext uri="{FF2B5EF4-FFF2-40B4-BE49-F238E27FC236}">
                    <a16:creationId xmlns:a16="http://schemas.microsoft.com/office/drawing/2014/main" id="{D08B5530-F2A7-FFF7-D3B5-9207AEAA85EF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5" name="pg3370">
                <a:extLst>
                  <a:ext uri="{FF2B5EF4-FFF2-40B4-BE49-F238E27FC236}">
                    <a16:creationId xmlns:a16="http://schemas.microsoft.com/office/drawing/2014/main" id="{B03B6257-DCB7-63F2-9CD0-8B196F908DA3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6" name="pg3371">
                <a:extLst>
                  <a:ext uri="{FF2B5EF4-FFF2-40B4-BE49-F238E27FC236}">
                    <a16:creationId xmlns:a16="http://schemas.microsoft.com/office/drawing/2014/main" id="{C1E21C0D-1582-30D6-2937-43B7DB5EB018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7" name="pg3372">
                <a:extLst>
                  <a:ext uri="{FF2B5EF4-FFF2-40B4-BE49-F238E27FC236}">
                    <a16:creationId xmlns:a16="http://schemas.microsoft.com/office/drawing/2014/main" id="{2683E44F-AB42-108F-1D9D-EBF61434389A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8" name="pg3373">
                <a:extLst>
                  <a:ext uri="{FF2B5EF4-FFF2-40B4-BE49-F238E27FC236}">
                    <a16:creationId xmlns:a16="http://schemas.microsoft.com/office/drawing/2014/main" id="{AB71EFB9-A691-4DB3-B3C5-B6945253B475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9" name="pg3374">
                <a:extLst>
                  <a:ext uri="{FF2B5EF4-FFF2-40B4-BE49-F238E27FC236}">
                    <a16:creationId xmlns:a16="http://schemas.microsoft.com/office/drawing/2014/main" id="{3B8AC4BE-0F18-0A5B-78D8-B68CC746E4DE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0" name="pg3375">
                <a:extLst>
                  <a:ext uri="{FF2B5EF4-FFF2-40B4-BE49-F238E27FC236}">
                    <a16:creationId xmlns:a16="http://schemas.microsoft.com/office/drawing/2014/main" id="{EFAD4EAE-AE91-DEED-2A48-38F9C401CE29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1" name="pg3376">
                <a:extLst>
                  <a:ext uri="{FF2B5EF4-FFF2-40B4-BE49-F238E27FC236}">
                    <a16:creationId xmlns:a16="http://schemas.microsoft.com/office/drawing/2014/main" id="{F174C427-947B-02B5-E288-256915F587DE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2" name="pg3377">
                <a:extLst>
                  <a:ext uri="{FF2B5EF4-FFF2-40B4-BE49-F238E27FC236}">
                    <a16:creationId xmlns:a16="http://schemas.microsoft.com/office/drawing/2014/main" id="{DA413E57-693C-5997-9B66-D864B3AC51AB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3" name="pg3378">
                <a:extLst>
                  <a:ext uri="{FF2B5EF4-FFF2-40B4-BE49-F238E27FC236}">
                    <a16:creationId xmlns:a16="http://schemas.microsoft.com/office/drawing/2014/main" id="{838015EF-B56F-AE19-725C-94C026273177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4" name="pg3379">
                <a:extLst>
                  <a:ext uri="{FF2B5EF4-FFF2-40B4-BE49-F238E27FC236}">
                    <a16:creationId xmlns:a16="http://schemas.microsoft.com/office/drawing/2014/main" id="{DB178C37-8C60-EF43-0B05-50C1A70C4440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5" name="pg3380">
                <a:extLst>
                  <a:ext uri="{FF2B5EF4-FFF2-40B4-BE49-F238E27FC236}">
                    <a16:creationId xmlns:a16="http://schemas.microsoft.com/office/drawing/2014/main" id="{898AEF3C-A0A7-C53A-5172-B722659CDFEA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6" name="pg3381">
                <a:extLst>
                  <a:ext uri="{FF2B5EF4-FFF2-40B4-BE49-F238E27FC236}">
                    <a16:creationId xmlns:a16="http://schemas.microsoft.com/office/drawing/2014/main" id="{54C66562-559C-13AF-08E9-7DC6B31CC113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7" name="pg3382">
                <a:extLst>
                  <a:ext uri="{FF2B5EF4-FFF2-40B4-BE49-F238E27FC236}">
                    <a16:creationId xmlns:a16="http://schemas.microsoft.com/office/drawing/2014/main" id="{F227BDD4-30E2-46C9-1A6C-B5031E79BA66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8" name="pg3383">
                <a:extLst>
                  <a:ext uri="{FF2B5EF4-FFF2-40B4-BE49-F238E27FC236}">
                    <a16:creationId xmlns:a16="http://schemas.microsoft.com/office/drawing/2014/main" id="{64CCBD5A-8C3D-5E9D-8207-A43DFEAFDE81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9" name="pg3384">
                <a:extLst>
                  <a:ext uri="{FF2B5EF4-FFF2-40B4-BE49-F238E27FC236}">
                    <a16:creationId xmlns:a16="http://schemas.microsoft.com/office/drawing/2014/main" id="{62EC057D-46FF-24DB-BD3A-3C6F031ACDBE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0" name="pg3385">
                <a:extLst>
                  <a:ext uri="{FF2B5EF4-FFF2-40B4-BE49-F238E27FC236}">
                    <a16:creationId xmlns:a16="http://schemas.microsoft.com/office/drawing/2014/main" id="{97CF743E-B5C9-E136-294F-2A46134A7B9D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1" name="pg3386">
                <a:extLst>
                  <a:ext uri="{FF2B5EF4-FFF2-40B4-BE49-F238E27FC236}">
                    <a16:creationId xmlns:a16="http://schemas.microsoft.com/office/drawing/2014/main" id="{4021302F-33B8-35D2-D7DE-B98287BB081A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2" name="pg3387">
                <a:extLst>
                  <a:ext uri="{FF2B5EF4-FFF2-40B4-BE49-F238E27FC236}">
                    <a16:creationId xmlns:a16="http://schemas.microsoft.com/office/drawing/2014/main" id="{2D26E9AC-E3EC-CFD8-F2EC-26D1ACFA989D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3" name="pg3388">
                <a:extLst>
                  <a:ext uri="{FF2B5EF4-FFF2-40B4-BE49-F238E27FC236}">
                    <a16:creationId xmlns:a16="http://schemas.microsoft.com/office/drawing/2014/main" id="{C2B95898-AB4A-2CF0-2203-BA214F11CE35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4" name="pg3389">
                <a:extLst>
                  <a:ext uri="{FF2B5EF4-FFF2-40B4-BE49-F238E27FC236}">
                    <a16:creationId xmlns:a16="http://schemas.microsoft.com/office/drawing/2014/main" id="{40A879DB-EFA6-01EE-1A04-4C29764B23C1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5" name="pg3390">
                <a:extLst>
                  <a:ext uri="{FF2B5EF4-FFF2-40B4-BE49-F238E27FC236}">
                    <a16:creationId xmlns:a16="http://schemas.microsoft.com/office/drawing/2014/main" id="{D8107090-7A75-D62B-516A-D51B0384773A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6" name="pg3391">
                <a:extLst>
                  <a:ext uri="{FF2B5EF4-FFF2-40B4-BE49-F238E27FC236}">
                    <a16:creationId xmlns:a16="http://schemas.microsoft.com/office/drawing/2014/main" id="{68727D0E-6867-4687-B1F1-A30CF8ADEB4C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7" name="pg3392">
                <a:extLst>
                  <a:ext uri="{FF2B5EF4-FFF2-40B4-BE49-F238E27FC236}">
                    <a16:creationId xmlns:a16="http://schemas.microsoft.com/office/drawing/2014/main" id="{AC8B8013-B907-6708-4162-119101DFC624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8" name="pg3393">
                <a:extLst>
                  <a:ext uri="{FF2B5EF4-FFF2-40B4-BE49-F238E27FC236}">
                    <a16:creationId xmlns:a16="http://schemas.microsoft.com/office/drawing/2014/main" id="{AEBBABF2-621D-E71E-F31B-23F5E511FE57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9" name="pg3394">
                <a:extLst>
                  <a:ext uri="{FF2B5EF4-FFF2-40B4-BE49-F238E27FC236}">
                    <a16:creationId xmlns:a16="http://schemas.microsoft.com/office/drawing/2014/main" id="{CD8F2879-3417-12EB-1552-83E28E675A53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0" name="pg3395">
                <a:extLst>
                  <a:ext uri="{FF2B5EF4-FFF2-40B4-BE49-F238E27FC236}">
                    <a16:creationId xmlns:a16="http://schemas.microsoft.com/office/drawing/2014/main" id="{566F8EB9-11C7-B128-6BC9-DF97B5439386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1" name="pg3396">
                <a:extLst>
                  <a:ext uri="{FF2B5EF4-FFF2-40B4-BE49-F238E27FC236}">
                    <a16:creationId xmlns:a16="http://schemas.microsoft.com/office/drawing/2014/main" id="{468AD88F-13DB-AF9D-1D21-F665156088AB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2" name="pg3397">
                <a:extLst>
                  <a:ext uri="{FF2B5EF4-FFF2-40B4-BE49-F238E27FC236}">
                    <a16:creationId xmlns:a16="http://schemas.microsoft.com/office/drawing/2014/main" id="{7E5C5929-C6C6-D3B1-B40D-CA2476AAADD1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3" name="pg3398">
                <a:extLst>
                  <a:ext uri="{FF2B5EF4-FFF2-40B4-BE49-F238E27FC236}">
                    <a16:creationId xmlns:a16="http://schemas.microsoft.com/office/drawing/2014/main" id="{DA8CB633-14B5-6F6F-041F-5B871A42B9C5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4" name="pg3399">
                <a:extLst>
                  <a:ext uri="{FF2B5EF4-FFF2-40B4-BE49-F238E27FC236}">
                    <a16:creationId xmlns:a16="http://schemas.microsoft.com/office/drawing/2014/main" id="{6B3429D4-7A89-10B7-739C-ED378BF1A67D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5" name="pg3400">
                <a:extLst>
                  <a:ext uri="{FF2B5EF4-FFF2-40B4-BE49-F238E27FC236}">
                    <a16:creationId xmlns:a16="http://schemas.microsoft.com/office/drawing/2014/main" id="{7880419F-E781-B463-4AE5-DCB91D11768D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6" name="pg3401">
                <a:extLst>
                  <a:ext uri="{FF2B5EF4-FFF2-40B4-BE49-F238E27FC236}">
                    <a16:creationId xmlns:a16="http://schemas.microsoft.com/office/drawing/2014/main" id="{B03E87F2-6034-5AB7-BA87-8AB019434CB1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7" name="pg3402">
                <a:extLst>
                  <a:ext uri="{FF2B5EF4-FFF2-40B4-BE49-F238E27FC236}">
                    <a16:creationId xmlns:a16="http://schemas.microsoft.com/office/drawing/2014/main" id="{2A444DC4-90D2-6C79-E22F-3822A4295D3D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8" name="pg3403">
                <a:extLst>
                  <a:ext uri="{FF2B5EF4-FFF2-40B4-BE49-F238E27FC236}">
                    <a16:creationId xmlns:a16="http://schemas.microsoft.com/office/drawing/2014/main" id="{076D8DBC-DDC9-0F4E-7EE2-FA6E44ADEA42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9" name="pg3404">
                <a:extLst>
                  <a:ext uri="{FF2B5EF4-FFF2-40B4-BE49-F238E27FC236}">
                    <a16:creationId xmlns:a16="http://schemas.microsoft.com/office/drawing/2014/main" id="{75B8313E-F8EC-5CA6-3254-FF149302EF72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0" name="pg3405">
                <a:extLst>
                  <a:ext uri="{FF2B5EF4-FFF2-40B4-BE49-F238E27FC236}">
                    <a16:creationId xmlns:a16="http://schemas.microsoft.com/office/drawing/2014/main" id="{602A64B0-03B4-51B5-989A-E2EC9C585F0A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1" name="pg3406">
                <a:extLst>
                  <a:ext uri="{FF2B5EF4-FFF2-40B4-BE49-F238E27FC236}">
                    <a16:creationId xmlns:a16="http://schemas.microsoft.com/office/drawing/2014/main" id="{EFEA8D72-E954-5ECD-582C-9602A2A3E906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2" name="pg3407">
                <a:extLst>
                  <a:ext uri="{FF2B5EF4-FFF2-40B4-BE49-F238E27FC236}">
                    <a16:creationId xmlns:a16="http://schemas.microsoft.com/office/drawing/2014/main" id="{B8A9F615-8520-7331-93C5-13795345FB56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3" name="pg3408">
                <a:extLst>
                  <a:ext uri="{FF2B5EF4-FFF2-40B4-BE49-F238E27FC236}">
                    <a16:creationId xmlns:a16="http://schemas.microsoft.com/office/drawing/2014/main" id="{179C2280-F3CD-F7EF-1868-7DDD6AE54226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4" name="pg3409">
                <a:extLst>
                  <a:ext uri="{FF2B5EF4-FFF2-40B4-BE49-F238E27FC236}">
                    <a16:creationId xmlns:a16="http://schemas.microsoft.com/office/drawing/2014/main" id="{55B20C73-9E39-22F1-EB0D-3C5264112177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5" name="pg3410">
                <a:extLst>
                  <a:ext uri="{FF2B5EF4-FFF2-40B4-BE49-F238E27FC236}">
                    <a16:creationId xmlns:a16="http://schemas.microsoft.com/office/drawing/2014/main" id="{94892A8F-6EDB-37E1-9D21-2277FDF7370C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6" name="pg3411">
                <a:extLst>
                  <a:ext uri="{FF2B5EF4-FFF2-40B4-BE49-F238E27FC236}">
                    <a16:creationId xmlns:a16="http://schemas.microsoft.com/office/drawing/2014/main" id="{1E8459F6-F7A3-BC31-0C02-550B597E6FED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7" name="pg3412">
                <a:extLst>
                  <a:ext uri="{FF2B5EF4-FFF2-40B4-BE49-F238E27FC236}">
                    <a16:creationId xmlns:a16="http://schemas.microsoft.com/office/drawing/2014/main" id="{2F27176E-4E79-A08C-5F86-DA3BAAAAA102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8" name="pg3413">
                <a:extLst>
                  <a:ext uri="{FF2B5EF4-FFF2-40B4-BE49-F238E27FC236}">
                    <a16:creationId xmlns:a16="http://schemas.microsoft.com/office/drawing/2014/main" id="{5B6E6192-91DD-A4ED-E7CD-0F99242AC9D8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9" name="pg3414">
                <a:extLst>
                  <a:ext uri="{FF2B5EF4-FFF2-40B4-BE49-F238E27FC236}">
                    <a16:creationId xmlns:a16="http://schemas.microsoft.com/office/drawing/2014/main" id="{01794C53-4C67-1375-FE4D-B5FB7E31D93E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0" name="pg3415">
                <a:extLst>
                  <a:ext uri="{FF2B5EF4-FFF2-40B4-BE49-F238E27FC236}">
                    <a16:creationId xmlns:a16="http://schemas.microsoft.com/office/drawing/2014/main" id="{BAB5136B-8A08-A2A9-0DFB-CF19433F606A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1" name="pg3416">
                <a:extLst>
                  <a:ext uri="{FF2B5EF4-FFF2-40B4-BE49-F238E27FC236}">
                    <a16:creationId xmlns:a16="http://schemas.microsoft.com/office/drawing/2014/main" id="{A309EBD8-5A8E-E9C4-9793-067283C5C5AF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2" name="pg3417">
                <a:extLst>
                  <a:ext uri="{FF2B5EF4-FFF2-40B4-BE49-F238E27FC236}">
                    <a16:creationId xmlns:a16="http://schemas.microsoft.com/office/drawing/2014/main" id="{E1A4E571-0DDD-3B19-53C9-D1FEA75E7852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3" name="pg3418">
                <a:extLst>
                  <a:ext uri="{FF2B5EF4-FFF2-40B4-BE49-F238E27FC236}">
                    <a16:creationId xmlns:a16="http://schemas.microsoft.com/office/drawing/2014/main" id="{D0E5A0AE-29F9-7A7C-93FC-B80C67E59032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4" name="pg3419">
                <a:extLst>
                  <a:ext uri="{FF2B5EF4-FFF2-40B4-BE49-F238E27FC236}">
                    <a16:creationId xmlns:a16="http://schemas.microsoft.com/office/drawing/2014/main" id="{02A89977-9E6D-6149-0307-6499EEAFE546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5" name="pg3420">
                <a:extLst>
                  <a:ext uri="{FF2B5EF4-FFF2-40B4-BE49-F238E27FC236}">
                    <a16:creationId xmlns:a16="http://schemas.microsoft.com/office/drawing/2014/main" id="{D6F8D032-07DB-D8D1-7ED7-FBAF0D3FE292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6" name="pg3421">
                <a:extLst>
                  <a:ext uri="{FF2B5EF4-FFF2-40B4-BE49-F238E27FC236}">
                    <a16:creationId xmlns:a16="http://schemas.microsoft.com/office/drawing/2014/main" id="{B25B45E2-E290-34F4-F7C6-A57AC3070C4D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7" name="pg3422">
                <a:extLst>
                  <a:ext uri="{FF2B5EF4-FFF2-40B4-BE49-F238E27FC236}">
                    <a16:creationId xmlns:a16="http://schemas.microsoft.com/office/drawing/2014/main" id="{59416B85-A4D9-2973-0CFE-CB466320A803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8" name="pg3423">
                <a:extLst>
                  <a:ext uri="{FF2B5EF4-FFF2-40B4-BE49-F238E27FC236}">
                    <a16:creationId xmlns:a16="http://schemas.microsoft.com/office/drawing/2014/main" id="{6A16DCD2-6D07-726F-4475-EE9245F56DCD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9" name="pg3424">
                <a:extLst>
                  <a:ext uri="{FF2B5EF4-FFF2-40B4-BE49-F238E27FC236}">
                    <a16:creationId xmlns:a16="http://schemas.microsoft.com/office/drawing/2014/main" id="{0627A009-13CD-14FC-6648-5E5CEC68F3E5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0" name="pg3425">
                <a:extLst>
                  <a:ext uri="{FF2B5EF4-FFF2-40B4-BE49-F238E27FC236}">
                    <a16:creationId xmlns:a16="http://schemas.microsoft.com/office/drawing/2014/main" id="{553F16AD-397A-912F-7628-61A09FD3103F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1" name="pg3426">
                <a:extLst>
                  <a:ext uri="{FF2B5EF4-FFF2-40B4-BE49-F238E27FC236}">
                    <a16:creationId xmlns:a16="http://schemas.microsoft.com/office/drawing/2014/main" id="{F643390F-F7FB-A730-ABA0-E87B46120D1E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2" name="pg3427">
                <a:extLst>
                  <a:ext uri="{FF2B5EF4-FFF2-40B4-BE49-F238E27FC236}">
                    <a16:creationId xmlns:a16="http://schemas.microsoft.com/office/drawing/2014/main" id="{F6601583-8497-C729-9E70-01FCE40268FB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3" name="pg3428">
                <a:extLst>
                  <a:ext uri="{FF2B5EF4-FFF2-40B4-BE49-F238E27FC236}">
                    <a16:creationId xmlns:a16="http://schemas.microsoft.com/office/drawing/2014/main" id="{2017D769-C506-1F77-4D9A-CF97328A2216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4" name="pg3429">
                <a:extLst>
                  <a:ext uri="{FF2B5EF4-FFF2-40B4-BE49-F238E27FC236}">
                    <a16:creationId xmlns:a16="http://schemas.microsoft.com/office/drawing/2014/main" id="{F1A0D6C9-5DA5-C0B0-CF35-2B7C46D73880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5" name="pg3430">
                <a:extLst>
                  <a:ext uri="{FF2B5EF4-FFF2-40B4-BE49-F238E27FC236}">
                    <a16:creationId xmlns:a16="http://schemas.microsoft.com/office/drawing/2014/main" id="{94880FD7-1E16-FD4D-25FA-2EB9DA228FBD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6" name="pg3431">
                <a:extLst>
                  <a:ext uri="{FF2B5EF4-FFF2-40B4-BE49-F238E27FC236}">
                    <a16:creationId xmlns:a16="http://schemas.microsoft.com/office/drawing/2014/main" id="{6BB8DDFD-EAAE-5E7B-2CA3-85E095A3F7C4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7" name="pg3432">
                <a:extLst>
                  <a:ext uri="{FF2B5EF4-FFF2-40B4-BE49-F238E27FC236}">
                    <a16:creationId xmlns:a16="http://schemas.microsoft.com/office/drawing/2014/main" id="{1E1E1EA4-82D4-A1C6-04C1-9BB599EC7AEF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8" name="pg3433">
                <a:extLst>
                  <a:ext uri="{FF2B5EF4-FFF2-40B4-BE49-F238E27FC236}">
                    <a16:creationId xmlns:a16="http://schemas.microsoft.com/office/drawing/2014/main" id="{DE2EFEC0-FB08-AA5F-F1C9-577A8C6EC658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9" name="pg3434">
                <a:extLst>
                  <a:ext uri="{FF2B5EF4-FFF2-40B4-BE49-F238E27FC236}">
                    <a16:creationId xmlns:a16="http://schemas.microsoft.com/office/drawing/2014/main" id="{FE18551E-1980-BB09-202A-DD07A84DDD45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0" name="pg3435">
                <a:extLst>
                  <a:ext uri="{FF2B5EF4-FFF2-40B4-BE49-F238E27FC236}">
                    <a16:creationId xmlns:a16="http://schemas.microsoft.com/office/drawing/2014/main" id="{B2D1CC7B-4807-642C-4355-08DBC461C985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1" name="pg3436">
                <a:extLst>
                  <a:ext uri="{FF2B5EF4-FFF2-40B4-BE49-F238E27FC236}">
                    <a16:creationId xmlns:a16="http://schemas.microsoft.com/office/drawing/2014/main" id="{3F4FA0BC-B04D-75F3-8F1B-BBA3BC51F1BA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2" name="pg3437">
                <a:extLst>
                  <a:ext uri="{FF2B5EF4-FFF2-40B4-BE49-F238E27FC236}">
                    <a16:creationId xmlns:a16="http://schemas.microsoft.com/office/drawing/2014/main" id="{D2CBF7DB-3C34-8A6F-AFC5-52B3F51299BF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3" name="pg3438">
                <a:extLst>
                  <a:ext uri="{FF2B5EF4-FFF2-40B4-BE49-F238E27FC236}">
                    <a16:creationId xmlns:a16="http://schemas.microsoft.com/office/drawing/2014/main" id="{96CB4648-D866-EC32-1995-20CED2E40516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4" name="pg3439">
                <a:extLst>
                  <a:ext uri="{FF2B5EF4-FFF2-40B4-BE49-F238E27FC236}">
                    <a16:creationId xmlns:a16="http://schemas.microsoft.com/office/drawing/2014/main" id="{2EA9E4B9-7280-C695-03C1-231A8E5AB8B3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5" name="pg3440">
                <a:extLst>
                  <a:ext uri="{FF2B5EF4-FFF2-40B4-BE49-F238E27FC236}">
                    <a16:creationId xmlns:a16="http://schemas.microsoft.com/office/drawing/2014/main" id="{73AA6508-EC61-030F-D884-2D7B1E70E2FB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6" name="pg3441">
                <a:extLst>
                  <a:ext uri="{FF2B5EF4-FFF2-40B4-BE49-F238E27FC236}">
                    <a16:creationId xmlns:a16="http://schemas.microsoft.com/office/drawing/2014/main" id="{93C47363-DE43-EA5F-C71C-0B451BE9F0F7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7" name="pg3442">
                <a:extLst>
                  <a:ext uri="{FF2B5EF4-FFF2-40B4-BE49-F238E27FC236}">
                    <a16:creationId xmlns:a16="http://schemas.microsoft.com/office/drawing/2014/main" id="{3C26EB4B-8634-1576-9E24-1C51D4FC0C10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8" name="pg3443">
                <a:extLst>
                  <a:ext uri="{FF2B5EF4-FFF2-40B4-BE49-F238E27FC236}">
                    <a16:creationId xmlns:a16="http://schemas.microsoft.com/office/drawing/2014/main" id="{57BC1E7D-79BE-212A-C39B-CA8545775CBD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9" name="pg3444">
                <a:extLst>
                  <a:ext uri="{FF2B5EF4-FFF2-40B4-BE49-F238E27FC236}">
                    <a16:creationId xmlns:a16="http://schemas.microsoft.com/office/drawing/2014/main" id="{290D4946-97F0-089B-AE30-3C6A9D1D9401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0" name="pg3445">
                <a:extLst>
                  <a:ext uri="{FF2B5EF4-FFF2-40B4-BE49-F238E27FC236}">
                    <a16:creationId xmlns:a16="http://schemas.microsoft.com/office/drawing/2014/main" id="{E55AA0E0-CC98-938D-1477-1E14F680AA32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1" name="pg3446">
                <a:extLst>
                  <a:ext uri="{FF2B5EF4-FFF2-40B4-BE49-F238E27FC236}">
                    <a16:creationId xmlns:a16="http://schemas.microsoft.com/office/drawing/2014/main" id="{D77A7098-62B5-7F2C-CAC9-BA7BB68D4CC3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2" name="pg3447">
                <a:extLst>
                  <a:ext uri="{FF2B5EF4-FFF2-40B4-BE49-F238E27FC236}">
                    <a16:creationId xmlns:a16="http://schemas.microsoft.com/office/drawing/2014/main" id="{CEA6536A-4FA9-2656-198D-917578E7BC0B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3" name="pg3448">
                <a:extLst>
                  <a:ext uri="{FF2B5EF4-FFF2-40B4-BE49-F238E27FC236}">
                    <a16:creationId xmlns:a16="http://schemas.microsoft.com/office/drawing/2014/main" id="{34A6A67C-85EF-76F3-28D4-FAE61F43E94B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4" name="pg3449">
                <a:extLst>
                  <a:ext uri="{FF2B5EF4-FFF2-40B4-BE49-F238E27FC236}">
                    <a16:creationId xmlns:a16="http://schemas.microsoft.com/office/drawing/2014/main" id="{BDC9BCF1-DF53-C8CF-5B5B-E12D99A61A66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5" name="pg3450">
                <a:extLst>
                  <a:ext uri="{FF2B5EF4-FFF2-40B4-BE49-F238E27FC236}">
                    <a16:creationId xmlns:a16="http://schemas.microsoft.com/office/drawing/2014/main" id="{D5733A1B-4854-80D4-FA82-4C7FB3546841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6" name="pg3451">
                <a:extLst>
                  <a:ext uri="{FF2B5EF4-FFF2-40B4-BE49-F238E27FC236}">
                    <a16:creationId xmlns:a16="http://schemas.microsoft.com/office/drawing/2014/main" id="{75384C3C-4C6A-8FC9-1838-633A73A6F219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7" name="pg3452">
                <a:extLst>
                  <a:ext uri="{FF2B5EF4-FFF2-40B4-BE49-F238E27FC236}">
                    <a16:creationId xmlns:a16="http://schemas.microsoft.com/office/drawing/2014/main" id="{9FBFB4FE-0EF0-C84B-5F1D-FA34222FC33A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8" name="pg3453">
                <a:extLst>
                  <a:ext uri="{FF2B5EF4-FFF2-40B4-BE49-F238E27FC236}">
                    <a16:creationId xmlns:a16="http://schemas.microsoft.com/office/drawing/2014/main" id="{1E6885EB-FBC1-A589-89E4-3F91D02283BF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9" name="pg3454">
                <a:extLst>
                  <a:ext uri="{FF2B5EF4-FFF2-40B4-BE49-F238E27FC236}">
                    <a16:creationId xmlns:a16="http://schemas.microsoft.com/office/drawing/2014/main" id="{82A1D3BC-8998-B240-A9DD-23C15973EACA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0" name="pg3455">
                <a:extLst>
                  <a:ext uri="{FF2B5EF4-FFF2-40B4-BE49-F238E27FC236}">
                    <a16:creationId xmlns:a16="http://schemas.microsoft.com/office/drawing/2014/main" id="{2E21A847-CBF2-64B6-8481-E1B959B65CA0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1" name="pg3456">
                <a:extLst>
                  <a:ext uri="{FF2B5EF4-FFF2-40B4-BE49-F238E27FC236}">
                    <a16:creationId xmlns:a16="http://schemas.microsoft.com/office/drawing/2014/main" id="{A8AD94A8-C6D5-DB1A-6FB6-F3B1326CCB7B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2" name="pg3457">
                <a:extLst>
                  <a:ext uri="{FF2B5EF4-FFF2-40B4-BE49-F238E27FC236}">
                    <a16:creationId xmlns:a16="http://schemas.microsoft.com/office/drawing/2014/main" id="{30A1974C-AD20-2E7C-A340-0C951CB78C29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3" name="pg3458">
                <a:extLst>
                  <a:ext uri="{FF2B5EF4-FFF2-40B4-BE49-F238E27FC236}">
                    <a16:creationId xmlns:a16="http://schemas.microsoft.com/office/drawing/2014/main" id="{78F0A10B-18AA-1F91-A93A-2D628CB1C71C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4" name="pg3459">
                <a:extLst>
                  <a:ext uri="{FF2B5EF4-FFF2-40B4-BE49-F238E27FC236}">
                    <a16:creationId xmlns:a16="http://schemas.microsoft.com/office/drawing/2014/main" id="{2442F461-C1D9-66A1-03B7-E3DAA361896C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5" name="pg3460">
                <a:extLst>
                  <a:ext uri="{FF2B5EF4-FFF2-40B4-BE49-F238E27FC236}">
                    <a16:creationId xmlns:a16="http://schemas.microsoft.com/office/drawing/2014/main" id="{6064FD65-B9CA-549C-A0A1-F04384852465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6" name="pg3461">
                <a:extLst>
                  <a:ext uri="{FF2B5EF4-FFF2-40B4-BE49-F238E27FC236}">
                    <a16:creationId xmlns:a16="http://schemas.microsoft.com/office/drawing/2014/main" id="{42FDD20C-A48C-5CEE-ECFB-CB2CCB8D9655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7" name="pg3462">
                <a:extLst>
                  <a:ext uri="{FF2B5EF4-FFF2-40B4-BE49-F238E27FC236}">
                    <a16:creationId xmlns:a16="http://schemas.microsoft.com/office/drawing/2014/main" id="{FBA39D16-1245-F060-4EA1-660C44A1CAEA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8" name="pg3463">
                <a:extLst>
                  <a:ext uri="{FF2B5EF4-FFF2-40B4-BE49-F238E27FC236}">
                    <a16:creationId xmlns:a16="http://schemas.microsoft.com/office/drawing/2014/main" id="{DC66CFA5-E3EB-8B9D-2274-A0049F0592BE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9" name="pg3464">
                <a:extLst>
                  <a:ext uri="{FF2B5EF4-FFF2-40B4-BE49-F238E27FC236}">
                    <a16:creationId xmlns:a16="http://schemas.microsoft.com/office/drawing/2014/main" id="{E1636B9F-6993-0AB0-F286-86DB40739D1C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0" name="pg3465">
                <a:extLst>
                  <a:ext uri="{FF2B5EF4-FFF2-40B4-BE49-F238E27FC236}">
                    <a16:creationId xmlns:a16="http://schemas.microsoft.com/office/drawing/2014/main" id="{490E7AC3-01D7-63B2-9BE8-A76D589F480B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1" name="pg3466">
                <a:extLst>
                  <a:ext uri="{FF2B5EF4-FFF2-40B4-BE49-F238E27FC236}">
                    <a16:creationId xmlns:a16="http://schemas.microsoft.com/office/drawing/2014/main" id="{FBB05D35-AB55-969C-39E2-1BA64C878F5E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2" name="pg3467">
                <a:extLst>
                  <a:ext uri="{FF2B5EF4-FFF2-40B4-BE49-F238E27FC236}">
                    <a16:creationId xmlns:a16="http://schemas.microsoft.com/office/drawing/2014/main" id="{6E91CE0F-CB96-C213-81A0-E1932C5163FB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3" name="pg3468">
                <a:extLst>
                  <a:ext uri="{FF2B5EF4-FFF2-40B4-BE49-F238E27FC236}">
                    <a16:creationId xmlns:a16="http://schemas.microsoft.com/office/drawing/2014/main" id="{E3E9844F-3872-D0E9-85CE-5A18284E5154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4" name="pg3469">
                <a:extLst>
                  <a:ext uri="{FF2B5EF4-FFF2-40B4-BE49-F238E27FC236}">
                    <a16:creationId xmlns:a16="http://schemas.microsoft.com/office/drawing/2014/main" id="{631EC176-2A47-EBD7-570F-90B08D76D46D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5" name="pg3470">
                <a:extLst>
                  <a:ext uri="{FF2B5EF4-FFF2-40B4-BE49-F238E27FC236}">
                    <a16:creationId xmlns:a16="http://schemas.microsoft.com/office/drawing/2014/main" id="{B92B7DC1-95F2-DCE9-8101-374BA978F9E1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6" name="pg3471">
                <a:extLst>
                  <a:ext uri="{FF2B5EF4-FFF2-40B4-BE49-F238E27FC236}">
                    <a16:creationId xmlns:a16="http://schemas.microsoft.com/office/drawing/2014/main" id="{637E44AD-0933-64A6-7454-D3EB7E71EE7F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7" name="pg3472">
                <a:extLst>
                  <a:ext uri="{FF2B5EF4-FFF2-40B4-BE49-F238E27FC236}">
                    <a16:creationId xmlns:a16="http://schemas.microsoft.com/office/drawing/2014/main" id="{2BBA6221-EE8A-6935-F65E-3E8D85AC663E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8" name="pg3473">
                <a:extLst>
                  <a:ext uri="{FF2B5EF4-FFF2-40B4-BE49-F238E27FC236}">
                    <a16:creationId xmlns:a16="http://schemas.microsoft.com/office/drawing/2014/main" id="{40DFDBF8-FB87-41F4-5556-01C775CF892B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9" name="pg3474">
                <a:extLst>
                  <a:ext uri="{FF2B5EF4-FFF2-40B4-BE49-F238E27FC236}">
                    <a16:creationId xmlns:a16="http://schemas.microsoft.com/office/drawing/2014/main" id="{2932BD90-EDBC-90A2-9933-F5E6927C7B56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0" name="pg3475">
                <a:extLst>
                  <a:ext uri="{FF2B5EF4-FFF2-40B4-BE49-F238E27FC236}">
                    <a16:creationId xmlns:a16="http://schemas.microsoft.com/office/drawing/2014/main" id="{32CD83E7-2D7D-B638-9987-57A037562129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1" name="pg3476">
                <a:extLst>
                  <a:ext uri="{FF2B5EF4-FFF2-40B4-BE49-F238E27FC236}">
                    <a16:creationId xmlns:a16="http://schemas.microsoft.com/office/drawing/2014/main" id="{08F5494A-2B8A-2446-7F3F-8D0905E3CEE0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2" name="pg3477">
                <a:extLst>
                  <a:ext uri="{FF2B5EF4-FFF2-40B4-BE49-F238E27FC236}">
                    <a16:creationId xmlns:a16="http://schemas.microsoft.com/office/drawing/2014/main" id="{0B62FD7D-8784-C140-2568-C30D4C64F39F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3" name="pg3478">
                <a:extLst>
                  <a:ext uri="{FF2B5EF4-FFF2-40B4-BE49-F238E27FC236}">
                    <a16:creationId xmlns:a16="http://schemas.microsoft.com/office/drawing/2014/main" id="{47F0F627-E2E8-A4B1-1A1B-4301F86313BF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4" name="pg3479">
                <a:extLst>
                  <a:ext uri="{FF2B5EF4-FFF2-40B4-BE49-F238E27FC236}">
                    <a16:creationId xmlns:a16="http://schemas.microsoft.com/office/drawing/2014/main" id="{9D0C9443-0687-0E04-D89F-02390712586D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5" name="pg3480">
                <a:extLst>
                  <a:ext uri="{FF2B5EF4-FFF2-40B4-BE49-F238E27FC236}">
                    <a16:creationId xmlns:a16="http://schemas.microsoft.com/office/drawing/2014/main" id="{8D37894A-0457-188C-EC65-CDC7DEFD7A18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6" name="pg3481">
                <a:extLst>
                  <a:ext uri="{FF2B5EF4-FFF2-40B4-BE49-F238E27FC236}">
                    <a16:creationId xmlns:a16="http://schemas.microsoft.com/office/drawing/2014/main" id="{34E8193F-D090-291F-1D3D-09B1AD662586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7" name="pg3482">
                <a:extLst>
                  <a:ext uri="{FF2B5EF4-FFF2-40B4-BE49-F238E27FC236}">
                    <a16:creationId xmlns:a16="http://schemas.microsoft.com/office/drawing/2014/main" id="{95416FF5-4422-48FB-C07D-82CA60561626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8" name="pg3483">
                <a:extLst>
                  <a:ext uri="{FF2B5EF4-FFF2-40B4-BE49-F238E27FC236}">
                    <a16:creationId xmlns:a16="http://schemas.microsoft.com/office/drawing/2014/main" id="{D18772FA-101F-1000-75FB-B825F9366B5D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9" name="pg3484">
                <a:extLst>
                  <a:ext uri="{FF2B5EF4-FFF2-40B4-BE49-F238E27FC236}">
                    <a16:creationId xmlns:a16="http://schemas.microsoft.com/office/drawing/2014/main" id="{2573EF3C-0E4F-4B5F-050D-952BD9C02E04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0" name="pg3485">
                <a:extLst>
                  <a:ext uri="{FF2B5EF4-FFF2-40B4-BE49-F238E27FC236}">
                    <a16:creationId xmlns:a16="http://schemas.microsoft.com/office/drawing/2014/main" id="{FFDF4903-A75E-305B-0A61-F9E79FC92F9B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1" name="pg3486">
                <a:extLst>
                  <a:ext uri="{FF2B5EF4-FFF2-40B4-BE49-F238E27FC236}">
                    <a16:creationId xmlns:a16="http://schemas.microsoft.com/office/drawing/2014/main" id="{442021C7-E64E-8228-002B-3A30FD88D3F6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2" name="pg3487">
                <a:extLst>
                  <a:ext uri="{FF2B5EF4-FFF2-40B4-BE49-F238E27FC236}">
                    <a16:creationId xmlns:a16="http://schemas.microsoft.com/office/drawing/2014/main" id="{E155F8D6-D5E4-3FEA-EA45-3C026ABE7911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3" name="pg3488">
                <a:extLst>
                  <a:ext uri="{FF2B5EF4-FFF2-40B4-BE49-F238E27FC236}">
                    <a16:creationId xmlns:a16="http://schemas.microsoft.com/office/drawing/2014/main" id="{80A96460-C96A-EB8D-3B38-7ACFD4FCF097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4" name="pg3489">
                <a:extLst>
                  <a:ext uri="{FF2B5EF4-FFF2-40B4-BE49-F238E27FC236}">
                    <a16:creationId xmlns:a16="http://schemas.microsoft.com/office/drawing/2014/main" id="{D42E30D0-C911-E44E-1155-828257006136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5" name="pg3490">
                <a:extLst>
                  <a:ext uri="{FF2B5EF4-FFF2-40B4-BE49-F238E27FC236}">
                    <a16:creationId xmlns:a16="http://schemas.microsoft.com/office/drawing/2014/main" id="{F99A7F33-5322-E28E-7D3A-29038E0392CC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6" name="pg3491">
                <a:extLst>
                  <a:ext uri="{FF2B5EF4-FFF2-40B4-BE49-F238E27FC236}">
                    <a16:creationId xmlns:a16="http://schemas.microsoft.com/office/drawing/2014/main" id="{760117BB-A3A7-7BD7-C657-90F12FFEB786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7" name="pg3492">
                <a:extLst>
                  <a:ext uri="{FF2B5EF4-FFF2-40B4-BE49-F238E27FC236}">
                    <a16:creationId xmlns:a16="http://schemas.microsoft.com/office/drawing/2014/main" id="{55718C24-46D1-ADB3-E800-7E0231E48045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8" name="pg3493">
                <a:extLst>
                  <a:ext uri="{FF2B5EF4-FFF2-40B4-BE49-F238E27FC236}">
                    <a16:creationId xmlns:a16="http://schemas.microsoft.com/office/drawing/2014/main" id="{07914517-AAE5-A240-229A-6E2DD36E28D4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9" name="pg3494">
                <a:extLst>
                  <a:ext uri="{FF2B5EF4-FFF2-40B4-BE49-F238E27FC236}">
                    <a16:creationId xmlns:a16="http://schemas.microsoft.com/office/drawing/2014/main" id="{501E5CA2-130E-1374-BBCA-DBDA8B7F805B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0" name="pg3495">
                <a:extLst>
                  <a:ext uri="{FF2B5EF4-FFF2-40B4-BE49-F238E27FC236}">
                    <a16:creationId xmlns:a16="http://schemas.microsoft.com/office/drawing/2014/main" id="{0484E6E8-2649-AD8C-5BC8-92924F2465DE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1" name="pg3496">
                <a:extLst>
                  <a:ext uri="{FF2B5EF4-FFF2-40B4-BE49-F238E27FC236}">
                    <a16:creationId xmlns:a16="http://schemas.microsoft.com/office/drawing/2014/main" id="{900ECF58-AC23-DCA8-B686-BC442D641AFA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2" name="pg3497">
                <a:extLst>
                  <a:ext uri="{FF2B5EF4-FFF2-40B4-BE49-F238E27FC236}">
                    <a16:creationId xmlns:a16="http://schemas.microsoft.com/office/drawing/2014/main" id="{10860976-4D4B-062F-CD14-596B4656623F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3" name="pg3498">
                <a:extLst>
                  <a:ext uri="{FF2B5EF4-FFF2-40B4-BE49-F238E27FC236}">
                    <a16:creationId xmlns:a16="http://schemas.microsoft.com/office/drawing/2014/main" id="{3239BFAD-0246-F84F-2F76-257A40B97B51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4" name="pg3499">
                <a:extLst>
                  <a:ext uri="{FF2B5EF4-FFF2-40B4-BE49-F238E27FC236}">
                    <a16:creationId xmlns:a16="http://schemas.microsoft.com/office/drawing/2014/main" id="{BD80D730-6CEA-4F93-D994-2CF892DCC7DE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5" name="pg3500">
                <a:extLst>
                  <a:ext uri="{FF2B5EF4-FFF2-40B4-BE49-F238E27FC236}">
                    <a16:creationId xmlns:a16="http://schemas.microsoft.com/office/drawing/2014/main" id="{A921EC59-D174-6EAB-5767-E44A42FB2A6D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6" name="pg3501">
                <a:extLst>
                  <a:ext uri="{FF2B5EF4-FFF2-40B4-BE49-F238E27FC236}">
                    <a16:creationId xmlns:a16="http://schemas.microsoft.com/office/drawing/2014/main" id="{066926C7-DA33-66A0-8166-235FBB35692D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7" name="pg3502">
                <a:extLst>
                  <a:ext uri="{FF2B5EF4-FFF2-40B4-BE49-F238E27FC236}">
                    <a16:creationId xmlns:a16="http://schemas.microsoft.com/office/drawing/2014/main" id="{519514DE-4385-D156-74B4-2F4E85AC172B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8" name="pg3503">
                <a:extLst>
                  <a:ext uri="{FF2B5EF4-FFF2-40B4-BE49-F238E27FC236}">
                    <a16:creationId xmlns:a16="http://schemas.microsoft.com/office/drawing/2014/main" id="{D376BD7D-E1A9-0766-5971-49D27FDC5596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9" name="pg3504">
                <a:extLst>
                  <a:ext uri="{FF2B5EF4-FFF2-40B4-BE49-F238E27FC236}">
                    <a16:creationId xmlns:a16="http://schemas.microsoft.com/office/drawing/2014/main" id="{87E6346F-8206-55B1-7C13-AD76B5C16AF3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0" name="pg3505">
                <a:extLst>
                  <a:ext uri="{FF2B5EF4-FFF2-40B4-BE49-F238E27FC236}">
                    <a16:creationId xmlns:a16="http://schemas.microsoft.com/office/drawing/2014/main" id="{CA5666F5-8D45-8F88-7581-2281B0393F7F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1" name="pg3506">
                <a:extLst>
                  <a:ext uri="{FF2B5EF4-FFF2-40B4-BE49-F238E27FC236}">
                    <a16:creationId xmlns:a16="http://schemas.microsoft.com/office/drawing/2014/main" id="{BB3A8F75-291C-F1B4-00AF-6E736A3BBD0B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2" name="pg3507">
                <a:extLst>
                  <a:ext uri="{FF2B5EF4-FFF2-40B4-BE49-F238E27FC236}">
                    <a16:creationId xmlns:a16="http://schemas.microsoft.com/office/drawing/2014/main" id="{6FE14C6C-5D82-9F52-DC40-5BCEF9FF1A0A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3" name="pg3508">
                <a:extLst>
                  <a:ext uri="{FF2B5EF4-FFF2-40B4-BE49-F238E27FC236}">
                    <a16:creationId xmlns:a16="http://schemas.microsoft.com/office/drawing/2014/main" id="{94A98011-A524-0051-04F5-C3CCAFE07FFD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4" name="pg3509">
                <a:extLst>
                  <a:ext uri="{FF2B5EF4-FFF2-40B4-BE49-F238E27FC236}">
                    <a16:creationId xmlns:a16="http://schemas.microsoft.com/office/drawing/2014/main" id="{6CA86960-A61A-DDE5-213A-6594B1BC8ED1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5" name="pg3510">
                <a:extLst>
                  <a:ext uri="{FF2B5EF4-FFF2-40B4-BE49-F238E27FC236}">
                    <a16:creationId xmlns:a16="http://schemas.microsoft.com/office/drawing/2014/main" id="{C4723571-C00F-76D0-ADA7-863ECE6CECE0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6" name="pg3511">
                <a:extLst>
                  <a:ext uri="{FF2B5EF4-FFF2-40B4-BE49-F238E27FC236}">
                    <a16:creationId xmlns:a16="http://schemas.microsoft.com/office/drawing/2014/main" id="{98952815-3C50-FBFC-D168-2BB5160E2C4D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7" name="pg3512">
                <a:extLst>
                  <a:ext uri="{FF2B5EF4-FFF2-40B4-BE49-F238E27FC236}">
                    <a16:creationId xmlns:a16="http://schemas.microsoft.com/office/drawing/2014/main" id="{E5512F94-6727-F615-5880-19E5C8686C6C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8" name="pg3513">
                <a:extLst>
                  <a:ext uri="{FF2B5EF4-FFF2-40B4-BE49-F238E27FC236}">
                    <a16:creationId xmlns:a16="http://schemas.microsoft.com/office/drawing/2014/main" id="{821C067F-3DC5-430E-A1AE-FB11085B1890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9" name="pg3514">
                <a:extLst>
                  <a:ext uri="{FF2B5EF4-FFF2-40B4-BE49-F238E27FC236}">
                    <a16:creationId xmlns:a16="http://schemas.microsoft.com/office/drawing/2014/main" id="{2FF7AB13-6961-3FE5-0BC1-689006846DA9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0" name="pg3515">
                <a:extLst>
                  <a:ext uri="{FF2B5EF4-FFF2-40B4-BE49-F238E27FC236}">
                    <a16:creationId xmlns:a16="http://schemas.microsoft.com/office/drawing/2014/main" id="{968DB701-4ABB-03A6-309E-B7CAA80B0C05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1" name="pg3516">
                <a:extLst>
                  <a:ext uri="{FF2B5EF4-FFF2-40B4-BE49-F238E27FC236}">
                    <a16:creationId xmlns:a16="http://schemas.microsoft.com/office/drawing/2014/main" id="{4ECF5900-7163-F1FF-D3ED-866AB12CDAA9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2" name="pg3517">
                <a:extLst>
                  <a:ext uri="{FF2B5EF4-FFF2-40B4-BE49-F238E27FC236}">
                    <a16:creationId xmlns:a16="http://schemas.microsoft.com/office/drawing/2014/main" id="{B4E454E0-72D9-4E2E-D2CE-346967FC8CB3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3" name="pg3518">
                <a:extLst>
                  <a:ext uri="{FF2B5EF4-FFF2-40B4-BE49-F238E27FC236}">
                    <a16:creationId xmlns:a16="http://schemas.microsoft.com/office/drawing/2014/main" id="{6FFFFB73-3BD0-7FC5-B0A8-7F3D289CC591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4" name="pg3519">
                <a:extLst>
                  <a:ext uri="{FF2B5EF4-FFF2-40B4-BE49-F238E27FC236}">
                    <a16:creationId xmlns:a16="http://schemas.microsoft.com/office/drawing/2014/main" id="{C17ED3B7-AF1D-71F5-F602-46E65903F15E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5" name="pg3520">
                <a:extLst>
                  <a:ext uri="{FF2B5EF4-FFF2-40B4-BE49-F238E27FC236}">
                    <a16:creationId xmlns:a16="http://schemas.microsoft.com/office/drawing/2014/main" id="{8193C7A5-B3BC-BB63-45C0-F5F0A166C617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6" name="pg3521">
                <a:extLst>
                  <a:ext uri="{FF2B5EF4-FFF2-40B4-BE49-F238E27FC236}">
                    <a16:creationId xmlns:a16="http://schemas.microsoft.com/office/drawing/2014/main" id="{D72A9B8C-C73E-63F1-8893-ECBB83B85BE5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7" name="pg3522">
                <a:extLst>
                  <a:ext uri="{FF2B5EF4-FFF2-40B4-BE49-F238E27FC236}">
                    <a16:creationId xmlns:a16="http://schemas.microsoft.com/office/drawing/2014/main" id="{BE51703E-9854-69A4-5851-A47D6549EF67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8" name="pg3523">
                <a:extLst>
                  <a:ext uri="{FF2B5EF4-FFF2-40B4-BE49-F238E27FC236}">
                    <a16:creationId xmlns:a16="http://schemas.microsoft.com/office/drawing/2014/main" id="{75FEF607-1CB6-8A17-C33C-370AF5C3C761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9" name="pg3524">
                <a:extLst>
                  <a:ext uri="{FF2B5EF4-FFF2-40B4-BE49-F238E27FC236}">
                    <a16:creationId xmlns:a16="http://schemas.microsoft.com/office/drawing/2014/main" id="{3B8793DF-FF80-56E2-9FC7-BADA09FAA1C6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0" name="pg3525">
                <a:extLst>
                  <a:ext uri="{FF2B5EF4-FFF2-40B4-BE49-F238E27FC236}">
                    <a16:creationId xmlns:a16="http://schemas.microsoft.com/office/drawing/2014/main" id="{AC420295-4BEF-ABBD-A3FB-72CB7DCBE5E6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1" name="pg3526">
                <a:extLst>
                  <a:ext uri="{FF2B5EF4-FFF2-40B4-BE49-F238E27FC236}">
                    <a16:creationId xmlns:a16="http://schemas.microsoft.com/office/drawing/2014/main" id="{806D285C-7619-D014-F28E-27A26A7DE399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2" name="pg3527">
                <a:extLst>
                  <a:ext uri="{FF2B5EF4-FFF2-40B4-BE49-F238E27FC236}">
                    <a16:creationId xmlns:a16="http://schemas.microsoft.com/office/drawing/2014/main" id="{9083446A-41AC-D2E6-22A3-D58EC55854E8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3" name="pg3528">
                <a:extLst>
                  <a:ext uri="{FF2B5EF4-FFF2-40B4-BE49-F238E27FC236}">
                    <a16:creationId xmlns:a16="http://schemas.microsoft.com/office/drawing/2014/main" id="{5D3F279E-AB05-044D-5177-69E5CBBD1895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4" name="pg3529">
                <a:extLst>
                  <a:ext uri="{FF2B5EF4-FFF2-40B4-BE49-F238E27FC236}">
                    <a16:creationId xmlns:a16="http://schemas.microsoft.com/office/drawing/2014/main" id="{1FEC3BB8-9F0C-3FCC-44DF-E2E0E1880D2F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5" name="pg3530">
                <a:extLst>
                  <a:ext uri="{FF2B5EF4-FFF2-40B4-BE49-F238E27FC236}">
                    <a16:creationId xmlns:a16="http://schemas.microsoft.com/office/drawing/2014/main" id="{12D1B50F-B9C5-FD6C-21CF-4A707E5F69C9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6" name="pg3531">
                <a:extLst>
                  <a:ext uri="{FF2B5EF4-FFF2-40B4-BE49-F238E27FC236}">
                    <a16:creationId xmlns:a16="http://schemas.microsoft.com/office/drawing/2014/main" id="{18DA6DE3-97CC-D94F-5EA8-DBA7C4DDCDEA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7" name="pg3532">
                <a:extLst>
                  <a:ext uri="{FF2B5EF4-FFF2-40B4-BE49-F238E27FC236}">
                    <a16:creationId xmlns:a16="http://schemas.microsoft.com/office/drawing/2014/main" id="{7A95A689-5EE1-FB70-3DA6-2071C5FF04E7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8" name="pg3533">
                <a:extLst>
                  <a:ext uri="{FF2B5EF4-FFF2-40B4-BE49-F238E27FC236}">
                    <a16:creationId xmlns:a16="http://schemas.microsoft.com/office/drawing/2014/main" id="{B0915F38-A29B-F97A-0943-C2B4C35D86BA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9" name="pg3534">
                <a:extLst>
                  <a:ext uri="{FF2B5EF4-FFF2-40B4-BE49-F238E27FC236}">
                    <a16:creationId xmlns:a16="http://schemas.microsoft.com/office/drawing/2014/main" id="{2C68BCE3-8C0F-AB71-404A-B65B3E3D55EE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0" name="pg3535">
                <a:extLst>
                  <a:ext uri="{FF2B5EF4-FFF2-40B4-BE49-F238E27FC236}">
                    <a16:creationId xmlns:a16="http://schemas.microsoft.com/office/drawing/2014/main" id="{7C133E51-E26E-1DFB-F94C-15489DE22B9D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1" name="pg3536">
                <a:extLst>
                  <a:ext uri="{FF2B5EF4-FFF2-40B4-BE49-F238E27FC236}">
                    <a16:creationId xmlns:a16="http://schemas.microsoft.com/office/drawing/2014/main" id="{5E38CC94-CF1C-36F8-503D-AF17D360F308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2" name="pg3537">
                <a:extLst>
                  <a:ext uri="{FF2B5EF4-FFF2-40B4-BE49-F238E27FC236}">
                    <a16:creationId xmlns:a16="http://schemas.microsoft.com/office/drawing/2014/main" id="{3F43E538-8B64-28A9-50F1-D44B7955DE57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3" name="pg3538">
                <a:extLst>
                  <a:ext uri="{FF2B5EF4-FFF2-40B4-BE49-F238E27FC236}">
                    <a16:creationId xmlns:a16="http://schemas.microsoft.com/office/drawing/2014/main" id="{05E42D00-87BE-123A-B810-0AEF2935E4DE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4" name="pg3539">
                <a:extLst>
                  <a:ext uri="{FF2B5EF4-FFF2-40B4-BE49-F238E27FC236}">
                    <a16:creationId xmlns:a16="http://schemas.microsoft.com/office/drawing/2014/main" id="{447A529B-5A02-B16A-A68D-325122084CE2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5" name="pg3540">
                <a:extLst>
                  <a:ext uri="{FF2B5EF4-FFF2-40B4-BE49-F238E27FC236}">
                    <a16:creationId xmlns:a16="http://schemas.microsoft.com/office/drawing/2014/main" id="{34CC7184-9C1B-0228-CA37-7267CA9E2BB1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6" name="pg3541">
                <a:extLst>
                  <a:ext uri="{FF2B5EF4-FFF2-40B4-BE49-F238E27FC236}">
                    <a16:creationId xmlns:a16="http://schemas.microsoft.com/office/drawing/2014/main" id="{16A544A4-A737-E125-B22D-7742D02FE0CE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7" name="pg3542">
                <a:extLst>
                  <a:ext uri="{FF2B5EF4-FFF2-40B4-BE49-F238E27FC236}">
                    <a16:creationId xmlns:a16="http://schemas.microsoft.com/office/drawing/2014/main" id="{1E95A168-AB59-F22A-722B-0BCF72FFCEE4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8" name="pg3543">
                <a:extLst>
                  <a:ext uri="{FF2B5EF4-FFF2-40B4-BE49-F238E27FC236}">
                    <a16:creationId xmlns:a16="http://schemas.microsoft.com/office/drawing/2014/main" id="{A3B5B886-29E5-3CAA-46C9-7FC8E9B2E95A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9" name="pg3544">
                <a:extLst>
                  <a:ext uri="{FF2B5EF4-FFF2-40B4-BE49-F238E27FC236}">
                    <a16:creationId xmlns:a16="http://schemas.microsoft.com/office/drawing/2014/main" id="{8FEB47E2-B85F-7394-6DAA-21A048FC5DF9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0" name="pg3545">
                <a:extLst>
                  <a:ext uri="{FF2B5EF4-FFF2-40B4-BE49-F238E27FC236}">
                    <a16:creationId xmlns:a16="http://schemas.microsoft.com/office/drawing/2014/main" id="{4F389CE0-7BE5-57BA-3295-B7660D927003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1" name="pg3546">
                <a:extLst>
                  <a:ext uri="{FF2B5EF4-FFF2-40B4-BE49-F238E27FC236}">
                    <a16:creationId xmlns:a16="http://schemas.microsoft.com/office/drawing/2014/main" id="{8D4461CD-C583-F42A-BFFA-64183B0AB36C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2" name="pg3547">
                <a:extLst>
                  <a:ext uri="{FF2B5EF4-FFF2-40B4-BE49-F238E27FC236}">
                    <a16:creationId xmlns:a16="http://schemas.microsoft.com/office/drawing/2014/main" id="{C8269B58-AE5D-6735-70C4-B93A38F50D4E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3" name="pg3548">
                <a:extLst>
                  <a:ext uri="{FF2B5EF4-FFF2-40B4-BE49-F238E27FC236}">
                    <a16:creationId xmlns:a16="http://schemas.microsoft.com/office/drawing/2014/main" id="{B296A713-5219-C743-B044-4BCA9CAFBE46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4" name="pg3549">
                <a:extLst>
                  <a:ext uri="{FF2B5EF4-FFF2-40B4-BE49-F238E27FC236}">
                    <a16:creationId xmlns:a16="http://schemas.microsoft.com/office/drawing/2014/main" id="{772173E9-F0CB-CD99-F705-D0434D70C263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5" name="pg3550">
                <a:extLst>
                  <a:ext uri="{FF2B5EF4-FFF2-40B4-BE49-F238E27FC236}">
                    <a16:creationId xmlns:a16="http://schemas.microsoft.com/office/drawing/2014/main" id="{E2374266-A9E0-D360-A40B-2B3DB8304DD4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6" name="pg3551">
                <a:extLst>
                  <a:ext uri="{FF2B5EF4-FFF2-40B4-BE49-F238E27FC236}">
                    <a16:creationId xmlns:a16="http://schemas.microsoft.com/office/drawing/2014/main" id="{B4668301-1419-30A9-8219-A1CE32A6A89F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7" name="pg3552">
                <a:extLst>
                  <a:ext uri="{FF2B5EF4-FFF2-40B4-BE49-F238E27FC236}">
                    <a16:creationId xmlns:a16="http://schemas.microsoft.com/office/drawing/2014/main" id="{D2D7EA71-926B-5C3A-18EB-78F69C6F62DE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8" name="pg3553">
                <a:extLst>
                  <a:ext uri="{FF2B5EF4-FFF2-40B4-BE49-F238E27FC236}">
                    <a16:creationId xmlns:a16="http://schemas.microsoft.com/office/drawing/2014/main" id="{AD2570E5-78B2-4515-B097-53D097590F9E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9" name="pg3554">
                <a:extLst>
                  <a:ext uri="{FF2B5EF4-FFF2-40B4-BE49-F238E27FC236}">
                    <a16:creationId xmlns:a16="http://schemas.microsoft.com/office/drawing/2014/main" id="{216F7064-1428-1BB6-7807-06D8C9968005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0" name="pg3555">
                <a:extLst>
                  <a:ext uri="{FF2B5EF4-FFF2-40B4-BE49-F238E27FC236}">
                    <a16:creationId xmlns:a16="http://schemas.microsoft.com/office/drawing/2014/main" id="{05378AEF-EFDB-9827-303C-B18319ED1053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1" name="pg3556">
                <a:extLst>
                  <a:ext uri="{FF2B5EF4-FFF2-40B4-BE49-F238E27FC236}">
                    <a16:creationId xmlns:a16="http://schemas.microsoft.com/office/drawing/2014/main" id="{A42EFFAF-441B-0436-83D8-3FA5AC8A0676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2" name="pg3557">
                <a:extLst>
                  <a:ext uri="{FF2B5EF4-FFF2-40B4-BE49-F238E27FC236}">
                    <a16:creationId xmlns:a16="http://schemas.microsoft.com/office/drawing/2014/main" id="{94526EF3-40CC-F860-05AB-52AF07B59D8E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3" name="pg3558">
                <a:extLst>
                  <a:ext uri="{FF2B5EF4-FFF2-40B4-BE49-F238E27FC236}">
                    <a16:creationId xmlns:a16="http://schemas.microsoft.com/office/drawing/2014/main" id="{6FEA1C61-5824-323C-84B8-A6B7C82705F2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4" name="pg3559">
                <a:extLst>
                  <a:ext uri="{FF2B5EF4-FFF2-40B4-BE49-F238E27FC236}">
                    <a16:creationId xmlns:a16="http://schemas.microsoft.com/office/drawing/2014/main" id="{2D8E5F59-DC72-CC38-20C1-3956FAB454EF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5" name="pg3560">
                <a:extLst>
                  <a:ext uri="{FF2B5EF4-FFF2-40B4-BE49-F238E27FC236}">
                    <a16:creationId xmlns:a16="http://schemas.microsoft.com/office/drawing/2014/main" id="{B7458D16-9AC6-D642-9D0D-534A6FFE7AAE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6" name="pg3561">
                <a:extLst>
                  <a:ext uri="{FF2B5EF4-FFF2-40B4-BE49-F238E27FC236}">
                    <a16:creationId xmlns:a16="http://schemas.microsoft.com/office/drawing/2014/main" id="{A5D8FAB7-29BA-1311-FCA3-D161A1B3F73C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7" name="pg3562">
                <a:extLst>
                  <a:ext uri="{FF2B5EF4-FFF2-40B4-BE49-F238E27FC236}">
                    <a16:creationId xmlns:a16="http://schemas.microsoft.com/office/drawing/2014/main" id="{51E98985-57C8-6D5A-C569-AB9912F62F8A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8" name="pg3563">
                <a:extLst>
                  <a:ext uri="{FF2B5EF4-FFF2-40B4-BE49-F238E27FC236}">
                    <a16:creationId xmlns:a16="http://schemas.microsoft.com/office/drawing/2014/main" id="{C7134370-7572-BB4A-D30A-1D5AA77C9956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9" name="pg3564">
                <a:extLst>
                  <a:ext uri="{FF2B5EF4-FFF2-40B4-BE49-F238E27FC236}">
                    <a16:creationId xmlns:a16="http://schemas.microsoft.com/office/drawing/2014/main" id="{9E46C255-73C7-458B-4D8A-7997E65A5211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0" name="pg3565">
                <a:extLst>
                  <a:ext uri="{FF2B5EF4-FFF2-40B4-BE49-F238E27FC236}">
                    <a16:creationId xmlns:a16="http://schemas.microsoft.com/office/drawing/2014/main" id="{1B9C6F45-63F1-6A82-49C0-D2E48787884D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1" name="pg3566">
                <a:extLst>
                  <a:ext uri="{FF2B5EF4-FFF2-40B4-BE49-F238E27FC236}">
                    <a16:creationId xmlns:a16="http://schemas.microsoft.com/office/drawing/2014/main" id="{6CD92F67-F6FC-FFE0-B435-62ACF466698B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2" name="pg3567">
                <a:extLst>
                  <a:ext uri="{FF2B5EF4-FFF2-40B4-BE49-F238E27FC236}">
                    <a16:creationId xmlns:a16="http://schemas.microsoft.com/office/drawing/2014/main" id="{DCCA39B4-54F7-187C-DF6F-3E77F09CD718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3" name="pg3568">
                <a:extLst>
                  <a:ext uri="{FF2B5EF4-FFF2-40B4-BE49-F238E27FC236}">
                    <a16:creationId xmlns:a16="http://schemas.microsoft.com/office/drawing/2014/main" id="{4DEA0881-DBC8-EFCD-F0EB-3B827FF027D8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4" name="pg3569">
                <a:extLst>
                  <a:ext uri="{FF2B5EF4-FFF2-40B4-BE49-F238E27FC236}">
                    <a16:creationId xmlns:a16="http://schemas.microsoft.com/office/drawing/2014/main" id="{AD89E5C1-4B60-3FD3-4F9A-64B2D3731697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5" name="pg3570">
                <a:extLst>
                  <a:ext uri="{FF2B5EF4-FFF2-40B4-BE49-F238E27FC236}">
                    <a16:creationId xmlns:a16="http://schemas.microsoft.com/office/drawing/2014/main" id="{8B83BF3B-25DD-5530-7471-11683D848326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6" name="pg3571">
                <a:extLst>
                  <a:ext uri="{FF2B5EF4-FFF2-40B4-BE49-F238E27FC236}">
                    <a16:creationId xmlns:a16="http://schemas.microsoft.com/office/drawing/2014/main" id="{D99FBC89-923A-D2E6-4C43-FF24422E17E4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7" name="pg3572">
                <a:extLst>
                  <a:ext uri="{FF2B5EF4-FFF2-40B4-BE49-F238E27FC236}">
                    <a16:creationId xmlns:a16="http://schemas.microsoft.com/office/drawing/2014/main" id="{2269450F-73A9-4787-8EDE-43B66FD264EF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8" name="pg3573">
                <a:extLst>
                  <a:ext uri="{FF2B5EF4-FFF2-40B4-BE49-F238E27FC236}">
                    <a16:creationId xmlns:a16="http://schemas.microsoft.com/office/drawing/2014/main" id="{392D0825-6B1C-3A1F-EB17-2CFF59D33DF4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9" name="pg3574">
                <a:extLst>
                  <a:ext uri="{FF2B5EF4-FFF2-40B4-BE49-F238E27FC236}">
                    <a16:creationId xmlns:a16="http://schemas.microsoft.com/office/drawing/2014/main" id="{FD0A15B6-E91D-54F7-5E5D-250CCB726F9E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0" name="pg3575">
                <a:extLst>
                  <a:ext uri="{FF2B5EF4-FFF2-40B4-BE49-F238E27FC236}">
                    <a16:creationId xmlns:a16="http://schemas.microsoft.com/office/drawing/2014/main" id="{A7818779-9754-DE5C-739E-8627B3B28E62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1" name="pg3576">
                <a:extLst>
                  <a:ext uri="{FF2B5EF4-FFF2-40B4-BE49-F238E27FC236}">
                    <a16:creationId xmlns:a16="http://schemas.microsoft.com/office/drawing/2014/main" id="{EF9C7333-B8BA-9CD0-B5AA-68BDF148E917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2" name="pg3577">
                <a:extLst>
                  <a:ext uri="{FF2B5EF4-FFF2-40B4-BE49-F238E27FC236}">
                    <a16:creationId xmlns:a16="http://schemas.microsoft.com/office/drawing/2014/main" id="{86205582-910C-59C0-3FE4-DF7606A4ED2E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3" name="pg3578">
                <a:extLst>
                  <a:ext uri="{FF2B5EF4-FFF2-40B4-BE49-F238E27FC236}">
                    <a16:creationId xmlns:a16="http://schemas.microsoft.com/office/drawing/2014/main" id="{0FC7AA9A-8134-5A1B-D999-6EA2BF5A4886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4" name="pg3579">
                <a:extLst>
                  <a:ext uri="{FF2B5EF4-FFF2-40B4-BE49-F238E27FC236}">
                    <a16:creationId xmlns:a16="http://schemas.microsoft.com/office/drawing/2014/main" id="{C7774903-3B38-6E6B-5909-9C9EC7709554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5" name="pg3580">
                <a:extLst>
                  <a:ext uri="{FF2B5EF4-FFF2-40B4-BE49-F238E27FC236}">
                    <a16:creationId xmlns:a16="http://schemas.microsoft.com/office/drawing/2014/main" id="{31436DE8-846A-E8EF-5B87-6ADAECD3559C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6" name="pg3581">
                <a:extLst>
                  <a:ext uri="{FF2B5EF4-FFF2-40B4-BE49-F238E27FC236}">
                    <a16:creationId xmlns:a16="http://schemas.microsoft.com/office/drawing/2014/main" id="{8B28D703-DA05-9D54-EB8F-C598D5498993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7" name="pg3582">
                <a:extLst>
                  <a:ext uri="{FF2B5EF4-FFF2-40B4-BE49-F238E27FC236}">
                    <a16:creationId xmlns:a16="http://schemas.microsoft.com/office/drawing/2014/main" id="{FC5312F8-6467-8C73-5D7E-34A57B08E46C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8" name="pg3583">
                <a:extLst>
                  <a:ext uri="{FF2B5EF4-FFF2-40B4-BE49-F238E27FC236}">
                    <a16:creationId xmlns:a16="http://schemas.microsoft.com/office/drawing/2014/main" id="{1F15EAF0-AAAB-668D-1404-A28D27B19B7F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9" name="pg3584">
                <a:extLst>
                  <a:ext uri="{FF2B5EF4-FFF2-40B4-BE49-F238E27FC236}">
                    <a16:creationId xmlns:a16="http://schemas.microsoft.com/office/drawing/2014/main" id="{14899FF3-4FDB-7C03-D617-C2FE2FD1E976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0" name="pg3585">
                <a:extLst>
                  <a:ext uri="{FF2B5EF4-FFF2-40B4-BE49-F238E27FC236}">
                    <a16:creationId xmlns:a16="http://schemas.microsoft.com/office/drawing/2014/main" id="{9A2249E7-9048-9F54-2E37-AF4190BEADCB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1" name="pg3586">
                <a:extLst>
                  <a:ext uri="{FF2B5EF4-FFF2-40B4-BE49-F238E27FC236}">
                    <a16:creationId xmlns:a16="http://schemas.microsoft.com/office/drawing/2014/main" id="{5920CCE0-12E9-EDEC-A84B-606079281DD9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2" name="pg3587">
                <a:extLst>
                  <a:ext uri="{FF2B5EF4-FFF2-40B4-BE49-F238E27FC236}">
                    <a16:creationId xmlns:a16="http://schemas.microsoft.com/office/drawing/2014/main" id="{62950AFF-B52A-C7D2-8A7A-B3C92F105111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3" name="pg3588">
                <a:extLst>
                  <a:ext uri="{FF2B5EF4-FFF2-40B4-BE49-F238E27FC236}">
                    <a16:creationId xmlns:a16="http://schemas.microsoft.com/office/drawing/2014/main" id="{5C6C701E-4F9E-7DD7-7A39-A9C17C24EF2A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4" name="pg3589">
                <a:extLst>
                  <a:ext uri="{FF2B5EF4-FFF2-40B4-BE49-F238E27FC236}">
                    <a16:creationId xmlns:a16="http://schemas.microsoft.com/office/drawing/2014/main" id="{3FCA978E-28FC-2D24-C0A6-34B41890CA98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5" name="pg3590">
                <a:extLst>
                  <a:ext uri="{FF2B5EF4-FFF2-40B4-BE49-F238E27FC236}">
                    <a16:creationId xmlns:a16="http://schemas.microsoft.com/office/drawing/2014/main" id="{63B4DB36-A3EE-3050-89E8-777E234750DA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6" name="pg3591">
                <a:extLst>
                  <a:ext uri="{FF2B5EF4-FFF2-40B4-BE49-F238E27FC236}">
                    <a16:creationId xmlns:a16="http://schemas.microsoft.com/office/drawing/2014/main" id="{1D691CEB-8605-6B33-B9BE-9304772FA133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7" name="pg3592">
                <a:extLst>
                  <a:ext uri="{FF2B5EF4-FFF2-40B4-BE49-F238E27FC236}">
                    <a16:creationId xmlns:a16="http://schemas.microsoft.com/office/drawing/2014/main" id="{034A8267-207E-9425-2523-9118899C0AB3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8" name="pg3593">
                <a:extLst>
                  <a:ext uri="{FF2B5EF4-FFF2-40B4-BE49-F238E27FC236}">
                    <a16:creationId xmlns:a16="http://schemas.microsoft.com/office/drawing/2014/main" id="{3D4D6778-8AED-E248-BE4C-79C8DE0C83CA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9" name="pg3594">
                <a:extLst>
                  <a:ext uri="{FF2B5EF4-FFF2-40B4-BE49-F238E27FC236}">
                    <a16:creationId xmlns:a16="http://schemas.microsoft.com/office/drawing/2014/main" id="{2041206A-DD38-28E9-B041-67849BB6A07A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0" name="pg3595">
                <a:extLst>
                  <a:ext uri="{FF2B5EF4-FFF2-40B4-BE49-F238E27FC236}">
                    <a16:creationId xmlns:a16="http://schemas.microsoft.com/office/drawing/2014/main" id="{9F0AFB35-6E2D-17A5-46AD-225331531607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1" name="pg3596">
                <a:extLst>
                  <a:ext uri="{FF2B5EF4-FFF2-40B4-BE49-F238E27FC236}">
                    <a16:creationId xmlns:a16="http://schemas.microsoft.com/office/drawing/2014/main" id="{8B9E27C8-F120-E58F-6E78-7725E985F71A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2" name="pg3597">
                <a:extLst>
                  <a:ext uri="{FF2B5EF4-FFF2-40B4-BE49-F238E27FC236}">
                    <a16:creationId xmlns:a16="http://schemas.microsoft.com/office/drawing/2014/main" id="{760C20BF-50E3-A86E-B0C2-1F76B581FD01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3" name="pg3598">
                <a:extLst>
                  <a:ext uri="{FF2B5EF4-FFF2-40B4-BE49-F238E27FC236}">
                    <a16:creationId xmlns:a16="http://schemas.microsoft.com/office/drawing/2014/main" id="{B18AB0EF-0E0A-B333-7C49-FC6FB69580C4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4" name="pg3599">
                <a:extLst>
                  <a:ext uri="{FF2B5EF4-FFF2-40B4-BE49-F238E27FC236}">
                    <a16:creationId xmlns:a16="http://schemas.microsoft.com/office/drawing/2014/main" id="{824979F6-A3EC-5287-11F2-65E310145302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5" name="pg3600">
                <a:extLst>
                  <a:ext uri="{FF2B5EF4-FFF2-40B4-BE49-F238E27FC236}">
                    <a16:creationId xmlns:a16="http://schemas.microsoft.com/office/drawing/2014/main" id="{EE3FB653-FD58-F18D-8D9D-725A520E4A96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6" name="pg3601">
                <a:extLst>
                  <a:ext uri="{FF2B5EF4-FFF2-40B4-BE49-F238E27FC236}">
                    <a16:creationId xmlns:a16="http://schemas.microsoft.com/office/drawing/2014/main" id="{51A71E06-E575-A93C-7B16-CD2D336BA7A7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7" name="pg3602">
                <a:extLst>
                  <a:ext uri="{FF2B5EF4-FFF2-40B4-BE49-F238E27FC236}">
                    <a16:creationId xmlns:a16="http://schemas.microsoft.com/office/drawing/2014/main" id="{904E854E-180B-9F51-24F7-223ECE93F3E2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8" name="pg3603">
                <a:extLst>
                  <a:ext uri="{FF2B5EF4-FFF2-40B4-BE49-F238E27FC236}">
                    <a16:creationId xmlns:a16="http://schemas.microsoft.com/office/drawing/2014/main" id="{7AED4766-7B45-30FF-0B2F-6BF4CA9B4C1D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9" name="pg3604">
                <a:extLst>
                  <a:ext uri="{FF2B5EF4-FFF2-40B4-BE49-F238E27FC236}">
                    <a16:creationId xmlns:a16="http://schemas.microsoft.com/office/drawing/2014/main" id="{27141786-8649-E7B1-3974-CCF620F0FC86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0" name="pg3605">
                <a:extLst>
                  <a:ext uri="{FF2B5EF4-FFF2-40B4-BE49-F238E27FC236}">
                    <a16:creationId xmlns:a16="http://schemas.microsoft.com/office/drawing/2014/main" id="{798891BB-0D70-D935-253D-BCC9DFE5BED4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1" name="pg3606">
                <a:extLst>
                  <a:ext uri="{FF2B5EF4-FFF2-40B4-BE49-F238E27FC236}">
                    <a16:creationId xmlns:a16="http://schemas.microsoft.com/office/drawing/2014/main" id="{C92649AC-8500-09CB-ECDE-5A2E86941505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2" name="pg3607">
                <a:extLst>
                  <a:ext uri="{FF2B5EF4-FFF2-40B4-BE49-F238E27FC236}">
                    <a16:creationId xmlns:a16="http://schemas.microsoft.com/office/drawing/2014/main" id="{B707D13D-F571-07BE-878D-CD51775B59FD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3" name="pg3608">
                <a:extLst>
                  <a:ext uri="{FF2B5EF4-FFF2-40B4-BE49-F238E27FC236}">
                    <a16:creationId xmlns:a16="http://schemas.microsoft.com/office/drawing/2014/main" id="{47DF1CC4-438D-C108-4527-6296858EF380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4" name="pg3609">
                <a:extLst>
                  <a:ext uri="{FF2B5EF4-FFF2-40B4-BE49-F238E27FC236}">
                    <a16:creationId xmlns:a16="http://schemas.microsoft.com/office/drawing/2014/main" id="{DFB0BB7C-34CA-BB2D-0168-B04D281DF9D2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5" name="pg3610">
                <a:extLst>
                  <a:ext uri="{FF2B5EF4-FFF2-40B4-BE49-F238E27FC236}">
                    <a16:creationId xmlns:a16="http://schemas.microsoft.com/office/drawing/2014/main" id="{56940050-E8FA-8A89-C02A-6F59AA8943E9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6" name="pg3611">
                <a:extLst>
                  <a:ext uri="{FF2B5EF4-FFF2-40B4-BE49-F238E27FC236}">
                    <a16:creationId xmlns:a16="http://schemas.microsoft.com/office/drawing/2014/main" id="{9B3E4D8C-5904-B471-8C86-46B92D1876F9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7" name="pg3612">
                <a:extLst>
                  <a:ext uri="{FF2B5EF4-FFF2-40B4-BE49-F238E27FC236}">
                    <a16:creationId xmlns:a16="http://schemas.microsoft.com/office/drawing/2014/main" id="{7C05345F-2858-4E10-E537-5F0EFB31B5AC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8" name="pg3613">
                <a:extLst>
                  <a:ext uri="{FF2B5EF4-FFF2-40B4-BE49-F238E27FC236}">
                    <a16:creationId xmlns:a16="http://schemas.microsoft.com/office/drawing/2014/main" id="{85921760-DCE6-F382-68E1-8544C49DDD63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9" name="pg3614">
                <a:extLst>
                  <a:ext uri="{FF2B5EF4-FFF2-40B4-BE49-F238E27FC236}">
                    <a16:creationId xmlns:a16="http://schemas.microsoft.com/office/drawing/2014/main" id="{6A9C9EC1-7A25-C71C-0C2A-76B4FDACB548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0" name="pg3615">
                <a:extLst>
                  <a:ext uri="{FF2B5EF4-FFF2-40B4-BE49-F238E27FC236}">
                    <a16:creationId xmlns:a16="http://schemas.microsoft.com/office/drawing/2014/main" id="{8A1A180B-C66E-704B-6F54-205595197CA4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1" name="pg3616">
                <a:extLst>
                  <a:ext uri="{FF2B5EF4-FFF2-40B4-BE49-F238E27FC236}">
                    <a16:creationId xmlns:a16="http://schemas.microsoft.com/office/drawing/2014/main" id="{8BEB1011-9051-A1C8-6E47-23A68A854E35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2" name="pg3617">
                <a:extLst>
                  <a:ext uri="{FF2B5EF4-FFF2-40B4-BE49-F238E27FC236}">
                    <a16:creationId xmlns:a16="http://schemas.microsoft.com/office/drawing/2014/main" id="{2FC2728F-991E-8617-1A24-FA67A897F3FC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3" name="pg3618">
                <a:extLst>
                  <a:ext uri="{FF2B5EF4-FFF2-40B4-BE49-F238E27FC236}">
                    <a16:creationId xmlns:a16="http://schemas.microsoft.com/office/drawing/2014/main" id="{AC717A5B-F927-D8A1-0EDC-72DEBE714320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4" name="pg3619">
                <a:extLst>
                  <a:ext uri="{FF2B5EF4-FFF2-40B4-BE49-F238E27FC236}">
                    <a16:creationId xmlns:a16="http://schemas.microsoft.com/office/drawing/2014/main" id="{7CA62131-5C22-89C2-1BC2-FF0FCEACA224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5" name="pg3620">
                <a:extLst>
                  <a:ext uri="{FF2B5EF4-FFF2-40B4-BE49-F238E27FC236}">
                    <a16:creationId xmlns:a16="http://schemas.microsoft.com/office/drawing/2014/main" id="{019CE3F5-E5D2-DCDC-DE3C-5925B53439CA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6" name="pg3621">
                <a:extLst>
                  <a:ext uri="{FF2B5EF4-FFF2-40B4-BE49-F238E27FC236}">
                    <a16:creationId xmlns:a16="http://schemas.microsoft.com/office/drawing/2014/main" id="{275877C4-7907-068F-4F8B-5169F77B3486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7" name="pg3622">
                <a:extLst>
                  <a:ext uri="{FF2B5EF4-FFF2-40B4-BE49-F238E27FC236}">
                    <a16:creationId xmlns:a16="http://schemas.microsoft.com/office/drawing/2014/main" id="{79460602-1163-EA3E-5965-C15508EDFEEC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8" name="pg3623">
                <a:extLst>
                  <a:ext uri="{FF2B5EF4-FFF2-40B4-BE49-F238E27FC236}">
                    <a16:creationId xmlns:a16="http://schemas.microsoft.com/office/drawing/2014/main" id="{03099D75-40FA-F007-E09E-6F18D7ABB8A7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9" name="pg3624">
                <a:extLst>
                  <a:ext uri="{FF2B5EF4-FFF2-40B4-BE49-F238E27FC236}">
                    <a16:creationId xmlns:a16="http://schemas.microsoft.com/office/drawing/2014/main" id="{20787950-26A5-A2DE-1E82-B6603EA391CD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0" name="pg3625">
                <a:extLst>
                  <a:ext uri="{FF2B5EF4-FFF2-40B4-BE49-F238E27FC236}">
                    <a16:creationId xmlns:a16="http://schemas.microsoft.com/office/drawing/2014/main" id="{19822A9D-E01F-6D43-E1DF-B5FEB99D12BA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1" name="pg3626">
                <a:extLst>
                  <a:ext uri="{FF2B5EF4-FFF2-40B4-BE49-F238E27FC236}">
                    <a16:creationId xmlns:a16="http://schemas.microsoft.com/office/drawing/2014/main" id="{02AEA0B8-18B9-3855-AC5D-740E42A8E8D8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2" name="pg3627">
                <a:extLst>
                  <a:ext uri="{FF2B5EF4-FFF2-40B4-BE49-F238E27FC236}">
                    <a16:creationId xmlns:a16="http://schemas.microsoft.com/office/drawing/2014/main" id="{6242DD78-BDB4-8F84-3F54-A05B1B7EE675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3" name="pg3628">
                <a:extLst>
                  <a:ext uri="{FF2B5EF4-FFF2-40B4-BE49-F238E27FC236}">
                    <a16:creationId xmlns:a16="http://schemas.microsoft.com/office/drawing/2014/main" id="{F968A59F-7E50-B6E8-FA28-A1C38B731545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4" name="pg3629">
                <a:extLst>
                  <a:ext uri="{FF2B5EF4-FFF2-40B4-BE49-F238E27FC236}">
                    <a16:creationId xmlns:a16="http://schemas.microsoft.com/office/drawing/2014/main" id="{7E1E7C57-1EA4-28CE-EBBD-32311F0D0F85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5" name="pg3630">
                <a:extLst>
                  <a:ext uri="{FF2B5EF4-FFF2-40B4-BE49-F238E27FC236}">
                    <a16:creationId xmlns:a16="http://schemas.microsoft.com/office/drawing/2014/main" id="{807F9A11-CA0B-486C-F450-4D4B70816C63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6" name="pg3631">
                <a:extLst>
                  <a:ext uri="{FF2B5EF4-FFF2-40B4-BE49-F238E27FC236}">
                    <a16:creationId xmlns:a16="http://schemas.microsoft.com/office/drawing/2014/main" id="{D1111FA1-D660-7110-F7A4-7FDF8FAE3152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7" name="pg3632">
                <a:extLst>
                  <a:ext uri="{FF2B5EF4-FFF2-40B4-BE49-F238E27FC236}">
                    <a16:creationId xmlns:a16="http://schemas.microsoft.com/office/drawing/2014/main" id="{62EE8101-9B32-3798-9BF3-CE4F5F422243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8" name="pg3633">
                <a:extLst>
                  <a:ext uri="{FF2B5EF4-FFF2-40B4-BE49-F238E27FC236}">
                    <a16:creationId xmlns:a16="http://schemas.microsoft.com/office/drawing/2014/main" id="{DC4828CC-9ECD-8826-61B7-3BA1F0831CDC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9" name="pg3634">
                <a:extLst>
                  <a:ext uri="{FF2B5EF4-FFF2-40B4-BE49-F238E27FC236}">
                    <a16:creationId xmlns:a16="http://schemas.microsoft.com/office/drawing/2014/main" id="{0F27283B-1113-C8B6-83FB-86DC3003C74C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0" name="pg3635">
                <a:extLst>
                  <a:ext uri="{FF2B5EF4-FFF2-40B4-BE49-F238E27FC236}">
                    <a16:creationId xmlns:a16="http://schemas.microsoft.com/office/drawing/2014/main" id="{831273A5-3366-CB7A-470D-DCD540179BFD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1" name="pg3636">
                <a:extLst>
                  <a:ext uri="{FF2B5EF4-FFF2-40B4-BE49-F238E27FC236}">
                    <a16:creationId xmlns:a16="http://schemas.microsoft.com/office/drawing/2014/main" id="{54E7A4B4-FF22-6528-5172-3AAD762AEF1C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2" name="pg3637">
                <a:extLst>
                  <a:ext uri="{FF2B5EF4-FFF2-40B4-BE49-F238E27FC236}">
                    <a16:creationId xmlns:a16="http://schemas.microsoft.com/office/drawing/2014/main" id="{47522EE1-3EA7-FFD9-75F3-D9E7269DE55D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3" name="pg3638">
                <a:extLst>
                  <a:ext uri="{FF2B5EF4-FFF2-40B4-BE49-F238E27FC236}">
                    <a16:creationId xmlns:a16="http://schemas.microsoft.com/office/drawing/2014/main" id="{1222FF3E-AF77-B77A-B8CA-689F4F831D3F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4" name="pg3639">
                <a:extLst>
                  <a:ext uri="{FF2B5EF4-FFF2-40B4-BE49-F238E27FC236}">
                    <a16:creationId xmlns:a16="http://schemas.microsoft.com/office/drawing/2014/main" id="{33981E2C-E035-97EC-AF65-3DE326EE2F69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5" name="pg3640">
                <a:extLst>
                  <a:ext uri="{FF2B5EF4-FFF2-40B4-BE49-F238E27FC236}">
                    <a16:creationId xmlns:a16="http://schemas.microsoft.com/office/drawing/2014/main" id="{4ABA13CE-0C12-E32A-66E5-93A24C4DC2FB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6" name="pg3641">
                <a:extLst>
                  <a:ext uri="{FF2B5EF4-FFF2-40B4-BE49-F238E27FC236}">
                    <a16:creationId xmlns:a16="http://schemas.microsoft.com/office/drawing/2014/main" id="{055547BB-5C31-2288-CDCD-A0251BB5C9E3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7" name="pg3642">
                <a:extLst>
                  <a:ext uri="{FF2B5EF4-FFF2-40B4-BE49-F238E27FC236}">
                    <a16:creationId xmlns:a16="http://schemas.microsoft.com/office/drawing/2014/main" id="{A0AFA192-A0D0-12F4-B8F7-56A8FD507585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8" name="pg3643">
                <a:extLst>
                  <a:ext uri="{FF2B5EF4-FFF2-40B4-BE49-F238E27FC236}">
                    <a16:creationId xmlns:a16="http://schemas.microsoft.com/office/drawing/2014/main" id="{A753E7F5-FF32-66D8-5067-37C5EC96439B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9" name="pg3644">
                <a:extLst>
                  <a:ext uri="{FF2B5EF4-FFF2-40B4-BE49-F238E27FC236}">
                    <a16:creationId xmlns:a16="http://schemas.microsoft.com/office/drawing/2014/main" id="{D233EF3F-4C98-4CBB-5764-F0F37ADC4FF1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0" name="pg3645">
                <a:extLst>
                  <a:ext uri="{FF2B5EF4-FFF2-40B4-BE49-F238E27FC236}">
                    <a16:creationId xmlns:a16="http://schemas.microsoft.com/office/drawing/2014/main" id="{ECA48461-0AA6-3055-5758-CB9BBBC8714B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1" name="pg3646">
                <a:extLst>
                  <a:ext uri="{FF2B5EF4-FFF2-40B4-BE49-F238E27FC236}">
                    <a16:creationId xmlns:a16="http://schemas.microsoft.com/office/drawing/2014/main" id="{90FAEF84-0C4D-1E03-7364-838A4C434C9A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2" name="pg3647">
                <a:extLst>
                  <a:ext uri="{FF2B5EF4-FFF2-40B4-BE49-F238E27FC236}">
                    <a16:creationId xmlns:a16="http://schemas.microsoft.com/office/drawing/2014/main" id="{ABDE463A-F4D0-26A3-96CD-F4CD92FBB7C0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3" name="pg3648">
                <a:extLst>
                  <a:ext uri="{FF2B5EF4-FFF2-40B4-BE49-F238E27FC236}">
                    <a16:creationId xmlns:a16="http://schemas.microsoft.com/office/drawing/2014/main" id="{AB179E64-0CD0-17AA-9972-89D1B0DFB9DE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4" name="pg3649">
                <a:extLst>
                  <a:ext uri="{FF2B5EF4-FFF2-40B4-BE49-F238E27FC236}">
                    <a16:creationId xmlns:a16="http://schemas.microsoft.com/office/drawing/2014/main" id="{5EAF6FCB-7DF1-C41F-EFB2-0FBE51F825A5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5" name="pg3650">
                <a:extLst>
                  <a:ext uri="{FF2B5EF4-FFF2-40B4-BE49-F238E27FC236}">
                    <a16:creationId xmlns:a16="http://schemas.microsoft.com/office/drawing/2014/main" id="{485D4D59-EB8B-22AD-F210-61B55B957CBD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6" name="pg3651">
                <a:extLst>
                  <a:ext uri="{FF2B5EF4-FFF2-40B4-BE49-F238E27FC236}">
                    <a16:creationId xmlns:a16="http://schemas.microsoft.com/office/drawing/2014/main" id="{3C2D460E-2AD8-0CB3-E00C-A1B93C285EC2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7" name="pg3652">
                <a:extLst>
                  <a:ext uri="{FF2B5EF4-FFF2-40B4-BE49-F238E27FC236}">
                    <a16:creationId xmlns:a16="http://schemas.microsoft.com/office/drawing/2014/main" id="{2D8C746D-EF3C-AAB7-D6CB-30A5CEEEC2D7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8" name="pg3653">
                <a:extLst>
                  <a:ext uri="{FF2B5EF4-FFF2-40B4-BE49-F238E27FC236}">
                    <a16:creationId xmlns:a16="http://schemas.microsoft.com/office/drawing/2014/main" id="{41F5FA17-68EB-A221-2D20-F6AD9FD659E5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9" name="pg3654">
                <a:extLst>
                  <a:ext uri="{FF2B5EF4-FFF2-40B4-BE49-F238E27FC236}">
                    <a16:creationId xmlns:a16="http://schemas.microsoft.com/office/drawing/2014/main" id="{B8C330E3-4A18-1A50-294F-460205FCE346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0" name="pg3655">
                <a:extLst>
                  <a:ext uri="{FF2B5EF4-FFF2-40B4-BE49-F238E27FC236}">
                    <a16:creationId xmlns:a16="http://schemas.microsoft.com/office/drawing/2014/main" id="{239759AC-9CCF-2F4E-7B23-9124019A9133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1" name="pg3656">
                <a:extLst>
                  <a:ext uri="{FF2B5EF4-FFF2-40B4-BE49-F238E27FC236}">
                    <a16:creationId xmlns:a16="http://schemas.microsoft.com/office/drawing/2014/main" id="{0B34B44F-A635-9D00-7641-0266C18E8056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2" name="pg3657">
                <a:extLst>
                  <a:ext uri="{FF2B5EF4-FFF2-40B4-BE49-F238E27FC236}">
                    <a16:creationId xmlns:a16="http://schemas.microsoft.com/office/drawing/2014/main" id="{D11DF7EE-4EC2-9E6B-85D9-F6F774411C84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3" name="pg3658">
                <a:extLst>
                  <a:ext uri="{FF2B5EF4-FFF2-40B4-BE49-F238E27FC236}">
                    <a16:creationId xmlns:a16="http://schemas.microsoft.com/office/drawing/2014/main" id="{51ABF949-054F-366B-A94B-4933E2060F15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4" name="pg3659">
                <a:extLst>
                  <a:ext uri="{FF2B5EF4-FFF2-40B4-BE49-F238E27FC236}">
                    <a16:creationId xmlns:a16="http://schemas.microsoft.com/office/drawing/2014/main" id="{EA69E795-DA41-D2F7-E6E0-65DD57DD17DA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5" name="pg3660">
                <a:extLst>
                  <a:ext uri="{FF2B5EF4-FFF2-40B4-BE49-F238E27FC236}">
                    <a16:creationId xmlns:a16="http://schemas.microsoft.com/office/drawing/2014/main" id="{E333ED1E-DFA0-3B9A-4B4E-E20EF38A0721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6" name="pg3661">
                <a:extLst>
                  <a:ext uri="{FF2B5EF4-FFF2-40B4-BE49-F238E27FC236}">
                    <a16:creationId xmlns:a16="http://schemas.microsoft.com/office/drawing/2014/main" id="{A1552498-D803-8AB4-96E2-40118DC775F2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7" name="pg3662">
                <a:extLst>
                  <a:ext uri="{FF2B5EF4-FFF2-40B4-BE49-F238E27FC236}">
                    <a16:creationId xmlns:a16="http://schemas.microsoft.com/office/drawing/2014/main" id="{9FD5D765-FCE7-0A86-CBAC-19C5C1393845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8" name="pg3663">
                <a:extLst>
                  <a:ext uri="{FF2B5EF4-FFF2-40B4-BE49-F238E27FC236}">
                    <a16:creationId xmlns:a16="http://schemas.microsoft.com/office/drawing/2014/main" id="{61B38D67-A502-B271-6303-AC903027E1E4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9" name="pg3664">
                <a:extLst>
                  <a:ext uri="{FF2B5EF4-FFF2-40B4-BE49-F238E27FC236}">
                    <a16:creationId xmlns:a16="http://schemas.microsoft.com/office/drawing/2014/main" id="{02C82CA9-778F-321D-86D9-5FF88937D400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0" name="pg3665">
                <a:extLst>
                  <a:ext uri="{FF2B5EF4-FFF2-40B4-BE49-F238E27FC236}">
                    <a16:creationId xmlns:a16="http://schemas.microsoft.com/office/drawing/2014/main" id="{101FB87C-58D8-D309-9A44-6EAFDAF28381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1" name="pg3666">
                <a:extLst>
                  <a:ext uri="{FF2B5EF4-FFF2-40B4-BE49-F238E27FC236}">
                    <a16:creationId xmlns:a16="http://schemas.microsoft.com/office/drawing/2014/main" id="{4CF46F39-39A4-313A-4D0D-8607D64BAB9A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2" name="pg3667">
                <a:extLst>
                  <a:ext uri="{FF2B5EF4-FFF2-40B4-BE49-F238E27FC236}">
                    <a16:creationId xmlns:a16="http://schemas.microsoft.com/office/drawing/2014/main" id="{F58FF002-90A4-96E6-5040-A735C9A28A62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3" name="pg3668">
                <a:extLst>
                  <a:ext uri="{FF2B5EF4-FFF2-40B4-BE49-F238E27FC236}">
                    <a16:creationId xmlns:a16="http://schemas.microsoft.com/office/drawing/2014/main" id="{C6EA60B5-A378-5017-BA28-7A9E382E7E26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4" name="pg3669">
                <a:extLst>
                  <a:ext uri="{FF2B5EF4-FFF2-40B4-BE49-F238E27FC236}">
                    <a16:creationId xmlns:a16="http://schemas.microsoft.com/office/drawing/2014/main" id="{8CD82730-2D73-8651-688F-FD050FB070C1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5" name="pg3670">
                <a:extLst>
                  <a:ext uri="{FF2B5EF4-FFF2-40B4-BE49-F238E27FC236}">
                    <a16:creationId xmlns:a16="http://schemas.microsoft.com/office/drawing/2014/main" id="{5AAE7FA1-E2C1-F659-4DE6-63BB5842659B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6" name="pg3671">
                <a:extLst>
                  <a:ext uri="{FF2B5EF4-FFF2-40B4-BE49-F238E27FC236}">
                    <a16:creationId xmlns:a16="http://schemas.microsoft.com/office/drawing/2014/main" id="{68E0544D-AC98-DD18-6319-D4D79E9E530B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7" name="pg3672">
                <a:extLst>
                  <a:ext uri="{FF2B5EF4-FFF2-40B4-BE49-F238E27FC236}">
                    <a16:creationId xmlns:a16="http://schemas.microsoft.com/office/drawing/2014/main" id="{E531364E-8139-C186-86D2-084D7E4EC4B2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8" name="pg3673">
                <a:extLst>
                  <a:ext uri="{FF2B5EF4-FFF2-40B4-BE49-F238E27FC236}">
                    <a16:creationId xmlns:a16="http://schemas.microsoft.com/office/drawing/2014/main" id="{C28FFAA5-2CD8-6A58-6C76-6E674E3B8DAC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9" name="pg3674">
                <a:extLst>
                  <a:ext uri="{FF2B5EF4-FFF2-40B4-BE49-F238E27FC236}">
                    <a16:creationId xmlns:a16="http://schemas.microsoft.com/office/drawing/2014/main" id="{92A5CA40-AF68-DE22-2F39-216198F31FE5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0" name="pg3675">
                <a:extLst>
                  <a:ext uri="{FF2B5EF4-FFF2-40B4-BE49-F238E27FC236}">
                    <a16:creationId xmlns:a16="http://schemas.microsoft.com/office/drawing/2014/main" id="{9E3A8338-B844-5B7F-9E8A-EE05D1198D8A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1" name="pg3676">
                <a:extLst>
                  <a:ext uri="{FF2B5EF4-FFF2-40B4-BE49-F238E27FC236}">
                    <a16:creationId xmlns:a16="http://schemas.microsoft.com/office/drawing/2014/main" id="{6BE88D8C-43C5-DB9F-1D7E-BAE6C95DD469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2" name="pg3677">
                <a:extLst>
                  <a:ext uri="{FF2B5EF4-FFF2-40B4-BE49-F238E27FC236}">
                    <a16:creationId xmlns:a16="http://schemas.microsoft.com/office/drawing/2014/main" id="{C70B6D63-DB44-3673-DE69-82C74F943CD4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3" name="pg3678">
                <a:extLst>
                  <a:ext uri="{FF2B5EF4-FFF2-40B4-BE49-F238E27FC236}">
                    <a16:creationId xmlns:a16="http://schemas.microsoft.com/office/drawing/2014/main" id="{F44F7EA4-93F6-044E-9275-93AD1AC3616F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4" name="pg3679">
                <a:extLst>
                  <a:ext uri="{FF2B5EF4-FFF2-40B4-BE49-F238E27FC236}">
                    <a16:creationId xmlns:a16="http://schemas.microsoft.com/office/drawing/2014/main" id="{599FCDE0-5CD6-7967-FF56-B7A5A9254FF8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5" name="pg3680">
                <a:extLst>
                  <a:ext uri="{FF2B5EF4-FFF2-40B4-BE49-F238E27FC236}">
                    <a16:creationId xmlns:a16="http://schemas.microsoft.com/office/drawing/2014/main" id="{BEE5E1CE-EA3E-21E3-5862-183C14BD7F8B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6" name="pg3681">
                <a:extLst>
                  <a:ext uri="{FF2B5EF4-FFF2-40B4-BE49-F238E27FC236}">
                    <a16:creationId xmlns:a16="http://schemas.microsoft.com/office/drawing/2014/main" id="{45CE62DF-E353-2591-365B-049819383344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7" name="pg3682">
                <a:extLst>
                  <a:ext uri="{FF2B5EF4-FFF2-40B4-BE49-F238E27FC236}">
                    <a16:creationId xmlns:a16="http://schemas.microsoft.com/office/drawing/2014/main" id="{A9856CEE-B5AB-DBC1-44C0-F8D8E6BAA3DE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8" name="pg3683">
                <a:extLst>
                  <a:ext uri="{FF2B5EF4-FFF2-40B4-BE49-F238E27FC236}">
                    <a16:creationId xmlns:a16="http://schemas.microsoft.com/office/drawing/2014/main" id="{359A3EE9-D81A-97E7-412D-1B28054A20F5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9" name="pg3684">
                <a:extLst>
                  <a:ext uri="{FF2B5EF4-FFF2-40B4-BE49-F238E27FC236}">
                    <a16:creationId xmlns:a16="http://schemas.microsoft.com/office/drawing/2014/main" id="{3C82ACF7-8CD3-6EC9-B4C4-6BCB082CA2AF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0" name="pg3685">
                <a:extLst>
                  <a:ext uri="{FF2B5EF4-FFF2-40B4-BE49-F238E27FC236}">
                    <a16:creationId xmlns:a16="http://schemas.microsoft.com/office/drawing/2014/main" id="{7F526BAF-ED16-0C8D-1848-AA479B504274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1" name="pg3686">
                <a:extLst>
                  <a:ext uri="{FF2B5EF4-FFF2-40B4-BE49-F238E27FC236}">
                    <a16:creationId xmlns:a16="http://schemas.microsoft.com/office/drawing/2014/main" id="{ED671193-5025-5AD4-0934-A92306A45FB8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2" name="pg3687">
                <a:extLst>
                  <a:ext uri="{FF2B5EF4-FFF2-40B4-BE49-F238E27FC236}">
                    <a16:creationId xmlns:a16="http://schemas.microsoft.com/office/drawing/2014/main" id="{472F3DF5-49D4-8C23-F57F-C3A04BEC92C4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3" name="pg3688">
                <a:extLst>
                  <a:ext uri="{FF2B5EF4-FFF2-40B4-BE49-F238E27FC236}">
                    <a16:creationId xmlns:a16="http://schemas.microsoft.com/office/drawing/2014/main" id="{90F46F29-138E-C0E0-5082-444BB02ABD03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4" name="pg3689">
                <a:extLst>
                  <a:ext uri="{FF2B5EF4-FFF2-40B4-BE49-F238E27FC236}">
                    <a16:creationId xmlns:a16="http://schemas.microsoft.com/office/drawing/2014/main" id="{793BD777-FE8E-C53A-C9AE-29969664C15A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5" name="pg3690">
                <a:extLst>
                  <a:ext uri="{FF2B5EF4-FFF2-40B4-BE49-F238E27FC236}">
                    <a16:creationId xmlns:a16="http://schemas.microsoft.com/office/drawing/2014/main" id="{5EE6A1F5-E7D6-84E6-8E07-68A0F8E9CFF8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6" name="pg3691">
                <a:extLst>
                  <a:ext uri="{FF2B5EF4-FFF2-40B4-BE49-F238E27FC236}">
                    <a16:creationId xmlns:a16="http://schemas.microsoft.com/office/drawing/2014/main" id="{2987A42B-269B-D624-8824-6E8D7A300490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7" name="pg3692">
                <a:extLst>
                  <a:ext uri="{FF2B5EF4-FFF2-40B4-BE49-F238E27FC236}">
                    <a16:creationId xmlns:a16="http://schemas.microsoft.com/office/drawing/2014/main" id="{4C2B9195-B332-5936-4E64-E592D2E43619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8" name="pg3693">
                <a:extLst>
                  <a:ext uri="{FF2B5EF4-FFF2-40B4-BE49-F238E27FC236}">
                    <a16:creationId xmlns:a16="http://schemas.microsoft.com/office/drawing/2014/main" id="{F9CA6C1E-9C70-C233-61E7-86B417453067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9" name="pg3694">
                <a:extLst>
                  <a:ext uri="{FF2B5EF4-FFF2-40B4-BE49-F238E27FC236}">
                    <a16:creationId xmlns:a16="http://schemas.microsoft.com/office/drawing/2014/main" id="{E050221F-705F-3885-CC95-C1CC588C3EFC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0" name="pg3695">
                <a:extLst>
                  <a:ext uri="{FF2B5EF4-FFF2-40B4-BE49-F238E27FC236}">
                    <a16:creationId xmlns:a16="http://schemas.microsoft.com/office/drawing/2014/main" id="{8916D1C1-2973-8291-0AE4-C5A8B552FA62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1" name="pg3696">
                <a:extLst>
                  <a:ext uri="{FF2B5EF4-FFF2-40B4-BE49-F238E27FC236}">
                    <a16:creationId xmlns:a16="http://schemas.microsoft.com/office/drawing/2014/main" id="{31A87CDA-0D5C-CDF3-E930-400ED10F05B4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2" name="pg3697">
                <a:extLst>
                  <a:ext uri="{FF2B5EF4-FFF2-40B4-BE49-F238E27FC236}">
                    <a16:creationId xmlns:a16="http://schemas.microsoft.com/office/drawing/2014/main" id="{03068C59-5867-406A-0327-55DC07484FE6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3" name="pg3698">
                <a:extLst>
                  <a:ext uri="{FF2B5EF4-FFF2-40B4-BE49-F238E27FC236}">
                    <a16:creationId xmlns:a16="http://schemas.microsoft.com/office/drawing/2014/main" id="{50F06D4B-9B20-0116-6428-F9B91FFD0920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4" name="pg3699">
                <a:extLst>
                  <a:ext uri="{FF2B5EF4-FFF2-40B4-BE49-F238E27FC236}">
                    <a16:creationId xmlns:a16="http://schemas.microsoft.com/office/drawing/2014/main" id="{38E29263-94D5-F377-2FF6-948A1981E863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5" name="pg3700">
                <a:extLst>
                  <a:ext uri="{FF2B5EF4-FFF2-40B4-BE49-F238E27FC236}">
                    <a16:creationId xmlns:a16="http://schemas.microsoft.com/office/drawing/2014/main" id="{F268144B-DB95-96EC-3C46-CFEBCB4414C1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6" name="pg3701">
                <a:extLst>
                  <a:ext uri="{FF2B5EF4-FFF2-40B4-BE49-F238E27FC236}">
                    <a16:creationId xmlns:a16="http://schemas.microsoft.com/office/drawing/2014/main" id="{F001BFAC-8FD7-2834-1B36-0958241443EB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7" name="pg3702">
                <a:extLst>
                  <a:ext uri="{FF2B5EF4-FFF2-40B4-BE49-F238E27FC236}">
                    <a16:creationId xmlns:a16="http://schemas.microsoft.com/office/drawing/2014/main" id="{8CAC2657-6FB3-B703-AA62-333EA51020B6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8" name="pg3703">
                <a:extLst>
                  <a:ext uri="{FF2B5EF4-FFF2-40B4-BE49-F238E27FC236}">
                    <a16:creationId xmlns:a16="http://schemas.microsoft.com/office/drawing/2014/main" id="{32C645AA-E5F8-1000-34C2-CB90EA20DE4B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9" name="pg3704">
                <a:extLst>
                  <a:ext uri="{FF2B5EF4-FFF2-40B4-BE49-F238E27FC236}">
                    <a16:creationId xmlns:a16="http://schemas.microsoft.com/office/drawing/2014/main" id="{38D9978C-CE39-C84D-8A38-5B03197A982A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0" name="pg3705">
                <a:extLst>
                  <a:ext uri="{FF2B5EF4-FFF2-40B4-BE49-F238E27FC236}">
                    <a16:creationId xmlns:a16="http://schemas.microsoft.com/office/drawing/2014/main" id="{D2685628-E825-A552-C4BD-1B2FC977E198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1" name="pg3706">
                <a:extLst>
                  <a:ext uri="{FF2B5EF4-FFF2-40B4-BE49-F238E27FC236}">
                    <a16:creationId xmlns:a16="http://schemas.microsoft.com/office/drawing/2014/main" id="{C93070C3-4438-772B-9FD8-BA2B07565183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2" name="pg3707">
                <a:extLst>
                  <a:ext uri="{FF2B5EF4-FFF2-40B4-BE49-F238E27FC236}">
                    <a16:creationId xmlns:a16="http://schemas.microsoft.com/office/drawing/2014/main" id="{C89F205C-DDA6-CF40-890F-CDA60901D84C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3" name="pg3708">
                <a:extLst>
                  <a:ext uri="{FF2B5EF4-FFF2-40B4-BE49-F238E27FC236}">
                    <a16:creationId xmlns:a16="http://schemas.microsoft.com/office/drawing/2014/main" id="{06268565-3BD9-26EA-7070-FA0D13EA15CE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4" name="pg3709">
                <a:extLst>
                  <a:ext uri="{FF2B5EF4-FFF2-40B4-BE49-F238E27FC236}">
                    <a16:creationId xmlns:a16="http://schemas.microsoft.com/office/drawing/2014/main" id="{A2AF3DC3-59DA-D02B-42CE-D664721FAAE2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5" name="pg3710">
                <a:extLst>
                  <a:ext uri="{FF2B5EF4-FFF2-40B4-BE49-F238E27FC236}">
                    <a16:creationId xmlns:a16="http://schemas.microsoft.com/office/drawing/2014/main" id="{4F4A2420-F4AB-F1EC-4F67-8C9F72D40583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6" name="pg3711">
                <a:extLst>
                  <a:ext uri="{FF2B5EF4-FFF2-40B4-BE49-F238E27FC236}">
                    <a16:creationId xmlns:a16="http://schemas.microsoft.com/office/drawing/2014/main" id="{F7C51AF4-0A31-EEF1-4A15-CDA188C5289A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7" name="pg3712">
                <a:extLst>
                  <a:ext uri="{FF2B5EF4-FFF2-40B4-BE49-F238E27FC236}">
                    <a16:creationId xmlns:a16="http://schemas.microsoft.com/office/drawing/2014/main" id="{DB8D1A29-271B-0376-5F98-058D734912CD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8" name="pg3713">
                <a:extLst>
                  <a:ext uri="{FF2B5EF4-FFF2-40B4-BE49-F238E27FC236}">
                    <a16:creationId xmlns:a16="http://schemas.microsoft.com/office/drawing/2014/main" id="{16EA0BEB-28F8-442E-73B6-5E478433BC28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9" name="pg3714">
                <a:extLst>
                  <a:ext uri="{FF2B5EF4-FFF2-40B4-BE49-F238E27FC236}">
                    <a16:creationId xmlns:a16="http://schemas.microsoft.com/office/drawing/2014/main" id="{AA4A5228-4BF7-0B2C-F2D6-71A76B7390A2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0" name="pg3715">
                <a:extLst>
                  <a:ext uri="{FF2B5EF4-FFF2-40B4-BE49-F238E27FC236}">
                    <a16:creationId xmlns:a16="http://schemas.microsoft.com/office/drawing/2014/main" id="{89474BB5-C195-0ECD-E80B-0C61CD28EC15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1" name="pg3716">
                <a:extLst>
                  <a:ext uri="{FF2B5EF4-FFF2-40B4-BE49-F238E27FC236}">
                    <a16:creationId xmlns:a16="http://schemas.microsoft.com/office/drawing/2014/main" id="{4DD81A08-7864-5844-7AF6-A26FAFE25E5F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2" name="pg3717">
                <a:extLst>
                  <a:ext uri="{FF2B5EF4-FFF2-40B4-BE49-F238E27FC236}">
                    <a16:creationId xmlns:a16="http://schemas.microsoft.com/office/drawing/2014/main" id="{D86FEFBD-9961-A31F-7D11-BADFE1C4FBE4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3" name="pg3718">
                <a:extLst>
                  <a:ext uri="{FF2B5EF4-FFF2-40B4-BE49-F238E27FC236}">
                    <a16:creationId xmlns:a16="http://schemas.microsoft.com/office/drawing/2014/main" id="{AF50E232-8A28-6BBD-555F-853AB2D60817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4" name="pg3719">
                <a:extLst>
                  <a:ext uri="{FF2B5EF4-FFF2-40B4-BE49-F238E27FC236}">
                    <a16:creationId xmlns:a16="http://schemas.microsoft.com/office/drawing/2014/main" id="{5E4FFAE8-96DA-8D13-BF52-27FFF541DBF9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5" name="pg3720">
                <a:extLst>
                  <a:ext uri="{FF2B5EF4-FFF2-40B4-BE49-F238E27FC236}">
                    <a16:creationId xmlns:a16="http://schemas.microsoft.com/office/drawing/2014/main" id="{D2BDE223-2707-80E3-9E55-DB837CED193C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6" name="pg3721">
                <a:extLst>
                  <a:ext uri="{FF2B5EF4-FFF2-40B4-BE49-F238E27FC236}">
                    <a16:creationId xmlns:a16="http://schemas.microsoft.com/office/drawing/2014/main" id="{EA2244D5-E339-4FE0-9CD3-BA2B9A815815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7" name="pg3722">
                <a:extLst>
                  <a:ext uri="{FF2B5EF4-FFF2-40B4-BE49-F238E27FC236}">
                    <a16:creationId xmlns:a16="http://schemas.microsoft.com/office/drawing/2014/main" id="{30A540D6-0C2C-6DF1-6B84-379DDFC7AE70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8" name="pg3723">
                <a:extLst>
                  <a:ext uri="{FF2B5EF4-FFF2-40B4-BE49-F238E27FC236}">
                    <a16:creationId xmlns:a16="http://schemas.microsoft.com/office/drawing/2014/main" id="{07D2AA2F-F801-1294-EA28-75E9CDA922CA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9" name="pg3724">
                <a:extLst>
                  <a:ext uri="{FF2B5EF4-FFF2-40B4-BE49-F238E27FC236}">
                    <a16:creationId xmlns:a16="http://schemas.microsoft.com/office/drawing/2014/main" id="{7CC97C79-436C-5062-19B4-2C791371E270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0" name="pg3725">
                <a:extLst>
                  <a:ext uri="{FF2B5EF4-FFF2-40B4-BE49-F238E27FC236}">
                    <a16:creationId xmlns:a16="http://schemas.microsoft.com/office/drawing/2014/main" id="{1AA57018-12C5-0C08-1893-E7D1C3B670CD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1" name="pg3726">
                <a:extLst>
                  <a:ext uri="{FF2B5EF4-FFF2-40B4-BE49-F238E27FC236}">
                    <a16:creationId xmlns:a16="http://schemas.microsoft.com/office/drawing/2014/main" id="{0A88259C-8363-01BE-8476-30ACED6D5B09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2" name="pg3727">
                <a:extLst>
                  <a:ext uri="{FF2B5EF4-FFF2-40B4-BE49-F238E27FC236}">
                    <a16:creationId xmlns:a16="http://schemas.microsoft.com/office/drawing/2014/main" id="{DA24A45F-6557-FB1B-6FC5-87A4C43D9DAC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3" name="pg3728">
                <a:extLst>
                  <a:ext uri="{FF2B5EF4-FFF2-40B4-BE49-F238E27FC236}">
                    <a16:creationId xmlns:a16="http://schemas.microsoft.com/office/drawing/2014/main" id="{255D57C8-AD3C-D5E4-517B-36A5621CA547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4" name="pg3729">
                <a:extLst>
                  <a:ext uri="{FF2B5EF4-FFF2-40B4-BE49-F238E27FC236}">
                    <a16:creationId xmlns:a16="http://schemas.microsoft.com/office/drawing/2014/main" id="{50993EEE-B0AB-E5DD-7DCC-098B47EFFCB8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5" name="pg3730">
                <a:extLst>
                  <a:ext uri="{FF2B5EF4-FFF2-40B4-BE49-F238E27FC236}">
                    <a16:creationId xmlns:a16="http://schemas.microsoft.com/office/drawing/2014/main" id="{C2CAD6EC-C51F-CCDE-91FD-462E8DB3851B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6" name="pg3731">
                <a:extLst>
                  <a:ext uri="{FF2B5EF4-FFF2-40B4-BE49-F238E27FC236}">
                    <a16:creationId xmlns:a16="http://schemas.microsoft.com/office/drawing/2014/main" id="{A2D7F52B-1DAF-AE6B-7F76-326C7146AF95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7" name="pg3732">
                <a:extLst>
                  <a:ext uri="{FF2B5EF4-FFF2-40B4-BE49-F238E27FC236}">
                    <a16:creationId xmlns:a16="http://schemas.microsoft.com/office/drawing/2014/main" id="{21C06D6E-4835-BE30-892A-8C2B719B727D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8" name="pg3733">
                <a:extLst>
                  <a:ext uri="{FF2B5EF4-FFF2-40B4-BE49-F238E27FC236}">
                    <a16:creationId xmlns:a16="http://schemas.microsoft.com/office/drawing/2014/main" id="{193A2A77-B3F6-0078-42A5-DC5E5A8F8F72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9" name="pg3734">
                <a:extLst>
                  <a:ext uri="{FF2B5EF4-FFF2-40B4-BE49-F238E27FC236}">
                    <a16:creationId xmlns:a16="http://schemas.microsoft.com/office/drawing/2014/main" id="{6FB3C5CB-F4FE-8ED1-7C7C-80591733BB8E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0" name="pg3735">
                <a:extLst>
                  <a:ext uri="{FF2B5EF4-FFF2-40B4-BE49-F238E27FC236}">
                    <a16:creationId xmlns:a16="http://schemas.microsoft.com/office/drawing/2014/main" id="{4175FF38-0B85-352A-CB2B-81B0C4D0FD69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1" name="pg3736">
                <a:extLst>
                  <a:ext uri="{FF2B5EF4-FFF2-40B4-BE49-F238E27FC236}">
                    <a16:creationId xmlns:a16="http://schemas.microsoft.com/office/drawing/2014/main" id="{440D5B18-1271-44FA-47A1-8E86D0817D4C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2" name="pg3737">
                <a:extLst>
                  <a:ext uri="{FF2B5EF4-FFF2-40B4-BE49-F238E27FC236}">
                    <a16:creationId xmlns:a16="http://schemas.microsoft.com/office/drawing/2014/main" id="{7DB1F3A0-D124-E18E-8C12-E80C63353371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3" name="pg3738">
                <a:extLst>
                  <a:ext uri="{FF2B5EF4-FFF2-40B4-BE49-F238E27FC236}">
                    <a16:creationId xmlns:a16="http://schemas.microsoft.com/office/drawing/2014/main" id="{785F37C9-002E-7982-FD48-99D7ABBF34BC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4" name="pg3739">
                <a:extLst>
                  <a:ext uri="{FF2B5EF4-FFF2-40B4-BE49-F238E27FC236}">
                    <a16:creationId xmlns:a16="http://schemas.microsoft.com/office/drawing/2014/main" id="{A9680C7A-0B23-8972-0E0E-2C71B96CB611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5" name="pg3740">
                <a:extLst>
                  <a:ext uri="{FF2B5EF4-FFF2-40B4-BE49-F238E27FC236}">
                    <a16:creationId xmlns:a16="http://schemas.microsoft.com/office/drawing/2014/main" id="{5CF510E1-4850-40C1-32E3-F262175289C1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6" name="pg3741">
                <a:extLst>
                  <a:ext uri="{FF2B5EF4-FFF2-40B4-BE49-F238E27FC236}">
                    <a16:creationId xmlns:a16="http://schemas.microsoft.com/office/drawing/2014/main" id="{F3C5CB7A-5FC7-5B31-15F7-171EA3BA8B51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7" name="pg3742">
                <a:extLst>
                  <a:ext uri="{FF2B5EF4-FFF2-40B4-BE49-F238E27FC236}">
                    <a16:creationId xmlns:a16="http://schemas.microsoft.com/office/drawing/2014/main" id="{FE05856C-3DEF-5199-42A9-685A01F1389F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8" name="pg3743">
                <a:extLst>
                  <a:ext uri="{FF2B5EF4-FFF2-40B4-BE49-F238E27FC236}">
                    <a16:creationId xmlns:a16="http://schemas.microsoft.com/office/drawing/2014/main" id="{EC92BD09-D473-3160-DB0F-B67D76C1E846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9" name="pg3744">
                <a:extLst>
                  <a:ext uri="{FF2B5EF4-FFF2-40B4-BE49-F238E27FC236}">
                    <a16:creationId xmlns:a16="http://schemas.microsoft.com/office/drawing/2014/main" id="{A1AFE21F-1345-6E43-2F70-DC289A5B1199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0" name="pg3745">
                <a:extLst>
                  <a:ext uri="{FF2B5EF4-FFF2-40B4-BE49-F238E27FC236}">
                    <a16:creationId xmlns:a16="http://schemas.microsoft.com/office/drawing/2014/main" id="{61A119D1-B615-872D-CE50-0CCB1861069E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1" name="pg3746">
                <a:extLst>
                  <a:ext uri="{FF2B5EF4-FFF2-40B4-BE49-F238E27FC236}">
                    <a16:creationId xmlns:a16="http://schemas.microsoft.com/office/drawing/2014/main" id="{954B2097-F7C0-FAE9-2802-BA7E92B4E8F6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2" name="pg3747">
                <a:extLst>
                  <a:ext uri="{FF2B5EF4-FFF2-40B4-BE49-F238E27FC236}">
                    <a16:creationId xmlns:a16="http://schemas.microsoft.com/office/drawing/2014/main" id="{A800489C-73F5-D595-060E-58B5CD0DB75D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3" name="pg3748">
                <a:extLst>
                  <a:ext uri="{FF2B5EF4-FFF2-40B4-BE49-F238E27FC236}">
                    <a16:creationId xmlns:a16="http://schemas.microsoft.com/office/drawing/2014/main" id="{1C1D70DD-930F-EC88-943D-24C4B9A8E889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4" name="pg3749">
                <a:extLst>
                  <a:ext uri="{FF2B5EF4-FFF2-40B4-BE49-F238E27FC236}">
                    <a16:creationId xmlns:a16="http://schemas.microsoft.com/office/drawing/2014/main" id="{54DE108F-30CE-F3C8-E596-95E299A6B464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5" name="pg3750">
                <a:extLst>
                  <a:ext uri="{FF2B5EF4-FFF2-40B4-BE49-F238E27FC236}">
                    <a16:creationId xmlns:a16="http://schemas.microsoft.com/office/drawing/2014/main" id="{AA409044-6D7C-E9D5-0AB9-A5FB9994E84D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6" name="pg3751">
                <a:extLst>
                  <a:ext uri="{FF2B5EF4-FFF2-40B4-BE49-F238E27FC236}">
                    <a16:creationId xmlns:a16="http://schemas.microsoft.com/office/drawing/2014/main" id="{6A5E7378-CB39-3CB1-96A7-A3FAAD48B177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7" name="pg3752">
                <a:extLst>
                  <a:ext uri="{FF2B5EF4-FFF2-40B4-BE49-F238E27FC236}">
                    <a16:creationId xmlns:a16="http://schemas.microsoft.com/office/drawing/2014/main" id="{A89841EC-B03F-DE79-1599-C325A287BD20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8" name="pg3753">
                <a:extLst>
                  <a:ext uri="{FF2B5EF4-FFF2-40B4-BE49-F238E27FC236}">
                    <a16:creationId xmlns:a16="http://schemas.microsoft.com/office/drawing/2014/main" id="{4AD5FCAC-4F55-DDDB-FE0B-C7957CB350F0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9" name="pg3754">
                <a:extLst>
                  <a:ext uri="{FF2B5EF4-FFF2-40B4-BE49-F238E27FC236}">
                    <a16:creationId xmlns:a16="http://schemas.microsoft.com/office/drawing/2014/main" id="{408F12BD-3E52-38C4-8D30-A8AA93E13847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0" name="pg3755">
                <a:extLst>
                  <a:ext uri="{FF2B5EF4-FFF2-40B4-BE49-F238E27FC236}">
                    <a16:creationId xmlns:a16="http://schemas.microsoft.com/office/drawing/2014/main" id="{4251F8A5-1978-1FE7-E4CD-4D7DCC9FA62E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1" name="pg3756">
                <a:extLst>
                  <a:ext uri="{FF2B5EF4-FFF2-40B4-BE49-F238E27FC236}">
                    <a16:creationId xmlns:a16="http://schemas.microsoft.com/office/drawing/2014/main" id="{69183F6C-73E7-EA31-C806-06A6728EA5A3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2" name="pg3757">
                <a:extLst>
                  <a:ext uri="{FF2B5EF4-FFF2-40B4-BE49-F238E27FC236}">
                    <a16:creationId xmlns:a16="http://schemas.microsoft.com/office/drawing/2014/main" id="{C96586D1-314B-098B-9D86-99287BB671A0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3" name="pg3758">
                <a:extLst>
                  <a:ext uri="{FF2B5EF4-FFF2-40B4-BE49-F238E27FC236}">
                    <a16:creationId xmlns:a16="http://schemas.microsoft.com/office/drawing/2014/main" id="{E54C769F-6A1F-EC75-42C8-B11D2D102F41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4" name="pg3759">
                <a:extLst>
                  <a:ext uri="{FF2B5EF4-FFF2-40B4-BE49-F238E27FC236}">
                    <a16:creationId xmlns:a16="http://schemas.microsoft.com/office/drawing/2014/main" id="{9EF542D8-882E-9982-3C45-C99FF8484802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5" name="pg3760">
                <a:extLst>
                  <a:ext uri="{FF2B5EF4-FFF2-40B4-BE49-F238E27FC236}">
                    <a16:creationId xmlns:a16="http://schemas.microsoft.com/office/drawing/2014/main" id="{D3956A19-B6B0-00E4-2D66-E685E502682B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6" name="pg3761">
                <a:extLst>
                  <a:ext uri="{FF2B5EF4-FFF2-40B4-BE49-F238E27FC236}">
                    <a16:creationId xmlns:a16="http://schemas.microsoft.com/office/drawing/2014/main" id="{9284F1DB-31C0-ABB4-9DED-7646F4B097A0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7" name="pg3762">
                <a:extLst>
                  <a:ext uri="{FF2B5EF4-FFF2-40B4-BE49-F238E27FC236}">
                    <a16:creationId xmlns:a16="http://schemas.microsoft.com/office/drawing/2014/main" id="{6DCEE242-80D3-BE4D-AE1E-46E73C1BABA2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8" name="pg3763">
                <a:extLst>
                  <a:ext uri="{FF2B5EF4-FFF2-40B4-BE49-F238E27FC236}">
                    <a16:creationId xmlns:a16="http://schemas.microsoft.com/office/drawing/2014/main" id="{D066575D-6A89-D32B-500E-B4E6D5ACB88B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9" name="pg3764">
                <a:extLst>
                  <a:ext uri="{FF2B5EF4-FFF2-40B4-BE49-F238E27FC236}">
                    <a16:creationId xmlns:a16="http://schemas.microsoft.com/office/drawing/2014/main" id="{A54730A7-2CEC-6F0E-5226-581AE3B5E5CF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0" name="pg3765">
                <a:extLst>
                  <a:ext uri="{FF2B5EF4-FFF2-40B4-BE49-F238E27FC236}">
                    <a16:creationId xmlns:a16="http://schemas.microsoft.com/office/drawing/2014/main" id="{57611DE8-F366-23E1-76EA-25A6372A90C7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1" name="pg3766">
                <a:extLst>
                  <a:ext uri="{FF2B5EF4-FFF2-40B4-BE49-F238E27FC236}">
                    <a16:creationId xmlns:a16="http://schemas.microsoft.com/office/drawing/2014/main" id="{BB67BA71-F981-3632-0449-A795B34D3543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2" name="pg3767">
                <a:extLst>
                  <a:ext uri="{FF2B5EF4-FFF2-40B4-BE49-F238E27FC236}">
                    <a16:creationId xmlns:a16="http://schemas.microsoft.com/office/drawing/2014/main" id="{19294BEF-3C52-8E8E-AF0F-96EAD69585A3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3" name="pg3768">
                <a:extLst>
                  <a:ext uri="{FF2B5EF4-FFF2-40B4-BE49-F238E27FC236}">
                    <a16:creationId xmlns:a16="http://schemas.microsoft.com/office/drawing/2014/main" id="{EEF73AD8-D16C-D887-D278-CF674E9E3EA2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4" name="pg3769">
                <a:extLst>
                  <a:ext uri="{FF2B5EF4-FFF2-40B4-BE49-F238E27FC236}">
                    <a16:creationId xmlns:a16="http://schemas.microsoft.com/office/drawing/2014/main" id="{D8B50487-0BD6-28A5-3C1F-79061A12A6CE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5" name="pg3770">
                <a:extLst>
                  <a:ext uri="{FF2B5EF4-FFF2-40B4-BE49-F238E27FC236}">
                    <a16:creationId xmlns:a16="http://schemas.microsoft.com/office/drawing/2014/main" id="{3528F7DC-5CC2-1735-B565-0F88BC36821D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6" name="pg3771">
                <a:extLst>
                  <a:ext uri="{FF2B5EF4-FFF2-40B4-BE49-F238E27FC236}">
                    <a16:creationId xmlns:a16="http://schemas.microsoft.com/office/drawing/2014/main" id="{EB62B1EF-F35B-787C-60E2-5A9417C8A57B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7" name="pg3772">
                <a:extLst>
                  <a:ext uri="{FF2B5EF4-FFF2-40B4-BE49-F238E27FC236}">
                    <a16:creationId xmlns:a16="http://schemas.microsoft.com/office/drawing/2014/main" id="{E9D53B5F-7483-DF0F-7E7B-4D2348C1ABA4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8" name="pg3773">
                <a:extLst>
                  <a:ext uri="{FF2B5EF4-FFF2-40B4-BE49-F238E27FC236}">
                    <a16:creationId xmlns:a16="http://schemas.microsoft.com/office/drawing/2014/main" id="{CB9CC23A-9DAB-071E-4A2E-C8860B1347A4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9" name="pg3774">
                <a:extLst>
                  <a:ext uri="{FF2B5EF4-FFF2-40B4-BE49-F238E27FC236}">
                    <a16:creationId xmlns:a16="http://schemas.microsoft.com/office/drawing/2014/main" id="{09E79C0A-7043-F3CD-A7E4-21B7ADEFE1D3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0" name="pg3775">
                <a:extLst>
                  <a:ext uri="{FF2B5EF4-FFF2-40B4-BE49-F238E27FC236}">
                    <a16:creationId xmlns:a16="http://schemas.microsoft.com/office/drawing/2014/main" id="{A20580A3-73E3-508F-E435-31B724370593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1" name="pg3776">
                <a:extLst>
                  <a:ext uri="{FF2B5EF4-FFF2-40B4-BE49-F238E27FC236}">
                    <a16:creationId xmlns:a16="http://schemas.microsoft.com/office/drawing/2014/main" id="{28AEAB9B-F5E5-E6D7-CA0F-CF04279A2E87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2" name="pg3777">
                <a:extLst>
                  <a:ext uri="{FF2B5EF4-FFF2-40B4-BE49-F238E27FC236}">
                    <a16:creationId xmlns:a16="http://schemas.microsoft.com/office/drawing/2014/main" id="{D1E23EB6-F2AC-58D0-9CC8-6A1C261C7A72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3" name="pg3778">
                <a:extLst>
                  <a:ext uri="{FF2B5EF4-FFF2-40B4-BE49-F238E27FC236}">
                    <a16:creationId xmlns:a16="http://schemas.microsoft.com/office/drawing/2014/main" id="{415DDE2A-8F33-66DC-34EA-C83301B2D14C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4" name="pg3779">
                <a:extLst>
                  <a:ext uri="{FF2B5EF4-FFF2-40B4-BE49-F238E27FC236}">
                    <a16:creationId xmlns:a16="http://schemas.microsoft.com/office/drawing/2014/main" id="{78EAC818-D624-7253-A14F-DB25702B2DBF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5" name="pg3780">
                <a:extLst>
                  <a:ext uri="{FF2B5EF4-FFF2-40B4-BE49-F238E27FC236}">
                    <a16:creationId xmlns:a16="http://schemas.microsoft.com/office/drawing/2014/main" id="{C2C7BFAC-AC05-B7E6-E6FF-CD0D9D7A73CD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6" name="pg3781">
                <a:extLst>
                  <a:ext uri="{FF2B5EF4-FFF2-40B4-BE49-F238E27FC236}">
                    <a16:creationId xmlns:a16="http://schemas.microsoft.com/office/drawing/2014/main" id="{E9CA425B-4F02-F42F-01DD-4D7A55BF7C50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7" name="pg3782">
                <a:extLst>
                  <a:ext uri="{FF2B5EF4-FFF2-40B4-BE49-F238E27FC236}">
                    <a16:creationId xmlns:a16="http://schemas.microsoft.com/office/drawing/2014/main" id="{274EF9BC-221D-7A2F-6F98-931AF134E034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8" name="pg3783">
                <a:extLst>
                  <a:ext uri="{FF2B5EF4-FFF2-40B4-BE49-F238E27FC236}">
                    <a16:creationId xmlns:a16="http://schemas.microsoft.com/office/drawing/2014/main" id="{2DC19609-6AA2-D691-A69E-7B5C79755C91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9" name="pg3784">
                <a:extLst>
                  <a:ext uri="{FF2B5EF4-FFF2-40B4-BE49-F238E27FC236}">
                    <a16:creationId xmlns:a16="http://schemas.microsoft.com/office/drawing/2014/main" id="{676B3024-87EA-ABFC-DBD3-05FB755FE476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0" name="pg3785">
                <a:extLst>
                  <a:ext uri="{FF2B5EF4-FFF2-40B4-BE49-F238E27FC236}">
                    <a16:creationId xmlns:a16="http://schemas.microsoft.com/office/drawing/2014/main" id="{FB366B21-0AF0-3A25-B51A-BC00D7396109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1" name="pg3786">
                <a:extLst>
                  <a:ext uri="{FF2B5EF4-FFF2-40B4-BE49-F238E27FC236}">
                    <a16:creationId xmlns:a16="http://schemas.microsoft.com/office/drawing/2014/main" id="{1EFBFF17-C107-51C9-7D80-DB18292EB995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2" name="pg3787">
                <a:extLst>
                  <a:ext uri="{FF2B5EF4-FFF2-40B4-BE49-F238E27FC236}">
                    <a16:creationId xmlns:a16="http://schemas.microsoft.com/office/drawing/2014/main" id="{AB84DC6E-8AC7-79A6-0486-ED95540FAC59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3" name="pg3788">
                <a:extLst>
                  <a:ext uri="{FF2B5EF4-FFF2-40B4-BE49-F238E27FC236}">
                    <a16:creationId xmlns:a16="http://schemas.microsoft.com/office/drawing/2014/main" id="{92B78E87-9E0F-983B-D313-D3AB044D45B5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4" name="pg3789">
                <a:extLst>
                  <a:ext uri="{FF2B5EF4-FFF2-40B4-BE49-F238E27FC236}">
                    <a16:creationId xmlns:a16="http://schemas.microsoft.com/office/drawing/2014/main" id="{B40CB396-B007-480B-F95B-AE1F39A2B042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5" name="pg3790">
                <a:extLst>
                  <a:ext uri="{FF2B5EF4-FFF2-40B4-BE49-F238E27FC236}">
                    <a16:creationId xmlns:a16="http://schemas.microsoft.com/office/drawing/2014/main" id="{51C9BFC7-97B0-2299-8549-259DCFCB6544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6" name="pg3791">
                <a:extLst>
                  <a:ext uri="{FF2B5EF4-FFF2-40B4-BE49-F238E27FC236}">
                    <a16:creationId xmlns:a16="http://schemas.microsoft.com/office/drawing/2014/main" id="{5DE0EC25-99C7-FD59-64F7-0357E0C5CBBB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7" name="pg3792">
                <a:extLst>
                  <a:ext uri="{FF2B5EF4-FFF2-40B4-BE49-F238E27FC236}">
                    <a16:creationId xmlns:a16="http://schemas.microsoft.com/office/drawing/2014/main" id="{1A3724E4-CAB8-421B-2189-3E91FEA7F064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8" name="pg3793">
                <a:extLst>
                  <a:ext uri="{FF2B5EF4-FFF2-40B4-BE49-F238E27FC236}">
                    <a16:creationId xmlns:a16="http://schemas.microsoft.com/office/drawing/2014/main" id="{93B3F762-55C2-D956-F3C8-65C820190575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9" name="pg3794">
                <a:extLst>
                  <a:ext uri="{FF2B5EF4-FFF2-40B4-BE49-F238E27FC236}">
                    <a16:creationId xmlns:a16="http://schemas.microsoft.com/office/drawing/2014/main" id="{15EFA2F3-436C-BA57-A543-6F6075F9F58F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0" name="pg3795">
                <a:extLst>
                  <a:ext uri="{FF2B5EF4-FFF2-40B4-BE49-F238E27FC236}">
                    <a16:creationId xmlns:a16="http://schemas.microsoft.com/office/drawing/2014/main" id="{6E54F88F-3200-29F3-5D66-C062D7B49E4B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1" name="pg3796">
                <a:extLst>
                  <a:ext uri="{FF2B5EF4-FFF2-40B4-BE49-F238E27FC236}">
                    <a16:creationId xmlns:a16="http://schemas.microsoft.com/office/drawing/2014/main" id="{260C75CB-031F-AADD-CE08-147B8259A1C9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2" name="pg3797">
                <a:extLst>
                  <a:ext uri="{FF2B5EF4-FFF2-40B4-BE49-F238E27FC236}">
                    <a16:creationId xmlns:a16="http://schemas.microsoft.com/office/drawing/2014/main" id="{D34E1929-85BA-C66C-B2F8-ADEEDD302E8B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3" name="pg3798">
                <a:extLst>
                  <a:ext uri="{FF2B5EF4-FFF2-40B4-BE49-F238E27FC236}">
                    <a16:creationId xmlns:a16="http://schemas.microsoft.com/office/drawing/2014/main" id="{7DAEA5D0-D5BE-2E48-5FF2-D8EBC4229188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4" name="pg3799">
                <a:extLst>
                  <a:ext uri="{FF2B5EF4-FFF2-40B4-BE49-F238E27FC236}">
                    <a16:creationId xmlns:a16="http://schemas.microsoft.com/office/drawing/2014/main" id="{44F6FB07-0968-9D62-D9EF-1F703B1A8942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5" name="pg3800">
                <a:extLst>
                  <a:ext uri="{FF2B5EF4-FFF2-40B4-BE49-F238E27FC236}">
                    <a16:creationId xmlns:a16="http://schemas.microsoft.com/office/drawing/2014/main" id="{62DA0D29-1595-8325-1861-A39F8F2A3829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6" name="pg3801">
                <a:extLst>
                  <a:ext uri="{FF2B5EF4-FFF2-40B4-BE49-F238E27FC236}">
                    <a16:creationId xmlns:a16="http://schemas.microsoft.com/office/drawing/2014/main" id="{1D7E46E8-0D4C-9F27-4086-56B6ABF441BB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7" name="pg3802">
                <a:extLst>
                  <a:ext uri="{FF2B5EF4-FFF2-40B4-BE49-F238E27FC236}">
                    <a16:creationId xmlns:a16="http://schemas.microsoft.com/office/drawing/2014/main" id="{F6D2AEE1-4BA8-8E16-9F89-CAC8A9E6F69E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8" name="pg3803">
                <a:extLst>
                  <a:ext uri="{FF2B5EF4-FFF2-40B4-BE49-F238E27FC236}">
                    <a16:creationId xmlns:a16="http://schemas.microsoft.com/office/drawing/2014/main" id="{C2A3F96F-836D-00D0-EBB4-68FF2622DE57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9" name="pg3804">
                <a:extLst>
                  <a:ext uri="{FF2B5EF4-FFF2-40B4-BE49-F238E27FC236}">
                    <a16:creationId xmlns:a16="http://schemas.microsoft.com/office/drawing/2014/main" id="{8D7DBB35-2858-9B7A-EDB4-9A012DEF45BB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0" name="pg3805">
                <a:extLst>
                  <a:ext uri="{FF2B5EF4-FFF2-40B4-BE49-F238E27FC236}">
                    <a16:creationId xmlns:a16="http://schemas.microsoft.com/office/drawing/2014/main" id="{C98C76DB-8B01-C1C2-6224-427859429850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1" name="pg3806">
                <a:extLst>
                  <a:ext uri="{FF2B5EF4-FFF2-40B4-BE49-F238E27FC236}">
                    <a16:creationId xmlns:a16="http://schemas.microsoft.com/office/drawing/2014/main" id="{0DAB8383-6F99-9C77-2BF5-5D2BCBAD7711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2" name="pg3807">
                <a:extLst>
                  <a:ext uri="{FF2B5EF4-FFF2-40B4-BE49-F238E27FC236}">
                    <a16:creationId xmlns:a16="http://schemas.microsoft.com/office/drawing/2014/main" id="{435B3BE4-081E-2C17-7124-C08CDAC4C320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3" name="pg3808">
                <a:extLst>
                  <a:ext uri="{FF2B5EF4-FFF2-40B4-BE49-F238E27FC236}">
                    <a16:creationId xmlns:a16="http://schemas.microsoft.com/office/drawing/2014/main" id="{EC1B4F2E-948B-4BE4-270D-0B934AF57E66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4" name="pg3809">
                <a:extLst>
                  <a:ext uri="{FF2B5EF4-FFF2-40B4-BE49-F238E27FC236}">
                    <a16:creationId xmlns:a16="http://schemas.microsoft.com/office/drawing/2014/main" id="{F6DF7C15-A11E-69DB-8D87-EB6D26A1E748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5" name="pg3810">
                <a:extLst>
                  <a:ext uri="{FF2B5EF4-FFF2-40B4-BE49-F238E27FC236}">
                    <a16:creationId xmlns:a16="http://schemas.microsoft.com/office/drawing/2014/main" id="{BB10A717-7313-1833-3B19-8F3A28F288A1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6" name="pg3811">
                <a:extLst>
                  <a:ext uri="{FF2B5EF4-FFF2-40B4-BE49-F238E27FC236}">
                    <a16:creationId xmlns:a16="http://schemas.microsoft.com/office/drawing/2014/main" id="{AACFC99E-DB90-C503-7FC9-910FA60F13AF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7" name="pg3812">
                <a:extLst>
                  <a:ext uri="{FF2B5EF4-FFF2-40B4-BE49-F238E27FC236}">
                    <a16:creationId xmlns:a16="http://schemas.microsoft.com/office/drawing/2014/main" id="{38BF6A32-C2E2-6946-B831-9D5891BAD00E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8" name="pg3813">
                <a:extLst>
                  <a:ext uri="{FF2B5EF4-FFF2-40B4-BE49-F238E27FC236}">
                    <a16:creationId xmlns:a16="http://schemas.microsoft.com/office/drawing/2014/main" id="{FE7C2C95-49CE-C7F2-EE60-A2A6C206DECB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9" name="pg3814">
                <a:extLst>
                  <a:ext uri="{FF2B5EF4-FFF2-40B4-BE49-F238E27FC236}">
                    <a16:creationId xmlns:a16="http://schemas.microsoft.com/office/drawing/2014/main" id="{C7CB8718-9563-7CE4-53E0-A4EBA759BBA5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0" name="pg3815">
                <a:extLst>
                  <a:ext uri="{FF2B5EF4-FFF2-40B4-BE49-F238E27FC236}">
                    <a16:creationId xmlns:a16="http://schemas.microsoft.com/office/drawing/2014/main" id="{B6129C1D-A5AF-DCA3-7CB3-09CABBAF62A3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1" name="pg3816">
                <a:extLst>
                  <a:ext uri="{FF2B5EF4-FFF2-40B4-BE49-F238E27FC236}">
                    <a16:creationId xmlns:a16="http://schemas.microsoft.com/office/drawing/2014/main" id="{D250CACB-3153-8DBC-8790-3BE456483D9E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2" name="pg3817">
                <a:extLst>
                  <a:ext uri="{FF2B5EF4-FFF2-40B4-BE49-F238E27FC236}">
                    <a16:creationId xmlns:a16="http://schemas.microsoft.com/office/drawing/2014/main" id="{3B37A6FB-17D3-3CAB-1105-CAFC291E451E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3" name="pg3818">
                <a:extLst>
                  <a:ext uri="{FF2B5EF4-FFF2-40B4-BE49-F238E27FC236}">
                    <a16:creationId xmlns:a16="http://schemas.microsoft.com/office/drawing/2014/main" id="{63EAE282-AF15-8CEF-BA61-5452133CC638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4" name="pg3819">
                <a:extLst>
                  <a:ext uri="{FF2B5EF4-FFF2-40B4-BE49-F238E27FC236}">
                    <a16:creationId xmlns:a16="http://schemas.microsoft.com/office/drawing/2014/main" id="{B72EDA70-23A6-B951-312E-BF6674A2846D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5" name="pg3820">
                <a:extLst>
                  <a:ext uri="{FF2B5EF4-FFF2-40B4-BE49-F238E27FC236}">
                    <a16:creationId xmlns:a16="http://schemas.microsoft.com/office/drawing/2014/main" id="{6F3D0B18-032A-E7A8-1A8C-57A8D58F5468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6" name="pg3821">
                <a:extLst>
                  <a:ext uri="{FF2B5EF4-FFF2-40B4-BE49-F238E27FC236}">
                    <a16:creationId xmlns:a16="http://schemas.microsoft.com/office/drawing/2014/main" id="{F42DBBDA-9DB9-E3F4-31E0-491845EEA374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7" name="pg3822">
                <a:extLst>
                  <a:ext uri="{FF2B5EF4-FFF2-40B4-BE49-F238E27FC236}">
                    <a16:creationId xmlns:a16="http://schemas.microsoft.com/office/drawing/2014/main" id="{926DE7ED-C680-F209-78FC-5B86BCC18658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8" name="pg3823">
                <a:extLst>
                  <a:ext uri="{FF2B5EF4-FFF2-40B4-BE49-F238E27FC236}">
                    <a16:creationId xmlns:a16="http://schemas.microsoft.com/office/drawing/2014/main" id="{06EFE1C0-8384-FA8F-3826-573F92D7A134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9" name="pg3824">
                <a:extLst>
                  <a:ext uri="{FF2B5EF4-FFF2-40B4-BE49-F238E27FC236}">
                    <a16:creationId xmlns:a16="http://schemas.microsoft.com/office/drawing/2014/main" id="{9817EA38-C2D7-30B4-CAA4-3CB0949EFB28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0" name="pg3825">
                <a:extLst>
                  <a:ext uri="{FF2B5EF4-FFF2-40B4-BE49-F238E27FC236}">
                    <a16:creationId xmlns:a16="http://schemas.microsoft.com/office/drawing/2014/main" id="{3009EAAF-ADEC-0242-94BE-D34D396F9EFF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1" name="pg3826">
                <a:extLst>
                  <a:ext uri="{FF2B5EF4-FFF2-40B4-BE49-F238E27FC236}">
                    <a16:creationId xmlns:a16="http://schemas.microsoft.com/office/drawing/2014/main" id="{7C2FF99C-91F8-DEAF-14BC-0AFAF8108AD2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2" name="pg3827">
                <a:extLst>
                  <a:ext uri="{FF2B5EF4-FFF2-40B4-BE49-F238E27FC236}">
                    <a16:creationId xmlns:a16="http://schemas.microsoft.com/office/drawing/2014/main" id="{6894ED72-18F0-9546-DD7D-20EFA22371E1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3" name="pg3828">
                <a:extLst>
                  <a:ext uri="{FF2B5EF4-FFF2-40B4-BE49-F238E27FC236}">
                    <a16:creationId xmlns:a16="http://schemas.microsoft.com/office/drawing/2014/main" id="{11CB46F6-270C-0683-AC7A-AAD3D612F75B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4" name="pg3829">
                <a:extLst>
                  <a:ext uri="{FF2B5EF4-FFF2-40B4-BE49-F238E27FC236}">
                    <a16:creationId xmlns:a16="http://schemas.microsoft.com/office/drawing/2014/main" id="{C9DEDFBA-E316-2C98-6DA4-BDB2B4B8066B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5" name="pg3830">
                <a:extLst>
                  <a:ext uri="{FF2B5EF4-FFF2-40B4-BE49-F238E27FC236}">
                    <a16:creationId xmlns:a16="http://schemas.microsoft.com/office/drawing/2014/main" id="{9D1F3AF1-163C-D966-97A3-17BC8B595718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6" name="pg3831">
                <a:extLst>
                  <a:ext uri="{FF2B5EF4-FFF2-40B4-BE49-F238E27FC236}">
                    <a16:creationId xmlns:a16="http://schemas.microsoft.com/office/drawing/2014/main" id="{6126EBDA-CEFC-D3C4-935C-C9898EB2273E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7" name="pg3832">
                <a:extLst>
                  <a:ext uri="{FF2B5EF4-FFF2-40B4-BE49-F238E27FC236}">
                    <a16:creationId xmlns:a16="http://schemas.microsoft.com/office/drawing/2014/main" id="{0C5B2257-12F7-D6BE-7EBB-7EA486D32C93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8" name="pg3833">
                <a:extLst>
                  <a:ext uri="{FF2B5EF4-FFF2-40B4-BE49-F238E27FC236}">
                    <a16:creationId xmlns:a16="http://schemas.microsoft.com/office/drawing/2014/main" id="{F9C30C83-1635-89BC-FC21-79A07944FE34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9" name="pg3834">
                <a:extLst>
                  <a:ext uri="{FF2B5EF4-FFF2-40B4-BE49-F238E27FC236}">
                    <a16:creationId xmlns:a16="http://schemas.microsoft.com/office/drawing/2014/main" id="{B1E51A35-AD14-FA19-B38A-328815046895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0" name="pg3835">
                <a:extLst>
                  <a:ext uri="{FF2B5EF4-FFF2-40B4-BE49-F238E27FC236}">
                    <a16:creationId xmlns:a16="http://schemas.microsoft.com/office/drawing/2014/main" id="{0020A07B-6600-9A3F-01FD-F81CDAD2845D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1" name="pg3836">
                <a:extLst>
                  <a:ext uri="{FF2B5EF4-FFF2-40B4-BE49-F238E27FC236}">
                    <a16:creationId xmlns:a16="http://schemas.microsoft.com/office/drawing/2014/main" id="{56361051-C54B-9800-87D0-B1F0B3120E69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2" name="pg3837">
                <a:extLst>
                  <a:ext uri="{FF2B5EF4-FFF2-40B4-BE49-F238E27FC236}">
                    <a16:creationId xmlns:a16="http://schemas.microsoft.com/office/drawing/2014/main" id="{D193DF68-58F1-1513-C789-2F4197F542F3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3" name="pg3838">
                <a:extLst>
                  <a:ext uri="{FF2B5EF4-FFF2-40B4-BE49-F238E27FC236}">
                    <a16:creationId xmlns:a16="http://schemas.microsoft.com/office/drawing/2014/main" id="{8CC08E65-39B1-2CCD-51AD-6CAFAD9D1339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4" name="pg3839">
                <a:extLst>
                  <a:ext uri="{FF2B5EF4-FFF2-40B4-BE49-F238E27FC236}">
                    <a16:creationId xmlns:a16="http://schemas.microsoft.com/office/drawing/2014/main" id="{BCA8A8BF-EE0C-0CCE-9D36-AE9288FDEC43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5" name="pg3840">
                <a:extLst>
                  <a:ext uri="{FF2B5EF4-FFF2-40B4-BE49-F238E27FC236}">
                    <a16:creationId xmlns:a16="http://schemas.microsoft.com/office/drawing/2014/main" id="{9ED5C8F9-0BBA-F553-0C39-84058BE7B7E8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6" name="pg3841">
                <a:extLst>
                  <a:ext uri="{FF2B5EF4-FFF2-40B4-BE49-F238E27FC236}">
                    <a16:creationId xmlns:a16="http://schemas.microsoft.com/office/drawing/2014/main" id="{952EB513-9FE7-A516-0010-755D8B14281B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7" name="pg3842">
                <a:extLst>
                  <a:ext uri="{FF2B5EF4-FFF2-40B4-BE49-F238E27FC236}">
                    <a16:creationId xmlns:a16="http://schemas.microsoft.com/office/drawing/2014/main" id="{84FFEE69-316D-A592-68BA-1FBCA99EECA6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8" name="pg3843">
                <a:extLst>
                  <a:ext uri="{FF2B5EF4-FFF2-40B4-BE49-F238E27FC236}">
                    <a16:creationId xmlns:a16="http://schemas.microsoft.com/office/drawing/2014/main" id="{2EF0CC9D-A184-D749-FB0E-084D1959311F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9" name="pg3844">
                <a:extLst>
                  <a:ext uri="{FF2B5EF4-FFF2-40B4-BE49-F238E27FC236}">
                    <a16:creationId xmlns:a16="http://schemas.microsoft.com/office/drawing/2014/main" id="{0C6B1EB5-D09C-8424-6B3C-B78D74C9900C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0" name="pg3845">
                <a:extLst>
                  <a:ext uri="{FF2B5EF4-FFF2-40B4-BE49-F238E27FC236}">
                    <a16:creationId xmlns:a16="http://schemas.microsoft.com/office/drawing/2014/main" id="{C8B06D54-8B0C-D025-D14D-A52FB5F69046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1" name="pg3846">
                <a:extLst>
                  <a:ext uri="{FF2B5EF4-FFF2-40B4-BE49-F238E27FC236}">
                    <a16:creationId xmlns:a16="http://schemas.microsoft.com/office/drawing/2014/main" id="{62969183-F517-A8BD-0390-2F660E588998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2" name="pg3847">
                <a:extLst>
                  <a:ext uri="{FF2B5EF4-FFF2-40B4-BE49-F238E27FC236}">
                    <a16:creationId xmlns:a16="http://schemas.microsoft.com/office/drawing/2014/main" id="{4F9D8B31-0D1B-D8FD-3D78-D5EDA04098A2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3" name="pg3848">
                <a:extLst>
                  <a:ext uri="{FF2B5EF4-FFF2-40B4-BE49-F238E27FC236}">
                    <a16:creationId xmlns:a16="http://schemas.microsoft.com/office/drawing/2014/main" id="{3CAC71A9-93C7-FD0C-3DE3-D745E91DD3A0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4" name="pg3849">
                <a:extLst>
                  <a:ext uri="{FF2B5EF4-FFF2-40B4-BE49-F238E27FC236}">
                    <a16:creationId xmlns:a16="http://schemas.microsoft.com/office/drawing/2014/main" id="{72C95D0D-32ED-6A8C-A59A-4E0CD022044F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5" name="pg3850">
                <a:extLst>
                  <a:ext uri="{FF2B5EF4-FFF2-40B4-BE49-F238E27FC236}">
                    <a16:creationId xmlns:a16="http://schemas.microsoft.com/office/drawing/2014/main" id="{4A4394D7-118D-C55D-7155-5E2BEEC4FDC6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6" name="pg3851">
                <a:extLst>
                  <a:ext uri="{FF2B5EF4-FFF2-40B4-BE49-F238E27FC236}">
                    <a16:creationId xmlns:a16="http://schemas.microsoft.com/office/drawing/2014/main" id="{D483DEE8-F0FB-1ECC-E190-2B2E054754EB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7" name="pg3852">
                <a:extLst>
                  <a:ext uri="{FF2B5EF4-FFF2-40B4-BE49-F238E27FC236}">
                    <a16:creationId xmlns:a16="http://schemas.microsoft.com/office/drawing/2014/main" id="{509BBC94-7B12-3499-BC6A-E171BBD726D5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8" name="pg3853">
                <a:extLst>
                  <a:ext uri="{FF2B5EF4-FFF2-40B4-BE49-F238E27FC236}">
                    <a16:creationId xmlns:a16="http://schemas.microsoft.com/office/drawing/2014/main" id="{5E1A97EA-43FC-F05B-9830-B4F17A91C8E9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9" name="pg3854">
                <a:extLst>
                  <a:ext uri="{FF2B5EF4-FFF2-40B4-BE49-F238E27FC236}">
                    <a16:creationId xmlns:a16="http://schemas.microsoft.com/office/drawing/2014/main" id="{52F526DF-536E-BA01-21B2-2E26947D6B3D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0" name="pg3855">
                <a:extLst>
                  <a:ext uri="{FF2B5EF4-FFF2-40B4-BE49-F238E27FC236}">
                    <a16:creationId xmlns:a16="http://schemas.microsoft.com/office/drawing/2014/main" id="{24DB5FD6-88B3-488B-F3F8-8E5F41593909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1" name="pg3856">
                <a:extLst>
                  <a:ext uri="{FF2B5EF4-FFF2-40B4-BE49-F238E27FC236}">
                    <a16:creationId xmlns:a16="http://schemas.microsoft.com/office/drawing/2014/main" id="{5408866C-3235-3CC6-4826-8D3BB08B9275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2" name="pg3857">
                <a:extLst>
                  <a:ext uri="{FF2B5EF4-FFF2-40B4-BE49-F238E27FC236}">
                    <a16:creationId xmlns:a16="http://schemas.microsoft.com/office/drawing/2014/main" id="{740E7C83-0A76-CE9E-F0A4-C7BD9AD9573E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3" name="pg3858">
                <a:extLst>
                  <a:ext uri="{FF2B5EF4-FFF2-40B4-BE49-F238E27FC236}">
                    <a16:creationId xmlns:a16="http://schemas.microsoft.com/office/drawing/2014/main" id="{865F3962-E281-FE62-E5C5-F9A4CE1BDB33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4" name="pg3859">
                <a:extLst>
                  <a:ext uri="{FF2B5EF4-FFF2-40B4-BE49-F238E27FC236}">
                    <a16:creationId xmlns:a16="http://schemas.microsoft.com/office/drawing/2014/main" id="{6A6C26D4-3998-B104-1F31-08CAB669DC06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5" name="pg3860">
                <a:extLst>
                  <a:ext uri="{FF2B5EF4-FFF2-40B4-BE49-F238E27FC236}">
                    <a16:creationId xmlns:a16="http://schemas.microsoft.com/office/drawing/2014/main" id="{79568949-3F90-BEBB-27DF-C89C217FD1A2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6" name="pg3861">
                <a:extLst>
                  <a:ext uri="{FF2B5EF4-FFF2-40B4-BE49-F238E27FC236}">
                    <a16:creationId xmlns:a16="http://schemas.microsoft.com/office/drawing/2014/main" id="{782865AD-D358-2BCB-5A4C-CB924E3EC22A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7" name="pg3862">
                <a:extLst>
                  <a:ext uri="{FF2B5EF4-FFF2-40B4-BE49-F238E27FC236}">
                    <a16:creationId xmlns:a16="http://schemas.microsoft.com/office/drawing/2014/main" id="{9252774B-DB3E-3F95-CC7E-AB50BDC3A74D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8" name="pg3863">
                <a:extLst>
                  <a:ext uri="{FF2B5EF4-FFF2-40B4-BE49-F238E27FC236}">
                    <a16:creationId xmlns:a16="http://schemas.microsoft.com/office/drawing/2014/main" id="{BD97244D-B37E-E0AC-42F5-DCD3841EAD91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9" name="pg3864">
                <a:extLst>
                  <a:ext uri="{FF2B5EF4-FFF2-40B4-BE49-F238E27FC236}">
                    <a16:creationId xmlns:a16="http://schemas.microsoft.com/office/drawing/2014/main" id="{A2D9D627-0285-AC97-BF0A-E4D62C9C9703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0" name="pg3865">
                <a:extLst>
                  <a:ext uri="{FF2B5EF4-FFF2-40B4-BE49-F238E27FC236}">
                    <a16:creationId xmlns:a16="http://schemas.microsoft.com/office/drawing/2014/main" id="{7FAE79E0-2220-F27C-47E8-221EA0C8F634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1" name="pg3866">
                <a:extLst>
                  <a:ext uri="{FF2B5EF4-FFF2-40B4-BE49-F238E27FC236}">
                    <a16:creationId xmlns:a16="http://schemas.microsoft.com/office/drawing/2014/main" id="{8F0CE1C5-B044-033E-1929-C97D6AAF5FFA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2" name="pg3867">
                <a:extLst>
                  <a:ext uri="{FF2B5EF4-FFF2-40B4-BE49-F238E27FC236}">
                    <a16:creationId xmlns:a16="http://schemas.microsoft.com/office/drawing/2014/main" id="{9DC71B79-756A-AC1F-FC0D-99146A4C97D8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3" name="pg3868">
                <a:extLst>
                  <a:ext uri="{FF2B5EF4-FFF2-40B4-BE49-F238E27FC236}">
                    <a16:creationId xmlns:a16="http://schemas.microsoft.com/office/drawing/2014/main" id="{A588C111-BCEF-CB39-6BAD-CDCB6A81FC03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4" name="pg3869">
                <a:extLst>
                  <a:ext uri="{FF2B5EF4-FFF2-40B4-BE49-F238E27FC236}">
                    <a16:creationId xmlns:a16="http://schemas.microsoft.com/office/drawing/2014/main" id="{D0195600-F677-AB37-6497-8048C370A5B2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5" name="pg3870">
                <a:extLst>
                  <a:ext uri="{FF2B5EF4-FFF2-40B4-BE49-F238E27FC236}">
                    <a16:creationId xmlns:a16="http://schemas.microsoft.com/office/drawing/2014/main" id="{EE1CF33B-7A9D-9A72-B97B-6AA8A91CB79C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6" name="pg3871">
                <a:extLst>
                  <a:ext uri="{FF2B5EF4-FFF2-40B4-BE49-F238E27FC236}">
                    <a16:creationId xmlns:a16="http://schemas.microsoft.com/office/drawing/2014/main" id="{11A0138B-48AC-2DA3-6033-AE5523EA4123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7" name="pg3872">
                <a:extLst>
                  <a:ext uri="{FF2B5EF4-FFF2-40B4-BE49-F238E27FC236}">
                    <a16:creationId xmlns:a16="http://schemas.microsoft.com/office/drawing/2014/main" id="{9BF2F361-157B-1F5E-EE26-5DC2F9A2DB1B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8" name="pg3873">
                <a:extLst>
                  <a:ext uri="{FF2B5EF4-FFF2-40B4-BE49-F238E27FC236}">
                    <a16:creationId xmlns:a16="http://schemas.microsoft.com/office/drawing/2014/main" id="{623C9D50-6D39-03DD-2185-F56FF9B9E583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9" name="pg3874">
                <a:extLst>
                  <a:ext uri="{FF2B5EF4-FFF2-40B4-BE49-F238E27FC236}">
                    <a16:creationId xmlns:a16="http://schemas.microsoft.com/office/drawing/2014/main" id="{C4234277-5168-B578-2B03-B4F4B0FF88DE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0" name="pg3875">
                <a:extLst>
                  <a:ext uri="{FF2B5EF4-FFF2-40B4-BE49-F238E27FC236}">
                    <a16:creationId xmlns:a16="http://schemas.microsoft.com/office/drawing/2014/main" id="{E6189AA0-B1D2-1425-CC6D-F398A5F28098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1" name="pg3876">
                <a:extLst>
                  <a:ext uri="{FF2B5EF4-FFF2-40B4-BE49-F238E27FC236}">
                    <a16:creationId xmlns:a16="http://schemas.microsoft.com/office/drawing/2014/main" id="{220A78DF-DDBA-35BB-EFCE-8259A90B0DF5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2" name="pg3877">
                <a:extLst>
                  <a:ext uri="{FF2B5EF4-FFF2-40B4-BE49-F238E27FC236}">
                    <a16:creationId xmlns:a16="http://schemas.microsoft.com/office/drawing/2014/main" id="{AD784F84-6A6B-FFF5-D4BB-9CB69CB6EBDF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3" name="pg3878">
                <a:extLst>
                  <a:ext uri="{FF2B5EF4-FFF2-40B4-BE49-F238E27FC236}">
                    <a16:creationId xmlns:a16="http://schemas.microsoft.com/office/drawing/2014/main" id="{4E571972-BA4A-CA1B-902B-B56D707BAD7D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4" name="pg3879">
                <a:extLst>
                  <a:ext uri="{FF2B5EF4-FFF2-40B4-BE49-F238E27FC236}">
                    <a16:creationId xmlns:a16="http://schemas.microsoft.com/office/drawing/2014/main" id="{F3869B52-18D3-38D1-A721-C293002C9948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5" name="pg3880">
                <a:extLst>
                  <a:ext uri="{FF2B5EF4-FFF2-40B4-BE49-F238E27FC236}">
                    <a16:creationId xmlns:a16="http://schemas.microsoft.com/office/drawing/2014/main" id="{A06FB2A1-225F-BF19-3711-F7FAA93AB0B5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6" name="pg3881">
                <a:extLst>
                  <a:ext uri="{FF2B5EF4-FFF2-40B4-BE49-F238E27FC236}">
                    <a16:creationId xmlns:a16="http://schemas.microsoft.com/office/drawing/2014/main" id="{75BB5D09-47B4-C64F-FED3-EA18282215EE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7" name="pg3882">
                <a:extLst>
                  <a:ext uri="{FF2B5EF4-FFF2-40B4-BE49-F238E27FC236}">
                    <a16:creationId xmlns:a16="http://schemas.microsoft.com/office/drawing/2014/main" id="{EF000E22-4A0B-3A15-CFEB-4295706BA48E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8" name="pg3883">
                <a:extLst>
                  <a:ext uri="{FF2B5EF4-FFF2-40B4-BE49-F238E27FC236}">
                    <a16:creationId xmlns:a16="http://schemas.microsoft.com/office/drawing/2014/main" id="{205FDD62-5B93-E2BA-AB57-DD3B917B9234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9" name="pg3884">
                <a:extLst>
                  <a:ext uri="{FF2B5EF4-FFF2-40B4-BE49-F238E27FC236}">
                    <a16:creationId xmlns:a16="http://schemas.microsoft.com/office/drawing/2014/main" id="{483CF426-A2BA-C251-61AB-DE1953DE0716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0" name="pg3885">
                <a:extLst>
                  <a:ext uri="{FF2B5EF4-FFF2-40B4-BE49-F238E27FC236}">
                    <a16:creationId xmlns:a16="http://schemas.microsoft.com/office/drawing/2014/main" id="{0449973A-F7E5-2FA3-C633-607823835856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1" name="pg3886">
                <a:extLst>
                  <a:ext uri="{FF2B5EF4-FFF2-40B4-BE49-F238E27FC236}">
                    <a16:creationId xmlns:a16="http://schemas.microsoft.com/office/drawing/2014/main" id="{3A75F39E-3D66-BADA-CABD-E3623ED2F0E7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2" name="pg3887">
                <a:extLst>
                  <a:ext uri="{FF2B5EF4-FFF2-40B4-BE49-F238E27FC236}">
                    <a16:creationId xmlns:a16="http://schemas.microsoft.com/office/drawing/2014/main" id="{6F1BD08F-D5B3-AF79-2841-D7187BEB6363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3" name="pg3888">
                <a:extLst>
                  <a:ext uri="{FF2B5EF4-FFF2-40B4-BE49-F238E27FC236}">
                    <a16:creationId xmlns:a16="http://schemas.microsoft.com/office/drawing/2014/main" id="{91A8F4E6-8BDA-43EE-019B-D7B1CC25D739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4" name="pg3889">
                <a:extLst>
                  <a:ext uri="{FF2B5EF4-FFF2-40B4-BE49-F238E27FC236}">
                    <a16:creationId xmlns:a16="http://schemas.microsoft.com/office/drawing/2014/main" id="{EC5C4944-3D37-7BCE-C9B4-A7DC0CB21C8C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5" name="pg3890">
                <a:extLst>
                  <a:ext uri="{FF2B5EF4-FFF2-40B4-BE49-F238E27FC236}">
                    <a16:creationId xmlns:a16="http://schemas.microsoft.com/office/drawing/2014/main" id="{2C2412D9-30BB-11CA-97DC-3A7D33D19D92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6" name="pg3891">
                <a:extLst>
                  <a:ext uri="{FF2B5EF4-FFF2-40B4-BE49-F238E27FC236}">
                    <a16:creationId xmlns:a16="http://schemas.microsoft.com/office/drawing/2014/main" id="{7CAF7E65-A622-3FC5-EEA1-0A13E3BF8E6A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7" name="pg3892">
                <a:extLst>
                  <a:ext uri="{FF2B5EF4-FFF2-40B4-BE49-F238E27FC236}">
                    <a16:creationId xmlns:a16="http://schemas.microsoft.com/office/drawing/2014/main" id="{7B79ACB7-AF2F-1A68-BFFF-D84D534FDCD5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8" name="pg3893">
                <a:extLst>
                  <a:ext uri="{FF2B5EF4-FFF2-40B4-BE49-F238E27FC236}">
                    <a16:creationId xmlns:a16="http://schemas.microsoft.com/office/drawing/2014/main" id="{D5BCA5FF-DCA6-1961-BCE7-2AD3A13D0683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9" name="pg3894">
                <a:extLst>
                  <a:ext uri="{FF2B5EF4-FFF2-40B4-BE49-F238E27FC236}">
                    <a16:creationId xmlns:a16="http://schemas.microsoft.com/office/drawing/2014/main" id="{5467AD76-D8D9-8EF6-DD55-4A6A65CE4ABB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0" name="pg3895">
                <a:extLst>
                  <a:ext uri="{FF2B5EF4-FFF2-40B4-BE49-F238E27FC236}">
                    <a16:creationId xmlns:a16="http://schemas.microsoft.com/office/drawing/2014/main" id="{5D18C73B-7F39-0F91-81CD-91313B94F5DE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1" name="pg3896">
                <a:extLst>
                  <a:ext uri="{FF2B5EF4-FFF2-40B4-BE49-F238E27FC236}">
                    <a16:creationId xmlns:a16="http://schemas.microsoft.com/office/drawing/2014/main" id="{CF5C3C60-04AE-3DA9-AA8C-7B7C64EE482C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2" name="pg3897">
                <a:extLst>
                  <a:ext uri="{FF2B5EF4-FFF2-40B4-BE49-F238E27FC236}">
                    <a16:creationId xmlns:a16="http://schemas.microsoft.com/office/drawing/2014/main" id="{8A808EB5-AE99-5892-0F1B-E98651A4A750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3" name="pg3898">
                <a:extLst>
                  <a:ext uri="{FF2B5EF4-FFF2-40B4-BE49-F238E27FC236}">
                    <a16:creationId xmlns:a16="http://schemas.microsoft.com/office/drawing/2014/main" id="{5B2A2412-D1F7-BDDD-7BAD-C84DD8190A7A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4" name="pg3899">
                <a:extLst>
                  <a:ext uri="{FF2B5EF4-FFF2-40B4-BE49-F238E27FC236}">
                    <a16:creationId xmlns:a16="http://schemas.microsoft.com/office/drawing/2014/main" id="{3A1A6FA9-9544-889F-B439-D4C8E813F22C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5" name="pg3900">
                <a:extLst>
                  <a:ext uri="{FF2B5EF4-FFF2-40B4-BE49-F238E27FC236}">
                    <a16:creationId xmlns:a16="http://schemas.microsoft.com/office/drawing/2014/main" id="{5FB1AFBF-E53B-F3D6-68F9-5BD9A18D962C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6" name="pg3901">
                <a:extLst>
                  <a:ext uri="{FF2B5EF4-FFF2-40B4-BE49-F238E27FC236}">
                    <a16:creationId xmlns:a16="http://schemas.microsoft.com/office/drawing/2014/main" id="{CA8E79B1-9299-F8EC-FEDC-150A5098B420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7" name="pg3902">
                <a:extLst>
                  <a:ext uri="{FF2B5EF4-FFF2-40B4-BE49-F238E27FC236}">
                    <a16:creationId xmlns:a16="http://schemas.microsoft.com/office/drawing/2014/main" id="{91B6D004-6DD6-8996-A85F-0687D8234AD6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8" name="pg3903">
                <a:extLst>
                  <a:ext uri="{FF2B5EF4-FFF2-40B4-BE49-F238E27FC236}">
                    <a16:creationId xmlns:a16="http://schemas.microsoft.com/office/drawing/2014/main" id="{F8D05F1E-8AB7-BD1F-83F5-55DDF6DA5C7C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9" name="pg3904">
                <a:extLst>
                  <a:ext uri="{FF2B5EF4-FFF2-40B4-BE49-F238E27FC236}">
                    <a16:creationId xmlns:a16="http://schemas.microsoft.com/office/drawing/2014/main" id="{6D6C5E6C-2DD7-0215-91C4-ACFD0BE1F6AC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0" name="pg3905">
                <a:extLst>
                  <a:ext uri="{FF2B5EF4-FFF2-40B4-BE49-F238E27FC236}">
                    <a16:creationId xmlns:a16="http://schemas.microsoft.com/office/drawing/2014/main" id="{640DC9BC-EC1D-B542-B743-259CF26A11D3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1" name="pg3906">
                <a:extLst>
                  <a:ext uri="{FF2B5EF4-FFF2-40B4-BE49-F238E27FC236}">
                    <a16:creationId xmlns:a16="http://schemas.microsoft.com/office/drawing/2014/main" id="{70D5D41F-E151-0E91-C851-2E0914500998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2" name="pg3907">
                <a:extLst>
                  <a:ext uri="{FF2B5EF4-FFF2-40B4-BE49-F238E27FC236}">
                    <a16:creationId xmlns:a16="http://schemas.microsoft.com/office/drawing/2014/main" id="{0176C7C4-61BB-A06D-AD4D-FC0079103781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3" name="pg3908">
                <a:extLst>
                  <a:ext uri="{FF2B5EF4-FFF2-40B4-BE49-F238E27FC236}">
                    <a16:creationId xmlns:a16="http://schemas.microsoft.com/office/drawing/2014/main" id="{30FE6427-2F4E-C9B2-D504-936BE9C1539E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4" name="pg3909">
                <a:extLst>
                  <a:ext uri="{FF2B5EF4-FFF2-40B4-BE49-F238E27FC236}">
                    <a16:creationId xmlns:a16="http://schemas.microsoft.com/office/drawing/2014/main" id="{CE2C1173-D841-CFAD-43C2-43BF9CCD9277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5" name="pg3910">
                <a:extLst>
                  <a:ext uri="{FF2B5EF4-FFF2-40B4-BE49-F238E27FC236}">
                    <a16:creationId xmlns:a16="http://schemas.microsoft.com/office/drawing/2014/main" id="{B5ACB409-BCE0-0D77-9F47-3D198E706013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6" name="pg3911">
                <a:extLst>
                  <a:ext uri="{FF2B5EF4-FFF2-40B4-BE49-F238E27FC236}">
                    <a16:creationId xmlns:a16="http://schemas.microsoft.com/office/drawing/2014/main" id="{69750F25-57A2-2761-AF25-4C9C97D34CEB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7" name="pg3912">
                <a:extLst>
                  <a:ext uri="{FF2B5EF4-FFF2-40B4-BE49-F238E27FC236}">
                    <a16:creationId xmlns:a16="http://schemas.microsoft.com/office/drawing/2014/main" id="{977880A2-6634-E492-CCC1-12B2CE64F86A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8" name="pg3913">
                <a:extLst>
                  <a:ext uri="{FF2B5EF4-FFF2-40B4-BE49-F238E27FC236}">
                    <a16:creationId xmlns:a16="http://schemas.microsoft.com/office/drawing/2014/main" id="{0C743263-2B2C-FA01-272D-16B30E4DF7BA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9" name="pg3914">
                <a:extLst>
                  <a:ext uri="{FF2B5EF4-FFF2-40B4-BE49-F238E27FC236}">
                    <a16:creationId xmlns:a16="http://schemas.microsoft.com/office/drawing/2014/main" id="{61D2779E-AA79-D989-D423-C025227095AB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0" name="pg3915">
                <a:extLst>
                  <a:ext uri="{FF2B5EF4-FFF2-40B4-BE49-F238E27FC236}">
                    <a16:creationId xmlns:a16="http://schemas.microsoft.com/office/drawing/2014/main" id="{9CCE3604-CCE3-133D-3BA9-3320521E70AB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1" name="pg3916">
                <a:extLst>
                  <a:ext uri="{FF2B5EF4-FFF2-40B4-BE49-F238E27FC236}">
                    <a16:creationId xmlns:a16="http://schemas.microsoft.com/office/drawing/2014/main" id="{262130B2-7CB5-ACE5-330D-5A99211D8422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2" name="pg3917">
                <a:extLst>
                  <a:ext uri="{FF2B5EF4-FFF2-40B4-BE49-F238E27FC236}">
                    <a16:creationId xmlns:a16="http://schemas.microsoft.com/office/drawing/2014/main" id="{9B15ADE4-C7F9-970C-E315-CEC376BDCD34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3" name="pg3918">
                <a:extLst>
                  <a:ext uri="{FF2B5EF4-FFF2-40B4-BE49-F238E27FC236}">
                    <a16:creationId xmlns:a16="http://schemas.microsoft.com/office/drawing/2014/main" id="{0EF8B850-ABB4-A597-8FD3-0C257E718EB5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4" name="pg3919">
                <a:extLst>
                  <a:ext uri="{FF2B5EF4-FFF2-40B4-BE49-F238E27FC236}">
                    <a16:creationId xmlns:a16="http://schemas.microsoft.com/office/drawing/2014/main" id="{BA8605D5-0B22-0C14-0CF7-5E7CDDA19E5B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5" name="pg3920">
                <a:extLst>
                  <a:ext uri="{FF2B5EF4-FFF2-40B4-BE49-F238E27FC236}">
                    <a16:creationId xmlns:a16="http://schemas.microsoft.com/office/drawing/2014/main" id="{FB75914D-61CC-80BD-4774-EAE5139D7E21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6" name="pg3921">
                <a:extLst>
                  <a:ext uri="{FF2B5EF4-FFF2-40B4-BE49-F238E27FC236}">
                    <a16:creationId xmlns:a16="http://schemas.microsoft.com/office/drawing/2014/main" id="{C24D0C27-E633-D2E1-4FC0-C92AA07B2C4C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7" name="pg3922">
                <a:extLst>
                  <a:ext uri="{FF2B5EF4-FFF2-40B4-BE49-F238E27FC236}">
                    <a16:creationId xmlns:a16="http://schemas.microsoft.com/office/drawing/2014/main" id="{F595D060-B02E-1749-47E4-460204A8F0F2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8" name="pg3923">
                <a:extLst>
                  <a:ext uri="{FF2B5EF4-FFF2-40B4-BE49-F238E27FC236}">
                    <a16:creationId xmlns:a16="http://schemas.microsoft.com/office/drawing/2014/main" id="{656451C1-C1D9-8396-1680-50F63F68938E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9" name="pt3924">
                <a:extLst>
                  <a:ext uri="{FF2B5EF4-FFF2-40B4-BE49-F238E27FC236}">
                    <a16:creationId xmlns:a16="http://schemas.microsoft.com/office/drawing/2014/main" id="{CC7029E6-BC4D-E6B4-1C08-6E87DB0E2748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40A2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0" name="pt3925">
                <a:extLst>
                  <a:ext uri="{FF2B5EF4-FFF2-40B4-BE49-F238E27FC236}">
                    <a16:creationId xmlns:a16="http://schemas.microsoft.com/office/drawing/2014/main" id="{AD5F8417-BB61-4B90-DA24-93B5B4717FDB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6ED2B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1" name="pt3926">
                <a:extLst>
                  <a:ext uri="{FF2B5EF4-FFF2-40B4-BE49-F238E27FC236}">
                    <a16:creationId xmlns:a16="http://schemas.microsoft.com/office/drawing/2014/main" id="{F7D8B83E-EA5E-B83C-AF56-70B5C7C38B3A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A7E3C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2" name="pt3927">
                <a:extLst>
                  <a:ext uri="{FF2B5EF4-FFF2-40B4-BE49-F238E27FC236}">
                    <a16:creationId xmlns:a16="http://schemas.microsoft.com/office/drawing/2014/main" id="{82CE40B0-BB4F-2A64-AD85-780568070401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6FD2B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3" name="pt3928">
                <a:extLst>
                  <a:ext uri="{FF2B5EF4-FFF2-40B4-BE49-F238E27FC236}">
                    <a16:creationId xmlns:a16="http://schemas.microsoft.com/office/drawing/2014/main" id="{7262EF67-5534-4832-EE44-29FE2F42B883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BFEBD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4" name="pt3929">
                <a:extLst>
                  <a:ext uri="{FF2B5EF4-FFF2-40B4-BE49-F238E27FC236}">
                    <a16:creationId xmlns:a16="http://schemas.microsoft.com/office/drawing/2014/main" id="{3711276C-CE90-30C8-ADF6-AA229824D841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6B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5" name="pt3930">
                <a:extLst>
                  <a:ext uri="{FF2B5EF4-FFF2-40B4-BE49-F238E27FC236}">
                    <a16:creationId xmlns:a16="http://schemas.microsoft.com/office/drawing/2014/main" id="{C11C6312-F5D2-F7AC-7C51-B78D281B28B7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54BB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6" name="pt3931">
                <a:extLst>
                  <a:ext uri="{FF2B5EF4-FFF2-40B4-BE49-F238E27FC236}">
                    <a16:creationId xmlns:a16="http://schemas.microsoft.com/office/drawing/2014/main" id="{2774CBE0-2F0B-CFA6-9C56-DA9FDE931DCD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58C2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7" name="pt3932">
                <a:extLst>
                  <a:ext uri="{FF2B5EF4-FFF2-40B4-BE49-F238E27FC236}">
                    <a16:creationId xmlns:a16="http://schemas.microsoft.com/office/drawing/2014/main" id="{B803FCF7-1166-2BF1-21B9-C8E827571B5D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AFE6C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8" name="pt3933">
                <a:extLst>
                  <a:ext uri="{FF2B5EF4-FFF2-40B4-BE49-F238E27FC236}">
                    <a16:creationId xmlns:a16="http://schemas.microsoft.com/office/drawing/2014/main" id="{76EBAB5B-4632-71C3-CA01-54631B3495BA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99DFC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9" name="pt3934">
                <a:extLst>
                  <a:ext uri="{FF2B5EF4-FFF2-40B4-BE49-F238E27FC236}">
                    <a16:creationId xmlns:a16="http://schemas.microsoft.com/office/drawing/2014/main" id="{FD338900-9ECF-D60D-103F-FD18637321A3}"/>
                  </a:ext>
                </a:extLst>
              </p:cNvPr>
              <p:cNvSpPr/>
              <p:nvPr/>
            </p:nvSpPr>
            <p:spPr>
              <a:xfrm>
                <a:off x="3118737" y="4784820"/>
                <a:ext cx="63202" cy="63202"/>
              </a:xfrm>
              <a:prstGeom prst="ellipse">
                <a:avLst/>
              </a:prstGeom>
              <a:solidFill>
                <a:srgbClr val="8FDBB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0" name="pt3935">
                <a:extLst>
                  <a:ext uri="{FF2B5EF4-FFF2-40B4-BE49-F238E27FC236}">
                    <a16:creationId xmlns:a16="http://schemas.microsoft.com/office/drawing/2014/main" id="{A536FACE-8EC4-1E6C-07EC-E56001D5DFAD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84D8B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1" name="pt3936">
                <a:extLst>
                  <a:ext uri="{FF2B5EF4-FFF2-40B4-BE49-F238E27FC236}">
                    <a16:creationId xmlns:a16="http://schemas.microsoft.com/office/drawing/2014/main" id="{BE59EEAE-27F2-6F44-B2DD-9C4B72659158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9ADFC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2" name="pt3937">
                <a:extLst>
                  <a:ext uri="{FF2B5EF4-FFF2-40B4-BE49-F238E27FC236}">
                    <a16:creationId xmlns:a16="http://schemas.microsoft.com/office/drawing/2014/main" id="{C57B9372-6F39-207B-9827-B99E607CA820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59C4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3" name="pt3938">
                <a:extLst>
                  <a:ext uri="{FF2B5EF4-FFF2-40B4-BE49-F238E27FC236}">
                    <a16:creationId xmlns:a16="http://schemas.microsoft.com/office/drawing/2014/main" id="{F6F3083E-48EB-BB7E-7F1E-6A73D31D231D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86D9B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4" name="pt3939">
                <a:extLst>
                  <a:ext uri="{FF2B5EF4-FFF2-40B4-BE49-F238E27FC236}">
                    <a16:creationId xmlns:a16="http://schemas.microsoft.com/office/drawing/2014/main" id="{BE3CE62D-813C-A826-BE62-AD9233721EFC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A4E2C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5" name="pt3940">
                <a:extLst>
                  <a:ext uri="{FF2B5EF4-FFF2-40B4-BE49-F238E27FC236}">
                    <a16:creationId xmlns:a16="http://schemas.microsoft.com/office/drawing/2014/main" id="{DDD5D365-D442-A3BC-DFA3-17B6E23165F3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73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6" name="pt3941">
                <a:extLst>
                  <a:ext uri="{FF2B5EF4-FFF2-40B4-BE49-F238E27FC236}">
                    <a16:creationId xmlns:a16="http://schemas.microsoft.com/office/drawing/2014/main" id="{E59D02B9-A3F9-EF4E-8034-AD737BFB4133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82D7B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7" name="pt3942">
                <a:extLst>
                  <a:ext uri="{FF2B5EF4-FFF2-40B4-BE49-F238E27FC236}">
                    <a16:creationId xmlns:a16="http://schemas.microsoft.com/office/drawing/2014/main" id="{D826C924-1AFE-7B62-0094-CC747CFA2D15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5FCD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8" name="pt3943">
                <a:extLst>
                  <a:ext uri="{FF2B5EF4-FFF2-40B4-BE49-F238E27FC236}">
                    <a16:creationId xmlns:a16="http://schemas.microsoft.com/office/drawing/2014/main" id="{73B23BD1-6CC0-D71E-0BF0-87D56E906E1D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51B8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9" name="pt3944">
                <a:extLst>
                  <a:ext uri="{FF2B5EF4-FFF2-40B4-BE49-F238E27FC236}">
                    <a16:creationId xmlns:a16="http://schemas.microsoft.com/office/drawing/2014/main" id="{4F695A86-BE87-B4DE-F27F-013D8FD07E58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72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0" name="pt3945">
                <a:extLst>
                  <a:ext uri="{FF2B5EF4-FFF2-40B4-BE49-F238E27FC236}">
                    <a16:creationId xmlns:a16="http://schemas.microsoft.com/office/drawing/2014/main" id="{758BA656-171B-BFA6-57D1-AAE6671502DA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1" name="pt3946">
                <a:extLst>
                  <a:ext uri="{FF2B5EF4-FFF2-40B4-BE49-F238E27FC236}">
                    <a16:creationId xmlns:a16="http://schemas.microsoft.com/office/drawing/2014/main" id="{7C20FD9A-E56D-92BA-D934-9DE52518F7FA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74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2" name="pt3947">
                <a:extLst>
                  <a:ext uri="{FF2B5EF4-FFF2-40B4-BE49-F238E27FC236}">
                    <a16:creationId xmlns:a16="http://schemas.microsoft.com/office/drawing/2014/main" id="{9BE53EE1-839E-7091-190C-E18A93091FB2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56BF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3" name="pt3948">
                <a:extLst>
                  <a:ext uri="{FF2B5EF4-FFF2-40B4-BE49-F238E27FC236}">
                    <a16:creationId xmlns:a16="http://schemas.microsoft.com/office/drawing/2014/main" id="{D1FBD7C5-2A9C-8383-1964-C82995496D57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81D7B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4" name="pt3949">
                <a:extLst>
                  <a:ext uri="{FF2B5EF4-FFF2-40B4-BE49-F238E27FC236}">
                    <a16:creationId xmlns:a16="http://schemas.microsoft.com/office/drawing/2014/main" id="{F48BE59D-6CE6-7025-0CF0-BC31C1CF98AF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5" name="pt3950">
                <a:extLst>
                  <a:ext uri="{FF2B5EF4-FFF2-40B4-BE49-F238E27FC236}">
                    <a16:creationId xmlns:a16="http://schemas.microsoft.com/office/drawing/2014/main" id="{B179A9C5-B3BA-7F5A-7A6C-F291198A9AE1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9ADFC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6" name="pt3951">
                <a:extLst>
                  <a:ext uri="{FF2B5EF4-FFF2-40B4-BE49-F238E27FC236}">
                    <a16:creationId xmlns:a16="http://schemas.microsoft.com/office/drawing/2014/main" id="{66124D30-834B-7533-2247-687CF96043BB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41A4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7" name="pt3952">
                <a:extLst>
                  <a:ext uri="{FF2B5EF4-FFF2-40B4-BE49-F238E27FC236}">
                    <a16:creationId xmlns:a16="http://schemas.microsoft.com/office/drawing/2014/main" id="{653473B7-6ADC-3C28-E4C4-5D874DFC5004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95E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8" name="pt3953">
                <a:extLst>
                  <a:ext uri="{FF2B5EF4-FFF2-40B4-BE49-F238E27FC236}">
                    <a16:creationId xmlns:a16="http://schemas.microsoft.com/office/drawing/2014/main" id="{1C6485EF-C3BC-C015-E0BD-4DEE53532BE5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D3F1D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9" name="pt3954">
                <a:extLst>
                  <a:ext uri="{FF2B5EF4-FFF2-40B4-BE49-F238E27FC236}">
                    <a16:creationId xmlns:a16="http://schemas.microsoft.com/office/drawing/2014/main" id="{4EFEA9D0-5671-6C86-9FA8-42F320C5BCE7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47AA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0" name="pt3955">
                <a:extLst>
                  <a:ext uri="{FF2B5EF4-FFF2-40B4-BE49-F238E27FC236}">
                    <a16:creationId xmlns:a16="http://schemas.microsoft.com/office/drawing/2014/main" id="{E6225C2A-E88A-FD6A-3810-49B751795C0A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77D4B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1" name="pt3956">
                <a:extLst>
                  <a:ext uri="{FF2B5EF4-FFF2-40B4-BE49-F238E27FC236}">
                    <a16:creationId xmlns:a16="http://schemas.microsoft.com/office/drawing/2014/main" id="{41824FBB-8D7D-B3BE-4AD3-4EB3B95792E1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55BD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2" name="pt3957">
                <a:extLst>
                  <a:ext uri="{FF2B5EF4-FFF2-40B4-BE49-F238E27FC236}">
                    <a16:creationId xmlns:a16="http://schemas.microsoft.com/office/drawing/2014/main" id="{0C9A77C9-D2CE-EC0D-D0BE-F2A56EDB2730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A77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3" name="pt3958">
                <a:extLst>
                  <a:ext uri="{FF2B5EF4-FFF2-40B4-BE49-F238E27FC236}">
                    <a16:creationId xmlns:a16="http://schemas.microsoft.com/office/drawing/2014/main" id="{E887CC51-4886-1A30-E157-1145162DF5E2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A599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4" name="pt3959">
                <a:extLst>
                  <a:ext uri="{FF2B5EF4-FFF2-40B4-BE49-F238E27FC236}">
                    <a16:creationId xmlns:a16="http://schemas.microsoft.com/office/drawing/2014/main" id="{6023A1F7-3707-0C9B-8D3A-B5014E96787F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4CB1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5" name="pt3960">
                <a:extLst>
                  <a:ext uri="{FF2B5EF4-FFF2-40B4-BE49-F238E27FC236}">
                    <a16:creationId xmlns:a16="http://schemas.microsoft.com/office/drawing/2014/main" id="{8F4E5B69-9182-1069-4C9A-4A16CB7F7385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56BF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6" name="pt3961">
                <a:extLst>
                  <a:ext uri="{FF2B5EF4-FFF2-40B4-BE49-F238E27FC236}">
                    <a16:creationId xmlns:a16="http://schemas.microsoft.com/office/drawing/2014/main" id="{0AE3F68A-20F0-426E-5D3D-78BF67AB5D34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4FB5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7" name="pl3962">
                <a:extLst>
                  <a:ext uri="{FF2B5EF4-FFF2-40B4-BE49-F238E27FC236}">
                    <a16:creationId xmlns:a16="http://schemas.microsoft.com/office/drawing/2014/main" id="{D6F71BD2-C4AC-4F28-2447-067FAB1DAC5F}"/>
                  </a:ext>
                </a:extLst>
              </p:cNvPr>
              <p:cNvSpPr/>
              <p:nvPr/>
            </p:nvSpPr>
            <p:spPr>
              <a:xfrm>
                <a:off x="2850434" y="4909118"/>
                <a:ext cx="52376" cy="84411"/>
              </a:xfrm>
              <a:custGeom>
                <a:avLst/>
                <a:gdLst/>
                <a:ahLst/>
                <a:cxnLst/>
                <a:rect l="0" t="0" r="0" b="0"/>
                <a:pathLst>
                  <a:path w="52376" h="84411">
                    <a:moveTo>
                      <a:pt x="0" y="0"/>
                    </a:moveTo>
                    <a:lnTo>
                      <a:pt x="52376" y="8441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8" name="pl3963">
                <a:extLst>
                  <a:ext uri="{FF2B5EF4-FFF2-40B4-BE49-F238E27FC236}">
                    <a16:creationId xmlns:a16="http://schemas.microsoft.com/office/drawing/2014/main" id="{70D08907-D040-810D-0928-77EC0D010A96}"/>
                  </a:ext>
                </a:extLst>
              </p:cNvPr>
              <p:cNvSpPr/>
              <p:nvPr/>
            </p:nvSpPr>
            <p:spPr>
              <a:xfrm>
                <a:off x="5743970" y="2857791"/>
                <a:ext cx="80153" cy="66355"/>
              </a:xfrm>
              <a:custGeom>
                <a:avLst/>
                <a:gdLst/>
                <a:ahLst/>
                <a:cxnLst/>
                <a:rect l="0" t="0" r="0" b="0"/>
                <a:pathLst>
                  <a:path w="80153" h="66355">
                    <a:moveTo>
                      <a:pt x="0" y="0"/>
                    </a:moveTo>
                    <a:lnTo>
                      <a:pt x="80153" y="6635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9" name="pl3964">
                <a:extLst>
                  <a:ext uri="{FF2B5EF4-FFF2-40B4-BE49-F238E27FC236}">
                    <a16:creationId xmlns:a16="http://schemas.microsoft.com/office/drawing/2014/main" id="{D23F3CFB-4F27-17C3-AB80-DB299DA033BB}"/>
                  </a:ext>
                </a:extLst>
              </p:cNvPr>
              <p:cNvSpPr/>
              <p:nvPr/>
            </p:nvSpPr>
            <p:spPr>
              <a:xfrm>
                <a:off x="4513560" y="4609422"/>
                <a:ext cx="54268" cy="79476"/>
              </a:xfrm>
              <a:custGeom>
                <a:avLst/>
                <a:gdLst/>
                <a:ahLst/>
                <a:cxnLst/>
                <a:rect l="0" t="0" r="0" b="0"/>
                <a:pathLst>
                  <a:path w="54268" h="79476">
                    <a:moveTo>
                      <a:pt x="0" y="0"/>
                    </a:moveTo>
                    <a:lnTo>
                      <a:pt x="54268" y="7947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0" name="pl3965">
                <a:extLst>
                  <a:ext uri="{FF2B5EF4-FFF2-40B4-BE49-F238E27FC236}">
                    <a16:creationId xmlns:a16="http://schemas.microsoft.com/office/drawing/2014/main" id="{4DF4C6D5-62F0-B8FB-A184-FD93ED0E4925}"/>
                  </a:ext>
                </a:extLst>
              </p:cNvPr>
              <p:cNvSpPr/>
              <p:nvPr/>
            </p:nvSpPr>
            <p:spPr>
              <a:xfrm>
                <a:off x="3511744" y="4762552"/>
                <a:ext cx="53588" cy="82312"/>
              </a:xfrm>
              <a:custGeom>
                <a:avLst/>
                <a:gdLst/>
                <a:ahLst/>
                <a:cxnLst/>
                <a:rect l="0" t="0" r="0" b="0"/>
                <a:pathLst>
                  <a:path w="53588" h="82312">
                    <a:moveTo>
                      <a:pt x="0" y="0"/>
                    </a:moveTo>
                    <a:lnTo>
                      <a:pt x="53588" y="8231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1" name="pl3966">
                <a:extLst>
                  <a:ext uri="{FF2B5EF4-FFF2-40B4-BE49-F238E27FC236}">
                    <a16:creationId xmlns:a16="http://schemas.microsoft.com/office/drawing/2014/main" id="{60C4FCAA-6786-D0D8-2C00-2E58124E8C08}"/>
                  </a:ext>
                </a:extLst>
              </p:cNvPr>
              <p:cNvSpPr/>
              <p:nvPr/>
            </p:nvSpPr>
            <p:spPr>
              <a:xfrm>
                <a:off x="5500723" y="3044719"/>
                <a:ext cx="172202" cy="13802"/>
              </a:xfrm>
              <a:custGeom>
                <a:avLst/>
                <a:gdLst/>
                <a:ahLst/>
                <a:cxnLst/>
                <a:rect l="0" t="0" r="0" b="0"/>
                <a:pathLst>
                  <a:path w="172202" h="13802">
                    <a:moveTo>
                      <a:pt x="0" y="0"/>
                    </a:moveTo>
                    <a:lnTo>
                      <a:pt x="172202" y="1380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2" name="pg3967">
                <a:extLst>
                  <a:ext uri="{FF2B5EF4-FFF2-40B4-BE49-F238E27FC236}">
                    <a16:creationId xmlns:a16="http://schemas.microsoft.com/office/drawing/2014/main" id="{54883A8D-9161-9FA3-07AE-24140B9EB414}"/>
                  </a:ext>
                </a:extLst>
              </p:cNvPr>
              <p:cNvSpPr/>
              <p:nvPr/>
            </p:nvSpPr>
            <p:spPr>
              <a:xfrm>
                <a:off x="2291919" y="4760421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3" name="tx3968">
                <a:extLst>
                  <a:ext uri="{FF2B5EF4-FFF2-40B4-BE49-F238E27FC236}">
                    <a16:creationId xmlns:a16="http://schemas.microsoft.com/office/drawing/2014/main" id="{338A8F8B-6CEB-19D9-E690-B59ADA93CB8E}"/>
                  </a:ext>
                </a:extLst>
              </p:cNvPr>
              <p:cNvSpPr/>
              <p:nvPr/>
            </p:nvSpPr>
            <p:spPr>
              <a:xfrm>
                <a:off x="2337639" y="4806141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17914" name="pg3969">
                <a:extLst>
                  <a:ext uri="{FF2B5EF4-FFF2-40B4-BE49-F238E27FC236}">
                    <a16:creationId xmlns:a16="http://schemas.microsoft.com/office/drawing/2014/main" id="{2DDD12C2-F533-2FD5-1E09-6AB4943F193F}"/>
                  </a:ext>
                </a:extLst>
              </p:cNvPr>
              <p:cNvSpPr/>
              <p:nvPr/>
            </p:nvSpPr>
            <p:spPr>
              <a:xfrm>
                <a:off x="5279681" y="2665859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1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5" name="tx3970">
                <a:extLst>
                  <a:ext uri="{FF2B5EF4-FFF2-40B4-BE49-F238E27FC236}">
                    <a16:creationId xmlns:a16="http://schemas.microsoft.com/office/drawing/2014/main" id="{4FD479A3-5B4B-2FF0-1B3E-75FF8128DB7C}"/>
                  </a:ext>
                </a:extLst>
              </p:cNvPr>
              <p:cNvSpPr/>
              <p:nvPr/>
            </p:nvSpPr>
            <p:spPr>
              <a:xfrm>
                <a:off x="5325401" y="2711579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17916" name="pg3971">
                <a:extLst>
                  <a:ext uri="{FF2B5EF4-FFF2-40B4-BE49-F238E27FC236}">
                    <a16:creationId xmlns:a16="http://schemas.microsoft.com/office/drawing/2014/main" id="{FB420505-D522-D7F0-1C65-E8C23A33AEC6}"/>
                  </a:ext>
                </a:extLst>
              </p:cNvPr>
              <p:cNvSpPr/>
              <p:nvPr/>
            </p:nvSpPr>
            <p:spPr>
              <a:xfrm>
                <a:off x="3970589" y="4460454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2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1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7" name="tx3972">
                <a:extLst>
                  <a:ext uri="{FF2B5EF4-FFF2-40B4-BE49-F238E27FC236}">
                    <a16:creationId xmlns:a16="http://schemas.microsoft.com/office/drawing/2014/main" id="{120B4C22-A423-508A-2CB8-E77E824B0D3A}"/>
                  </a:ext>
                </a:extLst>
              </p:cNvPr>
              <p:cNvSpPr/>
              <p:nvPr/>
            </p:nvSpPr>
            <p:spPr>
              <a:xfrm>
                <a:off x="4016309" y="4506174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17918" name="pg3973">
                <a:extLst>
                  <a:ext uri="{FF2B5EF4-FFF2-40B4-BE49-F238E27FC236}">
                    <a16:creationId xmlns:a16="http://schemas.microsoft.com/office/drawing/2014/main" id="{A7ACA48D-7B6A-972D-5EDF-3E9FD346F1DD}"/>
                  </a:ext>
                </a:extLst>
              </p:cNvPr>
              <p:cNvSpPr/>
              <p:nvPr/>
            </p:nvSpPr>
            <p:spPr>
              <a:xfrm>
                <a:off x="2960909" y="4613820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1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9" name="tx3974">
                <a:extLst>
                  <a:ext uri="{FF2B5EF4-FFF2-40B4-BE49-F238E27FC236}">
                    <a16:creationId xmlns:a16="http://schemas.microsoft.com/office/drawing/2014/main" id="{D26CADEA-A5CF-5E2D-CB8C-64F46E4CFAD5}"/>
                  </a:ext>
                </a:extLst>
              </p:cNvPr>
              <p:cNvSpPr/>
              <p:nvPr/>
            </p:nvSpPr>
            <p:spPr>
              <a:xfrm>
                <a:off x="3006629" y="4659540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17920" name="pg3975">
                <a:extLst>
                  <a:ext uri="{FF2B5EF4-FFF2-40B4-BE49-F238E27FC236}">
                    <a16:creationId xmlns:a16="http://schemas.microsoft.com/office/drawing/2014/main" id="{643E36DE-AC6B-E84C-3F13-F7F5B89C6003}"/>
                  </a:ext>
                </a:extLst>
              </p:cNvPr>
              <p:cNvSpPr/>
              <p:nvPr/>
            </p:nvSpPr>
            <p:spPr>
              <a:xfrm>
                <a:off x="4918982" y="2948671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2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21" name="tx3976">
                <a:extLst>
                  <a:ext uri="{FF2B5EF4-FFF2-40B4-BE49-F238E27FC236}">
                    <a16:creationId xmlns:a16="http://schemas.microsoft.com/office/drawing/2014/main" id="{10EA69FB-22A6-62C5-17C8-40A104A5A873}"/>
                  </a:ext>
                </a:extLst>
              </p:cNvPr>
              <p:cNvSpPr/>
              <p:nvPr/>
            </p:nvSpPr>
            <p:spPr>
              <a:xfrm>
                <a:off x="4964702" y="2994391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17922" name="rc3977">
                <a:extLst>
                  <a:ext uri="{FF2B5EF4-FFF2-40B4-BE49-F238E27FC236}">
                    <a16:creationId xmlns:a16="http://schemas.microsoft.com/office/drawing/2014/main" id="{A2F54F04-5A92-F55E-20D6-BB416D2564D8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23" name="tx3978">
                <a:extLst>
                  <a:ext uri="{FF2B5EF4-FFF2-40B4-BE49-F238E27FC236}">
                    <a16:creationId xmlns:a16="http://schemas.microsoft.com/office/drawing/2014/main" id="{4EBA497D-D073-8479-5B6E-66AC00CABB50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17924" name="tx3979">
                <a:extLst>
                  <a:ext uri="{FF2B5EF4-FFF2-40B4-BE49-F238E27FC236}">
                    <a16:creationId xmlns:a16="http://schemas.microsoft.com/office/drawing/2014/main" id="{D04A4355-9CC6-74C8-DF77-E31CE84F66E6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25" name="tx3980">
                <a:extLst>
                  <a:ext uri="{FF2B5EF4-FFF2-40B4-BE49-F238E27FC236}">
                    <a16:creationId xmlns:a16="http://schemas.microsoft.com/office/drawing/2014/main" id="{CFB17FD9-D00F-4A75-6BB4-178BD506D509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7926" name="tx3981">
                <a:extLst>
                  <a:ext uri="{FF2B5EF4-FFF2-40B4-BE49-F238E27FC236}">
                    <a16:creationId xmlns:a16="http://schemas.microsoft.com/office/drawing/2014/main" id="{2ED67931-BA7A-C5EB-EC01-F0C510841300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17927" name="tx3982">
                <a:extLst>
                  <a:ext uri="{FF2B5EF4-FFF2-40B4-BE49-F238E27FC236}">
                    <a16:creationId xmlns:a16="http://schemas.microsoft.com/office/drawing/2014/main" id="{4150C279-C8CF-49F4-2294-5239DA95089E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28" name="tx3983">
                <a:extLst>
                  <a:ext uri="{FF2B5EF4-FFF2-40B4-BE49-F238E27FC236}">
                    <a16:creationId xmlns:a16="http://schemas.microsoft.com/office/drawing/2014/main" id="{7F1DE65A-8A22-B904-C18F-0414687B96F9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7929" name="tx3984">
                <a:extLst>
                  <a:ext uri="{FF2B5EF4-FFF2-40B4-BE49-F238E27FC236}">
                    <a16:creationId xmlns:a16="http://schemas.microsoft.com/office/drawing/2014/main" id="{0BED9F64-0A9B-EF8E-FBC8-BB45AB997351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17930" name="tx3985">
                <a:extLst>
                  <a:ext uri="{FF2B5EF4-FFF2-40B4-BE49-F238E27FC236}">
                    <a16:creationId xmlns:a16="http://schemas.microsoft.com/office/drawing/2014/main" id="{DEF112DD-6119-9356-6F45-A2FB819A7B2E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31" name="tx3986">
                <a:extLst>
                  <a:ext uri="{FF2B5EF4-FFF2-40B4-BE49-F238E27FC236}">
                    <a16:creationId xmlns:a16="http://schemas.microsoft.com/office/drawing/2014/main" id="{14113721-56AF-7F67-B965-48CECE108039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7932" name="tx3987">
                <a:extLst>
                  <a:ext uri="{FF2B5EF4-FFF2-40B4-BE49-F238E27FC236}">
                    <a16:creationId xmlns:a16="http://schemas.microsoft.com/office/drawing/2014/main" id="{2FACB561-E641-0967-C845-E0FD677C22EF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17933" name="tx3988">
                <a:extLst>
                  <a:ext uri="{FF2B5EF4-FFF2-40B4-BE49-F238E27FC236}">
                    <a16:creationId xmlns:a16="http://schemas.microsoft.com/office/drawing/2014/main" id="{521C02A3-2969-7B5A-E894-3535F9622D1C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34" name="tx3989">
                <a:extLst>
                  <a:ext uri="{FF2B5EF4-FFF2-40B4-BE49-F238E27FC236}">
                    <a16:creationId xmlns:a16="http://schemas.microsoft.com/office/drawing/2014/main" id="{20732109-24E4-F44F-8CB9-5578AB70C85B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7935" name="tx3990">
                <a:extLst>
                  <a:ext uri="{FF2B5EF4-FFF2-40B4-BE49-F238E27FC236}">
                    <a16:creationId xmlns:a16="http://schemas.microsoft.com/office/drawing/2014/main" id="{4F7097CF-7E95-AD0F-F199-78ABC7DA8518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17936" name="tx3991">
                <a:extLst>
                  <a:ext uri="{FF2B5EF4-FFF2-40B4-BE49-F238E27FC236}">
                    <a16:creationId xmlns:a16="http://schemas.microsoft.com/office/drawing/2014/main" id="{D2DEB498-B4CA-F4C6-D93F-17426A217F14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37" name="tx3992">
                <a:extLst>
                  <a:ext uri="{FF2B5EF4-FFF2-40B4-BE49-F238E27FC236}">
                    <a16:creationId xmlns:a16="http://schemas.microsoft.com/office/drawing/2014/main" id="{EB4AD5A2-9C07-DD25-BC1E-44E059562AC1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7938" name="pl3993">
                <a:extLst>
                  <a:ext uri="{FF2B5EF4-FFF2-40B4-BE49-F238E27FC236}">
                    <a16:creationId xmlns:a16="http://schemas.microsoft.com/office/drawing/2014/main" id="{7931E76E-176D-703F-1E6E-C724143D1EC8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39" name="pl3994">
                <a:extLst>
                  <a:ext uri="{FF2B5EF4-FFF2-40B4-BE49-F238E27FC236}">
                    <a16:creationId xmlns:a16="http://schemas.microsoft.com/office/drawing/2014/main" id="{E9560FFA-0539-93B3-84FA-EAFD334EEBF9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0" name="pl3995">
                <a:extLst>
                  <a:ext uri="{FF2B5EF4-FFF2-40B4-BE49-F238E27FC236}">
                    <a16:creationId xmlns:a16="http://schemas.microsoft.com/office/drawing/2014/main" id="{DB137968-9655-E5B6-4998-C944C8093B2F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1" name="pl3996">
                <a:extLst>
                  <a:ext uri="{FF2B5EF4-FFF2-40B4-BE49-F238E27FC236}">
                    <a16:creationId xmlns:a16="http://schemas.microsoft.com/office/drawing/2014/main" id="{60B70A38-F03D-FC6E-C610-238896F7E71E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2" name="pl3997">
                <a:extLst>
                  <a:ext uri="{FF2B5EF4-FFF2-40B4-BE49-F238E27FC236}">
                    <a16:creationId xmlns:a16="http://schemas.microsoft.com/office/drawing/2014/main" id="{D5666AFA-E530-D78C-C850-80B81D5936E4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3" name="pl3998">
                <a:extLst>
                  <a:ext uri="{FF2B5EF4-FFF2-40B4-BE49-F238E27FC236}">
                    <a16:creationId xmlns:a16="http://schemas.microsoft.com/office/drawing/2014/main" id="{49930F50-7875-1D0A-0A5F-46489852F6E4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4" name="pl3999">
                <a:extLst>
                  <a:ext uri="{FF2B5EF4-FFF2-40B4-BE49-F238E27FC236}">
                    <a16:creationId xmlns:a16="http://schemas.microsoft.com/office/drawing/2014/main" id="{210A5E73-D052-4EBB-3497-DB92C2DE10DA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5" name="pl4000">
                <a:extLst>
                  <a:ext uri="{FF2B5EF4-FFF2-40B4-BE49-F238E27FC236}">
                    <a16:creationId xmlns:a16="http://schemas.microsoft.com/office/drawing/2014/main" id="{D9539AD1-A9F8-BC3D-28A1-842B0E22CC90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6" name="pl4001">
                <a:extLst>
                  <a:ext uri="{FF2B5EF4-FFF2-40B4-BE49-F238E27FC236}">
                    <a16:creationId xmlns:a16="http://schemas.microsoft.com/office/drawing/2014/main" id="{F5E2FB0C-4286-133F-3911-7B781DDC0094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7" name="pl4002">
                <a:extLst>
                  <a:ext uri="{FF2B5EF4-FFF2-40B4-BE49-F238E27FC236}">
                    <a16:creationId xmlns:a16="http://schemas.microsoft.com/office/drawing/2014/main" id="{BD410CA8-E1F3-B557-C69B-517D1AFBF298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8" name="pl4003">
                <a:extLst>
                  <a:ext uri="{FF2B5EF4-FFF2-40B4-BE49-F238E27FC236}">
                    <a16:creationId xmlns:a16="http://schemas.microsoft.com/office/drawing/2014/main" id="{1E676E16-60F6-FF65-3DE0-86C1620DAA3C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9" name="pl4004">
                <a:extLst>
                  <a:ext uri="{FF2B5EF4-FFF2-40B4-BE49-F238E27FC236}">
                    <a16:creationId xmlns:a16="http://schemas.microsoft.com/office/drawing/2014/main" id="{01C2BB0E-8380-FEE9-AB88-31085FB1D084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50" name="pl4005">
                <a:extLst>
                  <a:ext uri="{FF2B5EF4-FFF2-40B4-BE49-F238E27FC236}">
                    <a16:creationId xmlns:a16="http://schemas.microsoft.com/office/drawing/2014/main" id="{12F51969-5B0F-529C-ADF0-871CB32725D4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51" name="tx4006">
                <a:extLst>
                  <a:ext uri="{FF2B5EF4-FFF2-40B4-BE49-F238E27FC236}">
                    <a16:creationId xmlns:a16="http://schemas.microsoft.com/office/drawing/2014/main" id="{25A48223-750F-E703-06FB-CE0E220DEE99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17952" name="tx4007">
                <a:extLst>
                  <a:ext uri="{FF2B5EF4-FFF2-40B4-BE49-F238E27FC236}">
                    <a16:creationId xmlns:a16="http://schemas.microsoft.com/office/drawing/2014/main" id="{8782E27C-C1EA-7E48-9A77-C5B90580BB38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53" name="tx4008">
                <a:extLst>
                  <a:ext uri="{FF2B5EF4-FFF2-40B4-BE49-F238E27FC236}">
                    <a16:creationId xmlns:a16="http://schemas.microsoft.com/office/drawing/2014/main" id="{0B05336B-8E4A-79E9-E6B0-B31C0214C512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7954" name="tx4009">
                <a:extLst>
                  <a:ext uri="{FF2B5EF4-FFF2-40B4-BE49-F238E27FC236}">
                    <a16:creationId xmlns:a16="http://schemas.microsoft.com/office/drawing/2014/main" id="{3864D8CE-5710-090C-07EB-1F6D2F1942D9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17955" name="tx4010">
                <a:extLst>
                  <a:ext uri="{FF2B5EF4-FFF2-40B4-BE49-F238E27FC236}">
                    <a16:creationId xmlns:a16="http://schemas.microsoft.com/office/drawing/2014/main" id="{AE13B5B8-6E5A-D007-0548-BCC372C45B53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56" name="tx4011">
                <a:extLst>
                  <a:ext uri="{FF2B5EF4-FFF2-40B4-BE49-F238E27FC236}">
                    <a16:creationId xmlns:a16="http://schemas.microsoft.com/office/drawing/2014/main" id="{318C9B4F-D6DD-910F-ACEF-7D453CD55A87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7957" name="tx4012">
                <a:extLst>
                  <a:ext uri="{FF2B5EF4-FFF2-40B4-BE49-F238E27FC236}">
                    <a16:creationId xmlns:a16="http://schemas.microsoft.com/office/drawing/2014/main" id="{8C6670E7-51FC-AD9C-866E-F03B939077C6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17958" name="tx4013">
                <a:extLst>
                  <a:ext uri="{FF2B5EF4-FFF2-40B4-BE49-F238E27FC236}">
                    <a16:creationId xmlns:a16="http://schemas.microsoft.com/office/drawing/2014/main" id="{C3579ECB-3B7A-2CF1-5ADF-EE19CE373B73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59" name="tx4014">
                <a:extLst>
                  <a:ext uri="{FF2B5EF4-FFF2-40B4-BE49-F238E27FC236}">
                    <a16:creationId xmlns:a16="http://schemas.microsoft.com/office/drawing/2014/main" id="{FA8E824D-2A0D-93AD-A78B-D36069B2C8FB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7960" name="tx4015">
                <a:extLst>
                  <a:ext uri="{FF2B5EF4-FFF2-40B4-BE49-F238E27FC236}">
                    <a16:creationId xmlns:a16="http://schemas.microsoft.com/office/drawing/2014/main" id="{80F3D7D4-88A7-29D7-1DB5-A0CB6F8839C6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17961" name="tx4016">
                <a:extLst>
                  <a:ext uri="{FF2B5EF4-FFF2-40B4-BE49-F238E27FC236}">
                    <a16:creationId xmlns:a16="http://schemas.microsoft.com/office/drawing/2014/main" id="{A5F16431-CEFD-B150-E089-718F3EC0DBFF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62" name="tx4017">
                <a:extLst>
                  <a:ext uri="{FF2B5EF4-FFF2-40B4-BE49-F238E27FC236}">
                    <a16:creationId xmlns:a16="http://schemas.microsoft.com/office/drawing/2014/main" id="{59C56B96-6D5F-9F7B-EC4C-D67EB5E9B40A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7963" name="tx4018">
                <a:extLst>
                  <a:ext uri="{FF2B5EF4-FFF2-40B4-BE49-F238E27FC236}">
                    <a16:creationId xmlns:a16="http://schemas.microsoft.com/office/drawing/2014/main" id="{BCEBCCBA-0D5E-6E93-F0E8-2C0C7E18529F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17964" name="tx4019">
                <a:extLst>
                  <a:ext uri="{FF2B5EF4-FFF2-40B4-BE49-F238E27FC236}">
                    <a16:creationId xmlns:a16="http://schemas.microsoft.com/office/drawing/2014/main" id="{06AFEDE0-0F71-2813-A2C2-5B108D29BFCB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65" name="tx4020">
                <a:extLst>
                  <a:ext uri="{FF2B5EF4-FFF2-40B4-BE49-F238E27FC236}">
                    <a16:creationId xmlns:a16="http://schemas.microsoft.com/office/drawing/2014/main" id="{0AABD974-D52F-9DE5-286D-EB61BF023918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7966" name="tx4021">
                <a:extLst>
                  <a:ext uri="{FF2B5EF4-FFF2-40B4-BE49-F238E27FC236}">
                    <a16:creationId xmlns:a16="http://schemas.microsoft.com/office/drawing/2014/main" id="{B59FD335-1CBD-4235-6105-827BE27B3497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17967" name="tx4022">
                <a:extLst>
                  <a:ext uri="{FF2B5EF4-FFF2-40B4-BE49-F238E27FC236}">
                    <a16:creationId xmlns:a16="http://schemas.microsoft.com/office/drawing/2014/main" id="{6DD1944F-73CB-16A3-B2CC-ABDCD1ECCFD3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68" name="tx4023">
                <a:extLst>
                  <a:ext uri="{FF2B5EF4-FFF2-40B4-BE49-F238E27FC236}">
                    <a16:creationId xmlns:a16="http://schemas.microsoft.com/office/drawing/2014/main" id="{7C5C9106-D8D6-D496-8524-C067146A5F97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7969" name="tx4024">
                <a:extLst>
                  <a:ext uri="{FF2B5EF4-FFF2-40B4-BE49-F238E27FC236}">
                    <a16:creationId xmlns:a16="http://schemas.microsoft.com/office/drawing/2014/main" id="{145ACD1F-9002-4AC9-B4B9-E605409A44C0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17970" name="tx4025">
                <a:extLst>
                  <a:ext uri="{FF2B5EF4-FFF2-40B4-BE49-F238E27FC236}">
                    <a16:creationId xmlns:a16="http://schemas.microsoft.com/office/drawing/2014/main" id="{71F46B1C-0271-4E69-0757-22EF53BF7F23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71" name="tx4026">
                <a:extLst>
                  <a:ext uri="{FF2B5EF4-FFF2-40B4-BE49-F238E27FC236}">
                    <a16:creationId xmlns:a16="http://schemas.microsoft.com/office/drawing/2014/main" id="{FA3E227F-96A2-C87F-2933-4DB2911CAE22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7972" name="tx4027">
                <a:extLst>
                  <a:ext uri="{FF2B5EF4-FFF2-40B4-BE49-F238E27FC236}">
                    <a16:creationId xmlns:a16="http://schemas.microsoft.com/office/drawing/2014/main" id="{1412318A-7D8F-53E8-2593-20DAAE7260E9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17973" name="tx4028">
                <a:extLst>
                  <a:ext uri="{FF2B5EF4-FFF2-40B4-BE49-F238E27FC236}">
                    <a16:creationId xmlns:a16="http://schemas.microsoft.com/office/drawing/2014/main" id="{D8565162-D8A7-BFC6-F62D-51B59B4A8508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974" name="tx4029">
                <a:extLst>
                  <a:ext uri="{FF2B5EF4-FFF2-40B4-BE49-F238E27FC236}">
                    <a16:creationId xmlns:a16="http://schemas.microsoft.com/office/drawing/2014/main" id="{A5A64B4B-64DD-EF9A-F835-8FB0EB9C535A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7975" name="tx4030">
                <a:extLst>
                  <a:ext uri="{FF2B5EF4-FFF2-40B4-BE49-F238E27FC236}">
                    <a16:creationId xmlns:a16="http://schemas.microsoft.com/office/drawing/2014/main" id="{185131EC-BCA2-7A02-0FF1-151EA00C2ABC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17976" name="tx4031">
                <a:extLst>
                  <a:ext uri="{FF2B5EF4-FFF2-40B4-BE49-F238E27FC236}">
                    <a16:creationId xmlns:a16="http://schemas.microsoft.com/office/drawing/2014/main" id="{D4D9E672-A529-D499-0475-E5E0C296DA2A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17977" name="rc4032">
                <a:extLst>
                  <a:ext uri="{FF2B5EF4-FFF2-40B4-BE49-F238E27FC236}">
                    <a16:creationId xmlns:a16="http://schemas.microsoft.com/office/drawing/2014/main" id="{A64B75BA-8622-79FA-E672-769936DA25A7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78" name="tx4033">
                <a:extLst>
                  <a:ext uri="{FF2B5EF4-FFF2-40B4-BE49-F238E27FC236}">
                    <a16:creationId xmlns:a16="http://schemas.microsoft.com/office/drawing/2014/main" id="{1D3D00EE-676A-4A39-1D0B-E078795136D1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17979" name="tx4034">
                <a:extLst>
                  <a:ext uri="{FF2B5EF4-FFF2-40B4-BE49-F238E27FC236}">
                    <a16:creationId xmlns:a16="http://schemas.microsoft.com/office/drawing/2014/main" id="{9DB8A3A3-58A5-AE6A-FD26-1D008A97FC9C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17980" name="pic4035">
                <a:extLst>
                  <a:ext uri="{FF2B5EF4-FFF2-40B4-BE49-F238E27FC236}">
                    <a16:creationId xmlns:a16="http://schemas.microsoft.com/office/drawing/2014/main" id="{8A88760C-1F6A-BC82-9F1B-E5078E490753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17981" name="pl4036">
                <a:extLst>
                  <a:ext uri="{FF2B5EF4-FFF2-40B4-BE49-F238E27FC236}">
                    <a16:creationId xmlns:a16="http://schemas.microsoft.com/office/drawing/2014/main" id="{588B6076-1AA9-0A25-E0E6-F782C1FE5D66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2" name="pl4037">
                <a:extLst>
                  <a:ext uri="{FF2B5EF4-FFF2-40B4-BE49-F238E27FC236}">
                    <a16:creationId xmlns:a16="http://schemas.microsoft.com/office/drawing/2014/main" id="{90D7559A-6930-9AC2-DC03-CE37FA299E6D}"/>
                  </a:ext>
                </a:extLst>
              </p:cNvPr>
              <p:cNvSpPr/>
              <p:nvPr/>
            </p:nvSpPr>
            <p:spPr>
              <a:xfrm>
                <a:off x="6928496" y="457810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3" name="pl4038">
                <a:extLst>
                  <a:ext uri="{FF2B5EF4-FFF2-40B4-BE49-F238E27FC236}">
                    <a16:creationId xmlns:a16="http://schemas.microsoft.com/office/drawing/2014/main" id="{DBE8982E-BD53-B6B6-4A41-DB18D0EAAFC2}"/>
                  </a:ext>
                </a:extLst>
              </p:cNvPr>
              <p:cNvSpPr/>
              <p:nvPr/>
            </p:nvSpPr>
            <p:spPr>
              <a:xfrm>
                <a:off x="6928496" y="439583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4" name="pl4039">
                <a:extLst>
                  <a:ext uri="{FF2B5EF4-FFF2-40B4-BE49-F238E27FC236}">
                    <a16:creationId xmlns:a16="http://schemas.microsoft.com/office/drawing/2014/main" id="{46976778-F3FA-15BC-FD2B-16951756B301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5" name="pl4040">
                <a:extLst>
                  <a:ext uri="{FF2B5EF4-FFF2-40B4-BE49-F238E27FC236}">
                    <a16:creationId xmlns:a16="http://schemas.microsoft.com/office/drawing/2014/main" id="{20B13535-6D95-EBF8-6298-EE0E13EFA239}"/>
                  </a:ext>
                </a:extLst>
              </p:cNvPr>
              <p:cNvSpPr/>
              <p:nvPr/>
            </p:nvSpPr>
            <p:spPr>
              <a:xfrm>
                <a:off x="6928496" y="403129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6" name="pl4041">
                <a:extLst>
                  <a:ext uri="{FF2B5EF4-FFF2-40B4-BE49-F238E27FC236}">
                    <a16:creationId xmlns:a16="http://schemas.microsoft.com/office/drawing/2014/main" id="{E4A74E06-309B-EBB3-B6E1-633BB5BC156A}"/>
                  </a:ext>
                </a:extLst>
              </p:cNvPr>
              <p:cNvSpPr/>
              <p:nvPr/>
            </p:nvSpPr>
            <p:spPr>
              <a:xfrm>
                <a:off x="6928496" y="384902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7" name="pl4042">
                <a:extLst>
                  <a:ext uri="{FF2B5EF4-FFF2-40B4-BE49-F238E27FC236}">
                    <a16:creationId xmlns:a16="http://schemas.microsoft.com/office/drawing/2014/main" id="{58658C71-27A6-3D25-D6F8-06817449C099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8" name="pl4043">
                <a:extLst>
                  <a:ext uri="{FF2B5EF4-FFF2-40B4-BE49-F238E27FC236}">
                    <a16:creationId xmlns:a16="http://schemas.microsoft.com/office/drawing/2014/main" id="{E67C7E76-B444-496E-8F6C-982BECDD37EC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9" name="pl4044">
                <a:extLst>
                  <a:ext uri="{FF2B5EF4-FFF2-40B4-BE49-F238E27FC236}">
                    <a16:creationId xmlns:a16="http://schemas.microsoft.com/office/drawing/2014/main" id="{B72123B7-9182-E5F0-21F2-E1481394ADE8}"/>
                  </a:ext>
                </a:extLst>
              </p:cNvPr>
              <p:cNvSpPr/>
              <p:nvPr/>
            </p:nvSpPr>
            <p:spPr>
              <a:xfrm>
                <a:off x="6752931" y="457810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0" name="pl4045">
                <a:extLst>
                  <a:ext uri="{FF2B5EF4-FFF2-40B4-BE49-F238E27FC236}">
                    <a16:creationId xmlns:a16="http://schemas.microsoft.com/office/drawing/2014/main" id="{E197FB48-8FFA-8741-DDDD-F5B73E192635}"/>
                  </a:ext>
                </a:extLst>
              </p:cNvPr>
              <p:cNvSpPr/>
              <p:nvPr/>
            </p:nvSpPr>
            <p:spPr>
              <a:xfrm>
                <a:off x="6752931" y="439583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1" name="pl4046">
                <a:extLst>
                  <a:ext uri="{FF2B5EF4-FFF2-40B4-BE49-F238E27FC236}">
                    <a16:creationId xmlns:a16="http://schemas.microsoft.com/office/drawing/2014/main" id="{89E00E44-6EEB-D29C-9591-1CEE8F32B8A0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2" name="pl4047">
                <a:extLst>
                  <a:ext uri="{FF2B5EF4-FFF2-40B4-BE49-F238E27FC236}">
                    <a16:creationId xmlns:a16="http://schemas.microsoft.com/office/drawing/2014/main" id="{BCD3ED96-785C-21BE-B1F4-43CBD3CBB236}"/>
                  </a:ext>
                </a:extLst>
              </p:cNvPr>
              <p:cNvSpPr/>
              <p:nvPr/>
            </p:nvSpPr>
            <p:spPr>
              <a:xfrm>
                <a:off x="6752931" y="403129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3" name="pl4048">
                <a:extLst>
                  <a:ext uri="{FF2B5EF4-FFF2-40B4-BE49-F238E27FC236}">
                    <a16:creationId xmlns:a16="http://schemas.microsoft.com/office/drawing/2014/main" id="{E1D88B4F-EB77-E72C-F218-95E37987E296}"/>
                  </a:ext>
                </a:extLst>
              </p:cNvPr>
              <p:cNvSpPr/>
              <p:nvPr/>
            </p:nvSpPr>
            <p:spPr>
              <a:xfrm>
                <a:off x="6752931" y="384902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4" name="pl4049">
                <a:extLst>
                  <a:ext uri="{FF2B5EF4-FFF2-40B4-BE49-F238E27FC236}">
                    <a16:creationId xmlns:a16="http://schemas.microsoft.com/office/drawing/2014/main" id="{05A2CFF4-9C8E-3132-DD16-CF30B6082FF6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5" name="tx4050">
                <a:extLst>
                  <a:ext uri="{FF2B5EF4-FFF2-40B4-BE49-F238E27FC236}">
                    <a16:creationId xmlns:a16="http://schemas.microsoft.com/office/drawing/2014/main" id="{BE5FBC1C-5DB9-F53E-2FDB-285E382C9A8B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0.00</a:t>
                </a:r>
              </a:p>
            </p:txBody>
          </p:sp>
          <p:sp>
            <p:nvSpPr>
              <p:cNvPr id="17996" name="tx4051">
                <a:extLst>
                  <a:ext uri="{FF2B5EF4-FFF2-40B4-BE49-F238E27FC236}">
                    <a16:creationId xmlns:a16="http://schemas.microsoft.com/office/drawing/2014/main" id="{12B4CD27-CCA4-F4D4-B809-4ACC9DB82EF8}"/>
                  </a:ext>
                </a:extLst>
              </p:cNvPr>
              <p:cNvSpPr/>
              <p:nvPr/>
            </p:nvSpPr>
            <p:spPr>
              <a:xfrm>
                <a:off x="7041976" y="453805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0.01</a:t>
                </a:r>
              </a:p>
            </p:txBody>
          </p:sp>
          <p:sp>
            <p:nvSpPr>
              <p:cNvPr id="17997" name="tx4052">
                <a:extLst>
                  <a:ext uri="{FF2B5EF4-FFF2-40B4-BE49-F238E27FC236}">
                    <a16:creationId xmlns:a16="http://schemas.microsoft.com/office/drawing/2014/main" id="{E44DCAF8-BBA5-C4CD-F3CA-98AE83579AEC}"/>
                  </a:ext>
                </a:extLst>
              </p:cNvPr>
              <p:cNvSpPr/>
              <p:nvPr/>
            </p:nvSpPr>
            <p:spPr>
              <a:xfrm>
                <a:off x="7041976" y="435578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0.02</a:t>
                </a:r>
              </a:p>
            </p:txBody>
          </p:sp>
          <p:sp>
            <p:nvSpPr>
              <p:cNvPr id="17998" name="tx4053">
                <a:extLst>
                  <a:ext uri="{FF2B5EF4-FFF2-40B4-BE49-F238E27FC236}">
                    <a16:creationId xmlns:a16="http://schemas.microsoft.com/office/drawing/2014/main" id="{D31EE870-83C9-C6F5-12FC-7ACD1422303E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0.03</a:t>
                </a:r>
              </a:p>
            </p:txBody>
          </p:sp>
          <p:sp>
            <p:nvSpPr>
              <p:cNvPr id="17999" name="tx4054">
                <a:extLst>
                  <a:ext uri="{FF2B5EF4-FFF2-40B4-BE49-F238E27FC236}">
                    <a16:creationId xmlns:a16="http://schemas.microsoft.com/office/drawing/2014/main" id="{83E6DB63-AED6-B069-6856-C0C897D272C0}"/>
                  </a:ext>
                </a:extLst>
              </p:cNvPr>
              <p:cNvSpPr/>
              <p:nvPr/>
            </p:nvSpPr>
            <p:spPr>
              <a:xfrm>
                <a:off x="7041976" y="399124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0.04</a:t>
                </a:r>
              </a:p>
            </p:txBody>
          </p:sp>
          <p:sp>
            <p:nvSpPr>
              <p:cNvPr id="18000" name="tx4055">
                <a:extLst>
                  <a:ext uri="{FF2B5EF4-FFF2-40B4-BE49-F238E27FC236}">
                    <a16:creationId xmlns:a16="http://schemas.microsoft.com/office/drawing/2014/main" id="{85D42B87-DB3B-D4C1-DE25-93D558CF623B}"/>
                  </a:ext>
                </a:extLst>
              </p:cNvPr>
              <p:cNvSpPr/>
              <p:nvPr/>
            </p:nvSpPr>
            <p:spPr>
              <a:xfrm>
                <a:off x="7041976" y="380897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0.05</a:t>
                </a:r>
              </a:p>
            </p:txBody>
          </p:sp>
          <p:sp>
            <p:nvSpPr>
              <p:cNvPr id="18001" name="tx4056">
                <a:extLst>
                  <a:ext uri="{FF2B5EF4-FFF2-40B4-BE49-F238E27FC236}">
                    <a16:creationId xmlns:a16="http://schemas.microsoft.com/office/drawing/2014/main" id="{AC0BFD22-478A-907C-2741-AFCF1932A5F7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0.06</a:t>
                </a:r>
              </a:p>
            </p:txBody>
          </p:sp>
          <p:sp>
            <p:nvSpPr>
              <p:cNvPr id="18002" name="tx4057">
                <a:extLst>
                  <a:ext uri="{FF2B5EF4-FFF2-40B4-BE49-F238E27FC236}">
                    <a16:creationId xmlns:a16="http://schemas.microsoft.com/office/drawing/2014/main" id="{F320CAD9-CAE6-8220-FE80-298F5AEAD9D4}"/>
                  </a:ext>
                </a:extLst>
              </p:cNvPr>
              <p:cNvSpPr/>
              <p:nvPr/>
            </p:nvSpPr>
            <p:spPr>
              <a:xfrm>
                <a:off x="2201917" y="1669789"/>
                <a:ext cx="2541117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Offset to </a:t>
                </a:r>
              </a:p>
            </p:txBody>
          </p:sp>
          <p:sp>
            <p:nvSpPr>
              <p:cNvPr id="18003" name="tx4058">
                <a:extLst>
                  <a:ext uri="{FF2B5EF4-FFF2-40B4-BE49-F238E27FC236}">
                    <a16:creationId xmlns:a16="http://schemas.microsoft.com/office/drawing/2014/main" id="{DEE886D7-7B95-9DB8-D6EE-CB8B91F0A36F}"/>
                  </a:ext>
                </a:extLst>
              </p:cNvPr>
              <p:cNvSpPr/>
              <p:nvPr/>
            </p:nvSpPr>
            <p:spPr>
              <a:xfrm>
                <a:off x="2201917" y="1998973"/>
                <a:ext cx="2286457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 (LEA)</a:t>
                </a:r>
              </a:p>
            </p:txBody>
          </p:sp>
        </p:grpSp>
        <p:sp>
          <p:nvSpPr>
            <p:cNvPr id="14153" name="Rectangle 14152">
              <a:extLst>
                <a:ext uri="{FF2B5EF4-FFF2-40B4-BE49-F238E27FC236}">
                  <a16:creationId xmlns:a16="http://schemas.microsoft.com/office/drawing/2014/main" id="{EEFD545B-A0E1-52B6-18BE-48CEB3D9C9CF}"/>
                </a:ext>
              </a:extLst>
            </p:cNvPr>
            <p:cNvSpPr/>
            <p:nvPr/>
          </p:nvSpPr>
          <p:spPr>
            <a:xfrm>
              <a:off x="14061232" y="17897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154" name="Straight Connector 14153">
              <a:extLst>
                <a:ext uri="{FF2B5EF4-FFF2-40B4-BE49-F238E27FC236}">
                  <a16:creationId xmlns:a16="http://schemas.microsoft.com/office/drawing/2014/main" id="{2EEF894D-C75C-7ABD-4834-627D7BC7C52F}"/>
                </a:ext>
              </a:extLst>
            </p:cNvPr>
            <p:cNvCxnSpPr>
              <a:cxnSpLocks/>
            </p:cNvCxnSpPr>
            <p:nvPr/>
          </p:nvCxnSpPr>
          <p:spPr>
            <a:xfrm>
              <a:off x="13382674" y="16961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55" name="Straight Connector 14154">
              <a:extLst>
                <a:ext uri="{FF2B5EF4-FFF2-40B4-BE49-F238E27FC236}">
                  <a16:creationId xmlns:a16="http://schemas.microsoft.com/office/drawing/2014/main" id="{904624E9-5E2F-DB20-834F-BB1571E4C9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82674" y="18401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156" name="pg681">
              <a:extLst>
                <a:ext uri="{FF2B5EF4-FFF2-40B4-BE49-F238E27FC236}">
                  <a16:creationId xmlns:a16="http://schemas.microsoft.com/office/drawing/2014/main" id="{AF26963A-B0DC-6C5D-9ADE-DBE52A0F16DA}"/>
                </a:ext>
              </a:extLst>
            </p:cNvPr>
            <p:cNvSpPr/>
            <p:nvPr/>
          </p:nvSpPr>
          <p:spPr>
            <a:xfrm>
              <a:off x="12541695" y="17509801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  S1-LOLA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4157" name="pg683">
              <a:extLst>
                <a:ext uri="{FF2B5EF4-FFF2-40B4-BE49-F238E27FC236}">
                  <a16:creationId xmlns:a16="http://schemas.microsoft.com/office/drawing/2014/main" id="{DC67BDCA-C1F8-03FA-4A3C-3FF09D39B640}"/>
                </a:ext>
              </a:extLst>
            </p:cNvPr>
            <p:cNvSpPr/>
            <p:nvPr/>
          </p:nvSpPr>
          <p:spPr>
            <a:xfrm>
              <a:off x="12563872" y="17794826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 S2-DEBY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4158" name="pg679">
              <a:extLst>
                <a:ext uri="{FF2B5EF4-FFF2-40B4-BE49-F238E27FC236}">
                  <a16:creationId xmlns:a16="http://schemas.microsoft.com/office/drawing/2014/main" id="{14B5F3C2-ACC5-E325-5856-B19A7AAF4778}"/>
                </a:ext>
              </a:extLst>
            </p:cNvPr>
            <p:cNvSpPr/>
            <p:nvPr/>
          </p:nvSpPr>
          <p:spPr>
            <a:xfrm>
              <a:off x="12305796" y="18433703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4161" name="pl677">
              <a:extLst>
                <a:ext uri="{FF2B5EF4-FFF2-40B4-BE49-F238E27FC236}">
                  <a16:creationId xmlns:a16="http://schemas.microsoft.com/office/drawing/2014/main" id="{E8F98375-2359-8264-EEEF-D37F739AEF6D}"/>
                </a:ext>
              </a:extLst>
            </p:cNvPr>
            <p:cNvSpPr/>
            <p:nvPr/>
          </p:nvSpPr>
          <p:spPr>
            <a:xfrm>
              <a:off x="11959453" y="17367459"/>
              <a:ext cx="45719" cy="428121"/>
            </a:xfrm>
            <a:custGeom>
              <a:avLst/>
              <a:gdLst/>
              <a:ahLst/>
              <a:cxnLst/>
              <a:rect l="0" t="0" r="0" b="0"/>
              <a:pathLst>
                <a:path w="1087496" h="365184">
                  <a:moveTo>
                    <a:pt x="1087496" y="0"/>
                  </a:moveTo>
                  <a:lnTo>
                    <a:pt x="0" y="3651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sp>
          <p:nvSpPr>
            <p:cNvPr id="14160" name="pg681">
              <a:extLst>
                <a:ext uri="{FF2B5EF4-FFF2-40B4-BE49-F238E27FC236}">
                  <a16:creationId xmlns:a16="http://schemas.microsoft.com/office/drawing/2014/main" id="{246D742A-7D97-7A44-5EBF-3654E3CD493D}"/>
                </a:ext>
              </a:extLst>
            </p:cNvPr>
            <p:cNvSpPr/>
            <p:nvPr/>
          </p:nvSpPr>
          <p:spPr>
            <a:xfrm>
              <a:off x="11606551" y="17216236"/>
              <a:ext cx="699244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Lewisetta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4163" name="pg675">
              <a:extLst>
                <a:ext uri="{FF2B5EF4-FFF2-40B4-BE49-F238E27FC236}">
                  <a16:creationId xmlns:a16="http://schemas.microsoft.com/office/drawing/2014/main" id="{7BDEFC44-2B27-6BFA-E53D-870DF2E1AB57}"/>
                </a:ext>
              </a:extLst>
            </p:cNvPr>
            <p:cNvSpPr/>
            <p:nvPr/>
          </p:nvSpPr>
          <p:spPr>
            <a:xfrm>
              <a:off x="11906405" y="17754464"/>
              <a:ext cx="137160" cy="11887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grpSp>
          <p:nvGrpSpPr>
            <p:cNvPr id="18685" name="Group 18684">
              <a:extLst>
                <a:ext uri="{FF2B5EF4-FFF2-40B4-BE49-F238E27FC236}">
                  <a16:creationId xmlns:a16="http://schemas.microsoft.com/office/drawing/2014/main" id="{57463B94-7187-AFB7-8242-3EE96C0C3144}"/>
                </a:ext>
              </a:extLst>
            </p:cNvPr>
            <p:cNvGrpSpPr/>
            <p:nvPr/>
          </p:nvGrpSpPr>
          <p:grpSpPr>
            <a:xfrm>
              <a:off x="11457433" y="16962120"/>
              <a:ext cx="1911807" cy="1728216"/>
              <a:chOff x="6876256" y="474902"/>
              <a:chExt cx="1582863" cy="1420959"/>
            </a:xfrm>
          </p:grpSpPr>
          <p:sp>
            <p:nvSpPr>
              <p:cNvPr id="18005" name="rc5">
                <a:extLst>
                  <a:ext uri="{FF2B5EF4-FFF2-40B4-BE49-F238E27FC236}">
                    <a16:creationId xmlns:a16="http://schemas.microsoft.com/office/drawing/2014/main" id="{CAE6ED40-401B-65D9-2FF1-9122FAE1C462}"/>
                  </a:ext>
                </a:extLst>
              </p:cNvPr>
              <p:cNvSpPr/>
              <p:nvPr/>
            </p:nvSpPr>
            <p:spPr>
              <a:xfrm>
                <a:off x="6948264" y="477161"/>
                <a:ext cx="1510855" cy="140952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2" name="pl12">
                <a:extLst>
                  <a:ext uri="{FF2B5EF4-FFF2-40B4-BE49-F238E27FC236}">
                    <a16:creationId xmlns:a16="http://schemas.microsoft.com/office/drawing/2014/main" id="{09BC91C8-C1E7-D51A-97A1-E89DC0EEE381}"/>
                  </a:ext>
                </a:extLst>
              </p:cNvPr>
              <p:cNvSpPr/>
              <p:nvPr/>
            </p:nvSpPr>
            <p:spPr>
              <a:xfrm>
                <a:off x="6876256" y="1886685"/>
                <a:ext cx="1582863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9" name="pg29">
                <a:extLst>
                  <a:ext uri="{FF2B5EF4-FFF2-40B4-BE49-F238E27FC236}">
                    <a16:creationId xmlns:a16="http://schemas.microsoft.com/office/drawing/2014/main" id="{1366AC06-29DE-72B7-3A9E-BDB5575FE4C5}"/>
                  </a:ext>
                </a:extLst>
              </p:cNvPr>
              <p:cNvSpPr/>
              <p:nvPr/>
            </p:nvSpPr>
            <p:spPr>
              <a:xfrm>
                <a:off x="7558219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0" name="pg30">
                <a:extLst>
                  <a:ext uri="{FF2B5EF4-FFF2-40B4-BE49-F238E27FC236}">
                    <a16:creationId xmlns:a16="http://schemas.microsoft.com/office/drawing/2014/main" id="{4322AB6C-6EDE-C6C2-A39E-C73792BC7989}"/>
                  </a:ext>
                </a:extLst>
              </p:cNvPr>
              <p:cNvSpPr/>
              <p:nvPr/>
            </p:nvSpPr>
            <p:spPr>
              <a:xfrm>
                <a:off x="7589283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1" name="pg31">
                <a:extLst>
                  <a:ext uri="{FF2B5EF4-FFF2-40B4-BE49-F238E27FC236}">
                    <a16:creationId xmlns:a16="http://schemas.microsoft.com/office/drawing/2014/main" id="{E07B6B03-B479-D612-6780-FEA61FA96E8D}"/>
                  </a:ext>
                </a:extLst>
              </p:cNvPr>
              <p:cNvSpPr/>
              <p:nvPr/>
            </p:nvSpPr>
            <p:spPr>
              <a:xfrm>
                <a:off x="7620345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2" name="pg32">
                <a:extLst>
                  <a:ext uri="{FF2B5EF4-FFF2-40B4-BE49-F238E27FC236}">
                    <a16:creationId xmlns:a16="http://schemas.microsoft.com/office/drawing/2014/main" id="{5BC93E3D-0CCE-A707-5022-2B8940712125}"/>
                  </a:ext>
                </a:extLst>
              </p:cNvPr>
              <p:cNvSpPr/>
              <p:nvPr/>
            </p:nvSpPr>
            <p:spPr>
              <a:xfrm>
                <a:off x="7651408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3" name="pg33">
                <a:extLst>
                  <a:ext uri="{FF2B5EF4-FFF2-40B4-BE49-F238E27FC236}">
                    <a16:creationId xmlns:a16="http://schemas.microsoft.com/office/drawing/2014/main" id="{1F312B57-E037-A7F4-70D7-563C64B1F14C}"/>
                  </a:ext>
                </a:extLst>
              </p:cNvPr>
              <p:cNvSpPr/>
              <p:nvPr/>
            </p:nvSpPr>
            <p:spPr>
              <a:xfrm>
                <a:off x="7682471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4" name="pg34">
                <a:extLst>
                  <a:ext uri="{FF2B5EF4-FFF2-40B4-BE49-F238E27FC236}">
                    <a16:creationId xmlns:a16="http://schemas.microsoft.com/office/drawing/2014/main" id="{3A338322-E636-9A20-66A5-534DAAF9D6C2}"/>
                  </a:ext>
                </a:extLst>
              </p:cNvPr>
              <p:cNvSpPr/>
              <p:nvPr/>
            </p:nvSpPr>
            <p:spPr>
              <a:xfrm>
                <a:off x="7713534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5" name="pg35">
                <a:extLst>
                  <a:ext uri="{FF2B5EF4-FFF2-40B4-BE49-F238E27FC236}">
                    <a16:creationId xmlns:a16="http://schemas.microsoft.com/office/drawing/2014/main" id="{3C1CCF34-4F63-CE89-6E32-316207752340}"/>
                  </a:ext>
                </a:extLst>
              </p:cNvPr>
              <p:cNvSpPr/>
              <p:nvPr/>
            </p:nvSpPr>
            <p:spPr>
              <a:xfrm>
                <a:off x="7744597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6" name="pg36">
                <a:extLst>
                  <a:ext uri="{FF2B5EF4-FFF2-40B4-BE49-F238E27FC236}">
                    <a16:creationId xmlns:a16="http://schemas.microsoft.com/office/drawing/2014/main" id="{B88176BB-407F-9AD6-441C-9C789DFB4C44}"/>
                  </a:ext>
                </a:extLst>
              </p:cNvPr>
              <p:cNvSpPr/>
              <p:nvPr/>
            </p:nvSpPr>
            <p:spPr>
              <a:xfrm>
                <a:off x="7775660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7" name="pg37">
                <a:extLst>
                  <a:ext uri="{FF2B5EF4-FFF2-40B4-BE49-F238E27FC236}">
                    <a16:creationId xmlns:a16="http://schemas.microsoft.com/office/drawing/2014/main" id="{8664964A-B2D1-8DA0-5FD9-7061E7976FE8}"/>
                  </a:ext>
                </a:extLst>
              </p:cNvPr>
              <p:cNvSpPr/>
              <p:nvPr/>
            </p:nvSpPr>
            <p:spPr>
              <a:xfrm>
                <a:off x="7930974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8" name="pg38">
                <a:extLst>
                  <a:ext uri="{FF2B5EF4-FFF2-40B4-BE49-F238E27FC236}">
                    <a16:creationId xmlns:a16="http://schemas.microsoft.com/office/drawing/2014/main" id="{F4DE123C-5271-CF68-DEE5-D4C3516DC003}"/>
                  </a:ext>
                </a:extLst>
              </p:cNvPr>
              <p:cNvSpPr/>
              <p:nvPr/>
            </p:nvSpPr>
            <p:spPr>
              <a:xfrm>
                <a:off x="7962037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9" name="pg39">
                <a:extLst>
                  <a:ext uri="{FF2B5EF4-FFF2-40B4-BE49-F238E27FC236}">
                    <a16:creationId xmlns:a16="http://schemas.microsoft.com/office/drawing/2014/main" id="{AA65B723-62C0-E3CF-77A0-73FCB82B7705}"/>
                  </a:ext>
                </a:extLst>
              </p:cNvPr>
              <p:cNvSpPr/>
              <p:nvPr/>
            </p:nvSpPr>
            <p:spPr>
              <a:xfrm>
                <a:off x="7993100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0" name="pg40">
                <a:extLst>
                  <a:ext uri="{FF2B5EF4-FFF2-40B4-BE49-F238E27FC236}">
                    <a16:creationId xmlns:a16="http://schemas.microsoft.com/office/drawing/2014/main" id="{2A0F751E-0834-7E77-6BBE-615C5A0EDA05}"/>
                  </a:ext>
                </a:extLst>
              </p:cNvPr>
              <p:cNvSpPr/>
              <p:nvPr/>
            </p:nvSpPr>
            <p:spPr>
              <a:xfrm>
                <a:off x="8024163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1" name="pg41">
                <a:extLst>
                  <a:ext uri="{FF2B5EF4-FFF2-40B4-BE49-F238E27FC236}">
                    <a16:creationId xmlns:a16="http://schemas.microsoft.com/office/drawing/2014/main" id="{A4FDE11F-54DA-07F0-8626-97E8C5AA7628}"/>
                  </a:ext>
                </a:extLst>
              </p:cNvPr>
              <p:cNvSpPr/>
              <p:nvPr/>
            </p:nvSpPr>
            <p:spPr>
              <a:xfrm>
                <a:off x="8055226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2" name="pg42">
                <a:extLst>
                  <a:ext uri="{FF2B5EF4-FFF2-40B4-BE49-F238E27FC236}">
                    <a16:creationId xmlns:a16="http://schemas.microsoft.com/office/drawing/2014/main" id="{29F1C7A9-20ED-8CD3-2D6B-D02C4EEA7657}"/>
                  </a:ext>
                </a:extLst>
              </p:cNvPr>
              <p:cNvSpPr/>
              <p:nvPr/>
            </p:nvSpPr>
            <p:spPr>
              <a:xfrm>
                <a:off x="7402905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3" name="pg43">
                <a:extLst>
                  <a:ext uri="{FF2B5EF4-FFF2-40B4-BE49-F238E27FC236}">
                    <a16:creationId xmlns:a16="http://schemas.microsoft.com/office/drawing/2014/main" id="{C27ACAF8-4067-005D-9B36-CE3377F6471C}"/>
                  </a:ext>
                </a:extLst>
              </p:cNvPr>
              <p:cNvSpPr/>
              <p:nvPr/>
            </p:nvSpPr>
            <p:spPr>
              <a:xfrm>
                <a:off x="7433968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4" name="pg44">
                <a:extLst>
                  <a:ext uri="{FF2B5EF4-FFF2-40B4-BE49-F238E27FC236}">
                    <a16:creationId xmlns:a16="http://schemas.microsoft.com/office/drawing/2014/main" id="{9ACF48CC-4906-48E9-CCEB-C5C92E739F52}"/>
                  </a:ext>
                </a:extLst>
              </p:cNvPr>
              <p:cNvSpPr/>
              <p:nvPr/>
            </p:nvSpPr>
            <p:spPr>
              <a:xfrm>
                <a:off x="7465031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5" name="pg45">
                <a:extLst>
                  <a:ext uri="{FF2B5EF4-FFF2-40B4-BE49-F238E27FC236}">
                    <a16:creationId xmlns:a16="http://schemas.microsoft.com/office/drawing/2014/main" id="{90B43145-9CDD-F3A3-0924-98511E60E2FD}"/>
                  </a:ext>
                </a:extLst>
              </p:cNvPr>
              <p:cNvSpPr/>
              <p:nvPr/>
            </p:nvSpPr>
            <p:spPr>
              <a:xfrm>
                <a:off x="749609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6" name="pg46">
                <a:extLst>
                  <a:ext uri="{FF2B5EF4-FFF2-40B4-BE49-F238E27FC236}">
                    <a16:creationId xmlns:a16="http://schemas.microsoft.com/office/drawing/2014/main" id="{3F5D3B12-68CF-1653-1EDB-F088C8DB718F}"/>
                  </a:ext>
                </a:extLst>
              </p:cNvPr>
              <p:cNvSpPr/>
              <p:nvPr/>
            </p:nvSpPr>
            <p:spPr>
              <a:xfrm>
                <a:off x="7527156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7" name="pg47">
                <a:extLst>
                  <a:ext uri="{FF2B5EF4-FFF2-40B4-BE49-F238E27FC236}">
                    <a16:creationId xmlns:a16="http://schemas.microsoft.com/office/drawing/2014/main" id="{02AA8F69-A9FE-E2CE-5CAF-A9132B13E425}"/>
                  </a:ext>
                </a:extLst>
              </p:cNvPr>
              <p:cNvSpPr/>
              <p:nvPr/>
            </p:nvSpPr>
            <p:spPr>
              <a:xfrm>
                <a:off x="7558219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8" name="pg48">
                <a:extLst>
                  <a:ext uri="{FF2B5EF4-FFF2-40B4-BE49-F238E27FC236}">
                    <a16:creationId xmlns:a16="http://schemas.microsoft.com/office/drawing/2014/main" id="{BDC91BD5-F6D1-80C2-C3BC-4A790BB0CB02}"/>
                  </a:ext>
                </a:extLst>
              </p:cNvPr>
              <p:cNvSpPr/>
              <p:nvPr/>
            </p:nvSpPr>
            <p:spPr>
              <a:xfrm>
                <a:off x="7589283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9" name="pg49">
                <a:extLst>
                  <a:ext uri="{FF2B5EF4-FFF2-40B4-BE49-F238E27FC236}">
                    <a16:creationId xmlns:a16="http://schemas.microsoft.com/office/drawing/2014/main" id="{62B1C721-DEEE-3189-45AA-AC17E62759EF}"/>
                  </a:ext>
                </a:extLst>
              </p:cNvPr>
              <p:cNvSpPr/>
              <p:nvPr/>
            </p:nvSpPr>
            <p:spPr>
              <a:xfrm>
                <a:off x="7620345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0" name="pg50">
                <a:extLst>
                  <a:ext uri="{FF2B5EF4-FFF2-40B4-BE49-F238E27FC236}">
                    <a16:creationId xmlns:a16="http://schemas.microsoft.com/office/drawing/2014/main" id="{F45F4389-54CD-4835-71BC-25D2BAD55016}"/>
                  </a:ext>
                </a:extLst>
              </p:cNvPr>
              <p:cNvSpPr/>
              <p:nvPr/>
            </p:nvSpPr>
            <p:spPr>
              <a:xfrm>
                <a:off x="7651408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1" name="pg51">
                <a:extLst>
                  <a:ext uri="{FF2B5EF4-FFF2-40B4-BE49-F238E27FC236}">
                    <a16:creationId xmlns:a16="http://schemas.microsoft.com/office/drawing/2014/main" id="{932E7FBC-750A-5CBC-75ED-BA7F84847565}"/>
                  </a:ext>
                </a:extLst>
              </p:cNvPr>
              <p:cNvSpPr/>
              <p:nvPr/>
            </p:nvSpPr>
            <p:spPr>
              <a:xfrm>
                <a:off x="7682471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2" name="pg52">
                <a:extLst>
                  <a:ext uri="{FF2B5EF4-FFF2-40B4-BE49-F238E27FC236}">
                    <a16:creationId xmlns:a16="http://schemas.microsoft.com/office/drawing/2014/main" id="{E09A9C51-B5F3-7360-EE55-43BF0D790710}"/>
                  </a:ext>
                </a:extLst>
              </p:cNvPr>
              <p:cNvSpPr/>
              <p:nvPr/>
            </p:nvSpPr>
            <p:spPr>
              <a:xfrm>
                <a:off x="771353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3" name="pg53">
                <a:extLst>
                  <a:ext uri="{FF2B5EF4-FFF2-40B4-BE49-F238E27FC236}">
                    <a16:creationId xmlns:a16="http://schemas.microsoft.com/office/drawing/2014/main" id="{C785A918-63F3-33C5-2042-2BEECA5ED14A}"/>
                  </a:ext>
                </a:extLst>
              </p:cNvPr>
              <p:cNvSpPr/>
              <p:nvPr/>
            </p:nvSpPr>
            <p:spPr>
              <a:xfrm>
                <a:off x="7744597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4" name="pg54">
                <a:extLst>
                  <a:ext uri="{FF2B5EF4-FFF2-40B4-BE49-F238E27FC236}">
                    <a16:creationId xmlns:a16="http://schemas.microsoft.com/office/drawing/2014/main" id="{8137EFDB-3562-F03F-7DB1-C8F11EBF1C20}"/>
                  </a:ext>
                </a:extLst>
              </p:cNvPr>
              <p:cNvSpPr/>
              <p:nvPr/>
            </p:nvSpPr>
            <p:spPr>
              <a:xfrm>
                <a:off x="7899912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5" name="pg55">
                <a:extLst>
                  <a:ext uri="{FF2B5EF4-FFF2-40B4-BE49-F238E27FC236}">
                    <a16:creationId xmlns:a16="http://schemas.microsoft.com/office/drawing/2014/main" id="{5072E09B-0E1C-7602-E00C-F00D84233E9C}"/>
                  </a:ext>
                </a:extLst>
              </p:cNvPr>
              <p:cNvSpPr/>
              <p:nvPr/>
            </p:nvSpPr>
            <p:spPr>
              <a:xfrm>
                <a:off x="793097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6" name="pg56">
                <a:extLst>
                  <a:ext uri="{FF2B5EF4-FFF2-40B4-BE49-F238E27FC236}">
                    <a16:creationId xmlns:a16="http://schemas.microsoft.com/office/drawing/2014/main" id="{475CC84E-293A-6C35-C1CD-3A89AE80EFA3}"/>
                  </a:ext>
                </a:extLst>
              </p:cNvPr>
              <p:cNvSpPr/>
              <p:nvPr/>
            </p:nvSpPr>
            <p:spPr>
              <a:xfrm>
                <a:off x="7962037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7" name="pg57">
                <a:extLst>
                  <a:ext uri="{FF2B5EF4-FFF2-40B4-BE49-F238E27FC236}">
                    <a16:creationId xmlns:a16="http://schemas.microsoft.com/office/drawing/2014/main" id="{BF705F54-F37A-685E-472B-C84DEB527FD3}"/>
                  </a:ext>
                </a:extLst>
              </p:cNvPr>
              <p:cNvSpPr/>
              <p:nvPr/>
            </p:nvSpPr>
            <p:spPr>
              <a:xfrm>
                <a:off x="7993100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8" name="pg58">
                <a:extLst>
                  <a:ext uri="{FF2B5EF4-FFF2-40B4-BE49-F238E27FC236}">
                    <a16:creationId xmlns:a16="http://schemas.microsoft.com/office/drawing/2014/main" id="{E2EE016D-2DE3-AB90-1FAC-93CE04B34CC7}"/>
                  </a:ext>
                </a:extLst>
              </p:cNvPr>
              <p:cNvSpPr/>
              <p:nvPr/>
            </p:nvSpPr>
            <p:spPr>
              <a:xfrm>
                <a:off x="8024163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9" name="pg59">
                <a:extLst>
                  <a:ext uri="{FF2B5EF4-FFF2-40B4-BE49-F238E27FC236}">
                    <a16:creationId xmlns:a16="http://schemas.microsoft.com/office/drawing/2014/main" id="{A445D130-4DB2-092B-D4B5-4DA65DB3B5B2}"/>
                  </a:ext>
                </a:extLst>
              </p:cNvPr>
              <p:cNvSpPr/>
              <p:nvPr/>
            </p:nvSpPr>
            <p:spPr>
              <a:xfrm>
                <a:off x="8055226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0" name="pg60">
                <a:extLst>
                  <a:ext uri="{FF2B5EF4-FFF2-40B4-BE49-F238E27FC236}">
                    <a16:creationId xmlns:a16="http://schemas.microsoft.com/office/drawing/2014/main" id="{D1E2221B-073A-46DC-69BA-F650320E81E3}"/>
                  </a:ext>
                </a:extLst>
              </p:cNvPr>
              <p:cNvSpPr/>
              <p:nvPr/>
            </p:nvSpPr>
            <p:spPr>
              <a:xfrm>
                <a:off x="7371842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1" name="pg61">
                <a:extLst>
                  <a:ext uri="{FF2B5EF4-FFF2-40B4-BE49-F238E27FC236}">
                    <a16:creationId xmlns:a16="http://schemas.microsoft.com/office/drawing/2014/main" id="{843F4209-2030-ACA8-3BBF-682BF3FF7A0C}"/>
                  </a:ext>
                </a:extLst>
              </p:cNvPr>
              <p:cNvSpPr/>
              <p:nvPr/>
            </p:nvSpPr>
            <p:spPr>
              <a:xfrm>
                <a:off x="7402905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2" name="pg62">
                <a:extLst>
                  <a:ext uri="{FF2B5EF4-FFF2-40B4-BE49-F238E27FC236}">
                    <a16:creationId xmlns:a16="http://schemas.microsoft.com/office/drawing/2014/main" id="{4690DF2B-FE4C-35B5-5FEE-3F245024AE51}"/>
                  </a:ext>
                </a:extLst>
              </p:cNvPr>
              <p:cNvSpPr/>
              <p:nvPr/>
            </p:nvSpPr>
            <p:spPr>
              <a:xfrm>
                <a:off x="7433968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3" name="pg63">
                <a:extLst>
                  <a:ext uri="{FF2B5EF4-FFF2-40B4-BE49-F238E27FC236}">
                    <a16:creationId xmlns:a16="http://schemas.microsoft.com/office/drawing/2014/main" id="{1D344B78-C007-3F15-50DE-F7D0019574FF}"/>
                  </a:ext>
                </a:extLst>
              </p:cNvPr>
              <p:cNvSpPr/>
              <p:nvPr/>
            </p:nvSpPr>
            <p:spPr>
              <a:xfrm>
                <a:off x="7465031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4" name="pg64">
                <a:extLst>
                  <a:ext uri="{FF2B5EF4-FFF2-40B4-BE49-F238E27FC236}">
                    <a16:creationId xmlns:a16="http://schemas.microsoft.com/office/drawing/2014/main" id="{56E1FEB6-AF19-2C2E-5E01-5AA86D157576}"/>
                  </a:ext>
                </a:extLst>
              </p:cNvPr>
              <p:cNvSpPr/>
              <p:nvPr/>
            </p:nvSpPr>
            <p:spPr>
              <a:xfrm>
                <a:off x="749609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5" name="pg65">
                <a:extLst>
                  <a:ext uri="{FF2B5EF4-FFF2-40B4-BE49-F238E27FC236}">
                    <a16:creationId xmlns:a16="http://schemas.microsoft.com/office/drawing/2014/main" id="{236D268E-ED36-3D0F-8715-C81723335938}"/>
                  </a:ext>
                </a:extLst>
              </p:cNvPr>
              <p:cNvSpPr/>
              <p:nvPr/>
            </p:nvSpPr>
            <p:spPr>
              <a:xfrm>
                <a:off x="7527156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6" name="pg66">
                <a:extLst>
                  <a:ext uri="{FF2B5EF4-FFF2-40B4-BE49-F238E27FC236}">
                    <a16:creationId xmlns:a16="http://schemas.microsoft.com/office/drawing/2014/main" id="{E1D6423D-A549-43ED-586A-452D2E9861AA}"/>
                  </a:ext>
                </a:extLst>
              </p:cNvPr>
              <p:cNvSpPr/>
              <p:nvPr/>
            </p:nvSpPr>
            <p:spPr>
              <a:xfrm>
                <a:off x="7558219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7" name="pg67">
                <a:extLst>
                  <a:ext uri="{FF2B5EF4-FFF2-40B4-BE49-F238E27FC236}">
                    <a16:creationId xmlns:a16="http://schemas.microsoft.com/office/drawing/2014/main" id="{3D6B983C-A28B-9BB5-7305-F239BCB1A69D}"/>
                  </a:ext>
                </a:extLst>
              </p:cNvPr>
              <p:cNvSpPr/>
              <p:nvPr/>
            </p:nvSpPr>
            <p:spPr>
              <a:xfrm>
                <a:off x="7589283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8" name="pg68">
                <a:extLst>
                  <a:ext uri="{FF2B5EF4-FFF2-40B4-BE49-F238E27FC236}">
                    <a16:creationId xmlns:a16="http://schemas.microsoft.com/office/drawing/2014/main" id="{DC0013F1-1353-18BF-953D-93A180651C36}"/>
                  </a:ext>
                </a:extLst>
              </p:cNvPr>
              <p:cNvSpPr/>
              <p:nvPr/>
            </p:nvSpPr>
            <p:spPr>
              <a:xfrm>
                <a:off x="7620345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9" name="pg69">
                <a:extLst>
                  <a:ext uri="{FF2B5EF4-FFF2-40B4-BE49-F238E27FC236}">
                    <a16:creationId xmlns:a16="http://schemas.microsoft.com/office/drawing/2014/main" id="{BCB65932-DB38-1454-8A14-A63840B9200A}"/>
                  </a:ext>
                </a:extLst>
              </p:cNvPr>
              <p:cNvSpPr/>
              <p:nvPr/>
            </p:nvSpPr>
            <p:spPr>
              <a:xfrm>
                <a:off x="7651408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0" name="pg70">
                <a:extLst>
                  <a:ext uri="{FF2B5EF4-FFF2-40B4-BE49-F238E27FC236}">
                    <a16:creationId xmlns:a16="http://schemas.microsoft.com/office/drawing/2014/main" id="{E21B799E-98EF-8797-C44B-56F7C26BFB80}"/>
                  </a:ext>
                </a:extLst>
              </p:cNvPr>
              <p:cNvSpPr/>
              <p:nvPr/>
            </p:nvSpPr>
            <p:spPr>
              <a:xfrm>
                <a:off x="7682471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1" name="pg71">
                <a:extLst>
                  <a:ext uri="{FF2B5EF4-FFF2-40B4-BE49-F238E27FC236}">
                    <a16:creationId xmlns:a16="http://schemas.microsoft.com/office/drawing/2014/main" id="{9F1F1DBB-EBD4-9D8E-A236-816C9C213952}"/>
                  </a:ext>
                </a:extLst>
              </p:cNvPr>
              <p:cNvSpPr/>
              <p:nvPr/>
            </p:nvSpPr>
            <p:spPr>
              <a:xfrm>
                <a:off x="771353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2" name="pg72">
                <a:extLst>
                  <a:ext uri="{FF2B5EF4-FFF2-40B4-BE49-F238E27FC236}">
                    <a16:creationId xmlns:a16="http://schemas.microsoft.com/office/drawing/2014/main" id="{FA7B8561-EC0B-9DD5-C5E9-D7F6905D7A23}"/>
                  </a:ext>
                </a:extLst>
              </p:cNvPr>
              <p:cNvSpPr/>
              <p:nvPr/>
            </p:nvSpPr>
            <p:spPr>
              <a:xfrm>
                <a:off x="7868849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3" name="pg73">
                <a:extLst>
                  <a:ext uri="{FF2B5EF4-FFF2-40B4-BE49-F238E27FC236}">
                    <a16:creationId xmlns:a16="http://schemas.microsoft.com/office/drawing/2014/main" id="{E3422229-BC0E-1B66-BD8D-67B2AAC383A3}"/>
                  </a:ext>
                </a:extLst>
              </p:cNvPr>
              <p:cNvSpPr/>
              <p:nvPr/>
            </p:nvSpPr>
            <p:spPr>
              <a:xfrm>
                <a:off x="7899912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4" name="pg74">
                <a:extLst>
                  <a:ext uri="{FF2B5EF4-FFF2-40B4-BE49-F238E27FC236}">
                    <a16:creationId xmlns:a16="http://schemas.microsoft.com/office/drawing/2014/main" id="{DE71C956-C257-1B00-04BD-EBE27EB027D1}"/>
                  </a:ext>
                </a:extLst>
              </p:cNvPr>
              <p:cNvSpPr/>
              <p:nvPr/>
            </p:nvSpPr>
            <p:spPr>
              <a:xfrm>
                <a:off x="793097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5" name="pg75">
                <a:extLst>
                  <a:ext uri="{FF2B5EF4-FFF2-40B4-BE49-F238E27FC236}">
                    <a16:creationId xmlns:a16="http://schemas.microsoft.com/office/drawing/2014/main" id="{F80DEB31-D913-7A23-901D-8D97D64EEDCE}"/>
                  </a:ext>
                </a:extLst>
              </p:cNvPr>
              <p:cNvSpPr/>
              <p:nvPr/>
            </p:nvSpPr>
            <p:spPr>
              <a:xfrm>
                <a:off x="7962037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6" name="pg76">
                <a:extLst>
                  <a:ext uri="{FF2B5EF4-FFF2-40B4-BE49-F238E27FC236}">
                    <a16:creationId xmlns:a16="http://schemas.microsoft.com/office/drawing/2014/main" id="{CE06BF13-DDA7-E515-B256-AA7154680721}"/>
                  </a:ext>
                </a:extLst>
              </p:cNvPr>
              <p:cNvSpPr/>
              <p:nvPr/>
            </p:nvSpPr>
            <p:spPr>
              <a:xfrm>
                <a:off x="7993100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7" name="pg77">
                <a:extLst>
                  <a:ext uri="{FF2B5EF4-FFF2-40B4-BE49-F238E27FC236}">
                    <a16:creationId xmlns:a16="http://schemas.microsoft.com/office/drawing/2014/main" id="{8756CACB-3374-5B3F-21B5-EACD26FAEE03}"/>
                  </a:ext>
                </a:extLst>
              </p:cNvPr>
              <p:cNvSpPr/>
              <p:nvPr/>
            </p:nvSpPr>
            <p:spPr>
              <a:xfrm>
                <a:off x="8024163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8" name="pg78">
                <a:extLst>
                  <a:ext uri="{FF2B5EF4-FFF2-40B4-BE49-F238E27FC236}">
                    <a16:creationId xmlns:a16="http://schemas.microsoft.com/office/drawing/2014/main" id="{962C7CB6-5115-B301-A7BC-B7B09D4D6ED0}"/>
                  </a:ext>
                </a:extLst>
              </p:cNvPr>
              <p:cNvSpPr/>
              <p:nvPr/>
            </p:nvSpPr>
            <p:spPr>
              <a:xfrm>
                <a:off x="8055226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9" name="pg79">
                <a:extLst>
                  <a:ext uri="{FF2B5EF4-FFF2-40B4-BE49-F238E27FC236}">
                    <a16:creationId xmlns:a16="http://schemas.microsoft.com/office/drawing/2014/main" id="{543FDD34-A5E3-53BA-98BD-B5D84632E4A6}"/>
                  </a:ext>
                </a:extLst>
              </p:cNvPr>
              <p:cNvSpPr/>
              <p:nvPr/>
            </p:nvSpPr>
            <p:spPr>
              <a:xfrm>
                <a:off x="730971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0" name="pg80">
                <a:extLst>
                  <a:ext uri="{FF2B5EF4-FFF2-40B4-BE49-F238E27FC236}">
                    <a16:creationId xmlns:a16="http://schemas.microsoft.com/office/drawing/2014/main" id="{C2B58F3D-794B-CA3E-DD90-BF49C83AFE29}"/>
                  </a:ext>
                </a:extLst>
              </p:cNvPr>
              <p:cNvSpPr/>
              <p:nvPr/>
            </p:nvSpPr>
            <p:spPr>
              <a:xfrm>
                <a:off x="734077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1" name="pg81">
                <a:extLst>
                  <a:ext uri="{FF2B5EF4-FFF2-40B4-BE49-F238E27FC236}">
                    <a16:creationId xmlns:a16="http://schemas.microsoft.com/office/drawing/2014/main" id="{9C9116C1-6572-89B0-CC17-0BAC40F957D6}"/>
                  </a:ext>
                </a:extLst>
              </p:cNvPr>
              <p:cNvSpPr/>
              <p:nvPr/>
            </p:nvSpPr>
            <p:spPr>
              <a:xfrm>
                <a:off x="7371842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2" name="pg82">
                <a:extLst>
                  <a:ext uri="{FF2B5EF4-FFF2-40B4-BE49-F238E27FC236}">
                    <a16:creationId xmlns:a16="http://schemas.microsoft.com/office/drawing/2014/main" id="{427EFC02-6115-2914-BD93-61C93D4F9CAE}"/>
                  </a:ext>
                </a:extLst>
              </p:cNvPr>
              <p:cNvSpPr/>
              <p:nvPr/>
            </p:nvSpPr>
            <p:spPr>
              <a:xfrm>
                <a:off x="7402905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3" name="pg83">
                <a:extLst>
                  <a:ext uri="{FF2B5EF4-FFF2-40B4-BE49-F238E27FC236}">
                    <a16:creationId xmlns:a16="http://schemas.microsoft.com/office/drawing/2014/main" id="{C2A66AE2-B242-A893-58C1-F2F3258EBC06}"/>
                  </a:ext>
                </a:extLst>
              </p:cNvPr>
              <p:cNvSpPr/>
              <p:nvPr/>
            </p:nvSpPr>
            <p:spPr>
              <a:xfrm>
                <a:off x="7433968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4" name="pg84">
                <a:extLst>
                  <a:ext uri="{FF2B5EF4-FFF2-40B4-BE49-F238E27FC236}">
                    <a16:creationId xmlns:a16="http://schemas.microsoft.com/office/drawing/2014/main" id="{F8DBB224-C551-7221-C01B-416A19264F69}"/>
                  </a:ext>
                </a:extLst>
              </p:cNvPr>
              <p:cNvSpPr/>
              <p:nvPr/>
            </p:nvSpPr>
            <p:spPr>
              <a:xfrm>
                <a:off x="7465031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5" name="pg85">
                <a:extLst>
                  <a:ext uri="{FF2B5EF4-FFF2-40B4-BE49-F238E27FC236}">
                    <a16:creationId xmlns:a16="http://schemas.microsoft.com/office/drawing/2014/main" id="{7B1BF4E7-6A6C-B238-7A3B-3F14B1AE5D6F}"/>
                  </a:ext>
                </a:extLst>
              </p:cNvPr>
              <p:cNvSpPr/>
              <p:nvPr/>
            </p:nvSpPr>
            <p:spPr>
              <a:xfrm>
                <a:off x="7496094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6" name="pg86">
                <a:extLst>
                  <a:ext uri="{FF2B5EF4-FFF2-40B4-BE49-F238E27FC236}">
                    <a16:creationId xmlns:a16="http://schemas.microsoft.com/office/drawing/2014/main" id="{0A3B4EA3-DD1D-E18D-0593-E29DA3365116}"/>
                  </a:ext>
                </a:extLst>
              </p:cNvPr>
              <p:cNvSpPr/>
              <p:nvPr/>
            </p:nvSpPr>
            <p:spPr>
              <a:xfrm>
                <a:off x="752715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7" name="pg87">
                <a:extLst>
                  <a:ext uri="{FF2B5EF4-FFF2-40B4-BE49-F238E27FC236}">
                    <a16:creationId xmlns:a16="http://schemas.microsoft.com/office/drawing/2014/main" id="{ABC67471-3E83-3ACA-16C2-82AC301967F4}"/>
                  </a:ext>
                </a:extLst>
              </p:cNvPr>
              <p:cNvSpPr/>
              <p:nvPr/>
            </p:nvSpPr>
            <p:spPr>
              <a:xfrm>
                <a:off x="755821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8" name="pg88">
                <a:extLst>
                  <a:ext uri="{FF2B5EF4-FFF2-40B4-BE49-F238E27FC236}">
                    <a16:creationId xmlns:a16="http://schemas.microsoft.com/office/drawing/2014/main" id="{A3C56870-57D0-A9B5-AE1B-156A734CF036}"/>
                  </a:ext>
                </a:extLst>
              </p:cNvPr>
              <p:cNvSpPr/>
              <p:nvPr/>
            </p:nvSpPr>
            <p:spPr>
              <a:xfrm>
                <a:off x="7589283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9" name="pg89">
                <a:extLst>
                  <a:ext uri="{FF2B5EF4-FFF2-40B4-BE49-F238E27FC236}">
                    <a16:creationId xmlns:a16="http://schemas.microsoft.com/office/drawing/2014/main" id="{3C6C5C2D-202F-4687-8BC5-992EF8513C20}"/>
                  </a:ext>
                </a:extLst>
              </p:cNvPr>
              <p:cNvSpPr/>
              <p:nvPr/>
            </p:nvSpPr>
            <p:spPr>
              <a:xfrm>
                <a:off x="7620345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0" name="pg90">
                <a:extLst>
                  <a:ext uri="{FF2B5EF4-FFF2-40B4-BE49-F238E27FC236}">
                    <a16:creationId xmlns:a16="http://schemas.microsoft.com/office/drawing/2014/main" id="{1E088888-B10E-D246-6995-9F932B913F8C}"/>
                  </a:ext>
                </a:extLst>
              </p:cNvPr>
              <p:cNvSpPr/>
              <p:nvPr/>
            </p:nvSpPr>
            <p:spPr>
              <a:xfrm>
                <a:off x="7651408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1" name="pg91">
                <a:extLst>
                  <a:ext uri="{FF2B5EF4-FFF2-40B4-BE49-F238E27FC236}">
                    <a16:creationId xmlns:a16="http://schemas.microsoft.com/office/drawing/2014/main" id="{0377B6B4-AF5C-B6DE-41CC-12722BD2EF70}"/>
                  </a:ext>
                </a:extLst>
              </p:cNvPr>
              <p:cNvSpPr/>
              <p:nvPr/>
            </p:nvSpPr>
            <p:spPr>
              <a:xfrm>
                <a:off x="783778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2" name="pg92">
                <a:extLst>
                  <a:ext uri="{FF2B5EF4-FFF2-40B4-BE49-F238E27FC236}">
                    <a16:creationId xmlns:a16="http://schemas.microsoft.com/office/drawing/2014/main" id="{DB581009-00A2-151D-C985-A5E3FD275EED}"/>
                  </a:ext>
                </a:extLst>
              </p:cNvPr>
              <p:cNvSpPr/>
              <p:nvPr/>
            </p:nvSpPr>
            <p:spPr>
              <a:xfrm>
                <a:off x="786884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3" name="pg93">
                <a:extLst>
                  <a:ext uri="{FF2B5EF4-FFF2-40B4-BE49-F238E27FC236}">
                    <a16:creationId xmlns:a16="http://schemas.microsoft.com/office/drawing/2014/main" id="{D8CB41F2-EE1C-A4BA-44A5-46EED0A0899E}"/>
                  </a:ext>
                </a:extLst>
              </p:cNvPr>
              <p:cNvSpPr/>
              <p:nvPr/>
            </p:nvSpPr>
            <p:spPr>
              <a:xfrm>
                <a:off x="7899912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4" name="pg94">
                <a:extLst>
                  <a:ext uri="{FF2B5EF4-FFF2-40B4-BE49-F238E27FC236}">
                    <a16:creationId xmlns:a16="http://schemas.microsoft.com/office/drawing/2014/main" id="{8ADE898B-FB59-0875-FEB8-C7AF5D335174}"/>
                  </a:ext>
                </a:extLst>
              </p:cNvPr>
              <p:cNvSpPr/>
              <p:nvPr/>
            </p:nvSpPr>
            <p:spPr>
              <a:xfrm>
                <a:off x="7930974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5" name="pg95">
                <a:extLst>
                  <a:ext uri="{FF2B5EF4-FFF2-40B4-BE49-F238E27FC236}">
                    <a16:creationId xmlns:a16="http://schemas.microsoft.com/office/drawing/2014/main" id="{70D8087A-F4C0-55AD-5695-5EEED9168EB0}"/>
                  </a:ext>
                </a:extLst>
              </p:cNvPr>
              <p:cNvSpPr/>
              <p:nvPr/>
            </p:nvSpPr>
            <p:spPr>
              <a:xfrm>
                <a:off x="7962037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6" name="pg96">
                <a:extLst>
                  <a:ext uri="{FF2B5EF4-FFF2-40B4-BE49-F238E27FC236}">
                    <a16:creationId xmlns:a16="http://schemas.microsoft.com/office/drawing/2014/main" id="{866A4866-E8DE-A6F8-0FC1-F5F3CD8CDA51}"/>
                  </a:ext>
                </a:extLst>
              </p:cNvPr>
              <p:cNvSpPr/>
              <p:nvPr/>
            </p:nvSpPr>
            <p:spPr>
              <a:xfrm>
                <a:off x="7993100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7" name="pg97">
                <a:extLst>
                  <a:ext uri="{FF2B5EF4-FFF2-40B4-BE49-F238E27FC236}">
                    <a16:creationId xmlns:a16="http://schemas.microsoft.com/office/drawing/2014/main" id="{CDF747C5-9BA3-ACF4-427A-51AF651CD4CA}"/>
                  </a:ext>
                </a:extLst>
              </p:cNvPr>
              <p:cNvSpPr/>
              <p:nvPr/>
            </p:nvSpPr>
            <p:spPr>
              <a:xfrm>
                <a:off x="7247590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8" name="pg98">
                <a:extLst>
                  <a:ext uri="{FF2B5EF4-FFF2-40B4-BE49-F238E27FC236}">
                    <a16:creationId xmlns:a16="http://schemas.microsoft.com/office/drawing/2014/main" id="{5D4EF105-B5E5-E865-5D26-2EE8ECDDA51F}"/>
                  </a:ext>
                </a:extLst>
              </p:cNvPr>
              <p:cNvSpPr/>
              <p:nvPr/>
            </p:nvSpPr>
            <p:spPr>
              <a:xfrm>
                <a:off x="727865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9" name="pg99">
                <a:extLst>
                  <a:ext uri="{FF2B5EF4-FFF2-40B4-BE49-F238E27FC236}">
                    <a16:creationId xmlns:a16="http://schemas.microsoft.com/office/drawing/2014/main" id="{3F84065C-1CAF-65AB-9AC4-486FF68503B0}"/>
                  </a:ext>
                </a:extLst>
              </p:cNvPr>
              <p:cNvSpPr/>
              <p:nvPr/>
            </p:nvSpPr>
            <p:spPr>
              <a:xfrm>
                <a:off x="730971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0" name="pg100">
                <a:extLst>
                  <a:ext uri="{FF2B5EF4-FFF2-40B4-BE49-F238E27FC236}">
                    <a16:creationId xmlns:a16="http://schemas.microsoft.com/office/drawing/2014/main" id="{4CE601BF-57AE-5525-E3AE-3FCA72140507}"/>
                  </a:ext>
                </a:extLst>
              </p:cNvPr>
              <p:cNvSpPr/>
              <p:nvPr/>
            </p:nvSpPr>
            <p:spPr>
              <a:xfrm>
                <a:off x="734077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1" name="pg101">
                <a:extLst>
                  <a:ext uri="{FF2B5EF4-FFF2-40B4-BE49-F238E27FC236}">
                    <a16:creationId xmlns:a16="http://schemas.microsoft.com/office/drawing/2014/main" id="{84AB6876-662F-6099-675E-0370C2B04B5E}"/>
                  </a:ext>
                </a:extLst>
              </p:cNvPr>
              <p:cNvSpPr/>
              <p:nvPr/>
            </p:nvSpPr>
            <p:spPr>
              <a:xfrm>
                <a:off x="7371842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2" name="pg102">
                <a:extLst>
                  <a:ext uri="{FF2B5EF4-FFF2-40B4-BE49-F238E27FC236}">
                    <a16:creationId xmlns:a16="http://schemas.microsoft.com/office/drawing/2014/main" id="{486233E8-80E5-86FB-8A31-9E989F326A42}"/>
                  </a:ext>
                </a:extLst>
              </p:cNvPr>
              <p:cNvSpPr/>
              <p:nvPr/>
            </p:nvSpPr>
            <p:spPr>
              <a:xfrm>
                <a:off x="7402905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3" name="pg103">
                <a:extLst>
                  <a:ext uri="{FF2B5EF4-FFF2-40B4-BE49-F238E27FC236}">
                    <a16:creationId xmlns:a16="http://schemas.microsoft.com/office/drawing/2014/main" id="{B92C608D-71EF-3A08-DF88-575F56766AA9}"/>
                  </a:ext>
                </a:extLst>
              </p:cNvPr>
              <p:cNvSpPr/>
              <p:nvPr/>
            </p:nvSpPr>
            <p:spPr>
              <a:xfrm>
                <a:off x="7433968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4" name="pg104">
                <a:extLst>
                  <a:ext uri="{FF2B5EF4-FFF2-40B4-BE49-F238E27FC236}">
                    <a16:creationId xmlns:a16="http://schemas.microsoft.com/office/drawing/2014/main" id="{9600F1AA-2165-2782-0A43-A6C167A11CD9}"/>
                  </a:ext>
                </a:extLst>
              </p:cNvPr>
              <p:cNvSpPr/>
              <p:nvPr/>
            </p:nvSpPr>
            <p:spPr>
              <a:xfrm>
                <a:off x="7465031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5" name="pg105">
                <a:extLst>
                  <a:ext uri="{FF2B5EF4-FFF2-40B4-BE49-F238E27FC236}">
                    <a16:creationId xmlns:a16="http://schemas.microsoft.com/office/drawing/2014/main" id="{19A4B2E3-185E-D660-DDDD-14EAE0565D90}"/>
                  </a:ext>
                </a:extLst>
              </p:cNvPr>
              <p:cNvSpPr/>
              <p:nvPr/>
            </p:nvSpPr>
            <p:spPr>
              <a:xfrm>
                <a:off x="749609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6" name="pg106">
                <a:extLst>
                  <a:ext uri="{FF2B5EF4-FFF2-40B4-BE49-F238E27FC236}">
                    <a16:creationId xmlns:a16="http://schemas.microsoft.com/office/drawing/2014/main" id="{274C3CF3-8A4A-B1A9-EBA9-C32A09AFDB62}"/>
                  </a:ext>
                </a:extLst>
              </p:cNvPr>
              <p:cNvSpPr/>
              <p:nvPr/>
            </p:nvSpPr>
            <p:spPr>
              <a:xfrm>
                <a:off x="752715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7" name="pg107">
                <a:extLst>
                  <a:ext uri="{FF2B5EF4-FFF2-40B4-BE49-F238E27FC236}">
                    <a16:creationId xmlns:a16="http://schemas.microsoft.com/office/drawing/2014/main" id="{E3E9F995-60AE-F91C-EA2E-F372C83ADA61}"/>
                  </a:ext>
                </a:extLst>
              </p:cNvPr>
              <p:cNvSpPr/>
              <p:nvPr/>
            </p:nvSpPr>
            <p:spPr>
              <a:xfrm>
                <a:off x="755821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8" name="pg108">
                <a:extLst>
                  <a:ext uri="{FF2B5EF4-FFF2-40B4-BE49-F238E27FC236}">
                    <a16:creationId xmlns:a16="http://schemas.microsoft.com/office/drawing/2014/main" id="{D108578F-00A2-C1A6-2494-675472A2247E}"/>
                  </a:ext>
                </a:extLst>
              </p:cNvPr>
              <p:cNvSpPr/>
              <p:nvPr/>
            </p:nvSpPr>
            <p:spPr>
              <a:xfrm>
                <a:off x="758928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9" name="pg109">
                <a:extLst>
                  <a:ext uri="{FF2B5EF4-FFF2-40B4-BE49-F238E27FC236}">
                    <a16:creationId xmlns:a16="http://schemas.microsoft.com/office/drawing/2014/main" id="{1518A249-AB5A-4E5B-BFED-FFF79059552C}"/>
                  </a:ext>
                </a:extLst>
              </p:cNvPr>
              <p:cNvSpPr/>
              <p:nvPr/>
            </p:nvSpPr>
            <p:spPr>
              <a:xfrm>
                <a:off x="7620345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0" name="pg110">
                <a:extLst>
                  <a:ext uri="{FF2B5EF4-FFF2-40B4-BE49-F238E27FC236}">
                    <a16:creationId xmlns:a16="http://schemas.microsoft.com/office/drawing/2014/main" id="{4ECE3D8A-4560-0CF5-CCCE-70776AC427E0}"/>
                  </a:ext>
                </a:extLst>
              </p:cNvPr>
              <p:cNvSpPr/>
              <p:nvPr/>
            </p:nvSpPr>
            <p:spPr>
              <a:xfrm>
                <a:off x="7651408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1" name="pg111">
                <a:extLst>
                  <a:ext uri="{FF2B5EF4-FFF2-40B4-BE49-F238E27FC236}">
                    <a16:creationId xmlns:a16="http://schemas.microsoft.com/office/drawing/2014/main" id="{FAD349C4-A9A2-250D-870D-C0B137B0F1AD}"/>
                  </a:ext>
                </a:extLst>
              </p:cNvPr>
              <p:cNvSpPr/>
              <p:nvPr/>
            </p:nvSpPr>
            <p:spPr>
              <a:xfrm>
                <a:off x="7682471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2" name="pg112">
                <a:extLst>
                  <a:ext uri="{FF2B5EF4-FFF2-40B4-BE49-F238E27FC236}">
                    <a16:creationId xmlns:a16="http://schemas.microsoft.com/office/drawing/2014/main" id="{E04979D6-C186-9889-BE2D-C35FBCF5AA10}"/>
                  </a:ext>
                </a:extLst>
              </p:cNvPr>
              <p:cNvSpPr/>
              <p:nvPr/>
            </p:nvSpPr>
            <p:spPr>
              <a:xfrm>
                <a:off x="771353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3" name="pg113">
                <a:extLst>
                  <a:ext uri="{FF2B5EF4-FFF2-40B4-BE49-F238E27FC236}">
                    <a16:creationId xmlns:a16="http://schemas.microsoft.com/office/drawing/2014/main" id="{8334B732-7466-2D12-1BC2-C7624CDFDD6C}"/>
                  </a:ext>
                </a:extLst>
              </p:cNvPr>
              <p:cNvSpPr/>
              <p:nvPr/>
            </p:nvSpPr>
            <p:spPr>
              <a:xfrm>
                <a:off x="7744597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4" name="pg114">
                <a:extLst>
                  <a:ext uri="{FF2B5EF4-FFF2-40B4-BE49-F238E27FC236}">
                    <a16:creationId xmlns:a16="http://schemas.microsoft.com/office/drawing/2014/main" id="{3D0FCFBF-040F-0DCB-2646-8FBA6FDA8154}"/>
                  </a:ext>
                </a:extLst>
              </p:cNvPr>
              <p:cNvSpPr/>
              <p:nvPr/>
            </p:nvSpPr>
            <p:spPr>
              <a:xfrm>
                <a:off x="780672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5" name="pg115">
                <a:extLst>
                  <a:ext uri="{FF2B5EF4-FFF2-40B4-BE49-F238E27FC236}">
                    <a16:creationId xmlns:a16="http://schemas.microsoft.com/office/drawing/2014/main" id="{21461C30-C4F0-DE9A-D7CC-7EE23FD55A45}"/>
                  </a:ext>
                </a:extLst>
              </p:cNvPr>
              <p:cNvSpPr/>
              <p:nvPr/>
            </p:nvSpPr>
            <p:spPr>
              <a:xfrm>
                <a:off x="783778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6" name="pg116">
                <a:extLst>
                  <a:ext uri="{FF2B5EF4-FFF2-40B4-BE49-F238E27FC236}">
                    <a16:creationId xmlns:a16="http://schemas.microsoft.com/office/drawing/2014/main" id="{FDBE76D4-C287-E4F2-8300-2E3790F361D6}"/>
                  </a:ext>
                </a:extLst>
              </p:cNvPr>
              <p:cNvSpPr/>
              <p:nvPr/>
            </p:nvSpPr>
            <p:spPr>
              <a:xfrm>
                <a:off x="786884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7" name="pg117">
                <a:extLst>
                  <a:ext uri="{FF2B5EF4-FFF2-40B4-BE49-F238E27FC236}">
                    <a16:creationId xmlns:a16="http://schemas.microsoft.com/office/drawing/2014/main" id="{63EB4E1D-273C-7DEB-353F-2032DE48FF2C}"/>
                  </a:ext>
                </a:extLst>
              </p:cNvPr>
              <p:cNvSpPr/>
              <p:nvPr/>
            </p:nvSpPr>
            <p:spPr>
              <a:xfrm>
                <a:off x="7899912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8" name="pg118">
                <a:extLst>
                  <a:ext uri="{FF2B5EF4-FFF2-40B4-BE49-F238E27FC236}">
                    <a16:creationId xmlns:a16="http://schemas.microsoft.com/office/drawing/2014/main" id="{C2F73689-D446-FFE6-80A4-7350DA3BD260}"/>
                  </a:ext>
                </a:extLst>
              </p:cNvPr>
              <p:cNvSpPr/>
              <p:nvPr/>
            </p:nvSpPr>
            <p:spPr>
              <a:xfrm>
                <a:off x="793097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9" name="pg119">
                <a:extLst>
                  <a:ext uri="{FF2B5EF4-FFF2-40B4-BE49-F238E27FC236}">
                    <a16:creationId xmlns:a16="http://schemas.microsoft.com/office/drawing/2014/main" id="{4A2731E9-4C0D-DAAD-3C83-98F3AECF34F2}"/>
                  </a:ext>
                </a:extLst>
              </p:cNvPr>
              <p:cNvSpPr/>
              <p:nvPr/>
            </p:nvSpPr>
            <p:spPr>
              <a:xfrm>
                <a:off x="7962037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0" name="pg120">
                <a:extLst>
                  <a:ext uri="{FF2B5EF4-FFF2-40B4-BE49-F238E27FC236}">
                    <a16:creationId xmlns:a16="http://schemas.microsoft.com/office/drawing/2014/main" id="{A087D349-1D40-80D4-D39E-69ED4E6F15AC}"/>
                  </a:ext>
                </a:extLst>
              </p:cNvPr>
              <p:cNvSpPr/>
              <p:nvPr/>
            </p:nvSpPr>
            <p:spPr>
              <a:xfrm>
                <a:off x="7993100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1" name="pg121">
                <a:extLst>
                  <a:ext uri="{FF2B5EF4-FFF2-40B4-BE49-F238E27FC236}">
                    <a16:creationId xmlns:a16="http://schemas.microsoft.com/office/drawing/2014/main" id="{281245C9-BE88-B30E-8D5A-75DD990BD11A}"/>
                  </a:ext>
                </a:extLst>
              </p:cNvPr>
              <p:cNvSpPr/>
              <p:nvPr/>
            </p:nvSpPr>
            <p:spPr>
              <a:xfrm>
                <a:off x="7247590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2" name="pg122">
                <a:extLst>
                  <a:ext uri="{FF2B5EF4-FFF2-40B4-BE49-F238E27FC236}">
                    <a16:creationId xmlns:a16="http://schemas.microsoft.com/office/drawing/2014/main" id="{4BCB1DCB-3C4A-B4F0-B21F-D4FD11C6282A}"/>
                  </a:ext>
                </a:extLst>
              </p:cNvPr>
              <p:cNvSpPr/>
              <p:nvPr/>
            </p:nvSpPr>
            <p:spPr>
              <a:xfrm>
                <a:off x="727865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3" name="pg123">
                <a:extLst>
                  <a:ext uri="{FF2B5EF4-FFF2-40B4-BE49-F238E27FC236}">
                    <a16:creationId xmlns:a16="http://schemas.microsoft.com/office/drawing/2014/main" id="{40462E8B-4F2F-2804-FCD0-C89F06E184E5}"/>
                  </a:ext>
                </a:extLst>
              </p:cNvPr>
              <p:cNvSpPr/>
              <p:nvPr/>
            </p:nvSpPr>
            <p:spPr>
              <a:xfrm>
                <a:off x="730971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4" name="pg124">
                <a:extLst>
                  <a:ext uri="{FF2B5EF4-FFF2-40B4-BE49-F238E27FC236}">
                    <a16:creationId xmlns:a16="http://schemas.microsoft.com/office/drawing/2014/main" id="{52BD5ACB-D82A-1556-5FBC-F71EB1A7C72E}"/>
                  </a:ext>
                </a:extLst>
              </p:cNvPr>
              <p:cNvSpPr/>
              <p:nvPr/>
            </p:nvSpPr>
            <p:spPr>
              <a:xfrm>
                <a:off x="734077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5" name="pg125">
                <a:extLst>
                  <a:ext uri="{FF2B5EF4-FFF2-40B4-BE49-F238E27FC236}">
                    <a16:creationId xmlns:a16="http://schemas.microsoft.com/office/drawing/2014/main" id="{2DCDAC5E-380F-32E0-B6BE-A008E78C898B}"/>
                  </a:ext>
                </a:extLst>
              </p:cNvPr>
              <p:cNvSpPr/>
              <p:nvPr/>
            </p:nvSpPr>
            <p:spPr>
              <a:xfrm>
                <a:off x="7371842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6" name="pg126">
                <a:extLst>
                  <a:ext uri="{FF2B5EF4-FFF2-40B4-BE49-F238E27FC236}">
                    <a16:creationId xmlns:a16="http://schemas.microsoft.com/office/drawing/2014/main" id="{5600C4B0-8647-F332-F83D-EC2F4E714FFA}"/>
                  </a:ext>
                </a:extLst>
              </p:cNvPr>
              <p:cNvSpPr/>
              <p:nvPr/>
            </p:nvSpPr>
            <p:spPr>
              <a:xfrm>
                <a:off x="7402905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7" name="pg127">
                <a:extLst>
                  <a:ext uri="{FF2B5EF4-FFF2-40B4-BE49-F238E27FC236}">
                    <a16:creationId xmlns:a16="http://schemas.microsoft.com/office/drawing/2014/main" id="{FBF03DD5-2555-CBA7-6E51-EAF50C5F580C}"/>
                  </a:ext>
                </a:extLst>
              </p:cNvPr>
              <p:cNvSpPr/>
              <p:nvPr/>
            </p:nvSpPr>
            <p:spPr>
              <a:xfrm>
                <a:off x="7433968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8" name="pg128">
                <a:extLst>
                  <a:ext uri="{FF2B5EF4-FFF2-40B4-BE49-F238E27FC236}">
                    <a16:creationId xmlns:a16="http://schemas.microsoft.com/office/drawing/2014/main" id="{B4DD6948-7720-149F-0181-F8E77D65B5B4}"/>
                  </a:ext>
                </a:extLst>
              </p:cNvPr>
              <p:cNvSpPr/>
              <p:nvPr/>
            </p:nvSpPr>
            <p:spPr>
              <a:xfrm>
                <a:off x="7465031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9" name="pg129">
                <a:extLst>
                  <a:ext uri="{FF2B5EF4-FFF2-40B4-BE49-F238E27FC236}">
                    <a16:creationId xmlns:a16="http://schemas.microsoft.com/office/drawing/2014/main" id="{221D4DC4-0BC3-D177-D0D0-68121930B586}"/>
                  </a:ext>
                </a:extLst>
              </p:cNvPr>
              <p:cNvSpPr/>
              <p:nvPr/>
            </p:nvSpPr>
            <p:spPr>
              <a:xfrm>
                <a:off x="749609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0" name="pg130">
                <a:extLst>
                  <a:ext uri="{FF2B5EF4-FFF2-40B4-BE49-F238E27FC236}">
                    <a16:creationId xmlns:a16="http://schemas.microsoft.com/office/drawing/2014/main" id="{CB08053D-07CD-6AB2-ACEC-E8DB5F99D4A6}"/>
                  </a:ext>
                </a:extLst>
              </p:cNvPr>
              <p:cNvSpPr/>
              <p:nvPr/>
            </p:nvSpPr>
            <p:spPr>
              <a:xfrm>
                <a:off x="752715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1" name="pg131">
                <a:extLst>
                  <a:ext uri="{FF2B5EF4-FFF2-40B4-BE49-F238E27FC236}">
                    <a16:creationId xmlns:a16="http://schemas.microsoft.com/office/drawing/2014/main" id="{4BAC8765-DCE5-80E1-01EA-18E0739C9E3D}"/>
                  </a:ext>
                </a:extLst>
              </p:cNvPr>
              <p:cNvSpPr/>
              <p:nvPr/>
            </p:nvSpPr>
            <p:spPr>
              <a:xfrm>
                <a:off x="755821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2" name="pg132">
                <a:extLst>
                  <a:ext uri="{FF2B5EF4-FFF2-40B4-BE49-F238E27FC236}">
                    <a16:creationId xmlns:a16="http://schemas.microsoft.com/office/drawing/2014/main" id="{9E9E7FAE-EAC0-B0DC-EEDD-0F4E58A25D96}"/>
                  </a:ext>
                </a:extLst>
              </p:cNvPr>
              <p:cNvSpPr/>
              <p:nvPr/>
            </p:nvSpPr>
            <p:spPr>
              <a:xfrm>
                <a:off x="758928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3" name="pg133">
                <a:extLst>
                  <a:ext uri="{FF2B5EF4-FFF2-40B4-BE49-F238E27FC236}">
                    <a16:creationId xmlns:a16="http://schemas.microsoft.com/office/drawing/2014/main" id="{0BD6AFC1-BEBD-83F4-7910-3ABBB684B205}"/>
                  </a:ext>
                </a:extLst>
              </p:cNvPr>
              <p:cNvSpPr/>
              <p:nvPr/>
            </p:nvSpPr>
            <p:spPr>
              <a:xfrm>
                <a:off x="7620345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4" name="pg134">
                <a:extLst>
                  <a:ext uri="{FF2B5EF4-FFF2-40B4-BE49-F238E27FC236}">
                    <a16:creationId xmlns:a16="http://schemas.microsoft.com/office/drawing/2014/main" id="{EC03D299-35EE-4922-B15C-82DAD69AA940}"/>
                  </a:ext>
                </a:extLst>
              </p:cNvPr>
              <p:cNvSpPr/>
              <p:nvPr/>
            </p:nvSpPr>
            <p:spPr>
              <a:xfrm>
                <a:off x="7651408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5" name="pg135">
                <a:extLst>
                  <a:ext uri="{FF2B5EF4-FFF2-40B4-BE49-F238E27FC236}">
                    <a16:creationId xmlns:a16="http://schemas.microsoft.com/office/drawing/2014/main" id="{54821528-1B56-F40C-4896-8A627E2228D8}"/>
                  </a:ext>
                </a:extLst>
              </p:cNvPr>
              <p:cNvSpPr/>
              <p:nvPr/>
            </p:nvSpPr>
            <p:spPr>
              <a:xfrm>
                <a:off x="7682471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6" name="pg136">
                <a:extLst>
                  <a:ext uri="{FF2B5EF4-FFF2-40B4-BE49-F238E27FC236}">
                    <a16:creationId xmlns:a16="http://schemas.microsoft.com/office/drawing/2014/main" id="{2EBD1E4F-1578-C4EB-67C7-208BF859EE56}"/>
                  </a:ext>
                </a:extLst>
              </p:cNvPr>
              <p:cNvSpPr/>
              <p:nvPr/>
            </p:nvSpPr>
            <p:spPr>
              <a:xfrm>
                <a:off x="771353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7" name="pg137">
                <a:extLst>
                  <a:ext uri="{FF2B5EF4-FFF2-40B4-BE49-F238E27FC236}">
                    <a16:creationId xmlns:a16="http://schemas.microsoft.com/office/drawing/2014/main" id="{EE7EE2E9-93D9-7AE6-9921-46B072F963CA}"/>
                  </a:ext>
                </a:extLst>
              </p:cNvPr>
              <p:cNvSpPr/>
              <p:nvPr/>
            </p:nvSpPr>
            <p:spPr>
              <a:xfrm>
                <a:off x="7744597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8" name="pg138">
                <a:extLst>
                  <a:ext uri="{FF2B5EF4-FFF2-40B4-BE49-F238E27FC236}">
                    <a16:creationId xmlns:a16="http://schemas.microsoft.com/office/drawing/2014/main" id="{04ACBD87-10F6-4321-54FE-AFC7BAA9DC86}"/>
                  </a:ext>
                </a:extLst>
              </p:cNvPr>
              <p:cNvSpPr/>
              <p:nvPr/>
            </p:nvSpPr>
            <p:spPr>
              <a:xfrm>
                <a:off x="7775660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9" name="pg139">
                <a:extLst>
                  <a:ext uri="{FF2B5EF4-FFF2-40B4-BE49-F238E27FC236}">
                    <a16:creationId xmlns:a16="http://schemas.microsoft.com/office/drawing/2014/main" id="{418189AE-C8CD-1E9E-7E9C-683DA90CDEE1}"/>
                  </a:ext>
                </a:extLst>
              </p:cNvPr>
              <p:cNvSpPr/>
              <p:nvPr/>
            </p:nvSpPr>
            <p:spPr>
              <a:xfrm>
                <a:off x="780672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0" name="pg140">
                <a:extLst>
                  <a:ext uri="{FF2B5EF4-FFF2-40B4-BE49-F238E27FC236}">
                    <a16:creationId xmlns:a16="http://schemas.microsoft.com/office/drawing/2014/main" id="{22C4D45F-B49A-C225-9AB2-245EB36D9955}"/>
                  </a:ext>
                </a:extLst>
              </p:cNvPr>
              <p:cNvSpPr/>
              <p:nvPr/>
            </p:nvSpPr>
            <p:spPr>
              <a:xfrm>
                <a:off x="783778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1" name="pg141">
                <a:extLst>
                  <a:ext uri="{FF2B5EF4-FFF2-40B4-BE49-F238E27FC236}">
                    <a16:creationId xmlns:a16="http://schemas.microsoft.com/office/drawing/2014/main" id="{FFA3317B-4FDA-BB34-CA1A-31AAE8B93BBB}"/>
                  </a:ext>
                </a:extLst>
              </p:cNvPr>
              <p:cNvSpPr/>
              <p:nvPr/>
            </p:nvSpPr>
            <p:spPr>
              <a:xfrm>
                <a:off x="786884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2" name="pg142">
                <a:extLst>
                  <a:ext uri="{FF2B5EF4-FFF2-40B4-BE49-F238E27FC236}">
                    <a16:creationId xmlns:a16="http://schemas.microsoft.com/office/drawing/2014/main" id="{3D220903-D637-C8A7-1F01-72E8E9F739D0}"/>
                  </a:ext>
                </a:extLst>
              </p:cNvPr>
              <p:cNvSpPr/>
              <p:nvPr/>
            </p:nvSpPr>
            <p:spPr>
              <a:xfrm>
                <a:off x="7899912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3" name="pg143">
                <a:extLst>
                  <a:ext uri="{FF2B5EF4-FFF2-40B4-BE49-F238E27FC236}">
                    <a16:creationId xmlns:a16="http://schemas.microsoft.com/office/drawing/2014/main" id="{E7243051-8B3C-14C4-CD0C-456AE5346A65}"/>
                  </a:ext>
                </a:extLst>
              </p:cNvPr>
              <p:cNvSpPr/>
              <p:nvPr/>
            </p:nvSpPr>
            <p:spPr>
              <a:xfrm>
                <a:off x="793097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4" name="pg144">
                <a:extLst>
                  <a:ext uri="{FF2B5EF4-FFF2-40B4-BE49-F238E27FC236}">
                    <a16:creationId xmlns:a16="http://schemas.microsoft.com/office/drawing/2014/main" id="{249FBDA7-61A2-CFBD-A483-5D206DBF06A6}"/>
                  </a:ext>
                </a:extLst>
              </p:cNvPr>
              <p:cNvSpPr/>
              <p:nvPr/>
            </p:nvSpPr>
            <p:spPr>
              <a:xfrm>
                <a:off x="7962037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5" name="pg145">
                <a:extLst>
                  <a:ext uri="{FF2B5EF4-FFF2-40B4-BE49-F238E27FC236}">
                    <a16:creationId xmlns:a16="http://schemas.microsoft.com/office/drawing/2014/main" id="{1CFAD807-9D8F-1AD8-2133-387BBD3035CD}"/>
                  </a:ext>
                </a:extLst>
              </p:cNvPr>
              <p:cNvSpPr/>
              <p:nvPr/>
            </p:nvSpPr>
            <p:spPr>
              <a:xfrm>
                <a:off x="7247590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6" name="pg146">
                <a:extLst>
                  <a:ext uri="{FF2B5EF4-FFF2-40B4-BE49-F238E27FC236}">
                    <a16:creationId xmlns:a16="http://schemas.microsoft.com/office/drawing/2014/main" id="{24EA1758-FABA-D8DF-0C5F-87A07ECAB309}"/>
                  </a:ext>
                </a:extLst>
              </p:cNvPr>
              <p:cNvSpPr/>
              <p:nvPr/>
            </p:nvSpPr>
            <p:spPr>
              <a:xfrm>
                <a:off x="727865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7" name="pg147">
                <a:extLst>
                  <a:ext uri="{FF2B5EF4-FFF2-40B4-BE49-F238E27FC236}">
                    <a16:creationId xmlns:a16="http://schemas.microsoft.com/office/drawing/2014/main" id="{1316C4DF-B98A-BD25-DDDA-C88BC4AAD8A0}"/>
                  </a:ext>
                </a:extLst>
              </p:cNvPr>
              <p:cNvSpPr/>
              <p:nvPr/>
            </p:nvSpPr>
            <p:spPr>
              <a:xfrm>
                <a:off x="730971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8" name="pg148">
                <a:extLst>
                  <a:ext uri="{FF2B5EF4-FFF2-40B4-BE49-F238E27FC236}">
                    <a16:creationId xmlns:a16="http://schemas.microsoft.com/office/drawing/2014/main" id="{CFC262F2-6E56-0844-6B94-4A89109381DA}"/>
                  </a:ext>
                </a:extLst>
              </p:cNvPr>
              <p:cNvSpPr/>
              <p:nvPr/>
            </p:nvSpPr>
            <p:spPr>
              <a:xfrm>
                <a:off x="734077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9" name="pg149">
                <a:extLst>
                  <a:ext uri="{FF2B5EF4-FFF2-40B4-BE49-F238E27FC236}">
                    <a16:creationId xmlns:a16="http://schemas.microsoft.com/office/drawing/2014/main" id="{AB6295A8-CA90-A5DE-C018-708A9274B4C4}"/>
                  </a:ext>
                </a:extLst>
              </p:cNvPr>
              <p:cNvSpPr/>
              <p:nvPr/>
            </p:nvSpPr>
            <p:spPr>
              <a:xfrm>
                <a:off x="7371842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0" name="pg150">
                <a:extLst>
                  <a:ext uri="{FF2B5EF4-FFF2-40B4-BE49-F238E27FC236}">
                    <a16:creationId xmlns:a16="http://schemas.microsoft.com/office/drawing/2014/main" id="{FB24481C-E4B4-A8B2-9071-DBF6B2A7A622}"/>
                  </a:ext>
                </a:extLst>
              </p:cNvPr>
              <p:cNvSpPr/>
              <p:nvPr/>
            </p:nvSpPr>
            <p:spPr>
              <a:xfrm>
                <a:off x="7402905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1" name="pg151">
                <a:extLst>
                  <a:ext uri="{FF2B5EF4-FFF2-40B4-BE49-F238E27FC236}">
                    <a16:creationId xmlns:a16="http://schemas.microsoft.com/office/drawing/2014/main" id="{0D4017B2-D1C6-0A4A-E053-63EC07E94088}"/>
                  </a:ext>
                </a:extLst>
              </p:cNvPr>
              <p:cNvSpPr/>
              <p:nvPr/>
            </p:nvSpPr>
            <p:spPr>
              <a:xfrm>
                <a:off x="7433968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2" name="pg152">
                <a:extLst>
                  <a:ext uri="{FF2B5EF4-FFF2-40B4-BE49-F238E27FC236}">
                    <a16:creationId xmlns:a16="http://schemas.microsoft.com/office/drawing/2014/main" id="{1D9E911A-5647-FC96-2759-0BFB1D014CDE}"/>
                  </a:ext>
                </a:extLst>
              </p:cNvPr>
              <p:cNvSpPr/>
              <p:nvPr/>
            </p:nvSpPr>
            <p:spPr>
              <a:xfrm>
                <a:off x="7465031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3" name="pg153">
                <a:extLst>
                  <a:ext uri="{FF2B5EF4-FFF2-40B4-BE49-F238E27FC236}">
                    <a16:creationId xmlns:a16="http://schemas.microsoft.com/office/drawing/2014/main" id="{4ACB58AE-D0F0-7CA8-1468-475CE18351E8}"/>
                  </a:ext>
                </a:extLst>
              </p:cNvPr>
              <p:cNvSpPr/>
              <p:nvPr/>
            </p:nvSpPr>
            <p:spPr>
              <a:xfrm>
                <a:off x="749609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4" name="pg154">
                <a:extLst>
                  <a:ext uri="{FF2B5EF4-FFF2-40B4-BE49-F238E27FC236}">
                    <a16:creationId xmlns:a16="http://schemas.microsoft.com/office/drawing/2014/main" id="{CEF43356-2A1A-B2E4-D7F6-D736C17ACC5A}"/>
                  </a:ext>
                </a:extLst>
              </p:cNvPr>
              <p:cNvSpPr/>
              <p:nvPr/>
            </p:nvSpPr>
            <p:spPr>
              <a:xfrm>
                <a:off x="752715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5" name="pg155">
                <a:extLst>
                  <a:ext uri="{FF2B5EF4-FFF2-40B4-BE49-F238E27FC236}">
                    <a16:creationId xmlns:a16="http://schemas.microsoft.com/office/drawing/2014/main" id="{A412E157-6F97-6481-8CAF-1C3090A01614}"/>
                  </a:ext>
                </a:extLst>
              </p:cNvPr>
              <p:cNvSpPr/>
              <p:nvPr/>
            </p:nvSpPr>
            <p:spPr>
              <a:xfrm>
                <a:off x="755821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6" name="pg156">
                <a:extLst>
                  <a:ext uri="{FF2B5EF4-FFF2-40B4-BE49-F238E27FC236}">
                    <a16:creationId xmlns:a16="http://schemas.microsoft.com/office/drawing/2014/main" id="{1F36726C-105E-A378-7CC0-9BDDE6667358}"/>
                  </a:ext>
                </a:extLst>
              </p:cNvPr>
              <p:cNvSpPr/>
              <p:nvPr/>
            </p:nvSpPr>
            <p:spPr>
              <a:xfrm>
                <a:off x="758928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7" name="pg157">
                <a:extLst>
                  <a:ext uri="{FF2B5EF4-FFF2-40B4-BE49-F238E27FC236}">
                    <a16:creationId xmlns:a16="http://schemas.microsoft.com/office/drawing/2014/main" id="{BD4B04C7-2096-7137-6D85-1FF9FABB7806}"/>
                  </a:ext>
                </a:extLst>
              </p:cNvPr>
              <p:cNvSpPr/>
              <p:nvPr/>
            </p:nvSpPr>
            <p:spPr>
              <a:xfrm>
                <a:off x="7620345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8" name="pg158">
                <a:extLst>
                  <a:ext uri="{FF2B5EF4-FFF2-40B4-BE49-F238E27FC236}">
                    <a16:creationId xmlns:a16="http://schemas.microsoft.com/office/drawing/2014/main" id="{96228195-6130-10D1-04EC-E0CEFE452D44}"/>
                  </a:ext>
                </a:extLst>
              </p:cNvPr>
              <p:cNvSpPr/>
              <p:nvPr/>
            </p:nvSpPr>
            <p:spPr>
              <a:xfrm>
                <a:off x="7651408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9" name="pg159">
                <a:extLst>
                  <a:ext uri="{FF2B5EF4-FFF2-40B4-BE49-F238E27FC236}">
                    <a16:creationId xmlns:a16="http://schemas.microsoft.com/office/drawing/2014/main" id="{12B50F70-2281-15A2-D102-04E686DFFD3A}"/>
                  </a:ext>
                </a:extLst>
              </p:cNvPr>
              <p:cNvSpPr/>
              <p:nvPr/>
            </p:nvSpPr>
            <p:spPr>
              <a:xfrm>
                <a:off x="7682471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0" name="pg160">
                <a:extLst>
                  <a:ext uri="{FF2B5EF4-FFF2-40B4-BE49-F238E27FC236}">
                    <a16:creationId xmlns:a16="http://schemas.microsoft.com/office/drawing/2014/main" id="{7A117FE3-DF4E-1765-3E0B-8449E91CAD30}"/>
                  </a:ext>
                </a:extLst>
              </p:cNvPr>
              <p:cNvSpPr/>
              <p:nvPr/>
            </p:nvSpPr>
            <p:spPr>
              <a:xfrm>
                <a:off x="771353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1" name="pg161">
                <a:extLst>
                  <a:ext uri="{FF2B5EF4-FFF2-40B4-BE49-F238E27FC236}">
                    <a16:creationId xmlns:a16="http://schemas.microsoft.com/office/drawing/2014/main" id="{274E6F1F-1719-26FC-CB8E-45A0087689EB}"/>
                  </a:ext>
                </a:extLst>
              </p:cNvPr>
              <p:cNvSpPr/>
              <p:nvPr/>
            </p:nvSpPr>
            <p:spPr>
              <a:xfrm>
                <a:off x="7744597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2" name="pg162">
                <a:extLst>
                  <a:ext uri="{FF2B5EF4-FFF2-40B4-BE49-F238E27FC236}">
                    <a16:creationId xmlns:a16="http://schemas.microsoft.com/office/drawing/2014/main" id="{51F0CADD-3D0A-FC81-415F-54DF7BDD23D9}"/>
                  </a:ext>
                </a:extLst>
              </p:cNvPr>
              <p:cNvSpPr/>
              <p:nvPr/>
            </p:nvSpPr>
            <p:spPr>
              <a:xfrm>
                <a:off x="7775660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3" name="pg163">
                <a:extLst>
                  <a:ext uri="{FF2B5EF4-FFF2-40B4-BE49-F238E27FC236}">
                    <a16:creationId xmlns:a16="http://schemas.microsoft.com/office/drawing/2014/main" id="{F63F2C3E-05F3-6A9C-FC82-DCC5501018F1}"/>
                  </a:ext>
                </a:extLst>
              </p:cNvPr>
              <p:cNvSpPr/>
              <p:nvPr/>
            </p:nvSpPr>
            <p:spPr>
              <a:xfrm>
                <a:off x="780672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4" name="pg164">
                <a:extLst>
                  <a:ext uri="{FF2B5EF4-FFF2-40B4-BE49-F238E27FC236}">
                    <a16:creationId xmlns:a16="http://schemas.microsoft.com/office/drawing/2014/main" id="{42B42A32-EFE8-0C83-0449-408A20C0A8C2}"/>
                  </a:ext>
                </a:extLst>
              </p:cNvPr>
              <p:cNvSpPr/>
              <p:nvPr/>
            </p:nvSpPr>
            <p:spPr>
              <a:xfrm>
                <a:off x="783778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5" name="pg165">
                <a:extLst>
                  <a:ext uri="{FF2B5EF4-FFF2-40B4-BE49-F238E27FC236}">
                    <a16:creationId xmlns:a16="http://schemas.microsoft.com/office/drawing/2014/main" id="{FA890DC2-79CC-9EC1-0200-F79AD9DD4B1A}"/>
                  </a:ext>
                </a:extLst>
              </p:cNvPr>
              <p:cNvSpPr/>
              <p:nvPr/>
            </p:nvSpPr>
            <p:spPr>
              <a:xfrm>
                <a:off x="786884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6" name="pg166">
                <a:extLst>
                  <a:ext uri="{FF2B5EF4-FFF2-40B4-BE49-F238E27FC236}">
                    <a16:creationId xmlns:a16="http://schemas.microsoft.com/office/drawing/2014/main" id="{2E46FC4B-9ED6-F292-D22D-6430ACE8EB3E}"/>
                  </a:ext>
                </a:extLst>
              </p:cNvPr>
              <p:cNvSpPr/>
              <p:nvPr/>
            </p:nvSpPr>
            <p:spPr>
              <a:xfrm>
                <a:off x="7899912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7" name="pg167">
                <a:extLst>
                  <a:ext uri="{FF2B5EF4-FFF2-40B4-BE49-F238E27FC236}">
                    <a16:creationId xmlns:a16="http://schemas.microsoft.com/office/drawing/2014/main" id="{7B39F109-8C9F-48A2-6161-ED74932AB213}"/>
                  </a:ext>
                </a:extLst>
              </p:cNvPr>
              <p:cNvSpPr/>
              <p:nvPr/>
            </p:nvSpPr>
            <p:spPr>
              <a:xfrm>
                <a:off x="793097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8" name="pg168">
                <a:extLst>
                  <a:ext uri="{FF2B5EF4-FFF2-40B4-BE49-F238E27FC236}">
                    <a16:creationId xmlns:a16="http://schemas.microsoft.com/office/drawing/2014/main" id="{6581FBA8-E016-1761-EDA1-787E25E9AFE9}"/>
                  </a:ext>
                </a:extLst>
              </p:cNvPr>
              <p:cNvSpPr/>
              <p:nvPr/>
            </p:nvSpPr>
            <p:spPr>
              <a:xfrm>
                <a:off x="715440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9" name="pg169">
                <a:extLst>
                  <a:ext uri="{FF2B5EF4-FFF2-40B4-BE49-F238E27FC236}">
                    <a16:creationId xmlns:a16="http://schemas.microsoft.com/office/drawing/2014/main" id="{A3703476-F9D3-AE9A-FEEF-25D6544B5497}"/>
                  </a:ext>
                </a:extLst>
              </p:cNvPr>
              <p:cNvSpPr/>
              <p:nvPr/>
            </p:nvSpPr>
            <p:spPr>
              <a:xfrm>
                <a:off x="718546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0" name="pg170">
                <a:extLst>
                  <a:ext uri="{FF2B5EF4-FFF2-40B4-BE49-F238E27FC236}">
                    <a16:creationId xmlns:a16="http://schemas.microsoft.com/office/drawing/2014/main" id="{C1DE17C1-2533-F8AC-1214-41AA18BCA6F0}"/>
                  </a:ext>
                </a:extLst>
              </p:cNvPr>
              <p:cNvSpPr/>
              <p:nvPr/>
            </p:nvSpPr>
            <p:spPr>
              <a:xfrm>
                <a:off x="7247590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1" name="pg171">
                <a:extLst>
                  <a:ext uri="{FF2B5EF4-FFF2-40B4-BE49-F238E27FC236}">
                    <a16:creationId xmlns:a16="http://schemas.microsoft.com/office/drawing/2014/main" id="{17765749-8926-F993-E38C-962B21965D3C}"/>
                  </a:ext>
                </a:extLst>
              </p:cNvPr>
              <p:cNvSpPr/>
              <p:nvPr/>
            </p:nvSpPr>
            <p:spPr>
              <a:xfrm>
                <a:off x="727865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2" name="pg172">
                <a:extLst>
                  <a:ext uri="{FF2B5EF4-FFF2-40B4-BE49-F238E27FC236}">
                    <a16:creationId xmlns:a16="http://schemas.microsoft.com/office/drawing/2014/main" id="{46F119A5-8326-7F97-A897-CC965AFF9F41}"/>
                  </a:ext>
                </a:extLst>
              </p:cNvPr>
              <p:cNvSpPr/>
              <p:nvPr/>
            </p:nvSpPr>
            <p:spPr>
              <a:xfrm>
                <a:off x="7309716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3" name="pg173">
                <a:extLst>
                  <a:ext uri="{FF2B5EF4-FFF2-40B4-BE49-F238E27FC236}">
                    <a16:creationId xmlns:a16="http://schemas.microsoft.com/office/drawing/2014/main" id="{7159BEB1-2557-A5A2-6C71-1AB614DD1F48}"/>
                  </a:ext>
                </a:extLst>
              </p:cNvPr>
              <p:cNvSpPr/>
              <p:nvPr/>
            </p:nvSpPr>
            <p:spPr>
              <a:xfrm>
                <a:off x="734077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4" name="pg174">
                <a:extLst>
                  <a:ext uri="{FF2B5EF4-FFF2-40B4-BE49-F238E27FC236}">
                    <a16:creationId xmlns:a16="http://schemas.microsoft.com/office/drawing/2014/main" id="{D7660E47-D024-BDA1-675B-AAE0EC1D2287}"/>
                  </a:ext>
                </a:extLst>
              </p:cNvPr>
              <p:cNvSpPr/>
              <p:nvPr/>
            </p:nvSpPr>
            <p:spPr>
              <a:xfrm>
                <a:off x="737184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5" name="pg175">
                <a:extLst>
                  <a:ext uri="{FF2B5EF4-FFF2-40B4-BE49-F238E27FC236}">
                    <a16:creationId xmlns:a16="http://schemas.microsoft.com/office/drawing/2014/main" id="{78E5C213-C5B7-1315-C0C4-E235F68E219F}"/>
                  </a:ext>
                </a:extLst>
              </p:cNvPr>
              <p:cNvSpPr/>
              <p:nvPr/>
            </p:nvSpPr>
            <p:spPr>
              <a:xfrm>
                <a:off x="740290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6" name="pg176">
                <a:extLst>
                  <a:ext uri="{FF2B5EF4-FFF2-40B4-BE49-F238E27FC236}">
                    <a16:creationId xmlns:a16="http://schemas.microsoft.com/office/drawing/2014/main" id="{F7D4848C-D80D-1681-D77D-5C045709866B}"/>
                  </a:ext>
                </a:extLst>
              </p:cNvPr>
              <p:cNvSpPr/>
              <p:nvPr/>
            </p:nvSpPr>
            <p:spPr>
              <a:xfrm>
                <a:off x="7433968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7" name="pg177">
                <a:extLst>
                  <a:ext uri="{FF2B5EF4-FFF2-40B4-BE49-F238E27FC236}">
                    <a16:creationId xmlns:a16="http://schemas.microsoft.com/office/drawing/2014/main" id="{3BB81334-E7BB-E558-32D1-2E41F4228E3E}"/>
                  </a:ext>
                </a:extLst>
              </p:cNvPr>
              <p:cNvSpPr/>
              <p:nvPr/>
            </p:nvSpPr>
            <p:spPr>
              <a:xfrm>
                <a:off x="7465031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8" name="pg178">
                <a:extLst>
                  <a:ext uri="{FF2B5EF4-FFF2-40B4-BE49-F238E27FC236}">
                    <a16:creationId xmlns:a16="http://schemas.microsoft.com/office/drawing/2014/main" id="{C8FBD048-E47D-662B-2118-B6A367250549}"/>
                  </a:ext>
                </a:extLst>
              </p:cNvPr>
              <p:cNvSpPr/>
              <p:nvPr/>
            </p:nvSpPr>
            <p:spPr>
              <a:xfrm>
                <a:off x="755821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9" name="pg179">
                <a:extLst>
                  <a:ext uri="{FF2B5EF4-FFF2-40B4-BE49-F238E27FC236}">
                    <a16:creationId xmlns:a16="http://schemas.microsoft.com/office/drawing/2014/main" id="{49A0EE44-7F20-E898-6A6D-1688ABD5123F}"/>
                  </a:ext>
                </a:extLst>
              </p:cNvPr>
              <p:cNvSpPr/>
              <p:nvPr/>
            </p:nvSpPr>
            <p:spPr>
              <a:xfrm>
                <a:off x="758928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0" name="pg180">
                <a:extLst>
                  <a:ext uri="{FF2B5EF4-FFF2-40B4-BE49-F238E27FC236}">
                    <a16:creationId xmlns:a16="http://schemas.microsoft.com/office/drawing/2014/main" id="{46B5B998-5990-1B0E-AC01-0225EFBF9394}"/>
                  </a:ext>
                </a:extLst>
              </p:cNvPr>
              <p:cNvSpPr/>
              <p:nvPr/>
            </p:nvSpPr>
            <p:spPr>
              <a:xfrm>
                <a:off x="762034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1" name="pg181">
                <a:extLst>
                  <a:ext uri="{FF2B5EF4-FFF2-40B4-BE49-F238E27FC236}">
                    <a16:creationId xmlns:a16="http://schemas.microsoft.com/office/drawing/2014/main" id="{4CD150D4-28DA-E8A8-C975-BC9349E88BDC}"/>
                  </a:ext>
                </a:extLst>
              </p:cNvPr>
              <p:cNvSpPr/>
              <p:nvPr/>
            </p:nvSpPr>
            <p:spPr>
              <a:xfrm>
                <a:off x="7651408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2" name="pg182">
                <a:extLst>
                  <a:ext uri="{FF2B5EF4-FFF2-40B4-BE49-F238E27FC236}">
                    <a16:creationId xmlns:a16="http://schemas.microsoft.com/office/drawing/2014/main" id="{E84AB17D-10DB-3049-2099-E4965D03E5D3}"/>
                  </a:ext>
                </a:extLst>
              </p:cNvPr>
              <p:cNvSpPr/>
              <p:nvPr/>
            </p:nvSpPr>
            <p:spPr>
              <a:xfrm>
                <a:off x="7682471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3" name="pg183">
                <a:extLst>
                  <a:ext uri="{FF2B5EF4-FFF2-40B4-BE49-F238E27FC236}">
                    <a16:creationId xmlns:a16="http://schemas.microsoft.com/office/drawing/2014/main" id="{0EE04BF0-20D1-657F-BB35-EAD7412779D2}"/>
                  </a:ext>
                </a:extLst>
              </p:cNvPr>
              <p:cNvSpPr/>
              <p:nvPr/>
            </p:nvSpPr>
            <p:spPr>
              <a:xfrm>
                <a:off x="7713534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4" name="pg184">
                <a:extLst>
                  <a:ext uri="{FF2B5EF4-FFF2-40B4-BE49-F238E27FC236}">
                    <a16:creationId xmlns:a16="http://schemas.microsoft.com/office/drawing/2014/main" id="{07B2B2DA-2A96-A4B7-91CA-86DF8378CD8A}"/>
                  </a:ext>
                </a:extLst>
              </p:cNvPr>
              <p:cNvSpPr/>
              <p:nvPr/>
            </p:nvSpPr>
            <p:spPr>
              <a:xfrm>
                <a:off x="7744597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5" name="pg185">
                <a:extLst>
                  <a:ext uri="{FF2B5EF4-FFF2-40B4-BE49-F238E27FC236}">
                    <a16:creationId xmlns:a16="http://schemas.microsoft.com/office/drawing/2014/main" id="{4E53E1AC-C902-4137-B2C9-2DBEF52B7CA1}"/>
                  </a:ext>
                </a:extLst>
              </p:cNvPr>
              <p:cNvSpPr/>
              <p:nvPr/>
            </p:nvSpPr>
            <p:spPr>
              <a:xfrm>
                <a:off x="7775660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6" name="pg186">
                <a:extLst>
                  <a:ext uri="{FF2B5EF4-FFF2-40B4-BE49-F238E27FC236}">
                    <a16:creationId xmlns:a16="http://schemas.microsoft.com/office/drawing/2014/main" id="{12E863B9-5311-B451-2F46-D869564D7B35}"/>
                  </a:ext>
                </a:extLst>
              </p:cNvPr>
              <p:cNvSpPr/>
              <p:nvPr/>
            </p:nvSpPr>
            <p:spPr>
              <a:xfrm>
                <a:off x="780672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1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7" name="pg187">
                <a:extLst>
                  <a:ext uri="{FF2B5EF4-FFF2-40B4-BE49-F238E27FC236}">
                    <a16:creationId xmlns:a16="http://schemas.microsoft.com/office/drawing/2014/main" id="{EE693DDB-7F0F-37D3-B6CF-3C4CA4CA1477}"/>
                  </a:ext>
                </a:extLst>
              </p:cNvPr>
              <p:cNvSpPr/>
              <p:nvPr/>
            </p:nvSpPr>
            <p:spPr>
              <a:xfrm>
                <a:off x="7837786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8" name="pg188">
                <a:extLst>
                  <a:ext uri="{FF2B5EF4-FFF2-40B4-BE49-F238E27FC236}">
                    <a16:creationId xmlns:a16="http://schemas.microsoft.com/office/drawing/2014/main" id="{28C11B2C-C0A5-A91A-A4EE-CA39FE93C705}"/>
                  </a:ext>
                </a:extLst>
              </p:cNvPr>
              <p:cNvSpPr/>
              <p:nvPr/>
            </p:nvSpPr>
            <p:spPr>
              <a:xfrm>
                <a:off x="786884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9" name="pg189">
                <a:extLst>
                  <a:ext uri="{FF2B5EF4-FFF2-40B4-BE49-F238E27FC236}">
                    <a16:creationId xmlns:a16="http://schemas.microsoft.com/office/drawing/2014/main" id="{E910B3D3-35CC-AD6D-C86B-536D3E33B465}"/>
                  </a:ext>
                </a:extLst>
              </p:cNvPr>
              <p:cNvSpPr/>
              <p:nvPr/>
            </p:nvSpPr>
            <p:spPr>
              <a:xfrm>
                <a:off x="789991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0" name="pg190">
                <a:extLst>
                  <a:ext uri="{FF2B5EF4-FFF2-40B4-BE49-F238E27FC236}">
                    <a16:creationId xmlns:a16="http://schemas.microsoft.com/office/drawing/2014/main" id="{73C92671-F5D5-F8FA-7485-14812C015290}"/>
                  </a:ext>
                </a:extLst>
              </p:cNvPr>
              <p:cNvSpPr/>
              <p:nvPr/>
            </p:nvSpPr>
            <p:spPr>
              <a:xfrm>
                <a:off x="712333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1" name="pg191">
                <a:extLst>
                  <a:ext uri="{FF2B5EF4-FFF2-40B4-BE49-F238E27FC236}">
                    <a16:creationId xmlns:a16="http://schemas.microsoft.com/office/drawing/2014/main" id="{1C4842B7-E076-6E6C-1823-559CBF4DC381}"/>
                  </a:ext>
                </a:extLst>
              </p:cNvPr>
              <p:cNvSpPr/>
              <p:nvPr/>
            </p:nvSpPr>
            <p:spPr>
              <a:xfrm>
                <a:off x="7154402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2" name="pg192">
                <a:extLst>
                  <a:ext uri="{FF2B5EF4-FFF2-40B4-BE49-F238E27FC236}">
                    <a16:creationId xmlns:a16="http://schemas.microsoft.com/office/drawing/2014/main" id="{916DCA2D-EA67-034F-6DF9-12154148AF3C}"/>
                  </a:ext>
                </a:extLst>
              </p:cNvPr>
              <p:cNvSpPr/>
              <p:nvPr/>
            </p:nvSpPr>
            <p:spPr>
              <a:xfrm>
                <a:off x="718546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3" name="pg193">
                <a:extLst>
                  <a:ext uri="{FF2B5EF4-FFF2-40B4-BE49-F238E27FC236}">
                    <a16:creationId xmlns:a16="http://schemas.microsoft.com/office/drawing/2014/main" id="{943C0D55-F221-7532-6615-C9E3516EC8C1}"/>
                  </a:ext>
                </a:extLst>
              </p:cNvPr>
              <p:cNvSpPr/>
              <p:nvPr/>
            </p:nvSpPr>
            <p:spPr>
              <a:xfrm>
                <a:off x="7216527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4" name="pg194">
                <a:extLst>
                  <a:ext uri="{FF2B5EF4-FFF2-40B4-BE49-F238E27FC236}">
                    <a16:creationId xmlns:a16="http://schemas.microsoft.com/office/drawing/2014/main" id="{C6C6B502-F045-A666-496A-1513354035E1}"/>
                  </a:ext>
                </a:extLst>
              </p:cNvPr>
              <p:cNvSpPr/>
              <p:nvPr/>
            </p:nvSpPr>
            <p:spPr>
              <a:xfrm>
                <a:off x="7247590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5" name="pg195">
                <a:extLst>
                  <a:ext uri="{FF2B5EF4-FFF2-40B4-BE49-F238E27FC236}">
                    <a16:creationId xmlns:a16="http://schemas.microsoft.com/office/drawing/2014/main" id="{F847B39C-8023-6239-6AA2-9D63E21E0465}"/>
                  </a:ext>
                </a:extLst>
              </p:cNvPr>
              <p:cNvSpPr/>
              <p:nvPr/>
            </p:nvSpPr>
            <p:spPr>
              <a:xfrm>
                <a:off x="727865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6" name="pg196">
                <a:extLst>
                  <a:ext uri="{FF2B5EF4-FFF2-40B4-BE49-F238E27FC236}">
                    <a16:creationId xmlns:a16="http://schemas.microsoft.com/office/drawing/2014/main" id="{EEDBA4AC-FC0E-D6B9-F00F-BCC839D47BBD}"/>
                  </a:ext>
                </a:extLst>
              </p:cNvPr>
              <p:cNvSpPr/>
              <p:nvPr/>
            </p:nvSpPr>
            <p:spPr>
              <a:xfrm>
                <a:off x="7309716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7" name="pg197">
                <a:extLst>
                  <a:ext uri="{FF2B5EF4-FFF2-40B4-BE49-F238E27FC236}">
                    <a16:creationId xmlns:a16="http://schemas.microsoft.com/office/drawing/2014/main" id="{1DE1A4DB-D7E9-B3CF-6F41-1780A415B1B2}"/>
                  </a:ext>
                </a:extLst>
              </p:cNvPr>
              <p:cNvSpPr/>
              <p:nvPr/>
            </p:nvSpPr>
            <p:spPr>
              <a:xfrm>
                <a:off x="7340779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8" name="pg198">
                <a:extLst>
                  <a:ext uri="{FF2B5EF4-FFF2-40B4-BE49-F238E27FC236}">
                    <a16:creationId xmlns:a16="http://schemas.microsoft.com/office/drawing/2014/main" id="{6C2A8E58-F6AA-5A3C-44D2-837C3DDACA50}"/>
                  </a:ext>
                </a:extLst>
              </p:cNvPr>
              <p:cNvSpPr/>
              <p:nvPr/>
            </p:nvSpPr>
            <p:spPr>
              <a:xfrm>
                <a:off x="7371842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9" name="pg199">
                <a:extLst>
                  <a:ext uri="{FF2B5EF4-FFF2-40B4-BE49-F238E27FC236}">
                    <a16:creationId xmlns:a16="http://schemas.microsoft.com/office/drawing/2014/main" id="{B4E5D6F7-B8A5-DF0A-73CC-211BD413CB13}"/>
                  </a:ext>
                </a:extLst>
              </p:cNvPr>
              <p:cNvSpPr/>
              <p:nvPr/>
            </p:nvSpPr>
            <p:spPr>
              <a:xfrm>
                <a:off x="740290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0" name="pg200">
                <a:extLst>
                  <a:ext uri="{FF2B5EF4-FFF2-40B4-BE49-F238E27FC236}">
                    <a16:creationId xmlns:a16="http://schemas.microsoft.com/office/drawing/2014/main" id="{03EE3AD3-969B-7DA2-0EFA-77DB6E0BCF85}"/>
                  </a:ext>
                </a:extLst>
              </p:cNvPr>
              <p:cNvSpPr/>
              <p:nvPr/>
            </p:nvSpPr>
            <p:spPr>
              <a:xfrm>
                <a:off x="743396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1" name="pg201">
                <a:extLst>
                  <a:ext uri="{FF2B5EF4-FFF2-40B4-BE49-F238E27FC236}">
                    <a16:creationId xmlns:a16="http://schemas.microsoft.com/office/drawing/2014/main" id="{6BD6A0AA-7C23-56EE-8CAF-3CFDA481A9B3}"/>
                  </a:ext>
                </a:extLst>
              </p:cNvPr>
              <p:cNvSpPr/>
              <p:nvPr/>
            </p:nvSpPr>
            <p:spPr>
              <a:xfrm>
                <a:off x="7465031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2" name="pg202">
                <a:extLst>
                  <a:ext uri="{FF2B5EF4-FFF2-40B4-BE49-F238E27FC236}">
                    <a16:creationId xmlns:a16="http://schemas.microsoft.com/office/drawing/2014/main" id="{A9F2909A-FCED-E01E-645F-F1D56185D9AB}"/>
                  </a:ext>
                </a:extLst>
              </p:cNvPr>
              <p:cNvSpPr/>
              <p:nvPr/>
            </p:nvSpPr>
            <p:spPr>
              <a:xfrm>
                <a:off x="758928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3" name="pg203">
                <a:extLst>
                  <a:ext uri="{FF2B5EF4-FFF2-40B4-BE49-F238E27FC236}">
                    <a16:creationId xmlns:a16="http://schemas.microsoft.com/office/drawing/2014/main" id="{B0490C19-6A0C-AF25-0259-5754CE437C32}"/>
                  </a:ext>
                </a:extLst>
              </p:cNvPr>
              <p:cNvSpPr/>
              <p:nvPr/>
            </p:nvSpPr>
            <p:spPr>
              <a:xfrm>
                <a:off x="762034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4" name="pg204">
                <a:extLst>
                  <a:ext uri="{FF2B5EF4-FFF2-40B4-BE49-F238E27FC236}">
                    <a16:creationId xmlns:a16="http://schemas.microsoft.com/office/drawing/2014/main" id="{2039EA99-C45F-FF29-8474-1146CE2CC838}"/>
                  </a:ext>
                </a:extLst>
              </p:cNvPr>
              <p:cNvSpPr/>
              <p:nvPr/>
            </p:nvSpPr>
            <p:spPr>
              <a:xfrm>
                <a:off x="765140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5" name="pg205">
                <a:extLst>
                  <a:ext uri="{FF2B5EF4-FFF2-40B4-BE49-F238E27FC236}">
                    <a16:creationId xmlns:a16="http://schemas.microsoft.com/office/drawing/2014/main" id="{0C988CBB-0FA9-A422-EFD2-92DF07286F3A}"/>
                  </a:ext>
                </a:extLst>
              </p:cNvPr>
              <p:cNvSpPr/>
              <p:nvPr/>
            </p:nvSpPr>
            <p:spPr>
              <a:xfrm>
                <a:off x="7682471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6" name="pg206">
                <a:extLst>
                  <a:ext uri="{FF2B5EF4-FFF2-40B4-BE49-F238E27FC236}">
                    <a16:creationId xmlns:a16="http://schemas.microsoft.com/office/drawing/2014/main" id="{80C5EA75-FC4E-1CFA-71B5-A76D2D9E3DB6}"/>
                  </a:ext>
                </a:extLst>
              </p:cNvPr>
              <p:cNvSpPr/>
              <p:nvPr/>
            </p:nvSpPr>
            <p:spPr>
              <a:xfrm>
                <a:off x="7713534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7" name="pg207">
                <a:extLst>
                  <a:ext uri="{FF2B5EF4-FFF2-40B4-BE49-F238E27FC236}">
                    <a16:creationId xmlns:a16="http://schemas.microsoft.com/office/drawing/2014/main" id="{B52231C7-4399-1EBE-DB0F-2AFC3C196752}"/>
                  </a:ext>
                </a:extLst>
              </p:cNvPr>
              <p:cNvSpPr/>
              <p:nvPr/>
            </p:nvSpPr>
            <p:spPr>
              <a:xfrm>
                <a:off x="7744597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8" name="pg208">
                <a:extLst>
                  <a:ext uri="{FF2B5EF4-FFF2-40B4-BE49-F238E27FC236}">
                    <a16:creationId xmlns:a16="http://schemas.microsoft.com/office/drawing/2014/main" id="{04AC19B3-79B3-18CE-CDF2-76710CAD0D19}"/>
                  </a:ext>
                </a:extLst>
              </p:cNvPr>
              <p:cNvSpPr/>
              <p:nvPr/>
            </p:nvSpPr>
            <p:spPr>
              <a:xfrm>
                <a:off x="7775660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9" name="pg209">
                <a:extLst>
                  <a:ext uri="{FF2B5EF4-FFF2-40B4-BE49-F238E27FC236}">
                    <a16:creationId xmlns:a16="http://schemas.microsoft.com/office/drawing/2014/main" id="{9948BBE4-CBE5-94AF-3912-6CDAAA5EB13B}"/>
                  </a:ext>
                </a:extLst>
              </p:cNvPr>
              <p:cNvSpPr/>
              <p:nvPr/>
            </p:nvSpPr>
            <p:spPr>
              <a:xfrm>
                <a:off x="780672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0" name="pg210">
                <a:extLst>
                  <a:ext uri="{FF2B5EF4-FFF2-40B4-BE49-F238E27FC236}">
                    <a16:creationId xmlns:a16="http://schemas.microsoft.com/office/drawing/2014/main" id="{D40EB57F-31BF-5601-D6F3-512799EE8313}"/>
                  </a:ext>
                </a:extLst>
              </p:cNvPr>
              <p:cNvSpPr/>
              <p:nvPr/>
            </p:nvSpPr>
            <p:spPr>
              <a:xfrm>
                <a:off x="7837786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1" name="pg211">
                <a:extLst>
                  <a:ext uri="{FF2B5EF4-FFF2-40B4-BE49-F238E27FC236}">
                    <a16:creationId xmlns:a16="http://schemas.microsoft.com/office/drawing/2014/main" id="{ECC23844-F70D-EB38-A1EF-5ED077E48010}"/>
                  </a:ext>
                </a:extLst>
              </p:cNvPr>
              <p:cNvSpPr/>
              <p:nvPr/>
            </p:nvSpPr>
            <p:spPr>
              <a:xfrm>
                <a:off x="7868849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2" name="pg212">
                <a:extLst>
                  <a:ext uri="{FF2B5EF4-FFF2-40B4-BE49-F238E27FC236}">
                    <a16:creationId xmlns:a16="http://schemas.microsoft.com/office/drawing/2014/main" id="{DA341A9B-7F53-22FE-153C-18CC3C7D56C1}"/>
                  </a:ext>
                </a:extLst>
              </p:cNvPr>
              <p:cNvSpPr/>
              <p:nvPr/>
            </p:nvSpPr>
            <p:spPr>
              <a:xfrm>
                <a:off x="709227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3" name="pg213">
                <a:extLst>
                  <a:ext uri="{FF2B5EF4-FFF2-40B4-BE49-F238E27FC236}">
                    <a16:creationId xmlns:a16="http://schemas.microsoft.com/office/drawing/2014/main" id="{C944619B-DDB2-8B6A-D51C-DDEEC55E0425}"/>
                  </a:ext>
                </a:extLst>
              </p:cNvPr>
              <p:cNvSpPr/>
              <p:nvPr/>
            </p:nvSpPr>
            <p:spPr>
              <a:xfrm>
                <a:off x="712333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4" name="pg214">
                <a:extLst>
                  <a:ext uri="{FF2B5EF4-FFF2-40B4-BE49-F238E27FC236}">
                    <a16:creationId xmlns:a16="http://schemas.microsoft.com/office/drawing/2014/main" id="{3F630B0E-3204-66A4-8F29-C9BB0E83E616}"/>
                  </a:ext>
                </a:extLst>
              </p:cNvPr>
              <p:cNvSpPr/>
              <p:nvPr/>
            </p:nvSpPr>
            <p:spPr>
              <a:xfrm>
                <a:off x="7154402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5" name="pg215">
                <a:extLst>
                  <a:ext uri="{FF2B5EF4-FFF2-40B4-BE49-F238E27FC236}">
                    <a16:creationId xmlns:a16="http://schemas.microsoft.com/office/drawing/2014/main" id="{4DE66666-67E9-D7EA-5AAE-2ADA91FD2F16}"/>
                  </a:ext>
                </a:extLst>
              </p:cNvPr>
              <p:cNvSpPr/>
              <p:nvPr/>
            </p:nvSpPr>
            <p:spPr>
              <a:xfrm>
                <a:off x="718546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6" name="pg216">
                <a:extLst>
                  <a:ext uri="{FF2B5EF4-FFF2-40B4-BE49-F238E27FC236}">
                    <a16:creationId xmlns:a16="http://schemas.microsoft.com/office/drawing/2014/main" id="{E78A997C-0844-F689-77CC-FDD36E8EBF37}"/>
                  </a:ext>
                </a:extLst>
              </p:cNvPr>
              <p:cNvSpPr/>
              <p:nvPr/>
            </p:nvSpPr>
            <p:spPr>
              <a:xfrm>
                <a:off x="7216527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7" name="pg217">
                <a:extLst>
                  <a:ext uri="{FF2B5EF4-FFF2-40B4-BE49-F238E27FC236}">
                    <a16:creationId xmlns:a16="http://schemas.microsoft.com/office/drawing/2014/main" id="{8DDCA5DA-055E-9C94-14BE-FCAD733E802C}"/>
                  </a:ext>
                </a:extLst>
              </p:cNvPr>
              <p:cNvSpPr/>
              <p:nvPr/>
            </p:nvSpPr>
            <p:spPr>
              <a:xfrm>
                <a:off x="7247590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8" name="pg218">
                <a:extLst>
                  <a:ext uri="{FF2B5EF4-FFF2-40B4-BE49-F238E27FC236}">
                    <a16:creationId xmlns:a16="http://schemas.microsoft.com/office/drawing/2014/main" id="{72C05D24-B090-F845-D8E8-F277276153D2}"/>
                  </a:ext>
                </a:extLst>
              </p:cNvPr>
              <p:cNvSpPr/>
              <p:nvPr/>
            </p:nvSpPr>
            <p:spPr>
              <a:xfrm>
                <a:off x="727865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9" name="pg219">
                <a:extLst>
                  <a:ext uri="{FF2B5EF4-FFF2-40B4-BE49-F238E27FC236}">
                    <a16:creationId xmlns:a16="http://schemas.microsoft.com/office/drawing/2014/main" id="{BCF4EA93-DB97-4A7B-AF8C-70320E7DE29F}"/>
                  </a:ext>
                </a:extLst>
              </p:cNvPr>
              <p:cNvSpPr/>
              <p:nvPr/>
            </p:nvSpPr>
            <p:spPr>
              <a:xfrm>
                <a:off x="730971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0" name="pg220">
                <a:extLst>
                  <a:ext uri="{FF2B5EF4-FFF2-40B4-BE49-F238E27FC236}">
                    <a16:creationId xmlns:a16="http://schemas.microsoft.com/office/drawing/2014/main" id="{4FDE7D3E-E563-42AE-D081-BDB2213588ED}"/>
                  </a:ext>
                </a:extLst>
              </p:cNvPr>
              <p:cNvSpPr/>
              <p:nvPr/>
            </p:nvSpPr>
            <p:spPr>
              <a:xfrm>
                <a:off x="7340779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1" name="pg221">
                <a:extLst>
                  <a:ext uri="{FF2B5EF4-FFF2-40B4-BE49-F238E27FC236}">
                    <a16:creationId xmlns:a16="http://schemas.microsoft.com/office/drawing/2014/main" id="{1129BFD5-E9BA-4041-A4EA-ABF040B8D05B}"/>
                  </a:ext>
                </a:extLst>
              </p:cNvPr>
              <p:cNvSpPr/>
              <p:nvPr/>
            </p:nvSpPr>
            <p:spPr>
              <a:xfrm>
                <a:off x="7371842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2" name="pg222">
                <a:extLst>
                  <a:ext uri="{FF2B5EF4-FFF2-40B4-BE49-F238E27FC236}">
                    <a16:creationId xmlns:a16="http://schemas.microsoft.com/office/drawing/2014/main" id="{6D1DCBBF-AE95-B2FA-8A99-BD0CCA34B873}"/>
                  </a:ext>
                </a:extLst>
              </p:cNvPr>
              <p:cNvSpPr/>
              <p:nvPr/>
            </p:nvSpPr>
            <p:spPr>
              <a:xfrm>
                <a:off x="740290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3" name="pg223">
                <a:extLst>
                  <a:ext uri="{FF2B5EF4-FFF2-40B4-BE49-F238E27FC236}">
                    <a16:creationId xmlns:a16="http://schemas.microsoft.com/office/drawing/2014/main" id="{1AF8500C-8936-8663-B9D0-B20AAF9ABE16}"/>
                  </a:ext>
                </a:extLst>
              </p:cNvPr>
              <p:cNvSpPr/>
              <p:nvPr/>
            </p:nvSpPr>
            <p:spPr>
              <a:xfrm>
                <a:off x="743396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4" name="pg224">
                <a:extLst>
                  <a:ext uri="{FF2B5EF4-FFF2-40B4-BE49-F238E27FC236}">
                    <a16:creationId xmlns:a16="http://schemas.microsoft.com/office/drawing/2014/main" id="{751ABB12-18A6-0E00-C90B-BB51507B6CD2}"/>
                  </a:ext>
                </a:extLst>
              </p:cNvPr>
              <p:cNvSpPr/>
              <p:nvPr/>
            </p:nvSpPr>
            <p:spPr>
              <a:xfrm>
                <a:off x="7465031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5" name="pg225">
                <a:extLst>
                  <a:ext uri="{FF2B5EF4-FFF2-40B4-BE49-F238E27FC236}">
                    <a16:creationId xmlns:a16="http://schemas.microsoft.com/office/drawing/2014/main" id="{9EE0663F-ED10-8686-4048-FD9BB9543CD7}"/>
                  </a:ext>
                </a:extLst>
              </p:cNvPr>
              <p:cNvSpPr/>
              <p:nvPr/>
            </p:nvSpPr>
            <p:spPr>
              <a:xfrm>
                <a:off x="758928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6" name="pg226">
                <a:extLst>
                  <a:ext uri="{FF2B5EF4-FFF2-40B4-BE49-F238E27FC236}">
                    <a16:creationId xmlns:a16="http://schemas.microsoft.com/office/drawing/2014/main" id="{4DFE33DC-B599-8A7C-71C0-FCF77531047F}"/>
                  </a:ext>
                </a:extLst>
              </p:cNvPr>
              <p:cNvSpPr/>
              <p:nvPr/>
            </p:nvSpPr>
            <p:spPr>
              <a:xfrm>
                <a:off x="762034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7" name="pg227">
                <a:extLst>
                  <a:ext uri="{FF2B5EF4-FFF2-40B4-BE49-F238E27FC236}">
                    <a16:creationId xmlns:a16="http://schemas.microsoft.com/office/drawing/2014/main" id="{903ABC5A-796E-7530-793F-3FC807645BC1}"/>
                  </a:ext>
                </a:extLst>
              </p:cNvPr>
              <p:cNvSpPr/>
              <p:nvPr/>
            </p:nvSpPr>
            <p:spPr>
              <a:xfrm>
                <a:off x="765140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8" name="pg228">
                <a:extLst>
                  <a:ext uri="{FF2B5EF4-FFF2-40B4-BE49-F238E27FC236}">
                    <a16:creationId xmlns:a16="http://schemas.microsoft.com/office/drawing/2014/main" id="{362721A7-14B1-EB1A-643E-11B2E326D7CF}"/>
                  </a:ext>
                </a:extLst>
              </p:cNvPr>
              <p:cNvSpPr/>
              <p:nvPr/>
            </p:nvSpPr>
            <p:spPr>
              <a:xfrm>
                <a:off x="7682471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9" name="pg229">
                <a:extLst>
                  <a:ext uri="{FF2B5EF4-FFF2-40B4-BE49-F238E27FC236}">
                    <a16:creationId xmlns:a16="http://schemas.microsoft.com/office/drawing/2014/main" id="{DF7B742B-A858-DF10-40A0-CA82B0305BBB}"/>
                  </a:ext>
                </a:extLst>
              </p:cNvPr>
              <p:cNvSpPr/>
              <p:nvPr/>
            </p:nvSpPr>
            <p:spPr>
              <a:xfrm>
                <a:off x="7713534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0" name="pg230">
                <a:extLst>
                  <a:ext uri="{FF2B5EF4-FFF2-40B4-BE49-F238E27FC236}">
                    <a16:creationId xmlns:a16="http://schemas.microsoft.com/office/drawing/2014/main" id="{F271E046-417B-E40A-95A4-99CCCAA48EE7}"/>
                  </a:ext>
                </a:extLst>
              </p:cNvPr>
              <p:cNvSpPr/>
              <p:nvPr/>
            </p:nvSpPr>
            <p:spPr>
              <a:xfrm>
                <a:off x="7744597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1" name="pg231">
                <a:extLst>
                  <a:ext uri="{FF2B5EF4-FFF2-40B4-BE49-F238E27FC236}">
                    <a16:creationId xmlns:a16="http://schemas.microsoft.com/office/drawing/2014/main" id="{951DE98E-F6B4-F11C-818D-F39065827FFD}"/>
                  </a:ext>
                </a:extLst>
              </p:cNvPr>
              <p:cNvSpPr/>
              <p:nvPr/>
            </p:nvSpPr>
            <p:spPr>
              <a:xfrm>
                <a:off x="7775660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2" name="pg232">
                <a:extLst>
                  <a:ext uri="{FF2B5EF4-FFF2-40B4-BE49-F238E27FC236}">
                    <a16:creationId xmlns:a16="http://schemas.microsoft.com/office/drawing/2014/main" id="{EDED0B78-CC93-F6C0-C042-3D65DF80EC0E}"/>
                  </a:ext>
                </a:extLst>
              </p:cNvPr>
              <p:cNvSpPr/>
              <p:nvPr/>
            </p:nvSpPr>
            <p:spPr>
              <a:xfrm>
                <a:off x="780672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3" name="pg233">
                <a:extLst>
                  <a:ext uri="{FF2B5EF4-FFF2-40B4-BE49-F238E27FC236}">
                    <a16:creationId xmlns:a16="http://schemas.microsoft.com/office/drawing/2014/main" id="{8AFE4F9D-F90A-B6C8-1234-F116266A35F3}"/>
                  </a:ext>
                </a:extLst>
              </p:cNvPr>
              <p:cNvSpPr/>
              <p:nvPr/>
            </p:nvSpPr>
            <p:spPr>
              <a:xfrm>
                <a:off x="783778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4" name="pg234">
                <a:extLst>
                  <a:ext uri="{FF2B5EF4-FFF2-40B4-BE49-F238E27FC236}">
                    <a16:creationId xmlns:a16="http://schemas.microsoft.com/office/drawing/2014/main" id="{E2B79CD8-6DED-4D9E-23C2-DE0B5C24CBFA}"/>
                  </a:ext>
                </a:extLst>
              </p:cNvPr>
              <p:cNvSpPr/>
              <p:nvPr/>
            </p:nvSpPr>
            <p:spPr>
              <a:xfrm>
                <a:off x="706121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5" name="pg235">
                <a:extLst>
                  <a:ext uri="{FF2B5EF4-FFF2-40B4-BE49-F238E27FC236}">
                    <a16:creationId xmlns:a16="http://schemas.microsoft.com/office/drawing/2014/main" id="{7399360B-A534-874F-A898-9CD2BE79E288}"/>
                  </a:ext>
                </a:extLst>
              </p:cNvPr>
              <p:cNvSpPr/>
              <p:nvPr/>
            </p:nvSpPr>
            <p:spPr>
              <a:xfrm>
                <a:off x="7092276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6" name="pg236">
                <a:extLst>
                  <a:ext uri="{FF2B5EF4-FFF2-40B4-BE49-F238E27FC236}">
                    <a16:creationId xmlns:a16="http://schemas.microsoft.com/office/drawing/2014/main" id="{8972042D-7799-C718-7FF5-B10EA51CF7F9}"/>
                  </a:ext>
                </a:extLst>
              </p:cNvPr>
              <p:cNvSpPr/>
              <p:nvPr/>
            </p:nvSpPr>
            <p:spPr>
              <a:xfrm>
                <a:off x="712333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7" name="pg237">
                <a:extLst>
                  <a:ext uri="{FF2B5EF4-FFF2-40B4-BE49-F238E27FC236}">
                    <a16:creationId xmlns:a16="http://schemas.microsoft.com/office/drawing/2014/main" id="{6EBDEBB0-DF2D-DBFB-E6CC-106694ECE75F}"/>
                  </a:ext>
                </a:extLst>
              </p:cNvPr>
              <p:cNvSpPr/>
              <p:nvPr/>
            </p:nvSpPr>
            <p:spPr>
              <a:xfrm>
                <a:off x="7154402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8" name="pg238">
                <a:extLst>
                  <a:ext uri="{FF2B5EF4-FFF2-40B4-BE49-F238E27FC236}">
                    <a16:creationId xmlns:a16="http://schemas.microsoft.com/office/drawing/2014/main" id="{C84E4968-C7DF-E356-1E8B-B830CDE87A02}"/>
                  </a:ext>
                </a:extLst>
              </p:cNvPr>
              <p:cNvSpPr/>
              <p:nvPr/>
            </p:nvSpPr>
            <p:spPr>
              <a:xfrm>
                <a:off x="718546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9" name="pg239">
                <a:extLst>
                  <a:ext uri="{FF2B5EF4-FFF2-40B4-BE49-F238E27FC236}">
                    <a16:creationId xmlns:a16="http://schemas.microsoft.com/office/drawing/2014/main" id="{58BBD176-BC00-62CD-9C93-E333090ED0A3}"/>
                  </a:ext>
                </a:extLst>
              </p:cNvPr>
              <p:cNvSpPr/>
              <p:nvPr/>
            </p:nvSpPr>
            <p:spPr>
              <a:xfrm>
                <a:off x="7216527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0" name="pg240">
                <a:extLst>
                  <a:ext uri="{FF2B5EF4-FFF2-40B4-BE49-F238E27FC236}">
                    <a16:creationId xmlns:a16="http://schemas.microsoft.com/office/drawing/2014/main" id="{7518C689-DCEB-4C2F-EB61-CA435D86DF0C}"/>
                  </a:ext>
                </a:extLst>
              </p:cNvPr>
              <p:cNvSpPr/>
              <p:nvPr/>
            </p:nvSpPr>
            <p:spPr>
              <a:xfrm>
                <a:off x="7247590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1" name="pg241">
                <a:extLst>
                  <a:ext uri="{FF2B5EF4-FFF2-40B4-BE49-F238E27FC236}">
                    <a16:creationId xmlns:a16="http://schemas.microsoft.com/office/drawing/2014/main" id="{3C6BF4EC-ED1A-7979-23E4-E0F1A85B5761}"/>
                  </a:ext>
                </a:extLst>
              </p:cNvPr>
              <p:cNvSpPr/>
              <p:nvPr/>
            </p:nvSpPr>
            <p:spPr>
              <a:xfrm>
                <a:off x="727865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2" name="pg242">
                <a:extLst>
                  <a:ext uri="{FF2B5EF4-FFF2-40B4-BE49-F238E27FC236}">
                    <a16:creationId xmlns:a16="http://schemas.microsoft.com/office/drawing/2014/main" id="{F4C8EFA3-3E2C-CEB2-8368-498CB98C2245}"/>
                  </a:ext>
                </a:extLst>
              </p:cNvPr>
              <p:cNvSpPr/>
              <p:nvPr/>
            </p:nvSpPr>
            <p:spPr>
              <a:xfrm>
                <a:off x="7309716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3" name="pg243">
                <a:extLst>
                  <a:ext uri="{FF2B5EF4-FFF2-40B4-BE49-F238E27FC236}">
                    <a16:creationId xmlns:a16="http://schemas.microsoft.com/office/drawing/2014/main" id="{4F817B96-213B-6112-7886-8A0D0B0F8EC3}"/>
                  </a:ext>
                </a:extLst>
              </p:cNvPr>
              <p:cNvSpPr/>
              <p:nvPr/>
            </p:nvSpPr>
            <p:spPr>
              <a:xfrm>
                <a:off x="7340779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4" name="pg244">
                <a:extLst>
                  <a:ext uri="{FF2B5EF4-FFF2-40B4-BE49-F238E27FC236}">
                    <a16:creationId xmlns:a16="http://schemas.microsoft.com/office/drawing/2014/main" id="{8815DAC7-9446-B1D0-5A20-74D272763CE7}"/>
                  </a:ext>
                </a:extLst>
              </p:cNvPr>
              <p:cNvSpPr/>
              <p:nvPr/>
            </p:nvSpPr>
            <p:spPr>
              <a:xfrm>
                <a:off x="7371842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5" name="pg245">
                <a:extLst>
                  <a:ext uri="{FF2B5EF4-FFF2-40B4-BE49-F238E27FC236}">
                    <a16:creationId xmlns:a16="http://schemas.microsoft.com/office/drawing/2014/main" id="{DE9BF9EC-DA14-948A-6BDC-E27158C9F5AE}"/>
                  </a:ext>
                </a:extLst>
              </p:cNvPr>
              <p:cNvSpPr/>
              <p:nvPr/>
            </p:nvSpPr>
            <p:spPr>
              <a:xfrm>
                <a:off x="740290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6" name="pg246">
                <a:extLst>
                  <a:ext uri="{FF2B5EF4-FFF2-40B4-BE49-F238E27FC236}">
                    <a16:creationId xmlns:a16="http://schemas.microsoft.com/office/drawing/2014/main" id="{1FA397A9-F990-C57B-40CB-F3B2FC0AC337}"/>
                  </a:ext>
                </a:extLst>
              </p:cNvPr>
              <p:cNvSpPr/>
              <p:nvPr/>
            </p:nvSpPr>
            <p:spPr>
              <a:xfrm>
                <a:off x="743396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7" name="pg247">
                <a:extLst>
                  <a:ext uri="{FF2B5EF4-FFF2-40B4-BE49-F238E27FC236}">
                    <a16:creationId xmlns:a16="http://schemas.microsoft.com/office/drawing/2014/main" id="{00E1036D-2B16-276B-4A2B-04A7718AFCA8}"/>
                  </a:ext>
                </a:extLst>
              </p:cNvPr>
              <p:cNvSpPr/>
              <p:nvPr/>
            </p:nvSpPr>
            <p:spPr>
              <a:xfrm>
                <a:off x="7465031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8" name="pg248">
                <a:extLst>
                  <a:ext uri="{FF2B5EF4-FFF2-40B4-BE49-F238E27FC236}">
                    <a16:creationId xmlns:a16="http://schemas.microsoft.com/office/drawing/2014/main" id="{C4C144F3-A3FC-D073-86D6-ACF249030803}"/>
                  </a:ext>
                </a:extLst>
              </p:cNvPr>
              <p:cNvSpPr/>
              <p:nvPr/>
            </p:nvSpPr>
            <p:spPr>
              <a:xfrm>
                <a:off x="7496094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9" name="pg249">
                <a:extLst>
                  <a:ext uri="{FF2B5EF4-FFF2-40B4-BE49-F238E27FC236}">
                    <a16:creationId xmlns:a16="http://schemas.microsoft.com/office/drawing/2014/main" id="{F1D419E5-E107-939C-90C6-4D45E6484A5B}"/>
                  </a:ext>
                </a:extLst>
              </p:cNvPr>
              <p:cNvSpPr/>
              <p:nvPr/>
            </p:nvSpPr>
            <p:spPr>
              <a:xfrm>
                <a:off x="762034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0" name="pg250">
                <a:extLst>
                  <a:ext uri="{FF2B5EF4-FFF2-40B4-BE49-F238E27FC236}">
                    <a16:creationId xmlns:a16="http://schemas.microsoft.com/office/drawing/2014/main" id="{FE6B60C1-A1A3-5B5A-0FC6-00FE240436F7}"/>
                  </a:ext>
                </a:extLst>
              </p:cNvPr>
              <p:cNvSpPr/>
              <p:nvPr/>
            </p:nvSpPr>
            <p:spPr>
              <a:xfrm>
                <a:off x="765140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1" name="pg251">
                <a:extLst>
                  <a:ext uri="{FF2B5EF4-FFF2-40B4-BE49-F238E27FC236}">
                    <a16:creationId xmlns:a16="http://schemas.microsoft.com/office/drawing/2014/main" id="{3FA5E856-54AE-0C6A-4302-1DE36507E606}"/>
                  </a:ext>
                </a:extLst>
              </p:cNvPr>
              <p:cNvSpPr/>
              <p:nvPr/>
            </p:nvSpPr>
            <p:spPr>
              <a:xfrm>
                <a:off x="7682471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2" name="pg252">
                <a:extLst>
                  <a:ext uri="{FF2B5EF4-FFF2-40B4-BE49-F238E27FC236}">
                    <a16:creationId xmlns:a16="http://schemas.microsoft.com/office/drawing/2014/main" id="{6F881834-3094-7731-FAA5-F12BFCBC7DA8}"/>
                  </a:ext>
                </a:extLst>
              </p:cNvPr>
              <p:cNvSpPr/>
              <p:nvPr/>
            </p:nvSpPr>
            <p:spPr>
              <a:xfrm>
                <a:off x="7713534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3" name="pg253">
                <a:extLst>
                  <a:ext uri="{FF2B5EF4-FFF2-40B4-BE49-F238E27FC236}">
                    <a16:creationId xmlns:a16="http://schemas.microsoft.com/office/drawing/2014/main" id="{8678C4D0-E99D-DDF4-4614-CEEE897C67FC}"/>
                  </a:ext>
                </a:extLst>
              </p:cNvPr>
              <p:cNvSpPr/>
              <p:nvPr/>
            </p:nvSpPr>
            <p:spPr>
              <a:xfrm>
                <a:off x="7744597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4" name="pg254">
                <a:extLst>
                  <a:ext uri="{FF2B5EF4-FFF2-40B4-BE49-F238E27FC236}">
                    <a16:creationId xmlns:a16="http://schemas.microsoft.com/office/drawing/2014/main" id="{45171C4C-FF57-066E-E564-58B097BA29C4}"/>
                  </a:ext>
                </a:extLst>
              </p:cNvPr>
              <p:cNvSpPr/>
              <p:nvPr/>
            </p:nvSpPr>
            <p:spPr>
              <a:xfrm>
                <a:off x="7775660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5" name="pg255">
                <a:extLst>
                  <a:ext uri="{FF2B5EF4-FFF2-40B4-BE49-F238E27FC236}">
                    <a16:creationId xmlns:a16="http://schemas.microsoft.com/office/drawing/2014/main" id="{31694764-8C2D-C529-178C-048E7E65D31D}"/>
                  </a:ext>
                </a:extLst>
              </p:cNvPr>
              <p:cNvSpPr/>
              <p:nvPr/>
            </p:nvSpPr>
            <p:spPr>
              <a:xfrm>
                <a:off x="780672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6" name="pg256">
                <a:extLst>
                  <a:ext uri="{FF2B5EF4-FFF2-40B4-BE49-F238E27FC236}">
                    <a16:creationId xmlns:a16="http://schemas.microsoft.com/office/drawing/2014/main" id="{6AFEF29E-987F-361A-43B7-0AB2BA4034A2}"/>
                  </a:ext>
                </a:extLst>
              </p:cNvPr>
              <p:cNvSpPr/>
              <p:nvPr/>
            </p:nvSpPr>
            <p:spPr>
              <a:xfrm>
                <a:off x="7061213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7" name="pg257">
                <a:extLst>
                  <a:ext uri="{FF2B5EF4-FFF2-40B4-BE49-F238E27FC236}">
                    <a16:creationId xmlns:a16="http://schemas.microsoft.com/office/drawing/2014/main" id="{22D868FA-50C0-C3B6-2EF6-BAF82C0A9F5A}"/>
                  </a:ext>
                </a:extLst>
              </p:cNvPr>
              <p:cNvSpPr/>
              <p:nvPr/>
            </p:nvSpPr>
            <p:spPr>
              <a:xfrm>
                <a:off x="7092276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8" name="pg258">
                <a:extLst>
                  <a:ext uri="{FF2B5EF4-FFF2-40B4-BE49-F238E27FC236}">
                    <a16:creationId xmlns:a16="http://schemas.microsoft.com/office/drawing/2014/main" id="{EAF092C5-DC87-FEDE-5729-9B8099DAAF21}"/>
                  </a:ext>
                </a:extLst>
              </p:cNvPr>
              <p:cNvSpPr/>
              <p:nvPr/>
            </p:nvSpPr>
            <p:spPr>
              <a:xfrm>
                <a:off x="712333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9" name="pg259">
                <a:extLst>
                  <a:ext uri="{FF2B5EF4-FFF2-40B4-BE49-F238E27FC236}">
                    <a16:creationId xmlns:a16="http://schemas.microsoft.com/office/drawing/2014/main" id="{A7220D9A-FB01-68B0-FCCE-BE416C601508}"/>
                  </a:ext>
                </a:extLst>
              </p:cNvPr>
              <p:cNvSpPr/>
              <p:nvPr/>
            </p:nvSpPr>
            <p:spPr>
              <a:xfrm>
                <a:off x="7154402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0" name="pg260">
                <a:extLst>
                  <a:ext uri="{FF2B5EF4-FFF2-40B4-BE49-F238E27FC236}">
                    <a16:creationId xmlns:a16="http://schemas.microsoft.com/office/drawing/2014/main" id="{7C8362F1-72E8-0CE3-78F1-1127416030C1}"/>
                  </a:ext>
                </a:extLst>
              </p:cNvPr>
              <p:cNvSpPr/>
              <p:nvPr/>
            </p:nvSpPr>
            <p:spPr>
              <a:xfrm>
                <a:off x="718546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1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1" name="pg261">
                <a:extLst>
                  <a:ext uri="{FF2B5EF4-FFF2-40B4-BE49-F238E27FC236}">
                    <a16:creationId xmlns:a16="http://schemas.microsoft.com/office/drawing/2014/main" id="{6010730C-7622-DA9B-03C7-E8807A287904}"/>
                  </a:ext>
                </a:extLst>
              </p:cNvPr>
              <p:cNvSpPr/>
              <p:nvPr/>
            </p:nvSpPr>
            <p:spPr>
              <a:xfrm>
                <a:off x="7216527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2" name="pg262">
                <a:extLst>
                  <a:ext uri="{FF2B5EF4-FFF2-40B4-BE49-F238E27FC236}">
                    <a16:creationId xmlns:a16="http://schemas.microsoft.com/office/drawing/2014/main" id="{5FC8C7F9-CAA7-1EF4-C799-D55073C45A23}"/>
                  </a:ext>
                </a:extLst>
              </p:cNvPr>
              <p:cNvSpPr/>
              <p:nvPr/>
            </p:nvSpPr>
            <p:spPr>
              <a:xfrm>
                <a:off x="7247590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3" name="pg263">
                <a:extLst>
                  <a:ext uri="{FF2B5EF4-FFF2-40B4-BE49-F238E27FC236}">
                    <a16:creationId xmlns:a16="http://schemas.microsoft.com/office/drawing/2014/main" id="{DF9BD143-A1FD-03C1-A1DC-F5B97E3CC4C0}"/>
                  </a:ext>
                </a:extLst>
              </p:cNvPr>
              <p:cNvSpPr/>
              <p:nvPr/>
            </p:nvSpPr>
            <p:spPr>
              <a:xfrm>
                <a:off x="7278653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4" name="pg264">
                <a:extLst>
                  <a:ext uri="{FF2B5EF4-FFF2-40B4-BE49-F238E27FC236}">
                    <a16:creationId xmlns:a16="http://schemas.microsoft.com/office/drawing/2014/main" id="{F8BBDD31-3ED3-8544-1701-2364910B38DC}"/>
                  </a:ext>
                </a:extLst>
              </p:cNvPr>
              <p:cNvSpPr/>
              <p:nvPr/>
            </p:nvSpPr>
            <p:spPr>
              <a:xfrm>
                <a:off x="7309716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5" name="pg265">
                <a:extLst>
                  <a:ext uri="{FF2B5EF4-FFF2-40B4-BE49-F238E27FC236}">
                    <a16:creationId xmlns:a16="http://schemas.microsoft.com/office/drawing/2014/main" id="{04FCFE78-FC8C-BC65-C889-5C86701B37E4}"/>
                  </a:ext>
                </a:extLst>
              </p:cNvPr>
              <p:cNvSpPr/>
              <p:nvPr/>
            </p:nvSpPr>
            <p:spPr>
              <a:xfrm>
                <a:off x="7340779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6" name="pg266">
                <a:extLst>
                  <a:ext uri="{FF2B5EF4-FFF2-40B4-BE49-F238E27FC236}">
                    <a16:creationId xmlns:a16="http://schemas.microsoft.com/office/drawing/2014/main" id="{474889EA-D7FC-D732-7271-6A70EF27A3E2}"/>
                  </a:ext>
                </a:extLst>
              </p:cNvPr>
              <p:cNvSpPr/>
              <p:nvPr/>
            </p:nvSpPr>
            <p:spPr>
              <a:xfrm>
                <a:off x="7371842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7" name="pg267">
                <a:extLst>
                  <a:ext uri="{FF2B5EF4-FFF2-40B4-BE49-F238E27FC236}">
                    <a16:creationId xmlns:a16="http://schemas.microsoft.com/office/drawing/2014/main" id="{82668452-B8F9-8196-E2B8-72A46238A4BE}"/>
                  </a:ext>
                </a:extLst>
              </p:cNvPr>
              <p:cNvSpPr/>
              <p:nvPr/>
            </p:nvSpPr>
            <p:spPr>
              <a:xfrm>
                <a:off x="740290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8" name="pg268">
                <a:extLst>
                  <a:ext uri="{FF2B5EF4-FFF2-40B4-BE49-F238E27FC236}">
                    <a16:creationId xmlns:a16="http://schemas.microsoft.com/office/drawing/2014/main" id="{C5DDB93A-AB8B-3C85-6A1F-39F4903C3B72}"/>
                  </a:ext>
                </a:extLst>
              </p:cNvPr>
              <p:cNvSpPr/>
              <p:nvPr/>
            </p:nvSpPr>
            <p:spPr>
              <a:xfrm>
                <a:off x="743396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9" name="pg269">
                <a:extLst>
                  <a:ext uri="{FF2B5EF4-FFF2-40B4-BE49-F238E27FC236}">
                    <a16:creationId xmlns:a16="http://schemas.microsoft.com/office/drawing/2014/main" id="{9AD8028A-67CB-0390-1B83-8C8F265136EA}"/>
                  </a:ext>
                </a:extLst>
              </p:cNvPr>
              <p:cNvSpPr/>
              <p:nvPr/>
            </p:nvSpPr>
            <p:spPr>
              <a:xfrm>
                <a:off x="7465031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0" name="pg270">
                <a:extLst>
                  <a:ext uri="{FF2B5EF4-FFF2-40B4-BE49-F238E27FC236}">
                    <a16:creationId xmlns:a16="http://schemas.microsoft.com/office/drawing/2014/main" id="{A854AE8D-F0D0-95BF-B51E-71D1C71ED6DD}"/>
                  </a:ext>
                </a:extLst>
              </p:cNvPr>
              <p:cNvSpPr/>
              <p:nvPr/>
            </p:nvSpPr>
            <p:spPr>
              <a:xfrm>
                <a:off x="7496094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1" name="pg271">
                <a:extLst>
                  <a:ext uri="{FF2B5EF4-FFF2-40B4-BE49-F238E27FC236}">
                    <a16:creationId xmlns:a16="http://schemas.microsoft.com/office/drawing/2014/main" id="{84DF5504-1FAD-ECB0-FD34-C15361C3AED8}"/>
                  </a:ext>
                </a:extLst>
              </p:cNvPr>
              <p:cNvSpPr/>
              <p:nvPr/>
            </p:nvSpPr>
            <p:spPr>
              <a:xfrm>
                <a:off x="762034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2" name="pg272">
                <a:extLst>
                  <a:ext uri="{FF2B5EF4-FFF2-40B4-BE49-F238E27FC236}">
                    <a16:creationId xmlns:a16="http://schemas.microsoft.com/office/drawing/2014/main" id="{845D5C8D-3910-46F7-CDF3-D52F6EB05D96}"/>
                  </a:ext>
                </a:extLst>
              </p:cNvPr>
              <p:cNvSpPr/>
              <p:nvPr/>
            </p:nvSpPr>
            <p:spPr>
              <a:xfrm>
                <a:off x="765140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3" name="pg273">
                <a:extLst>
                  <a:ext uri="{FF2B5EF4-FFF2-40B4-BE49-F238E27FC236}">
                    <a16:creationId xmlns:a16="http://schemas.microsoft.com/office/drawing/2014/main" id="{AECE818B-88C5-2505-B70B-1F7044B79172}"/>
                  </a:ext>
                </a:extLst>
              </p:cNvPr>
              <p:cNvSpPr/>
              <p:nvPr/>
            </p:nvSpPr>
            <p:spPr>
              <a:xfrm>
                <a:off x="7682471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4" name="pg274">
                <a:extLst>
                  <a:ext uri="{FF2B5EF4-FFF2-40B4-BE49-F238E27FC236}">
                    <a16:creationId xmlns:a16="http://schemas.microsoft.com/office/drawing/2014/main" id="{73788BF5-E8B6-E26A-B385-DDBEA2AAF6A3}"/>
                  </a:ext>
                </a:extLst>
              </p:cNvPr>
              <p:cNvSpPr/>
              <p:nvPr/>
            </p:nvSpPr>
            <p:spPr>
              <a:xfrm>
                <a:off x="7713534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5" name="pg275">
                <a:extLst>
                  <a:ext uri="{FF2B5EF4-FFF2-40B4-BE49-F238E27FC236}">
                    <a16:creationId xmlns:a16="http://schemas.microsoft.com/office/drawing/2014/main" id="{CECEC476-8620-D917-C106-0F319509A72D}"/>
                  </a:ext>
                </a:extLst>
              </p:cNvPr>
              <p:cNvSpPr/>
              <p:nvPr/>
            </p:nvSpPr>
            <p:spPr>
              <a:xfrm>
                <a:off x="7744597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6" name="pg276">
                <a:extLst>
                  <a:ext uri="{FF2B5EF4-FFF2-40B4-BE49-F238E27FC236}">
                    <a16:creationId xmlns:a16="http://schemas.microsoft.com/office/drawing/2014/main" id="{301D4207-DF04-FDDF-5B72-620D11166BBF}"/>
                  </a:ext>
                </a:extLst>
              </p:cNvPr>
              <p:cNvSpPr/>
              <p:nvPr/>
            </p:nvSpPr>
            <p:spPr>
              <a:xfrm>
                <a:off x="7775660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7" name="pg277">
                <a:extLst>
                  <a:ext uri="{FF2B5EF4-FFF2-40B4-BE49-F238E27FC236}">
                    <a16:creationId xmlns:a16="http://schemas.microsoft.com/office/drawing/2014/main" id="{47C56E68-1EE6-6A64-0B3F-893E2564EA28}"/>
                  </a:ext>
                </a:extLst>
              </p:cNvPr>
              <p:cNvSpPr/>
              <p:nvPr/>
            </p:nvSpPr>
            <p:spPr>
              <a:xfrm>
                <a:off x="703015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8" name="pg278">
                <a:extLst>
                  <a:ext uri="{FF2B5EF4-FFF2-40B4-BE49-F238E27FC236}">
                    <a16:creationId xmlns:a16="http://schemas.microsoft.com/office/drawing/2014/main" id="{DA6F8F65-2C77-982F-7753-6AB7EE71AF69}"/>
                  </a:ext>
                </a:extLst>
              </p:cNvPr>
              <p:cNvSpPr/>
              <p:nvPr/>
            </p:nvSpPr>
            <p:spPr>
              <a:xfrm>
                <a:off x="7061213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9" name="pg279">
                <a:extLst>
                  <a:ext uri="{FF2B5EF4-FFF2-40B4-BE49-F238E27FC236}">
                    <a16:creationId xmlns:a16="http://schemas.microsoft.com/office/drawing/2014/main" id="{EDE45EE2-4BAE-4249-A699-5ECACCB61513}"/>
                  </a:ext>
                </a:extLst>
              </p:cNvPr>
              <p:cNvSpPr/>
              <p:nvPr/>
            </p:nvSpPr>
            <p:spPr>
              <a:xfrm>
                <a:off x="709227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0" name="pg280">
                <a:extLst>
                  <a:ext uri="{FF2B5EF4-FFF2-40B4-BE49-F238E27FC236}">
                    <a16:creationId xmlns:a16="http://schemas.microsoft.com/office/drawing/2014/main" id="{1A52455D-09FF-941A-DE13-61FB86C70CA0}"/>
                  </a:ext>
                </a:extLst>
              </p:cNvPr>
              <p:cNvSpPr/>
              <p:nvPr/>
            </p:nvSpPr>
            <p:spPr>
              <a:xfrm>
                <a:off x="712333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1" name="pg281">
                <a:extLst>
                  <a:ext uri="{FF2B5EF4-FFF2-40B4-BE49-F238E27FC236}">
                    <a16:creationId xmlns:a16="http://schemas.microsoft.com/office/drawing/2014/main" id="{14162456-CB8A-6A51-8F24-CB7773EA851B}"/>
                  </a:ext>
                </a:extLst>
              </p:cNvPr>
              <p:cNvSpPr/>
              <p:nvPr/>
            </p:nvSpPr>
            <p:spPr>
              <a:xfrm>
                <a:off x="7154402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2" name="pg282">
                <a:extLst>
                  <a:ext uri="{FF2B5EF4-FFF2-40B4-BE49-F238E27FC236}">
                    <a16:creationId xmlns:a16="http://schemas.microsoft.com/office/drawing/2014/main" id="{3B4CF69F-424A-D5C6-E499-653F0C6DCC00}"/>
                  </a:ext>
                </a:extLst>
              </p:cNvPr>
              <p:cNvSpPr/>
              <p:nvPr/>
            </p:nvSpPr>
            <p:spPr>
              <a:xfrm>
                <a:off x="718546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3" name="pg283">
                <a:extLst>
                  <a:ext uri="{FF2B5EF4-FFF2-40B4-BE49-F238E27FC236}">
                    <a16:creationId xmlns:a16="http://schemas.microsoft.com/office/drawing/2014/main" id="{FEB0AB65-8BB7-F828-DCBE-11B578DF7E98}"/>
                  </a:ext>
                </a:extLst>
              </p:cNvPr>
              <p:cNvSpPr/>
              <p:nvPr/>
            </p:nvSpPr>
            <p:spPr>
              <a:xfrm>
                <a:off x="7216527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4" name="pg284">
                <a:extLst>
                  <a:ext uri="{FF2B5EF4-FFF2-40B4-BE49-F238E27FC236}">
                    <a16:creationId xmlns:a16="http://schemas.microsoft.com/office/drawing/2014/main" id="{E94815D6-A893-FD61-8FCD-4B23E7BCB537}"/>
                  </a:ext>
                </a:extLst>
              </p:cNvPr>
              <p:cNvSpPr/>
              <p:nvPr/>
            </p:nvSpPr>
            <p:spPr>
              <a:xfrm>
                <a:off x="724759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5" name="pg285">
                <a:extLst>
                  <a:ext uri="{FF2B5EF4-FFF2-40B4-BE49-F238E27FC236}">
                    <a16:creationId xmlns:a16="http://schemas.microsoft.com/office/drawing/2014/main" id="{DFF0C114-E3AB-5494-D7D8-7B4C7CA9A5DA}"/>
                  </a:ext>
                </a:extLst>
              </p:cNvPr>
              <p:cNvSpPr/>
              <p:nvPr/>
            </p:nvSpPr>
            <p:spPr>
              <a:xfrm>
                <a:off x="7278653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6" name="pg286">
                <a:extLst>
                  <a:ext uri="{FF2B5EF4-FFF2-40B4-BE49-F238E27FC236}">
                    <a16:creationId xmlns:a16="http://schemas.microsoft.com/office/drawing/2014/main" id="{A6442A0B-A2A7-CB8D-FDC9-D228F39E1737}"/>
                  </a:ext>
                </a:extLst>
              </p:cNvPr>
              <p:cNvSpPr/>
              <p:nvPr/>
            </p:nvSpPr>
            <p:spPr>
              <a:xfrm>
                <a:off x="730971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7" name="pg287">
                <a:extLst>
                  <a:ext uri="{FF2B5EF4-FFF2-40B4-BE49-F238E27FC236}">
                    <a16:creationId xmlns:a16="http://schemas.microsoft.com/office/drawing/2014/main" id="{42A5685F-4776-1C4D-2A1B-25CD5711A9FD}"/>
                  </a:ext>
                </a:extLst>
              </p:cNvPr>
              <p:cNvSpPr/>
              <p:nvPr/>
            </p:nvSpPr>
            <p:spPr>
              <a:xfrm>
                <a:off x="7340779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8" name="pg288">
                <a:extLst>
                  <a:ext uri="{FF2B5EF4-FFF2-40B4-BE49-F238E27FC236}">
                    <a16:creationId xmlns:a16="http://schemas.microsoft.com/office/drawing/2014/main" id="{30A5CFE7-DD1A-32CD-53B4-EE7B168DF865}"/>
                  </a:ext>
                </a:extLst>
              </p:cNvPr>
              <p:cNvSpPr/>
              <p:nvPr/>
            </p:nvSpPr>
            <p:spPr>
              <a:xfrm>
                <a:off x="7371842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9" name="pg289">
                <a:extLst>
                  <a:ext uri="{FF2B5EF4-FFF2-40B4-BE49-F238E27FC236}">
                    <a16:creationId xmlns:a16="http://schemas.microsoft.com/office/drawing/2014/main" id="{01AB47A8-6CA6-12C3-8B8F-7FAD6F97DDBE}"/>
                  </a:ext>
                </a:extLst>
              </p:cNvPr>
              <p:cNvSpPr/>
              <p:nvPr/>
            </p:nvSpPr>
            <p:spPr>
              <a:xfrm>
                <a:off x="740290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0" name="pg290">
                <a:extLst>
                  <a:ext uri="{FF2B5EF4-FFF2-40B4-BE49-F238E27FC236}">
                    <a16:creationId xmlns:a16="http://schemas.microsoft.com/office/drawing/2014/main" id="{09B18921-764C-1E18-F681-103C3C01B5EC}"/>
                  </a:ext>
                </a:extLst>
              </p:cNvPr>
              <p:cNvSpPr/>
              <p:nvPr/>
            </p:nvSpPr>
            <p:spPr>
              <a:xfrm>
                <a:off x="743396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1" name="pg291">
                <a:extLst>
                  <a:ext uri="{FF2B5EF4-FFF2-40B4-BE49-F238E27FC236}">
                    <a16:creationId xmlns:a16="http://schemas.microsoft.com/office/drawing/2014/main" id="{E507A87A-6FC2-198D-5111-1C34B7A673EC}"/>
                  </a:ext>
                </a:extLst>
              </p:cNvPr>
              <p:cNvSpPr/>
              <p:nvPr/>
            </p:nvSpPr>
            <p:spPr>
              <a:xfrm>
                <a:off x="7465031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2" name="pg292">
                <a:extLst>
                  <a:ext uri="{FF2B5EF4-FFF2-40B4-BE49-F238E27FC236}">
                    <a16:creationId xmlns:a16="http://schemas.microsoft.com/office/drawing/2014/main" id="{BB3BC5CE-0755-40CA-5E5C-7967F1FDF15C}"/>
                  </a:ext>
                </a:extLst>
              </p:cNvPr>
              <p:cNvSpPr/>
              <p:nvPr/>
            </p:nvSpPr>
            <p:spPr>
              <a:xfrm>
                <a:off x="7496094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3" name="pg293">
                <a:extLst>
                  <a:ext uri="{FF2B5EF4-FFF2-40B4-BE49-F238E27FC236}">
                    <a16:creationId xmlns:a16="http://schemas.microsoft.com/office/drawing/2014/main" id="{8D4957DA-92AA-5D9C-8DE8-CE627229F986}"/>
                  </a:ext>
                </a:extLst>
              </p:cNvPr>
              <p:cNvSpPr/>
              <p:nvPr/>
            </p:nvSpPr>
            <p:spPr>
              <a:xfrm>
                <a:off x="752715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4" name="pg294">
                <a:extLst>
                  <a:ext uri="{FF2B5EF4-FFF2-40B4-BE49-F238E27FC236}">
                    <a16:creationId xmlns:a16="http://schemas.microsoft.com/office/drawing/2014/main" id="{693BA164-9335-6F91-6FDB-DEC7715BF932}"/>
                  </a:ext>
                </a:extLst>
              </p:cNvPr>
              <p:cNvSpPr/>
              <p:nvPr/>
            </p:nvSpPr>
            <p:spPr>
              <a:xfrm>
                <a:off x="762034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5" name="pg295">
                <a:extLst>
                  <a:ext uri="{FF2B5EF4-FFF2-40B4-BE49-F238E27FC236}">
                    <a16:creationId xmlns:a16="http://schemas.microsoft.com/office/drawing/2014/main" id="{03838B9A-30E2-9D37-4337-11C39253E4AB}"/>
                  </a:ext>
                </a:extLst>
              </p:cNvPr>
              <p:cNvSpPr/>
              <p:nvPr/>
            </p:nvSpPr>
            <p:spPr>
              <a:xfrm>
                <a:off x="765140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6" name="pg296">
                <a:extLst>
                  <a:ext uri="{FF2B5EF4-FFF2-40B4-BE49-F238E27FC236}">
                    <a16:creationId xmlns:a16="http://schemas.microsoft.com/office/drawing/2014/main" id="{7E9088DC-53A8-490D-3C32-1C09C1D301A1}"/>
                  </a:ext>
                </a:extLst>
              </p:cNvPr>
              <p:cNvSpPr/>
              <p:nvPr/>
            </p:nvSpPr>
            <p:spPr>
              <a:xfrm>
                <a:off x="7682471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7" name="pg297">
                <a:extLst>
                  <a:ext uri="{FF2B5EF4-FFF2-40B4-BE49-F238E27FC236}">
                    <a16:creationId xmlns:a16="http://schemas.microsoft.com/office/drawing/2014/main" id="{437CC5CA-C344-E8D9-04A2-8F4078963CAA}"/>
                  </a:ext>
                </a:extLst>
              </p:cNvPr>
              <p:cNvSpPr/>
              <p:nvPr/>
            </p:nvSpPr>
            <p:spPr>
              <a:xfrm>
                <a:off x="7713534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8" name="pg298">
                <a:extLst>
                  <a:ext uri="{FF2B5EF4-FFF2-40B4-BE49-F238E27FC236}">
                    <a16:creationId xmlns:a16="http://schemas.microsoft.com/office/drawing/2014/main" id="{59C5140C-6412-397B-9458-D3B850E4B1EC}"/>
                  </a:ext>
                </a:extLst>
              </p:cNvPr>
              <p:cNvSpPr/>
              <p:nvPr/>
            </p:nvSpPr>
            <p:spPr>
              <a:xfrm>
                <a:off x="7744597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9" name="pg299">
                <a:extLst>
                  <a:ext uri="{FF2B5EF4-FFF2-40B4-BE49-F238E27FC236}">
                    <a16:creationId xmlns:a16="http://schemas.microsoft.com/office/drawing/2014/main" id="{D9F2C8F2-F65A-D2C5-F9B5-0FAE260C9495}"/>
                  </a:ext>
                </a:extLst>
              </p:cNvPr>
              <p:cNvSpPr/>
              <p:nvPr/>
            </p:nvSpPr>
            <p:spPr>
              <a:xfrm>
                <a:off x="777566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0" name="pg300">
                <a:extLst>
                  <a:ext uri="{FF2B5EF4-FFF2-40B4-BE49-F238E27FC236}">
                    <a16:creationId xmlns:a16="http://schemas.microsoft.com/office/drawing/2014/main" id="{83825422-6834-22A5-89E0-AB406E54C575}"/>
                  </a:ext>
                </a:extLst>
              </p:cNvPr>
              <p:cNvSpPr/>
              <p:nvPr/>
            </p:nvSpPr>
            <p:spPr>
              <a:xfrm>
                <a:off x="703015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1" name="pg301">
                <a:extLst>
                  <a:ext uri="{FF2B5EF4-FFF2-40B4-BE49-F238E27FC236}">
                    <a16:creationId xmlns:a16="http://schemas.microsoft.com/office/drawing/2014/main" id="{D52E0C1A-2BFC-6CC1-1128-1937DE390445}"/>
                  </a:ext>
                </a:extLst>
              </p:cNvPr>
              <p:cNvSpPr/>
              <p:nvPr/>
            </p:nvSpPr>
            <p:spPr>
              <a:xfrm>
                <a:off x="7061213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2" name="pg302">
                <a:extLst>
                  <a:ext uri="{FF2B5EF4-FFF2-40B4-BE49-F238E27FC236}">
                    <a16:creationId xmlns:a16="http://schemas.microsoft.com/office/drawing/2014/main" id="{296CBBB6-5584-5D46-1490-84954551A2D3}"/>
                  </a:ext>
                </a:extLst>
              </p:cNvPr>
              <p:cNvSpPr/>
              <p:nvPr/>
            </p:nvSpPr>
            <p:spPr>
              <a:xfrm>
                <a:off x="709227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3" name="pg303">
                <a:extLst>
                  <a:ext uri="{FF2B5EF4-FFF2-40B4-BE49-F238E27FC236}">
                    <a16:creationId xmlns:a16="http://schemas.microsoft.com/office/drawing/2014/main" id="{B93BBD9C-E4FB-FE90-BFCE-FA9DE57899E2}"/>
                  </a:ext>
                </a:extLst>
              </p:cNvPr>
              <p:cNvSpPr/>
              <p:nvPr/>
            </p:nvSpPr>
            <p:spPr>
              <a:xfrm>
                <a:off x="712333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4" name="pg304">
                <a:extLst>
                  <a:ext uri="{FF2B5EF4-FFF2-40B4-BE49-F238E27FC236}">
                    <a16:creationId xmlns:a16="http://schemas.microsoft.com/office/drawing/2014/main" id="{373C68BC-C275-17CD-7E17-C74F660C2869}"/>
                  </a:ext>
                </a:extLst>
              </p:cNvPr>
              <p:cNvSpPr/>
              <p:nvPr/>
            </p:nvSpPr>
            <p:spPr>
              <a:xfrm>
                <a:off x="7154402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5" name="pg305">
                <a:extLst>
                  <a:ext uri="{FF2B5EF4-FFF2-40B4-BE49-F238E27FC236}">
                    <a16:creationId xmlns:a16="http://schemas.microsoft.com/office/drawing/2014/main" id="{37D9DA6B-4B43-7B78-2531-7A86B4D8C03E}"/>
                  </a:ext>
                </a:extLst>
              </p:cNvPr>
              <p:cNvSpPr/>
              <p:nvPr/>
            </p:nvSpPr>
            <p:spPr>
              <a:xfrm>
                <a:off x="7185465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6" name="pg306">
                <a:extLst>
                  <a:ext uri="{FF2B5EF4-FFF2-40B4-BE49-F238E27FC236}">
                    <a16:creationId xmlns:a16="http://schemas.microsoft.com/office/drawing/2014/main" id="{25DE9674-EE1B-42DE-043C-472BFB68F37D}"/>
                  </a:ext>
                </a:extLst>
              </p:cNvPr>
              <p:cNvSpPr/>
              <p:nvPr/>
            </p:nvSpPr>
            <p:spPr>
              <a:xfrm>
                <a:off x="7216527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7" name="pg307">
                <a:extLst>
                  <a:ext uri="{FF2B5EF4-FFF2-40B4-BE49-F238E27FC236}">
                    <a16:creationId xmlns:a16="http://schemas.microsoft.com/office/drawing/2014/main" id="{7E3CC1A6-AE54-7B88-EB72-DD962F012428}"/>
                  </a:ext>
                </a:extLst>
              </p:cNvPr>
              <p:cNvSpPr/>
              <p:nvPr/>
            </p:nvSpPr>
            <p:spPr>
              <a:xfrm>
                <a:off x="724759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8" name="pg308">
                <a:extLst>
                  <a:ext uri="{FF2B5EF4-FFF2-40B4-BE49-F238E27FC236}">
                    <a16:creationId xmlns:a16="http://schemas.microsoft.com/office/drawing/2014/main" id="{CCA0EAF7-8AEE-09E4-1F73-5C66EFF06FDE}"/>
                  </a:ext>
                </a:extLst>
              </p:cNvPr>
              <p:cNvSpPr/>
              <p:nvPr/>
            </p:nvSpPr>
            <p:spPr>
              <a:xfrm>
                <a:off x="7278653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9" name="pg309">
                <a:extLst>
                  <a:ext uri="{FF2B5EF4-FFF2-40B4-BE49-F238E27FC236}">
                    <a16:creationId xmlns:a16="http://schemas.microsoft.com/office/drawing/2014/main" id="{21AB2E61-8929-507D-62C1-849DD5DE0F6D}"/>
                  </a:ext>
                </a:extLst>
              </p:cNvPr>
              <p:cNvSpPr/>
              <p:nvPr/>
            </p:nvSpPr>
            <p:spPr>
              <a:xfrm>
                <a:off x="730971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0" name="pg310">
                <a:extLst>
                  <a:ext uri="{FF2B5EF4-FFF2-40B4-BE49-F238E27FC236}">
                    <a16:creationId xmlns:a16="http://schemas.microsoft.com/office/drawing/2014/main" id="{D9F474B1-1707-F7C9-E6FF-740D179282E9}"/>
                  </a:ext>
                </a:extLst>
              </p:cNvPr>
              <p:cNvSpPr/>
              <p:nvPr/>
            </p:nvSpPr>
            <p:spPr>
              <a:xfrm>
                <a:off x="7340779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1" name="pg311">
                <a:extLst>
                  <a:ext uri="{FF2B5EF4-FFF2-40B4-BE49-F238E27FC236}">
                    <a16:creationId xmlns:a16="http://schemas.microsoft.com/office/drawing/2014/main" id="{B8A86D55-B1D9-F019-F1B5-588B2C3DD764}"/>
                  </a:ext>
                </a:extLst>
              </p:cNvPr>
              <p:cNvSpPr/>
              <p:nvPr/>
            </p:nvSpPr>
            <p:spPr>
              <a:xfrm>
                <a:off x="7371842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2" name="pg312">
                <a:extLst>
                  <a:ext uri="{FF2B5EF4-FFF2-40B4-BE49-F238E27FC236}">
                    <a16:creationId xmlns:a16="http://schemas.microsoft.com/office/drawing/2014/main" id="{0D6A153F-52FB-CDE6-F6E0-14BDB57DA9FB}"/>
                  </a:ext>
                </a:extLst>
              </p:cNvPr>
              <p:cNvSpPr/>
              <p:nvPr/>
            </p:nvSpPr>
            <p:spPr>
              <a:xfrm>
                <a:off x="7402905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3" name="pg313">
                <a:extLst>
                  <a:ext uri="{FF2B5EF4-FFF2-40B4-BE49-F238E27FC236}">
                    <a16:creationId xmlns:a16="http://schemas.microsoft.com/office/drawing/2014/main" id="{1B0A5D49-89E1-BFEE-EF6B-0E40A02BD6AF}"/>
                  </a:ext>
                </a:extLst>
              </p:cNvPr>
              <p:cNvSpPr/>
              <p:nvPr/>
            </p:nvSpPr>
            <p:spPr>
              <a:xfrm>
                <a:off x="743396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4" name="pg314">
                <a:extLst>
                  <a:ext uri="{FF2B5EF4-FFF2-40B4-BE49-F238E27FC236}">
                    <a16:creationId xmlns:a16="http://schemas.microsoft.com/office/drawing/2014/main" id="{8253BF81-98EC-C1E8-7DE0-C0E00A289401}"/>
                  </a:ext>
                </a:extLst>
              </p:cNvPr>
              <p:cNvSpPr/>
              <p:nvPr/>
            </p:nvSpPr>
            <p:spPr>
              <a:xfrm>
                <a:off x="7465031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5" name="pg315">
                <a:extLst>
                  <a:ext uri="{FF2B5EF4-FFF2-40B4-BE49-F238E27FC236}">
                    <a16:creationId xmlns:a16="http://schemas.microsoft.com/office/drawing/2014/main" id="{80302B96-3B11-55B8-345A-A9F0011FDA1F}"/>
                  </a:ext>
                </a:extLst>
              </p:cNvPr>
              <p:cNvSpPr/>
              <p:nvPr/>
            </p:nvSpPr>
            <p:spPr>
              <a:xfrm>
                <a:off x="7496094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6" name="pg316">
                <a:extLst>
                  <a:ext uri="{FF2B5EF4-FFF2-40B4-BE49-F238E27FC236}">
                    <a16:creationId xmlns:a16="http://schemas.microsoft.com/office/drawing/2014/main" id="{52BCD9E4-5C2F-3951-A07D-BEA51586A401}"/>
                  </a:ext>
                </a:extLst>
              </p:cNvPr>
              <p:cNvSpPr/>
              <p:nvPr/>
            </p:nvSpPr>
            <p:spPr>
              <a:xfrm>
                <a:off x="752715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7" name="pg317">
                <a:extLst>
                  <a:ext uri="{FF2B5EF4-FFF2-40B4-BE49-F238E27FC236}">
                    <a16:creationId xmlns:a16="http://schemas.microsoft.com/office/drawing/2014/main" id="{B17D359B-0F1E-F0AE-A4F1-CB20A0A462DF}"/>
                  </a:ext>
                </a:extLst>
              </p:cNvPr>
              <p:cNvSpPr/>
              <p:nvPr/>
            </p:nvSpPr>
            <p:spPr>
              <a:xfrm>
                <a:off x="7558219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8" name="pg318">
                <a:extLst>
                  <a:ext uri="{FF2B5EF4-FFF2-40B4-BE49-F238E27FC236}">
                    <a16:creationId xmlns:a16="http://schemas.microsoft.com/office/drawing/2014/main" id="{E04CCFC5-D8E3-312A-88E3-EE679E0D4A88}"/>
                  </a:ext>
                </a:extLst>
              </p:cNvPr>
              <p:cNvSpPr/>
              <p:nvPr/>
            </p:nvSpPr>
            <p:spPr>
              <a:xfrm>
                <a:off x="765140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9" name="pg319">
                <a:extLst>
                  <a:ext uri="{FF2B5EF4-FFF2-40B4-BE49-F238E27FC236}">
                    <a16:creationId xmlns:a16="http://schemas.microsoft.com/office/drawing/2014/main" id="{32EC79B4-3DDC-A472-FCB7-3114F6194B80}"/>
                  </a:ext>
                </a:extLst>
              </p:cNvPr>
              <p:cNvSpPr/>
              <p:nvPr/>
            </p:nvSpPr>
            <p:spPr>
              <a:xfrm>
                <a:off x="7682471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0" name="pg320">
                <a:extLst>
                  <a:ext uri="{FF2B5EF4-FFF2-40B4-BE49-F238E27FC236}">
                    <a16:creationId xmlns:a16="http://schemas.microsoft.com/office/drawing/2014/main" id="{78AEC65C-8E7F-33BB-6229-973A6AD5BE1A}"/>
                  </a:ext>
                </a:extLst>
              </p:cNvPr>
              <p:cNvSpPr/>
              <p:nvPr/>
            </p:nvSpPr>
            <p:spPr>
              <a:xfrm>
                <a:off x="7713534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1" name="pg321">
                <a:extLst>
                  <a:ext uri="{FF2B5EF4-FFF2-40B4-BE49-F238E27FC236}">
                    <a16:creationId xmlns:a16="http://schemas.microsoft.com/office/drawing/2014/main" id="{1AB64CD0-59E6-0A35-19D5-53347E564E6C}"/>
                  </a:ext>
                </a:extLst>
              </p:cNvPr>
              <p:cNvSpPr/>
              <p:nvPr/>
            </p:nvSpPr>
            <p:spPr>
              <a:xfrm>
                <a:off x="7744597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2" name="pg322">
                <a:extLst>
                  <a:ext uri="{FF2B5EF4-FFF2-40B4-BE49-F238E27FC236}">
                    <a16:creationId xmlns:a16="http://schemas.microsoft.com/office/drawing/2014/main" id="{39FB2A20-5DB6-2ABE-9B3F-4C7985283B12}"/>
                  </a:ext>
                </a:extLst>
              </p:cNvPr>
              <p:cNvSpPr/>
              <p:nvPr/>
            </p:nvSpPr>
            <p:spPr>
              <a:xfrm>
                <a:off x="777566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3" name="pg323">
                <a:extLst>
                  <a:ext uri="{FF2B5EF4-FFF2-40B4-BE49-F238E27FC236}">
                    <a16:creationId xmlns:a16="http://schemas.microsoft.com/office/drawing/2014/main" id="{96ED94E8-17BC-08AF-1981-3400EF3B5628}"/>
                  </a:ext>
                </a:extLst>
              </p:cNvPr>
              <p:cNvSpPr/>
              <p:nvPr/>
            </p:nvSpPr>
            <p:spPr>
              <a:xfrm>
                <a:off x="703015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4" name="pg324">
                <a:extLst>
                  <a:ext uri="{FF2B5EF4-FFF2-40B4-BE49-F238E27FC236}">
                    <a16:creationId xmlns:a16="http://schemas.microsoft.com/office/drawing/2014/main" id="{426DDA84-26A6-8519-7DEC-18594B534821}"/>
                  </a:ext>
                </a:extLst>
              </p:cNvPr>
              <p:cNvSpPr/>
              <p:nvPr/>
            </p:nvSpPr>
            <p:spPr>
              <a:xfrm>
                <a:off x="7061213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5" name="pg325">
                <a:extLst>
                  <a:ext uri="{FF2B5EF4-FFF2-40B4-BE49-F238E27FC236}">
                    <a16:creationId xmlns:a16="http://schemas.microsoft.com/office/drawing/2014/main" id="{1C3EDEB8-8B72-FC8C-D53D-A3EC12722629}"/>
                  </a:ext>
                </a:extLst>
              </p:cNvPr>
              <p:cNvSpPr/>
              <p:nvPr/>
            </p:nvSpPr>
            <p:spPr>
              <a:xfrm>
                <a:off x="709227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6" name="pg326">
                <a:extLst>
                  <a:ext uri="{FF2B5EF4-FFF2-40B4-BE49-F238E27FC236}">
                    <a16:creationId xmlns:a16="http://schemas.microsoft.com/office/drawing/2014/main" id="{15B1A2A1-362F-19FE-41A0-4371EBB166D6}"/>
                  </a:ext>
                </a:extLst>
              </p:cNvPr>
              <p:cNvSpPr/>
              <p:nvPr/>
            </p:nvSpPr>
            <p:spPr>
              <a:xfrm>
                <a:off x="712333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7" name="pg327">
                <a:extLst>
                  <a:ext uri="{FF2B5EF4-FFF2-40B4-BE49-F238E27FC236}">
                    <a16:creationId xmlns:a16="http://schemas.microsoft.com/office/drawing/2014/main" id="{40E4D371-8A1C-A3BC-7039-ACF68CC4A605}"/>
                  </a:ext>
                </a:extLst>
              </p:cNvPr>
              <p:cNvSpPr/>
              <p:nvPr/>
            </p:nvSpPr>
            <p:spPr>
              <a:xfrm>
                <a:off x="7154402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8" name="pg328">
                <a:extLst>
                  <a:ext uri="{FF2B5EF4-FFF2-40B4-BE49-F238E27FC236}">
                    <a16:creationId xmlns:a16="http://schemas.microsoft.com/office/drawing/2014/main" id="{25BFAD84-38AF-E287-9F3C-AF1A21C85892}"/>
                  </a:ext>
                </a:extLst>
              </p:cNvPr>
              <p:cNvSpPr/>
              <p:nvPr/>
            </p:nvSpPr>
            <p:spPr>
              <a:xfrm>
                <a:off x="718546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9" name="pg329">
                <a:extLst>
                  <a:ext uri="{FF2B5EF4-FFF2-40B4-BE49-F238E27FC236}">
                    <a16:creationId xmlns:a16="http://schemas.microsoft.com/office/drawing/2014/main" id="{353A1210-B4B2-6EE0-D735-A60402599E4B}"/>
                  </a:ext>
                </a:extLst>
              </p:cNvPr>
              <p:cNvSpPr/>
              <p:nvPr/>
            </p:nvSpPr>
            <p:spPr>
              <a:xfrm>
                <a:off x="7216527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0" name="pg330">
                <a:extLst>
                  <a:ext uri="{FF2B5EF4-FFF2-40B4-BE49-F238E27FC236}">
                    <a16:creationId xmlns:a16="http://schemas.microsoft.com/office/drawing/2014/main" id="{4B40BEEE-D342-B0F6-68E3-16F21C71A807}"/>
                  </a:ext>
                </a:extLst>
              </p:cNvPr>
              <p:cNvSpPr/>
              <p:nvPr/>
            </p:nvSpPr>
            <p:spPr>
              <a:xfrm>
                <a:off x="724759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1" name="pg331">
                <a:extLst>
                  <a:ext uri="{FF2B5EF4-FFF2-40B4-BE49-F238E27FC236}">
                    <a16:creationId xmlns:a16="http://schemas.microsoft.com/office/drawing/2014/main" id="{968D3760-BE18-0BE0-8001-167E28B6EF37}"/>
                  </a:ext>
                </a:extLst>
              </p:cNvPr>
              <p:cNvSpPr/>
              <p:nvPr/>
            </p:nvSpPr>
            <p:spPr>
              <a:xfrm>
                <a:off x="7278653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2" name="pg332">
                <a:extLst>
                  <a:ext uri="{FF2B5EF4-FFF2-40B4-BE49-F238E27FC236}">
                    <a16:creationId xmlns:a16="http://schemas.microsoft.com/office/drawing/2014/main" id="{F0BC004B-0039-BC36-83FB-6112B3483682}"/>
                  </a:ext>
                </a:extLst>
              </p:cNvPr>
              <p:cNvSpPr/>
              <p:nvPr/>
            </p:nvSpPr>
            <p:spPr>
              <a:xfrm>
                <a:off x="730971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3" name="pg333">
                <a:extLst>
                  <a:ext uri="{FF2B5EF4-FFF2-40B4-BE49-F238E27FC236}">
                    <a16:creationId xmlns:a16="http://schemas.microsoft.com/office/drawing/2014/main" id="{6E424D88-5F9E-1D52-52F2-84CC5FDEA1DA}"/>
                  </a:ext>
                </a:extLst>
              </p:cNvPr>
              <p:cNvSpPr/>
              <p:nvPr/>
            </p:nvSpPr>
            <p:spPr>
              <a:xfrm>
                <a:off x="7340779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4" name="pg334">
                <a:extLst>
                  <a:ext uri="{FF2B5EF4-FFF2-40B4-BE49-F238E27FC236}">
                    <a16:creationId xmlns:a16="http://schemas.microsoft.com/office/drawing/2014/main" id="{46CE4977-9FC8-B2F9-140E-E137C18BDD2F}"/>
                  </a:ext>
                </a:extLst>
              </p:cNvPr>
              <p:cNvSpPr/>
              <p:nvPr/>
            </p:nvSpPr>
            <p:spPr>
              <a:xfrm>
                <a:off x="7371842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5" name="pg335">
                <a:extLst>
                  <a:ext uri="{FF2B5EF4-FFF2-40B4-BE49-F238E27FC236}">
                    <a16:creationId xmlns:a16="http://schemas.microsoft.com/office/drawing/2014/main" id="{8B7BBEAB-B68E-32B5-A64B-D390422911A6}"/>
                  </a:ext>
                </a:extLst>
              </p:cNvPr>
              <p:cNvSpPr/>
              <p:nvPr/>
            </p:nvSpPr>
            <p:spPr>
              <a:xfrm>
                <a:off x="740290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6" name="pg336">
                <a:extLst>
                  <a:ext uri="{FF2B5EF4-FFF2-40B4-BE49-F238E27FC236}">
                    <a16:creationId xmlns:a16="http://schemas.microsoft.com/office/drawing/2014/main" id="{AACE3164-48EB-8628-38EC-585672967741}"/>
                  </a:ext>
                </a:extLst>
              </p:cNvPr>
              <p:cNvSpPr/>
              <p:nvPr/>
            </p:nvSpPr>
            <p:spPr>
              <a:xfrm>
                <a:off x="743396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7" name="pg337">
                <a:extLst>
                  <a:ext uri="{FF2B5EF4-FFF2-40B4-BE49-F238E27FC236}">
                    <a16:creationId xmlns:a16="http://schemas.microsoft.com/office/drawing/2014/main" id="{A00A6A5E-F262-8EAA-A2BF-00865562E224}"/>
                  </a:ext>
                </a:extLst>
              </p:cNvPr>
              <p:cNvSpPr/>
              <p:nvPr/>
            </p:nvSpPr>
            <p:spPr>
              <a:xfrm>
                <a:off x="7465031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8" name="pg338">
                <a:extLst>
                  <a:ext uri="{FF2B5EF4-FFF2-40B4-BE49-F238E27FC236}">
                    <a16:creationId xmlns:a16="http://schemas.microsoft.com/office/drawing/2014/main" id="{B8989EE2-BDEA-B82F-AC17-1097122374B7}"/>
                  </a:ext>
                </a:extLst>
              </p:cNvPr>
              <p:cNvSpPr/>
              <p:nvPr/>
            </p:nvSpPr>
            <p:spPr>
              <a:xfrm>
                <a:off x="7496094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9" name="pg339">
                <a:extLst>
                  <a:ext uri="{FF2B5EF4-FFF2-40B4-BE49-F238E27FC236}">
                    <a16:creationId xmlns:a16="http://schemas.microsoft.com/office/drawing/2014/main" id="{DDE6A434-71C3-9B84-B562-C031D0F1E427}"/>
                  </a:ext>
                </a:extLst>
              </p:cNvPr>
              <p:cNvSpPr/>
              <p:nvPr/>
            </p:nvSpPr>
            <p:spPr>
              <a:xfrm>
                <a:off x="752715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0" name="pg340">
                <a:extLst>
                  <a:ext uri="{FF2B5EF4-FFF2-40B4-BE49-F238E27FC236}">
                    <a16:creationId xmlns:a16="http://schemas.microsoft.com/office/drawing/2014/main" id="{9EB245F4-0713-2DD2-A8AD-BDF56DCC7658}"/>
                  </a:ext>
                </a:extLst>
              </p:cNvPr>
              <p:cNvSpPr/>
              <p:nvPr/>
            </p:nvSpPr>
            <p:spPr>
              <a:xfrm>
                <a:off x="7558219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1" name="pg341">
                <a:extLst>
                  <a:ext uri="{FF2B5EF4-FFF2-40B4-BE49-F238E27FC236}">
                    <a16:creationId xmlns:a16="http://schemas.microsoft.com/office/drawing/2014/main" id="{7A7E64C5-A34F-A841-E242-35DFABA7A9DB}"/>
                  </a:ext>
                </a:extLst>
              </p:cNvPr>
              <p:cNvSpPr/>
              <p:nvPr/>
            </p:nvSpPr>
            <p:spPr>
              <a:xfrm>
                <a:off x="762034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2" name="pg342">
                <a:extLst>
                  <a:ext uri="{FF2B5EF4-FFF2-40B4-BE49-F238E27FC236}">
                    <a16:creationId xmlns:a16="http://schemas.microsoft.com/office/drawing/2014/main" id="{357D2345-3106-7F2A-320F-842EF40C313D}"/>
                  </a:ext>
                </a:extLst>
              </p:cNvPr>
              <p:cNvSpPr/>
              <p:nvPr/>
            </p:nvSpPr>
            <p:spPr>
              <a:xfrm>
                <a:off x="765140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3" name="pg343">
                <a:extLst>
                  <a:ext uri="{FF2B5EF4-FFF2-40B4-BE49-F238E27FC236}">
                    <a16:creationId xmlns:a16="http://schemas.microsoft.com/office/drawing/2014/main" id="{5200002F-6A74-0557-25D3-9C1C42225B34}"/>
                  </a:ext>
                </a:extLst>
              </p:cNvPr>
              <p:cNvSpPr/>
              <p:nvPr/>
            </p:nvSpPr>
            <p:spPr>
              <a:xfrm>
                <a:off x="7682471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4" name="pg344">
                <a:extLst>
                  <a:ext uri="{FF2B5EF4-FFF2-40B4-BE49-F238E27FC236}">
                    <a16:creationId xmlns:a16="http://schemas.microsoft.com/office/drawing/2014/main" id="{601839DA-A63E-F748-16FE-E840C749445F}"/>
                  </a:ext>
                </a:extLst>
              </p:cNvPr>
              <p:cNvSpPr/>
              <p:nvPr/>
            </p:nvSpPr>
            <p:spPr>
              <a:xfrm>
                <a:off x="7713534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5" name="pg345">
                <a:extLst>
                  <a:ext uri="{FF2B5EF4-FFF2-40B4-BE49-F238E27FC236}">
                    <a16:creationId xmlns:a16="http://schemas.microsoft.com/office/drawing/2014/main" id="{26BCADA1-2354-568B-C382-EC002D9FA489}"/>
                  </a:ext>
                </a:extLst>
              </p:cNvPr>
              <p:cNvSpPr/>
              <p:nvPr/>
            </p:nvSpPr>
            <p:spPr>
              <a:xfrm>
                <a:off x="7744597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6" name="pg346">
                <a:extLst>
                  <a:ext uri="{FF2B5EF4-FFF2-40B4-BE49-F238E27FC236}">
                    <a16:creationId xmlns:a16="http://schemas.microsoft.com/office/drawing/2014/main" id="{E83383F8-B161-AF02-FE7F-D5A780F628F5}"/>
                  </a:ext>
                </a:extLst>
              </p:cNvPr>
              <p:cNvSpPr/>
              <p:nvPr/>
            </p:nvSpPr>
            <p:spPr>
              <a:xfrm>
                <a:off x="777566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7" name="pg347">
                <a:extLst>
                  <a:ext uri="{FF2B5EF4-FFF2-40B4-BE49-F238E27FC236}">
                    <a16:creationId xmlns:a16="http://schemas.microsoft.com/office/drawing/2014/main" id="{F056566F-3BA8-5CC1-C57B-08352CD22269}"/>
                  </a:ext>
                </a:extLst>
              </p:cNvPr>
              <p:cNvSpPr/>
              <p:nvPr/>
            </p:nvSpPr>
            <p:spPr>
              <a:xfrm>
                <a:off x="706121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8" name="pg348">
                <a:extLst>
                  <a:ext uri="{FF2B5EF4-FFF2-40B4-BE49-F238E27FC236}">
                    <a16:creationId xmlns:a16="http://schemas.microsoft.com/office/drawing/2014/main" id="{8F567B9B-22F9-B48E-EA9E-D6B725862FBF}"/>
                  </a:ext>
                </a:extLst>
              </p:cNvPr>
              <p:cNvSpPr/>
              <p:nvPr/>
            </p:nvSpPr>
            <p:spPr>
              <a:xfrm>
                <a:off x="709227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9" name="pg349">
                <a:extLst>
                  <a:ext uri="{FF2B5EF4-FFF2-40B4-BE49-F238E27FC236}">
                    <a16:creationId xmlns:a16="http://schemas.microsoft.com/office/drawing/2014/main" id="{01BA9E93-A0D3-32A8-5B12-1DD320480622}"/>
                  </a:ext>
                </a:extLst>
              </p:cNvPr>
              <p:cNvSpPr/>
              <p:nvPr/>
            </p:nvSpPr>
            <p:spPr>
              <a:xfrm>
                <a:off x="712333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0" name="pg350">
                <a:extLst>
                  <a:ext uri="{FF2B5EF4-FFF2-40B4-BE49-F238E27FC236}">
                    <a16:creationId xmlns:a16="http://schemas.microsoft.com/office/drawing/2014/main" id="{DC8BD1B2-BA5B-E83D-A751-5F63B7F60B3E}"/>
                  </a:ext>
                </a:extLst>
              </p:cNvPr>
              <p:cNvSpPr/>
              <p:nvPr/>
            </p:nvSpPr>
            <p:spPr>
              <a:xfrm>
                <a:off x="7154402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1" name="pg351">
                <a:extLst>
                  <a:ext uri="{FF2B5EF4-FFF2-40B4-BE49-F238E27FC236}">
                    <a16:creationId xmlns:a16="http://schemas.microsoft.com/office/drawing/2014/main" id="{72292066-5E64-597C-0000-DE0916FCEEF3}"/>
                  </a:ext>
                </a:extLst>
              </p:cNvPr>
              <p:cNvSpPr/>
              <p:nvPr/>
            </p:nvSpPr>
            <p:spPr>
              <a:xfrm>
                <a:off x="718546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2" name="pg352">
                <a:extLst>
                  <a:ext uri="{FF2B5EF4-FFF2-40B4-BE49-F238E27FC236}">
                    <a16:creationId xmlns:a16="http://schemas.microsoft.com/office/drawing/2014/main" id="{C6514628-C911-9D43-BCF3-DA90D761320A}"/>
                  </a:ext>
                </a:extLst>
              </p:cNvPr>
              <p:cNvSpPr/>
              <p:nvPr/>
            </p:nvSpPr>
            <p:spPr>
              <a:xfrm>
                <a:off x="7216527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3" name="pg353">
                <a:extLst>
                  <a:ext uri="{FF2B5EF4-FFF2-40B4-BE49-F238E27FC236}">
                    <a16:creationId xmlns:a16="http://schemas.microsoft.com/office/drawing/2014/main" id="{5B3A0EAB-8AE2-92BC-D639-5CC0B726C73B}"/>
                  </a:ext>
                </a:extLst>
              </p:cNvPr>
              <p:cNvSpPr/>
              <p:nvPr/>
            </p:nvSpPr>
            <p:spPr>
              <a:xfrm>
                <a:off x="7247590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4" name="pg354">
                <a:extLst>
                  <a:ext uri="{FF2B5EF4-FFF2-40B4-BE49-F238E27FC236}">
                    <a16:creationId xmlns:a16="http://schemas.microsoft.com/office/drawing/2014/main" id="{EA1EE81F-04B5-C012-1F8A-DFA5D06D3B65}"/>
                  </a:ext>
                </a:extLst>
              </p:cNvPr>
              <p:cNvSpPr/>
              <p:nvPr/>
            </p:nvSpPr>
            <p:spPr>
              <a:xfrm>
                <a:off x="727865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5" name="pg355">
                <a:extLst>
                  <a:ext uri="{FF2B5EF4-FFF2-40B4-BE49-F238E27FC236}">
                    <a16:creationId xmlns:a16="http://schemas.microsoft.com/office/drawing/2014/main" id="{770FB849-DA2B-C778-5668-91A6EA99AF4D}"/>
                  </a:ext>
                </a:extLst>
              </p:cNvPr>
              <p:cNvSpPr/>
              <p:nvPr/>
            </p:nvSpPr>
            <p:spPr>
              <a:xfrm>
                <a:off x="730971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6" name="pg356">
                <a:extLst>
                  <a:ext uri="{FF2B5EF4-FFF2-40B4-BE49-F238E27FC236}">
                    <a16:creationId xmlns:a16="http://schemas.microsoft.com/office/drawing/2014/main" id="{F07088E7-5FE1-D4FB-B660-82E761FD3FAE}"/>
                  </a:ext>
                </a:extLst>
              </p:cNvPr>
              <p:cNvSpPr/>
              <p:nvPr/>
            </p:nvSpPr>
            <p:spPr>
              <a:xfrm>
                <a:off x="7340779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7" name="pg357">
                <a:extLst>
                  <a:ext uri="{FF2B5EF4-FFF2-40B4-BE49-F238E27FC236}">
                    <a16:creationId xmlns:a16="http://schemas.microsoft.com/office/drawing/2014/main" id="{F879D0D1-147B-D911-A7E1-60910817905B}"/>
                  </a:ext>
                </a:extLst>
              </p:cNvPr>
              <p:cNvSpPr/>
              <p:nvPr/>
            </p:nvSpPr>
            <p:spPr>
              <a:xfrm>
                <a:off x="7371842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8" name="pg358">
                <a:extLst>
                  <a:ext uri="{FF2B5EF4-FFF2-40B4-BE49-F238E27FC236}">
                    <a16:creationId xmlns:a16="http://schemas.microsoft.com/office/drawing/2014/main" id="{0DCC529B-98B2-E36E-1870-F0532882830E}"/>
                  </a:ext>
                </a:extLst>
              </p:cNvPr>
              <p:cNvSpPr/>
              <p:nvPr/>
            </p:nvSpPr>
            <p:spPr>
              <a:xfrm>
                <a:off x="740290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9" name="pg359">
                <a:extLst>
                  <a:ext uri="{FF2B5EF4-FFF2-40B4-BE49-F238E27FC236}">
                    <a16:creationId xmlns:a16="http://schemas.microsoft.com/office/drawing/2014/main" id="{3B213A18-34F6-5FA9-683F-71A223104F69}"/>
                  </a:ext>
                </a:extLst>
              </p:cNvPr>
              <p:cNvSpPr/>
              <p:nvPr/>
            </p:nvSpPr>
            <p:spPr>
              <a:xfrm>
                <a:off x="743396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0" name="pg360">
                <a:extLst>
                  <a:ext uri="{FF2B5EF4-FFF2-40B4-BE49-F238E27FC236}">
                    <a16:creationId xmlns:a16="http://schemas.microsoft.com/office/drawing/2014/main" id="{9C46E85C-F7B0-09DE-3165-E11506692CF0}"/>
                  </a:ext>
                </a:extLst>
              </p:cNvPr>
              <p:cNvSpPr/>
              <p:nvPr/>
            </p:nvSpPr>
            <p:spPr>
              <a:xfrm>
                <a:off x="7465031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1" name="pg361">
                <a:extLst>
                  <a:ext uri="{FF2B5EF4-FFF2-40B4-BE49-F238E27FC236}">
                    <a16:creationId xmlns:a16="http://schemas.microsoft.com/office/drawing/2014/main" id="{0B132B14-65A2-E800-4EED-00B66DD94171}"/>
                  </a:ext>
                </a:extLst>
              </p:cNvPr>
              <p:cNvSpPr/>
              <p:nvPr/>
            </p:nvSpPr>
            <p:spPr>
              <a:xfrm>
                <a:off x="7496094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2" name="pg362">
                <a:extLst>
                  <a:ext uri="{FF2B5EF4-FFF2-40B4-BE49-F238E27FC236}">
                    <a16:creationId xmlns:a16="http://schemas.microsoft.com/office/drawing/2014/main" id="{1EB0ED3F-228B-B51F-052C-F8E03E3454CD}"/>
                  </a:ext>
                </a:extLst>
              </p:cNvPr>
              <p:cNvSpPr/>
              <p:nvPr/>
            </p:nvSpPr>
            <p:spPr>
              <a:xfrm>
                <a:off x="752715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3" name="pg363">
                <a:extLst>
                  <a:ext uri="{FF2B5EF4-FFF2-40B4-BE49-F238E27FC236}">
                    <a16:creationId xmlns:a16="http://schemas.microsoft.com/office/drawing/2014/main" id="{E6815A2B-B96C-3391-FE10-9489826B1151}"/>
                  </a:ext>
                </a:extLst>
              </p:cNvPr>
              <p:cNvSpPr/>
              <p:nvPr/>
            </p:nvSpPr>
            <p:spPr>
              <a:xfrm>
                <a:off x="7558219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4" name="pg364">
                <a:extLst>
                  <a:ext uri="{FF2B5EF4-FFF2-40B4-BE49-F238E27FC236}">
                    <a16:creationId xmlns:a16="http://schemas.microsoft.com/office/drawing/2014/main" id="{362ECA53-560A-3EF9-54FD-477A9F94F22B}"/>
                  </a:ext>
                </a:extLst>
              </p:cNvPr>
              <p:cNvSpPr/>
              <p:nvPr/>
            </p:nvSpPr>
            <p:spPr>
              <a:xfrm>
                <a:off x="758928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5" name="pg365">
                <a:extLst>
                  <a:ext uri="{FF2B5EF4-FFF2-40B4-BE49-F238E27FC236}">
                    <a16:creationId xmlns:a16="http://schemas.microsoft.com/office/drawing/2014/main" id="{076B7484-8D61-FF4E-4938-3172DAAB1C16}"/>
                  </a:ext>
                </a:extLst>
              </p:cNvPr>
              <p:cNvSpPr/>
              <p:nvPr/>
            </p:nvSpPr>
            <p:spPr>
              <a:xfrm>
                <a:off x="762034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6" name="pg366">
                <a:extLst>
                  <a:ext uri="{FF2B5EF4-FFF2-40B4-BE49-F238E27FC236}">
                    <a16:creationId xmlns:a16="http://schemas.microsoft.com/office/drawing/2014/main" id="{EDDE02E8-8D88-BC5C-A99B-E0091D402FB5}"/>
                  </a:ext>
                </a:extLst>
              </p:cNvPr>
              <p:cNvSpPr/>
              <p:nvPr/>
            </p:nvSpPr>
            <p:spPr>
              <a:xfrm>
                <a:off x="765140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7" name="pg367">
                <a:extLst>
                  <a:ext uri="{FF2B5EF4-FFF2-40B4-BE49-F238E27FC236}">
                    <a16:creationId xmlns:a16="http://schemas.microsoft.com/office/drawing/2014/main" id="{22BA47CE-29F1-D9DE-1D35-F9B6BB4EB63F}"/>
                  </a:ext>
                </a:extLst>
              </p:cNvPr>
              <p:cNvSpPr/>
              <p:nvPr/>
            </p:nvSpPr>
            <p:spPr>
              <a:xfrm>
                <a:off x="7682471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8" name="pg368">
                <a:extLst>
                  <a:ext uri="{FF2B5EF4-FFF2-40B4-BE49-F238E27FC236}">
                    <a16:creationId xmlns:a16="http://schemas.microsoft.com/office/drawing/2014/main" id="{8A4F33B3-1AFC-EB6F-50DC-234BEB869A1F}"/>
                  </a:ext>
                </a:extLst>
              </p:cNvPr>
              <p:cNvSpPr/>
              <p:nvPr/>
            </p:nvSpPr>
            <p:spPr>
              <a:xfrm>
                <a:off x="7713534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9" name="pg369">
                <a:extLst>
                  <a:ext uri="{FF2B5EF4-FFF2-40B4-BE49-F238E27FC236}">
                    <a16:creationId xmlns:a16="http://schemas.microsoft.com/office/drawing/2014/main" id="{DAF07EF9-2356-66C2-8723-E4103B3BC5A3}"/>
                  </a:ext>
                </a:extLst>
              </p:cNvPr>
              <p:cNvSpPr/>
              <p:nvPr/>
            </p:nvSpPr>
            <p:spPr>
              <a:xfrm>
                <a:off x="7744597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0" name="pg370">
                <a:extLst>
                  <a:ext uri="{FF2B5EF4-FFF2-40B4-BE49-F238E27FC236}">
                    <a16:creationId xmlns:a16="http://schemas.microsoft.com/office/drawing/2014/main" id="{4A5743B8-CEED-E91A-C93B-E2148F1E9F11}"/>
                  </a:ext>
                </a:extLst>
              </p:cNvPr>
              <p:cNvSpPr/>
              <p:nvPr/>
            </p:nvSpPr>
            <p:spPr>
              <a:xfrm>
                <a:off x="7775660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1" name="pg371">
                <a:extLst>
                  <a:ext uri="{FF2B5EF4-FFF2-40B4-BE49-F238E27FC236}">
                    <a16:creationId xmlns:a16="http://schemas.microsoft.com/office/drawing/2014/main" id="{BD2B44C2-508B-AC8A-00E6-9C8185A36062}"/>
                  </a:ext>
                </a:extLst>
              </p:cNvPr>
              <p:cNvSpPr/>
              <p:nvPr/>
            </p:nvSpPr>
            <p:spPr>
              <a:xfrm>
                <a:off x="709227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2" name="pg372">
                <a:extLst>
                  <a:ext uri="{FF2B5EF4-FFF2-40B4-BE49-F238E27FC236}">
                    <a16:creationId xmlns:a16="http://schemas.microsoft.com/office/drawing/2014/main" id="{E7BE5270-6E99-F734-C267-EC5AA3137984}"/>
                  </a:ext>
                </a:extLst>
              </p:cNvPr>
              <p:cNvSpPr/>
              <p:nvPr/>
            </p:nvSpPr>
            <p:spPr>
              <a:xfrm>
                <a:off x="712333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3" name="pg373">
                <a:extLst>
                  <a:ext uri="{FF2B5EF4-FFF2-40B4-BE49-F238E27FC236}">
                    <a16:creationId xmlns:a16="http://schemas.microsoft.com/office/drawing/2014/main" id="{FF81C937-5B76-0635-8585-BB7D37F1CEDF}"/>
                  </a:ext>
                </a:extLst>
              </p:cNvPr>
              <p:cNvSpPr/>
              <p:nvPr/>
            </p:nvSpPr>
            <p:spPr>
              <a:xfrm>
                <a:off x="7154402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4" name="pg374">
                <a:extLst>
                  <a:ext uri="{FF2B5EF4-FFF2-40B4-BE49-F238E27FC236}">
                    <a16:creationId xmlns:a16="http://schemas.microsoft.com/office/drawing/2014/main" id="{E701F080-6CA1-B415-4E23-2B124A248234}"/>
                  </a:ext>
                </a:extLst>
              </p:cNvPr>
              <p:cNvSpPr/>
              <p:nvPr/>
            </p:nvSpPr>
            <p:spPr>
              <a:xfrm>
                <a:off x="718546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5" name="pg375">
                <a:extLst>
                  <a:ext uri="{FF2B5EF4-FFF2-40B4-BE49-F238E27FC236}">
                    <a16:creationId xmlns:a16="http://schemas.microsoft.com/office/drawing/2014/main" id="{A3076012-1B87-4155-893D-121FACF7FCAE}"/>
                  </a:ext>
                </a:extLst>
              </p:cNvPr>
              <p:cNvSpPr/>
              <p:nvPr/>
            </p:nvSpPr>
            <p:spPr>
              <a:xfrm>
                <a:off x="7216527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6" name="pg376">
                <a:extLst>
                  <a:ext uri="{FF2B5EF4-FFF2-40B4-BE49-F238E27FC236}">
                    <a16:creationId xmlns:a16="http://schemas.microsoft.com/office/drawing/2014/main" id="{A112DD1C-7902-6B48-66E4-AACE0662733C}"/>
                  </a:ext>
                </a:extLst>
              </p:cNvPr>
              <p:cNvSpPr/>
              <p:nvPr/>
            </p:nvSpPr>
            <p:spPr>
              <a:xfrm>
                <a:off x="7247590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7" name="pg377">
                <a:extLst>
                  <a:ext uri="{FF2B5EF4-FFF2-40B4-BE49-F238E27FC236}">
                    <a16:creationId xmlns:a16="http://schemas.microsoft.com/office/drawing/2014/main" id="{6569ED75-7173-A649-2130-32503E4D6693}"/>
                  </a:ext>
                </a:extLst>
              </p:cNvPr>
              <p:cNvSpPr/>
              <p:nvPr/>
            </p:nvSpPr>
            <p:spPr>
              <a:xfrm>
                <a:off x="7278653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8" name="pg378">
                <a:extLst>
                  <a:ext uri="{FF2B5EF4-FFF2-40B4-BE49-F238E27FC236}">
                    <a16:creationId xmlns:a16="http://schemas.microsoft.com/office/drawing/2014/main" id="{BDBB2CBB-EE85-2794-33CA-159CA43D5468}"/>
                  </a:ext>
                </a:extLst>
              </p:cNvPr>
              <p:cNvSpPr/>
              <p:nvPr/>
            </p:nvSpPr>
            <p:spPr>
              <a:xfrm>
                <a:off x="730971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9" name="pg379">
                <a:extLst>
                  <a:ext uri="{FF2B5EF4-FFF2-40B4-BE49-F238E27FC236}">
                    <a16:creationId xmlns:a16="http://schemas.microsoft.com/office/drawing/2014/main" id="{F8D8BC07-B37E-2112-F412-08B067DF6396}"/>
                  </a:ext>
                </a:extLst>
              </p:cNvPr>
              <p:cNvSpPr/>
              <p:nvPr/>
            </p:nvSpPr>
            <p:spPr>
              <a:xfrm>
                <a:off x="7340779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0" name="pg380">
                <a:extLst>
                  <a:ext uri="{FF2B5EF4-FFF2-40B4-BE49-F238E27FC236}">
                    <a16:creationId xmlns:a16="http://schemas.microsoft.com/office/drawing/2014/main" id="{DB954618-13A5-F374-F739-DAFA1AC5DE4B}"/>
                  </a:ext>
                </a:extLst>
              </p:cNvPr>
              <p:cNvSpPr/>
              <p:nvPr/>
            </p:nvSpPr>
            <p:spPr>
              <a:xfrm>
                <a:off x="7371842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1" name="pg381">
                <a:extLst>
                  <a:ext uri="{FF2B5EF4-FFF2-40B4-BE49-F238E27FC236}">
                    <a16:creationId xmlns:a16="http://schemas.microsoft.com/office/drawing/2014/main" id="{7CB5E5F3-AA0F-66D0-DA9C-D5E986886150}"/>
                  </a:ext>
                </a:extLst>
              </p:cNvPr>
              <p:cNvSpPr/>
              <p:nvPr/>
            </p:nvSpPr>
            <p:spPr>
              <a:xfrm>
                <a:off x="740290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2" name="pg382">
                <a:extLst>
                  <a:ext uri="{FF2B5EF4-FFF2-40B4-BE49-F238E27FC236}">
                    <a16:creationId xmlns:a16="http://schemas.microsoft.com/office/drawing/2014/main" id="{49FA82AB-E7C1-3B98-663A-1D07EC0FC50F}"/>
                  </a:ext>
                </a:extLst>
              </p:cNvPr>
              <p:cNvSpPr/>
              <p:nvPr/>
            </p:nvSpPr>
            <p:spPr>
              <a:xfrm>
                <a:off x="743396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3" name="pg383">
                <a:extLst>
                  <a:ext uri="{FF2B5EF4-FFF2-40B4-BE49-F238E27FC236}">
                    <a16:creationId xmlns:a16="http://schemas.microsoft.com/office/drawing/2014/main" id="{407771DD-C2EE-1121-A067-DDD0C94855F1}"/>
                  </a:ext>
                </a:extLst>
              </p:cNvPr>
              <p:cNvSpPr/>
              <p:nvPr/>
            </p:nvSpPr>
            <p:spPr>
              <a:xfrm>
                <a:off x="7465031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4" name="pg384">
                <a:extLst>
                  <a:ext uri="{FF2B5EF4-FFF2-40B4-BE49-F238E27FC236}">
                    <a16:creationId xmlns:a16="http://schemas.microsoft.com/office/drawing/2014/main" id="{93B45D2D-7111-7BA7-6E62-65549A99FBE5}"/>
                  </a:ext>
                </a:extLst>
              </p:cNvPr>
              <p:cNvSpPr/>
              <p:nvPr/>
            </p:nvSpPr>
            <p:spPr>
              <a:xfrm>
                <a:off x="7496094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5" name="pg385">
                <a:extLst>
                  <a:ext uri="{FF2B5EF4-FFF2-40B4-BE49-F238E27FC236}">
                    <a16:creationId xmlns:a16="http://schemas.microsoft.com/office/drawing/2014/main" id="{37154E4D-F381-3195-0F73-231CB96168CB}"/>
                  </a:ext>
                </a:extLst>
              </p:cNvPr>
              <p:cNvSpPr/>
              <p:nvPr/>
            </p:nvSpPr>
            <p:spPr>
              <a:xfrm>
                <a:off x="752715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6" name="pg386">
                <a:extLst>
                  <a:ext uri="{FF2B5EF4-FFF2-40B4-BE49-F238E27FC236}">
                    <a16:creationId xmlns:a16="http://schemas.microsoft.com/office/drawing/2014/main" id="{5ED0C019-B215-8792-D367-FED18218BFAF}"/>
                  </a:ext>
                </a:extLst>
              </p:cNvPr>
              <p:cNvSpPr/>
              <p:nvPr/>
            </p:nvSpPr>
            <p:spPr>
              <a:xfrm>
                <a:off x="7558219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7" name="pg387">
                <a:extLst>
                  <a:ext uri="{FF2B5EF4-FFF2-40B4-BE49-F238E27FC236}">
                    <a16:creationId xmlns:a16="http://schemas.microsoft.com/office/drawing/2014/main" id="{398798A7-5A07-2158-17EB-D48F2B5988A3}"/>
                  </a:ext>
                </a:extLst>
              </p:cNvPr>
              <p:cNvSpPr/>
              <p:nvPr/>
            </p:nvSpPr>
            <p:spPr>
              <a:xfrm>
                <a:off x="7589283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8" name="pg388">
                <a:extLst>
                  <a:ext uri="{FF2B5EF4-FFF2-40B4-BE49-F238E27FC236}">
                    <a16:creationId xmlns:a16="http://schemas.microsoft.com/office/drawing/2014/main" id="{FB184E16-F866-50A3-A777-923A597FF956}"/>
                  </a:ext>
                </a:extLst>
              </p:cNvPr>
              <p:cNvSpPr/>
              <p:nvPr/>
            </p:nvSpPr>
            <p:spPr>
              <a:xfrm>
                <a:off x="762034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9" name="pg389">
                <a:extLst>
                  <a:ext uri="{FF2B5EF4-FFF2-40B4-BE49-F238E27FC236}">
                    <a16:creationId xmlns:a16="http://schemas.microsoft.com/office/drawing/2014/main" id="{A0E14238-2924-34B7-0211-90236562071B}"/>
                  </a:ext>
                </a:extLst>
              </p:cNvPr>
              <p:cNvSpPr/>
              <p:nvPr/>
            </p:nvSpPr>
            <p:spPr>
              <a:xfrm>
                <a:off x="765140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0" name="pg390">
                <a:extLst>
                  <a:ext uri="{FF2B5EF4-FFF2-40B4-BE49-F238E27FC236}">
                    <a16:creationId xmlns:a16="http://schemas.microsoft.com/office/drawing/2014/main" id="{2BBD02F7-5BE8-E9B3-825D-567D1692675D}"/>
                  </a:ext>
                </a:extLst>
              </p:cNvPr>
              <p:cNvSpPr/>
              <p:nvPr/>
            </p:nvSpPr>
            <p:spPr>
              <a:xfrm>
                <a:off x="7682471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1" name="pg391">
                <a:extLst>
                  <a:ext uri="{FF2B5EF4-FFF2-40B4-BE49-F238E27FC236}">
                    <a16:creationId xmlns:a16="http://schemas.microsoft.com/office/drawing/2014/main" id="{B303362F-EA8C-6FC7-9799-5BCF418C2924}"/>
                  </a:ext>
                </a:extLst>
              </p:cNvPr>
              <p:cNvSpPr/>
              <p:nvPr/>
            </p:nvSpPr>
            <p:spPr>
              <a:xfrm>
                <a:off x="7713534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2" name="pg392">
                <a:extLst>
                  <a:ext uri="{FF2B5EF4-FFF2-40B4-BE49-F238E27FC236}">
                    <a16:creationId xmlns:a16="http://schemas.microsoft.com/office/drawing/2014/main" id="{262BBF12-96C7-EB0B-F422-7508860ECD7F}"/>
                  </a:ext>
                </a:extLst>
              </p:cNvPr>
              <p:cNvSpPr/>
              <p:nvPr/>
            </p:nvSpPr>
            <p:spPr>
              <a:xfrm>
                <a:off x="7744597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3" name="pg393">
                <a:extLst>
                  <a:ext uri="{FF2B5EF4-FFF2-40B4-BE49-F238E27FC236}">
                    <a16:creationId xmlns:a16="http://schemas.microsoft.com/office/drawing/2014/main" id="{66B13031-7045-516C-DA2C-FF56D43A5261}"/>
                  </a:ext>
                </a:extLst>
              </p:cNvPr>
              <p:cNvSpPr/>
              <p:nvPr/>
            </p:nvSpPr>
            <p:spPr>
              <a:xfrm>
                <a:off x="709227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4" name="pg394">
                <a:extLst>
                  <a:ext uri="{FF2B5EF4-FFF2-40B4-BE49-F238E27FC236}">
                    <a16:creationId xmlns:a16="http://schemas.microsoft.com/office/drawing/2014/main" id="{29A18571-D74A-64BC-F5F2-DBEA9E69117B}"/>
                  </a:ext>
                </a:extLst>
              </p:cNvPr>
              <p:cNvSpPr/>
              <p:nvPr/>
            </p:nvSpPr>
            <p:spPr>
              <a:xfrm>
                <a:off x="712333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5" name="pg395">
                <a:extLst>
                  <a:ext uri="{FF2B5EF4-FFF2-40B4-BE49-F238E27FC236}">
                    <a16:creationId xmlns:a16="http://schemas.microsoft.com/office/drawing/2014/main" id="{CD576F1C-6C5D-EFDF-C1AD-264DAD7C92D3}"/>
                  </a:ext>
                </a:extLst>
              </p:cNvPr>
              <p:cNvSpPr/>
              <p:nvPr/>
            </p:nvSpPr>
            <p:spPr>
              <a:xfrm>
                <a:off x="7154402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6" name="pg396">
                <a:extLst>
                  <a:ext uri="{FF2B5EF4-FFF2-40B4-BE49-F238E27FC236}">
                    <a16:creationId xmlns:a16="http://schemas.microsoft.com/office/drawing/2014/main" id="{D69F516B-2974-D427-2228-45A5F13D15CE}"/>
                  </a:ext>
                </a:extLst>
              </p:cNvPr>
              <p:cNvSpPr/>
              <p:nvPr/>
            </p:nvSpPr>
            <p:spPr>
              <a:xfrm>
                <a:off x="718546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7" name="pg397">
                <a:extLst>
                  <a:ext uri="{FF2B5EF4-FFF2-40B4-BE49-F238E27FC236}">
                    <a16:creationId xmlns:a16="http://schemas.microsoft.com/office/drawing/2014/main" id="{D9003C7C-903D-DB63-9B38-024C3559A1DE}"/>
                  </a:ext>
                </a:extLst>
              </p:cNvPr>
              <p:cNvSpPr/>
              <p:nvPr/>
            </p:nvSpPr>
            <p:spPr>
              <a:xfrm>
                <a:off x="7216527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8" name="pg398">
                <a:extLst>
                  <a:ext uri="{FF2B5EF4-FFF2-40B4-BE49-F238E27FC236}">
                    <a16:creationId xmlns:a16="http://schemas.microsoft.com/office/drawing/2014/main" id="{FC1D852A-CEFA-599A-A3FA-B2FDD53AD55A}"/>
                  </a:ext>
                </a:extLst>
              </p:cNvPr>
              <p:cNvSpPr/>
              <p:nvPr/>
            </p:nvSpPr>
            <p:spPr>
              <a:xfrm>
                <a:off x="7247590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9" name="pg399">
                <a:extLst>
                  <a:ext uri="{FF2B5EF4-FFF2-40B4-BE49-F238E27FC236}">
                    <a16:creationId xmlns:a16="http://schemas.microsoft.com/office/drawing/2014/main" id="{98CB480D-C706-010B-A165-D5E51A3F6DD8}"/>
                  </a:ext>
                </a:extLst>
              </p:cNvPr>
              <p:cNvSpPr/>
              <p:nvPr/>
            </p:nvSpPr>
            <p:spPr>
              <a:xfrm>
                <a:off x="7278653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0" name="pg400">
                <a:extLst>
                  <a:ext uri="{FF2B5EF4-FFF2-40B4-BE49-F238E27FC236}">
                    <a16:creationId xmlns:a16="http://schemas.microsoft.com/office/drawing/2014/main" id="{2228FC77-A2A2-7E37-7623-1647E4355116}"/>
                  </a:ext>
                </a:extLst>
              </p:cNvPr>
              <p:cNvSpPr/>
              <p:nvPr/>
            </p:nvSpPr>
            <p:spPr>
              <a:xfrm>
                <a:off x="730971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1" name="pg401">
                <a:extLst>
                  <a:ext uri="{FF2B5EF4-FFF2-40B4-BE49-F238E27FC236}">
                    <a16:creationId xmlns:a16="http://schemas.microsoft.com/office/drawing/2014/main" id="{B56194FE-7EAF-52A0-2275-BEB6F63C9A63}"/>
                  </a:ext>
                </a:extLst>
              </p:cNvPr>
              <p:cNvSpPr/>
              <p:nvPr/>
            </p:nvSpPr>
            <p:spPr>
              <a:xfrm>
                <a:off x="7340779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2" name="pg402">
                <a:extLst>
                  <a:ext uri="{FF2B5EF4-FFF2-40B4-BE49-F238E27FC236}">
                    <a16:creationId xmlns:a16="http://schemas.microsoft.com/office/drawing/2014/main" id="{F60C4D20-D330-5389-94EB-563741EFF9FF}"/>
                  </a:ext>
                </a:extLst>
              </p:cNvPr>
              <p:cNvSpPr/>
              <p:nvPr/>
            </p:nvSpPr>
            <p:spPr>
              <a:xfrm>
                <a:off x="7371842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3" name="pg403">
                <a:extLst>
                  <a:ext uri="{FF2B5EF4-FFF2-40B4-BE49-F238E27FC236}">
                    <a16:creationId xmlns:a16="http://schemas.microsoft.com/office/drawing/2014/main" id="{7256ECDE-BB6C-4DA2-EAF7-53C99B97294B}"/>
                  </a:ext>
                </a:extLst>
              </p:cNvPr>
              <p:cNvSpPr/>
              <p:nvPr/>
            </p:nvSpPr>
            <p:spPr>
              <a:xfrm>
                <a:off x="740290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4" name="pg404">
                <a:extLst>
                  <a:ext uri="{FF2B5EF4-FFF2-40B4-BE49-F238E27FC236}">
                    <a16:creationId xmlns:a16="http://schemas.microsoft.com/office/drawing/2014/main" id="{5AE4098D-AB7E-CE3A-E851-1B9F818BAC2C}"/>
                  </a:ext>
                </a:extLst>
              </p:cNvPr>
              <p:cNvSpPr/>
              <p:nvPr/>
            </p:nvSpPr>
            <p:spPr>
              <a:xfrm>
                <a:off x="743396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5" name="pg405">
                <a:extLst>
                  <a:ext uri="{FF2B5EF4-FFF2-40B4-BE49-F238E27FC236}">
                    <a16:creationId xmlns:a16="http://schemas.microsoft.com/office/drawing/2014/main" id="{40E214A9-1A21-1461-812C-E0F5F3B0353D}"/>
                  </a:ext>
                </a:extLst>
              </p:cNvPr>
              <p:cNvSpPr/>
              <p:nvPr/>
            </p:nvSpPr>
            <p:spPr>
              <a:xfrm>
                <a:off x="7465031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6" name="pg406">
                <a:extLst>
                  <a:ext uri="{FF2B5EF4-FFF2-40B4-BE49-F238E27FC236}">
                    <a16:creationId xmlns:a16="http://schemas.microsoft.com/office/drawing/2014/main" id="{B90332AB-F099-6C6B-022C-80E7234A7964}"/>
                  </a:ext>
                </a:extLst>
              </p:cNvPr>
              <p:cNvSpPr/>
              <p:nvPr/>
            </p:nvSpPr>
            <p:spPr>
              <a:xfrm>
                <a:off x="7496094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7" name="pg407">
                <a:extLst>
                  <a:ext uri="{FF2B5EF4-FFF2-40B4-BE49-F238E27FC236}">
                    <a16:creationId xmlns:a16="http://schemas.microsoft.com/office/drawing/2014/main" id="{71C327B5-4CD3-67D2-0B22-DB89F9300A4F}"/>
                  </a:ext>
                </a:extLst>
              </p:cNvPr>
              <p:cNvSpPr/>
              <p:nvPr/>
            </p:nvSpPr>
            <p:spPr>
              <a:xfrm>
                <a:off x="752715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8" name="pg408">
                <a:extLst>
                  <a:ext uri="{FF2B5EF4-FFF2-40B4-BE49-F238E27FC236}">
                    <a16:creationId xmlns:a16="http://schemas.microsoft.com/office/drawing/2014/main" id="{3092CA52-80B7-43B6-EC95-F71F71E3B426}"/>
                  </a:ext>
                </a:extLst>
              </p:cNvPr>
              <p:cNvSpPr/>
              <p:nvPr/>
            </p:nvSpPr>
            <p:spPr>
              <a:xfrm>
                <a:off x="7558219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9" name="pg409">
                <a:extLst>
                  <a:ext uri="{FF2B5EF4-FFF2-40B4-BE49-F238E27FC236}">
                    <a16:creationId xmlns:a16="http://schemas.microsoft.com/office/drawing/2014/main" id="{EFF35BCF-9B72-B1A9-BC5A-671772ABCDB8}"/>
                  </a:ext>
                </a:extLst>
              </p:cNvPr>
              <p:cNvSpPr/>
              <p:nvPr/>
            </p:nvSpPr>
            <p:spPr>
              <a:xfrm>
                <a:off x="7589283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0" name="pg410">
                <a:extLst>
                  <a:ext uri="{FF2B5EF4-FFF2-40B4-BE49-F238E27FC236}">
                    <a16:creationId xmlns:a16="http://schemas.microsoft.com/office/drawing/2014/main" id="{088262D3-AA50-DF62-397B-6DD1165A4774}"/>
                  </a:ext>
                </a:extLst>
              </p:cNvPr>
              <p:cNvSpPr/>
              <p:nvPr/>
            </p:nvSpPr>
            <p:spPr>
              <a:xfrm>
                <a:off x="762034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1" name="pg411">
                <a:extLst>
                  <a:ext uri="{FF2B5EF4-FFF2-40B4-BE49-F238E27FC236}">
                    <a16:creationId xmlns:a16="http://schemas.microsoft.com/office/drawing/2014/main" id="{1BB71FE6-AA6C-913E-65CD-DB19FF4397B6}"/>
                  </a:ext>
                </a:extLst>
              </p:cNvPr>
              <p:cNvSpPr/>
              <p:nvPr/>
            </p:nvSpPr>
            <p:spPr>
              <a:xfrm>
                <a:off x="765140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2" name="pg412">
                <a:extLst>
                  <a:ext uri="{FF2B5EF4-FFF2-40B4-BE49-F238E27FC236}">
                    <a16:creationId xmlns:a16="http://schemas.microsoft.com/office/drawing/2014/main" id="{76232CAE-BF5E-DD7E-FFB2-432FE1143269}"/>
                  </a:ext>
                </a:extLst>
              </p:cNvPr>
              <p:cNvSpPr/>
              <p:nvPr/>
            </p:nvSpPr>
            <p:spPr>
              <a:xfrm>
                <a:off x="7682471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3" name="pg413">
                <a:extLst>
                  <a:ext uri="{FF2B5EF4-FFF2-40B4-BE49-F238E27FC236}">
                    <a16:creationId xmlns:a16="http://schemas.microsoft.com/office/drawing/2014/main" id="{AFE41124-B199-EA01-833A-52AFB715DB21}"/>
                  </a:ext>
                </a:extLst>
              </p:cNvPr>
              <p:cNvSpPr/>
              <p:nvPr/>
            </p:nvSpPr>
            <p:spPr>
              <a:xfrm>
                <a:off x="7713534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4" name="pg414">
                <a:extLst>
                  <a:ext uri="{FF2B5EF4-FFF2-40B4-BE49-F238E27FC236}">
                    <a16:creationId xmlns:a16="http://schemas.microsoft.com/office/drawing/2014/main" id="{3913357C-A5B7-34AE-8FB5-9CFFB0E279B0}"/>
                  </a:ext>
                </a:extLst>
              </p:cNvPr>
              <p:cNvSpPr/>
              <p:nvPr/>
            </p:nvSpPr>
            <p:spPr>
              <a:xfrm>
                <a:off x="7154402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5" name="pg415">
                <a:extLst>
                  <a:ext uri="{FF2B5EF4-FFF2-40B4-BE49-F238E27FC236}">
                    <a16:creationId xmlns:a16="http://schemas.microsoft.com/office/drawing/2014/main" id="{EB1E4692-CA26-2FA7-80C3-8AC49CA10737}"/>
                  </a:ext>
                </a:extLst>
              </p:cNvPr>
              <p:cNvSpPr/>
              <p:nvPr/>
            </p:nvSpPr>
            <p:spPr>
              <a:xfrm>
                <a:off x="718546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6" name="pg416">
                <a:extLst>
                  <a:ext uri="{FF2B5EF4-FFF2-40B4-BE49-F238E27FC236}">
                    <a16:creationId xmlns:a16="http://schemas.microsoft.com/office/drawing/2014/main" id="{9554850F-6C04-2DD3-E027-DA32F9EE1E6D}"/>
                  </a:ext>
                </a:extLst>
              </p:cNvPr>
              <p:cNvSpPr/>
              <p:nvPr/>
            </p:nvSpPr>
            <p:spPr>
              <a:xfrm>
                <a:off x="7216527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7" name="pg417">
                <a:extLst>
                  <a:ext uri="{FF2B5EF4-FFF2-40B4-BE49-F238E27FC236}">
                    <a16:creationId xmlns:a16="http://schemas.microsoft.com/office/drawing/2014/main" id="{9D4B9EDF-9448-00BA-EA29-E83ED3077162}"/>
                  </a:ext>
                </a:extLst>
              </p:cNvPr>
              <p:cNvSpPr/>
              <p:nvPr/>
            </p:nvSpPr>
            <p:spPr>
              <a:xfrm>
                <a:off x="7247590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8" name="pg418">
                <a:extLst>
                  <a:ext uri="{FF2B5EF4-FFF2-40B4-BE49-F238E27FC236}">
                    <a16:creationId xmlns:a16="http://schemas.microsoft.com/office/drawing/2014/main" id="{0F8556C3-5385-9A8A-6A7E-246EE082F42C}"/>
                  </a:ext>
                </a:extLst>
              </p:cNvPr>
              <p:cNvSpPr/>
              <p:nvPr/>
            </p:nvSpPr>
            <p:spPr>
              <a:xfrm>
                <a:off x="7278653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9" name="pg419">
                <a:extLst>
                  <a:ext uri="{FF2B5EF4-FFF2-40B4-BE49-F238E27FC236}">
                    <a16:creationId xmlns:a16="http://schemas.microsoft.com/office/drawing/2014/main" id="{21DA9A41-7F13-953E-631C-22C1FC39823A}"/>
                  </a:ext>
                </a:extLst>
              </p:cNvPr>
              <p:cNvSpPr/>
              <p:nvPr/>
            </p:nvSpPr>
            <p:spPr>
              <a:xfrm>
                <a:off x="7309716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0" name="pg420">
                <a:extLst>
                  <a:ext uri="{FF2B5EF4-FFF2-40B4-BE49-F238E27FC236}">
                    <a16:creationId xmlns:a16="http://schemas.microsoft.com/office/drawing/2014/main" id="{361DFA2B-BC0D-F407-DF04-DCE7E0A0BE6D}"/>
                  </a:ext>
                </a:extLst>
              </p:cNvPr>
              <p:cNvSpPr/>
              <p:nvPr/>
            </p:nvSpPr>
            <p:spPr>
              <a:xfrm>
                <a:off x="7340779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1" name="pg421">
                <a:extLst>
                  <a:ext uri="{FF2B5EF4-FFF2-40B4-BE49-F238E27FC236}">
                    <a16:creationId xmlns:a16="http://schemas.microsoft.com/office/drawing/2014/main" id="{A469EC73-F76A-AB95-E444-5BD1E76974F8}"/>
                  </a:ext>
                </a:extLst>
              </p:cNvPr>
              <p:cNvSpPr/>
              <p:nvPr/>
            </p:nvSpPr>
            <p:spPr>
              <a:xfrm>
                <a:off x="7371842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2" name="pg422">
                <a:extLst>
                  <a:ext uri="{FF2B5EF4-FFF2-40B4-BE49-F238E27FC236}">
                    <a16:creationId xmlns:a16="http://schemas.microsoft.com/office/drawing/2014/main" id="{324D450E-5B46-AC1C-B56A-65D2174EF7B3}"/>
                  </a:ext>
                </a:extLst>
              </p:cNvPr>
              <p:cNvSpPr/>
              <p:nvPr/>
            </p:nvSpPr>
            <p:spPr>
              <a:xfrm>
                <a:off x="740290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3" name="pg423">
                <a:extLst>
                  <a:ext uri="{FF2B5EF4-FFF2-40B4-BE49-F238E27FC236}">
                    <a16:creationId xmlns:a16="http://schemas.microsoft.com/office/drawing/2014/main" id="{59CE2779-8D21-21A9-347F-B2423477BDDF}"/>
                  </a:ext>
                </a:extLst>
              </p:cNvPr>
              <p:cNvSpPr/>
              <p:nvPr/>
            </p:nvSpPr>
            <p:spPr>
              <a:xfrm>
                <a:off x="7433968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4" name="pg424">
                <a:extLst>
                  <a:ext uri="{FF2B5EF4-FFF2-40B4-BE49-F238E27FC236}">
                    <a16:creationId xmlns:a16="http://schemas.microsoft.com/office/drawing/2014/main" id="{946D9A8D-5BD3-148A-38F1-46F2409F457A}"/>
                  </a:ext>
                </a:extLst>
              </p:cNvPr>
              <p:cNvSpPr/>
              <p:nvPr/>
            </p:nvSpPr>
            <p:spPr>
              <a:xfrm>
                <a:off x="7465031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5" name="pg425">
                <a:extLst>
                  <a:ext uri="{FF2B5EF4-FFF2-40B4-BE49-F238E27FC236}">
                    <a16:creationId xmlns:a16="http://schemas.microsoft.com/office/drawing/2014/main" id="{4603ACCF-98BE-1D2D-EC39-88AC29C7E137}"/>
                  </a:ext>
                </a:extLst>
              </p:cNvPr>
              <p:cNvSpPr/>
              <p:nvPr/>
            </p:nvSpPr>
            <p:spPr>
              <a:xfrm>
                <a:off x="7496094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6" name="pg426">
                <a:extLst>
                  <a:ext uri="{FF2B5EF4-FFF2-40B4-BE49-F238E27FC236}">
                    <a16:creationId xmlns:a16="http://schemas.microsoft.com/office/drawing/2014/main" id="{903B2BDA-71DB-B9DF-1345-C2CF0A0283FD}"/>
                  </a:ext>
                </a:extLst>
              </p:cNvPr>
              <p:cNvSpPr/>
              <p:nvPr/>
            </p:nvSpPr>
            <p:spPr>
              <a:xfrm>
                <a:off x="7527156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7" name="pg427">
                <a:extLst>
                  <a:ext uri="{FF2B5EF4-FFF2-40B4-BE49-F238E27FC236}">
                    <a16:creationId xmlns:a16="http://schemas.microsoft.com/office/drawing/2014/main" id="{EAB9E1CA-DE1E-D9DB-3EC3-E527033B4125}"/>
                  </a:ext>
                </a:extLst>
              </p:cNvPr>
              <p:cNvSpPr/>
              <p:nvPr/>
            </p:nvSpPr>
            <p:spPr>
              <a:xfrm>
                <a:off x="7558219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8" name="pg428">
                <a:extLst>
                  <a:ext uri="{FF2B5EF4-FFF2-40B4-BE49-F238E27FC236}">
                    <a16:creationId xmlns:a16="http://schemas.microsoft.com/office/drawing/2014/main" id="{C5BB11E3-F4EF-B903-6A7E-9663741EE291}"/>
                  </a:ext>
                </a:extLst>
              </p:cNvPr>
              <p:cNvSpPr/>
              <p:nvPr/>
            </p:nvSpPr>
            <p:spPr>
              <a:xfrm>
                <a:off x="7589283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9" name="pg429">
                <a:extLst>
                  <a:ext uri="{FF2B5EF4-FFF2-40B4-BE49-F238E27FC236}">
                    <a16:creationId xmlns:a16="http://schemas.microsoft.com/office/drawing/2014/main" id="{CA5484EB-5C68-2425-071C-F806F45516FE}"/>
                  </a:ext>
                </a:extLst>
              </p:cNvPr>
              <p:cNvSpPr/>
              <p:nvPr/>
            </p:nvSpPr>
            <p:spPr>
              <a:xfrm>
                <a:off x="762034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0" name="pg430">
                <a:extLst>
                  <a:ext uri="{FF2B5EF4-FFF2-40B4-BE49-F238E27FC236}">
                    <a16:creationId xmlns:a16="http://schemas.microsoft.com/office/drawing/2014/main" id="{74E7E16E-3B08-6B22-8220-D79F35F57379}"/>
                  </a:ext>
                </a:extLst>
              </p:cNvPr>
              <p:cNvSpPr/>
              <p:nvPr/>
            </p:nvSpPr>
            <p:spPr>
              <a:xfrm>
                <a:off x="7651408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1" name="pg431">
                <a:extLst>
                  <a:ext uri="{FF2B5EF4-FFF2-40B4-BE49-F238E27FC236}">
                    <a16:creationId xmlns:a16="http://schemas.microsoft.com/office/drawing/2014/main" id="{E3A99619-DFC2-6C6E-A146-74C88663B80E}"/>
                  </a:ext>
                </a:extLst>
              </p:cNvPr>
              <p:cNvSpPr/>
              <p:nvPr/>
            </p:nvSpPr>
            <p:spPr>
              <a:xfrm>
                <a:off x="7682471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2" name="pg432">
                <a:extLst>
                  <a:ext uri="{FF2B5EF4-FFF2-40B4-BE49-F238E27FC236}">
                    <a16:creationId xmlns:a16="http://schemas.microsoft.com/office/drawing/2014/main" id="{E41746CB-1054-C6B7-F12F-F50337B0D952}"/>
                  </a:ext>
                </a:extLst>
              </p:cNvPr>
              <p:cNvSpPr/>
              <p:nvPr/>
            </p:nvSpPr>
            <p:spPr>
              <a:xfrm>
                <a:off x="718546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3" name="pg433">
                <a:extLst>
                  <a:ext uri="{FF2B5EF4-FFF2-40B4-BE49-F238E27FC236}">
                    <a16:creationId xmlns:a16="http://schemas.microsoft.com/office/drawing/2014/main" id="{F1ADACDF-E277-ACFE-9DA2-FE7D50E5C6DA}"/>
                  </a:ext>
                </a:extLst>
              </p:cNvPr>
              <p:cNvSpPr/>
              <p:nvPr/>
            </p:nvSpPr>
            <p:spPr>
              <a:xfrm>
                <a:off x="7216527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4" name="pg434">
                <a:extLst>
                  <a:ext uri="{FF2B5EF4-FFF2-40B4-BE49-F238E27FC236}">
                    <a16:creationId xmlns:a16="http://schemas.microsoft.com/office/drawing/2014/main" id="{08774A09-16ED-F4A8-8311-458C7866E3AB}"/>
                  </a:ext>
                </a:extLst>
              </p:cNvPr>
              <p:cNvSpPr/>
              <p:nvPr/>
            </p:nvSpPr>
            <p:spPr>
              <a:xfrm>
                <a:off x="7247590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5" name="pg435">
                <a:extLst>
                  <a:ext uri="{FF2B5EF4-FFF2-40B4-BE49-F238E27FC236}">
                    <a16:creationId xmlns:a16="http://schemas.microsoft.com/office/drawing/2014/main" id="{F0B6F5EF-0496-3250-5E88-C36E63968ED2}"/>
                  </a:ext>
                </a:extLst>
              </p:cNvPr>
              <p:cNvSpPr/>
              <p:nvPr/>
            </p:nvSpPr>
            <p:spPr>
              <a:xfrm>
                <a:off x="7278653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6" name="pg436">
                <a:extLst>
                  <a:ext uri="{FF2B5EF4-FFF2-40B4-BE49-F238E27FC236}">
                    <a16:creationId xmlns:a16="http://schemas.microsoft.com/office/drawing/2014/main" id="{19DA5AAB-5C8F-A8ED-7C09-8C22510A74FF}"/>
                  </a:ext>
                </a:extLst>
              </p:cNvPr>
              <p:cNvSpPr/>
              <p:nvPr/>
            </p:nvSpPr>
            <p:spPr>
              <a:xfrm>
                <a:off x="7309716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7" name="pg437">
                <a:extLst>
                  <a:ext uri="{FF2B5EF4-FFF2-40B4-BE49-F238E27FC236}">
                    <a16:creationId xmlns:a16="http://schemas.microsoft.com/office/drawing/2014/main" id="{67FEA600-1A3A-D8CF-3A49-7BA5980539C6}"/>
                  </a:ext>
                </a:extLst>
              </p:cNvPr>
              <p:cNvSpPr/>
              <p:nvPr/>
            </p:nvSpPr>
            <p:spPr>
              <a:xfrm>
                <a:off x="7340779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8" name="pg438">
                <a:extLst>
                  <a:ext uri="{FF2B5EF4-FFF2-40B4-BE49-F238E27FC236}">
                    <a16:creationId xmlns:a16="http://schemas.microsoft.com/office/drawing/2014/main" id="{E39A4869-9218-DCDA-0465-D9CA97C2456D}"/>
                  </a:ext>
                </a:extLst>
              </p:cNvPr>
              <p:cNvSpPr/>
              <p:nvPr/>
            </p:nvSpPr>
            <p:spPr>
              <a:xfrm>
                <a:off x="7371842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9" name="pg439">
                <a:extLst>
                  <a:ext uri="{FF2B5EF4-FFF2-40B4-BE49-F238E27FC236}">
                    <a16:creationId xmlns:a16="http://schemas.microsoft.com/office/drawing/2014/main" id="{3C760C13-383B-292B-58D0-1BF3ED1BF19B}"/>
                  </a:ext>
                </a:extLst>
              </p:cNvPr>
              <p:cNvSpPr/>
              <p:nvPr/>
            </p:nvSpPr>
            <p:spPr>
              <a:xfrm>
                <a:off x="740290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0" name="pg440">
                <a:extLst>
                  <a:ext uri="{FF2B5EF4-FFF2-40B4-BE49-F238E27FC236}">
                    <a16:creationId xmlns:a16="http://schemas.microsoft.com/office/drawing/2014/main" id="{9D05188A-2504-EA49-95A9-30A988B1CBFF}"/>
                  </a:ext>
                </a:extLst>
              </p:cNvPr>
              <p:cNvSpPr/>
              <p:nvPr/>
            </p:nvSpPr>
            <p:spPr>
              <a:xfrm>
                <a:off x="7433968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1" name="pg441">
                <a:extLst>
                  <a:ext uri="{FF2B5EF4-FFF2-40B4-BE49-F238E27FC236}">
                    <a16:creationId xmlns:a16="http://schemas.microsoft.com/office/drawing/2014/main" id="{53DDFFF0-B7FF-2590-37FE-CA3BF81EB6AB}"/>
                  </a:ext>
                </a:extLst>
              </p:cNvPr>
              <p:cNvSpPr/>
              <p:nvPr/>
            </p:nvSpPr>
            <p:spPr>
              <a:xfrm>
                <a:off x="7465031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2" name="pg442">
                <a:extLst>
                  <a:ext uri="{FF2B5EF4-FFF2-40B4-BE49-F238E27FC236}">
                    <a16:creationId xmlns:a16="http://schemas.microsoft.com/office/drawing/2014/main" id="{0E95CD9E-EC16-C31E-60CD-57DE3B1E6BE4}"/>
                  </a:ext>
                </a:extLst>
              </p:cNvPr>
              <p:cNvSpPr/>
              <p:nvPr/>
            </p:nvSpPr>
            <p:spPr>
              <a:xfrm>
                <a:off x="7496094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3" name="pg443">
                <a:extLst>
                  <a:ext uri="{FF2B5EF4-FFF2-40B4-BE49-F238E27FC236}">
                    <a16:creationId xmlns:a16="http://schemas.microsoft.com/office/drawing/2014/main" id="{88FC3904-106A-C83F-1A1F-A0F2766FEC0F}"/>
                  </a:ext>
                </a:extLst>
              </p:cNvPr>
              <p:cNvSpPr/>
              <p:nvPr/>
            </p:nvSpPr>
            <p:spPr>
              <a:xfrm>
                <a:off x="7527156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4" name="pg444">
                <a:extLst>
                  <a:ext uri="{FF2B5EF4-FFF2-40B4-BE49-F238E27FC236}">
                    <a16:creationId xmlns:a16="http://schemas.microsoft.com/office/drawing/2014/main" id="{3057BCDE-CD96-6326-8463-E33507BB070B}"/>
                  </a:ext>
                </a:extLst>
              </p:cNvPr>
              <p:cNvSpPr/>
              <p:nvPr/>
            </p:nvSpPr>
            <p:spPr>
              <a:xfrm>
                <a:off x="7558219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5" name="pg445">
                <a:extLst>
                  <a:ext uri="{FF2B5EF4-FFF2-40B4-BE49-F238E27FC236}">
                    <a16:creationId xmlns:a16="http://schemas.microsoft.com/office/drawing/2014/main" id="{EF0341D0-B5A7-F555-CE6A-BE7350ABEFD3}"/>
                  </a:ext>
                </a:extLst>
              </p:cNvPr>
              <p:cNvSpPr/>
              <p:nvPr/>
            </p:nvSpPr>
            <p:spPr>
              <a:xfrm>
                <a:off x="7589283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6" name="pg446">
                <a:extLst>
                  <a:ext uri="{FF2B5EF4-FFF2-40B4-BE49-F238E27FC236}">
                    <a16:creationId xmlns:a16="http://schemas.microsoft.com/office/drawing/2014/main" id="{323D0E27-9F42-B33B-974F-B2D76628B10C}"/>
                  </a:ext>
                </a:extLst>
              </p:cNvPr>
              <p:cNvSpPr/>
              <p:nvPr/>
            </p:nvSpPr>
            <p:spPr>
              <a:xfrm>
                <a:off x="762034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7" name="pg447">
                <a:extLst>
                  <a:ext uri="{FF2B5EF4-FFF2-40B4-BE49-F238E27FC236}">
                    <a16:creationId xmlns:a16="http://schemas.microsoft.com/office/drawing/2014/main" id="{B172658D-76A0-1105-7798-AF68094C82DC}"/>
                  </a:ext>
                </a:extLst>
              </p:cNvPr>
              <p:cNvSpPr/>
              <p:nvPr/>
            </p:nvSpPr>
            <p:spPr>
              <a:xfrm>
                <a:off x="7651408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8" name="pg448">
                <a:extLst>
                  <a:ext uri="{FF2B5EF4-FFF2-40B4-BE49-F238E27FC236}">
                    <a16:creationId xmlns:a16="http://schemas.microsoft.com/office/drawing/2014/main" id="{A838DA25-F9F0-EC59-A087-D52F43C344C1}"/>
                  </a:ext>
                </a:extLst>
              </p:cNvPr>
              <p:cNvSpPr/>
              <p:nvPr/>
            </p:nvSpPr>
            <p:spPr>
              <a:xfrm>
                <a:off x="7216527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9" name="pg449">
                <a:extLst>
                  <a:ext uri="{FF2B5EF4-FFF2-40B4-BE49-F238E27FC236}">
                    <a16:creationId xmlns:a16="http://schemas.microsoft.com/office/drawing/2014/main" id="{6E18C626-7ED9-9140-F805-D7FC9A7C8C68}"/>
                  </a:ext>
                </a:extLst>
              </p:cNvPr>
              <p:cNvSpPr/>
              <p:nvPr/>
            </p:nvSpPr>
            <p:spPr>
              <a:xfrm>
                <a:off x="7247590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0" name="pg450">
                <a:extLst>
                  <a:ext uri="{FF2B5EF4-FFF2-40B4-BE49-F238E27FC236}">
                    <a16:creationId xmlns:a16="http://schemas.microsoft.com/office/drawing/2014/main" id="{6BA1ACC5-840D-67BA-B4C5-6D0F2055D70B}"/>
                  </a:ext>
                </a:extLst>
              </p:cNvPr>
              <p:cNvSpPr/>
              <p:nvPr/>
            </p:nvSpPr>
            <p:spPr>
              <a:xfrm>
                <a:off x="7278653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1" name="pg451">
                <a:extLst>
                  <a:ext uri="{FF2B5EF4-FFF2-40B4-BE49-F238E27FC236}">
                    <a16:creationId xmlns:a16="http://schemas.microsoft.com/office/drawing/2014/main" id="{8364CE76-1E45-D85B-0A16-0CD41260D625}"/>
                  </a:ext>
                </a:extLst>
              </p:cNvPr>
              <p:cNvSpPr/>
              <p:nvPr/>
            </p:nvSpPr>
            <p:spPr>
              <a:xfrm>
                <a:off x="7309716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2" name="pg452">
                <a:extLst>
                  <a:ext uri="{FF2B5EF4-FFF2-40B4-BE49-F238E27FC236}">
                    <a16:creationId xmlns:a16="http://schemas.microsoft.com/office/drawing/2014/main" id="{B88E0BF6-2467-C6DF-7824-AA91261C9415}"/>
                  </a:ext>
                </a:extLst>
              </p:cNvPr>
              <p:cNvSpPr/>
              <p:nvPr/>
            </p:nvSpPr>
            <p:spPr>
              <a:xfrm>
                <a:off x="7340779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3" name="pg453">
                <a:extLst>
                  <a:ext uri="{FF2B5EF4-FFF2-40B4-BE49-F238E27FC236}">
                    <a16:creationId xmlns:a16="http://schemas.microsoft.com/office/drawing/2014/main" id="{D5FD3E0D-6C19-AD26-0129-BDC560DD2F79}"/>
                  </a:ext>
                </a:extLst>
              </p:cNvPr>
              <p:cNvSpPr/>
              <p:nvPr/>
            </p:nvSpPr>
            <p:spPr>
              <a:xfrm>
                <a:off x="7371842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4" name="pg454">
                <a:extLst>
                  <a:ext uri="{FF2B5EF4-FFF2-40B4-BE49-F238E27FC236}">
                    <a16:creationId xmlns:a16="http://schemas.microsoft.com/office/drawing/2014/main" id="{5D26DEAB-B1E5-8EB6-D291-AE7AF4F4C4CE}"/>
                  </a:ext>
                </a:extLst>
              </p:cNvPr>
              <p:cNvSpPr/>
              <p:nvPr/>
            </p:nvSpPr>
            <p:spPr>
              <a:xfrm>
                <a:off x="7402905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5" name="pg455">
                <a:extLst>
                  <a:ext uri="{FF2B5EF4-FFF2-40B4-BE49-F238E27FC236}">
                    <a16:creationId xmlns:a16="http://schemas.microsoft.com/office/drawing/2014/main" id="{EDB8293C-BD28-7AAC-F10E-E79965D0E458}"/>
                  </a:ext>
                </a:extLst>
              </p:cNvPr>
              <p:cNvSpPr/>
              <p:nvPr/>
            </p:nvSpPr>
            <p:spPr>
              <a:xfrm>
                <a:off x="7433968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6" name="pg456">
                <a:extLst>
                  <a:ext uri="{FF2B5EF4-FFF2-40B4-BE49-F238E27FC236}">
                    <a16:creationId xmlns:a16="http://schemas.microsoft.com/office/drawing/2014/main" id="{04DA85FB-E22B-9346-D989-53B01347DCBD}"/>
                  </a:ext>
                </a:extLst>
              </p:cNvPr>
              <p:cNvSpPr/>
              <p:nvPr/>
            </p:nvSpPr>
            <p:spPr>
              <a:xfrm>
                <a:off x="7465031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7" name="pg457">
                <a:extLst>
                  <a:ext uri="{FF2B5EF4-FFF2-40B4-BE49-F238E27FC236}">
                    <a16:creationId xmlns:a16="http://schemas.microsoft.com/office/drawing/2014/main" id="{C04DC1A9-BDDD-4077-5483-5CECC25D4062}"/>
                  </a:ext>
                </a:extLst>
              </p:cNvPr>
              <p:cNvSpPr/>
              <p:nvPr/>
            </p:nvSpPr>
            <p:spPr>
              <a:xfrm>
                <a:off x="7496094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8" name="pg458">
                <a:extLst>
                  <a:ext uri="{FF2B5EF4-FFF2-40B4-BE49-F238E27FC236}">
                    <a16:creationId xmlns:a16="http://schemas.microsoft.com/office/drawing/2014/main" id="{3A4F0DD2-6E86-8D85-7EA3-23408621D3FF}"/>
                  </a:ext>
                </a:extLst>
              </p:cNvPr>
              <p:cNvSpPr/>
              <p:nvPr/>
            </p:nvSpPr>
            <p:spPr>
              <a:xfrm>
                <a:off x="7527156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9" name="pg459">
                <a:extLst>
                  <a:ext uri="{FF2B5EF4-FFF2-40B4-BE49-F238E27FC236}">
                    <a16:creationId xmlns:a16="http://schemas.microsoft.com/office/drawing/2014/main" id="{B849CD05-64F6-657B-EA2F-4DB8AA60CEBF}"/>
                  </a:ext>
                </a:extLst>
              </p:cNvPr>
              <p:cNvSpPr/>
              <p:nvPr/>
            </p:nvSpPr>
            <p:spPr>
              <a:xfrm>
                <a:off x="7558219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0" name="pg460">
                <a:extLst>
                  <a:ext uri="{FF2B5EF4-FFF2-40B4-BE49-F238E27FC236}">
                    <a16:creationId xmlns:a16="http://schemas.microsoft.com/office/drawing/2014/main" id="{90C378D4-1C89-4582-ABAC-E4520D13AB83}"/>
                  </a:ext>
                </a:extLst>
              </p:cNvPr>
              <p:cNvSpPr/>
              <p:nvPr/>
            </p:nvSpPr>
            <p:spPr>
              <a:xfrm>
                <a:off x="7589283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1" name="pg461">
                <a:extLst>
                  <a:ext uri="{FF2B5EF4-FFF2-40B4-BE49-F238E27FC236}">
                    <a16:creationId xmlns:a16="http://schemas.microsoft.com/office/drawing/2014/main" id="{9EA6005D-1439-3A0F-5C98-1F10D344A493}"/>
                  </a:ext>
                </a:extLst>
              </p:cNvPr>
              <p:cNvSpPr/>
              <p:nvPr/>
            </p:nvSpPr>
            <p:spPr>
              <a:xfrm>
                <a:off x="7620345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2" name="pg462">
                <a:extLst>
                  <a:ext uri="{FF2B5EF4-FFF2-40B4-BE49-F238E27FC236}">
                    <a16:creationId xmlns:a16="http://schemas.microsoft.com/office/drawing/2014/main" id="{CAB5FD0E-03FD-06F7-B8E7-ED96DC9A1CC5}"/>
                  </a:ext>
                </a:extLst>
              </p:cNvPr>
              <p:cNvSpPr/>
              <p:nvPr/>
            </p:nvSpPr>
            <p:spPr>
              <a:xfrm>
                <a:off x="7651408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3" name="pg463">
                <a:extLst>
                  <a:ext uri="{FF2B5EF4-FFF2-40B4-BE49-F238E27FC236}">
                    <a16:creationId xmlns:a16="http://schemas.microsoft.com/office/drawing/2014/main" id="{33557229-CA2F-AC38-BFBA-E98DFA5A192D}"/>
                  </a:ext>
                </a:extLst>
              </p:cNvPr>
              <p:cNvSpPr/>
              <p:nvPr/>
            </p:nvSpPr>
            <p:spPr>
              <a:xfrm>
                <a:off x="709227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4" name="pg464">
                <a:extLst>
                  <a:ext uri="{FF2B5EF4-FFF2-40B4-BE49-F238E27FC236}">
                    <a16:creationId xmlns:a16="http://schemas.microsoft.com/office/drawing/2014/main" id="{AA905319-A573-E325-8C77-D889AF8B8839}"/>
                  </a:ext>
                </a:extLst>
              </p:cNvPr>
              <p:cNvSpPr/>
              <p:nvPr/>
            </p:nvSpPr>
            <p:spPr>
              <a:xfrm>
                <a:off x="7123338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5" name="pg465">
                <a:extLst>
                  <a:ext uri="{FF2B5EF4-FFF2-40B4-BE49-F238E27FC236}">
                    <a16:creationId xmlns:a16="http://schemas.microsoft.com/office/drawing/2014/main" id="{AF09E64C-C973-A697-4BE8-A2868D7AAAE6}"/>
                  </a:ext>
                </a:extLst>
              </p:cNvPr>
              <p:cNvSpPr/>
              <p:nvPr/>
            </p:nvSpPr>
            <p:spPr>
              <a:xfrm>
                <a:off x="7154402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6" name="pg466">
                <a:extLst>
                  <a:ext uri="{FF2B5EF4-FFF2-40B4-BE49-F238E27FC236}">
                    <a16:creationId xmlns:a16="http://schemas.microsoft.com/office/drawing/2014/main" id="{D1DBBD4E-2B20-170F-45E9-AA2861336486}"/>
                  </a:ext>
                </a:extLst>
              </p:cNvPr>
              <p:cNvSpPr/>
              <p:nvPr/>
            </p:nvSpPr>
            <p:spPr>
              <a:xfrm>
                <a:off x="718546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7" name="pg467">
                <a:extLst>
                  <a:ext uri="{FF2B5EF4-FFF2-40B4-BE49-F238E27FC236}">
                    <a16:creationId xmlns:a16="http://schemas.microsoft.com/office/drawing/2014/main" id="{8361D5DD-2393-5835-314A-0AC6472C3CF9}"/>
                  </a:ext>
                </a:extLst>
              </p:cNvPr>
              <p:cNvSpPr/>
              <p:nvPr/>
            </p:nvSpPr>
            <p:spPr>
              <a:xfrm>
                <a:off x="7216527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8" name="pg468">
                <a:extLst>
                  <a:ext uri="{FF2B5EF4-FFF2-40B4-BE49-F238E27FC236}">
                    <a16:creationId xmlns:a16="http://schemas.microsoft.com/office/drawing/2014/main" id="{B491E154-97D6-50D0-E4AC-AEE1FE345C2A}"/>
                  </a:ext>
                </a:extLst>
              </p:cNvPr>
              <p:cNvSpPr/>
              <p:nvPr/>
            </p:nvSpPr>
            <p:spPr>
              <a:xfrm>
                <a:off x="7247590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9" name="pg469">
                <a:extLst>
                  <a:ext uri="{FF2B5EF4-FFF2-40B4-BE49-F238E27FC236}">
                    <a16:creationId xmlns:a16="http://schemas.microsoft.com/office/drawing/2014/main" id="{6B6E7E0F-2889-080A-68FB-A07E6CFD7321}"/>
                  </a:ext>
                </a:extLst>
              </p:cNvPr>
              <p:cNvSpPr/>
              <p:nvPr/>
            </p:nvSpPr>
            <p:spPr>
              <a:xfrm>
                <a:off x="7278653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0" name="pg470">
                <a:extLst>
                  <a:ext uri="{FF2B5EF4-FFF2-40B4-BE49-F238E27FC236}">
                    <a16:creationId xmlns:a16="http://schemas.microsoft.com/office/drawing/2014/main" id="{5CE461AA-EA49-27C2-7A6B-644F5F64C43C}"/>
                  </a:ext>
                </a:extLst>
              </p:cNvPr>
              <p:cNvSpPr/>
              <p:nvPr/>
            </p:nvSpPr>
            <p:spPr>
              <a:xfrm>
                <a:off x="730971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1" name="pg471">
                <a:extLst>
                  <a:ext uri="{FF2B5EF4-FFF2-40B4-BE49-F238E27FC236}">
                    <a16:creationId xmlns:a16="http://schemas.microsoft.com/office/drawing/2014/main" id="{20C7B8E9-3BFE-3A39-71DB-8891BFC657D6}"/>
                  </a:ext>
                </a:extLst>
              </p:cNvPr>
              <p:cNvSpPr/>
              <p:nvPr/>
            </p:nvSpPr>
            <p:spPr>
              <a:xfrm>
                <a:off x="7340779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2" name="pg472">
                <a:extLst>
                  <a:ext uri="{FF2B5EF4-FFF2-40B4-BE49-F238E27FC236}">
                    <a16:creationId xmlns:a16="http://schemas.microsoft.com/office/drawing/2014/main" id="{3F4A93E7-A439-E043-92F7-59711383ADDB}"/>
                  </a:ext>
                </a:extLst>
              </p:cNvPr>
              <p:cNvSpPr/>
              <p:nvPr/>
            </p:nvSpPr>
            <p:spPr>
              <a:xfrm>
                <a:off x="7371842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3" name="pg473">
                <a:extLst>
                  <a:ext uri="{FF2B5EF4-FFF2-40B4-BE49-F238E27FC236}">
                    <a16:creationId xmlns:a16="http://schemas.microsoft.com/office/drawing/2014/main" id="{F556058F-E61E-4EF0-2C48-18FAA10EE2EC}"/>
                  </a:ext>
                </a:extLst>
              </p:cNvPr>
              <p:cNvSpPr/>
              <p:nvPr/>
            </p:nvSpPr>
            <p:spPr>
              <a:xfrm>
                <a:off x="740290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4" name="pg474">
                <a:extLst>
                  <a:ext uri="{FF2B5EF4-FFF2-40B4-BE49-F238E27FC236}">
                    <a16:creationId xmlns:a16="http://schemas.microsoft.com/office/drawing/2014/main" id="{24DB39A4-BE59-CCBF-D954-9F5BC7DC2D19}"/>
                  </a:ext>
                </a:extLst>
              </p:cNvPr>
              <p:cNvSpPr/>
              <p:nvPr/>
            </p:nvSpPr>
            <p:spPr>
              <a:xfrm>
                <a:off x="7433968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5" name="pg475">
                <a:extLst>
                  <a:ext uri="{FF2B5EF4-FFF2-40B4-BE49-F238E27FC236}">
                    <a16:creationId xmlns:a16="http://schemas.microsoft.com/office/drawing/2014/main" id="{80FFD739-6E8C-D202-4DD1-82D2C349CCC5}"/>
                  </a:ext>
                </a:extLst>
              </p:cNvPr>
              <p:cNvSpPr/>
              <p:nvPr/>
            </p:nvSpPr>
            <p:spPr>
              <a:xfrm>
                <a:off x="7465031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6" name="pg476">
                <a:extLst>
                  <a:ext uri="{FF2B5EF4-FFF2-40B4-BE49-F238E27FC236}">
                    <a16:creationId xmlns:a16="http://schemas.microsoft.com/office/drawing/2014/main" id="{691BE0F5-9F5E-0C6F-6D00-DB9DAFB08043}"/>
                  </a:ext>
                </a:extLst>
              </p:cNvPr>
              <p:cNvSpPr/>
              <p:nvPr/>
            </p:nvSpPr>
            <p:spPr>
              <a:xfrm>
                <a:off x="7496094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7" name="pg477">
                <a:extLst>
                  <a:ext uri="{FF2B5EF4-FFF2-40B4-BE49-F238E27FC236}">
                    <a16:creationId xmlns:a16="http://schemas.microsoft.com/office/drawing/2014/main" id="{F955F8D7-2D2D-3C69-7955-235020653E49}"/>
                  </a:ext>
                </a:extLst>
              </p:cNvPr>
              <p:cNvSpPr/>
              <p:nvPr/>
            </p:nvSpPr>
            <p:spPr>
              <a:xfrm>
                <a:off x="752715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8" name="pg478">
                <a:extLst>
                  <a:ext uri="{FF2B5EF4-FFF2-40B4-BE49-F238E27FC236}">
                    <a16:creationId xmlns:a16="http://schemas.microsoft.com/office/drawing/2014/main" id="{6F3FBF71-1C9D-268C-986A-5E2EAECEBA9C}"/>
                  </a:ext>
                </a:extLst>
              </p:cNvPr>
              <p:cNvSpPr/>
              <p:nvPr/>
            </p:nvSpPr>
            <p:spPr>
              <a:xfrm>
                <a:off x="7558219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9" name="pg479">
                <a:extLst>
                  <a:ext uri="{FF2B5EF4-FFF2-40B4-BE49-F238E27FC236}">
                    <a16:creationId xmlns:a16="http://schemas.microsoft.com/office/drawing/2014/main" id="{D2A28E27-75F5-8395-9816-0643F6629A91}"/>
                  </a:ext>
                </a:extLst>
              </p:cNvPr>
              <p:cNvSpPr/>
              <p:nvPr/>
            </p:nvSpPr>
            <p:spPr>
              <a:xfrm>
                <a:off x="7589283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0" name="pg480">
                <a:extLst>
                  <a:ext uri="{FF2B5EF4-FFF2-40B4-BE49-F238E27FC236}">
                    <a16:creationId xmlns:a16="http://schemas.microsoft.com/office/drawing/2014/main" id="{4CD5F0E4-ECA5-36A3-D3C1-D255F7AD9994}"/>
                  </a:ext>
                </a:extLst>
              </p:cNvPr>
              <p:cNvSpPr/>
              <p:nvPr/>
            </p:nvSpPr>
            <p:spPr>
              <a:xfrm>
                <a:off x="762034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1" name="pg481">
                <a:extLst>
                  <a:ext uri="{FF2B5EF4-FFF2-40B4-BE49-F238E27FC236}">
                    <a16:creationId xmlns:a16="http://schemas.microsoft.com/office/drawing/2014/main" id="{769A09ED-FB4C-0407-DD87-EB82888864E7}"/>
                  </a:ext>
                </a:extLst>
              </p:cNvPr>
              <p:cNvSpPr/>
              <p:nvPr/>
            </p:nvSpPr>
            <p:spPr>
              <a:xfrm>
                <a:off x="706121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2" name="pg482">
                <a:extLst>
                  <a:ext uri="{FF2B5EF4-FFF2-40B4-BE49-F238E27FC236}">
                    <a16:creationId xmlns:a16="http://schemas.microsoft.com/office/drawing/2014/main" id="{3F464699-CB74-6587-EA19-C86D0E8E0259}"/>
                  </a:ext>
                </a:extLst>
              </p:cNvPr>
              <p:cNvSpPr/>
              <p:nvPr/>
            </p:nvSpPr>
            <p:spPr>
              <a:xfrm>
                <a:off x="709227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3" name="pg483">
                <a:extLst>
                  <a:ext uri="{FF2B5EF4-FFF2-40B4-BE49-F238E27FC236}">
                    <a16:creationId xmlns:a16="http://schemas.microsoft.com/office/drawing/2014/main" id="{4F17F0E5-2E7A-2E99-2856-E5F6E2D3E058}"/>
                  </a:ext>
                </a:extLst>
              </p:cNvPr>
              <p:cNvSpPr/>
              <p:nvPr/>
            </p:nvSpPr>
            <p:spPr>
              <a:xfrm>
                <a:off x="7123338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4" name="pg484">
                <a:extLst>
                  <a:ext uri="{FF2B5EF4-FFF2-40B4-BE49-F238E27FC236}">
                    <a16:creationId xmlns:a16="http://schemas.microsoft.com/office/drawing/2014/main" id="{11548354-21AD-34E3-43D7-DB04E7D09756}"/>
                  </a:ext>
                </a:extLst>
              </p:cNvPr>
              <p:cNvSpPr/>
              <p:nvPr/>
            </p:nvSpPr>
            <p:spPr>
              <a:xfrm>
                <a:off x="7154402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5" name="pg485">
                <a:extLst>
                  <a:ext uri="{FF2B5EF4-FFF2-40B4-BE49-F238E27FC236}">
                    <a16:creationId xmlns:a16="http://schemas.microsoft.com/office/drawing/2014/main" id="{239CDC3A-7C90-D3C6-6AD5-8820D91ECA3A}"/>
                  </a:ext>
                </a:extLst>
              </p:cNvPr>
              <p:cNvSpPr/>
              <p:nvPr/>
            </p:nvSpPr>
            <p:spPr>
              <a:xfrm>
                <a:off x="718546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6" name="pg486">
                <a:extLst>
                  <a:ext uri="{FF2B5EF4-FFF2-40B4-BE49-F238E27FC236}">
                    <a16:creationId xmlns:a16="http://schemas.microsoft.com/office/drawing/2014/main" id="{6DDCCA6F-9799-46E5-2C77-3ED9DD00676B}"/>
                  </a:ext>
                </a:extLst>
              </p:cNvPr>
              <p:cNvSpPr/>
              <p:nvPr/>
            </p:nvSpPr>
            <p:spPr>
              <a:xfrm>
                <a:off x="7216527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7" name="pg487">
                <a:extLst>
                  <a:ext uri="{FF2B5EF4-FFF2-40B4-BE49-F238E27FC236}">
                    <a16:creationId xmlns:a16="http://schemas.microsoft.com/office/drawing/2014/main" id="{95E984AB-865B-E07D-2CDD-4C113B8B6368}"/>
                  </a:ext>
                </a:extLst>
              </p:cNvPr>
              <p:cNvSpPr/>
              <p:nvPr/>
            </p:nvSpPr>
            <p:spPr>
              <a:xfrm>
                <a:off x="7247590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8" name="pg488">
                <a:extLst>
                  <a:ext uri="{FF2B5EF4-FFF2-40B4-BE49-F238E27FC236}">
                    <a16:creationId xmlns:a16="http://schemas.microsoft.com/office/drawing/2014/main" id="{0D27E3EA-5B43-79CC-1F90-F0D9C70C12E3}"/>
                  </a:ext>
                </a:extLst>
              </p:cNvPr>
              <p:cNvSpPr/>
              <p:nvPr/>
            </p:nvSpPr>
            <p:spPr>
              <a:xfrm>
                <a:off x="727865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9" name="pg489">
                <a:extLst>
                  <a:ext uri="{FF2B5EF4-FFF2-40B4-BE49-F238E27FC236}">
                    <a16:creationId xmlns:a16="http://schemas.microsoft.com/office/drawing/2014/main" id="{A4F6EDBE-289A-D305-FFD7-845E58A1F39A}"/>
                  </a:ext>
                </a:extLst>
              </p:cNvPr>
              <p:cNvSpPr/>
              <p:nvPr/>
            </p:nvSpPr>
            <p:spPr>
              <a:xfrm>
                <a:off x="730971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0" name="pg490">
                <a:extLst>
                  <a:ext uri="{FF2B5EF4-FFF2-40B4-BE49-F238E27FC236}">
                    <a16:creationId xmlns:a16="http://schemas.microsoft.com/office/drawing/2014/main" id="{0C43E269-03B6-0C99-7E44-E2EBC8204059}"/>
                  </a:ext>
                </a:extLst>
              </p:cNvPr>
              <p:cNvSpPr/>
              <p:nvPr/>
            </p:nvSpPr>
            <p:spPr>
              <a:xfrm>
                <a:off x="7340779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1" name="pg491">
                <a:extLst>
                  <a:ext uri="{FF2B5EF4-FFF2-40B4-BE49-F238E27FC236}">
                    <a16:creationId xmlns:a16="http://schemas.microsoft.com/office/drawing/2014/main" id="{E628EC0C-341D-3921-F32E-91445BF85274}"/>
                  </a:ext>
                </a:extLst>
              </p:cNvPr>
              <p:cNvSpPr/>
              <p:nvPr/>
            </p:nvSpPr>
            <p:spPr>
              <a:xfrm>
                <a:off x="7371842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2" name="pg492">
                <a:extLst>
                  <a:ext uri="{FF2B5EF4-FFF2-40B4-BE49-F238E27FC236}">
                    <a16:creationId xmlns:a16="http://schemas.microsoft.com/office/drawing/2014/main" id="{BFE35F23-DA89-D101-57FA-AFAAC03D393B}"/>
                  </a:ext>
                </a:extLst>
              </p:cNvPr>
              <p:cNvSpPr/>
              <p:nvPr/>
            </p:nvSpPr>
            <p:spPr>
              <a:xfrm>
                <a:off x="740290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3" name="pg493">
                <a:extLst>
                  <a:ext uri="{FF2B5EF4-FFF2-40B4-BE49-F238E27FC236}">
                    <a16:creationId xmlns:a16="http://schemas.microsoft.com/office/drawing/2014/main" id="{980BDF21-5A37-51A8-D21E-66DD4DD1358B}"/>
                  </a:ext>
                </a:extLst>
              </p:cNvPr>
              <p:cNvSpPr/>
              <p:nvPr/>
            </p:nvSpPr>
            <p:spPr>
              <a:xfrm>
                <a:off x="7433968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4" name="pg494">
                <a:extLst>
                  <a:ext uri="{FF2B5EF4-FFF2-40B4-BE49-F238E27FC236}">
                    <a16:creationId xmlns:a16="http://schemas.microsoft.com/office/drawing/2014/main" id="{5517B720-23D7-6287-CBF3-DE29B00BFB94}"/>
                  </a:ext>
                </a:extLst>
              </p:cNvPr>
              <p:cNvSpPr/>
              <p:nvPr/>
            </p:nvSpPr>
            <p:spPr>
              <a:xfrm>
                <a:off x="7465031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5" name="pg495">
                <a:extLst>
                  <a:ext uri="{FF2B5EF4-FFF2-40B4-BE49-F238E27FC236}">
                    <a16:creationId xmlns:a16="http://schemas.microsoft.com/office/drawing/2014/main" id="{E30CD5BC-3CAD-2CC3-2B7A-1B892760C3D8}"/>
                  </a:ext>
                </a:extLst>
              </p:cNvPr>
              <p:cNvSpPr/>
              <p:nvPr/>
            </p:nvSpPr>
            <p:spPr>
              <a:xfrm>
                <a:off x="7496094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6" name="pg496">
                <a:extLst>
                  <a:ext uri="{FF2B5EF4-FFF2-40B4-BE49-F238E27FC236}">
                    <a16:creationId xmlns:a16="http://schemas.microsoft.com/office/drawing/2014/main" id="{A0244665-E832-B726-0839-1AFF5D81FD85}"/>
                  </a:ext>
                </a:extLst>
              </p:cNvPr>
              <p:cNvSpPr/>
              <p:nvPr/>
            </p:nvSpPr>
            <p:spPr>
              <a:xfrm>
                <a:off x="752715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7" name="pg497">
                <a:extLst>
                  <a:ext uri="{FF2B5EF4-FFF2-40B4-BE49-F238E27FC236}">
                    <a16:creationId xmlns:a16="http://schemas.microsoft.com/office/drawing/2014/main" id="{50475646-11E4-605E-B60D-BABC396E0BFA}"/>
                  </a:ext>
                </a:extLst>
              </p:cNvPr>
              <p:cNvSpPr/>
              <p:nvPr/>
            </p:nvSpPr>
            <p:spPr>
              <a:xfrm>
                <a:off x="7558219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8" name="pg498">
                <a:extLst>
                  <a:ext uri="{FF2B5EF4-FFF2-40B4-BE49-F238E27FC236}">
                    <a16:creationId xmlns:a16="http://schemas.microsoft.com/office/drawing/2014/main" id="{BF4E65E3-1F09-70EE-D67C-F055C6456071}"/>
                  </a:ext>
                </a:extLst>
              </p:cNvPr>
              <p:cNvSpPr/>
              <p:nvPr/>
            </p:nvSpPr>
            <p:spPr>
              <a:xfrm>
                <a:off x="758928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9" name="pg499">
                <a:extLst>
                  <a:ext uri="{FF2B5EF4-FFF2-40B4-BE49-F238E27FC236}">
                    <a16:creationId xmlns:a16="http://schemas.microsoft.com/office/drawing/2014/main" id="{BDE4C686-8865-9878-8F64-96D13E112856}"/>
                  </a:ext>
                </a:extLst>
              </p:cNvPr>
              <p:cNvSpPr/>
              <p:nvPr/>
            </p:nvSpPr>
            <p:spPr>
              <a:xfrm>
                <a:off x="762034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0" name="pg500">
                <a:extLst>
                  <a:ext uri="{FF2B5EF4-FFF2-40B4-BE49-F238E27FC236}">
                    <a16:creationId xmlns:a16="http://schemas.microsoft.com/office/drawing/2014/main" id="{DE4FBB05-B2E6-5E8E-26E9-BC8E3B1CC4E0}"/>
                  </a:ext>
                </a:extLst>
              </p:cNvPr>
              <p:cNvSpPr/>
              <p:nvPr/>
            </p:nvSpPr>
            <p:spPr>
              <a:xfrm>
                <a:off x="706121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1" name="pg501">
                <a:extLst>
                  <a:ext uri="{FF2B5EF4-FFF2-40B4-BE49-F238E27FC236}">
                    <a16:creationId xmlns:a16="http://schemas.microsoft.com/office/drawing/2014/main" id="{23EF0935-A165-4BF4-5DA2-4017657B22B9}"/>
                  </a:ext>
                </a:extLst>
              </p:cNvPr>
              <p:cNvSpPr/>
              <p:nvPr/>
            </p:nvSpPr>
            <p:spPr>
              <a:xfrm>
                <a:off x="709227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2" name="pg502">
                <a:extLst>
                  <a:ext uri="{FF2B5EF4-FFF2-40B4-BE49-F238E27FC236}">
                    <a16:creationId xmlns:a16="http://schemas.microsoft.com/office/drawing/2014/main" id="{E14C83F8-3401-FEB8-1DE7-2D1475E29669}"/>
                  </a:ext>
                </a:extLst>
              </p:cNvPr>
              <p:cNvSpPr/>
              <p:nvPr/>
            </p:nvSpPr>
            <p:spPr>
              <a:xfrm>
                <a:off x="7123338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3" name="pg503">
                <a:extLst>
                  <a:ext uri="{FF2B5EF4-FFF2-40B4-BE49-F238E27FC236}">
                    <a16:creationId xmlns:a16="http://schemas.microsoft.com/office/drawing/2014/main" id="{C65F3D68-8A2C-8348-5387-A163A393E6CD}"/>
                  </a:ext>
                </a:extLst>
              </p:cNvPr>
              <p:cNvSpPr/>
              <p:nvPr/>
            </p:nvSpPr>
            <p:spPr>
              <a:xfrm>
                <a:off x="7154402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C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4" name="pg504">
                <a:extLst>
                  <a:ext uri="{FF2B5EF4-FFF2-40B4-BE49-F238E27FC236}">
                    <a16:creationId xmlns:a16="http://schemas.microsoft.com/office/drawing/2014/main" id="{A9A3221B-3D89-F177-3C70-C6443A6102FC}"/>
                  </a:ext>
                </a:extLst>
              </p:cNvPr>
              <p:cNvSpPr/>
              <p:nvPr/>
            </p:nvSpPr>
            <p:spPr>
              <a:xfrm>
                <a:off x="7185465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C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5" name="pg505">
                <a:extLst>
                  <a:ext uri="{FF2B5EF4-FFF2-40B4-BE49-F238E27FC236}">
                    <a16:creationId xmlns:a16="http://schemas.microsoft.com/office/drawing/2014/main" id="{770871EE-19B5-8717-C00E-70E931735791}"/>
                  </a:ext>
                </a:extLst>
              </p:cNvPr>
              <p:cNvSpPr/>
              <p:nvPr/>
            </p:nvSpPr>
            <p:spPr>
              <a:xfrm>
                <a:off x="7216527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6" name="pg506">
                <a:extLst>
                  <a:ext uri="{FF2B5EF4-FFF2-40B4-BE49-F238E27FC236}">
                    <a16:creationId xmlns:a16="http://schemas.microsoft.com/office/drawing/2014/main" id="{992B52BE-4DB5-7B61-53F2-39CF199CF063}"/>
                  </a:ext>
                </a:extLst>
              </p:cNvPr>
              <p:cNvSpPr/>
              <p:nvPr/>
            </p:nvSpPr>
            <p:spPr>
              <a:xfrm>
                <a:off x="7247590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7" name="pg507">
                <a:extLst>
                  <a:ext uri="{FF2B5EF4-FFF2-40B4-BE49-F238E27FC236}">
                    <a16:creationId xmlns:a16="http://schemas.microsoft.com/office/drawing/2014/main" id="{61E5AAED-5471-9E70-7B03-7E64386B1CB8}"/>
                  </a:ext>
                </a:extLst>
              </p:cNvPr>
              <p:cNvSpPr/>
              <p:nvPr/>
            </p:nvSpPr>
            <p:spPr>
              <a:xfrm>
                <a:off x="727865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8" name="pg508">
                <a:extLst>
                  <a:ext uri="{FF2B5EF4-FFF2-40B4-BE49-F238E27FC236}">
                    <a16:creationId xmlns:a16="http://schemas.microsoft.com/office/drawing/2014/main" id="{D3C31230-97AC-9A41-C2E0-D6A783CCE0BC}"/>
                  </a:ext>
                </a:extLst>
              </p:cNvPr>
              <p:cNvSpPr/>
              <p:nvPr/>
            </p:nvSpPr>
            <p:spPr>
              <a:xfrm>
                <a:off x="730971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9" name="pg509">
                <a:extLst>
                  <a:ext uri="{FF2B5EF4-FFF2-40B4-BE49-F238E27FC236}">
                    <a16:creationId xmlns:a16="http://schemas.microsoft.com/office/drawing/2014/main" id="{A0900862-5954-1A0F-9B3C-BF5986628254}"/>
                  </a:ext>
                </a:extLst>
              </p:cNvPr>
              <p:cNvSpPr/>
              <p:nvPr/>
            </p:nvSpPr>
            <p:spPr>
              <a:xfrm>
                <a:off x="7340779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0" name="pg510">
                <a:extLst>
                  <a:ext uri="{FF2B5EF4-FFF2-40B4-BE49-F238E27FC236}">
                    <a16:creationId xmlns:a16="http://schemas.microsoft.com/office/drawing/2014/main" id="{DA9619D9-6B1F-87D9-5551-15767DBA2586}"/>
                  </a:ext>
                </a:extLst>
              </p:cNvPr>
              <p:cNvSpPr/>
              <p:nvPr/>
            </p:nvSpPr>
            <p:spPr>
              <a:xfrm>
                <a:off x="7371842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1" name="pg511">
                <a:extLst>
                  <a:ext uri="{FF2B5EF4-FFF2-40B4-BE49-F238E27FC236}">
                    <a16:creationId xmlns:a16="http://schemas.microsoft.com/office/drawing/2014/main" id="{0948C98F-FB96-099E-58C9-E696BA00BF62}"/>
                  </a:ext>
                </a:extLst>
              </p:cNvPr>
              <p:cNvSpPr/>
              <p:nvPr/>
            </p:nvSpPr>
            <p:spPr>
              <a:xfrm>
                <a:off x="7402905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2" name="pg512">
                <a:extLst>
                  <a:ext uri="{FF2B5EF4-FFF2-40B4-BE49-F238E27FC236}">
                    <a16:creationId xmlns:a16="http://schemas.microsoft.com/office/drawing/2014/main" id="{147D156D-8B42-0F74-45E6-17FDA4BB80B6}"/>
                  </a:ext>
                </a:extLst>
              </p:cNvPr>
              <p:cNvSpPr/>
              <p:nvPr/>
            </p:nvSpPr>
            <p:spPr>
              <a:xfrm>
                <a:off x="7433968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3" name="pg513">
                <a:extLst>
                  <a:ext uri="{FF2B5EF4-FFF2-40B4-BE49-F238E27FC236}">
                    <a16:creationId xmlns:a16="http://schemas.microsoft.com/office/drawing/2014/main" id="{725D5B78-AA73-F8C6-91DD-53FC0F290582}"/>
                  </a:ext>
                </a:extLst>
              </p:cNvPr>
              <p:cNvSpPr/>
              <p:nvPr/>
            </p:nvSpPr>
            <p:spPr>
              <a:xfrm>
                <a:off x="7465031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4" name="pg514">
                <a:extLst>
                  <a:ext uri="{FF2B5EF4-FFF2-40B4-BE49-F238E27FC236}">
                    <a16:creationId xmlns:a16="http://schemas.microsoft.com/office/drawing/2014/main" id="{569F89AF-8786-C5FE-D405-41FC62538217}"/>
                  </a:ext>
                </a:extLst>
              </p:cNvPr>
              <p:cNvSpPr/>
              <p:nvPr/>
            </p:nvSpPr>
            <p:spPr>
              <a:xfrm>
                <a:off x="7496094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5" name="pg515">
                <a:extLst>
                  <a:ext uri="{FF2B5EF4-FFF2-40B4-BE49-F238E27FC236}">
                    <a16:creationId xmlns:a16="http://schemas.microsoft.com/office/drawing/2014/main" id="{36B0D5CC-DFBF-A608-CCFC-47AD8DC1E1B4}"/>
                  </a:ext>
                </a:extLst>
              </p:cNvPr>
              <p:cNvSpPr/>
              <p:nvPr/>
            </p:nvSpPr>
            <p:spPr>
              <a:xfrm>
                <a:off x="752715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6" name="pg516">
                <a:extLst>
                  <a:ext uri="{FF2B5EF4-FFF2-40B4-BE49-F238E27FC236}">
                    <a16:creationId xmlns:a16="http://schemas.microsoft.com/office/drawing/2014/main" id="{1F9C5F8F-8B5B-8DD0-BFA0-4C0FC2B18629}"/>
                  </a:ext>
                </a:extLst>
              </p:cNvPr>
              <p:cNvSpPr/>
              <p:nvPr/>
            </p:nvSpPr>
            <p:spPr>
              <a:xfrm>
                <a:off x="7558219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7" name="pg517">
                <a:extLst>
                  <a:ext uri="{FF2B5EF4-FFF2-40B4-BE49-F238E27FC236}">
                    <a16:creationId xmlns:a16="http://schemas.microsoft.com/office/drawing/2014/main" id="{F08F0FA9-69F1-7884-53CB-EDCE76DDD5E4}"/>
                  </a:ext>
                </a:extLst>
              </p:cNvPr>
              <p:cNvSpPr/>
              <p:nvPr/>
            </p:nvSpPr>
            <p:spPr>
              <a:xfrm>
                <a:off x="758928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8" name="pg518">
                <a:extLst>
                  <a:ext uri="{FF2B5EF4-FFF2-40B4-BE49-F238E27FC236}">
                    <a16:creationId xmlns:a16="http://schemas.microsoft.com/office/drawing/2014/main" id="{14D67BE9-3A57-7724-9021-43689168DBD8}"/>
                  </a:ext>
                </a:extLst>
              </p:cNvPr>
              <p:cNvSpPr/>
              <p:nvPr/>
            </p:nvSpPr>
            <p:spPr>
              <a:xfrm>
                <a:off x="7061213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7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9" name="pg519">
                <a:extLst>
                  <a:ext uri="{FF2B5EF4-FFF2-40B4-BE49-F238E27FC236}">
                    <a16:creationId xmlns:a16="http://schemas.microsoft.com/office/drawing/2014/main" id="{24A314A6-99AB-9830-D883-98C31AB48773}"/>
                  </a:ext>
                </a:extLst>
              </p:cNvPr>
              <p:cNvSpPr/>
              <p:nvPr/>
            </p:nvSpPr>
            <p:spPr>
              <a:xfrm>
                <a:off x="709227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0" name="pg520">
                <a:extLst>
                  <a:ext uri="{FF2B5EF4-FFF2-40B4-BE49-F238E27FC236}">
                    <a16:creationId xmlns:a16="http://schemas.microsoft.com/office/drawing/2014/main" id="{D29B15AB-A269-7F3F-0AA3-CAC982C01B89}"/>
                  </a:ext>
                </a:extLst>
              </p:cNvPr>
              <p:cNvSpPr/>
              <p:nvPr/>
            </p:nvSpPr>
            <p:spPr>
              <a:xfrm>
                <a:off x="7123338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1" name="pg521">
                <a:extLst>
                  <a:ext uri="{FF2B5EF4-FFF2-40B4-BE49-F238E27FC236}">
                    <a16:creationId xmlns:a16="http://schemas.microsoft.com/office/drawing/2014/main" id="{0DB942FC-C3C7-95CB-66C5-2E1219621ECA}"/>
                  </a:ext>
                </a:extLst>
              </p:cNvPr>
              <p:cNvSpPr/>
              <p:nvPr/>
            </p:nvSpPr>
            <p:spPr>
              <a:xfrm>
                <a:off x="7154402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2" name="pg522">
                <a:extLst>
                  <a:ext uri="{FF2B5EF4-FFF2-40B4-BE49-F238E27FC236}">
                    <a16:creationId xmlns:a16="http://schemas.microsoft.com/office/drawing/2014/main" id="{5C4E1D3C-862B-348F-373E-760BC74028E8}"/>
                  </a:ext>
                </a:extLst>
              </p:cNvPr>
              <p:cNvSpPr/>
              <p:nvPr/>
            </p:nvSpPr>
            <p:spPr>
              <a:xfrm>
                <a:off x="7185465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3" name="pg523">
                <a:extLst>
                  <a:ext uri="{FF2B5EF4-FFF2-40B4-BE49-F238E27FC236}">
                    <a16:creationId xmlns:a16="http://schemas.microsoft.com/office/drawing/2014/main" id="{369AA84C-EAED-1D7C-6091-FF354522E5DF}"/>
                  </a:ext>
                </a:extLst>
              </p:cNvPr>
              <p:cNvSpPr/>
              <p:nvPr/>
            </p:nvSpPr>
            <p:spPr>
              <a:xfrm>
                <a:off x="7216527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4" name="pg524">
                <a:extLst>
                  <a:ext uri="{FF2B5EF4-FFF2-40B4-BE49-F238E27FC236}">
                    <a16:creationId xmlns:a16="http://schemas.microsoft.com/office/drawing/2014/main" id="{96F26EC3-B0DA-2CEA-CB28-0F10F791FD52}"/>
                  </a:ext>
                </a:extLst>
              </p:cNvPr>
              <p:cNvSpPr/>
              <p:nvPr/>
            </p:nvSpPr>
            <p:spPr>
              <a:xfrm>
                <a:off x="7247590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5" name="pg525">
                <a:extLst>
                  <a:ext uri="{FF2B5EF4-FFF2-40B4-BE49-F238E27FC236}">
                    <a16:creationId xmlns:a16="http://schemas.microsoft.com/office/drawing/2014/main" id="{5F935A3D-3C85-2DD2-EDA7-5E8D9DD401A1}"/>
                  </a:ext>
                </a:extLst>
              </p:cNvPr>
              <p:cNvSpPr/>
              <p:nvPr/>
            </p:nvSpPr>
            <p:spPr>
              <a:xfrm>
                <a:off x="7278653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6" name="pg526">
                <a:extLst>
                  <a:ext uri="{FF2B5EF4-FFF2-40B4-BE49-F238E27FC236}">
                    <a16:creationId xmlns:a16="http://schemas.microsoft.com/office/drawing/2014/main" id="{7123F410-8D5F-0C16-E287-83F59CBA55E4}"/>
                  </a:ext>
                </a:extLst>
              </p:cNvPr>
              <p:cNvSpPr/>
              <p:nvPr/>
            </p:nvSpPr>
            <p:spPr>
              <a:xfrm>
                <a:off x="730971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7" name="pg527">
                <a:extLst>
                  <a:ext uri="{FF2B5EF4-FFF2-40B4-BE49-F238E27FC236}">
                    <a16:creationId xmlns:a16="http://schemas.microsoft.com/office/drawing/2014/main" id="{418B075F-B572-0AB4-92E7-505F69958BCC}"/>
                  </a:ext>
                </a:extLst>
              </p:cNvPr>
              <p:cNvSpPr/>
              <p:nvPr/>
            </p:nvSpPr>
            <p:spPr>
              <a:xfrm>
                <a:off x="7340779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8" name="pg528">
                <a:extLst>
                  <a:ext uri="{FF2B5EF4-FFF2-40B4-BE49-F238E27FC236}">
                    <a16:creationId xmlns:a16="http://schemas.microsoft.com/office/drawing/2014/main" id="{AD24E114-ABD5-5306-6748-9855ED919C66}"/>
                  </a:ext>
                </a:extLst>
              </p:cNvPr>
              <p:cNvSpPr/>
              <p:nvPr/>
            </p:nvSpPr>
            <p:spPr>
              <a:xfrm>
                <a:off x="7371842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9" name="pg529">
                <a:extLst>
                  <a:ext uri="{FF2B5EF4-FFF2-40B4-BE49-F238E27FC236}">
                    <a16:creationId xmlns:a16="http://schemas.microsoft.com/office/drawing/2014/main" id="{EDEFB669-B484-9D39-5CB6-A105975B9B40}"/>
                  </a:ext>
                </a:extLst>
              </p:cNvPr>
              <p:cNvSpPr/>
              <p:nvPr/>
            </p:nvSpPr>
            <p:spPr>
              <a:xfrm>
                <a:off x="7402905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0" name="pg530">
                <a:extLst>
                  <a:ext uri="{FF2B5EF4-FFF2-40B4-BE49-F238E27FC236}">
                    <a16:creationId xmlns:a16="http://schemas.microsoft.com/office/drawing/2014/main" id="{56F3A902-E803-3000-D9B1-38790B263741}"/>
                  </a:ext>
                </a:extLst>
              </p:cNvPr>
              <p:cNvSpPr/>
              <p:nvPr/>
            </p:nvSpPr>
            <p:spPr>
              <a:xfrm>
                <a:off x="7433968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1" name="pg531">
                <a:extLst>
                  <a:ext uri="{FF2B5EF4-FFF2-40B4-BE49-F238E27FC236}">
                    <a16:creationId xmlns:a16="http://schemas.microsoft.com/office/drawing/2014/main" id="{00577F82-C599-F6B6-91A0-40E5FD4FBF77}"/>
                  </a:ext>
                </a:extLst>
              </p:cNvPr>
              <p:cNvSpPr/>
              <p:nvPr/>
            </p:nvSpPr>
            <p:spPr>
              <a:xfrm>
                <a:off x="7465031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2" name="pg532">
                <a:extLst>
                  <a:ext uri="{FF2B5EF4-FFF2-40B4-BE49-F238E27FC236}">
                    <a16:creationId xmlns:a16="http://schemas.microsoft.com/office/drawing/2014/main" id="{403DE3CF-5E0B-BE0E-C718-77B0C0AC1B47}"/>
                  </a:ext>
                </a:extLst>
              </p:cNvPr>
              <p:cNvSpPr/>
              <p:nvPr/>
            </p:nvSpPr>
            <p:spPr>
              <a:xfrm>
                <a:off x="7496094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3" name="pg533">
                <a:extLst>
                  <a:ext uri="{FF2B5EF4-FFF2-40B4-BE49-F238E27FC236}">
                    <a16:creationId xmlns:a16="http://schemas.microsoft.com/office/drawing/2014/main" id="{507230DD-80CF-4423-C98A-BD232F884836}"/>
                  </a:ext>
                </a:extLst>
              </p:cNvPr>
              <p:cNvSpPr/>
              <p:nvPr/>
            </p:nvSpPr>
            <p:spPr>
              <a:xfrm>
                <a:off x="752715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4" name="pg534">
                <a:extLst>
                  <a:ext uri="{FF2B5EF4-FFF2-40B4-BE49-F238E27FC236}">
                    <a16:creationId xmlns:a16="http://schemas.microsoft.com/office/drawing/2014/main" id="{DC4D1BE7-0B14-6A8C-E852-CE0E4F8703FB}"/>
                  </a:ext>
                </a:extLst>
              </p:cNvPr>
              <p:cNvSpPr/>
              <p:nvPr/>
            </p:nvSpPr>
            <p:spPr>
              <a:xfrm>
                <a:off x="7558219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5" name="pg535">
                <a:extLst>
                  <a:ext uri="{FF2B5EF4-FFF2-40B4-BE49-F238E27FC236}">
                    <a16:creationId xmlns:a16="http://schemas.microsoft.com/office/drawing/2014/main" id="{9D2AEAA1-F253-AD62-61FB-5A540EDF12D6}"/>
                  </a:ext>
                </a:extLst>
              </p:cNvPr>
              <p:cNvSpPr/>
              <p:nvPr/>
            </p:nvSpPr>
            <p:spPr>
              <a:xfrm>
                <a:off x="709227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6" name="pg536">
                <a:extLst>
                  <a:ext uri="{FF2B5EF4-FFF2-40B4-BE49-F238E27FC236}">
                    <a16:creationId xmlns:a16="http://schemas.microsoft.com/office/drawing/2014/main" id="{124AE6F3-A3C6-6388-3CFC-69BCEF3A6D56}"/>
                  </a:ext>
                </a:extLst>
              </p:cNvPr>
              <p:cNvSpPr/>
              <p:nvPr/>
            </p:nvSpPr>
            <p:spPr>
              <a:xfrm>
                <a:off x="7123338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7" name="pg537">
                <a:extLst>
                  <a:ext uri="{FF2B5EF4-FFF2-40B4-BE49-F238E27FC236}">
                    <a16:creationId xmlns:a16="http://schemas.microsoft.com/office/drawing/2014/main" id="{5C0DE5CF-40FE-4E11-61BA-B421CA103004}"/>
                  </a:ext>
                </a:extLst>
              </p:cNvPr>
              <p:cNvSpPr/>
              <p:nvPr/>
            </p:nvSpPr>
            <p:spPr>
              <a:xfrm>
                <a:off x="7154402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8" name="pg538">
                <a:extLst>
                  <a:ext uri="{FF2B5EF4-FFF2-40B4-BE49-F238E27FC236}">
                    <a16:creationId xmlns:a16="http://schemas.microsoft.com/office/drawing/2014/main" id="{DC0106FF-DBCA-91B0-037D-26332D0C09EC}"/>
                  </a:ext>
                </a:extLst>
              </p:cNvPr>
              <p:cNvSpPr/>
              <p:nvPr/>
            </p:nvSpPr>
            <p:spPr>
              <a:xfrm>
                <a:off x="7185465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9" name="pg539">
                <a:extLst>
                  <a:ext uri="{FF2B5EF4-FFF2-40B4-BE49-F238E27FC236}">
                    <a16:creationId xmlns:a16="http://schemas.microsoft.com/office/drawing/2014/main" id="{5542183E-171B-D69B-A786-50DAF736859B}"/>
                  </a:ext>
                </a:extLst>
              </p:cNvPr>
              <p:cNvSpPr/>
              <p:nvPr/>
            </p:nvSpPr>
            <p:spPr>
              <a:xfrm>
                <a:off x="7216527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0" name="pg540">
                <a:extLst>
                  <a:ext uri="{FF2B5EF4-FFF2-40B4-BE49-F238E27FC236}">
                    <a16:creationId xmlns:a16="http://schemas.microsoft.com/office/drawing/2014/main" id="{211B3BE7-4C71-1CAC-47A7-A14CE19563C7}"/>
                  </a:ext>
                </a:extLst>
              </p:cNvPr>
              <p:cNvSpPr/>
              <p:nvPr/>
            </p:nvSpPr>
            <p:spPr>
              <a:xfrm>
                <a:off x="7247590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1" name="pg541">
                <a:extLst>
                  <a:ext uri="{FF2B5EF4-FFF2-40B4-BE49-F238E27FC236}">
                    <a16:creationId xmlns:a16="http://schemas.microsoft.com/office/drawing/2014/main" id="{5FCE5456-06AF-E3D6-911C-0261A447B91B}"/>
                  </a:ext>
                </a:extLst>
              </p:cNvPr>
              <p:cNvSpPr/>
              <p:nvPr/>
            </p:nvSpPr>
            <p:spPr>
              <a:xfrm>
                <a:off x="7278653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2" name="pg542">
                <a:extLst>
                  <a:ext uri="{FF2B5EF4-FFF2-40B4-BE49-F238E27FC236}">
                    <a16:creationId xmlns:a16="http://schemas.microsoft.com/office/drawing/2014/main" id="{D8C4EDF8-DC8E-ECE4-C81B-399BB807EA24}"/>
                  </a:ext>
                </a:extLst>
              </p:cNvPr>
              <p:cNvSpPr/>
              <p:nvPr/>
            </p:nvSpPr>
            <p:spPr>
              <a:xfrm>
                <a:off x="730971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3" name="pg543">
                <a:extLst>
                  <a:ext uri="{FF2B5EF4-FFF2-40B4-BE49-F238E27FC236}">
                    <a16:creationId xmlns:a16="http://schemas.microsoft.com/office/drawing/2014/main" id="{0E980879-1207-C083-26DF-0437B3B9C32C}"/>
                  </a:ext>
                </a:extLst>
              </p:cNvPr>
              <p:cNvSpPr/>
              <p:nvPr/>
            </p:nvSpPr>
            <p:spPr>
              <a:xfrm>
                <a:off x="7340779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4" name="pg544">
                <a:extLst>
                  <a:ext uri="{FF2B5EF4-FFF2-40B4-BE49-F238E27FC236}">
                    <a16:creationId xmlns:a16="http://schemas.microsoft.com/office/drawing/2014/main" id="{A0E4F989-DAC3-4EBC-91BB-33BA99B1CDEE}"/>
                  </a:ext>
                </a:extLst>
              </p:cNvPr>
              <p:cNvSpPr/>
              <p:nvPr/>
            </p:nvSpPr>
            <p:spPr>
              <a:xfrm>
                <a:off x="7371842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5" name="pg545">
                <a:extLst>
                  <a:ext uri="{FF2B5EF4-FFF2-40B4-BE49-F238E27FC236}">
                    <a16:creationId xmlns:a16="http://schemas.microsoft.com/office/drawing/2014/main" id="{12F706D8-9093-3CF5-B4A6-2CA46CA47B53}"/>
                  </a:ext>
                </a:extLst>
              </p:cNvPr>
              <p:cNvSpPr/>
              <p:nvPr/>
            </p:nvSpPr>
            <p:spPr>
              <a:xfrm>
                <a:off x="7402905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6" name="pg546">
                <a:extLst>
                  <a:ext uri="{FF2B5EF4-FFF2-40B4-BE49-F238E27FC236}">
                    <a16:creationId xmlns:a16="http://schemas.microsoft.com/office/drawing/2014/main" id="{C5B8CA6B-12CB-7727-437F-967EA41490E8}"/>
                  </a:ext>
                </a:extLst>
              </p:cNvPr>
              <p:cNvSpPr/>
              <p:nvPr/>
            </p:nvSpPr>
            <p:spPr>
              <a:xfrm>
                <a:off x="7433968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7" name="pg547">
                <a:extLst>
                  <a:ext uri="{FF2B5EF4-FFF2-40B4-BE49-F238E27FC236}">
                    <a16:creationId xmlns:a16="http://schemas.microsoft.com/office/drawing/2014/main" id="{960F5020-5E57-4C0B-974A-750C8CC6E405}"/>
                  </a:ext>
                </a:extLst>
              </p:cNvPr>
              <p:cNvSpPr/>
              <p:nvPr/>
            </p:nvSpPr>
            <p:spPr>
              <a:xfrm>
                <a:off x="7465031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8" name="pg548">
                <a:extLst>
                  <a:ext uri="{FF2B5EF4-FFF2-40B4-BE49-F238E27FC236}">
                    <a16:creationId xmlns:a16="http://schemas.microsoft.com/office/drawing/2014/main" id="{C301BA1A-79EE-108F-145E-63A7F650CCCB}"/>
                  </a:ext>
                </a:extLst>
              </p:cNvPr>
              <p:cNvSpPr/>
              <p:nvPr/>
            </p:nvSpPr>
            <p:spPr>
              <a:xfrm>
                <a:off x="7496094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9" name="pg549">
                <a:extLst>
                  <a:ext uri="{FF2B5EF4-FFF2-40B4-BE49-F238E27FC236}">
                    <a16:creationId xmlns:a16="http://schemas.microsoft.com/office/drawing/2014/main" id="{E3D9AC42-6ABE-055D-9C22-ED34260611E0}"/>
                  </a:ext>
                </a:extLst>
              </p:cNvPr>
              <p:cNvSpPr/>
              <p:nvPr/>
            </p:nvSpPr>
            <p:spPr>
              <a:xfrm>
                <a:off x="752715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0" name="pg550">
                <a:extLst>
                  <a:ext uri="{FF2B5EF4-FFF2-40B4-BE49-F238E27FC236}">
                    <a16:creationId xmlns:a16="http://schemas.microsoft.com/office/drawing/2014/main" id="{657C6AE7-E785-ED32-B3DE-53F6DC9E9E9C}"/>
                  </a:ext>
                </a:extLst>
              </p:cNvPr>
              <p:cNvSpPr/>
              <p:nvPr/>
            </p:nvSpPr>
            <p:spPr>
              <a:xfrm>
                <a:off x="7185465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1" name="pg551">
                <a:extLst>
                  <a:ext uri="{FF2B5EF4-FFF2-40B4-BE49-F238E27FC236}">
                    <a16:creationId xmlns:a16="http://schemas.microsoft.com/office/drawing/2014/main" id="{5A402F59-B259-397B-1F0E-D1D0845B9CDC}"/>
                  </a:ext>
                </a:extLst>
              </p:cNvPr>
              <p:cNvSpPr/>
              <p:nvPr/>
            </p:nvSpPr>
            <p:spPr>
              <a:xfrm>
                <a:off x="7216527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AEE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2" name="pg552">
                <a:extLst>
                  <a:ext uri="{FF2B5EF4-FFF2-40B4-BE49-F238E27FC236}">
                    <a16:creationId xmlns:a16="http://schemas.microsoft.com/office/drawing/2014/main" id="{1D472739-466B-6E35-A115-054B3BEEE826}"/>
                  </a:ext>
                </a:extLst>
              </p:cNvPr>
              <p:cNvSpPr/>
              <p:nvPr/>
            </p:nvSpPr>
            <p:spPr>
              <a:xfrm>
                <a:off x="7247590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3" name="pg553">
                <a:extLst>
                  <a:ext uri="{FF2B5EF4-FFF2-40B4-BE49-F238E27FC236}">
                    <a16:creationId xmlns:a16="http://schemas.microsoft.com/office/drawing/2014/main" id="{E7764E61-C0DE-6C57-7ECC-BBF15C0754A6}"/>
                  </a:ext>
                </a:extLst>
              </p:cNvPr>
              <p:cNvSpPr/>
              <p:nvPr/>
            </p:nvSpPr>
            <p:spPr>
              <a:xfrm>
                <a:off x="7278653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4" name="pg554">
                <a:extLst>
                  <a:ext uri="{FF2B5EF4-FFF2-40B4-BE49-F238E27FC236}">
                    <a16:creationId xmlns:a16="http://schemas.microsoft.com/office/drawing/2014/main" id="{8A73E2C5-1A66-2BB6-CD2C-042279A18121}"/>
                  </a:ext>
                </a:extLst>
              </p:cNvPr>
              <p:cNvSpPr/>
              <p:nvPr/>
            </p:nvSpPr>
            <p:spPr>
              <a:xfrm>
                <a:off x="7309716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5" name="pg555">
                <a:extLst>
                  <a:ext uri="{FF2B5EF4-FFF2-40B4-BE49-F238E27FC236}">
                    <a16:creationId xmlns:a16="http://schemas.microsoft.com/office/drawing/2014/main" id="{323B108D-C821-7179-9A75-41077A5DCFB5}"/>
                  </a:ext>
                </a:extLst>
              </p:cNvPr>
              <p:cNvSpPr/>
              <p:nvPr/>
            </p:nvSpPr>
            <p:spPr>
              <a:xfrm>
                <a:off x="7340779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E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6" name="pg556">
                <a:extLst>
                  <a:ext uri="{FF2B5EF4-FFF2-40B4-BE49-F238E27FC236}">
                    <a16:creationId xmlns:a16="http://schemas.microsoft.com/office/drawing/2014/main" id="{FD933DB2-4ADE-086F-5E0C-4E48EA22C731}"/>
                  </a:ext>
                </a:extLst>
              </p:cNvPr>
              <p:cNvSpPr/>
              <p:nvPr/>
            </p:nvSpPr>
            <p:spPr>
              <a:xfrm>
                <a:off x="7371842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7" name="pg557">
                <a:extLst>
                  <a:ext uri="{FF2B5EF4-FFF2-40B4-BE49-F238E27FC236}">
                    <a16:creationId xmlns:a16="http://schemas.microsoft.com/office/drawing/2014/main" id="{64254F65-71A9-8F11-043A-EFEB664A7940}"/>
                  </a:ext>
                </a:extLst>
              </p:cNvPr>
              <p:cNvSpPr/>
              <p:nvPr/>
            </p:nvSpPr>
            <p:spPr>
              <a:xfrm>
                <a:off x="7402905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8" name="pg558">
                <a:extLst>
                  <a:ext uri="{FF2B5EF4-FFF2-40B4-BE49-F238E27FC236}">
                    <a16:creationId xmlns:a16="http://schemas.microsoft.com/office/drawing/2014/main" id="{FADDD277-3B32-8BA1-94F3-F6D4EDBCEA22}"/>
                  </a:ext>
                </a:extLst>
              </p:cNvPr>
              <p:cNvSpPr/>
              <p:nvPr/>
            </p:nvSpPr>
            <p:spPr>
              <a:xfrm>
                <a:off x="7433968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9" name="pg559">
                <a:extLst>
                  <a:ext uri="{FF2B5EF4-FFF2-40B4-BE49-F238E27FC236}">
                    <a16:creationId xmlns:a16="http://schemas.microsoft.com/office/drawing/2014/main" id="{5470EB69-C10A-3CF4-8228-69F19CB00271}"/>
                  </a:ext>
                </a:extLst>
              </p:cNvPr>
              <p:cNvSpPr/>
              <p:nvPr/>
            </p:nvSpPr>
            <p:spPr>
              <a:xfrm>
                <a:off x="7465031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0" name="pg560">
                <a:extLst>
                  <a:ext uri="{FF2B5EF4-FFF2-40B4-BE49-F238E27FC236}">
                    <a16:creationId xmlns:a16="http://schemas.microsoft.com/office/drawing/2014/main" id="{902773FD-F32A-2BF9-BDFA-74839C64FC52}"/>
                  </a:ext>
                </a:extLst>
              </p:cNvPr>
              <p:cNvSpPr/>
              <p:nvPr/>
            </p:nvSpPr>
            <p:spPr>
              <a:xfrm>
                <a:off x="7496094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1" name="pg561">
                <a:extLst>
                  <a:ext uri="{FF2B5EF4-FFF2-40B4-BE49-F238E27FC236}">
                    <a16:creationId xmlns:a16="http://schemas.microsoft.com/office/drawing/2014/main" id="{BD0C563C-3308-C40A-F448-E13B1E0FD219}"/>
                  </a:ext>
                </a:extLst>
              </p:cNvPr>
              <p:cNvSpPr/>
              <p:nvPr/>
            </p:nvSpPr>
            <p:spPr>
              <a:xfrm>
                <a:off x="7527156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2" name="pg562">
                <a:extLst>
                  <a:ext uri="{FF2B5EF4-FFF2-40B4-BE49-F238E27FC236}">
                    <a16:creationId xmlns:a16="http://schemas.microsoft.com/office/drawing/2014/main" id="{14876A9C-6ECD-6217-1DD9-CD5A4B05F27D}"/>
                  </a:ext>
                </a:extLst>
              </p:cNvPr>
              <p:cNvSpPr/>
              <p:nvPr/>
            </p:nvSpPr>
            <p:spPr>
              <a:xfrm>
                <a:off x="7247590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3" name="pg563">
                <a:extLst>
                  <a:ext uri="{FF2B5EF4-FFF2-40B4-BE49-F238E27FC236}">
                    <a16:creationId xmlns:a16="http://schemas.microsoft.com/office/drawing/2014/main" id="{49705CA3-FC54-51F2-F982-95160F7AC41C}"/>
                  </a:ext>
                </a:extLst>
              </p:cNvPr>
              <p:cNvSpPr/>
              <p:nvPr/>
            </p:nvSpPr>
            <p:spPr>
              <a:xfrm>
                <a:off x="7278653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4" name="pg564">
                <a:extLst>
                  <a:ext uri="{FF2B5EF4-FFF2-40B4-BE49-F238E27FC236}">
                    <a16:creationId xmlns:a16="http://schemas.microsoft.com/office/drawing/2014/main" id="{E3F004E7-2F30-5252-1B0C-B4424E0BB4B6}"/>
                  </a:ext>
                </a:extLst>
              </p:cNvPr>
              <p:cNvSpPr/>
              <p:nvPr/>
            </p:nvSpPr>
            <p:spPr>
              <a:xfrm>
                <a:off x="7309716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5" name="pg565">
                <a:extLst>
                  <a:ext uri="{FF2B5EF4-FFF2-40B4-BE49-F238E27FC236}">
                    <a16:creationId xmlns:a16="http://schemas.microsoft.com/office/drawing/2014/main" id="{1F163174-7BF0-F546-B42E-F0DD3B42ADDB}"/>
                  </a:ext>
                </a:extLst>
              </p:cNvPr>
              <p:cNvSpPr/>
              <p:nvPr/>
            </p:nvSpPr>
            <p:spPr>
              <a:xfrm>
                <a:off x="7340779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6" name="pg566">
                <a:extLst>
                  <a:ext uri="{FF2B5EF4-FFF2-40B4-BE49-F238E27FC236}">
                    <a16:creationId xmlns:a16="http://schemas.microsoft.com/office/drawing/2014/main" id="{BE0653F3-6C86-F7B6-4568-35E05DACA106}"/>
                  </a:ext>
                </a:extLst>
              </p:cNvPr>
              <p:cNvSpPr/>
              <p:nvPr/>
            </p:nvSpPr>
            <p:spPr>
              <a:xfrm>
                <a:off x="7371842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7" name="pg567">
                <a:extLst>
                  <a:ext uri="{FF2B5EF4-FFF2-40B4-BE49-F238E27FC236}">
                    <a16:creationId xmlns:a16="http://schemas.microsoft.com/office/drawing/2014/main" id="{AE745B36-82B0-87AF-7164-CC0E2FBE500D}"/>
                  </a:ext>
                </a:extLst>
              </p:cNvPr>
              <p:cNvSpPr/>
              <p:nvPr/>
            </p:nvSpPr>
            <p:spPr>
              <a:xfrm>
                <a:off x="7402905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8" name="pg568">
                <a:extLst>
                  <a:ext uri="{FF2B5EF4-FFF2-40B4-BE49-F238E27FC236}">
                    <a16:creationId xmlns:a16="http://schemas.microsoft.com/office/drawing/2014/main" id="{0EBAEA44-DC3D-1285-467B-ABBDD2F3D856}"/>
                  </a:ext>
                </a:extLst>
              </p:cNvPr>
              <p:cNvSpPr/>
              <p:nvPr/>
            </p:nvSpPr>
            <p:spPr>
              <a:xfrm>
                <a:off x="7433968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9" name="pg569">
                <a:extLst>
                  <a:ext uri="{FF2B5EF4-FFF2-40B4-BE49-F238E27FC236}">
                    <a16:creationId xmlns:a16="http://schemas.microsoft.com/office/drawing/2014/main" id="{52988EFD-081B-B2F3-9047-53B5D88FC630}"/>
                  </a:ext>
                </a:extLst>
              </p:cNvPr>
              <p:cNvSpPr/>
              <p:nvPr/>
            </p:nvSpPr>
            <p:spPr>
              <a:xfrm>
                <a:off x="7465031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0" name="pg570">
                <a:extLst>
                  <a:ext uri="{FF2B5EF4-FFF2-40B4-BE49-F238E27FC236}">
                    <a16:creationId xmlns:a16="http://schemas.microsoft.com/office/drawing/2014/main" id="{D9D00BA1-A014-7B7C-41E7-12DD007E3A5D}"/>
                  </a:ext>
                </a:extLst>
              </p:cNvPr>
              <p:cNvSpPr/>
              <p:nvPr/>
            </p:nvSpPr>
            <p:spPr>
              <a:xfrm>
                <a:off x="7496094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1" name="pg571">
                <a:extLst>
                  <a:ext uri="{FF2B5EF4-FFF2-40B4-BE49-F238E27FC236}">
                    <a16:creationId xmlns:a16="http://schemas.microsoft.com/office/drawing/2014/main" id="{4EB9BCBF-3692-E83A-D175-0E63438FE5F2}"/>
                  </a:ext>
                </a:extLst>
              </p:cNvPr>
              <p:cNvSpPr/>
              <p:nvPr/>
            </p:nvSpPr>
            <p:spPr>
              <a:xfrm>
                <a:off x="7527156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2" name="pg572">
                <a:extLst>
                  <a:ext uri="{FF2B5EF4-FFF2-40B4-BE49-F238E27FC236}">
                    <a16:creationId xmlns:a16="http://schemas.microsoft.com/office/drawing/2014/main" id="{69A861A5-8D02-016C-12CC-B2D93133AFC8}"/>
                  </a:ext>
                </a:extLst>
              </p:cNvPr>
              <p:cNvSpPr/>
              <p:nvPr/>
            </p:nvSpPr>
            <p:spPr>
              <a:xfrm>
                <a:off x="7278653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3" name="pg573">
                <a:extLst>
                  <a:ext uri="{FF2B5EF4-FFF2-40B4-BE49-F238E27FC236}">
                    <a16:creationId xmlns:a16="http://schemas.microsoft.com/office/drawing/2014/main" id="{3BDC30E4-FE1D-FEAA-A3C3-B0AED648D155}"/>
                  </a:ext>
                </a:extLst>
              </p:cNvPr>
              <p:cNvSpPr/>
              <p:nvPr/>
            </p:nvSpPr>
            <p:spPr>
              <a:xfrm>
                <a:off x="7309716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4" name="pg574">
                <a:extLst>
                  <a:ext uri="{FF2B5EF4-FFF2-40B4-BE49-F238E27FC236}">
                    <a16:creationId xmlns:a16="http://schemas.microsoft.com/office/drawing/2014/main" id="{42D7C89C-1E17-DB74-29BB-3E87F9FCB9B1}"/>
                  </a:ext>
                </a:extLst>
              </p:cNvPr>
              <p:cNvSpPr/>
              <p:nvPr/>
            </p:nvSpPr>
            <p:spPr>
              <a:xfrm>
                <a:off x="7340779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5" name="pg575">
                <a:extLst>
                  <a:ext uri="{FF2B5EF4-FFF2-40B4-BE49-F238E27FC236}">
                    <a16:creationId xmlns:a16="http://schemas.microsoft.com/office/drawing/2014/main" id="{84D4B694-C7E4-1AA2-8ADE-0E1B497592EF}"/>
                  </a:ext>
                </a:extLst>
              </p:cNvPr>
              <p:cNvSpPr/>
              <p:nvPr/>
            </p:nvSpPr>
            <p:spPr>
              <a:xfrm>
                <a:off x="7371842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6" name="pg576">
                <a:extLst>
                  <a:ext uri="{FF2B5EF4-FFF2-40B4-BE49-F238E27FC236}">
                    <a16:creationId xmlns:a16="http://schemas.microsoft.com/office/drawing/2014/main" id="{B5DEE9F7-9998-1028-6CD2-D640B40D015A}"/>
                  </a:ext>
                </a:extLst>
              </p:cNvPr>
              <p:cNvSpPr/>
              <p:nvPr/>
            </p:nvSpPr>
            <p:spPr>
              <a:xfrm>
                <a:off x="7402905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7" name="pg577">
                <a:extLst>
                  <a:ext uri="{FF2B5EF4-FFF2-40B4-BE49-F238E27FC236}">
                    <a16:creationId xmlns:a16="http://schemas.microsoft.com/office/drawing/2014/main" id="{E9D35964-0D2B-3677-EC91-25A0F01D5FB7}"/>
                  </a:ext>
                </a:extLst>
              </p:cNvPr>
              <p:cNvSpPr/>
              <p:nvPr/>
            </p:nvSpPr>
            <p:spPr>
              <a:xfrm>
                <a:off x="7433968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8" name="pg578">
                <a:extLst>
                  <a:ext uri="{FF2B5EF4-FFF2-40B4-BE49-F238E27FC236}">
                    <a16:creationId xmlns:a16="http://schemas.microsoft.com/office/drawing/2014/main" id="{2F4BFBA2-0F58-2B3A-B866-189D04A58560}"/>
                  </a:ext>
                </a:extLst>
              </p:cNvPr>
              <p:cNvSpPr/>
              <p:nvPr/>
            </p:nvSpPr>
            <p:spPr>
              <a:xfrm>
                <a:off x="7465031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9" name="pg579">
                <a:extLst>
                  <a:ext uri="{FF2B5EF4-FFF2-40B4-BE49-F238E27FC236}">
                    <a16:creationId xmlns:a16="http://schemas.microsoft.com/office/drawing/2014/main" id="{0086885F-5614-37E0-7485-30B6EEF7073E}"/>
                  </a:ext>
                </a:extLst>
              </p:cNvPr>
              <p:cNvSpPr/>
              <p:nvPr/>
            </p:nvSpPr>
            <p:spPr>
              <a:xfrm>
                <a:off x="7496094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0" name="pg580">
                <a:extLst>
                  <a:ext uri="{FF2B5EF4-FFF2-40B4-BE49-F238E27FC236}">
                    <a16:creationId xmlns:a16="http://schemas.microsoft.com/office/drawing/2014/main" id="{3F78F670-32F9-5127-F08B-6B9A3103A8C9}"/>
                  </a:ext>
                </a:extLst>
              </p:cNvPr>
              <p:cNvSpPr/>
              <p:nvPr/>
            </p:nvSpPr>
            <p:spPr>
              <a:xfrm>
                <a:off x="7527156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1" name="pg581">
                <a:extLst>
                  <a:ext uri="{FF2B5EF4-FFF2-40B4-BE49-F238E27FC236}">
                    <a16:creationId xmlns:a16="http://schemas.microsoft.com/office/drawing/2014/main" id="{6B919F2B-30B3-BDB2-15DA-A3A54D344D7D}"/>
                  </a:ext>
                </a:extLst>
              </p:cNvPr>
              <p:cNvSpPr/>
              <p:nvPr/>
            </p:nvSpPr>
            <p:spPr>
              <a:xfrm>
                <a:off x="7309716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2" name="pg582">
                <a:extLst>
                  <a:ext uri="{FF2B5EF4-FFF2-40B4-BE49-F238E27FC236}">
                    <a16:creationId xmlns:a16="http://schemas.microsoft.com/office/drawing/2014/main" id="{AEE409BD-B577-85CF-9CFD-1A00DB783C2B}"/>
                  </a:ext>
                </a:extLst>
              </p:cNvPr>
              <p:cNvSpPr/>
              <p:nvPr/>
            </p:nvSpPr>
            <p:spPr>
              <a:xfrm>
                <a:off x="7340779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3" name="pg583">
                <a:extLst>
                  <a:ext uri="{FF2B5EF4-FFF2-40B4-BE49-F238E27FC236}">
                    <a16:creationId xmlns:a16="http://schemas.microsoft.com/office/drawing/2014/main" id="{7A66098E-A00A-A46B-D728-7772F2DA3B9F}"/>
                  </a:ext>
                </a:extLst>
              </p:cNvPr>
              <p:cNvSpPr/>
              <p:nvPr/>
            </p:nvSpPr>
            <p:spPr>
              <a:xfrm>
                <a:off x="7371842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4" name="pg584">
                <a:extLst>
                  <a:ext uri="{FF2B5EF4-FFF2-40B4-BE49-F238E27FC236}">
                    <a16:creationId xmlns:a16="http://schemas.microsoft.com/office/drawing/2014/main" id="{EB9ED254-AC0E-C94E-C692-6F38F060F9CC}"/>
                  </a:ext>
                </a:extLst>
              </p:cNvPr>
              <p:cNvSpPr/>
              <p:nvPr/>
            </p:nvSpPr>
            <p:spPr>
              <a:xfrm>
                <a:off x="7402905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5" name="pg585">
                <a:extLst>
                  <a:ext uri="{FF2B5EF4-FFF2-40B4-BE49-F238E27FC236}">
                    <a16:creationId xmlns:a16="http://schemas.microsoft.com/office/drawing/2014/main" id="{32BBDFEC-B03C-91EF-446A-6645CA48AC68}"/>
                  </a:ext>
                </a:extLst>
              </p:cNvPr>
              <p:cNvSpPr/>
              <p:nvPr/>
            </p:nvSpPr>
            <p:spPr>
              <a:xfrm>
                <a:off x="7433968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6" name="pg586">
                <a:extLst>
                  <a:ext uri="{FF2B5EF4-FFF2-40B4-BE49-F238E27FC236}">
                    <a16:creationId xmlns:a16="http://schemas.microsoft.com/office/drawing/2014/main" id="{7A746DF0-F3C2-E394-683D-B8DDE49F7B97}"/>
                  </a:ext>
                </a:extLst>
              </p:cNvPr>
              <p:cNvSpPr/>
              <p:nvPr/>
            </p:nvSpPr>
            <p:spPr>
              <a:xfrm>
                <a:off x="7465031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7" name="pg587">
                <a:extLst>
                  <a:ext uri="{FF2B5EF4-FFF2-40B4-BE49-F238E27FC236}">
                    <a16:creationId xmlns:a16="http://schemas.microsoft.com/office/drawing/2014/main" id="{07972F39-910F-3C70-17FF-1A080C46D84E}"/>
                  </a:ext>
                </a:extLst>
              </p:cNvPr>
              <p:cNvSpPr/>
              <p:nvPr/>
            </p:nvSpPr>
            <p:spPr>
              <a:xfrm>
                <a:off x="7496094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8" name="pg588">
                <a:extLst>
                  <a:ext uri="{FF2B5EF4-FFF2-40B4-BE49-F238E27FC236}">
                    <a16:creationId xmlns:a16="http://schemas.microsoft.com/office/drawing/2014/main" id="{732941D9-1F82-198A-352E-BB030EEEE79F}"/>
                  </a:ext>
                </a:extLst>
              </p:cNvPr>
              <p:cNvSpPr/>
              <p:nvPr/>
            </p:nvSpPr>
            <p:spPr>
              <a:xfrm>
                <a:off x="7527156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9" name="pg589">
                <a:extLst>
                  <a:ext uri="{FF2B5EF4-FFF2-40B4-BE49-F238E27FC236}">
                    <a16:creationId xmlns:a16="http://schemas.microsoft.com/office/drawing/2014/main" id="{8C22D254-264A-30E7-0010-0408FF3A273D}"/>
                  </a:ext>
                </a:extLst>
              </p:cNvPr>
              <p:cNvSpPr/>
              <p:nvPr/>
            </p:nvSpPr>
            <p:spPr>
              <a:xfrm>
                <a:off x="7558219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0" name="pg590">
                <a:extLst>
                  <a:ext uri="{FF2B5EF4-FFF2-40B4-BE49-F238E27FC236}">
                    <a16:creationId xmlns:a16="http://schemas.microsoft.com/office/drawing/2014/main" id="{721E978E-84B1-02CC-0F4D-D930C8A9BBE3}"/>
                  </a:ext>
                </a:extLst>
              </p:cNvPr>
              <p:cNvSpPr/>
              <p:nvPr/>
            </p:nvSpPr>
            <p:spPr>
              <a:xfrm>
                <a:off x="7402905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1" name="pg591">
                <a:extLst>
                  <a:ext uri="{FF2B5EF4-FFF2-40B4-BE49-F238E27FC236}">
                    <a16:creationId xmlns:a16="http://schemas.microsoft.com/office/drawing/2014/main" id="{95F02F77-2881-5F12-E0BF-E36BD557CDEF}"/>
                  </a:ext>
                </a:extLst>
              </p:cNvPr>
              <p:cNvSpPr/>
              <p:nvPr/>
            </p:nvSpPr>
            <p:spPr>
              <a:xfrm>
                <a:off x="7433968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2" name="pg592">
                <a:extLst>
                  <a:ext uri="{FF2B5EF4-FFF2-40B4-BE49-F238E27FC236}">
                    <a16:creationId xmlns:a16="http://schemas.microsoft.com/office/drawing/2014/main" id="{E8D3249C-8F60-B947-1375-B5A976DCCDEA}"/>
                  </a:ext>
                </a:extLst>
              </p:cNvPr>
              <p:cNvSpPr/>
              <p:nvPr/>
            </p:nvSpPr>
            <p:spPr>
              <a:xfrm>
                <a:off x="7465031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3" name="pg593">
                <a:extLst>
                  <a:ext uri="{FF2B5EF4-FFF2-40B4-BE49-F238E27FC236}">
                    <a16:creationId xmlns:a16="http://schemas.microsoft.com/office/drawing/2014/main" id="{2FCFE6C9-1180-1EB3-9158-8811F0072456}"/>
                  </a:ext>
                </a:extLst>
              </p:cNvPr>
              <p:cNvSpPr/>
              <p:nvPr/>
            </p:nvSpPr>
            <p:spPr>
              <a:xfrm>
                <a:off x="7496094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4" name="pg594">
                <a:extLst>
                  <a:ext uri="{FF2B5EF4-FFF2-40B4-BE49-F238E27FC236}">
                    <a16:creationId xmlns:a16="http://schemas.microsoft.com/office/drawing/2014/main" id="{587DACB9-660F-B3FC-24BE-CD39C94C92FB}"/>
                  </a:ext>
                </a:extLst>
              </p:cNvPr>
              <p:cNvSpPr/>
              <p:nvPr/>
            </p:nvSpPr>
            <p:spPr>
              <a:xfrm>
                <a:off x="7527156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5" name="pg595">
                <a:extLst>
                  <a:ext uri="{FF2B5EF4-FFF2-40B4-BE49-F238E27FC236}">
                    <a16:creationId xmlns:a16="http://schemas.microsoft.com/office/drawing/2014/main" id="{29B9D9FE-72FD-9BAB-2D09-8BC98D984F45}"/>
                  </a:ext>
                </a:extLst>
              </p:cNvPr>
              <p:cNvSpPr/>
              <p:nvPr/>
            </p:nvSpPr>
            <p:spPr>
              <a:xfrm>
                <a:off x="7558219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6" name="pg596">
                <a:extLst>
                  <a:ext uri="{FF2B5EF4-FFF2-40B4-BE49-F238E27FC236}">
                    <a16:creationId xmlns:a16="http://schemas.microsoft.com/office/drawing/2014/main" id="{548DAE78-BAB5-BAEE-87FF-14D87643B0A1}"/>
                  </a:ext>
                </a:extLst>
              </p:cNvPr>
              <p:cNvSpPr/>
              <p:nvPr/>
            </p:nvSpPr>
            <p:spPr>
              <a:xfrm>
                <a:off x="7247590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7" name="pg597">
                <a:extLst>
                  <a:ext uri="{FF2B5EF4-FFF2-40B4-BE49-F238E27FC236}">
                    <a16:creationId xmlns:a16="http://schemas.microsoft.com/office/drawing/2014/main" id="{0F7724FD-370E-4AB7-BE67-06DF4A658E45}"/>
                  </a:ext>
                </a:extLst>
              </p:cNvPr>
              <p:cNvSpPr/>
              <p:nvPr/>
            </p:nvSpPr>
            <p:spPr>
              <a:xfrm>
                <a:off x="7371842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8" name="pg598">
                <a:extLst>
                  <a:ext uri="{FF2B5EF4-FFF2-40B4-BE49-F238E27FC236}">
                    <a16:creationId xmlns:a16="http://schemas.microsoft.com/office/drawing/2014/main" id="{F8706C74-27B7-DA08-EF2E-F0DADE62E90D}"/>
                  </a:ext>
                </a:extLst>
              </p:cNvPr>
              <p:cNvSpPr/>
              <p:nvPr/>
            </p:nvSpPr>
            <p:spPr>
              <a:xfrm>
                <a:off x="7402905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9" name="pg599">
                <a:extLst>
                  <a:ext uri="{FF2B5EF4-FFF2-40B4-BE49-F238E27FC236}">
                    <a16:creationId xmlns:a16="http://schemas.microsoft.com/office/drawing/2014/main" id="{3D9DA2E8-044D-AA3E-41D4-FA48A00CF415}"/>
                  </a:ext>
                </a:extLst>
              </p:cNvPr>
              <p:cNvSpPr/>
              <p:nvPr/>
            </p:nvSpPr>
            <p:spPr>
              <a:xfrm>
                <a:off x="7433968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0" name="pg600">
                <a:extLst>
                  <a:ext uri="{FF2B5EF4-FFF2-40B4-BE49-F238E27FC236}">
                    <a16:creationId xmlns:a16="http://schemas.microsoft.com/office/drawing/2014/main" id="{8A2A9C64-36AA-3DEC-AFD3-2FD7A0EA66B9}"/>
                  </a:ext>
                </a:extLst>
              </p:cNvPr>
              <p:cNvSpPr/>
              <p:nvPr/>
            </p:nvSpPr>
            <p:spPr>
              <a:xfrm>
                <a:off x="7465031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1" name="pg601">
                <a:extLst>
                  <a:ext uri="{FF2B5EF4-FFF2-40B4-BE49-F238E27FC236}">
                    <a16:creationId xmlns:a16="http://schemas.microsoft.com/office/drawing/2014/main" id="{3A27F270-3DD9-E1C1-220D-D21239564203}"/>
                  </a:ext>
                </a:extLst>
              </p:cNvPr>
              <p:cNvSpPr/>
              <p:nvPr/>
            </p:nvSpPr>
            <p:spPr>
              <a:xfrm>
                <a:off x="7496094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2" name="pg602">
                <a:extLst>
                  <a:ext uri="{FF2B5EF4-FFF2-40B4-BE49-F238E27FC236}">
                    <a16:creationId xmlns:a16="http://schemas.microsoft.com/office/drawing/2014/main" id="{F8D21BF8-E389-F7D6-4384-AC7C1537459C}"/>
                  </a:ext>
                </a:extLst>
              </p:cNvPr>
              <p:cNvSpPr/>
              <p:nvPr/>
            </p:nvSpPr>
            <p:spPr>
              <a:xfrm>
                <a:off x="7527156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3" name="pg603">
                <a:extLst>
                  <a:ext uri="{FF2B5EF4-FFF2-40B4-BE49-F238E27FC236}">
                    <a16:creationId xmlns:a16="http://schemas.microsoft.com/office/drawing/2014/main" id="{706CCD9D-F939-166C-6447-22A77D59296A}"/>
                  </a:ext>
                </a:extLst>
              </p:cNvPr>
              <p:cNvSpPr/>
              <p:nvPr/>
            </p:nvSpPr>
            <p:spPr>
              <a:xfrm>
                <a:off x="7558219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4" name="pg604">
                <a:extLst>
                  <a:ext uri="{FF2B5EF4-FFF2-40B4-BE49-F238E27FC236}">
                    <a16:creationId xmlns:a16="http://schemas.microsoft.com/office/drawing/2014/main" id="{6C65F619-A22E-7627-083C-D50D64B1F29E}"/>
                  </a:ext>
                </a:extLst>
              </p:cNvPr>
              <p:cNvSpPr/>
              <p:nvPr/>
            </p:nvSpPr>
            <p:spPr>
              <a:xfrm>
                <a:off x="7216527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5" name="pg605">
                <a:extLst>
                  <a:ext uri="{FF2B5EF4-FFF2-40B4-BE49-F238E27FC236}">
                    <a16:creationId xmlns:a16="http://schemas.microsoft.com/office/drawing/2014/main" id="{193DDB16-FC0F-CAC8-F0C6-3579388A1EAC}"/>
                  </a:ext>
                </a:extLst>
              </p:cNvPr>
              <p:cNvSpPr/>
              <p:nvPr/>
            </p:nvSpPr>
            <p:spPr>
              <a:xfrm>
                <a:off x="7247590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6" name="pg606">
                <a:extLst>
                  <a:ext uri="{FF2B5EF4-FFF2-40B4-BE49-F238E27FC236}">
                    <a16:creationId xmlns:a16="http://schemas.microsoft.com/office/drawing/2014/main" id="{25E7D177-DC12-4BC9-BF58-B31FBF1611FA}"/>
                  </a:ext>
                </a:extLst>
              </p:cNvPr>
              <p:cNvSpPr/>
              <p:nvPr/>
            </p:nvSpPr>
            <p:spPr>
              <a:xfrm>
                <a:off x="7278653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7" name="pg607">
                <a:extLst>
                  <a:ext uri="{FF2B5EF4-FFF2-40B4-BE49-F238E27FC236}">
                    <a16:creationId xmlns:a16="http://schemas.microsoft.com/office/drawing/2014/main" id="{94478F2A-AF4E-C833-09EF-98B1C32D0BB9}"/>
                  </a:ext>
                </a:extLst>
              </p:cNvPr>
              <p:cNvSpPr/>
              <p:nvPr/>
            </p:nvSpPr>
            <p:spPr>
              <a:xfrm>
                <a:off x="7309716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8" name="pg608">
                <a:extLst>
                  <a:ext uri="{FF2B5EF4-FFF2-40B4-BE49-F238E27FC236}">
                    <a16:creationId xmlns:a16="http://schemas.microsoft.com/office/drawing/2014/main" id="{53FAFAED-95C2-AA67-1503-5B836648B8C1}"/>
                  </a:ext>
                </a:extLst>
              </p:cNvPr>
              <p:cNvSpPr/>
              <p:nvPr/>
            </p:nvSpPr>
            <p:spPr>
              <a:xfrm>
                <a:off x="7340779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9" name="pg609">
                <a:extLst>
                  <a:ext uri="{FF2B5EF4-FFF2-40B4-BE49-F238E27FC236}">
                    <a16:creationId xmlns:a16="http://schemas.microsoft.com/office/drawing/2014/main" id="{99220884-F7C6-FBAD-9217-B8A285037CB1}"/>
                  </a:ext>
                </a:extLst>
              </p:cNvPr>
              <p:cNvSpPr/>
              <p:nvPr/>
            </p:nvSpPr>
            <p:spPr>
              <a:xfrm>
                <a:off x="7371842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0" name="pg610">
                <a:extLst>
                  <a:ext uri="{FF2B5EF4-FFF2-40B4-BE49-F238E27FC236}">
                    <a16:creationId xmlns:a16="http://schemas.microsoft.com/office/drawing/2014/main" id="{B3DEA74F-9E77-5ED7-3CE2-E0EDD34B445C}"/>
                  </a:ext>
                </a:extLst>
              </p:cNvPr>
              <p:cNvSpPr/>
              <p:nvPr/>
            </p:nvSpPr>
            <p:spPr>
              <a:xfrm>
                <a:off x="7402905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1" name="pg611">
                <a:extLst>
                  <a:ext uri="{FF2B5EF4-FFF2-40B4-BE49-F238E27FC236}">
                    <a16:creationId xmlns:a16="http://schemas.microsoft.com/office/drawing/2014/main" id="{C08C8F71-54E9-4D82-DF1A-D04FB736DFB4}"/>
                  </a:ext>
                </a:extLst>
              </p:cNvPr>
              <p:cNvSpPr/>
              <p:nvPr/>
            </p:nvSpPr>
            <p:spPr>
              <a:xfrm>
                <a:off x="7433968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2" name="pg612">
                <a:extLst>
                  <a:ext uri="{FF2B5EF4-FFF2-40B4-BE49-F238E27FC236}">
                    <a16:creationId xmlns:a16="http://schemas.microsoft.com/office/drawing/2014/main" id="{D04B7468-B1D7-B5A2-657E-6783EA25F527}"/>
                  </a:ext>
                </a:extLst>
              </p:cNvPr>
              <p:cNvSpPr/>
              <p:nvPr/>
            </p:nvSpPr>
            <p:spPr>
              <a:xfrm>
                <a:off x="7465031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3" name="pg613">
                <a:extLst>
                  <a:ext uri="{FF2B5EF4-FFF2-40B4-BE49-F238E27FC236}">
                    <a16:creationId xmlns:a16="http://schemas.microsoft.com/office/drawing/2014/main" id="{7E5D19DE-CEEB-BA40-12CC-C07A000234AB}"/>
                  </a:ext>
                </a:extLst>
              </p:cNvPr>
              <p:cNvSpPr/>
              <p:nvPr/>
            </p:nvSpPr>
            <p:spPr>
              <a:xfrm>
                <a:off x="7496094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4" name="pg614">
                <a:extLst>
                  <a:ext uri="{FF2B5EF4-FFF2-40B4-BE49-F238E27FC236}">
                    <a16:creationId xmlns:a16="http://schemas.microsoft.com/office/drawing/2014/main" id="{5B1E0173-DE98-614C-1A1E-81EA696995CA}"/>
                  </a:ext>
                </a:extLst>
              </p:cNvPr>
              <p:cNvSpPr/>
              <p:nvPr/>
            </p:nvSpPr>
            <p:spPr>
              <a:xfrm>
                <a:off x="7527156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5" name="pg615">
                <a:extLst>
                  <a:ext uri="{FF2B5EF4-FFF2-40B4-BE49-F238E27FC236}">
                    <a16:creationId xmlns:a16="http://schemas.microsoft.com/office/drawing/2014/main" id="{730AEFFD-FF11-84CF-D282-3E91C97C1CC5}"/>
                  </a:ext>
                </a:extLst>
              </p:cNvPr>
              <p:cNvSpPr/>
              <p:nvPr/>
            </p:nvSpPr>
            <p:spPr>
              <a:xfrm>
                <a:off x="7558219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6" name="pg616">
                <a:extLst>
                  <a:ext uri="{FF2B5EF4-FFF2-40B4-BE49-F238E27FC236}">
                    <a16:creationId xmlns:a16="http://schemas.microsoft.com/office/drawing/2014/main" id="{4EE078C0-68EE-C550-4EC2-281BE6EB6B4E}"/>
                  </a:ext>
                </a:extLst>
              </p:cNvPr>
              <p:cNvSpPr/>
              <p:nvPr/>
            </p:nvSpPr>
            <p:spPr>
              <a:xfrm>
                <a:off x="7185465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7" name="pg617">
                <a:extLst>
                  <a:ext uri="{FF2B5EF4-FFF2-40B4-BE49-F238E27FC236}">
                    <a16:creationId xmlns:a16="http://schemas.microsoft.com/office/drawing/2014/main" id="{65348366-B6C0-8DCE-BE53-85FC52F4CC5F}"/>
                  </a:ext>
                </a:extLst>
              </p:cNvPr>
              <p:cNvSpPr/>
              <p:nvPr/>
            </p:nvSpPr>
            <p:spPr>
              <a:xfrm>
                <a:off x="7216527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8" name="pg618">
                <a:extLst>
                  <a:ext uri="{FF2B5EF4-FFF2-40B4-BE49-F238E27FC236}">
                    <a16:creationId xmlns:a16="http://schemas.microsoft.com/office/drawing/2014/main" id="{C2D7A042-A6C4-4600-A1EF-6855A7CFF330}"/>
                  </a:ext>
                </a:extLst>
              </p:cNvPr>
              <p:cNvSpPr/>
              <p:nvPr/>
            </p:nvSpPr>
            <p:spPr>
              <a:xfrm>
                <a:off x="7247590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9" name="pg619">
                <a:extLst>
                  <a:ext uri="{FF2B5EF4-FFF2-40B4-BE49-F238E27FC236}">
                    <a16:creationId xmlns:a16="http://schemas.microsoft.com/office/drawing/2014/main" id="{6AC7BA20-141A-DDB9-C30F-F5DA448DE04E}"/>
                  </a:ext>
                </a:extLst>
              </p:cNvPr>
              <p:cNvSpPr/>
              <p:nvPr/>
            </p:nvSpPr>
            <p:spPr>
              <a:xfrm>
                <a:off x="7278653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0" name="pg620">
                <a:extLst>
                  <a:ext uri="{FF2B5EF4-FFF2-40B4-BE49-F238E27FC236}">
                    <a16:creationId xmlns:a16="http://schemas.microsoft.com/office/drawing/2014/main" id="{39310DC6-E9C3-38F4-4187-7BBDA5AD1677}"/>
                  </a:ext>
                </a:extLst>
              </p:cNvPr>
              <p:cNvSpPr/>
              <p:nvPr/>
            </p:nvSpPr>
            <p:spPr>
              <a:xfrm>
                <a:off x="7309716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1" name="pg621">
                <a:extLst>
                  <a:ext uri="{FF2B5EF4-FFF2-40B4-BE49-F238E27FC236}">
                    <a16:creationId xmlns:a16="http://schemas.microsoft.com/office/drawing/2014/main" id="{739554C7-F6F8-4553-54C2-09969DC4B06F}"/>
                  </a:ext>
                </a:extLst>
              </p:cNvPr>
              <p:cNvSpPr/>
              <p:nvPr/>
            </p:nvSpPr>
            <p:spPr>
              <a:xfrm>
                <a:off x="7340779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2" name="pg622">
                <a:extLst>
                  <a:ext uri="{FF2B5EF4-FFF2-40B4-BE49-F238E27FC236}">
                    <a16:creationId xmlns:a16="http://schemas.microsoft.com/office/drawing/2014/main" id="{DFA5DFB9-56E0-006D-C64D-B9B6B294C014}"/>
                  </a:ext>
                </a:extLst>
              </p:cNvPr>
              <p:cNvSpPr/>
              <p:nvPr/>
            </p:nvSpPr>
            <p:spPr>
              <a:xfrm>
                <a:off x="7371842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3" name="pg623">
                <a:extLst>
                  <a:ext uri="{FF2B5EF4-FFF2-40B4-BE49-F238E27FC236}">
                    <a16:creationId xmlns:a16="http://schemas.microsoft.com/office/drawing/2014/main" id="{7BCE7C9C-DAB3-67AC-A5D9-09CCDB3A606E}"/>
                  </a:ext>
                </a:extLst>
              </p:cNvPr>
              <p:cNvSpPr/>
              <p:nvPr/>
            </p:nvSpPr>
            <p:spPr>
              <a:xfrm>
                <a:off x="7402905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4" name="pg624">
                <a:extLst>
                  <a:ext uri="{FF2B5EF4-FFF2-40B4-BE49-F238E27FC236}">
                    <a16:creationId xmlns:a16="http://schemas.microsoft.com/office/drawing/2014/main" id="{D564E449-D018-B486-AC6B-FCC1559A79A7}"/>
                  </a:ext>
                </a:extLst>
              </p:cNvPr>
              <p:cNvSpPr/>
              <p:nvPr/>
            </p:nvSpPr>
            <p:spPr>
              <a:xfrm>
                <a:off x="7433968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5" name="pg625">
                <a:extLst>
                  <a:ext uri="{FF2B5EF4-FFF2-40B4-BE49-F238E27FC236}">
                    <a16:creationId xmlns:a16="http://schemas.microsoft.com/office/drawing/2014/main" id="{A880412C-46E3-7148-D68D-69B661EFE93A}"/>
                  </a:ext>
                </a:extLst>
              </p:cNvPr>
              <p:cNvSpPr/>
              <p:nvPr/>
            </p:nvSpPr>
            <p:spPr>
              <a:xfrm>
                <a:off x="7465031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6" name="pg626">
                <a:extLst>
                  <a:ext uri="{FF2B5EF4-FFF2-40B4-BE49-F238E27FC236}">
                    <a16:creationId xmlns:a16="http://schemas.microsoft.com/office/drawing/2014/main" id="{43C52C88-C9C4-618B-EE95-1D83B530AA32}"/>
                  </a:ext>
                </a:extLst>
              </p:cNvPr>
              <p:cNvSpPr/>
              <p:nvPr/>
            </p:nvSpPr>
            <p:spPr>
              <a:xfrm>
                <a:off x="7496094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7" name="pg627">
                <a:extLst>
                  <a:ext uri="{FF2B5EF4-FFF2-40B4-BE49-F238E27FC236}">
                    <a16:creationId xmlns:a16="http://schemas.microsoft.com/office/drawing/2014/main" id="{883BE140-7CB7-01A0-62DE-218F9EF1E988}"/>
                  </a:ext>
                </a:extLst>
              </p:cNvPr>
              <p:cNvSpPr/>
              <p:nvPr/>
            </p:nvSpPr>
            <p:spPr>
              <a:xfrm>
                <a:off x="7527156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8" name="pg628">
                <a:extLst>
                  <a:ext uri="{FF2B5EF4-FFF2-40B4-BE49-F238E27FC236}">
                    <a16:creationId xmlns:a16="http://schemas.microsoft.com/office/drawing/2014/main" id="{69937276-A39B-61B7-C6E7-ED5A820DA9DF}"/>
                  </a:ext>
                </a:extLst>
              </p:cNvPr>
              <p:cNvSpPr/>
              <p:nvPr/>
            </p:nvSpPr>
            <p:spPr>
              <a:xfrm>
                <a:off x="7558219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9" name="pg629">
                <a:extLst>
                  <a:ext uri="{FF2B5EF4-FFF2-40B4-BE49-F238E27FC236}">
                    <a16:creationId xmlns:a16="http://schemas.microsoft.com/office/drawing/2014/main" id="{FCBA72C3-BA88-168F-4C2B-2C040D4D1247}"/>
                  </a:ext>
                </a:extLst>
              </p:cNvPr>
              <p:cNvSpPr/>
              <p:nvPr/>
            </p:nvSpPr>
            <p:spPr>
              <a:xfrm>
                <a:off x="7589283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0" name="pg630">
                <a:extLst>
                  <a:ext uri="{FF2B5EF4-FFF2-40B4-BE49-F238E27FC236}">
                    <a16:creationId xmlns:a16="http://schemas.microsoft.com/office/drawing/2014/main" id="{25627E74-6F96-79E9-84A7-D2D4045397B5}"/>
                  </a:ext>
                </a:extLst>
              </p:cNvPr>
              <p:cNvSpPr/>
              <p:nvPr/>
            </p:nvSpPr>
            <p:spPr>
              <a:xfrm>
                <a:off x="718546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1" name="pg631">
                <a:extLst>
                  <a:ext uri="{FF2B5EF4-FFF2-40B4-BE49-F238E27FC236}">
                    <a16:creationId xmlns:a16="http://schemas.microsoft.com/office/drawing/2014/main" id="{AE03D894-7E05-732E-8611-547513B63534}"/>
                  </a:ext>
                </a:extLst>
              </p:cNvPr>
              <p:cNvSpPr/>
              <p:nvPr/>
            </p:nvSpPr>
            <p:spPr>
              <a:xfrm>
                <a:off x="7216527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2" name="pg632">
                <a:extLst>
                  <a:ext uri="{FF2B5EF4-FFF2-40B4-BE49-F238E27FC236}">
                    <a16:creationId xmlns:a16="http://schemas.microsoft.com/office/drawing/2014/main" id="{8F4CC8F3-337F-D188-4DCC-78BAD80B9B90}"/>
                  </a:ext>
                </a:extLst>
              </p:cNvPr>
              <p:cNvSpPr/>
              <p:nvPr/>
            </p:nvSpPr>
            <p:spPr>
              <a:xfrm>
                <a:off x="7247590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3" name="pg633">
                <a:extLst>
                  <a:ext uri="{FF2B5EF4-FFF2-40B4-BE49-F238E27FC236}">
                    <a16:creationId xmlns:a16="http://schemas.microsoft.com/office/drawing/2014/main" id="{099DEB97-661C-6B22-CA08-29403B27EF1E}"/>
                  </a:ext>
                </a:extLst>
              </p:cNvPr>
              <p:cNvSpPr/>
              <p:nvPr/>
            </p:nvSpPr>
            <p:spPr>
              <a:xfrm>
                <a:off x="7278653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4" name="pg634">
                <a:extLst>
                  <a:ext uri="{FF2B5EF4-FFF2-40B4-BE49-F238E27FC236}">
                    <a16:creationId xmlns:a16="http://schemas.microsoft.com/office/drawing/2014/main" id="{5B8A2164-CE99-BE56-B388-B29FBDD581D9}"/>
                  </a:ext>
                </a:extLst>
              </p:cNvPr>
              <p:cNvSpPr/>
              <p:nvPr/>
            </p:nvSpPr>
            <p:spPr>
              <a:xfrm>
                <a:off x="7309716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5" name="pg635">
                <a:extLst>
                  <a:ext uri="{FF2B5EF4-FFF2-40B4-BE49-F238E27FC236}">
                    <a16:creationId xmlns:a16="http://schemas.microsoft.com/office/drawing/2014/main" id="{EDDF9706-DB55-0994-666E-9A716DF496E5}"/>
                  </a:ext>
                </a:extLst>
              </p:cNvPr>
              <p:cNvSpPr/>
              <p:nvPr/>
            </p:nvSpPr>
            <p:spPr>
              <a:xfrm>
                <a:off x="7340779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6" name="pg636">
                <a:extLst>
                  <a:ext uri="{FF2B5EF4-FFF2-40B4-BE49-F238E27FC236}">
                    <a16:creationId xmlns:a16="http://schemas.microsoft.com/office/drawing/2014/main" id="{C51DCDB0-C3A1-433F-060C-AD59868E263E}"/>
                  </a:ext>
                </a:extLst>
              </p:cNvPr>
              <p:cNvSpPr/>
              <p:nvPr/>
            </p:nvSpPr>
            <p:spPr>
              <a:xfrm>
                <a:off x="7371842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7" name="pg637">
                <a:extLst>
                  <a:ext uri="{FF2B5EF4-FFF2-40B4-BE49-F238E27FC236}">
                    <a16:creationId xmlns:a16="http://schemas.microsoft.com/office/drawing/2014/main" id="{42799764-BBF9-1A99-7641-4D07C38456AA}"/>
                  </a:ext>
                </a:extLst>
              </p:cNvPr>
              <p:cNvSpPr/>
              <p:nvPr/>
            </p:nvSpPr>
            <p:spPr>
              <a:xfrm>
                <a:off x="740290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8" name="pg638">
                <a:extLst>
                  <a:ext uri="{FF2B5EF4-FFF2-40B4-BE49-F238E27FC236}">
                    <a16:creationId xmlns:a16="http://schemas.microsoft.com/office/drawing/2014/main" id="{C19706D2-D8B2-093E-F5A4-375BA5EA1F7A}"/>
                  </a:ext>
                </a:extLst>
              </p:cNvPr>
              <p:cNvSpPr/>
              <p:nvPr/>
            </p:nvSpPr>
            <p:spPr>
              <a:xfrm>
                <a:off x="7433968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9" name="pg639">
                <a:extLst>
                  <a:ext uri="{FF2B5EF4-FFF2-40B4-BE49-F238E27FC236}">
                    <a16:creationId xmlns:a16="http://schemas.microsoft.com/office/drawing/2014/main" id="{D3AADF68-1C3E-EEFF-9499-7053E5ADB1F9}"/>
                  </a:ext>
                </a:extLst>
              </p:cNvPr>
              <p:cNvSpPr/>
              <p:nvPr/>
            </p:nvSpPr>
            <p:spPr>
              <a:xfrm>
                <a:off x="7465031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0" name="pg640">
                <a:extLst>
                  <a:ext uri="{FF2B5EF4-FFF2-40B4-BE49-F238E27FC236}">
                    <a16:creationId xmlns:a16="http://schemas.microsoft.com/office/drawing/2014/main" id="{00AF04C3-0EA9-8345-A54A-D85418053696}"/>
                  </a:ext>
                </a:extLst>
              </p:cNvPr>
              <p:cNvSpPr/>
              <p:nvPr/>
            </p:nvSpPr>
            <p:spPr>
              <a:xfrm>
                <a:off x="7496094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1" name="pg641">
                <a:extLst>
                  <a:ext uri="{FF2B5EF4-FFF2-40B4-BE49-F238E27FC236}">
                    <a16:creationId xmlns:a16="http://schemas.microsoft.com/office/drawing/2014/main" id="{F45FAD2C-A9C4-50F4-880A-6FA86C08F420}"/>
                  </a:ext>
                </a:extLst>
              </p:cNvPr>
              <p:cNvSpPr/>
              <p:nvPr/>
            </p:nvSpPr>
            <p:spPr>
              <a:xfrm>
                <a:off x="7527156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2" name="pg642">
                <a:extLst>
                  <a:ext uri="{FF2B5EF4-FFF2-40B4-BE49-F238E27FC236}">
                    <a16:creationId xmlns:a16="http://schemas.microsoft.com/office/drawing/2014/main" id="{8C8ED09A-30CF-66D7-BB74-517380111C79}"/>
                  </a:ext>
                </a:extLst>
              </p:cNvPr>
              <p:cNvSpPr/>
              <p:nvPr/>
            </p:nvSpPr>
            <p:spPr>
              <a:xfrm>
                <a:off x="7558219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3" name="pg643">
                <a:extLst>
                  <a:ext uri="{FF2B5EF4-FFF2-40B4-BE49-F238E27FC236}">
                    <a16:creationId xmlns:a16="http://schemas.microsoft.com/office/drawing/2014/main" id="{E13E0FFB-C610-BBAC-4E5D-D24D6863BB15}"/>
                  </a:ext>
                </a:extLst>
              </p:cNvPr>
              <p:cNvSpPr/>
              <p:nvPr/>
            </p:nvSpPr>
            <p:spPr>
              <a:xfrm>
                <a:off x="7589283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4" name="pg644">
                <a:extLst>
                  <a:ext uri="{FF2B5EF4-FFF2-40B4-BE49-F238E27FC236}">
                    <a16:creationId xmlns:a16="http://schemas.microsoft.com/office/drawing/2014/main" id="{8998E12F-03EF-0397-3867-3A92A862B70D}"/>
                  </a:ext>
                </a:extLst>
              </p:cNvPr>
              <p:cNvSpPr/>
              <p:nvPr/>
            </p:nvSpPr>
            <p:spPr>
              <a:xfrm>
                <a:off x="762034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5" name="pg645">
                <a:extLst>
                  <a:ext uri="{FF2B5EF4-FFF2-40B4-BE49-F238E27FC236}">
                    <a16:creationId xmlns:a16="http://schemas.microsoft.com/office/drawing/2014/main" id="{1CDD5133-45E1-1E46-C49C-2512D02A2340}"/>
                  </a:ext>
                </a:extLst>
              </p:cNvPr>
              <p:cNvSpPr/>
              <p:nvPr/>
            </p:nvSpPr>
            <p:spPr>
              <a:xfrm>
                <a:off x="718546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6" name="pg646">
                <a:extLst>
                  <a:ext uri="{FF2B5EF4-FFF2-40B4-BE49-F238E27FC236}">
                    <a16:creationId xmlns:a16="http://schemas.microsoft.com/office/drawing/2014/main" id="{196AC881-99FA-1A5D-0B5E-413EEDA6CAF9}"/>
                  </a:ext>
                </a:extLst>
              </p:cNvPr>
              <p:cNvSpPr/>
              <p:nvPr/>
            </p:nvSpPr>
            <p:spPr>
              <a:xfrm>
                <a:off x="7216527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7" name="pg647">
                <a:extLst>
                  <a:ext uri="{FF2B5EF4-FFF2-40B4-BE49-F238E27FC236}">
                    <a16:creationId xmlns:a16="http://schemas.microsoft.com/office/drawing/2014/main" id="{0A9F5010-5EC9-4ED4-7363-BDCD104DC0FF}"/>
                  </a:ext>
                </a:extLst>
              </p:cNvPr>
              <p:cNvSpPr/>
              <p:nvPr/>
            </p:nvSpPr>
            <p:spPr>
              <a:xfrm>
                <a:off x="7247590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8" name="pg648">
                <a:extLst>
                  <a:ext uri="{FF2B5EF4-FFF2-40B4-BE49-F238E27FC236}">
                    <a16:creationId xmlns:a16="http://schemas.microsoft.com/office/drawing/2014/main" id="{BD208540-DA2B-B32A-E4F8-BF9F804DF454}"/>
                  </a:ext>
                </a:extLst>
              </p:cNvPr>
              <p:cNvSpPr/>
              <p:nvPr/>
            </p:nvSpPr>
            <p:spPr>
              <a:xfrm>
                <a:off x="7278653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9" name="pg649">
                <a:extLst>
                  <a:ext uri="{FF2B5EF4-FFF2-40B4-BE49-F238E27FC236}">
                    <a16:creationId xmlns:a16="http://schemas.microsoft.com/office/drawing/2014/main" id="{7E236AB0-B10F-A501-D2D4-045BEB21BB57}"/>
                  </a:ext>
                </a:extLst>
              </p:cNvPr>
              <p:cNvSpPr/>
              <p:nvPr/>
            </p:nvSpPr>
            <p:spPr>
              <a:xfrm>
                <a:off x="7309716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0" name="pg650">
                <a:extLst>
                  <a:ext uri="{FF2B5EF4-FFF2-40B4-BE49-F238E27FC236}">
                    <a16:creationId xmlns:a16="http://schemas.microsoft.com/office/drawing/2014/main" id="{2840D77C-6780-1258-AAE4-148A0B3E4300}"/>
                  </a:ext>
                </a:extLst>
              </p:cNvPr>
              <p:cNvSpPr/>
              <p:nvPr/>
            </p:nvSpPr>
            <p:spPr>
              <a:xfrm>
                <a:off x="7340779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1" name="pg651">
                <a:extLst>
                  <a:ext uri="{FF2B5EF4-FFF2-40B4-BE49-F238E27FC236}">
                    <a16:creationId xmlns:a16="http://schemas.microsoft.com/office/drawing/2014/main" id="{7C02C130-A6C6-6BF1-20F6-F8C2B0EAC25E}"/>
                  </a:ext>
                </a:extLst>
              </p:cNvPr>
              <p:cNvSpPr/>
              <p:nvPr/>
            </p:nvSpPr>
            <p:spPr>
              <a:xfrm>
                <a:off x="7371842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2" name="pg652">
                <a:extLst>
                  <a:ext uri="{FF2B5EF4-FFF2-40B4-BE49-F238E27FC236}">
                    <a16:creationId xmlns:a16="http://schemas.microsoft.com/office/drawing/2014/main" id="{E493E7D1-61C7-530C-4DC0-316A49A5711F}"/>
                  </a:ext>
                </a:extLst>
              </p:cNvPr>
              <p:cNvSpPr/>
              <p:nvPr/>
            </p:nvSpPr>
            <p:spPr>
              <a:xfrm>
                <a:off x="740290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3" name="pg653">
                <a:extLst>
                  <a:ext uri="{FF2B5EF4-FFF2-40B4-BE49-F238E27FC236}">
                    <a16:creationId xmlns:a16="http://schemas.microsoft.com/office/drawing/2014/main" id="{3783F86C-9980-95EB-001D-6DBDDEE75D51}"/>
                  </a:ext>
                </a:extLst>
              </p:cNvPr>
              <p:cNvSpPr/>
              <p:nvPr/>
            </p:nvSpPr>
            <p:spPr>
              <a:xfrm>
                <a:off x="7433968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4" name="pg654">
                <a:extLst>
                  <a:ext uri="{FF2B5EF4-FFF2-40B4-BE49-F238E27FC236}">
                    <a16:creationId xmlns:a16="http://schemas.microsoft.com/office/drawing/2014/main" id="{591B5603-8E46-E7EA-73AE-6726E8459FF6}"/>
                  </a:ext>
                </a:extLst>
              </p:cNvPr>
              <p:cNvSpPr/>
              <p:nvPr/>
            </p:nvSpPr>
            <p:spPr>
              <a:xfrm>
                <a:off x="7465031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5" name="pg655">
                <a:extLst>
                  <a:ext uri="{FF2B5EF4-FFF2-40B4-BE49-F238E27FC236}">
                    <a16:creationId xmlns:a16="http://schemas.microsoft.com/office/drawing/2014/main" id="{19D48704-ECF3-B233-4C38-3B52AC12438D}"/>
                  </a:ext>
                </a:extLst>
              </p:cNvPr>
              <p:cNvSpPr/>
              <p:nvPr/>
            </p:nvSpPr>
            <p:spPr>
              <a:xfrm>
                <a:off x="7496094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6" name="pg656">
                <a:extLst>
                  <a:ext uri="{FF2B5EF4-FFF2-40B4-BE49-F238E27FC236}">
                    <a16:creationId xmlns:a16="http://schemas.microsoft.com/office/drawing/2014/main" id="{E1A2A10C-7448-F5F1-B879-5A050C336249}"/>
                  </a:ext>
                </a:extLst>
              </p:cNvPr>
              <p:cNvSpPr/>
              <p:nvPr/>
            </p:nvSpPr>
            <p:spPr>
              <a:xfrm>
                <a:off x="7527156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7" name="pg657">
                <a:extLst>
                  <a:ext uri="{FF2B5EF4-FFF2-40B4-BE49-F238E27FC236}">
                    <a16:creationId xmlns:a16="http://schemas.microsoft.com/office/drawing/2014/main" id="{D8AA12DF-E216-D833-BEF9-32FBC0A351B4}"/>
                  </a:ext>
                </a:extLst>
              </p:cNvPr>
              <p:cNvSpPr/>
              <p:nvPr/>
            </p:nvSpPr>
            <p:spPr>
              <a:xfrm>
                <a:off x="7558219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8" name="pg658">
                <a:extLst>
                  <a:ext uri="{FF2B5EF4-FFF2-40B4-BE49-F238E27FC236}">
                    <a16:creationId xmlns:a16="http://schemas.microsoft.com/office/drawing/2014/main" id="{84478C2B-6F52-B788-73B5-2D39C1040A08}"/>
                  </a:ext>
                </a:extLst>
              </p:cNvPr>
              <p:cNvSpPr/>
              <p:nvPr/>
            </p:nvSpPr>
            <p:spPr>
              <a:xfrm>
                <a:off x="7589283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9" name="pg659">
                <a:extLst>
                  <a:ext uri="{FF2B5EF4-FFF2-40B4-BE49-F238E27FC236}">
                    <a16:creationId xmlns:a16="http://schemas.microsoft.com/office/drawing/2014/main" id="{13567FB2-3523-D596-7313-49FA0EDED672}"/>
                  </a:ext>
                </a:extLst>
              </p:cNvPr>
              <p:cNvSpPr/>
              <p:nvPr/>
            </p:nvSpPr>
            <p:spPr>
              <a:xfrm>
                <a:off x="762034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0" name="pg660">
                <a:extLst>
                  <a:ext uri="{FF2B5EF4-FFF2-40B4-BE49-F238E27FC236}">
                    <a16:creationId xmlns:a16="http://schemas.microsoft.com/office/drawing/2014/main" id="{7CCCBC9C-B3FD-91AB-6885-A455418F5938}"/>
                  </a:ext>
                </a:extLst>
              </p:cNvPr>
              <p:cNvSpPr/>
              <p:nvPr/>
            </p:nvSpPr>
            <p:spPr>
              <a:xfrm>
                <a:off x="8013933" y="474902"/>
                <a:ext cx="10529" cy="54128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1" name="pg661">
                <a:extLst>
                  <a:ext uri="{FF2B5EF4-FFF2-40B4-BE49-F238E27FC236}">
                    <a16:creationId xmlns:a16="http://schemas.microsoft.com/office/drawing/2014/main" id="{366D794A-6C0E-2745-0B81-81AA046DA3C3}"/>
                  </a:ext>
                </a:extLst>
              </p:cNvPr>
              <p:cNvSpPr/>
              <p:nvPr/>
            </p:nvSpPr>
            <p:spPr>
              <a:xfrm>
                <a:off x="7607067" y="474902"/>
                <a:ext cx="397528" cy="357698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2" name="pg662">
                <a:extLst>
                  <a:ext uri="{FF2B5EF4-FFF2-40B4-BE49-F238E27FC236}">
                    <a16:creationId xmlns:a16="http://schemas.microsoft.com/office/drawing/2014/main" id="{18217751-4403-740E-51F9-FA4E56BFA2EC}"/>
                  </a:ext>
                </a:extLst>
              </p:cNvPr>
              <p:cNvSpPr/>
              <p:nvPr/>
            </p:nvSpPr>
            <p:spPr>
              <a:xfrm>
                <a:off x="6948204" y="474902"/>
                <a:ext cx="796815" cy="1404773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3" name="pg663">
                <a:extLst>
                  <a:ext uri="{FF2B5EF4-FFF2-40B4-BE49-F238E27FC236}">
                    <a16:creationId xmlns:a16="http://schemas.microsoft.com/office/drawing/2014/main" id="{05A7A82D-AB17-F440-159C-5BF879BD84AD}"/>
                  </a:ext>
                </a:extLst>
              </p:cNvPr>
              <p:cNvSpPr/>
              <p:nvPr/>
            </p:nvSpPr>
            <p:spPr>
              <a:xfrm>
                <a:off x="7966137" y="543975"/>
                <a:ext cx="41368" cy="77787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4" name="pg664">
                <a:extLst>
                  <a:ext uri="{FF2B5EF4-FFF2-40B4-BE49-F238E27FC236}">
                    <a16:creationId xmlns:a16="http://schemas.microsoft.com/office/drawing/2014/main" id="{C1D15503-D0E2-F6FE-1516-864ADA11F229}"/>
                  </a:ext>
                </a:extLst>
              </p:cNvPr>
              <p:cNvSpPr/>
              <p:nvPr/>
            </p:nvSpPr>
            <p:spPr>
              <a:xfrm>
                <a:off x="7648228" y="1063055"/>
                <a:ext cx="79273" cy="152686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5" name="pt665">
                <a:extLst>
                  <a:ext uri="{FF2B5EF4-FFF2-40B4-BE49-F238E27FC236}">
                    <a16:creationId xmlns:a16="http://schemas.microsoft.com/office/drawing/2014/main" id="{EE343018-320E-14E2-851E-4B592ABD98D8}"/>
                  </a:ext>
                </a:extLst>
              </p:cNvPr>
              <p:cNvSpPr/>
              <p:nvPr/>
            </p:nvSpPr>
            <p:spPr>
              <a:xfrm>
                <a:off x="7540037" y="1279735"/>
                <a:ext cx="55120" cy="55120"/>
              </a:xfrm>
              <a:prstGeom prst="ellipse">
                <a:avLst/>
              </a:prstGeom>
              <a:solidFill>
                <a:srgbClr val="B5E8D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6" name="pt666">
                <a:extLst>
                  <a:ext uri="{FF2B5EF4-FFF2-40B4-BE49-F238E27FC236}">
                    <a16:creationId xmlns:a16="http://schemas.microsoft.com/office/drawing/2014/main" id="{EF67EE74-46C0-E621-CD14-E16C87DB92A4}"/>
                  </a:ext>
                </a:extLst>
              </p:cNvPr>
              <p:cNvSpPr/>
              <p:nvPr/>
            </p:nvSpPr>
            <p:spPr>
              <a:xfrm>
                <a:off x="7752171" y="757561"/>
                <a:ext cx="55120" cy="55120"/>
              </a:xfrm>
              <a:prstGeom prst="ellipse">
                <a:avLst/>
              </a:prstGeom>
              <a:solidFill>
                <a:srgbClr val="C7EDD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7" name="pt667">
                <a:extLst>
                  <a:ext uri="{FF2B5EF4-FFF2-40B4-BE49-F238E27FC236}">
                    <a16:creationId xmlns:a16="http://schemas.microsoft.com/office/drawing/2014/main" id="{71C8C20D-C585-7EB8-7B3C-7D866E15A8A5}"/>
                  </a:ext>
                </a:extLst>
              </p:cNvPr>
              <p:cNvSpPr/>
              <p:nvPr/>
            </p:nvSpPr>
            <p:spPr>
              <a:xfrm>
                <a:off x="7581562" y="628133"/>
                <a:ext cx="55120" cy="55120"/>
              </a:xfrm>
              <a:prstGeom prst="ellipse">
                <a:avLst/>
              </a:prstGeom>
              <a:solidFill>
                <a:srgbClr val="ACE5C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8" name="pt668">
                <a:extLst>
                  <a:ext uri="{FF2B5EF4-FFF2-40B4-BE49-F238E27FC236}">
                    <a16:creationId xmlns:a16="http://schemas.microsoft.com/office/drawing/2014/main" id="{1BA2B16E-784E-1D94-8159-E9CC7F7B1165}"/>
                  </a:ext>
                </a:extLst>
              </p:cNvPr>
              <p:cNvSpPr/>
              <p:nvPr/>
            </p:nvSpPr>
            <p:spPr>
              <a:xfrm>
                <a:off x="7169184" y="1021567"/>
                <a:ext cx="55120" cy="55120"/>
              </a:xfrm>
              <a:prstGeom prst="ellipse">
                <a:avLst/>
              </a:prstGeom>
              <a:solidFill>
                <a:srgbClr val="B3E7D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9" name="pt669">
                <a:extLst>
                  <a:ext uri="{FF2B5EF4-FFF2-40B4-BE49-F238E27FC236}">
                    <a16:creationId xmlns:a16="http://schemas.microsoft.com/office/drawing/2014/main" id="{FE1C4A3F-2F29-AA32-2C30-24AF060C47D3}"/>
                  </a:ext>
                </a:extLst>
              </p:cNvPr>
              <p:cNvSpPr/>
              <p:nvPr/>
            </p:nvSpPr>
            <p:spPr>
              <a:xfrm>
                <a:off x="7265559" y="1447371"/>
                <a:ext cx="55120" cy="55120"/>
              </a:xfrm>
              <a:prstGeom prst="ellipse">
                <a:avLst/>
              </a:prstGeom>
              <a:solidFill>
                <a:srgbClr val="D6F2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0" name="pt670">
                <a:extLst>
                  <a:ext uri="{FF2B5EF4-FFF2-40B4-BE49-F238E27FC236}">
                    <a16:creationId xmlns:a16="http://schemas.microsoft.com/office/drawing/2014/main" id="{CD75178C-A3E8-7737-79E3-190D9B57DD70}"/>
                  </a:ext>
                </a:extLst>
              </p:cNvPr>
              <p:cNvSpPr/>
              <p:nvPr/>
            </p:nvSpPr>
            <p:spPr>
              <a:xfrm>
                <a:off x="7211834" y="1426695"/>
                <a:ext cx="98419" cy="97738"/>
              </a:xfrm>
              <a:prstGeom prst="ellipse">
                <a:avLst/>
              </a:prstGeom>
              <a:solidFill>
                <a:srgbClr val="BAE9D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1" name="pt671">
                <a:extLst>
                  <a:ext uri="{FF2B5EF4-FFF2-40B4-BE49-F238E27FC236}">
                    <a16:creationId xmlns:a16="http://schemas.microsoft.com/office/drawing/2014/main" id="{991DAABD-86F6-0CD3-FAAA-ED99D7C6ABDA}"/>
                  </a:ext>
                </a:extLst>
              </p:cNvPr>
              <p:cNvSpPr/>
              <p:nvPr/>
            </p:nvSpPr>
            <p:spPr>
              <a:xfrm>
                <a:off x="7293936" y="1128717"/>
                <a:ext cx="98419" cy="97738"/>
              </a:xfrm>
              <a:prstGeom prst="ellipse">
                <a:avLst/>
              </a:prstGeom>
              <a:solidFill>
                <a:srgbClr val="94DDC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2" name="pt672">
                <a:extLst>
                  <a:ext uri="{FF2B5EF4-FFF2-40B4-BE49-F238E27FC236}">
                    <a16:creationId xmlns:a16="http://schemas.microsoft.com/office/drawing/2014/main" id="{E0CF014C-9D40-6F95-E84F-3DB5B764522A}"/>
                  </a:ext>
                </a:extLst>
              </p:cNvPr>
              <p:cNvSpPr/>
              <p:nvPr/>
            </p:nvSpPr>
            <p:spPr>
              <a:xfrm>
                <a:off x="7283351" y="1391429"/>
                <a:ext cx="98419" cy="97738"/>
              </a:xfrm>
              <a:prstGeom prst="ellipse">
                <a:avLst/>
              </a:prstGeom>
              <a:solidFill>
                <a:srgbClr val="D7F3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5" name="pl675">
                <a:extLst>
                  <a:ext uri="{FF2B5EF4-FFF2-40B4-BE49-F238E27FC236}">
                    <a16:creationId xmlns:a16="http://schemas.microsoft.com/office/drawing/2014/main" id="{E89DC798-BCF9-FC64-BEC7-916425C03A27}"/>
                  </a:ext>
                </a:extLst>
              </p:cNvPr>
              <p:cNvSpPr/>
              <p:nvPr/>
            </p:nvSpPr>
            <p:spPr>
              <a:xfrm>
                <a:off x="7347203" y="1000663"/>
                <a:ext cx="414952" cy="174178"/>
              </a:xfrm>
              <a:custGeom>
                <a:avLst/>
                <a:gdLst/>
                <a:ahLst/>
                <a:cxnLst/>
                <a:rect l="0" t="0" r="0" b="0"/>
                <a:pathLst>
                  <a:path w="1087872" h="456639">
                    <a:moveTo>
                      <a:pt x="1087872" y="0"/>
                    </a:moveTo>
                    <a:lnTo>
                      <a:pt x="0" y="45663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6" name="pl676">
                <a:extLst>
                  <a:ext uri="{FF2B5EF4-FFF2-40B4-BE49-F238E27FC236}">
                    <a16:creationId xmlns:a16="http://schemas.microsoft.com/office/drawing/2014/main" id="{67398D84-543F-EE17-0D22-44CEA8BFE403}"/>
                  </a:ext>
                </a:extLst>
              </p:cNvPr>
              <p:cNvSpPr/>
              <p:nvPr/>
            </p:nvSpPr>
            <p:spPr>
              <a:xfrm>
                <a:off x="7336428" y="1191311"/>
                <a:ext cx="476290" cy="245854"/>
              </a:xfrm>
              <a:custGeom>
                <a:avLst/>
                <a:gdLst/>
                <a:ahLst/>
                <a:cxnLst/>
                <a:rect l="0" t="0" r="0" b="0"/>
                <a:pathLst>
                  <a:path w="1248681" h="644551">
                    <a:moveTo>
                      <a:pt x="1248681" y="0"/>
                    </a:moveTo>
                    <a:lnTo>
                      <a:pt x="0" y="64455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3" name="rc683">
                <a:extLst>
                  <a:ext uri="{FF2B5EF4-FFF2-40B4-BE49-F238E27FC236}">
                    <a16:creationId xmlns:a16="http://schemas.microsoft.com/office/drawing/2014/main" id="{8FED7E97-282E-CA28-F76D-FD876B30C17A}"/>
                  </a:ext>
                </a:extLst>
              </p:cNvPr>
              <p:cNvSpPr/>
              <p:nvPr/>
            </p:nvSpPr>
            <p:spPr>
              <a:xfrm>
                <a:off x="6948264" y="476671"/>
                <a:ext cx="1510855" cy="1410009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686" name="pg675">
              <a:extLst>
                <a:ext uri="{FF2B5EF4-FFF2-40B4-BE49-F238E27FC236}">
                  <a16:creationId xmlns:a16="http://schemas.microsoft.com/office/drawing/2014/main" id="{279EB55E-B1C3-2672-FFA9-03F79C83E67F}"/>
                </a:ext>
              </a:extLst>
            </p:cNvPr>
            <p:cNvSpPr/>
            <p:nvPr/>
          </p:nvSpPr>
          <p:spPr>
            <a:xfrm>
              <a:off x="11924959" y="18031151"/>
              <a:ext cx="123475" cy="106933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sp>
          <p:nvSpPr>
            <p:cNvPr id="18687" name="pl674">
              <a:extLst>
                <a:ext uri="{FF2B5EF4-FFF2-40B4-BE49-F238E27FC236}">
                  <a16:creationId xmlns:a16="http://schemas.microsoft.com/office/drawing/2014/main" id="{C2D9C096-F36D-D956-A578-ED63D0A58F7B}"/>
                </a:ext>
              </a:extLst>
            </p:cNvPr>
            <p:cNvSpPr/>
            <p:nvPr/>
          </p:nvSpPr>
          <p:spPr>
            <a:xfrm flipV="1">
              <a:off x="11959453" y="18192716"/>
              <a:ext cx="346343" cy="28803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grpSp>
          <p:nvGrpSpPr>
            <p:cNvPr id="18690" name="Group 18689">
              <a:extLst>
                <a:ext uri="{FF2B5EF4-FFF2-40B4-BE49-F238E27FC236}">
                  <a16:creationId xmlns:a16="http://schemas.microsoft.com/office/drawing/2014/main" id="{8059D3CE-2882-6A76-9513-6501582C134B}"/>
                </a:ext>
              </a:extLst>
            </p:cNvPr>
            <p:cNvGrpSpPr/>
            <p:nvPr/>
          </p:nvGrpSpPr>
          <p:grpSpPr>
            <a:xfrm>
              <a:off x="11458963" y="16961122"/>
              <a:ext cx="1911807" cy="1728216"/>
              <a:chOff x="2313432" y="2103120"/>
              <a:chExt cx="1911807" cy="1728216"/>
            </a:xfrm>
          </p:grpSpPr>
          <p:sp>
            <p:nvSpPr>
              <p:cNvPr id="18691" name="pl677">
                <a:extLst>
                  <a:ext uri="{FF2B5EF4-FFF2-40B4-BE49-F238E27FC236}">
                    <a16:creationId xmlns:a16="http://schemas.microsoft.com/office/drawing/2014/main" id="{1F330346-D1A5-AF30-A945-6687B0581A1A}"/>
                  </a:ext>
                </a:extLst>
              </p:cNvPr>
              <p:cNvSpPr/>
              <p:nvPr/>
            </p:nvSpPr>
            <p:spPr>
              <a:xfrm>
                <a:off x="2815452" y="2508458"/>
                <a:ext cx="45719" cy="428121"/>
              </a:xfrm>
              <a:custGeom>
                <a:avLst/>
                <a:gdLst/>
                <a:ahLst/>
                <a:cxnLst/>
                <a:rect l="0" t="0" r="0" b="0"/>
                <a:pathLst>
                  <a:path w="1087496" h="365184">
                    <a:moveTo>
                      <a:pt x="1087496" y="0"/>
                    </a:moveTo>
                    <a:lnTo>
                      <a:pt x="0" y="36518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2" name="pg675">
                <a:extLst>
                  <a:ext uri="{FF2B5EF4-FFF2-40B4-BE49-F238E27FC236}">
                    <a16:creationId xmlns:a16="http://schemas.microsoft.com/office/drawing/2014/main" id="{AE0009D5-4524-B809-DC5A-036B3D0CB22D}"/>
                  </a:ext>
                </a:extLst>
              </p:cNvPr>
              <p:cNvSpPr/>
              <p:nvPr/>
            </p:nvSpPr>
            <p:spPr>
              <a:xfrm>
                <a:off x="2762405" y="2895464"/>
                <a:ext cx="137160" cy="118872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grpSp>
            <p:nvGrpSpPr>
              <p:cNvPr id="18693" name="Group 18692">
                <a:extLst>
                  <a:ext uri="{FF2B5EF4-FFF2-40B4-BE49-F238E27FC236}">
                    <a16:creationId xmlns:a16="http://schemas.microsoft.com/office/drawing/2014/main" id="{D833EF05-9706-D02F-8CC4-3F5DD6E7301E}"/>
                  </a:ext>
                </a:extLst>
              </p:cNvPr>
              <p:cNvGrpSpPr/>
              <p:nvPr/>
            </p:nvGrpSpPr>
            <p:grpSpPr>
              <a:xfrm>
                <a:off x="2313432" y="2103120"/>
                <a:ext cx="1911807" cy="1728216"/>
                <a:chOff x="6876256" y="474902"/>
                <a:chExt cx="1582863" cy="1420959"/>
              </a:xfrm>
            </p:grpSpPr>
            <p:sp>
              <p:nvSpPr>
                <p:cNvPr id="18699" name="rc5">
                  <a:extLst>
                    <a:ext uri="{FF2B5EF4-FFF2-40B4-BE49-F238E27FC236}">
                      <a16:creationId xmlns:a16="http://schemas.microsoft.com/office/drawing/2014/main" id="{BB4BE682-AB7B-C50C-B4F4-E744C8D9DECC}"/>
                    </a:ext>
                  </a:extLst>
                </p:cNvPr>
                <p:cNvSpPr/>
                <p:nvPr/>
              </p:nvSpPr>
              <p:spPr>
                <a:xfrm>
                  <a:off x="6948264" y="477161"/>
                  <a:ext cx="1510855" cy="1409520"/>
                </a:xfrm>
                <a:prstGeom prst="rect">
                  <a:avLst/>
                </a:prstGeom>
                <a:solidFill>
                  <a:srgbClr val="F0F8FF">
                    <a:alpha val="100000"/>
                  </a:srgbClr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0" name="pl12">
                  <a:extLst>
                    <a:ext uri="{FF2B5EF4-FFF2-40B4-BE49-F238E27FC236}">
                      <a16:creationId xmlns:a16="http://schemas.microsoft.com/office/drawing/2014/main" id="{CE3B048B-206A-ED53-18FA-830C064F6E09}"/>
                    </a:ext>
                  </a:extLst>
                </p:cNvPr>
                <p:cNvSpPr/>
                <p:nvPr/>
              </p:nvSpPr>
              <p:spPr>
                <a:xfrm>
                  <a:off x="6876256" y="1886685"/>
                  <a:ext cx="1582863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149766">
                      <a:moveTo>
                        <a:pt x="0" y="0"/>
                      </a:moveTo>
                      <a:lnTo>
                        <a:pt x="22479" y="0"/>
                      </a:lnTo>
                      <a:lnTo>
                        <a:pt x="74847" y="0"/>
                      </a:lnTo>
                      <a:lnTo>
                        <a:pt x="127214" y="0"/>
                      </a:lnTo>
                      <a:lnTo>
                        <a:pt x="179582" y="0"/>
                      </a:lnTo>
                      <a:lnTo>
                        <a:pt x="231949" y="0"/>
                      </a:lnTo>
                      <a:lnTo>
                        <a:pt x="284316" y="0"/>
                      </a:lnTo>
                      <a:lnTo>
                        <a:pt x="336684" y="0"/>
                      </a:lnTo>
                      <a:lnTo>
                        <a:pt x="389051" y="0"/>
                      </a:lnTo>
                      <a:lnTo>
                        <a:pt x="441419" y="0"/>
                      </a:lnTo>
                      <a:lnTo>
                        <a:pt x="493786" y="0"/>
                      </a:lnTo>
                      <a:lnTo>
                        <a:pt x="546154" y="0"/>
                      </a:lnTo>
                      <a:lnTo>
                        <a:pt x="598521" y="0"/>
                      </a:lnTo>
                      <a:lnTo>
                        <a:pt x="650889" y="0"/>
                      </a:lnTo>
                      <a:lnTo>
                        <a:pt x="703256" y="0"/>
                      </a:lnTo>
                      <a:lnTo>
                        <a:pt x="755623" y="0"/>
                      </a:lnTo>
                      <a:lnTo>
                        <a:pt x="807991" y="0"/>
                      </a:lnTo>
                      <a:lnTo>
                        <a:pt x="860358" y="0"/>
                      </a:lnTo>
                      <a:lnTo>
                        <a:pt x="912726" y="0"/>
                      </a:lnTo>
                      <a:lnTo>
                        <a:pt x="965093" y="0"/>
                      </a:lnTo>
                      <a:lnTo>
                        <a:pt x="1017461" y="0"/>
                      </a:lnTo>
                      <a:lnTo>
                        <a:pt x="1069828" y="0"/>
                      </a:lnTo>
                      <a:lnTo>
                        <a:pt x="1122196" y="0"/>
                      </a:lnTo>
                      <a:lnTo>
                        <a:pt x="1174563" y="0"/>
                      </a:lnTo>
                      <a:lnTo>
                        <a:pt x="1226930" y="0"/>
                      </a:lnTo>
                      <a:lnTo>
                        <a:pt x="1279298" y="0"/>
                      </a:lnTo>
                      <a:lnTo>
                        <a:pt x="1331665" y="0"/>
                      </a:lnTo>
                      <a:lnTo>
                        <a:pt x="1384033" y="0"/>
                      </a:lnTo>
                      <a:lnTo>
                        <a:pt x="1436400" y="0"/>
                      </a:lnTo>
                      <a:lnTo>
                        <a:pt x="1488768" y="0"/>
                      </a:lnTo>
                      <a:lnTo>
                        <a:pt x="1541135" y="0"/>
                      </a:lnTo>
                      <a:lnTo>
                        <a:pt x="1593503" y="0"/>
                      </a:lnTo>
                      <a:lnTo>
                        <a:pt x="1645870" y="0"/>
                      </a:lnTo>
                      <a:lnTo>
                        <a:pt x="1698237" y="0"/>
                      </a:lnTo>
                      <a:lnTo>
                        <a:pt x="1750605" y="0"/>
                      </a:lnTo>
                      <a:lnTo>
                        <a:pt x="1802972" y="0"/>
                      </a:lnTo>
                      <a:lnTo>
                        <a:pt x="1855340" y="0"/>
                      </a:lnTo>
                      <a:lnTo>
                        <a:pt x="1907707" y="0"/>
                      </a:lnTo>
                      <a:lnTo>
                        <a:pt x="1960075" y="0"/>
                      </a:lnTo>
                      <a:lnTo>
                        <a:pt x="2012442" y="0"/>
                      </a:lnTo>
                      <a:lnTo>
                        <a:pt x="2064810" y="0"/>
                      </a:lnTo>
                      <a:lnTo>
                        <a:pt x="2117177" y="0"/>
                      </a:lnTo>
                      <a:lnTo>
                        <a:pt x="2169544" y="0"/>
                      </a:lnTo>
                      <a:lnTo>
                        <a:pt x="2221912" y="0"/>
                      </a:lnTo>
                      <a:lnTo>
                        <a:pt x="2274279" y="0"/>
                      </a:lnTo>
                      <a:lnTo>
                        <a:pt x="2326647" y="0"/>
                      </a:lnTo>
                      <a:lnTo>
                        <a:pt x="2379014" y="0"/>
                      </a:lnTo>
                      <a:lnTo>
                        <a:pt x="2431382" y="0"/>
                      </a:lnTo>
                      <a:lnTo>
                        <a:pt x="2483749" y="0"/>
                      </a:lnTo>
                      <a:lnTo>
                        <a:pt x="2536117" y="0"/>
                      </a:lnTo>
                      <a:lnTo>
                        <a:pt x="2588484" y="0"/>
                      </a:lnTo>
                      <a:lnTo>
                        <a:pt x="2640851" y="0"/>
                      </a:lnTo>
                      <a:lnTo>
                        <a:pt x="2693219" y="0"/>
                      </a:lnTo>
                      <a:lnTo>
                        <a:pt x="2745586" y="0"/>
                      </a:lnTo>
                      <a:lnTo>
                        <a:pt x="2797954" y="0"/>
                      </a:lnTo>
                      <a:lnTo>
                        <a:pt x="2850321" y="0"/>
                      </a:lnTo>
                      <a:lnTo>
                        <a:pt x="2902689" y="0"/>
                      </a:lnTo>
                      <a:lnTo>
                        <a:pt x="2955056" y="0"/>
                      </a:lnTo>
                      <a:lnTo>
                        <a:pt x="3007424" y="0"/>
                      </a:lnTo>
                      <a:lnTo>
                        <a:pt x="3059791" y="0"/>
                      </a:lnTo>
                      <a:lnTo>
                        <a:pt x="3112158" y="0"/>
                      </a:lnTo>
                      <a:lnTo>
                        <a:pt x="3164526" y="0"/>
                      </a:lnTo>
                      <a:lnTo>
                        <a:pt x="3216893" y="0"/>
                      </a:lnTo>
                      <a:lnTo>
                        <a:pt x="3269261" y="0"/>
                      </a:lnTo>
                      <a:lnTo>
                        <a:pt x="3321628" y="0"/>
                      </a:lnTo>
                      <a:lnTo>
                        <a:pt x="3373996" y="0"/>
                      </a:lnTo>
                      <a:lnTo>
                        <a:pt x="3426363" y="0"/>
                      </a:lnTo>
                      <a:lnTo>
                        <a:pt x="3478730" y="0"/>
                      </a:lnTo>
                      <a:lnTo>
                        <a:pt x="3531098" y="0"/>
                      </a:lnTo>
                      <a:lnTo>
                        <a:pt x="3583465" y="0"/>
                      </a:lnTo>
                      <a:lnTo>
                        <a:pt x="3635833" y="0"/>
                      </a:lnTo>
                      <a:lnTo>
                        <a:pt x="3688200" y="0"/>
                      </a:lnTo>
                      <a:lnTo>
                        <a:pt x="3740568" y="0"/>
                      </a:lnTo>
                      <a:lnTo>
                        <a:pt x="3792935" y="0"/>
                      </a:lnTo>
                      <a:lnTo>
                        <a:pt x="3845303" y="0"/>
                      </a:lnTo>
                      <a:lnTo>
                        <a:pt x="3897670" y="0"/>
                      </a:lnTo>
                      <a:lnTo>
                        <a:pt x="3950037" y="0"/>
                      </a:lnTo>
                      <a:lnTo>
                        <a:pt x="4002405" y="0"/>
                      </a:lnTo>
                      <a:lnTo>
                        <a:pt x="4054772" y="0"/>
                      </a:lnTo>
                      <a:lnTo>
                        <a:pt x="4107140" y="0"/>
                      </a:lnTo>
                      <a:lnTo>
                        <a:pt x="4149766" y="0"/>
                      </a:lnTo>
                      <a:lnTo>
                        <a:pt x="414976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1" name="pg29">
                  <a:extLst>
                    <a:ext uri="{FF2B5EF4-FFF2-40B4-BE49-F238E27FC236}">
                      <a16:creationId xmlns:a16="http://schemas.microsoft.com/office/drawing/2014/main" id="{B8E8B959-1C6A-4D22-7E7E-F89B10FA79B9}"/>
                    </a:ext>
                  </a:extLst>
                </p:cNvPr>
                <p:cNvSpPr/>
                <p:nvPr/>
              </p:nvSpPr>
              <p:spPr>
                <a:xfrm>
                  <a:off x="7558219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2" name="pg30">
                  <a:extLst>
                    <a:ext uri="{FF2B5EF4-FFF2-40B4-BE49-F238E27FC236}">
                      <a16:creationId xmlns:a16="http://schemas.microsoft.com/office/drawing/2014/main" id="{BE2E6352-6908-1A80-238B-55E109E561E4}"/>
                    </a:ext>
                  </a:extLst>
                </p:cNvPr>
                <p:cNvSpPr/>
                <p:nvPr/>
              </p:nvSpPr>
              <p:spPr>
                <a:xfrm>
                  <a:off x="7589283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3" name="pg31">
                  <a:extLst>
                    <a:ext uri="{FF2B5EF4-FFF2-40B4-BE49-F238E27FC236}">
                      <a16:creationId xmlns:a16="http://schemas.microsoft.com/office/drawing/2014/main" id="{792F0510-DD90-0043-B5E2-3690CA0D9FE1}"/>
                    </a:ext>
                  </a:extLst>
                </p:cNvPr>
                <p:cNvSpPr/>
                <p:nvPr/>
              </p:nvSpPr>
              <p:spPr>
                <a:xfrm>
                  <a:off x="7620345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4" name="pg32">
                  <a:extLst>
                    <a:ext uri="{FF2B5EF4-FFF2-40B4-BE49-F238E27FC236}">
                      <a16:creationId xmlns:a16="http://schemas.microsoft.com/office/drawing/2014/main" id="{DD722A6F-FB94-EE51-94A6-A3E77AC095A3}"/>
                    </a:ext>
                  </a:extLst>
                </p:cNvPr>
                <p:cNvSpPr/>
                <p:nvPr/>
              </p:nvSpPr>
              <p:spPr>
                <a:xfrm>
                  <a:off x="7651408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5" name="pg33">
                  <a:extLst>
                    <a:ext uri="{FF2B5EF4-FFF2-40B4-BE49-F238E27FC236}">
                      <a16:creationId xmlns:a16="http://schemas.microsoft.com/office/drawing/2014/main" id="{7A467A50-7F49-1234-537C-704EF631044A}"/>
                    </a:ext>
                  </a:extLst>
                </p:cNvPr>
                <p:cNvSpPr/>
                <p:nvPr/>
              </p:nvSpPr>
              <p:spPr>
                <a:xfrm>
                  <a:off x="7682471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6" name="pg34">
                  <a:extLst>
                    <a:ext uri="{FF2B5EF4-FFF2-40B4-BE49-F238E27FC236}">
                      <a16:creationId xmlns:a16="http://schemas.microsoft.com/office/drawing/2014/main" id="{73B75A3F-0FFA-25D0-6B37-B3EA8D85F83A}"/>
                    </a:ext>
                  </a:extLst>
                </p:cNvPr>
                <p:cNvSpPr/>
                <p:nvPr/>
              </p:nvSpPr>
              <p:spPr>
                <a:xfrm>
                  <a:off x="7713534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7" name="pg35">
                  <a:extLst>
                    <a:ext uri="{FF2B5EF4-FFF2-40B4-BE49-F238E27FC236}">
                      <a16:creationId xmlns:a16="http://schemas.microsoft.com/office/drawing/2014/main" id="{60ABD745-855E-6B6E-2EEA-69E96FBBFD5F}"/>
                    </a:ext>
                  </a:extLst>
                </p:cNvPr>
                <p:cNvSpPr/>
                <p:nvPr/>
              </p:nvSpPr>
              <p:spPr>
                <a:xfrm>
                  <a:off x="7744597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8" name="pg36">
                  <a:extLst>
                    <a:ext uri="{FF2B5EF4-FFF2-40B4-BE49-F238E27FC236}">
                      <a16:creationId xmlns:a16="http://schemas.microsoft.com/office/drawing/2014/main" id="{DB29F46E-6374-3A02-D595-A9FB9E2834BC}"/>
                    </a:ext>
                  </a:extLst>
                </p:cNvPr>
                <p:cNvSpPr/>
                <p:nvPr/>
              </p:nvSpPr>
              <p:spPr>
                <a:xfrm>
                  <a:off x="7775660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09" name="pg37">
                  <a:extLst>
                    <a:ext uri="{FF2B5EF4-FFF2-40B4-BE49-F238E27FC236}">
                      <a16:creationId xmlns:a16="http://schemas.microsoft.com/office/drawing/2014/main" id="{A41AC324-EB83-BA4B-2AC4-2EE00AC43EA2}"/>
                    </a:ext>
                  </a:extLst>
                </p:cNvPr>
                <p:cNvSpPr/>
                <p:nvPr/>
              </p:nvSpPr>
              <p:spPr>
                <a:xfrm>
                  <a:off x="7930974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0" name="pg38">
                  <a:extLst>
                    <a:ext uri="{FF2B5EF4-FFF2-40B4-BE49-F238E27FC236}">
                      <a16:creationId xmlns:a16="http://schemas.microsoft.com/office/drawing/2014/main" id="{81CB7FDA-4D3A-8EE3-E1CB-57037BD1D201}"/>
                    </a:ext>
                  </a:extLst>
                </p:cNvPr>
                <p:cNvSpPr/>
                <p:nvPr/>
              </p:nvSpPr>
              <p:spPr>
                <a:xfrm>
                  <a:off x="7962037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1" name="pg39">
                  <a:extLst>
                    <a:ext uri="{FF2B5EF4-FFF2-40B4-BE49-F238E27FC236}">
                      <a16:creationId xmlns:a16="http://schemas.microsoft.com/office/drawing/2014/main" id="{6E2072A6-47E9-53C7-C277-6A597992F60E}"/>
                    </a:ext>
                  </a:extLst>
                </p:cNvPr>
                <p:cNvSpPr/>
                <p:nvPr/>
              </p:nvSpPr>
              <p:spPr>
                <a:xfrm>
                  <a:off x="7993100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2" name="pg40">
                  <a:extLst>
                    <a:ext uri="{FF2B5EF4-FFF2-40B4-BE49-F238E27FC236}">
                      <a16:creationId xmlns:a16="http://schemas.microsoft.com/office/drawing/2014/main" id="{D94CA1B5-38FE-4CC2-4868-D11EF0564CCD}"/>
                    </a:ext>
                  </a:extLst>
                </p:cNvPr>
                <p:cNvSpPr/>
                <p:nvPr/>
              </p:nvSpPr>
              <p:spPr>
                <a:xfrm>
                  <a:off x="8024163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3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3" name="pg41">
                  <a:extLst>
                    <a:ext uri="{FF2B5EF4-FFF2-40B4-BE49-F238E27FC236}">
                      <a16:creationId xmlns:a16="http://schemas.microsoft.com/office/drawing/2014/main" id="{30C791C6-0358-86B9-5F3A-BA28EB70660C}"/>
                    </a:ext>
                  </a:extLst>
                </p:cNvPr>
                <p:cNvSpPr/>
                <p:nvPr/>
              </p:nvSpPr>
              <p:spPr>
                <a:xfrm>
                  <a:off x="8055226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4" name="pg42">
                  <a:extLst>
                    <a:ext uri="{FF2B5EF4-FFF2-40B4-BE49-F238E27FC236}">
                      <a16:creationId xmlns:a16="http://schemas.microsoft.com/office/drawing/2014/main" id="{BCBEF401-48DA-D1EF-518B-7A141E84B2FE}"/>
                    </a:ext>
                  </a:extLst>
                </p:cNvPr>
                <p:cNvSpPr/>
                <p:nvPr/>
              </p:nvSpPr>
              <p:spPr>
                <a:xfrm>
                  <a:off x="7402905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5" name="pg43">
                  <a:extLst>
                    <a:ext uri="{FF2B5EF4-FFF2-40B4-BE49-F238E27FC236}">
                      <a16:creationId xmlns:a16="http://schemas.microsoft.com/office/drawing/2014/main" id="{305D21B4-4915-C8BA-4B20-D25FD0ACC2B4}"/>
                    </a:ext>
                  </a:extLst>
                </p:cNvPr>
                <p:cNvSpPr/>
                <p:nvPr/>
              </p:nvSpPr>
              <p:spPr>
                <a:xfrm>
                  <a:off x="7433968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6" name="pg44">
                  <a:extLst>
                    <a:ext uri="{FF2B5EF4-FFF2-40B4-BE49-F238E27FC236}">
                      <a16:creationId xmlns:a16="http://schemas.microsoft.com/office/drawing/2014/main" id="{297DC0CC-6CEF-81A2-F9D6-8B5A5F24F41B}"/>
                    </a:ext>
                  </a:extLst>
                </p:cNvPr>
                <p:cNvSpPr/>
                <p:nvPr/>
              </p:nvSpPr>
              <p:spPr>
                <a:xfrm>
                  <a:off x="7465031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7" name="pg45">
                  <a:extLst>
                    <a:ext uri="{FF2B5EF4-FFF2-40B4-BE49-F238E27FC236}">
                      <a16:creationId xmlns:a16="http://schemas.microsoft.com/office/drawing/2014/main" id="{ED898D66-6E50-A283-04B5-F93F7DEE6161}"/>
                    </a:ext>
                  </a:extLst>
                </p:cNvPr>
                <p:cNvSpPr/>
                <p:nvPr/>
              </p:nvSpPr>
              <p:spPr>
                <a:xfrm>
                  <a:off x="7496094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8" name="pg46">
                  <a:extLst>
                    <a:ext uri="{FF2B5EF4-FFF2-40B4-BE49-F238E27FC236}">
                      <a16:creationId xmlns:a16="http://schemas.microsoft.com/office/drawing/2014/main" id="{8B849285-164C-33CB-D158-6532E9FAA4A3}"/>
                    </a:ext>
                  </a:extLst>
                </p:cNvPr>
                <p:cNvSpPr/>
                <p:nvPr/>
              </p:nvSpPr>
              <p:spPr>
                <a:xfrm>
                  <a:off x="7527156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19" name="pg47">
                  <a:extLst>
                    <a:ext uri="{FF2B5EF4-FFF2-40B4-BE49-F238E27FC236}">
                      <a16:creationId xmlns:a16="http://schemas.microsoft.com/office/drawing/2014/main" id="{E7C55626-9CBD-AAC4-B5ED-00D363040922}"/>
                    </a:ext>
                  </a:extLst>
                </p:cNvPr>
                <p:cNvSpPr/>
                <p:nvPr/>
              </p:nvSpPr>
              <p:spPr>
                <a:xfrm>
                  <a:off x="7558219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0" name="pg48">
                  <a:extLst>
                    <a:ext uri="{FF2B5EF4-FFF2-40B4-BE49-F238E27FC236}">
                      <a16:creationId xmlns:a16="http://schemas.microsoft.com/office/drawing/2014/main" id="{29A7043A-A6B5-F114-3EEC-AF0496CA7BBC}"/>
                    </a:ext>
                  </a:extLst>
                </p:cNvPr>
                <p:cNvSpPr/>
                <p:nvPr/>
              </p:nvSpPr>
              <p:spPr>
                <a:xfrm>
                  <a:off x="7589283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1" name="pg49">
                  <a:extLst>
                    <a:ext uri="{FF2B5EF4-FFF2-40B4-BE49-F238E27FC236}">
                      <a16:creationId xmlns:a16="http://schemas.microsoft.com/office/drawing/2014/main" id="{98EC45AD-D89E-0390-B2BE-A64C3A7B92BC}"/>
                    </a:ext>
                  </a:extLst>
                </p:cNvPr>
                <p:cNvSpPr/>
                <p:nvPr/>
              </p:nvSpPr>
              <p:spPr>
                <a:xfrm>
                  <a:off x="7620345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2" name="pg50">
                  <a:extLst>
                    <a:ext uri="{FF2B5EF4-FFF2-40B4-BE49-F238E27FC236}">
                      <a16:creationId xmlns:a16="http://schemas.microsoft.com/office/drawing/2014/main" id="{FFF94E1E-5939-5B3F-6968-42F31AF9525C}"/>
                    </a:ext>
                  </a:extLst>
                </p:cNvPr>
                <p:cNvSpPr/>
                <p:nvPr/>
              </p:nvSpPr>
              <p:spPr>
                <a:xfrm>
                  <a:off x="7651408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3" name="pg51">
                  <a:extLst>
                    <a:ext uri="{FF2B5EF4-FFF2-40B4-BE49-F238E27FC236}">
                      <a16:creationId xmlns:a16="http://schemas.microsoft.com/office/drawing/2014/main" id="{CD9015DA-BB27-372B-CEA6-FC8818C9FBA0}"/>
                    </a:ext>
                  </a:extLst>
                </p:cNvPr>
                <p:cNvSpPr/>
                <p:nvPr/>
              </p:nvSpPr>
              <p:spPr>
                <a:xfrm>
                  <a:off x="7682471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4" name="pg52">
                  <a:extLst>
                    <a:ext uri="{FF2B5EF4-FFF2-40B4-BE49-F238E27FC236}">
                      <a16:creationId xmlns:a16="http://schemas.microsoft.com/office/drawing/2014/main" id="{49B890C0-F294-ED15-034F-302CC8F59698}"/>
                    </a:ext>
                  </a:extLst>
                </p:cNvPr>
                <p:cNvSpPr/>
                <p:nvPr/>
              </p:nvSpPr>
              <p:spPr>
                <a:xfrm>
                  <a:off x="7713534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5" name="pg53">
                  <a:extLst>
                    <a:ext uri="{FF2B5EF4-FFF2-40B4-BE49-F238E27FC236}">
                      <a16:creationId xmlns:a16="http://schemas.microsoft.com/office/drawing/2014/main" id="{15887791-A944-478A-9F5A-150CE2663966}"/>
                    </a:ext>
                  </a:extLst>
                </p:cNvPr>
                <p:cNvSpPr/>
                <p:nvPr/>
              </p:nvSpPr>
              <p:spPr>
                <a:xfrm>
                  <a:off x="7744597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6" name="pg54">
                  <a:extLst>
                    <a:ext uri="{FF2B5EF4-FFF2-40B4-BE49-F238E27FC236}">
                      <a16:creationId xmlns:a16="http://schemas.microsoft.com/office/drawing/2014/main" id="{48E5DAF0-F666-A3F3-5683-C52084A1EDBC}"/>
                    </a:ext>
                  </a:extLst>
                </p:cNvPr>
                <p:cNvSpPr/>
                <p:nvPr/>
              </p:nvSpPr>
              <p:spPr>
                <a:xfrm>
                  <a:off x="7899912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AE4CB">
                    <a:alpha val="100000"/>
                  </a:srgbClr>
                </a:solidFill>
                <a:ln w="5420" cap="flat">
                  <a:solidFill>
                    <a:srgbClr val="98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7" name="pg55">
                  <a:extLst>
                    <a:ext uri="{FF2B5EF4-FFF2-40B4-BE49-F238E27FC236}">
                      <a16:creationId xmlns:a16="http://schemas.microsoft.com/office/drawing/2014/main" id="{8DA56597-421B-6B60-EF6E-C413162460B4}"/>
                    </a:ext>
                  </a:extLst>
                </p:cNvPr>
                <p:cNvSpPr/>
                <p:nvPr/>
              </p:nvSpPr>
              <p:spPr>
                <a:xfrm>
                  <a:off x="7930974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8" name="pg56">
                  <a:extLst>
                    <a:ext uri="{FF2B5EF4-FFF2-40B4-BE49-F238E27FC236}">
                      <a16:creationId xmlns:a16="http://schemas.microsoft.com/office/drawing/2014/main" id="{ADCA6124-EA27-55FA-4039-08BBF4AE421F}"/>
                    </a:ext>
                  </a:extLst>
                </p:cNvPr>
                <p:cNvSpPr/>
                <p:nvPr/>
              </p:nvSpPr>
              <p:spPr>
                <a:xfrm>
                  <a:off x="7962037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1C7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29" name="pg57">
                  <a:extLst>
                    <a:ext uri="{FF2B5EF4-FFF2-40B4-BE49-F238E27FC236}">
                      <a16:creationId xmlns:a16="http://schemas.microsoft.com/office/drawing/2014/main" id="{72771097-D901-9E5B-3CCF-7BFF5C4F715E}"/>
                    </a:ext>
                  </a:extLst>
                </p:cNvPr>
                <p:cNvSpPr/>
                <p:nvPr/>
              </p:nvSpPr>
              <p:spPr>
                <a:xfrm>
                  <a:off x="7993100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1C6">
                    <a:alpha val="100000"/>
                  </a:srgbClr>
                </a:solidFill>
                <a:ln w="5420" cap="flat">
                  <a:solidFill>
                    <a:srgbClr val="89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0" name="pg58">
                  <a:extLst>
                    <a:ext uri="{FF2B5EF4-FFF2-40B4-BE49-F238E27FC236}">
                      <a16:creationId xmlns:a16="http://schemas.microsoft.com/office/drawing/2014/main" id="{E76DF039-B8BF-08DF-A6E7-D9571567322E}"/>
                    </a:ext>
                  </a:extLst>
                </p:cNvPr>
                <p:cNvSpPr/>
                <p:nvPr/>
              </p:nvSpPr>
              <p:spPr>
                <a:xfrm>
                  <a:off x="8024163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E0C5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1" name="pg59">
                  <a:extLst>
                    <a:ext uri="{FF2B5EF4-FFF2-40B4-BE49-F238E27FC236}">
                      <a16:creationId xmlns:a16="http://schemas.microsoft.com/office/drawing/2014/main" id="{5FB29239-A9BD-F047-5EBF-5F3A29F09122}"/>
                    </a:ext>
                  </a:extLst>
                </p:cNvPr>
                <p:cNvSpPr/>
                <p:nvPr/>
              </p:nvSpPr>
              <p:spPr>
                <a:xfrm>
                  <a:off x="8055226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2" name="pg60">
                  <a:extLst>
                    <a:ext uri="{FF2B5EF4-FFF2-40B4-BE49-F238E27FC236}">
                      <a16:creationId xmlns:a16="http://schemas.microsoft.com/office/drawing/2014/main" id="{16B4E873-1390-4C0D-F266-AB75832D525A}"/>
                    </a:ext>
                  </a:extLst>
                </p:cNvPr>
                <p:cNvSpPr/>
                <p:nvPr/>
              </p:nvSpPr>
              <p:spPr>
                <a:xfrm>
                  <a:off x="7371842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3" name="pg61">
                  <a:extLst>
                    <a:ext uri="{FF2B5EF4-FFF2-40B4-BE49-F238E27FC236}">
                      <a16:creationId xmlns:a16="http://schemas.microsoft.com/office/drawing/2014/main" id="{4AD64035-E004-DB18-4FD2-CA4C4AF3EA50}"/>
                    </a:ext>
                  </a:extLst>
                </p:cNvPr>
                <p:cNvSpPr/>
                <p:nvPr/>
              </p:nvSpPr>
              <p:spPr>
                <a:xfrm>
                  <a:off x="7402905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4" name="pg62">
                  <a:extLst>
                    <a:ext uri="{FF2B5EF4-FFF2-40B4-BE49-F238E27FC236}">
                      <a16:creationId xmlns:a16="http://schemas.microsoft.com/office/drawing/2014/main" id="{0D15908D-7AF5-6828-2A6D-3C1F044C12E4}"/>
                    </a:ext>
                  </a:extLst>
                </p:cNvPr>
                <p:cNvSpPr/>
                <p:nvPr/>
              </p:nvSpPr>
              <p:spPr>
                <a:xfrm>
                  <a:off x="7433968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5" name="pg63">
                  <a:extLst>
                    <a:ext uri="{FF2B5EF4-FFF2-40B4-BE49-F238E27FC236}">
                      <a16:creationId xmlns:a16="http://schemas.microsoft.com/office/drawing/2014/main" id="{42484924-24ED-B427-BD57-5CC47E76896B}"/>
                    </a:ext>
                  </a:extLst>
                </p:cNvPr>
                <p:cNvSpPr/>
                <p:nvPr/>
              </p:nvSpPr>
              <p:spPr>
                <a:xfrm>
                  <a:off x="7465031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6" name="pg64">
                  <a:extLst>
                    <a:ext uri="{FF2B5EF4-FFF2-40B4-BE49-F238E27FC236}">
                      <a16:creationId xmlns:a16="http://schemas.microsoft.com/office/drawing/2014/main" id="{54407895-AB2B-4521-F61E-6DAD7B920E4C}"/>
                    </a:ext>
                  </a:extLst>
                </p:cNvPr>
                <p:cNvSpPr/>
                <p:nvPr/>
              </p:nvSpPr>
              <p:spPr>
                <a:xfrm>
                  <a:off x="7496094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7" name="pg65">
                  <a:extLst>
                    <a:ext uri="{FF2B5EF4-FFF2-40B4-BE49-F238E27FC236}">
                      <a16:creationId xmlns:a16="http://schemas.microsoft.com/office/drawing/2014/main" id="{EBE9D8B0-C543-CE4B-CD36-257D258DED83}"/>
                    </a:ext>
                  </a:extLst>
                </p:cNvPr>
                <p:cNvSpPr/>
                <p:nvPr/>
              </p:nvSpPr>
              <p:spPr>
                <a:xfrm>
                  <a:off x="7527156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8" name="pg66">
                  <a:extLst>
                    <a:ext uri="{FF2B5EF4-FFF2-40B4-BE49-F238E27FC236}">
                      <a16:creationId xmlns:a16="http://schemas.microsoft.com/office/drawing/2014/main" id="{3D947D62-066C-38C1-AA84-10228469046B}"/>
                    </a:ext>
                  </a:extLst>
                </p:cNvPr>
                <p:cNvSpPr/>
                <p:nvPr/>
              </p:nvSpPr>
              <p:spPr>
                <a:xfrm>
                  <a:off x="7558219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39" name="pg67">
                  <a:extLst>
                    <a:ext uri="{FF2B5EF4-FFF2-40B4-BE49-F238E27FC236}">
                      <a16:creationId xmlns:a16="http://schemas.microsoft.com/office/drawing/2014/main" id="{CE6BEA2B-B395-ECFA-F583-9355E4181240}"/>
                    </a:ext>
                  </a:extLst>
                </p:cNvPr>
                <p:cNvSpPr/>
                <p:nvPr/>
              </p:nvSpPr>
              <p:spPr>
                <a:xfrm>
                  <a:off x="7589283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0" name="pg68">
                  <a:extLst>
                    <a:ext uri="{FF2B5EF4-FFF2-40B4-BE49-F238E27FC236}">
                      <a16:creationId xmlns:a16="http://schemas.microsoft.com/office/drawing/2014/main" id="{F95FFA63-F07D-1577-C4CE-2D4DDB5FED7A}"/>
                    </a:ext>
                  </a:extLst>
                </p:cNvPr>
                <p:cNvSpPr/>
                <p:nvPr/>
              </p:nvSpPr>
              <p:spPr>
                <a:xfrm>
                  <a:off x="7620345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1" name="pg69">
                  <a:extLst>
                    <a:ext uri="{FF2B5EF4-FFF2-40B4-BE49-F238E27FC236}">
                      <a16:creationId xmlns:a16="http://schemas.microsoft.com/office/drawing/2014/main" id="{C7D5A3C4-D0D1-BB62-2219-8E79522C1CDB}"/>
                    </a:ext>
                  </a:extLst>
                </p:cNvPr>
                <p:cNvSpPr/>
                <p:nvPr/>
              </p:nvSpPr>
              <p:spPr>
                <a:xfrm>
                  <a:off x="7651408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2" name="pg70">
                  <a:extLst>
                    <a:ext uri="{FF2B5EF4-FFF2-40B4-BE49-F238E27FC236}">
                      <a16:creationId xmlns:a16="http://schemas.microsoft.com/office/drawing/2014/main" id="{9BA761FC-6CF1-C85C-71A9-F4CCF98C411D}"/>
                    </a:ext>
                  </a:extLst>
                </p:cNvPr>
                <p:cNvSpPr/>
                <p:nvPr/>
              </p:nvSpPr>
              <p:spPr>
                <a:xfrm>
                  <a:off x="7682471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3" name="pg71">
                  <a:extLst>
                    <a:ext uri="{FF2B5EF4-FFF2-40B4-BE49-F238E27FC236}">
                      <a16:creationId xmlns:a16="http://schemas.microsoft.com/office/drawing/2014/main" id="{C05756BB-1EBA-74F9-64EB-1D1C3483DDB7}"/>
                    </a:ext>
                  </a:extLst>
                </p:cNvPr>
                <p:cNvSpPr/>
                <p:nvPr/>
              </p:nvSpPr>
              <p:spPr>
                <a:xfrm>
                  <a:off x="7713534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4" name="pg72">
                  <a:extLst>
                    <a:ext uri="{FF2B5EF4-FFF2-40B4-BE49-F238E27FC236}">
                      <a16:creationId xmlns:a16="http://schemas.microsoft.com/office/drawing/2014/main" id="{0FD5E65B-E6EE-0B3A-994B-B88250822B1B}"/>
                    </a:ext>
                  </a:extLst>
                </p:cNvPr>
                <p:cNvSpPr/>
                <p:nvPr/>
              </p:nvSpPr>
              <p:spPr>
                <a:xfrm>
                  <a:off x="7868849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5" name="pg73">
                  <a:extLst>
                    <a:ext uri="{FF2B5EF4-FFF2-40B4-BE49-F238E27FC236}">
                      <a16:creationId xmlns:a16="http://schemas.microsoft.com/office/drawing/2014/main" id="{2B1D09AB-72AB-FA1F-8D96-F5816CC7D37D}"/>
                    </a:ext>
                  </a:extLst>
                </p:cNvPr>
                <p:cNvSpPr/>
                <p:nvPr/>
              </p:nvSpPr>
              <p:spPr>
                <a:xfrm>
                  <a:off x="7899912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6" name="pg74">
                  <a:extLst>
                    <a:ext uri="{FF2B5EF4-FFF2-40B4-BE49-F238E27FC236}">
                      <a16:creationId xmlns:a16="http://schemas.microsoft.com/office/drawing/2014/main" id="{44E13B45-24ED-0E80-1FBE-316F133C21F5}"/>
                    </a:ext>
                  </a:extLst>
                </p:cNvPr>
                <p:cNvSpPr/>
                <p:nvPr/>
              </p:nvSpPr>
              <p:spPr>
                <a:xfrm>
                  <a:off x="7930974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7" name="pg75">
                  <a:extLst>
                    <a:ext uri="{FF2B5EF4-FFF2-40B4-BE49-F238E27FC236}">
                      <a16:creationId xmlns:a16="http://schemas.microsoft.com/office/drawing/2014/main" id="{2FCAE280-9855-908D-FA9C-9EB9FA67D77D}"/>
                    </a:ext>
                  </a:extLst>
                </p:cNvPr>
                <p:cNvSpPr/>
                <p:nvPr/>
              </p:nvSpPr>
              <p:spPr>
                <a:xfrm>
                  <a:off x="7962037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93DD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8" name="pg76">
                  <a:extLst>
                    <a:ext uri="{FF2B5EF4-FFF2-40B4-BE49-F238E27FC236}">
                      <a16:creationId xmlns:a16="http://schemas.microsoft.com/office/drawing/2014/main" id="{1A81D441-8184-D874-DD43-A0F5F603C7EC}"/>
                    </a:ext>
                  </a:extLst>
                </p:cNvPr>
                <p:cNvSpPr/>
                <p:nvPr/>
              </p:nvSpPr>
              <p:spPr>
                <a:xfrm>
                  <a:off x="7993100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3E2C8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49" name="pg77">
                  <a:extLst>
                    <a:ext uri="{FF2B5EF4-FFF2-40B4-BE49-F238E27FC236}">
                      <a16:creationId xmlns:a16="http://schemas.microsoft.com/office/drawing/2014/main" id="{D97C7E7C-B0D7-8831-EAB3-843826F895DD}"/>
                    </a:ext>
                  </a:extLst>
                </p:cNvPr>
                <p:cNvSpPr/>
                <p:nvPr/>
              </p:nvSpPr>
              <p:spPr>
                <a:xfrm>
                  <a:off x="8024163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0" name="pg78">
                  <a:extLst>
                    <a:ext uri="{FF2B5EF4-FFF2-40B4-BE49-F238E27FC236}">
                      <a16:creationId xmlns:a16="http://schemas.microsoft.com/office/drawing/2014/main" id="{60B8CCCC-F07D-B6CF-DF56-561C0FD0FA3E}"/>
                    </a:ext>
                  </a:extLst>
                </p:cNvPr>
                <p:cNvSpPr/>
                <p:nvPr/>
              </p:nvSpPr>
              <p:spPr>
                <a:xfrm>
                  <a:off x="8055226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1" name="pg79">
                  <a:extLst>
                    <a:ext uri="{FF2B5EF4-FFF2-40B4-BE49-F238E27FC236}">
                      <a16:creationId xmlns:a16="http://schemas.microsoft.com/office/drawing/2014/main" id="{74E733BD-B07D-8D18-C74E-50E3B16A469A}"/>
                    </a:ext>
                  </a:extLst>
                </p:cNvPr>
                <p:cNvSpPr/>
                <p:nvPr/>
              </p:nvSpPr>
              <p:spPr>
                <a:xfrm>
                  <a:off x="7309716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2" name="pg80">
                  <a:extLst>
                    <a:ext uri="{FF2B5EF4-FFF2-40B4-BE49-F238E27FC236}">
                      <a16:creationId xmlns:a16="http://schemas.microsoft.com/office/drawing/2014/main" id="{2BD1B695-C7BA-711D-5EFB-312063F9CADF}"/>
                    </a:ext>
                  </a:extLst>
                </p:cNvPr>
                <p:cNvSpPr/>
                <p:nvPr/>
              </p:nvSpPr>
              <p:spPr>
                <a:xfrm>
                  <a:off x="7340779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3" name="pg81">
                  <a:extLst>
                    <a:ext uri="{FF2B5EF4-FFF2-40B4-BE49-F238E27FC236}">
                      <a16:creationId xmlns:a16="http://schemas.microsoft.com/office/drawing/2014/main" id="{7F7E2486-D349-B6D1-E16A-08596A1C5902}"/>
                    </a:ext>
                  </a:extLst>
                </p:cNvPr>
                <p:cNvSpPr/>
                <p:nvPr/>
              </p:nvSpPr>
              <p:spPr>
                <a:xfrm>
                  <a:off x="7371842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4" name="pg82">
                  <a:extLst>
                    <a:ext uri="{FF2B5EF4-FFF2-40B4-BE49-F238E27FC236}">
                      <a16:creationId xmlns:a16="http://schemas.microsoft.com/office/drawing/2014/main" id="{2A087ECA-8ACB-19C3-F28C-CDE20EA58F11}"/>
                    </a:ext>
                  </a:extLst>
                </p:cNvPr>
                <p:cNvSpPr/>
                <p:nvPr/>
              </p:nvSpPr>
              <p:spPr>
                <a:xfrm>
                  <a:off x="7402905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5" name="pg83">
                  <a:extLst>
                    <a:ext uri="{FF2B5EF4-FFF2-40B4-BE49-F238E27FC236}">
                      <a16:creationId xmlns:a16="http://schemas.microsoft.com/office/drawing/2014/main" id="{D75E4335-D08A-011D-4729-D965C9D0799C}"/>
                    </a:ext>
                  </a:extLst>
                </p:cNvPr>
                <p:cNvSpPr/>
                <p:nvPr/>
              </p:nvSpPr>
              <p:spPr>
                <a:xfrm>
                  <a:off x="7433968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6" name="pg84">
                  <a:extLst>
                    <a:ext uri="{FF2B5EF4-FFF2-40B4-BE49-F238E27FC236}">
                      <a16:creationId xmlns:a16="http://schemas.microsoft.com/office/drawing/2014/main" id="{510C6EB8-4EA0-BDF9-5708-D7DE01AF0F5B}"/>
                    </a:ext>
                  </a:extLst>
                </p:cNvPr>
                <p:cNvSpPr/>
                <p:nvPr/>
              </p:nvSpPr>
              <p:spPr>
                <a:xfrm>
                  <a:off x="7465031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7" name="pg85">
                  <a:extLst>
                    <a:ext uri="{FF2B5EF4-FFF2-40B4-BE49-F238E27FC236}">
                      <a16:creationId xmlns:a16="http://schemas.microsoft.com/office/drawing/2014/main" id="{69F6EBE2-B13C-1DC9-915F-C22A410A37C7}"/>
                    </a:ext>
                  </a:extLst>
                </p:cNvPr>
                <p:cNvSpPr/>
                <p:nvPr/>
              </p:nvSpPr>
              <p:spPr>
                <a:xfrm>
                  <a:off x="7496094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8" name="pg86">
                  <a:extLst>
                    <a:ext uri="{FF2B5EF4-FFF2-40B4-BE49-F238E27FC236}">
                      <a16:creationId xmlns:a16="http://schemas.microsoft.com/office/drawing/2014/main" id="{DCFB0066-2F24-C271-66B1-806914B2F285}"/>
                    </a:ext>
                  </a:extLst>
                </p:cNvPr>
                <p:cNvSpPr/>
                <p:nvPr/>
              </p:nvSpPr>
              <p:spPr>
                <a:xfrm>
                  <a:off x="7527156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59" name="pg87">
                  <a:extLst>
                    <a:ext uri="{FF2B5EF4-FFF2-40B4-BE49-F238E27FC236}">
                      <a16:creationId xmlns:a16="http://schemas.microsoft.com/office/drawing/2014/main" id="{6337A0C9-CA06-FDD8-EBA8-297833A2BE99}"/>
                    </a:ext>
                  </a:extLst>
                </p:cNvPr>
                <p:cNvSpPr/>
                <p:nvPr/>
              </p:nvSpPr>
              <p:spPr>
                <a:xfrm>
                  <a:off x="7558219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0" name="pg88">
                  <a:extLst>
                    <a:ext uri="{FF2B5EF4-FFF2-40B4-BE49-F238E27FC236}">
                      <a16:creationId xmlns:a16="http://schemas.microsoft.com/office/drawing/2014/main" id="{E7CC5208-AEF4-9FA6-637C-D19AC62B4205}"/>
                    </a:ext>
                  </a:extLst>
                </p:cNvPr>
                <p:cNvSpPr/>
                <p:nvPr/>
              </p:nvSpPr>
              <p:spPr>
                <a:xfrm>
                  <a:off x="7589283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1" name="pg89">
                  <a:extLst>
                    <a:ext uri="{FF2B5EF4-FFF2-40B4-BE49-F238E27FC236}">
                      <a16:creationId xmlns:a16="http://schemas.microsoft.com/office/drawing/2014/main" id="{C5463CE8-25C5-075B-09DE-54C0850E1BC0}"/>
                    </a:ext>
                  </a:extLst>
                </p:cNvPr>
                <p:cNvSpPr/>
                <p:nvPr/>
              </p:nvSpPr>
              <p:spPr>
                <a:xfrm>
                  <a:off x="7620345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2" name="pg90">
                  <a:extLst>
                    <a:ext uri="{FF2B5EF4-FFF2-40B4-BE49-F238E27FC236}">
                      <a16:creationId xmlns:a16="http://schemas.microsoft.com/office/drawing/2014/main" id="{06A68BA4-DA8D-7336-2CB9-32874A07D0DA}"/>
                    </a:ext>
                  </a:extLst>
                </p:cNvPr>
                <p:cNvSpPr/>
                <p:nvPr/>
              </p:nvSpPr>
              <p:spPr>
                <a:xfrm>
                  <a:off x="7651408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3" name="pg91">
                  <a:extLst>
                    <a:ext uri="{FF2B5EF4-FFF2-40B4-BE49-F238E27FC236}">
                      <a16:creationId xmlns:a16="http://schemas.microsoft.com/office/drawing/2014/main" id="{FA965497-955E-41F9-28BA-DF436CF411B3}"/>
                    </a:ext>
                  </a:extLst>
                </p:cNvPr>
                <p:cNvSpPr/>
                <p:nvPr/>
              </p:nvSpPr>
              <p:spPr>
                <a:xfrm>
                  <a:off x="7837786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4" name="pg92">
                  <a:extLst>
                    <a:ext uri="{FF2B5EF4-FFF2-40B4-BE49-F238E27FC236}">
                      <a16:creationId xmlns:a16="http://schemas.microsoft.com/office/drawing/2014/main" id="{126D2AE4-7550-4916-FD83-7A58460DC6C9}"/>
                    </a:ext>
                  </a:extLst>
                </p:cNvPr>
                <p:cNvSpPr/>
                <p:nvPr/>
              </p:nvSpPr>
              <p:spPr>
                <a:xfrm>
                  <a:off x="7868849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5" name="pg93">
                  <a:extLst>
                    <a:ext uri="{FF2B5EF4-FFF2-40B4-BE49-F238E27FC236}">
                      <a16:creationId xmlns:a16="http://schemas.microsoft.com/office/drawing/2014/main" id="{8D2BBD83-3562-6892-B702-C5783D56E2FA}"/>
                    </a:ext>
                  </a:extLst>
                </p:cNvPr>
                <p:cNvSpPr/>
                <p:nvPr/>
              </p:nvSpPr>
              <p:spPr>
                <a:xfrm>
                  <a:off x="7899912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6" name="pg94">
                  <a:extLst>
                    <a:ext uri="{FF2B5EF4-FFF2-40B4-BE49-F238E27FC236}">
                      <a16:creationId xmlns:a16="http://schemas.microsoft.com/office/drawing/2014/main" id="{29A528E0-AA86-D92C-34F6-8625764A4CDE}"/>
                    </a:ext>
                  </a:extLst>
                </p:cNvPr>
                <p:cNvSpPr/>
                <p:nvPr/>
              </p:nvSpPr>
              <p:spPr>
                <a:xfrm>
                  <a:off x="7930974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7" name="pg95">
                  <a:extLst>
                    <a:ext uri="{FF2B5EF4-FFF2-40B4-BE49-F238E27FC236}">
                      <a16:creationId xmlns:a16="http://schemas.microsoft.com/office/drawing/2014/main" id="{249B70BD-D185-982A-6504-1EC6FD63A32E}"/>
                    </a:ext>
                  </a:extLst>
                </p:cNvPr>
                <p:cNvSpPr/>
                <p:nvPr/>
              </p:nvSpPr>
              <p:spPr>
                <a:xfrm>
                  <a:off x="7962037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8" name="pg96">
                  <a:extLst>
                    <a:ext uri="{FF2B5EF4-FFF2-40B4-BE49-F238E27FC236}">
                      <a16:creationId xmlns:a16="http://schemas.microsoft.com/office/drawing/2014/main" id="{E9128DA1-B16B-68CF-CB9D-41280B20A793}"/>
                    </a:ext>
                  </a:extLst>
                </p:cNvPr>
                <p:cNvSpPr/>
                <p:nvPr/>
              </p:nvSpPr>
              <p:spPr>
                <a:xfrm>
                  <a:off x="7993100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69" name="pg97">
                  <a:extLst>
                    <a:ext uri="{FF2B5EF4-FFF2-40B4-BE49-F238E27FC236}">
                      <a16:creationId xmlns:a16="http://schemas.microsoft.com/office/drawing/2014/main" id="{1E00C8EC-984A-A3D6-F641-E72BD7E3E973}"/>
                    </a:ext>
                  </a:extLst>
                </p:cNvPr>
                <p:cNvSpPr/>
                <p:nvPr/>
              </p:nvSpPr>
              <p:spPr>
                <a:xfrm>
                  <a:off x="7247590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0" name="pg98">
                  <a:extLst>
                    <a:ext uri="{FF2B5EF4-FFF2-40B4-BE49-F238E27FC236}">
                      <a16:creationId xmlns:a16="http://schemas.microsoft.com/office/drawing/2014/main" id="{198E1D4E-5E08-5A3D-E8E4-C3A796E8383C}"/>
                    </a:ext>
                  </a:extLst>
                </p:cNvPr>
                <p:cNvSpPr/>
                <p:nvPr/>
              </p:nvSpPr>
              <p:spPr>
                <a:xfrm>
                  <a:off x="7278653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1" name="pg99">
                  <a:extLst>
                    <a:ext uri="{FF2B5EF4-FFF2-40B4-BE49-F238E27FC236}">
                      <a16:creationId xmlns:a16="http://schemas.microsoft.com/office/drawing/2014/main" id="{DE1853B8-9A51-71A8-8022-A916D19DC91D}"/>
                    </a:ext>
                  </a:extLst>
                </p:cNvPr>
                <p:cNvSpPr/>
                <p:nvPr/>
              </p:nvSpPr>
              <p:spPr>
                <a:xfrm>
                  <a:off x="7309716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2" name="pg100">
                  <a:extLst>
                    <a:ext uri="{FF2B5EF4-FFF2-40B4-BE49-F238E27FC236}">
                      <a16:creationId xmlns:a16="http://schemas.microsoft.com/office/drawing/2014/main" id="{4D46C8E0-1193-E041-7AAC-C0B999A0EFB1}"/>
                    </a:ext>
                  </a:extLst>
                </p:cNvPr>
                <p:cNvSpPr/>
                <p:nvPr/>
              </p:nvSpPr>
              <p:spPr>
                <a:xfrm>
                  <a:off x="7340779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3" name="pg101">
                  <a:extLst>
                    <a:ext uri="{FF2B5EF4-FFF2-40B4-BE49-F238E27FC236}">
                      <a16:creationId xmlns:a16="http://schemas.microsoft.com/office/drawing/2014/main" id="{806620D8-C305-BB16-FDC8-D393492A389A}"/>
                    </a:ext>
                  </a:extLst>
                </p:cNvPr>
                <p:cNvSpPr/>
                <p:nvPr/>
              </p:nvSpPr>
              <p:spPr>
                <a:xfrm>
                  <a:off x="7371842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4" name="pg102">
                  <a:extLst>
                    <a:ext uri="{FF2B5EF4-FFF2-40B4-BE49-F238E27FC236}">
                      <a16:creationId xmlns:a16="http://schemas.microsoft.com/office/drawing/2014/main" id="{4BA217A5-95B9-7CB9-7066-2D6E0ED14034}"/>
                    </a:ext>
                  </a:extLst>
                </p:cNvPr>
                <p:cNvSpPr/>
                <p:nvPr/>
              </p:nvSpPr>
              <p:spPr>
                <a:xfrm>
                  <a:off x="7402905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5" name="pg103">
                  <a:extLst>
                    <a:ext uri="{FF2B5EF4-FFF2-40B4-BE49-F238E27FC236}">
                      <a16:creationId xmlns:a16="http://schemas.microsoft.com/office/drawing/2014/main" id="{36BB197D-E2B8-309F-4AB8-6D66605220B7}"/>
                    </a:ext>
                  </a:extLst>
                </p:cNvPr>
                <p:cNvSpPr/>
                <p:nvPr/>
              </p:nvSpPr>
              <p:spPr>
                <a:xfrm>
                  <a:off x="7433968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6" name="pg104">
                  <a:extLst>
                    <a:ext uri="{FF2B5EF4-FFF2-40B4-BE49-F238E27FC236}">
                      <a16:creationId xmlns:a16="http://schemas.microsoft.com/office/drawing/2014/main" id="{EC45F4AB-47AA-65FB-6512-D17B7A9DB82C}"/>
                    </a:ext>
                  </a:extLst>
                </p:cNvPr>
                <p:cNvSpPr/>
                <p:nvPr/>
              </p:nvSpPr>
              <p:spPr>
                <a:xfrm>
                  <a:off x="7465031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7" name="pg105">
                  <a:extLst>
                    <a:ext uri="{FF2B5EF4-FFF2-40B4-BE49-F238E27FC236}">
                      <a16:creationId xmlns:a16="http://schemas.microsoft.com/office/drawing/2014/main" id="{F5DF14FD-52A9-3831-CC05-B3B136A74F90}"/>
                    </a:ext>
                  </a:extLst>
                </p:cNvPr>
                <p:cNvSpPr/>
                <p:nvPr/>
              </p:nvSpPr>
              <p:spPr>
                <a:xfrm>
                  <a:off x="7496094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8" name="pg106">
                  <a:extLst>
                    <a:ext uri="{FF2B5EF4-FFF2-40B4-BE49-F238E27FC236}">
                      <a16:creationId xmlns:a16="http://schemas.microsoft.com/office/drawing/2014/main" id="{716FEC0F-C422-2D2A-87DB-1E570CA8BA50}"/>
                    </a:ext>
                  </a:extLst>
                </p:cNvPr>
                <p:cNvSpPr/>
                <p:nvPr/>
              </p:nvSpPr>
              <p:spPr>
                <a:xfrm>
                  <a:off x="7527156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79" name="pg107">
                  <a:extLst>
                    <a:ext uri="{FF2B5EF4-FFF2-40B4-BE49-F238E27FC236}">
                      <a16:creationId xmlns:a16="http://schemas.microsoft.com/office/drawing/2014/main" id="{788B68DB-2CD3-78FB-3FE5-8A43B92C4BC0}"/>
                    </a:ext>
                  </a:extLst>
                </p:cNvPr>
                <p:cNvSpPr/>
                <p:nvPr/>
              </p:nvSpPr>
              <p:spPr>
                <a:xfrm>
                  <a:off x="7558219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0" name="pg108">
                  <a:extLst>
                    <a:ext uri="{FF2B5EF4-FFF2-40B4-BE49-F238E27FC236}">
                      <a16:creationId xmlns:a16="http://schemas.microsoft.com/office/drawing/2014/main" id="{B8F48C0B-E7C4-6247-D1FD-57BBB5559D2D}"/>
                    </a:ext>
                  </a:extLst>
                </p:cNvPr>
                <p:cNvSpPr/>
                <p:nvPr/>
              </p:nvSpPr>
              <p:spPr>
                <a:xfrm>
                  <a:off x="7589283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1" name="pg109">
                  <a:extLst>
                    <a:ext uri="{FF2B5EF4-FFF2-40B4-BE49-F238E27FC236}">
                      <a16:creationId xmlns:a16="http://schemas.microsoft.com/office/drawing/2014/main" id="{44BE132D-BF38-F51B-4A28-AB6D400EBF25}"/>
                    </a:ext>
                  </a:extLst>
                </p:cNvPr>
                <p:cNvSpPr/>
                <p:nvPr/>
              </p:nvSpPr>
              <p:spPr>
                <a:xfrm>
                  <a:off x="7620345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2" name="pg110">
                  <a:extLst>
                    <a:ext uri="{FF2B5EF4-FFF2-40B4-BE49-F238E27FC236}">
                      <a16:creationId xmlns:a16="http://schemas.microsoft.com/office/drawing/2014/main" id="{0F4396E0-606A-7C27-0C56-5BFCC8A3CC8E}"/>
                    </a:ext>
                  </a:extLst>
                </p:cNvPr>
                <p:cNvSpPr/>
                <p:nvPr/>
              </p:nvSpPr>
              <p:spPr>
                <a:xfrm>
                  <a:off x="7651408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3" name="pg111">
                  <a:extLst>
                    <a:ext uri="{FF2B5EF4-FFF2-40B4-BE49-F238E27FC236}">
                      <a16:creationId xmlns:a16="http://schemas.microsoft.com/office/drawing/2014/main" id="{60428411-C3AF-29D0-B2DD-6C913D68496E}"/>
                    </a:ext>
                  </a:extLst>
                </p:cNvPr>
                <p:cNvSpPr/>
                <p:nvPr/>
              </p:nvSpPr>
              <p:spPr>
                <a:xfrm>
                  <a:off x="7682471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4" name="pg112">
                  <a:extLst>
                    <a:ext uri="{FF2B5EF4-FFF2-40B4-BE49-F238E27FC236}">
                      <a16:creationId xmlns:a16="http://schemas.microsoft.com/office/drawing/2014/main" id="{E0E0E73A-0225-B7B2-9134-8713C991E1F1}"/>
                    </a:ext>
                  </a:extLst>
                </p:cNvPr>
                <p:cNvSpPr/>
                <p:nvPr/>
              </p:nvSpPr>
              <p:spPr>
                <a:xfrm>
                  <a:off x="7713534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5" name="pg113">
                  <a:extLst>
                    <a:ext uri="{FF2B5EF4-FFF2-40B4-BE49-F238E27FC236}">
                      <a16:creationId xmlns:a16="http://schemas.microsoft.com/office/drawing/2014/main" id="{69649611-F69A-CAA3-7CE8-D7E140814621}"/>
                    </a:ext>
                  </a:extLst>
                </p:cNvPr>
                <p:cNvSpPr/>
                <p:nvPr/>
              </p:nvSpPr>
              <p:spPr>
                <a:xfrm>
                  <a:off x="7744597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6" name="pg114">
                  <a:extLst>
                    <a:ext uri="{FF2B5EF4-FFF2-40B4-BE49-F238E27FC236}">
                      <a16:creationId xmlns:a16="http://schemas.microsoft.com/office/drawing/2014/main" id="{4CBF9F50-AE99-4D9B-6538-50BC0E777D0D}"/>
                    </a:ext>
                  </a:extLst>
                </p:cNvPr>
                <p:cNvSpPr/>
                <p:nvPr/>
              </p:nvSpPr>
              <p:spPr>
                <a:xfrm>
                  <a:off x="7806723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7" name="pg115">
                  <a:extLst>
                    <a:ext uri="{FF2B5EF4-FFF2-40B4-BE49-F238E27FC236}">
                      <a16:creationId xmlns:a16="http://schemas.microsoft.com/office/drawing/2014/main" id="{DA12540F-6848-A3C1-95DD-7A8AC261D45C}"/>
                    </a:ext>
                  </a:extLst>
                </p:cNvPr>
                <p:cNvSpPr/>
                <p:nvPr/>
              </p:nvSpPr>
              <p:spPr>
                <a:xfrm>
                  <a:off x="7837786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8" name="pg116">
                  <a:extLst>
                    <a:ext uri="{FF2B5EF4-FFF2-40B4-BE49-F238E27FC236}">
                      <a16:creationId xmlns:a16="http://schemas.microsoft.com/office/drawing/2014/main" id="{B0D91119-6E23-491C-1321-8C746F56B9F6}"/>
                    </a:ext>
                  </a:extLst>
                </p:cNvPr>
                <p:cNvSpPr/>
                <p:nvPr/>
              </p:nvSpPr>
              <p:spPr>
                <a:xfrm>
                  <a:off x="7868849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3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89" name="pg117">
                  <a:extLst>
                    <a:ext uri="{FF2B5EF4-FFF2-40B4-BE49-F238E27FC236}">
                      <a16:creationId xmlns:a16="http://schemas.microsoft.com/office/drawing/2014/main" id="{DE0D3552-5586-600B-515E-697B90DCFD35}"/>
                    </a:ext>
                  </a:extLst>
                </p:cNvPr>
                <p:cNvSpPr/>
                <p:nvPr/>
              </p:nvSpPr>
              <p:spPr>
                <a:xfrm>
                  <a:off x="7899912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0" name="pg118">
                  <a:extLst>
                    <a:ext uri="{FF2B5EF4-FFF2-40B4-BE49-F238E27FC236}">
                      <a16:creationId xmlns:a16="http://schemas.microsoft.com/office/drawing/2014/main" id="{40112129-7A17-EE91-2355-722EF9349C3E}"/>
                    </a:ext>
                  </a:extLst>
                </p:cNvPr>
                <p:cNvSpPr/>
                <p:nvPr/>
              </p:nvSpPr>
              <p:spPr>
                <a:xfrm>
                  <a:off x="7930974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1" name="pg119">
                  <a:extLst>
                    <a:ext uri="{FF2B5EF4-FFF2-40B4-BE49-F238E27FC236}">
                      <a16:creationId xmlns:a16="http://schemas.microsoft.com/office/drawing/2014/main" id="{D5958CBB-46DF-F422-2080-82DFBD3EDA19}"/>
                    </a:ext>
                  </a:extLst>
                </p:cNvPr>
                <p:cNvSpPr/>
                <p:nvPr/>
              </p:nvSpPr>
              <p:spPr>
                <a:xfrm>
                  <a:off x="7962037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2" name="pg120">
                  <a:extLst>
                    <a:ext uri="{FF2B5EF4-FFF2-40B4-BE49-F238E27FC236}">
                      <a16:creationId xmlns:a16="http://schemas.microsoft.com/office/drawing/2014/main" id="{F90BDC83-B06B-81CF-7B5F-0EA65B640AED}"/>
                    </a:ext>
                  </a:extLst>
                </p:cNvPr>
                <p:cNvSpPr/>
                <p:nvPr/>
              </p:nvSpPr>
              <p:spPr>
                <a:xfrm>
                  <a:off x="7993100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3" name="pg121">
                  <a:extLst>
                    <a:ext uri="{FF2B5EF4-FFF2-40B4-BE49-F238E27FC236}">
                      <a16:creationId xmlns:a16="http://schemas.microsoft.com/office/drawing/2014/main" id="{8E512B3F-4325-65CE-8D6E-B55A0ED97FBD}"/>
                    </a:ext>
                  </a:extLst>
                </p:cNvPr>
                <p:cNvSpPr/>
                <p:nvPr/>
              </p:nvSpPr>
              <p:spPr>
                <a:xfrm>
                  <a:off x="7247590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4" name="pg122">
                  <a:extLst>
                    <a:ext uri="{FF2B5EF4-FFF2-40B4-BE49-F238E27FC236}">
                      <a16:creationId xmlns:a16="http://schemas.microsoft.com/office/drawing/2014/main" id="{10D55863-6DBF-38AC-76F7-26C666F1B8AE}"/>
                    </a:ext>
                  </a:extLst>
                </p:cNvPr>
                <p:cNvSpPr/>
                <p:nvPr/>
              </p:nvSpPr>
              <p:spPr>
                <a:xfrm>
                  <a:off x="7278653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5" name="pg123">
                  <a:extLst>
                    <a:ext uri="{FF2B5EF4-FFF2-40B4-BE49-F238E27FC236}">
                      <a16:creationId xmlns:a16="http://schemas.microsoft.com/office/drawing/2014/main" id="{7688BAEF-2705-ED2D-445A-DFEA2C05FBD2}"/>
                    </a:ext>
                  </a:extLst>
                </p:cNvPr>
                <p:cNvSpPr/>
                <p:nvPr/>
              </p:nvSpPr>
              <p:spPr>
                <a:xfrm>
                  <a:off x="7309716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6" name="pg124">
                  <a:extLst>
                    <a:ext uri="{FF2B5EF4-FFF2-40B4-BE49-F238E27FC236}">
                      <a16:creationId xmlns:a16="http://schemas.microsoft.com/office/drawing/2014/main" id="{A2A26B72-2AD9-67B0-8836-4832F5CEFDA4}"/>
                    </a:ext>
                  </a:extLst>
                </p:cNvPr>
                <p:cNvSpPr/>
                <p:nvPr/>
              </p:nvSpPr>
              <p:spPr>
                <a:xfrm>
                  <a:off x="7340779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7" name="pg125">
                  <a:extLst>
                    <a:ext uri="{FF2B5EF4-FFF2-40B4-BE49-F238E27FC236}">
                      <a16:creationId xmlns:a16="http://schemas.microsoft.com/office/drawing/2014/main" id="{3F3A56C2-5164-6128-4A14-656E712307D7}"/>
                    </a:ext>
                  </a:extLst>
                </p:cNvPr>
                <p:cNvSpPr/>
                <p:nvPr/>
              </p:nvSpPr>
              <p:spPr>
                <a:xfrm>
                  <a:off x="7371842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8" name="pg126">
                  <a:extLst>
                    <a:ext uri="{FF2B5EF4-FFF2-40B4-BE49-F238E27FC236}">
                      <a16:creationId xmlns:a16="http://schemas.microsoft.com/office/drawing/2014/main" id="{265279E2-32E1-3237-E330-F616D12FED47}"/>
                    </a:ext>
                  </a:extLst>
                </p:cNvPr>
                <p:cNvSpPr/>
                <p:nvPr/>
              </p:nvSpPr>
              <p:spPr>
                <a:xfrm>
                  <a:off x="7402905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799" name="pg127">
                  <a:extLst>
                    <a:ext uri="{FF2B5EF4-FFF2-40B4-BE49-F238E27FC236}">
                      <a16:creationId xmlns:a16="http://schemas.microsoft.com/office/drawing/2014/main" id="{EBF47EE3-5A70-DEFB-C18C-6C679EA09C83}"/>
                    </a:ext>
                  </a:extLst>
                </p:cNvPr>
                <p:cNvSpPr/>
                <p:nvPr/>
              </p:nvSpPr>
              <p:spPr>
                <a:xfrm>
                  <a:off x="7433968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0" name="pg128">
                  <a:extLst>
                    <a:ext uri="{FF2B5EF4-FFF2-40B4-BE49-F238E27FC236}">
                      <a16:creationId xmlns:a16="http://schemas.microsoft.com/office/drawing/2014/main" id="{1DB6BED8-0609-E0AB-06BB-E1017077DFB3}"/>
                    </a:ext>
                  </a:extLst>
                </p:cNvPr>
                <p:cNvSpPr/>
                <p:nvPr/>
              </p:nvSpPr>
              <p:spPr>
                <a:xfrm>
                  <a:off x="7465031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1" name="pg129">
                  <a:extLst>
                    <a:ext uri="{FF2B5EF4-FFF2-40B4-BE49-F238E27FC236}">
                      <a16:creationId xmlns:a16="http://schemas.microsoft.com/office/drawing/2014/main" id="{8E7C0910-1E31-1E3A-A2C1-02410CA66083}"/>
                    </a:ext>
                  </a:extLst>
                </p:cNvPr>
                <p:cNvSpPr/>
                <p:nvPr/>
              </p:nvSpPr>
              <p:spPr>
                <a:xfrm>
                  <a:off x="7496094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2" name="pg130">
                  <a:extLst>
                    <a:ext uri="{FF2B5EF4-FFF2-40B4-BE49-F238E27FC236}">
                      <a16:creationId xmlns:a16="http://schemas.microsoft.com/office/drawing/2014/main" id="{32C5E375-DF79-8224-92B8-793809C247E0}"/>
                    </a:ext>
                  </a:extLst>
                </p:cNvPr>
                <p:cNvSpPr/>
                <p:nvPr/>
              </p:nvSpPr>
              <p:spPr>
                <a:xfrm>
                  <a:off x="7527156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3" name="pg131">
                  <a:extLst>
                    <a:ext uri="{FF2B5EF4-FFF2-40B4-BE49-F238E27FC236}">
                      <a16:creationId xmlns:a16="http://schemas.microsoft.com/office/drawing/2014/main" id="{99188059-18A6-E0A3-3CDB-A7C9AB53DF9A}"/>
                    </a:ext>
                  </a:extLst>
                </p:cNvPr>
                <p:cNvSpPr/>
                <p:nvPr/>
              </p:nvSpPr>
              <p:spPr>
                <a:xfrm>
                  <a:off x="7558219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4" name="pg132">
                  <a:extLst>
                    <a:ext uri="{FF2B5EF4-FFF2-40B4-BE49-F238E27FC236}">
                      <a16:creationId xmlns:a16="http://schemas.microsoft.com/office/drawing/2014/main" id="{9402A1B8-A928-EA79-A2E7-4BCEEA6E3DB2}"/>
                    </a:ext>
                  </a:extLst>
                </p:cNvPr>
                <p:cNvSpPr/>
                <p:nvPr/>
              </p:nvSpPr>
              <p:spPr>
                <a:xfrm>
                  <a:off x="7589283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5" name="pg133">
                  <a:extLst>
                    <a:ext uri="{FF2B5EF4-FFF2-40B4-BE49-F238E27FC236}">
                      <a16:creationId xmlns:a16="http://schemas.microsoft.com/office/drawing/2014/main" id="{551E5B34-5A78-5AAA-8536-8923B849AD42}"/>
                    </a:ext>
                  </a:extLst>
                </p:cNvPr>
                <p:cNvSpPr/>
                <p:nvPr/>
              </p:nvSpPr>
              <p:spPr>
                <a:xfrm>
                  <a:off x="7620345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6" name="pg134">
                  <a:extLst>
                    <a:ext uri="{FF2B5EF4-FFF2-40B4-BE49-F238E27FC236}">
                      <a16:creationId xmlns:a16="http://schemas.microsoft.com/office/drawing/2014/main" id="{9217B61B-C7B4-BD67-4F79-395D2843E136}"/>
                    </a:ext>
                  </a:extLst>
                </p:cNvPr>
                <p:cNvSpPr/>
                <p:nvPr/>
              </p:nvSpPr>
              <p:spPr>
                <a:xfrm>
                  <a:off x="7651408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7" name="pg135">
                  <a:extLst>
                    <a:ext uri="{FF2B5EF4-FFF2-40B4-BE49-F238E27FC236}">
                      <a16:creationId xmlns:a16="http://schemas.microsoft.com/office/drawing/2014/main" id="{9BABA22C-DA4C-A03A-1914-3BE4871A57DB}"/>
                    </a:ext>
                  </a:extLst>
                </p:cNvPr>
                <p:cNvSpPr/>
                <p:nvPr/>
              </p:nvSpPr>
              <p:spPr>
                <a:xfrm>
                  <a:off x="7682471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8" name="pg136">
                  <a:extLst>
                    <a:ext uri="{FF2B5EF4-FFF2-40B4-BE49-F238E27FC236}">
                      <a16:creationId xmlns:a16="http://schemas.microsoft.com/office/drawing/2014/main" id="{C0CDD64E-13EF-CAE7-0F6E-CD5D34D39BE7}"/>
                    </a:ext>
                  </a:extLst>
                </p:cNvPr>
                <p:cNvSpPr/>
                <p:nvPr/>
              </p:nvSpPr>
              <p:spPr>
                <a:xfrm>
                  <a:off x="7713534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09" name="pg137">
                  <a:extLst>
                    <a:ext uri="{FF2B5EF4-FFF2-40B4-BE49-F238E27FC236}">
                      <a16:creationId xmlns:a16="http://schemas.microsoft.com/office/drawing/2014/main" id="{6F454A13-DEF2-3E04-783C-2AC23A22C99C}"/>
                    </a:ext>
                  </a:extLst>
                </p:cNvPr>
                <p:cNvSpPr/>
                <p:nvPr/>
              </p:nvSpPr>
              <p:spPr>
                <a:xfrm>
                  <a:off x="7744597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0" name="pg138">
                  <a:extLst>
                    <a:ext uri="{FF2B5EF4-FFF2-40B4-BE49-F238E27FC236}">
                      <a16:creationId xmlns:a16="http://schemas.microsoft.com/office/drawing/2014/main" id="{66229560-5F11-912C-5459-2ADED189AA6C}"/>
                    </a:ext>
                  </a:extLst>
                </p:cNvPr>
                <p:cNvSpPr/>
                <p:nvPr/>
              </p:nvSpPr>
              <p:spPr>
                <a:xfrm>
                  <a:off x="7775660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1" name="pg139">
                  <a:extLst>
                    <a:ext uri="{FF2B5EF4-FFF2-40B4-BE49-F238E27FC236}">
                      <a16:creationId xmlns:a16="http://schemas.microsoft.com/office/drawing/2014/main" id="{1B705435-C52B-E1D1-020F-1942AFECA631}"/>
                    </a:ext>
                  </a:extLst>
                </p:cNvPr>
                <p:cNvSpPr/>
                <p:nvPr/>
              </p:nvSpPr>
              <p:spPr>
                <a:xfrm>
                  <a:off x="7806723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2" name="pg140">
                  <a:extLst>
                    <a:ext uri="{FF2B5EF4-FFF2-40B4-BE49-F238E27FC236}">
                      <a16:creationId xmlns:a16="http://schemas.microsoft.com/office/drawing/2014/main" id="{7CA309BA-8031-B166-8FF0-C7DAB3ED92A0}"/>
                    </a:ext>
                  </a:extLst>
                </p:cNvPr>
                <p:cNvSpPr/>
                <p:nvPr/>
              </p:nvSpPr>
              <p:spPr>
                <a:xfrm>
                  <a:off x="7837786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3" name="pg141">
                  <a:extLst>
                    <a:ext uri="{FF2B5EF4-FFF2-40B4-BE49-F238E27FC236}">
                      <a16:creationId xmlns:a16="http://schemas.microsoft.com/office/drawing/2014/main" id="{217109A6-F5CB-FE89-4729-D9C52FE9E3D7}"/>
                    </a:ext>
                  </a:extLst>
                </p:cNvPr>
                <p:cNvSpPr/>
                <p:nvPr/>
              </p:nvSpPr>
              <p:spPr>
                <a:xfrm>
                  <a:off x="7868849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4" name="pg142">
                  <a:extLst>
                    <a:ext uri="{FF2B5EF4-FFF2-40B4-BE49-F238E27FC236}">
                      <a16:creationId xmlns:a16="http://schemas.microsoft.com/office/drawing/2014/main" id="{38DBAD07-FAC2-C99C-3369-131E87D7E3E2}"/>
                    </a:ext>
                  </a:extLst>
                </p:cNvPr>
                <p:cNvSpPr/>
                <p:nvPr/>
              </p:nvSpPr>
              <p:spPr>
                <a:xfrm>
                  <a:off x="7899912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5" name="pg143">
                  <a:extLst>
                    <a:ext uri="{FF2B5EF4-FFF2-40B4-BE49-F238E27FC236}">
                      <a16:creationId xmlns:a16="http://schemas.microsoft.com/office/drawing/2014/main" id="{6E44AA36-8752-0DB1-D012-56FBBA5C7864}"/>
                    </a:ext>
                  </a:extLst>
                </p:cNvPr>
                <p:cNvSpPr/>
                <p:nvPr/>
              </p:nvSpPr>
              <p:spPr>
                <a:xfrm>
                  <a:off x="7930974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6" name="pg144">
                  <a:extLst>
                    <a:ext uri="{FF2B5EF4-FFF2-40B4-BE49-F238E27FC236}">
                      <a16:creationId xmlns:a16="http://schemas.microsoft.com/office/drawing/2014/main" id="{78FF94F5-F94F-1933-9C87-A2E4CF16FBCB}"/>
                    </a:ext>
                  </a:extLst>
                </p:cNvPr>
                <p:cNvSpPr/>
                <p:nvPr/>
              </p:nvSpPr>
              <p:spPr>
                <a:xfrm>
                  <a:off x="7962037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7" name="pg145">
                  <a:extLst>
                    <a:ext uri="{FF2B5EF4-FFF2-40B4-BE49-F238E27FC236}">
                      <a16:creationId xmlns:a16="http://schemas.microsoft.com/office/drawing/2014/main" id="{8299EE7D-1D94-97D7-1010-0A12287F2793}"/>
                    </a:ext>
                  </a:extLst>
                </p:cNvPr>
                <p:cNvSpPr/>
                <p:nvPr/>
              </p:nvSpPr>
              <p:spPr>
                <a:xfrm>
                  <a:off x="7247590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8" name="pg146">
                  <a:extLst>
                    <a:ext uri="{FF2B5EF4-FFF2-40B4-BE49-F238E27FC236}">
                      <a16:creationId xmlns:a16="http://schemas.microsoft.com/office/drawing/2014/main" id="{656479E8-FF7C-3D0B-B4F2-D969609FA629}"/>
                    </a:ext>
                  </a:extLst>
                </p:cNvPr>
                <p:cNvSpPr/>
                <p:nvPr/>
              </p:nvSpPr>
              <p:spPr>
                <a:xfrm>
                  <a:off x="7278653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19" name="pg147">
                  <a:extLst>
                    <a:ext uri="{FF2B5EF4-FFF2-40B4-BE49-F238E27FC236}">
                      <a16:creationId xmlns:a16="http://schemas.microsoft.com/office/drawing/2014/main" id="{E219EF0D-964E-6E85-AC0F-A66CC27C054D}"/>
                    </a:ext>
                  </a:extLst>
                </p:cNvPr>
                <p:cNvSpPr/>
                <p:nvPr/>
              </p:nvSpPr>
              <p:spPr>
                <a:xfrm>
                  <a:off x="7309716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0" name="pg148">
                  <a:extLst>
                    <a:ext uri="{FF2B5EF4-FFF2-40B4-BE49-F238E27FC236}">
                      <a16:creationId xmlns:a16="http://schemas.microsoft.com/office/drawing/2014/main" id="{23E006AF-A24E-DC39-0C7E-1217982DB655}"/>
                    </a:ext>
                  </a:extLst>
                </p:cNvPr>
                <p:cNvSpPr/>
                <p:nvPr/>
              </p:nvSpPr>
              <p:spPr>
                <a:xfrm>
                  <a:off x="7340779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1" name="pg149">
                  <a:extLst>
                    <a:ext uri="{FF2B5EF4-FFF2-40B4-BE49-F238E27FC236}">
                      <a16:creationId xmlns:a16="http://schemas.microsoft.com/office/drawing/2014/main" id="{6CCC7FCD-6468-6682-6A09-2833591D2819}"/>
                    </a:ext>
                  </a:extLst>
                </p:cNvPr>
                <p:cNvSpPr/>
                <p:nvPr/>
              </p:nvSpPr>
              <p:spPr>
                <a:xfrm>
                  <a:off x="7371842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2" name="pg150">
                  <a:extLst>
                    <a:ext uri="{FF2B5EF4-FFF2-40B4-BE49-F238E27FC236}">
                      <a16:creationId xmlns:a16="http://schemas.microsoft.com/office/drawing/2014/main" id="{AE150D15-D4A8-40C0-2431-4ECEA0CE9BE3}"/>
                    </a:ext>
                  </a:extLst>
                </p:cNvPr>
                <p:cNvSpPr/>
                <p:nvPr/>
              </p:nvSpPr>
              <p:spPr>
                <a:xfrm>
                  <a:off x="7402905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3" name="pg151">
                  <a:extLst>
                    <a:ext uri="{FF2B5EF4-FFF2-40B4-BE49-F238E27FC236}">
                      <a16:creationId xmlns:a16="http://schemas.microsoft.com/office/drawing/2014/main" id="{8D6DB45D-B559-CD89-80CF-94D7010C35BB}"/>
                    </a:ext>
                  </a:extLst>
                </p:cNvPr>
                <p:cNvSpPr/>
                <p:nvPr/>
              </p:nvSpPr>
              <p:spPr>
                <a:xfrm>
                  <a:off x="7433968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4" name="pg152">
                  <a:extLst>
                    <a:ext uri="{FF2B5EF4-FFF2-40B4-BE49-F238E27FC236}">
                      <a16:creationId xmlns:a16="http://schemas.microsoft.com/office/drawing/2014/main" id="{9C90171F-6220-25D4-0FB0-79FB4BFE8545}"/>
                    </a:ext>
                  </a:extLst>
                </p:cNvPr>
                <p:cNvSpPr/>
                <p:nvPr/>
              </p:nvSpPr>
              <p:spPr>
                <a:xfrm>
                  <a:off x="7465031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5" name="pg153">
                  <a:extLst>
                    <a:ext uri="{FF2B5EF4-FFF2-40B4-BE49-F238E27FC236}">
                      <a16:creationId xmlns:a16="http://schemas.microsoft.com/office/drawing/2014/main" id="{03303716-42D9-9307-5FDD-7359A7931078}"/>
                    </a:ext>
                  </a:extLst>
                </p:cNvPr>
                <p:cNvSpPr/>
                <p:nvPr/>
              </p:nvSpPr>
              <p:spPr>
                <a:xfrm>
                  <a:off x="7496094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6" name="pg154">
                  <a:extLst>
                    <a:ext uri="{FF2B5EF4-FFF2-40B4-BE49-F238E27FC236}">
                      <a16:creationId xmlns:a16="http://schemas.microsoft.com/office/drawing/2014/main" id="{6913707A-D499-FA36-FB27-FF56A2F1ECA6}"/>
                    </a:ext>
                  </a:extLst>
                </p:cNvPr>
                <p:cNvSpPr/>
                <p:nvPr/>
              </p:nvSpPr>
              <p:spPr>
                <a:xfrm>
                  <a:off x="7527156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7" name="pg155">
                  <a:extLst>
                    <a:ext uri="{FF2B5EF4-FFF2-40B4-BE49-F238E27FC236}">
                      <a16:creationId xmlns:a16="http://schemas.microsoft.com/office/drawing/2014/main" id="{D82DD99E-AC43-35C8-12A0-8A84143C3FD4}"/>
                    </a:ext>
                  </a:extLst>
                </p:cNvPr>
                <p:cNvSpPr/>
                <p:nvPr/>
              </p:nvSpPr>
              <p:spPr>
                <a:xfrm>
                  <a:off x="7558219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8" name="pg156">
                  <a:extLst>
                    <a:ext uri="{FF2B5EF4-FFF2-40B4-BE49-F238E27FC236}">
                      <a16:creationId xmlns:a16="http://schemas.microsoft.com/office/drawing/2014/main" id="{4FA2D7E2-9BFA-FA01-DF85-CA670C8210F5}"/>
                    </a:ext>
                  </a:extLst>
                </p:cNvPr>
                <p:cNvSpPr/>
                <p:nvPr/>
              </p:nvSpPr>
              <p:spPr>
                <a:xfrm>
                  <a:off x="7589283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29" name="pg157">
                  <a:extLst>
                    <a:ext uri="{FF2B5EF4-FFF2-40B4-BE49-F238E27FC236}">
                      <a16:creationId xmlns:a16="http://schemas.microsoft.com/office/drawing/2014/main" id="{36650783-F27E-3046-47BD-CE092CF02167}"/>
                    </a:ext>
                  </a:extLst>
                </p:cNvPr>
                <p:cNvSpPr/>
                <p:nvPr/>
              </p:nvSpPr>
              <p:spPr>
                <a:xfrm>
                  <a:off x="7620345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0" name="pg158">
                  <a:extLst>
                    <a:ext uri="{FF2B5EF4-FFF2-40B4-BE49-F238E27FC236}">
                      <a16:creationId xmlns:a16="http://schemas.microsoft.com/office/drawing/2014/main" id="{29B15286-2575-6FE7-939A-80C0046A62A4}"/>
                    </a:ext>
                  </a:extLst>
                </p:cNvPr>
                <p:cNvSpPr/>
                <p:nvPr/>
              </p:nvSpPr>
              <p:spPr>
                <a:xfrm>
                  <a:off x="7651408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1" name="pg159">
                  <a:extLst>
                    <a:ext uri="{FF2B5EF4-FFF2-40B4-BE49-F238E27FC236}">
                      <a16:creationId xmlns:a16="http://schemas.microsoft.com/office/drawing/2014/main" id="{48FF51FA-9CAC-0F3C-96E5-D4AEA8EA3AA4}"/>
                    </a:ext>
                  </a:extLst>
                </p:cNvPr>
                <p:cNvSpPr/>
                <p:nvPr/>
              </p:nvSpPr>
              <p:spPr>
                <a:xfrm>
                  <a:off x="7682471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2" name="pg160">
                  <a:extLst>
                    <a:ext uri="{FF2B5EF4-FFF2-40B4-BE49-F238E27FC236}">
                      <a16:creationId xmlns:a16="http://schemas.microsoft.com/office/drawing/2014/main" id="{A6455EFC-F2C7-7358-C994-B67CEC246B66}"/>
                    </a:ext>
                  </a:extLst>
                </p:cNvPr>
                <p:cNvSpPr/>
                <p:nvPr/>
              </p:nvSpPr>
              <p:spPr>
                <a:xfrm>
                  <a:off x="7713534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3" name="pg161">
                  <a:extLst>
                    <a:ext uri="{FF2B5EF4-FFF2-40B4-BE49-F238E27FC236}">
                      <a16:creationId xmlns:a16="http://schemas.microsoft.com/office/drawing/2014/main" id="{6E16026E-4CF9-5E2A-CDB5-AB06862F3C92}"/>
                    </a:ext>
                  </a:extLst>
                </p:cNvPr>
                <p:cNvSpPr/>
                <p:nvPr/>
              </p:nvSpPr>
              <p:spPr>
                <a:xfrm>
                  <a:off x="7744597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4" name="pg162">
                  <a:extLst>
                    <a:ext uri="{FF2B5EF4-FFF2-40B4-BE49-F238E27FC236}">
                      <a16:creationId xmlns:a16="http://schemas.microsoft.com/office/drawing/2014/main" id="{363A7F0A-B038-8F3B-7318-DC1BE49BD964}"/>
                    </a:ext>
                  </a:extLst>
                </p:cNvPr>
                <p:cNvSpPr/>
                <p:nvPr/>
              </p:nvSpPr>
              <p:spPr>
                <a:xfrm>
                  <a:off x="7775660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5" name="pg163">
                  <a:extLst>
                    <a:ext uri="{FF2B5EF4-FFF2-40B4-BE49-F238E27FC236}">
                      <a16:creationId xmlns:a16="http://schemas.microsoft.com/office/drawing/2014/main" id="{DE1FAB75-E098-668D-EF4F-0F7741F0796F}"/>
                    </a:ext>
                  </a:extLst>
                </p:cNvPr>
                <p:cNvSpPr/>
                <p:nvPr/>
              </p:nvSpPr>
              <p:spPr>
                <a:xfrm>
                  <a:off x="7806723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6" name="pg164">
                  <a:extLst>
                    <a:ext uri="{FF2B5EF4-FFF2-40B4-BE49-F238E27FC236}">
                      <a16:creationId xmlns:a16="http://schemas.microsoft.com/office/drawing/2014/main" id="{793B37B1-01DA-2208-9A0A-90730946FB7D}"/>
                    </a:ext>
                  </a:extLst>
                </p:cNvPr>
                <p:cNvSpPr/>
                <p:nvPr/>
              </p:nvSpPr>
              <p:spPr>
                <a:xfrm>
                  <a:off x="7837786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7" name="pg165">
                  <a:extLst>
                    <a:ext uri="{FF2B5EF4-FFF2-40B4-BE49-F238E27FC236}">
                      <a16:creationId xmlns:a16="http://schemas.microsoft.com/office/drawing/2014/main" id="{CF1CF05D-3F8D-C2C4-DE09-7F9E466F1046}"/>
                    </a:ext>
                  </a:extLst>
                </p:cNvPr>
                <p:cNvSpPr/>
                <p:nvPr/>
              </p:nvSpPr>
              <p:spPr>
                <a:xfrm>
                  <a:off x="7868849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8" name="pg166">
                  <a:extLst>
                    <a:ext uri="{FF2B5EF4-FFF2-40B4-BE49-F238E27FC236}">
                      <a16:creationId xmlns:a16="http://schemas.microsoft.com/office/drawing/2014/main" id="{F6C6ED81-776A-4831-D5E2-ABCE10480666}"/>
                    </a:ext>
                  </a:extLst>
                </p:cNvPr>
                <p:cNvSpPr/>
                <p:nvPr/>
              </p:nvSpPr>
              <p:spPr>
                <a:xfrm>
                  <a:off x="7899912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39" name="pg167">
                  <a:extLst>
                    <a:ext uri="{FF2B5EF4-FFF2-40B4-BE49-F238E27FC236}">
                      <a16:creationId xmlns:a16="http://schemas.microsoft.com/office/drawing/2014/main" id="{BD64A5FB-01C6-F75D-AC49-9781988DFAAD}"/>
                    </a:ext>
                  </a:extLst>
                </p:cNvPr>
                <p:cNvSpPr/>
                <p:nvPr/>
              </p:nvSpPr>
              <p:spPr>
                <a:xfrm>
                  <a:off x="7930974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0" name="pg168">
                  <a:extLst>
                    <a:ext uri="{FF2B5EF4-FFF2-40B4-BE49-F238E27FC236}">
                      <a16:creationId xmlns:a16="http://schemas.microsoft.com/office/drawing/2014/main" id="{5416A481-FB4E-2379-19F0-9AC1827F7C21}"/>
                    </a:ext>
                  </a:extLst>
                </p:cNvPr>
                <p:cNvSpPr/>
                <p:nvPr/>
              </p:nvSpPr>
              <p:spPr>
                <a:xfrm>
                  <a:off x="7154402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1" name="pg169">
                  <a:extLst>
                    <a:ext uri="{FF2B5EF4-FFF2-40B4-BE49-F238E27FC236}">
                      <a16:creationId xmlns:a16="http://schemas.microsoft.com/office/drawing/2014/main" id="{8A45FF74-FEE4-D0B9-B1AB-CF5F2A220ACC}"/>
                    </a:ext>
                  </a:extLst>
                </p:cNvPr>
                <p:cNvSpPr/>
                <p:nvPr/>
              </p:nvSpPr>
              <p:spPr>
                <a:xfrm>
                  <a:off x="7185465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2" name="pg170">
                  <a:extLst>
                    <a:ext uri="{FF2B5EF4-FFF2-40B4-BE49-F238E27FC236}">
                      <a16:creationId xmlns:a16="http://schemas.microsoft.com/office/drawing/2014/main" id="{BD67337A-546C-9348-2CF4-5778416A1F3F}"/>
                    </a:ext>
                  </a:extLst>
                </p:cNvPr>
                <p:cNvSpPr/>
                <p:nvPr/>
              </p:nvSpPr>
              <p:spPr>
                <a:xfrm>
                  <a:off x="7247590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3" name="pg171">
                  <a:extLst>
                    <a:ext uri="{FF2B5EF4-FFF2-40B4-BE49-F238E27FC236}">
                      <a16:creationId xmlns:a16="http://schemas.microsoft.com/office/drawing/2014/main" id="{D191C697-DF5A-2369-AFB9-4EDB26525F5C}"/>
                    </a:ext>
                  </a:extLst>
                </p:cNvPr>
                <p:cNvSpPr/>
                <p:nvPr/>
              </p:nvSpPr>
              <p:spPr>
                <a:xfrm>
                  <a:off x="7278653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4" name="pg172">
                  <a:extLst>
                    <a:ext uri="{FF2B5EF4-FFF2-40B4-BE49-F238E27FC236}">
                      <a16:creationId xmlns:a16="http://schemas.microsoft.com/office/drawing/2014/main" id="{905C480C-8E9C-6976-87FB-6E67F17613CD}"/>
                    </a:ext>
                  </a:extLst>
                </p:cNvPr>
                <p:cNvSpPr/>
                <p:nvPr/>
              </p:nvSpPr>
              <p:spPr>
                <a:xfrm>
                  <a:off x="7309716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5" name="pg173">
                  <a:extLst>
                    <a:ext uri="{FF2B5EF4-FFF2-40B4-BE49-F238E27FC236}">
                      <a16:creationId xmlns:a16="http://schemas.microsoft.com/office/drawing/2014/main" id="{5F0AC1F8-CFF0-7E12-B613-74ECD4837326}"/>
                    </a:ext>
                  </a:extLst>
                </p:cNvPr>
                <p:cNvSpPr/>
                <p:nvPr/>
              </p:nvSpPr>
              <p:spPr>
                <a:xfrm>
                  <a:off x="7340779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6" name="pg174">
                  <a:extLst>
                    <a:ext uri="{FF2B5EF4-FFF2-40B4-BE49-F238E27FC236}">
                      <a16:creationId xmlns:a16="http://schemas.microsoft.com/office/drawing/2014/main" id="{674DE8AE-205F-27D5-749C-2E34E089C5BA}"/>
                    </a:ext>
                  </a:extLst>
                </p:cNvPr>
                <p:cNvSpPr/>
                <p:nvPr/>
              </p:nvSpPr>
              <p:spPr>
                <a:xfrm>
                  <a:off x="7371842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7" name="pg175">
                  <a:extLst>
                    <a:ext uri="{FF2B5EF4-FFF2-40B4-BE49-F238E27FC236}">
                      <a16:creationId xmlns:a16="http://schemas.microsoft.com/office/drawing/2014/main" id="{9D387834-8291-D635-3F95-1B3056CA336C}"/>
                    </a:ext>
                  </a:extLst>
                </p:cNvPr>
                <p:cNvSpPr/>
                <p:nvPr/>
              </p:nvSpPr>
              <p:spPr>
                <a:xfrm>
                  <a:off x="7402905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8" name="pg176">
                  <a:extLst>
                    <a:ext uri="{FF2B5EF4-FFF2-40B4-BE49-F238E27FC236}">
                      <a16:creationId xmlns:a16="http://schemas.microsoft.com/office/drawing/2014/main" id="{6CD19E9F-2681-5193-0116-D610D64D0A1C}"/>
                    </a:ext>
                  </a:extLst>
                </p:cNvPr>
                <p:cNvSpPr/>
                <p:nvPr/>
              </p:nvSpPr>
              <p:spPr>
                <a:xfrm>
                  <a:off x="7433968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49" name="pg177">
                  <a:extLst>
                    <a:ext uri="{FF2B5EF4-FFF2-40B4-BE49-F238E27FC236}">
                      <a16:creationId xmlns:a16="http://schemas.microsoft.com/office/drawing/2014/main" id="{513313C5-64A4-C3A0-BB5E-BEE9EA13C8FC}"/>
                    </a:ext>
                  </a:extLst>
                </p:cNvPr>
                <p:cNvSpPr/>
                <p:nvPr/>
              </p:nvSpPr>
              <p:spPr>
                <a:xfrm>
                  <a:off x="7465031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0" name="pg178">
                  <a:extLst>
                    <a:ext uri="{FF2B5EF4-FFF2-40B4-BE49-F238E27FC236}">
                      <a16:creationId xmlns:a16="http://schemas.microsoft.com/office/drawing/2014/main" id="{89EEF01A-E75B-5C5B-259B-3BCEFBF93E68}"/>
                    </a:ext>
                  </a:extLst>
                </p:cNvPr>
                <p:cNvSpPr/>
                <p:nvPr/>
              </p:nvSpPr>
              <p:spPr>
                <a:xfrm>
                  <a:off x="7558219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1" name="pg179">
                  <a:extLst>
                    <a:ext uri="{FF2B5EF4-FFF2-40B4-BE49-F238E27FC236}">
                      <a16:creationId xmlns:a16="http://schemas.microsoft.com/office/drawing/2014/main" id="{A671EA10-8D71-7388-4740-88BB3660ADD8}"/>
                    </a:ext>
                  </a:extLst>
                </p:cNvPr>
                <p:cNvSpPr/>
                <p:nvPr/>
              </p:nvSpPr>
              <p:spPr>
                <a:xfrm>
                  <a:off x="7589283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2" name="pg180">
                  <a:extLst>
                    <a:ext uri="{FF2B5EF4-FFF2-40B4-BE49-F238E27FC236}">
                      <a16:creationId xmlns:a16="http://schemas.microsoft.com/office/drawing/2014/main" id="{42EA1777-BC63-3CCA-C7EE-74B3DA4F9180}"/>
                    </a:ext>
                  </a:extLst>
                </p:cNvPr>
                <p:cNvSpPr/>
                <p:nvPr/>
              </p:nvSpPr>
              <p:spPr>
                <a:xfrm>
                  <a:off x="7620345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3" name="pg181">
                  <a:extLst>
                    <a:ext uri="{FF2B5EF4-FFF2-40B4-BE49-F238E27FC236}">
                      <a16:creationId xmlns:a16="http://schemas.microsoft.com/office/drawing/2014/main" id="{D0F63CA4-8C40-3A00-4372-5F61A0179DF9}"/>
                    </a:ext>
                  </a:extLst>
                </p:cNvPr>
                <p:cNvSpPr/>
                <p:nvPr/>
              </p:nvSpPr>
              <p:spPr>
                <a:xfrm>
                  <a:off x="7651408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3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4" name="pg182">
                  <a:extLst>
                    <a:ext uri="{FF2B5EF4-FFF2-40B4-BE49-F238E27FC236}">
                      <a16:creationId xmlns:a16="http://schemas.microsoft.com/office/drawing/2014/main" id="{7D0F1D7C-064F-9858-74C0-3B19F6F57284}"/>
                    </a:ext>
                  </a:extLst>
                </p:cNvPr>
                <p:cNvSpPr/>
                <p:nvPr/>
              </p:nvSpPr>
              <p:spPr>
                <a:xfrm>
                  <a:off x="7682471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5" name="pg183">
                  <a:extLst>
                    <a:ext uri="{FF2B5EF4-FFF2-40B4-BE49-F238E27FC236}">
                      <a16:creationId xmlns:a16="http://schemas.microsoft.com/office/drawing/2014/main" id="{647D5AB1-836C-96D3-3C43-F1AC4BCAEE97}"/>
                    </a:ext>
                  </a:extLst>
                </p:cNvPr>
                <p:cNvSpPr/>
                <p:nvPr/>
              </p:nvSpPr>
              <p:spPr>
                <a:xfrm>
                  <a:off x="7713534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A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6" name="pg184">
                  <a:extLst>
                    <a:ext uri="{FF2B5EF4-FFF2-40B4-BE49-F238E27FC236}">
                      <a16:creationId xmlns:a16="http://schemas.microsoft.com/office/drawing/2014/main" id="{815C41C2-2D76-F617-4896-C6E1220224F5}"/>
                    </a:ext>
                  </a:extLst>
                </p:cNvPr>
                <p:cNvSpPr/>
                <p:nvPr/>
              </p:nvSpPr>
              <p:spPr>
                <a:xfrm>
                  <a:off x="7744597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7" name="pg185">
                  <a:extLst>
                    <a:ext uri="{FF2B5EF4-FFF2-40B4-BE49-F238E27FC236}">
                      <a16:creationId xmlns:a16="http://schemas.microsoft.com/office/drawing/2014/main" id="{7916C4E3-549B-BD5E-23CB-17329DA1AEFB}"/>
                    </a:ext>
                  </a:extLst>
                </p:cNvPr>
                <p:cNvSpPr/>
                <p:nvPr/>
              </p:nvSpPr>
              <p:spPr>
                <a:xfrm>
                  <a:off x="7775660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8" name="pg186">
                  <a:extLst>
                    <a:ext uri="{FF2B5EF4-FFF2-40B4-BE49-F238E27FC236}">
                      <a16:creationId xmlns:a16="http://schemas.microsoft.com/office/drawing/2014/main" id="{8EC70ADD-78F3-7052-EBA6-5BD09B536B17}"/>
                    </a:ext>
                  </a:extLst>
                </p:cNvPr>
                <p:cNvSpPr/>
                <p:nvPr/>
              </p:nvSpPr>
              <p:spPr>
                <a:xfrm>
                  <a:off x="7806723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A">
                    <a:alpha val="100000"/>
                  </a:srgbClr>
                </a:solidFill>
                <a:ln w="5420" cap="flat">
                  <a:solidFill>
                    <a:srgbClr val="C1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59" name="pg187">
                  <a:extLst>
                    <a:ext uri="{FF2B5EF4-FFF2-40B4-BE49-F238E27FC236}">
                      <a16:creationId xmlns:a16="http://schemas.microsoft.com/office/drawing/2014/main" id="{C7C5A41A-B05E-C575-A7D2-74043EF3D10C}"/>
                    </a:ext>
                  </a:extLst>
                </p:cNvPr>
                <p:cNvSpPr/>
                <p:nvPr/>
              </p:nvSpPr>
              <p:spPr>
                <a:xfrm>
                  <a:off x="7837786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0" name="pg188">
                  <a:extLst>
                    <a:ext uri="{FF2B5EF4-FFF2-40B4-BE49-F238E27FC236}">
                      <a16:creationId xmlns:a16="http://schemas.microsoft.com/office/drawing/2014/main" id="{574551D7-6024-B589-B90C-6F5730A51913}"/>
                    </a:ext>
                  </a:extLst>
                </p:cNvPr>
                <p:cNvSpPr/>
                <p:nvPr/>
              </p:nvSpPr>
              <p:spPr>
                <a:xfrm>
                  <a:off x="7868849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1" name="pg189">
                  <a:extLst>
                    <a:ext uri="{FF2B5EF4-FFF2-40B4-BE49-F238E27FC236}">
                      <a16:creationId xmlns:a16="http://schemas.microsoft.com/office/drawing/2014/main" id="{D30FADFD-F669-6382-6988-7A24EB03492A}"/>
                    </a:ext>
                  </a:extLst>
                </p:cNvPr>
                <p:cNvSpPr/>
                <p:nvPr/>
              </p:nvSpPr>
              <p:spPr>
                <a:xfrm>
                  <a:off x="7899912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2" name="pg190">
                  <a:extLst>
                    <a:ext uri="{FF2B5EF4-FFF2-40B4-BE49-F238E27FC236}">
                      <a16:creationId xmlns:a16="http://schemas.microsoft.com/office/drawing/2014/main" id="{B6E484C0-1646-D2B2-B5CD-AE0159C4BC5F}"/>
                    </a:ext>
                  </a:extLst>
                </p:cNvPr>
                <p:cNvSpPr/>
                <p:nvPr/>
              </p:nvSpPr>
              <p:spPr>
                <a:xfrm>
                  <a:off x="7123338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3" name="pg191">
                  <a:extLst>
                    <a:ext uri="{FF2B5EF4-FFF2-40B4-BE49-F238E27FC236}">
                      <a16:creationId xmlns:a16="http://schemas.microsoft.com/office/drawing/2014/main" id="{359B3F1D-1843-797E-8730-B5FD73531C18}"/>
                    </a:ext>
                  </a:extLst>
                </p:cNvPr>
                <p:cNvSpPr/>
                <p:nvPr/>
              </p:nvSpPr>
              <p:spPr>
                <a:xfrm>
                  <a:off x="7154402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4" name="pg192">
                  <a:extLst>
                    <a:ext uri="{FF2B5EF4-FFF2-40B4-BE49-F238E27FC236}">
                      <a16:creationId xmlns:a16="http://schemas.microsoft.com/office/drawing/2014/main" id="{BAA57F49-137A-B353-E0CE-5D72EC1E23A6}"/>
                    </a:ext>
                  </a:extLst>
                </p:cNvPr>
                <p:cNvSpPr/>
                <p:nvPr/>
              </p:nvSpPr>
              <p:spPr>
                <a:xfrm>
                  <a:off x="7185465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5" name="pg193">
                  <a:extLst>
                    <a:ext uri="{FF2B5EF4-FFF2-40B4-BE49-F238E27FC236}">
                      <a16:creationId xmlns:a16="http://schemas.microsoft.com/office/drawing/2014/main" id="{DC032381-2EAF-FBD3-C1A7-C346EAD835DA}"/>
                    </a:ext>
                  </a:extLst>
                </p:cNvPr>
                <p:cNvSpPr/>
                <p:nvPr/>
              </p:nvSpPr>
              <p:spPr>
                <a:xfrm>
                  <a:off x="7216527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6" name="pg194">
                  <a:extLst>
                    <a:ext uri="{FF2B5EF4-FFF2-40B4-BE49-F238E27FC236}">
                      <a16:creationId xmlns:a16="http://schemas.microsoft.com/office/drawing/2014/main" id="{A2BEA0AA-FF07-631B-194A-FE7BB7812B06}"/>
                    </a:ext>
                  </a:extLst>
                </p:cNvPr>
                <p:cNvSpPr/>
                <p:nvPr/>
              </p:nvSpPr>
              <p:spPr>
                <a:xfrm>
                  <a:off x="7247590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7" name="pg195">
                  <a:extLst>
                    <a:ext uri="{FF2B5EF4-FFF2-40B4-BE49-F238E27FC236}">
                      <a16:creationId xmlns:a16="http://schemas.microsoft.com/office/drawing/2014/main" id="{B2615FEC-1438-F6A3-B550-D016125C4574}"/>
                    </a:ext>
                  </a:extLst>
                </p:cNvPr>
                <p:cNvSpPr/>
                <p:nvPr/>
              </p:nvSpPr>
              <p:spPr>
                <a:xfrm>
                  <a:off x="7278653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8" name="pg196">
                  <a:extLst>
                    <a:ext uri="{FF2B5EF4-FFF2-40B4-BE49-F238E27FC236}">
                      <a16:creationId xmlns:a16="http://schemas.microsoft.com/office/drawing/2014/main" id="{AC49FA9C-1E83-83DA-CF72-05CAC4D7A015}"/>
                    </a:ext>
                  </a:extLst>
                </p:cNvPr>
                <p:cNvSpPr/>
                <p:nvPr/>
              </p:nvSpPr>
              <p:spPr>
                <a:xfrm>
                  <a:off x="7309716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69" name="pg197">
                  <a:extLst>
                    <a:ext uri="{FF2B5EF4-FFF2-40B4-BE49-F238E27FC236}">
                      <a16:creationId xmlns:a16="http://schemas.microsoft.com/office/drawing/2014/main" id="{51286B91-3277-F7C2-3C36-402BC702F8EE}"/>
                    </a:ext>
                  </a:extLst>
                </p:cNvPr>
                <p:cNvSpPr/>
                <p:nvPr/>
              </p:nvSpPr>
              <p:spPr>
                <a:xfrm>
                  <a:off x="7340779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0" name="pg198">
                  <a:extLst>
                    <a:ext uri="{FF2B5EF4-FFF2-40B4-BE49-F238E27FC236}">
                      <a16:creationId xmlns:a16="http://schemas.microsoft.com/office/drawing/2014/main" id="{0AF03579-C514-4EF7-845B-C37E43D845D7}"/>
                    </a:ext>
                  </a:extLst>
                </p:cNvPr>
                <p:cNvSpPr/>
                <p:nvPr/>
              </p:nvSpPr>
              <p:spPr>
                <a:xfrm>
                  <a:off x="7371842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1" name="pg199">
                  <a:extLst>
                    <a:ext uri="{FF2B5EF4-FFF2-40B4-BE49-F238E27FC236}">
                      <a16:creationId xmlns:a16="http://schemas.microsoft.com/office/drawing/2014/main" id="{F55F413F-BF44-1954-16A4-AF8CEEEA99FD}"/>
                    </a:ext>
                  </a:extLst>
                </p:cNvPr>
                <p:cNvSpPr/>
                <p:nvPr/>
              </p:nvSpPr>
              <p:spPr>
                <a:xfrm>
                  <a:off x="7402905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2" name="pg200">
                  <a:extLst>
                    <a:ext uri="{FF2B5EF4-FFF2-40B4-BE49-F238E27FC236}">
                      <a16:creationId xmlns:a16="http://schemas.microsoft.com/office/drawing/2014/main" id="{B515EFCE-3A1D-266C-3F4A-625BD2BCA8E9}"/>
                    </a:ext>
                  </a:extLst>
                </p:cNvPr>
                <p:cNvSpPr/>
                <p:nvPr/>
              </p:nvSpPr>
              <p:spPr>
                <a:xfrm>
                  <a:off x="7433968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3" name="pg201">
                  <a:extLst>
                    <a:ext uri="{FF2B5EF4-FFF2-40B4-BE49-F238E27FC236}">
                      <a16:creationId xmlns:a16="http://schemas.microsoft.com/office/drawing/2014/main" id="{3115D630-B41D-5541-1319-4D134C43AD65}"/>
                    </a:ext>
                  </a:extLst>
                </p:cNvPr>
                <p:cNvSpPr/>
                <p:nvPr/>
              </p:nvSpPr>
              <p:spPr>
                <a:xfrm>
                  <a:off x="7465031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4" name="pg202">
                  <a:extLst>
                    <a:ext uri="{FF2B5EF4-FFF2-40B4-BE49-F238E27FC236}">
                      <a16:creationId xmlns:a16="http://schemas.microsoft.com/office/drawing/2014/main" id="{3C588D63-A4A1-18AF-966E-ACAD178F7ACD}"/>
                    </a:ext>
                  </a:extLst>
                </p:cNvPr>
                <p:cNvSpPr/>
                <p:nvPr/>
              </p:nvSpPr>
              <p:spPr>
                <a:xfrm>
                  <a:off x="7589283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5" name="pg203">
                  <a:extLst>
                    <a:ext uri="{FF2B5EF4-FFF2-40B4-BE49-F238E27FC236}">
                      <a16:creationId xmlns:a16="http://schemas.microsoft.com/office/drawing/2014/main" id="{7E86BE9D-AA40-4AE1-E7BC-2C76815019C2}"/>
                    </a:ext>
                  </a:extLst>
                </p:cNvPr>
                <p:cNvSpPr/>
                <p:nvPr/>
              </p:nvSpPr>
              <p:spPr>
                <a:xfrm>
                  <a:off x="7620345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6" name="pg204">
                  <a:extLst>
                    <a:ext uri="{FF2B5EF4-FFF2-40B4-BE49-F238E27FC236}">
                      <a16:creationId xmlns:a16="http://schemas.microsoft.com/office/drawing/2014/main" id="{8BABA9F4-FC21-72E7-1B63-AD110B8CFD35}"/>
                    </a:ext>
                  </a:extLst>
                </p:cNvPr>
                <p:cNvSpPr/>
                <p:nvPr/>
              </p:nvSpPr>
              <p:spPr>
                <a:xfrm>
                  <a:off x="7651408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7" name="pg205">
                  <a:extLst>
                    <a:ext uri="{FF2B5EF4-FFF2-40B4-BE49-F238E27FC236}">
                      <a16:creationId xmlns:a16="http://schemas.microsoft.com/office/drawing/2014/main" id="{2F01F737-960E-C149-E058-92A6D45A38CE}"/>
                    </a:ext>
                  </a:extLst>
                </p:cNvPr>
                <p:cNvSpPr/>
                <p:nvPr/>
              </p:nvSpPr>
              <p:spPr>
                <a:xfrm>
                  <a:off x="7682471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CD8">
                    <a:alpha val="100000"/>
                  </a:srgbClr>
                </a:solidFill>
                <a:ln w="5420" cap="flat">
                  <a:solidFill>
                    <a:srgbClr val="BB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8" name="pg206">
                  <a:extLst>
                    <a:ext uri="{FF2B5EF4-FFF2-40B4-BE49-F238E27FC236}">
                      <a16:creationId xmlns:a16="http://schemas.microsoft.com/office/drawing/2014/main" id="{44B04070-D0DE-BF45-B298-35517840ADFF}"/>
                    </a:ext>
                  </a:extLst>
                </p:cNvPr>
                <p:cNvSpPr/>
                <p:nvPr/>
              </p:nvSpPr>
              <p:spPr>
                <a:xfrm>
                  <a:off x="7713534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79" name="pg207">
                  <a:extLst>
                    <a:ext uri="{FF2B5EF4-FFF2-40B4-BE49-F238E27FC236}">
                      <a16:creationId xmlns:a16="http://schemas.microsoft.com/office/drawing/2014/main" id="{E19BE282-9276-ED40-8D3A-3B879BCABCDC}"/>
                    </a:ext>
                  </a:extLst>
                </p:cNvPr>
                <p:cNvSpPr/>
                <p:nvPr/>
              </p:nvSpPr>
              <p:spPr>
                <a:xfrm>
                  <a:off x="7744597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A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0" name="pg208">
                  <a:extLst>
                    <a:ext uri="{FF2B5EF4-FFF2-40B4-BE49-F238E27FC236}">
                      <a16:creationId xmlns:a16="http://schemas.microsoft.com/office/drawing/2014/main" id="{CCBDA8F1-8EFD-72FB-A388-82B86CEC77A5}"/>
                    </a:ext>
                  </a:extLst>
                </p:cNvPr>
                <p:cNvSpPr/>
                <p:nvPr/>
              </p:nvSpPr>
              <p:spPr>
                <a:xfrm>
                  <a:off x="7775660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B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1" name="pg209">
                  <a:extLst>
                    <a:ext uri="{FF2B5EF4-FFF2-40B4-BE49-F238E27FC236}">
                      <a16:creationId xmlns:a16="http://schemas.microsoft.com/office/drawing/2014/main" id="{1E31BCAC-7EA7-533B-1FE7-5569C5D1F61D}"/>
                    </a:ext>
                  </a:extLst>
                </p:cNvPr>
                <p:cNvSpPr/>
                <p:nvPr/>
              </p:nvSpPr>
              <p:spPr>
                <a:xfrm>
                  <a:off x="7806723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1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2" name="pg210">
                  <a:extLst>
                    <a:ext uri="{FF2B5EF4-FFF2-40B4-BE49-F238E27FC236}">
                      <a16:creationId xmlns:a16="http://schemas.microsoft.com/office/drawing/2014/main" id="{AC6068D3-EA98-5F87-2E14-5E5DA749D088}"/>
                    </a:ext>
                  </a:extLst>
                </p:cNvPr>
                <p:cNvSpPr/>
                <p:nvPr/>
              </p:nvSpPr>
              <p:spPr>
                <a:xfrm>
                  <a:off x="7837786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3" name="pg211">
                  <a:extLst>
                    <a:ext uri="{FF2B5EF4-FFF2-40B4-BE49-F238E27FC236}">
                      <a16:creationId xmlns:a16="http://schemas.microsoft.com/office/drawing/2014/main" id="{D664374C-D791-098E-F8A2-827867F19D96}"/>
                    </a:ext>
                  </a:extLst>
                </p:cNvPr>
                <p:cNvSpPr/>
                <p:nvPr/>
              </p:nvSpPr>
              <p:spPr>
                <a:xfrm>
                  <a:off x="7868849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4" name="pg212">
                  <a:extLst>
                    <a:ext uri="{FF2B5EF4-FFF2-40B4-BE49-F238E27FC236}">
                      <a16:creationId xmlns:a16="http://schemas.microsoft.com/office/drawing/2014/main" id="{0C2C364D-3075-D2C1-A6CD-E3668D483E72}"/>
                    </a:ext>
                  </a:extLst>
                </p:cNvPr>
                <p:cNvSpPr/>
                <p:nvPr/>
              </p:nvSpPr>
              <p:spPr>
                <a:xfrm>
                  <a:off x="7092276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5" name="pg213">
                  <a:extLst>
                    <a:ext uri="{FF2B5EF4-FFF2-40B4-BE49-F238E27FC236}">
                      <a16:creationId xmlns:a16="http://schemas.microsoft.com/office/drawing/2014/main" id="{84EB3B0F-01F7-657F-D735-AD023AB39D5F}"/>
                    </a:ext>
                  </a:extLst>
                </p:cNvPr>
                <p:cNvSpPr/>
                <p:nvPr/>
              </p:nvSpPr>
              <p:spPr>
                <a:xfrm>
                  <a:off x="7123338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6" name="pg214">
                  <a:extLst>
                    <a:ext uri="{FF2B5EF4-FFF2-40B4-BE49-F238E27FC236}">
                      <a16:creationId xmlns:a16="http://schemas.microsoft.com/office/drawing/2014/main" id="{CC31C8BD-2598-F0E1-F70D-F5B00544A746}"/>
                    </a:ext>
                  </a:extLst>
                </p:cNvPr>
                <p:cNvSpPr/>
                <p:nvPr/>
              </p:nvSpPr>
              <p:spPr>
                <a:xfrm>
                  <a:off x="7154402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7" name="pg215">
                  <a:extLst>
                    <a:ext uri="{FF2B5EF4-FFF2-40B4-BE49-F238E27FC236}">
                      <a16:creationId xmlns:a16="http://schemas.microsoft.com/office/drawing/2014/main" id="{1F43AFFC-CA34-65DB-5027-8827FB789999}"/>
                    </a:ext>
                  </a:extLst>
                </p:cNvPr>
                <p:cNvSpPr/>
                <p:nvPr/>
              </p:nvSpPr>
              <p:spPr>
                <a:xfrm>
                  <a:off x="7185465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8" name="pg216">
                  <a:extLst>
                    <a:ext uri="{FF2B5EF4-FFF2-40B4-BE49-F238E27FC236}">
                      <a16:creationId xmlns:a16="http://schemas.microsoft.com/office/drawing/2014/main" id="{2D96FB10-407E-C608-1680-0B0BB56D09D0}"/>
                    </a:ext>
                  </a:extLst>
                </p:cNvPr>
                <p:cNvSpPr/>
                <p:nvPr/>
              </p:nvSpPr>
              <p:spPr>
                <a:xfrm>
                  <a:off x="7216527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89" name="pg217">
                  <a:extLst>
                    <a:ext uri="{FF2B5EF4-FFF2-40B4-BE49-F238E27FC236}">
                      <a16:creationId xmlns:a16="http://schemas.microsoft.com/office/drawing/2014/main" id="{ABE2BB96-DDE8-67FE-6525-69D2BBB288CC}"/>
                    </a:ext>
                  </a:extLst>
                </p:cNvPr>
                <p:cNvSpPr/>
                <p:nvPr/>
              </p:nvSpPr>
              <p:spPr>
                <a:xfrm>
                  <a:off x="7247590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0" name="pg218">
                  <a:extLst>
                    <a:ext uri="{FF2B5EF4-FFF2-40B4-BE49-F238E27FC236}">
                      <a16:creationId xmlns:a16="http://schemas.microsoft.com/office/drawing/2014/main" id="{8DFD3A21-AE90-F52E-7722-892E6DC81156}"/>
                    </a:ext>
                  </a:extLst>
                </p:cNvPr>
                <p:cNvSpPr/>
                <p:nvPr/>
              </p:nvSpPr>
              <p:spPr>
                <a:xfrm>
                  <a:off x="7278653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1" name="pg219">
                  <a:extLst>
                    <a:ext uri="{FF2B5EF4-FFF2-40B4-BE49-F238E27FC236}">
                      <a16:creationId xmlns:a16="http://schemas.microsoft.com/office/drawing/2014/main" id="{8AA0A856-C392-34D1-44E1-897FA74FC3B8}"/>
                    </a:ext>
                  </a:extLst>
                </p:cNvPr>
                <p:cNvSpPr/>
                <p:nvPr/>
              </p:nvSpPr>
              <p:spPr>
                <a:xfrm>
                  <a:off x="7309716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2" name="pg220">
                  <a:extLst>
                    <a:ext uri="{FF2B5EF4-FFF2-40B4-BE49-F238E27FC236}">
                      <a16:creationId xmlns:a16="http://schemas.microsoft.com/office/drawing/2014/main" id="{436A45A3-97E4-5D40-C502-B8377D8064F2}"/>
                    </a:ext>
                  </a:extLst>
                </p:cNvPr>
                <p:cNvSpPr/>
                <p:nvPr/>
              </p:nvSpPr>
              <p:spPr>
                <a:xfrm>
                  <a:off x="7340779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3" name="pg221">
                  <a:extLst>
                    <a:ext uri="{FF2B5EF4-FFF2-40B4-BE49-F238E27FC236}">
                      <a16:creationId xmlns:a16="http://schemas.microsoft.com/office/drawing/2014/main" id="{003134D6-1CD8-D60E-E4F5-3508E3CB2C18}"/>
                    </a:ext>
                  </a:extLst>
                </p:cNvPr>
                <p:cNvSpPr/>
                <p:nvPr/>
              </p:nvSpPr>
              <p:spPr>
                <a:xfrm>
                  <a:off x="7371842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4" name="pg222">
                  <a:extLst>
                    <a:ext uri="{FF2B5EF4-FFF2-40B4-BE49-F238E27FC236}">
                      <a16:creationId xmlns:a16="http://schemas.microsoft.com/office/drawing/2014/main" id="{5D51DBD4-09A2-68D5-8F4E-8202AF6A9EB5}"/>
                    </a:ext>
                  </a:extLst>
                </p:cNvPr>
                <p:cNvSpPr/>
                <p:nvPr/>
              </p:nvSpPr>
              <p:spPr>
                <a:xfrm>
                  <a:off x="7402905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5" name="pg223">
                  <a:extLst>
                    <a:ext uri="{FF2B5EF4-FFF2-40B4-BE49-F238E27FC236}">
                      <a16:creationId xmlns:a16="http://schemas.microsoft.com/office/drawing/2014/main" id="{CE25C055-EDFC-CE31-3917-C37ECCB2E294}"/>
                    </a:ext>
                  </a:extLst>
                </p:cNvPr>
                <p:cNvSpPr/>
                <p:nvPr/>
              </p:nvSpPr>
              <p:spPr>
                <a:xfrm>
                  <a:off x="7433968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6" name="pg224">
                  <a:extLst>
                    <a:ext uri="{FF2B5EF4-FFF2-40B4-BE49-F238E27FC236}">
                      <a16:creationId xmlns:a16="http://schemas.microsoft.com/office/drawing/2014/main" id="{CCA4BB3F-5C58-4B61-6131-42EF0BFA3826}"/>
                    </a:ext>
                  </a:extLst>
                </p:cNvPr>
                <p:cNvSpPr/>
                <p:nvPr/>
              </p:nvSpPr>
              <p:spPr>
                <a:xfrm>
                  <a:off x="7465031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7" name="pg225">
                  <a:extLst>
                    <a:ext uri="{FF2B5EF4-FFF2-40B4-BE49-F238E27FC236}">
                      <a16:creationId xmlns:a16="http://schemas.microsoft.com/office/drawing/2014/main" id="{A9BD2E88-6F18-2DA2-F297-1A869BC47FC9}"/>
                    </a:ext>
                  </a:extLst>
                </p:cNvPr>
                <p:cNvSpPr/>
                <p:nvPr/>
              </p:nvSpPr>
              <p:spPr>
                <a:xfrm>
                  <a:off x="7589283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8" name="pg226">
                  <a:extLst>
                    <a:ext uri="{FF2B5EF4-FFF2-40B4-BE49-F238E27FC236}">
                      <a16:creationId xmlns:a16="http://schemas.microsoft.com/office/drawing/2014/main" id="{2AFF118B-B7D0-62CB-1490-5EFDF68882CC}"/>
                    </a:ext>
                  </a:extLst>
                </p:cNvPr>
                <p:cNvSpPr/>
                <p:nvPr/>
              </p:nvSpPr>
              <p:spPr>
                <a:xfrm>
                  <a:off x="7620345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899" name="pg227">
                  <a:extLst>
                    <a:ext uri="{FF2B5EF4-FFF2-40B4-BE49-F238E27FC236}">
                      <a16:creationId xmlns:a16="http://schemas.microsoft.com/office/drawing/2014/main" id="{E2139D16-62E8-A0EA-EE2C-DF8696B6C6E5}"/>
                    </a:ext>
                  </a:extLst>
                </p:cNvPr>
                <p:cNvSpPr/>
                <p:nvPr/>
              </p:nvSpPr>
              <p:spPr>
                <a:xfrm>
                  <a:off x="7651408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0" name="pg228">
                  <a:extLst>
                    <a:ext uri="{FF2B5EF4-FFF2-40B4-BE49-F238E27FC236}">
                      <a16:creationId xmlns:a16="http://schemas.microsoft.com/office/drawing/2014/main" id="{C1BC7523-A691-F610-141A-E7074D1FB2C1}"/>
                    </a:ext>
                  </a:extLst>
                </p:cNvPr>
                <p:cNvSpPr/>
                <p:nvPr/>
              </p:nvSpPr>
              <p:spPr>
                <a:xfrm>
                  <a:off x="7682471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1" name="pg229">
                  <a:extLst>
                    <a:ext uri="{FF2B5EF4-FFF2-40B4-BE49-F238E27FC236}">
                      <a16:creationId xmlns:a16="http://schemas.microsoft.com/office/drawing/2014/main" id="{EA17AC44-4648-0745-DCA1-EDFB084F6D1D}"/>
                    </a:ext>
                  </a:extLst>
                </p:cNvPr>
                <p:cNvSpPr/>
                <p:nvPr/>
              </p:nvSpPr>
              <p:spPr>
                <a:xfrm>
                  <a:off x="7713534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2" name="pg230">
                  <a:extLst>
                    <a:ext uri="{FF2B5EF4-FFF2-40B4-BE49-F238E27FC236}">
                      <a16:creationId xmlns:a16="http://schemas.microsoft.com/office/drawing/2014/main" id="{653CE6F0-459B-19B7-2BEF-AA7F3A53361D}"/>
                    </a:ext>
                  </a:extLst>
                </p:cNvPr>
                <p:cNvSpPr/>
                <p:nvPr/>
              </p:nvSpPr>
              <p:spPr>
                <a:xfrm>
                  <a:off x="7744597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3" name="pg231">
                  <a:extLst>
                    <a:ext uri="{FF2B5EF4-FFF2-40B4-BE49-F238E27FC236}">
                      <a16:creationId xmlns:a16="http://schemas.microsoft.com/office/drawing/2014/main" id="{D8156DB4-D661-A39E-2BB6-5C6399651EA6}"/>
                    </a:ext>
                  </a:extLst>
                </p:cNvPr>
                <p:cNvSpPr/>
                <p:nvPr/>
              </p:nvSpPr>
              <p:spPr>
                <a:xfrm>
                  <a:off x="7775660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4" name="pg232">
                  <a:extLst>
                    <a:ext uri="{FF2B5EF4-FFF2-40B4-BE49-F238E27FC236}">
                      <a16:creationId xmlns:a16="http://schemas.microsoft.com/office/drawing/2014/main" id="{6B7CD7D8-A846-4FB8-D24E-8572F0BEC8EC}"/>
                    </a:ext>
                  </a:extLst>
                </p:cNvPr>
                <p:cNvSpPr/>
                <p:nvPr/>
              </p:nvSpPr>
              <p:spPr>
                <a:xfrm>
                  <a:off x="7806723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5" name="pg233">
                  <a:extLst>
                    <a:ext uri="{FF2B5EF4-FFF2-40B4-BE49-F238E27FC236}">
                      <a16:creationId xmlns:a16="http://schemas.microsoft.com/office/drawing/2014/main" id="{190E9918-184A-42A6-6408-E189AD557A9D}"/>
                    </a:ext>
                  </a:extLst>
                </p:cNvPr>
                <p:cNvSpPr/>
                <p:nvPr/>
              </p:nvSpPr>
              <p:spPr>
                <a:xfrm>
                  <a:off x="7837786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B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6" name="pg234">
                  <a:extLst>
                    <a:ext uri="{FF2B5EF4-FFF2-40B4-BE49-F238E27FC236}">
                      <a16:creationId xmlns:a16="http://schemas.microsoft.com/office/drawing/2014/main" id="{5792760B-D4E0-CC96-2B78-4222EBC04A45}"/>
                    </a:ext>
                  </a:extLst>
                </p:cNvPr>
                <p:cNvSpPr/>
                <p:nvPr/>
              </p:nvSpPr>
              <p:spPr>
                <a:xfrm>
                  <a:off x="7061213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7" name="pg235">
                  <a:extLst>
                    <a:ext uri="{FF2B5EF4-FFF2-40B4-BE49-F238E27FC236}">
                      <a16:creationId xmlns:a16="http://schemas.microsoft.com/office/drawing/2014/main" id="{D265A39A-19B0-150E-ECC1-58D3E67F93F9}"/>
                    </a:ext>
                  </a:extLst>
                </p:cNvPr>
                <p:cNvSpPr/>
                <p:nvPr/>
              </p:nvSpPr>
              <p:spPr>
                <a:xfrm>
                  <a:off x="7092276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8" name="pg236">
                  <a:extLst>
                    <a:ext uri="{FF2B5EF4-FFF2-40B4-BE49-F238E27FC236}">
                      <a16:creationId xmlns:a16="http://schemas.microsoft.com/office/drawing/2014/main" id="{2608DB61-629F-C5F2-E450-0BE9C798F498}"/>
                    </a:ext>
                  </a:extLst>
                </p:cNvPr>
                <p:cNvSpPr/>
                <p:nvPr/>
              </p:nvSpPr>
              <p:spPr>
                <a:xfrm>
                  <a:off x="7123338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09" name="pg237">
                  <a:extLst>
                    <a:ext uri="{FF2B5EF4-FFF2-40B4-BE49-F238E27FC236}">
                      <a16:creationId xmlns:a16="http://schemas.microsoft.com/office/drawing/2014/main" id="{8B9B4211-F49D-68EF-5D3F-7754B1E7243C}"/>
                    </a:ext>
                  </a:extLst>
                </p:cNvPr>
                <p:cNvSpPr/>
                <p:nvPr/>
              </p:nvSpPr>
              <p:spPr>
                <a:xfrm>
                  <a:off x="7154402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0" name="pg238">
                  <a:extLst>
                    <a:ext uri="{FF2B5EF4-FFF2-40B4-BE49-F238E27FC236}">
                      <a16:creationId xmlns:a16="http://schemas.microsoft.com/office/drawing/2014/main" id="{BCD9F5E5-FE97-8F5A-8843-846CB280A962}"/>
                    </a:ext>
                  </a:extLst>
                </p:cNvPr>
                <p:cNvSpPr/>
                <p:nvPr/>
              </p:nvSpPr>
              <p:spPr>
                <a:xfrm>
                  <a:off x="7185465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1" name="pg239">
                  <a:extLst>
                    <a:ext uri="{FF2B5EF4-FFF2-40B4-BE49-F238E27FC236}">
                      <a16:creationId xmlns:a16="http://schemas.microsoft.com/office/drawing/2014/main" id="{028BC61C-F2F3-C567-BBF8-16999D95E015}"/>
                    </a:ext>
                  </a:extLst>
                </p:cNvPr>
                <p:cNvSpPr/>
                <p:nvPr/>
              </p:nvSpPr>
              <p:spPr>
                <a:xfrm>
                  <a:off x="7216527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2" name="pg240">
                  <a:extLst>
                    <a:ext uri="{FF2B5EF4-FFF2-40B4-BE49-F238E27FC236}">
                      <a16:creationId xmlns:a16="http://schemas.microsoft.com/office/drawing/2014/main" id="{C8A96F11-A782-DC2D-4C67-6B2213D886C1}"/>
                    </a:ext>
                  </a:extLst>
                </p:cNvPr>
                <p:cNvSpPr/>
                <p:nvPr/>
              </p:nvSpPr>
              <p:spPr>
                <a:xfrm>
                  <a:off x="7247590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3" name="pg241">
                  <a:extLst>
                    <a:ext uri="{FF2B5EF4-FFF2-40B4-BE49-F238E27FC236}">
                      <a16:creationId xmlns:a16="http://schemas.microsoft.com/office/drawing/2014/main" id="{F82299BB-685B-E2A0-6EF5-45208F735A4C}"/>
                    </a:ext>
                  </a:extLst>
                </p:cNvPr>
                <p:cNvSpPr/>
                <p:nvPr/>
              </p:nvSpPr>
              <p:spPr>
                <a:xfrm>
                  <a:off x="7278653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4" name="pg242">
                  <a:extLst>
                    <a:ext uri="{FF2B5EF4-FFF2-40B4-BE49-F238E27FC236}">
                      <a16:creationId xmlns:a16="http://schemas.microsoft.com/office/drawing/2014/main" id="{A454B662-708E-2783-63C2-C508D23186EE}"/>
                    </a:ext>
                  </a:extLst>
                </p:cNvPr>
                <p:cNvSpPr/>
                <p:nvPr/>
              </p:nvSpPr>
              <p:spPr>
                <a:xfrm>
                  <a:off x="7309716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5" name="pg243">
                  <a:extLst>
                    <a:ext uri="{FF2B5EF4-FFF2-40B4-BE49-F238E27FC236}">
                      <a16:creationId xmlns:a16="http://schemas.microsoft.com/office/drawing/2014/main" id="{6DB73836-5465-497B-25CC-88ABF89210C3}"/>
                    </a:ext>
                  </a:extLst>
                </p:cNvPr>
                <p:cNvSpPr/>
                <p:nvPr/>
              </p:nvSpPr>
              <p:spPr>
                <a:xfrm>
                  <a:off x="7340779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6" name="pg244">
                  <a:extLst>
                    <a:ext uri="{FF2B5EF4-FFF2-40B4-BE49-F238E27FC236}">
                      <a16:creationId xmlns:a16="http://schemas.microsoft.com/office/drawing/2014/main" id="{C660D654-71F0-AD8A-E3D9-8D5C4FB0895D}"/>
                    </a:ext>
                  </a:extLst>
                </p:cNvPr>
                <p:cNvSpPr/>
                <p:nvPr/>
              </p:nvSpPr>
              <p:spPr>
                <a:xfrm>
                  <a:off x="7371842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7" name="pg245">
                  <a:extLst>
                    <a:ext uri="{FF2B5EF4-FFF2-40B4-BE49-F238E27FC236}">
                      <a16:creationId xmlns:a16="http://schemas.microsoft.com/office/drawing/2014/main" id="{9466C63C-E9F4-1135-04A0-4F6F782384D9}"/>
                    </a:ext>
                  </a:extLst>
                </p:cNvPr>
                <p:cNvSpPr/>
                <p:nvPr/>
              </p:nvSpPr>
              <p:spPr>
                <a:xfrm>
                  <a:off x="7402905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8" name="pg246">
                  <a:extLst>
                    <a:ext uri="{FF2B5EF4-FFF2-40B4-BE49-F238E27FC236}">
                      <a16:creationId xmlns:a16="http://schemas.microsoft.com/office/drawing/2014/main" id="{E979BC41-6D7A-5278-5741-6DA03167DF58}"/>
                    </a:ext>
                  </a:extLst>
                </p:cNvPr>
                <p:cNvSpPr/>
                <p:nvPr/>
              </p:nvSpPr>
              <p:spPr>
                <a:xfrm>
                  <a:off x="7433968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19" name="pg247">
                  <a:extLst>
                    <a:ext uri="{FF2B5EF4-FFF2-40B4-BE49-F238E27FC236}">
                      <a16:creationId xmlns:a16="http://schemas.microsoft.com/office/drawing/2014/main" id="{8048CFEA-680E-54AA-F0B0-161A2ABE5E59}"/>
                    </a:ext>
                  </a:extLst>
                </p:cNvPr>
                <p:cNvSpPr/>
                <p:nvPr/>
              </p:nvSpPr>
              <p:spPr>
                <a:xfrm>
                  <a:off x="7465031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0" name="pg248">
                  <a:extLst>
                    <a:ext uri="{FF2B5EF4-FFF2-40B4-BE49-F238E27FC236}">
                      <a16:creationId xmlns:a16="http://schemas.microsoft.com/office/drawing/2014/main" id="{9A9CE587-EBEF-026F-80BE-257521F18DF0}"/>
                    </a:ext>
                  </a:extLst>
                </p:cNvPr>
                <p:cNvSpPr/>
                <p:nvPr/>
              </p:nvSpPr>
              <p:spPr>
                <a:xfrm>
                  <a:off x="7496094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1" name="pg249">
                  <a:extLst>
                    <a:ext uri="{FF2B5EF4-FFF2-40B4-BE49-F238E27FC236}">
                      <a16:creationId xmlns:a16="http://schemas.microsoft.com/office/drawing/2014/main" id="{E4C93406-9400-3CB5-C37E-5B58CE02F022}"/>
                    </a:ext>
                  </a:extLst>
                </p:cNvPr>
                <p:cNvSpPr/>
                <p:nvPr/>
              </p:nvSpPr>
              <p:spPr>
                <a:xfrm>
                  <a:off x="7620345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2" name="pg250">
                  <a:extLst>
                    <a:ext uri="{FF2B5EF4-FFF2-40B4-BE49-F238E27FC236}">
                      <a16:creationId xmlns:a16="http://schemas.microsoft.com/office/drawing/2014/main" id="{9FAE5F0F-3DBB-46CB-1758-3F4F481CC1A3}"/>
                    </a:ext>
                  </a:extLst>
                </p:cNvPr>
                <p:cNvSpPr/>
                <p:nvPr/>
              </p:nvSpPr>
              <p:spPr>
                <a:xfrm>
                  <a:off x="7651408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3" name="pg251">
                  <a:extLst>
                    <a:ext uri="{FF2B5EF4-FFF2-40B4-BE49-F238E27FC236}">
                      <a16:creationId xmlns:a16="http://schemas.microsoft.com/office/drawing/2014/main" id="{A1A013DB-732E-A31F-1724-CB6C65E51318}"/>
                    </a:ext>
                  </a:extLst>
                </p:cNvPr>
                <p:cNvSpPr/>
                <p:nvPr/>
              </p:nvSpPr>
              <p:spPr>
                <a:xfrm>
                  <a:off x="7682471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4" name="pg252">
                  <a:extLst>
                    <a:ext uri="{FF2B5EF4-FFF2-40B4-BE49-F238E27FC236}">
                      <a16:creationId xmlns:a16="http://schemas.microsoft.com/office/drawing/2014/main" id="{51DC64AA-92C5-FE59-A086-6D3D04F249C0}"/>
                    </a:ext>
                  </a:extLst>
                </p:cNvPr>
                <p:cNvSpPr/>
                <p:nvPr/>
              </p:nvSpPr>
              <p:spPr>
                <a:xfrm>
                  <a:off x="7713534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5" name="pg253">
                  <a:extLst>
                    <a:ext uri="{FF2B5EF4-FFF2-40B4-BE49-F238E27FC236}">
                      <a16:creationId xmlns:a16="http://schemas.microsoft.com/office/drawing/2014/main" id="{AE01D161-B964-2DE5-5CCC-47A46A3D6BE3}"/>
                    </a:ext>
                  </a:extLst>
                </p:cNvPr>
                <p:cNvSpPr/>
                <p:nvPr/>
              </p:nvSpPr>
              <p:spPr>
                <a:xfrm>
                  <a:off x="7744597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6" name="pg254">
                  <a:extLst>
                    <a:ext uri="{FF2B5EF4-FFF2-40B4-BE49-F238E27FC236}">
                      <a16:creationId xmlns:a16="http://schemas.microsoft.com/office/drawing/2014/main" id="{D791C8FC-B3F1-9B39-9588-2CE0B1A652ED}"/>
                    </a:ext>
                  </a:extLst>
                </p:cNvPr>
                <p:cNvSpPr/>
                <p:nvPr/>
              </p:nvSpPr>
              <p:spPr>
                <a:xfrm>
                  <a:off x="7775660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8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7" name="pg255">
                  <a:extLst>
                    <a:ext uri="{FF2B5EF4-FFF2-40B4-BE49-F238E27FC236}">
                      <a16:creationId xmlns:a16="http://schemas.microsoft.com/office/drawing/2014/main" id="{96E323F3-3142-7A86-B284-523E2B54A090}"/>
                    </a:ext>
                  </a:extLst>
                </p:cNvPr>
                <p:cNvSpPr/>
                <p:nvPr/>
              </p:nvSpPr>
              <p:spPr>
                <a:xfrm>
                  <a:off x="7806723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8" name="pg256">
                  <a:extLst>
                    <a:ext uri="{FF2B5EF4-FFF2-40B4-BE49-F238E27FC236}">
                      <a16:creationId xmlns:a16="http://schemas.microsoft.com/office/drawing/2014/main" id="{733D827D-F4D4-BF86-8B7F-B995CD0C51DA}"/>
                    </a:ext>
                  </a:extLst>
                </p:cNvPr>
                <p:cNvSpPr/>
                <p:nvPr/>
              </p:nvSpPr>
              <p:spPr>
                <a:xfrm>
                  <a:off x="7061213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29" name="pg257">
                  <a:extLst>
                    <a:ext uri="{FF2B5EF4-FFF2-40B4-BE49-F238E27FC236}">
                      <a16:creationId xmlns:a16="http://schemas.microsoft.com/office/drawing/2014/main" id="{B2D6D99A-8F1A-B7D8-55BB-282E5FCA1C27}"/>
                    </a:ext>
                  </a:extLst>
                </p:cNvPr>
                <p:cNvSpPr/>
                <p:nvPr/>
              </p:nvSpPr>
              <p:spPr>
                <a:xfrm>
                  <a:off x="7092276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0" name="pg258">
                  <a:extLst>
                    <a:ext uri="{FF2B5EF4-FFF2-40B4-BE49-F238E27FC236}">
                      <a16:creationId xmlns:a16="http://schemas.microsoft.com/office/drawing/2014/main" id="{BC69CDFE-AA7F-576E-D071-74BBA0384A2E}"/>
                    </a:ext>
                  </a:extLst>
                </p:cNvPr>
                <p:cNvSpPr/>
                <p:nvPr/>
              </p:nvSpPr>
              <p:spPr>
                <a:xfrm>
                  <a:off x="7123338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1" name="pg259">
                  <a:extLst>
                    <a:ext uri="{FF2B5EF4-FFF2-40B4-BE49-F238E27FC236}">
                      <a16:creationId xmlns:a16="http://schemas.microsoft.com/office/drawing/2014/main" id="{C2FF7DFC-9628-A22E-0F87-C0EE6D002A9D}"/>
                    </a:ext>
                  </a:extLst>
                </p:cNvPr>
                <p:cNvSpPr/>
                <p:nvPr/>
              </p:nvSpPr>
              <p:spPr>
                <a:xfrm>
                  <a:off x="7154402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2" name="pg260">
                  <a:extLst>
                    <a:ext uri="{FF2B5EF4-FFF2-40B4-BE49-F238E27FC236}">
                      <a16:creationId xmlns:a16="http://schemas.microsoft.com/office/drawing/2014/main" id="{74DE6E6A-7D58-E79C-F5DE-A3CAFA1037BB}"/>
                    </a:ext>
                  </a:extLst>
                </p:cNvPr>
                <p:cNvSpPr/>
                <p:nvPr/>
              </p:nvSpPr>
              <p:spPr>
                <a:xfrm>
                  <a:off x="7185465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1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3" name="pg261">
                  <a:extLst>
                    <a:ext uri="{FF2B5EF4-FFF2-40B4-BE49-F238E27FC236}">
                      <a16:creationId xmlns:a16="http://schemas.microsoft.com/office/drawing/2014/main" id="{DFB155D4-7140-1285-EE40-E806CFBCC626}"/>
                    </a:ext>
                  </a:extLst>
                </p:cNvPr>
                <p:cNvSpPr/>
                <p:nvPr/>
              </p:nvSpPr>
              <p:spPr>
                <a:xfrm>
                  <a:off x="7216527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4" name="pg262">
                  <a:extLst>
                    <a:ext uri="{FF2B5EF4-FFF2-40B4-BE49-F238E27FC236}">
                      <a16:creationId xmlns:a16="http://schemas.microsoft.com/office/drawing/2014/main" id="{23C7131C-0469-645A-3C7A-D24919AE4F7C}"/>
                    </a:ext>
                  </a:extLst>
                </p:cNvPr>
                <p:cNvSpPr/>
                <p:nvPr/>
              </p:nvSpPr>
              <p:spPr>
                <a:xfrm>
                  <a:off x="7247590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5" name="pg263">
                  <a:extLst>
                    <a:ext uri="{FF2B5EF4-FFF2-40B4-BE49-F238E27FC236}">
                      <a16:creationId xmlns:a16="http://schemas.microsoft.com/office/drawing/2014/main" id="{13F85D99-5323-096A-6581-778DB6859D41}"/>
                    </a:ext>
                  </a:extLst>
                </p:cNvPr>
                <p:cNvSpPr/>
                <p:nvPr/>
              </p:nvSpPr>
              <p:spPr>
                <a:xfrm>
                  <a:off x="7278653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6" name="pg264">
                  <a:extLst>
                    <a:ext uri="{FF2B5EF4-FFF2-40B4-BE49-F238E27FC236}">
                      <a16:creationId xmlns:a16="http://schemas.microsoft.com/office/drawing/2014/main" id="{8428A325-7DA9-5D68-7C72-7BB79C077DD4}"/>
                    </a:ext>
                  </a:extLst>
                </p:cNvPr>
                <p:cNvSpPr/>
                <p:nvPr/>
              </p:nvSpPr>
              <p:spPr>
                <a:xfrm>
                  <a:off x="7309716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7" name="pg265">
                  <a:extLst>
                    <a:ext uri="{FF2B5EF4-FFF2-40B4-BE49-F238E27FC236}">
                      <a16:creationId xmlns:a16="http://schemas.microsoft.com/office/drawing/2014/main" id="{6CCBD560-59D3-22D9-C235-B49FC16D494E}"/>
                    </a:ext>
                  </a:extLst>
                </p:cNvPr>
                <p:cNvSpPr/>
                <p:nvPr/>
              </p:nvSpPr>
              <p:spPr>
                <a:xfrm>
                  <a:off x="7340779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8" name="pg266">
                  <a:extLst>
                    <a:ext uri="{FF2B5EF4-FFF2-40B4-BE49-F238E27FC236}">
                      <a16:creationId xmlns:a16="http://schemas.microsoft.com/office/drawing/2014/main" id="{B8A4B3CC-098D-21E0-E9B8-18E25F743BE9}"/>
                    </a:ext>
                  </a:extLst>
                </p:cNvPr>
                <p:cNvSpPr/>
                <p:nvPr/>
              </p:nvSpPr>
              <p:spPr>
                <a:xfrm>
                  <a:off x="7371842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39" name="pg267">
                  <a:extLst>
                    <a:ext uri="{FF2B5EF4-FFF2-40B4-BE49-F238E27FC236}">
                      <a16:creationId xmlns:a16="http://schemas.microsoft.com/office/drawing/2014/main" id="{2D8E1624-6E26-4149-CDFC-D1B9E5E2D8B3}"/>
                    </a:ext>
                  </a:extLst>
                </p:cNvPr>
                <p:cNvSpPr/>
                <p:nvPr/>
              </p:nvSpPr>
              <p:spPr>
                <a:xfrm>
                  <a:off x="7402905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0" name="pg268">
                  <a:extLst>
                    <a:ext uri="{FF2B5EF4-FFF2-40B4-BE49-F238E27FC236}">
                      <a16:creationId xmlns:a16="http://schemas.microsoft.com/office/drawing/2014/main" id="{F75C3FFB-6978-522A-FE22-B621541BA91C}"/>
                    </a:ext>
                  </a:extLst>
                </p:cNvPr>
                <p:cNvSpPr/>
                <p:nvPr/>
              </p:nvSpPr>
              <p:spPr>
                <a:xfrm>
                  <a:off x="7433968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1" name="pg269">
                  <a:extLst>
                    <a:ext uri="{FF2B5EF4-FFF2-40B4-BE49-F238E27FC236}">
                      <a16:creationId xmlns:a16="http://schemas.microsoft.com/office/drawing/2014/main" id="{0EA89AD0-9327-61BD-E7FD-3CDEB06F75E7}"/>
                    </a:ext>
                  </a:extLst>
                </p:cNvPr>
                <p:cNvSpPr/>
                <p:nvPr/>
              </p:nvSpPr>
              <p:spPr>
                <a:xfrm>
                  <a:off x="7465031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2" name="pg270">
                  <a:extLst>
                    <a:ext uri="{FF2B5EF4-FFF2-40B4-BE49-F238E27FC236}">
                      <a16:creationId xmlns:a16="http://schemas.microsoft.com/office/drawing/2014/main" id="{A95DB53A-D53A-1F74-979F-125A2A260939}"/>
                    </a:ext>
                  </a:extLst>
                </p:cNvPr>
                <p:cNvSpPr/>
                <p:nvPr/>
              </p:nvSpPr>
              <p:spPr>
                <a:xfrm>
                  <a:off x="7496094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3" name="pg271">
                  <a:extLst>
                    <a:ext uri="{FF2B5EF4-FFF2-40B4-BE49-F238E27FC236}">
                      <a16:creationId xmlns:a16="http://schemas.microsoft.com/office/drawing/2014/main" id="{02ACB995-E3A6-18A9-FF7E-B56C3B13FACE}"/>
                    </a:ext>
                  </a:extLst>
                </p:cNvPr>
                <p:cNvSpPr/>
                <p:nvPr/>
              </p:nvSpPr>
              <p:spPr>
                <a:xfrm>
                  <a:off x="7620345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4" name="pg272">
                  <a:extLst>
                    <a:ext uri="{FF2B5EF4-FFF2-40B4-BE49-F238E27FC236}">
                      <a16:creationId xmlns:a16="http://schemas.microsoft.com/office/drawing/2014/main" id="{FB20F65E-407F-11A7-3586-0B7A769CD5BB}"/>
                    </a:ext>
                  </a:extLst>
                </p:cNvPr>
                <p:cNvSpPr/>
                <p:nvPr/>
              </p:nvSpPr>
              <p:spPr>
                <a:xfrm>
                  <a:off x="7651408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5" name="pg273">
                  <a:extLst>
                    <a:ext uri="{FF2B5EF4-FFF2-40B4-BE49-F238E27FC236}">
                      <a16:creationId xmlns:a16="http://schemas.microsoft.com/office/drawing/2014/main" id="{89CFD662-306B-18EC-231C-DE5C1A737B93}"/>
                    </a:ext>
                  </a:extLst>
                </p:cNvPr>
                <p:cNvSpPr/>
                <p:nvPr/>
              </p:nvSpPr>
              <p:spPr>
                <a:xfrm>
                  <a:off x="7682471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6" name="pg274">
                  <a:extLst>
                    <a:ext uri="{FF2B5EF4-FFF2-40B4-BE49-F238E27FC236}">
                      <a16:creationId xmlns:a16="http://schemas.microsoft.com/office/drawing/2014/main" id="{07A3E5B0-4653-5B7E-89D3-6EC8734EC428}"/>
                    </a:ext>
                  </a:extLst>
                </p:cNvPr>
                <p:cNvSpPr/>
                <p:nvPr/>
              </p:nvSpPr>
              <p:spPr>
                <a:xfrm>
                  <a:off x="7713534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7" name="pg275">
                  <a:extLst>
                    <a:ext uri="{FF2B5EF4-FFF2-40B4-BE49-F238E27FC236}">
                      <a16:creationId xmlns:a16="http://schemas.microsoft.com/office/drawing/2014/main" id="{B54773A2-2920-E14C-A93F-3A520F3D8469}"/>
                    </a:ext>
                  </a:extLst>
                </p:cNvPr>
                <p:cNvSpPr/>
                <p:nvPr/>
              </p:nvSpPr>
              <p:spPr>
                <a:xfrm>
                  <a:off x="7744597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8" name="pg276">
                  <a:extLst>
                    <a:ext uri="{FF2B5EF4-FFF2-40B4-BE49-F238E27FC236}">
                      <a16:creationId xmlns:a16="http://schemas.microsoft.com/office/drawing/2014/main" id="{CFA18BEA-7175-FFAC-CB43-8F0DD175E568}"/>
                    </a:ext>
                  </a:extLst>
                </p:cNvPr>
                <p:cNvSpPr/>
                <p:nvPr/>
              </p:nvSpPr>
              <p:spPr>
                <a:xfrm>
                  <a:off x="7775660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49" name="pg277">
                  <a:extLst>
                    <a:ext uri="{FF2B5EF4-FFF2-40B4-BE49-F238E27FC236}">
                      <a16:creationId xmlns:a16="http://schemas.microsoft.com/office/drawing/2014/main" id="{9514BC1D-1557-CADF-F5BE-2E97D88B1742}"/>
                    </a:ext>
                  </a:extLst>
                </p:cNvPr>
                <p:cNvSpPr/>
                <p:nvPr/>
              </p:nvSpPr>
              <p:spPr>
                <a:xfrm>
                  <a:off x="7030150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0" name="pg278">
                  <a:extLst>
                    <a:ext uri="{FF2B5EF4-FFF2-40B4-BE49-F238E27FC236}">
                      <a16:creationId xmlns:a16="http://schemas.microsoft.com/office/drawing/2014/main" id="{D1A6D0E4-72B8-6829-D64C-4079B12042AE}"/>
                    </a:ext>
                  </a:extLst>
                </p:cNvPr>
                <p:cNvSpPr/>
                <p:nvPr/>
              </p:nvSpPr>
              <p:spPr>
                <a:xfrm>
                  <a:off x="7061213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1" name="pg279">
                  <a:extLst>
                    <a:ext uri="{FF2B5EF4-FFF2-40B4-BE49-F238E27FC236}">
                      <a16:creationId xmlns:a16="http://schemas.microsoft.com/office/drawing/2014/main" id="{F2041DB7-03AA-95C3-DC3A-E6EAC5D35A53}"/>
                    </a:ext>
                  </a:extLst>
                </p:cNvPr>
                <p:cNvSpPr/>
                <p:nvPr/>
              </p:nvSpPr>
              <p:spPr>
                <a:xfrm>
                  <a:off x="7092276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2" name="pg280">
                  <a:extLst>
                    <a:ext uri="{FF2B5EF4-FFF2-40B4-BE49-F238E27FC236}">
                      <a16:creationId xmlns:a16="http://schemas.microsoft.com/office/drawing/2014/main" id="{ECAD2495-8410-B3CA-A404-5954471BD5A4}"/>
                    </a:ext>
                  </a:extLst>
                </p:cNvPr>
                <p:cNvSpPr/>
                <p:nvPr/>
              </p:nvSpPr>
              <p:spPr>
                <a:xfrm>
                  <a:off x="7123338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3" name="pg281">
                  <a:extLst>
                    <a:ext uri="{FF2B5EF4-FFF2-40B4-BE49-F238E27FC236}">
                      <a16:creationId xmlns:a16="http://schemas.microsoft.com/office/drawing/2014/main" id="{2BE85BC4-D21E-C58E-26C6-9FDE38CFC857}"/>
                    </a:ext>
                  </a:extLst>
                </p:cNvPr>
                <p:cNvSpPr/>
                <p:nvPr/>
              </p:nvSpPr>
              <p:spPr>
                <a:xfrm>
                  <a:off x="7154402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4" name="pg282">
                  <a:extLst>
                    <a:ext uri="{FF2B5EF4-FFF2-40B4-BE49-F238E27FC236}">
                      <a16:creationId xmlns:a16="http://schemas.microsoft.com/office/drawing/2014/main" id="{DF3AE800-559F-B3CC-2F3B-405867FD1929}"/>
                    </a:ext>
                  </a:extLst>
                </p:cNvPr>
                <p:cNvSpPr/>
                <p:nvPr/>
              </p:nvSpPr>
              <p:spPr>
                <a:xfrm>
                  <a:off x="7185465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5" name="pg283">
                  <a:extLst>
                    <a:ext uri="{FF2B5EF4-FFF2-40B4-BE49-F238E27FC236}">
                      <a16:creationId xmlns:a16="http://schemas.microsoft.com/office/drawing/2014/main" id="{791184D8-74E3-DF40-CEA4-BA8CFF3644F3}"/>
                    </a:ext>
                  </a:extLst>
                </p:cNvPr>
                <p:cNvSpPr/>
                <p:nvPr/>
              </p:nvSpPr>
              <p:spPr>
                <a:xfrm>
                  <a:off x="7216527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6" name="pg284">
                  <a:extLst>
                    <a:ext uri="{FF2B5EF4-FFF2-40B4-BE49-F238E27FC236}">
                      <a16:creationId xmlns:a16="http://schemas.microsoft.com/office/drawing/2014/main" id="{6B55980E-F84B-5D5D-41CB-2B374E25BD0A}"/>
                    </a:ext>
                  </a:extLst>
                </p:cNvPr>
                <p:cNvSpPr/>
                <p:nvPr/>
              </p:nvSpPr>
              <p:spPr>
                <a:xfrm>
                  <a:off x="7247590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7" name="pg285">
                  <a:extLst>
                    <a:ext uri="{FF2B5EF4-FFF2-40B4-BE49-F238E27FC236}">
                      <a16:creationId xmlns:a16="http://schemas.microsoft.com/office/drawing/2014/main" id="{55E857D3-F599-3733-FEE8-F2F024E7431A}"/>
                    </a:ext>
                  </a:extLst>
                </p:cNvPr>
                <p:cNvSpPr/>
                <p:nvPr/>
              </p:nvSpPr>
              <p:spPr>
                <a:xfrm>
                  <a:off x="7278653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8" name="pg286">
                  <a:extLst>
                    <a:ext uri="{FF2B5EF4-FFF2-40B4-BE49-F238E27FC236}">
                      <a16:creationId xmlns:a16="http://schemas.microsoft.com/office/drawing/2014/main" id="{6DBE9796-DBD9-E35B-469E-68054633C663}"/>
                    </a:ext>
                  </a:extLst>
                </p:cNvPr>
                <p:cNvSpPr/>
                <p:nvPr/>
              </p:nvSpPr>
              <p:spPr>
                <a:xfrm>
                  <a:off x="7309716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59" name="pg287">
                  <a:extLst>
                    <a:ext uri="{FF2B5EF4-FFF2-40B4-BE49-F238E27FC236}">
                      <a16:creationId xmlns:a16="http://schemas.microsoft.com/office/drawing/2014/main" id="{8220AB2A-45F7-91C4-A642-178BCCF16564}"/>
                    </a:ext>
                  </a:extLst>
                </p:cNvPr>
                <p:cNvSpPr/>
                <p:nvPr/>
              </p:nvSpPr>
              <p:spPr>
                <a:xfrm>
                  <a:off x="7340779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0" name="pg288">
                  <a:extLst>
                    <a:ext uri="{FF2B5EF4-FFF2-40B4-BE49-F238E27FC236}">
                      <a16:creationId xmlns:a16="http://schemas.microsoft.com/office/drawing/2014/main" id="{14A6E597-EAAE-9BC9-8EC2-4F6CE35AE790}"/>
                    </a:ext>
                  </a:extLst>
                </p:cNvPr>
                <p:cNvSpPr/>
                <p:nvPr/>
              </p:nvSpPr>
              <p:spPr>
                <a:xfrm>
                  <a:off x="7371842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1" name="pg289">
                  <a:extLst>
                    <a:ext uri="{FF2B5EF4-FFF2-40B4-BE49-F238E27FC236}">
                      <a16:creationId xmlns:a16="http://schemas.microsoft.com/office/drawing/2014/main" id="{19FA3620-FFC7-22E4-7626-6F66C1C9FC77}"/>
                    </a:ext>
                  </a:extLst>
                </p:cNvPr>
                <p:cNvSpPr/>
                <p:nvPr/>
              </p:nvSpPr>
              <p:spPr>
                <a:xfrm>
                  <a:off x="7402905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2" name="pg290">
                  <a:extLst>
                    <a:ext uri="{FF2B5EF4-FFF2-40B4-BE49-F238E27FC236}">
                      <a16:creationId xmlns:a16="http://schemas.microsoft.com/office/drawing/2014/main" id="{E0BAA614-83F2-0029-0BF3-FC5D0CF2F9CF}"/>
                    </a:ext>
                  </a:extLst>
                </p:cNvPr>
                <p:cNvSpPr/>
                <p:nvPr/>
              </p:nvSpPr>
              <p:spPr>
                <a:xfrm>
                  <a:off x="7433968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3" name="pg291">
                  <a:extLst>
                    <a:ext uri="{FF2B5EF4-FFF2-40B4-BE49-F238E27FC236}">
                      <a16:creationId xmlns:a16="http://schemas.microsoft.com/office/drawing/2014/main" id="{15C9F17F-2915-98EC-6193-8901A68A02ED}"/>
                    </a:ext>
                  </a:extLst>
                </p:cNvPr>
                <p:cNvSpPr/>
                <p:nvPr/>
              </p:nvSpPr>
              <p:spPr>
                <a:xfrm>
                  <a:off x="7465031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4" name="pg292">
                  <a:extLst>
                    <a:ext uri="{FF2B5EF4-FFF2-40B4-BE49-F238E27FC236}">
                      <a16:creationId xmlns:a16="http://schemas.microsoft.com/office/drawing/2014/main" id="{8F9CB316-CC93-29C5-1D03-4830BD0E4093}"/>
                    </a:ext>
                  </a:extLst>
                </p:cNvPr>
                <p:cNvSpPr/>
                <p:nvPr/>
              </p:nvSpPr>
              <p:spPr>
                <a:xfrm>
                  <a:off x="7496094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5" name="pg293">
                  <a:extLst>
                    <a:ext uri="{FF2B5EF4-FFF2-40B4-BE49-F238E27FC236}">
                      <a16:creationId xmlns:a16="http://schemas.microsoft.com/office/drawing/2014/main" id="{FDE5B5BC-FC88-07AB-4F65-DF163AE12BB6}"/>
                    </a:ext>
                  </a:extLst>
                </p:cNvPr>
                <p:cNvSpPr/>
                <p:nvPr/>
              </p:nvSpPr>
              <p:spPr>
                <a:xfrm>
                  <a:off x="7527156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6" name="pg294">
                  <a:extLst>
                    <a:ext uri="{FF2B5EF4-FFF2-40B4-BE49-F238E27FC236}">
                      <a16:creationId xmlns:a16="http://schemas.microsoft.com/office/drawing/2014/main" id="{B87AE0E3-155A-248D-3CF7-B9625A1045AF}"/>
                    </a:ext>
                  </a:extLst>
                </p:cNvPr>
                <p:cNvSpPr/>
                <p:nvPr/>
              </p:nvSpPr>
              <p:spPr>
                <a:xfrm>
                  <a:off x="7620345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7" name="pg295">
                  <a:extLst>
                    <a:ext uri="{FF2B5EF4-FFF2-40B4-BE49-F238E27FC236}">
                      <a16:creationId xmlns:a16="http://schemas.microsoft.com/office/drawing/2014/main" id="{2F1E2E3C-0C64-BE18-0927-CBB2FE74D17B}"/>
                    </a:ext>
                  </a:extLst>
                </p:cNvPr>
                <p:cNvSpPr/>
                <p:nvPr/>
              </p:nvSpPr>
              <p:spPr>
                <a:xfrm>
                  <a:off x="7651408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8" name="pg296">
                  <a:extLst>
                    <a:ext uri="{FF2B5EF4-FFF2-40B4-BE49-F238E27FC236}">
                      <a16:creationId xmlns:a16="http://schemas.microsoft.com/office/drawing/2014/main" id="{1280C856-5707-061D-1355-40B01D5A9F2B}"/>
                    </a:ext>
                  </a:extLst>
                </p:cNvPr>
                <p:cNvSpPr/>
                <p:nvPr/>
              </p:nvSpPr>
              <p:spPr>
                <a:xfrm>
                  <a:off x="7682471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69" name="pg297">
                  <a:extLst>
                    <a:ext uri="{FF2B5EF4-FFF2-40B4-BE49-F238E27FC236}">
                      <a16:creationId xmlns:a16="http://schemas.microsoft.com/office/drawing/2014/main" id="{36748FCA-FE60-BE48-2EA6-26B35E592345}"/>
                    </a:ext>
                  </a:extLst>
                </p:cNvPr>
                <p:cNvSpPr/>
                <p:nvPr/>
              </p:nvSpPr>
              <p:spPr>
                <a:xfrm>
                  <a:off x="7713534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0" name="pg298">
                  <a:extLst>
                    <a:ext uri="{FF2B5EF4-FFF2-40B4-BE49-F238E27FC236}">
                      <a16:creationId xmlns:a16="http://schemas.microsoft.com/office/drawing/2014/main" id="{253D5D93-68EC-88C0-DCAA-BE0A81A9EF23}"/>
                    </a:ext>
                  </a:extLst>
                </p:cNvPr>
                <p:cNvSpPr/>
                <p:nvPr/>
              </p:nvSpPr>
              <p:spPr>
                <a:xfrm>
                  <a:off x="7744597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1" name="pg299">
                  <a:extLst>
                    <a:ext uri="{FF2B5EF4-FFF2-40B4-BE49-F238E27FC236}">
                      <a16:creationId xmlns:a16="http://schemas.microsoft.com/office/drawing/2014/main" id="{E9B8084D-F624-D23C-F1DB-9B9C18F01196}"/>
                    </a:ext>
                  </a:extLst>
                </p:cNvPr>
                <p:cNvSpPr/>
                <p:nvPr/>
              </p:nvSpPr>
              <p:spPr>
                <a:xfrm>
                  <a:off x="7775660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2" name="pg300">
                  <a:extLst>
                    <a:ext uri="{FF2B5EF4-FFF2-40B4-BE49-F238E27FC236}">
                      <a16:creationId xmlns:a16="http://schemas.microsoft.com/office/drawing/2014/main" id="{08BE12B3-5EB1-51BD-ED95-CFF975D08F2D}"/>
                    </a:ext>
                  </a:extLst>
                </p:cNvPr>
                <p:cNvSpPr/>
                <p:nvPr/>
              </p:nvSpPr>
              <p:spPr>
                <a:xfrm>
                  <a:off x="7030150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3" name="pg301">
                  <a:extLst>
                    <a:ext uri="{FF2B5EF4-FFF2-40B4-BE49-F238E27FC236}">
                      <a16:creationId xmlns:a16="http://schemas.microsoft.com/office/drawing/2014/main" id="{3FACC46E-7D5B-FFA4-A3F7-7BEABF854E96}"/>
                    </a:ext>
                  </a:extLst>
                </p:cNvPr>
                <p:cNvSpPr/>
                <p:nvPr/>
              </p:nvSpPr>
              <p:spPr>
                <a:xfrm>
                  <a:off x="7061213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4" name="pg302">
                  <a:extLst>
                    <a:ext uri="{FF2B5EF4-FFF2-40B4-BE49-F238E27FC236}">
                      <a16:creationId xmlns:a16="http://schemas.microsoft.com/office/drawing/2014/main" id="{180C76B1-7389-4712-C21A-4A78BCCCA1FE}"/>
                    </a:ext>
                  </a:extLst>
                </p:cNvPr>
                <p:cNvSpPr/>
                <p:nvPr/>
              </p:nvSpPr>
              <p:spPr>
                <a:xfrm>
                  <a:off x="7092276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5" name="pg303">
                  <a:extLst>
                    <a:ext uri="{FF2B5EF4-FFF2-40B4-BE49-F238E27FC236}">
                      <a16:creationId xmlns:a16="http://schemas.microsoft.com/office/drawing/2014/main" id="{6A07DBD8-524E-D0EC-EDBD-38654DBDF57D}"/>
                    </a:ext>
                  </a:extLst>
                </p:cNvPr>
                <p:cNvSpPr/>
                <p:nvPr/>
              </p:nvSpPr>
              <p:spPr>
                <a:xfrm>
                  <a:off x="7123338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6" name="pg304">
                  <a:extLst>
                    <a:ext uri="{FF2B5EF4-FFF2-40B4-BE49-F238E27FC236}">
                      <a16:creationId xmlns:a16="http://schemas.microsoft.com/office/drawing/2014/main" id="{497FD7AB-04FA-1455-6724-68F80C388694}"/>
                    </a:ext>
                  </a:extLst>
                </p:cNvPr>
                <p:cNvSpPr/>
                <p:nvPr/>
              </p:nvSpPr>
              <p:spPr>
                <a:xfrm>
                  <a:off x="7154402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7" name="pg305">
                  <a:extLst>
                    <a:ext uri="{FF2B5EF4-FFF2-40B4-BE49-F238E27FC236}">
                      <a16:creationId xmlns:a16="http://schemas.microsoft.com/office/drawing/2014/main" id="{48578CF0-6ED0-E008-3327-FE2D6FB224DF}"/>
                    </a:ext>
                  </a:extLst>
                </p:cNvPr>
                <p:cNvSpPr/>
                <p:nvPr/>
              </p:nvSpPr>
              <p:spPr>
                <a:xfrm>
                  <a:off x="7185465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8" name="pg306">
                  <a:extLst>
                    <a:ext uri="{FF2B5EF4-FFF2-40B4-BE49-F238E27FC236}">
                      <a16:creationId xmlns:a16="http://schemas.microsoft.com/office/drawing/2014/main" id="{2E303376-E59F-CCE3-FAE4-A85EB7077293}"/>
                    </a:ext>
                  </a:extLst>
                </p:cNvPr>
                <p:cNvSpPr/>
                <p:nvPr/>
              </p:nvSpPr>
              <p:spPr>
                <a:xfrm>
                  <a:off x="7216527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79" name="pg307">
                  <a:extLst>
                    <a:ext uri="{FF2B5EF4-FFF2-40B4-BE49-F238E27FC236}">
                      <a16:creationId xmlns:a16="http://schemas.microsoft.com/office/drawing/2014/main" id="{A2D0A11B-D095-C5AB-AF82-E040880DD7CA}"/>
                    </a:ext>
                  </a:extLst>
                </p:cNvPr>
                <p:cNvSpPr/>
                <p:nvPr/>
              </p:nvSpPr>
              <p:spPr>
                <a:xfrm>
                  <a:off x="7247590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0" name="pg308">
                  <a:extLst>
                    <a:ext uri="{FF2B5EF4-FFF2-40B4-BE49-F238E27FC236}">
                      <a16:creationId xmlns:a16="http://schemas.microsoft.com/office/drawing/2014/main" id="{0FE8258E-599A-2B64-2585-0074E4D8E025}"/>
                    </a:ext>
                  </a:extLst>
                </p:cNvPr>
                <p:cNvSpPr/>
                <p:nvPr/>
              </p:nvSpPr>
              <p:spPr>
                <a:xfrm>
                  <a:off x="7278653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1" name="pg309">
                  <a:extLst>
                    <a:ext uri="{FF2B5EF4-FFF2-40B4-BE49-F238E27FC236}">
                      <a16:creationId xmlns:a16="http://schemas.microsoft.com/office/drawing/2014/main" id="{F46BD567-E8E0-F02A-8F5B-E2C7B0D713C2}"/>
                    </a:ext>
                  </a:extLst>
                </p:cNvPr>
                <p:cNvSpPr/>
                <p:nvPr/>
              </p:nvSpPr>
              <p:spPr>
                <a:xfrm>
                  <a:off x="7309716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2" name="pg310">
                  <a:extLst>
                    <a:ext uri="{FF2B5EF4-FFF2-40B4-BE49-F238E27FC236}">
                      <a16:creationId xmlns:a16="http://schemas.microsoft.com/office/drawing/2014/main" id="{13035D77-CF6B-2192-48E4-D0AF22C76C3C}"/>
                    </a:ext>
                  </a:extLst>
                </p:cNvPr>
                <p:cNvSpPr/>
                <p:nvPr/>
              </p:nvSpPr>
              <p:spPr>
                <a:xfrm>
                  <a:off x="7340779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3" name="pg311">
                  <a:extLst>
                    <a:ext uri="{FF2B5EF4-FFF2-40B4-BE49-F238E27FC236}">
                      <a16:creationId xmlns:a16="http://schemas.microsoft.com/office/drawing/2014/main" id="{378C6BFA-FA2A-B5B3-61A5-D6C7553B67E0}"/>
                    </a:ext>
                  </a:extLst>
                </p:cNvPr>
                <p:cNvSpPr/>
                <p:nvPr/>
              </p:nvSpPr>
              <p:spPr>
                <a:xfrm>
                  <a:off x="7371842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4" name="pg312">
                  <a:extLst>
                    <a:ext uri="{FF2B5EF4-FFF2-40B4-BE49-F238E27FC236}">
                      <a16:creationId xmlns:a16="http://schemas.microsoft.com/office/drawing/2014/main" id="{46B71FAD-BC34-9303-1DE2-47E9C394E1CD}"/>
                    </a:ext>
                  </a:extLst>
                </p:cNvPr>
                <p:cNvSpPr/>
                <p:nvPr/>
              </p:nvSpPr>
              <p:spPr>
                <a:xfrm>
                  <a:off x="7402905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5" name="pg313">
                  <a:extLst>
                    <a:ext uri="{FF2B5EF4-FFF2-40B4-BE49-F238E27FC236}">
                      <a16:creationId xmlns:a16="http://schemas.microsoft.com/office/drawing/2014/main" id="{E3BB757A-1676-9B70-FD04-FDE632B5FC6E}"/>
                    </a:ext>
                  </a:extLst>
                </p:cNvPr>
                <p:cNvSpPr/>
                <p:nvPr/>
              </p:nvSpPr>
              <p:spPr>
                <a:xfrm>
                  <a:off x="7433968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6" name="pg314">
                  <a:extLst>
                    <a:ext uri="{FF2B5EF4-FFF2-40B4-BE49-F238E27FC236}">
                      <a16:creationId xmlns:a16="http://schemas.microsoft.com/office/drawing/2014/main" id="{9D502FED-B5EC-EE96-5EC9-5DD610845C08}"/>
                    </a:ext>
                  </a:extLst>
                </p:cNvPr>
                <p:cNvSpPr/>
                <p:nvPr/>
              </p:nvSpPr>
              <p:spPr>
                <a:xfrm>
                  <a:off x="7465031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7" name="pg315">
                  <a:extLst>
                    <a:ext uri="{FF2B5EF4-FFF2-40B4-BE49-F238E27FC236}">
                      <a16:creationId xmlns:a16="http://schemas.microsoft.com/office/drawing/2014/main" id="{061E37A5-96BD-F36A-7507-C2D8C62DEF2A}"/>
                    </a:ext>
                  </a:extLst>
                </p:cNvPr>
                <p:cNvSpPr/>
                <p:nvPr/>
              </p:nvSpPr>
              <p:spPr>
                <a:xfrm>
                  <a:off x="7496094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8" name="pg316">
                  <a:extLst>
                    <a:ext uri="{FF2B5EF4-FFF2-40B4-BE49-F238E27FC236}">
                      <a16:creationId xmlns:a16="http://schemas.microsoft.com/office/drawing/2014/main" id="{1C81A072-2771-B9D8-7240-1616BAC53C6F}"/>
                    </a:ext>
                  </a:extLst>
                </p:cNvPr>
                <p:cNvSpPr/>
                <p:nvPr/>
              </p:nvSpPr>
              <p:spPr>
                <a:xfrm>
                  <a:off x="7527156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89" name="pg317">
                  <a:extLst>
                    <a:ext uri="{FF2B5EF4-FFF2-40B4-BE49-F238E27FC236}">
                      <a16:creationId xmlns:a16="http://schemas.microsoft.com/office/drawing/2014/main" id="{5A90694F-4DDC-1C00-9979-6A037BEBA856}"/>
                    </a:ext>
                  </a:extLst>
                </p:cNvPr>
                <p:cNvSpPr/>
                <p:nvPr/>
              </p:nvSpPr>
              <p:spPr>
                <a:xfrm>
                  <a:off x="7558219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0" name="pg318">
                  <a:extLst>
                    <a:ext uri="{FF2B5EF4-FFF2-40B4-BE49-F238E27FC236}">
                      <a16:creationId xmlns:a16="http://schemas.microsoft.com/office/drawing/2014/main" id="{7ED7B239-7BCC-9B57-DF96-6BC3863145A4}"/>
                    </a:ext>
                  </a:extLst>
                </p:cNvPr>
                <p:cNvSpPr/>
                <p:nvPr/>
              </p:nvSpPr>
              <p:spPr>
                <a:xfrm>
                  <a:off x="7651408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1" name="pg319">
                  <a:extLst>
                    <a:ext uri="{FF2B5EF4-FFF2-40B4-BE49-F238E27FC236}">
                      <a16:creationId xmlns:a16="http://schemas.microsoft.com/office/drawing/2014/main" id="{DE69E073-7726-8B57-1A21-149C34DEAEEF}"/>
                    </a:ext>
                  </a:extLst>
                </p:cNvPr>
                <p:cNvSpPr/>
                <p:nvPr/>
              </p:nvSpPr>
              <p:spPr>
                <a:xfrm>
                  <a:off x="7682471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2" name="pg320">
                  <a:extLst>
                    <a:ext uri="{FF2B5EF4-FFF2-40B4-BE49-F238E27FC236}">
                      <a16:creationId xmlns:a16="http://schemas.microsoft.com/office/drawing/2014/main" id="{CE825709-191C-C711-0AB2-2177B34D01BC}"/>
                    </a:ext>
                  </a:extLst>
                </p:cNvPr>
                <p:cNvSpPr/>
                <p:nvPr/>
              </p:nvSpPr>
              <p:spPr>
                <a:xfrm>
                  <a:off x="7713534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3" name="pg321">
                  <a:extLst>
                    <a:ext uri="{FF2B5EF4-FFF2-40B4-BE49-F238E27FC236}">
                      <a16:creationId xmlns:a16="http://schemas.microsoft.com/office/drawing/2014/main" id="{495E8F42-6624-DC03-D0EF-44515D9615E0}"/>
                    </a:ext>
                  </a:extLst>
                </p:cNvPr>
                <p:cNvSpPr/>
                <p:nvPr/>
              </p:nvSpPr>
              <p:spPr>
                <a:xfrm>
                  <a:off x="7744597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4" name="pg322">
                  <a:extLst>
                    <a:ext uri="{FF2B5EF4-FFF2-40B4-BE49-F238E27FC236}">
                      <a16:creationId xmlns:a16="http://schemas.microsoft.com/office/drawing/2014/main" id="{6AE1AF10-F48C-19C9-A77D-C98F6FCA4F4D}"/>
                    </a:ext>
                  </a:extLst>
                </p:cNvPr>
                <p:cNvSpPr/>
                <p:nvPr/>
              </p:nvSpPr>
              <p:spPr>
                <a:xfrm>
                  <a:off x="7775660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5" name="pg323">
                  <a:extLst>
                    <a:ext uri="{FF2B5EF4-FFF2-40B4-BE49-F238E27FC236}">
                      <a16:creationId xmlns:a16="http://schemas.microsoft.com/office/drawing/2014/main" id="{7DC57CA0-6B54-8535-53D0-DF02C3080458}"/>
                    </a:ext>
                  </a:extLst>
                </p:cNvPr>
                <p:cNvSpPr/>
                <p:nvPr/>
              </p:nvSpPr>
              <p:spPr>
                <a:xfrm>
                  <a:off x="7030150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6" name="pg324">
                  <a:extLst>
                    <a:ext uri="{FF2B5EF4-FFF2-40B4-BE49-F238E27FC236}">
                      <a16:creationId xmlns:a16="http://schemas.microsoft.com/office/drawing/2014/main" id="{6164FA1D-8067-FDDD-C771-281D51A31755}"/>
                    </a:ext>
                  </a:extLst>
                </p:cNvPr>
                <p:cNvSpPr/>
                <p:nvPr/>
              </p:nvSpPr>
              <p:spPr>
                <a:xfrm>
                  <a:off x="7061213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7" name="pg325">
                  <a:extLst>
                    <a:ext uri="{FF2B5EF4-FFF2-40B4-BE49-F238E27FC236}">
                      <a16:creationId xmlns:a16="http://schemas.microsoft.com/office/drawing/2014/main" id="{12B84591-40EF-6E27-5B28-969311BBA32E}"/>
                    </a:ext>
                  </a:extLst>
                </p:cNvPr>
                <p:cNvSpPr/>
                <p:nvPr/>
              </p:nvSpPr>
              <p:spPr>
                <a:xfrm>
                  <a:off x="7092276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8" name="pg326">
                  <a:extLst>
                    <a:ext uri="{FF2B5EF4-FFF2-40B4-BE49-F238E27FC236}">
                      <a16:creationId xmlns:a16="http://schemas.microsoft.com/office/drawing/2014/main" id="{228CB86C-B319-C8C4-1EEB-761B2C34ED3D}"/>
                    </a:ext>
                  </a:extLst>
                </p:cNvPr>
                <p:cNvSpPr/>
                <p:nvPr/>
              </p:nvSpPr>
              <p:spPr>
                <a:xfrm>
                  <a:off x="7123338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999" name="pg327">
                  <a:extLst>
                    <a:ext uri="{FF2B5EF4-FFF2-40B4-BE49-F238E27FC236}">
                      <a16:creationId xmlns:a16="http://schemas.microsoft.com/office/drawing/2014/main" id="{B421C3AF-0DD8-4247-AE3B-BF5822B7E183}"/>
                    </a:ext>
                  </a:extLst>
                </p:cNvPr>
                <p:cNvSpPr/>
                <p:nvPr/>
              </p:nvSpPr>
              <p:spPr>
                <a:xfrm>
                  <a:off x="7154402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0" name="pg328">
                  <a:extLst>
                    <a:ext uri="{FF2B5EF4-FFF2-40B4-BE49-F238E27FC236}">
                      <a16:creationId xmlns:a16="http://schemas.microsoft.com/office/drawing/2014/main" id="{8333FA2A-953C-50B4-0E9E-D3AF97EE95D1}"/>
                    </a:ext>
                  </a:extLst>
                </p:cNvPr>
                <p:cNvSpPr/>
                <p:nvPr/>
              </p:nvSpPr>
              <p:spPr>
                <a:xfrm>
                  <a:off x="7185465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1" name="pg329">
                  <a:extLst>
                    <a:ext uri="{FF2B5EF4-FFF2-40B4-BE49-F238E27FC236}">
                      <a16:creationId xmlns:a16="http://schemas.microsoft.com/office/drawing/2014/main" id="{DEE86965-F27A-370F-45F5-D3555ED19E9C}"/>
                    </a:ext>
                  </a:extLst>
                </p:cNvPr>
                <p:cNvSpPr/>
                <p:nvPr/>
              </p:nvSpPr>
              <p:spPr>
                <a:xfrm>
                  <a:off x="7216527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2" name="pg330">
                  <a:extLst>
                    <a:ext uri="{FF2B5EF4-FFF2-40B4-BE49-F238E27FC236}">
                      <a16:creationId xmlns:a16="http://schemas.microsoft.com/office/drawing/2014/main" id="{FA571618-9A8B-4BEC-9970-2DFF6F832452}"/>
                    </a:ext>
                  </a:extLst>
                </p:cNvPr>
                <p:cNvSpPr/>
                <p:nvPr/>
              </p:nvSpPr>
              <p:spPr>
                <a:xfrm>
                  <a:off x="7247590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3" name="pg331">
                  <a:extLst>
                    <a:ext uri="{FF2B5EF4-FFF2-40B4-BE49-F238E27FC236}">
                      <a16:creationId xmlns:a16="http://schemas.microsoft.com/office/drawing/2014/main" id="{F1214E54-B582-DDF4-D438-193A8B6D0462}"/>
                    </a:ext>
                  </a:extLst>
                </p:cNvPr>
                <p:cNvSpPr/>
                <p:nvPr/>
              </p:nvSpPr>
              <p:spPr>
                <a:xfrm>
                  <a:off x="7278653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4" name="pg332">
                  <a:extLst>
                    <a:ext uri="{FF2B5EF4-FFF2-40B4-BE49-F238E27FC236}">
                      <a16:creationId xmlns:a16="http://schemas.microsoft.com/office/drawing/2014/main" id="{6B40FA2D-0C41-558B-7D7E-BD897BE4F3BB}"/>
                    </a:ext>
                  </a:extLst>
                </p:cNvPr>
                <p:cNvSpPr/>
                <p:nvPr/>
              </p:nvSpPr>
              <p:spPr>
                <a:xfrm>
                  <a:off x="7309716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5" name="pg333">
                  <a:extLst>
                    <a:ext uri="{FF2B5EF4-FFF2-40B4-BE49-F238E27FC236}">
                      <a16:creationId xmlns:a16="http://schemas.microsoft.com/office/drawing/2014/main" id="{A4A4734D-9818-CF4A-DE61-B1813643BF58}"/>
                    </a:ext>
                  </a:extLst>
                </p:cNvPr>
                <p:cNvSpPr/>
                <p:nvPr/>
              </p:nvSpPr>
              <p:spPr>
                <a:xfrm>
                  <a:off x="7340779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6" name="pg334">
                  <a:extLst>
                    <a:ext uri="{FF2B5EF4-FFF2-40B4-BE49-F238E27FC236}">
                      <a16:creationId xmlns:a16="http://schemas.microsoft.com/office/drawing/2014/main" id="{B8882783-B1DB-F3FC-BBAB-0A2791CB19CE}"/>
                    </a:ext>
                  </a:extLst>
                </p:cNvPr>
                <p:cNvSpPr/>
                <p:nvPr/>
              </p:nvSpPr>
              <p:spPr>
                <a:xfrm>
                  <a:off x="7371842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7" name="pg335">
                  <a:extLst>
                    <a:ext uri="{FF2B5EF4-FFF2-40B4-BE49-F238E27FC236}">
                      <a16:creationId xmlns:a16="http://schemas.microsoft.com/office/drawing/2014/main" id="{AC1DF953-3634-EF0A-1AA2-B0E5235DEA6C}"/>
                    </a:ext>
                  </a:extLst>
                </p:cNvPr>
                <p:cNvSpPr/>
                <p:nvPr/>
              </p:nvSpPr>
              <p:spPr>
                <a:xfrm>
                  <a:off x="7402905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8" name="pg336">
                  <a:extLst>
                    <a:ext uri="{FF2B5EF4-FFF2-40B4-BE49-F238E27FC236}">
                      <a16:creationId xmlns:a16="http://schemas.microsoft.com/office/drawing/2014/main" id="{A674911A-462D-D210-A15C-953EBDB4858B}"/>
                    </a:ext>
                  </a:extLst>
                </p:cNvPr>
                <p:cNvSpPr/>
                <p:nvPr/>
              </p:nvSpPr>
              <p:spPr>
                <a:xfrm>
                  <a:off x="7433968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09" name="pg337">
                  <a:extLst>
                    <a:ext uri="{FF2B5EF4-FFF2-40B4-BE49-F238E27FC236}">
                      <a16:creationId xmlns:a16="http://schemas.microsoft.com/office/drawing/2014/main" id="{6B7ED05D-DD23-175C-462F-98F4E4FA5186}"/>
                    </a:ext>
                  </a:extLst>
                </p:cNvPr>
                <p:cNvSpPr/>
                <p:nvPr/>
              </p:nvSpPr>
              <p:spPr>
                <a:xfrm>
                  <a:off x="7465031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0" name="pg338">
                  <a:extLst>
                    <a:ext uri="{FF2B5EF4-FFF2-40B4-BE49-F238E27FC236}">
                      <a16:creationId xmlns:a16="http://schemas.microsoft.com/office/drawing/2014/main" id="{9A0FD25D-0EE0-1696-232A-2802436F9A11}"/>
                    </a:ext>
                  </a:extLst>
                </p:cNvPr>
                <p:cNvSpPr/>
                <p:nvPr/>
              </p:nvSpPr>
              <p:spPr>
                <a:xfrm>
                  <a:off x="7496094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1" name="pg339">
                  <a:extLst>
                    <a:ext uri="{FF2B5EF4-FFF2-40B4-BE49-F238E27FC236}">
                      <a16:creationId xmlns:a16="http://schemas.microsoft.com/office/drawing/2014/main" id="{33A5EF90-7677-82E9-542E-2EC5A7BC68F3}"/>
                    </a:ext>
                  </a:extLst>
                </p:cNvPr>
                <p:cNvSpPr/>
                <p:nvPr/>
              </p:nvSpPr>
              <p:spPr>
                <a:xfrm>
                  <a:off x="7527156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2" name="pg340">
                  <a:extLst>
                    <a:ext uri="{FF2B5EF4-FFF2-40B4-BE49-F238E27FC236}">
                      <a16:creationId xmlns:a16="http://schemas.microsoft.com/office/drawing/2014/main" id="{69039767-DE86-EF16-16E8-4AF104FD1A6F}"/>
                    </a:ext>
                  </a:extLst>
                </p:cNvPr>
                <p:cNvSpPr/>
                <p:nvPr/>
              </p:nvSpPr>
              <p:spPr>
                <a:xfrm>
                  <a:off x="7558219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3" name="pg341">
                  <a:extLst>
                    <a:ext uri="{FF2B5EF4-FFF2-40B4-BE49-F238E27FC236}">
                      <a16:creationId xmlns:a16="http://schemas.microsoft.com/office/drawing/2014/main" id="{DBEB607E-225C-0A43-1A2B-F8F0CC42D1C3}"/>
                    </a:ext>
                  </a:extLst>
                </p:cNvPr>
                <p:cNvSpPr/>
                <p:nvPr/>
              </p:nvSpPr>
              <p:spPr>
                <a:xfrm>
                  <a:off x="7620345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4" name="pg342">
                  <a:extLst>
                    <a:ext uri="{FF2B5EF4-FFF2-40B4-BE49-F238E27FC236}">
                      <a16:creationId xmlns:a16="http://schemas.microsoft.com/office/drawing/2014/main" id="{86D2F8D4-06EC-7BEB-119E-60753D590E63}"/>
                    </a:ext>
                  </a:extLst>
                </p:cNvPr>
                <p:cNvSpPr/>
                <p:nvPr/>
              </p:nvSpPr>
              <p:spPr>
                <a:xfrm>
                  <a:off x="7651408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5" name="pg343">
                  <a:extLst>
                    <a:ext uri="{FF2B5EF4-FFF2-40B4-BE49-F238E27FC236}">
                      <a16:creationId xmlns:a16="http://schemas.microsoft.com/office/drawing/2014/main" id="{8DC9A9DC-707C-F59E-617F-AFD0F8EC4434}"/>
                    </a:ext>
                  </a:extLst>
                </p:cNvPr>
                <p:cNvSpPr/>
                <p:nvPr/>
              </p:nvSpPr>
              <p:spPr>
                <a:xfrm>
                  <a:off x="7682471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6" name="pg344">
                  <a:extLst>
                    <a:ext uri="{FF2B5EF4-FFF2-40B4-BE49-F238E27FC236}">
                      <a16:creationId xmlns:a16="http://schemas.microsoft.com/office/drawing/2014/main" id="{F367F507-E298-75FE-B029-7F8117885692}"/>
                    </a:ext>
                  </a:extLst>
                </p:cNvPr>
                <p:cNvSpPr/>
                <p:nvPr/>
              </p:nvSpPr>
              <p:spPr>
                <a:xfrm>
                  <a:off x="7713534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7" name="pg345">
                  <a:extLst>
                    <a:ext uri="{FF2B5EF4-FFF2-40B4-BE49-F238E27FC236}">
                      <a16:creationId xmlns:a16="http://schemas.microsoft.com/office/drawing/2014/main" id="{E9BDC97C-D0E0-E8C6-9439-EC3FE5C03E77}"/>
                    </a:ext>
                  </a:extLst>
                </p:cNvPr>
                <p:cNvSpPr/>
                <p:nvPr/>
              </p:nvSpPr>
              <p:spPr>
                <a:xfrm>
                  <a:off x="7744597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8" name="pg346">
                  <a:extLst>
                    <a:ext uri="{FF2B5EF4-FFF2-40B4-BE49-F238E27FC236}">
                      <a16:creationId xmlns:a16="http://schemas.microsoft.com/office/drawing/2014/main" id="{C86B9FAA-A3BC-C274-AD6A-9D04B946175B}"/>
                    </a:ext>
                  </a:extLst>
                </p:cNvPr>
                <p:cNvSpPr/>
                <p:nvPr/>
              </p:nvSpPr>
              <p:spPr>
                <a:xfrm>
                  <a:off x="7775660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19" name="pg347">
                  <a:extLst>
                    <a:ext uri="{FF2B5EF4-FFF2-40B4-BE49-F238E27FC236}">
                      <a16:creationId xmlns:a16="http://schemas.microsoft.com/office/drawing/2014/main" id="{8DCA0C85-3F7B-0A2A-91B9-4C58CF5A4E51}"/>
                    </a:ext>
                  </a:extLst>
                </p:cNvPr>
                <p:cNvSpPr/>
                <p:nvPr/>
              </p:nvSpPr>
              <p:spPr>
                <a:xfrm>
                  <a:off x="7061213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0" name="pg348">
                  <a:extLst>
                    <a:ext uri="{FF2B5EF4-FFF2-40B4-BE49-F238E27FC236}">
                      <a16:creationId xmlns:a16="http://schemas.microsoft.com/office/drawing/2014/main" id="{7A48F6FD-2FAE-543F-DCCE-F5D5358B020A}"/>
                    </a:ext>
                  </a:extLst>
                </p:cNvPr>
                <p:cNvSpPr/>
                <p:nvPr/>
              </p:nvSpPr>
              <p:spPr>
                <a:xfrm>
                  <a:off x="7092276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1" name="pg349">
                  <a:extLst>
                    <a:ext uri="{FF2B5EF4-FFF2-40B4-BE49-F238E27FC236}">
                      <a16:creationId xmlns:a16="http://schemas.microsoft.com/office/drawing/2014/main" id="{F5A5D999-F901-36CB-9E32-9E5686544828}"/>
                    </a:ext>
                  </a:extLst>
                </p:cNvPr>
                <p:cNvSpPr/>
                <p:nvPr/>
              </p:nvSpPr>
              <p:spPr>
                <a:xfrm>
                  <a:off x="7123338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2" name="pg350">
                  <a:extLst>
                    <a:ext uri="{FF2B5EF4-FFF2-40B4-BE49-F238E27FC236}">
                      <a16:creationId xmlns:a16="http://schemas.microsoft.com/office/drawing/2014/main" id="{A9A7E149-A64B-C8AA-7490-E57D651148A0}"/>
                    </a:ext>
                  </a:extLst>
                </p:cNvPr>
                <p:cNvSpPr/>
                <p:nvPr/>
              </p:nvSpPr>
              <p:spPr>
                <a:xfrm>
                  <a:off x="7154402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3" name="pg351">
                  <a:extLst>
                    <a:ext uri="{FF2B5EF4-FFF2-40B4-BE49-F238E27FC236}">
                      <a16:creationId xmlns:a16="http://schemas.microsoft.com/office/drawing/2014/main" id="{423477BA-8BCE-72EC-2738-160EBD5A0C2A}"/>
                    </a:ext>
                  </a:extLst>
                </p:cNvPr>
                <p:cNvSpPr/>
                <p:nvPr/>
              </p:nvSpPr>
              <p:spPr>
                <a:xfrm>
                  <a:off x="7185465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4" name="pg352">
                  <a:extLst>
                    <a:ext uri="{FF2B5EF4-FFF2-40B4-BE49-F238E27FC236}">
                      <a16:creationId xmlns:a16="http://schemas.microsoft.com/office/drawing/2014/main" id="{C67A0E2E-47BA-53E5-25E5-72BA32AEA9D2}"/>
                    </a:ext>
                  </a:extLst>
                </p:cNvPr>
                <p:cNvSpPr/>
                <p:nvPr/>
              </p:nvSpPr>
              <p:spPr>
                <a:xfrm>
                  <a:off x="7216527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5" name="pg353">
                  <a:extLst>
                    <a:ext uri="{FF2B5EF4-FFF2-40B4-BE49-F238E27FC236}">
                      <a16:creationId xmlns:a16="http://schemas.microsoft.com/office/drawing/2014/main" id="{CA870221-3F5F-24F0-C314-2FDB01314E82}"/>
                    </a:ext>
                  </a:extLst>
                </p:cNvPr>
                <p:cNvSpPr/>
                <p:nvPr/>
              </p:nvSpPr>
              <p:spPr>
                <a:xfrm>
                  <a:off x="7247590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6" name="pg354">
                  <a:extLst>
                    <a:ext uri="{FF2B5EF4-FFF2-40B4-BE49-F238E27FC236}">
                      <a16:creationId xmlns:a16="http://schemas.microsoft.com/office/drawing/2014/main" id="{7CEE321F-AF7A-4982-4D63-D40B848B1566}"/>
                    </a:ext>
                  </a:extLst>
                </p:cNvPr>
                <p:cNvSpPr/>
                <p:nvPr/>
              </p:nvSpPr>
              <p:spPr>
                <a:xfrm>
                  <a:off x="7278653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7" name="pg355">
                  <a:extLst>
                    <a:ext uri="{FF2B5EF4-FFF2-40B4-BE49-F238E27FC236}">
                      <a16:creationId xmlns:a16="http://schemas.microsoft.com/office/drawing/2014/main" id="{9A27BDFA-E3DD-6543-6399-62B334115E80}"/>
                    </a:ext>
                  </a:extLst>
                </p:cNvPr>
                <p:cNvSpPr/>
                <p:nvPr/>
              </p:nvSpPr>
              <p:spPr>
                <a:xfrm>
                  <a:off x="7309716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8" name="pg356">
                  <a:extLst>
                    <a:ext uri="{FF2B5EF4-FFF2-40B4-BE49-F238E27FC236}">
                      <a16:creationId xmlns:a16="http://schemas.microsoft.com/office/drawing/2014/main" id="{CE72A64A-A2CD-6406-DC8B-D9CD75E84761}"/>
                    </a:ext>
                  </a:extLst>
                </p:cNvPr>
                <p:cNvSpPr/>
                <p:nvPr/>
              </p:nvSpPr>
              <p:spPr>
                <a:xfrm>
                  <a:off x="7340779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29" name="pg357">
                  <a:extLst>
                    <a:ext uri="{FF2B5EF4-FFF2-40B4-BE49-F238E27FC236}">
                      <a16:creationId xmlns:a16="http://schemas.microsoft.com/office/drawing/2014/main" id="{589E1A7E-CB99-77BF-F365-F2BCEE450E42}"/>
                    </a:ext>
                  </a:extLst>
                </p:cNvPr>
                <p:cNvSpPr/>
                <p:nvPr/>
              </p:nvSpPr>
              <p:spPr>
                <a:xfrm>
                  <a:off x="7371842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0" name="pg358">
                  <a:extLst>
                    <a:ext uri="{FF2B5EF4-FFF2-40B4-BE49-F238E27FC236}">
                      <a16:creationId xmlns:a16="http://schemas.microsoft.com/office/drawing/2014/main" id="{BFABDBA3-E77B-CBC9-9AF8-E7F6EF81DC48}"/>
                    </a:ext>
                  </a:extLst>
                </p:cNvPr>
                <p:cNvSpPr/>
                <p:nvPr/>
              </p:nvSpPr>
              <p:spPr>
                <a:xfrm>
                  <a:off x="7402905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1" name="pg359">
                  <a:extLst>
                    <a:ext uri="{FF2B5EF4-FFF2-40B4-BE49-F238E27FC236}">
                      <a16:creationId xmlns:a16="http://schemas.microsoft.com/office/drawing/2014/main" id="{6F1E4B38-6AEE-69CB-BFFD-94F1495E44CB}"/>
                    </a:ext>
                  </a:extLst>
                </p:cNvPr>
                <p:cNvSpPr/>
                <p:nvPr/>
              </p:nvSpPr>
              <p:spPr>
                <a:xfrm>
                  <a:off x="7433968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2" name="pg360">
                  <a:extLst>
                    <a:ext uri="{FF2B5EF4-FFF2-40B4-BE49-F238E27FC236}">
                      <a16:creationId xmlns:a16="http://schemas.microsoft.com/office/drawing/2014/main" id="{B7908237-AF15-12C1-4131-6FF05BCE8C5E}"/>
                    </a:ext>
                  </a:extLst>
                </p:cNvPr>
                <p:cNvSpPr/>
                <p:nvPr/>
              </p:nvSpPr>
              <p:spPr>
                <a:xfrm>
                  <a:off x="7465031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3" name="pg361">
                  <a:extLst>
                    <a:ext uri="{FF2B5EF4-FFF2-40B4-BE49-F238E27FC236}">
                      <a16:creationId xmlns:a16="http://schemas.microsoft.com/office/drawing/2014/main" id="{596E1297-838F-044B-0982-CAB62A986649}"/>
                    </a:ext>
                  </a:extLst>
                </p:cNvPr>
                <p:cNvSpPr/>
                <p:nvPr/>
              </p:nvSpPr>
              <p:spPr>
                <a:xfrm>
                  <a:off x="7496094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4" name="pg362">
                  <a:extLst>
                    <a:ext uri="{FF2B5EF4-FFF2-40B4-BE49-F238E27FC236}">
                      <a16:creationId xmlns:a16="http://schemas.microsoft.com/office/drawing/2014/main" id="{B0E15951-B433-7F49-9345-B2D13370C59B}"/>
                    </a:ext>
                  </a:extLst>
                </p:cNvPr>
                <p:cNvSpPr/>
                <p:nvPr/>
              </p:nvSpPr>
              <p:spPr>
                <a:xfrm>
                  <a:off x="7527156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5" name="pg363">
                  <a:extLst>
                    <a:ext uri="{FF2B5EF4-FFF2-40B4-BE49-F238E27FC236}">
                      <a16:creationId xmlns:a16="http://schemas.microsoft.com/office/drawing/2014/main" id="{2D9FFEA1-9E60-A991-C210-168D74795550}"/>
                    </a:ext>
                  </a:extLst>
                </p:cNvPr>
                <p:cNvSpPr/>
                <p:nvPr/>
              </p:nvSpPr>
              <p:spPr>
                <a:xfrm>
                  <a:off x="7558219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6" name="pg364">
                  <a:extLst>
                    <a:ext uri="{FF2B5EF4-FFF2-40B4-BE49-F238E27FC236}">
                      <a16:creationId xmlns:a16="http://schemas.microsoft.com/office/drawing/2014/main" id="{705672E1-E588-0902-15C6-3EF5CF49B7A4}"/>
                    </a:ext>
                  </a:extLst>
                </p:cNvPr>
                <p:cNvSpPr/>
                <p:nvPr/>
              </p:nvSpPr>
              <p:spPr>
                <a:xfrm>
                  <a:off x="7589283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7" name="pg365">
                  <a:extLst>
                    <a:ext uri="{FF2B5EF4-FFF2-40B4-BE49-F238E27FC236}">
                      <a16:creationId xmlns:a16="http://schemas.microsoft.com/office/drawing/2014/main" id="{6D34A317-11F3-96E7-48A4-C410C2B8E8BD}"/>
                    </a:ext>
                  </a:extLst>
                </p:cNvPr>
                <p:cNvSpPr/>
                <p:nvPr/>
              </p:nvSpPr>
              <p:spPr>
                <a:xfrm>
                  <a:off x="7620345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8" name="pg366">
                  <a:extLst>
                    <a:ext uri="{FF2B5EF4-FFF2-40B4-BE49-F238E27FC236}">
                      <a16:creationId xmlns:a16="http://schemas.microsoft.com/office/drawing/2014/main" id="{A9E14EAD-AFA5-B7DA-3A7B-F36C51DFCE0A}"/>
                    </a:ext>
                  </a:extLst>
                </p:cNvPr>
                <p:cNvSpPr/>
                <p:nvPr/>
              </p:nvSpPr>
              <p:spPr>
                <a:xfrm>
                  <a:off x="7651408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39" name="pg367">
                  <a:extLst>
                    <a:ext uri="{FF2B5EF4-FFF2-40B4-BE49-F238E27FC236}">
                      <a16:creationId xmlns:a16="http://schemas.microsoft.com/office/drawing/2014/main" id="{F496C733-81EC-DDAB-E39B-3DAAA1348CA5}"/>
                    </a:ext>
                  </a:extLst>
                </p:cNvPr>
                <p:cNvSpPr/>
                <p:nvPr/>
              </p:nvSpPr>
              <p:spPr>
                <a:xfrm>
                  <a:off x="7682471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0" name="pg368">
                  <a:extLst>
                    <a:ext uri="{FF2B5EF4-FFF2-40B4-BE49-F238E27FC236}">
                      <a16:creationId xmlns:a16="http://schemas.microsoft.com/office/drawing/2014/main" id="{738EEC9B-62EA-1BEF-3237-9A2B790E1B11}"/>
                    </a:ext>
                  </a:extLst>
                </p:cNvPr>
                <p:cNvSpPr/>
                <p:nvPr/>
              </p:nvSpPr>
              <p:spPr>
                <a:xfrm>
                  <a:off x="7713534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1" name="pg369">
                  <a:extLst>
                    <a:ext uri="{FF2B5EF4-FFF2-40B4-BE49-F238E27FC236}">
                      <a16:creationId xmlns:a16="http://schemas.microsoft.com/office/drawing/2014/main" id="{BEBF8810-874E-ADE9-F004-6A4BA607CA42}"/>
                    </a:ext>
                  </a:extLst>
                </p:cNvPr>
                <p:cNvSpPr/>
                <p:nvPr/>
              </p:nvSpPr>
              <p:spPr>
                <a:xfrm>
                  <a:off x="7744597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2" name="pg370">
                  <a:extLst>
                    <a:ext uri="{FF2B5EF4-FFF2-40B4-BE49-F238E27FC236}">
                      <a16:creationId xmlns:a16="http://schemas.microsoft.com/office/drawing/2014/main" id="{E2A75008-CF0D-A515-3252-9A3FE70E0E76}"/>
                    </a:ext>
                  </a:extLst>
                </p:cNvPr>
                <p:cNvSpPr/>
                <p:nvPr/>
              </p:nvSpPr>
              <p:spPr>
                <a:xfrm>
                  <a:off x="7775660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3" name="pg371">
                  <a:extLst>
                    <a:ext uri="{FF2B5EF4-FFF2-40B4-BE49-F238E27FC236}">
                      <a16:creationId xmlns:a16="http://schemas.microsoft.com/office/drawing/2014/main" id="{77AAD0E0-B4A6-8CC8-5A47-09B33CD47CBD}"/>
                    </a:ext>
                  </a:extLst>
                </p:cNvPr>
                <p:cNvSpPr/>
                <p:nvPr/>
              </p:nvSpPr>
              <p:spPr>
                <a:xfrm>
                  <a:off x="7092276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4" name="pg372">
                  <a:extLst>
                    <a:ext uri="{FF2B5EF4-FFF2-40B4-BE49-F238E27FC236}">
                      <a16:creationId xmlns:a16="http://schemas.microsoft.com/office/drawing/2014/main" id="{3D6C3CE0-942D-9F97-36A9-5628B889DC1C}"/>
                    </a:ext>
                  </a:extLst>
                </p:cNvPr>
                <p:cNvSpPr/>
                <p:nvPr/>
              </p:nvSpPr>
              <p:spPr>
                <a:xfrm>
                  <a:off x="7123338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5" name="pg373">
                  <a:extLst>
                    <a:ext uri="{FF2B5EF4-FFF2-40B4-BE49-F238E27FC236}">
                      <a16:creationId xmlns:a16="http://schemas.microsoft.com/office/drawing/2014/main" id="{B24EC4B3-FA31-86A1-B8B1-509F3553C17D}"/>
                    </a:ext>
                  </a:extLst>
                </p:cNvPr>
                <p:cNvSpPr/>
                <p:nvPr/>
              </p:nvSpPr>
              <p:spPr>
                <a:xfrm>
                  <a:off x="7154402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6" name="pg374">
                  <a:extLst>
                    <a:ext uri="{FF2B5EF4-FFF2-40B4-BE49-F238E27FC236}">
                      <a16:creationId xmlns:a16="http://schemas.microsoft.com/office/drawing/2014/main" id="{0AC4AC8A-3362-E8BE-20B9-5852266A354D}"/>
                    </a:ext>
                  </a:extLst>
                </p:cNvPr>
                <p:cNvSpPr/>
                <p:nvPr/>
              </p:nvSpPr>
              <p:spPr>
                <a:xfrm>
                  <a:off x="7185465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7" name="pg375">
                  <a:extLst>
                    <a:ext uri="{FF2B5EF4-FFF2-40B4-BE49-F238E27FC236}">
                      <a16:creationId xmlns:a16="http://schemas.microsoft.com/office/drawing/2014/main" id="{ECAC2114-5301-5920-3FBE-13CD84F8B376}"/>
                    </a:ext>
                  </a:extLst>
                </p:cNvPr>
                <p:cNvSpPr/>
                <p:nvPr/>
              </p:nvSpPr>
              <p:spPr>
                <a:xfrm>
                  <a:off x="7216527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8" name="pg376">
                  <a:extLst>
                    <a:ext uri="{FF2B5EF4-FFF2-40B4-BE49-F238E27FC236}">
                      <a16:creationId xmlns:a16="http://schemas.microsoft.com/office/drawing/2014/main" id="{76636275-FE08-A7EC-AF9D-6DB831D50C13}"/>
                    </a:ext>
                  </a:extLst>
                </p:cNvPr>
                <p:cNvSpPr/>
                <p:nvPr/>
              </p:nvSpPr>
              <p:spPr>
                <a:xfrm>
                  <a:off x="7247590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49" name="pg377">
                  <a:extLst>
                    <a:ext uri="{FF2B5EF4-FFF2-40B4-BE49-F238E27FC236}">
                      <a16:creationId xmlns:a16="http://schemas.microsoft.com/office/drawing/2014/main" id="{FB2AB545-38A6-9973-6541-40DDB9CC75EC}"/>
                    </a:ext>
                  </a:extLst>
                </p:cNvPr>
                <p:cNvSpPr/>
                <p:nvPr/>
              </p:nvSpPr>
              <p:spPr>
                <a:xfrm>
                  <a:off x="7278653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0" name="pg378">
                  <a:extLst>
                    <a:ext uri="{FF2B5EF4-FFF2-40B4-BE49-F238E27FC236}">
                      <a16:creationId xmlns:a16="http://schemas.microsoft.com/office/drawing/2014/main" id="{531801F0-AE4E-C3D0-5D51-A6648D37AFB1}"/>
                    </a:ext>
                  </a:extLst>
                </p:cNvPr>
                <p:cNvSpPr/>
                <p:nvPr/>
              </p:nvSpPr>
              <p:spPr>
                <a:xfrm>
                  <a:off x="7309716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1" name="pg379">
                  <a:extLst>
                    <a:ext uri="{FF2B5EF4-FFF2-40B4-BE49-F238E27FC236}">
                      <a16:creationId xmlns:a16="http://schemas.microsoft.com/office/drawing/2014/main" id="{9B0A52BD-41D4-02E6-0350-6142FDE8A535}"/>
                    </a:ext>
                  </a:extLst>
                </p:cNvPr>
                <p:cNvSpPr/>
                <p:nvPr/>
              </p:nvSpPr>
              <p:spPr>
                <a:xfrm>
                  <a:off x="7340779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2" name="pg380">
                  <a:extLst>
                    <a:ext uri="{FF2B5EF4-FFF2-40B4-BE49-F238E27FC236}">
                      <a16:creationId xmlns:a16="http://schemas.microsoft.com/office/drawing/2014/main" id="{7DB28ED4-248F-35A5-4412-165C393E1619}"/>
                    </a:ext>
                  </a:extLst>
                </p:cNvPr>
                <p:cNvSpPr/>
                <p:nvPr/>
              </p:nvSpPr>
              <p:spPr>
                <a:xfrm>
                  <a:off x="7371842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3" name="pg381">
                  <a:extLst>
                    <a:ext uri="{FF2B5EF4-FFF2-40B4-BE49-F238E27FC236}">
                      <a16:creationId xmlns:a16="http://schemas.microsoft.com/office/drawing/2014/main" id="{27546159-9DCD-287F-A98F-4A45FBF57D7E}"/>
                    </a:ext>
                  </a:extLst>
                </p:cNvPr>
                <p:cNvSpPr/>
                <p:nvPr/>
              </p:nvSpPr>
              <p:spPr>
                <a:xfrm>
                  <a:off x="7402905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4" name="pg382">
                  <a:extLst>
                    <a:ext uri="{FF2B5EF4-FFF2-40B4-BE49-F238E27FC236}">
                      <a16:creationId xmlns:a16="http://schemas.microsoft.com/office/drawing/2014/main" id="{59FC2816-312C-9B6B-6A73-581B8E8A2D78}"/>
                    </a:ext>
                  </a:extLst>
                </p:cNvPr>
                <p:cNvSpPr/>
                <p:nvPr/>
              </p:nvSpPr>
              <p:spPr>
                <a:xfrm>
                  <a:off x="7433968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5" name="pg383">
                  <a:extLst>
                    <a:ext uri="{FF2B5EF4-FFF2-40B4-BE49-F238E27FC236}">
                      <a16:creationId xmlns:a16="http://schemas.microsoft.com/office/drawing/2014/main" id="{F3704636-72A9-7B4C-9B0C-B3278C9D4CB2}"/>
                    </a:ext>
                  </a:extLst>
                </p:cNvPr>
                <p:cNvSpPr/>
                <p:nvPr/>
              </p:nvSpPr>
              <p:spPr>
                <a:xfrm>
                  <a:off x="7465031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6" name="pg384">
                  <a:extLst>
                    <a:ext uri="{FF2B5EF4-FFF2-40B4-BE49-F238E27FC236}">
                      <a16:creationId xmlns:a16="http://schemas.microsoft.com/office/drawing/2014/main" id="{FD020D3E-F4F8-C161-17C7-06D02FD3B146}"/>
                    </a:ext>
                  </a:extLst>
                </p:cNvPr>
                <p:cNvSpPr/>
                <p:nvPr/>
              </p:nvSpPr>
              <p:spPr>
                <a:xfrm>
                  <a:off x="7496094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7" name="pg385">
                  <a:extLst>
                    <a:ext uri="{FF2B5EF4-FFF2-40B4-BE49-F238E27FC236}">
                      <a16:creationId xmlns:a16="http://schemas.microsoft.com/office/drawing/2014/main" id="{A31510CA-C330-C8F3-24E1-CDA741CA9316}"/>
                    </a:ext>
                  </a:extLst>
                </p:cNvPr>
                <p:cNvSpPr/>
                <p:nvPr/>
              </p:nvSpPr>
              <p:spPr>
                <a:xfrm>
                  <a:off x="7527156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8" name="pg386">
                  <a:extLst>
                    <a:ext uri="{FF2B5EF4-FFF2-40B4-BE49-F238E27FC236}">
                      <a16:creationId xmlns:a16="http://schemas.microsoft.com/office/drawing/2014/main" id="{2D3AF462-01A1-7AE1-A74F-207AD7E9A9F3}"/>
                    </a:ext>
                  </a:extLst>
                </p:cNvPr>
                <p:cNvSpPr/>
                <p:nvPr/>
              </p:nvSpPr>
              <p:spPr>
                <a:xfrm>
                  <a:off x="7558219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59" name="pg387">
                  <a:extLst>
                    <a:ext uri="{FF2B5EF4-FFF2-40B4-BE49-F238E27FC236}">
                      <a16:creationId xmlns:a16="http://schemas.microsoft.com/office/drawing/2014/main" id="{3B7C40BE-EA8A-5004-7748-70656E50906E}"/>
                    </a:ext>
                  </a:extLst>
                </p:cNvPr>
                <p:cNvSpPr/>
                <p:nvPr/>
              </p:nvSpPr>
              <p:spPr>
                <a:xfrm>
                  <a:off x="7589283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0" name="pg388">
                  <a:extLst>
                    <a:ext uri="{FF2B5EF4-FFF2-40B4-BE49-F238E27FC236}">
                      <a16:creationId xmlns:a16="http://schemas.microsoft.com/office/drawing/2014/main" id="{BE2ABDB2-E0CC-77FA-A172-3B68137AA1E6}"/>
                    </a:ext>
                  </a:extLst>
                </p:cNvPr>
                <p:cNvSpPr/>
                <p:nvPr/>
              </p:nvSpPr>
              <p:spPr>
                <a:xfrm>
                  <a:off x="7620345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1" name="pg389">
                  <a:extLst>
                    <a:ext uri="{FF2B5EF4-FFF2-40B4-BE49-F238E27FC236}">
                      <a16:creationId xmlns:a16="http://schemas.microsoft.com/office/drawing/2014/main" id="{EF41B2EF-8B12-57AD-199D-B198AE870B80}"/>
                    </a:ext>
                  </a:extLst>
                </p:cNvPr>
                <p:cNvSpPr/>
                <p:nvPr/>
              </p:nvSpPr>
              <p:spPr>
                <a:xfrm>
                  <a:off x="7651408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2" name="pg390">
                  <a:extLst>
                    <a:ext uri="{FF2B5EF4-FFF2-40B4-BE49-F238E27FC236}">
                      <a16:creationId xmlns:a16="http://schemas.microsoft.com/office/drawing/2014/main" id="{C0FC360C-EFFB-46E6-54A7-AD5D33B390DE}"/>
                    </a:ext>
                  </a:extLst>
                </p:cNvPr>
                <p:cNvSpPr/>
                <p:nvPr/>
              </p:nvSpPr>
              <p:spPr>
                <a:xfrm>
                  <a:off x="7682471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3" name="pg391">
                  <a:extLst>
                    <a:ext uri="{FF2B5EF4-FFF2-40B4-BE49-F238E27FC236}">
                      <a16:creationId xmlns:a16="http://schemas.microsoft.com/office/drawing/2014/main" id="{5DCE1762-C317-9AC7-94D2-700A049A9A76}"/>
                    </a:ext>
                  </a:extLst>
                </p:cNvPr>
                <p:cNvSpPr/>
                <p:nvPr/>
              </p:nvSpPr>
              <p:spPr>
                <a:xfrm>
                  <a:off x="7713534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4" name="pg392">
                  <a:extLst>
                    <a:ext uri="{FF2B5EF4-FFF2-40B4-BE49-F238E27FC236}">
                      <a16:creationId xmlns:a16="http://schemas.microsoft.com/office/drawing/2014/main" id="{EA79DE64-5FC7-81A9-F798-F95E48085096}"/>
                    </a:ext>
                  </a:extLst>
                </p:cNvPr>
                <p:cNvSpPr/>
                <p:nvPr/>
              </p:nvSpPr>
              <p:spPr>
                <a:xfrm>
                  <a:off x="7744597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5" name="pg393">
                  <a:extLst>
                    <a:ext uri="{FF2B5EF4-FFF2-40B4-BE49-F238E27FC236}">
                      <a16:creationId xmlns:a16="http://schemas.microsoft.com/office/drawing/2014/main" id="{C9A1888F-DCB5-8BFC-DB32-1D022A38DD86}"/>
                    </a:ext>
                  </a:extLst>
                </p:cNvPr>
                <p:cNvSpPr/>
                <p:nvPr/>
              </p:nvSpPr>
              <p:spPr>
                <a:xfrm>
                  <a:off x="7092276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6" name="pg394">
                  <a:extLst>
                    <a:ext uri="{FF2B5EF4-FFF2-40B4-BE49-F238E27FC236}">
                      <a16:creationId xmlns:a16="http://schemas.microsoft.com/office/drawing/2014/main" id="{C8405D57-6536-4FF8-E9E5-3F336A1BEBFF}"/>
                    </a:ext>
                  </a:extLst>
                </p:cNvPr>
                <p:cNvSpPr/>
                <p:nvPr/>
              </p:nvSpPr>
              <p:spPr>
                <a:xfrm>
                  <a:off x="7123338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7" name="pg395">
                  <a:extLst>
                    <a:ext uri="{FF2B5EF4-FFF2-40B4-BE49-F238E27FC236}">
                      <a16:creationId xmlns:a16="http://schemas.microsoft.com/office/drawing/2014/main" id="{200370C2-D8DD-21EB-061C-D0798E2ADCCD}"/>
                    </a:ext>
                  </a:extLst>
                </p:cNvPr>
                <p:cNvSpPr/>
                <p:nvPr/>
              </p:nvSpPr>
              <p:spPr>
                <a:xfrm>
                  <a:off x="7154402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8" name="pg396">
                  <a:extLst>
                    <a:ext uri="{FF2B5EF4-FFF2-40B4-BE49-F238E27FC236}">
                      <a16:creationId xmlns:a16="http://schemas.microsoft.com/office/drawing/2014/main" id="{DFE2110F-6C82-8F72-A19A-23AD29097908}"/>
                    </a:ext>
                  </a:extLst>
                </p:cNvPr>
                <p:cNvSpPr/>
                <p:nvPr/>
              </p:nvSpPr>
              <p:spPr>
                <a:xfrm>
                  <a:off x="7185465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69" name="pg397">
                  <a:extLst>
                    <a:ext uri="{FF2B5EF4-FFF2-40B4-BE49-F238E27FC236}">
                      <a16:creationId xmlns:a16="http://schemas.microsoft.com/office/drawing/2014/main" id="{72B2AC86-AE26-2F54-F8CB-FE56C73C3A03}"/>
                    </a:ext>
                  </a:extLst>
                </p:cNvPr>
                <p:cNvSpPr/>
                <p:nvPr/>
              </p:nvSpPr>
              <p:spPr>
                <a:xfrm>
                  <a:off x="7216527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0" name="pg398">
                  <a:extLst>
                    <a:ext uri="{FF2B5EF4-FFF2-40B4-BE49-F238E27FC236}">
                      <a16:creationId xmlns:a16="http://schemas.microsoft.com/office/drawing/2014/main" id="{F972D028-F821-AB6C-1408-970B061F4730}"/>
                    </a:ext>
                  </a:extLst>
                </p:cNvPr>
                <p:cNvSpPr/>
                <p:nvPr/>
              </p:nvSpPr>
              <p:spPr>
                <a:xfrm>
                  <a:off x="7247590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1" name="pg399">
                  <a:extLst>
                    <a:ext uri="{FF2B5EF4-FFF2-40B4-BE49-F238E27FC236}">
                      <a16:creationId xmlns:a16="http://schemas.microsoft.com/office/drawing/2014/main" id="{8776FB26-AF56-D732-DFD1-440F8CD51925}"/>
                    </a:ext>
                  </a:extLst>
                </p:cNvPr>
                <p:cNvSpPr/>
                <p:nvPr/>
              </p:nvSpPr>
              <p:spPr>
                <a:xfrm>
                  <a:off x="7278653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2" name="pg400">
                  <a:extLst>
                    <a:ext uri="{FF2B5EF4-FFF2-40B4-BE49-F238E27FC236}">
                      <a16:creationId xmlns:a16="http://schemas.microsoft.com/office/drawing/2014/main" id="{843BEEBC-1E34-BEE3-764C-3546CF2F626F}"/>
                    </a:ext>
                  </a:extLst>
                </p:cNvPr>
                <p:cNvSpPr/>
                <p:nvPr/>
              </p:nvSpPr>
              <p:spPr>
                <a:xfrm>
                  <a:off x="7309716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3" name="pg401">
                  <a:extLst>
                    <a:ext uri="{FF2B5EF4-FFF2-40B4-BE49-F238E27FC236}">
                      <a16:creationId xmlns:a16="http://schemas.microsoft.com/office/drawing/2014/main" id="{8C6F8613-4072-CBCA-AA3E-C4A1E5718227}"/>
                    </a:ext>
                  </a:extLst>
                </p:cNvPr>
                <p:cNvSpPr/>
                <p:nvPr/>
              </p:nvSpPr>
              <p:spPr>
                <a:xfrm>
                  <a:off x="7340779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4" name="pg402">
                  <a:extLst>
                    <a:ext uri="{FF2B5EF4-FFF2-40B4-BE49-F238E27FC236}">
                      <a16:creationId xmlns:a16="http://schemas.microsoft.com/office/drawing/2014/main" id="{F18EFA81-F532-F279-AE5A-E482B9B8F13E}"/>
                    </a:ext>
                  </a:extLst>
                </p:cNvPr>
                <p:cNvSpPr/>
                <p:nvPr/>
              </p:nvSpPr>
              <p:spPr>
                <a:xfrm>
                  <a:off x="7371842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5" name="pg403">
                  <a:extLst>
                    <a:ext uri="{FF2B5EF4-FFF2-40B4-BE49-F238E27FC236}">
                      <a16:creationId xmlns:a16="http://schemas.microsoft.com/office/drawing/2014/main" id="{5B708489-5F7F-DA11-E84F-A5DBB4835AD7}"/>
                    </a:ext>
                  </a:extLst>
                </p:cNvPr>
                <p:cNvSpPr/>
                <p:nvPr/>
              </p:nvSpPr>
              <p:spPr>
                <a:xfrm>
                  <a:off x="7402905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6" name="pg404">
                  <a:extLst>
                    <a:ext uri="{FF2B5EF4-FFF2-40B4-BE49-F238E27FC236}">
                      <a16:creationId xmlns:a16="http://schemas.microsoft.com/office/drawing/2014/main" id="{41AABDA0-CA0A-CEF7-8023-65DD41D04484}"/>
                    </a:ext>
                  </a:extLst>
                </p:cNvPr>
                <p:cNvSpPr/>
                <p:nvPr/>
              </p:nvSpPr>
              <p:spPr>
                <a:xfrm>
                  <a:off x="7433968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7" name="pg405">
                  <a:extLst>
                    <a:ext uri="{FF2B5EF4-FFF2-40B4-BE49-F238E27FC236}">
                      <a16:creationId xmlns:a16="http://schemas.microsoft.com/office/drawing/2014/main" id="{0AC1AFF2-2CC9-84C1-870C-BC23E30D6254}"/>
                    </a:ext>
                  </a:extLst>
                </p:cNvPr>
                <p:cNvSpPr/>
                <p:nvPr/>
              </p:nvSpPr>
              <p:spPr>
                <a:xfrm>
                  <a:off x="7465031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8" name="pg406">
                  <a:extLst>
                    <a:ext uri="{FF2B5EF4-FFF2-40B4-BE49-F238E27FC236}">
                      <a16:creationId xmlns:a16="http://schemas.microsoft.com/office/drawing/2014/main" id="{3B63D900-59E0-3BF1-5164-66F7EEBDF274}"/>
                    </a:ext>
                  </a:extLst>
                </p:cNvPr>
                <p:cNvSpPr/>
                <p:nvPr/>
              </p:nvSpPr>
              <p:spPr>
                <a:xfrm>
                  <a:off x="7496094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79" name="pg407">
                  <a:extLst>
                    <a:ext uri="{FF2B5EF4-FFF2-40B4-BE49-F238E27FC236}">
                      <a16:creationId xmlns:a16="http://schemas.microsoft.com/office/drawing/2014/main" id="{5F234AD5-4F49-D37F-BDAF-DDEED1754FB1}"/>
                    </a:ext>
                  </a:extLst>
                </p:cNvPr>
                <p:cNvSpPr/>
                <p:nvPr/>
              </p:nvSpPr>
              <p:spPr>
                <a:xfrm>
                  <a:off x="7527156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0" name="pg408">
                  <a:extLst>
                    <a:ext uri="{FF2B5EF4-FFF2-40B4-BE49-F238E27FC236}">
                      <a16:creationId xmlns:a16="http://schemas.microsoft.com/office/drawing/2014/main" id="{247F2DAC-CC42-EBE2-BE5B-942A00EE4E25}"/>
                    </a:ext>
                  </a:extLst>
                </p:cNvPr>
                <p:cNvSpPr/>
                <p:nvPr/>
              </p:nvSpPr>
              <p:spPr>
                <a:xfrm>
                  <a:off x="7558219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1" name="pg409">
                  <a:extLst>
                    <a:ext uri="{FF2B5EF4-FFF2-40B4-BE49-F238E27FC236}">
                      <a16:creationId xmlns:a16="http://schemas.microsoft.com/office/drawing/2014/main" id="{D86BEB84-1161-B6DC-616E-F1D479FCE6B5}"/>
                    </a:ext>
                  </a:extLst>
                </p:cNvPr>
                <p:cNvSpPr/>
                <p:nvPr/>
              </p:nvSpPr>
              <p:spPr>
                <a:xfrm>
                  <a:off x="7589283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2" name="pg410">
                  <a:extLst>
                    <a:ext uri="{FF2B5EF4-FFF2-40B4-BE49-F238E27FC236}">
                      <a16:creationId xmlns:a16="http://schemas.microsoft.com/office/drawing/2014/main" id="{C0B90FA8-E2E8-67AA-60C2-EFE482E1233A}"/>
                    </a:ext>
                  </a:extLst>
                </p:cNvPr>
                <p:cNvSpPr/>
                <p:nvPr/>
              </p:nvSpPr>
              <p:spPr>
                <a:xfrm>
                  <a:off x="7620345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3" name="pg411">
                  <a:extLst>
                    <a:ext uri="{FF2B5EF4-FFF2-40B4-BE49-F238E27FC236}">
                      <a16:creationId xmlns:a16="http://schemas.microsoft.com/office/drawing/2014/main" id="{7F7F4FFE-72D0-7272-D6B7-74A95BE748A2}"/>
                    </a:ext>
                  </a:extLst>
                </p:cNvPr>
                <p:cNvSpPr/>
                <p:nvPr/>
              </p:nvSpPr>
              <p:spPr>
                <a:xfrm>
                  <a:off x="7651408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4" name="pg412">
                  <a:extLst>
                    <a:ext uri="{FF2B5EF4-FFF2-40B4-BE49-F238E27FC236}">
                      <a16:creationId xmlns:a16="http://schemas.microsoft.com/office/drawing/2014/main" id="{4461379C-4A15-B9D8-82C9-39552BF4B9F6}"/>
                    </a:ext>
                  </a:extLst>
                </p:cNvPr>
                <p:cNvSpPr/>
                <p:nvPr/>
              </p:nvSpPr>
              <p:spPr>
                <a:xfrm>
                  <a:off x="7682471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5" name="pg413">
                  <a:extLst>
                    <a:ext uri="{FF2B5EF4-FFF2-40B4-BE49-F238E27FC236}">
                      <a16:creationId xmlns:a16="http://schemas.microsoft.com/office/drawing/2014/main" id="{37715A07-7A9A-EE19-65A8-ED9604F85278}"/>
                    </a:ext>
                  </a:extLst>
                </p:cNvPr>
                <p:cNvSpPr/>
                <p:nvPr/>
              </p:nvSpPr>
              <p:spPr>
                <a:xfrm>
                  <a:off x="7713534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6" name="pg414">
                  <a:extLst>
                    <a:ext uri="{FF2B5EF4-FFF2-40B4-BE49-F238E27FC236}">
                      <a16:creationId xmlns:a16="http://schemas.microsoft.com/office/drawing/2014/main" id="{2BD0C79A-963E-A677-D847-2BF3BE5E27EF}"/>
                    </a:ext>
                  </a:extLst>
                </p:cNvPr>
                <p:cNvSpPr/>
                <p:nvPr/>
              </p:nvSpPr>
              <p:spPr>
                <a:xfrm>
                  <a:off x="7154402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7" name="pg415">
                  <a:extLst>
                    <a:ext uri="{FF2B5EF4-FFF2-40B4-BE49-F238E27FC236}">
                      <a16:creationId xmlns:a16="http://schemas.microsoft.com/office/drawing/2014/main" id="{02D54DE8-161B-BA89-E68D-233F60DFA826}"/>
                    </a:ext>
                  </a:extLst>
                </p:cNvPr>
                <p:cNvSpPr/>
                <p:nvPr/>
              </p:nvSpPr>
              <p:spPr>
                <a:xfrm>
                  <a:off x="7185465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8" name="pg416">
                  <a:extLst>
                    <a:ext uri="{FF2B5EF4-FFF2-40B4-BE49-F238E27FC236}">
                      <a16:creationId xmlns:a16="http://schemas.microsoft.com/office/drawing/2014/main" id="{99422034-1C0B-CD9D-AC0C-DCAF233BAE86}"/>
                    </a:ext>
                  </a:extLst>
                </p:cNvPr>
                <p:cNvSpPr/>
                <p:nvPr/>
              </p:nvSpPr>
              <p:spPr>
                <a:xfrm>
                  <a:off x="7216527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89" name="pg417">
                  <a:extLst>
                    <a:ext uri="{FF2B5EF4-FFF2-40B4-BE49-F238E27FC236}">
                      <a16:creationId xmlns:a16="http://schemas.microsoft.com/office/drawing/2014/main" id="{0C859F5F-3C0F-D687-FE9A-E85A854DE011}"/>
                    </a:ext>
                  </a:extLst>
                </p:cNvPr>
                <p:cNvSpPr/>
                <p:nvPr/>
              </p:nvSpPr>
              <p:spPr>
                <a:xfrm>
                  <a:off x="7247590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0" name="pg418">
                  <a:extLst>
                    <a:ext uri="{FF2B5EF4-FFF2-40B4-BE49-F238E27FC236}">
                      <a16:creationId xmlns:a16="http://schemas.microsoft.com/office/drawing/2014/main" id="{7815289E-0A5C-8E15-D993-7FBD115D61F7}"/>
                    </a:ext>
                  </a:extLst>
                </p:cNvPr>
                <p:cNvSpPr/>
                <p:nvPr/>
              </p:nvSpPr>
              <p:spPr>
                <a:xfrm>
                  <a:off x="7278653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1" name="pg419">
                  <a:extLst>
                    <a:ext uri="{FF2B5EF4-FFF2-40B4-BE49-F238E27FC236}">
                      <a16:creationId xmlns:a16="http://schemas.microsoft.com/office/drawing/2014/main" id="{135C1D9C-4413-A9E1-7A6D-7581E441EBC7}"/>
                    </a:ext>
                  </a:extLst>
                </p:cNvPr>
                <p:cNvSpPr/>
                <p:nvPr/>
              </p:nvSpPr>
              <p:spPr>
                <a:xfrm>
                  <a:off x="7309716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2" name="pg420">
                  <a:extLst>
                    <a:ext uri="{FF2B5EF4-FFF2-40B4-BE49-F238E27FC236}">
                      <a16:creationId xmlns:a16="http://schemas.microsoft.com/office/drawing/2014/main" id="{D365FA37-87A9-1D2E-BE8E-37D1B04B3B54}"/>
                    </a:ext>
                  </a:extLst>
                </p:cNvPr>
                <p:cNvSpPr/>
                <p:nvPr/>
              </p:nvSpPr>
              <p:spPr>
                <a:xfrm>
                  <a:off x="7340779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3" name="pg421">
                  <a:extLst>
                    <a:ext uri="{FF2B5EF4-FFF2-40B4-BE49-F238E27FC236}">
                      <a16:creationId xmlns:a16="http://schemas.microsoft.com/office/drawing/2014/main" id="{1C92328B-2264-C26C-BD1C-E78A28E0C6ED}"/>
                    </a:ext>
                  </a:extLst>
                </p:cNvPr>
                <p:cNvSpPr/>
                <p:nvPr/>
              </p:nvSpPr>
              <p:spPr>
                <a:xfrm>
                  <a:off x="7371842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4" name="pg422">
                  <a:extLst>
                    <a:ext uri="{FF2B5EF4-FFF2-40B4-BE49-F238E27FC236}">
                      <a16:creationId xmlns:a16="http://schemas.microsoft.com/office/drawing/2014/main" id="{4B795D89-F208-33F5-A0F7-2B848FC3AB4B}"/>
                    </a:ext>
                  </a:extLst>
                </p:cNvPr>
                <p:cNvSpPr/>
                <p:nvPr/>
              </p:nvSpPr>
              <p:spPr>
                <a:xfrm>
                  <a:off x="7402905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5" name="pg423">
                  <a:extLst>
                    <a:ext uri="{FF2B5EF4-FFF2-40B4-BE49-F238E27FC236}">
                      <a16:creationId xmlns:a16="http://schemas.microsoft.com/office/drawing/2014/main" id="{E27FCC79-658D-6585-3DD0-3C9B8EBAD435}"/>
                    </a:ext>
                  </a:extLst>
                </p:cNvPr>
                <p:cNvSpPr/>
                <p:nvPr/>
              </p:nvSpPr>
              <p:spPr>
                <a:xfrm>
                  <a:off x="7433968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6" name="pg424">
                  <a:extLst>
                    <a:ext uri="{FF2B5EF4-FFF2-40B4-BE49-F238E27FC236}">
                      <a16:creationId xmlns:a16="http://schemas.microsoft.com/office/drawing/2014/main" id="{9520FBF0-AC1D-7BC3-C00B-D014EE188676}"/>
                    </a:ext>
                  </a:extLst>
                </p:cNvPr>
                <p:cNvSpPr/>
                <p:nvPr/>
              </p:nvSpPr>
              <p:spPr>
                <a:xfrm>
                  <a:off x="7465031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7" name="pg425">
                  <a:extLst>
                    <a:ext uri="{FF2B5EF4-FFF2-40B4-BE49-F238E27FC236}">
                      <a16:creationId xmlns:a16="http://schemas.microsoft.com/office/drawing/2014/main" id="{1D303F5B-0886-A770-BB77-255558B077C4}"/>
                    </a:ext>
                  </a:extLst>
                </p:cNvPr>
                <p:cNvSpPr/>
                <p:nvPr/>
              </p:nvSpPr>
              <p:spPr>
                <a:xfrm>
                  <a:off x="7496094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8" name="pg426">
                  <a:extLst>
                    <a:ext uri="{FF2B5EF4-FFF2-40B4-BE49-F238E27FC236}">
                      <a16:creationId xmlns:a16="http://schemas.microsoft.com/office/drawing/2014/main" id="{2D9770A5-F195-BE3D-CC94-1CA24CA2808D}"/>
                    </a:ext>
                  </a:extLst>
                </p:cNvPr>
                <p:cNvSpPr/>
                <p:nvPr/>
              </p:nvSpPr>
              <p:spPr>
                <a:xfrm>
                  <a:off x="7527156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099" name="pg427">
                  <a:extLst>
                    <a:ext uri="{FF2B5EF4-FFF2-40B4-BE49-F238E27FC236}">
                      <a16:creationId xmlns:a16="http://schemas.microsoft.com/office/drawing/2014/main" id="{340CC57D-7FC7-FD16-388F-45004A9DDC5A}"/>
                    </a:ext>
                  </a:extLst>
                </p:cNvPr>
                <p:cNvSpPr/>
                <p:nvPr/>
              </p:nvSpPr>
              <p:spPr>
                <a:xfrm>
                  <a:off x="7558219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0" name="pg428">
                  <a:extLst>
                    <a:ext uri="{FF2B5EF4-FFF2-40B4-BE49-F238E27FC236}">
                      <a16:creationId xmlns:a16="http://schemas.microsoft.com/office/drawing/2014/main" id="{98FD9668-1DBB-394D-F72F-DDBAF1B52707}"/>
                    </a:ext>
                  </a:extLst>
                </p:cNvPr>
                <p:cNvSpPr/>
                <p:nvPr/>
              </p:nvSpPr>
              <p:spPr>
                <a:xfrm>
                  <a:off x="7589283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1" name="pg429">
                  <a:extLst>
                    <a:ext uri="{FF2B5EF4-FFF2-40B4-BE49-F238E27FC236}">
                      <a16:creationId xmlns:a16="http://schemas.microsoft.com/office/drawing/2014/main" id="{B5FE7DA7-BADC-7465-248A-AF7388FE2C00}"/>
                    </a:ext>
                  </a:extLst>
                </p:cNvPr>
                <p:cNvSpPr/>
                <p:nvPr/>
              </p:nvSpPr>
              <p:spPr>
                <a:xfrm>
                  <a:off x="7620345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2" name="pg430">
                  <a:extLst>
                    <a:ext uri="{FF2B5EF4-FFF2-40B4-BE49-F238E27FC236}">
                      <a16:creationId xmlns:a16="http://schemas.microsoft.com/office/drawing/2014/main" id="{DE3C1743-C880-1BA0-F1F3-FEC5A98835DA}"/>
                    </a:ext>
                  </a:extLst>
                </p:cNvPr>
                <p:cNvSpPr/>
                <p:nvPr/>
              </p:nvSpPr>
              <p:spPr>
                <a:xfrm>
                  <a:off x="7651408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3" name="pg431">
                  <a:extLst>
                    <a:ext uri="{FF2B5EF4-FFF2-40B4-BE49-F238E27FC236}">
                      <a16:creationId xmlns:a16="http://schemas.microsoft.com/office/drawing/2014/main" id="{467B3660-C8A5-F97D-4874-3ACD9F5034B2}"/>
                    </a:ext>
                  </a:extLst>
                </p:cNvPr>
                <p:cNvSpPr/>
                <p:nvPr/>
              </p:nvSpPr>
              <p:spPr>
                <a:xfrm>
                  <a:off x="7682471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4" name="pg432">
                  <a:extLst>
                    <a:ext uri="{FF2B5EF4-FFF2-40B4-BE49-F238E27FC236}">
                      <a16:creationId xmlns:a16="http://schemas.microsoft.com/office/drawing/2014/main" id="{FB7CD674-9531-C630-0E8D-440D6EA65F40}"/>
                    </a:ext>
                  </a:extLst>
                </p:cNvPr>
                <p:cNvSpPr/>
                <p:nvPr/>
              </p:nvSpPr>
              <p:spPr>
                <a:xfrm>
                  <a:off x="7185465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5" name="pg433">
                  <a:extLst>
                    <a:ext uri="{FF2B5EF4-FFF2-40B4-BE49-F238E27FC236}">
                      <a16:creationId xmlns:a16="http://schemas.microsoft.com/office/drawing/2014/main" id="{678219EF-CDB3-30BB-8E8E-F4469E813E1B}"/>
                    </a:ext>
                  </a:extLst>
                </p:cNvPr>
                <p:cNvSpPr/>
                <p:nvPr/>
              </p:nvSpPr>
              <p:spPr>
                <a:xfrm>
                  <a:off x="7216527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6" name="pg434">
                  <a:extLst>
                    <a:ext uri="{FF2B5EF4-FFF2-40B4-BE49-F238E27FC236}">
                      <a16:creationId xmlns:a16="http://schemas.microsoft.com/office/drawing/2014/main" id="{36CC613D-71A2-1A5C-B402-9DAE882CE8B6}"/>
                    </a:ext>
                  </a:extLst>
                </p:cNvPr>
                <p:cNvSpPr/>
                <p:nvPr/>
              </p:nvSpPr>
              <p:spPr>
                <a:xfrm>
                  <a:off x="7247590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7" name="pg435">
                  <a:extLst>
                    <a:ext uri="{FF2B5EF4-FFF2-40B4-BE49-F238E27FC236}">
                      <a16:creationId xmlns:a16="http://schemas.microsoft.com/office/drawing/2014/main" id="{B010469B-6103-703B-1088-01214EB01708}"/>
                    </a:ext>
                  </a:extLst>
                </p:cNvPr>
                <p:cNvSpPr/>
                <p:nvPr/>
              </p:nvSpPr>
              <p:spPr>
                <a:xfrm>
                  <a:off x="7278653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8" name="pg436">
                  <a:extLst>
                    <a:ext uri="{FF2B5EF4-FFF2-40B4-BE49-F238E27FC236}">
                      <a16:creationId xmlns:a16="http://schemas.microsoft.com/office/drawing/2014/main" id="{469B12BB-D8AF-42A2-8A53-5DD93821690F}"/>
                    </a:ext>
                  </a:extLst>
                </p:cNvPr>
                <p:cNvSpPr/>
                <p:nvPr/>
              </p:nvSpPr>
              <p:spPr>
                <a:xfrm>
                  <a:off x="7309716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09" name="pg437">
                  <a:extLst>
                    <a:ext uri="{FF2B5EF4-FFF2-40B4-BE49-F238E27FC236}">
                      <a16:creationId xmlns:a16="http://schemas.microsoft.com/office/drawing/2014/main" id="{8CAF1C27-5A2F-39BB-B13F-290182FCF018}"/>
                    </a:ext>
                  </a:extLst>
                </p:cNvPr>
                <p:cNvSpPr/>
                <p:nvPr/>
              </p:nvSpPr>
              <p:spPr>
                <a:xfrm>
                  <a:off x="7340779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0" name="pg438">
                  <a:extLst>
                    <a:ext uri="{FF2B5EF4-FFF2-40B4-BE49-F238E27FC236}">
                      <a16:creationId xmlns:a16="http://schemas.microsoft.com/office/drawing/2014/main" id="{DAB9DC18-5CDC-89E5-8D03-333DF1BE8553}"/>
                    </a:ext>
                  </a:extLst>
                </p:cNvPr>
                <p:cNvSpPr/>
                <p:nvPr/>
              </p:nvSpPr>
              <p:spPr>
                <a:xfrm>
                  <a:off x="7371842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1" name="pg439">
                  <a:extLst>
                    <a:ext uri="{FF2B5EF4-FFF2-40B4-BE49-F238E27FC236}">
                      <a16:creationId xmlns:a16="http://schemas.microsoft.com/office/drawing/2014/main" id="{428820B5-76E8-52B2-FC79-DF0C15CC4EDB}"/>
                    </a:ext>
                  </a:extLst>
                </p:cNvPr>
                <p:cNvSpPr/>
                <p:nvPr/>
              </p:nvSpPr>
              <p:spPr>
                <a:xfrm>
                  <a:off x="7402905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2" name="pg440">
                  <a:extLst>
                    <a:ext uri="{FF2B5EF4-FFF2-40B4-BE49-F238E27FC236}">
                      <a16:creationId xmlns:a16="http://schemas.microsoft.com/office/drawing/2014/main" id="{7A2544BF-BC38-8936-AEC4-123DFADD556B}"/>
                    </a:ext>
                  </a:extLst>
                </p:cNvPr>
                <p:cNvSpPr/>
                <p:nvPr/>
              </p:nvSpPr>
              <p:spPr>
                <a:xfrm>
                  <a:off x="7433968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3" name="pg441">
                  <a:extLst>
                    <a:ext uri="{FF2B5EF4-FFF2-40B4-BE49-F238E27FC236}">
                      <a16:creationId xmlns:a16="http://schemas.microsoft.com/office/drawing/2014/main" id="{6F207712-6BDD-90C4-3043-B9EEDDA6F525}"/>
                    </a:ext>
                  </a:extLst>
                </p:cNvPr>
                <p:cNvSpPr/>
                <p:nvPr/>
              </p:nvSpPr>
              <p:spPr>
                <a:xfrm>
                  <a:off x="7465031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4" name="pg442">
                  <a:extLst>
                    <a:ext uri="{FF2B5EF4-FFF2-40B4-BE49-F238E27FC236}">
                      <a16:creationId xmlns:a16="http://schemas.microsoft.com/office/drawing/2014/main" id="{989A8A08-1ECD-7017-6E7C-A5D9D71BED74}"/>
                    </a:ext>
                  </a:extLst>
                </p:cNvPr>
                <p:cNvSpPr/>
                <p:nvPr/>
              </p:nvSpPr>
              <p:spPr>
                <a:xfrm>
                  <a:off x="7496094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5" name="pg443">
                  <a:extLst>
                    <a:ext uri="{FF2B5EF4-FFF2-40B4-BE49-F238E27FC236}">
                      <a16:creationId xmlns:a16="http://schemas.microsoft.com/office/drawing/2014/main" id="{665FADDE-3355-2B01-1ACC-47B281D1E08B}"/>
                    </a:ext>
                  </a:extLst>
                </p:cNvPr>
                <p:cNvSpPr/>
                <p:nvPr/>
              </p:nvSpPr>
              <p:spPr>
                <a:xfrm>
                  <a:off x="7527156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6" name="pg444">
                  <a:extLst>
                    <a:ext uri="{FF2B5EF4-FFF2-40B4-BE49-F238E27FC236}">
                      <a16:creationId xmlns:a16="http://schemas.microsoft.com/office/drawing/2014/main" id="{25EB5623-F8CB-6296-387D-80733422C54B}"/>
                    </a:ext>
                  </a:extLst>
                </p:cNvPr>
                <p:cNvSpPr/>
                <p:nvPr/>
              </p:nvSpPr>
              <p:spPr>
                <a:xfrm>
                  <a:off x="7558219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7" name="pg445">
                  <a:extLst>
                    <a:ext uri="{FF2B5EF4-FFF2-40B4-BE49-F238E27FC236}">
                      <a16:creationId xmlns:a16="http://schemas.microsoft.com/office/drawing/2014/main" id="{E151FE4A-088E-81DC-BE3D-BED7DC11E6C9}"/>
                    </a:ext>
                  </a:extLst>
                </p:cNvPr>
                <p:cNvSpPr/>
                <p:nvPr/>
              </p:nvSpPr>
              <p:spPr>
                <a:xfrm>
                  <a:off x="7589283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8" name="pg446">
                  <a:extLst>
                    <a:ext uri="{FF2B5EF4-FFF2-40B4-BE49-F238E27FC236}">
                      <a16:creationId xmlns:a16="http://schemas.microsoft.com/office/drawing/2014/main" id="{72551578-EC93-FC98-2CDF-605CB8E9D82C}"/>
                    </a:ext>
                  </a:extLst>
                </p:cNvPr>
                <p:cNvSpPr/>
                <p:nvPr/>
              </p:nvSpPr>
              <p:spPr>
                <a:xfrm>
                  <a:off x="7620345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19" name="pg447">
                  <a:extLst>
                    <a:ext uri="{FF2B5EF4-FFF2-40B4-BE49-F238E27FC236}">
                      <a16:creationId xmlns:a16="http://schemas.microsoft.com/office/drawing/2014/main" id="{B5F4AA2F-A827-A341-B4C6-0B01BF245AD9}"/>
                    </a:ext>
                  </a:extLst>
                </p:cNvPr>
                <p:cNvSpPr/>
                <p:nvPr/>
              </p:nvSpPr>
              <p:spPr>
                <a:xfrm>
                  <a:off x="7651408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0" name="pg448">
                  <a:extLst>
                    <a:ext uri="{FF2B5EF4-FFF2-40B4-BE49-F238E27FC236}">
                      <a16:creationId xmlns:a16="http://schemas.microsoft.com/office/drawing/2014/main" id="{D239BA2C-A71B-AB94-B190-DB9D0D0FA326}"/>
                    </a:ext>
                  </a:extLst>
                </p:cNvPr>
                <p:cNvSpPr/>
                <p:nvPr/>
              </p:nvSpPr>
              <p:spPr>
                <a:xfrm>
                  <a:off x="7216527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1" name="pg449">
                  <a:extLst>
                    <a:ext uri="{FF2B5EF4-FFF2-40B4-BE49-F238E27FC236}">
                      <a16:creationId xmlns:a16="http://schemas.microsoft.com/office/drawing/2014/main" id="{02DB9495-84DE-D3C0-993A-4CBFF48B1DD2}"/>
                    </a:ext>
                  </a:extLst>
                </p:cNvPr>
                <p:cNvSpPr/>
                <p:nvPr/>
              </p:nvSpPr>
              <p:spPr>
                <a:xfrm>
                  <a:off x="7247590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2" name="pg450">
                  <a:extLst>
                    <a:ext uri="{FF2B5EF4-FFF2-40B4-BE49-F238E27FC236}">
                      <a16:creationId xmlns:a16="http://schemas.microsoft.com/office/drawing/2014/main" id="{00D29141-111A-189D-1657-46CBA883B35B}"/>
                    </a:ext>
                  </a:extLst>
                </p:cNvPr>
                <p:cNvSpPr/>
                <p:nvPr/>
              </p:nvSpPr>
              <p:spPr>
                <a:xfrm>
                  <a:off x="7278653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3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3" name="pg451">
                  <a:extLst>
                    <a:ext uri="{FF2B5EF4-FFF2-40B4-BE49-F238E27FC236}">
                      <a16:creationId xmlns:a16="http://schemas.microsoft.com/office/drawing/2014/main" id="{7E69C27F-340D-3A59-C571-1E0FF8E5DA52}"/>
                    </a:ext>
                  </a:extLst>
                </p:cNvPr>
                <p:cNvSpPr/>
                <p:nvPr/>
              </p:nvSpPr>
              <p:spPr>
                <a:xfrm>
                  <a:off x="7309716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4" name="pg452">
                  <a:extLst>
                    <a:ext uri="{FF2B5EF4-FFF2-40B4-BE49-F238E27FC236}">
                      <a16:creationId xmlns:a16="http://schemas.microsoft.com/office/drawing/2014/main" id="{2B4927E4-DA97-2293-74BC-3022B4D9B50C}"/>
                    </a:ext>
                  </a:extLst>
                </p:cNvPr>
                <p:cNvSpPr/>
                <p:nvPr/>
              </p:nvSpPr>
              <p:spPr>
                <a:xfrm>
                  <a:off x="7340779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5" name="pg453">
                  <a:extLst>
                    <a:ext uri="{FF2B5EF4-FFF2-40B4-BE49-F238E27FC236}">
                      <a16:creationId xmlns:a16="http://schemas.microsoft.com/office/drawing/2014/main" id="{F6773ABA-70DD-1C10-A702-F7F5DAD6C9F4}"/>
                    </a:ext>
                  </a:extLst>
                </p:cNvPr>
                <p:cNvSpPr/>
                <p:nvPr/>
              </p:nvSpPr>
              <p:spPr>
                <a:xfrm>
                  <a:off x="7371842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6" name="pg454">
                  <a:extLst>
                    <a:ext uri="{FF2B5EF4-FFF2-40B4-BE49-F238E27FC236}">
                      <a16:creationId xmlns:a16="http://schemas.microsoft.com/office/drawing/2014/main" id="{95450042-3476-F246-4E55-A9301B379425}"/>
                    </a:ext>
                  </a:extLst>
                </p:cNvPr>
                <p:cNvSpPr/>
                <p:nvPr/>
              </p:nvSpPr>
              <p:spPr>
                <a:xfrm>
                  <a:off x="7402905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7" name="pg455">
                  <a:extLst>
                    <a:ext uri="{FF2B5EF4-FFF2-40B4-BE49-F238E27FC236}">
                      <a16:creationId xmlns:a16="http://schemas.microsoft.com/office/drawing/2014/main" id="{AF3EA089-C7F6-99F0-349A-68187F402E03}"/>
                    </a:ext>
                  </a:extLst>
                </p:cNvPr>
                <p:cNvSpPr/>
                <p:nvPr/>
              </p:nvSpPr>
              <p:spPr>
                <a:xfrm>
                  <a:off x="7433968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8" name="pg456">
                  <a:extLst>
                    <a:ext uri="{FF2B5EF4-FFF2-40B4-BE49-F238E27FC236}">
                      <a16:creationId xmlns:a16="http://schemas.microsoft.com/office/drawing/2014/main" id="{4707E0C1-E8DE-9716-236D-D99DDCA204F7}"/>
                    </a:ext>
                  </a:extLst>
                </p:cNvPr>
                <p:cNvSpPr/>
                <p:nvPr/>
              </p:nvSpPr>
              <p:spPr>
                <a:xfrm>
                  <a:off x="7465031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29" name="pg457">
                  <a:extLst>
                    <a:ext uri="{FF2B5EF4-FFF2-40B4-BE49-F238E27FC236}">
                      <a16:creationId xmlns:a16="http://schemas.microsoft.com/office/drawing/2014/main" id="{AB877AE7-0A03-A006-A7F0-A51EFDAA3704}"/>
                    </a:ext>
                  </a:extLst>
                </p:cNvPr>
                <p:cNvSpPr/>
                <p:nvPr/>
              </p:nvSpPr>
              <p:spPr>
                <a:xfrm>
                  <a:off x="7496094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0" name="pg458">
                  <a:extLst>
                    <a:ext uri="{FF2B5EF4-FFF2-40B4-BE49-F238E27FC236}">
                      <a16:creationId xmlns:a16="http://schemas.microsoft.com/office/drawing/2014/main" id="{75308FFC-0094-DA6D-CAAA-CCA95D38C915}"/>
                    </a:ext>
                  </a:extLst>
                </p:cNvPr>
                <p:cNvSpPr/>
                <p:nvPr/>
              </p:nvSpPr>
              <p:spPr>
                <a:xfrm>
                  <a:off x="7527156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1" name="pg459">
                  <a:extLst>
                    <a:ext uri="{FF2B5EF4-FFF2-40B4-BE49-F238E27FC236}">
                      <a16:creationId xmlns:a16="http://schemas.microsoft.com/office/drawing/2014/main" id="{67BCFFAB-2690-B87C-0457-DB7F180FCF67}"/>
                    </a:ext>
                  </a:extLst>
                </p:cNvPr>
                <p:cNvSpPr/>
                <p:nvPr/>
              </p:nvSpPr>
              <p:spPr>
                <a:xfrm>
                  <a:off x="7558219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2" name="pg460">
                  <a:extLst>
                    <a:ext uri="{FF2B5EF4-FFF2-40B4-BE49-F238E27FC236}">
                      <a16:creationId xmlns:a16="http://schemas.microsoft.com/office/drawing/2014/main" id="{5BE8588B-CC1A-2DAB-E37F-7B29E67AB221}"/>
                    </a:ext>
                  </a:extLst>
                </p:cNvPr>
                <p:cNvSpPr/>
                <p:nvPr/>
              </p:nvSpPr>
              <p:spPr>
                <a:xfrm>
                  <a:off x="7589283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3" name="pg461">
                  <a:extLst>
                    <a:ext uri="{FF2B5EF4-FFF2-40B4-BE49-F238E27FC236}">
                      <a16:creationId xmlns:a16="http://schemas.microsoft.com/office/drawing/2014/main" id="{18244FCA-6852-FD37-BA94-75765B4DF662}"/>
                    </a:ext>
                  </a:extLst>
                </p:cNvPr>
                <p:cNvSpPr/>
                <p:nvPr/>
              </p:nvSpPr>
              <p:spPr>
                <a:xfrm>
                  <a:off x="7620345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4" name="pg462">
                  <a:extLst>
                    <a:ext uri="{FF2B5EF4-FFF2-40B4-BE49-F238E27FC236}">
                      <a16:creationId xmlns:a16="http://schemas.microsoft.com/office/drawing/2014/main" id="{01865B39-D7BC-DCF8-6600-DF8142469326}"/>
                    </a:ext>
                  </a:extLst>
                </p:cNvPr>
                <p:cNvSpPr/>
                <p:nvPr/>
              </p:nvSpPr>
              <p:spPr>
                <a:xfrm>
                  <a:off x="7651408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5" name="pg463">
                  <a:extLst>
                    <a:ext uri="{FF2B5EF4-FFF2-40B4-BE49-F238E27FC236}">
                      <a16:creationId xmlns:a16="http://schemas.microsoft.com/office/drawing/2014/main" id="{984FD955-68D2-1941-279D-58755BEEF567}"/>
                    </a:ext>
                  </a:extLst>
                </p:cNvPr>
                <p:cNvSpPr/>
                <p:nvPr/>
              </p:nvSpPr>
              <p:spPr>
                <a:xfrm>
                  <a:off x="7092276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6" name="pg464">
                  <a:extLst>
                    <a:ext uri="{FF2B5EF4-FFF2-40B4-BE49-F238E27FC236}">
                      <a16:creationId xmlns:a16="http://schemas.microsoft.com/office/drawing/2014/main" id="{8A6DD031-FC98-FA5F-3443-2FD30EE06D7E}"/>
                    </a:ext>
                  </a:extLst>
                </p:cNvPr>
                <p:cNvSpPr/>
                <p:nvPr/>
              </p:nvSpPr>
              <p:spPr>
                <a:xfrm>
                  <a:off x="7123338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7" name="pg465">
                  <a:extLst>
                    <a:ext uri="{FF2B5EF4-FFF2-40B4-BE49-F238E27FC236}">
                      <a16:creationId xmlns:a16="http://schemas.microsoft.com/office/drawing/2014/main" id="{6F729E0A-221B-0A21-291C-BB552022B696}"/>
                    </a:ext>
                  </a:extLst>
                </p:cNvPr>
                <p:cNvSpPr/>
                <p:nvPr/>
              </p:nvSpPr>
              <p:spPr>
                <a:xfrm>
                  <a:off x="7154402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8" name="pg466">
                  <a:extLst>
                    <a:ext uri="{FF2B5EF4-FFF2-40B4-BE49-F238E27FC236}">
                      <a16:creationId xmlns:a16="http://schemas.microsoft.com/office/drawing/2014/main" id="{A5B137EA-942D-2BC7-82A4-3E6410EB4C96}"/>
                    </a:ext>
                  </a:extLst>
                </p:cNvPr>
                <p:cNvSpPr/>
                <p:nvPr/>
              </p:nvSpPr>
              <p:spPr>
                <a:xfrm>
                  <a:off x="7185465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39" name="pg467">
                  <a:extLst>
                    <a:ext uri="{FF2B5EF4-FFF2-40B4-BE49-F238E27FC236}">
                      <a16:creationId xmlns:a16="http://schemas.microsoft.com/office/drawing/2014/main" id="{FDDC9DA6-CA04-431F-0987-4E6E868E1C9A}"/>
                    </a:ext>
                  </a:extLst>
                </p:cNvPr>
                <p:cNvSpPr/>
                <p:nvPr/>
              </p:nvSpPr>
              <p:spPr>
                <a:xfrm>
                  <a:off x="7216527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CD6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0" name="pg468">
                  <a:extLst>
                    <a:ext uri="{FF2B5EF4-FFF2-40B4-BE49-F238E27FC236}">
                      <a16:creationId xmlns:a16="http://schemas.microsoft.com/office/drawing/2014/main" id="{D57115DA-1008-ED8B-961A-9E2E7C2B9963}"/>
                    </a:ext>
                  </a:extLst>
                </p:cNvPr>
                <p:cNvSpPr/>
                <p:nvPr/>
              </p:nvSpPr>
              <p:spPr>
                <a:xfrm>
                  <a:off x="7247590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1" name="pg469">
                  <a:extLst>
                    <a:ext uri="{FF2B5EF4-FFF2-40B4-BE49-F238E27FC236}">
                      <a16:creationId xmlns:a16="http://schemas.microsoft.com/office/drawing/2014/main" id="{CA459309-C264-0765-B831-9F4D74C0BC75}"/>
                    </a:ext>
                  </a:extLst>
                </p:cNvPr>
                <p:cNvSpPr/>
                <p:nvPr/>
              </p:nvSpPr>
              <p:spPr>
                <a:xfrm>
                  <a:off x="7278653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2" name="pg470">
                  <a:extLst>
                    <a:ext uri="{FF2B5EF4-FFF2-40B4-BE49-F238E27FC236}">
                      <a16:creationId xmlns:a16="http://schemas.microsoft.com/office/drawing/2014/main" id="{F9201C1B-B783-F538-DE49-B6F17085541B}"/>
                    </a:ext>
                  </a:extLst>
                </p:cNvPr>
                <p:cNvSpPr/>
                <p:nvPr/>
              </p:nvSpPr>
              <p:spPr>
                <a:xfrm>
                  <a:off x="7309716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3" name="pg471">
                  <a:extLst>
                    <a:ext uri="{FF2B5EF4-FFF2-40B4-BE49-F238E27FC236}">
                      <a16:creationId xmlns:a16="http://schemas.microsoft.com/office/drawing/2014/main" id="{7965C8AD-398E-B591-A384-31BCD1AF7311}"/>
                    </a:ext>
                  </a:extLst>
                </p:cNvPr>
                <p:cNvSpPr/>
                <p:nvPr/>
              </p:nvSpPr>
              <p:spPr>
                <a:xfrm>
                  <a:off x="7340779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4" name="pg472">
                  <a:extLst>
                    <a:ext uri="{FF2B5EF4-FFF2-40B4-BE49-F238E27FC236}">
                      <a16:creationId xmlns:a16="http://schemas.microsoft.com/office/drawing/2014/main" id="{919E2DCE-3525-DDAB-977F-CC418F1C0303}"/>
                    </a:ext>
                  </a:extLst>
                </p:cNvPr>
                <p:cNvSpPr/>
                <p:nvPr/>
              </p:nvSpPr>
              <p:spPr>
                <a:xfrm>
                  <a:off x="7371842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5" name="pg473">
                  <a:extLst>
                    <a:ext uri="{FF2B5EF4-FFF2-40B4-BE49-F238E27FC236}">
                      <a16:creationId xmlns:a16="http://schemas.microsoft.com/office/drawing/2014/main" id="{0E7805FF-378E-8993-8B32-FAFE06A96671}"/>
                    </a:ext>
                  </a:extLst>
                </p:cNvPr>
                <p:cNvSpPr/>
                <p:nvPr/>
              </p:nvSpPr>
              <p:spPr>
                <a:xfrm>
                  <a:off x="7402905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6" name="pg474">
                  <a:extLst>
                    <a:ext uri="{FF2B5EF4-FFF2-40B4-BE49-F238E27FC236}">
                      <a16:creationId xmlns:a16="http://schemas.microsoft.com/office/drawing/2014/main" id="{104A226F-5D13-30CB-3153-C3210657DD11}"/>
                    </a:ext>
                  </a:extLst>
                </p:cNvPr>
                <p:cNvSpPr/>
                <p:nvPr/>
              </p:nvSpPr>
              <p:spPr>
                <a:xfrm>
                  <a:off x="7433968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7" name="pg475">
                  <a:extLst>
                    <a:ext uri="{FF2B5EF4-FFF2-40B4-BE49-F238E27FC236}">
                      <a16:creationId xmlns:a16="http://schemas.microsoft.com/office/drawing/2014/main" id="{8AFFB1B9-666D-6113-17B2-3D5260B98C39}"/>
                    </a:ext>
                  </a:extLst>
                </p:cNvPr>
                <p:cNvSpPr/>
                <p:nvPr/>
              </p:nvSpPr>
              <p:spPr>
                <a:xfrm>
                  <a:off x="7465031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8" name="pg476">
                  <a:extLst>
                    <a:ext uri="{FF2B5EF4-FFF2-40B4-BE49-F238E27FC236}">
                      <a16:creationId xmlns:a16="http://schemas.microsoft.com/office/drawing/2014/main" id="{4AB13F52-F1DB-CBD6-79D7-808306993D1E}"/>
                    </a:ext>
                  </a:extLst>
                </p:cNvPr>
                <p:cNvSpPr/>
                <p:nvPr/>
              </p:nvSpPr>
              <p:spPr>
                <a:xfrm>
                  <a:off x="7496094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49" name="pg477">
                  <a:extLst>
                    <a:ext uri="{FF2B5EF4-FFF2-40B4-BE49-F238E27FC236}">
                      <a16:creationId xmlns:a16="http://schemas.microsoft.com/office/drawing/2014/main" id="{F6414140-0631-2A0B-BC1F-83F5168C2301}"/>
                    </a:ext>
                  </a:extLst>
                </p:cNvPr>
                <p:cNvSpPr/>
                <p:nvPr/>
              </p:nvSpPr>
              <p:spPr>
                <a:xfrm>
                  <a:off x="7527156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0" name="pg478">
                  <a:extLst>
                    <a:ext uri="{FF2B5EF4-FFF2-40B4-BE49-F238E27FC236}">
                      <a16:creationId xmlns:a16="http://schemas.microsoft.com/office/drawing/2014/main" id="{A50677D3-20A2-4FB1-70AA-650F1F1072CD}"/>
                    </a:ext>
                  </a:extLst>
                </p:cNvPr>
                <p:cNvSpPr/>
                <p:nvPr/>
              </p:nvSpPr>
              <p:spPr>
                <a:xfrm>
                  <a:off x="7558219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1" name="pg479">
                  <a:extLst>
                    <a:ext uri="{FF2B5EF4-FFF2-40B4-BE49-F238E27FC236}">
                      <a16:creationId xmlns:a16="http://schemas.microsoft.com/office/drawing/2014/main" id="{2CB93EAE-548F-1D2D-3FCA-5C05DADA4CE5}"/>
                    </a:ext>
                  </a:extLst>
                </p:cNvPr>
                <p:cNvSpPr/>
                <p:nvPr/>
              </p:nvSpPr>
              <p:spPr>
                <a:xfrm>
                  <a:off x="7589283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2" name="pg480">
                  <a:extLst>
                    <a:ext uri="{FF2B5EF4-FFF2-40B4-BE49-F238E27FC236}">
                      <a16:creationId xmlns:a16="http://schemas.microsoft.com/office/drawing/2014/main" id="{11EF27D4-8EBE-2A63-EB3E-7281ADDFDA32}"/>
                    </a:ext>
                  </a:extLst>
                </p:cNvPr>
                <p:cNvSpPr/>
                <p:nvPr/>
              </p:nvSpPr>
              <p:spPr>
                <a:xfrm>
                  <a:off x="7620345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3" name="pg481">
                  <a:extLst>
                    <a:ext uri="{FF2B5EF4-FFF2-40B4-BE49-F238E27FC236}">
                      <a16:creationId xmlns:a16="http://schemas.microsoft.com/office/drawing/2014/main" id="{DAD66137-6D33-C5F9-229A-E28EBE9C24E9}"/>
                    </a:ext>
                  </a:extLst>
                </p:cNvPr>
                <p:cNvSpPr/>
                <p:nvPr/>
              </p:nvSpPr>
              <p:spPr>
                <a:xfrm>
                  <a:off x="7061213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4" name="pg482">
                  <a:extLst>
                    <a:ext uri="{FF2B5EF4-FFF2-40B4-BE49-F238E27FC236}">
                      <a16:creationId xmlns:a16="http://schemas.microsoft.com/office/drawing/2014/main" id="{FA099FAC-F9E9-7C88-4B9F-A49D7B7AA53E}"/>
                    </a:ext>
                  </a:extLst>
                </p:cNvPr>
                <p:cNvSpPr/>
                <p:nvPr/>
              </p:nvSpPr>
              <p:spPr>
                <a:xfrm>
                  <a:off x="7092276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5" name="pg483">
                  <a:extLst>
                    <a:ext uri="{FF2B5EF4-FFF2-40B4-BE49-F238E27FC236}">
                      <a16:creationId xmlns:a16="http://schemas.microsoft.com/office/drawing/2014/main" id="{24EDB50C-F18F-561C-3476-8A3EE66C279D}"/>
                    </a:ext>
                  </a:extLst>
                </p:cNvPr>
                <p:cNvSpPr/>
                <p:nvPr/>
              </p:nvSpPr>
              <p:spPr>
                <a:xfrm>
                  <a:off x="7123338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6" name="pg484">
                  <a:extLst>
                    <a:ext uri="{FF2B5EF4-FFF2-40B4-BE49-F238E27FC236}">
                      <a16:creationId xmlns:a16="http://schemas.microsoft.com/office/drawing/2014/main" id="{3BA72180-FFCD-DAD1-8C1F-AA5A7054D20C}"/>
                    </a:ext>
                  </a:extLst>
                </p:cNvPr>
                <p:cNvSpPr/>
                <p:nvPr/>
              </p:nvSpPr>
              <p:spPr>
                <a:xfrm>
                  <a:off x="7154402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7" name="pg485">
                  <a:extLst>
                    <a:ext uri="{FF2B5EF4-FFF2-40B4-BE49-F238E27FC236}">
                      <a16:creationId xmlns:a16="http://schemas.microsoft.com/office/drawing/2014/main" id="{455BBC39-5E21-B8DC-D9A5-1BC0593F831F}"/>
                    </a:ext>
                  </a:extLst>
                </p:cNvPr>
                <p:cNvSpPr/>
                <p:nvPr/>
              </p:nvSpPr>
              <p:spPr>
                <a:xfrm>
                  <a:off x="7185465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8" name="pg486">
                  <a:extLst>
                    <a:ext uri="{FF2B5EF4-FFF2-40B4-BE49-F238E27FC236}">
                      <a16:creationId xmlns:a16="http://schemas.microsoft.com/office/drawing/2014/main" id="{45D53C32-198C-C1E3-8023-ECF4B0015CCF}"/>
                    </a:ext>
                  </a:extLst>
                </p:cNvPr>
                <p:cNvSpPr/>
                <p:nvPr/>
              </p:nvSpPr>
              <p:spPr>
                <a:xfrm>
                  <a:off x="7216527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59" name="pg487">
                  <a:extLst>
                    <a:ext uri="{FF2B5EF4-FFF2-40B4-BE49-F238E27FC236}">
                      <a16:creationId xmlns:a16="http://schemas.microsoft.com/office/drawing/2014/main" id="{FB085DB7-0067-91AE-D7C4-4C2D84720B0A}"/>
                    </a:ext>
                  </a:extLst>
                </p:cNvPr>
                <p:cNvSpPr/>
                <p:nvPr/>
              </p:nvSpPr>
              <p:spPr>
                <a:xfrm>
                  <a:off x="7247590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0" name="pg488">
                  <a:extLst>
                    <a:ext uri="{FF2B5EF4-FFF2-40B4-BE49-F238E27FC236}">
                      <a16:creationId xmlns:a16="http://schemas.microsoft.com/office/drawing/2014/main" id="{59C080BD-C346-CA99-D385-48BBC72F47A4}"/>
                    </a:ext>
                  </a:extLst>
                </p:cNvPr>
                <p:cNvSpPr/>
                <p:nvPr/>
              </p:nvSpPr>
              <p:spPr>
                <a:xfrm>
                  <a:off x="7278653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9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1" name="pg489">
                  <a:extLst>
                    <a:ext uri="{FF2B5EF4-FFF2-40B4-BE49-F238E27FC236}">
                      <a16:creationId xmlns:a16="http://schemas.microsoft.com/office/drawing/2014/main" id="{A9F6B589-0930-828A-E89E-1030E0D28716}"/>
                    </a:ext>
                  </a:extLst>
                </p:cNvPr>
                <p:cNvSpPr/>
                <p:nvPr/>
              </p:nvSpPr>
              <p:spPr>
                <a:xfrm>
                  <a:off x="7309716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2" name="pg490">
                  <a:extLst>
                    <a:ext uri="{FF2B5EF4-FFF2-40B4-BE49-F238E27FC236}">
                      <a16:creationId xmlns:a16="http://schemas.microsoft.com/office/drawing/2014/main" id="{881F4D39-8A90-3E8D-8B21-C3B36FFB6C40}"/>
                    </a:ext>
                  </a:extLst>
                </p:cNvPr>
                <p:cNvSpPr/>
                <p:nvPr/>
              </p:nvSpPr>
              <p:spPr>
                <a:xfrm>
                  <a:off x="7340779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3" name="pg491">
                  <a:extLst>
                    <a:ext uri="{FF2B5EF4-FFF2-40B4-BE49-F238E27FC236}">
                      <a16:creationId xmlns:a16="http://schemas.microsoft.com/office/drawing/2014/main" id="{0326E305-F37B-B5CE-21D4-02D1E1F8606A}"/>
                    </a:ext>
                  </a:extLst>
                </p:cNvPr>
                <p:cNvSpPr/>
                <p:nvPr/>
              </p:nvSpPr>
              <p:spPr>
                <a:xfrm>
                  <a:off x="7371842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4" name="pg492">
                  <a:extLst>
                    <a:ext uri="{FF2B5EF4-FFF2-40B4-BE49-F238E27FC236}">
                      <a16:creationId xmlns:a16="http://schemas.microsoft.com/office/drawing/2014/main" id="{D668DC55-9A66-83A8-AB94-F1D9C9C4EC1E}"/>
                    </a:ext>
                  </a:extLst>
                </p:cNvPr>
                <p:cNvSpPr/>
                <p:nvPr/>
              </p:nvSpPr>
              <p:spPr>
                <a:xfrm>
                  <a:off x="7402905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5" name="pg493">
                  <a:extLst>
                    <a:ext uri="{FF2B5EF4-FFF2-40B4-BE49-F238E27FC236}">
                      <a16:creationId xmlns:a16="http://schemas.microsoft.com/office/drawing/2014/main" id="{5FD18441-627B-90DD-5F76-95DC121772AF}"/>
                    </a:ext>
                  </a:extLst>
                </p:cNvPr>
                <p:cNvSpPr/>
                <p:nvPr/>
              </p:nvSpPr>
              <p:spPr>
                <a:xfrm>
                  <a:off x="7433968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6" name="pg494">
                  <a:extLst>
                    <a:ext uri="{FF2B5EF4-FFF2-40B4-BE49-F238E27FC236}">
                      <a16:creationId xmlns:a16="http://schemas.microsoft.com/office/drawing/2014/main" id="{AF87903C-3C76-F23D-1620-117E55F7FFC0}"/>
                    </a:ext>
                  </a:extLst>
                </p:cNvPr>
                <p:cNvSpPr/>
                <p:nvPr/>
              </p:nvSpPr>
              <p:spPr>
                <a:xfrm>
                  <a:off x="7465031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7" name="pg495">
                  <a:extLst>
                    <a:ext uri="{FF2B5EF4-FFF2-40B4-BE49-F238E27FC236}">
                      <a16:creationId xmlns:a16="http://schemas.microsoft.com/office/drawing/2014/main" id="{7D1989FA-3860-2798-A7BA-320ADFFE6293}"/>
                    </a:ext>
                  </a:extLst>
                </p:cNvPr>
                <p:cNvSpPr/>
                <p:nvPr/>
              </p:nvSpPr>
              <p:spPr>
                <a:xfrm>
                  <a:off x="7496094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8" name="pg496">
                  <a:extLst>
                    <a:ext uri="{FF2B5EF4-FFF2-40B4-BE49-F238E27FC236}">
                      <a16:creationId xmlns:a16="http://schemas.microsoft.com/office/drawing/2014/main" id="{BFD72C38-D2DA-1878-F666-7405320D2333}"/>
                    </a:ext>
                  </a:extLst>
                </p:cNvPr>
                <p:cNvSpPr/>
                <p:nvPr/>
              </p:nvSpPr>
              <p:spPr>
                <a:xfrm>
                  <a:off x="7527156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69" name="pg497">
                  <a:extLst>
                    <a:ext uri="{FF2B5EF4-FFF2-40B4-BE49-F238E27FC236}">
                      <a16:creationId xmlns:a16="http://schemas.microsoft.com/office/drawing/2014/main" id="{C4907FBD-C9BC-9A72-8069-1D55CD723B94}"/>
                    </a:ext>
                  </a:extLst>
                </p:cNvPr>
                <p:cNvSpPr/>
                <p:nvPr/>
              </p:nvSpPr>
              <p:spPr>
                <a:xfrm>
                  <a:off x="7558219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0" name="pg498">
                  <a:extLst>
                    <a:ext uri="{FF2B5EF4-FFF2-40B4-BE49-F238E27FC236}">
                      <a16:creationId xmlns:a16="http://schemas.microsoft.com/office/drawing/2014/main" id="{1E8965E5-FF38-B9AB-7B6A-29B3F714E190}"/>
                    </a:ext>
                  </a:extLst>
                </p:cNvPr>
                <p:cNvSpPr/>
                <p:nvPr/>
              </p:nvSpPr>
              <p:spPr>
                <a:xfrm>
                  <a:off x="7589283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1" name="pg499">
                  <a:extLst>
                    <a:ext uri="{FF2B5EF4-FFF2-40B4-BE49-F238E27FC236}">
                      <a16:creationId xmlns:a16="http://schemas.microsoft.com/office/drawing/2014/main" id="{05E31ADA-6180-5A9F-3785-28806707F901}"/>
                    </a:ext>
                  </a:extLst>
                </p:cNvPr>
                <p:cNvSpPr/>
                <p:nvPr/>
              </p:nvSpPr>
              <p:spPr>
                <a:xfrm>
                  <a:off x="7620345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2" name="pg500">
                  <a:extLst>
                    <a:ext uri="{FF2B5EF4-FFF2-40B4-BE49-F238E27FC236}">
                      <a16:creationId xmlns:a16="http://schemas.microsoft.com/office/drawing/2014/main" id="{21472CB4-5467-7E7F-5DF1-CE1F2F4627E5}"/>
                    </a:ext>
                  </a:extLst>
                </p:cNvPr>
                <p:cNvSpPr/>
                <p:nvPr/>
              </p:nvSpPr>
              <p:spPr>
                <a:xfrm>
                  <a:off x="7061213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3" name="pg501">
                  <a:extLst>
                    <a:ext uri="{FF2B5EF4-FFF2-40B4-BE49-F238E27FC236}">
                      <a16:creationId xmlns:a16="http://schemas.microsoft.com/office/drawing/2014/main" id="{D13306D9-21F1-ADF5-AC02-FF68F726F878}"/>
                    </a:ext>
                  </a:extLst>
                </p:cNvPr>
                <p:cNvSpPr/>
                <p:nvPr/>
              </p:nvSpPr>
              <p:spPr>
                <a:xfrm>
                  <a:off x="7092276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4" name="pg502">
                  <a:extLst>
                    <a:ext uri="{FF2B5EF4-FFF2-40B4-BE49-F238E27FC236}">
                      <a16:creationId xmlns:a16="http://schemas.microsoft.com/office/drawing/2014/main" id="{FE3353FC-853A-A6CC-A4A3-7B995231B28A}"/>
                    </a:ext>
                  </a:extLst>
                </p:cNvPr>
                <p:cNvSpPr/>
                <p:nvPr/>
              </p:nvSpPr>
              <p:spPr>
                <a:xfrm>
                  <a:off x="7123338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D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5" name="pg503">
                  <a:extLst>
                    <a:ext uri="{FF2B5EF4-FFF2-40B4-BE49-F238E27FC236}">
                      <a16:creationId xmlns:a16="http://schemas.microsoft.com/office/drawing/2014/main" id="{F8B23E71-1CD0-169E-2830-76E8804D501C}"/>
                    </a:ext>
                  </a:extLst>
                </p:cNvPr>
                <p:cNvSpPr/>
                <p:nvPr/>
              </p:nvSpPr>
              <p:spPr>
                <a:xfrm>
                  <a:off x="7154402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1EC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6" name="pg504">
                  <a:extLst>
                    <a:ext uri="{FF2B5EF4-FFF2-40B4-BE49-F238E27FC236}">
                      <a16:creationId xmlns:a16="http://schemas.microsoft.com/office/drawing/2014/main" id="{DFBB9064-693D-BD45-CCC7-383D16F98BED}"/>
                    </a:ext>
                  </a:extLst>
                </p:cNvPr>
                <p:cNvSpPr/>
                <p:nvPr/>
              </p:nvSpPr>
              <p:spPr>
                <a:xfrm>
                  <a:off x="7185465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C">
                    <a:alpha val="100000"/>
                  </a:srgbClr>
                </a:solidFill>
                <a:ln w="5420" cap="flat">
                  <a:solidFill>
                    <a:srgbClr val="C5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7" name="pg505">
                  <a:extLst>
                    <a:ext uri="{FF2B5EF4-FFF2-40B4-BE49-F238E27FC236}">
                      <a16:creationId xmlns:a16="http://schemas.microsoft.com/office/drawing/2014/main" id="{04EDD7A5-8486-C05B-657B-DEEF7CEB31D5}"/>
                    </a:ext>
                  </a:extLst>
                </p:cNvPr>
                <p:cNvSpPr/>
                <p:nvPr/>
              </p:nvSpPr>
              <p:spPr>
                <a:xfrm>
                  <a:off x="7216527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8" name="pg506">
                  <a:extLst>
                    <a:ext uri="{FF2B5EF4-FFF2-40B4-BE49-F238E27FC236}">
                      <a16:creationId xmlns:a16="http://schemas.microsoft.com/office/drawing/2014/main" id="{1E6A57E0-E729-78EE-E3D6-9E970C8A3FEB}"/>
                    </a:ext>
                  </a:extLst>
                </p:cNvPr>
                <p:cNvSpPr/>
                <p:nvPr/>
              </p:nvSpPr>
              <p:spPr>
                <a:xfrm>
                  <a:off x="7247590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0DE">
                    <a:alpha val="100000"/>
                  </a:srgbClr>
                </a:solidFill>
                <a:ln w="5420" cap="flat">
                  <a:solidFill>
                    <a:srgbClr val="CB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79" name="pg507">
                  <a:extLst>
                    <a:ext uri="{FF2B5EF4-FFF2-40B4-BE49-F238E27FC236}">
                      <a16:creationId xmlns:a16="http://schemas.microsoft.com/office/drawing/2014/main" id="{DF50F9A8-8104-0C9B-B5F0-F279D1B92C76}"/>
                    </a:ext>
                  </a:extLst>
                </p:cNvPr>
                <p:cNvSpPr/>
                <p:nvPr/>
              </p:nvSpPr>
              <p:spPr>
                <a:xfrm>
                  <a:off x="7278653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1F1DE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0" name="pg508">
                  <a:extLst>
                    <a:ext uri="{FF2B5EF4-FFF2-40B4-BE49-F238E27FC236}">
                      <a16:creationId xmlns:a16="http://schemas.microsoft.com/office/drawing/2014/main" id="{36A9E04A-ED9A-26FD-FEE7-17DD62EA620B}"/>
                    </a:ext>
                  </a:extLst>
                </p:cNvPr>
                <p:cNvSpPr/>
                <p:nvPr/>
              </p:nvSpPr>
              <p:spPr>
                <a:xfrm>
                  <a:off x="7309716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1DE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1" name="pg509">
                  <a:extLst>
                    <a:ext uri="{FF2B5EF4-FFF2-40B4-BE49-F238E27FC236}">
                      <a16:creationId xmlns:a16="http://schemas.microsoft.com/office/drawing/2014/main" id="{33B9EC63-D357-1ACC-D53C-5659FEFF0B2E}"/>
                    </a:ext>
                  </a:extLst>
                </p:cNvPr>
                <p:cNvSpPr/>
                <p:nvPr/>
              </p:nvSpPr>
              <p:spPr>
                <a:xfrm>
                  <a:off x="7340779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5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2" name="pg510">
                  <a:extLst>
                    <a:ext uri="{FF2B5EF4-FFF2-40B4-BE49-F238E27FC236}">
                      <a16:creationId xmlns:a16="http://schemas.microsoft.com/office/drawing/2014/main" id="{BBFE5139-63BF-0678-4D78-85D1060FE334}"/>
                    </a:ext>
                  </a:extLst>
                </p:cNvPr>
                <p:cNvSpPr/>
                <p:nvPr/>
              </p:nvSpPr>
              <p:spPr>
                <a:xfrm>
                  <a:off x="7371842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3" name="pg511">
                  <a:extLst>
                    <a:ext uri="{FF2B5EF4-FFF2-40B4-BE49-F238E27FC236}">
                      <a16:creationId xmlns:a16="http://schemas.microsoft.com/office/drawing/2014/main" id="{503673C9-86D8-16FD-75F9-A901DEC9F2B1}"/>
                    </a:ext>
                  </a:extLst>
                </p:cNvPr>
                <p:cNvSpPr/>
                <p:nvPr/>
              </p:nvSpPr>
              <p:spPr>
                <a:xfrm>
                  <a:off x="7402905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4" name="pg512">
                  <a:extLst>
                    <a:ext uri="{FF2B5EF4-FFF2-40B4-BE49-F238E27FC236}">
                      <a16:creationId xmlns:a16="http://schemas.microsoft.com/office/drawing/2014/main" id="{4B3CD339-A8F9-2A31-B741-1A2E84AA8606}"/>
                    </a:ext>
                  </a:extLst>
                </p:cNvPr>
                <p:cNvSpPr/>
                <p:nvPr/>
              </p:nvSpPr>
              <p:spPr>
                <a:xfrm>
                  <a:off x="7433968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3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5" name="pg513">
                  <a:extLst>
                    <a:ext uri="{FF2B5EF4-FFF2-40B4-BE49-F238E27FC236}">
                      <a16:creationId xmlns:a16="http://schemas.microsoft.com/office/drawing/2014/main" id="{8DD5919F-8206-950C-EA29-1D2930798417}"/>
                    </a:ext>
                  </a:extLst>
                </p:cNvPr>
                <p:cNvSpPr/>
                <p:nvPr/>
              </p:nvSpPr>
              <p:spPr>
                <a:xfrm>
                  <a:off x="7465031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6" name="pg514">
                  <a:extLst>
                    <a:ext uri="{FF2B5EF4-FFF2-40B4-BE49-F238E27FC236}">
                      <a16:creationId xmlns:a16="http://schemas.microsoft.com/office/drawing/2014/main" id="{AB923B05-0AA9-2E76-C792-5800BE9A874C}"/>
                    </a:ext>
                  </a:extLst>
                </p:cNvPr>
                <p:cNvSpPr/>
                <p:nvPr/>
              </p:nvSpPr>
              <p:spPr>
                <a:xfrm>
                  <a:off x="7496094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7" name="pg515">
                  <a:extLst>
                    <a:ext uri="{FF2B5EF4-FFF2-40B4-BE49-F238E27FC236}">
                      <a16:creationId xmlns:a16="http://schemas.microsoft.com/office/drawing/2014/main" id="{546A033E-785F-8AC4-BBB8-D7673DC02D1E}"/>
                    </a:ext>
                  </a:extLst>
                </p:cNvPr>
                <p:cNvSpPr/>
                <p:nvPr/>
              </p:nvSpPr>
              <p:spPr>
                <a:xfrm>
                  <a:off x="7527156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8" name="pg516">
                  <a:extLst>
                    <a:ext uri="{FF2B5EF4-FFF2-40B4-BE49-F238E27FC236}">
                      <a16:creationId xmlns:a16="http://schemas.microsoft.com/office/drawing/2014/main" id="{00DC9AE6-004B-2CA4-CAD6-D7530C6567E3}"/>
                    </a:ext>
                  </a:extLst>
                </p:cNvPr>
                <p:cNvSpPr/>
                <p:nvPr/>
              </p:nvSpPr>
              <p:spPr>
                <a:xfrm>
                  <a:off x="7558219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89" name="pg517">
                  <a:extLst>
                    <a:ext uri="{FF2B5EF4-FFF2-40B4-BE49-F238E27FC236}">
                      <a16:creationId xmlns:a16="http://schemas.microsoft.com/office/drawing/2014/main" id="{7EB3AA94-F6B1-A16D-C6E9-B9A01AA1E126}"/>
                    </a:ext>
                  </a:extLst>
                </p:cNvPr>
                <p:cNvSpPr/>
                <p:nvPr/>
              </p:nvSpPr>
              <p:spPr>
                <a:xfrm>
                  <a:off x="7589283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0" name="pg518">
                  <a:extLst>
                    <a:ext uri="{FF2B5EF4-FFF2-40B4-BE49-F238E27FC236}">
                      <a16:creationId xmlns:a16="http://schemas.microsoft.com/office/drawing/2014/main" id="{5D10F7FF-D2C8-A588-DD30-9B0F79EAC7F0}"/>
                    </a:ext>
                  </a:extLst>
                </p:cNvPr>
                <p:cNvSpPr/>
                <p:nvPr/>
              </p:nvSpPr>
              <p:spPr>
                <a:xfrm>
                  <a:off x="7061213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CD7">
                    <a:alpha val="100000"/>
                  </a:srgbClr>
                </a:solidFill>
                <a:ln w="5420" cap="flat">
                  <a:solidFill>
                    <a:srgbClr val="B8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1" name="pg519">
                  <a:extLst>
                    <a:ext uri="{FF2B5EF4-FFF2-40B4-BE49-F238E27FC236}">
                      <a16:creationId xmlns:a16="http://schemas.microsoft.com/office/drawing/2014/main" id="{B9CAC1F9-8BF1-836D-47D4-FA71E901FCE2}"/>
                    </a:ext>
                  </a:extLst>
                </p:cNvPr>
                <p:cNvSpPr/>
                <p:nvPr/>
              </p:nvSpPr>
              <p:spPr>
                <a:xfrm>
                  <a:off x="7092276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B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2" name="pg520">
                  <a:extLst>
                    <a:ext uri="{FF2B5EF4-FFF2-40B4-BE49-F238E27FC236}">
                      <a16:creationId xmlns:a16="http://schemas.microsoft.com/office/drawing/2014/main" id="{3CE06A3C-2A6D-2FA1-BD0F-5F86C7D6CFC9}"/>
                    </a:ext>
                  </a:extLst>
                </p:cNvPr>
                <p:cNvSpPr/>
                <p:nvPr/>
              </p:nvSpPr>
              <p:spPr>
                <a:xfrm>
                  <a:off x="7123338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3" name="pg521">
                  <a:extLst>
                    <a:ext uri="{FF2B5EF4-FFF2-40B4-BE49-F238E27FC236}">
                      <a16:creationId xmlns:a16="http://schemas.microsoft.com/office/drawing/2014/main" id="{311BCB88-9D75-7207-D953-F2A17BD941E6}"/>
                    </a:ext>
                  </a:extLst>
                </p:cNvPr>
                <p:cNvSpPr/>
                <p:nvPr/>
              </p:nvSpPr>
              <p:spPr>
                <a:xfrm>
                  <a:off x="7154402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4" name="pg522">
                  <a:extLst>
                    <a:ext uri="{FF2B5EF4-FFF2-40B4-BE49-F238E27FC236}">
                      <a16:creationId xmlns:a16="http://schemas.microsoft.com/office/drawing/2014/main" id="{9A02B6A3-E85B-9C0A-FEF5-0AFDED1625A4}"/>
                    </a:ext>
                  </a:extLst>
                </p:cNvPr>
                <p:cNvSpPr/>
                <p:nvPr/>
              </p:nvSpPr>
              <p:spPr>
                <a:xfrm>
                  <a:off x="7185465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DEFDC">
                    <a:alpha val="100000"/>
                  </a:srgbClr>
                </a:solidFill>
                <a:ln w="5420" cap="flat">
                  <a:solidFill>
                    <a:srgbClr val="C7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5" name="pg523">
                  <a:extLst>
                    <a:ext uri="{FF2B5EF4-FFF2-40B4-BE49-F238E27FC236}">
                      <a16:creationId xmlns:a16="http://schemas.microsoft.com/office/drawing/2014/main" id="{2B1309A6-429C-B525-104E-E124EAA46378}"/>
                    </a:ext>
                  </a:extLst>
                </p:cNvPr>
                <p:cNvSpPr/>
                <p:nvPr/>
              </p:nvSpPr>
              <p:spPr>
                <a:xfrm>
                  <a:off x="7216527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0DE">
                    <a:alpha val="100000"/>
                  </a:srgbClr>
                </a:solidFill>
                <a:ln w="5420" cap="flat">
                  <a:solidFill>
                    <a:srgbClr val="CB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6" name="pg524">
                  <a:extLst>
                    <a:ext uri="{FF2B5EF4-FFF2-40B4-BE49-F238E27FC236}">
                      <a16:creationId xmlns:a16="http://schemas.microsoft.com/office/drawing/2014/main" id="{175BC63A-0218-D428-B13B-F143FB774227}"/>
                    </a:ext>
                  </a:extLst>
                </p:cNvPr>
                <p:cNvSpPr/>
                <p:nvPr/>
              </p:nvSpPr>
              <p:spPr>
                <a:xfrm>
                  <a:off x="7247590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2F1DF">
                    <a:alpha val="100000"/>
                  </a:srgbClr>
                </a:solidFill>
                <a:ln w="5420" cap="flat">
                  <a:solidFill>
                    <a:srgbClr val="CE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7" name="pg525">
                  <a:extLst>
                    <a:ext uri="{FF2B5EF4-FFF2-40B4-BE49-F238E27FC236}">
                      <a16:creationId xmlns:a16="http://schemas.microsoft.com/office/drawing/2014/main" id="{3E8FB535-4653-6FF9-FDF3-ED147BB87D9C}"/>
                    </a:ext>
                  </a:extLst>
                </p:cNvPr>
                <p:cNvSpPr/>
                <p:nvPr/>
              </p:nvSpPr>
              <p:spPr>
                <a:xfrm>
                  <a:off x="7278653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3F1DF">
                    <a:alpha val="100000"/>
                  </a:srgbClr>
                </a:solidFill>
                <a:ln w="5420" cap="flat">
                  <a:solidFill>
                    <a:srgbClr val="CFF0D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8" name="pg526">
                  <a:extLst>
                    <a:ext uri="{FF2B5EF4-FFF2-40B4-BE49-F238E27FC236}">
                      <a16:creationId xmlns:a16="http://schemas.microsoft.com/office/drawing/2014/main" id="{1C51E9A9-023F-5E47-D353-F6C8D615069C}"/>
                    </a:ext>
                  </a:extLst>
                </p:cNvPr>
                <p:cNvSpPr/>
                <p:nvPr/>
              </p:nvSpPr>
              <p:spPr>
                <a:xfrm>
                  <a:off x="7309716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3F1DF">
                    <a:alpha val="100000"/>
                  </a:srgbClr>
                </a:solidFill>
                <a:ln w="5420" cap="flat">
                  <a:solidFill>
                    <a:srgbClr val="CF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199" name="pg527">
                  <a:extLst>
                    <a:ext uri="{FF2B5EF4-FFF2-40B4-BE49-F238E27FC236}">
                      <a16:creationId xmlns:a16="http://schemas.microsoft.com/office/drawing/2014/main" id="{7892CE70-92CF-F409-6B69-CDCB1D1EB428}"/>
                    </a:ext>
                  </a:extLst>
                </p:cNvPr>
                <p:cNvSpPr/>
                <p:nvPr/>
              </p:nvSpPr>
              <p:spPr>
                <a:xfrm>
                  <a:off x="7340779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0" name="pg528">
                  <a:extLst>
                    <a:ext uri="{FF2B5EF4-FFF2-40B4-BE49-F238E27FC236}">
                      <a16:creationId xmlns:a16="http://schemas.microsoft.com/office/drawing/2014/main" id="{EA978181-5664-7EF3-18CD-0E23E22A8603}"/>
                    </a:ext>
                  </a:extLst>
                </p:cNvPr>
                <p:cNvSpPr/>
                <p:nvPr/>
              </p:nvSpPr>
              <p:spPr>
                <a:xfrm>
                  <a:off x="7371842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1" name="pg529">
                  <a:extLst>
                    <a:ext uri="{FF2B5EF4-FFF2-40B4-BE49-F238E27FC236}">
                      <a16:creationId xmlns:a16="http://schemas.microsoft.com/office/drawing/2014/main" id="{2A126D50-D2B5-1351-81E6-6566199C04CD}"/>
                    </a:ext>
                  </a:extLst>
                </p:cNvPr>
                <p:cNvSpPr/>
                <p:nvPr/>
              </p:nvSpPr>
              <p:spPr>
                <a:xfrm>
                  <a:off x="7402905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2" name="pg530">
                  <a:extLst>
                    <a:ext uri="{FF2B5EF4-FFF2-40B4-BE49-F238E27FC236}">
                      <a16:creationId xmlns:a16="http://schemas.microsoft.com/office/drawing/2014/main" id="{EC9FDE89-9EC4-1ADA-A86A-E77311747B71}"/>
                    </a:ext>
                  </a:extLst>
                </p:cNvPr>
                <p:cNvSpPr/>
                <p:nvPr/>
              </p:nvSpPr>
              <p:spPr>
                <a:xfrm>
                  <a:off x="7433968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3" name="pg531">
                  <a:extLst>
                    <a:ext uri="{FF2B5EF4-FFF2-40B4-BE49-F238E27FC236}">
                      <a16:creationId xmlns:a16="http://schemas.microsoft.com/office/drawing/2014/main" id="{22B771E7-7DFC-1D8A-C9DD-9E0C5D8AC322}"/>
                    </a:ext>
                  </a:extLst>
                </p:cNvPr>
                <p:cNvSpPr/>
                <p:nvPr/>
              </p:nvSpPr>
              <p:spPr>
                <a:xfrm>
                  <a:off x="7465031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4" name="pg532">
                  <a:extLst>
                    <a:ext uri="{FF2B5EF4-FFF2-40B4-BE49-F238E27FC236}">
                      <a16:creationId xmlns:a16="http://schemas.microsoft.com/office/drawing/2014/main" id="{01191385-F02D-1610-A7F2-CD39E96780EE}"/>
                    </a:ext>
                  </a:extLst>
                </p:cNvPr>
                <p:cNvSpPr/>
                <p:nvPr/>
              </p:nvSpPr>
              <p:spPr>
                <a:xfrm>
                  <a:off x="7496094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5" name="pg533">
                  <a:extLst>
                    <a:ext uri="{FF2B5EF4-FFF2-40B4-BE49-F238E27FC236}">
                      <a16:creationId xmlns:a16="http://schemas.microsoft.com/office/drawing/2014/main" id="{20E60575-FA47-26A8-F19A-0CB8A99081DF}"/>
                    </a:ext>
                  </a:extLst>
                </p:cNvPr>
                <p:cNvSpPr/>
                <p:nvPr/>
              </p:nvSpPr>
              <p:spPr>
                <a:xfrm>
                  <a:off x="7527156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6" name="pg534">
                  <a:extLst>
                    <a:ext uri="{FF2B5EF4-FFF2-40B4-BE49-F238E27FC236}">
                      <a16:creationId xmlns:a16="http://schemas.microsoft.com/office/drawing/2014/main" id="{92B0D5A9-9577-9594-165D-27FD63F0A4A6}"/>
                    </a:ext>
                  </a:extLst>
                </p:cNvPr>
                <p:cNvSpPr/>
                <p:nvPr/>
              </p:nvSpPr>
              <p:spPr>
                <a:xfrm>
                  <a:off x="7558219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7" name="pg535">
                  <a:extLst>
                    <a:ext uri="{FF2B5EF4-FFF2-40B4-BE49-F238E27FC236}">
                      <a16:creationId xmlns:a16="http://schemas.microsoft.com/office/drawing/2014/main" id="{5046926B-6E94-3A02-C763-C1A4CAF1C89D}"/>
                    </a:ext>
                  </a:extLst>
                </p:cNvPr>
                <p:cNvSpPr/>
                <p:nvPr/>
              </p:nvSpPr>
              <p:spPr>
                <a:xfrm>
                  <a:off x="7092276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8" name="pg536">
                  <a:extLst>
                    <a:ext uri="{FF2B5EF4-FFF2-40B4-BE49-F238E27FC236}">
                      <a16:creationId xmlns:a16="http://schemas.microsoft.com/office/drawing/2014/main" id="{87377A47-CE1C-7CF4-AAE2-54EF1429D078}"/>
                    </a:ext>
                  </a:extLst>
                </p:cNvPr>
                <p:cNvSpPr/>
                <p:nvPr/>
              </p:nvSpPr>
              <p:spPr>
                <a:xfrm>
                  <a:off x="7123338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A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09" name="pg537">
                  <a:extLst>
                    <a:ext uri="{FF2B5EF4-FFF2-40B4-BE49-F238E27FC236}">
                      <a16:creationId xmlns:a16="http://schemas.microsoft.com/office/drawing/2014/main" id="{48BFA891-4D72-C06C-1A90-A863A5CC5B9B}"/>
                    </a:ext>
                  </a:extLst>
                </p:cNvPr>
                <p:cNvSpPr/>
                <p:nvPr/>
              </p:nvSpPr>
              <p:spPr>
                <a:xfrm>
                  <a:off x="7154402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FDB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0" name="pg538">
                  <a:extLst>
                    <a:ext uri="{FF2B5EF4-FFF2-40B4-BE49-F238E27FC236}">
                      <a16:creationId xmlns:a16="http://schemas.microsoft.com/office/drawing/2014/main" id="{548128E4-A06F-6172-E2F6-F0E1A978B3E9}"/>
                    </a:ext>
                  </a:extLst>
                </p:cNvPr>
                <p:cNvSpPr/>
                <p:nvPr/>
              </p:nvSpPr>
              <p:spPr>
                <a:xfrm>
                  <a:off x="7185465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DF0DD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1" name="pg539">
                  <a:extLst>
                    <a:ext uri="{FF2B5EF4-FFF2-40B4-BE49-F238E27FC236}">
                      <a16:creationId xmlns:a16="http://schemas.microsoft.com/office/drawing/2014/main" id="{3CF2E71D-B244-F6FE-1555-3B5CEDD460F4}"/>
                    </a:ext>
                  </a:extLst>
                </p:cNvPr>
                <p:cNvSpPr/>
                <p:nvPr/>
              </p:nvSpPr>
              <p:spPr>
                <a:xfrm>
                  <a:off x="7216527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0DE">
                    <a:alpha val="100000"/>
                  </a:srgbClr>
                </a:solidFill>
                <a:ln w="5420" cap="flat">
                  <a:solidFill>
                    <a:srgbClr val="CB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2" name="pg540">
                  <a:extLst>
                    <a:ext uri="{FF2B5EF4-FFF2-40B4-BE49-F238E27FC236}">
                      <a16:creationId xmlns:a16="http://schemas.microsoft.com/office/drawing/2014/main" id="{2362B002-D2E1-CDA5-71BF-FAF7BAB4D6D7}"/>
                    </a:ext>
                  </a:extLst>
                </p:cNvPr>
                <p:cNvSpPr/>
                <p:nvPr/>
              </p:nvSpPr>
              <p:spPr>
                <a:xfrm>
                  <a:off x="7247590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2F1DF">
                    <a:alpha val="100000"/>
                  </a:srgbClr>
                </a:solidFill>
                <a:ln w="5420" cap="flat">
                  <a:solidFill>
                    <a:srgbClr val="CE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3" name="pg541">
                  <a:extLst>
                    <a:ext uri="{FF2B5EF4-FFF2-40B4-BE49-F238E27FC236}">
                      <a16:creationId xmlns:a16="http://schemas.microsoft.com/office/drawing/2014/main" id="{F99CB748-E547-0CD5-1C27-C9D8AADC0C2B}"/>
                    </a:ext>
                  </a:extLst>
                </p:cNvPr>
                <p:cNvSpPr/>
                <p:nvPr/>
              </p:nvSpPr>
              <p:spPr>
                <a:xfrm>
                  <a:off x="7278653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3F1DF">
                    <a:alpha val="100000"/>
                  </a:srgbClr>
                </a:solidFill>
                <a:ln w="5420" cap="flat">
                  <a:solidFill>
                    <a:srgbClr val="CFF0D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4" name="pg542">
                  <a:extLst>
                    <a:ext uri="{FF2B5EF4-FFF2-40B4-BE49-F238E27FC236}">
                      <a16:creationId xmlns:a16="http://schemas.microsoft.com/office/drawing/2014/main" id="{DBBDC5AF-743B-9373-1609-6F371771CE3F}"/>
                    </a:ext>
                  </a:extLst>
                </p:cNvPr>
                <p:cNvSpPr/>
                <p:nvPr/>
              </p:nvSpPr>
              <p:spPr>
                <a:xfrm>
                  <a:off x="7309716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3F1DF">
                    <a:alpha val="100000"/>
                  </a:srgbClr>
                </a:solidFill>
                <a:ln w="5420" cap="flat">
                  <a:solidFill>
                    <a:srgbClr val="CF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5" name="pg543">
                  <a:extLst>
                    <a:ext uri="{FF2B5EF4-FFF2-40B4-BE49-F238E27FC236}">
                      <a16:creationId xmlns:a16="http://schemas.microsoft.com/office/drawing/2014/main" id="{70AB6EFD-9105-D2AD-48E7-26A711CF81FE}"/>
                    </a:ext>
                  </a:extLst>
                </p:cNvPr>
                <p:cNvSpPr/>
                <p:nvPr/>
              </p:nvSpPr>
              <p:spPr>
                <a:xfrm>
                  <a:off x="7340779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9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6" name="pg544">
                  <a:extLst>
                    <a:ext uri="{FF2B5EF4-FFF2-40B4-BE49-F238E27FC236}">
                      <a16:creationId xmlns:a16="http://schemas.microsoft.com/office/drawing/2014/main" id="{4956DD9F-CD8A-BFBD-942C-BC66406A0D93}"/>
                    </a:ext>
                  </a:extLst>
                </p:cNvPr>
                <p:cNvSpPr/>
                <p:nvPr/>
              </p:nvSpPr>
              <p:spPr>
                <a:xfrm>
                  <a:off x="7371842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FDB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7" name="pg545">
                  <a:extLst>
                    <a:ext uri="{FF2B5EF4-FFF2-40B4-BE49-F238E27FC236}">
                      <a16:creationId xmlns:a16="http://schemas.microsoft.com/office/drawing/2014/main" id="{E0BBAA5C-C43D-F0F0-64D6-179810D99D7E}"/>
                    </a:ext>
                  </a:extLst>
                </p:cNvPr>
                <p:cNvSpPr/>
                <p:nvPr/>
              </p:nvSpPr>
              <p:spPr>
                <a:xfrm>
                  <a:off x="7402905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8" name="pg546">
                  <a:extLst>
                    <a:ext uri="{FF2B5EF4-FFF2-40B4-BE49-F238E27FC236}">
                      <a16:creationId xmlns:a16="http://schemas.microsoft.com/office/drawing/2014/main" id="{2FB1177A-5CC1-877F-85C9-A76CC03D9E20}"/>
                    </a:ext>
                  </a:extLst>
                </p:cNvPr>
                <p:cNvSpPr/>
                <p:nvPr/>
              </p:nvSpPr>
              <p:spPr>
                <a:xfrm>
                  <a:off x="7433968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19" name="pg547">
                  <a:extLst>
                    <a:ext uri="{FF2B5EF4-FFF2-40B4-BE49-F238E27FC236}">
                      <a16:creationId xmlns:a16="http://schemas.microsoft.com/office/drawing/2014/main" id="{9CBD7B92-FC91-4BB7-E80F-42EFF3D584BD}"/>
                    </a:ext>
                  </a:extLst>
                </p:cNvPr>
                <p:cNvSpPr/>
                <p:nvPr/>
              </p:nvSpPr>
              <p:spPr>
                <a:xfrm>
                  <a:off x="7465031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0" name="pg548">
                  <a:extLst>
                    <a:ext uri="{FF2B5EF4-FFF2-40B4-BE49-F238E27FC236}">
                      <a16:creationId xmlns:a16="http://schemas.microsoft.com/office/drawing/2014/main" id="{AD02DAE0-31B2-2941-79C2-178109BE40F1}"/>
                    </a:ext>
                  </a:extLst>
                </p:cNvPr>
                <p:cNvSpPr/>
                <p:nvPr/>
              </p:nvSpPr>
              <p:spPr>
                <a:xfrm>
                  <a:off x="7496094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1" name="pg549">
                  <a:extLst>
                    <a:ext uri="{FF2B5EF4-FFF2-40B4-BE49-F238E27FC236}">
                      <a16:creationId xmlns:a16="http://schemas.microsoft.com/office/drawing/2014/main" id="{9A926408-FFAF-BDFD-BFBC-B118B7B5B4DB}"/>
                    </a:ext>
                  </a:extLst>
                </p:cNvPr>
                <p:cNvSpPr/>
                <p:nvPr/>
              </p:nvSpPr>
              <p:spPr>
                <a:xfrm>
                  <a:off x="7527156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2" name="pg550">
                  <a:extLst>
                    <a:ext uri="{FF2B5EF4-FFF2-40B4-BE49-F238E27FC236}">
                      <a16:creationId xmlns:a16="http://schemas.microsoft.com/office/drawing/2014/main" id="{3514AE95-6FBC-E312-C1AE-BC39B4C69966}"/>
                    </a:ext>
                  </a:extLst>
                </p:cNvPr>
                <p:cNvSpPr/>
                <p:nvPr/>
              </p:nvSpPr>
              <p:spPr>
                <a:xfrm>
                  <a:off x="7185465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DEFDC">
                    <a:alpha val="100000"/>
                  </a:srgbClr>
                </a:solidFill>
                <a:ln w="5420" cap="flat">
                  <a:solidFill>
                    <a:srgbClr val="C7ED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3" name="pg551">
                  <a:extLst>
                    <a:ext uri="{FF2B5EF4-FFF2-40B4-BE49-F238E27FC236}">
                      <a16:creationId xmlns:a16="http://schemas.microsoft.com/office/drawing/2014/main" id="{D16D89AE-6E3D-2416-4DF9-A05EC1C14242}"/>
                    </a:ext>
                  </a:extLst>
                </p:cNvPr>
                <p:cNvSpPr/>
                <p:nvPr/>
              </p:nvSpPr>
              <p:spPr>
                <a:xfrm>
                  <a:off x="7216527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FF0DD">
                    <a:alpha val="100000"/>
                  </a:srgbClr>
                </a:solidFill>
                <a:ln w="5420" cap="flat">
                  <a:solidFill>
                    <a:srgbClr val="CAEE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4" name="pg552">
                  <a:extLst>
                    <a:ext uri="{FF2B5EF4-FFF2-40B4-BE49-F238E27FC236}">
                      <a16:creationId xmlns:a16="http://schemas.microsoft.com/office/drawing/2014/main" id="{981DD8C1-5606-FAB0-6083-8926D3B07B39}"/>
                    </a:ext>
                  </a:extLst>
                </p:cNvPr>
                <p:cNvSpPr/>
                <p:nvPr/>
              </p:nvSpPr>
              <p:spPr>
                <a:xfrm>
                  <a:off x="7247590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1DE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5" name="pg553">
                  <a:extLst>
                    <a:ext uri="{FF2B5EF4-FFF2-40B4-BE49-F238E27FC236}">
                      <a16:creationId xmlns:a16="http://schemas.microsoft.com/office/drawing/2014/main" id="{29A19C7D-049C-0465-96E2-C2A6796B8FDC}"/>
                    </a:ext>
                  </a:extLst>
                </p:cNvPr>
                <p:cNvSpPr/>
                <p:nvPr/>
              </p:nvSpPr>
              <p:spPr>
                <a:xfrm>
                  <a:off x="7278653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1F1DE">
                    <a:alpha val="100000"/>
                  </a:srgbClr>
                </a:solidFill>
                <a:ln w="5420" cap="flat">
                  <a:solidFill>
                    <a:srgbClr val="CD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6" name="pg554">
                  <a:extLst>
                    <a:ext uri="{FF2B5EF4-FFF2-40B4-BE49-F238E27FC236}">
                      <a16:creationId xmlns:a16="http://schemas.microsoft.com/office/drawing/2014/main" id="{8A246EE6-542C-AD07-258E-B84DE7E46B6E}"/>
                    </a:ext>
                  </a:extLst>
                </p:cNvPr>
                <p:cNvSpPr/>
                <p:nvPr/>
              </p:nvSpPr>
              <p:spPr>
                <a:xfrm>
                  <a:off x="7309716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1F1DE">
                    <a:alpha val="100000"/>
                  </a:srgbClr>
                </a:solidFill>
                <a:ln w="5420" cap="flat">
                  <a:solidFill>
                    <a:srgbClr val="CD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7" name="pg555">
                  <a:extLst>
                    <a:ext uri="{FF2B5EF4-FFF2-40B4-BE49-F238E27FC236}">
                      <a16:creationId xmlns:a16="http://schemas.microsoft.com/office/drawing/2014/main" id="{976D3132-AD0A-FC0F-956F-FD74CBAAB96B}"/>
                    </a:ext>
                  </a:extLst>
                </p:cNvPr>
                <p:cNvSpPr/>
                <p:nvPr/>
              </p:nvSpPr>
              <p:spPr>
                <a:xfrm>
                  <a:off x="7340779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DEFDC">
                    <a:alpha val="100000"/>
                  </a:srgbClr>
                </a:solidFill>
                <a:ln w="5420" cap="flat">
                  <a:solidFill>
                    <a:srgbClr val="C7EE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8" name="pg556">
                  <a:extLst>
                    <a:ext uri="{FF2B5EF4-FFF2-40B4-BE49-F238E27FC236}">
                      <a16:creationId xmlns:a16="http://schemas.microsoft.com/office/drawing/2014/main" id="{655DF888-700A-3DB0-A341-8E50E7ACDDD7}"/>
                    </a:ext>
                  </a:extLst>
                </p:cNvPr>
                <p:cNvSpPr/>
                <p:nvPr/>
              </p:nvSpPr>
              <p:spPr>
                <a:xfrm>
                  <a:off x="7371842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29" name="pg557">
                  <a:extLst>
                    <a:ext uri="{FF2B5EF4-FFF2-40B4-BE49-F238E27FC236}">
                      <a16:creationId xmlns:a16="http://schemas.microsoft.com/office/drawing/2014/main" id="{72C731B6-9812-6A39-92E5-B0F4F7E97270}"/>
                    </a:ext>
                  </a:extLst>
                </p:cNvPr>
                <p:cNvSpPr/>
                <p:nvPr/>
              </p:nvSpPr>
              <p:spPr>
                <a:xfrm>
                  <a:off x="7402905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0" name="pg558">
                  <a:extLst>
                    <a:ext uri="{FF2B5EF4-FFF2-40B4-BE49-F238E27FC236}">
                      <a16:creationId xmlns:a16="http://schemas.microsoft.com/office/drawing/2014/main" id="{AA501114-29A1-C4CE-40A4-9544F3C51792}"/>
                    </a:ext>
                  </a:extLst>
                </p:cNvPr>
                <p:cNvSpPr/>
                <p:nvPr/>
              </p:nvSpPr>
              <p:spPr>
                <a:xfrm>
                  <a:off x="7433968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1" name="pg559">
                  <a:extLst>
                    <a:ext uri="{FF2B5EF4-FFF2-40B4-BE49-F238E27FC236}">
                      <a16:creationId xmlns:a16="http://schemas.microsoft.com/office/drawing/2014/main" id="{75640C1F-7B95-63CF-D02A-FCA97E8253F4}"/>
                    </a:ext>
                  </a:extLst>
                </p:cNvPr>
                <p:cNvSpPr/>
                <p:nvPr/>
              </p:nvSpPr>
              <p:spPr>
                <a:xfrm>
                  <a:off x="7465031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5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2" name="pg560">
                  <a:extLst>
                    <a:ext uri="{FF2B5EF4-FFF2-40B4-BE49-F238E27FC236}">
                      <a16:creationId xmlns:a16="http://schemas.microsoft.com/office/drawing/2014/main" id="{925B2B35-7775-824A-FD38-D2068A8CC1C7}"/>
                    </a:ext>
                  </a:extLst>
                </p:cNvPr>
                <p:cNvSpPr/>
                <p:nvPr/>
              </p:nvSpPr>
              <p:spPr>
                <a:xfrm>
                  <a:off x="7496094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3" name="pg561">
                  <a:extLst>
                    <a:ext uri="{FF2B5EF4-FFF2-40B4-BE49-F238E27FC236}">
                      <a16:creationId xmlns:a16="http://schemas.microsoft.com/office/drawing/2014/main" id="{40D13EC5-1311-1581-6EDC-CA4CA5ED4328}"/>
                    </a:ext>
                  </a:extLst>
                </p:cNvPr>
                <p:cNvSpPr/>
                <p:nvPr/>
              </p:nvSpPr>
              <p:spPr>
                <a:xfrm>
                  <a:off x="7527156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4" name="pg562">
                  <a:extLst>
                    <a:ext uri="{FF2B5EF4-FFF2-40B4-BE49-F238E27FC236}">
                      <a16:creationId xmlns:a16="http://schemas.microsoft.com/office/drawing/2014/main" id="{2D7A0219-B232-8DCD-455E-0A9B446348ED}"/>
                    </a:ext>
                  </a:extLst>
                </p:cNvPr>
                <p:cNvSpPr/>
                <p:nvPr/>
              </p:nvSpPr>
              <p:spPr>
                <a:xfrm>
                  <a:off x="7247590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5" name="pg563">
                  <a:extLst>
                    <a:ext uri="{FF2B5EF4-FFF2-40B4-BE49-F238E27FC236}">
                      <a16:creationId xmlns:a16="http://schemas.microsoft.com/office/drawing/2014/main" id="{9C41E9A2-ABBE-FB23-52ED-A35D041DCAF8}"/>
                    </a:ext>
                  </a:extLst>
                </p:cNvPr>
                <p:cNvSpPr/>
                <p:nvPr/>
              </p:nvSpPr>
              <p:spPr>
                <a:xfrm>
                  <a:off x="7278653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9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6" name="pg564">
                  <a:extLst>
                    <a:ext uri="{FF2B5EF4-FFF2-40B4-BE49-F238E27FC236}">
                      <a16:creationId xmlns:a16="http://schemas.microsoft.com/office/drawing/2014/main" id="{065320E6-3D64-F2A7-EED8-8EF66BB5FE50}"/>
                    </a:ext>
                  </a:extLst>
                </p:cNvPr>
                <p:cNvSpPr/>
                <p:nvPr/>
              </p:nvSpPr>
              <p:spPr>
                <a:xfrm>
                  <a:off x="7309716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9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7" name="pg565">
                  <a:extLst>
                    <a:ext uri="{FF2B5EF4-FFF2-40B4-BE49-F238E27FC236}">
                      <a16:creationId xmlns:a16="http://schemas.microsoft.com/office/drawing/2014/main" id="{A6C85C8E-744A-3280-B1D6-6E2058401609}"/>
                    </a:ext>
                  </a:extLst>
                </p:cNvPr>
                <p:cNvSpPr/>
                <p:nvPr/>
              </p:nvSpPr>
              <p:spPr>
                <a:xfrm>
                  <a:off x="7340779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4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8" name="pg566">
                  <a:extLst>
                    <a:ext uri="{FF2B5EF4-FFF2-40B4-BE49-F238E27FC236}">
                      <a16:creationId xmlns:a16="http://schemas.microsoft.com/office/drawing/2014/main" id="{9EA797BB-77D3-14AF-AEF2-80DC4234D7AB}"/>
                    </a:ext>
                  </a:extLst>
                </p:cNvPr>
                <p:cNvSpPr/>
                <p:nvPr/>
              </p:nvSpPr>
              <p:spPr>
                <a:xfrm>
                  <a:off x="7371842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1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39" name="pg567">
                  <a:extLst>
                    <a:ext uri="{FF2B5EF4-FFF2-40B4-BE49-F238E27FC236}">
                      <a16:creationId xmlns:a16="http://schemas.microsoft.com/office/drawing/2014/main" id="{7C0318A8-AA0F-2F41-E1CA-682BA5DC71F1}"/>
                    </a:ext>
                  </a:extLst>
                </p:cNvPr>
                <p:cNvSpPr/>
                <p:nvPr/>
              </p:nvSpPr>
              <p:spPr>
                <a:xfrm>
                  <a:off x="7402905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0" name="pg568">
                  <a:extLst>
                    <a:ext uri="{FF2B5EF4-FFF2-40B4-BE49-F238E27FC236}">
                      <a16:creationId xmlns:a16="http://schemas.microsoft.com/office/drawing/2014/main" id="{51EDF920-35E8-4B79-07A4-1FF45C0C5FAB}"/>
                    </a:ext>
                  </a:extLst>
                </p:cNvPr>
                <p:cNvSpPr/>
                <p:nvPr/>
              </p:nvSpPr>
              <p:spPr>
                <a:xfrm>
                  <a:off x="7433968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1" name="pg569">
                  <a:extLst>
                    <a:ext uri="{FF2B5EF4-FFF2-40B4-BE49-F238E27FC236}">
                      <a16:creationId xmlns:a16="http://schemas.microsoft.com/office/drawing/2014/main" id="{74C64B60-68AC-0F7F-ADAD-634F5C6F9D2C}"/>
                    </a:ext>
                  </a:extLst>
                </p:cNvPr>
                <p:cNvSpPr/>
                <p:nvPr/>
              </p:nvSpPr>
              <p:spPr>
                <a:xfrm>
                  <a:off x="7465031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5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2" name="pg570">
                  <a:extLst>
                    <a:ext uri="{FF2B5EF4-FFF2-40B4-BE49-F238E27FC236}">
                      <a16:creationId xmlns:a16="http://schemas.microsoft.com/office/drawing/2014/main" id="{4006914C-1E05-E236-F0D4-F215687A9E61}"/>
                    </a:ext>
                  </a:extLst>
                </p:cNvPr>
                <p:cNvSpPr/>
                <p:nvPr/>
              </p:nvSpPr>
              <p:spPr>
                <a:xfrm>
                  <a:off x="7496094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3" name="pg571">
                  <a:extLst>
                    <a:ext uri="{FF2B5EF4-FFF2-40B4-BE49-F238E27FC236}">
                      <a16:creationId xmlns:a16="http://schemas.microsoft.com/office/drawing/2014/main" id="{48612BA0-D534-DC47-29A2-68AEDD1777F6}"/>
                    </a:ext>
                  </a:extLst>
                </p:cNvPr>
                <p:cNvSpPr/>
                <p:nvPr/>
              </p:nvSpPr>
              <p:spPr>
                <a:xfrm>
                  <a:off x="7527156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4" name="pg572">
                  <a:extLst>
                    <a:ext uri="{FF2B5EF4-FFF2-40B4-BE49-F238E27FC236}">
                      <a16:creationId xmlns:a16="http://schemas.microsoft.com/office/drawing/2014/main" id="{AB16CE26-340D-67F1-27DE-A71FD4C6F42A}"/>
                    </a:ext>
                  </a:extLst>
                </p:cNvPr>
                <p:cNvSpPr/>
                <p:nvPr/>
              </p:nvSpPr>
              <p:spPr>
                <a:xfrm>
                  <a:off x="7278653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4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5" name="pg573">
                  <a:extLst>
                    <a:ext uri="{FF2B5EF4-FFF2-40B4-BE49-F238E27FC236}">
                      <a16:creationId xmlns:a16="http://schemas.microsoft.com/office/drawing/2014/main" id="{C3E596AD-C873-F5CA-5690-E44139C9FC8D}"/>
                    </a:ext>
                  </a:extLst>
                </p:cNvPr>
                <p:cNvSpPr/>
                <p:nvPr/>
              </p:nvSpPr>
              <p:spPr>
                <a:xfrm>
                  <a:off x="7309716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FDB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6" name="pg574">
                  <a:extLst>
                    <a:ext uri="{FF2B5EF4-FFF2-40B4-BE49-F238E27FC236}">
                      <a16:creationId xmlns:a16="http://schemas.microsoft.com/office/drawing/2014/main" id="{3893765B-B3D0-6959-164E-4DC639FB78D3}"/>
                    </a:ext>
                  </a:extLst>
                </p:cNvPr>
                <p:cNvSpPr/>
                <p:nvPr/>
              </p:nvSpPr>
              <p:spPr>
                <a:xfrm>
                  <a:off x="7340779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7" name="pg575">
                  <a:extLst>
                    <a:ext uri="{FF2B5EF4-FFF2-40B4-BE49-F238E27FC236}">
                      <a16:creationId xmlns:a16="http://schemas.microsoft.com/office/drawing/2014/main" id="{9EE76499-CCB0-BD96-01A2-6E830FC79780}"/>
                    </a:ext>
                  </a:extLst>
                </p:cNvPr>
                <p:cNvSpPr/>
                <p:nvPr/>
              </p:nvSpPr>
              <p:spPr>
                <a:xfrm>
                  <a:off x="7371842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D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8" name="pg576">
                  <a:extLst>
                    <a:ext uri="{FF2B5EF4-FFF2-40B4-BE49-F238E27FC236}">
                      <a16:creationId xmlns:a16="http://schemas.microsoft.com/office/drawing/2014/main" id="{519652F4-0121-C211-B790-6354DF99AD07}"/>
                    </a:ext>
                  </a:extLst>
                </p:cNvPr>
                <p:cNvSpPr/>
                <p:nvPr/>
              </p:nvSpPr>
              <p:spPr>
                <a:xfrm>
                  <a:off x="7402905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8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49" name="pg577">
                  <a:extLst>
                    <a:ext uri="{FF2B5EF4-FFF2-40B4-BE49-F238E27FC236}">
                      <a16:creationId xmlns:a16="http://schemas.microsoft.com/office/drawing/2014/main" id="{B6F95B83-3F8B-73C3-43F1-F756F9394CD7}"/>
                    </a:ext>
                  </a:extLst>
                </p:cNvPr>
                <p:cNvSpPr/>
                <p:nvPr/>
              </p:nvSpPr>
              <p:spPr>
                <a:xfrm>
                  <a:off x="7433968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0" name="pg578">
                  <a:extLst>
                    <a:ext uri="{FF2B5EF4-FFF2-40B4-BE49-F238E27FC236}">
                      <a16:creationId xmlns:a16="http://schemas.microsoft.com/office/drawing/2014/main" id="{B4C9ACC8-269F-138A-0FCB-6A4A2ABDA044}"/>
                    </a:ext>
                  </a:extLst>
                </p:cNvPr>
                <p:cNvSpPr/>
                <p:nvPr/>
              </p:nvSpPr>
              <p:spPr>
                <a:xfrm>
                  <a:off x="7465031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1" name="pg579">
                  <a:extLst>
                    <a:ext uri="{FF2B5EF4-FFF2-40B4-BE49-F238E27FC236}">
                      <a16:creationId xmlns:a16="http://schemas.microsoft.com/office/drawing/2014/main" id="{C4320559-FD22-62E9-070C-7D41B56773E6}"/>
                    </a:ext>
                  </a:extLst>
                </p:cNvPr>
                <p:cNvSpPr/>
                <p:nvPr/>
              </p:nvSpPr>
              <p:spPr>
                <a:xfrm>
                  <a:off x="7496094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2" name="pg580">
                  <a:extLst>
                    <a:ext uri="{FF2B5EF4-FFF2-40B4-BE49-F238E27FC236}">
                      <a16:creationId xmlns:a16="http://schemas.microsoft.com/office/drawing/2014/main" id="{14A9AB45-1CD3-4E07-E8D7-63E407566A27}"/>
                    </a:ext>
                  </a:extLst>
                </p:cNvPr>
                <p:cNvSpPr/>
                <p:nvPr/>
              </p:nvSpPr>
              <p:spPr>
                <a:xfrm>
                  <a:off x="7527156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3" name="pg581">
                  <a:extLst>
                    <a:ext uri="{FF2B5EF4-FFF2-40B4-BE49-F238E27FC236}">
                      <a16:creationId xmlns:a16="http://schemas.microsoft.com/office/drawing/2014/main" id="{99B9BF3F-8B2F-D825-273E-223C439BE63C}"/>
                    </a:ext>
                  </a:extLst>
                </p:cNvPr>
                <p:cNvSpPr/>
                <p:nvPr/>
              </p:nvSpPr>
              <p:spPr>
                <a:xfrm>
                  <a:off x="7309716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4" name="pg582">
                  <a:extLst>
                    <a:ext uri="{FF2B5EF4-FFF2-40B4-BE49-F238E27FC236}">
                      <a16:creationId xmlns:a16="http://schemas.microsoft.com/office/drawing/2014/main" id="{EE273190-D00E-B318-1867-CCD4EEDC1D01}"/>
                    </a:ext>
                  </a:extLst>
                </p:cNvPr>
                <p:cNvSpPr/>
                <p:nvPr/>
              </p:nvSpPr>
              <p:spPr>
                <a:xfrm>
                  <a:off x="7340779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5" name="pg583">
                  <a:extLst>
                    <a:ext uri="{FF2B5EF4-FFF2-40B4-BE49-F238E27FC236}">
                      <a16:creationId xmlns:a16="http://schemas.microsoft.com/office/drawing/2014/main" id="{2E2D2C04-A0D1-5FD2-AE7F-6230F8C120E6}"/>
                    </a:ext>
                  </a:extLst>
                </p:cNvPr>
                <p:cNvSpPr/>
                <p:nvPr/>
              </p:nvSpPr>
              <p:spPr>
                <a:xfrm>
                  <a:off x="7371842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CD8">
                    <a:alpha val="100000"/>
                  </a:srgbClr>
                </a:solidFill>
                <a:ln w="5420" cap="flat">
                  <a:solidFill>
                    <a:srgbClr val="BB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6" name="pg584">
                  <a:extLst>
                    <a:ext uri="{FF2B5EF4-FFF2-40B4-BE49-F238E27FC236}">
                      <a16:creationId xmlns:a16="http://schemas.microsoft.com/office/drawing/2014/main" id="{68C31F5B-C27E-68C9-DF67-B754B5090F14}"/>
                    </a:ext>
                  </a:extLst>
                </p:cNvPr>
                <p:cNvSpPr/>
                <p:nvPr/>
              </p:nvSpPr>
              <p:spPr>
                <a:xfrm>
                  <a:off x="7402905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CD6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7" name="pg585">
                  <a:extLst>
                    <a:ext uri="{FF2B5EF4-FFF2-40B4-BE49-F238E27FC236}">
                      <a16:creationId xmlns:a16="http://schemas.microsoft.com/office/drawing/2014/main" id="{41C978EA-7E77-FA77-D2C4-FDFBFECBA1B1}"/>
                    </a:ext>
                  </a:extLst>
                </p:cNvPr>
                <p:cNvSpPr/>
                <p:nvPr/>
              </p:nvSpPr>
              <p:spPr>
                <a:xfrm>
                  <a:off x="7433968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8" name="pg586">
                  <a:extLst>
                    <a:ext uri="{FF2B5EF4-FFF2-40B4-BE49-F238E27FC236}">
                      <a16:creationId xmlns:a16="http://schemas.microsoft.com/office/drawing/2014/main" id="{6C182A6D-7AC7-0C0C-11C7-2945B59BB339}"/>
                    </a:ext>
                  </a:extLst>
                </p:cNvPr>
                <p:cNvSpPr/>
                <p:nvPr/>
              </p:nvSpPr>
              <p:spPr>
                <a:xfrm>
                  <a:off x="7465031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59" name="pg587">
                  <a:extLst>
                    <a:ext uri="{FF2B5EF4-FFF2-40B4-BE49-F238E27FC236}">
                      <a16:creationId xmlns:a16="http://schemas.microsoft.com/office/drawing/2014/main" id="{179EF4F9-30B6-0BC9-CFBC-09DA89EC0B17}"/>
                    </a:ext>
                  </a:extLst>
                </p:cNvPr>
                <p:cNvSpPr/>
                <p:nvPr/>
              </p:nvSpPr>
              <p:spPr>
                <a:xfrm>
                  <a:off x="7496094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0" name="pg588">
                  <a:extLst>
                    <a:ext uri="{FF2B5EF4-FFF2-40B4-BE49-F238E27FC236}">
                      <a16:creationId xmlns:a16="http://schemas.microsoft.com/office/drawing/2014/main" id="{8111065F-4504-5411-9088-1A3094C5B6F8}"/>
                    </a:ext>
                  </a:extLst>
                </p:cNvPr>
                <p:cNvSpPr/>
                <p:nvPr/>
              </p:nvSpPr>
              <p:spPr>
                <a:xfrm>
                  <a:off x="7527156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1" name="pg589">
                  <a:extLst>
                    <a:ext uri="{FF2B5EF4-FFF2-40B4-BE49-F238E27FC236}">
                      <a16:creationId xmlns:a16="http://schemas.microsoft.com/office/drawing/2014/main" id="{8211F94C-92F4-9A91-893C-F7A2F3037F20}"/>
                    </a:ext>
                  </a:extLst>
                </p:cNvPr>
                <p:cNvSpPr/>
                <p:nvPr/>
              </p:nvSpPr>
              <p:spPr>
                <a:xfrm>
                  <a:off x="7558219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2" name="pg590">
                  <a:extLst>
                    <a:ext uri="{FF2B5EF4-FFF2-40B4-BE49-F238E27FC236}">
                      <a16:creationId xmlns:a16="http://schemas.microsoft.com/office/drawing/2014/main" id="{137EA20F-576A-99A1-8D4A-6F56919DB6FA}"/>
                    </a:ext>
                  </a:extLst>
                </p:cNvPr>
                <p:cNvSpPr/>
                <p:nvPr/>
              </p:nvSpPr>
              <p:spPr>
                <a:xfrm>
                  <a:off x="7402905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5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3" name="pg591">
                  <a:extLst>
                    <a:ext uri="{FF2B5EF4-FFF2-40B4-BE49-F238E27FC236}">
                      <a16:creationId xmlns:a16="http://schemas.microsoft.com/office/drawing/2014/main" id="{2AB8D83C-0BC4-C520-D99A-BAD02039308D}"/>
                    </a:ext>
                  </a:extLst>
                </p:cNvPr>
                <p:cNvSpPr/>
                <p:nvPr/>
              </p:nvSpPr>
              <p:spPr>
                <a:xfrm>
                  <a:off x="7433968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4" name="pg592">
                  <a:extLst>
                    <a:ext uri="{FF2B5EF4-FFF2-40B4-BE49-F238E27FC236}">
                      <a16:creationId xmlns:a16="http://schemas.microsoft.com/office/drawing/2014/main" id="{73DA5721-D65A-C6B7-2E4A-B07C2B297D96}"/>
                    </a:ext>
                  </a:extLst>
                </p:cNvPr>
                <p:cNvSpPr/>
                <p:nvPr/>
              </p:nvSpPr>
              <p:spPr>
                <a:xfrm>
                  <a:off x="7465031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5" name="pg593">
                  <a:extLst>
                    <a:ext uri="{FF2B5EF4-FFF2-40B4-BE49-F238E27FC236}">
                      <a16:creationId xmlns:a16="http://schemas.microsoft.com/office/drawing/2014/main" id="{E1F55CE0-FBFC-74FA-D4C0-029481EF5575}"/>
                    </a:ext>
                  </a:extLst>
                </p:cNvPr>
                <p:cNvSpPr/>
                <p:nvPr/>
              </p:nvSpPr>
              <p:spPr>
                <a:xfrm>
                  <a:off x="7496094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6" name="pg594">
                  <a:extLst>
                    <a:ext uri="{FF2B5EF4-FFF2-40B4-BE49-F238E27FC236}">
                      <a16:creationId xmlns:a16="http://schemas.microsoft.com/office/drawing/2014/main" id="{4F6F4EBF-FDC1-D279-08B0-3565227410AA}"/>
                    </a:ext>
                  </a:extLst>
                </p:cNvPr>
                <p:cNvSpPr/>
                <p:nvPr/>
              </p:nvSpPr>
              <p:spPr>
                <a:xfrm>
                  <a:off x="7527156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7" name="pg595">
                  <a:extLst>
                    <a:ext uri="{FF2B5EF4-FFF2-40B4-BE49-F238E27FC236}">
                      <a16:creationId xmlns:a16="http://schemas.microsoft.com/office/drawing/2014/main" id="{1E01C8F9-FEB1-846D-AACD-DBDFE565952F}"/>
                    </a:ext>
                  </a:extLst>
                </p:cNvPr>
                <p:cNvSpPr/>
                <p:nvPr/>
              </p:nvSpPr>
              <p:spPr>
                <a:xfrm>
                  <a:off x="7558219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8" name="pg596">
                  <a:extLst>
                    <a:ext uri="{FF2B5EF4-FFF2-40B4-BE49-F238E27FC236}">
                      <a16:creationId xmlns:a16="http://schemas.microsoft.com/office/drawing/2014/main" id="{B77AD2C8-23E7-0A94-D184-FF309539B7EC}"/>
                    </a:ext>
                  </a:extLst>
                </p:cNvPr>
                <p:cNvSpPr/>
                <p:nvPr/>
              </p:nvSpPr>
              <p:spPr>
                <a:xfrm>
                  <a:off x="7247590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69" name="pg597">
                  <a:extLst>
                    <a:ext uri="{FF2B5EF4-FFF2-40B4-BE49-F238E27FC236}">
                      <a16:creationId xmlns:a16="http://schemas.microsoft.com/office/drawing/2014/main" id="{01B7398B-C159-EACF-313E-B9A02DF6225A}"/>
                    </a:ext>
                  </a:extLst>
                </p:cNvPr>
                <p:cNvSpPr/>
                <p:nvPr/>
              </p:nvSpPr>
              <p:spPr>
                <a:xfrm>
                  <a:off x="7371842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0" name="pg598">
                  <a:extLst>
                    <a:ext uri="{FF2B5EF4-FFF2-40B4-BE49-F238E27FC236}">
                      <a16:creationId xmlns:a16="http://schemas.microsoft.com/office/drawing/2014/main" id="{F703151F-C776-5FC7-D278-C57F18D71606}"/>
                    </a:ext>
                  </a:extLst>
                </p:cNvPr>
                <p:cNvSpPr/>
                <p:nvPr/>
              </p:nvSpPr>
              <p:spPr>
                <a:xfrm>
                  <a:off x="7402905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1" name="pg599">
                  <a:extLst>
                    <a:ext uri="{FF2B5EF4-FFF2-40B4-BE49-F238E27FC236}">
                      <a16:creationId xmlns:a16="http://schemas.microsoft.com/office/drawing/2014/main" id="{0AE3490A-4FCE-0D9B-E939-5A64B4A6E82D}"/>
                    </a:ext>
                  </a:extLst>
                </p:cNvPr>
                <p:cNvSpPr/>
                <p:nvPr/>
              </p:nvSpPr>
              <p:spPr>
                <a:xfrm>
                  <a:off x="7433968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2" name="pg600">
                  <a:extLst>
                    <a:ext uri="{FF2B5EF4-FFF2-40B4-BE49-F238E27FC236}">
                      <a16:creationId xmlns:a16="http://schemas.microsoft.com/office/drawing/2014/main" id="{5B607E26-BB47-BE4C-F3E1-27D95656C848}"/>
                    </a:ext>
                  </a:extLst>
                </p:cNvPr>
                <p:cNvSpPr/>
                <p:nvPr/>
              </p:nvSpPr>
              <p:spPr>
                <a:xfrm>
                  <a:off x="7465031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3" name="pg601">
                  <a:extLst>
                    <a:ext uri="{FF2B5EF4-FFF2-40B4-BE49-F238E27FC236}">
                      <a16:creationId xmlns:a16="http://schemas.microsoft.com/office/drawing/2014/main" id="{2B659818-D8BD-493C-5BAE-22754AADE7CE}"/>
                    </a:ext>
                  </a:extLst>
                </p:cNvPr>
                <p:cNvSpPr/>
                <p:nvPr/>
              </p:nvSpPr>
              <p:spPr>
                <a:xfrm>
                  <a:off x="7496094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4" name="pg602">
                  <a:extLst>
                    <a:ext uri="{FF2B5EF4-FFF2-40B4-BE49-F238E27FC236}">
                      <a16:creationId xmlns:a16="http://schemas.microsoft.com/office/drawing/2014/main" id="{2E22A2DC-B44D-840A-4731-1262210F78F5}"/>
                    </a:ext>
                  </a:extLst>
                </p:cNvPr>
                <p:cNvSpPr/>
                <p:nvPr/>
              </p:nvSpPr>
              <p:spPr>
                <a:xfrm>
                  <a:off x="7527156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5" name="pg603">
                  <a:extLst>
                    <a:ext uri="{FF2B5EF4-FFF2-40B4-BE49-F238E27FC236}">
                      <a16:creationId xmlns:a16="http://schemas.microsoft.com/office/drawing/2014/main" id="{B0C3F58B-3F1C-483F-0BF8-C9686DFF0F3D}"/>
                    </a:ext>
                  </a:extLst>
                </p:cNvPr>
                <p:cNvSpPr/>
                <p:nvPr/>
              </p:nvSpPr>
              <p:spPr>
                <a:xfrm>
                  <a:off x="7558219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6" name="pg604">
                  <a:extLst>
                    <a:ext uri="{FF2B5EF4-FFF2-40B4-BE49-F238E27FC236}">
                      <a16:creationId xmlns:a16="http://schemas.microsoft.com/office/drawing/2014/main" id="{1567B2AA-4968-2BD0-9949-32AA3F406457}"/>
                    </a:ext>
                  </a:extLst>
                </p:cNvPr>
                <p:cNvSpPr/>
                <p:nvPr/>
              </p:nvSpPr>
              <p:spPr>
                <a:xfrm>
                  <a:off x="7216527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7" name="pg605">
                  <a:extLst>
                    <a:ext uri="{FF2B5EF4-FFF2-40B4-BE49-F238E27FC236}">
                      <a16:creationId xmlns:a16="http://schemas.microsoft.com/office/drawing/2014/main" id="{2D54967B-E836-0A63-3AC2-DE3230CECA23}"/>
                    </a:ext>
                  </a:extLst>
                </p:cNvPr>
                <p:cNvSpPr/>
                <p:nvPr/>
              </p:nvSpPr>
              <p:spPr>
                <a:xfrm>
                  <a:off x="7247590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8" name="pg606">
                  <a:extLst>
                    <a:ext uri="{FF2B5EF4-FFF2-40B4-BE49-F238E27FC236}">
                      <a16:creationId xmlns:a16="http://schemas.microsoft.com/office/drawing/2014/main" id="{C0147BCC-25AD-2D9A-0BE9-D7E1B33337AE}"/>
                    </a:ext>
                  </a:extLst>
                </p:cNvPr>
                <p:cNvSpPr/>
                <p:nvPr/>
              </p:nvSpPr>
              <p:spPr>
                <a:xfrm>
                  <a:off x="7278653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79" name="pg607">
                  <a:extLst>
                    <a:ext uri="{FF2B5EF4-FFF2-40B4-BE49-F238E27FC236}">
                      <a16:creationId xmlns:a16="http://schemas.microsoft.com/office/drawing/2014/main" id="{FCD05A7F-DCEE-A0ED-36AF-8EF9B1AF0B25}"/>
                    </a:ext>
                  </a:extLst>
                </p:cNvPr>
                <p:cNvSpPr/>
                <p:nvPr/>
              </p:nvSpPr>
              <p:spPr>
                <a:xfrm>
                  <a:off x="7309716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0" name="pg608">
                  <a:extLst>
                    <a:ext uri="{FF2B5EF4-FFF2-40B4-BE49-F238E27FC236}">
                      <a16:creationId xmlns:a16="http://schemas.microsoft.com/office/drawing/2014/main" id="{555BE78D-1D67-4F57-6884-B7290F31EF07}"/>
                    </a:ext>
                  </a:extLst>
                </p:cNvPr>
                <p:cNvSpPr/>
                <p:nvPr/>
              </p:nvSpPr>
              <p:spPr>
                <a:xfrm>
                  <a:off x="7340779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1" name="pg609">
                  <a:extLst>
                    <a:ext uri="{FF2B5EF4-FFF2-40B4-BE49-F238E27FC236}">
                      <a16:creationId xmlns:a16="http://schemas.microsoft.com/office/drawing/2014/main" id="{8AC76EBA-14DF-AFCB-934F-01FBE7A2869B}"/>
                    </a:ext>
                  </a:extLst>
                </p:cNvPr>
                <p:cNvSpPr/>
                <p:nvPr/>
              </p:nvSpPr>
              <p:spPr>
                <a:xfrm>
                  <a:off x="7371842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2" name="pg610">
                  <a:extLst>
                    <a:ext uri="{FF2B5EF4-FFF2-40B4-BE49-F238E27FC236}">
                      <a16:creationId xmlns:a16="http://schemas.microsoft.com/office/drawing/2014/main" id="{7B61263F-C88B-5372-9352-D387CE99683A}"/>
                    </a:ext>
                  </a:extLst>
                </p:cNvPr>
                <p:cNvSpPr/>
                <p:nvPr/>
              </p:nvSpPr>
              <p:spPr>
                <a:xfrm>
                  <a:off x="7402905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F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3" name="pg611">
                  <a:extLst>
                    <a:ext uri="{FF2B5EF4-FFF2-40B4-BE49-F238E27FC236}">
                      <a16:creationId xmlns:a16="http://schemas.microsoft.com/office/drawing/2014/main" id="{8F1DB24D-480C-5099-9598-CFFD7876CD96}"/>
                    </a:ext>
                  </a:extLst>
                </p:cNvPr>
                <p:cNvSpPr/>
                <p:nvPr/>
              </p:nvSpPr>
              <p:spPr>
                <a:xfrm>
                  <a:off x="7433968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4" name="pg612">
                  <a:extLst>
                    <a:ext uri="{FF2B5EF4-FFF2-40B4-BE49-F238E27FC236}">
                      <a16:creationId xmlns:a16="http://schemas.microsoft.com/office/drawing/2014/main" id="{5B58AED1-01AB-5F73-66A8-E73C50F0E2A1}"/>
                    </a:ext>
                  </a:extLst>
                </p:cNvPr>
                <p:cNvSpPr/>
                <p:nvPr/>
              </p:nvSpPr>
              <p:spPr>
                <a:xfrm>
                  <a:off x="7465031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5" name="pg613">
                  <a:extLst>
                    <a:ext uri="{FF2B5EF4-FFF2-40B4-BE49-F238E27FC236}">
                      <a16:creationId xmlns:a16="http://schemas.microsoft.com/office/drawing/2014/main" id="{AA98EE98-819E-BDDA-F6DC-54AF0E601F40}"/>
                    </a:ext>
                  </a:extLst>
                </p:cNvPr>
                <p:cNvSpPr/>
                <p:nvPr/>
              </p:nvSpPr>
              <p:spPr>
                <a:xfrm>
                  <a:off x="7496094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6" name="pg614">
                  <a:extLst>
                    <a:ext uri="{FF2B5EF4-FFF2-40B4-BE49-F238E27FC236}">
                      <a16:creationId xmlns:a16="http://schemas.microsoft.com/office/drawing/2014/main" id="{D2EA2561-FA6D-F0EF-10E4-D7426E5FE5B4}"/>
                    </a:ext>
                  </a:extLst>
                </p:cNvPr>
                <p:cNvSpPr/>
                <p:nvPr/>
              </p:nvSpPr>
              <p:spPr>
                <a:xfrm>
                  <a:off x="7527156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7" name="pg615">
                  <a:extLst>
                    <a:ext uri="{FF2B5EF4-FFF2-40B4-BE49-F238E27FC236}">
                      <a16:creationId xmlns:a16="http://schemas.microsoft.com/office/drawing/2014/main" id="{601D43F0-A4B3-9C95-DF4F-CB629B9C22B2}"/>
                    </a:ext>
                  </a:extLst>
                </p:cNvPr>
                <p:cNvSpPr/>
                <p:nvPr/>
              </p:nvSpPr>
              <p:spPr>
                <a:xfrm>
                  <a:off x="7558219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8" name="pg616">
                  <a:extLst>
                    <a:ext uri="{FF2B5EF4-FFF2-40B4-BE49-F238E27FC236}">
                      <a16:creationId xmlns:a16="http://schemas.microsoft.com/office/drawing/2014/main" id="{3326038B-2CC3-4391-415A-84C3BC5AB890}"/>
                    </a:ext>
                  </a:extLst>
                </p:cNvPr>
                <p:cNvSpPr/>
                <p:nvPr/>
              </p:nvSpPr>
              <p:spPr>
                <a:xfrm>
                  <a:off x="7185465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89" name="pg617">
                  <a:extLst>
                    <a:ext uri="{FF2B5EF4-FFF2-40B4-BE49-F238E27FC236}">
                      <a16:creationId xmlns:a16="http://schemas.microsoft.com/office/drawing/2014/main" id="{14179602-4530-D405-AA2F-9BDDE086D8F5}"/>
                    </a:ext>
                  </a:extLst>
                </p:cNvPr>
                <p:cNvSpPr/>
                <p:nvPr/>
              </p:nvSpPr>
              <p:spPr>
                <a:xfrm>
                  <a:off x="7216527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0" name="pg618">
                  <a:extLst>
                    <a:ext uri="{FF2B5EF4-FFF2-40B4-BE49-F238E27FC236}">
                      <a16:creationId xmlns:a16="http://schemas.microsoft.com/office/drawing/2014/main" id="{C78C925C-4E51-92B9-084D-630E38441A8A}"/>
                    </a:ext>
                  </a:extLst>
                </p:cNvPr>
                <p:cNvSpPr/>
                <p:nvPr/>
              </p:nvSpPr>
              <p:spPr>
                <a:xfrm>
                  <a:off x="7247590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1" name="pg619">
                  <a:extLst>
                    <a:ext uri="{FF2B5EF4-FFF2-40B4-BE49-F238E27FC236}">
                      <a16:creationId xmlns:a16="http://schemas.microsoft.com/office/drawing/2014/main" id="{68F30F21-2778-6B78-5DA5-60DC65B66248}"/>
                    </a:ext>
                  </a:extLst>
                </p:cNvPr>
                <p:cNvSpPr/>
                <p:nvPr/>
              </p:nvSpPr>
              <p:spPr>
                <a:xfrm>
                  <a:off x="7278653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2" name="pg620">
                  <a:extLst>
                    <a:ext uri="{FF2B5EF4-FFF2-40B4-BE49-F238E27FC236}">
                      <a16:creationId xmlns:a16="http://schemas.microsoft.com/office/drawing/2014/main" id="{D70A397D-2716-B9F7-4640-E085F3E33EFB}"/>
                    </a:ext>
                  </a:extLst>
                </p:cNvPr>
                <p:cNvSpPr/>
                <p:nvPr/>
              </p:nvSpPr>
              <p:spPr>
                <a:xfrm>
                  <a:off x="7309716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3" name="pg621">
                  <a:extLst>
                    <a:ext uri="{FF2B5EF4-FFF2-40B4-BE49-F238E27FC236}">
                      <a16:creationId xmlns:a16="http://schemas.microsoft.com/office/drawing/2014/main" id="{C341D2D4-1213-16B7-41E6-47FBB003EC98}"/>
                    </a:ext>
                  </a:extLst>
                </p:cNvPr>
                <p:cNvSpPr/>
                <p:nvPr/>
              </p:nvSpPr>
              <p:spPr>
                <a:xfrm>
                  <a:off x="7340779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4" name="pg622">
                  <a:extLst>
                    <a:ext uri="{FF2B5EF4-FFF2-40B4-BE49-F238E27FC236}">
                      <a16:creationId xmlns:a16="http://schemas.microsoft.com/office/drawing/2014/main" id="{9301061E-A339-F27F-FA70-21268FA94959}"/>
                    </a:ext>
                  </a:extLst>
                </p:cNvPr>
                <p:cNvSpPr/>
                <p:nvPr/>
              </p:nvSpPr>
              <p:spPr>
                <a:xfrm>
                  <a:off x="7371842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5" name="pg623">
                  <a:extLst>
                    <a:ext uri="{FF2B5EF4-FFF2-40B4-BE49-F238E27FC236}">
                      <a16:creationId xmlns:a16="http://schemas.microsoft.com/office/drawing/2014/main" id="{1D0F5F1A-E20D-FA8C-0610-9B878A402882}"/>
                    </a:ext>
                  </a:extLst>
                </p:cNvPr>
                <p:cNvSpPr/>
                <p:nvPr/>
              </p:nvSpPr>
              <p:spPr>
                <a:xfrm>
                  <a:off x="7402905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6" name="pg624">
                  <a:extLst>
                    <a:ext uri="{FF2B5EF4-FFF2-40B4-BE49-F238E27FC236}">
                      <a16:creationId xmlns:a16="http://schemas.microsoft.com/office/drawing/2014/main" id="{6208FC03-2924-7C74-065C-3276AB24D9D4}"/>
                    </a:ext>
                  </a:extLst>
                </p:cNvPr>
                <p:cNvSpPr/>
                <p:nvPr/>
              </p:nvSpPr>
              <p:spPr>
                <a:xfrm>
                  <a:off x="7433968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7" name="pg625">
                  <a:extLst>
                    <a:ext uri="{FF2B5EF4-FFF2-40B4-BE49-F238E27FC236}">
                      <a16:creationId xmlns:a16="http://schemas.microsoft.com/office/drawing/2014/main" id="{B16135E3-1428-BAE6-4D3B-432CBA1762B4}"/>
                    </a:ext>
                  </a:extLst>
                </p:cNvPr>
                <p:cNvSpPr/>
                <p:nvPr/>
              </p:nvSpPr>
              <p:spPr>
                <a:xfrm>
                  <a:off x="7465031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8" name="pg626">
                  <a:extLst>
                    <a:ext uri="{FF2B5EF4-FFF2-40B4-BE49-F238E27FC236}">
                      <a16:creationId xmlns:a16="http://schemas.microsoft.com/office/drawing/2014/main" id="{C8FC3E38-AC36-1C10-7267-0F3963339487}"/>
                    </a:ext>
                  </a:extLst>
                </p:cNvPr>
                <p:cNvSpPr/>
                <p:nvPr/>
              </p:nvSpPr>
              <p:spPr>
                <a:xfrm>
                  <a:off x="7496094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299" name="pg627">
                  <a:extLst>
                    <a:ext uri="{FF2B5EF4-FFF2-40B4-BE49-F238E27FC236}">
                      <a16:creationId xmlns:a16="http://schemas.microsoft.com/office/drawing/2014/main" id="{04A0CFC7-4BBC-47AF-951E-3BBB646B05D5}"/>
                    </a:ext>
                  </a:extLst>
                </p:cNvPr>
                <p:cNvSpPr/>
                <p:nvPr/>
              </p:nvSpPr>
              <p:spPr>
                <a:xfrm>
                  <a:off x="7527156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0" name="pg628">
                  <a:extLst>
                    <a:ext uri="{FF2B5EF4-FFF2-40B4-BE49-F238E27FC236}">
                      <a16:creationId xmlns:a16="http://schemas.microsoft.com/office/drawing/2014/main" id="{A4D99FD6-CF93-B9D3-38DB-C9ADA254BB12}"/>
                    </a:ext>
                  </a:extLst>
                </p:cNvPr>
                <p:cNvSpPr/>
                <p:nvPr/>
              </p:nvSpPr>
              <p:spPr>
                <a:xfrm>
                  <a:off x="7558219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1" name="pg629">
                  <a:extLst>
                    <a:ext uri="{FF2B5EF4-FFF2-40B4-BE49-F238E27FC236}">
                      <a16:creationId xmlns:a16="http://schemas.microsoft.com/office/drawing/2014/main" id="{17A9A894-5AEB-DB2A-043A-866042788D9E}"/>
                    </a:ext>
                  </a:extLst>
                </p:cNvPr>
                <p:cNvSpPr/>
                <p:nvPr/>
              </p:nvSpPr>
              <p:spPr>
                <a:xfrm>
                  <a:off x="7589283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2" name="pg630">
                  <a:extLst>
                    <a:ext uri="{FF2B5EF4-FFF2-40B4-BE49-F238E27FC236}">
                      <a16:creationId xmlns:a16="http://schemas.microsoft.com/office/drawing/2014/main" id="{D2B7A392-B304-A96D-B880-CEB6E39413CE}"/>
                    </a:ext>
                  </a:extLst>
                </p:cNvPr>
                <p:cNvSpPr/>
                <p:nvPr/>
              </p:nvSpPr>
              <p:spPr>
                <a:xfrm>
                  <a:off x="7185465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3" name="pg631">
                  <a:extLst>
                    <a:ext uri="{FF2B5EF4-FFF2-40B4-BE49-F238E27FC236}">
                      <a16:creationId xmlns:a16="http://schemas.microsoft.com/office/drawing/2014/main" id="{CA133683-52CE-6410-F22A-76CA0CC24E36}"/>
                    </a:ext>
                  </a:extLst>
                </p:cNvPr>
                <p:cNvSpPr/>
                <p:nvPr/>
              </p:nvSpPr>
              <p:spPr>
                <a:xfrm>
                  <a:off x="7216527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4" name="pg632">
                  <a:extLst>
                    <a:ext uri="{FF2B5EF4-FFF2-40B4-BE49-F238E27FC236}">
                      <a16:creationId xmlns:a16="http://schemas.microsoft.com/office/drawing/2014/main" id="{78AE42CD-2A02-496C-D20D-232FABA04E31}"/>
                    </a:ext>
                  </a:extLst>
                </p:cNvPr>
                <p:cNvSpPr/>
                <p:nvPr/>
              </p:nvSpPr>
              <p:spPr>
                <a:xfrm>
                  <a:off x="7247590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5" name="pg633">
                  <a:extLst>
                    <a:ext uri="{FF2B5EF4-FFF2-40B4-BE49-F238E27FC236}">
                      <a16:creationId xmlns:a16="http://schemas.microsoft.com/office/drawing/2014/main" id="{A7620FA9-E188-48CF-708A-86C2CEB7BBB2}"/>
                    </a:ext>
                  </a:extLst>
                </p:cNvPr>
                <p:cNvSpPr/>
                <p:nvPr/>
              </p:nvSpPr>
              <p:spPr>
                <a:xfrm>
                  <a:off x="7278653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6" name="pg634">
                  <a:extLst>
                    <a:ext uri="{FF2B5EF4-FFF2-40B4-BE49-F238E27FC236}">
                      <a16:creationId xmlns:a16="http://schemas.microsoft.com/office/drawing/2014/main" id="{9C4A567D-B97B-434A-F2DB-AC94C885582D}"/>
                    </a:ext>
                  </a:extLst>
                </p:cNvPr>
                <p:cNvSpPr/>
                <p:nvPr/>
              </p:nvSpPr>
              <p:spPr>
                <a:xfrm>
                  <a:off x="7309716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7" name="pg635">
                  <a:extLst>
                    <a:ext uri="{FF2B5EF4-FFF2-40B4-BE49-F238E27FC236}">
                      <a16:creationId xmlns:a16="http://schemas.microsoft.com/office/drawing/2014/main" id="{E37494F0-E27A-8630-1895-4596F7152D53}"/>
                    </a:ext>
                  </a:extLst>
                </p:cNvPr>
                <p:cNvSpPr/>
                <p:nvPr/>
              </p:nvSpPr>
              <p:spPr>
                <a:xfrm>
                  <a:off x="7340779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8" name="pg636">
                  <a:extLst>
                    <a:ext uri="{FF2B5EF4-FFF2-40B4-BE49-F238E27FC236}">
                      <a16:creationId xmlns:a16="http://schemas.microsoft.com/office/drawing/2014/main" id="{79E23D60-57DE-13E9-6202-42C4D8A81BBE}"/>
                    </a:ext>
                  </a:extLst>
                </p:cNvPr>
                <p:cNvSpPr/>
                <p:nvPr/>
              </p:nvSpPr>
              <p:spPr>
                <a:xfrm>
                  <a:off x="7371842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09" name="pg637">
                  <a:extLst>
                    <a:ext uri="{FF2B5EF4-FFF2-40B4-BE49-F238E27FC236}">
                      <a16:creationId xmlns:a16="http://schemas.microsoft.com/office/drawing/2014/main" id="{4C193BD8-83BE-DD41-B7CB-658E046B983C}"/>
                    </a:ext>
                  </a:extLst>
                </p:cNvPr>
                <p:cNvSpPr/>
                <p:nvPr/>
              </p:nvSpPr>
              <p:spPr>
                <a:xfrm>
                  <a:off x="7402905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0" name="pg638">
                  <a:extLst>
                    <a:ext uri="{FF2B5EF4-FFF2-40B4-BE49-F238E27FC236}">
                      <a16:creationId xmlns:a16="http://schemas.microsoft.com/office/drawing/2014/main" id="{145F6DBB-8482-84AE-AC6F-25C0E1558898}"/>
                    </a:ext>
                  </a:extLst>
                </p:cNvPr>
                <p:cNvSpPr/>
                <p:nvPr/>
              </p:nvSpPr>
              <p:spPr>
                <a:xfrm>
                  <a:off x="7433968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1" name="pg639">
                  <a:extLst>
                    <a:ext uri="{FF2B5EF4-FFF2-40B4-BE49-F238E27FC236}">
                      <a16:creationId xmlns:a16="http://schemas.microsoft.com/office/drawing/2014/main" id="{83415FD0-6B7F-FDAD-B03A-55BE03717D01}"/>
                    </a:ext>
                  </a:extLst>
                </p:cNvPr>
                <p:cNvSpPr/>
                <p:nvPr/>
              </p:nvSpPr>
              <p:spPr>
                <a:xfrm>
                  <a:off x="7465031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2" name="pg640">
                  <a:extLst>
                    <a:ext uri="{FF2B5EF4-FFF2-40B4-BE49-F238E27FC236}">
                      <a16:creationId xmlns:a16="http://schemas.microsoft.com/office/drawing/2014/main" id="{F13160E7-23ED-6E4A-A3B2-AD6E06CD89E3}"/>
                    </a:ext>
                  </a:extLst>
                </p:cNvPr>
                <p:cNvSpPr/>
                <p:nvPr/>
              </p:nvSpPr>
              <p:spPr>
                <a:xfrm>
                  <a:off x="7496094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3" name="pg641">
                  <a:extLst>
                    <a:ext uri="{FF2B5EF4-FFF2-40B4-BE49-F238E27FC236}">
                      <a16:creationId xmlns:a16="http://schemas.microsoft.com/office/drawing/2014/main" id="{837BAD27-0DB0-1B2E-3A88-476FE7E9DAF8}"/>
                    </a:ext>
                  </a:extLst>
                </p:cNvPr>
                <p:cNvSpPr/>
                <p:nvPr/>
              </p:nvSpPr>
              <p:spPr>
                <a:xfrm>
                  <a:off x="7527156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4" name="pg642">
                  <a:extLst>
                    <a:ext uri="{FF2B5EF4-FFF2-40B4-BE49-F238E27FC236}">
                      <a16:creationId xmlns:a16="http://schemas.microsoft.com/office/drawing/2014/main" id="{A6CAE1D3-83D3-29B3-1DF2-7C4AB4DE4C85}"/>
                    </a:ext>
                  </a:extLst>
                </p:cNvPr>
                <p:cNvSpPr/>
                <p:nvPr/>
              </p:nvSpPr>
              <p:spPr>
                <a:xfrm>
                  <a:off x="7558219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5" name="pg643">
                  <a:extLst>
                    <a:ext uri="{FF2B5EF4-FFF2-40B4-BE49-F238E27FC236}">
                      <a16:creationId xmlns:a16="http://schemas.microsoft.com/office/drawing/2014/main" id="{BF719905-984D-A04C-5E4C-3AA35659B74A}"/>
                    </a:ext>
                  </a:extLst>
                </p:cNvPr>
                <p:cNvSpPr/>
                <p:nvPr/>
              </p:nvSpPr>
              <p:spPr>
                <a:xfrm>
                  <a:off x="7589283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6" name="pg644">
                  <a:extLst>
                    <a:ext uri="{FF2B5EF4-FFF2-40B4-BE49-F238E27FC236}">
                      <a16:creationId xmlns:a16="http://schemas.microsoft.com/office/drawing/2014/main" id="{1F835FAB-FBE0-22C0-7E47-5315760E0CA7}"/>
                    </a:ext>
                  </a:extLst>
                </p:cNvPr>
                <p:cNvSpPr/>
                <p:nvPr/>
              </p:nvSpPr>
              <p:spPr>
                <a:xfrm>
                  <a:off x="7620345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7" name="pg645">
                  <a:extLst>
                    <a:ext uri="{FF2B5EF4-FFF2-40B4-BE49-F238E27FC236}">
                      <a16:creationId xmlns:a16="http://schemas.microsoft.com/office/drawing/2014/main" id="{AD3FEF8C-5A0C-C4E3-E2A2-908680A0B830}"/>
                    </a:ext>
                  </a:extLst>
                </p:cNvPr>
                <p:cNvSpPr/>
                <p:nvPr/>
              </p:nvSpPr>
              <p:spPr>
                <a:xfrm>
                  <a:off x="7185465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8" name="pg646">
                  <a:extLst>
                    <a:ext uri="{FF2B5EF4-FFF2-40B4-BE49-F238E27FC236}">
                      <a16:creationId xmlns:a16="http://schemas.microsoft.com/office/drawing/2014/main" id="{55DEF03C-35AE-4701-1594-1640FFEC9F2A}"/>
                    </a:ext>
                  </a:extLst>
                </p:cNvPr>
                <p:cNvSpPr/>
                <p:nvPr/>
              </p:nvSpPr>
              <p:spPr>
                <a:xfrm>
                  <a:off x="7216527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19" name="pg647">
                  <a:extLst>
                    <a:ext uri="{FF2B5EF4-FFF2-40B4-BE49-F238E27FC236}">
                      <a16:creationId xmlns:a16="http://schemas.microsoft.com/office/drawing/2014/main" id="{EB34B133-C5D2-929A-C34E-71937C223EE0}"/>
                    </a:ext>
                  </a:extLst>
                </p:cNvPr>
                <p:cNvSpPr/>
                <p:nvPr/>
              </p:nvSpPr>
              <p:spPr>
                <a:xfrm>
                  <a:off x="7247590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0" name="pg648">
                  <a:extLst>
                    <a:ext uri="{FF2B5EF4-FFF2-40B4-BE49-F238E27FC236}">
                      <a16:creationId xmlns:a16="http://schemas.microsoft.com/office/drawing/2014/main" id="{D0C377C4-1D61-EA69-D881-CF16B573705D}"/>
                    </a:ext>
                  </a:extLst>
                </p:cNvPr>
                <p:cNvSpPr/>
                <p:nvPr/>
              </p:nvSpPr>
              <p:spPr>
                <a:xfrm>
                  <a:off x="7278653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1" name="pg649">
                  <a:extLst>
                    <a:ext uri="{FF2B5EF4-FFF2-40B4-BE49-F238E27FC236}">
                      <a16:creationId xmlns:a16="http://schemas.microsoft.com/office/drawing/2014/main" id="{FECAE1EF-A3F0-C639-38CD-470A170F1A2D}"/>
                    </a:ext>
                  </a:extLst>
                </p:cNvPr>
                <p:cNvSpPr/>
                <p:nvPr/>
              </p:nvSpPr>
              <p:spPr>
                <a:xfrm>
                  <a:off x="7309716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2" name="pg650">
                  <a:extLst>
                    <a:ext uri="{FF2B5EF4-FFF2-40B4-BE49-F238E27FC236}">
                      <a16:creationId xmlns:a16="http://schemas.microsoft.com/office/drawing/2014/main" id="{6A254238-9353-54FD-85AD-E801367A76A8}"/>
                    </a:ext>
                  </a:extLst>
                </p:cNvPr>
                <p:cNvSpPr/>
                <p:nvPr/>
              </p:nvSpPr>
              <p:spPr>
                <a:xfrm>
                  <a:off x="7340779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3" name="pg651">
                  <a:extLst>
                    <a:ext uri="{FF2B5EF4-FFF2-40B4-BE49-F238E27FC236}">
                      <a16:creationId xmlns:a16="http://schemas.microsoft.com/office/drawing/2014/main" id="{9FDA4223-1CDF-B066-6457-369B05ECF387}"/>
                    </a:ext>
                  </a:extLst>
                </p:cNvPr>
                <p:cNvSpPr/>
                <p:nvPr/>
              </p:nvSpPr>
              <p:spPr>
                <a:xfrm>
                  <a:off x="7371842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4" name="pg652">
                  <a:extLst>
                    <a:ext uri="{FF2B5EF4-FFF2-40B4-BE49-F238E27FC236}">
                      <a16:creationId xmlns:a16="http://schemas.microsoft.com/office/drawing/2014/main" id="{9C8370AF-6B96-F23C-6847-CFAC9E86D17B}"/>
                    </a:ext>
                  </a:extLst>
                </p:cNvPr>
                <p:cNvSpPr/>
                <p:nvPr/>
              </p:nvSpPr>
              <p:spPr>
                <a:xfrm>
                  <a:off x="7402905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5" name="pg653">
                  <a:extLst>
                    <a:ext uri="{FF2B5EF4-FFF2-40B4-BE49-F238E27FC236}">
                      <a16:creationId xmlns:a16="http://schemas.microsoft.com/office/drawing/2014/main" id="{284131AD-BF36-55D3-8C3C-3D1FE56CDD50}"/>
                    </a:ext>
                  </a:extLst>
                </p:cNvPr>
                <p:cNvSpPr/>
                <p:nvPr/>
              </p:nvSpPr>
              <p:spPr>
                <a:xfrm>
                  <a:off x="7433968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6" name="pg654">
                  <a:extLst>
                    <a:ext uri="{FF2B5EF4-FFF2-40B4-BE49-F238E27FC236}">
                      <a16:creationId xmlns:a16="http://schemas.microsoft.com/office/drawing/2014/main" id="{C9360D21-C43D-CE87-10AD-B4E7AEB1FE7E}"/>
                    </a:ext>
                  </a:extLst>
                </p:cNvPr>
                <p:cNvSpPr/>
                <p:nvPr/>
              </p:nvSpPr>
              <p:spPr>
                <a:xfrm>
                  <a:off x="7465031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7" name="pg655">
                  <a:extLst>
                    <a:ext uri="{FF2B5EF4-FFF2-40B4-BE49-F238E27FC236}">
                      <a16:creationId xmlns:a16="http://schemas.microsoft.com/office/drawing/2014/main" id="{1CDE9702-9035-13E7-0D99-67AC0D13A85A}"/>
                    </a:ext>
                  </a:extLst>
                </p:cNvPr>
                <p:cNvSpPr/>
                <p:nvPr/>
              </p:nvSpPr>
              <p:spPr>
                <a:xfrm>
                  <a:off x="7496094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8" name="pg656">
                  <a:extLst>
                    <a:ext uri="{FF2B5EF4-FFF2-40B4-BE49-F238E27FC236}">
                      <a16:creationId xmlns:a16="http://schemas.microsoft.com/office/drawing/2014/main" id="{11FA9D25-0AE5-7EB9-FC2E-FD8BCAB80E29}"/>
                    </a:ext>
                  </a:extLst>
                </p:cNvPr>
                <p:cNvSpPr/>
                <p:nvPr/>
              </p:nvSpPr>
              <p:spPr>
                <a:xfrm>
                  <a:off x="7527156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29" name="pg657">
                  <a:extLst>
                    <a:ext uri="{FF2B5EF4-FFF2-40B4-BE49-F238E27FC236}">
                      <a16:creationId xmlns:a16="http://schemas.microsoft.com/office/drawing/2014/main" id="{994EF5D7-17C0-4C96-FC72-34841C2C50F7}"/>
                    </a:ext>
                  </a:extLst>
                </p:cNvPr>
                <p:cNvSpPr/>
                <p:nvPr/>
              </p:nvSpPr>
              <p:spPr>
                <a:xfrm>
                  <a:off x="7558219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0" name="pg658">
                  <a:extLst>
                    <a:ext uri="{FF2B5EF4-FFF2-40B4-BE49-F238E27FC236}">
                      <a16:creationId xmlns:a16="http://schemas.microsoft.com/office/drawing/2014/main" id="{4C1849CB-11C0-421F-0718-9E4ED1E85947}"/>
                    </a:ext>
                  </a:extLst>
                </p:cNvPr>
                <p:cNvSpPr/>
                <p:nvPr/>
              </p:nvSpPr>
              <p:spPr>
                <a:xfrm>
                  <a:off x="7589283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1" name="pg659">
                  <a:extLst>
                    <a:ext uri="{FF2B5EF4-FFF2-40B4-BE49-F238E27FC236}">
                      <a16:creationId xmlns:a16="http://schemas.microsoft.com/office/drawing/2014/main" id="{EB6D2C5E-C8AD-2C05-8B6A-4F23DC881779}"/>
                    </a:ext>
                  </a:extLst>
                </p:cNvPr>
                <p:cNvSpPr/>
                <p:nvPr/>
              </p:nvSpPr>
              <p:spPr>
                <a:xfrm>
                  <a:off x="7620345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2" name="pg660">
                  <a:extLst>
                    <a:ext uri="{FF2B5EF4-FFF2-40B4-BE49-F238E27FC236}">
                      <a16:creationId xmlns:a16="http://schemas.microsoft.com/office/drawing/2014/main" id="{9C2481E9-7082-1811-61DC-4F3C1EDDB523}"/>
                    </a:ext>
                  </a:extLst>
                </p:cNvPr>
                <p:cNvSpPr/>
                <p:nvPr/>
              </p:nvSpPr>
              <p:spPr>
                <a:xfrm>
                  <a:off x="8013933" y="474902"/>
                  <a:ext cx="10529" cy="5412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05" h="141906">
                      <a:moveTo>
                        <a:pt x="25965" y="15142"/>
                      </a:moveTo>
                      <a:lnTo>
                        <a:pt x="3001" y="141906"/>
                      </a:lnTo>
                      <a:lnTo>
                        <a:pt x="0" y="103414"/>
                      </a:lnTo>
                      <a:lnTo>
                        <a:pt x="9634" y="0"/>
                      </a:lnTo>
                      <a:lnTo>
                        <a:pt x="27605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3" name="pg661">
                  <a:extLst>
                    <a:ext uri="{FF2B5EF4-FFF2-40B4-BE49-F238E27FC236}">
                      <a16:creationId xmlns:a16="http://schemas.microsoft.com/office/drawing/2014/main" id="{14A8C3C3-2AA2-0745-27F8-C817044FC995}"/>
                    </a:ext>
                  </a:extLst>
                </p:cNvPr>
                <p:cNvSpPr/>
                <p:nvPr/>
              </p:nvSpPr>
              <p:spPr>
                <a:xfrm>
                  <a:off x="7607067" y="474902"/>
                  <a:ext cx="397528" cy="35769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42192" h="937770">
                      <a:moveTo>
                        <a:pt x="1041757" y="966"/>
                      </a:moveTo>
                      <a:lnTo>
                        <a:pt x="998433" y="199714"/>
                      </a:lnTo>
                      <a:lnTo>
                        <a:pt x="938872" y="305648"/>
                      </a:lnTo>
                      <a:lnTo>
                        <a:pt x="884012" y="378917"/>
                      </a:lnTo>
                      <a:lnTo>
                        <a:pt x="827417" y="366805"/>
                      </a:lnTo>
                      <a:lnTo>
                        <a:pt x="840146" y="425026"/>
                      </a:lnTo>
                      <a:lnTo>
                        <a:pt x="824596" y="455352"/>
                      </a:lnTo>
                      <a:lnTo>
                        <a:pt x="811288" y="518619"/>
                      </a:lnTo>
                      <a:lnTo>
                        <a:pt x="777548" y="560552"/>
                      </a:lnTo>
                      <a:lnTo>
                        <a:pt x="745832" y="556515"/>
                      </a:lnTo>
                      <a:lnTo>
                        <a:pt x="700266" y="585419"/>
                      </a:lnTo>
                      <a:lnTo>
                        <a:pt x="682293" y="607532"/>
                      </a:lnTo>
                      <a:lnTo>
                        <a:pt x="680955" y="649879"/>
                      </a:lnTo>
                      <a:lnTo>
                        <a:pt x="650470" y="687132"/>
                      </a:lnTo>
                      <a:lnTo>
                        <a:pt x="540461" y="880650"/>
                      </a:lnTo>
                      <a:lnTo>
                        <a:pt x="444953" y="937770"/>
                      </a:lnTo>
                      <a:lnTo>
                        <a:pt x="422098" y="929465"/>
                      </a:lnTo>
                      <a:lnTo>
                        <a:pt x="447268" y="838120"/>
                      </a:lnTo>
                      <a:lnTo>
                        <a:pt x="464518" y="745766"/>
                      </a:lnTo>
                      <a:lnTo>
                        <a:pt x="406548" y="705576"/>
                      </a:lnTo>
                      <a:lnTo>
                        <a:pt x="351073" y="684334"/>
                      </a:lnTo>
                      <a:lnTo>
                        <a:pt x="287426" y="687132"/>
                      </a:lnTo>
                      <a:lnTo>
                        <a:pt x="217124" y="615332"/>
                      </a:lnTo>
                      <a:lnTo>
                        <a:pt x="126499" y="563121"/>
                      </a:lnTo>
                      <a:lnTo>
                        <a:pt x="0" y="421860"/>
                      </a:lnTo>
                      <a:lnTo>
                        <a:pt x="3688" y="382679"/>
                      </a:lnTo>
                      <a:lnTo>
                        <a:pt x="506" y="316935"/>
                      </a:lnTo>
                      <a:lnTo>
                        <a:pt x="38947" y="213064"/>
                      </a:lnTo>
                      <a:lnTo>
                        <a:pt x="75798" y="140438"/>
                      </a:lnTo>
                      <a:lnTo>
                        <a:pt x="126680" y="102817"/>
                      </a:lnTo>
                      <a:lnTo>
                        <a:pt x="274335" y="64508"/>
                      </a:lnTo>
                      <a:lnTo>
                        <a:pt x="311366" y="6884"/>
                      </a:lnTo>
                      <a:lnTo>
                        <a:pt x="314479" y="0"/>
                      </a:lnTo>
                      <a:lnTo>
                        <a:pt x="1042192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4" name="pg662">
                  <a:extLst>
                    <a:ext uri="{FF2B5EF4-FFF2-40B4-BE49-F238E27FC236}">
                      <a16:creationId xmlns:a16="http://schemas.microsoft.com/office/drawing/2014/main" id="{C5E1DA6E-5744-488F-948F-6434BE79CCE3}"/>
                    </a:ext>
                  </a:extLst>
                </p:cNvPr>
                <p:cNvSpPr/>
                <p:nvPr/>
              </p:nvSpPr>
              <p:spPr>
                <a:xfrm>
                  <a:off x="6948204" y="474902"/>
                  <a:ext cx="796815" cy="14047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88998" h="3682871">
                      <a:moveTo>
                        <a:pt x="1987487" y="41706"/>
                      </a:moveTo>
                      <a:lnTo>
                        <a:pt x="1877912" y="69968"/>
                      </a:lnTo>
                      <a:lnTo>
                        <a:pt x="1818858" y="101074"/>
                      </a:lnTo>
                      <a:lnTo>
                        <a:pt x="1771628" y="148650"/>
                      </a:lnTo>
                      <a:lnTo>
                        <a:pt x="1743674" y="208385"/>
                      </a:lnTo>
                      <a:lnTo>
                        <a:pt x="1680388" y="280369"/>
                      </a:lnTo>
                      <a:lnTo>
                        <a:pt x="1684836" y="328588"/>
                      </a:lnTo>
                      <a:lnTo>
                        <a:pt x="1695432" y="362859"/>
                      </a:lnTo>
                      <a:lnTo>
                        <a:pt x="1690550" y="434293"/>
                      </a:lnTo>
                      <a:lnTo>
                        <a:pt x="1730583" y="503937"/>
                      </a:lnTo>
                      <a:lnTo>
                        <a:pt x="1809961" y="618039"/>
                      </a:lnTo>
                      <a:lnTo>
                        <a:pt x="1825114" y="795269"/>
                      </a:lnTo>
                      <a:lnTo>
                        <a:pt x="1885687" y="913867"/>
                      </a:lnTo>
                      <a:lnTo>
                        <a:pt x="1978519" y="1052146"/>
                      </a:lnTo>
                      <a:lnTo>
                        <a:pt x="2049905" y="1091464"/>
                      </a:lnTo>
                      <a:lnTo>
                        <a:pt x="2053377" y="1142895"/>
                      </a:lnTo>
                      <a:lnTo>
                        <a:pt x="2020432" y="1227817"/>
                      </a:lnTo>
                      <a:lnTo>
                        <a:pt x="1977000" y="1266630"/>
                      </a:lnTo>
                      <a:lnTo>
                        <a:pt x="2033487" y="1258877"/>
                      </a:lnTo>
                      <a:lnTo>
                        <a:pt x="2061622" y="1278284"/>
                      </a:lnTo>
                      <a:lnTo>
                        <a:pt x="2088998" y="1349121"/>
                      </a:lnTo>
                      <a:lnTo>
                        <a:pt x="2086864" y="1421426"/>
                      </a:lnTo>
                      <a:lnTo>
                        <a:pt x="2077606" y="1462167"/>
                      </a:lnTo>
                      <a:lnTo>
                        <a:pt x="2060501" y="1478408"/>
                      </a:lnTo>
                      <a:lnTo>
                        <a:pt x="2061224" y="1436796"/>
                      </a:lnTo>
                      <a:lnTo>
                        <a:pt x="2049110" y="1422344"/>
                      </a:lnTo>
                      <a:lnTo>
                        <a:pt x="2029111" y="1440374"/>
                      </a:lnTo>
                      <a:lnTo>
                        <a:pt x="2016165" y="1460928"/>
                      </a:lnTo>
                      <a:lnTo>
                        <a:pt x="2010776" y="1541905"/>
                      </a:lnTo>
                      <a:lnTo>
                        <a:pt x="1997071" y="1582370"/>
                      </a:lnTo>
                      <a:lnTo>
                        <a:pt x="1948612" y="1594390"/>
                      </a:lnTo>
                      <a:lnTo>
                        <a:pt x="1899466" y="1700646"/>
                      </a:lnTo>
                      <a:lnTo>
                        <a:pt x="1853755" y="1760931"/>
                      </a:lnTo>
                      <a:lnTo>
                        <a:pt x="1673879" y="2168566"/>
                      </a:lnTo>
                      <a:lnTo>
                        <a:pt x="1680750" y="2236697"/>
                      </a:lnTo>
                      <a:lnTo>
                        <a:pt x="1647841" y="2258627"/>
                      </a:lnTo>
                      <a:lnTo>
                        <a:pt x="1598008" y="2276474"/>
                      </a:lnTo>
                      <a:lnTo>
                        <a:pt x="1547596" y="2317214"/>
                      </a:lnTo>
                      <a:lnTo>
                        <a:pt x="1514145" y="2362130"/>
                      </a:lnTo>
                      <a:lnTo>
                        <a:pt x="1483081" y="2482929"/>
                      </a:lnTo>
                      <a:lnTo>
                        <a:pt x="1423556" y="2618915"/>
                      </a:lnTo>
                      <a:lnTo>
                        <a:pt x="1386416" y="2562254"/>
                      </a:lnTo>
                      <a:lnTo>
                        <a:pt x="1376905" y="2513760"/>
                      </a:lnTo>
                      <a:lnTo>
                        <a:pt x="1393432" y="2387272"/>
                      </a:lnTo>
                      <a:lnTo>
                        <a:pt x="1457803" y="2179898"/>
                      </a:lnTo>
                      <a:lnTo>
                        <a:pt x="1528719" y="2050978"/>
                      </a:lnTo>
                      <a:lnTo>
                        <a:pt x="1582819" y="1989868"/>
                      </a:lnTo>
                      <a:lnTo>
                        <a:pt x="1627300" y="1865306"/>
                      </a:lnTo>
                      <a:lnTo>
                        <a:pt x="1571103" y="1846725"/>
                      </a:lnTo>
                      <a:lnTo>
                        <a:pt x="1485432" y="1848744"/>
                      </a:lnTo>
                      <a:lnTo>
                        <a:pt x="1501560" y="1791257"/>
                      </a:lnTo>
                      <a:lnTo>
                        <a:pt x="1526549" y="1740607"/>
                      </a:lnTo>
                      <a:lnTo>
                        <a:pt x="1481888" y="1690140"/>
                      </a:lnTo>
                      <a:lnTo>
                        <a:pt x="1455452" y="1683717"/>
                      </a:lnTo>
                      <a:lnTo>
                        <a:pt x="1428221" y="1663025"/>
                      </a:lnTo>
                      <a:lnTo>
                        <a:pt x="1460153" y="1621000"/>
                      </a:lnTo>
                      <a:lnTo>
                        <a:pt x="1475740" y="1576589"/>
                      </a:lnTo>
                      <a:lnTo>
                        <a:pt x="1466229" y="1522544"/>
                      </a:lnTo>
                      <a:lnTo>
                        <a:pt x="1479609" y="1481849"/>
                      </a:lnTo>
                      <a:lnTo>
                        <a:pt x="1457296" y="1487997"/>
                      </a:lnTo>
                      <a:lnTo>
                        <a:pt x="1421422" y="1531077"/>
                      </a:lnTo>
                      <a:lnTo>
                        <a:pt x="1399110" y="1548282"/>
                      </a:lnTo>
                      <a:lnTo>
                        <a:pt x="1385512" y="1510156"/>
                      </a:lnTo>
                      <a:lnTo>
                        <a:pt x="1369998" y="1518782"/>
                      </a:lnTo>
                      <a:lnTo>
                        <a:pt x="1359909" y="1544979"/>
                      </a:lnTo>
                      <a:lnTo>
                        <a:pt x="1337017" y="1559385"/>
                      </a:lnTo>
                      <a:lnTo>
                        <a:pt x="1288667" y="1523553"/>
                      </a:lnTo>
                      <a:lnTo>
                        <a:pt x="1218184" y="1482537"/>
                      </a:lnTo>
                      <a:lnTo>
                        <a:pt x="1178947" y="1411975"/>
                      </a:lnTo>
                      <a:lnTo>
                        <a:pt x="1156562" y="1357287"/>
                      </a:lnTo>
                      <a:lnTo>
                        <a:pt x="1179309" y="1258326"/>
                      </a:lnTo>
                      <a:lnTo>
                        <a:pt x="1228021" y="1240755"/>
                      </a:lnTo>
                      <a:lnTo>
                        <a:pt x="1291307" y="1256812"/>
                      </a:lnTo>
                      <a:lnTo>
                        <a:pt x="1374265" y="1256675"/>
                      </a:lnTo>
                      <a:lnTo>
                        <a:pt x="1362404" y="1234699"/>
                      </a:lnTo>
                      <a:lnTo>
                        <a:pt x="1332786" y="1238323"/>
                      </a:lnTo>
                      <a:lnTo>
                        <a:pt x="1245343" y="1158035"/>
                      </a:lnTo>
                      <a:lnTo>
                        <a:pt x="1217208" y="1109541"/>
                      </a:lnTo>
                      <a:lnTo>
                        <a:pt x="1168821" y="1096236"/>
                      </a:lnTo>
                      <a:lnTo>
                        <a:pt x="1146762" y="1142849"/>
                      </a:lnTo>
                      <a:lnTo>
                        <a:pt x="1122279" y="1155236"/>
                      </a:lnTo>
                      <a:lnTo>
                        <a:pt x="1152512" y="1053247"/>
                      </a:lnTo>
                      <a:lnTo>
                        <a:pt x="1192038" y="1049072"/>
                      </a:lnTo>
                      <a:lnTo>
                        <a:pt x="1250406" y="1020811"/>
                      </a:lnTo>
                      <a:lnTo>
                        <a:pt x="1233445" y="961764"/>
                      </a:lnTo>
                      <a:lnTo>
                        <a:pt x="1196595" y="935934"/>
                      </a:lnTo>
                      <a:lnTo>
                        <a:pt x="1130054" y="968325"/>
                      </a:lnTo>
                      <a:lnTo>
                        <a:pt x="1130850" y="926804"/>
                      </a:lnTo>
                      <a:lnTo>
                        <a:pt x="1143326" y="873631"/>
                      </a:lnTo>
                      <a:lnTo>
                        <a:pt x="1193485" y="873814"/>
                      </a:lnTo>
                      <a:lnTo>
                        <a:pt x="1237423" y="891156"/>
                      </a:lnTo>
                      <a:lnTo>
                        <a:pt x="1274816" y="805271"/>
                      </a:lnTo>
                      <a:lnTo>
                        <a:pt x="1276480" y="766916"/>
                      </a:lnTo>
                      <a:lnTo>
                        <a:pt x="1214351" y="822659"/>
                      </a:lnTo>
                      <a:lnTo>
                        <a:pt x="1200392" y="702410"/>
                      </a:lnTo>
                      <a:lnTo>
                        <a:pt x="1261544" y="586428"/>
                      </a:lnTo>
                      <a:lnTo>
                        <a:pt x="1319876" y="535869"/>
                      </a:lnTo>
                      <a:lnTo>
                        <a:pt x="1392745" y="537337"/>
                      </a:lnTo>
                      <a:lnTo>
                        <a:pt x="1466807" y="529171"/>
                      </a:lnTo>
                      <a:lnTo>
                        <a:pt x="1420338" y="507929"/>
                      </a:lnTo>
                      <a:lnTo>
                        <a:pt x="1372638" y="496413"/>
                      </a:lnTo>
                      <a:lnTo>
                        <a:pt x="1408476" y="450580"/>
                      </a:lnTo>
                      <a:lnTo>
                        <a:pt x="1439034" y="442368"/>
                      </a:lnTo>
                      <a:lnTo>
                        <a:pt x="1469050" y="402407"/>
                      </a:lnTo>
                      <a:lnTo>
                        <a:pt x="1396868" y="408326"/>
                      </a:lnTo>
                      <a:lnTo>
                        <a:pt x="1405366" y="332717"/>
                      </a:lnTo>
                      <a:lnTo>
                        <a:pt x="1370287" y="348086"/>
                      </a:lnTo>
                      <a:lnTo>
                        <a:pt x="1328302" y="355198"/>
                      </a:lnTo>
                      <a:lnTo>
                        <a:pt x="1311956" y="387267"/>
                      </a:lnTo>
                      <a:lnTo>
                        <a:pt x="1315175" y="440533"/>
                      </a:lnTo>
                      <a:lnTo>
                        <a:pt x="1302915" y="475492"/>
                      </a:lnTo>
                      <a:lnTo>
                        <a:pt x="1270260" y="503570"/>
                      </a:lnTo>
                      <a:lnTo>
                        <a:pt x="1215111" y="525455"/>
                      </a:lnTo>
                      <a:lnTo>
                        <a:pt x="1209758" y="487513"/>
                      </a:lnTo>
                      <a:lnTo>
                        <a:pt x="1191532" y="470308"/>
                      </a:lnTo>
                      <a:lnTo>
                        <a:pt x="1184733" y="551560"/>
                      </a:lnTo>
                      <a:lnTo>
                        <a:pt x="1170268" y="579179"/>
                      </a:lnTo>
                      <a:lnTo>
                        <a:pt x="1129946" y="502928"/>
                      </a:lnTo>
                      <a:lnTo>
                        <a:pt x="1117831" y="518298"/>
                      </a:lnTo>
                      <a:lnTo>
                        <a:pt x="1119386" y="539952"/>
                      </a:lnTo>
                      <a:lnTo>
                        <a:pt x="1109080" y="577390"/>
                      </a:lnTo>
                      <a:lnTo>
                        <a:pt x="1074507" y="596888"/>
                      </a:lnTo>
                      <a:lnTo>
                        <a:pt x="1076641" y="644878"/>
                      </a:lnTo>
                      <a:lnTo>
                        <a:pt x="1063225" y="671029"/>
                      </a:lnTo>
                      <a:lnTo>
                        <a:pt x="952492" y="629371"/>
                      </a:lnTo>
                      <a:lnTo>
                        <a:pt x="949889" y="643501"/>
                      </a:lnTo>
                      <a:lnTo>
                        <a:pt x="1012524" y="733333"/>
                      </a:lnTo>
                      <a:lnTo>
                        <a:pt x="1058270" y="764026"/>
                      </a:lnTo>
                      <a:lnTo>
                        <a:pt x="1063839" y="813024"/>
                      </a:lnTo>
                      <a:lnTo>
                        <a:pt x="1024566" y="853673"/>
                      </a:lnTo>
                      <a:lnTo>
                        <a:pt x="970393" y="818576"/>
                      </a:lnTo>
                      <a:lnTo>
                        <a:pt x="961280" y="821145"/>
                      </a:lnTo>
                      <a:lnTo>
                        <a:pt x="990717" y="881338"/>
                      </a:lnTo>
                      <a:lnTo>
                        <a:pt x="1009269" y="933916"/>
                      </a:lnTo>
                      <a:lnTo>
                        <a:pt x="990175" y="977960"/>
                      </a:lnTo>
                      <a:lnTo>
                        <a:pt x="993140" y="1032189"/>
                      </a:lnTo>
                      <a:lnTo>
                        <a:pt x="989017" y="1081371"/>
                      </a:lnTo>
                      <a:lnTo>
                        <a:pt x="977337" y="1124268"/>
                      </a:lnTo>
                      <a:lnTo>
                        <a:pt x="1003663" y="1322006"/>
                      </a:lnTo>
                      <a:lnTo>
                        <a:pt x="1035379" y="1375777"/>
                      </a:lnTo>
                      <a:lnTo>
                        <a:pt x="1066552" y="1427207"/>
                      </a:lnTo>
                      <a:lnTo>
                        <a:pt x="1083078" y="1475334"/>
                      </a:lnTo>
                      <a:lnTo>
                        <a:pt x="1049989" y="1482354"/>
                      </a:lnTo>
                      <a:lnTo>
                        <a:pt x="997299" y="1442760"/>
                      </a:lnTo>
                      <a:lnTo>
                        <a:pt x="951010" y="1412572"/>
                      </a:lnTo>
                      <a:lnTo>
                        <a:pt x="895861" y="1316042"/>
                      </a:lnTo>
                      <a:lnTo>
                        <a:pt x="886747" y="1277504"/>
                      </a:lnTo>
                      <a:lnTo>
                        <a:pt x="873295" y="1247040"/>
                      </a:lnTo>
                      <a:lnTo>
                        <a:pt x="879804" y="1317006"/>
                      </a:lnTo>
                      <a:lnTo>
                        <a:pt x="899477" y="1395138"/>
                      </a:lnTo>
                      <a:lnTo>
                        <a:pt x="1072193" y="1569983"/>
                      </a:lnTo>
                      <a:lnTo>
                        <a:pt x="1104089" y="1637058"/>
                      </a:lnTo>
                      <a:lnTo>
                        <a:pt x="1128391" y="1689773"/>
                      </a:lnTo>
                      <a:lnTo>
                        <a:pt x="1122279" y="1740286"/>
                      </a:lnTo>
                      <a:lnTo>
                        <a:pt x="1077256" y="1704546"/>
                      </a:lnTo>
                      <a:lnTo>
                        <a:pt x="1038416" y="1658988"/>
                      </a:lnTo>
                      <a:lnTo>
                        <a:pt x="935315" y="1607512"/>
                      </a:lnTo>
                      <a:lnTo>
                        <a:pt x="805308" y="1574983"/>
                      </a:lnTo>
                      <a:lnTo>
                        <a:pt x="732004" y="1455331"/>
                      </a:lnTo>
                      <a:lnTo>
                        <a:pt x="732258" y="1505247"/>
                      </a:lnTo>
                      <a:lnTo>
                        <a:pt x="715984" y="1547594"/>
                      </a:lnTo>
                      <a:lnTo>
                        <a:pt x="671178" y="1495980"/>
                      </a:lnTo>
                      <a:lnTo>
                        <a:pt x="642934" y="1451936"/>
                      </a:lnTo>
                      <a:lnTo>
                        <a:pt x="633459" y="1403671"/>
                      </a:lnTo>
                      <a:lnTo>
                        <a:pt x="577515" y="1406974"/>
                      </a:lnTo>
                      <a:lnTo>
                        <a:pt x="518858" y="1448908"/>
                      </a:lnTo>
                      <a:lnTo>
                        <a:pt x="462117" y="1438952"/>
                      </a:lnTo>
                      <a:lnTo>
                        <a:pt x="455391" y="1357104"/>
                      </a:lnTo>
                      <a:lnTo>
                        <a:pt x="470724" y="1313748"/>
                      </a:lnTo>
                      <a:lnTo>
                        <a:pt x="534408" y="1211209"/>
                      </a:lnTo>
                      <a:lnTo>
                        <a:pt x="594403" y="1158861"/>
                      </a:lnTo>
                      <a:lnTo>
                        <a:pt x="620875" y="1091281"/>
                      </a:lnTo>
                      <a:lnTo>
                        <a:pt x="611834" y="986493"/>
                      </a:lnTo>
                      <a:lnTo>
                        <a:pt x="600551" y="1093116"/>
                      </a:lnTo>
                      <a:lnTo>
                        <a:pt x="566268" y="1145969"/>
                      </a:lnTo>
                      <a:lnTo>
                        <a:pt x="512384" y="1186342"/>
                      </a:lnTo>
                      <a:lnTo>
                        <a:pt x="441468" y="1258280"/>
                      </a:lnTo>
                      <a:lnTo>
                        <a:pt x="424146" y="1324805"/>
                      </a:lnTo>
                      <a:lnTo>
                        <a:pt x="402014" y="1449367"/>
                      </a:lnTo>
                      <a:lnTo>
                        <a:pt x="431957" y="1491529"/>
                      </a:lnTo>
                      <a:lnTo>
                        <a:pt x="462551" y="1502540"/>
                      </a:lnTo>
                      <a:lnTo>
                        <a:pt x="552924" y="1474279"/>
                      </a:lnTo>
                      <a:lnTo>
                        <a:pt x="599683" y="1486896"/>
                      </a:lnTo>
                      <a:lnTo>
                        <a:pt x="703689" y="1636874"/>
                      </a:lnTo>
                      <a:lnTo>
                        <a:pt x="897343" y="1696196"/>
                      </a:lnTo>
                      <a:lnTo>
                        <a:pt x="967970" y="1733266"/>
                      </a:lnTo>
                      <a:lnTo>
                        <a:pt x="1025542" y="1811536"/>
                      </a:lnTo>
                      <a:lnTo>
                        <a:pt x="1112081" y="1856589"/>
                      </a:lnTo>
                      <a:lnTo>
                        <a:pt x="1179237" y="1922058"/>
                      </a:lnTo>
                      <a:lnTo>
                        <a:pt x="1181045" y="1964772"/>
                      </a:lnTo>
                      <a:lnTo>
                        <a:pt x="1157792" y="2015285"/>
                      </a:lnTo>
                      <a:lnTo>
                        <a:pt x="1148606" y="2083644"/>
                      </a:lnTo>
                      <a:lnTo>
                        <a:pt x="1120073" y="2126771"/>
                      </a:lnTo>
                      <a:lnTo>
                        <a:pt x="1051580" y="2131726"/>
                      </a:lnTo>
                      <a:lnTo>
                        <a:pt x="1010209" y="2120623"/>
                      </a:lnTo>
                      <a:lnTo>
                        <a:pt x="787804" y="1880308"/>
                      </a:lnTo>
                      <a:lnTo>
                        <a:pt x="761261" y="1858195"/>
                      </a:lnTo>
                      <a:lnTo>
                        <a:pt x="678772" y="1732349"/>
                      </a:lnTo>
                      <a:lnTo>
                        <a:pt x="581999" y="1664952"/>
                      </a:lnTo>
                      <a:lnTo>
                        <a:pt x="552056" y="1666374"/>
                      </a:lnTo>
                      <a:lnTo>
                        <a:pt x="689802" y="1791028"/>
                      </a:lnTo>
                      <a:lnTo>
                        <a:pt x="746036" y="1878198"/>
                      </a:lnTo>
                      <a:lnTo>
                        <a:pt x="845087" y="2000420"/>
                      </a:lnTo>
                      <a:lnTo>
                        <a:pt x="915895" y="2052171"/>
                      </a:lnTo>
                      <a:lnTo>
                        <a:pt x="968006" y="2132918"/>
                      </a:lnTo>
                      <a:lnTo>
                        <a:pt x="1016429" y="2170769"/>
                      </a:lnTo>
                      <a:lnTo>
                        <a:pt x="1148642" y="2224676"/>
                      </a:lnTo>
                      <a:lnTo>
                        <a:pt x="1102679" y="2263398"/>
                      </a:lnTo>
                      <a:lnTo>
                        <a:pt x="1176054" y="2296385"/>
                      </a:lnTo>
                      <a:lnTo>
                        <a:pt x="1186542" y="2357037"/>
                      </a:lnTo>
                      <a:lnTo>
                        <a:pt x="1179815" y="2426177"/>
                      </a:lnTo>
                      <a:lnTo>
                        <a:pt x="1077979" y="2398833"/>
                      </a:lnTo>
                      <a:lnTo>
                        <a:pt x="1074652" y="2449759"/>
                      </a:lnTo>
                      <a:lnTo>
                        <a:pt x="1083765" y="2479810"/>
                      </a:lnTo>
                      <a:lnTo>
                        <a:pt x="1038778" y="2504630"/>
                      </a:lnTo>
                      <a:lnTo>
                        <a:pt x="976216" y="2470955"/>
                      </a:lnTo>
                      <a:lnTo>
                        <a:pt x="813770" y="2286751"/>
                      </a:lnTo>
                      <a:lnTo>
                        <a:pt x="815144" y="2311388"/>
                      </a:lnTo>
                      <a:lnTo>
                        <a:pt x="828307" y="2339970"/>
                      </a:lnTo>
                      <a:lnTo>
                        <a:pt x="922513" y="2458568"/>
                      </a:lnTo>
                      <a:lnTo>
                        <a:pt x="1006593" y="2529680"/>
                      </a:lnTo>
                      <a:lnTo>
                        <a:pt x="1077871" y="2561796"/>
                      </a:lnTo>
                      <a:lnTo>
                        <a:pt x="1132803" y="2621392"/>
                      </a:lnTo>
                      <a:lnTo>
                        <a:pt x="1152186" y="2657453"/>
                      </a:lnTo>
                      <a:lnTo>
                        <a:pt x="1165133" y="2712141"/>
                      </a:lnTo>
                      <a:lnTo>
                        <a:pt x="1124413" y="2749303"/>
                      </a:lnTo>
                      <a:lnTo>
                        <a:pt x="1078051" y="2769811"/>
                      </a:lnTo>
                      <a:lnTo>
                        <a:pt x="1032775" y="2732741"/>
                      </a:lnTo>
                      <a:lnTo>
                        <a:pt x="999577" y="2693698"/>
                      </a:lnTo>
                      <a:lnTo>
                        <a:pt x="928878" y="2627403"/>
                      </a:lnTo>
                      <a:lnTo>
                        <a:pt x="907686" y="2553308"/>
                      </a:lnTo>
                      <a:lnTo>
                        <a:pt x="853911" y="2557116"/>
                      </a:lnTo>
                      <a:lnTo>
                        <a:pt x="629156" y="2463156"/>
                      </a:lnTo>
                      <a:lnTo>
                        <a:pt x="448520" y="2452328"/>
                      </a:lnTo>
                      <a:lnTo>
                        <a:pt x="466168" y="2471230"/>
                      </a:lnTo>
                      <a:lnTo>
                        <a:pt x="489023" y="2483801"/>
                      </a:lnTo>
                      <a:lnTo>
                        <a:pt x="632881" y="2506970"/>
                      </a:lnTo>
                      <a:lnTo>
                        <a:pt x="689730" y="2550234"/>
                      </a:lnTo>
                      <a:lnTo>
                        <a:pt x="808056" y="2588635"/>
                      </a:lnTo>
                      <a:lnTo>
                        <a:pt x="877345" y="2599141"/>
                      </a:lnTo>
                      <a:lnTo>
                        <a:pt x="905444" y="2717096"/>
                      </a:lnTo>
                      <a:lnTo>
                        <a:pt x="1001204" y="2798256"/>
                      </a:lnTo>
                      <a:lnTo>
                        <a:pt x="1013645" y="2858403"/>
                      </a:lnTo>
                      <a:lnTo>
                        <a:pt x="1079028" y="2865148"/>
                      </a:lnTo>
                      <a:lnTo>
                        <a:pt x="1194063" y="2806147"/>
                      </a:lnTo>
                      <a:lnTo>
                        <a:pt x="1268307" y="2826839"/>
                      </a:lnTo>
                      <a:lnTo>
                        <a:pt x="1375386" y="2843722"/>
                      </a:lnTo>
                      <a:lnTo>
                        <a:pt x="1399869" y="2891345"/>
                      </a:lnTo>
                      <a:lnTo>
                        <a:pt x="1418240" y="2981956"/>
                      </a:lnTo>
                      <a:lnTo>
                        <a:pt x="1456103" y="3083899"/>
                      </a:lnTo>
                      <a:lnTo>
                        <a:pt x="1554287" y="3485845"/>
                      </a:lnTo>
                      <a:lnTo>
                        <a:pt x="1642687" y="3682871"/>
                      </a:lnTo>
                      <a:lnTo>
                        <a:pt x="1615976" y="3682871"/>
                      </a:lnTo>
                      <a:lnTo>
                        <a:pt x="1576238" y="3603800"/>
                      </a:lnTo>
                      <a:lnTo>
                        <a:pt x="1515845" y="3446573"/>
                      </a:lnTo>
                      <a:lnTo>
                        <a:pt x="1453789" y="3168959"/>
                      </a:lnTo>
                      <a:lnTo>
                        <a:pt x="1435779" y="3106793"/>
                      </a:lnTo>
                      <a:lnTo>
                        <a:pt x="1414588" y="3081972"/>
                      </a:lnTo>
                      <a:lnTo>
                        <a:pt x="1400629" y="3102159"/>
                      </a:lnTo>
                      <a:lnTo>
                        <a:pt x="1394625" y="3137532"/>
                      </a:lnTo>
                      <a:lnTo>
                        <a:pt x="1404751" y="3164692"/>
                      </a:lnTo>
                      <a:lnTo>
                        <a:pt x="1380305" y="3256083"/>
                      </a:lnTo>
                      <a:lnTo>
                        <a:pt x="1390901" y="3298016"/>
                      </a:lnTo>
                      <a:lnTo>
                        <a:pt x="1430608" y="3341372"/>
                      </a:lnTo>
                      <a:lnTo>
                        <a:pt x="1473751" y="3449555"/>
                      </a:lnTo>
                      <a:lnTo>
                        <a:pt x="1508214" y="3595221"/>
                      </a:lnTo>
                      <a:lnTo>
                        <a:pt x="1461600" y="3536174"/>
                      </a:lnTo>
                      <a:lnTo>
                        <a:pt x="1411839" y="3504885"/>
                      </a:lnTo>
                      <a:lnTo>
                        <a:pt x="1334413" y="3480890"/>
                      </a:lnTo>
                      <a:lnTo>
                        <a:pt x="1265450" y="3438819"/>
                      </a:lnTo>
                      <a:lnTo>
                        <a:pt x="1270477" y="3499150"/>
                      </a:lnTo>
                      <a:lnTo>
                        <a:pt x="1263859" y="3564298"/>
                      </a:lnTo>
                      <a:lnTo>
                        <a:pt x="1210699" y="3544433"/>
                      </a:lnTo>
                      <a:lnTo>
                        <a:pt x="1174535" y="3522824"/>
                      </a:lnTo>
                      <a:lnTo>
                        <a:pt x="1206540" y="3592239"/>
                      </a:lnTo>
                      <a:lnTo>
                        <a:pt x="1137070" y="3571410"/>
                      </a:lnTo>
                      <a:lnTo>
                        <a:pt x="1090781" y="3575768"/>
                      </a:lnTo>
                      <a:lnTo>
                        <a:pt x="1060693" y="3637384"/>
                      </a:lnTo>
                      <a:lnTo>
                        <a:pt x="1020335" y="3674775"/>
                      </a:lnTo>
                      <a:lnTo>
                        <a:pt x="980297" y="3682871"/>
                      </a:lnTo>
                      <a:lnTo>
                        <a:pt x="954427" y="3682871"/>
                      </a:lnTo>
                      <a:lnTo>
                        <a:pt x="872137" y="3630502"/>
                      </a:lnTo>
                      <a:lnTo>
                        <a:pt x="843460" y="3562096"/>
                      </a:lnTo>
                      <a:lnTo>
                        <a:pt x="831598" y="3485937"/>
                      </a:lnTo>
                      <a:lnTo>
                        <a:pt x="826861" y="3575997"/>
                      </a:lnTo>
                      <a:lnTo>
                        <a:pt x="842628" y="3669774"/>
                      </a:lnTo>
                      <a:lnTo>
                        <a:pt x="841612" y="3682871"/>
                      </a:lnTo>
                      <a:lnTo>
                        <a:pt x="0" y="3682871"/>
                      </a:lnTo>
                      <a:lnTo>
                        <a:pt x="0" y="0"/>
                      </a:lnTo>
                      <a:lnTo>
                        <a:pt x="2024089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5" name="pg663">
                  <a:extLst>
                    <a:ext uri="{FF2B5EF4-FFF2-40B4-BE49-F238E27FC236}">
                      <a16:creationId xmlns:a16="http://schemas.microsoft.com/office/drawing/2014/main" id="{15162C48-3724-DCC0-E468-9A0C2CB15CDC}"/>
                    </a:ext>
                  </a:extLst>
                </p:cNvPr>
                <p:cNvSpPr/>
                <p:nvPr/>
              </p:nvSpPr>
              <p:spPr>
                <a:xfrm>
                  <a:off x="7966137" y="543975"/>
                  <a:ext cx="41368" cy="777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453" h="203932">
                      <a:moveTo>
                        <a:pt x="1988" y="203932"/>
                      </a:moveTo>
                      <a:lnTo>
                        <a:pt x="0" y="176588"/>
                      </a:lnTo>
                      <a:lnTo>
                        <a:pt x="108453" y="0"/>
                      </a:lnTo>
                      <a:lnTo>
                        <a:pt x="88853" y="61707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6" name="pg664">
                  <a:extLst>
                    <a:ext uri="{FF2B5EF4-FFF2-40B4-BE49-F238E27FC236}">
                      <a16:creationId xmlns:a16="http://schemas.microsoft.com/office/drawing/2014/main" id="{7A3174E4-BF65-5D30-4773-6D64CFFC5024}"/>
                    </a:ext>
                  </a:extLst>
                </p:cNvPr>
                <p:cNvSpPr/>
                <p:nvPr/>
              </p:nvSpPr>
              <p:spPr>
                <a:xfrm>
                  <a:off x="7648228" y="1063055"/>
                  <a:ext cx="79273" cy="15268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7830" h="400294">
                      <a:moveTo>
                        <a:pt x="0" y="400294"/>
                      </a:moveTo>
                      <a:lnTo>
                        <a:pt x="112974" y="212144"/>
                      </a:lnTo>
                      <a:lnTo>
                        <a:pt x="178574" y="54504"/>
                      </a:lnTo>
                      <a:lnTo>
                        <a:pt x="207830" y="0"/>
                      </a:lnTo>
                      <a:lnTo>
                        <a:pt x="179442" y="110476"/>
                      </a:lnTo>
                      <a:lnTo>
                        <a:pt x="129826" y="212052"/>
                      </a:lnTo>
                      <a:lnTo>
                        <a:pt x="33668" y="38506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7" name="pt665">
                  <a:extLst>
                    <a:ext uri="{FF2B5EF4-FFF2-40B4-BE49-F238E27FC236}">
                      <a16:creationId xmlns:a16="http://schemas.microsoft.com/office/drawing/2014/main" id="{39EC596C-0AA3-23E9-A36F-CAFE42BEF242}"/>
                    </a:ext>
                  </a:extLst>
                </p:cNvPr>
                <p:cNvSpPr/>
                <p:nvPr/>
              </p:nvSpPr>
              <p:spPr>
                <a:xfrm>
                  <a:off x="7540037" y="1279735"/>
                  <a:ext cx="55120" cy="55120"/>
                </a:xfrm>
                <a:prstGeom prst="ellipse">
                  <a:avLst/>
                </a:prstGeom>
                <a:solidFill>
                  <a:srgbClr val="B5E8D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8" name="pt666">
                  <a:extLst>
                    <a:ext uri="{FF2B5EF4-FFF2-40B4-BE49-F238E27FC236}">
                      <a16:creationId xmlns:a16="http://schemas.microsoft.com/office/drawing/2014/main" id="{379646ED-9AAD-12F7-1D67-FCD4BF4FDDC3}"/>
                    </a:ext>
                  </a:extLst>
                </p:cNvPr>
                <p:cNvSpPr/>
                <p:nvPr/>
              </p:nvSpPr>
              <p:spPr>
                <a:xfrm>
                  <a:off x="7752171" y="757561"/>
                  <a:ext cx="55120" cy="55120"/>
                </a:xfrm>
                <a:prstGeom prst="ellipse">
                  <a:avLst/>
                </a:prstGeom>
                <a:solidFill>
                  <a:srgbClr val="C7EDD9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39" name="pt667">
                  <a:extLst>
                    <a:ext uri="{FF2B5EF4-FFF2-40B4-BE49-F238E27FC236}">
                      <a16:creationId xmlns:a16="http://schemas.microsoft.com/office/drawing/2014/main" id="{435783C7-EC59-3AD8-3603-BFB14E011AC0}"/>
                    </a:ext>
                  </a:extLst>
                </p:cNvPr>
                <p:cNvSpPr/>
                <p:nvPr/>
              </p:nvSpPr>
              <p:spPr>
                <a:xfrm>
                  <a:off x="7581562" y="628133"/>
                  <a:ext cx="55120" cy="55120"/>
                </a:xfrm>
                <a:prstGeom prst="ellipse">
                  <a:avLst/>
                </a:prstGeom>
                <a:solidFill>
                  <a:srgbClr val="ACE5CC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40" name="pt668">
                  <a:extLst>
                    <a:ext uri="{FF2B5EF4-FFF2-40B4-BE49-F238E27FC236}">
                      <a16:creationId xmlns:a16="http://schemas.microsoft.com/office/drawing/2014/main" id="{58CA380C-BC23-890A-1AFA-5BFCF63178E4}"/>
                    </a:ext>
                  </a:extLst>
                </p:cNvPr>
                <p:cNvSpPr/>
                <p:nvPr/>
              </p:nvSpPr>
              <p:spPr>
                <a:xfrm>
                  <a:off x="7169184" y="1021567"/>
                  <a:ext cx="55120" cy="55120"/>
                </a:xfrm>
                <a:prstGeom prst="ellipse">
                  <a:avLst/>
                </a:prstGeom>
                <a:solidFill>
                  <a:srgbClr val="B3E7D0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41" name="pt669">
                  <a:extLst>
                    <a:ext uri="{FF2B5EF4-FFF2-40B4-BE49-F238E27FC236}">
                      <a16:creationId xmlns:a16="http://schemas.microsoft.com/office/drawing/2014/main" id="{E950E961-470F-CB77-D7BB-3DBC77642ABB}"/>
                    </a:ext>
                  </a:extLst>
                </p:cNvPr>
                <p:cNvSpPr/>
                <p:nvPr/>
              </p:nvSpPr>
              <p:spPr>
                <a:xfrm>
                  <a:off x="7265559" y="1447371"/>
                  <a:ext cx="55120" cy="55120"/>
                </a:xfrm>
                <a:prstGeom prst="ellipse">
                  <a:avLst/>
                </a:prstGeom>
                <a:solidFill>
                  <a:srgbClr val="D6F2E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42" name="pt670">
                  <a:extLst>
                    <a:ext uri="{FF2B5EF4-FFF2-40B4-BE49-F238E27FC236}">
                      <a16:creationId xmlns:a16="http://schemas.microsoft.com/office/drawing/2014/main" id="{949F9E2C-A093-6E46-82ED-0881D04DD056}"/>
                    </a:ext>
                  </a:extLst>
                </p:cNvPr>
                <p:cNvSpPr/>
                <p:nvPr/>
              </p:nvSpPr>
              <p:spPr>
                <a:xfrm>
                  <a:off x="7254491" y="1426695"/>
                  <a:ext cx="98419" cy="97738"/>
                </a:xfrm>
                <a:prstGeom prst="ellipse">
                  <a:avLst/>
                </a:prstGeom>
                <a:solidFill>
                  <a:srgbClr val="BAE9D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43" name="pt671">
                  <a:extLst>
                    <a:ext uri="{FF2B5EF4-FFF2-40B4-BE49-F238E27FC236}">
                      <a16:creationId xmlns:a16="http://schemas.microsoft.com/office/drawing/2014/main" id="{C4F9B797-395B-4F26-6B0E-6BAFA541123E}"/>
                    </a:ext>
                  </a:extLst>
                </p:cNvPr>
                <p:cNvSpPr/>
                <p:nvPr/>
              </p:nvSpPr>
              <p:spPr>
                <a:xfrm>
                  <a:off x="7293936" y="1128717"/>
                  <a:ext cx="98419" cy="97738"/>
                </a:xfrm>
                <a:prstGeom prst="ellipse">
                  <a:avLst/>
                </a:prstGeom>
                <a:solidFill>
                  <a:srgbClr val="94DDC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44" name="pt672">
                  <a:extLst>
                    <a:ext uri="{FF2B5EF4-FFF2-40B4-BE49-F238E27FC236}">
                      <a16:creationId xmlns:a16="http://schemas.microsoft.com/office/drawing/2014/main" id="{10634C3D-678E-9894-8BAA-3B19867BCEDC}"/>
                    </a:ext>
                  </a:extLst>
                </p:cNvPr>
                <p:cNvSpPr/>
                <p:nvPr/>
              </p:nvSpPr>
              <p:spPr>
                <a:xfrm>
                  <a:off x="7283351" y="1391429"/>
                  <a:ext cx="98419" cy="97738"/>
                </a:xfrm>
                <a:prstGeom prst="ellipse">
                  <a:avLst/>
                </a:prstGeom>
                <a:solidFill>
                  <a:srgbClr val="D7F3E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45" name="pl675">
                  <a:extLst>
                    <a:ext uri="{FF2B5EF4-FFF2-40B4-BE49-F238E27FC236}">
                      <a16:creationId xmlns:a16="http://schemas.microsoft.com/office/drawing/2014/main" id="{6D964F58-E46E-D6FB-D79A-C7A4635162D5}"/>
                    </a:ext>
                  </a:extLst>
                </p:cNvPr>
                <p:cNvSpPr/>
                <p:nvPr/>
              </p:nvSpPr>
              <p:spPr>
                <a:xfrm>
                  <a:off x="7347203" y="1000663"/>
                  <a:ext cx="414952" cy="17417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7872" h="456639">
                      <a:moveTo>
                        <a:pt x="1087872" y="0"/>
                      </a:moveTo>
                      <a:lnTo>
                        <a:pt x="0" y="456639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46" name="pl676">
                  <a:extLst>
                    <a:ext uri="{FF2B5EF4-FFF2-40B4-BE49-F238E27FC236}">
                      <a16:creationId xmlns:a16="http://schemas.microsoft.com/office/drawing/2014/main" id="{2237627B-7CE6-9B70-72FF-A46B67F6693E}"/>
                    </a:ext>
                  </a:extLst>
                </p:cNvPr>
                <p:cNvSpPr/>
                <p:nvPr/>
              </p:nvSpPr>
              <p:spPr>
                <a:xfrm>
                  <a:off x="7336428" y="1191311"/>
                  <a:ext cx="476290" cy="24585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48681" h="644551">
                      <a:moveTo>
                        <a:pt x="1248681" y="0"/>
                      </a:moveTo>
                      <a:lnTo>
                        <a:pt x="0" y="644551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9347" name="rc683">
                  <a:extLst>
                    <a:ext uri="{FF2B5EF4-FFF2-40B4-BE49-F238E27FC236}">
                      <a16:creationId xmlns:a16="http://schemas.microsoft.com/office/drawing/2014/main" id="{E0E61F29-4979-2FC1-D123-4E502988DC85}"/>
                    </a:ext>
                  </a:extLst>
                </p:cNvPr>
                <p:cNvSpPr/>
                <p:nvPr/>
              </p:nvSpPr>
              <p:spPr>
                <a:xfrm>
                  <a:off x="6948264" y="476671"/>
                  <a:ext cx="1510855" cy="1410009"/>
                </a:xfrm>
                <a:prstGeom prst="rect">
                  <a:avLst/>
                </a:prstGeom>
                <a:ln w="13550" cap="rnd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</p:grpSp>
          <p:sp>
            <p:nvSpPr>
              <p:cNvPr id="18694" name="pg675">
                <a:extLst>
                  <a:ext uri="{FF2B5EF4-FFF2-40B4-BE49-F238E27FC236}">
                    <a16:creationId xmlns:a16="http://schemas.microsoft.com/office/drawing/2014/main" id="{553459A8-69D2-C2FD-6795-969625724788}"/>
                  </a:ext>
                </a:extLst>
              </p:cNvPr>
              <p:cNvSpPr/>
              <p:nvPr/>
            </p:nvSpPr>
            <p:spPr>
              <a:xfrm>
                <a:off x="2718803" y="3172150"/>
                <a:ext cx="123475" cy="106933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6" name="pl674">
                <a:extLst>
                  <a:ext uri="{FF2B5EF4-FFF2-40B4-BE49-F238E27FC236}">
                    <a16:creationId xmlns:a16="http://schemas.microsoft.com/office/drawing/2014/main" id="{A26F94DF-457D-A3AF-3889-E5244DAC0E64}"/>
                  </a:ext>
                </a:extLst>
              </p:cNvPr>
              <p:cNvSpPr/>
              <p:nvPr/>
            </p:nvSpPr>
            <p:spPr>
              <a:xfrm flipV="1">
                <a:off x="2815452" y="3333716"/>
                <a:ext cx="580713" cy="69002"/>
              </a:xfrm>
              <a:custGeom>
                <a:avLst/>
                <a:gdLst/>
                <a:ahLst/>
                <a:cxnLst/>
                <a:rect l="0" t="0" r="0" b="0"/>
                <a:pathLst>
                  <a:path w="1102704" h="234974">
                    <a:moveTo>
                      <a:pt x="1102704" y="0"/>
                    </a:moveTo>
                    <a:lnTo>
                      <a:pt x="0" y="23497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7" name="pg683">
                <a:extLst>
                  <a:ext uri="{FF2B5EF4-FFF2-40B4-BE49-F238E27FC236}">
                    <a16:creationId xmlns:a16="http://schemas.microsoft.com/office/drawing/2014/main" id="{E0318AA0-70A1-DDAD-5DF1-421BA952E76A}"/>
                  </a:ext>
                </a:extLst>
              </p:cNvPr>
              <p:cNvSpPr/>
              <p:nvPr/>
            </p:nvSpPr>
            <p:spPr>
              <a:xfrm>
                <a:off x="3419872" y="2935826"/>
                <a:ext cx="717432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54937" h="324612">
                    <a:moveTo>
                      <a:pt x="27431" y="324612"/>
                    </a:moveTo>
                    <a:lnTo>
                      <a:pt x="1527505" y="324612"/>
                    </a:lnTo>
                    <a:lnTo>
                      <a:pt x="1526400" y="324589"/>
                    </a:lnTo>
                    <a:lnTo>
                      <a:pt x="1530811" y="324411"/>
                    </a:lnTo>
                    <a:lnTo>
                      <a:pt x="1535137" y="323528"/>
                    </a:lnTo>
                    <a:lnTo>
                      <a:pt x="1539265" y="321963"/>
                    </a:lnTo>
                    <a:lnTo>
                      <a:pt x="1543088" y="319756"/>
                    </a:lnTo>
                    <a:lnTo>
                      <a:pt x="1546508" y="316964"/>
                    </a:lnTo>
                    <a:lnTo>
                      <a:pt x="1549435" y="313659"/>
                    </a:lnTo>
                    <a:lnTo>
                      <a:pt x="1551795" y="309928"/>
                    </a:lnTo>
                    <a:lnTo>
                      <a:pt x="1553525" y="305866"/>
                    </a:lnTo>
                    <a:lnTo>
                      <a:pt x="1554581" y="301580"/>
                    </a:lnTo>
                    <a:lnTo>
                      <a:pt x="1554937" y="297180"/>
                    </a:lnTo>
                    <a:lnTo>
                      <a:pt x="1554937" y="27432"/>
                    </a:lnTo>
                    <a:lnTo>
                      <a:pt x="1554581" y="23031"/>
                    </a:lnTo>
                    <a:lnTo>
                      <a:pt x="1553525" y="18745"/>
                    </a:lnTo>
                    <a:lnTo>
                      <a:pt x="1551795" y="14683"/>
                    </a:lnTo>
                    <a:lnTo>
                      <a:pt x="1549435" y="10952"/>
                    </a:lnTo>
                    <a:lnTo>
                      <a:pt x="1546508" y="7647"/>
                    </a:lnTo>
                    <a:lnTo>
                      <a:pt x="1543088" y="4855"/>
                    </a:lnTo>
                    <a:lnTo>
                      <a:pt x="1539265" y="2648"/>
                    </a:lnTo>
                    <a:lnTo>
                      <a:pt x="1535137" y="1083"/>
                    </a:lnTo>
                    <a:lnTo>
                      <a:pt x="1530811" y="200"/>
                    </a:lnTo>
                    <a:lnTo>
                      <a:pt x="1527505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/>
                  <a:t>  </a:t>
                </a:r>
                <a:r>
                  <a:rPr lang="en-US" sz="1100" dirty="0">
                    <a:latin typeface="Helvetica" pitchFamily="2" charset="0"/>
                  </a:rPr>
                  <a:t>S2-DEBY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18698" name="pg681">
                <a:extLst>
                  <a:ext uri="{FF2B5EF4-FFF2-40B4-BE49-F238E27FC236}">
                    <a16:creationId xmlns:a16="http://schemas.microsoft.com/office/drawing/2014/main" id="{D006BC78-A503-1134-BEB0-09354F34EE02}"/>
                  </a:ext>
                </a:extLst>
              </p:cNvPr>
              <p:cNvSpPr/>
              <p:nvPr/>
            </p:nvSpPr>
            <p:spPr>
              <a:xfrm>
                <a:off x="3397695" y="2650801"/>
                <a:ext cx="692540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00987" h="324611">
                    <a:moveTo>
                      <a:pt x="27432" y="324611"/>
                    </a:moveTo>
                    <a:lnTo>
                      <a:pt x="1473555" y="324611"/>
                    </a:lnTo>
                    <a:lnTo>
                      <a:pt x="1472451" y="324589"/>
                    </a:lnTo>
                    <a:lnTo>
                      <a:pt x="1476862" y="324411"/>
                    </a:lnTo>
                    <a:lnTo>
                      <a:pt x="1481187" y="323528"/>
                    </a:lnTo>
                    <a:lnTo>
                      <a:pt x="1485315" y="321963"/>
                    </a:lnTo>
                    <a:lnTo>
                      <a:pt x="1489138" y="319756"/>
                    </a:lnTo>
                    <a:lnTo>
                      <a:pt x="1492558" y="316964"/>
                    </a:lnTo>
                    <a:lnTo>
                      <a:pt x="1495485" y="313659"/>
                    </a:lnTo>
                    <a:lnTo>
                      <a:pt x="1497845" y="309928"/>
                    </a:lnTo>
                    <a:lnTo>
                      <a:pt x="1499575" y="305866"/>
                    </a:lnTo>
                    <a:lnTo>
                      <a:pt x="1500632" y="301580"/>
                    </a:lnTo>
                    <a:lnTo>
                      <a:pt x="1500987" y="297180"/>
                    </a:lnTo>
                    <a:lnTo>
                      <a:pt x="1500987" y="27432"/>
                    </a:lnTo>
                    <a:lnTo>
                      <a:pt x="1500632" y="23031"/>
                    </a:lnTo>
                    <a:lnTo>
                      <a:pt x="1499575" y="18745"/>
                    </a:lnTo>
                    <a:lnTo>
                      <a:pt x="1497845" y="14683"/>
                    </a:lnTo>
                    <a:lnTo>
                      <a:pt x="1495485" y="10952"/>
                    </a:lnTo>
                    <a:lnTo>
                      <a:pt x="1492558" y="7647"/>
                    </a:lnTo>
                    <a:lnTo>
                      <a:pt x="1489138" y="4855"/>
                    </a:lnTo>
                    <a:lnTo>
                      <a:pt x="1485315" y="2648"/>
                    </a:lnTo>
                    <a:lnTo>
                      <a:pt x="1481187" y="1083"/>
                    </a:lnTo>
                    <a:lnTo>
                      <a:pt x="1476862" y="200"/>
                    </a:lnTo>
                    <a:lnTo>
                      <a:pt x="1473555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6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S1-LOLA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18695" name="pg679">
                <a:extLst>
                  <a:ext uri="{FF2B5EF4-FFF2-40B4-BE49-F238E27FC236}">
                    <a16:creationId xmlns:a16="http://schemas.microsoft.com/office/drawing/2014/main" id="{F664191B-4307-68F2-0C7D-B73B7E03E4CF}"/>
                  </a:ext>
                </a:extLst>
              </p:cNvPr>
              <p:cNvSpPr/>
              <p:nvPr/>
            </p:nvSpPr>
            <p:spPr>
              <a:xfrm>
                <a:off x="3358687" y="3313810"/>
                <a:ext cx="550615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193383" h="324612">
                    <a:moveTo>
                      <a:pt x="27431" y="324612"/>
                    </a:moveTo>
                    <a:lnTo>
                      <a:pt x="1165951" y="324612"/>
                    </a:lnTo>
                    <a:lnTo>
                      <a:pt x="1164846" y="324589"/>
                    </a:lnTo>
                    <a:lnTo>
                      <a:pt x="1169258" y="324411"/>
                    </a:lnTo>
                    <a:lnTo>
                      <a:pt x="1173583" y="323528"/>
                    </a:lnTo>
                    <a:lnTo>
                      <a:pt x="1177711" y="321963"/>
                    </a:lnTo>
                    <a:lnTo>
                      <a:pt x="1181534" y="319756"/>
                    </a:lnTo>
                    <a:lnTo>
                      <a:pt x="1184954" y="316964"/>
                    </a:lnTo>
                    <a:lnTo>
                      <a:pt x="1187881" y="313659"/>
                    </a:lnTo>
                    <a:lnTo>
                      <a:pt x="1190241" y="309928"/>
                    </a:lnTo>
                    <a:lnTo>
                      <a:pt x="1191971" y="305866"/>
                    </a:lnTo>
                    <a:lnTo>
                      <a:pt x="1193028" y="301580"/>
                    </a:lnTo>
                    <a:lnTo>
                      <a:pt x="1193383" y="297179"/>
                    </a:lnTo>
                    <a:lnTo>
                      <a:pt x="1193383" y="27431"/>
                    </a:lnTo>
                    <a:lnTo>
                      <a:pt x="1193028" y="23031"/>
                    </a:lnTo>
                    <a:lnTo>
                      <a:pt x="1191971" y="18745"/>
                    </a:lnTo>
                    <a:lnTo>
                      <a:pt x="1190241" y="14683"/>
                    </a:lnTo>
                    <a:lnTo>
                      <a:pt x="1187881" y="10952"/>
                    </a:lnTo>
                    <a:lnTo>
                      <a:pt x="1184954" y="7647"/>
                    </a:lnTo>
                    <a:lnTo>
                      <a:pt x="1181534" y="4855"/>
                    </a:lnTo>
                    <a:lnTo>
                      <a:pt x="1177711" y="2648"/>
                    </a:lnTo>
                    <a:lnTo>
                      <a:pt x="1173583" y="1083"/>
                    </a:lnTo>
                    <a:lnTo>
                      <a:pt x="1169258" y="200"/>
                    </a:lnTo>
                    <a:lnTo>
                      <a:pt x="1165951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297179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W4-VA</a:t>
                </a:r>
                <a:endParaRPr sz="1100" dirty="0">
                  <a:latin typeface="Helvetica" pitchFamily="2" charset="0"/>
                </a:endParaRPr>
              </a:p>
            </p:txBody>
          </p:sp>
        </p:grpSp>
        <p:sp>
          <p:nvSpPr>
            <p:cNvPr id="19348" name="pg681">
              <a:extLst>
                <a:ext uri="{FF2B5EF4-FFF2-40B4-BE49-F238E27FC236}">
                  <a16:creationId xmlns:a16="http://schemas.microsoft.com/office/drawing/2014/main" id="{88715DB9-D53D-548D-FBF4-7C285A755B14}"/>
                </a:ext>
              </a:extLst>
            </p:cNvPr>
            <p:cNvSpPr/>
            <p:nvPr/>
          </p:nvSpPr>
          <p:spPr>
            <a:xfrm>
              <a:off x="11640844" y="18401282"/>
              <a:ext cx="717348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York River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9349" name="pl677">
              <a:extLst>
                <a:ext uri="{FF2B5EF4-FFF2-40B4-BE49-F238E27FC236}">
                  <a16:creationId xmlns:a16="http://schemas.microsoft.com/office/drawing/2014/main" id="{212061F3-5642-29CA-D66C-9994F1446F51}"/>
                </a:ext>
              </a:extLst>
            </p:cNvPr>
            <p:cNvSpPr/>
            <p:nvPr/>
          </p:nvSpPr>
          <p:spPr>
            <a:xfrm>
              <a:off x="11771090" y="18113250"/>
              <a:ext cx="153868" cy="288032"/>
            </a:xfrm>
            <a:custGeom>
              <a:avLst/>
              <a:gdLst/>
              <a:ahLst/>
              <a:cxnLst/>
              <a:rect l="0" t="0" r="0" b="0"/>
              <a:pathLst>
                <a:path w="1087883" h="456649">
                  <a:moveTo>
                    <a:pt x="1087883" y="0"/>
                  </a:moveTo>
                  <a:lnTo>
                    <a:pt x="0" y="4566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pic>
          <p:nvPicPr>
            <p:cNvPr id="24730" name="Picture 24729">
              <a:extLst>
                <a:ext uri="{FF2B5EF4-FFF2-40B4-BE49-F238E27FC236}">
                  <a16:creationId xmlns:a16="http://schemas.microsoft.com/office/drawing/2014/main" id="{86E33E64-EEA8-4719-05D3-9C97E3364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16938" y="16876253"/>
              <a:ext cx="1799263" cy="848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4488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9601200" y="16459201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51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88D9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59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231A2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97DE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8A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71D3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82D8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74D3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7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CAEED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B3A6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58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l3961"/>
            <p:cNvSpPr/>
            <p:nvPr/>
          </p:nvSpPr>
          <p:spPr>
            <a:xfrm>
              <a:off x="2850381" y="4909040"/>
              <a:ext cx="52429" cy="84489"/>
            </a:xfrm>
            <a:custGeom>
              <a:avLst/>
              <a:gdLst/>
              <a:ahLst/>
              <a:cxnLst/>
              <a:rect l="0" t="0" r="0" b="0"/>
              <a:pathLst>
                <a:path w="52429" h="84489">
                  <a:moveTo>
                    <a:pt x="0" y="0"/>
                  </a:moveTo>
                  <a:lnTo>
                    <a:pt x="52429" y="844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5743645" y="2857377"/>
              <a:ext cx="80489" cy="66760"/>
            </a:xfrm>
            <a:custGeom>
              <a:avLst/>
              <a:gdLst/>
              <a:ahLst/>
              <a:cxnLst/>
              <a:rect l="0" t="0" r="0" b="0"/>
              <a:pathLst>
                <a:path w="80489" h="66760">
                  <a:moveTo>
                    <a:pt x="0" y="0"/>
                  </a:moveTo>
                  <a:lnTo>
                    <a:pt x="80489" y="6676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4513432" y="4609245"/>
              <a:ext cx="54396" cy="79653"/>
            </a:xfrm>
            <a:custGeom>
              <a:avLst/>
              <a:gdLst/>
              <a:ahLst/>
              <a:cxnLst/>
              <a:rect l="0" t="0" r="0" b="0"/>
              <a:pathLst>
                <a:path w="54396" h="79653">
                  <a:moveTo>
                    <a:pt x="0" y="0"/>
                  </a:moveTo>
                  <a:lnTo>
                    <a:pt x="54396" y="7965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3511786" y="4762607"/>
              <a:ext cx="53546" cy="82256"/>
            </a:xfrm>
            <a:custGeom>
              <a:avLst/>
              <a:gdLst/>
              <a:ahLst/>
              <a:cxnLst/>
              <a:rect l="0" t="0" r="0" b="0"/>
              <a:pathLst>
                <a:path w="53546" h="82256">
                  <a:moveTo>
                    <a:pt x="0" y="0"/>
                  </a:moveTo>
                  <a:lnTo>
                    <a:pt x="53546" y="8225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5503278" y="3044361"/>
              <a:ext cx="169654" cy="14110"/>
            </a:xfrm>
            <a:custGeom>
              <a:avLst/>
              <a:gdLst/>
              <a:ahLst/>
              <a:cxnLst/>
              <a:rect l="0" t="0" r="0" b="0"/>
              <a:pathLst>
                <a:path w="169654" h="14110">
                  <a:moveTo>
                    <a:pt x="0" y="0"/>
                  </a:moveTo>
                  <a:lnTo>
                    <a:pt x="169654" y="1411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g3966"/>
            <p:cNvSpPr/>
            <p:nvPr/>
          </p:nvSpPr>
          <p:spPr>
            <a:xfrm>
              <a:off x="2291866" y="4760367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tx3967"/>
            <p:cNvSpPr/>
            <p:nvPr/>
          </p:nvSpPr>
          <p:spPr>
            <a:xfrm>
              <a:off x="2337586" y="4806087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82225" y="2665445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9" name="tx3969"/>
            <p:cNvSpPr/>
            <p:nvPr/>
          </p:nvSpPr>
          <p:spPr>
            <a:xfrm>
              <a:off x="5327945" y="2711165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461" y="4460335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1" name="tx3971"/>
            <p:cNvSpPr/>
            <p:nvPr/>
          </p:nvSpPr>
          <p:spPr>
            <a:xfrm>
              <a:off x="4016181" y="4506055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951" y="4613857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3" name="tx3973"/>
            <p:cNvSpPr/>
            <p:nvPr/>
          </p:nvSpPr>
          <p:spPr>
            <a:xfrm>
              <a:off x="3006671" y="4659577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21537" y="2948305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5" name="tx3975"/>
            <p:cNvSpPr/>
            <p:nvPr/>
          </p:nvSpPr>
          <p:spPr>
            <a:xfrm>
              <a:off x="4967257" y="2994025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l4036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tx4045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998973"/>
              <a:ext cx="2218883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(RDA)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9" name="Group 748">
            <a:extLst>
              <a:ext uri="{FF2B5EF4-FFF2-40B4-BE49-F238E27FC236}">
                <a16:creationId xmlns:a16="http://schemas.microsoft.com/office/drawing/2014/main" id="{3A30B34A-FB5A-CA9F-52A7-04E7FBEAAEC3}"/>
              </a:ext>
            </a:extLst>
          </p:cNvPr>
          <p:cNvGrpSpPr/>
          <p:nvPr/>
        </p:nvGrpSpPr>
        <p:grpSpPr>
          <a:xfrm>
            <a:off x="11445906" y="16712932"/>
            <a:ext cx="4149766" cy="3701248"/>
            <a:chOff x="2301906" y="1853932"/>
            <a:chExt cx="4149766" cy="3701248"/>
          </a:xfrm>
        </p:grpSpPr>
        <p:sp>
          <p:nvSpPr>
            <p:cNvPr id="5" name="rc5"/>
            <p:cNvSpPr/>
            <p:nvPr/>
          </p:nvSpPr>
          <p:spPr>
            <a:xfrm>
              <a:off x="2483768" y="1859856"/>
              <a:ext cx="3967903" cy="3695324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C5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43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408534" y="4146623"/>
              <a:ext cx="1104005" cy="325019"/>
            </a:xfrm>
            <a:custGeom>
              <a:avLst/>
              <a:gdLst/>
              <a:ahLst/>
              <a:cxnLst/>
              <a:rect l="0" t="0" r="0" b="0"/>
              <a:pathLst>
                <a:path w="1104005" h="325019">
                  <a:moveTo>
                    <a:pt x="1104005" y="0"/>
                  </a:moveTo>
                  <a:lnTo>
                    <a:pt x="0" y="3250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36580" y="3232307"/>
              <a:ext cx="1087874" cy="456641"/>
            </a:xfrm>
            <a:custGeom>
              <a:avLst/>
              <a:gdLst/>
              <a:ahLst/>
              <a:cxnLst/>
              <a:rect l="0" t="0" r="0" b="0"/>
              <a:pathLst>
                <a:path w="1087874" h="456641">
                  <a:moveTo>
                    <a:pt x="1087874" y="0"/>
                  </a:moveTo>
                  <a:lnTo>
                    <a:pt x="0" y="4566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508339" y="3733255"/>
              <a:ext cx="1249777" cy="643439"/>
            </a:xfrm>
            <a:custGeom>
              <a:avLst/>
              <a:gdLst/>
              <a:ahLst/>
              <a:cxnLst/>
              <a:rect l="0" t="0" r="0" b="0"/>
              <a:pathLst>
                <a:path w="1249777" h="643439">
                  <a:moveTo>
                    <a:pt x="1249777" y="0"/>
                  </a:moveTo>
                  <a:lnTo>
                    <a:pt x="0" y="64343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512540" y="3979114"/>
              <a:ext cx="1193383" cy="324612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558260" y="4024834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5" y="3062382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670175" y="3108102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8117" y="3562968"/>
              <a:ext cx="1554937" cy="324611"/>
            </a:xfrm>
            <a:custGeom>
              <a:avLst/>
              <a:gdLst/>
              <a:ahLst/>
              <a:cxnLst/>
              <a:rect l="0" t="0" r="0" b="0"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803837" y="3608688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483768" y="1859855"/>
              <a:ext cx="3967904" cy="3695325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F3DB8-1FA7-7F10-8D6D-15B121E34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69" name="Group 39068">
            <a:extLst>
              <a:ext uri="{FF2B5EF4-FFF2-40B4-BE49-F238E27FC236}">
                <a16:creationId xmlns:a16="http://schemas.microsoft.com/office/drawing/2014/main" id="{C93FC58C-EA12-57E2-6BE2-53F79670CB78}"/>
              </a:ext>
            </a:extLst>
          </p:cNvPr>
          <p:cNvGrpSpPr/>
          <p:nvPr/>
        </p:nvGrpSpPr>
        <p:grpSpPr>
          <a:xfrm>
            <a:off x="9601200" y="16025019"/>
            <a:ext cx="8229600" cy="4525963"/>
            <a:chOff x="9601200" y="16025019"/>
            <a:chExt cx="8229600" cy="4525963"/>
          </a:xfrm>
        </p:grpSpPr>
        <p:grpSp>
          <p:nvGrpSpPr>
            <p:cNvPr id="20852" name="Content Placeholder 2">
              <a:extLst>
                <a:ext uri="{FF2B5EF4-FFF2-40B4-BE49-F238E27FC236}">
                  <a16:creationId xmlns:a16="http://schemas.microsoft.com/office/drawing/2014/main" id="{1A311497-807C-6E52-DABF-575DCBED4290}"/>
                </a:ext>
              </a:extLst>
            </p:cNvPr>
            <p:cNvGrpSpPr/>
            <p:nvPr/>
          </p:nvGrpSpPr>
          <p:grpSpPr>
            <a:xfrm>
              <a:off x="9601200" y="16025019"/>
              <a:ext cx="8229600" cy="4525963"/>
              <a:chOff x="457200" y="1600200"/>
              <a:chExt cx="8229600" cy="4525963"/>
            </a:xfrm>
          </p:grpSpPr>
          <p:sp>
            <p:nvSpPr>
              <p:cNvPr id="20853" name="rc3">
                <a:extLst>
                  <a:ext uri="{FF2B5EF4-FFF2-40B4-BE49-F238E27FC236}">
                    <a16:creationId xmlns:a16="http://schemas.microsoft.com/office/drawing/2014/main" id="{5663DA9D-D7C1-C735-82BA-10250C870D45}"/>
                  </a:ext>
                </a:extLst>
              </p:cNvPr>
              <p:cNvSpPr/>
              <p:nvPr/>
            </p:nvSpPr>
            <p:spPr>
              <a:xfrm>
                <a:off x="457200" y="1600200"/>
                <a:ext cx="8229600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9525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4" name="rc4">
                <a:extLst>
                  <a:ext uri="{FF2B5EF4-FFF2-40B4-BE49-F238E27FC236}">
                    <a16:creationId xmlns:a16="http://schemas.microsoft.com/office/drawing/2014/main" id="{9F7966DA-9253-56C8-AF46-D6D2A18B2547}"/>
                  </a:ext>
                </a:extLst>
              </p:cNvPr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5" name="rc5">
                <a:extLst>
                  <a:ext uri="{FF2B5EF4-FFF2-40B4-BE49-F238E27FC236}">
                    <a16:creationId xmlns:a16="http://schemas.microsoft.com/office/drawing/2014/main" id="{D42BED56-5B3C-EBC3-FDED-F1AA15759756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6" name="pl6">
                <a:extLst>
                  <a:ext uri="{FF2B5EF4-FFF2-40B4-BE49-F238E27FC236}">
                    <a16:creationId xmlns:a16="http://schemas.microsoft.com/office/drawing/2014/main" id="{08F29875-8859-BA44-140A-54DF0E9B42DF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7" name="pl7">
                <a:extLst>
                  <a:ext uri="{FF2B5EF4-FFF2-40B4-BE49-F238E27FC236}">
                    <a16:creationId xmlns:a16="http://schemas.microsoft.com/office/drawing/2014/main" id="{93AA645D-9ED9-3325-F44C-0B4F076D4B66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8" name="pl8">
                <a:extLst>
                  <a:ext uri="{FF2B5EF4-FFF2-40B4-BE49-F238E27FC236}">
                    <a16:creationId xmlns:a16="http://schemas.microsoft.com/office/drawing/2014/main" id="{867BA001-0B2A-A65B-9177-E43F179EE873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9" name="pl9">
                <a:extLst>
                  <a:ext uri="{FF2B5EF4-FFF2-40B4-BE49-F238E27FC236}">
                    <a16:creationId xmlns:a16="http://schemas.microsoft.com/office/drawing/2014/main" id="{4724CD60-1C5B-7B1A-D534-E2E22D1BDC6D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0" name="pl10">
                <a:extLst>
                  <a:ext uri="{FF2B5EF4-FFF2-40B4-BE49-F238E27FC236}">
                    <a16:creationId xmlns:a16="http://schemas.microsoft.com/office/drawing/2014/main" id="{57926FBF-3A99-5C51-237E-87E0ABBF9897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1" name="pl11">
                <a:extLst>
                  <a:ext uri="{FF2B5EF4-FFF2-40B4-BE49-F238E27FC236}">
                    <a16:creationId xmlns:a16="http://schemas.microsoft.com/office/drawing/2014/main" id="{55BB99B8-D1F6-BBA0-423F-23A2EE17F324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2" name="pl12">
                <a:extLst>
                  <a:ext uri="{FF2B5EF4-FFF2-40B4-BE49-F238E27FC236}">
                    <a16:creationId xmlns:a16="http://schemas.microsoft.com/office/drawing/2014/main" id="{59111EFB-65B6-6A22-C8A6-DE673DE481AD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3" name="pl13">
                <a:extLst>
                  <a:ext uri="{FF2B5EF4-FFF2-40B4-BE49-F238E27FC236}">
                    <a16:creationId xmlns:a16="http://schemas.microsoft.com/office/drawing/2014/main" id="{60B28D60-D749-7F4D-1561-CFA0C3DF4C92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4" name="pl14">
                <a:extLst>
                  <a:ext uri="{FF2B5EF4-FFF2-40B4-BE49-F238E27FC236}">
                    <a16:creationId xmlns:a16="http://schemas.microsoft.com/office/drawing/2014/main" id="{E5BBDDB2-5F95-0262-4C8F-8E7F64A59443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5" name="pl15">
                <a:extLst>
                  <a:ext uri="{FF2B5EF4-FFF2-40B4-BE49-F238E27FC236}">
                    <a16:creationId xmlns:a16="http://schemas.microsoft.com/office/drawing/2014/main" id="{FD51C989-1D99-1841-1E88-BF716214FD1F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6" name="pl16">
                <a:extLst>
                  <a:ext uri="{FF2B5EF4-FFF2-40B4-BE49-F238E27FC236}">
                    <a16:creationId xmlns:a16="http://schemas.microsoft.com/office/drawing/2014/main" id="{27C1DB5B-E24E-79BD-2F8A-1047F4D1F34C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7" name="pl17">
                <a:extLst>
                  <a:ext uri="{FF2B5EF4-FFF2-40B4-BE49-F238E27FC236}">
                    <a16:creationId xmlns:a16="http://schemas.microsoft.com/office/drawing/2014/main" id="{F7F9FBC3-A5B1-7A62-6DDF-EB201CCD3887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8" name="pl18">
                <a:extLst>
                  <a:ext uri="{FF2B5EF4-FFF2-40B4-BE49-F238E27FC236}">
                    <a16:creationId xmlns:a16="http://schemas.microsoft.com/office/drawing/2014/main" id="{DDD68BF5-1CB2-8C82-0FF3-DFBD5DA33B3C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9" name="pg19">
                <a:extLst>
                  <a:ext uri="{FF2B5EF4-FFF2-40B4-BE49-F238E27FC236}">
                    <a16:creationId xmlns:a16="http://schemas.microsoft.com/office/drawing/2014/main" id="{592023B6-907B-4086-30BD-893CA545E9D7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0" name="pg20">
                <a:extLst>
                  <a:ext uri="{FF2B5EF4-FFF2-40B4-BE49-F238E27FC236}">
                    <a16:creationId xmlns:a16="http://schemas.microsoft.com/office/drawing/2014/main" id="{34A13420-6CEB-B696-13BA-3912FA800411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1" name="pg21">
                <a:extLst>
                  <a:ext uri="{FF2B5EF4-FFF2-40B4-BE49-F238E27FC236}">
                    <a16:creationId xmlns:a16="http://schemas.microsoft.com/office/drawing/2014/main" id="{3BA061BC-75A2-9515-99C7-DE0BE120322C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2" name="pg22">
                <a:extLst>
                  <a:ext uri="{FF2B5EF4-FFF2-40B4-BE49-F238E27FC236}">
                    <a16:creationId xmlns:a16="http://schemas.microsoft.com/office/drawing/2014/main" id="{02C0B319-1148-50B8-91BB-ED614E259541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3" name="pg23">
                <a:extLst>
                  <a:ext uri="{FF2B5EF4-FFF2-40B4-BE49-F238E27FC236}">
                    <a16:creationId xmlns:a16="http://schemas.microsoft.com/office/drawing/2014/main" id="{D30A683D-E503-1A18-68E1-10DF081A5A2F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4" name="pg24">
                <a:extLst>
                  <a:ext uri="{FF2B5EF4-FFF2-40B4-BE49-F238E27FC236}">
                    <a16:creationId xmlns:a16="http://schemas.microsoft.com/office/drawing/2014/main" id="{7BD60E7A-4737-2CC2-C93F-79274F95C4EC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5" name="pg25">
                <a:extLst>
                  <a:ext uri="{FF2B5EF4-FFF2-40B4-BE49-F238E27FC236}">
                    <a16:creationId xmlns:a16="http://schemas.microsoft.com/office/drawing/2014/main" id="{44B4FAB6-2D0C-B071-AB00-934A89E42E2D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6" name="pg26">
                <a:extLst>
                  <a:ext uri="{FF2B5EF4-FFF2-40B4-BE49-F238E27FC236}">
                    <a16:creationId xmlns:a16="http://schemas.microsoft.com/office/drawing/2014/main" id="{5C06DFA3-0284-CF73-6879-5F6D37713797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7" name="pg27">
                <a:extLst>
                  <a:ext uri="{FF2B5EF4-FFF2-40B4-BE49-F238E27FC236}">
                    <a16:creationId xmlns:a16="http://schemas.microsoft.com/office/drawing/2014/main" id="{7AEC5F04-C652-BC4E-11CE-5B092CBFC8AF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8" name="pg28">
                <a:extLst>
                  <a:ext uri="{FF2B5EF4-FFF2-40B4-BE49-F238E27FC236}">
                    <a16:creationId xmlns:a16="http://schemas.microsoft.com/office/drawing/2014/main" id="{6FA57E60-502B-E3A0-AEFB-3FBB31D34DEC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9" name="pg29">
                <a:extLst>
                  <a:ext uri="{FF2B5EF4-FFF2-40B4-BE49-F238E27FC236}">
                    <a16:creationId xmlns:a16="http://schemas.microsoft.com/office/drawing/2014/main" id="{1B819661-E224-D165-F77F-6252EDB84659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0" name="pg30">
                <a:extLst>
                  <a:ext uri="{FF2B5EF4-FFF2-40B4-BE49-F238E27FC236}">
                    <a16:creationId xmlns:a16="http://schemas.microsoft.com/office/drawing/2014/main" id="{279CB7F0-A92B-64A0-0546-EAEF1AF66905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1" name="pg31">
                <a:extLst>
                  <a:ext uri="{FF2B5EF4-FFF2-40B4-BE49-F238E27FC236}">
                    <a16:creationId xmlns:a16="http://schemas.microsoft.com/office/drawing/2014/main" id="{8E335684-B712-DD25-391A-7E9BC3CD43DF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2" name="pg32">
                <a:extLst>
                  <a:ext uri="{FF2B5EF4-FFF2-40B4-BE49-F238E27FC236}">
                    <a16:creationId xmlns:a16="http://schemas.microsoft.com/office/drawing/2014/main" id="{59954F62-1A71-EEBC-5F55-C6BFEF308C7C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3" name="pg33">
                <a:extLst>
                  <a:ext uri="{FF2B5EF4-FFF2-40B4-BE49-F238E27FC236}">
                    <a16:creationId xmlns:a16="http://schemas.microsoft.com/office/drawing/2014/main" id="{11B03895-5B8C-11A9-B708-A6D2360A6E08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4" name="pg34">
                <a:extLst>
                  <a:ext uri="{FF2B5EF4-FFF2-40B4-BE49-F238E27FC236}">
                    <a16:creationId xmlns:a16="http://schemas.microsoft.com/office/drawing/2014/main" id="{4DDC8EDD-51B7-02D0-090A-FA9ED0DCC20C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5" name="pg35">
                <a:extLst>
                  <a:ext uri="{FF2B5EF4-FFF2-40B4-BE49-F238E27FC236}">
                    <a16:creationId xmlns:a16="http://schemas.microsoft.com/office/drawing/2014/main" id="{B0CCC10B-CEC5-252E-DFC9-06E8BCD6326F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6" name="pg36">
                <a:extLst>
                  <a:ext uri="{FF2B5EF4-FFF2-40B4-BE49-F238E27FC236}">
                    <a16:creationId xmlns:a16="http://schemas.microsoft.com/office/drawing/2014/main" id="{4DE2F3D3-D1B3-148A-33A8-3839B90EA684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7" name="pg37">
                <a:extLst>
                  <a:ext uri="{FF2B5EF4-FFF2-40B4-BE49-F238E27FC236}">
                    <a16:creationId xmlns:a16="http://schemas.microsoft.com/office/drawing/2014/main" id="{542024E5-99C6-A1D3-F256-A2E85F42327E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8" name="pg38">
                <a:extLst>
                  <a:ext uri="{FF2B5EF4-FFF2-40B4-BE49-F238E27FC236}">
                    <a16:creationId xmlns:a16="http://schemas.microsoft.com/office/drawing/2014/main" id="{6D8573EB-6D1F-62BA-372A-21A5B7C4628E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9" name="pg39">
                <a:extLst>
                  <a:ext uri="{FF2B5EF4-FFF2-40B4-BE49-F238E27FC236}">
                    <a16:creationId xmlns:a16="http://schemas.microsoft.com/office/drawing/2014/main" id="{C0093580-B7D8-4C0A-4CA6-ED62E442D771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0" name="pg40">
                <a:extLst>
                  <a:ext uri="{FF2B5EF4-FFF2-40B4-BE49-F238E27FC236}">
                    <a16:creationId xmlns:a16="http://schemas.microsoft.com/office/drawing/2014/main" id="{165B5012-4B2B-9E2B-F978-B4EB55F1AF0A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1" name="pg41">
                <a:extLst>
                  <a:ext uri="{FF2B5EF4-FFF2-40B4-BE49-F238E27FC236}">
                    <a16:creationId xmlns:a16="http://schemas.microsoft.com/office/drawing/2014/main" id="{50C13D6B-5523-5080-02BD-B098C525F4ED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2" name="pg42">
                <a:extLst>
                  <a:ext uri="{FF2B5EF4-FFF2-40B4-BE49-F238E27FC236}">
                    <a16:creationId xmlns:a16="http://schemas.microsoft.com/office/drawing/2014/main" id="{F3CA7357-8489-B0C0-3FF0-7B82127DF534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3" name="pg43">
                <a:extLst>
                  <a:ext uri="{FF2B5EF4-FFF2-40B4-BE49-F238E27FC236}">
                    <a16:creationId xmlns:a16="http://schemas.microsoft.com/office/drawing/2014/main" id="{CA059239-0EE6-37D3-2B61-C13A6DA803B0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4" name="pg44">
                <a:extLst>
                  <a:ext uri="{FF2B5EF4-FFF2-40B4-BE49-F238E27FC236}">
                    <a16:creationId xmlns:a16="http://schemas.microsoft.com/office/drawing/2014/main" id="{E2F2ECC5-25C9-4389-A444-33F5D90EE7ED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5" name="pg45">
                <a:extLst>
                  <a:ext uri="{FF2B5EF4-FFF2-40B4-BE49-F238E27FC236}">
                    <a16:creationId xmlns:a16="http://schemas.microsoft.com/office/drawing/2014/main" id="{90C6A08E-1381-382E-0512-C35670491ED7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6" name="pg46">
                <a:extLst>
                  <a:ext uri="{FF2B5EF4-FFF2-40B4-BE49-F238E27FC236}">
                    <a16:creationId xmlns:a16="http://schemas.microsoft.com/office/drawing/2014/main" id="{D1661AF6-A892-1372-4E93-AE05DDEA15C2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7" name="pg47">
                <a:extLst>
                  <a:ext uri="{FF2B5EF4-FFF2-40B4-BE49-F238E27FC236}">
                    <a16:creationId xmlns:a16="http://schemas.microsoft.com/office/drawing/2014/main" id="{7E0E9B80-A7D0-A40F-B9BB-BB1DDF4BBB81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8" name="pg48">
                <a:extLst>
                  <a:ext uri="{FF2B5EF4-FFF2-40B4-BE49-F238E27FC236}">
                    <a16:creationId xmlns:a16="http://schemas.microsoft.com/office/drawing/2014/main" id="{700111F6-5F44-FF83-BB03-9F4EBB9F1F1F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9" name="pg49">
                <a:extLst>
                  <a:ext uri="{FF2B5EF4-FFF2-40B4-BE49-F238E27FC236}">
                    <a16:creationId xmlns:a16="http://schemas.microsoft.com/office/drawing/2014/main" id="{F7D554D9-3737-DEAC-7D9B-56E55F2BD127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0" name="pg50">
                <a:extLst>
                  <a:ext uri="{FF2B5EF4-FFF2-40B4-BE49-F238E27FC236}">
                    <a16:creationId xmlns:a16="http://schemas.microsoft.com/office/drawing/2014/main" id="{9A9E01DD-19C3-2E73-FCBC-A6E83EF25E48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1" name="pg51">
                <a:extLst>
                  <a:ext uri="{FF2B5EF4-FFF2-40B4-BE49-F238E27FC236}">
                    <a16:creationId xmlns:a16="http://schemas.microsoft.com/office/drawing/2014/main" id="{5A7EFF57-9BC8-3EDB-D95C-5AD661AD66AD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2" name="pg52">
                <a:extLst>
                  <a:ext uri="{FF2B5EF4-FFF2-40B4-BE49-F238E27FC236}">
                    <a16:creationId xmlns:a16="http://schemas.microsoft.com/office/drawing/2014/main" id="{350C4ED0-3850-9216-F619-9B60387BB1FC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3" name="pg53">
                <a:extLst>
                  <a:ext uri="{FF2B5EF4-FFF2-40B4-BE49-F238E27FC236}">
                    <a16:creationId xmlns:a16="http://schemas.microsoft.com/office/drawing/2014/main" id="{2938CAE0-845C-072D-313E-3F9E4D7234BE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4" name="pg54">
                <a:extLst>
                  <a:ext uri="{FF2B5EF4-FFF2-40B4-BE49-F238E27FC236}">
                    <a16:creationId xmlns:a16="http://schemas.microsoft.com/office/drawing/2014/main" id="{0D1E6A95-4E34-CE6F-3F21-B9219E3B0F89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5" name="pg55">
                <a:extLst>
                  <a:ext uri="{FF2B5EF4-FFF2-40B4-BE49-F238E27FC236}">
                    <a16:creationId xmlns:a16="http://schemas.microsoft.com/office/drawing/2014/main" id="{325E26B2-32CA-2286-8365-EE026C50CC82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6" name="pg56">
                <a:extLst>
                  <a:ext uri="{FF2B5EF4-FFF2-40B4-BE49-F238E27FC236}">
                    <a16:creationId xmlns:a16="http://schemas.microsoft.com/office/drawing/2014/main" id="{0EFE86E4-8785-CACB-D8D5-E659AEA0E232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7" name="pg57">
                <a:extLst>
                  <a:ext uri="{FF2B5EF4-FFF2-40B4-BE49-F238E27FC236}">
                    <a16:creationId xmlns:a16="http://schemas.microsoft.com/office/drawing/2014/main" id="{4692C8BC-76C2-283F-1BCD-4BBA4E3A2345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8" name="pg58">
                <a:extLst>
                  <a:ext uri="{FF2B5EF4-FFF2-40B4-BE49-F238E27FC236}">
                    <a16:creationId xmlns:a16="http://schemas.microsoft.com/office/drawing/2014/main" id="{3AEB08F1-6CD9-1339-5CA7-DF75BD3DBB00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9" name="pg59">
                <a:extLst>
                  <a:ext uri="{FF2B5EF4-FFF2-40B4-BE49-F238E27FC236}">
                    <a16:creationId xmlns:a16="http://schemas.microsoft.com/office/drawing/2014/main" id="{13867FE1-3A8A-533C-6D3F-0B1AE30541DF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0" name="pg60">
                <a:extLst>
                  <a:ext uri="{FF2B5EF4-FFF2-40B4-BE49-F238E27FC236}">
                    <a16:creationId xmlns:a16="http://schemas.microsoft.com/office/drawing/2014/main" id="{3800F685-3853-FE41-7F1F-8D18B6F961B5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1" name="pg61">
                <a:extLst>
                  <a:ext uri="{FF2B5EF4-FFF2-40B4-BE49-F238E27FC236}">
                    <a16:creationId xmlns:a16="http://schemas.microsoft.com/office/drawing/2014/main" id="{8E2A8745-0BDB-DC4A-4FBE-86C580FA8FF3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2" name="pg62">
                <a:extLst>
                  <a:ext uri="{FF2B5EF4-FFF2-40B4-BE49-F238E27FC236}">
                    <a16:creationId xmlns:a16="http://schemas.microsoft.com/office/drawing/2014/main" id="{32DDB947-8EF1-C334-8EFA-113EA53A54A4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3" name="pg63">
                <a:extLst>
                  <a:ext uri="{FF2B5EF4-FFF2-40B4-BE49-F238E27FC236}">
                    <a16:creationId xmlns:a16="http://schemas.microsoft.com/office/drawing/2014/main" id="{2C754A62-DF5E-7B9D-E70C-A318A20B63E6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4" name="pg64">
                <a:extLst>
                  <a:ext uri="{FF2B5EF4-FFF2-40B4-BE49-F238E27FC236}">
                    <a16:creationId xmlns:a16="http://schemas.microsoft.com/office/drawing/2014/main" id="{9EC39189-E405-2BE7-74D3-54A8D7311113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5" name="pg65">
                <a:extLst>
                  <a:ext uri="{FF2B5EF4-FFF2-40B4-BE49-F238E27FC236}">
                    <a16:creationId xmlns:a16="http://schemas.microsoft.com/office/drawing/2014/main" id="{C366E0AD-1D61-C58A-D889-E7DAD17CE4F3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6" name="pg66">
                <a:extLst>
                  <a:ext uri="{FF2B5EF4-FFF2-40B4-BE49-F238E27FC236}">
                    <a16:creationId xmlns:a16="http://schemas.microsoft.com/office/drawing/2014/main" id="{8926501E-093D-0BFD-82C3-ABF19AE8B054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7" name="pg67">
                <a:extLst>
                  <a:ext uri="{FF2B5EF4-FFF2-40B4-BE49-F238E27FC236}">
                    <a16:creationId xmlns:a16="http://schemas.microsoft.com/office/drawing/2014/main" id="{0CC43901-C41B-16A9-3E01-345540528404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8" name="pg68">
                <a:extLst>
                  <a:ext uri="{FF2B5EF4-FFF2-40B4-BE49-F238E27FC236}">
                    <a16:creationId xmlns:a16="http://schemas.microsoft.com/office/drawing/2014/main" id="{8B18E6C3-FCB1-4394-E0A5-BB9BFFCF6075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9" name="pg69">
                <a:extLst>
                  <a:ext uri="{FF2B5EF4-FFF2-40B4-BE49-F238E27FC236}">
                    <a16:creationId xmlns:a16="http://schemas.microsoft.com/office/drawing/2014/main" id="{B7BFDA3F-5F3F-CABC-C389-760F5408023B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0" name="pg70">
                <a:extLst>
                  <a:ext uri="{FF2B5EF4-FFF2-40B4-BE49-F238E27FC236}">
                    <a16:creationId xmlns:a16="http://schemas.microsoft.com/office/drawing/2014/main" id="{DCF77D70-B456-0440-7615-AEADA0E08F15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1" name="pg71">
                <a:extLst>
                  <a:ext uri="{FF2B5EF4-FFF2-40B4-BE49-F238E27FC236}">
                    <a16:creationId xmlns:a16="http://schemas.microsoft.com/office/drawing/2014/main" id="{74412C93-ED77-EB81-CEDE-7F6873F74690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2" name="pg72">
                <a:extLst>
                  <a:ext uri="{FF2B5EF4-FFF2-40B4-BE49-F238E27FC236}">
                    <a16:creationId xmlns:a16="http://schemas.microsoft.com/office/drawing/2014/main" id="{03E04455-4C53-2698-7251-D1C7B6813AFB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3" name="pg73">
                <a:extLst>
                  <a:ext uri="{FF2B5EF4-FFF2-40B4-BE49-F238E27FC236}">
                    <a16:creationId xmlns:a16="http://schemas.microsoft.com/office/drawing/2014/main" id="{81D26F1C-AF8E-CC47-59E8-D1C0DAE25E60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4" name="pg74">
                <a:extLst>
                  <a:ext uri="{FF2B5EF4-FFF2-40B4-BE49-F238E27FC236}">
                    <a16:creationId xmlns:a16="http://schemas.microsoft.com/office/drawing/2014/main" id="{57B117C4-AD5E-C578-BEA6-8F4333450F60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5" name="pg75">
                <a:extLst>
                  <a:ext uri="{FF2B5EF4-FFF2-40B4-BE49-F238E27FC236}">
                    <a16:creationId xmlns:a16="http://schemas.microsoft.com/office/drawing/2014/main" id="{27A957B2-7B46-8F69-FCF1-015BA145973B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6" name="pg76">
                <a:extLst>
                  <a:ext uri="{FF2B5EF4-FFF2-40B4-BE49-F238E27FC236}">
                    <a16:creationId xmlns:a16="http://schemas.microsoft.com/office/drawing/2014/main" id="{4A6C585F-2670-129F-5F9A-DE9493603B01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7" name="pg77">
                <a:extLst>
                  <a:ext uri="{FF2B5EF4-FFF2-40B4-BE49-F238E27FC236}">
                    <a16:creationId xmlns:a16="http://schemas.microsoft.com/office/drawing/2014/main" id="{12F8708E-C5F4-B355-975C-9E7C269F2CAF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8" name="pg78">
                <a:extLst>
                  <a:ext uri="{FF2B5EF4-FFF2-40B4-BE49-F238E27FC236}">
                    <a16:creationId xmlns:a16="http://schemas.microsoft.com/office/drawing/2014/main" id="{899E51A3-40E1-ED55-D2BC-FAAD22BCCD28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9" name="pg79">
                <a:extLst>
                  <a:ext uri="{FF2B5EF4-FFF2-40B4-BE49-F238E27FC236}">
                    <a16:creationId xmlns:a16="http://schemas.microsoft.com/office/drawing/2014/main" id="{B96E01A8-B836-2A87-6A07-5A82918BEB41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0" name="pg80">
                <a:extLst>
                  <a:ext uri="{FF2B5EF4-FFF2-40B4-BE49-F238E27FC236}">
                    <a16:creationId xmlns:a16="http://schemas.microsoft.com/office/drawing/2014/main" id="{CF214F4B-F87C-8857-70CB-1CC0D6A69C8E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1" name="pg81">
                <a:extLst>
                  <a:ext uri="{FF2B5EF4-FFF2-40B4-BE49-F238E27FC236}">
                    <a16:creationId xmlns:a16="http://schemas.microsoft.com/office/drawing/2014/main" id="{A37DEA59-5CF1-2378-AA8E-2C50CCB82F24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2" name="pg82">
                <a:extLst>
                  <a:ext uri="{FF2B5EF4-FFF2-40B4-BE49-F238E27FC236}">
                    <a16:creationId xmlns:a16="http://schemas.microsoft.com/office/drawing/2014/main" id="{505FAC6E-5988-BC73-60FB-AB07A5DD43DA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3" name="pg83">
                <a:extLst>
                  <a:ext uri="{FF2B5EF4-FFF2-40B4-BE49-F238E27FC236}">
                    <a16:creationId xmlns:a16="http://schemas.microsoft.com/office/drawing/2014/main" id="{98E2D443-4D9A-8928-5895-EE5A85B26B7E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4" name="pg84">
                <a:extLst>
                  <a:ext uri="{FF2B5EF4-FFF2-40B4-BE49-F238E27FC236}">
                    <a16:creationId xmlns:a16="http://schemas.microsoft.com/office/drawing/2014/main" id="{B9FD8602-8E4B-8D58-0F67-3C6B5CFD4B49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5" name="pg85">
                <a:extLst>
                  <a:ext uri="{FF2B5EF4-FFF2-40B4-BE49-F238E27FC236}">
                    <a16:creationId xmlns:a16="http://schemas.microsoft.com/office/drawing/2014/main" id="{B53C948B-56DF-5AC1-E9B4-C9DBA411435A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6" name="pg86">
                <a:extLst>
                  <a:ext uri="{FF2B5EF4-FFF2-40B4-BE49-F238E27FC236}">
                    <a16:creationId xmlns:a16="http://schemas.microsoft.com/office/drawing/2014/main" id="{BC6CDA78-B775-79BE-A0C8-68767B428C7F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7" name="pg87">
                <a:extLst>
                  <a:ext uri="{FF2B5EF4-FFF2-40B4-BE49-F238E27FC236}">
                    <a16:creationId xmlns:a16="http://schemas.microsoft.com/office/drawing/2014/main" id="{B2751618-E399-755C-E809-C94A1BA63EE7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8" name="pg88">
                <a:extLst>
                  <a:ext uri="{FF2B5EF4-FFF2-40B4-BE49-F238E27FC236}">
                    <a16:creationId xmlns:a16="http://schemas.microsoft.com/office/drawing/2014/main" id="{5964D068-B079-A91A-970B-7E2D158E345E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9" name="pg89">
                <a:extLst>
                  <a:ext uri="{FF2B5EF4-FFF2-40B4-BE49-F238E27FC236}">
                    <a16:creationId xmlns:a16="http://schemas.microsoft.com/office/drawing/2014/main" id="{CF7D892C-7B07-DCF5-4C45-78330890CC0F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0" name="pg90">
                <a:extLst>
                  <a:ext uri="{FF2B5EF4-FFF2-40B4-BE49-F238E27FC236}">
                    <a16:creationId xmlns:a16="http://schemas.microsoft.com/office/drawing/2014/main" id="{15C78B57-BFE3-5EC0-23AD-F986CC3C7D80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1" name="pg91">
                <a:extLst>
                  <a:ext uri="{FF2B5EF4-FFF2-40B4-BE49-F238E27FC236}">
                    <a16:creationId xmlns:a16="http://schemas.microsoft.com/office/drawing/2014/main" id="{4E37B462-ACFF-5346-11B9-AEAC20F32163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2" name="pg92">
                <a:extLst>
                  <a:ext uri="{FF2B5EF4-FFF2-40B4-BE49-F238E27FC236}">
                    <a16:creationId xmlns:a16="http://schemas.microsoft.com/office/drawing/2014/main" id="{419F4FB3-99AA-BC3F-356B-E44E80B904E1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3" name="pg93">
                <a:extLst>
                  <a:ext uri="{FF2B5EF4-FFF2-40B4-BE49-F238E27FC236}">
                    <a16:creationId xmlns:a16="http://schemas.microsoft.com/office/drawing/2014/main" id="{D8342232-FD20-4691-5525-A6951AC32985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4" name="pg94">
                <a:extLst>
                  <a:ext uri="{FF2B5EF4-FFF2-40B4-BE49-F238E27FC236}">
                    <a16:creationId xmlns:a16="http://schemas.microsoft.com/office/drawing/2014/main" id="{410788B6-B687-6F69-AA61-4AB2A5F8D513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5" name="pg95">
                <a:extLst>
                  <a:ext uri="{FF2B5EF4-FFF2-40B4-BE49-F238E27FC236}">
                    <a16:creationId xmlns:a16="http://schemas.microsoft.com/office/drawing/2014/main" id="{AC7DCE67-8F8E-7F91-9ACB-0523F4F47E01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6" name="pg96">
                <a:extLst>
                  <a:ext uri="{FF2B5EF4-FFF2-40B4-BE49-F238E27FC236}">
                    <a16:creationId xmlns:a16="http://schemas.microsoft.com/office/drawing/2014/main" id="{B60DB77F-20C6-2EA0-C34A-F6B649BBF775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7" name="pg97">
                <a:extLst>
                  <a:ext uri="{FF2B5EF4-FFF2-40B4-BE49-F238E27FC236}">
                    <a16:creationId xmlns:a16="http://schemas.microsoft.com/office/drawing/2014/main" id="{A39246C4-6A36-8308-13A3-3CFEDF8C2C07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8" name="pg98">
                <a:extLst>
                  <a:ext uri="{FF2B5EF4-FFF2-40B4-BE49-F238E27FC236}">
                    <a16:creationId xmlns:a16="http://schemas.microsoft.com/office/drawing/2014/main" id="{3E309A51-CEF0-5E51-633D-F70F1B004F73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9" name="pg99">
                <a:extLst>
                  <a:ext uri="{FF2B5EF4-FFF2-40B4-BE49-F238E27FC236}">
                    <a16:creationId xmlns:a16="http://schemas.microsoft.com/office/drawing/2014/main" id="{6931145C-26AE-F790-CC04-5F5C0A32B197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0" name="pg100">
                <a:extLst>
                  <a:ext uri="{FF2B5EF4-FFF2-40B4-BE49-F238E27FC236}">
                    <a16:creationId xmlns:a16="http://schemas.microsoft.com/office/drawing/2014/main" id="{86D339DC-6AB3-2DD1-30E9-BA5E5F488204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1" name="pg101">
                <a:extLst>
                  <a:ext uri="{FF2B5EF4-FFF2-40B4-BE49-F238E27FC236}">
                    <a16:creationId xmlns:a16="http://schemas.microsoft.com/office/drawing/2014/main" id="{4938510A-2AA6-52FD-68E3-0914499396C1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2" name="pg102">
                <a:extLst>
                  <a:ext uri="{FF2B5EF4-FFF2-40B4-BE49-F238E27FC236}">
                    <a16:creationId xmlns:a16="http://schemas.microsoft.com/office/drawing/2014/main" id="{E4512970-3492-81B7-9016-A6E1C5CC9AA5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3" name="pg103">
                <a:extLst>
                  <a:ext uri="{FF2B5EF4-FFF2-40B4-BE49-F238E27FC236}">
                    <a16:creationId xmlns:a16="http://schemas.microsoft.com/office/drawing/2014/main" id="{FDF9F882-5073-5152-78BB-A9BF39ED7B57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4" name="pg104">
                <a:extLst>
                  <a:ext uri="{FF2B5EF4-FFF2-40B4-BE49-F238E27FC236}">
                    <a16:creationId xmlns:a16="http://schemas.microsoft.com/office/drawing/2014/main" id="{D35F7594-BF76-586B-D696-1BA425F0A8C8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5" name="pg105">
                <a:extLst>
                  <a:ext uri="{FF2B5EF4-FFF2-40B4-BE49-F238E27FC236}">
                    <a16:creationId xmlns:a16="http://schemas.microsoft.com/office/drawing/2014/main" id="{A93E076C-0301-0D64-5032-D6FC001D3A57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6" name="pg106">
                <a:extLst>
                  <a:ext uri="{FF2B5EF4-FFF2-40B4-BE49-F238E27FC236}">
                    <a16:creationId xmlns:a16="http://schemas.microsoft.com/office/drawing/2014/main" id="{5105429A-1D88-0BB3-E0D5-ABB6ED38911E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7" name="pg107">
                <a:extLst>
                  <a:ext uri="{FF2B5EF4-FFF2-40B4-BE49-F238E27FC236}">
                    <a16:creationId xmlns:a16="http://schemas.microsoft.com/office/drawing/2014/main" id="{55C2B978-BC5E-16C6-7177-02D560FA4654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8" name="pg108">
                <a:extLst>
                  <a:ext uri="{FF2B5EF4-FFF2-40B4-BE49-F238E27FC236}">
                    <a16:creationId xmlns:a16="http://schemas.microsoft.com/office/drawing/2014/main" id="{5231632F-76B8-822C-EA7E-FB1EC2809731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9" name="pg109">
                <a:extLst>
                  <a:ext uri="{FF2B5EF4-FFF2-40B4-BE49-F238E27FC236}">
                    <a16:creationId xmlns:a16="http://schemas.microsoft.com/office/drawing/2014/main" id="{4C73AB75-5AC4-1B88-04B0-1C71677D54E9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0" name="pg110">
                <a:extLst>
                  <a:ext uri="{FF2B5EF4-FFF2-40B4-BE49-F238E27FC236}">
                    <a16:creationId xmlns:a16="http://schemas.microsoft.com/office/drawing/2014/main" id="{A97DE3AD-B416-D49E-A0EA-E8F32894AD22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1" name="pg111">
                <a:extLst>
                  <a:ext uri="{FF2B5EF4-FFF2-40B4-BE49-F238E27FC236}">
                    <a16:creationId xmlns:a16="http://schemas.microsoft.com/office/drawing/2014/main" id="{E5156931-B361-DEB2-F232-AED1F140D951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2" name="pg112">
                <a:extLst>
                  <a:ext uri="{FF2B5EF4-FFF2-40B4-BE49-F238E27FC236}">
                    <a16:creationId xmlns:a16="http://schemas.microsoft.com/office/drawing/2014/main" id="{5E93FDF0-A804-5A44-FD27-67520367967D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3" name="pg113">
                <a:extLst>
                  <a:ext uri="{FF2B5EF4-FFF2-40B4-BE49-F238E27FC236}">
                    <a16:creationId xmlns:a16="http://schemas.microsoft.com/office/drawing/2014/main" id="{8F543F8D-8CF0-83A6-E828-A4E83D8BA040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4" name="pg114">
                <a:extLst>
                  <a:ext uri="{FF2B5EF4-FFF2-40B4-BE49-F238E27FC236}">
                    <a16:creationId xmlns:a16="http://schemas.microsoft.com/office/drawing/2014/main" id="{083026FB-3362-866B-E488-2E151AFB91CC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5" name="pg115">
                <a:extLst>
                  <a:ext uri="{FF2B5EF4-FFF2-40B4-BE49-F238E27FC236}">
                    <a16:creationId xmlns:a16="http://schemas.microsoft.com/office/drawing/2014/main" id="{0D569BFB-741E-7F00-7EE6-74F6BF2F971D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6" name="pg116">
                <a:extLst>
                  <a:ext uri="{FF2B5EF4-FFF2-40B4-BE49-F238E27FC236}">
                    <a16:creationId xmlns:a16="http://schemas.microsoft.com/office/drawing/2014/main" id="{C3AEF3E7-32F1-04E4-AC71-7C9122F5F384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7" name="pg117">
                <a:extLst>
                  <a:ext uri="{FF2B5EF4-FFF2-40B4-BE49-F238E27FC236}">
                    <a16:creationId xmlns:a16="http://schemas.microsoft.com/office/drawing/2014/main" id="{4F62196A-EA77-7149-16C4-DC03163D316B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8" name="pg118">
                <a:extLst>
                  <a:ext uri="{FF2B5EF4-FFF2-40B4-BE49-F238E27FC236}">
                    <a16:creationId xmlns:a16="http://schemas.microsoft.com/office/drawing/2014/main" id="{67AA0F53-B019-A34C-DB54-A484F6C2F505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9" name="pg119">
                <a:extLst>
                  <a:ext uri="{FF2B5EF4-FFF2-40B4-BE49-F238E27FC236}">
                    <a16:creationId xmlns:a16="http://schemas.microsoft.com/office/drawing/2014/main" id="{02982DD8-D520-3AB5-9A26-DDD2BEEFDFD7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0" name="pg120">
                <a:extLst>
                  <a:ext uri="{FF2B5EF4-FFF2-40B4-BE49-F238E27FC236}">
                    <a16:creationId xmlns:a16="http://schemas.microsoft.com/office/drawing/2014/main" id="{4FEA3549-62E2-F368-012C-81D9A63C7ECF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1" name="pg121">
                <a:extLst>
                  <a:ext uri="{FF2B5EF4-FFF2-40B4-BE49-F238E27FC236}">
                    <a16:creationId xmlns:a16="http://schemas.microsoft.com/office/drawing/2014/main" id="{DF5172A1-C344-5C22-3BFC-33AC140EC411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2" name="pg122">
                <a:extLst>
                  <a:ext uri="{FF2B5EF4-FFF2-40B4-BE49-F238E27FC236}">
                    <a16:creationId xmlns:a16="http://schemas.microsoft.com/office/drawing/2014/main" id="{A7758376-93C6-92D4-BC3C-119C1283BE90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3" name="pg123">
                <a:extLst>
                  <a:ext uri="{FF2B5EF4-FFF2-40B4-BE49-F238E27FC236}">
                    <a16:creationId xmlns:a16="http://schemas.microsoft.com/office/drawing/2014/main" id="{41CFD335-D057-7CB9-6D49-3BF6372C899D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4" name="pg124">
                <a:extLst>
                  <a:ext uri="{FF2B5EF4-FFF2-40B4-BE49-F238E27FC236}">
                    <a16:creationId xmlns:a16="http://schemas.microsoft.com/office/drawing/2014/main" id="{0D880161-3440-84E5-5AA1-396A98274D46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5" name="pg125">
                <a:extLst>
                  <a:ext uri="{FF2B5EF4-FFF2-40B4-BE49-F238E27FC236}">
                    <a16:creationId xmlns:a16="http://schemas.microsoft.com/office/drawing/2014/main" id="{4B17E796-4C76-C76E-6A48-824131205109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6" name="pg126">
                <a:extLst>
                  <a:ext uri="{FF2B5EF4-FFF2-40B4-BE49-F238E27FC236}">
                    <a16:creationId xmlns:a16="http://schemas.microsoft.com/office/drawing/2014/main" id="{C70F9A84-A0C2-93FC-5CDD-31851CA701CB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7" name="pg127">
                <a:extLst>
                  <a:ext uri="{FF2B5EF4-FFF2-40B4-BE49-F238E27FC236}">
                    <a16:creationId xmlns:a16="http://schemas.microsoft.com/office/drawing/2014/main" id="{76C7E535-6D96-30BC-1974-19BA859823B1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8" name="pg128">
                <a:extLst>
                  <a:ext uri="{FF2B5EF4-FFF2-40B4-BE49-F238E27FC236}">
                    <a16:creationId xmlns:a16="http://schemas.microsoft.com/office/drawing/2014/main" id="{FDFE576A-64E2-AC07-1FBA-41161CDAC5CD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9" name="pg129">
                <a:extLst>
                  <a:ext uri="{FF2B5EF4-FFF2-40B4-BE49-F238E27FC236}">
                    <a16:creationId xmlns:a16="http://schemas.microsoft.com/office/drawing/2014/main" id="{14CE1359-EC0C-9934-D949-45D32AA090B3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0" name="pg130">
                <a:extLst>
                  <a:ext uri="{FF2B5EF4-FFF2-40B4-BE49-F238E27FC236}">
                    <a16:creationId xmlns:a16="http://schemas.microsoft.com/office/drawing/2014/main" id="{24686392-D094-FFCD-93F2-2CBFBB548773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1" name="pg131">
                <a:extLst>
                  <a:ext uri="{FF2B5EF4-FFF2-40B4-BE49-F238E27FC236}">
                    <a16:creationId xmlns:a16="http://schemas.microsoft.com/office/drawing/2014/main" id="{B640A714-96F7-2F39-5564-086BC2A35166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2" name="pg132">
                <a:extLst>
                  <a:ext uri="{FF2B5EF4-FFF2-40B4-BE49-F238E27FC236}">
                    <a16:creationId xmlns:a16="http://schemas.microsoft.com/office/drawing/2014/main" id="{55CFCB27-3D99-8B76-D365-D38FACA46293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3" name="pg133">
                <a:extLst>
                  <a:ext uri="{FF2B5EF4-FFF2-40B4-BE49-F238E27FC236}">
                    <a16:creationId xmlns:a16="http://schemas.microsoft.com/office/drawing/2014/main" id="{1861C3CC-7AF6-41B9-DB48-C1124D7EDA7A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4" name="pg134">
                <a:extLst>
                  <a:ext uri="{FF2B5EF4-FFF2-40B4-BE49-F238E27FC236}">
                    <a16:creationId xmlns:a16="http://schemas.microsoft.com/office/drawing/2014/main" id="{D12A0E43-7F1C-8C90-FFE5-7B434A9C3D13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5" name="pg135">
                <a:extLst>
                  <a:ext uri="{FF2B5EF4-FFF2-40B4-BE49-F238E27FC236}">
                    <a16:creationId xmlns:a16="http://schemas.microsoft.com/office/drawing/2014/main" id="{4EA6D02A-8B4F-FF36-72AA-2D820720D50F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6" name="pg136">
                <a:extLst>
                  <a:ext uri="{FF2B5EF4-FFF2-40B4-BE49-F238E27FC236}">
                    <a16:creationId xmlns:a16="http://schemas.microsoft.com/office/drawing/2014/main" id="{CDB25C14-3053-D6E3-51C9-EFBD1CAC7DA9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7" name="pg137">
                <a:extLst>
                  <a:ext uri="{FF2B5EF4-FFF2-40B4-BE49-F238E27FC236}">
                    <a16:creationId xmlns:a16="http://schemas.microsoft.com/office/drawing/2014/main" id="{1704C5D9-05E3-CD55-A557-F8A1C7077857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8" name="pg138">
                <a:extLst>
                  <a:ext uri="{FF2B5EF4-FFF2-40B4-BE49-F238E27FC236}">
                    <a16:creationId xmlns:a16="http://schemas.microsoft.com/office/drawing/2014/main" id="{B2A85A4C-2CB1-8529-9050-FF0B2CE2E903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9" name="pg139">
                <a:extLst>
                  <a:ext uri="{FF2B5EF4-FFF2-40B4-BE49-F238E27FC236}">
                    <a16:creationId xmlns:a16="http://schemas.microsoft.com/office/drawing/2014/main" id="{2205296A-2919-C4E8-7108-642D59004DC2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0" name="pg140">
                <a:extLst>
                  <a:ext uri="{FF2B5EF4-FFF2-40B4-BE49-F238E27FC236}">
                    <a16:creationId xmlns:a16="http://schemas.microsoft.com/office/drawing/2014/main" id="{45063F9E-A1EC-4935-47C0-29E793729CBC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1" name="pg141">
                <a:extLst>
                  <a:ext uri="{FF2B5EF4-FFF2-40B4-BE49-F238E27FC236}">
                    <a16:creationId xmlns:a16="http://schemas.microsoft.com/office/drawing/2014/main" id="{CE172AF0-2ADD-E1BC-FF0C-532C96735790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2" name="pg142">
                <a:extLst>
                  <a:ext uri="{FF2B5EF4-FFF2-40B4-BE49-F238E27FC236}">
                    <a16:creationId xmlns:a16="http://schemas.microsoft.com/office/drawing/2014/main" id="{8CE126BC-E3D3-E4B4-51F7-0FEFF99BE8A5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3" name="pg143">
                <a:extLst>
                  <a:ext uri="{FF2B5EF4-FFF2-40B4-BE49-F238E27FC236}">
                    <a16:creationId xmlns:a16="http://schemas.microsoft.com/office/drawing/2014/main" id="{88992B47-ED1A-CFEF-AFD4-9BBA69FB8C2C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4" name="pg144">
                <a:extLst>
                  <a:ext uri="{FF2B5EF4-FFF2-40B4-BE49-F238E27FC236}">
                    <a16:creationId xmlns:a16="http://schemas.microsoft.com/office/drawing/2014/main" id="{CEAB50C2-875D-A6A1-527C-C68E49433DDC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5" name="pg145">
                <a:extLst>
                  <a:ext uri="{FF2B5EF4-FFF2-40B4-BE49-F238E27FC236}">
                    <a16:creationId xmlns:a16="http://schemas.microsoft.com/office/drawing/2014/main" id="{83BA2F26-82F9-8BA8-316A-9E74DDA1A163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6" name="pg146">
                <a:extLst>
                  <a:ext uri="{FF2B5EF4-FFF2-40B4-BE49-F238E27FC236}">
                    <a16:creationId xmlns:a16="http://schemas.microsoft.com/office/drawing/2014/main" id="{6510CBEE-0DDC-DEBE-029E-406E3A2988E2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7" name="pg147">
                <a:extLst>
                  <a:ext uri="{FF2B5EF4-FFF2-40B4-BE49-F238E27FC236}">
                    <a16:creationId xmlns:a16="http://schemas.microsoft.com/office/drawing/2014/main" id="{E56D13C4-40C0-0B75-F39E-525C93ECE5B5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8" name="pg148">
                <a:extLst>
                  <a:ext uri="{FF2B5EF4-FFF2-40B4-BE49-F238E27FC236}">
                    <a16:creationId xmlns:a16="http://schemas.microsoft.com/office/drawing/2014/main" id="{827F75C6-15B0-8F35-C51A-C588DD6E5DC7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9" name="pg149">
                <a:extLst>
                  <a:ext uri="{FF2B5EF4-FFF2-40B4-BE49-F238E27FC236}">
                    <a16:creationId xmlns:a16="http://schemas.microsoft.com/office/drawing/2014/main" id="{0E738888-1D2A-573B-D90B-F0E6E29BB290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0" name="pg150">
                <a:extLst>
                  <a:ext uri="{FF2B5EF4-FFF2-40B4-BE49-F238E27FC236}">
                    <a16:creationId xmlns:a16="http://schemas.microsoft.com/office/drawing/2014/main" id="{797F4DA5-0E6B-F313-D082-3AF6EB2D7606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1" name="pg151">
                <a:extLst>
                  <a:ext uri="{FF2B5EF4-FFF2-40B4-BE49-F238E27FC236}">
                    <a16:creationId xmlns:a16="http://schemas.microsoft.com/office/drawing/2014/main" id="{B0CB457B-8A92-6D95-AC5E-687A56445DDB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2" name="pg152">
                <a:extLst>
                  <a:ext uri="{FF2B5EF4-FFF2-40B4-BE49-F238E27FC236}">
                    <a16:creationId xmlns:a16="http://schemas.microsoft.com/office/drawing/2014/main" id="{465AC688-8FA5-4EF9-9035-11B3D8529054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3" name="pg153">
                <a:extLst>
                  <a:ext uri="{FF2B5EF4-FFF2-40B4-BE49-F238E27FC236}">
                    <a16:creationId xmlns:a16="http://schemas.microsoft.com/office/drawing/2014/main" id="{D0B7DE74-BDA9-0A87-9AE9-208A6EDBF995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4" name="pg154">
                <a:extLst>
                  <a:ext uri="{FF2B5EF4-FFF2-40B4-BE49-F238E27FC236}">
                    <a16:creationId xmlns:a16="http://schemas.microsoft.com/office/drawing/2014/main" id="{1D420947-A30F-81D8-15FD-9EDC1179B176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5" name="pg155">
                <a:extLst>
                  <a:ext uri="{FF2B5EF4-FFF2-40B4-BE49-F238E27FC236}">
                    <a16:creationId xmlns:a16="http://schemas.microsoft.com/office/drawing/2014/main" id="{4CC4B828-D80B-D86F-2ADE-473EB3CD8A9C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6" name="pg156">
                <a:extLst>
                  <a:ext uri="{FF2B5EF4-FFF2-40B4-BE49-F238E27FC236}">
                    <a16:creationId xmlns:a16="http://schemas.microsoft.com/office/drawing/2014/main" id="{6137F4D0-6D0A-D6EF-E3E2-B6D20DFC65F6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7" name="pg157">
                <a:extLst>
                  <a:ext uri="{FF2B5EF4-FFF2-40B4-BE49-F238E27FC236}">
                    <a16:creationId xmlns:a16="http://schemas.microsoft.com/office/drawing/2014/main" id="{1C44E1C8-EF34-B66F-5420-89AAE6D93283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8" name="pg158">
                <a:extLst>
                  <a:ext uri="{FF2B5EF4-FFF2-40B4-BE49-F238E27FC236}">
                    <a16:creationId xmlns:a16="http://schemas.microsoft.com/office/drawing/2014/main" id="{D5031C8D-4F89-A15A-96A9-AF68FE7EEA90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9" name="pg159">
                <a:extLst>
                  <a:ext uri="{FF2B5EF4-FFF2-40B4-BE49-F238E27FC236}">
                    <a16:creationId xmlns:a16="http://schemas.microsoft.com/office/drawing/2014/main" id="{A5886656-8CC2-777B-4D62-95F17A90E33F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0" name="pg160">
                <a:extLst>
                  <a:ext uri="{FF2B5EF4-FFF2-40B4-BE49-F238E27FC236}">
                    <a16:creationId xmlns:a16="http://schemas.microsoft.com/office/drawing/2014/main" id="{932185B5-40FF-F6F7-1A29-50590A6C12E1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1" name="pg161">
                <a:extLst>
                  <a:ext uri="{FF2B5EF4-FFF2-40B4-BE49-F238E27FC236}">
                    <a16:creationId xmlns:a16="http://schemas.microsoft.com/office/drawing/2014/main" id="{2E8754F8-1AD9-149D-732C-0DFAA97386D7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2" name="pg162">
                <a:extLst>
                  <a:ext uri="{FF2B5EF4-FFF2-40B4-BE49-F238E27FC236}">
                    <a16:creationId xmlns:a16="http://schemas.microsoft.com/office/drawing/2014/main" id="{5B4E1C4B-3B49-7024-54EE-A92C67C5B9D3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3" name="pg163">
                <a:extLst>
                  <a:ext uri="{FF2B5EF4-FFF2-40B4-BE49-F238E27FC236}">
                    <a16:creationId xmlns:a16="http://schemas.microsoft.com/office/drawing/2014/main" id="{F1F83B4B-E346-879D-772A-3E098FFF53F3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4" name="pg164">
                <a:extLst>
                  <a:ext uri="{FF2B5EF4-FFF2-40B4-BE49-F238E27FC236}">
                    <a16:creationId xmlns:a16="http://schemas.microsoft.com/office/drawing/2014/main" id="{C0C4E58A-52B7-8EB4-3D68-B5AAAD409F71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5" name="pg165">
                <a:extLst>
                  <a:ext uri="{FF2B5EF4-FFF2-40B4-BE49-F238E27FC236}">
                    <a16:creationId xmlns:a16="http://schemas.microsoft.com/office/drawing/2014/main" id="{DCE8526D-891A-3CA7-CC0D-349D50546B28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6" name="pg166">
                <a:extLst>
                  <a:ext uri="{FF2B5EF4-FFF2-40B4-BE49-F238E27FC236}">
                    <a16:creationId xmlns:a16="http://schemas.microsoft.com/office/drawing/2014/main" id="{84ADCFA6-1023-E407-5AC6-DD8094B9E666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7" name="pg167">
                <a:extLst>
                  <a:ext uri="{FF2B5EF4-FFF2-40B4-BE49-F238E27FC236}">
                    <a16:creationId xmlns:a16="http://schemas.microsoft.com/office/drawing/2014/main" id="{82B742E0-FB73-0B1C-A3B5-BC17125BB0EF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8" name="pg168">
                <a:extLst>
                  <a:ext uri="{FF2B5EF4-FFF2-40B4-BE49-F238E27FC236}">
                    <a16:creationId xmlns:a16="http://schemas.microsoft.com/office/drawing/2014/main" id="{67CAB2B5-B539-D11C-E92F-626322C782A1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9" name="pg169">
                <a:extLst>
                  <a:ext uri="{FF2B5EF4-FFF2-40B4-BE49-F238E27FC236}">
                    <a16:creationId xmlns:a16="http://schemas.microsoft.com/office/drawing/2014/main" id="{50F237AE-A7D0-5DD9-954A-AB96FA0FBBBE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0" name="pg170">
                <a:extLst>
                  <a:ext uri="{FF2B5EF4-FFF2-40B4-BE49-F238E27FC236}">
                    <a16:creationId xmlns:a16="http://schemas.microsoft.com/office/drawing/2014/main" id="{AEB20490-A78F-E0C4-20F1-A12653322A15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1" name="pg171">
                <a:extLst>
                  <a:ext uri="{FF2B5EF4-FFF2-40B4-BE49-F238E27FC236}">
                    <a16:creationId xmlns:a16="http://schemas.microsoft.com/office/drawing/2014/main" id="{97A8A069-3751-B8F4-1BFA-496A8B03D78E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2" name="pg172">
                <a:extLst>
                  <a:ext uri="{FF2B5EF4-FFF2-40B4-BE49-F238E27FC236}">
                    <a16:creationId xmlns:a16="http://schemas.microsoft.com/office/drawing/2014/main" id="{D37657D6-941E-400B-DD9A-51C0D29DA5FE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3" name="pg173">
                <a:extLst>
                  <a:ext uri="{FF2B5EF4-FFF2-40B4-BE49-F238E27FC236}">
                    <a16:creationId xmlns:a16="http://schemas.microsoft.com/office/drawing/2014/main" id="{70FCCC3B-00B9-56E0-E36D-2779C10FF572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4" name="pg174">
                <a:extLst>
                  <a:ext uri="{FF2B5EF4-FFF2-40B4-BE49-F238E27FC236}">
                    <a16:creationId xmlns:a16="http://schemas.microsoft.com/office/drawing/2014/main" id="{2B5FEA3E-6DDB-F67B-5F18-4054074F0631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5" name="pg175">
                <a:extLst>
                  <a:ext uri="{FF2B5EF4-FFF2-40B4-BE49-F238E27FC236}">
                    <a16:creationId xmlns:a16="http://schemas.microsoft.com/office/drawing/2014/main" id="{5718D83A-62E5-59C3-0909-502FF7F8720B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6" name="pg176">
                <a:extLst>
                  <a:ext uri="{FF2B5EF4-FFF2-40B4-BE49-F238E27FC236}">
                    <a16:creationId xmlns:a16="http://schemas.microsoft.com/office/drawing/2014/main" id="{C977A41D-2332-303B-C57E-BB6BC8A201C8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7" name="pg177">
                <a:extLst>
                  <a:ext uri="{FF2B5EF4-FFF2-40B4-BE49-F238E27FC236}">
                    <a16:creationId xmlns:a16="http://schemas.microsoft.com/office/drawing/2014/main" id="{FF8C9636-09C2-7BE6-51AE-409EE85E1AD8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8" name="pg178">
                <a:extLst>
                  <a:ext uri="{FF2B5EF4-FFF2-40B4-BE49-F238E27FC236}">
                    <a16:creationId xmlns:a16="http://schemas.microsoft.com/office/drawing/2014/main" id="{CD79938F-FB5B-C1AC-7C2A-E88B39D4A929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9" name="pg179">
                <a:extLst>
                  <a:ext uri="{FF2B5EF4-FFF2-40B4-BE49-F238E27FC236}">
                    <a16:creationId xmlns:a16="http://schemas.microsoft.com/office/drawing/2014/main" id="{1CE8AF73-32C9-3ED2-F579-16060078CE66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0" name="pg180">
                <a:extLst>
                  <a:ext uri="{FF2B5EF4-FFF2-40B4-BE49-F238E27FC236}">
                    <a16:creationId xmlns:a16="http://schemas.microsoft.com/office/drawing/2014/main" id="{0F4CB379-2B90-68FD-9782-44F3C523E441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1" name="pg181">
                <a:extLst>
                  <a:ext uri="{FF2B5EF4-FFF2-40B4-BE49-F238E27FC236}">
                    <a16:creationId xmlns:a16="http://schemas.microsoft.com/office/drawing/2014/main" id="{96515266-8F2A-6EA3-A722-8A8692B4846C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2" name="pg182">
                <a:extLst>
                  <a:ext uri="{FF2B5EF4-FFF2-40B4-BE49-F238E27FC236}">
                    <a16:creationId xmlns:a16="http://schemas.microsoft.com/office/drawing/2014/main" id="{AD10A4FA-30B5-EBE7-3016-2A6A0C4090FA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3" name="pg183">
                <a:extLst>
                  <a:ext uri="{FF2B5EF4-FFF2-40B4-BE49-F238E27FC236}">
                    <a16:creationId xmlns:a16="http://schemas.microsoft.com/office/drawing/2014/main" id="{9CA6548F-61CC-E0BE-35F5-ECA0C4280038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4" name="pg184">
                <a:extLst>
                  <a:ext uri="{FF2B5EF4-FFF2-40B4-BE49-F238E27FC236}">
                    <a16:creationId xmlns:a16="http://schemas.microsoft.com/office/drawing/2014/main" id="{52C96F67-040C-AE7E-D997-AD9D684F1C7C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5" name="pg185">
                <a:extLst>
                  <a:ext uri="{FF2B5EF4-FFF2-40B4-BE49-F238E27FC236}">
                    <a16:creationId xmlns:a16="http://schemas.microsoft.com/office/drawing/2014/main" id="{84A6C6DD-A4D3-5FFA-D66C-462F9D961217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6" name="pg186">
                <a:extLst>
                  <a:ext uri="{FF2B5EF4-FFF2-40B4-BE49-F238E27FC236}">
                    <a16:creationId xmlns:a16="http://schemas.microsoft.com/office/drawing/2014/main" id="{2D6B9F47-D600-99F4-E0A5-B65F62054201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7" name="pg187">
                <a:extLst>
                  <a:ext uri="{FF2B5EF4-FFF2-40B4-BE49-F238E27FC236}">
                    <a16:creationId xmlns:a16="http://schemas.microsoft.com/office/drawing/2014/main" id="{13B00DD3-6145-5979-E585-5D5AB3D22FF5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8" name="pg188">
                <a:extLst>
                  <a:ext uri="{FF2B5EF4-FFF2-40B4-BE49-F238E27FC236}">
                    <a16:creationId xmlns:a16="http://schemas.microsoft.com/office/drawing/2014/main" id="{6CE7A3CD-5B12-9709-DC22-2933680748B6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9" name="pg189">
                <a:extLst>
                  <a:ext uri="{FF2B5EF4-FFF2-40B4-BE49-F238E27FC236}">
                    <a16:creationId xmlns:a16="http://schemas.microsoft.com/office/drawing/2014/main" id="{E32895DE-0474-6A2B-BEC5-AD91D320BF65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0" name="pg190">
                <a:extLst>
                  <a:ext uri="{FF2B5EF4-FFF2-40B4-BE49-F238E27FC236}">
                    <a16:creationId xmlns:a16="http://schemas.microsoft.com/office/drawing/2014/main" id="{B3C9D032-EB9E-7B0A-6573-DA7A36D9B74C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1" name="pg191">
                <a:extLst>
                  <a:ext uri="{FF2B5EF4-FFF2-40B4-BE49-F238E27FC236}">
                    <a16:creationId xmlns:a16="http://schemas.microsoft.com/office/drawing/2014/main" id="{7F934204-9C88-2D5C-99F7-F84FF7F640D5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2" name="pg192">
                <a:extLst>
                  <a:ext uri="{FF2B5EF4-FFF2-40B4-BE49-F238E27FC236}">
                    <a16:creationId xmlns:a16="http://schemas.microsoft.com/office/drawing/2014/main" id="{ACDFD59F-B317-C1B7-FB0A-EDA8167D6C5E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3" name="pg193">
                <a:extLst>
                  <a:ext uri="{FF2B5EF4-FFF2-40B4-BE49-F238E27FC236}">
                    <a16:creationId xmlns:a16="http://schemas.microsoft.com/office/drawing/2014/main" id="{CA04A964-6B10-268F-E09F-1D0FF7FFE4DF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4" name="pg194">
                <a:extLst>
                  <a:ext uri="{FF2B5EF4-FFF2-40B4-BE49-F238E27FC236}">
                    <a16:creationId xmlns:a16="http://schemas.microsoft.com/office/drawing/2014/main" id="{52F779F2-AAA2-C5A2-7182-278F5779A0B5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5" name="pg195">
                <a:extLst>
                  <a:ext uri="{FF2B5EF4-FFF2-40B4-BE49-F238E27FC236}">
                    <a16:creationId xmlns:a16="http://schemas.microsoft.com/office/drawing/2014/main" id="{BCB72B46-2250-D8EB-4744-4E2FB0352471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6" name="pg196">
                <a:extLst>
                  <a:ext uri="{FF2B5EF4-FFF2-40B4-BE49-F238E27FC236}">
                    <a16:creationId xmlns:a16="http://schemas.microsoft.com/office/drawing/2014/main" id="{7A277441-8572-58CA-78EF-EBBB38F77BEF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7" name="pg197">
                <a:extLst>
                  <a:ext uri="{FF2B5EF4-FFF2-40B4-BE49-F238E27FC236}">
                    <a16:creationId xmlns:a16="http://schemas.microsoft.com/office/drawing/2014/main" id="{0093B324-55DE-DF77-04B8-3D27C1A2FCB1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8" name="pg198">
                <a:extLst>
                  <a:ext uri="{FF2B5EF4-FFF2-40B4-BE49-F238E27FC236}">
                    <a16:creationId xmlns:a16="http://schemas.microsoft.com/office/drawing/2014/main" id="{D057F8FE-CA87-A1FC-1379-6A5DA05EEFA6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9" name="pg199">
                <a:extLst>
                  <a:ext uri="{FF2B5EF4-FFF2-40B4-BE49-F238E27FC236}">
                    <a16:creationId xmlns:a16="http://schemas.microsoft.com/office/drawing/2014/main" id="{A298A1E4-4F3A-5EFE-C2D3-F48D9273A5FF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0" name="pg200">
                <a:extLst>
                  <a:ext uri="{FF2B5EF4-FFF2-40B4-BE49-F238E27FC236}">
                    <a16:creationId xmlns:a16="http://schemas.microsoft.com/office/drawing/2014/main" id="{9301A32E-021C-B83E-A56F-15DC7ACBF890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1" name="pg201">
                <a:extLst>
                  <a:ext uri="{FF2B5EF4-FFF2-40B4-BE49-F238E27FC236}">
                    <a16:creationId xmlns:a16="http://schemas.microsoft.com/office/drawing/2014/main" id="{3B0C924E-212B-44F9-7A9A-1A38431CA5EF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2" name="pg202">
                <a:extLst>
                  <a:ext uri="{FF2B5EF4-FFF2-40B4-BE49-F238E27FC236}">
                    <a16:creationId xmlns:a16="http://schemas.microsoft.com/office/drawing/2014/main" id="{E1A68A34-51BB-A7B2-8BB6-CB03C4F28061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3" name="pg203">
                <a:extLst>
                  <a:ext uri="{FF2B5EF4-FFF2-40B4-BE49-F238E27FC236}">
                    <a16:creationId xmlns:a16="http://schemas.microsoft.com/office/drawing/2014/main" id="{598041A4-6DB6-3D99-B0EF-76F077C54CAF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4" name="pg204">
                <a:extLst>
                  <a:ext uri="{FF2B5EF4-FFF2-40B4-BE49-F238E27FC236}">
                    <a16:creationId xmlns:a16="http://schemas.microsoft.com/office/drawing/2014/main" id="{29DA8BA8-C6B7-BBAB-64EC-714A47FEC49C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5" name="pg205">
                <a:extLst>
                  <a:ext uri="{FF2B5EF4-FFF2-40B4-BE49-F238E27FC236}">
                    <a16:creationId xmlns:a16="http://schemas.microsoft.com/office/drawing/2014/main" id="{2845BAA8-BED3-FF9C-E205-4C2C5752F2A1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6" name="pg206">
                <a:extLst>
                  <a:ext uri="{FF2B5EF4-FFF2-40B4-BE49-F238E27FC236}">
                    <a16:creationId xmlns:a16="http://schemas.microsoft.com/office/drawing/2014/main" id="{B402B19F-BCB8-9EDE-C143-014F250E1D98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7" name="pg207">
                <a:extLst>
                  <a:ext uri="{FF2B5EF4-FFF2-40B4-BE49-F238E27FC236}">
                    <a16:creationId xmlns:a16="http://schemas.microsoft.com/office/drawing/2014/main" id="{64741520-E13D-2F91-AD06-1C29F8E243DA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8" name="pg208">
                <a:extLst>
                  <a:ext uri="{FF2B5EF4-FFF2-40B4-BE49-F238E27FC236}">
                    <a16:creationId xmlns:a16="http://schemas.microsoft.com/office/drawing/2014/main" id="{E839ECE8-EA14-6E6E-0F59-12A17E1E1F34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9" name="pg209">
                <a:extLst>
                  <a:ext uri="{FF2B5EF4-FFF2-40B4-BE49-F238E27FC236}">
                    <a16:creationId xmlns:a16="http://schemas.microsoft.com/office/drawing/2014/main" id="{66BB6BC8-CB58-9C33-0FE7-DDE993AAD2E1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0" name="pg210">
                <a:extLst>
                  <a:ext uri="{FF2B5EF4-FFF2-40B4-BE49-F238E27FC236}">
                    <a16:creationId xmlns:a16="http://schemas.microsoft.com/office/drawing/2014/main" id="{BC5692B4-25BF-FF5D-383A-0B89200E0E98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1" name="pg211">
                <a:extLst>
                  <a:ext uri="{FF2B5EF4-FFF2-40B4-BE49-F238E27FC236}">
                    <a16:creationId xmlns:a16="http://schemas.microsoft.com/office/drawing/2014/main" id="{BB6DE96C-360E-4219-EE62-5CE500278C4C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2" name="pg212">
                <a:extLst>
                  <a:ext uri="{FF2B5EF4-FFF2-40B4-BE49-F238E27FC236}">
                    <a16:creationId xmlns:a16="http://schemas.microsoft.com/office/drawing/2014/main" id="{B72F79D7-C4AA-FD30-ECA4-E04A07643718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3" name="pg213">
                <a:extLst>
                  <a:ext uri="{FF2B5EF4-FFF2-40B4-BE49-F238E27FC236}">
                    <a16:creationId xmlns:a16="http://schemas.microsoft.com/office/drawing/2014/main" id="{1C162C7E-2F23-2B59-BC2E-515164793E58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4" name="pg214">
                <a:extLst>
                  <a:ext uri="{FF2B5EF4-FFF2-40B4-BE49-F238E27FC236}">
                    <a16:creationId xmlns:a16="http://schemas.microsoft.com/office/drawing/2014/main" id="{D8D98C83-3609-B2B6-4E16-B45C932672D2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5" name="pg215">
                <a:extLst>
                  <a:ext uri="{FF2B5EF4-FFF2-40B4-BE49-F238E27FC236}">
                    <a16:creationId xmlns:a16="http://schemas.microsoft.com/office/drawing/2014/main" id="{F4C6D415-FDCC-976E-7AE7-47EBDE88F680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6" name="pg216">
                <a:extLst>
                  <a:ext uri="{FF2B5EF4-FFF2-40B4-BE49-F238E27FC236}">
                    <a16:creationId xmlns:a16="http://schemas.microsoft.com/office/drawing/2014/main" id="{B8CFAE6F-113D-BC02-10E9-F5FC4F62CF68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7" name="pg217">
                <a:extLst>
                  <a:ext uri="{FF2B5EF4-FFF2-40B4-BE49-F238E27FC236}">
                    <a16:creationId xmlns:a16="http://schemas.microsoft.com/office/drawing/2014/main" id="{76537720-3CEC-8C24-92EA-926D37CBB18B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8" name="pg218">
                <a:extLst>
                  <a:ext uri="{FF2B5EF4-FFF2-40B4-BE49-F238E27FC236}">
                    <a16:creationId xmlns:a16="http://schemas.microsoft.com/office/drawing/2014/main" id="{34EAC6D6-1613-DC04-876F-6B6B8C6BCF43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9" name="pg219">
                <a:extLst>
                  <a:ext uri="{FF2B5EF4-FFF2-40B4-BE49-F238E27FC236}">
                    <a16:creationId xmlns:a16="http://schemas.microsoft.com/office/drawing/2014/main" id="{22B0E761-48A4-B039-C5DC-BE0A3E8DD57B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0" name="pg220">
                <a:extLst>
                  <a:ext uri="{FF2B5EF4-FFF2-40B4-BE49-F238E27FC236}">
                    <a16:creationId xmlns:a16="http://schemas.microsoft.com/office/drawing/2014/main" id="{DDED3459-99E4-709E-92CF-9CFD33C7EC12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1" name="pg221">
                <a:extLst>
                  <a:ext uri="{FF2B5EF4-FFF2-40B4-BE49-F238E27FC236}">
                    <a16:creationId xmlns:a16="http://schemas.microsoft.com/office/drawing/2014/main" id="{90E40CC3-95F3-AF7B-6FAD-9C8A8618C53A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2" name="pg222">
                <a:extLst>
                  <a:ext uri="{FF2B5EF4-FFF2-40B4-BE49-F238E27FC236}">
                    <a16:creationId xmlns:a16="http://schemas.microsoft.com/office/drawing/2014/main" id="{D531F93D-F116-FAC2-79EA-CB7D46D23E6E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3" name="pg223">
                <a:extLst>
                  <a:ext uri="{FF2B5EF4-FFF2-40B4-BE49-F238E27FC236}">
                    <a16:creationId xmlns:a16="http://schemas.microsoft.com/office/drawing/2014/main" id="{642EB9FD-AB5E-B104-C967-4C486D8C8F5C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4" name="pg224">
                <a:extLst>
                  <a:ext uri="{FF2B5EF4-FFF2-40B4-BE49-F238E27FC236}">
                    <a16:creationId xmlns:a16="http://schemas.microsoft.com/office/drawing/2014/main" id="{2020FDE8-5730-F308-4588-59C98DAABF3B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5" name="pg225">
                <a:extLst>
                  <a:ext uri="{FF2B5EF4-FFF2-40B4-BE49-F238E27FC236}">
                    <a16:creationId xmlns:a16="http://schemas.microsoft.com/office/drawing/2014/main" id="{01DFF728-9A37-F93A-49B0-DB847BAD7578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6" name="pg226">
                <a:extLst>
                  <a:ext uri="{FF2B5EF4-FFF2-40B4-BE49-F238E27FC236}">
                    <a16:creationId xmlns:a16="http://schemas.microsoft.com/office/drawing/2014/main" id="{2E6B825F-38A5-CEB8-F36A-44C85B4D3D6B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7" name="pg227">
                <a:extLst>
                  <a:ext uri="{FF2B5EF4-FFF2-40B4-BE49-F238E27FC236}">
                    <a16:creationId xmlns:a16="http://schemas.microsoft.com/office/drawing/2014/main" id="{AE4CA62B-A1B9-67C8-BB96-EC3F7BCC0F9F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8" name="pg228">
                <a:extLst>
                  <a:ext uri="{FF2B5EF4-FFF2-40B4-BE49-F238E27FC236}">
                    <a16:creationId xmlns:a16="http://schemas.microsoft.com/office/drawing/2014/main" id="{12906154-A330-873B-1030-22A64A7596CB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9" name="pg229">
                <a:extLst>
                  <a:ext uri="{FF2B5EF4-FFF2-40B4-BE49-F238E27FC236}">
                    <a16:creationId xmlns:a16="http://schemas.microsoft.com/office/drawing/2014/main" id="{77D41866-0532-E652-B2ED-8F1FE2D7356A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0" name="pg230">
                <a:extLst>
                  <a:ext uri="{FF2B5EF4-FFF2-40B4-BE49-F238E27FC236}">
                    <a16:creationId xmlns:a16="http://schemas.microsoft.com/office/drawing/2014/main" id="{22FF98AC-BEE2-3842-B1AC-98CB05C92A86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1" name="pg231">
                <a:extLst>
                  <a:ext uri="{FF2B5EF4-FFF2-40B4-BE49-F238E27FC236}">
                    <a16:creationId xmlns:a16="http://schemas.microsoft.com/office/drawing/2014/main" id="{4DBF9B33-6190-A772-560B-52B0E7CFF9DF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2" name="pg232">
                <a:extLst>
                  <a:ext uri="{FF2B5EF4-FFF2-40B4-BE49-F238E27FC236}">
                    <a16:creationId xmlns:a16="http://schemas.microsoft.com/office/drawing/2014/main" id="{190AD962-8D30-60D7-121F-FC69B2A274C5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3" name="pg233">
                <a:extLst>
                  <a:ext uri="{FF2B5EF4-FFF2-40B4-BE49-F238E27FC236}">
                    <a16:creationId xmlns:a16="http://schemas.microsoft.com/office/drawing/2014/main" id="{49B92A5C-D8FA-5E53-C7E1-34585C56B74E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4" name="pg234">
                <a:extLst>
                  <a:ext uri="{FF2B5EF4-FFF2-40B4-BE49-F238E27FC236}">
                    <a16:creationId xmlns:a16="http://schemas.microsoft.com/office/drawing/2014/main" id="{350E8377-FD5A-2658-FC3D-07560297A7EB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5" name="pg235">
                <a:extLst>
                  <a:ext uri="{FF2B5EF4-FFF2-40B4-BE49-F238E27FC236}">
                    <a16:creationId xmlns:a16="http://schemas.microsoft.com/office/drawing/2014/main" id="{ED1A3F74-13FD-FE26-1FCD-94256512ABE4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6" name="pg236">
                <a:extLst>
                  <a:ext uri="{FF2B5EF4-FFF2-40B4-BE49-F238E27FC236}">
                    <a16:creationId xmlns:a16="http://schemas.microsoft.com/office/drawing/2014/main" id="{A9461CB6-B582-030C-D64D-348F00D7BF3D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7" name="pg237">
                <a:extLst>
                  <a:ext uri="{FF2B5EF4-FFF2-40B4-BE49-F238E27FC236}">
                    <a16:creationId xmlns:a16="http://schemas.microsoft.com/office/drawing/2014/main" id="{2512EB14-18F9-1120-5577-32A7AA001A2C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8" name="pg238">
                <a:extLst>
                  <a:ext uri="{FF2B5EF4-FFF2-40B4-BE49-F238E27FC236}">
                    <a16:creationId xmlns:a16="http://schemas.microsoft.com/office/drawing/2014/main" id="{DEB11B3B-ADA0-D876-47A1-EC4310632894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9" name="pg239">
                <a:extLst>
                  <a:ext uri="{FF2B5EF4-FFF2-40B4-BE49-F238E27FC236}">
                    <a16:creationId xmlns:a16="http://schemas.microsoft.com/office/drawing/2014/main" id="{43C644F3-AA34-76FE-DE0D-80156AE68F7A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0" name="pg240">
                <a:extLst>
                  <a:ext uri="{FF2B5EF4-FFF2-40B4-BE49-F238E27FC236}">
                    <a16:creationId xmlns:a16="http://schemas.microsoft.com/office/drawing/2014/main" id="{6CB154A2-E774-0DF9-9CA5-802F4BB9875B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1" name="pg241">
                <a:extLst>
                  <a:ext uri="{FF2B5EF4-FFF2-40B4-BE49-F238E27FC236}">
                    <a16:creationId xmlns:a16="http://schemas.microsoft.com/office/drawing/2014/main" id="{CD793BDC-59BF-AB6F-CBAC-ECF74D61181C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2" name="pg242">
                <a:extLst>
                  <a:ext uri="{FF2B5EF4-FFF2-40B4-BE49-F238E27FC236}">
                    <a16:creationId xmlns:a16="http://schemas.microsoft.com/office/drawing/2014/main" id="{124825E5-87F9-F903-FDEC-182920B159C7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3" name="pg243">
                <a:extLst>
                  <a:ext uri="{FF2B5EF4-FFF2-40B4-BE49-F238E27FC236}">
                    <a16:creationId xmlns:a16="http://schemas.microsoft.com/office/drawing/2014/main" id="{9C398743-20A6-6208-E5A9-6E36E0F8216C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4" name="pg244">
                <a:extLst>
                  <a:ext uri="{FF2B5EF4-FFF2-40B4-BE49-F238E27FC236}">
                    <a16:creationId xmlns:a16="http://schemas.microsoft.com/office/drawing/2014/main" id="{D4832ECC-D30F-C4E6-75C2-790AF16B5C90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5" name="pg245">
                <a:extLst>
                  <a:ext uri="{FF2B5EF4-FFF2-40B4-BE49-F238E27FC236}">
                    <a16:creationId xmlns:a16="http://schemas.microsoft.com/office/drawing/2014/main" id="{5B5D597C-FC48-E12E-31A1-80FF54D6F91B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6" name="pg246">
                <a:extLst>
                  <a:ext uri="{FF2B5EF4-FFF2-40B4-BE49-F238E27FC236}">
                    <a16:creationId xmlns:a16="http://schemas.microsoft.com/office/drawing/2014/main" id="{858BA95A-23E9-D281-40F6-E233A4423420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7" name="pg247">
                <a:extLst>
                  <a:ext uri="{FF2B5EF4-FFF2-40B4-BE49-F238E27FC236}">
                    <a16:creationId xmlns:a16="http://schemas.microsoft.com/office/drawing/2014/main" id="{FDE0B4C1-977A-5052-BE20-C1875E4EE33B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8" name="pg248">
                <a:extLst>
                  <a:ext uri="{FF2B5EF4-FFF2-40B4-BE49-F238E27FC236}">
                    <a16:creationId xmlns:a16="http://schemas.microsoft.com/office/drawing/2014/main" id="{0D20915A-BB53-4EF2-C874-6533DA8DC2C7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9" name="pg249">
                <a:extLst>
                  <a:ext uri="{FF2B5EF4-FFF2-40B4-BE49-F238E27FC236}">
                    <a16:creationId xmlns:a16="http://schemas.microsoft.com/office/drawing/2014/main" id="{F4DBCEA0-E4E4-B04D-4246-5395DEB05A09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0" name="pg250">
                <a:extLst>
                  <a:ext uri="{FF2B5EF4-FFF2-40B4-BE49-F238E27FC236}">
                    <a16:creationId xmlns:a16="http://schemas.microsoft.com/office/drawing/2014/main" id="{F6F86CC1-81C2-D1CC-1597-EF5BBFA5900F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1" name="pg251">
                <a:extLst>
                  <a:ext uri="{FF2B5EF4-FFF2-40B4-BE49-F238E27FC236}">
                    <a16:creationId xmlns:a16="http://schemas.microsoft.com/office/drawing/2014/main" id="{5F94F634-2764-342D-1257-95596583238C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2" name="pg252">
                <a:extLst>
                  <a:ext uri="{FF2B5EF4-FFF2-40B4-BE49-F238E27FC236}">
                    <a16:creationId xmlns:a16="http://schemas.microsoft.com/office/drawing/2014/main" id="{43421BBF-5EDF-A373-A29D-DD235C06758B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3" name="pg253">
                <a:extLst>
                  <a:ext uri="{FF2B5EF4-FFF2-40B4-BE49-F238E27FC236}">
                    <a16:creationId xmlns:a16="http://schemas.microsoft.com/office/drawing/2014/main" id="{73BB88BC-674F-9816-BD53-76A74B7703F3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4" name="pg254">
                <a:extLst>
                  <a:ext uri="{FF2B5EF4-FFF2-40B4-BE49-F238E27FC236}">
                    <a16:creationId xmlns:a16="http://schemas.microsoft.com/office/drawing/2014/main" id="{07C00563-FB29-0C7E-2DB6-9D50448132B6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5" name="pg255">
                <a:extLst>
                  <a:ext uri="{FF2B5EF4-FFF2-40B4-BE49-F238E27FC236}">
                    <a16:creationId xmlns:a16="http://schemas.microsoft.com/office/drawing/2014/main" id="{B5D9E382-1B69-62F9-6BE5-0263631D6E54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6" name="pg256">
                <a:extLst>
                  <a:ext uri="{FF2B5EF4-FFF2-40B4-BE49-F238E27FC236}">
                    <a16:creationId xmlns:a16="http://schemas.microsoft.com/office/drawing/2014/main" id="{0D378352-02FB-DD87-78E6-1A9BA1EC3E10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7" name="pg257">
                <a:extLst>
                  <a:ext uri="{FF2B5EF4-FFF2-40B4-BE49-F238E27FC236}">
                    <a16:creationId xmlns:a16="http://schemas.microsoft.com/office/drawing/2014/main" id="{7EFAD3FB-FBC1-D8C3-B9A6-1D91C1CF7D81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8" name="pg258">
                <a:extLst>
                  <a:ext uri="{FF2B5EF4-FFF2-40B4-BE49-F238E27FC236}">
                    <a16:creationId xmlns:a16="http://schemas.microsoft.com/office/drawing/2014/main" id="{2B64E5E6-B76F-DA7A-086C-BD9971C1A266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9" name="pg259">
                <a:extLst>
                  <a:ext uri="{FF2B5EF4-FFF2-40B4-BE49-F238E27FC236}">
                    <a16:creationId xmlns:a16="http://schemas.microsoft.com/office/drawing/2014/main" id="{C20C6A11-68F0-A7F4-D323-2E5FD808FDD9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0" name="pg260">
                <a:extLst>
                  <a:ext uri="{FF2B5EF4-FFF2-40B4-BE49-F238E27FC236}">
                    <a16:creationId xmlns:a16="http://schemas.microsoft.com/office/drawing/2014/main" id="{BDAB5D62-5F84-F173-DA5F-3C0B5D3B4EFE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1" name="pg261">
                <a:extLst>
                  <a:ext uri="{FF2B5EF4-FFF2-40B4-BE49-F238E27FC236}">
                    <a16:creationId xmlns:a16="http://schemas.microsoft.com/office/drawing/2014/main" id="{DB5DA38A-4765-E6E7-350A-5390A4EA302A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2" name="pg262">
                <a:extLst>
                  <a:ext uri="{FF2B5EF4-FFF2-40B4-BE49-F238E27FC236}">
                    <a16:creationId xmlns:a16="http://schemas.microsoft.com/office/drawing/2014/main" id="{DE0A07BE-C875-3F3F-1793-47EB287448AD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3" name="pg263">
                <a:extLst>
                  <a:ext uri="{FF2B5EF4-FFF2-40B4-BE49-F238E27FC236}">
                    <a16:creationId xmlns:a16="http://schemas.microsoft.com/office/drawing/2014/main" id="{923D236E-7397-151C-292D-EBA261C6C157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4" name="pg264">
                <a:extLst>
                  <a:ext uri="{FF2B5EF4-FFF2-40B4-BE49-F238E27FC236}">
                    <a16:creationId xmlns:a16="http://schemas.microsoft.com/office/drawing/2014/main" id="{51B04BAC-A1DD-ECA8-9C2D-9DC24F453DC6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5" name="pg265">
                <a:extLst>
                  <a:ext uri="{FF2B5EF4-FFF2-40B4-BE49-F238E27FC236}">
                    <a16:creationId xmlns:a16="http://schemas.microsoft.com/office/drawing/2014/main" id="{5F6A38BA-C091-53C9-D507-580A4F6A96CE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6" name="pg266">
                <a:extLst>
                  <a:ext uri="{FF2B5EF4-FFF2-40B4-BE49-F238E27FC236}">
                    <a16:creationId xmlns:a16="http://schemas.microsoft.com/office/drawing/2014/main" id="{66162F06-84BC-503E-FBA9-F354EFCF1543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7" name="pg267">
                <a:extLst>
                  <a:ext uri="{FF2B5EF4-FFF2-40B4-BE49-F238E27FC236}">
                    <a16:creationId xmlns:a16="http://schemas.microsoft.com/office/drawing/2014/main" id="{99C53EF3-0927-7714-1EF2-AE4488E49F43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8" name="pg268">
                <a:extLst>
                  <a:ext uri="{FF2B5EF4-FFF2-40B4-BE49-F238E27FC236}">
                    <a16:creationId xmlns:a16="http://schemas.microsoft.com/office/drawing/2014/main" id="{F2192871-CD89-66DA-04B5-8322F46EA17A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9" name="pg269">
                <a:extLst>
                  <a:ext uri="{FF2B5EF4-FFF2-40B4-BE49-F238E27FC236}">
                    <a16:creationId xmlns:a16="http://schemas.microsoft.com/office/drawing/2014/main" id="{20E204F7-4F73-62E6-D3FD-23DED7255AB3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0" name="pg270">
                <a:extLst>
                  <a:ext uri="{FF2B5EF4-FFF2-40B4-BE49-F238E27FC236}">
                    <a16:creationId xmlns:a16="http://schemas.microsoft.com/office/drawing/2014/main" id="{0D67F04A-90B3-8B66-A3FC-4B1CACD6DF3B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1" name="pg271">
                <a:extLst>
                  <a:ext uri="{FF2B5EF4-FFF2-40B4-BE49-F238E27FC236}">
                    <a16:creationId xmlns:a16="http://schemas.microsoft.com/office/drawing/2014/main" id="{8FA10423-09DA-E5F2-585A-F10501979E1A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2" name="pg272">
                <a:extLst>
                  <a:ext uri="{FF2B5EF4-FFF2-40B4-BE49-F238E27FC236}">
                    <a16:creationId xmlns:a16="http://schemas.microsoft.com/office/drawing/2014/main" id="{F1D54FEB-C4A5-C909-EA51-C6C042E8A2D4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3" name="pg273">
                <a:extLst>
                  <a:ext uri="{FF2B5EF4-FFF2-40B4-BE49-F238E27FC236}">
                    <a16:creationId xmlns:a16="http://schemas.microsoft.com/office/drawing/2014/main" id="{497D3455-F863-EC0A-54EB-A1AD553BEFB3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4" name="pg274">
                <a:extLst>
                  <a:ext uri="{FF2B5EF4-FFF2-40B4-BE49-F238E27FC236}">
                    <a16:creationId xmlns:a16="http://schemas.microsoft.com/office/drawing/2014/main" id="{6E2B60D6-EEFD-7A74-4AF7-3F77D85FB39E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5" name="pg275">
                <a:extLst>
                  <a:ext uri="{FF2B5EF4-FFF2-40B4-BE49-F238E27FC236}">
                    <a16:creationId xmlns:a16="http://schemas.microsoft.com/office/drawing/2014/main" id="{81A4DD0D-7180-A746-CA8E-2D0563B38AF1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6" name="pg276">
                <a:extLst>
                  <a:ext uri="{FF2B5EF4-FFF2-40B4-BE49-F238E27FC236}">
                    <a16:creationId xmlns:a16="http://schemas.microsoft.com/office/drawing/2014/main" id="{1173E540-E19D-A8AA-DF56-2B98843F5305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7" name="pg277">
                <a:extLst>
                  <a:ext uri="{FF2B5EF4-FFF2-40B4-BE49-F238E27FC236}">
                    <a16:creationId xmlns:a16="http://schemas.microsoft.com/office/drawing/2014/main" id="{9D0FD866-38F3-8D5B-93DB-D30647EFCD98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8" name="pg278">
                <a:extLst>
                  <a:ext uri="{FF2B5EF4-FFF2-40B4-BE49-F238E27FC236}">
                    <a16:creationId xmlns:a16="http://schemas.microsoft.com/office/drawing/2014/main" id="{BB34DC34-F384-1E6E-2A1C-DF4E78CA0944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9" name="pg279">
                <a:extLst>
                  <a:ext uri="{FF2B5EF4-FFF2-40B4-BE49-F238E27FC236}">
                    <a16:creationId xmlns:a16="http://schemas.microsoft.com/office/drawing/2014/main" id="{F60666B9-C2EF-B7F6-A9BE-5910552D2C31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0" name="pg280">
                <a:extLst>
                  <a:ext uri="{FF2B5EF4-FFF2-40B4-BE49-F238E27FC236}">
                    <a16:creationId xmlns:a16="http://schemas.microsoft.com/office/drawing/2014/main" id="{5991AC48-F2BB-214E-8434-EEE474E30186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1" name="pg281">
                <a:extLst>
                  <a:ext uri="{FF2B5EF4-FFF2-40B4-BE49-F238E27FC236}">
                    <a16:creationId xmlns:a16="http://schemas.microsoft.com/office/drawing/2014/main" id="{A4E8B82F-6165-EC4C-2E97-12BB87EEFE65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2" name="pg282">
                <a:extLst>
                  <a:ext uri="{FF2B5EF4-FFF2-40B4-BE49-F238E27FC236}">
                    <a16:creationId xmlns:a16="http://schemas.microsoft.com/office/drawing/2014/main" id="{313ABE62-9B71-BB12-660D-D0F5D5571519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3" name="pg283">
                <a:extLst>
                  <a:ext uri="{FF2B5EF4-FFF2-40B4-BE49-F238E27FC236}">
                    <a16:creationId xmlns:a16="http://schemas.microsoft.com/office/drawing/2014/main" id="{C2A95EB4-B259-3FE5-5EAB-381A09EE23AF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4" name="pg284">
                <a:extLst>
                  <a:ext uri="{FF2B5EF4-FFF2-40B4-BE49-F238E27FC236}">
                    <a16:creationId xmlns:a16="http://schemas.microsoft.com/office/drawing/2014/main" id="{7B5A6024-061E-4C74-8879-BAE77CABB59B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5" name="pg285">
                <a:extLst>
                  <a:ext uri="{FF2B5EF4-FFF2-40B4-BE49-F238E27FC236}">
                    <a16:creationId xmlns:a16="http://schemas.microsoft.com/office/drawing/2014/main" id="{DEDB2E79-DE11-D842-3025-10AF291C951E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6" name="pg286">
                <a:extLst>
                  <a:ext uri="{FF2B5EF4-FFF2-40B4-BE49-F238E27FC236}">
                    <a16:creationId xmlns:a16="http://schemas.microsoft.com/office/drawing/2014/main" id="{11B0E58B-1F61-BBC3-5913-81D55BA5768B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7" name="pg287">
                <a:extLst>
                  <a:ext uri="{FF2B5EF4-FFF2-40B4-BE49-F238E27FC236}">
                    <a16:creationId xmlns:a16="http://schemas.microsoft.com/office/drawing/2014/main" id="{63BD2C5C-8409-57F3-3A2A-02E846F173AE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8" name="pg288">
                <a:extLst>
                  <a:ext uri="{FF2B5EF4-FFF2-40B4-BE49-F238E27FC236}">
                    <a16:creationId xmlns:a16="http://schemas.microsoft.com/office/drawing/2014/main" id="{1F021AEB-72E9-5F7D-1787-80837606467A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9" name="pg289">
                <a:extLst>
                  <a:ext uri="{FF2B5EF4-FFF2-40B4-BE49-F238E27FC236}">
                    <a16:creationId xmlns:a16="http://schemas.microsoft.com/office/drawing/2014/main" id="{317696EF-2D44-F855-1A5C-BE143CF12019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0" name="pg290">
                <a:extLst>
                  <a:ext uri="{FF2B5EF4-FFF2-40B4-BE49-F238E27FC236}">
                    <a16:creationId xmlns:a16="http://schemas.microsoft.com/office/drawing/2014/main" id="{E83674AF-15C4-2CB4-2276-3F871036628D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1" name="pg291">
                <a:extLst>
                  <a:ext uri="{FF2B5EF4-FFF2-40B4-BE49-F238E27FC236}">
                    <a16:creationId xmlns:a16="http://schemas.microsoft.com/office/drawing/2014/main" id="{56411139-D760-FC3A-8F5C-FCEF5E09048D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2" name="pg292">
                <a:extLst>
                  <a:ext uri="{FF2B5EF4-FFF2-40B4-BE49-F238E27FC236}">
                    <a16:creationId xmlns:a16="http://schemas.microsoft.com/office/drawing/2014/main" id="{2DC1B7BF-CE67-85EE-D06E-00D9B8580940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3" name="pg293">
                <a:extLst>
                  <a:ext uri="{FF2B5EF4-FFF2-40B4-BE49-F238E27FC236}">
                    <a16:creationId xmlns:a16="http://schemas.microsoft.com/office/drawing/2014/main" id="{26BB682C-E97A-74A2-AB8E-FDC19BC5AFCC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4" name="pg294">
                <a:extLst>
                  <a:ext uri="{FF2B5EF4-FFF2-40B4-BE49-F238E27FC236}">
                    <a16:creationId xmlns:a16="http://schemas.microsoft.com/office/drawing/2014/main" id="{6BA9A7E2-C421-987F-5289-95EE2CEA8703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5" name="pg295">
                <a:extLst>
                  <a:ext uri="{FF2B5EF4-FFF2-40B4-BE49-F238E27FC236}">
                    <a16:creationId xmlns:a16="http://schemas.microsoft.com/office/drawing/2014/main" id="{60D8D56C-15BF-42D1-D178-2391D7C88687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6" name="pg296">
                <a:extLst>
                  <a:ext uri="{FF2B5EF4-FFF2-40B4-BE49-F238E27FC236}">
                    <a16:creationId xmlns:a16="http://schemas.microsoft.com/office/drawing/2014/main" id="{47082342-FBE6-A95F-B0F9-DD97B5330D3F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7" name="pg297">
                <a:extLst>
                  <a:ext uri="{FF2B5EF4-FFF2-40B4-BE49-F238E27FC236}">
                    <a16:creationId xmlns:a16="http://schemas.microsoft.com/office/drawing/2014/main" id="{8A45BEAA-33D2-696D-2DD8-24D840EF438D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8" name="pg298">
                <a:extLst>
                  <a:ext uri="{FF2B5EF4-FFF2-40B4-BE49-F238E27FC236}">
                    <a16:creationId xmlns:a16="http://schemas.microsoft.com/office/drawing/2014/main" id="{3B6622F8-FDBB-6F11-75D8-287CF3AE6068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9" name="pg299">
                <a:extLst>
                  <a:ext uri="{FF2B5EF4-FFF2-40B4-BE49-F238E27FC236}">
                    <a16:creationId xmlns:a16="http://schemas.microsoft.com/office/drawing/2014/main" id="{5A5D1130-6877-4F4A-F096-C2432E5F8F11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0" name="pg300">
                <a:extLst>
                  <a:ext uri="{FF2B5EF4-FFF2-40B4-BE49-F238E27FC236}">
                    <a16:creationId xmlns:a16="http://schemas.microsoft.com/office/drawing/2014/main" id="{B421FD17-B92B-25F2-42DA-AA3131063A63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1" name="pg301">
                <a:extLst>
                  <a:ext uri="{FF2B5EF4-FFF2-40B4-BE49-F238E27FC236}">
                    <a16:creationId xmlns:a16="http://schemas.microsoft.com/office/drawing/2014/main" id="{DADA73E2-6A42-30E6-FECC-27FA5DCC19F8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2" name="pg302">
                <a:extLst>
                  <a:ext uri="{FF2B5EF4-FFF2-40B4-BE49-F238E27FC236}">
                    <a16:creationId xmlns:a16="http://schemas.microsoft.com/office/drawing/2014/main" id="{57C22830-98DE-0C44-155E-8888748E2F93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3" name="pg303">
                <a:extLst>
                  <a:ext uri="{FF2B5EF4-FFF2-40B4-BE49-F238E27FC236}">
                    <a16:creationId xmlns:a16="http://schemas.microsoft.com/office/drawing/2014/main" id="{6D5BDB6B-8359-FFB3-C62B-4277C66CA120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4" name="pg304">
                <a:extLst>
                  <a:ext uri="{FF2B5EF4-FFF2-40B4-BE49-F238E27FC236}">
                    <a16:creationId xmlns:a16="http://schemas.microsoft.com/office/drawing/2014/main" id="{E748DD49-D992-7A7B-3B9C-680C311AAD02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5" name="pg305">
                <a:extLst>
                  <a:ext uri="{FF2B5EF4-FFF2-40B4-BE49-F238E27FC236}">
                    <a16:creationId xmlns:a16="http://schemas.microsoft.com/office/drawing/2014/main" id="{A7C19791-2991-B0F1-5C77-B8B4087AFF4F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6" name="pg306">
                <a:extLst>
                  <a:ext uri="{FF2B5EF4-FFF2-40B4-BE49-F238E27FC236}">
                    <a16:creationId xmlns:a16="http://schemas.microsoft.com/office/drawing/2014/main" id="{C17FF7E3-A374-884C-F231-E149E89806F3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7" name="pg307">
                <a:extLst>
                  <a:ext uri="{FF2B5EF4-FFF2-40B4-BE49-F238E27FC236}">
                    <a16:creationId xmlns:a16="http://schemas.microsoft.com/office/drawing/2014/main" id="{AA0B8569-20F3-ECF5-16AC-7F2CBE1B7A71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8" name="pg308">
                <a:extLst>
                  <a:ext uri="{FF2B5EF4-FFF2-40B4-BE49-F238E27FC236}">
                    <a16:creationId xmlns:a16="http://schemas.microsoft.com/office/drawing/2014/main" id="{B2C837F8-8CC5-76EB-B1E2-61519FE257B3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9" name="pg309">
                <a:extLst>
                  <a:ext uri="{FF2B5EF4-FFF2-40B4-BE49-F238E27FC236}">
                    <a16:creationId xmlns:a16="http://schemas.microsoft.com/office/drawing/2014/main" id="{AA911E5D-A158-FEA4-16AA-18D7C6928E9F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0" name="pg310">
                <a:extLst>
                  <a:ext uri="{FF2B5EF4-FFF2-40B4-BE49-F238E27FC236}">
                    <a16:creationId xmlns:a16="http://schemas.microsoft.com/office/drawing/2014/main" id="{2D4E4A30-06EA-8980-2246-F01B45EFADCB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1" name="pg311">
                <a:extLst>
                  <a:ext uri="{FF2B5EF4-FFF2-40B4-BE49-F238E27FC236}">
                    <a16:creationId xmlns:a16="http://schemas.microsoft.com/office/drawing/2014/main" id="{5C2CD2A5-86BC-B769-94FC-B372B4AD49DA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2" name="pg312">
                <a:extLst>
                  <a:ext uri="{FF2B5EF4-FFF2-40B4-BE49-F238E27FC236}">
                    <a16:creationId xmlns:a16="http://schemas.microsoft.com/office/drawing/2014/main" id="{774F7722-E66A-BF34-B08B-203241C1E606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3" name="pg313">
                <a:extLst>
                  <a:ext uri="{FF2B5EF4-FFF2-40B4-BE49-F238E27FC236}">
                    <a16:creationId xmlns:a16="http://schemas.microsoft.com/office/drawing/2014/main" id="{64D29A3D-430C-846D-964D-1BB4AF2A0BA8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4" name="pg314">
                <a:extLst>
                  <a:ext uri="{FF2B5EF4-FFF2-40B4-BE49-F238E27FC236}">
                    <a16:creationId xmlns:a16="http://schemas.microsoft.com/office/drawing/2014/main" id="{AC2DBE15-D567-1D6F-F2ED-25C42B11B941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5" name="pg315">
                <a:extLst>
                  <a:ext uri="{FF2B5EF4-FFF2-40B4-BE49-F238E27FC236}">
                    <a16:creationId xmlns:a16="http://schemas.microsoft.com/office/drawing/2014/main" id="{90176CF2-E538-B857-2AE9-89E4EEF9C37E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6" name="pg316">
                <a:extLst>
                  <a:ext uri="{FF2B5EF4-FFF2-40B4-BE49-F238E27FC236}">
                    <a16:creationId xmlns:a16="http://schemas.microsoft.com/office/drawing/2014/main" id="{E3F73AB9-0954-8752-E88B-CA60956438FC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7" name="pg317">
                <a:extLst>
                  <a:ext uri="{FF2B5EF4-FFF2-40B4-BE49-F238E27FC236}">
                    <a16:creationId xmlns:a16="http://schemas.microsoft.com/office/drawing/2014/main" id="{FAB7ECCA-118F-5883-4F87-13867C59ED93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8" name="pg318">
                <a:extLst>
                  <a:ext uri="{FF2B5EF4-FFF2-40B4-BE49-F238E27FC236}">
                    <a16:creationId xmlns:a16="http://schemas.microsoft.com/office/drawing/2014/main" id="{7790A5F6-CB22-CCF1-A49F-CE81C0877B47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9" name="pg319">
                <a:extLst>
                  <a:ext uri="{FF2B5EF4-FFF2-40B4-BE49-F238E27FC236}">
                    <a16:creationId xmlns:a16="http://schemas.microsoft.com/office/drawing/2014/main" id="{ED37301F-A2C1-D314-8679-6BD3376125F8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0" name="pg320">
                <a:extLst>
                  <a:ext uri="{FF2B5EF4-FFF2-40B4-BE49-F238E27FC236}">
                    <a16:creationId xmlns:a16="http://schemas.microsoft.com/office/drawing/2014/main" id="{FC2B8847-A97A-7DD7-946A-3DDE2FFF4611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1" name="pg321">
                <a:extLst>
                  <a:ext uri="{FF2B5EF4-FFF2-40B4-BE49-F238E27FC236}">
                    <a16:creationId xmlns:a16="http://schemas.microsoft.com/office/drawing/2014/main" id="{CEAE512C-4F3B-9359-ABC1-C7AB38E7609A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2" name="pg322">
                <a:extLst>
                  <a:ext uri="{FF2B5EF4-FFF2-40B4-BE49-F238E27FC236}">
                    <a16:creationId xmlns:a16="http://schemas.microsoft.com/office/drawing/2014/main" id="{31123D2D-3E5F-C902-1670-D915D8A92FFA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3" name="pg323">
                <a:extLst>
                  <a:ext uri="{FF2B5EF4-FFF2-40B4-BE49-F238E27FC236}">
                    <a16:creationId xmlns:a16="http://schemas.microsoft.com/office/drawing/2014/main" id="{5122690F-81C7-4EC5-935B-66B9BA1A1BB9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4" name="pg324">
                <a:extLst>
                  <a:ext uri="{FF2B5EF4-FFF2-40B4-BE49-F238E27FC236}">
                    <a16:creationId xmlns:a16="http://schemas.microsoft.com/office/drawing/2014/main" id="{7A50C5B7-EB82-C5C6-02ED-9C14DF2FB53A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5" name="pg325">
                <a:extLst>
                  <a:ext uri="{FF2B5EF4-FFF2-40B4-BE49-F238E27FC236}">
                    <a16:creationId xmlns:a16="http://schemas.microsoft.com/office/drawing/2014/main" id="{0C42F090-4706-78DE-D20E-8D65EF828787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6" name="pg326">
                <a:extLst>
                  <a:ext uri="{FF2B5EF4-FFF2-40B4-BE49-F238E27FC236}">
                    <a16:creationId xmlns:a16="http://schemas.microsoft.com/office/drawing/2014/main" id="{40C7A114-B82E-795F-02DE-662B2F1C9758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7" name="pg327">
                <a:extLst>
                  <a:ext uri="{FF2B5EF4-FFF2-40B4-BE49-F238E27FC236}">
                    <a16:creationId xmlns:a16="http://schemas.microsoft.com/office/drawing/2014/main" id="{580CD9EE-018E-1C1F-4B5E-1C271205DC3E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8" name="pg328">
                <a:extLst>
                  <a:ext uri="{FF2B5EF4-FFF2-40B4-BE49-F238E27FC236}">
                    <a16:creationId xmlns:a16="http://schemas.microsoft.com/office/drawing/2014/main" id="{0681EA92-E090-1BA4-4736-64B914A88E47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9" name="pg329">
                <a:extLst>
                  <a:ext uri="{FF2B5EF4-FFF2-40B4-BE49-F238E27FC236}">
                    <a16:creationId xmlns:a16="http://schemas.microsoft.com/office/drawing/2014/main" id="{19BC6DC1-EDC8-4F46-62E3-CB22991AA637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0" name="pg330">
                <a:extLst>
                  <a:ext uri="{FF2B5EF4-FFF2-40B4-BE49-F238E27FC236}">
                    <a16:creationId xmlns:a16="http://schemas.microsoft.com/office/drawing/2014/main" id="{9DBFFF33-F606-AE38-3AAD-304175E878D5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1" name="pg331">
                <a:extLst>
                  <a:ext uri="{FF2B5EF4-FFF2-40B4-BE49-F238E27FC236}">
                    <a16:creationId xmlns:a16="http://schemas.microsoft.com/office/drawing/2014/main" id="{7665D7E2-AA28-5939-2980-9099A38FB71F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2" name="pg332">
                <a:extLst>
                  <a:ext uri="{FF2B5EF4-FFF2-40B4-BE49-F238E27FC236}">
                    <a16:creationId xmlns:a16="http://schemas.microsoft.com/office/drawing/2014/main" id="{93CE1F33-E75E-7704-1F17-DA3C4F603ECD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3" name="pg333">
                <a:extLst>
                  <a:ext uri="{FF2B5EF4-FFF2-40B4-BE49-F238E27FC236}">
                    <a16:creationId xmlns:a16="http://schemas.microsoft.com/office/drawing/2014/main" id="{2E1D406A-6FDA-6D13-F548-C50867DCA94C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4" name="pg334">
                <a:extLst>
                  <a:ext uri="{FF2B5EF4-FFF2-40B4-BE49-F238E27FC236}">
                    <a16:creationId xmlns:a16="http://schemas.microsoft.com/office/drawing/2014/main" id="{8B1AA375-1065-3C4C-BF83-078DD358435E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5" name="pg335">
                <a:extLst>
                  <a:ext uri="{FF2B5EF4-FFF2-40B4-BE49-F238E27FC236}">
                    <a16:creationId xmlns:a16="http://schemas.microsoft.com/office/drawing/2014/main" id="{47458A3A-C9B9-3545-3CC6-E4DFC7FD53A3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6" name="pg336">
                <a:extLst>
                  <a:ext uri="{FF2B5EF4-FFF2-40B4-BE49-F238E27FC236}">
                    <a16:creationId xmlns:a16="http://schemas.microsoft.com/office/drawing/2014/main" id="{D7EE7D24-283E-9417-F6D4-8D5063C8E755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7" name="pg337">
                <a:extLst>
                  <a:ext uri="{FF2B5EF4-FFF2-40B4-BE49-F238E27FC236}">
                    <a16:creationId xmlns:a16="http://schemas.microsoft.com/office/drawing/2014/main" id="{AB524149-D6DE-967C-425A-662D2786E98F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8" name="pg338">
                <a:extLst>
                  <a:ext uri="{FF2B5EF4-FFF2-40B4-BE49-F238E27FC236}">
                    <a16:creationId xmlns:a16="http://schemas.microsoft.com/office/drawing/2014/main" id="{CED056CF-74C9-3681-1FEB-4D346E8F5191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9" name="pg339">
                <a:extLst>
                  <a:ext uri="{FF2B5EF4-FFF2-40B4-BE49-F238E27FC236}">
                    <a16:creationId xmlns:a16="http://schemas.microsoft.com/office/drawing/2014/main" id="{F4C0CD3C-A8C0-F958-F797-106825BF17E4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0" name="pg340">
                <a:extLst>
                  <a:ext uri="{FF2B5EF4-FFF2-40B4-BE49-F238E27FC236}">
                    <a16:creationId xmlns:a16="http://schemas.microsoft.com/office/drawing/2014/main" id="{1E6AA12E-F8F4-0F97-38ED-9D28E16E2A00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1" name="pg341">
                <a:extLst>
                  <a:ext uri="{FF2B5EF4-FFF2-40B4-BE49-F238E27FC236}">
                    <a16:creationId xmlns:a16="http://schemas.microsoft.com/office/drawing/2014/main" id="{DB885610-E340-76F3-D040-121DBF3D98C5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2" name="pg342">
                <a:extLst>
                  <a:ext uri="{FF2B5EF4-FFF2-40B4-BE49-F238E27FC236}">
                    <a16:creationId xmlns:a16="http://schemas.microsoft.com/office/drawing/2014/main" id="{15DAEFA0-03EE-7025-08FA-3132018398D1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3" name="pg343">
                <a:extLst>
                  <a:ext uri="{FF2B5EF4-FFF2-40B4-BE49-F238E27FC236}">
                    <a16:creationId xmlns:a16="http://schemas.microsoft.com/office/drawing/2014/main" id="{0EE064A0-5D4F-7600-9725-AC7016B6F42D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4" name="pg344">
                <a:extLst>
                  <a:ext uri="{FF2B5EF4-FFF2-40B4-BE49-F238E27FC236}">
                    <a16:creationId xmlns:a16="http://schemas.microsoft.com/office/drawing/2014/main" id="{ED20D57F-E715-D47D-D19D-FCC3FAC986BC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5" name="pg345">
                <a:extLst>
                  <a:ext uri="{FF2B5EF4-FFF2-40B4-BE49-F238E27FC236}">
                    <a16:creationId xmlns:a16="http://schemas.microsoft.com/office/drawing/2014/main" id="{2BA6B69C-9335-DD31-F0D3-D3CC7EFA105D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6" name="pg346">
                <a:extLst>
                  <a:ext uri="{FF2B5EF4-FFF2-40B4-BE49-F238E27FC236}">
                    <a16:creationId xmlns:a16="http://schemas.microsoft.com/office/drawing/2014/main" id="{4E24B4E0-D6BB-9507-0531-301B437C5F7F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7" name="pg347">
                <a:extLst>
                  <a:ext uri="{FF2B5EF4-FFF2-40B4-BE49-F238E27FC236}">
                    <a16:creationId xmlns:a16="http://schemas.microsoft.com/office/drawing/2014/main" id="{87A69DBF-A856-C5BF-BB76-7C2B8A1B61A8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8" name="pg348">
                <a:extLst>
                  <a:ext uri="{FF2B5EF4-FFF2-40B4-BE49-F238E27FC236}">
                    <a16:creationId xmlns:a16="http://schemas.microsoft.com/office/drawing/2014/main" id="{0782ED0E-5B8B-2E23-099F-2EFEB994137E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9" name="pg349">
                <a:extLst>
                  <a:ext uri="{FF2B5EF4-FFF2-40B4-BE49-F238E27FC236}">
                    <a16:creationId xmlns:a16="http://schemas.microsoft.com/office/drawing/2014/main" id="{755E2345-BFE9-35EF-8FDE-9D397DDCD26A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0" name="pg350">
                <a:extLst>
                  <a:ext uri="{FF2B5EF4-FFF2-40B4-BE49-F238E27FC236}">
                    <a16:creationId xmlns:a16="http://schemas.microsoft.com/office/drawing/2014/main" id="{BAE75784-BD8D-FDF4-A651-DB627F415379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1" name="pg351">
                <a:extLst>
                  <a:ext uri="{FF2B5EF4-FFF2-40B4-BE49-F238E27FC236}">
                    <a16:creationId xmlns:a16="http://schemas.microsoft.com/office/drawing/2014/main" id="{CA0DA1FC-9B32-EB7D-1B2E-E70E5B2D0AE1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2" name="pg352">
                <a:extLst>
                  <a:ext uri="{FF2B5EF4-FFF2-40B4-BE49-F238E27FC236}">
                    <a16:creationId xmlns:a16="http://schemas.microsoft.com/office/drawing/2014/main" id="{6DCC110E-CC64-96EB-8415-1D04CC977700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3" name="pg353">
                <a:extLst>
                  <a:ext uri="{FF2B5EF4-FFF2-40B4-BE49-F238E27FC236}">
                    <a16:creationId xmlns:a16="http://schemas.microsoft.com/office/drawing/2014/main" id="{0983D49F-04C4-8AD7-8ED4-6DA42D510829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4" name="pg354">
                <a:extLst>
                  <a:ext uri="{FF2B5EF4-FFF2-40B4-BE49-F238E27FC236}">
                    <a16:creationId xmlns:a16="http://schemas.microsoft.com/office/drawing/2014/main" id="{172A43ED-628B-32DE-3A06-C6CE991008CA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5" name="pg355">
                <a:extLst>
                  <a:ext uri="{FF2B5EF4-FFF2-40B4-BE49-F238E27FC236}">
                    <a16:creationId xmlns:a16="http://schemas.microsoft.com/office/drawing/2014/main" id="{A985D452-BA7F-0985-4F01-45383DF881CD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6" name="pg356">
                <a:extLst>
                  <a:ext uri="{FF2B5EF4-FFF2-40B4-BE49-F238E27FC236}">
                    <a16:creationId xmlns:a16="http://schemas.microsoft.com/office/drawing/2014/main" id="{10DFD61A-FDF5-E0DA-1675-9AC02886F759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7" name="pg357">
                <a:extLst>
                  <a:ext uri="{FF2B5EF4-FFF2-40B4-BE49-F238E27FC236}">
                    <a16:creationId xmlns:a16="http://schemas.microsoft.com/office/drawing/2014/main" id="{19453FD4-1DFD-8413-BD65-801A015AA88F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8" name="pg358">
                <a:extLst>
                  <a:ext uri="{FF2B5EF4-FFF2-40B4-BE49-F238E27FC236}">
                    <a16:creationId xmlns:a16="http://schemas.microsoft.com/office/drawing/2014/main" id="{FA55F7F5-DB56-3900-7B57-DD35D08C935C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9" name="pg359">
                <a:extLst>
                  <a:ext uri="{FF2B5EF4-FFF2-40B4-BE49-F238E27FC236}">
                    <a16:creationId xmlns:a16="http://schemas.microsoft.com/office/drawing/2014/main" id="{936996D3-C18C-F591-A0A3-8BA5FC9DBB4C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0" name="pg360">
                <a:extLst>
                  <a:ext uri="{FF2B5EF4-FFF2-40B4-BE49-F238E27FC236}">
                    <a16:creationId xmlns:a16="http://schemas.microsoft.com/office/drawing/2014/main" id="{35757EE8-84A7-D9AD-371C-3E54DCB602D4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1" name="pg361">
                <a:extLst>
                  <a:ext uri="{FF2B5EF4-FFF2-40B4-BE49-F238E27FC236}">
                    <a16:creationId xmlns:a16="http://schemas.microsoft.com/office/drawing/2014/main" id="{0F75CBB8-A2A5-D2DF-E2B7-5CF9DC5890B3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2" name="pg362">
                <a:extLst>
                  <a:ext uri="{FF2B5EF4-FFF2-40B4-BE49-F238E27FC236}">
                    <a16:creationId xmlns:a16="http://schemas.microsoft.com/office/drawing/2014/main" id="{BE7FBF2D-97DF-10AA-2802-A5ADB3127685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3" name="pg363">
                <a:extLst>
                  <a:ext uri="{FF2B5EF4-FFF2-40B4-BE49-F238E27FC236}">
                    <a16:creationId xmlns:a16="http://schemas.microsoft.com/office/drawing/2014/main" id="{11050995-E750-73C5-1762-4CBDE7218D06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4" name="pg364">
                <a:extLst>
                  <a:ext uri="{FF2B5EF4-FFF2-40B4-BE49-F238E27FC236}">
                    <a16:creationId xmlns:a16="http://schemas.microsoft.com/office/drawing/2014/main" id="{CA2FBDB8-13E4-5D24-560F-8F1D6D6425D4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5" name="pg365">
                <a:extLst>
                  <a:ext uri="{FF2B5EF4-FFF2-40B4-BE49-F238E27FC236}">
                    <a16:creationId xmlns:a16="http://schemas.microsoft.com/office/drawing/2014/main" id="{11CCADC6-456A-A2F0-AD44-667097C321B8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6" name="pg366">
                <a:extLst>
                  <a:ext uri="{FF2B5EF4-FFF2-40B4-BE49-F238E27FC236}">
                    <a16:creationId xmlns:a16="http://schemas.microsoft.com/office/drawing/2014/main" id="{D624397D-1EA9-C71F-74A7-79DA9716D6E5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7" name="pg367">
                <a:extLst>
                  <a:ext uri="{FF2B5EF4-FFF2-40B4-BE49-F238E27FC236}">
                    <a16:creationId xmlns:a16="http://schemas.microsoft.com/office/drawing/2014/main" id="{72652542-3ACD-09A7-684B-6E21BB735A73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8" name="pg368">
                <a:extLst>
                  <a:ext uri="{FF2B5EF4-FFF2-40B4-BE49-F238E27FC236}">
                    <a16:creationId xmlns:a16="http://schemas.microsoft.com/office/drawing/2014/main" id="{8AAD389D-309A-448A-4C8F-2EB79D46784C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9" name="pg369">
                <a:extLst>
                  <a:ext uri="{FF2B5EF4-FFF2-40B4-BE49-F238E27FC236}">
                    <a16:creationId xmlns:a16="http://schemas.microsoft.com/office/drawing/2014/main" id="{BA0F3CAE-96C5-D269-A88E-39DE6DD5C71D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0" name="pg370">
                <a:extLst>
                  <a:ext uri="{FF2B5EF4-FFF2-40B4-BE49-F238E27FC236}">
                    <a16:creationId xmlns:a16="http://schemas.microsoft.com/office/drawing/2014/main" id="{9A199334-6E7E-3578-284D-889E64E84839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1" name="pg371">
                <a:extLst>
                  <a:ext uri="{FF2B5EF4-FFF2-40B4-BE49-F238E27FC236}">
                    <a16:creationId xmlns:a16="http://schemas.microsoft.com/office/drawing/2014/main" id="{8EA24751-B3DC-49C7-7261-98F3797A36FB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2" name="pg372">
                <a:extLst>
                  <a:ext uri="{FF2B5EF4-FFF2-40B4-BE49-F238E27FC236}">
                    <a16:creationId xmlns:a16="http://schemas.microsoft.com/office/drawing/2014/main" id="{A22BAE9D-CFDE-C8F1-B171-8918B1A0491F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3" name="pg373">
                <a:extLst>
                  <a:ext uri="{FF2B5EF4-FFF2-40B4-BE49-F238E27FC236}">
                    <a16:creationId xmlns:a16="http://schemas.microsoft.com/office/drawing/2014/main" id="{5F7B319C-8C71-98C5-B507-9306BECAC4D4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4" name="pg374">
                <a:extLst>
                  <a:ext uri="{FF2B5EF4-FFF2-40B4-BE49-F238E27FC236}">
                    <a16:creationId xmlns:a16="http://schemas.microsoft.com/office/drawing/2014/main" id="{D81CA27C-B785-1180-5BA1-F993919E5CD1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5" name="pg375">
                <a:extLst>
                  <a:ext uri="{FF2B5EF4-FFF2-40B4-BE49-F238E27FC236}">
                    <a16:creationId xmlns:a16="http://schemas.microsoft.com/office/drawing/2014/main" id="{6FDD0234-880C-E069-6323-0B576C1CAE63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6" name="pg376">
                <a:extLst>
                  <a:ext uri="{FF2B5EF4-FFF2-40B4-BE49-F238E27FC236}">
                    <a16:creationId xmlns:a16="http://schemas.microsoft.com/office/drawing/2014/main" id="{41181314-FBD6-DC07-F464-A99C457FC716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7" name="pg377">
                <a:extLst>
                  <a:ext uri="{FF2B5EF4-FFF2-40B4-BE49-F238E27FC236}">
                    <a16:creationId xmlns:a16="http://schemas.microsoft.com/office/drawing/2014/main" id="{DC49FB56-1A88-9334-4002-4535B0A2E7CB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8" name="pg378">
                <a:extLst>
                  <a:ext uri="{FF2B5EF4-FFF2-40B4-BE49-F238E27FC236}">
                    <a16:creationId xmlns:a16="http://schemas.microsoft.com/office/drawing/2014/main" id="{D535EEED-08BB-68AA-C2FE-1FAC5DEA0D86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9" name="pg379">
                <a:extLst>
                  <a:ext uri="{FF2B5EF4-FFF2-40B4-BE49-F238E27FC236}">
                    <a16:creationId xmlns:a16="http://schemas.microsoft.com/office/drawing/2014/main" id="{0F5B394B-0362-5A1C-3233-83B26D8C653B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0" name="pg380">
                <a:extLst>
                  <a:ext uri="{FF2B5EF4-FFF2-40B4-BE49-F238E27FC236}">
                    <a16:creationId xmlns:a16="http://schemas.microsoft.com/office/drawing/2014/main" id="{029A7914-72E0-B479-7D1B-6F725A861224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1" name="pg381">
                <a:extLst>
                  <a:ext uri="{FF2B5EF4-FFF2-40B4-BE49-F238E27FC236}">
                    <a16:creationId xmlns:a16="http://schemas.microsoft.com/office/drawing/2014/main" id="{91555E6D-F78B-28C4-EFB4-4028100CF540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2" name="pg382">
                <a:extLst>
                  <a:ext uri="{FF2B5EF4-FFF2-40B4-BE49-F238E27FC236}">
                    <a16:creationId xmlns:a16="http://schemas.microsoft.com/office/drawing/2014/main" id="{548F2CDF-71A4-2AEB-E696-44D94D9CEEA4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3" name="pg383">
                <a:extLst>
                  <a:ext uri="{FF2B5EF4-FFF2-40B4-BE49-F238E27FC236}">
                    <a16:creationId xmlns:a16="http://schemas.microsoft.com/office/drawing/2014/main" id="{759538C1-D719-E7EC-77BF-4309BF512361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4" name="pg384">
                <a:extLst>
                  <a:ext uri="{FF2B5EF4-FFF2-40B4-BE49-F238E27FC236}">
                    <a16:creationId xmlns:a16="http://schemas.microsoft.com/office/drawing/2014/main" id="{291FD622-6F0F-8744-2907-26DF81336AA7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5" name="pg385">
                <a:extLst>
                  <a:ext uri="{FF2B5EF4-FFF2-40B4-BE49-F238E27FC236}">
                    <a16:creationId xmlns:a16="http://schemas.microsoft.com/office/drawing/2014/main" id="{F344826F-6E6A-3224-2C23-A6CEEC79D7D9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6" name="pg386">
                <a:extLst>
                  <a:ext uri="{FF2B5EF4-FFF2-40B4-BE49-F238E27FC236}">
                    <a16:creationId xmlns:a16="http://schemas.microsoft.com/office/drawing/2014/main" id="{BB8AE089-F523-316B-372D-9F9C54883740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7" name="pg387">
                <a:extLst>
                  <a:ext uri="{FF2B5EF4-FFF2-40B4-BE49-F238E27FC236}">
                    <a16:creationId xmlns:a16="http://schemas.microsoft.com/office/drawing/2014/main" id="{E80797E3-1A39-348A-173D-28935A015F40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8" name="pg388">
                <a:extLst>
                  <a:ext uri="{FF2B5EF4-FFF2-40B4-BE49-F238E27FC236}">
                    <a16:creationId xmlns:a16="http://schemas.microsoft.com/office/drawing/2014/main" id="{8AAF832C-F771-1CE8-CF63-974AAF7F4426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9" name="pg389">
                <a:extLst>
                  <a:ext uri="{FF2B5EF4-FFF2-40B4-BE49-F238E27FC236}">
                    <a16:creationId xmlns:a16="http://schemas.microsoft.com/office/drawing/2014/main" id="{C09427FB-6CC1-4A03-E110-EBCCE8B907A7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0" name="pg390">
                <a:extLst>
                  <a:ext uri="{FF2B5EF4-FFF2-40B4-BE49-F238E27FC236}">
                    <a16:creationId xmlns:a16="http://schemas.microsoft.com/office/drawing/2014/main" id="{E1DF4357-9B11-BD21-7161-B5B3A495E688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1" name="pg391">
                <a:extLst>
                  <a:ext uri="{FF2B5EF4-FFF2-40B4-BE49-F238E27FC236}">
                    <a16:creationId xmlns:a16="http://schemas.microsoft.com/office/drawing/2014/main" id="{BB5F10FC-0B44-3740-5411-2466773E485B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2" name="pg392">
                <a:extLst>
                  <a:ext uri="{FF2B5EF4-FFF2-40B4-BE49-F238E27FC236}">
                    <a16:creationId xmlns:a16="http://schemas.microsoft.com/office/drawing/2014/main" id="{81A7F25D-0466-E239-5FC7-FEFE3C334F18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3" name="pg393">
                <a:extLst>
                  <a:ext uri="{FF2B5EF4-FFF2-40B4-BE49-F238E27FC236}">
                    <a16:creationId xmlns:a16="http://schemas.microsoft.com/office/drawing/2014/main" id="{4DE576B2-330B-59D5-843E-C65C075E1D78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4" name="pg394">
                <a:extLst>
                  <a:ext uri="{FF2B5EF4-FFF2-40B4-BE49-F238E27FC236}">
                    <a16:creationId xmlns:a16="http://schemas.microsoft.com/office/drawing/2014/main" id="{75205B3E-E747-A308-7AD1-DE894B7AAD6A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5" name="pg395">
                <a:extLst>
                  <a:ext uri="{FF2B5EF4-FFF2-40B4-BE49-F238E27FC236}">
                    <a16:creationId xmlns:a16="http://schemas.microsoft.com/office/drawing/2014/main" id="{0E380BB7-D96E-2D8B-A07A-59DEA3BFA72E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6" name="pg396">
                <a:extLst>
                  <a:ext uri="{FF2B5EF4-FFF2-40B4-BE49-F238E27FC236}">
                    <a16:creationId xmlns:a16="http://schemas.microsoft.com/office/drawing/2014/main" id="{1C1EBC2F-FC90-4E07-0B62-021355476B18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7" name="pg397">
                <a:extLst>
                  <a:ext uri="{FF2B5EF4-FFF2-40B4-BE49-F238E27FC236}">
                    <a16:creationId xmlns:a16="http://schemas.microsoft.com/office/drawing/2014/main" id="{58B83B12-E7DC-5466-AFA3-7FD745825546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8" name="pg398">
                <a:extLst>
                  <a:ext uri="{FF2B5EF4-FFF2-40B4-BE49-F238E27FC236}">
                    <a16:creationId xmlns:a16="http://schemas.microsoft.com/office/drawing/2014/main" id="{BCA22328-5B61-AF23-9E1C-0421A487DFBC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9" name="pg399">
                <a:extLst>
                  <a:ext uri="{FF2B5EF4-FFF2-40B4-BE49-F238E27FC236}">
                    <a16:creationId xmlns:a16="http://schemas.microsoft.com/office/drawing/2014/main" id="{8C2BABA2-FD78-D18F-B9C8-13F7D0656D7A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0" name="pg400">
                <a:extLst>
                  <a:ext uri="{FF2B5EF4-FFF2-40B4-BE49-F238E27FC236}">
                    <a16:creationId xmlns:a16="http://schemas.microsoft.com/office/drawing/2014/main" id="{F2DCB652-AEF4-EC06-39C3-1042084E7B2C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1" name="pg401">
                <a:extLst>
                  <a:ext uri="{FF2B5EF4-FFF2-40B4-BE49-F238E27FC236}">
                    <a16:creationId xmlns:a16="http://schemas.microsoft.com/office/drawing/2014/main" id="{EE0714E9-5C7F-3475-0F98-94A148FCDDC5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2" name="pg402">
                <a:extLst>
                  <a:ext uri="{FF2B5EF4-FFF2-40B4-BE49-F238E27FC236}">
                    <a16:creationId xmlns:a16="http://schemas.microsoft.com/office/drawing/2014/main" id="{0CB93789-1F12-9617-7FCD-9E4C13E047D5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3" name="pg403">
                <a:extLst>
                  <a:ext uri="{FF2B5EF4-FFF2-40B4-BE49-F238E27FC236}">
                    <a16:creationId xmlns:a16="http://schemas.microsoft.com/office/drawing/2014/main" id="{56F0CB4F-A066-9E87-58CC-EA205D592236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4" name="pg404">
                <a:extLst>
                  <a:ext uri="{FF2B5EF4-FFF2-40B4-BE49-F238E27FC236}">
                    <a16:creationId xmlns:a16="http://schemas.microsoft.com/office/drawing/2014/main" id="{02FA8573-C293-8087-145A-628169A2A762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5" name="pg405">
                <a:extLst>
                  <a:ext uri="{FF2B5EF4-FFF2-40B4-BE49-F238E27FC236}">
                    <a16:creationId xmlns:a16="http://schemas.microsoft.com/office/drawing/2014/main" id="{C81A7BFE-6B6C-3124-87A2-45601B73E606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6" name="pg406">
                <a:extLst>
                  <a:ext uri="{FF2B5EF4-FFF2-40B4-BE49-F238E27FC236}">
                    <a16:creationId xmlns:a16="http://schemas.microsoft.com/office/drawing/2014/main" id="{90D45BD3-DCBD-0636-4E50-77216A695047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7" name="pg407">
                <a:extLst>
                  <a:ext uri="{FF2B5EF4-FFF2-40B4-BE49-F238E27FC236}">
                    <a16:creationId xmlns:a16="http://schemas.microsoft.com/office/drawing/2014/main" id="{4494680E-0B67-5643-4232-F0ED3B88031B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8" name="pg408">
                <a:extLst>
                  <a:ext uri="{FF2B5EF4-FFF2-40B4-BE49-F238E27FC236}">
                    <a16:creationId xmlns:a16="http://schemas.microsoft.com/office/drawing/2014/main" id="{7492BC76-24EE-712B-8BE4-6C11F18ED158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9" name="pg409">
                <a:extLst>
                  <a:ext uri="{FF2B5EF4-FFF2-40B4-BE49-F238E27FC236}">
                    <a16:creationId xmlns:a16="http://schemas.microsoft.com/office/drawing/2014/main" id="{0A57B0E4-1241-3B62-87CD-939B591C29BF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0" name="pg410">
                <a:extLst>
                  <a:ext uri="{FF2B5EF4-FFF2-40B4-BE49-F238E27FC236}">
                    <a16:creationId xmlns:a16="http://schemas.microsoft.com/office/drawing/2014/main" id="{5DE408E2-44B2-0BD8-A099-FD3C01BB95A1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1" name="pg411">
                <a:extLst>
                  <a:ext uri="{FF2B5EF4-FFF2-40B4-BE49-F238E27FC236}">
                    <a16:creationId xmlns:a16="http://schemas.microsoft.com/office/drawing/2014/main" id="{C5809ECA-CE6C-BA3A-7659-42D207084ECF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2" name="pg412">
                <a:extLst>
                  <a:ext uri="{FF2B5EF4-FFF2-40B4-BE49-F238E27FC236}">
                    <a16:creationId xmlns:a16="http://schemas.microsoft.com/office/drawing/2014/main" id="{750467EE-41D8-7361-7BDA-61306E90AD7D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3" name="pg413">
                <a:extLst>
                  <a:ext uri="{FF2B5EF4-FFF2-40B4-BE49-F238E27FC236}">
                    <a16:creationId xmlns:a16="http://schemas.microsoft.com/office/drawing/2014/main" id="{02EB8D3A-5637-20BA-862C-9061581F90DA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4" name="pg414">
                <a:extLst>
                  <a:ext uri="{FF2B5EF4-FFF2-40B4-BE49-F238E27FC236}">
                    <a16:creationId xmlns:a16="http://schemas.microsoft.com/office/drawing/2014/main" id="{6DBD93D6-5B8E-0726-5909-4E9D1E08CDDD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5" name="pg415">
                <a:extLst>
                  <a:ext uri="{FF2B5EF4-FFF2-40B4-BE49-F238E27FC236}">
                    <a16:creationId xmlns:a16="http://schemas.microsoft.com/office/drawing/2014/main" id="{7800DADB-BCA5-E13E-3F88-A49D7C1D3710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6" name="pg416">
                <a:extLst>
                  <a:ext uri="{FF2B5EF4-FFF2-40B4-BE49-F238E27FC236}">
                    <a16:creationId xmlns:a16="http://schemas.microsoft.com/office/drawing/2014/main" id="{42ADA4BC-1E37-EDE8-A528-9683740ADA11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7" name="pg417">
                <a:extLst>
                  <a:ext uri="{FF2B5EF4-FFF2-40B4-BE49-F238E27FC236}">
                    <a16:creationId xmlns:a16="http://schemas.microsoft.com/office/drawing/2014/main" id="{973BC616-B642-79DF-6A26-2F04F025E886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8" name="pg418">
                <a:extLst>
                  <a:ext uri="{FF2B5EF4-FFF2-40B4-BE49-F238E27FC236}">
                    <a16:creationId xmlns:a16="http://schemas.microsoft.com/office/drawing/2014/main" id="{49065AD0-0EBF-042A-5895-E3D97B7B2842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9" name="pg419">
                <a:extLst>
                  <a:ext uri="{FF2B5EF4-FFF2-40B4-BE49-F238E27FC236}">
                    <a16:creationId xmlns:a16="http://schemas.microsoft.com/office/drawing/2014/main" id="{6C2F45A9-06D1-FB04-1093-FCF1F4832A2C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0" name="pg420">
                <a:extLst>
                  <a:ext uri="{FF2B5EF4-FFF2-40B4-BE49-F238E27FC236}">
                    <a16:creationId xmlns:a16="http://schemas.microsoft.com/office/drawing/2014/main" id="{A6A9D6F5-86C1-6E18-FFFE-A046997CE4E8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1" name="pg421">
                <a:extLst>
                  <a:ext uri="{FF2B5EF4-FFF2-40B4-BE49-F238E27FC236}">
                    <a16:creationId xmlns:a16="http://schemas.microsoft.com/office/drawing/2014/main" id="{14142634-D3EA-38D6-CE3E-7ED8795F55D2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2" name="pg422">
                <a:extLst>
                  <a:ext uri="{FF2B5EF4-FFF2-40B4-BE49-F238E27FC236}">
                    <a16:creationId xmlns:a16="http://schemas.microsoft.com/office/drawing/2014/main" id="{B584A1CB-560E-F479-2AD0-C875B03A5569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3" name="pg423">
                <a:extLst>
                  <a:ext uri="{FF2B5EF4-FFF2-40B4-BE49-F238E27FC236}">
                    <a16:creationId xmlns:a16="http://schemas.microsoft.com/office/drawing/2014/main" id="{032F18CD-8988-DEF3-C900-19E0D13B08CE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4" name="pg424">
                <a:extLst>
                  <a:ext uri="{FF2B5EF4-FFF2-40B4-BE49-F238E27FC236}">
                    <a16:creationId xmlns:a16="http://schemas.microsoft.com/office/drawing/2014/main" id="{FB6A4D7E-C590-2036-D9B1-1D17FA758576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5" name="pg425">
                <a:extLst>
                  <a:ext uri="{FF2B5EF4-FFF2-40B4-BE49-F238E27FC236}">
                    <a16:creationId xmlns:a16="http://schemas.microsoft.com/office/drawing/2014/main" id="{DC1A2D29-89D6-DF41-DA97-D4933D4BC67B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6" name="pg426">
                <a:extLst>
                  <a:ext uri="{FF2B5EF4-FFF2-40B4-BE49-F238E27FC236}">
                    <a16:creationId xmlns:a16="http://schemas.microsoft.com/office/drawing/2014/main" id="{9167F272-9205-FC08-A82E-36A4D2995B63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7" name="pg427">
                <a:extLst>
                  <a:ext uri="{FF2B5EF4-FFF2-40B4-BE49-F238E27FC236}">
                    <a16:creationId xmlns:a16="http://schemas.microsoft.com/office/drawing/2014/main" id="{49C3B2B3-A60C-32E2-5913-0CE6B1819247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8" name="pg428">
                <a:extLst>
                  <a:ext uri="{FF2B5EF4-FFF2-40B4-BE49-F238E27FC236}">
                    <a16:creationId xmlns:a16="http://schemas.microsoft.com/office/drawing/2014/main" id="{D597827E-A9E1-EB96-B4AE-CFE5D74017D1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9" name="pg429">
                <a:extLst>
                  <a:ext uri="{FF2B5EF4-FFF2-40B4-BE49-F238E27FC236}">
                    <a16:creationId xmlns:a16="http://schemas.microsoft.com/office/drawing/2014/main" id="{478E4109-0DF5-715D-D282-9B7A0E7E827A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0" name="pg430">
                <a:extLst>
                  <a:ext uri="{FF2B5EF4-FFF2-40B4-BE49-F238E27FC236}">
                    <a16:creationId xmlns:a16="http://schemas.microsoft.com/office/drawing/2014/main" id="{CEA68A76-D033-7C08-A4E2-D7F564F22CA3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1" name="pg431">
                <a:extLst>
                  <a:ext uri="{FF2B5EF4-FFF2-40B4-BE49-F238E27FC236}">
                    <a16:creationId xmlns:a16="http://schemas.microsoft.com/office/drawing/2014/main" id="{C0076746-4F4D-1CF9-EEE4-3C590FE69817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2" name="pg432">
                <a:extLst>
                  <a:ext uri="{FF2B5EF4-FFF2-40B4-BE49-F238E27FC236}">
                    <a16:creationId xmlns:a16="http://schemas.microsoft.com/office/drawing/2014/main" id="{6DF1BA31-D21C-DAC8-FBA2-AC935B023F59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3" name="pg433">
                <a:extLst>
                  <a:ext uri="{FF2B5EF4-FFF2-40B4-BE49-F238E27FC236}">
                    <a16:creationId xmlns:a16="http://schemas.microsoft.com/office/drawing/2014/main" id="{234AF3D9-9A66-CDA7-6425-BDE37906F753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4" name="pg434">
                <a:extLst>
                  <a:ext uri="{FF2B5EF4-FFF2-40B4-BE49-F238E27FC236}">
                    <a16:creationId xmlns:a16="http://schemas.microsoft.com/office/drawing/2014/main" id="{ADA60680-5126-F64D-B113-181D40C4EA8D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5" name="pg435">
                <a:extLst>
                  <a:ext uri="{FF2B5EF4-FFF2-40B4-BE49-F238E27FC236}">
                    <a16:creationId xmlns:a16="http://schemas.microsoft.com/office/drawing/2014/main" id="{EE8D8CAC-60FE-FE49-D0AC-2C4F45BE149D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6" name="pg436">
                <a:extLst>
                  <a:ext uri="{FF2B5EF4-FFF2-40B4-BE49-F238E27FC236}">
                    <a16:creationId xmlns:a16="http://schemas.microsoft.com/office/drawing/2014/main" id="{0B6FE565-DDCA-8EB3-D98F-7372CC05C9FE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7" name="pg437">
                <a:extLst>
                  <a:ext uri="{FF2B5EF4-FFF2-40B4-BE49-F238E27FC236}">
                    <a16:creationId xmlns:a16="http://schemas.microsoft.com/office/drawing/2014/main" id="{470DD829-D3DE-E86D-4904-8C8F938959E6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8" name="pg438">
                <a:extLst>
                  <a:ext uri="{FF2B5EF4-FFF2-40B4-BE49-F238E27FC236}">
                    <a16:creationId xmlns:a16="http://schemas.microsoft.com/office/drawing/2014/main" id="{7EC82E87-6D36-7F82-96D3-9B881D3BE2A4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9" name="pg439">
                <a:extLst>
                  <a:ext uri="{FF2B5EF4-FFF2-40B4-BE49-F238E27FC236}">
                    <a16:creationId xmlns:a16="http://schemas.microsoft.com/office/drawing/2014/main" id="{1CF11F03-384C-8912-322E-A7BEF9D0FFB6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0" name="pg440">
                <a:extLst>
                  <a:ext uri="{FF2B5EF4-FFF2-40B4-BE49-F238E27FC236}">
                    <a16:creationId xmlns:a16="http://schemas.microsoft.com/office/drawing/2014/main" id="{BB8D7AD1-636A-C515-2301-A03766572C81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1" name="pg441">
                <a:extLst>
                  <a:ext uri="{FF2B5EF4-FFF2-40B4-BE49-F238E27FC236}">
                    <a16:creationId xmlns:a16="http://schemas.microsoft.com/office/drawing/2014/main" id="{24A67DA2-32A7-F38A-538F-8414236AC460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2" name="pg442">
                <a:extLst>
                  <a:ext uri="{FF2B5EF4-FFF2-40B4-BE49-F238E27FC236}">
                    <a16:creationId xmlns:a16="http://schemas.microsoft.com/office/drawing/2014/main" id="{871059DE-FCCC-E423-56E6-CB08E9D9DDCB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3" name="pg443">
                <a:extLst>
                  <a:ext uri="{FF2B5EF4-FFF2-40B4-BE49-F238E27FC236}">
                    <a16:creationId xmlns:a16="http://schemas.microsoft.com/office/drawing/2014/main" id="{21E00E34-1E93-C5B4-EFDB-6A2F1A655550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4" name="pg444">
                <a:extLst>
                  <a:ext uri="{FF2B5EF4-FFF2-40B4-BE49-F238E27FC236}">
                    <a16:creationId xmlns:a16="http://schemas.microsoft.com/office/drawing/2014/main" id="{2236DC92-388A-A9F4-E206-181A6F161354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5" name="pg445">
                <a:extLst>
                  <a:ext uri="{FF2B5EF4-FFF2-40B4-BE49-F238E27FC236}">
                    <a16:creationId xmlns:a16="http://schemas.microsoft.com/office/drawing/2014/main" id="{E6C02ADD-16FD-97E8-0886-41A8CA810EE0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6" name="pg446">
                <a:extLst>
                  <a:ext uri="{FF2B5EF4-FFF2-40B4-BE49-F238E27FC236}">
                    <a16:creationId xmlns:a16="http://schemas.microsoft.com/office/drawing/2014/main" id="{111DE2DC-AA22-DD33-0480-710A514E69CD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7" name="pg447">
                <a:extLst>
                  <a:ext uri="{FF2B5EF4-FFF2-40B4-BE49-F238E27FC236}">
                    <a16:creationId xmlns:a16="http://schemas.microsoft.com/office/drawing/2014/main" id="{234D9F31-650E-C95F-D2CA-73853F9BBEAF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8" name="pg448">
                <a:extLst>
                  <a:ext uri="{FF2B5EF4-FFF2-40B4-BE49-F238E27FC236}">
                    <a16:creationId xmlns:a16="http://schemas.microsoft.com/office/drawing/2014/main" id="{AF0E7A34-EC26-2DDF-88BA-4D47A87E6836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9" name="pg449">
                <a:extLst>
                  <a:ext uri="{FF2B5EF4-FFF2-40B4-BE49-F238E27FC236}">
                    <a16:creationId xmlns:a16="http://schemas.microsoft.com/office/drawing/2014/main" id="{37E38235-E0B1-5FA9-5046-6B003D42026A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0" name="pg450">
                <a:extLst>
                  <a:ext uri="{FF2B5EF4-FFF2-40B4-BE49-F238E27FC236}">
                    <a16:creationId xmlns:a16="http://schemas.microsoft.com/office/drawing/2014/main" id="{D4B0181D-2636-92B2-109B-2BD638CFE849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1" name="pg451">
                <a:extLst>
                  <a:ext uri="{FF2B5EF4-FFF2-40B4-BE49-F238E27FC236}">
                    <a16:creationId xmlns:a16="http://schemas.microsoft.com/office/drawing/2014/main" id="{222ACA45-CEA5-EEB8-79BC-FA0359CB7B50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2" name="pg452">
                <a:extLst>
                  <a:ext uri="{FF2B5EF4-FFF2-40B4-BE49-F238E27FC236}">
                    <a16:creationId xmlns:a16="http://schemas.microsoft.com/office/drawing/2014/main" id="{6755A923-66AD-5B41-9D63-C8A4BF83051C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3" name="pg453">
                <a:extLst>
                  <a:ext uri="{FF2B5EF4-FFF2-40B4-BE49-F238E27FC236}">
                    <a16:creationId xmlns:a16="http://schemas.microsoft.com/office/drawing/2014/main" id="{B151B460-1D19-0AD0-7DF3-F83204C37314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4" name="pg454">
                <a:extLst>
                  <a:ext uri="{FF2B5EF4-FFF2-40B4-BE49-F238E27FC236}">
                    <a16:creationId xmlns:a16="http://schemas.microsoft.com/office/drawing/2014/main" id="{B1888F4A-A9CF-1D35-28CA-0BB84160F73B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5" name="pg455">
                <a:extLst>
                  <a:ext uri="{FF2B5EF4-FFF2-40B4-BE49-F238E27FC236}">
                    <a16:creationId xmlns:a16="http://schemas.microsoft.com/office/drawing/2014/main" id="{96E81C44-1121-5E48-0ED8-C5027F5D53AB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6" name="pg456">
                <a:extLst>
                  <a:ext uri="{FF2B5EF4-FFF2-40B4-BE49-F238E27FC236}">
                    <a16:creationId xmlns:a16="http://schemas.microsoft.com/office/drawing/2014/main" id="{F84BFA67-5781-85A9-4042-82B9957531BD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7" name="pg457">
                <a:extLst>
                  <a:ext uri="{FF2B5EF4-FFF2-40B4-BE49-F238E27FC236}">
                    <a16:creationId xmlns:a16="http://schemas.microsoft.com/office/drawing/2014/main" id="{3E63D59C-4513-19F9-DE94-2062C3E0DA54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8" name="pg458">
                <a:extLst>
                  <a:ext uri="{FF2B5EF4-FFF2-40B4-BE49-F238E27FC236}">
                    <a16:creationId xmlns:a16="http://schemas.microsoft.com/office/drawing/2014/main" id="{85BA5DEA-91D6-90B1-666A-E036B622EBD9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9" name="pg459">
                <a:extLst>
                  <a:ext uri="{FF2B5EF4-FFF2-40B4-BE49-F238E27FC236}">
                    <a16:creationId xmlns:a16="http://schemas.microsoft.com/office/drawing/2014/main" id="{B37AECF8-558F-9605-40CB-9B6D7D3981D6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0" name="pg460">
                <a:extLst>
                  <a:ext uri="{FF2B5EF4-FFF2-40B4-BE49-F238E27FC236}">
                    <a16:creationId xmlns:a16="http://schemas.microsoft.com/office/drawing/2014/main" id="{594640E1-E61E-A845-D573-D28DF3802C37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1" name="pg461">
                <a:extLst>
                  <a:ext uri="{FF2B5EF4-FFF2-40B4-BE49-F238E27FC236}">
                    <a16:creationId xmlns:a16="http://schemas.microsoft.com/office/drawing/2014/main" id="{6ECA0F33-064C-A516-DBA5-A5D373F0EB90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2" name="pg462">
                <a:extLst>
                  <a:ext uri="{FF2B5EF4-FFF2-40B4-BE49-F238E27FC236}">
                    <a16:creationId xmlns:a16="http://schemas.microsoft.com/office/drawing/2014/main" id="{134D7A9E-F7AB-2CCA-480E-2521C02C2370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3" name="pg463">
                <a:extLst>
                  <a:ext uri="{FF2B5EF4-FFF2-40B4-BE49-F238E27FC236}">
                    <a16:creationId xmlns:a16="http://schemas.microsoft.com/office/drawing/2014/main" id="{22C5AABE-F277-58A6-F242-5B1EE077CED9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4" name="pg464">
                <a:extLst>
                  <a:ext uri="{FF2B5EF4-FFF2-40B4-BE49-F238E27FC236}">
                    <a16:creationId xmlns:a16="http://schemas.microsoft.com/office/drawing/2014/main" id="{33C61799-14C2-0C91-5099-BA45850FB8A5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5" name="pg465">
                <a:extLst>
                  <a:ext uri="{FF2B5EF4-FFF2-40B4-BE49-F238E27FC236}">
                    <a16:creationId xmlns:a16="http://schemas.microsoft.com/office/drawing/2014/main" id="{1236F862-E664-FCDC-AFF4-862B88D7CCBE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6" name="pg466">
                <a:extLst>
                  <a:ext uri="{FF2B5EF4-FFF2-40B4-BE49-F238E27FC236}">
                    <a16:creationId xmlns:a16="http://schemas.microsoft.com/office/drawing/2014/main" id="{0006A972-846D-C39C-BDC0-F3012F1D725F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7" name="pg467">
                <a:extLst>
                  <a:ext uri="{FF2B5EF4-FFF2-40B4-BE49-F238E27FC236}">
                    <a16:creationId xmlns:a16="http://schemas.microsoft.com/office/drawing/2014/main" id="{CF5A64CA-6F31-F562-F74C-0D07A45B9C59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8" name="pg468">
                <a:extLst>
                  <a:ext uri="{FF2B5EF4-FFF2-40B4-BE49-F238E27FC236}">
                    <a16:creationId xmlns:a16="http://schemas.microsoft.com/office/drawing/2014/main" id="{40600C0D-DE17-D12E-4519-B2F0D241979B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9" name="pg469">
                <a:extLst>
                  <a:ext uri="{FF2B5EF4-FFF2-40B4-BE49-F238E27FC236}">
                    <a16:creationId xmlns:a16="http://schemas.microsoft.com/office/drawing/2014/main" id="{9B999887-D034-2855-ACD0-5C44D46CAE7A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0" name="pg470">
                <a:extLst>
                  <a:ext uri="{FF2B5EF4-FFF2-40B4-BE49-F238E27FC236}">
                    <a16:creationId xmlns:a16="http://schemas.microsoft.com/office/drawing/2014/main" id="{E1CF770E-13D5-D1FD-626E-A34D5FA33C0F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1" name="pg471">
                <a:extLst>
                  <a:ext uri="{FF2B5EF4-FFF2-40B4-BE49-F238E27FC236}">
                    <a16:creationId xmlns:a16="http://schemas.microsoft.com/office/drawing/2014/main" id="{A3FD64B9-B4EF-DFBE-AACD-4412195816EF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2" name="pg472">
                <a:extLst>
                  <a:ext uri="{FF2B5EF4-FFF2-40B4-BE49-F238E27FC236}">
                    <a16:creationId xmlns:a16="http://schemas.microsoft.com/office/drawing/2014/main" id="{46CA9246-9753-6A46-51EB-FDC02FB934E4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3">
                  <a:alpha val="100000"/>
                </a:srgbClr>
              </a:solidFill>
              <a:ln w="5420" cap="flat">
                <a:solidFill>
                  <a:srgbClr val="3C41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3" name="pg473">
                <a:extLst>
                  <a:ext uri="{FF2B5EF4-FFF2-40B4-BE49-F238E27FC236}">
                    <a16:creationId xmlns:a16="http://schemas.microsoft.com/office/drawing/2014/main" id="{CDD8694E-9EFD-EAC5-85CF-16D63E3AA012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4" name="pg474">
                <a:extLst>
                  <a:ext uri="{FF2B5EF4-FFF2-40B4-BE49-F238E27FC236}">
                    <a16:creationId xmlns:a16="http://schemas.microsoft.com/office/drawing/2014/main" id="{B81A4FCE-EA43-04E3-A4CC-C251E08B5210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5" name="pg475">
                <a:extLst>
                  <a:ext uri="{FF2B5EF4-FFF2-40B4-BE49-F238E27FC236}">
                    <a16:creationId xmlns:a16="http://schemas.microsoft.com/office/drawing/2014/main" id="{8EDA479B-07FD-C1D1-5DE4-914389F9E56A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6" name="pg476">
                <a:extLst>
                  <a:ext uri="{FF2B5EF4-FFF2-40B4-BE49-F238E27FC236}">
                    <a16:creationId xmlns:a16="http://schemas.microsoft.com/office/drawing/2014/main" id="{44C92177-D883-0479-1587-D5463E065156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7" name="pg477">
                <a:extLst>
                  <a:ext uri="{FF2B5EF4-FFF2-40B4-BE49-F238E27FC236}">
                    <a16:creationId xmlns:a16="http://schemas.microsoft.com/office/drawing/2014/main" id="{93F5EEE0-33F6-62F2-D331-B9044379424A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8" name="pg478">
                <a:extLst>
                  <a:ext uri="{FF2B5EF4-FFF2-40B4-BE49-F238E27FC236}">
                    <a16:creationId xmlns:a16="http://schemas.microsoft.com/office/drawing/2014/main" id="{68E33E52-13C8-A83F-A8A6-208DE20D3D99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9" name="pg479">
                <a:extLst>
                  <a:ext uri="{FF2B5EF4-FFF2-40B4-BE49-F238E27FC236}">
                    <a16:creationId xmlns:a16="http://schemas.microsoft.com/office/drawing/2014/main" id="{F33CB131-B0F5-B6F1-B217-3C03530595C9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0" name="pg480">
                <a:extLst>
                  <a:ext uri="{FF2B5EF4-FFF2-40B4-BE49-F238E27FC236}">
                    <a16:creationId xmlns:a16="http://schemas.microsoft.com/office/drawing/2014/main" id="{DAFE7627-F253-A184-B64D-A464FD5134FF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1" name="pg481">
                <a:extLst>
                  <a:ext uri="{FF2B5EF4-FFF2-40B4-BE49-F238E27FC236}">
                    <a16:creationId xmlns:a16="http://schemas.microsoft.com/office/drawing/2014/main" id="{159B655F-D353-9D49-4208-CBCD57FA6000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2" name="pg482">
                <a:extLst>
                  <a:ext uri="{FF2B5EF4-FFF2-40B4-BE49-F238E27FC236}">
                    <a16:creationId xmlns:a16="http://schemas.microsoft.com/office/drawing/2014/main" id="{8EAA606B-AE79-46BA-3A3F-CEF3A151C379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3" name="pg483">
                <a:extLst>
                  <a:ext uri="{FF2B5EF4-FFF2-40B4-BE49-F238E27FC236}">
                    <a16:creationId xmlns:a16="http://schemas.microsoft.com/office/drawing/2014/main" id="{25AF87B2-61A2-69B9-CAEC-9FF5A02F9B90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4" name="pg484">
                <a:extLst>
                  <a:ext uri="{FF2B5EF4-FFF2-40B4-BE49-F238E27FC236}">
                    <a16:creationId xmlns:a16="http://schemas.microsoft.com/office/drawing/2014/main" id="{F821A3B8-3BB7-5434-18C2-ED415A8F93BD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5" name="pg485">
                <a:extLst>
                  <a:ext uri="{FF2B5EF4-FFF2-40B4-BE49-F238E27FC236}">
                    <a16:creationId xmlns:a16="http://schemas.microsoft.com/office/drawing/2014/main" id="{50D328D0-BB9D-F9C0-2F67-2CA657AAFBFC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6" name="pg486">
                <a:extLst>
                  <a:ext uri="{FF2B5EF4-FFF2-40B4-BE49-F238E27FC236}">
                    <a16:creationId xmlns:a16="http://schemas.microsoft.com/office/drawing/2014/main" id="{3643CC4C-E7A6-C47F-F627-467B655498F8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7" name="pg487">
                <a:extLst>
                  <a:ext uri="{FF2B5EF4-FFF2-40B4-BE49-F238E27FC236}">
                    <a16:creationId xmlns:a16="http://schemas.microsoft.com/office/drawing/2014/main" id="{D41B217E-9B57-31A5-45BF-CFE42F19EAB2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8" name="pg488">
                <a:extLst>
                  <a:ext uri="{FF2B5EF4-FFF2-40B4-BE49-F238E27FC236}">
                    <a16:creationId xmlns:a16="http://schemas.microsoft.com/office/drawing/2014/main" id="{0453F4F4-952B-D7E1-5D0B-11D3150D50E0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9" name="pg489">
                <a:extLst>
                  <a:ext uri="{FF2B5EF4-FFF2-40B4-BE49-F238E27FC236}">
                    <a16:creationId xmlns:a16="http://schemas.microsoft.com/office/drawing/2014/main" id="{593F41FD-DC47-F876-63EC-135748BA2BCD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0" name="pg490">
                <a:extLst>
                  <a:ext uri="{FF2B5EF4-FFF2-40B4-BE49-F238E27FC236}">
                    <a16:creationId xmlns:a16="http://schemas.microsoft.com/office/drawing/2014/main" id="{1EAF1689-430F-593C-7FCE-A97A87F14868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1" name="pg491">
                <a:extLst>
                  <a:ext uri="{FF2B5EF4-FFF2-40B4-BE49-F238E27FC236}">
                    <a16:creationId xmlns:a16="http://schemas.microsoft.com/office/drawing/2014/main" id="{95CEC5BD-75CC-F1E7-7F5B-BEC7179275AC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2" name="pg492">
                <a:extLst>
                  <a:ext uri="{FF2B5EF4-FFF2-40B4-BE49-F238E27FC236}">
                    <a16:creationId xmlns:a16="http://schemas.microsoft.com/office/drawing/2014/main" id="{446876DD-847D-7ED8-F628-00A9F43A58B3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3" name="pg493">
                <a:extLst>
                  <a:ext uri="{FF2B5EF4-FFF2-40B4-BE49-F238E27FC236}">
                    <a16:creationId xmlns:a16="http://schemas.microsoft.com/office/drawing/2014/main" id="{08F4BA04-1E28-9493-E277-326AEAFADAC8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4" name="pg494">
                <a:extLst>
                  <a:ext uri="{FF2B5EF4-FFF2-40B4-BE49-F238E27FC236}">
                    <a16:creationId xmlns:a16="http://schemas.microsoft.com/office/drawing/2014/main" id="{CABA0DB0-FDC2-A37E-03E9-B2226EAE49EF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5" name="pg495">
                <a:extLst>
                  <a:ext uri="{FF2B5EF4-FFF2-40B4-BE49-F238E27FC236}">
                    <a16:creationId xmlns:a16="http://schemas.microsoft.com/office/drawing/2014/main" id="{C25C9704-6070-7E04-BFAC-40804B824AEC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6" name="pg496">
                <a:extLst>
                  <a:ext uri="{FF2B5EF4-FFF2-40B4-BE49-F238E27FC236}">
                    <a16:creationId xmlns:a16="http://schemas.microsoft.com/office/drawing/2014/main" id="{AF440789-4ADE-25D2-23CD-B2C5F984FBB3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7" name="pg497">
                <a:extLst>
                  <a:ext uri="{FF2B5EF4-FFF2-40B4-BE49-F238E27FC236}">
                    <a16:creationId xmlns:a16="http://schemas.microsoft.com/office/drawing/2014/main" id="{5E8BA939-3E2E-C763-D2C6-E449FD10D0F9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8" name="pg498">
                <a:extLst>
                  <a:ext uri="{FF2B5EF4-FFF2-40B4-BE49-F238E27FC236}">
                    <a16:creationId xmlns:a16="http://schemas.microsoft.com/office/drawing/2014/main" id="{80DDAF50-4FC5-2EB1-9F39-459B6E9590DE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9" name="pg499">
                <a:extLst>
                  <a:ext uri="{FF2B5EF4-FFF2-40B4-BE49-F238E27FC236}">
                    <a16:creationId xmlns:a16="http://schemas.microsoft.com/office/drawing/2014/main" id="{C60E07B6-494B-579B-F53F-9F18619C87C7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0" name="pg500">
                <a:extLst>
                  <a:ext uri="{FF2B5EF4-FFF2-40B4-BE49-F238E27FC236}">
                    <a16:creationId xmlns:a16="http://schemas.microsoft.com/office/drawing/2014/main" id="{EA13ACC8-71A6-0205-35E4-925CCB5ECC90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1" name="pg501">
                <a:extLst>
                  <a:ext uri="{FF2B5EF4-FFF2-40B4-BE49-F238E27FC236}">
                    <a16:creationId xmlns:a16="http://schemas.microsoft.com/office/drawing/2014/main" id="{ECDDB2CB-D101-2ECE-4FFF-F8B1A3AAE2D3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2" name="pg502">
                <a:extLst>
                  <a:ext uri="{FF2B5EF4-FFF2-40B4-BE49-F238E27FC236}">
                    <a16:creationId xmlns:a16="http://schemas.microsoft.com/office/drawing/2014/main" id="{238CC672-F004-D364-75C5-39A75602EFF5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3" name="pg503">
                <a:extLst>
                  <a:ext uri="{FF2B5EF4-FFF2-40B4-BE49-F238E27FC236}">
                    <a16:creationId xmlns:a16="http://schemas.microsoft.com/office/drawing/2014/main" id="{B17AD25D-0209-6603-EF52-FB7FC2F4C081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4" name="pg504">
                <a:extLst>
                  <a:ext uri="{FF2B5EF4-FFF2-40B4-BE49-F238E27FC236}">
                    <a16:creationId xmlns:a16="http://schemas.microsoft.com/office/drawing/2014/main" id="{4A12A96D-04EF-55D3-40EC-8CDBAD9C384F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5" name="pg505">
                <a:extLst>
                  <a:ext uri="{FF2B5EF4-FFF2-40B4-BE49-F238E27FC236}">
                    <a16:creationId xmlns:a16="http://schemas.microsoft.com/office/drawing/2014/main" id="{E007972C-55F0-1291-A16D-1ECFAB3AF72D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6" name="pg506">
                <a:extLst>
                  <a:ext uri="{FF2B5EF4-FFF2-40B4-BE49-F238E27FC236}">
                    <a16:creationId xmlns:a16="http://schemas.microsoft.com/office/drawing/2014/main" id="{009C1DB2-DF25-71FB-4DFB-8BCDF324A0AE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7" name="pg507">
                <a:extLst>
                  <a:ext uri="{FF2B5EF4-FFF2-40B4-BE49-F238E27FC236}">
                    <a16:creationId xmlns:a16="http://schemas.microsoft.com/office/drawing/2014/main" id="{D015E95E-F453-8882-6C5A-3B10BFE6EEE1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8" name="pg508">
                <a:extLst>
                  <a:ext uri="{FF2B5EF4-FFF2-40B4-BE49-F238E27FC236}">
                    <a16:creationId xmlns:a16="http://schemas.microsoft.com/office/drawing/2014/main" id="{4E8093B3-FA43-91EC-E21A-C5CBBB9E2CED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9" name="pg509">
                <a:extLst>
                  <a:ext uri="{FF2B5EF4-FFF2-40B4-BE49-F238E27FC236}">
                    <a16:creationId xmlns:a16="http://schemas.microsoft.com/office/drawing/2014/main" id="{FF9518B1-86A0-2C7D-9657-57A53004D0A7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0" name="pg510">
                <a:extLst>
                  <a:ext uri="{FF2B5EF4-FFF2-40B4-BE49-F238E27FC236}">
                    <a16:creationId xmlns:a16="http://schemas.microsoft.com/office/drawing/2014/main" id="{31D5243D-0DEB-0481-B4B4-F6BB3BA5A27F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1" name="pg511">
                <a:extLst>
                  <a:ext uri="{FF2B5EF4-FFF2-40B4-BE49-F238E27FC236}">
                    <a16:creationId xmlns:a16="http://schemas.microsoft.com/office/drawing/2014/main" id="{F06028A2-C313-830A-6469-4DA50F72E562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2" name="pg512">
                <a:extLst>
                  <a:ext uri="{FF2B5EF4-FFF2-40B4-BE49-F238E27FC236}">
                    <a16:creationId xmlns:a16="http://schemas.microsoft.com/office/drawing/2014/main" id="{7F1CA5B3-C860-DA2D-50CF-3DCC5115C461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3" name="pg513">
                <a:extLst>
                  <a:ext uri="{FF2B5EF4-FFF2-40B4-BE49-F238E27FC236}">
                    <a16:creationId xmlns:a16="http://schemas.microsoft.com/office/drawing/2014/main" id="{9DD78338-A85B-5BCB-4204-A4879D85AD1B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4" name="pg514">
                <a:extLst>
                  <a:ext uri="{FF2B5EF4-FFF2-40B4-BE49-F238E27FC236}">
                    <a16:creationId xmlns:a16="http://schemas.microsoft.com/office/drawing/2014/main" id="{A990FF06-73E9-1A8F-3FB9-571115ACC249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5" name="pg515">
                <a:extLst>
                  <a:ext uri="{FF2B5EF4-FFF2-40B4-BE49-F238E27FC236}">
                    <a16:creationId xmlns:a16="http://schemas.microsoft.com/office/drawing/2014/main" id="{0F96A6D0-151B-9384-9DB3-943A22978D32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6" name="pg516">
                <a:extLst>
                  <a:ext uri="{FF2B5EF4-FFF2-40B4-BE49-F238E27FC236}">
                    <a16:creationId xmlns:a16="http://schemas.microsoft.com/office/drawing/2014/main" id="{F8EBB772-DEEC-EADB-5A6A-2974E5F99148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7" name="pg517">
                <a:extLst>
                  <a:ext uri="{FF2B5EF4-FFF2-40B4-BE49-F238E27FC236}">
                    <a16:creationId xmlns:a16="http://schemas.microsoft.com/office/drawing/2014/main" id="{01283C23-1EA8-609E-C913-09932DCCDE10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8" name="pg518">
                <a:extLst>
                  <a:ext uri="{FF2B5EF4-FFF2-40B4-BE49-F238E27FC236}">
                    <a16:creationId xmlns:a16="http://schemas.microsoft.com/office/drawing/2014/main" id="{0726FBC9-7467-EA26-9BCB-7EC5816FFD6E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9" name="pg519">
                <a:extLst>
                  <a:ext uri="{FF2B5EF4-FFF2-40B4-BE49-F238E27FC236}">
                    <a16:creationId xmlns:a16="http://schemas.microsoft.com/office/drawing/2014/main" id="{64A35D1B-F13B-8EB0-F942-EBB0A0CD0459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0" name="pg520">
                <a:extLst>
                  <a:ext uri="{FF2B5EF4-FFF2-40B4-BE49-F238E27FC236}">
                    <a16:creationId xmlns:a16="http://schemas.microsoft.com/office/drawing/2014/main" id="{D0B6BF66-3321-B2FD-545B-75A9D087E74E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1" name="pg521">
                <a:extLst>
                  <a:ext uri="{FF2B5EF4-FFF2-40B4-BE49-F238E27FC236}">
                    <a16:creationId xmlns:a16="http://schemas.microsoft.com/office/drawing/2014/main" id="{EC13B406-8FBD-5967-515E-2973AAE13BB5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2" name="pg522">
                <a:extLst>
                  <a:ext uri="{FF2B5EF4-FFF2-40B4-BE49-F238E27FC236}">
                    <a16:creationId xmlns:a16="http://schemas.microsoft.com/office/drawing/2014/main" id="{F9E68FB1-48B7-E3DE-6EB6-D6007205C992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3" name="pg523">
                <a:extLst>
                  <a:ext uri="{FF2B5EF4-FFF2-40B4-BE49-F238E27FC236}">
                    <a16:creationId xmlns:a16="http://schemas.microsoft.com/office/drawing/2014/main" id="{0C060D97-8BD5-2B1A-32B0-891CC6B195E9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4" name="pg524">
                <a:extLst>
                  <a:ext uri="{FF2B5EF4-FFF2-40B4-BE49-F238E27FC236}">
                    <a16:creationId xmlns:a16="http://schemas.microsoft.com/office/drawing/2014/main" id="{A4C6C4F3-09A6-2F56-A750-5FE8DA6D6916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5" name="pg525">
                <a:extLst>
                  <a:ext uri="{FF2B5EF4-FFF2-40B4-BE49-F238E27FC236}">
                    <a16:creationId xmlns:a16="http://schemas.microsoft.com/office/drawing/2014/main" id="{BEA9A468-5300-E479-7588-EDE99906D4C8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6" name="pg526">
                <a:extLst>
                  <a:ext uri="{FF2B5EF4-FFF2-40B4-BE49-F238E27FC236}">
                    <a16:creationId xmlns:a16="http://schemas.microsoft.com/office/drawing/2014/main" id="{610CCA54-B91F-67C3-88D1-4521EC183360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7" name="pg527">
                <a:extLst>
                  <a:ext uri="{FF2B5EF4-FFF2-40B4-BE49-F238E27FC236}">
                    <a16:creationId xmlns:a16="http://schemas.microsoft.com/office/drawing/2014/main" id="{1383770D-378C-4AA0-3A9E-1B8E7E2D1D7C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8" name="pg528">
                <a:extLst>
                  <a:ext uri="{FF2B5EF4-FFF2-40B4-BE49-F238E27FC236}">
                    <a16:creationId xmlns:a16="http://schemas.microsoft.com/office/drawing/2014/main" id="{A2784C9B-A587-23B8-F73F-EBC18BCC4796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9" name="pg529">
                <a:extLst>
                  <a:ext uri="{FF2B5EF4-FFF2-40B4-BE49-F238E27FC236}">
                    <a16:creationId xmlns:a16="http://schemas.microsoft.com/office/drawing/2014/main" id="{208279BA-3BC1-5C3F-E3D3-CDDCCA80B663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0" name="pg530">
                <a:extLst>
                  <a:ext uri="{FF2B5EF4-FFF2-40B4-BE49-F238E27FC236}">
                    <a16:creationId xmlns:a16="http://schemas.microsoft.com/office/drawing/2014/main" id="{B77E1E5B-A95D-26EB-E928-D5920C46E496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1" name="pg531">
                <a:extLst>
                  <a:ext uri="{FF2B5EF4-FFF2-40B4-BE49-F238E27FC236}">
                    <a16:creationId xmlns:a16="http://schemas.microsoft.com/office/drawing/2014/main" id="{0D4BECFD-7CDF-A797-BA5C-1E2922CBB9C9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2" name="pg532">
                <a:extLst>
                  <a:ext uri="{FF2B5EF4-FFF2-40B4-BE49-F238E27FC236}">
                    <a16:creationId xmlns:a16="http://schemas.microsoft.com/office/drawing/2014/main" id="{1A7D2C2C-7483-8BE5-C5A8-D05B8D957C9D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3" name="pg533">
                <a:extLst>
                  <a:ext uri="{FF2B5EF4-FFF2-40B4-BE49-F238E27FC236}">
                    <a16:creationId xmlns:a16="http://schemas.microsoft.com/office/drawing/2014/main" id="{1DF921CB-6B19-014E-F39B-3F754E716344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4" name="pg534">
                <a:extLst>
                  <a:ext uri="{FF2B5EF4-FFF2-40B4-BE49-F238E27FC236}">
                    <a16:creationId xmlns:a16="http://schemas.microsoft.com/office/drawing/2014/main" id="{2DB5051C-9D28-28EB-467F-F4487B737252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5" name="pg535">
                <a:extLst>
                  <a:ext uri="{FF2B5EF4-FFF2-40B4-BE49-F238E27FC236}">
                    <a16:creationId xmlns:a16="http://schemas.microsoft.com/office/drawing/2014/main" id="{FAF714A9-4D00-789B-A529-01D5D632B940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6" name="pg536">
                <a:extLst>
                  <a:ext uri="{FF2B5EF4-FFF2-40B4-BE49-F238E27FC236}">
                    <a16:creationId xmlns:a16="http://schemas.microsoft.com/office/drawing/2014/main" id="{AA88CA07-FB07-4D37-116F-FA945CDD7DFD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7" name="pg537">
                <a:extLst>
                  <a:ext uri="{FF2B5EF4-FFF2-40B4-BE49-F238E27FC236}">
                    <a16:creationId xmlns:a16="http://schemas.microsoft.com/office/drawing/2014/main" id="{310188E1-8204-AFCC-9579-19255B30A7A8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8" name="pg538">
                <a:extLst>
                  <a:ext uri="{FF2B5EF4-FFF2-40B4-BE49-F238E27FC236}">
                    <a16:creationId xmlns:a16="http://schemas.microsoft.com/office/drawing/2014/main" id="{93995A57-6F84-C45F-040F-F77AE887BE4D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9" name="pg539">
                <a:extLst>
                  <a:ext uri="{FF2B5EF4-FFF2-40B4-BE49-F238E27FC236}">
                    <a16:creationId xmlns:a16="http://schemas.microsoft.com/office/drawing/2014/main" id="{2884DAB8-590E-FC9B-9A6B-45C79430F81F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0" name="pg540">
                <a:extLst>
                  <a:ext uri="{FF2B5EF4-FFF2-40B4-BE49-F238E27FC236}">
                    <a16:creationId xmlns:a16="http://schemas.microsoft.com/office/drawing/2014/main" id="{1A800D26-A458-0284-BDA3-C7A545617D1C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1" name="pg541">
                <a:extLst>
                  <a:ext uri="{FF2B5EF4-FFF2-40B4-BE49-F238E27FC236}">
                    <a16:creationId xmlns:a16="http://schemas.microsoft.com/office/drawing/2014/main" id="{DDE19CAF-A99E-8AF5-AD20-FA01AAE7104C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2" name="pg542">
                <a:extLst>
                  <a:ext uri="{FF2B5EF4-FFF2-40B4-BE49-F238E27FC236}">
                    <a16:creationId xmlns:a16="http://schemas.microsoft.com/office/drawing/2014/main" id="{299F3B96-3BAE-5D00-5155-C86ABE75BA90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3" name="pg543">
                <a:extLst>
                  <a:ext uri="{FF2B5EF4-FFF2-40B4-BE49-F238E27FC236}">
                    <a16:creationId xmlns:a16="http://schemas.microsoft.com/office/drawing/2014/main" id="{D9EF545C-06E8-E2A2-BB78-C32FB5C568C7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4" name="pg544">
                <a:extLst>
                  <a:ext uri="{FF2B5EF4-FFF2-40B4-BE49-F238E27FC236}">
                    <a16:creationId xmlns:a16="http://schemas.microsoft.com/office/drawing/2014/main" id="{B322DE38-B5A6-3F54-39EF-B6050742BAED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5" name="pg545">
                <a:extLst>
                  <a:ext uri="{FF2B5EF4-FFF2-40B4-BE49-F238E27FC236}">
                    <a16:creationId xmlns:a16="http://schemas.microsoft.com/office/drawing/2014/main" id="{4CCF4A5B-8A51-1F5B-C7C5-C516C1BB844C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6" name="pg546">
                <a:extLst>
                  <a:ext uri="{FF2B5EF4-FFF2-40B4-BE49-F238E27FC236}">
                    <a16:creationId xmlns:a16="http://schemas.microsoft.com/office/drawing/2014/main" id="{4182370C-8418-C6F4-B086-E31E8B77DA0A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7" name="pg547">
                <a:extLst>
                  <a:ext uri="{FF2B5EF4-FFF2-40B4-BE49-F238E27FC236}">
                    <a16:creationId xmlns:a16="http://schemas.microsoft.com/office/drawing/2014/main" id="{9AE1FEBC-4F7D-7B0C-929E-BD674502D7B3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8" name="pg548">
                <a:extLst>
                  <a:ext uri="{FF2B5EF4-FFF2-40B4-BE49-F238E27FC236}">
                    <a16:creationId xmlns:a16="http://schemas.microsoft.com/office/drawing/2014/main" id="{A2EBD8A8-F238-B123-2F9B-333AE783EDC0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9" name="pg549">
                <a:extLst>
                  <a:ext uri="{FF2B5EF4-FFF2-40B4-BE49-F238E27FC236}">
                    <a16:creationId xmlns:a16="http://schemas.microsoft.com/office/drawing/2014/main" id="{BB205023-5881-6AC6-7CF0-AB03C8402937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0" name="pg550">
                <a:extLst>
                  <a:ext uri="{FF2B5EF4-FFF2-40B4-BE49-F238E27FC236}">
                    <a16:creationId xmlns:a16="http://schemas.microsoft.com/office/drawing/2014/main" id="{8CFF675E-AC1C-64AC-4025-F8E6483D8C23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1" name="pg551">
                <a:extLst>
                  <a:ext uri="{FF2B5EF4-FFF2-40B4-BE49-F238E27FC236}">
                    <a16:creationId xmlns:a16="http://schemas.microsoft.com/office/drawing/2014/main" id="{8AC6D62B-B91F-9C1F-FCCC-9EB58BA01808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2" name="pg552">
                <a:extLst>
                  <a:ext uri="{FF2B5EF4-FFF2-40B4-BE49-F238E27FC236}">
                    <a16:creationId xmlns:a16="http://schemas.microsoft.com/office/drawing/2014/main" id="{D1E18B57-842E-B08D-F741-F8154D083309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3" name="pg553">
                <a:extLst>
                  <a:ext uri="{FF2B5EF4-FFF2-40B4-BE49-F238E27FC236}">
                    <a16:creationId xmlns:a16="http://schemas.microsoft.com/office/drawing/2014/main" id="{B8272881-D1B5-2C4F-E4A1-1C7DBF0CDC06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4" name="pg554">
                <a:extLst>
                  <a:ext uri="{FF2B5EF4-FFF2-40B4-BE49-F238E27FC236}">
                    <a16:creationId xmlns:a16="http://schemas.microsoft.com/office/drawing/2014/main" id="{A48F50B2-E47A-8498-E393-E4807AFD98F4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5" name="pg555">
                <a:extLst>
                  <a:ext uri="{FF2B5EF4-FFF2-40B4-BE49-F238E27FC236}">
                    <a16:creationId xmlns:a16="http://schemas.microsoft.com/office/drawing/2014/main" id="{B7296FE3-7A7D-BE20-0A0A-962C8E21D61F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6" name="pg556">
                <a:extLst>
                  <a:ext uri="{FF2B5EF4-FFF2-40B4-BE49-F238E27FC236}">
                    <a16:creationId xmlns:a16="http://schemas.microsoft.com/office/drawing/2014/main" id="{5A3B3BA1-E494-7E1D-18B2-CBC7DCF52FA5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7" name="pg557">
                <a:extLst>
                  <a:ext uri="{FF2B5EF4-FFF2-40B4-BE49-F238E27FC236}">
                    <a16:creationId xmlns:a16="http://schemas.microsoft.com/office/drawing/2014/main" id="{92902197-36A0-7E21-B421-CEB27D458EEE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8" name="pg558">
                <a:extLst>
                  <a:ext uri="{FF2B5EF4-FFF2-40B4-BE49-F238E27FC236}">
                    <a16:creationId xmlns:a16="http://schemas.microsoft.com/office/drawing/2014/main" id="{1C3E4F60-65BF-9D3C-DB89-581FD7259091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9" name="pg559">
                <a:extLst>
                  <a:ext uri="{FF2B5EF4-FFF2-40B4-BE49-F238E27FC236}">
                    <a16:creationId xmlns:a16="http://schemas.microsoft.com/office/drawing/2014/main" id="{69A39AB5-2DAA-BD84-3C54-DA3EEBCAED62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0" name="pg560">
                <a:extLst>
                  <a:ext uri="{FF2B5EF4-FFF2-40B4-BE49-F238E27FC236}">
                    <a16:creationId xmlns:a16="http://schemas.microsoft.com/office/drawing/2014/main" id="{E35791BE-4AA7-4E81-4326-6B5024675483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1" name="pg561">
                <a:extLst>
                  <a:ext uri="{FF2B5EF4-FFF2-40B4-BE49-F238E27FC236}">
                    <a16:creationId xmlns:a16="http://schemas.microsoft.com/office/drawing/2014/main" id="{9CC34D5F-BD87-29F1-0F10-1675AFD83077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2" name="pg562">
                <a:extLst>
                  <a:ext uri="{FF2B5EF4-FFF2-40B4-BE49-F238E27FC236}">
                    <a16:creationId xmlns:a16="http://schemas.microsoft.com/office/drawing/2014/main" id="{BCAF25E9-AA36-2F10-8C34-3782E74F669C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3" name="pg563">
                <a:extLst>
                  <a:ext uri="{FF2B5EF4-FFF2-40B4-BE49-F238E27FC236}">
                    <a16:creationId xmlns:a16="http://schemas.microsoft.com/office/drawing/2014/main" id="{93315697-712D-F801-8154-5DAAA7829BF3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4" name="pg564">
                <a:extLst>
                  <a:ext uri="{FF2B5EF4-FFF2-40B4-BE49-F238E27FC236}">
                    <a16:creationId xmlns:a16="http://schemas.microsoft.com/office/drawing/2014/main" id="{0EB1F85F-FDC6-2123-A19B-43C11CBCF801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5" name="pg565">
                <a:extLst>
                  <a:ext uri="{FF2B5EF4-FFF2-40B4-BE49-F238E27FC236}">
                    <a16:creationId xmlns:a16="http://schemas.microsoft.com/office/drawing/2014/main" id="{93CAFD7F-BADB-7B87-2CAE-695CFAF901E7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6" name="pg566">
                <a:extLst>
                  <a:ext uri="{FF2B5EF4-FFF2-40B4-BE49-F238E27FC236}">
                    <a16:creationId xmlns:a16="http://schemas.microsoft.com/office/drawing/2014/main" id="{FE2FF210-D250-DC45-2E98-084615EE5344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7" name="pg567">
                <a:extLst>
                  <a:ext uri="{FF2B5EF4-FFF2-40B4-BE49-F238E27FC236}">
                    <a16:creationId xmlns:a16="http://schemas.microsoft.com/office/drawing/2014/main" id="{40145F34-E46A-D5EA-B70E-07893E28398D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8" name="pg568">
                <a:extLst>
                  <a:ext uri="{FF2B5EF4-FFF2-40B4-BE49-F238E27FC236}">
                    <a16:creationId xmlns:a16="http://schemas.microsoft.com/office/drawing/2014/main" id="{1AD87836-8239-B24C-A593-44D9FEE8119A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9" name="pg569">
                <a:extLst>
                  <a:ext uri="{FF2B5EF4-FFF2-40B4-BE49-F238E27FC236}">
                    <a16:creationId xmlns:a16="http://schemas.microsoft.com/office/drawing/2014/main" id="{7ACCC1D2-33FB-B030-2751-BF34B0A257D9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0" name="pg570">
                <a:extLst>
                  <a:ext uri="{FF2B5EF4-FFF2-40B4-BE49-F238E27FC236}">
                    <a16:creationId xmlns:a16="http://schemas.microsoft.com/office/drawing/2014/main" id="{93390862-0C6C-313C-DF14-62B0B6E03EEC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1" name="pg571">
                <a:extLst>
                  <a:ext uri="{FF2B5EF4-FFF2-40B4-BE49-F238E27FC236}">
                    <a16:creationId xmlns:a16="http://schemas.microsoft.com/office/drawing/2014/main" id="{2481E681-4668-1523-E113-024C3BF0E0EF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2" name="pg572">
                <a:extLst>
                  <a:ext uri="{FF2B5EF4-FFF2-40B4-BE49-F238E27FC236}">
                    <a16:creationId xmlns:a16="http://schemas.microsoft.com/office/drawing/2014/main" id="{CDC60294-5C69-CBBF-A62E-F7DE0DE4617C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3" name="pg573">
                <a:extLst>
                  <a:ext uri="{FF2B5EF4-FFF2-40B4-BE49-F238E27FC236}">
                    <a16:creationId xmlns:a16="http://schemas.microsoft.com/office/drawing/2014/main" id="{9B435627-A9E6-AA9C-8727-4BEA4C65F97D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4" name="pg574">
                <a:extLst>
                  <a:ext uri="{FF2B5EF4-FFF2-40B4-BE49-F238E27FC236}">
                    <a16:creationId xmlns:a16="http://schemas.microsoft.com/office/drawing/2014/main" id="{E0B08F9E-700D-C81A-CACF-A1AE5FC9F388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5" name="pg575">
                <a:extLst>
                  <a:ext uri="{FF2B5EF4-FFF2-40B4-BE49-F238E27FC236}">
                    <a16:creationId xmlns:a16="http://schemas.microsoft.com/office/drawing/2014/main" id="{7BC13128-6BB7-9DDC-3B98-6B1D7FDD0DA5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6" name="pg576">
                <a:extLst>
                  <a:ext uri="{FF2B5EF4-FFF2-40B4-BE49-F238E27FC236}">
                    <a16:creationId xmlns:a16="http://schemas.microsoft.com/office/drawing/2014/main" id="{EDCEDDE8-EF2B-0358-E5AD-F39398C487AC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7" name="pg577">
                <a:extLst>
                  <a:ext uri="{FF2B5EF4-FFF2-40B4-BE49-F238E27FC236}">
                    <a16:creationId xmlns:a16="http://schemas.microsoft.com/office/drawing/2014/main" id="{0E00D09C-7293-6405-9AEE-81327ACA1CE2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8" name="pg578">
                <a:extLst>
                  <a:ext uri="{FF2B5EF4-FFF2-40B4-BE49-F238E27FC236}">
                    <a16:creationId xmlns:a16="http://schemas.microsoft.com/office/drawing/2014/main" id="{3E014949-0159-7CC2-BB79-3F863A70E569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9" name="pg579">
                <a:extLst>
                  <a:ext uri="{FF2B5EF4-FFF2-40B4-BE49-F238E27FC236}">
                    <a16:creationId xmlns:a16="http://schemas.microsoft.com/office/drawing/2014/main" id="{9D4A6B0A-D5A8-2E17-0BE9-AE794902C5A7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0" name="pg580">
                <a:extLst>
                  <a:ext uri="{FF2B5EF4-FFF2-40B4-BE49-F238E27FC236}">
                    <a16:creationId xmlns:a16="http://schemas.microsoft.com/office/drawing/2014/main" id="{25D3F017-3229-520D-88B7-2C4796E22816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1" name="pg581">
                <a:extLst>
                  <a:ext uri="{FF2B5EF4-FFF2-40B4-BE49-F238E27FC236}">
                    <a16:creationId xmlns:a16="http://schemas.microsoft.com/office/drawing/2014/main" id="{F969AB4D-2494-7F0D-83B9-DDB50421136D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2" name="pg582">
                <a:extLst>
                  <a:ext uri="{FF2B5EF4-FFF2-40B4-BE49-F238E27FC236}">
                    <a16:creationId xmlns:a16="http://schemas.microsoft.com/office/drawing/2014/main" id="{7053BAAF-BB94-23CE-C62E-1B89EAAEF80E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3" name="pg583">
                <a:extLst>
                  <a:ext uri="{FF2B5EF4-FFF2-40B4-BE49-F238E27FC236}">
                    <a16:creationId xmlns:a16="http://schemas.microsoft.com/office/drawing/2014/main" id="{38287C97-3BCF-BFDB-4730-A7E47BF8CE97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4" name="pg584">
                <a:extLst>
                  <a:ext uri="{FF2B5EF4-FFF2-40B4-BE49-F238E27FC236}">
                    <a16:creationId xmlns:a16="http://schemas.microsoft.com/office/drawing/2014/main" id="{5C9F711D-B4B1-5152-0173-E03D52E4DE1E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5" name="pg585">
                <a:extLst>
                  <a:ext uri="{FF2B5EF4-FFF2-40B4-BE49-F238E27FC236}">
                    <a16:creationId xmlns:a16="http://schemas.microsoft.com/office/drawing/2014/main" id="{21516227-B5EF-E9D3-CD75-14D71A1DFE01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6" name="pg586">
                <a:extLst>
                  <a:ext uri="{FF2B5EF4-FFF2-40B4-BE49-F238E27FC236}">
                    <a16:creationId xmlns:a16="http://schemas.microsoft.com/office/drawing/2014/main" id="{6F0F6B9A-C3AD-75C0-CC23-A80482F12EAB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7" name="pg587">
                <a:extLst>
                  <a:ext uri="{FF2B5EF4-FFF2-40B4-BE49-F238E27FC236}">
                    <a16:creationId xmlns:a16="http://schemas.microsoft.com/office/drawing/2014/main" id="{C8C86271-FFE0-2BA3-780C-AC067DB74780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8" name="pg588">
                <a:extLst>
                  <a:ext uri="{FF2B5EF4-FFF2-40B4-BE49-F238E27FC236}">
                    <a16:creationId xmlns:a16="http://schemas.microsoft.com/office/drawing/2014/main" id="{FADC2285-B5EB-8837-342E-36779EBB2792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9" name="pg589">
                <a:extLst>
                  <a:ext uri="{FF2B5EF4-FFF2-40B4-BE49-F238E27FC236}">
                    <a16:creationId xmlns:a16="http://schemas.microsoft.com/office/drawing/2014/main" id="{141B13B2-A4D3-07B4-92F9-F1EA855318E0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0" name="pg590">
                <a:extLst>
                  <a:ext uri="{FF2B5EF4-FFF2-40B4-BE49-F238E27FC236}">
                    <a16:creationId xmlns:a16="http://schemas.microsoft.com/office/drawing/2014/main" id="{2D7AB599-E514-DE3B-5B12-96BD212974B6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1" name="pg591">
                <a:extLst>
                  <a:ext uri="{FF2B5EF4-FFF2-40B4-BE49-F238E27FC236}">
                    <a16:creationId xmlns:a16="http://schemas.microsoft.com/office/drawing/2014/main" id="{EE8258D2-C010-6CB7-E6D9-246874913EFC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2" name="pg592">
                <a:extLst>
                  <a:ext uri="{FF2B5EF4-FFF2-40B4-BE49-F238E27FC236}">
                    <a16:creationId xmlns:a16="http://schemas.microsoft.com/office/drawing/2014/main" id="{93192C04-EA66-80D7-D42F-85BFEFD95E30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3" name="pg593">
                <a:extLst>
                  <a:ext uri="{FF2B5EF4-FFF2-40B4-BE49-F238E27FC236}">
                    <a16:creationId xmlns:a16="http://schemas.microsoft.com/office/drawing/2014/main" id="{F45F0482-3CAC-C14F-A14A-BB1121376B24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4" name="pg594">
                <a:extLst>
                  <a:ext uri="{FF2B5EF4-FFF2-40B4-BE49-F238E27FC236}">
                    <a16:creationId xmlns:a16="http://schemas.microsoft.com/office/drawing/2014/main" id="{05562671-1105-8ADD-B053-19BF2A4B5393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5" name="pg595">
                <a:extLst>
                  <a:ext uri="{FF2B5EF4-FFF2-40B4-BE49-F238E27FC236}">
                    <a16:creationId xmlns:a16="http://schemas.microsoft.com/office/drawing/2014/main" id="{CEB4394D-BDA4-0B10-43BD-3BC157F87B80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6" name="pg596">
                <a:extLst>
                  <a:ext uri="{FF2B5EF4-FFF2-40B4-BE49-F238E27FC236}">
                    <a16:creationId xmlns:a16="http://schemas.microsoft.com/office/drawing/2014/main" id="{B00E66FA-008D-3BC5-5889-A13B300E6B7E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7" name="pg597">
                <a:extLst>
                  <a:ext uri="{FF2B5EF4-FFF2-40B4-BE49-F238E27FC236}">
                    <a16:creationId xmlns:a16="http://schemas.microsoft.com/office/drawing/2014/main" id="{1C910CF7-FC55-E2E0-F53C-D2D4EA974807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8" name="pg598">
                <a:extLst>
                  <a:ext uri="{FF2B5EF4-FFF2-40B4-BE49-F238E27FC236}">
                    <a16:creationId xmlns:a16="http://schemas.microsoft.com/office/drawing/2014/main" id="{1FC09DA9-FB98-DB73-8D2E-F02856E34AAD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9" name="pg599">
                <a:extLst>
                  <a:ext uri="{FF2B5EF4-FFF2-40B4-BE49-F238E27FC236}">
                    <a16:creationId xmlns:a16="http://schemas.microsoft.com/office/drawing/2014/main" id="{5DFFB69C-BE7C-C96A-A95E-32EC52E81249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0" name="pg600">
                <a:extLst>
                  <a:ext uri="{FF2B5EF4-FFF2-40B4-BE49-F238E27FC236}">
                    <a16:creationId xmlns:a16="http://schemas.microsoft.com/office/drawing/2014/main" id="{B25C4A90-E64D-A89F-3B82-DA8534138EF3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1" name="pg601">
                <a:extLst>
                  <a:ext uri="{FF2B5EF4-FFF2-40B4-BE49-F238E27FC236}">
                    <a16:creationId xmlns:a16="http://schemas.microsoft.com/office/drawing/2014/main" id="{77D2C33E-97BF-F94F-2FC8-40956E7FD2BB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2" name="pg602">
                <a:extLst>
                  <a:ext uri="{FF2B5EF4-FFF2-40B4-BE49-F238E27FC236}">
                    <a16:creationId xmlns:a16="http://schemas.microsoft.com/office/drawing/2014/main" id="{19BA8544-52A5-C71D-138B-49D4E40071A9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3" name="pg603">
                <a:extLst>
                  <a:ext uri="{FF2B5EF4-FFF2-40B4-BE49-F238E27FC236}">
                    <a16:creationId xmlns:a16="http://schemas.microsoft.com/office/drawing/2014/main" id="{F549AD27-7106-7070-F27B-17BB9AB125F9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4" name="pg604">
                <a:extLst>
                  <a:ext uri="{FF2B5EF4-FFF2-40B4-BE49-F238E27FC236}">
                    <a16:creationId xmlns:a16="http://schemas.microsoft.com/office/drawing/2014/main" id="{5CEB5BAB-34A1-E95D-55E1-2BE41CA1739D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5" name="pg605">
                <a:extLst>
                  <a:ext uri="{FF2B5EF4-FFF2-40B4-BE49-F238E27FC236}">
                    <a16:creationId xmlns:a16="http://schemas.microsoft.com/office/drawing/2014/main" id="{F3173404-DB08-544A-5963-465746DBEE22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6" name="pg606">
                <a:extLst>
                  <a:ext uri="{FF2B5EF4-FFF2-40B4-BE49-F238E27FC236}">
                    <a16:creationId xmlns:a16="http://schemas.microsoft.com/office/drawing/2014/main" id="{8D783ADD-481E-ED01-519F-F6103123D868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7" name="pg607">
                <a:extLst>
                  <a:ext uri="{FF2B5EF4-FFF2-40B4-BE49-F238E27FC236}">
                    <a16:creationId xmlns:a16="http://schemas.microsoft.com/office/drawing/2014/main" id="{BB52A108-763D-05A9-8A15-B8004A2834BE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8" name="pg608">
                <a:extLst>
                  <a:ext uri="{FF2B5EF4-FFF2-40B4-BE49-F238E27FC236}">
                    <a16:creationId xmlns:a16="http://schemas.microsoft.com/office/drawing/2014/main" id="{181F8AFB-225C-7040-913F-A6D9A6DABAFC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9" name="pg609">
                <a:extLst>
                  <a:ext uri="{FF2B5EF4-FFF2-40B4-BE49-F238E27FC236}">
                    <a16:creationId xmlns:a16="http://schemas.microsoft.com/office/drawing/2014/main" id="{06D35C84-7C9E-493C-81F7-0C5DF1721143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0" name="pg610">
                <a:extLst>
                  <a:ext uri="{FF2B5EF4-FFF2-40B4-BE49-F238E27FC236}">
                    <a16:creationId xmlns:a16="http://schemas.microsoft.com/office/drawing/2014/main" id="{19E1E249-B339-7C54-B00C-C9DEDC9108F9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1" name="pg611">
                <a:extLst>
                  <a:ext uri="{FF2B5EF4-FFF2-40B4-BE49-F238E27FC236}">
                    <a16:creationId xmlns:a16="http://schemas.microsoft.com/office/drawing/2014/main" id="{8C0B0EC2-6335-1860-C95D-481E88D7A8C8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2" name="pg612">
                <a:extLst>
                  <a:ext uri="{FF2B5EF4-FFF2-40B4-BE49-F238E27FC236}">
                    <a16:creationId xmlns:a16="http://schemas.microsoft.com/office/drawing/2014/main" id="{1542B0D8-B26A-8BCB-FC93-2D9E0D5CAB77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3" name="pg613">
                <a:extLst>
                  <a:ext uri="{FF2B5EF4-FFF2-40B4-BE49-F238E27FC236}">
                    <a16:creationId xmlns:a16="http://schemas.microsoft.com/office/drawing/2014/main" id="{7A0EC62C-6027-6431-A928-116493FB2028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4" name="pg614">
                <a:extLst>
                  <a:ext uri="{FF2B5EF4-FFF2-40B4-BE49-F238E27FC236}">
                    <a16:creationId xmlns:a16="http://schemas.microsoft.com/office/drawing/2014/main" id="{87E125F8-B3D8-9CED-FFF7-FBE62550A7A4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5" name="pg615">
                <a:extLst>
                  <a:ext uri="{FF2B5EF4-FFF2-40B4-BE49-F238E27FC236}">
                    <a16:creationId xmlns:a16="http://schemas.microsoft.com/office/drawing/2014/main" id="{3E60ABA2-3F2A-8F3F-2A27-1A2EF90FD97A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6" name="pg616">
                <a:extLst>
                  <a:ext uri="{FF2B5EF4-FFF2-40B4-BE49-F238E27FC236}">
                    <a16:creationId xmlns:a16="http://schemas.microsoft.com/office/drawing/2014/main" id="{3F56D6CA-8665-F368-694C-E0DCD9FCDE61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7" name="pg617">
                <a:extLst>
                  <a:ext uri="{FF2B5EF4-FFF2-40B4-BE49-F238E27FC236}">
                    <a16:creationId xmlns:a16="http://schemas.microsoft.com/office/drawing/2014/main" id="{DFC30A10-0FFE-CE48-DED0-E315D54340CE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8" name="pg618">
                <a:extLst>
                  <a:ext uri="{FF2B5EF4-FFF2-40B4-BE49-F238E27FC236}">
                    <a16:creationId xmlns:a16="http://schemas.microsoft.com/office/drawing/2014/main" id="{44C469D8-1619-2102-863A-7738C6091FF6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9" name="pg619">
                <a:extLst>
                  <a:ext uri="{FF2B5EF4-FFF2-40B4-BE49-F238E27FC236}">
                    <a16:creationId xmlns:a16="http://schemas.microsoft.com/office/drawing/2014/main" id="{DA1CDDA5-5F47-4F4F-9288-48991D4CD89C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0" name="pg620">
                <a:extLst>
                  <a:ext uri="{FF2B5EF4-FFF2-40B4-BE49-F238E27FC236}">
                    <a16:creationId xmlns:a16="http://schemas.microsoft.com/office/drawing/2014/main" id="{D3F097CC-E19D-9756-3468-53585BBA04AE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1" name="pg621">
                <a:extLst>
                  <a:ext uri="{FF2B5EF4-FFF2-40B4-BE49-F238E27FC236}">
                    <a16:creationId xmlns:a16="http://schemas.microsoft.com/office/drawing/2014/main" id="{C18AA1F6-804C-EB78-F900-1F24FB955C48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2" name="pg622">
                <a:extLst>
                  <a:ext uri="{FF2B5EF4-FFF2-40B4-BE49-F238E27FC236}">
                    <a16:creationId xmlns:a16="http://schemas.microsoft.com/office/drawing/2014/main" id="{FD55E5BD-CFB4-AA5B-42E4-F9A66FA07512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3" name="pg623">
                <a:extLst>
                  <a:ext uri="{FF2B5EF4-FFF2-40B4-BE49-F238E27FC236}">
                    <a16:creationId xmlns:a16="http://schemas.microsoft.com/office/drawing/2014/main" id="{35305B88-D1C5-FE65-812D-F156E87B36B1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4" name="pg624">
                <a:extLst>
                  <a:ext uri="{FF2B5EF4-FFF2-40B4-BE49-F238E27FC236}">
                    <a16:creationId xmlns:a16="http://schemas.microsoft.com/office/drawing/2014/main" id="{ADB2BC08-0412-CD9C-C440-67BD185F97CA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5" name="pg625">
                <a:extLst>
                  <a:ext uri="{FF2B5EF4-FFF2-40B4-BE49-F238E27FC236}">
                    <a16:creationId xmlns:a16="http://schemas.microsoft.com/office/drawing/2014/main" id="{52D47C74-CE6F-F7BA-6F84-740C8831C12F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6" name="pg626">
                <a:extLst>
                  <a:ext uri="{FF2B5EF4-FFF2-40B4-BE49-F238E27FC236}">
                    <a16:creationId xmlns:a16="http://schemas.microsoft.com/office/drawing/2014/main" id="{BFB6B32F-E14F-06F9-4EAB-40C9DE8854C0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7" name="pg627">
                <a:extLst>
                  <a:ext uri="{FF2B5EF4-FFF2-40B4-BE49-F238E27FC236}">
                    <a16:creationId xmlns:a16="http://schemas.microsoft.com/office/drawing/2014/main" id="{4F84AE4C-D118-E521-92BF-E6362D032AC5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8" name="pg628">
                <a:extLst>
                  <a:ext uri="{FF2B5EF4-FFF2-40B4-BE49-F238E27FC236}">
                    <a16:creationId xmlns:a16="http://schemas.microsoft.com/office/drawing/2014/main" id="{0C90BE3D-90A9-B18C-4D9E-704DA8E728F8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9" name="pg629">
                <a:extLst>
                  <a:ext uri="{FF2B5EF4-FFF2-40B4-BE49-F238E27FC236}">
                    <a16:creationId xmlns:a16="http://schemas.microsoft.com/office/drawing/2014/main" id="{69E6AE7C-D648-BE40-21C6-D349FE3894ED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0" name="pg630">
                <a:extLst>
                  <a:ext uri="{FF2B5EF4-FFF2-40B4-BE49-F238E27FC236}">
                    <a16:creationId xmlns:a16="http://schemas.microsoft.com/office/drawing/2014/main" id="{AF593C86-6D41-E8FF-4C1F-7FB99B034EA1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1" name="pg631">
                <a:extLst>
                  <a:ext uri="{FF2B5EF4-FFF2-40B4-BE49-F238E27FC236}">
                    <a16:creationId xmlns:a16="http://schemas.microsoft.com/office/drawing/2014/main" id="{5CDC85B0-98CC-4BEB-C06B-B6A15EB3C4D1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2" name="pg632">
                <a:extLst>
                  <a:ext uri="{FF2B5EF4-FFF2-40B4-BE49-F238E27FC236}">
                    <a16:creationId xmlns:a16="http://schemas.microsoft.com/office/drawing/2014/main" id="{5B777A5B-1E89-8E24-B813-0606804AEF52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3" name="pg633">
                <a:extLst>
                  <a:ext uri="{FF2B5EF4-FFF2-40B4-BE49-F238E27FC236}">
                    <a16:creationId xmlns:a16="http://schemas.microsoft.com/office/drawing/2014/main" id="{2F1C7162-7414-FC5B-0AD2-F8BBA8C21DFF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4" name="pg634">
                <a:extLst>
                  <a:ext uri="{FF2B5EF4-FFF2-40B4-BE49-F238E27FC236}">
                    <a16:creationId xmlns:a16="http://schemas.microsoft.com/office/drawing/2014/main" id="{3523D61C-E704-CC5D-795D-A2F71D23EA28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5" name="pg635">
                <a:extLst>
                  <a:ext uri="{FF2B5EF4-FFF2-40B4-BE49-F238E27FC236}">
                    <a16:creationId xmlns:a16="http://schemas.microsoft.com/office/drawing/2014/main" id="{D8DFA031-10A8-B30B-146D-E3938AD25721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6" name="pg636">
                <a:extLst>
                  <a:ext uri="{FF2B5EF4-FFF2-40B4-BE49-F238E27FC236}">
                    <a16:creationId xmlns:a16="http://schemas.microsoft.com/office/drawing/2014/main" id="{488BCCF4-BD85-26CB-46C6-10B43C126BF2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7" name="pg637">
                <a:extLst>
                  <a:ext uri="{FF2B5EF4-FFF2-40B4-BE49-F238E27FC236}">
                    <a16:creationId xmlns:a16="http://schemas.microsoft.com/office/drawing/2014/main" id="{DC308EBF-18A0-C154-1354-BFEC9CE98283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8" name="pg638">
                <a:extLst>
                  <a:ext uri="{FF2B5EF4-FFF2-40B4-BE49-F238E27FC236}">
                    <a16:creationId xmlns:a16="http://schemas.microsoft.com/office/drawing/2014/main" id="{CA148C18-8CA6-75BB-0661-FEE73B707CCB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9" name="pg639">
                <a:extLst>
                  <a:ext uri="{FF2B5EF4-FFF2-40B4-BE49-F238E27FC236}">
                    <a16:creationId xmlns:a16="http://schemas.microsoft.com/office/drawing/2014/main" id="{C180E4DE-72D2-3623-C1CF-E2D12CAB2853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0" name="pg640">
                <a:extLst>
                  <a:ext uri="{FF2B5EF4-FFF2-40B4-BE49-F238E27FC236}">
                    <a16:creationId xmlns:a16="http://schemas.microsoft.com/office/drawing/2014/main" id="{835AB89D-4F2F-0553-9B7C-143470500BFB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1" name="pg641">
                <a:extLst>
                  <a:ext uri="{FF2B5EF4-FFF2-40B4-BE49-F238E27FC236}">
                    <a16:creationId xmlns:a16="http://schemas.microsoft.com/office/drawing/2014/main" id="{9783E469-AC0E-CDDF-9ACC-B6B17B6EC578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2" name="pg642">
                <a:extLst>
                  <a:ext uri="{FF2B5EF4-FFF2-40B4-BE49-F238E27FC236}">
                    <a16:creationId xmlns:a16="http://schemas.microsoft.com/office/drawing/2014/main" id="{A9752425-4C6D-FD37-BCC4-DD075F878A67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3" name="pg643">
                <a:extLst>
                  <a:ext uri="{FF2B5EF4-FFF2-40B4-BE49-F238E27FC236}">
                    <a16:creationId xmlns:a16="http://schemas.microsoft.com/office/drawing/2014/main" id="{9738435D-EED3-E03D-CAED-F53453406904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4" name="pg644">
                <a:extLst>
                  <a:ext uri="{FF2B5EF4-FFF2-40B4-BE49-F238E27FC236}">
                    <a16:creationId xmlns:a16="http://schemas.microsoft.com/office/drawing/2014/main" id="{01EC7BBD-F4A0-E42D-1563-D01AF20C1EC0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5" name="pg645">
                <a:extLst>
                  <a:ext uri="{FF2B5EF4-FFF2-40B4-BE49-F238E27FC236}">
                    <a16:creationId xmlns:a16="http://schemas.microsoft.com/office/drawing/2014/main" id="{9046C62D-483A-9757-ADAF-FB58E385FF8F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6" name="pg646">
                <a:extLst>
                  <a:ext uri="{FF2B5EF4-FFF2-40B4-BE49-F238E27FC236}">
                    <a16:creationId xmlns:a16="http://schemas.microsoft.com/office/drawing/2014/main" id="{46D5CCE0-A311-3C32-1A11-1636F0192595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7" name="pg647">
                <a:extLst>
                  <a:ext uri="{FF2B5EF4-FFF2-40B4-BE49-F238E27FC236}">
                    <a16:creationId xmlns:a16="http://schemas.microsoft.com/office/drawing/2014/main" id="{8371D2C1-9071-8EC8-151E-66DEBA8330AE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8" name="pg648">
                <a:extLst>
                  <a:ext uri="{FF2B5EF4-FFF2-40B4-BE49-F238E27FC236}">
                    <a16:creationId xmlns:a16="http://schemas.microsoft.com/office/drawing/2014/main" id="{F253BE8C-63F6-B066-1AA3-1379568CA4B4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9" name="pg649">
                <a:extLst>
                  <a:ext uri="{FF2B5EF4-FFF2-40B4-BE49-F238E27FC236}">
                    <a16:creationId xmlns:a16="http://schemas.microsoft.com/office/drawing/2014/main" id="{3213C47B-46E1-521C-5121-CBAEE229055A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0" name="pg650">
                <a:extLst>
                  <a:ext uri="{FF2B5EF4-FFF2-40B4-BE49-F238E27FC236}">
                    <a16:creationId xmlns:a16="http://schemas.microsoft.com/office/drawing/2014/main" id="{E7687CEA-8049-FF0B-D621-912FB40FB55D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1" name="pg651">
                <a:extLst>
                  <a:ext uri="{FF2B5EF4-FFF2-40B4-BE49-F238E27FC236}">
                    <a16:creationId xmlns:a16="http://schemas.microsoft.com/office/drawing/2014/main" id="{9B0A921F-1502-585C-6FFE-53213A202D6D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2" name="pg652">
                <a:extLst>
                  <a:ext uri="{FF2B5EF4-FFF2-40B4-BE49-F238E27FC236}">
                    <a16:creationId xmlns:a16="http://schemas.microsoft.com/office/drawing/2014/main" id="{A91B6CD9-3D60-2DF0-FAFC-F51018DD0EC6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3" name="pg653">
                <a:extLst>
                  <a:ext uri="{FF2B5EF4-FFF2-40B4-BE49-F238E27FC236}">
                    <a16:creationId xmlns:a16="http://schemas.microsoft.com/office/drawing/2014/main" id="{9C090255-588E-C886-9BDF-58EC6C2F2978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4" name="pg654">
                <a:extLst>
                  <a:ext uri="{FF2B5EF4-FFF2-40B4-BE49-F238E27FC236}">
                    <a16:creationId xmlns:a16="http://schemas.microsoft.com/office/drawing/2014/main" id="{D0EABC32-38D4-6E44-049B-6A979EEFA4DF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5" name="pg655">
                <a:extLst>
                  <a:ext uri="{FF2B5EF4-FFF2-40B4-BE49-F238E27FC236}">
                    <a16:creationId xmlns:a16="http://schemas.microsoft.com/office/drawing/2014/main" id="{4F8D9CAC-5DBE-BD77-B4B8-154F2ECEE276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6" name="pg656">
                <a:extLst>
                  <a:ext uri="{FF2B5EF4-FFF2-40B4-BE49-F238E27FC236}">
                    <a16:creationId xmlns:a16="http://schemas.microsoft.com/office/drawing/2014/main" id="{B7EFA2CB-4525-F04D-8716-65AAE9294F9A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7" name="pg657">
                <a:extLst>
                  <a:ext uri="{FF2B5EF4-FFF2-40B4-BE49-F238E27FC236}">
                    <a16:creationId xmlns:a16="http://schemas.microsoft.com/office/drawing/2014/main" id="{AB00D762-3A13-718A-7B19-7219B5C73D05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8" name="pg658">
                <a:extLst>
                  <a:ext uri="{FF2B5EF4-FFF2-40B4-BE49-F238E27FC236}">
                    <a16:creationId xmlns:a16="http://schemas.microsoft.com/office/drawing/2014/main" id="{A8D15361-AC6D-544D-6F8C-332E11FA14AF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9" name="pg659">
                <a:extLst>
                  <a:ext uri="{FF2B5EF4-FFF2-40B4-BE49-F238E27FC236}">
                    <a16:creationId xmlns:a16="http://schemas.microsoft.com/office/drawing/2014/main" id="{751B5851-999D-0E2D-D001-D06EF5F46264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0" name="pg660">
                <a:extLst>
                  <a:ext uri="{FF2B5EF4-FFF2-40B4-BE49-F238E27FC236}">
                    <a16:creationId xmlns:a16="http://schemas.microsoft.com/office/drawing/2014/main" id="{D0DDA05A-7BC9-7C61-66F0-22A5F2849BFF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1" name="pg661">
                <a:extLst>
                  <a:ext uri="{FF2B5EF4-FFF2-40B4-BE49-F238E27FC236}">
                    <a16:creationId xmlns:a16="http://schemas.microsoft.com/office/drawing/2014/main" id="{82C7E634-1AEB-FD90-9AB6-B29D670DD7EF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2" name="pg662">
                <a:extLst>
                  <a:ext uri="{FF2B5EF4-FFF2-40B4-BE49-F238E27FC236}">
                    <a16:creationId xmlns:a16="http://schemas.microsoft.com/office/drawing/2014/main" id="{642D5D84-9A1D-7132-EC6C-EF3877517AEF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3" name="pg663">
                <a:extLst>
                  <a:ext uri="{FF2B5EF4-FFF2-40B4-BE49-F238E27FC236}">
                    <a16:creationId xmlns:a16="http://schemas.microsoft.com/office/drawing/2014/main" id="{59FADEA0-D32E-B837-5A1C-C167588FAFEA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4" name="pg664">
                <a:extLst>
                  <a:ext uri="{FF2B5EF4-FFF2-40B4-BE49-F238E27FC236}">
                    <a16:creationId xmlns:a16="http://schemas.microsoft.com/office/drawing/2014/main" id="{207149B1-AD18-3B59-39E5-A97DE04E3030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5" name="pg665">
                <a:extLst>
                  <a:ext uri="{FF2B5EF4-FFF2-40B4-BE49-F238E27FC236}">
                    <a16:creationId xmlns:a16="http://schemas.microsoft.com/office/drawing/2014/main" id="{BB4A28E4-560E-9D6A-6922-D7C755CED888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6" name="pg666">
                <a:extLst>
                  <a:ext uri="{FF2B5EF4-FFF2-40B4-BE49-F238E27FC236}">
                    <a16:creationId xmlns:a16="http://schemas.microsoft.com/office/drawing/2014/main" id="{9C56A9CE-C5CB-2746-E4C9-3210546FAC6E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7" name="pg667">
                <a:extLst>
                  <a:ext uri="{FF2B5EF4-FFF2-40B4-BE49-F238E27FC236}">
                    <a16:creationId xmlns:a16="http://schemas.microsoft.com/office/drawing/2014/main" id="{047D9627-4ACA-C00F-A3BC-B784998F0349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8" name="pg668">
                <a:extLst>
                  <a:ext uri="{FF2B5EF4-FFF2-40B4-BE49-F238E27FC236}">
                    <a16:creationId xmlns:a16="http://schemas.microsoft.com/office/drawing/2014/main" id="{A1843DEC-1DB0-A0CB-9860-95BFFBAA554E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9" name="pg669">
                <a:extLst>
                  <a:ext uri="{FF2B5EF4-FFF2-40B4-BE49-F238E27FC236}">
                    <a16:creationId xmlns:a16="http://schemas.microsoft.com/office/drawing/2014/main" id="{032E5966-E0E7-75E7-EAC9-46546123FD97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0" name="pg670">
                <a:extLst>
                  <a:ext uri="{FF2B5EF4-FFF2-40B4-BE49-F238E27FC236}">
                    <a16:creationId xmlns:a16="http://schemas.microsoft.com/office/drawing/2014/main" id="{2FB311C6-9B4A-E9F8-076C-8439629A872D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1" name="pg671">
                <a:extLst>
                  <a:ext uri="{FF2B5EF4-FFF2-40B4-BE49-F238E27FC236}">
                    <a16:creationId xmlns:a16="http://schemas.microsoft.com/office/drawing/2014/main" id="{B30DD17E-462A-8E3D-6B4A-0BF593410000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2" name="pg672">
                <a:extLst>
                  <a:ext uri="{FF2B5EF4-FFF2-40B4-BE49-F238E27FC236}">
                    <a16:creationId xmlns:a16="http://schemas.microsoft.com/office/drawing/2014/main" id="{200A733C-5A00-302D-56AA-A093218B2D36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3" name="pg673">
                <a:extLst>
                  <a:ext uri="{FF2B5EF4-FFF2-40B4-BE49-F238E27FC236}">
                    <a16:creationId xmlns:a16="http://schemas.microsoft.com/office/drawing/2014/main" id="{DE2DB59C-F2B7-68BB-70D1-9A19C682F206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4" name="pg674">
                <a:extLst>
                  <a:ext uri="{FF2B5EF4-FFF2-40B4-BE49-F238E27FC236}">
                    <a16:creationId xmlns:a16="http://schemas.microsoft.com/office/drawing/2014/main" id="{E917DE4E-15EC-A708-A914-186C6755E4C7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5" name="pg675">
                <a:extLst>
                  <a:ext uri="{FF2B5EF4-FFF2-40B4-BE49-F238E27FC236}">
                    <a16:creationId xmlns:a16="http://schemas.microsoft.com/office/drawing/2014/main" id="{811C2AB4-CA64-AA90-D34E-7BD786BB2E3E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6" name="pg676">
                <a:extLst>
                  <a:ext uri="{FF2B5EF4-FFF2-40B4-BE49-F238E27FC236}">
                    <a16:creationId xmlns:a16="http://schemas.microsoft.com/office/drawing/2014/main" id="{8BF6FF23-8F24-89C9-3C09-20D3851905C7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7" name="pg677">
                <a:extLst>
                  <a:ext uri="{FF2B5EF4-FFF2-40B4-BE49-F238E27FC236}">
                    <a16:creationId xmlns:a16="http://schemas.microsoft.com/office/drawing/2014/main" id="{98F1B382-2101-6FFE-19CB-1A92C9F2A7AC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8" name="pg678">
                <a:extLst>
                  <a:ext uri="{FF2B5EF4-FFF2-40B4-BE49-F238E27FC236}">
                    <a16:creationId xmlns:a16="http://schemas.microsoft.com/office/drawing/2014/main" id="{E34C30CB-C79C-36B0-58B5-B274909DF454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9" name="pg679">
                <a:extLst>
                  <a:ext uri="{FF2B5EF4-FFF2-40B4-BE49-F238E27FC236}">
                    <a16:creationId xmlns:a16="http://schemas.microsoft.com/office/drawing/2014/main" id="{F7180622-2359-3547-A3E9-F644DA4EB9C3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0" name="pg680">
                <a:extLst>
                  <a:ext uri="{FF2B5EF4-FFF2-40B4-BE49-F238E27FC236}">
                    <a16:creationId xmlns:a16="http://schemas.microsoft.com/office/drawing/2014/main" id="{CC2C0B2B-D928-788F-AEB4-1526E00DEE65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1" name="pg681">
                <a:extLst>
                  <a:ext uri="{FF2B5EF4-FFF2-40B4-BE49-F238E27FC236}">
                    <a16:creationId xmlns:a16="http://schemas.microsoft.com/office/drawing/2014/main" id="{D357CA07-DC4D-832E-C890-83B9FA6CE8AA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C">
                  <a:alpha val="100000"/>
                </a:srgbClr>
              </a:solidFill>
              <a:ln w="5420" cap="flat">
                <a:solidFill>
                  <a:srgbClr val="3B3C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2" name="pg682">
                <a:extLst>
                  <a:ext uri="{FF2B5EF4-FFF2-40B4-BE49-F238E27FC236}">
                    <a16:creationId xmlns:a16="http://schemas.microsoft.com/office/drawing/2014/main" id="{B2FE5A89-6CD7-F535-905A-2660D061F12B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3" name="pg683">
                <a:extLst>
                  <a:ext uri="{FF2B5EF4-FFF2-40B4-BE49-F238E27FC236}">
                    <a16:creationId xmlns:a16="http://schemas.microsoft.com/office/drawing/2014/main" id="{93226D20-C7A1-03A5-FB74-736C0B186ED0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4" name="pg684">
                <a:extLst>
                  <a:ext uri="{FF2B5EF4-FFF2-40B4-BE49-F238E27FC236}">
                    <a16:creationId xmlns:a16="http://schemas.microsoft.com/office/drawing/2014/main" id="{7614A668-B051-CA29-DC4E-65BF2234287A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5" name="pg685">
                <a:extLst>
                  <a:ext uri="{FF2B5EF4-FFF2-40B4-BE49-F238E27FC236}">
                    <a16:creationId xmlns:a16="http://schemas.microsoft.com/office/drawing/2014/main" id="{77B95BD6-8898-108B-C51C-6D02B7C6BEFE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6" name="pg686">
                <a:extLst>
                  <a:ext uri="{FF2B5EF4-FFF2-40B4-BE49-F238E27FC236}">
                    <a16:creationId xmlns:a16="http://schemas.microsoft.com/office/drawing/2014/main" id="{B05AE9A4-FD9B-6480-A23B-3B8AE1A3CB33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7" name="pg687">
                <a:extLst>
                  <a:ext uri="{FF2B5EF4-FFF2-40B4-BE49-F238E27FC236}">
                    <a16:creationId xmlns:a16="http://schemas.microsoft.com/office/drawing/2014/main" id="{3B641380-C4E0-B8CE-BD1C-398BDFE2A640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8" name="pg688">
                <a:extLst>
                  <a:ext uri="{FF2B5EF4-FFF2-40B4-BE49-F238E27FC236}">
                    <a16:creationId xmlns:a16="http://schemas.microsoft.com/office/drawing/2014/main" id="{4FD0B4E8-076F-15F2-18D9-865660330B74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9" name="pg689">
                <a:extLst>
                  <a:ext uri="{FF2B5EF4-FFF2-40B4-BE49-F238E27FC236}">
                    <a16:creationId xmlns:a16="http://schemas.microsoft.com/office/drawing/2014/main" id="{3DFA334F-EFCF-0D83-60E0-5D20C98B62E5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0" name="pg690">
                <a:extLst>
                  <a:ext uri="{FF2B5EF4-FFF2-40B4-BE49-F238E27FC236}">
                    <a16:creationId xmlns:a16="http://schemas.microsoft.com/office/drawing/2014/main" id="{963E9BF4-A8A4-C68C-C0A1-D6A4E328B9F7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1" name="pg691">
                <a:extLst>
                  <a:ext uri="{FF2B5EF4-FFF2-40B4-BE49-F238E27FC236}">
                    <a16:creationId xmlns:a16="http://schemas.microsoft.com/office/drawing/2014/main" id="{B5C76449-7D27-9C39-30C0-FB483AECDE30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2" name="pg692">
                <a:extLst>
                  <a:ext uri="{FF2B5EF4-FFF2-40B4-BE49-F238E27FC236}">
                    <a16:creationId xmlns:a16="http://schemas.microsoft.com/office/drawing/2014/main" id="{9C6C2CE4-2DE5-1C75-883D-EBB24F388696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3" name="pg693">
                <a:extLst>
                  <a:ext uri="{FF2B5EF4-FFF2-40B4-BE49-F238E27FC236}">
                    <a16:creationId xmlns:a16="http://schemas.microsoft.com/office/drawing/2014/main" id="{6117DDAC-F837-CC3F-029B-CA5B2C0DCCDB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4" name="pg694">
                <a:extLst>
                  <a:ext uri="{FF2B5EF4-FFF2-40B4-BE49-F238E27FC236}">
                    <a16:creationId xmlns:a16="http://schemas.microsoft.com/office/drawing/2014/main" id="{CFE66896-81FD-B569-44B7-E789747E9CC6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5" name="pg695">
                <a:extLst>
                  <a:ext uri="{FF2B5EF4-FFF2-40B4-BE49-F238E27FC236}">
                    <a16:creationId xmlns:a16="http://schemas.microsoft.com/office/drawing/2014/main" id="{70124449-FEA2-021F-AD3C-EB972043C093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6" name="pg696">
                <a:extLst>
                  <a:ext uri="{FF2B5EF4-FFF2-40B4-BE49-F238E27FC236}">
                    <a16:creationId xmlns:a16="http://schemas.microsoft.com/office/drawing/2014/main" id="{CBDA6FAC-3FB2-232A-0B47-2DF5EA1039D5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7" name="pg697">
                <a:extLst>
                  <a:ext uri="{FF2B5EF4-FFF2-40B4-BE49-F238E27FC236}">
                    <a16:creationId xmlns:a16="http://schemas.microsoft.com/office/drawing/2014/main" id="{ECAEB085-0F64-81AD-030E-62CCA60E3710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8" name="pg698">
                <a:extLst>
                  <a:ext uri="{FF2B5EF4-FFF2-40B4-BE49-F238E27FC236}">
                    <a16:creationId xmlns:a16="http://schemas.microsoft.com/office/drawing/2014/main" id="{E32D0506-6B41-3E44-7E5D-C3DD7BF3904B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9" name="pg699">
                <a:extLst>
                  <a:ext uri="{FF2B5EF4-FFF2-40B4-BE49-F238E27FC236}">
                    <a16:creationId xmlns:a16="http://schemas.microsoft.com/office/drawing/2014/main" id="{4965A622-4C5C-3B2D-D1B4-84EB657ACB24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0" name="pg700">
                <a:extLst>
                  <a:ext uri="{FF2B5EF4-FFF2-40B4-BE49-F238E27FC236}">
                    <a16:creationId xmlns:a16="http://schemas.microsoft.com/office/drawing/2014/main" id="{8D03AB62-7556-92BF-9491-B6D2AED642F0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1" name="pg701">
                <a:extLst>
                  <a:ext uri="{FF2B5EF4-FFF2-40B4-BE49-F238E27FC236}">
                    <a16:creationId xmlns:a16="http://schemas.microsoft.com/office/drawing/2014/main" id="{FA2BB5B7-6CE9-A396-95E9-D33E2F0E6B70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2" name="pg702">
                <a:extLst>
                  <a:ext uri="{FF2B5EF4-FFF2-40B4-BE49-F238E27FC236}">
                    <a16:creationId xmlns:a16="http://schemas.microsoft.com/office/drawing/2014/main" id="{6470043E-C339-5EA7-26C6-75F4C942D6FB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3" name="pg703">
                <a:extLst>
                  <a:ext uri="{FF2B5EF4-FFF2-40B4-BE49-F238E27FC236}">
                    <a16:creationId xmlns:a16="http://schemas.microsoft.com/office/drawing/2014/main" id="{C4F0CF26-9AD2-7673-46E6-C8A13A855BE5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4" name="pg704">
                <a:extLst>
                  <a:ext uri="{FF2B5EF4-FFF2-40B4-BE49-F238E27FC236}">
                    <a16:creationId xmlns:a16="http://schemas.microsoft.com/office/drawing/2014/main" id="{F04BAB70-CEA6-1588-FB90-30384B2BD0A1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5" name="pg705">
                <a:extLst>
                  <a:ext uri="{FF2B5EF4-FFF2-40B4-BE49-F238E27FC236}">
                    <a16:creationId xmlns:a16="http://schemas.microsoft.com/office/drawing/2014/main" id="{DBA847F6-0B01-25C1-8A1A-8CEE0BAF9BF4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6" name="pg706">
                <a:extLst>
                  <a:ext uri="{FF2B5EF4-FFF2-40B4-BE49-F238E27FC236}">
                    <a16:creationId xmlns:a16="http://schemas.microsoft.com/office/drawing/2014/main" id="{78FB288A-5802-E59C-2DEA-58DD63A9E612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7" name="pg707">
                <a:extLst>
                  <a:ext uri="{FF2B5EF4-FFF2-40B4-BE49-F238E27FC236}">
                    <a16:creationId xmlns:a16="http://schemas.microsoft.com/office/drawing/2014/main" id="{E66BBE05-81E6-CB6F-CBF0-17794C20DCD4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8" name="pg708">
                <a:extLst>
                  <a:ext uri="{FF2B5EF4-FFF2-40B4-BE49-F238E27FC236}">
                    <a16:creationId xmlns:a16="http://schemas.microsoft.com/office/drawing/2014/main" id="{0FD93394-8FEB-06D5-B0AB-21E0F702C04F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9" name="pg709">
                <a:extLst>
                  <a:ext uri="{FF2B5EF4-FFF2-40B4-BE49-F238E27FC236}">
                    <a16:creationId xmlns:a16="http://schemas.microsoft.com/office/drawing/2014/main" id="{C6C63D8E-FB1E-2DD6-7EDF-CC5CEBDF632D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0" name="pg710">
                <a:extLst>
                  <a:ext uri="{FF2B5EF4-FFF2-40B4-BE49-F238E27FC236}">
                    <a16:creationId xmlns:a16="http://schemas.microsoft.com/office/drawing/2014/main" id="{819B5DC5-9AF8-C2B9-2F12-BD332A3C951F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1" name="pg711">
                <a:extLst>
                  <a:ext uri="{FF2B5EF4-FFF2-40B4-BE49-F238E27FC236}">
                    <a16:creationId xmlns:a16="http://schemas.microsoft.com/office/drawing/2014/main" id="{C16AD529-B3B3-FA61-48F6-7EFFFFEA34B7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2" name="pg712">
                <a:extLst>
                  <a:ext uri="{FF2B5EF4-FFF2-40B4-BE49-F238E27FC236}">
                    <a16:creationId xmlns:a16="http://schemas.microsoft.com/office/drawing/2014/main" id="{C6199DBB-3274-0E35-5EB8-68B3C41C7280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3" name="pg713">
                <a:extLst>
                  <a:ext uri="{FF2B5EF4-FFF2-40B4-BE49-F238E27FC236}">
                    <a16:creationId xmlns:a16="http://schemas.microsoft.com/office/drawing/2014/main" id="{0057C9DD-EB77-550D-08FA-EA612716AD42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4" name="pg714">
                <a:extLst>
                  <a:ext uri="{FF2B5EF4-FFF2-40B4-BE49-F238E27FC236}">
                    <a16:creationId xmlns:a16="http://schemas.microsoft.com/office/drawing/2014/main" id="{6DC44050-46FD-D8C8-2274-EB31197B4E52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5" name="pg715">
                <a:extLst>
                  <a:ext uri="{FF2B5EF4-FFF2-40B4-BE49-F238E27FC236}">
                    <a16:creationId xmlns:a16="http://schemas.microsoft.com/office/drawing/2014/main" id="{8D650C01-8572-B116-67FB-2B0B8FC9A136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6" name="pg716">
                <a:extLst>
                  <a:ext uri="{FF2B5EF4-FFF2-40B4-BE49-F238E27FC236}">
                    <a16:creationId xmlns:a16="http://schemas.microsoft.com/office/drawing/2014/main" id="{9086B992-7396-6771-13F3-2FFF841DBFA4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7" name="pg717">
                <a:extLst>
                  <a:ext uri="{FF2B5EF4-FFF2-40B4-BE49-F238E27FC236}">
                    <a16:creationId xmlns:a16="http://schemas.microsoft.com/office/drawing/2014/main" id="{C6959560-004C-2C05-C8FF-664B54A0F086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8" name="pg718">
                <a:extLst>
                  <a:ext uri="{FF2B5EF4-FFF2-40B4-BE49-F238E27FC236}">
                    <a16:creationId xmlns:a16="http://schemas.microsoft.com/office/drawing/2014/main" id="{C123214D-88C3-A068-B779-46A6AEB75986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9" name="pg719">
                <a:extLst>
                  <a:ext uri="{FF2B5EF4-FFF2-40B4-BE49-F238E27FC236}">
                    <a16:creationId xmlns:a16="http://schemas.microsoft.com/office/drawing/2014/main" id="{E8884675-2C65-05C0-1AC0-533669BBE0B1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0" name="pg720">
                <a:extLst>
                  <a:ext uri="{FF2B5EF4-FFF2-40B4-BE49-F238E27FC236}">
                    <a16:creationId xmlns:a16="http://schemas.microsoft.com/office/drawing/2014/main" id="{D4EBFA0C-D80F-1212-AAD4-E2A05996FD50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1" name="pg721">
                <a:extLst>
                  <a:ext uri="{FF2B5EF4-FFF2-40B4-BE49-F238E27FC236}">
                    <a16:creationId xmlns:a16="http://schemas.microsoft.com/office/drawing/2014/main" id="{67A18DB2-1B2C-56C2-7688-84894420688C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2" name="pg722">
                <a:extLst>
                  <a:ext uri="{FF2B5EF4-FFF2-40B4-BE49-F238E27FC236}">
                    <a16:creationId xmlns:a16="http://schemas.microsoft.com/office/drawing/2014/main" id="{40DE1A9A-0F00-44C3-70B3-2971243E799C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3" name="pg723">
                <a:extLst>
                  <a:ext uri="{FF2B5EF4-FFF2-40B4-BE49-F238E27FC236}">
                    <a16:creationId xmlns:a16="http://schemas.microsoft.com/office/drawing/2014/main" id="{D95F9458-BE0A-66EA-CE63-73AAF4C3238B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4" name="pg724">
                <a:extLst>
                  <a:ext uri="{FF2B5EF4-FFF2-40B4-BE49-F238E27FC236}">
                    <a16:creationId xmlns:a16="http://schemas.microsoft.com/office/drawing/2014/main" id="{B6DBBD93-81D4-55A6-509E-71CBFAFC3798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5" name="pg725">
                <a:extLst>
                  <a:ext uri="{FF2B5EF4-FFF2-40B4-BE49-F238E27FC236}">
                    <a16:creationId xmlns:a16="http://schemas.microsoft.com/office/drawing/2014/main" id="{A775416B-F487-A531-3226-6D36F6B256B2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6" name="pg726">
                <a:extLst>
                  <a:ext uri="{FF2B5EF4-FFF2-40B4-BE49-F238E27FC236}">
                    <a16:creationId xmlns:a16="http://schemas.microsoft.com/office/drawing/2014/main" id="{8A9D44BA-229E-7DD8-9079-081221245724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7" name="pg727">
                <a:extLst>
                  <a:ext uri="{FF2B5EF4-FFF2-40B4-BE49-F238E27FC236}">
                    <a16:creationId xmlns:a16="http://schemas.microsoft.com/office/drawing/2014/main" id="{0E0C86B3-30AC-F6F6-D613-30F5B6F8D0DC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8" name="pg728">
                <a:extLst>
                  <a:ext uri="{FF2B5EF4-FFF2-40B4-BE49-F238E27FC236}">
                    <a16:creationId xmlns:a16="http://schemas.microsoft.com/office/drawing/2014/main" id="{FFFF8C7D-2B93-6F16-C297-BB4A63C96077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9" name="pg729">
                <a:extLst>
                  <a:ext uri="{FF2B5EF4-FFF2-40B4-BE49-F238E27FC236}">
                    <a16:creationId xmlns:a16="http://schemas.microsoft.com/office/drawing/2014/main" id="{74A3DD02-0065-7101-9E1F-3BB7669017B3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0" name="pg730">
                <a:extLst>
                  <a:ext uri="{FF2B5EF4-FFF2-40B4-BE49-F238E27FC236}">
                    <a16:creationId xmlns:a16="http://schemas.microsoft.com/office/drawing/2014/main" id="{781C8380-A563-DF40-BC78-1203383121EE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1" name="pg731">
                <a:extLst>
                  <a:ext uri="{FF2B5EF4-FFF2-40B4-BE49-F238E27FC236}">
                    <a16:creationId xmlns:a16="http://schemas.microsoft.com/office/drawing/2014/main" id="{BFBB1D8C-1953-2339-FE67-2A96B16BAC4E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2" name="pg732">
                <a:extLst>
                  <a:ext uri="{FF2B5EF4-FFF2-40B4-BE49-F238E27FC236}">
                    <a16:creationId xmlns:a16="http://schemas.microsoft.com/office/drawing/2014/main" id="{A428214E-2749-959C-105C-5D0C02C39A82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3" name="pg733">
                <a:extLst>
                  <a:ext uri="{FF2B5EF4-FFF2-40B4-BE49-F238E27FC236}">
                    <a16:creationId xmlns:a16="http://schemas.microsoft.com/office/drawing/2014/main" id="{E409BE81-C2A9-E686-3E96-9DD669CDFE87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4" name="pg734">
                <a:extLst>
                  <a:ext uri="{FF2B5EF4-FFF2-40B4-BE49-F238E27FC236}">
                    <a16:creationId xmlns:a16="http://schemas.microsoft.com/office/drawing/2014/main" id="{913E45D3-9873-3BBF-DE9A-55222932E38B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5" name="pg735">
                <a:extLst>
                  <a:ext uri="{FF2B5EF4-FFF2-40B4-BE49-F238E27FC236}">
                    <a16:creationId xmlns:a16="http://schemas.microsoft.com/office/drawing/2014/main" id="{7084B1B3-5758-BD6D-1C2A-9BC90E688B00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6" name="pg736">
                <a:extLst>
                  <a:ext uri="{FF2B5EF4-FFF2-40B4-BE49-F238E27FC236}">
                    <a16:creationId xmlns:a16="http://schemas.microsoft.com/office/drawing/2014/main" id="{81617419-7626-8F31-9578-62D16B4935E2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7" name="pg737">
                <a:extLst>
                  <a:ext uri="{FF2B5EF4-FFF2-40B4-BE49-F238E27FC236}">
                    <a16:creationId xmlns:a16="http://schemas.microsoft.com/office/drawing/2014/main" id="{C554FAA2-85B2-E22D-F640-35D2CDED3FE9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8" name="pg738">
                <a:extLst>
                  <a:ext uri="{FF2B5EF4-FFF2-40B4-BE49-F238E27FC236}">
                    <a16:creationId xmlns:a16="http://schemas.microsoft.com/office/drawing/2014/main" id="{BCC0DE5D-844B-E443-5374-6399BA3BF1DE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9" name="pg739">
                <a:extLst>
                  <a:ext uri="{FF2B5EF4-FFF2-40B4-BE49-F238E27FC236}">
                    <a16:creationId xmlns:a16="http://schemas.microsoft.com/office/drawing/2014/main" id="{B505E517-0890-99A6-8640-A8AFF1A11765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0" name="pg740">
                <a:extLst>
                  <a:ext uri="{FF2B5EF4-FFF2-40B4-BE49-F238E27FC236}">
                    <a16:creationId xmlns:a16="http://schemas.microsoft.com/office/drawing/2014/main" id="{0845C0E4-6102-BD93-58E6-3248614CF70E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1" name="pg741">
                <a:extLst>
                  <a:ext uri="{FF2B5EF4-FFF2-40B4-BE49-F238E27FC236}">
                    <a16:creationId xmlns:a16="http://schemas.microsoft.com/office/drawing/2014/main" id="{9143B497-484C-7991-AF0F-AE53A0962C81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2" name="pg742">
                <a:extLst>
                  <a:ext uri="{FF2B5EF4-FFF2-40B4-BE49-F238E27FC236}">
                    <a16:creationId xmlns:a16="http://schemas.microsoft.com/office/drawing/2014/main" id="{EB4184E5-E65F-A542-9453-50EE430D38B7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3" name="pg743">
                <a:extLst>
                  <a:ext uri="{FF2B5EF4-FFF2-40B4-BE49-F238E27FC236}">
                    <a16:creationId xmlns:a16="http://schemas.microsoft.com/office/drawing/2014/main" id="{039D930B-AD32-4231-3AFC-953AE6372E0E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4" name="pg744">
                <a:extLst>
                  <a:ext uri="{FF2B5EF4-FFF2-40B4-BE49-F238E27FC236}">
                    <a16:creationId xmlns:a16="http://schemas.microsoft.com/office/drawing/2014/main" id="{B2F312F8-7F89-9303-76A0-8613B905AF3E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5" name="pg745">
                <a:extLst>
                  <a:ext uri="{FF2B5EF4-FFF2-40B4-BE49-F238E27FC236}">
                    <a16:creationId xmlns:a16="http://schemas.microsoft.com/office/drawing/2014/main" id="{8260E583-9D36-892D-D0FF-3214FD48031D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6" name="pg746">
                <a:extLst>
                  <a:ext uri="{FF2B5EF4-FFF2-40B4-BE49-F238E27FC236}">
                    <a16:creationId xmlns:a16="http://schemas.microsoft.com/office/drawing/2014/main" id="{D841203F-05C9-1542-5AFC-EF51FE6DD1AE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7" name="pg747">
                <a:extLst>
                  <a:ext uri="{FF2B5EF4-FFF2-40B4-BE49-F238E27FC236}">
                    <a16:creationId xmlns:a16="http://schemas.microsoft.com/office/drawing/2014/main" id="{6D87E94E-2032-0E07-B2DA-ECA1B8C88322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8" name="pg748">
                <a:extLst>
                  <a:ext uri="{FF2B5EF4-FFF2-40B4-BE49-F238E27FC236}">
                    <a16:creationId xmlns:a16="http://schemas.microsoft.com/office/drawing/2014/main" id="{D075635F-58E9-AC9D-8CDD-98BA845DBF87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9" name="pg749">
                <a:extLst>
                  <a:ext uri="{FF2B5EF4-FFF2-40B4-BE49-F238E27FC236}">
                    <a16:creationId xmlns:a16="http://schemas.microsoft.com/office/drawing/2014/main" id="{32652063-6D6C-98BE-D460-2ACD5CBBBB75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0" name="pg750">
                <a:extLst>
                  <a:ext uri="{FF2B5EF4-FFF2-40B4-BE49-F238E27FC236}">
                    <a16:creationId xmlns:a16="http://schemas.microsoft.com/office/drawing/2014/main" id="{248CB575-2F51-5E88-0B7C-0911ADB972A4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1" name="pg751">
                <a:extLst>
                  <a:ext uri="{FF2B5EF4-FFF2-40B4-BE49-F238E27FC236}">
                    <a16:creationId xmlns:a16="http://schemas.microsoft.com/office/drawing/2014/main" id="{9DE018A0-9900-0BE1-B757-89E758D3BE63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2" name="pg752">
                <a:extLst>
                  <a:ext uri="{FF2B5EF4-FFF2-40B4-BE49-F238E27FC236}">
                    <a16:creationId xmlns:a16="http://schemas.microsoft.com/office/drawing/2014/main" id="{ABC769C0-771B-5083-27A0-80145541A07C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3" name="pg753">
                <a:extLst>
                  <a:ext uri="{FF2B5EF4-FFF2-40B4-BE49-F238E27FC236}">
                    <a16:creationId xmlns:a16="http://schemas.microsoft.com/office/drawing/2014/main" id="{5B0EBE1D-A964-DA94-8B51-EA03F5F942FC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4" name="pg754">
                <a:extLst>
                  <a:ext uri="{FF2B5EF4-FFF2-40B4-BE49-F238E27FC236}">
                    <a16:creationId xmlns:a16="http://schemas.microsoft.com/office/drawing/2014/main" id="{18737E80-7950-FFA4-668C-24C02955412F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5" name="pg755">
                <a:extLst>
                  <a:ext uri="{FF2B5EF4-FFF2-40B4-BE49-F238E27FC236}">
                    <a16:creationId xmlns:a16="http://schemas.microsoft.com/office/drawing/2014/main" id="{969B29C4-7462-373A-3014-9F671095CDB3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6" name="pg756">
                <a:extLst>
                  <a:ext uri="{FF2B5EF4-FFF2-40B4-BE49-F238E27FC236}">
                    <a16:creationId xmlns:a16="http://schemas.microsoft.com/office/drawing/2014/main" id="{41CEB8D7-9F18-810B-5122-EF5EF1F2040C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7" name="pg757">
                <a:extLst>
                  <a:ext uri="{FF2B5EF4-FFF2-40B4-BE49-F238E27FC236}">
                    <a16:creationId xmlns:a16="http://schemas.microsoft.com/office/drawing/2014/main" id="{60097302-B8D1-D310-045E-87C93389758F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8" name="pg758">
                <a:extLst>
                  <a:ext uri="{FF2B5EF4-FFF2-40B4-BE49-F238E27FC236}">
                    <a16:creationId xmlns:a16="http://schemas.microsoft.com/office/drawing/2014/main" id="{0D7BF0EB-B1D0-939D-BBA3-BE885C3B53B9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9" name="pg759">
                <a:extLst>
                  <a:ext uri="{FF2B5EF4-FFF2-40B4-BE49-F238E27FC236}">
                    <a16:creationId xmlns:a16="http://schemas.microsoft.com/office/drawing/2014/main" id="{210B8886-BD4D-B0F6-BC0F-B8D756860E20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0" name="pg760">
                <a:extLst>
                  <a:ext uri="{FF2B5EF4-FFF2-40B4-BE49-F238E27FC236}">
                    <a16:creationId xmlns:a16="http://schemas.microsoft.com/office/drawing/2014/main" id="{1C9579C0-2EE8-CD58-EE00-733C69A36DE8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1" name="pg761">
                <a:extLst>
                  <a:ext uri="{FF2B5EF4-FFF2-40B4-BE49-F238E27FC236}">
                    <a16:creationId xmlns:a16="http://schemas.microsoft.com/office/drawing/2014/main" id="{928BBA27-210F-32F5-C536-0F2F3AAFE553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2" name="pg762">
                <a:extLst>
                  <a:ext uri="{FF2B5EF4-FFF2-40B4-BE49-F238E27FC236}">
                    <a16:creationId xmlns:a16="http://schemas.microsoft.com/office/drawing/2014/main" id="{58667536-1DC7-D508-5EF9-216FC56ABF09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3" name="pg763">
                <a:extLst>
                  <a:ext uri="{FF2B5EF4-FFF2-40B4-BE49-F238E27FC236}">
                    <a16:creationId xmlns:a16="http://schemas.microsoft.com/office/drawing/2014/main" id="{00280F5A-117A-B4EC-E347-F355972BC679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4" name="pg764">
                <a:extLst>
                  <a:ext uri="{FF2B5EF4-FFF2-40B4-BE49-F238E27FC236}">
                    <a16:creationId xmlns:a16="http://schemas.microsoft.com/office/drawing/2014/main" id="{7CB16B6F-58F2-9159-AEEC-0EC8695744AB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5" name="pg765">
                <a:extLst>
                  <a:ext uri="{FF2B5EF4-FFF2-40B4-BE49-F238E27FC236}">
                    <a16:creationId xmlns:a16="http://schemas.microsoft.com/office/drawing/2014/main" id="{AFAA3388-DAB9-4A23-8E65-DBEFCFB7F11E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6" name="pg766">
                <a:extLst>
                  <a:ext uri="{FF2B5EF4-FFF2-40B4-BE49-F238E27FC236}">
                    <a16:creationId xmlns:a16="http://schemas.microsoft.com/office/drawing/2014/main" id="{EF4D9E97-8D01-BAB8-EA3E-A1EA4CE9AF22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7" name="pg767">
                <a:extLst>
                  <a:ext uri="{FF2B5EF4-FFF2-40B4-BE49-F238E27FC236}">
                    <a16:creationId xmlns:a16="http://schemas.microsoft.com/office/drawing/2014/main" id="{15FA56F2-D1E5-F1A5-3E97-7ADC8C7D6CED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8" name="pg768">
                <a:extLst>
                  <a:ext uri="{FF2B5EF4-FFF2-40B4-BE49-F238E27FC236}">
                    <a16:creationId xmlns:a16="http://schemas.microsoft.com/office/drawing/2014/main" id="{C1F6627F-7E70-A38D-3F13-0AAB2DE6E5D0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9" name="pg769">
                <a:extLst>
                  <a:ext uri="{FF2B5EF4-FFF2-40B4-BE49-F238E27FC236}">
                    <a16:creationId xmlns:a16="http://schemas.microsoft.com/office/drawing/2014/main" id="{876C2992-5E1E-0593-0A82-9FBEF121139D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0" name="pg770">
                <a:extLst>
                  <a:ext uri="{FF2B5EF4-FFF2-40B4-BE49-F238E27FC236}">
                    <a16:creationId xmlns:a16="http://schemas.microsoft.com/office/drawing/2014/main" id="{B9546E59-7671-5753-5C18-1EEA88F47562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1" name="pg771">
                <a:extLst>
                  <a:ext uri="{FF2B5EF4-FFF2-40B4-BE49-F238E27FC236}">
                    <a16:creationId xmlns:a16="http://schemas.microsoft.com/office/drawing/2014/main" id="{CB593DBA-2001-FD5B-0407-329EF86CB1C4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2" name="pg772">
                <a:extLst>
                  <a:ext uri="{FF2B5EF4-FFF2-40B4-BE49-F238E27FC236}">
                    <a16:creationId xmlns:a16="http://schemas.microsoft.com/office/drawing/2014/main" id="{0B9F7018-32D8-0A68-6116-14AFADE36E73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3" name="pg773">
                <a:extLst>
                  <a:ext uri="{FF2B5EF4-FFF2-40B4-BE49-F238E27FC236}">
                    <a16:creationId xmlns:a16="http://schemas.microsoft.com/office/drawing/2014/main" id="{AD8295A2-76A1-4342-D48D-E3C24F5E623C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4" name="pg774">
                <a:extLst>
                  <a:ext uri="{FF2B5EF4-FFF2-40B4-BE49-F238E27FC236}">
                    <a16:creationId xmlns:a16="http://schemas.microsoft.com/office/drawing/2014/main" id="{5E74D9B6-6191-143D-15A1-D05852B619D9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5" name="pg775">
                <a:extLst>
                  <a:ext uri="{FF2B5EF4-FFF2-40B4-BE49-F238E27FC236}">
                    <a16:creationId xmlns:a16="http://schemas.microsoft.com/office/drawing/2014/main" id="{24FB1DE6-5B63-8D6B-B730-6F79A0DD85E8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6" name="pg776">
                <a:extLst>
                  <a:ext uri="{FF2B5EF4-FFF2-40B4-BE49-F238E27FC236}">
                    <a16:creationId xmlns:a16="http://schemas.microsoft.com/office/drawing/2014/main" id="{915767FE-441C-132B-842F-8996C1FF44AF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7" name="pg777">
                <a:extLst>
                  <a:ext uri="{FF2B5EF4-FFF2-40B4-BE49-F238E27FC236}">
                    <a16:creationId xmlns:a16="http://schemas.microsoft.com/office/drawing/2014/main" id="{8A7C79AA-0F2D-B7D2-9FCE-5F323E290DAF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8" name="pg778">
                <a:extLst>
                  <a:ext uri="{FF2B5EF4-FFF2-40B4-BE49-F238E27FC236}">
                    <a16:creationId xmlns:a16="http://schemas.microsoft.com/office/drawing/2014/main" id="{4E6B803B-3523-7813-65CC-2DC6B050C25A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9" name="pg779">
                <a:extLst>
                  <a:ext uri="{FF2B5EF4-FFF2-40B4-BE49-F238E27FC236}">
                    <a16:creationId xmlns:a16="http://schemas.microsoft.com/office/drawing/2014/main" id="{383DE865-DC20-34D5-D90F-CD70CFD04889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0" name="pg780">
                <a:extLst>
                  <a:ext uri="{FF2B5EF4-FFF2-40B4-BE49-F238E27FC236}">
                    <a16:creationId xmlns:a16="http://schemas.microsoft.com/office/drawing/2014/main" id="{FF507C4E-ABDC-94B3-96F7-1BD9084D66DD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1" name="pg781">
                <a:extLst>
                  <a:ext uri="{FF2B5EF4-FFF2-40B4-BE49-F238E27FC236}">
                    <a16:creationId xmlns:a16="http://schemas.microsoft.com/office/drawing/2014/main" id="{CC60D375-76A8-4092-4CA0-CD3BA8C3BF06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2" name="pg782">
                <a:extLst>
                  <a:ext uri="{FF2B5EF4-FFF2-40B4-BE49-F238E27FC236}">
                    <a16:creationId xmlns:a16="http://schemas.microsoft.com/office/drawing/2014/main" id="{26E91ECD-C6DF-6682-0A94-2EF5772CF649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3" name="pg783">
                <a:extLst>
                  <a:ext uri="{FF2B5EF4-FFF2-40B4-BE49-F238E27FC236}">
                    <a16:creationId xmlns:a16="http://schemas.microsoft.com/office/drawing/2014/main" id="{58A9B1FD-3A3F-D4DE-0A6A-A6AE3C07644C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4" name="pg784">
                <a:extLst>
                  <a:ext uri="{FF2B5EF4-FFF2-40B4-BE49-F238E27FC236}">
                    <a16:creationId xmlns:a16="http://schemas.microsoft.com/office/drawing/2014/main" id="{F8A9B748-2BA1-C48F-8665-494DD9B4D158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5" name="pg785">
                <a:extLst>
                  <a:ext uri="{FF2B5EF4-FFF2-40B4-BE49-F238E27FC236}">
                    <a16:creationId xmlns:a16="http://schemas.microsoft.com/office/drawing/2014/main" id="{83B3AB86-CE08-7CFF-6155-261412FA8141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6" name="pg786">
                <a:extLst>
                  <a:ext uri="{FF2B5EF4-FFF2-40B4-BE49-F238E27FC236}">
                    <a16:creationId xmlns:a16="http://schemas.microsoft.com/office/drawing/2014/main" id="{CCD0B52D-36E6-EE21-3F09-6B40670B075E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7" name="pg787">
                <a:extLst>
                  <a:ext uri="{FF2B5EF4-FFF2-40B4-BE49-F238E27FC236}">
                    <a16:creationId xmlns:a16="http://schemas.microsoft.com/office/drawing/2014/main" id="{2C656406-DAE0-A9D2-1B3F-2668DC917670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8" name="pg788">
                <a:extLst>
                  <a:ext uri="{FF2B5EF4-FFF2-40B4-BE49-F238E27FC236}">
                    <a16:creationId xmlns:a16="http://schemas.microsoft.com/office/drawing/2014/main" id="{4C9D456B-FBCF-17BE-D470-9E8E80497FB3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9" name="pg789">
                <a:extLst>
                  <a:ext uri="{FF2B5EF4-FFF2-40B4-BE49-F238E27FC236}">
                    <a16:creationId xmlns:a16="http://schemas.microsoft.com/office/drawing/2014/main" id="{6000D180-29B0-D9BE-3E36-AA34227EE3C8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0" name="pg790">
                <a:extLst>
                  <a:ext uri="{FF2B5EF4-FFF2-40B4-BE49-F238E27FC236}">
                    <a16:creationId xmlns:a16="http://schemas.microsoft.com/office/drawing/2014/main" id="{12F38B0D-4022-9784-3F41-DBC5A349700B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1" name="pg791">
                <a:extLst>
                  <a:ext uri="{FF2B5EF4-FFF2-40B4-BE49-F238E27FC236}">
                    <a16:creationId xmlns:a16="http://schemas.microsoft.com/office/drawing/2014/main" id="{5E8A358A-EB76-8C6D-096D-523F05852751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2" name="pg792">
                <a:extLst>
                  <a:ext uri="{FF2B5EF4-FFF2-40B4-BE49-F238E27FC236}">
                    <a16:creationId xmlns:a16="http://schemas.microsoft.com/office/drawing/2014/main" id="{5106BEB1-CEAD-4B11-FA99-5628A48CFEF4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3" name="pg793">
                <a:extLst>
                  <a:ext uri="{FF2B5EF4-FFF2-40B4-BE49-F238E27FC236}">
                    <a16:creationId xmlns:a16="http://schemas.microsoft.com/office/drawing/2014/main" id="{A67CB169-863E-3A8F-0705-9A3948D26D0F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4" name="pg794">
                <a:extLst>
                  <a:ext uri="{FF2B5EF4-FFF2-40B4-BE49-F238E27FC236}">
                    <a16:creationId xmlns:a16="http://schemas.microsoft.com/office/drawing/2014/main" id="{A192FEDB-3D50-A9AD-43AA-FB41D5805E6A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5" name="pg795">
                <a:extLst>
                  <a:ext uri="{FF2B5EF4-FFF2-40B4-BE49-F238E27FC236}">
                    <a16:creationId xmlns:a16="http://schemas.microsoft.com/office/drawing/2014/main" id="{0CDB2D3D-3533-9447-9831-7906102B9528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6" name="pg796">
                <a:extLst>
                  <a:ext uri="{FF2B5EF4-FFF2-40B4-BE49-F238E27FC236}">
                    <a16:creationId xmlns:a16="http://schemas.microsoft.com/office/drawing/2014/main" id="{36495588-9A39-96CE-1384-A52E3133325B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7" name="pg797">
                <a:extLst>
                  <a:ext uri="{FF2B5EF4-FFF2-40B4-BE49-F238E27FC236}">
                    <a16:creationId xmlns:a16="http://schemas.microsoft.com/office/drawing/2014/main" id="{4714C981-A830-A1C6-AF4C-D0E25E29CC6C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8" name="pg798">
                <a:extLst>
                  <a:ext uri="{FF2B5EF4-FFF2-40B4-BE49-F238E27FC236}">
                    <a16:creationId xmlns:a16="http://schemas.microsoft.com/office/drawing/2014/main" id="{83B419F4-C790-A64C-FB03-C06BA98B5C7C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9" name="pg799">
                <a:extLst>
                  <a:ext uri="{FF2B5EF4-FFF2-40B4-BE49-F238E27FC236}">
                    <a16:creationId xmlns:a16="http://schemas.microsoft.com/office/drawing/2014/main" id="{2C3A8370-812F-6DB5-271B-FCD8FB872E0C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0" name="pg800">
                <a:extLst>
                  <a:ext uri="{FF2B5EF4-FFF2-40B4-BE49-F238E27FC236}">
                    <a16:creationId xmlns:a16="http://schemas.microsoft.com/office/drawing/2014/main" id="{F222CDA3-009B-4CA5-C004-950685D60772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1" name="pg801">
                <a:extLst>
                  <a:ext uri="{FF2B5EF4-FFF2-40B4-BE49-F238E27FC236}">
                    <a16:creationId xmlns:a16="http://schemas.microsoft.com/office/drawing/2014/main" id="{EDEF93E9-0FEE-DFD5-8053-C5FCE26D27E6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2" name="pg802">
                <a:extLst>
                  <a:ext uri="{FF2B5EF4-FFF2-40B4-BE49-F238E27FC236}">
                    <a16:creationId xmlns:a16="http://schemas.microsoft.com/office/drawing/2014/main" id="{37727CAF-BBA8-8CA6-8557-673F6F714F32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3" name="pg803">
                <a:extLst>
                  <a:ext uri="{FF2B5EF4-FFF2-40B4-BE49-F238E27FC236}">
                    <a16:creationId xmlns:a16="http://schemas.microsoft.com/office/drawing/2014/main" id="{A17E28C2-5192-20AD-F493-DB2F04D0D2E1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4" name="pg804">
                <a:extLst>
                  <a:ext uri="{FF2B5EF4-FFF2-40B4-BE49-F238E27FC236}">
                    <a16:creationId xmlns:a16="http://schemas.microsoft.com/office/drawing/2014/main" id="{1671D1AB-D291-4770-40DD-C07BB43E11AE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5" name="pg805">
                <a:extLst>
                  <a:ext uri="{FF2B5EF4-FFF2-40B4-BE49-F238E27FC236}">
                    <a16:creationId xmlns:a16="http://schemas.microsoft.com/office/drawing/2014/main" id="{E37B39A9-8AF9-3EAB-7F08-5FF5F39AD9FA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6" name="pg806">
                <a:extLst>
                  <a:ext uri="{FF2B5EF4-FFF2-40B4-BE49-F238E27FC236}">
                    <a16:creationId xmlns:a16="http://schemas.microsoft.com/office/drawing/2014/main" id="{4CFC0443-84E9-160F-36F7-140150B4F99A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7" name="pg807">
                <a:extLst>
                  <a:ext uri="{FF2B5EF4-FFF2-40B4-BE49-F238E27FC236}">
                    <a16:creationId xmlns:a16="http://schemas.microsoft.com/office/drawing/2014/main" id="{5E6A59D7-97D5-02BB-29EC-5236B92D0B05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8" name="pg808">
                <a:extLst>
                  <a:ext uri="{FF2B5EF4-FFF2-40B4-BE49-F238E27FC236}">
                    <a16:creationId xmlns:a16="http://schemas.microsoft.com/office/drawing/2014/main" id="{8959EF89-028F-E79F-9C46-A5247542B08E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9" name="pg809">
                <a:extLst>
                  <a:ext uri="{FF2B5EF4-FFF2-40B4-BE49-F238E27FC236}">
                    <a16:creationId xmlns:a16="http://schemas.microsoft.com/office/drawing/2014/main" id="{878BB9A8-9458-4825-CAA4-A9EA3EB4162A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0" name="pg810">
                <a:extLst>
                  <a:ext uri="{FF2B5EF4-FFF2-40B4-BE49-F238E27FC236}">
                    <a16:creationId xmlns:a16="http://schemas.microsoft.com/office/drawing/2014/main" id="{A7D6FC05-96BD-5C19-9234-2F419FE5B341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1" name="pg811">
                <a:extLst>
                  <a:ext uri="{FF2B5EF4-FFF2-40B4-BE49-F238E27FC236}">
                    <a16:creationId xmlns:a16="http://schemas.microsoft.com/office/drawing/2014/main" id="{D21AC726-0A65-523F-CA3C-BD9B18DF7B02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2" name="pg812">
                <a:extLst>
                  <a:ext uri="{FF2B5EF4-FFF2-40B4-BE49-F238E27FC236}">
                    <a16:creationId xmlns:a16="http://schemas.microsoft.com/office/drawing/2014/main" id="{6BBB5C4D-8E75-B308-EB02-2BA5A74FACA0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3" name="pg813">
                <a:extLst>
                  <a:ext uri="{FF2B5EF4-FFF2-40B4-BE49-F238E27FC236}">
                    <a16:creationId xmlns:a16="http://schemas.microsoft.com/office/drawing/2014/main" id="{2D30EC99-5E46-5FE8-C04B-3C624403996D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4" name="pg814">
                <a:extLst>
                  <a:ext uri="{FF2B5EF4-FFF2-40B4-BE49-F238E27FC236}">
                    <a16:creationId xmlns:a16="http://schemas.microsoft.com/office/drawing/2014/main" id="{EBE8B160-91F8-6E19-9897-19B3C5618AE1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5" name="pg815">
                <a:extLst>
                  <a:ext uri="{FF2B5EF4-FFF2-40B4-BE49-F238E27FC236}">
                    <a16:creationId xmlns:a16="http://schemas.microsoft.com/office/drawing/2014/main" id="{A07561DF-0303-E17A-D8A9-70FC62B1B1DB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6" name="pg816">
                <a:extLst>
                  <a:ext uri="{FF2B5EF4-FFF2-40B4-BE49-F238E27FC236}">
                    <a16:creationId xmlns:a16="http://schemas.microsoft.com/office/drawing/2014/main" id="{FB96F5CE-47BB-B056-CB25-E81AA1677993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7" name="pg817">
                <a:extLst>
                  <a:ext uri="{FF2B5EF4-FFF2-40B4-BE49-F238E27FC236}">
                    <a16:creationId xmlns:a16="http://schemas.microsoft.com/office/drawing/2014/main" id="{F91BD87A-2A34-524F-07AC-B7F07C06B97C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8" name="pg818">
                <a:extLst>
                  <a:ext uri="{FF2B5EF4-FFF2-40B4-BE49-F238E27FC236}">
                    <a16:creationId xmlns:a16="http://schemas.microsoft.com/office/drawing/2014/main" id="{C942A833-A6F7-4427-9CFA-C5E74AB567B9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9" name="pg819">
                <a:extLst>
                  <a:ext uri="{FF2B5EF4-FFF2-40B4-BE49-F238E27FC236}">
                    <a16:creationId xmlns:a16="http://schemas.microsoft.com/office/drawing/2014/main" id="{4E512861-A483-D68B-1B5E-35B437153B93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0" name="pg820">
                <a:extLst>
                  <a:ext uri="{FF2B5EF4-FFF2-40B4-BE49-F238E27FC236}">
                    <a16:creationId xmlns:a16="http://schemas.microsoft.com/office/drawing/2014/main" id="{E4A4A7DB-4DD1-5D3B-244D-794591727998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1" name="pg821">
                <a:extLst>
                  <a:ext uri="{FF2B5EF4-FFF2-40B4-BE49-F238E27FC236}">
                    <a16:creationId xmlns:a16="http://schemas.microsoft.com/office/drawing/2014/main" id="{995B1C87-C56C-9464-32CF-8F6B23F24F1C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2" name="pg822">
                <a:extLst>
                  <a:ext uri="{FF2B5EF4-FFF2-40B4-BE49-F238E27FC236}">
                    <a16:creationId xmlns:a16="http://schemas.microsoft.com/office/drawing/2014/main" id="{47CA3521-E5D1-C641-AD11-D1B788559A27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3" name="pg823">
                <a:extLst>
                  <a:ext uri="{FF2B5EF4-FFF2-40B4-BE49-F238E27FC236}">
                    <a16:creationId xmlns:a16="http://schemas.microsoft.com/office/drawing/2014/main" id="{117EAB95-6CCC-A610-83C8-B9FAF8FE1F25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4" name="pg824">
                <a:extLst>
                  <a:ext uri="{FF2B5EF4-FFF2-40B4-BE49-F238E27FC236}">
                    <a16:creationId xmlns:a16="http://schemas.microsoft.com/office/drawing/2014/main" id="{CB9B56D7-28DA-71C6-3861-BD5F10545101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5" name="pg825">
                <a:extLst>
                  <a:ext uri="{FF2B5EF4-FFF2-40B4-BE49-F238E27FC236}">
                    <a16:creationId xmlns:a16="http://schemas.microsoft.com/office/drawing/2014/main" id="{ED0845BE-55BE-DF60-0ADC-F69FAD620C1E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6" name="pg826">
                <a:extLst>
                  <a:ext uri="{FF2B5EF4-FFF2-40B4-BE49-F238E27FC236}">
                    <a16:creationId xmlns:a16="http://schemas.microsoft.com/office/drawing/2014/main" id="{0E3CA3CC-7A99-995A-A55E-6779409628E1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7" name="pg827">
                <a:extLst>
                  <a:ext uri="{FF2B5EF4-FFF2-40B4-BE49-F238E27FC236}">
                    <a16:creationId xmlns:a16="http://schemas.microsoft.com/office/drawing/2014/main" id="{C403396C-483F-0C41-1C2C-CF61762875FE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8" name="pg828">
                <a:extLst>
                  <a:ext uri="{FF2B5EF4-FFF2-40B4-BE49-F238E27FC236}">
                    <a16:creationId xmlns:a16="http://schemas.microsoft.com/office/drawing/2014/main" id="{B0C98CB1-99C4-9238-8B13-E58C77B6884F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9" name="pg829">
                <a:extLst>
                  <a:ext uri="{FF2B5EF4-FFF2-40B4-BE49-F238E27FC236}">
                    <a16:creationId xmlns:a16="http://schemas.microsoft.com/office/drawing/2014/main" id="{5E1567CD-24DA-6DF0-1935-2BE7F4F5C508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0" name="pg830">
                <a:extLst>
                  <a:ext uri="{FF2B5EF4-FFF2-40B4-BE49-F238E27FC236}">
                    <a16:creationId xmlns:a16="http://schemas.microsoft.com/office/drawing/2014/main" id="{88DDD9CD-4B1C-1D59-E4B6-D670C1803E3A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1" name="pg831">
                <a:extLst>
                  <a:ext uri="{FF2B5EF4-FFF2-40B4-BE49-F238E27FC236}">
                    <a16:creationId xmlns:a16="http://schemas.microsoft.com/office/drawing/2014/main" id="{3A15ACFE-3D5D-A17F-D5DC-58CB808C1BA0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2" name="pg832">
                <a:extLst>
                  <a:ext uri="{FF2B5EF4-FFF2-40B4-BE49-F238E27FC236}">
                    <a16:creationId xmlns:a16="http://schemas.microsoft.com/office/drawing/2014/main" id="{EDAE4A55-2C74-0A32-8C6D-4E2122BE8CD3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3" name="pg833">
                <a:extLst>
                  <a:ext uri="{FF2B5EF4-FFF2-40B4-BE49-F238E27FC236}">
                    <a16:creationId xmlns:a16="http://schemas.microsoft.com/office/drawing/2014/main" id="{214E6D1D-BF50-4F2D-EE7F-D976C170A9D8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4" name="pg834">
                <a:extLst>
                  <a:ext uri="{FF2B5EF4-FFF2-40B4-BE49-F238E27FC236}">
                    <a16:creationId xmlns:a16="http://schemas.microsoft.com/office/drawing/2014/main" id="{B4AE3187-53B7-72B6-823A-82CB27AF0AB9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5" name="pg835">
                <a:extLst>
                  <a:ext uri="{FF2B5EF4-FFF2-40B4-BE49-F238E27FC236}">
                    <a16:creationId xmlns:a16="http://schemas.microsoft.com/office/drawing/2014/main" id="{8013E285-63C8-A390-91ED-43AB92333186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6" name="pg836">
                <a:extLst>
                  <a:ext uri="{FF2B5EF4-FFF2-40B4-BE49-F238E27FC236}">
                    <a16:creationId xmlns:a16="http://schemas.microsoft.com/office/drawing/2014/main" id="{BA333C11-E9D2-1667-3945-3DC77EB237A9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7" name="pg837">
                <a:extLst>
                  <a:ext uri="{FF2B5EF4-FFF2-40B4-BE49-F238E27FC236}">
                    <a16:creationId xmlns:a16="http://schemas.microsoft.com/office/drawing/2014/main" id="{40844486-E279-E765-0071-6604C7419584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8" name="pg838">
                <a:extLst>
                  <a:ext uri="{FF2B5EF4-FFF2-40B4-BE49-F238E27FC236}">
                    <a16:creationId xmlns:a16="http://schemas.microsoft.com/office/drawing/2014/main" id="{E41D3CC2-2872-AF3E-EF83-69499C99FB59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9" name="pg839">
                <a:extLst>
                  <a:ext uri="{FF2B5EF4-FFF2-40B4-BE49-F238E27FC236}">
                    <a16:creationId xmlns:a16="http://schemas.microsoft.com/office/drawing/2014/main" id="{8290EFEA-71B4-1244-C65F-942E0423CD6F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0" name="pg840">
                <a:extLst>
                  <a:ext uri="{FF2B5EF4-FFF2-40B4-BE49-F238E27FC236}">
                    <a16:creationId xmlns:a16="http://schemas.microsoft.com/office/drawing/2014/main" id="{98E5098A-1CC5-54CB-E758-9FAAC37DBB27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1" name="pg841">
                <a:extLst>
                  <a:ext uri="{FF2B5EF4-FFF2-40B4-BE49-F238E27FC236}">
                    <a16:creationId xmlns:a16="http://schemas.microsoft.com/office/drawing/2014/main" id="{C17A5331-9A51-F973-0020-95AB1728B15F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2" name="pg842">
                <a:extLst>
                  <a:ext uri="{FF2B5EF4-FFF2-40B4-BE49-F238E27FC236}">
                    <a16:creationId xmlns:a16="http://schemas.microsoft.com/office/drawing/2014/main" id="{DF6292B8-F0FD-41BF-CEBE-E55EEA129310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3" name="pg843">
                <a:extLst>
                  <a:ext uri="{FF2B5EF4-FFF2-40B4-BE49-F238E27FC236}">
                    <a16:creationId xmlns:a16="http://schemas.microsoft.com/office/drawing/2014/main" id="{18430D4D-EA18-6DFA-395E-BCC4F1BD978C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4" name="pg844">
                <a:extLst>
                  <a:ext uri="{FF2B5EF4-FFF2-40B4-BE49-F238E27FC236}">
                    <a16:creationId xmlns:a16="http://schemas.microsoft.com/office/drawing/2014/main" id="{A6A2B461-B467-0AAD-9A20-806DDA19DA34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5" name="pg845">
                <a:extLst>
                  <a:ext uri="{FF2B5EF4-FFF2-40B4-BE49-F238E27FC236}">
                    <a16:creationId xmlns:a16="http://schemas.microsoft.com/office/drawing/2014/main" id="{438F251A-BB33-68D9-5923-42DC696D99F7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6" name="pg846">
                <a:extLst>
                  <a:ext uri="{FF2B5EF4-FFF2-40B4-BE49-F238E27FC236}">
                    <a16:creationId xmlns:a16="http://schemas.microsoft.com/office/drawing/2014/main" id="{12D2328C-581E-A51C-33F2-CBED342DCF3F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7" name="pg847">
                <a:extLst>
                  <a:ext uri="{FF2B5EF4-FFF2-40B4-BE49-F238E27FC236}">
                    <a16:creationId xmlns:a16="http://schemas.microsoft.com/office/drawing/2014/main" id="{51D0E151-CABA-4CB5-7981-6F640183DF21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8" name="pg848">
                <a:extLst>
                  <a:ext uri="{FF2B5EF4-FFF2-40B4-BE49-F238E27FC236}">
                    <a16:creationId xmlns:a16="http://schemas.microsoft.com/office/drawing/2014/main" id="{81042BAA-A9EF-BC5A-0FE4-9E411AA7C706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9" name="pg849">
                <a:extLst>
                  <a:ext uri="{FF2B5EF4-FFF2-40B4-BE49-F238E27FC236}">
                    <a16:creationId xmlns:a16="http://schemas.microsoft.com/office/drawing/2014/main" id="{51D439BA-7E90-6875-DC4B-25915E77FA58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0" name="pg850">
                <a:extLst>
                  <a:ext uri="{FF2B5EF4-FFF2-40B4-BE49-F238E27FC236}">
                    <a16:creationId xmlns:a16="http://schemas.microsoft.com/office/drawing/2014/main" id="{29CCE846-5556-3604-2037-A99E269821B7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1" name="pg851">
                <a:extLst>
                  <a:ext uri="{FF2B5EF4-FFF2-40B4-BE49-F238E27FC236}">
                    <a16:creationId xmlns:a16="http://schemas.microsoft.com/office/drawing/2014/main" id="{40F9F821-C4A0-A5BC-4CC0-A4C362BD771B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2" name="pg852">
                <a:extLst>
                  <a:ext uri="{FF2B5EF4-FFF2-40B4-BE49-F238E27FC236}">
                    <a16:creationId xmlns:a16="http://schemas.microsoft.com/office/drawing/2014/main" id="{920FF3A2-0545-FB74-C0A6-715D9FCC8422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3" name="pg853">
                <a:extLst>
                  <a:ext uri="{FF2B5EF4-FFF2-40B4-BE49-F238E27FC236}">
                    <a16:creationId xmlns:a16="http://schemas.microsoft.com/office/drawing/2014/main" id="{E65E2946-C788-86C7-6B03-DE1B92E32D60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4" name="pg854">
                <a:extLst>
                  <a:ext uri="{FF2B5EF4-FFF2-40B4-BE49-F238E27FC236}">
                    <a16:creationId xmlns:a16="http://schemas.microsoft.com/office/drawing/2014/main" id="{6F47B642-4788-CC8B-9239-99D492BA7043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5" name="pg855">
                <a:extLst>
                  <a:ext uri="{FF2B5EF4-FFF2-40B4-BE49-F238E27FC236}">
                    <a16:creationId xmlns:a16="http://schemas.microsoft.com/office/drawing/2014/main" id="{56E98705-0234-D256-6AAA-FC908E876067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6" name="pg856">
                <a:extLst>
                  <a:ext uri="{FF2B5EF4-FFF2-40B4-BE49-F238E27FC236}">
                    <a16:creationId xmlns:a16="http://schemas.microsoft.com/office/drawing/2014/main" id="{D192E145-2966-6F49-2998-76CD574818E7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7" name="pg857">
                <a:extLst>
                  <a:ext uri="{FF2B5EF4-FFF2-40B4-BE49-F238E27FC236}">
                    <a16:creationId xmlns:a16="http://schemas.microsoft.com/office/drawing/2014/main" id="{56507C3C-F780-D7BF-D6AD-05D2720D466A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8" name="pg858">
                <a:extLst>
                  <a:ext uri="{FF2B5EF4-FFF2-40B4-BE49-F238E27FC236}">
                    <a16:creationId xmlns:a16="http://schemas.microsoft.com/office/drawing/2014/main" id="{7C8EC015-C5B5-C944-7728-FDAC38A8E35F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9" name="pg859">
                <a:extLst>
                  <a:ext uri="{FF2B5EF4-FFF2-40B4-BE49-F238E27FC236}">
                    <a16:creationId xmlns:a16="http://schemas.microsoft.com/office/drawing/2014/main" id="{141DC54D-E2E7-EC50-68EA-1124B4B81613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0" name="pg860">
                <a:extLst>
                  <a:ext uri="{FF2B5EF4-FFF2-40B4-BE49-F238E27FC236}">
                    <a16:creationId xmlns:a16="http://schemas.microsoft.com/office/drawing/2014/main" id="{2BB5DCFE-4518-BEF2-CBC0-032B2379B022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1" name="pg861">
                <a:extLst>
                  <a:ext uri="{FF2B5EF4-FFF2-40B4-BE49-F238E27FC236}">
                    <a16:creationId xmlns:a16="http://schemas.microsoft.com/office/drawing/2014/main" id="{88F2DB3A-77D5-AE95-6B5D-D4071183F408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2" name="pg862">
                <a:extLst>
                  <a:ext uri="{FF2B5EF4-FFF2-40B4-BE49-F238E27FC236}">
                    <a16:creationId xmlns:a16="http://schemas.microsoft.com/office/drawing/2014/main" id="{AC76CAF6-91D7-C17C-59B3-5D04350A3567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3" name="pg863">
                <a:extLst>
                  <a:ext uri="{FF2B5EF4-FFF2-40B4-BE49-F238E27FC236}">
                    <a16:creationId xmlns:a16="http://schemas.microsoft.com/office/drawing/2014/main" id="{03E84753-6BFD-51F9-4BF9-5357566A689F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4" name="pg864">
                <a:extLst>
                  <a:ext uri="{FF2B5EF4-FFF2-40B4-BE49-F238E27FC236}">
                    <a16:creationId xmlns:a16="http://schemas.microsoft.com/office/drawing/2014/main" id="{9029483E-D167-7C59-CA1B-5055F7D4A019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5" name="pg865">
                <a:extLst>
                  <a:ext uri="{FF2B5EF4-FFF2-40B4-BE49-F238E27FC236}">
                    <a16:creationId xmlns:a16="http://schemas.microsoft.com/office/drawing/2014/main" id="{2030EB90-6941-C061-CB1C-FE58A8F7B4C0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6" name="pg866">
                <a:extLst>
                  <a:ext uri="{FF2B5EF4-FFF2-40B4-BE49-F238E27FC236}">
                    <a16:creationId xmlns:a16="http://schemas.microsoft.com/office/drawing/2014/main" id="{0726ED4A-89CE-66E6-E8E4-14DAAF5AF189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7" name="pg867">
                <a:extLst>
                  <a:ext uri="{FF2B5EF4-FFF2-40B4-BE49-F238E27FC236}">
                    <a16:creationId xmlns:a16="http://schemas.microsoft.com/office/drawing/2014/main" id="{340F041A-8FFC-4868-45EA-964FC6B0E84B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8" name="pg868">
                <a:extLst>
                  <a:ext uri="{FF2B5EF4-FFF2-40B4-BE49-F238E27FC236}">
                    <a16:creationId xmlns:a16="http://schemas.microsoft.com/office/drawing/2014/main" id="{8914760A-593A-A784-38F3-82B4CF709A49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9" name="pg869">
                <a:extLst>
                  <a:ext uri="{FF2B5EF4-FFF2-40B4-BE49-F238E27FC236}">
                    <a16:creationId xmlns:a16="http://schemas.microsoft.com/office/drawing/2014/main" id="{23FCCC4A-C3D0-DC94-0C5E-6E0C5FFBE19F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0" name="pg870">
                <a:extLst>
                  <a:ext uri="{FF2B5EF4-FFF2-40B4-BE49-F238E27FC236}">
                    <a16:creationId xmlns:a16="http://schemas.microsoft.com/office/drawing/2014/main" id="{BF4BD57C-F9DE-D840-B831-421FECBBA208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1" name="pg871">
                <a:extLst>
                  <a:ext uri="{FF2B5EF4-FFF2-40B4-BE49-F238E27FC236}">
                    <a16:creationId xmlns:a16="http://schemas.microsoft.com/office/drawing/2014/main" id="{F933DED8-09BC-E8E7-A386-F3E25329D03C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2" name="pg872">
                <a:extLst>
                  <a:ext uri="{FF2B5EF4-FFF2-40B4-BE49-F238E27FC236}">
                    <a16:creationId xmlns:a16="http://schemas.microsoft.com/office/drawing/2014/main" id="{2E954646-B4FD-5818-C9CE-1FD6F0834DF6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3" name="pg873">
                <a:extLst>
                  <a:ext uri="{FF2B5EF4-FFF2-40B4-BE49-F238E27FC236}">
                    <a16:creationId xmlns:a16="http://schemas.microsoft.com/office/drawing/2014/main" id="{0BFC60DD-C9D5-45F7-289A-61612AB816DD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4" name="pg874">
                <a:extLst>
                  <a:ext uri="{FF2B5EF4-FFF2-40B4-BE49-F238E27FC236}">
                    <a16:creationId xmlns:a16="http://schemas.microsoft.com/office/drawing/2014/main" id="{8B1E42C3-9A44-1607-BBE1-0033FB36A632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5" name="pg875">
                <a:extLst>
                  <a:ext uri="{FF2B5EF4-FFF2-40B4-BE49-F238E27FC236}">
                    <a16:creationId xmlns:a16="http://schemas.microsoft.com/office/drawing/2014/main" id="{034FA009-4269-99CD-A992-57A09CC80FDF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6" name="pg876">
                <a:extLst>
                  <a:ext uri="{FF2B5EF4-FFF2-40B4-BE49-F238E27FC236}">
                    <a16:creationId xmlns:a16="http://schemas.microsoft.com/office/drawing/2014/main" id="{13B796B4-AA6B-59B8-871D-A8B6528683D7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7" name="pg877">
                <a:extLst>
                  <a:ext uri="{FF2B5EF4-FFF2-40B4-BE49-F238E27FC236}">
                    <a16:creationId xmlns:a16="http://schemas.microsoft.com/office/drawing/2014/main" id="{48A79A5F-F3DD-5B52-D27B-0AAEB774D662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8" name="pg878">
                <a:extLst>
                  <a:ext uri="{FF2B5EF4-FFF2-40B4-BE49-F238E27FC236}">
                    <a16:creationId xmlns:a16="http://schemas.microsoft.com/office/drawing/2014/main" id="{33E4BC9B-E9C6-830E-8C67-92B514E495E8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9" name="pg879">
                <a:extLst>
                  <a:ext uri="{FF2B5EF4-FFF2-40B4-BE49-F238E27FC236}">
                    <a16:creationId xmlns:a16="http://schemas.microsoft.com/office/drawing/2014/main" id="{91F649B0-46E9-4EFF-A88D-22D2BFC07EAB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0" name="pg880">
                <a:extLst>
                  <a:ext uri="{FF2B5EF4-FFF2-40B4-BE49-F238E27FC236}">
                    <a16:creationId xmlns:a16="http://schemas.microsoft.com/office/drawing/2014/main" id="{D829B726-AAE8-1084-B74E-2E751F8D4F18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1" name="pg881">
                <a:extLst>
                  <a:ext uri="{FF2B5EF4-FFF2-40B4-BE49-F238E27FC236}">
                    <a16:creationId xmlns:a16="http://schemas.microsoft.com/office/drawing/2014/main" id="{0B593D14-7F75-14BE-74DB-68AB8C165071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2" name="pg882">
                <a:extLst>
                  <a:ext uri="{FF2B5EF4-FFF2-40B4-BE49-F238E27FC236}">
                    <a16:creationId xmlns:a16="http://schemas.microsoft.com/office/drawing/2014/main" id="{D4EF5FB6-618B-5FDF-6604-1667ABD1FAA0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B203C">
                  <a:alpha val="100000"/>
                </a:srgbClr>
              </a:solidFill>
              <a:ln w="5420" cap="flat">
                <a:solidFill>
                  <a:srgbClr val="2B203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3" name="pg883">
                <a:extLst>
                  <a:ext uri="{FF2B5EF4-FFF2-40B4-BE49-F238E27FC236}">
                    <a16:creationId xmlns:a16="http://schemas.microsoft.com/office/drawing/2014/main" id="{1A736929-1DD7-5BE5-2A6E-4C576450693D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E38">
                  <a:alpha val="100000"/>
                </a:srgbClr>
              </a:solidFill>
              <a:ln w="5420" cap="flat">
                <a:solidFill>
                  <a:srgbClr val="291E3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4" name="pg884">
                <a:extLst>
                  <a:ext uri="{FF2B5EF4-FFF2-40B4-BE49-F238E27FC236}">
                    <a16:creationId xmlns:a16="http://schemas.microsoft.com/office/drawing/2014/main" id="{D718A08A-8F5B-D9BA-E970-D7C1F828C432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F39">
                  <a:alpha val="100000"/>
                </a:srgbClr>
              </a:solidFill>
              <a:ln w="5420" cap="flat">
                <a:solidFill>
                  <a:srgbClr val="291F3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5" name="pg885">
                <a:extLst>
                  <a:ext uri="{FF2B5EF4-FFF2-40B4-BE49-F238E27FC236}">
                    <a16:creationId xmlns:a16="http://schemas.microsoft.com/office/drawing/2014/main" id="{3AD3A711-AD0A-8A1B-079B-4194E68635CC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C213E">
                  <a:alpha val="100000"/>
                </a:srgbClr>
              </a:solidFill>
              <a:ln w="5420" cap="flat">
                <a:solidFill>
                  <a:srgbClr val="2C213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6" name="pg886">
                <a:extLst>
                  <a:ext uri="{FF2B5EF4-FFF2-40B4-BE49-F238E27FC236}">
                    <a16:creationId xmlns:a16="http://schemas.microsoft.com/office/drawing/2014/main" id="{4AAE23AE-1D85-D7B6-D1EB-EA3CA77B605A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548">
                  <a:alpha val="100000"/>
                </a:srgbClr>
              </a:solidFill>
              <a:ln w="5420" cap="flat">
                <a:solidFill>
                  <a:srgbClr val="31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7" name="pg887">
                <a:extLst>
                  <a:ext uri="{FF2B5EF4-FFF2-40B4-BE49-F238E27FC236}">
                    <a16:creationId xmlns:a16="http://schemas.microsoft.com/office/drawing/2014/main" id="{8AB5F6C8-177E-20A0-520E-65532F4CF054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8" name="pg888">
                <a:extLst>
                  <a:ext uri="{FF2B5EF4-FFF2-40B4-BE49-F238E27FC236}">
                    <a16:creationId xmlns:a16="http://schemas.microsoft.com/office/drawing/2014/main" id="{9AA96BA9-7ECD-7F92-3B62-C9C1DFE54926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9" name="pg889">
                <a:extLst>
                  <a:ext uri="{FF2B5EF4-FFF2-40B4-BE49-F238E27FC236}">
                    <a16:creationId xmlns:a16="http://schemas.microsoft.com/office/drawing/2014/main" id="{6D4709EB-73A3-9277-A45B-EC8A00BFA204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0" name="pg890">
                <a:extLst>
                  <a:ext uri="{FF2B5EF4-FFF2-40B4-BE49-F238E27FC236}">
                    <a16:creationId xmlns:a16="http://schemas.microsoft.com/office/drawing/2014/main" id="{38B5B31E-5866-D553-89B1-F8D924CC42D8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1" name="pg891">
                <a:extLst>
                  <a:ext uri="{FF2B5EF4-FFF2-40B4-BE49-F238E27FC236}">
                    <a16:creationId xmlns:a16="http://schemas.microsoft.com/office/drawing/2014/main" id="{B8165D32-43D6-FE10-16B5-D7DC7E80150F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2" name="pg892">
                <a:extLst>
                  <a:ext uri="{FF2B5EF4-FFF2-40B4-BE49-F238E27FC236}">
                    <a16:creationId xmlns:a16="http://schemas.microsoft.com/office/drawing/2014/main" id="{321C72B3-4F44-813C-7EC4-463EEBD62C88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3" name="pg893">
                <a:extLst>
                  <a:ext uri="{FF2B5EF4-FFF2-40B4-BE49-F238E27FC236}">
                    <a16:creationId xmlns:a16="http://schemas.microsoft.com/office/drawing/2014/main" id="{FBAC8278-2219-9E8D-D22D-DFD46552DAA7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4" name="pg894">
                <a:extLst>
                  <a:ext uri="{FF2B5EF4-FFF2-40B4-BE49-F238E27FC236}">
                    <a16:creationId xmlns:a16="http://schemas.microsoft.com/office/drawing/2014/main" id="{3BAD670C-1669-66BE-5D5F-B57D738CC17B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5" name="pg895">
                <a:extLst>
                  <a:ext uri="{FF2B5EF4-FFF2-40B4-BE49-F238E27FC236}">
                    <a16:creationId xmlns:a16="http://schemas.microsoft.com/office/drawing/2014/main" id="{FB82FE71-9899-3C54-D019-0C0E6F52938E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6" name="pg896">
                <a:extLst>
                  <a:ext uri="{FF2B5EF4-FFF2-40B4-BE49-F238E27FC236}">
                    <a16:creationId xmlns:a16="http://schemas.microsoft.com/office/drawing/2014/main" id="{EB19F6E9-ADA7-1C43-7CA0-5DEF861BA7E3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7" name="pg897">
                <a:extLst>
                  <a:ext uri="{FF2B5EF4-FFF2-40B4-BE49-F238E27FC236}">
                    <a16:creationId xmlns:a16="http://schemas.microsoft.com/office/drawing/2014/main" id="{55E5E292-7450-27C2-A064-E3DEDDBF82B8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8" name="pg898">
                <a:extLst>
                  <a:ext uri="{FF2B5EF4-FFF2-40B4-BE49-F238E27FC236}">
                    <a16:creationId xmlns:a16="http://schemas.microsoft.com/office/drawing/2014/main" id="{50B65FAB-CCA7-6260-9A75-790F4F1EB0F1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9" name="pg899">
                <a:extLst>
                  <a:ext uri="{FF2B5EF4-FFF2-40B4-BE49-F238E27FC236}">
                    <a16:creationId xmlns:a16="http://schemas.microsoft.com/office/drawing/2014/main" id="{1218C3F4-E2A6-D4B5-BCE6-96BB751E0D6A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0" name="pg900">
                <a:extLst>
                  <a:ext uri="{FF2B5EF4-FFF2-40B4-BE49-F238E27FC236}">
                    <a16:creationId xmlns:a16="http://schemas.microsoft.com/office/drawing/2014/main" id="{D912A9BD-0069-3BC0-A462-4CCACFB94CDE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61C34">
                  <a:alpha val="100000"/>
                </a:srgbClr>
              </a:solidFill>
              <a:ln w="5420" cap="flat">
                <a:solidFill>
                  <a:srgbClr val="261C3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1" name="pg901">
                <a:extLst>
                  <a:ext uri="{FF2B5EF4-FFF2-40B4-BE49-F238E27FC236}">
                    <a16:creationId xmlns:a16="http://schemas.microsoft.com/office/drawing/2014/main" id="{70B20033-A3DD-F892-8DC5-42276D52BB02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41B30">
                  <a:alpha val="100000"/>
                </a:srgbClr>
              </a:solidFill>
              <a:ln w="5420" cap="flat">
                <a:solidFill>
                  <a:srgbClr val="241B3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2" name="pg902">
                <a:extLst>
                  <a:ext uri="{FF2B5EF4-FFF2-40B4-BE49-F238E27FC236}">
                    <a16:creationId xmlns:a16="http://schemas.microsoft.com/office/drawing/2014/main" id="{3DB3C238-BD5A-24CB-46BD-EC8D0AEADA9A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51B31">
                  <a:alpha val="100000"/>
                </a:srgbClr>
              </a:solidFill>
              <a:ln w="5420" cap="flat">
                <a:solidFill>
                  <a:srgbClr val="251B3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3" name="pg903">
                <a:extLst>
                  <a:ext uri="{FF2B5EF4-FFF2-40B4-BE49-F238E27FC236}">
                    <a16:creationId xmlns:a16="http://schemas.microsoft.com/office/drawing/2014/main" id="{D80DEA74-F121-5AE5-38D2-0E6BE620937C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81D36">
                  <a:alpha val="100000"/>
                </a:srgbClr>
              </a:solidFill>
              <a:ln w="5420" cap="flat">
                <a:solidFill>
                  <a:srgbClr val="281D3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4" name="pg904">
                <a:extLst>
                  <a:ext uri="{FF2B5EF4-FFF2-40B4-BE49-F238E27FC236}">
                    <a16:creationId xmlns:a16="http://schemas.microsoft.com/office/drawing/2014/main" id="{C832EE18-B669-4D92-19EE-26F8EA056926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D213F">
                  <a:alpha val="100000"/>
                </a:srgbClr>
              </a:solidFill>
              <a:ln w="5420" cap="flat">
                <a:solidFill>
                  <a:srgbClr val="2D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5" name="pg905">
                <a:extLst>
                  <a:ext uri="{FF2B5EF4-FFF2-40B4-BE49-F238E27FC236}">
                    <a16:creationId xmlns:a16="http://schemas.microsoft.com/office/drawing/2014/main" id="{7FCFE267-3FA1-62CC-A1BC-94CF5FAB7DA7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B">
                  <a:alpha val="100000"/>
                </a:srgbClr>
              </a:solidFill>
              <a:ln w="5420" cap="flat">
                <a:solidFill>
                  <a:srgbClr val="33264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6" name="pg906">
                <a:extLst>
                  <a:ext uri="{FF2B5EF4-FFF2-40B4-BE49-F238E27FC236}">
                    <a16:creationId xmlns:a16="http://schemas.microsoft.com/office/drawing/2014/main" id="{50208DE3-3D2E-7F47-CF78-EF573B2BC74C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7" name="pg907">
                <a:extLst>
                  <a:ext uri="{FF2B5EF4-FFF2-40B4-BE49-F238E27FC236}">
                    <a16:creationId xmlns:a16="http://schemas.microsoft.com/office/drawing/2014/main" id="{24F0ECFF-AF9B-8A83-0AC0-EDB38F05DFD1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8" name="pg908">
                <a:extLst>
                  <a:ext uri="{FF2B5EF4-FFF2-40B4-BE49-F238E27FC236}">
                    <a16:creationId xmlns:a16="http://schemas.microsoft.com/office/drawing/2014/main" id="{C08039BE-93EB-08D5-37CE-D48335804DB6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9" name="pg909">
                <a:extLst>
                  <a:ext uri="{FF2B5EF4-FFF2-40B4-BE49-F238E27FC236}">
                    <a16:creationId xmlns:a16="http://schemas.microsoft.com/office/drawing/2014/main" id="{8F7B4387-E0CD-655D-51DE-4D14953A3182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0" name="pg910">
                <a:extLst>
                  <a:ext uri="{FF2B5EF4-FFF2-40B4-BE49-F238E27FC236}">
                    <a16:creationId xmlns:a16="http://schemas.microsoft.com/office/drawing/2014/main" id="{B232B8BE-10F5-C87F-5B82-62C12452FCE1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1" name="pg911">
                <a:extLst>
                  <a:ext uri="{FF2B5EF4-FFF2-40B4-BE49-F238E27FC236}">
                    <a16:creationId xmlns:a16="http://schemas.microsoft.com/office/drawing/2014/main" id="{443D4D24-5232-E3D8-2A50-338CBE3767D3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2" name="pg912">
                <a:extLst>
                  <a:ext uri="{FF2B5EF4-FFF2-40B4-BE49-F238E27FC236}">
                    <a16:creationId xmlns:a16="http://schemas.microsoft.com/office/drawing/2014/main" id="{6C0905FF-2042-2F54-B06C-75CE3943EEBD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3" name="pg913">
                <a:extLst>
                  <a:ext uri="{FF2B5EF4-FFF2-40B4-BE49-F238E27FC236}">
                    <a16:creationId xmlns:a16="http://schemas.microsoft.com/office/drawing/2014/main" id="{8BCF3F12-9776-8944-DA86-D18A2177AFAF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4" name="pg914">
                <a:extLst>
                  <a:ext uri="{FF2B5EF4-FFF2-40B4-BE49-F238E27FC236}">
                    <a16:creationId xmlns:a16="http://schemas.microsoft.com/office/drawing/2014/main" id="{B7BC1D87-B098-3178-5E6B-8BBBA8960DEF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5" name="pg915">
                <a:extLst>
                  <a:ext uri="{FF2B5EF4-FFF2-40B4-BE49-F238E27FC236}">
                    <a16:creationId xmlns:a16="http://schemas.microsoft.com/office/drawing/2014/main" id="{9C2C3D0A-30EE-DD29-E223-04C9948D2999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6" name="pg916">
                <a:extLst>
                  <a:ext uri="{FF2B5EF4-FFF2-40B4-BE49-F238E27FC236}">
                    <a16:creationId xmlns:a16="http://schemas.microsoft.com/office/drawing/2014/main" id="{75BBE5D9-1983-8452-69A7-55F0501577FD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7" name="pg917">
                <a:extLst>
                  <a:ext uri="{FF2B5EF4-FFF2-40B4-BE49-F238E27FC236}">
                    <a16:creationId xmlns:a16="http://schemas.microsoft.com/office/drawing/2014/main" id="{E3F71DD6-D7E6-E501-A154-75CAF7F0690A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8" name="pg918">
                <a:extLst>
                  <a:ext uri="{FF2B5EF4-FFF2-40B4-BE49-F238E27FC236}">
                    <a16:creationId xmlns:a16="http://schemas.microsoft.com/office/drawing/2014/main" id="{DDD1A104-3D21-D376-5721-387EB75937AD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9" name="pg919">
                <a:extLst>
                  <a:ext uri="{FF2B5EF4-FFF2-40B4-BE49-F238E27FC236}">
                    <a16:creationId xmlns:a16="http://schemas.microsoft.com/office/drawing/2014/main" id="{278FA7EA-B0C5-6E44-B608-6D6E1E9E2C76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0" name="pg920">
                <a:extLst>
                  <a:ext uri="{FF2B5EF4-FFF2-40B4-BE49-F238E27FC236}">
                    <a16:creationId xmlns:a16="http://schemas.microsoft.com/office/drawing/2014/main" id="{2D99440F-37C0-37F7-87C0-3E14275EAB35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1" name="pg921">
                <a:extLst>
                  <a:ext uri="{FF2B5EF4-FFF2-40B4-BE49-F238E27FC236}">
                    <a16:creationId xmlns:a16="http://schemas.microsoft.com/office/drawing/2014/main" id="{294561F5-2E3B-B222-F5B4-92787ACAC375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2" name="pg922">
                <a:extLst>
                  <a:ext uri="{FF2B5EF4-FFF2-40B4-BE49-F238E27FC236}">
                    <a16:creationId xmlns:a16="http://schemas.microsoft.com/office/drawing/2014/main" id="{88357461-F60C-2C95-C298-EFDA4B049EF3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3" name="pg923">
                <a:extLst>
                  <a:ext uri="{FF2B5EF4-FFF2-40B4-BE49-F238E27FC236}">
                    <a16:creationId xmlns:a16="http://schemas.microsoft.com/office/drawing/2014/main" id="{E133F5AF-76AF-53CB-F04F-3CEB53234DBB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4" name="pg924">
                <a:extLst>
                  <a:ext uri="{FF2B5EF4-FFF2-40B4-BE49-F238E27FC236}">
                    <a16:creationId xmlns:a16="http://schemas.microsoft.com/office/drawing/2014/main" id="{69B37B63-9B56-F644-C611-4C4390017A93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5" name="pg925">
                <a:extLst>
                  <a:ext uri="{FF2B5EF4-FFF2-40B4-BE49-F238E27FC236}">
                    <a16:creationId xmlns:a16="http://schemas.microsoft.com/office/drawing/2014/main" id="{978FEE88-F1E1-E787-BF53-7083031E4AD2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22549">
                  <a:alpha val="100000"/>
                </a:srgbClr>
              </a:solidFill>
              <a:ln w="5420" cap="flat">
                <a:solidFill>
                  <a:srgbClr val="32254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6" name="pg926">
                <a:extLst>
                  <a:ext uri="{FF2B5EF4-FFF2-40B4-BE49-F238E27FC236}">
                    <a16:creationId xmlns:a16="http://schemas.microsoft.com/office/drawing/2014/main" id="{CF7240C0-3204-935B-7491-CFAF0DD0C74F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B203C">
                  <a:alpha val="100000"/>
                </a:srgbClr>
              </a:solidFill>
              <a:ln w="5420" cap="flat">
                <a:solidFill>
                  <a:srgbClr val="2B203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7" name="pg927">
                <a:extLst>
                  <a:ext uri="{FF2B5EF4-FFF2-40B4-BE49-F238E27FC236}">
                    <a16:creationId xmlns:a16="http://schemas.microsoft.com/office/drawing/2014/main" id="{A5B443B6-3023-A720-A539-9DDA13F8D0B9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71D34">
                  <a:alpha val="100000"/>
                </a:srgbClr>
              </a:solidFill>
              <a:ln w="5420" cap="flat">
                <a:solidFill>
                  <a:srgbClr val="271D3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8" name="pg928">
                <a:extLst>
                  <a:ext uri="{FF2B5EF4-FFF2-40B4-BE49-F238E27FC236}">
                    <a16:creationId xmlns:a16="http://schemas.microsoft.com/office/drawing/2014/main" id="{7FA0E568-6730-A2CC-626E-74AEE9700E81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51B31">
                  <a:alpha val="100000"/>
                </a:srgbClr>
              </a:solidFill>
              <a:ln w="5420" cap="flat">
                <a:solidFill>
                  <a:srgbClr val="251B3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9" name="pg929">
                <a:extLst>
                  <a:ext uri="{FF2B5EF4-FFF2-40B4-BE49-F238E27FC236}">
                    <a16:creationId xmlns:a16="http://schemas.microsoft.com/office/drawing/2014/main" id="{0716904F-93A6-9346-8885-195DF4CADE85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51B31">
                  <a:alpha val="100000"/>
                </a:srgbClr>
              </a:solidFill>
              <a:ln w="5420" cap="flat">
                <a:solidFill>
                  <a:srgbClr val="251B3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0" name="pg930">
                <a:extLst>
                  <a:ext uri="{FF2B5EF4-FFF2-40B4-BE49-F238E27FC236}">
                    <a16:creationId xmlns:a16="http://schemas.microsoft.com/office/drawing/2014/main" id="{1108487B-36A3-C6B2-D174-9E53A5FC0A50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81D36">
                  <a:alpha val="100000"/>
                </a:srgbClr>
              </a:solidFill>
              <a:ln w="5420" cap="flat">
                <a:solidFill>
                  <a:srgbClr val="281D3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1" name="pg931">
                <a:extLst>
                  <a:ext uri="{FF2B5EF4-FFF2-40B4-BE49-F238E27FC236}">
                    <a16:creationId xmlns:a16="http://schemas.microsoft.com/office/drawing/2014/main" id="{45A89C27-8898-5A1F-DD31-46F07E826BBF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D213F">
                  <a:alpha val="100000"/>
                </a:srgbClr>
              </a:solidFill>
              <a:ln w="5420" cap="flat">
                <a:solidFill>
                  <a:srgbClr val="2D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2" name="pg932">
                <a:extLst>
                  <a:ext uri="{FF2B5EF4-FFF2-40B4-BE49-F238E27FC236}">
                    <a16:creationId xmlns:a16="http://schemas.microsoft.com/office/drawing/2014/main" id="{A2835541-9FDF-6C36-3036-987B67117A83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A">
                  <a:alpha val="100000"/>
                </a:srgbClr>
              </a:solidFill>
              <a:ln w="5420" cap="flat">
                <a:solidFill>
                  <a:srgbClr val="33264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3" name="pg933">
                <a:extLst>
                  <a:ext uri="{FF2B5EF4-FFF2-40B4-BE49-F238E27FC236}">
                    <a16:creationId xmlns:a16="http://schemas.microsoft.com/office/drawing/2014/main" id="{D8CDAEF2-D261-0E54-CBA9-4ED1E79EB563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4" name="pg934">
                <a:extLst>
                  <a:ext uri="{FF2B5EF4-FFF2-40B4-BE49-F238E27FC236}">
                    <a16:creationId xmlns:a16="http://schemas.microsoft.com/office/drawing/2014/main" id="{DB6F5834-2A3A-142A-4F39-C8FB72FFBDC1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C">
                  <a:alpha val="100000"/>
                </a:srgbClr>
              </a:solidFill>
              <a:ln w="5420" cap="flat">
                <a:solidFill>
                  <a:srgbClr val="3B3C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5" name="pg935">
                <a:extLst>
                  <a:ext uri="{FF2B5EF4-FFF2-40B4-BE49-F238E27FC236}">
                    <a16:creationId xmlns:a16="http://schemas.microsoft.com/office/drawing/2014/main" id="{74C20F23-1657-FF29-7E3F-E411508468C5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6" name="pg936">
                <a:extLst>
                  <a:ext uri="{FF2B5EF4-FFF2-40B4-BE49-F238E27FC236}">
                    <a16:creationId xmlns:a16="http://schemas.microsoft.com/office/drawing/2014/main" id="{39F9BB17-0FE6-63F4-0E18-73714E2CC165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7" name="pg937">
                <a:extLst>
                  <a:ext uri="{FF2B5EF4-FFF2-40B4-BE49-F238E27FC236}">
                    <a16:creationId xmlns:a16="http://schemas.microsoft.com/office/drawing/2014/main" id="{BC64F772-2941-89BF-DA19-8D9D8DA95CE0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8" name="pg938">
                <a:extLst>
                  <a:ext uri="{FF2B5EF4-FFF2-40B4-BE49-F238E27FC236}">
                    <a16:creationId xmlns:a16="http://schemas.microsoft.com/office/drawing/2014/main" id="{AADF75B3-BC94-A101-55C9-00F4A8749AE8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9" name="pg939">
                <a:extLst>
                  <a:ext uri="{FF2B5EF4-FFF2-40B4-BE49-F238E27FC236}">
                    <a16:creationId xmlns:a16="http://schemas.microsoft.com/office/drawing/2014/main" id="{4C1B40A5-4DA0-DDD8-7CBD-C6AEBEB5C911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0" name="pg940">
                <a:extLst>
                  <a:ext uri="{FF2B5EF4-FFF2-40B4-BE49-F238E27FC236}">
                    <a16:creationId xmlns:a16="http://schemas.microsoft.com/office/drawing/2014/main" id="{13A4E601-B8CB-2F5A-1600-ED2A1EF6590D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1" name="pg941">
                <a:extLst>
                  <a:ext uri="{FF2B5EF4-FFF2-40B4-BE49-F238E27FC236}">
                    <a16:creationId xmlns:a16="http://schemas.microsoft.com/office/drawing/2014/main" id="{5DA0D683-05DE-EE8D-9CFC-B5A13EACCC33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2" name="pg942">
                <a:extLst>
                  <a:ext uri="{FF2B5EF4-FFF2-40B4-BE49-F238E27FC236}">
                    <a16:creationId xmlns:a16="http://schemas.microsoft.com/office/drawing/2014/main" id="{098CE57D-9F17-250B-861F-B2512FC66FCB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3" name="pg943">
                <a:extLst>
                  <a:ext uri="{FF2B5EF4-FFF2-40B4-BE49-F238E27FC236}">
                    <a16:creationId xmlns:a16="http://schemas.microsoft.com/office/drawing/2014/main" id="{FA03219E-D753-4852-D368-9BA8A71CDA2E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4" name="pg944">
                <a:extLst>
                  <a:ext uri="{FF2B5EF4-FFF2-40B4-BE49-F238E27FC236}">
                    <a16:creationId xmlns:a16="http://schemas.microsoft.com/office/drawing/2014/main" id="{9FA71FBC-10F9-E2EE-72BC-1EF2090B1890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5" name="pg945">
                <a:extLst>
                  <a:ext uri="{FF2B5EF4-FFF2-40B4-BE49-F238E27FC236}">
                    <a16:creationId xmlns:a16="http://schemas.microsoft.com/office/drawing/2014/main" id="{33A751E6-C09E-8E93-A56A-24023ABEC68B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6" name="pg946">
                <a:extLst>
                  <a:ext uri="{FF2B5EF4-FFF2-40B4-BE49-F238E27FC236}">
                    <a16:creationId xmlns:a16="http://schemas.microsoft.com/office/drawing/2014/main" id="{3556291B-B699-FCAF-0364-7674C7F81AC9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7" name="pg947">
                <a:extLst>
                  <a:ext uri="{FF2B5EF4-FFF2-40B4-BE49-F238E27FC236}">
                    <a16:creationId xmlns:a16="http://schemas.microsoft.com/office/drawing/2014/main" id="{4E72D663-4F53-3C46-CB33-2E041453B087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8" name="pg948">
                <a:extLst>
                  <a:ext uri="{FF2B5EF4-FFF2-40B4-BE49-F238E27FC236}">
                    <a16:creationId xmlns:a16="http://schemas.microsoft.com/office/drawing/2014/main" id="{01CF08A0-EF6F-DB39-6FBB-FE9A8C8699D0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9" name="pg949">
                <a:extLst>
                  <a:ext uri="{FF2B5EF4-FFF2-40B4-BE49-F238E27FC236}">
                    <a16:creationId xmlns:a16="http://schemas.microsoft.com/office/drawing/2014/main" id="{84E234F6-9154-96DC-E93D-3F46411105D5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0" name="pg950">
                <a:extLst>
                  <a:ext uri="{FF2B5EF4-FFF2-40B4-BE49-F238E27FC236}">
                    <a16:creationId xmlns:a16="http://schemas.microsoft.com/office/drawing/2014/main" id="{082D09E1-1C28-3D66-F86A-A8022CA7C867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1" name="pg951">
                <a:extLst>
                  <a:ext uri="{FF2B5EF4-FFF2-40B4-BE49-F238E27FC236}">
                    <a16:creationId xmlns:a16="http://schemas.microsoft.com/office/drawing/2014/main" id="{B3B34A3F-3BC5-A585-A02D-15221D8DD560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2" name="pg952">
                <a:extLst>
                  <a:ext uri="{FF2B5EF4-FFF2-40B4-BE49-F238E27FC236}">
                    <a16:creationId xmlns:a16="http://schemas.microsoft.com/office/drawing/2014/main" id="{10057F59-F0CE-3C35-83F6-3938CDAF591E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3" name="pg953">
                <a:extLst>
                  <a:ext uri="{FF2B5EF4-FFF2-40B4-BE49-F238E27FC236}">
                    <a16:creationId xmlns:a16="http://schemas.microsoft.com/office/drawing/2014/main" id="{99E5EEF4-2CA1-8A6D-224A-C85978B12F94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4" name="pg954">
                <a:extLst>
                  <a:ext uri="{FF2B5EF4-FFF2-40B4-BE49-F238E27FC236}">
                    <a16:creationId xmlns:a16="http://schemas.microsoft.com/office/drawing/2014/main" id="{8FBA311C-A637-FCC9-AA3E-CAE272B2B493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5" name="pg955">
                <a:extLst>
                  <a:ext uri="{FF2B5EF4-FFF2-40B4-BE49-F238E27FC236}">
                    <a16:creationId xmlns:a16="http://schemas.microsoft.com/office/drawing/2014/main" id="{52B3564A-4256-B36D-B032-4DFE77E4A636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6" name="pg956">
                <a:extLst>
                  <a:ext uri="{FF2B5EF4-FFF2-40B4-BE49-F238E27FC236}">
                    <a16:creationId xmlns:a16="http://schemas.microsoft.com/office/drawing/2014/main" id="{EEA44A08-59BD-E44E-1BEF-EF10EC6E1568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7" name="pg957">
                <a:extLst>
                  <a:ext uri="{FF2B5EF4-FFF2-40B4-BE49-F238E27FC236}">
                    <a16:creationId xmlns:a16="http://schemas.microsoft.com/office/drawing/2014/main" id="{1F547615-5649-C04A-A4C4-4DE86B789BE3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8" name="pg958">
                <a:extLst>
                  <a:ext uri="{FF2B5EF4-FFF2-40B4-BE49-F238E27FC236}">
                    <a16:creationId xmlns:a16="http://schemas.microsoft.com/office/drawing/2014/main" id="{D8E81ACB-73AD-64E3-1915-0F6BFB7136DC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9" name="pg959">
                <a:extLst>
                  <a:ext uri="{FF2B5EF4-FFF2-40B4-BE49-F238E27FC236}">
                    <a16:creationId xmlns:a16="http://schemas.microsoft.com/office/drawing/2014/main" id="{47E6E1CD-9310-F719-0497-61700D34876E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0" name="pg960">
                <a:extLst>
                  <a:ext uri="{FF2B5EF4-FFF2-40B4-BE49-F238E27FC236}">
                    <a16:creationId xmlns:a16="http://schemas.microsoft.com/office/drawing/2014/main" id="{D3AF6203-A5C2-C24C-2801-497E227B9AF3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1" name="pg961">
                <a:extLst>
                  <a:ext uri="{FF2B5EF4-FFF2-40B4-BE49-F238E27FC236}">
                    <a16:creationId xmlns:a16="http://schemas.microsoft.com/office/drawing/2014/main" id="{B05BD3D8-6522-FFB9-F75C-2530903CC932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F2344">
                  <a:alpha val="100000"/>
                </a:srgbClr>
              </a:solidFill>
              <a:ln w="5420" cap="flat">
                <a:solidFill>
                  <a:srgbClr val="2F234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2" name="pg962">
                <a:extLst>
                  <a:ext uri="{FF2B5EF4-FFF2-40B4-BE49-F238E27FC236}">
                    <a16:creationId xmlns:a16="http://schemas.microsoft.com/office/drawing/2014/main" id="{507B9B96-3A44-BE0C-C6E1-196DE724F508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B203C">
                  <a:alpha val="100000"/>
                </a:srgbClr>
              </a:solidFill>
              <a:ln w="5420" cap="flat">
                <a:solidFill>
                  <a:srgbClr val="2B203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3" name="pg963">
                <a:extLst>
                  <a:ext uri="{FF2B5EF4-FFF2-40B4-BE49-F238E27FC236}">
                    <a16:creationId xmlns:a16="http://schemas.microsoft.com/office/drawing/2014/main" id="{A12756B9-5EB9-7408-83E0-037481D253C0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E38">
                  <a:alpha val="100000"/>
                </a:srgbClr>
              </a:solidFill>
              <a:ln w="5420" cap="flat">
                <a:solidFill>
                  <a:srgbClr val="291E3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4" name="pg964">
                <a:extLst>
                  <a:ext uri="{FF2B5EF4-FFF2-40B4-BE49-F238E27FC236}">
                    <a16:creationId xmlns:a16="http://schemas.microsoft.com/office/drawing/2014/main" id="{63349D4C-2A05-2A3E-435D-EA70BE640D5A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F39">
                  <a:alpha val="100000"/>
                </a:srgbClr>
              </a:solidFill>
              <a:ln w="5420" cap="flat">
                <a:solidFill>
                  <a:srgbClr val="291F3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5" name="pg965">
                <a:extLst>
                  <a:ext uri="{FF2B5EF4-FFF2-40B4-BE49-F238E27FC236}">
                    <a16:creationId xmlns:a16="http://schemas.microsoft.com/office/drawing/2014/main" id="{04C85CE4-9C25-CB5C-1511-F9C5D838CFE5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C203D">
                  <a:alpha val="100000"/>
                </a:srgbClr>
              </a:solidFill>
              <a:ln w="5420" cap="flat">
                <a:solidFill>
                  <a:srgbClr val="2C203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6" name="pg966">
                <a:extLst>
                  <a:ext uri="{FF2B5EF4-FFF2-40B4-BE49-F238E27FC236}">
                    <a16:creationId xmlns:a16="http://schemas.microsoft.com/office/drawing/2014/main" id="{7F40B6C9-6EDF-003C-43E9-4F69AA77E885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5">
                  <a:alpha val="100000"/>
                </a:srgbClr>
              </a:solidFill>
              <a:ln w="5420" cap="flat">
                <a:solidFill>
                  <a:srgbClr val="30244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7" name="pg967">
                <a:extLst>
                  <a:ext uri="{FF2B5EF4-FFF2-40B4-BE49-F238E27FC236}">
                    <a16:creationId xmlns:a16="http://schemas.microsoft.com/office/drawing/2014/main" id="{560E8438-DD78-BEC7-8794-B203C806A279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E">
                  <a:alpha val="100000"/>
                </a:srgbClr>
              </a:solidFill>
              <a:ln w="5420" cap="flat">
                <a:solidFill>
                  <a:srgbClr val="35284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8" name="pg968">
                <a:extLst>
                  <a:ext uri="{FF2B5EF4-FFF2-40B4-BE49-F238E27FC236}">
                    <a16:creationId xmlns:a16="http://schemas.microsoft.com/office/drawing/2014/main" id="{E78BD71A-AF54-02D4-2C9C-EE829005DD12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9" name="pg969">
                <a:extLst>
                  <a:ext uri="{FF2B5EF4-FFF2-40B4-BE49-F238E27FC236}">
                    <a16:creationId xmlns:a16="http://schemas.microsoft.com/office/drawing/2014/main" id="{0DC31123-4805-741B-F74D-E8CBDF662E0E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0" name="pg970">
                <a:extLst>
                  <a:ext uri="{FF2B5EF4-FFF2-40B4-BE49-F238E27FC236}">
                    <a16:creationId xmlns:a16="http://schemas.microsoft.com/office/drawing/2014/main" id="{0EAE9C02-4E31-9449-1412-A49894701C93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1" name="pg971">
                <a:extLst>
                  <a:ext uri="{FF2B5EF4-FFF2-40B4-BE49-F238E27FC236}">
                    <a16:creationId xmlns:a16="http://schemas.microsoft.com/office/drawing/2014/main" id="{A5302D2F-75B3-1079-4478-EB1936094D0E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2" name="pg972">
                <a:extLst>
                  <a:ext uri="{FF2B5EF4-FFF2-40B4-BE49-F238E27FC236}">
                    <a16:creationId xmlns:a16="http://schemas.microsoft.com/office/drawing/2014/main" id="{09106A84-2F4F-4CB7-32FB-2425616BE91C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3" name="pg973">
                <a:extLst>
                  <a:ext uri="{FF2B5EF4-FFF2-40B4-BE49-F238E27FC236}">
                    <a16:creationId xmlns:a16="http://schemas.microsoft.com/office/drawing/2014/main" id="{09B60C25-CB8F-33CD-4D88-7C3ADAF64428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4" name="pg974">
                <a:extLst>
                  <a:ext uri="{FF2B5EF4-FFF2-40B4-BE49-F238E27FC236}">
                    <a16:creationId xmlns:a16="http://schemas.microsoft.com/office/drawing/2014/main" id="{5D0A80D3-24DB-B053-C2D5-60C3C7C6E143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5" name="pg975">
                <a:extLst>
                  <a:ext uri="{FF2B5EF4-FFF2-40B4-BE49-F238E27FC236}">
                    <a16:creationId xmlns:a16="http://schemas.microsoft.com/office/drawing/2014/main" id="{49E66554-8D5C-8F62-8B3B-99879F1CEF77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6" name="pg976">
                <a:extLst>
                  <a:ext uri="{FF2B5EF4-FFF2-40B4-BE49-F238E27FC236}">
                    <a16:creationId xmlns:a16="http://schemas.microsoft.com/office/drawing/2014/main" id="{243E6DBD-46FA-0BFD-622B-855F9637B1E5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7" name="pg977">
                <a:extLst>
                  <a:ext uri="{FF2B5EF4-FFF2-40B4-BE49-F238E27FC236}">
                    <a16:creationId xmlns:a16="http://schemas.microsoft.com/office/drawing/2014/main" id="{38F204B3-4167-AB9A-3E0B-900143058802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8" name="pg978">
                <a:extLst>
                  <a:ext uri="{FF2B5EF4-FFF2-40B4-BE49-F238E27FC236}">
                    <a16:creationId xmlns:a16="http://schemas.microsoft.com/office/drawing/2014/main" id="{A01550C4-8300-A1C2-8B03-279B18FBF804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9" name="pg979">
                <a:extLst>
                  <a:ext uri="{FF2B5EF4-FFF2-40B4-BE49-F238E27FC236}">
                    <a16:creationId xmlns:a16="http://schemas.microsoft.com/office/drawing/2014/main" id="{025233DB-6E81-823C-6748-77A488D0BB8B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0" name="pg980">
                <a:extLst>
                  <a:ext uri="{FF2B5EF4-FFF2-40B4-BE49-F238E27FC236}">
                    <a16:creationId xmlns:a16="http://schemas.microsoft.com/office/drawing/2014/main" id="{769E7A67-4DF8-CCA4-CB7A-728F65DB12E3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1" name="pg981">
                <a:extLst>
                  <a:ext uri="{FF2B5EF4-FFF2-40B4-BE49-F238E27FC236}">
                    <a16:creationId xmlns:a16="http://schemas.microsoft.com/office/drawing/2014/main" id="{39F251B6-DD01-8A00-A699-A5517EDCC85B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2" name="pg982">
                <a:extLst>
                  <a:ext uri="{FF2B5EF4-FFF2-40B4-BE49-F238E27FC236}">
                    <a16:creationId xmlns:a16="http://schemas.microsoft.com/office/drawing/2014/main" id="{1E8C019B-116F-ED16-4D85-80026EF6ADBE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3" name="pg983">
                <a:extLst>
                  <a:ext uri="{FF2B5EF4-FFF2-40B4-BE49-F238E27FC236}">
                    <a16:creationId xmlns:a16="http://schemas.microsoft.com/office/drawing/2014/main" id="{1C1B71DE-73D7-08BF-C9B8-6F7D49962C3E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4" name="pg984">
                <a:extLst>
                  <a:ext uri="{FF2B5EF4-FFF2-40B4-BE49-F238E27FC236}">
                    <a16:creationId xmlns:a16="http://schemas.microsoft.com/office/drawing/2014/main" id="{656DCB82-EEB8-BF50-CC51-DD47B19DBEB4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5" name="pg985">
                <a:extLst>
                  <a:ext uri="{FF2B5EF4-FFF2-40B4-BE49-F238E27FC236}">
                    <a16:creationId xmlns:a16="http://schemas.microsoft.com/office/drawing/2014/main" id="{C59DA1CF-C7FD-C9BB-3203-773BC9A574D2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6" name="pg986">
                <a:extLst>
                  <a:ext uri="{FF2B5EF4-FFF2-40B4-BE49-F238E27FC236}">
                    <a16:creationId xmlns:a16="http://schemas.microsoft.com/office/drawing/2014/main" id="{7AA42FD9-C491-09E9-9D2E-E132C2C5F01F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7" name="pg987">
                <a:extLst>
                  <a:ext uri="{FF2B5EF4-FFF2-40B4-BE49-F238E27FC236}">
                    <a16:creationId xmlns:a16="http://schemas.microsoft.com/office/drawing/2014/main" id="{92A40C70-6987-6752-3067-BD023A3EADD7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8" name="pg988">
                <a:extLst>
                  <a:ext uri="{FF2B5EF4-FFF2-40B4-BE49-F238E27FC236}">
                    <a16:creationId xmlns:a16="http://schemas.microsoft.com/office/drawing/2014/main" id="{D105985C-5001-1DA8-6710-C8DCA4B2FB18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9" name="pg989">
                <a:extLst>
                  <a:ext uri="{FF2B5EF4-FFF2-40B4-BE49-F238E27FC236}">
                    <a16:creationId xmlns:a16="http://schemas.microsoft.com/office/drawing/2014/main" id="{0A2AC385-55AD-897A-5C91-6D1208535490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0" name="pg990">
                <a:extLst>
                  <a:ext uri="{FF2B5EF4-FFF2-40B4-BE49-F238E27FC236}">
                    <a16:creationId xmlns:a16="http://schemas.microsoft.com/office/drawing/2014/main" id="{D9061229-840F-2E49-AC00-A2FDA2A53994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1" name="pg991">
                <a:extLst>
                  <a:ext uri="{FF2B5EF4-FFF2-40B4-BE49-F238E27FC236}">
                    <a16:creationId xmlns:a16="http://schemas.microsoft.com/office/drawing/2014/main" id="{78C34DFB-D38D-FF34-E0F6-C16B908B77E8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2" name="pg992">
                <a:extLst>
                  <a:ext uri="{FF2B5EF4-FFF2-40B4-BE49-F238E27FC236}">
                    <a16:creationId xmlns:a16="http://schemas.microsoft.com/office/drawing/2014/main" id="{FC4CB124-4F67-1947-CC9B-951A5D1D723D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3" name="pg993">
                <a:extLst>
                  <a:ext uri="{FF2B5EF4-FFF2-40B4-BE49-F238E27FC236}">
                    <a16:creationId xmlns:a16="http://schemas.microsoft.com/office/drawing/2014/main" id="{72415428-A71E-4C3F-E536-CDE882B9789E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4" name="pg994">
                <a:extLst>
                  <a:ext uri="{FF2B5EF4-FFF2-40B4-BE49-F238E27FC236}">
                    <a16:creationId xmlns:a16="http://schemas.microsoft.com/office/drawing/2014/main" id="{0C5DFA0E-BA13-A997-89FF-7C391DE3AE2C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5" name="pg995">
                <a:extLst>
                  <a:ext uri="{FF2B5EF4-FFF2-40B4-BE49-F238E27FC236}">
                    <a16:creationId xmlns:a16="http://schemas.microsoft.com/office/drawing/2014/main" id="{4AE11A61-0B93-740F-4DE7-1CD715BBFDEC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6" name="pg996">
                <a:extLst>
                  <a:ext uri="{FF2B5EF4-FFF2-40B4-BE49-F238E27FC236}">
                    <a16:creationId xmlns:a16="http://schemas.microsoft.com/office/drawing/2014/main" id="{3324C4AC-96A1-6593-3C3F-EF1F2F22DD71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7" name="pg997">
                <a:extLst>
                  <a:ext uri="{FF2B5EF4-FFF2-40B4-BE49-F238E27FC236}">
                    <a16:creationId xmlns:a16="http://schemas.microsoft.com/office/drawing/2014/main" id="{F1993E2C-DE43-160F-54CB-75ADD994E726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8" name="pg998">
                <a:extLst>
                  <a:ext uri="{FF2B5EF4-FFF2-40B4-BE49-F238E27FC236}">
                    <a16:creationId xmlns:a16="http://schemas.microsoft.com/office/drawing/2014/main" id="{BAD80109-2828-3159-7338-0C5A38EAF070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22649">
                  <a:alpha val="100000"/>
                </a:srgbClr>
              </a:solidFill>
              <a:ln w="5420" cap="flat">
                <a:solidFill>
                  <a:srgbClr val="32264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9" name="pg999">
                <a:extLst>
                  <a:ext uri="{FF2B5EF4-FFF2-40B4-BE49-F238E27FC236}">
                    <a16:creationId xmlns:a16="http://schemas.microsoft.com/office/drawing/2014/main" id="{7A2F4EB3-77BB-7742-5548-BC518388F7F3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0" name="pg1000">
                <a:extLst>
                  <a:ext uri="{FF2B5EF4-FFF2-40B4-BE49-F238E27FC236}">
                    <a16:creationId xmlns:a16="http://schemas.microsoft.com/office/drawing/2014/main" id="{6CCC7942-5201-B8A3-5817-566AE4FAB98D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1" name="pg1001">
                <a:extLst>
                  <a:ext uri="{FF2B5EF4-FFF2-40B4-BE49-F238E27FC236}">
                    <a16:creationId xmlns:a16="http://schemas.microsoft.com/office/drawing/2014/main" id="{85D63E35-337C-EEDF-61A2-766ED8800F72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22549">
                  <a:alpha val="100000"/>
                </a:srgbClr>
              </a:solidFill>
              <a:ln w="5420" cap="flat">
                <a:solidFill>
                  <a:srgbClr val="32254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2" name="pg1002">
                <a:extLst>
                  <a:ext uri="{FF2B5EF4-FFF2-40B4-BE49-F238E27FC236}">
                    <a16:creationId xmlns:a16="http://schemas.microsoft.com/office/drawing/2014/main" id="{7C6724DF-5E19-58B2-35D5-C14E65BEB556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3" name="pg1003">
                <a:extLst>
                  <a:ext uri="{FF2B5EF4-FFF2-40B4-BE49-F238E27FC236}">
                    <a16:creationId xmlns:a16="http://schemas.microsoft.com/office/drawing/2014/main" id="{6DA89220-5934-5590-D6E5-B34C6D9B36D1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4" name="pg1004">
                <a:extLst>
                  <a:ext uri="{FF2B5EF4-FFF2-40B4-BE49-F238E27FC236}">
                    <a16:creationId xmlns:a16="http://schemas.microsoft.com/office/drawing/2014/main" id="{184406B3-5AC1-149F-4470-ACA01E3F6140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5" name="pg1005">
                <a:extLst>
                  <a:ext uri="{FF2B5EF4-FFF2-40B4-BE49-F238E27FC236}">
                    <a16:creationId xmlns:a16="http://schemas.microsoft.com/office/drawing/2014/main" id="{964024BE-7F31-E6BE-5F1B-CADAA3713D2E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6" name="pg1006">
                <a:extLst>
                  <a:ext uri="{FF2B5EF4-FFF2-40B4-BE49-F238E27FC236}">
                    <a16:creationId xmlns:a16="http://schemas.microsoft.com/office/drawing/2014/main" id="{D258C8F5-FEAB-9E68-5969-612890E23183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7" name="pg1007">
                <a:extLst>
                  <a:ext uri="{FF2B5EF4-FFF2-40B4-BE49-F238E27FC236}">
                    <a16:creationId xmlns:a16="http://schemas.microsoft.com/office/drawing/2014/main" id="{94C51A60-41CE-2F42-DD2C-F0E4B0B80149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8" name="pg1008">
                <a:extLst>
                  <a:ext uri="{FF2B5EF4-FFF2-40B4-BE49-F238E27FC236}">
                    <a16:creationId xmlns:a16="http://schemas.microsoft.com/office/drawing/2014/main" id="{23DB1ABC-8DB5-5801-C895-1FCBE159F5AC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9" name="pg1009">
                <a:extLst>
                  <a:ext uri="{FF2B5EF4-FFF2-40B4-BE49-F238E27FC236}">
                    <a16:creationId xmlns:a16="http://schemas.microsoft.com/office/drawing/2014/main" id="{6DCEAE54-0DD6-B381-2770-3720F65DE1BD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0" name="pg1010">
                <a:extLst>
                  <a:ext uri="{FF2B5EF4-FFF2-40B4-BE49-F238E27FC236}">
                    <a16:creationId xmlns:a16="http://schemas.microsoft.com/office/drawing/2014/main" id="{DC881772-B9BB-8526-6AB1-E36B13944466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1" name="pg1011">
                <a:extLst>
                  <a:ext uri="{FF2B5EF4-FFF2-40B4-BE49-F238E27FC236}">
                    <a16:creationId xmlns:a16="http://schemas.microsoft.com/office/drawing/2014/main" id="{4A58F010-862A-CA39-64AB-2DD7EBD22477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2" name="pg1012">
                <a:extLst>
                  <a:ext uri="{FF2B5EF4-FFF2-40B4-BE49-F238E27FC236}">
                    <a16:creationId xmlns:a16="http://schemas.microsoft.com/office/drawing/2014/main" id="{1E2FF0C0-1A0D-C6EB-097D-29F9DF081FFB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3" name="pg1013">
                <a:extLst>
                  <a:ext uri="{FF2B5EF4-FFF2-40B4-BE49-F238E27FC236}">
                    <a16:creationId xmlns:a16="http://schemas.microsoft.com/office/drawing/2014/main" id="{E7DDF491-94E7-E574-16C1-355F0BBEF853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4" name="pg1014">
                <a:extLst>
                  <a:ext uri="{FF2B5EF4-FFF2-40B4-BE49-F238E27FC236}">
                    <a16:creationId xmlns:a16="http://schemas.microsoft.com/office/drawing/2014/main" id="{1A8B082E-5DDF-88C9-B718-A902AED6CA4F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5" name="pg1015">
                <a:extLst>
                  <a:ext uri="{FF2B5EF4-FFF2-40B4-BE49-F238E27FC236}">
                    <a16:creationId xmlns:a16="http://schemas.microsoft.com/office/drawing/2014/main" id="{4F74BBE0-56D0-88F6-FCA9-F78D01791F40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6" name="pg1016">
                <a:extLst>
                  <a:ext uri="{FF2B5EF4-FFF2-40B4-BE49-F238E27FC236}">
                    <a16:creationId xmlns:a16="http://schemas.microsoft.com/office/drawing/2014/main" id="{5E7E9DEB-4D75-E81A-6D10-CEA97DA640CA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7" name="pg1017">
                <a:extLst>
                  <a:ext uri="{FF2B5EF4-FFF2-40B4-BE49-F238E27FC236}">
                    <a16:creationId xmlns:a16="http://schemas.microsoft.com/office/drawing/2014/main" id="{2746D2B5-0B9B-3397-DC98-BE2814D97B48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8" name="pg1018">
                <a:extLst>
                  <a:ext uri="{FF2B5EF4-FFF2-40B4-BE49-F238E27FC236}">
                    <a16:creationId xmlns:a16="http://schemas.microsoft.com/office/drawing/2014/main" id="{9C48F42D-2AF1-4C88-9209-CCCF949682DB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9" name="pg1019">
                <a:extLst>
                  <a:ext uri="{FF2B5EF4-FFF2-40B4-BE49-F238E27FC236}">
                    <a16:creationId xmlns:a16="http://schemas.microsoft.com/office/drawing/2014/main" id="{8DA6C2DE-1C4C-E1D9-B1AF-AC1694B6D691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0" name="pg1020">
                <a:extLst>
                  <a:ext uri="{FF2B5EF4-FFF2-40B4-BE49-F238E27FC236}">
                    <a16:creationId xmlns:a16="http://schemas.microsoft.com/office/drawing/2014/main" id="{EB3E8FED-9D7E-2057-6316-5CBDEEB76D05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1" name="pg1021">
                <a:extLst>
                  <a:ext uri="{FF2B5EF4-FFF2-40B4-BE49-F238E27FC236}">
                    <a16:creationId xmlns:a16="http://schemas.microsoft.com/office/drawing/2014/main" id="{CCBDE1D0-EC9D-DA95-EF5E-C68D6F5871D3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2" name="pg1022">
                <a:extLst>
                  <a:ext uri="{FF2B5EF4-FFF2-40B4-BE49-F238E27FC236}">
                    <a16:creationId xmlns:a16="http://schemas.microsoft.com/office/drawing/2014/main" id="{C74B5313-11D8-B189-DC21-2F2C328275B6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3" name="pg1023">
                <a:extLst>
                  <a:ext uri="{FF2B5EF4-FFF2-40B4-BE49-F238E27FC236}">
                    <a16:creationId xmlns:a16="http://schemas.microsoft.com/office/drawing/2014/main" id="{4C9BCEB1-608F-EC9F-CF23-355E349A4371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4" name="pg1024">
                <a:extLst>
                  <a:ext uri="{FF2B5EF4-FFF2-40B4-BE49-F238E27FC236}">
                    <a16:creationId xmlns:a16="http://schemas.microsoft.com/office/drawing/2014/main" id="{0A266C0C-4889-E4EA-6B44-E85E96CB6D7A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5" name="pg1025">
                <a:extLst>
                  <a:ext uri="{FF2B5EF4-FFF2-40B4-BE49-F238E27FC236}">
                    <a16:creationId xmlns:a16="http://schemas.microsoft.com/office/drawing/2014/main" id="{9C60AB46-9EB4-9645-7750-E62EA0731092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6" name="pg1026">
                <a:extLst>
                  <a:ext uri="{FF2B5EF4-FFF2-40B4-BE49-F238E27FC236}">
                    <a16:creationId xmlns:a16="http://schemas.microsoft.com/office/drawing/2014/main" id="{F5BB33DB-CDF2-3772-7032-2FB199B37C17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7" name="pg1027">
                <a:extLst>
                  <a:ext uri="{FF2B5EF4-FFF2-40B4-BE49-F238E27FC236}">
                    <a16:creationId xmlns:a16="http://schemas.microsoft.com/office/drawing/2014/main" id="{F09842AD-B3F8-2761-517D-F9C394ACCCA1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8" name="pg1028">
                <a:extLst>
                  <a:ext uri="{FF2B5EF4-FFF2-40B4-BE49-F238E27FC236}">
                    <a16:creationId xmlns:a16="http://schemas.microsoft.com/office/drawing/2014/main" id="{D2F1BF82-BC7E-C19B-1A37-E7186E405C1E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9" name="pg1029">
                <a:extLst>
                  <a:ext uri="{FF2B5EF4-FFF2-40B4-BE49-F238E27FC236}">
                    <a16:creationId xmlns:a16="http://schemas.microsoft.com/office/drawing/2014/main" id="{60D9DF03-1562-3AA3-D6FD-5CAD66C5FBB2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0" name="pg1030">
                <a:extLst>
                  <a:ext uri="{FF2B5EF4-FFF2-40B4-BE49-F238E27FC236}">
                    <a16:creationId xmlns:a16="http://schemas.microsoft.com/office/drawing/2014/main" id="{0C8C16C1-BB18-DC09-85E3-D6133888E853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1" name="pg1031">
                <a:extLst>
                  <a:ext uri="{FF2B5EF4-FFF2-40B4-BE49-F238E27FC236}">
                    <a16:creationId xmlns:a16="http://schemas.microsoft.com/office/drawing/2014/main" id="{85C9A076-1EA0-0E26-1E36-176EC18B4F91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2" name="pg1032">
                <a:extLst>
                  <a:ext uri="{FF2B5EF4-FFF2-40B4-BE49-F238E27FC236}">
                    <a16:creationId xmlns:a16="http://schemas.microsoft.com/office/drawing/2014/main" id="{A9214B6D-ABA3-3D1E-FAA5-1686BC1482EB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3" name="pg1033">
                <a:extLst>
                  <a:ext uri="{FF2B5EF4-FFF2-40B4-BE49-F238E27FC236}">
                    <a16:creationId xmlns:a16="http://schemas.microsoft.com/office/drawing/2014/main" id="{5466A8B7-462B-0EBD-8146-E6862F69B1FD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A53">
                  <a:alpha val="100000"/>
                </a:srgbClr>
              </a:solidFill>
              <a:ln w="5420" cap="flat">
                <a:solidFill>
                  <a:srgbClr val="37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4" name="pg1034">
                <a:extLst>
                  <a:ext uri="{FF2B5EF4-FFF2-40B4-BE49-F238E27FC236}">
                    <a16:creationId xmlns:a16="http://schemas.microsoft.com/office/drawing/2014/main" id="{5376A258-ADEB-A4F2-50E7-01039E270612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5" name="pg1035">
                <a:extLst>
                  <a:ext uri="{FF2B5EF4-FFF2-40B4-BE49-F238E27FC236}">
                    <a16:creationId xmlns:a16="http://schemas.microsoft.com/office/drawing/2014/main" id="{5D8BD3F8-C194-DB8A-D80C-B5A97705F3DB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6" name="pg1036">
                <a:extLst>
                  <a:ext uri="{FF2B5EF4-FFF2-40B4-BE49-F238E27FC236}">
                    <a16:creationId xmlns:a16="http://schemas.microsoft.com/office/drawing/2014/main" id="{EE0C4719-68FE-25F9-44DB-495A97D0D935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7" name="pg1037">
                <a:extLst>
                  <a:ext uri="{FF2B5EF4-FFF2-40B4-BE49-F238E27FC236}">
                    <a16:creationId xmlns:a16="http://schemas.microsoft.com/office/drawing/2014/main" id="{E0AAB6EE-1CD8-DDA2-DC8A-695292C2C214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8" name="pg1038">
                <a:extLst>
                  <a:ext uri="{FF2B5EF4-FFF2-40B4-BE49-F238E27FC236}">
                    <a16:creationId xmlns:a16="http://schemas.microsoft.com/office/drawing/2014/main" id="{09A2EB77-A169-E29B-F9F2-A2FF9BEF4F83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9" name="pg1039">
                <a:extLst>
                  <a:ext uri="{FF2B5EF4-FFF2-40B4-BE49-F238E27FC236}">
                    <a16:creationId xmlns:a16="http://schemas.microsoft.com/office/drawing/2014/main" id="{CF112DA5-509F-83AE-CB0B-FFA1B78A83E3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0" name="pg1040">
                <a:extLst>
                  <a:ext uri="{FF2B5EF4-FFF2-40B4-BE49-F238E27FC236}">
                    <a16:creationId xmlns:a16="http://schemas.microsoft.com/office/drawing/2014/main" id="{95D88588-395C-225E-9408-33CDAF3902BB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1" name="pg1041">
                <a:extLst>
                  <a:ext uri="{FF2B5EF4-FFF2-40B4-BE49-F238E27FC236}">
                    <a16:creationId xmlns:a16="http://schemas.microsoft.com/office/drawing/2014/main" id="{FCB1B481-CEAA-D7DB-D9AC-3D020BA0C7E7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2" name="pg1042">
                <a:extLst>
                  <a:ext uri="{FF2B5EF4-FFF2-40B4-BE49-F238E27FC236}">
                    <a16:creationId xmlns:a16="http://schemas.microsoft.com/office/drawing/2014/main" id="{AEDCA41F-E2FB-5697-2FB1-3FDF9A0D349A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3" name="pg1043">
                <a:extLst>
                  <a:ext uri="{FF2B5EF4-FFF2-40B4-BE49-F238E27FC236}">
                    <a16:creationId xmlns:a16="http://schemas.microsoft.com/office/drawing/2014/main" id="{4C553C9E-9DB4-B9C6-25B0-61ACFC085D8F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4" name="pg1044">
                <a:extLst>
                  <a:ext uri="{FF2B5EF4-FFF2-40B4-BE49-F238E27FC236}">
                    <a16:creationId xmlns:a16="http://schemas.microsoft.com/office/drawing/2014/main" id="{6ACB8BEA-2BE8-FC2F-F6B0-565D3A25C37B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5" name="pg1045">
                <a:extLst>
                  <a:ext uri="{FF2B5EF4-FFF2-40B4-BE49-F238E27FC236}">
                    <a16:creationId xmlns:a16="http://schemas.microsoft.com/office/drawing/2014/main" id="{0733A9FA-D85F-879D-2D6C-BC5268616AB8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6" name="pg1046">
                <a:extLst>
                  <a:ext uri="{FF2B5EF4-FFF2-40B4-BE49-F238E27FC236}">
                    <a16:creationId xmlns:a16="http://schemas.microsoft.com/office/drawing/2014/main" id="{E583230E-3432-7F2A-9E28-43DFDC0BFB5E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7" name="pg1047">
                <a:extLst>
                  <a:ext uri="{FF2B5EF4-FFF2-40B4-BE49-F238E27FC236}">
                    <a16:creationId xmlns:a16="http://schemas.microsoft.com/office/drawing/2014/main" id="{F64FA859-98D3-C9D0-C651-1DBF8A0CC975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8" name="pg1048">
                <a:extLst>
                  <a:ext uri="{FF2B5EF4-FFF2-40B4-BE49-F238E27FC236}">
                    <a16:creationId xmlns:a16="http://schemas.microsoft.com/office/drawing/2014/main" id="{206537FD-8EBB-10FB-F60C-498C565B1887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9" name="pg1049">
                <a:extLst>
                  <a:ext uri="{FF2B5EF4-FFF2-40B4-BE49-F238E27FC236}">
                    <a16:creationId xmlns:a16="http://schemas.microsoft.com/office/drawing/2014/main" id="{2AD4AE80-0211-6D60-77EF-AD722E4ECF05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0" name="pg1050">
                <a:extLst>
                  <a:ext uri="{FF2B5EF4-FFF2-40B4-BE49-F238E27FC236}">
                    <a16:creationId xmlns:a16="http://schemas.microsoft.com/office/drawing/2014/main" id="{7B21704E-D766-B673-9C60-97C7F47B092F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1" name="pg1051">
                <a:extLst>
                  <a:ext uri="{FF2B5EF4-FFF2-40B4-BE49-F238E27FC236}">
                    <a16:creationId xmlns:a16="http://schemas.microsoft.com/office/drawing/2014/main" id="{4C710673-4429-0A4D-A1FF-A29E21815F50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2" name="pg1052">
                <a:extLst>
                  <a:ext uri="{FF2B5EF4-FFF2-40B4-BE49-F238E27FC236}">
                    <a16:creationId xmlns:a16="http://schemas.microsoft.com/office/drawing/2014/main" id="{2F7F818E-EF6E-B3F4-982E-D1A8D8C81633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3" name="pg1053">
                <a:extLst>
                  <a:ext uri="{FF2B5EF4-FFF2-40B4-BE49-F238E27FC236}">
                    <a16:creationId xmlns:a16="http://schemas.microsoft.com/office/drawing/2014/main" id="{112C1FB3-6C78-3711-1022-B06C42AAD2CA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4" name="pg1054">
                <a:extLst>
                  <a:ext uri="{FF2B5EF4-FFF2-40B4-BE49-F238E27FC236}">
                    <a16:creationId xmlns:a16="http://schemas.microsoft.com/office/drawing/2014/main" id="{1E627CCB-80D4-7306-DEED-2F3C8C3A5F32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5" name="pg1055">
                <a:extLst>
                  <a:ext uri="{FF2B5EF4-FFF2-40B4-BE49-F238E27FC236}">
                    <a16:creationId xmlns:a16="http://schemas.microsoft.com/office/drawing/2014/main" id="{B5FAD444-DDEC-5CCD-2843-3646614DA499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6" name="pg1056">
                <a:extLst>
                  <a:ext uri="{FF2B5EF4-FFF2-40B4-BE49-F238E27FC236}">
                    <a16:creationId xmlns:a16="http://schemas.microsoft.com/office/drawing/2014/main" id="{C210445B-957E-B1D1-5D68-93D2CE457FEB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7" name="pg1057">
                <a:extLst>
                  <a:ext uri="{FF2B5EF4-FFF2-40B4-BE49-F238E27FC236}">
                    <a16:creationId xmlns:a16="http://schemas.microsoft.com/office/drawing/2014/main" id="{258DC8C0-E031-9976-69B9-FB38A4C21F7C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8" name="pg1058">
                <a:extLst>
                  <a:ext uri="{FF2B5EF4-FFF2-40B4-BE49-F238E27FC236}">
                    <a16:creationId xmlns:a16="http://schemas.microsoft.com/office/drawing/2014/main" id="{5FA16F16-FE4A-706A-950C-FE93CE25ABC1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9" name="pg1059">
                <a:extLst>
                  <a:ext uri="{FF2B5EF4-FFF2-40B4-BE49-F238E27FC236}">
                    <a16:creationId xmlns:a16="http://schemas.microsoft.com/office/drawing/2014/main" id="{7100F0AE-BD36-9A20-2159-E690AAC42B76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0" name="pg1060">
                <a:extLst>
                  <a:ext uri="{FF2B5EF4-FFF2-40B4-BE49-F238E27FC236}">
                    <a16:creationId xmlns:a16="http://schemas.microsoft.com/office/drawing/2014/main" id="{5435E61F-D399-AF49-4568-CF08E69C5CEB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1" name="pg1061">
                <a:extLst>
                  <a:ext uri="{FF2B5EF4-FFF2-40B4-BE49-F238E27FC236}">
                    <a16:creationId xmlns:a16="http://schemas.microsoft.com/office/drawing/2014/main" id="{EAE4F9F2-4D37-6997-A3C2-2A342079D9AE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2" name="pg1062">
                <a:extLst>
                  <a:ext uri="{FF2B5EF4-FFF2-40B4-BE49-F238E27FC236}">
                    <a16:creationId xmlns:a16="http://schemas.microsoft.com/office/drawing/2014/main" id="{B4E0814F-41F7-C66F-C8E4-6DDA298AA210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3" name="pg1063">
                <a:extLst>
                  <a:ext uri="{FF2B5EF4-FFF2-40B4-BE49-F238E27FC236}">
                    <a16:creationId xmlns:a16="http://schemas.microsoft.com/office/drawing/2014/main" id="{84E18690-958F-74CD-C63F-90FCCDD96FE6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4" name="pg1064">
                <a:extLst>
                  <a:ext uri="{FF2B5EF4-FFF2-40B4-BE49-F238E27FC236}">
                    <a16:creationId xmlns:a16="http://schemas.microsoft.com/office/drawing/2014/main" id="{9D6D8BD5-18CD-4CEC-E432-8F7D18F479CF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5" name="pg1065">
                <a:extLst>
                  <a:ext uri="{FF2B5EF4-FFF2-40B4-BE49-F238E27FC236}">
                    <a16:creationId xmlns:a16="http://schemas.microsoft.com/office/drawing/2014/main" id="{2B1B534E-BD03-ABA5-ACF7-76528C60E870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6" name="pg1066">
                <a:extLst>
                  <a:ext uri="{FF2B5EF4-FFF2-40B4-BE49-F238E27FC236}">
                    <a16:creationId xmlns:a16="http://schemas.microsoft.com/office/drawing/2014/main" id="{3EB088B3-0C9C-F9F7-2394-674E4874405E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7" name="pg1067">
                <a:extLst>
                  <a:ext uri="{FF2B5EF4-FFF2-40B4-BE49-F238E27FC236}">
                    <a16:creationId xmlns:a16="http://schemas.microsoft.com/office/drawing/2014/main" id="{3EA47780-C10E-372B-B07F-945D2E911CFC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8" name="pg1068">
                <a:extLst>
                  <a:ext uri="{FF2B5EF4-FFF2-40B4-BE49-F238E27FC236}">
                    <a16:creationId xmlns:a16="http://schemas.microsoft.com/office/drawing/2014/main" id="{84B57C7C-4B12-C05A-8867-FFDC57FC1F89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9" name="pg1069">
                <a:extLst>
                  <a:ext uri="{FF2B5EF4-FFF2-40B4-BE49-F238E27FC236}">
                    <a16:creationId xmlns:a16="http://schemas.microsoft.com/office/drawing/2014/main" id="{6E9A9A00-025A-9660-084F-BE8169E1DCBF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0" name="pg1070">
                <a:extLst>
                  <a:ext uri="{FF2B5EF4-FFF2-40B4-BE49-F238E27FC236}">
                    <a16:creationId xmlns:a16="http://schemas.microsoft.com/office/drawing/2014/main" id="{8EE885CC-3A53-5416-D55B-6DF9DE193384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1" name="pg1071">
                <a:extLst>
                  <a:ext uri="{FF2B5EF4-FFF2-40B4-BE49-F238E27FC236}">
                    <a16:creationId xmlns:a16="http://schemas.microsoft.com/office/drawing/2014/main" id="{46D481B7-B172-0119-1130-BCE0207403B0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2" name="pg1072">
                <a:extLst>
                  <a:ext uri="{FF2B5EF4-FFF2-40B4-BE49-F238E27FC236}">
                    <a16:creationId xmlns:a16="http://schemas.microsoft.com/office/drawing/2014/main" id="{CA8DA237-36B2-D77D-502C-1DB2D11FFE99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3" name="pg1073">
                <a:extLst>
                  <a:ext uri="{FF2B5EF4-FFF2-40B4-BE49-F238E27FC236}">
                    <a16:creationId xmlns:a16="http://schemas.microsoft.com/office/drawing/2014/main" id="{BE909487-EEA6-07CB-A946-3CE435987BE4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4" name="pg1074">
                <a:extLst>
                  <a:ext uri="{FF2B5EF4-FFF2-40B4-BE49-F238E27FC236}">
                    <a16:creationId xmlns:a16="http://schemas.microsoft.com/office/drawing/2014/main" id="{53F6B4D7-61B9-EDBB-5159-CB067A24ED88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5" name="pg1075">
                <a:extLst>
                  <a:ext uri="{FF2B5EF4-FFF2-40B4-BE49-F238E27FC236}">
                    <a16:creationId xmlns:a16="http://schemas.microsoft.com/office/drawing/2014/main" id="{4CD52BB1-31DD-0788-E322-39CDF3310E15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6" name="pg1076">
                <a:extLst>
                  <a:ext uri="{FF2B5EF4-FFF2-40B4-BE49-F238E27FC236}">
                    <a16:creationId xmlns:a16="http://schemas.microsoft.com/office/drawing/2014/main" id="{6F75222B-951A-D1E0-E22F-3E3B0DCD534C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7" name="pg1077">
                <a:extLst>
                  <a:ext uri="{FF2B5EF4-FFF2-40B4-BE49-F238E27FC236}">
                    <a16:creationId xmlns:a16="http://schemas.microsoft.com/office/drawing/2014/main" id="{9544A8D8-08F3-205F-B762-47C6E32B318F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8" name="pg1078">
                <a:extLst>
                  <a:ext uri="{FF2B5EF4-FFF2-40B4-BE49-F238E27FC236}">
                    <a16:creationId xmlns:a16="http://schemas.microsoft.com/office/drawing/2014/main" id="{836A3308-5C33-D26D-2CF1-BCCE291B3B86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9" name="pg1079">
                <a:extLst>
                  <a:ext uri="{FF2B5EF4-FFF2-40B4-BE49-F238E27FC236}">
                    <a16:creationId xmlns:a16="http://schemas.microsoft.com/office/drawing/2014/main" id="{6B1B20A6-C7C5-3C1D-7035-ED359FC9069C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0" name="pg1080">
                <a:extLst>
                  <a:ext uri="{FF2B5EF4-FFF2-40B4-BE49-F238E27FC236}">
                    <a16:creationId xmlns:a16="http://schemas.microsoft.com/office/drawing/2014/main" id="{2AE08808-AA71-A0B0-89F9-23AAB8584D46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1" name="pg1081">
                <a:extLst>
                  <a:ext uri="{FF2B5EF4-FFF2-40B4-BE49-F238E27FC236}">
                    <a16:creationId xmlns:a16="http://schemas.microsoft.com/office/drawing/2014/main" id="{FA26CC50-1242-C9BE-080E-6CC84AE0432B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2" name="pg1082">
                <a:extLst>
                  <a:ext uri="{FF2B5EF4-FFF2-40B4-BE49-F238E27FC236}">
                    <a16:creationId xmlns:a16="http://schemas.microsoft.com/office/drawing/2014/main" id="{9F4D8421-D020-8043-C2C6-15299FC5EA42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3" name="pg1083">
                <a:extLst>
                  <a:ext uri="{FF2B5EF4-FFF2-40B4-BE49-F238E27FC236}">
                    <a16:creationId xmlns:a16="http://schemas.microsoft.com/office/drawing/2014/main" id="{4AD24DE8-14FC-9086-6F92-60D983C8DD7D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4" name="pg1084">
                <a:extLst>
                  <a:ext uri="{FF2B5EF4-FFF2-40B4-BE49-F238E27FC236}">
                    <a16:creationId xmlns:a16="http://schemas.microsoft.com/office/drawing/2014/main" id="{3CCBB0E1-38FE-DDC7-B207-5C6D0A71FB93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5" name="pg1085">
                <a:extLst>
                  <a:ext uri="{FF2B5EF4-FFF2-40B4-BE49-F238E27FC236}">
                    <a16:creationId xmlns:a16="http://schemas.microsoft.com/office/drawing/2014/main" id="{CBD69BDD-EA87-35A2-24DB-EF78548AF45F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6" name="pg1086">
                <a:extLst>
                  <a:ext uri="{FF2B5EF4-FFF2-40B4-BE49-F238E27FC236}">
                    <a16:creationId xmlns:a16="http://schemas.microsoft.com/office/drawing/2014/main" id="{B583CEF0-19E6-A7E0-9347-8A4D771236C5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7" name="pg1087">
                <a:extLst>
                  <a:ext uri="{FF2B5EF4-FFF2-40B4-BE49-F238E27FC236}">
                    <a16:creationId xmlns:a16="http://schemas.microsoft.com/office/drawing/2014/main" id="{176EC528-671C-3577-1B8D-151B4E524266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8" name="pg1088">
                <a:extLst>
                  <a:ext uri="{FF2B5EF4-FFF2-40B4-BE49-F238E27FC236}">
                    <a16:creationId xmlns:a16="http://schemas.microsoft.com/office/drawing/2014/main" id="{024C9BAA-CD63-454F-BC85-8F4140DB62CF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9" name="pg1089">
                <a:extLst>
                  <a:ext uri="{FF2B5EF4-FFF2-40B4-BE49-F238E27FC236}">
                    <a16:creationId xmlns:a16="http://schemas.microsoft.com/office/drawing/2014/main" id="{206C73AB-B4AB-BE69-C4E5-B2E2CF238C25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0" name="pg1090">
                <a:extLst>
                  <a:ext uri="{FF2B5EF4-FFF2-40B4-BE49-F238E27FC236}">
                    <a16:creationId xmlns:a16="http://schemas.microsoft.com/office/drawing/2014/main" id="{03E80AFE-6BDA-7801-60E8-9C79A146C2A2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1" name="pg1091">
                <a:extLst>
                  <a:ext uri="{FF2B5EF4-FFF2-40B4-BE49-F238E27FC236}">
                    <a16:creationId xmlns:a16="http://schemas.microsoft.com/office/drawing/2014/main" id="{3087D24B-84F6-B52F-2AB1-213C1A999D16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2" name="pg1092">
                <a:extLst>
                  <a:ext uri="{FF2B5EF4-FFF2-40B4-BE49-F238E27FC236}">
                    <a16:creationId xmlns:a16="http://schemas.microsoft.com/office/drawing/2014/main" id="{9B420AD8-FD19-279D-6820-774F21EE62CB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3" name="pg1093">
                <a:extLst>
                  <a:ext uri="{FF2B5EF4-FFF2-40B4-BE49-F238E27FC236}">
                    <a16:creationId xmlns:a16="http://schemas.microsoft.com/office/drawing/2014/main" id="{2196268C-3AF2-0F61-C520-D10340EF77AB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4" name="pg1094">
                <a:extLst>
                  <a:ext uri="{FF2B5EF4-FFF2-40B4-BE49-F238E27FC236}">
                    <a16:creationId xmlns:a16="http://schemas.microsoft.com/office/drawing/2014/main" id="{37F44D28-AEE8-763B-CF47-38B6D7A5484F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5" name="pg1095">
                <a:extLst>
                  <a:ext uri="{FF2B5EF4-FFF2-40B4-BE49-F238E27FC236}">
                    <a16:creationId xmlns:a16="http://schemas.microsoft.com/office/drawing/2014/main" id="{ED851F10-18AC-9650-B3EA-DD8543998D2D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6" name="pg1096">
                <a:extLst>
                  <a:ext uri="{FF2B5EF4-FFF2-40B4-BE49-F238E27FC236}">
                    <a16:creationId xmlns:a16="http://schemas.microsoft.com/office/drawing/2014/main" id="{ACC0DD37-438B-7EE1-DD70-44E44D465E41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7" name="pg1097">
                <a:extLst>
                  <a:ext uri="{FF2B5EF4-FFF2-40B4-BE49-F238E27FC236}">
                    <a16:creationId xmlns:a16="http://schemas.microsoft.com/office/drawing/2014/main" id="{D5A786BF-8EB1-A92F-A0AC-4C8DFFE107CA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8" name="pg1098">
                <a:extLst>
                  <a:ext uri="{FF2B5EF4-FFF2-40B4-BE49-F238E27FC236}">
                    <a16:creationId xmlns:a16="http://schemas.microsoft.com/office/drawing/2014/main" id="{630F1F23-CB18-0F66-524A-3A78C90350C9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9" name="pg1099">
                <a:extLst>
                  <a:ext uri="{FF2B5EF4-FFF2-40B4-BE49-F238E27FC236}">
                    <a16:creationId xmlns:a16="http://schemas.microsoft.com/office/drawing/2014/main" id="{721491BC-CA66-103D-BE9D-0241BE92F18F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0" name="pg1100">
                <a:extLst>
                  <a:ext uri="{FF2B5EF4-FFF2-40B4-BE49-F238E27FC236}">
                    <a16:creationId xmlns:a16="http://schemas.microsoft.com/office/drawing/2014/main" id="{C3A60639-8459-E54B-7734-F78AAD998853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1" name="pg1101">
                <a:extLst>
                  <a:ext uri="{FF2B5EF4-FFF2-40B4-BE49-F238E27FC236}">
                    <a16:creationId xmlns:a16="http://schemas.microsoft.com/office/drawing/2014/main" id="{DC98C5D2-E4E5-F4E6-0AC3-5BCCF9AEFF5A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2" name="pg1102">
                <a:extLst>
                  <a:ext uri="{FF2B5EF4-FFF2-40B4-BE49-F238E27FC236}">
                    <a16:creationId xmlns:a16="http://schemas.microsoft.com/office/drawing/2014/main" id="{A18594D3-E7B2-A871-40BA-8884B607133A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3" name="pg1103">
                <a:extLst>
                  <a:ext uri="{FF2B5EF4-FFF2-40B4-BE49-F238E27FC236}">
                    <a16:creationId xmlns:a16="http://schemas.microsoft.com/office/drawing/2014/main" id="{D5B43138-DC14-E666-97AF-E9C80ABEB5FE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4" name="pg1104">
                <a:extLst>
                  <a:ext uri="{FF2B5EF4-FFF2-40B4-BE49-F238E27FC236}">
                    <a16:creationId xmlns:a16="http://schemas.microsoft.com/office/drawing/2014/main" id="{DA7E7233-C7A5-7954-0B81-432AD13CB04A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5" name="pg1105">
                <a:extLst>
                  <a:ext uri="{FF2B5EF4-FFF2-40B4-BE49-F238E27FC236}">
                    <a16:creationId xmlns:a16="http://schemas.microsoft.com/office/drawing/2014/main" id="{162838C2-401B-C6C9-9776-DFC29021B1EE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6" name="pg1106">
                <a:extLst>
                  <a:ext uri="{FF2B5EF4-FFF2-40B4-BE49-F238E27FC236}">
                    <a16:creationId xmlns:a16="http://schemas.microsoft.com/office/drawing/2014/main" id="{B7DF8C92-DD54-E7BF-9766-B5E41031C302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7" name="pg1107">
                <a:extLst>
                  <a:ext uri="{FF2B5EF4-FFF2-40B4-BE49-F238E27FC236}">
                    <a16:creationId xmlns:a16="http://schemas.microsoft.com/office/drawing/2014/main" id="{458CE508-3FE4-C6FA-B6E2-F6CD7BD02C82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8" name="pg1108">
                <a:extLst>
                  <a:ext uri="{FF2B5EF4-FFF2-40B4-BE49-F238E27FC236}">
                    <a16:creationId xmlns:a16="http://schemas.microsoft.com/office/drawing/2014/main" id="{4E168863-F14A-233D-3FD0-34985B6722EF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9" name="pg1109">
                <a:extLst>
                  <a:ext uri="{FF2B5EF4-FFF2-40B4-BE49-F238E27FC236}">
                    <a16:creationId xmlns:a16="http://schemas.microsoft.com/office/drawing/2014/main" id="{6EEFDFEE-4404-BE54-23B3-7BFABB6C06CE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0" name="pg1110">
                <a:extLst>
                  <a:ext uri="{FF2B5EF4-FFF2-40B4-BE49-F238E27FC236}">
                    <a16:creationId xmlns:a16="http://schemas.microsoft.com/office/drawing/2014/main" id="{A8835737-59B3-D2B9-DD2A-47B9D3C3F9FC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1" name="pg1111">
                <a:extLst>
                  <a:ext uri="{FF2B5EF4-FFF2-40B4-BE49-F238E27FC236}">
                    <a16:creationId xmlns:a16="http://schemas.microsoft.com/office/drawing/2014/main" id="{9759A468-9F57-FAD3-6F7E-96B9F0F59059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2" name="pg1112">
                <a:extLst>
                  <a:ext uri="{FF2B5EF4-FFF2-40B4-BE49-F238E27FC236}">
                    <a16:creationId xmlns:a16="http://schemas.microsoft.com/office/drawing/2014/main" id="{B9EFE486-ED48-40F8-9034-7655F63EBA4B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3" name="pg1113">
                <a:extLst>
                  <a:ext uri="{FF2B5EF4-FFF2-40B4-BE49-F238E27FC236}">
                    <a16:creationId xmlns:a16="http://schemas.microsoft.com/office/drawing/2014/main" id="{E4B215AC-E89E-19C9-D0C6-06E421A8D172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4" name="pg1114">
                <a:extLst>
                  <a:ext uri="{FF2B5EF4-FFF2-40B4-BE49-F238E27FC236}">
                    <a16:creationId xmlns:a16="http://schemas.microsoft.com/office/drawing/2014/main" id="{B97761DE-EF40-7DBD-6D97-E31824AA30BA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5" name="pg1115">
                <a:extLst>
                  <a:ext uri="{FF2B5EF4-FFF2-40B4-BE49-F238E27FC236}">
                    <a16:creationId xmlns:a16="http://schemas.microsoft.com/office/drawing/2014/main" id="{13B0FD22-DAD5-96F4-C6A1-01A0FC4ED1BE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6" name="pg1116">
                <a:extLst>
                  <a:ext uri="{FF2B5EF4-FFF2-40B4-BE49-F238E27FC236}">
                    <a16:creationId xmlns:a16="http://schemas.microsoft.com/office/drawing/2014/main" id="{BB2DA54D-0F6B-AFAF-2079-7B9783D2833A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7" name="pg1117">
                <a:extLst>
                  <a:ext uri="{FF2B5EF4-FFF2-40B4-BE49-F238E27FC236}">
                    <a16:creationId xmlns:a16="http://schemas.microsoft.com/office/drawing/2014/main" id="{BEB142D0-A6BA-84A2-F005-C4B09EAFE771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8" name="pg1118">
                <a:extLst>
                  <a:ext uri="{FF2B5EF4-FFF2-40B4-BE49-F238E27FC236}">
                    <a16:creationId xmlns:a16="http://schemas.microsoft.com/office/drawing/2014/main" id="{9642F386-0CAB-A325-B60A-84357907995F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9" name="pg1119">
                <a:extLst>
                  <a:ext uri="{FF2B5EF4-FFF2-40B4-BE49-F238E27FC236}">
                    <a16:creationId xmlns:a16="http://schemas.microsoft.com/office/drawing/2014/main" id="{D8223419-325F-1E33-4355-93D78CD3C47B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0" name="pg1120">
                <a:extLst>
                  <a:ext uri="{FF2B5EF4-FFF2-40B4-BE49-F238E27FC236}">
                    <a16:creationId xmlns:a16="http://schemas.microsoft.com/office/drawing/2014/main" id="{5043BBCA-C61B-9FBB-8EF3-65FBD3D37293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1" name="pg1121">
                <a:extLst>
                  <a:ext uri="{FF2B5EF4-FFF2-40B4-BE49-F238E27FC236}">
                    <a16:creationId xmlns:a16="http://schemas.microsoft.com/office/drawing/2014/main" id="{0B694E0E-8639-E941-F1FE-28DC22F1C481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2" name="pg1122">
                <a:extLst>
                  <a:ext uri="{FF2B5EF4-FFF2-40B4-BE49-F238E27FC236}">
                    <a16:creationId xmlns:a16="http://schemas.microsoft.com/office/drawing/2014/main" id="{FC025C3A-E592-BF2F-7F3A-9FCF586D5329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3" name="pg1123">
                <a:extLst>
                  <a:ext uri="{FF2B5EF4-FFF2-40B4-BE49-F238E27FC236}">
                    <a16:creationId xmlns:a16="http://schemas.microsoft.com/office/drawing/2014/main" id="{3EC667CA-A0BD-1A05-357B-0FB1238726EF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4" name="pg1124">
                <a:extLst>
                  <a:ext uri="{FF2B5EF4-FFF2-40B4-BE49-F238E27FC236}">
                    <a16:creationId xmlns:a16="http://schemas.microsoft.com/office/drawing/2014/main" id="{D1D30750-F4A1-CD5F-3E55-75E576325BDB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5" name="pg1125">
                <a:extLst>
                  <a:ext uri="{FF2B5EF4-FFF2-40B4-BE49-F238E27FC236}">
                    <a16:creationId xmlns:a16="http://schemas.microsoft.com/office/drawing/2014/main" id="{68A6CA38-52E9-3768-B967-314A4A3501D6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6" name="pg1126">
                <a:extLst>
                  <a:ext uri="{FF2B5EF4-FFF2-40B4-BE49-F238E27FC236}">
                    <a16:creationId xmlns:a16="http://schemas.microsoft.com/office/drawing/2014/main" id="{2277E4EC-F5E5-9594-CD7A-20EE53D37EB7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7" name="pg1127">
                <a:extLst>
                  <a:ext uri="{FF2B5EF4-FFF2-40B4-BE49-F238E27FC236}">
                    <a16:creationId xmlns:a16="http://schemas.microsoft.com/office/drawing/2014/main" id="{96C9785A-BC02-88D9-DA59-7DC6036E606F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8" name="pg1128">
                <a:extLst>
                  <a:ext uri="{FF2B5EF4-FFF2-40B4-BE49-F238E27FC236}">
                    <a16:creationId xmlns:a16="http://schemas.microsoft.com/office/drawing/2014/main" id="{33231BF3-0841-DE24-BA84-F8BE5F367B94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9" name="pg1129">
                <a:extLst>
                  <a:ext uri="{FF2B5EF4-FFF2-40B4-BE49-F238E27FC236}">
                    <a16:creationId xmlns:a16="http://schemas.microsoft.com/office/drawing/2014/main" id="{F6D9F622-E248-6086-DE87-5DC5FA2A95D4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0" name="pg1130">
                <a:extLst>
                  <a:ext uri="{FF2B5EF4-FFF2-40B4-BE49-F238E27FC236}">
                    <a16:creationId xmlns:a16="http://schemas.microsoft.com/office/drawing/2014/main" id="{41258922-B8C6-C13E-6290-4A9FF9BF9550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1" name="pg1131">
                <a:extLst>
                  <a:ext uri="{FF2B5EF4-FFF2-40B4-BE49-F238E27FC236}">
                    <a16:creationId xmlns:a16="http://schemas.microsoft.com/office/drawing/2014/main" id="{DE90FEC7-EE07-E2B2-1B68-08D4EC9B71F9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2" name="pg1132">
                <a:extLst>
                  <a:ext uri="{FF2B5EF4-FFF2-40B4-BE49-F238E27FC236}">
                    <a16:creationId xmlns:a16="http://schemas.microsoft.com/office/drawing/2014/main" id="{D7AB97F7-72F0-4E3B-30D0-64F552E17721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3" name="pg1133">
                <a:extLst>
                  <a:ext uri="{FF2B5EF4-FFF2-40B4-BE49-F238E27FC236}">
                    <a16:creationId xmlns:a16="http://schemas.microsoft.com/office/drawing/2014/main" id="{BA250769-A498-EB58-6A99-EA8ACF4B54FC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4" name="pg1134">
                <a:extLst>
                  <a:ext uri="{FF2B5EF4-FFF2-40B4-BE49-F238E27FC236}">
                    <a16:creationId xmlns:a16="http://schemas.microsoft.com/office/drawing/2014/main" id="{456E4F8A-1540-6E19-D960-B7054BDE8D02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5" name="pg1135">
                <a:extLst>
                  <a:ext uri="{FF2B5EF4-FFF2-40B4-BE49-F238E27FC236}">
                    <a16:creationId xmlns:a16="http://schemas.microsoft.com/office/drawing/2014/main" id="{2DD6DE10-61E6-8146-C8B1-2FE62192EC73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6" name="pg1136">
                <a:extLst>
                  <a:ext uri="{FF2B5EF4-FFF2-40B4-BE49-F238E27FC236}">
                    <a16:creationId xmlns:a16="http://schemas.microsoft.com/office/drawing/2014/main" id="{4FB87A23-930F-5D2E-DCBD-733527AA2DEB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7" name="pg1137">
                <a:extLst>
                  <a:ext uri="{FF2B5EF4-FFF2-40B4-BE49-F238E27FC236}">
                    <a16:creationId xmlns:a16="http://schemas.microsoft.com/office/drawing/2014/main" id="{5B934AB7-499B-E1AF-EDA4-8545D50A52D4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8" name="pg1138">
                <a:extLst>
                  <a:ext uri="{FF2B5EF4-FFF2-40B4-BE49-F238E27FC236}">
                    <a16:creationId xmlns:a16="http://schemas.microsoft.com/office/drawing/2014/main" id="{5DB5B43F-7F94-0D16-58A4-B5D69BB8C10F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9" name="pg1139">
                <a:extLst>
                  <a:ext uri="{FF2B5EF4-FFF2-40B4-BE49-F238E27FC236}">
                    <a16:creationId xmlns:a16="http://schemas.microsoft.com/office/drawing/2014/main" id="{3619A5B6-F9BB-019D-4E5A-0CC69AF94106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0" name="pg1140">
                <a:extLst>
                  <a:ext uri="{FF2B5EF4-FFF2-40B4-BE49-F238E27FC236}">
                    <a16:creationId xmlns:a16="http://schemas.microsoft.com/office/drawing/2014/main" id="{76F7C81D-50B2-B0FC-EB80-5D6682245EE6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1" name="pg1141">
                <a:extLst>
                  <a:ext uri="{FF2B5EF4-FFF2-40B4-BE49-F238E27FC236}">
                    <a16:creationId xmlns:a16="http://schemas.microsoft.com/office/drawing/2014/main" id="{EE350CBD-1A07-8184-9B98-9F8DCB18D6CD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2" name="pg1142">
                <a:extLst>
                  <a:ext uri="{FF2B5EF4-FFF2-40B4-BE49-F238E27FC236}">
                    <a16:creationId xmlns:a16="http://schemas.microsoft.com/office/drawing/2014/main" id="{8B4FE5FF-A88B-3A29-F258-F79520A1963B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3" name="pg1143">
                <a:extLst>
                  <a:ext uri="{FF2B5EF4-FFF2-40B4-BE49-F238E27FC236}">
                    <a16:creationId xmlns:a16="http://schemas.microsoft.com/office/drawing/2014/main" id="{E561923A-428A-A8F2-828D-C35D8DDE527A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4" name="pg1144">
                <a:extLst>
                  <a:ext uri="{FF2B5EF4-FFF2-40B4-BE49-F238E27FC236}">
                    <a16:creationId xmlns:a16="http://schemas.microsoft.com/office/drawing/2014/main" id="{CEEE0896-E18D-461D-4B6D-89051D0C7CD8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5" name="pg1145">
                <a:extLst>
                  <a:ext uri="{FF2B5EF4-FFF2-40B4-BE49-F238E27FC236}">
                    <a16:creationId xmlns:a16="http://schemas.microsoft.com/office/drawing/2014/main" id="{D26560ED-296A-BD8C-FDDF-E42303674A4C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6" name="pg1146">
                <a:extLst>
                  <a:ext uri="{FF2B5EF4-FFF2-40B4-BE49-F238E27FC236}">
                    <a16:creationId xmlns:a16="http://schemas.microsoft.com/office/drawing/2014/main" id="{5D3721E3-1355-344A-62E6-194C2E5A95F7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7" name="pg1147">
                <a:extLst>
                  <a:ext uri="{FF2B5EF4-FFF2-40B4-BE49-F238E27FC236}">
                    <a16:creationId xmlns:a16="http://schemas.microsoft.com/office/drawing/2014/main" id="{ADCE33F7-EE64-E20B-F60F-36B49CA291D7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8" name="pg1148">
                <a:extLst>
                  <a:ext uri="{FF2B5EF4-FFF2-40B4-BE49-F238E27FC236}">
                    <a16:creationId xmlns:a16="http://schemas.microsoft.com/office/drawing/2014/main" id="{1765F891-B3B4-22CA-ECE0-564E384BB642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9" name="pg1149">
                <a:extLst>
                  <a:ext uri="{FF2B5EF4-FFF2-40B4-BE49-F238E27FC236}">
                    <a16:creationId xmlns:a16="http://schemas.microsoft.com/office/drawing/2014/main" id="{D65E8E8E-85CA-50C1-D907-9F916D471D4B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0" name="pg1150">
                <a:extLst>
                  <a:ext uri="{FF2B5EF4-FFF2-40B4-BE49-F238E27FC236}">
                    <a16:creationId xmlns:a16="http://schemas.microsoft.com/office/drawing/2014/main" id="{EDEDB349-211E-6CEC-A06B-ED9B436CE948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1" name="pg1151">
                <a:extLst>
                  <a:ext uri="{FF2B5EF4-FFF2-40B4-BE49-F238E27FC236}">
                    <a16:creationId xmlns:a16="http://schemas.microsoft.com/office/drawing/2014/main" id="{0AB8F064-17B7-CFE6-E5E6-EA4400B3D71A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2" name="pg1152">
                <a:extLst>
                  <a:ext uri="{FF2B5EF4-FFF2-40B4-BE49-F238E27FC236}">
                    <a16:creationId xmlns:a16="http://schemas.microsoft.com/office/drawing/2014/main" id="{79AC7571-B210-E0AA-8621-A4D5BC0744A6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3" name="pg1153">
                <a:extLst>
                  <a:ext uri="{FF2B5EF4-FFF2-40B4-BE49-F238E27FC236}">
                    <a16:creationId xmlns:a16="http://schemas.microsoft.com/office/drawing/2014/main" id="{7C928756-C2E5-55D4-C7C7-515A7729B73E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4" name="pg1154">
                <a:extLst>
                  <a:ext uri="{FF2B5EF4-FFF2-40B4-BE49-F238E27FC236}">
                    <a16:creationId xmlns:a16="http://schemas.microsoft.com/office/drawing/2014/main" id="{B98ECB95-0CEA-3C36-6DDE-A708B0064B96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5" name="pg1155">
                <a:extLst>
                  <a:ext uri="{FF2B5EF4-FFF2-40B4-BE49-F238E27FC236}">
                    <a16:creationId xmlns:a16="http://schemas.microsoft.com/office/drawing/2014/main" id="{630F9433-2DCD-6FEC-F4AD-D9937E0F2C4B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6" name="pg1156">
                <a:extLst>
                  <a:ext uri="{FF2B5EF4-FFF2-40B4-BE49-F238E27FC236}">
                    <a16:creationId xmlns:a16="http://schemas.microsoft.com/office/drawing/2014/main" id="{A4A4037E-0BE0-6995-D009-787E142440C5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7" name="pg1157">
                <a:extLst>
                  <a:ext uri="{FF2B5EF4-FFF2-40B4-BE49-F238E27FC236}">
                    <a16:creationId xmlns:a16="http://schemas.microsoft.com/office/drawing/2014/main" id="{F2C03446-BBD9-19A3-311D-7D5391FCF5D5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8" name="pg1158">
                <a:extLst>
                  <a:ext uri="{FF2B5EF4-FFF2-40B4-BE49-F238E27FC236}">
                    <a16:creationId xmlns:a16="http://schemas.microsoft.com/office/drawing/2014/main" id="{B219F796-1CD9-03E1-5027-C880EAFCF4A0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9" name="pg1159">
                <a:extLst>
                  <a:ext uri="{FF2B5EF4-FFF2-40B4-BE49-F238E27FC236}">
                    <a16:creationId xmlns:a16="http://schemas.microsoft.com/office/drawing/2014/main" id="{83DBC9CD-F892-E052-61F6-7B2EF06DD9B4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0" name="pg1160">
                <a:extLst>
                  <a:ext uri="{FF2B5EF4-FFF2-40B4-BE49-F238E27FC236}">
                    <a16:creationId xmlns:a16="http://schemas.microsoft.com/office/drawing/2014/main" id="{E2704935-FC06-B174-DFBF-F585004A25BC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1" name="pg1161">
                <a:extLst>
                  <a:ext uri="{FF2B5EF4-FFF2-40B4-BE49-F238E27FC236}">
                    <a16:creationId xmlns:a16="http://schemas.microsoft.com/office/drawing/2014/main" id="{A79303A1-FEAD-C157-575F-F99FEF2B3D45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2" name="pg1162">
                <a:extLst>
                  <a:ext uri="{FF2B5EF4-FFF2-40B4-BE49-F238E27FC236}">
                    <a16:creationId xmlns:a16="http://schemas.microsoft.com/office/drawing/2014/main" id="{E034E8EE-CD6B-3CDF-3424-3477641AA558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3" name="pg1163">
                <a:extLst>
                  <a:ext uri="{FF2B5EF4-FFF2-40B4-BE49-F238E27FC236}">
                    <a16:creationId xmlns:a16="http://schemas.microsoft.com/office/drawing/2014/main" id="{46A3FFA0-6F57-6456-D97B-E0A93A84A181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4" name="pg1164">
                <a:extLst>
                  <a:ext uri="{FF2B5EF4-FFF2-40B4-BE49-F238E27FC236}">
                    <a16:creationId xmlns:a16="http://schemas.microsoft.com/office/drawing/2014/main" id="{671BECA7-0C78-9662-FA71-5E6CC0511F0A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5" name="pg1165">
                <a:extLst>
                  <a:ext uri="{FF2B5EF4-FFF2-40B4-BE49-F238E27FC236}">
                    <a16:creationId xmlns:a16="http://schemas.microsoft.com/office/drawing/2014/main" id="{CB62D398-B13E-34D7-5912-C7C241F3420E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6" name="pg1166">
                <a:extLst>
                  <a:ext uri="{FF2B5EF4-FFF2-40B4-BE49-F238E27FC236}">
                    <a16:creationId xmlns:a16="http://schemas.microsoft.com/office/drawing/2014/main" id="{F6155844-611F-04FD-26A9-1F2AA97A6BED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7" name="pg1167">
                <a:extLst>
                  <a:ext uri="{FF2B5EF4-FFF2-40B4-BE49-F238E27FC236}">
                    <a16:creationId xmlns:a16="http://schemas.microsoft.com/office/drawing/2014/main" id="{923ECED6-8667-D366-E36A-DD39ECD4F325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8" name="pg1168">
                <a:extLst>
                  <a:ext uri="{FF2B5EF4-FFF2-40B4-BE49-F238E27FC236}">
                    <a16:creationId xmlns:a16="http://schemas.microsoft.com/office/drawing/2014/main" id="{B6C0CBF4-DBAB-A675-9B49-FE5C40BD8055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9" name="pg1169">
                <a:extLst>
                  <a:ext uri="{FF2B5EF4-FFF2-40B4-BE49-F238E27FC236}">
                    <a16:creationId xmlns:a16="http://schemas.microsoft.com/office/drawing/2014/main" id="{5AD36B45-2829-3758-7CBB-550A1FC10507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0" name="pg1170">
                <a:extLst>
                  <a:ext uri="{FF2B5EF4-FFF2-40B4-BE49-F238E27FC236}">
                    <a16:creationId xmlns:a16="http://schemas.microsoft.com/office/drawing/2014/main" id="{70928388-2BDB-4378-F606-3C9A235FE3C4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1" name="pg1171">
                <a:extLst>
                  <a:ext uri="{FF2B5EF4-FFF2-40B4-BE49-F238E27FC236}">
                    <a16:creationId xmlns:a16="http://schemas.microsoft.com/office/drawing/2014/main" id="{06BCCB64-46D2-1E81-2E26-185B523113C9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2" name="pg1172">
                <a:extLst>
                  <a:ext uri="{FF2B5EF4-FFF2-40B4-BE49-F238E27FC236}">
                    <a16:creationId xmlns:a16="http://schemas.microsoft.com/office/drawing/2014/main" id="{01D25D64-EA9D-874C-73D3-05F40ADB4D91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3" name="pg1173">
                <a:extLst>
                  <a:ext uri="{FF2B5EF4-FFF2-40B4-BE49-F238E27FC236}">
                    <a16:creationId xmlns:a16="http://schemas.microsoft.com/office/drawing/2014/main" id="{6E232C7A-380D-AE45-37E5-0628C04F7EBE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4" name="pg1174">
                <a:extLst>
                  <a:ext uri="{FF2B5EF4-FFF2-40B4-BE49-F238E27FC236}">
                    <a16:creationId xmlns:a16="http://schemas.microsoft.com/office/drawing/2014/main" id="{A7CD5A0F-8ED9-586D-CD55-29E7B5E4ED98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5" name="pg1175">
                <a:extLst>
                  <a:ext uri="{FF2B5EF4-FFF2-40B4-BE49-F238E27FC236}">
                    <a16:creationId xmlns:a16="http://schemas.microsoft.com/office/drawing/2014/main" id="{10A2703A-C298-96AC-CC9A-631B143F0B2A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6" name="pg1176">
                <a:extLst>
                  <a:ext uri="{FF2B5EF4-FFF2-40B4-BE49-F238E27FC236}">
                    <a16:creationId xmlns:a16="http://schemas.microsoft.com/office/drawing/2014/main" id="{0BBF34FB-00A6-7B07-38B2-9290FE1264AD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7" name="pg1177">
                <a:extLst>
                  <a:ext uri="{FF2B5EF4-FFF2-40B4-BE49-F238E27FC236}">
                    <a16:creationId xmlns:a16="http://schemas.microsoft.com/office/drawing/2014/main" id="{97DD838E-FC59-E040-1D26-6F3961B874BC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8" name="pg1178">
                <a:extLst>
                  <a:ext uri="{FF2B5EF4-FFF2-40B4-BE49-F238E27FC236}">
                    <a16:creationId xmlns:a16="http://schemas.microsoft.com/office/drawing/2014/main" id="{A3A1023C-CDC3-F7AB-FBD4-DD9F9BB4800F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9" name="pg1179">
                <a:extLst>
                  <a:ext uri="{FF2B5EF4-FFF2-40B4-BE49-F238E27FC236}">
                    <a16:creationId xmlns:a16="http://schemas.microsoft.com/office/drawing/2014/main" id="{17BDBC93-1CC8-C1F1-2F15-4376A37B5515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0" name="pg1180">
                <a:extLst>
                  <a:ext uri="{FF2B5EF4-FFF2-40B4-BE49-F238E27FC236}">
                    <a16:creationId xmlns:a16="http://schemas.microsoft.com/office/drawing/2014/main" id="{B107C3C5-4C70-B23C-7AA5-53D8C7D417B9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1" name="pg1181">
                <a:extLst>
                  <a:ext uri="{FF2B5EF4-FFF2-40B4-BE49-F238E27FC236}">
                    <a16:creationId xmlns:a16="http://schemas.microsoft.com/office/drawing/2014/main" id="{A6A81203-7BF2-5AE1-495B-667B8345FDE7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2" name="pg1182">
                <a:extLst>
                  <a:ext uri="{FF2B5EF4-FFF2-40B4-BE49-F238E27FC236}">
                    <a16:creationId xmlns:a16="http://schemas.microsoft.com/office/drawing/2014/main" id="{1D0EF121-DEC7-66AE-157D-44139BA82C0B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3" name="pg1183">
                <a:extLst>
                  <a:ext uri="{FF2B5EF4-FFF2-40B4-BE49-F238E27FC236}">
                    <a16:creationId xmlns:a16="http://schemas.microsoft.com/office/drawing/2014/main" id="{FDFE439A-7DAB-CA22-6F4F-56C69D73D073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4" name="pg1184">
                <a:extLst>
                  <a:ext uri="{FF2B5EF4-FFF2-40B4-BE49-F238E27FC236}">
                    <a16:creationId xmlns:a16="http://schemas.microsoft.com/office/drawing/2014/main" id="{F435A918-11A4-4AA1-DCFF-70108E90F323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5" name="pg1185">
                <a:extLst>
                  <a:ext uri="{FF2B5EF4-FFF2-40B4-BE49-F238E27FC236}">
                    <a16:creationId xmlns:a16="http://schemas.microsoft.com/office/drawing/2014/main" id="{2F9CFEEF-283E-8F05-6C71-F0428B72BFEC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6" name="pg1186">
                <a:extLst>
                  <a:ext uri="{FF2B5EF4-FFF2-40B4-BE49-F238E27FC236}">
                    <a16:creationId xmlns:a16="http://schemas.microsoft.com/office/drawing/2014/main" id="{5DD697BA-2DD7-B683-0C86-68D88A783747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7" name="pg1187">
                <a:extLst>
                  <a:ext uri="{FF2B5EF4-FFF2-40B4-BE49-F238E27FC236}">
                    <a16:creationId xmlns:a16="http://schemas.microsoft.com/office/drawing/2014/main" id="{3C12632B-7174-9FA1-D45D-FDE1A214B607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8" name="pg1188">
                <a:extLst>
                  <a:ext uri="{FF2B5EF4-FFF2-40B4-BE49-F238E27FC236}">
                    <a16:creationId xmlns:a16="http://schemas.microsoft.com/office/drawing/2014/main" id="{A9BE926B-430E-3CF6-2DEF-AEF814AD0996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9" name="pg1189">
                <a:extLst>
                  <a:ext uri="{FF2B5EF4-FFF2-40B4-BE49-F238E27FC236}">
                    <a16:creationId xmlns:a16="http://schemas.microsoft.com/office/drawing/2014/main" id="{1CB7B229-6F1C-1432-ACDF-4F938170D6F0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0" name="pg1190">
                <a:extLst>
                  <a:ext uri="{FF2B5EF4-FFF2-40B4-BE49-F238E27FC236}">
                    <a16:creationId xmlns:a16="http://schemas.microsoft.com/office/drawing/2014/main" id="{BD3818E5-41CF-339E-8EEE-22C7701CB36C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1" name="pg1191">
                <a:extLst>
                  <a:ext uri="{FF2B5EF4-FFF2-40B4-BE49-F238E27FC236}">
                    <a16:creationId xmlns:a16="http://schemas.microsoft.com/office/drawing/2014/main" id="{D4DD3BA7-317C-893A-6FA3-43C54FC76B44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2" name="pg1192">
                <a:extLst>
                  <a:ext uri="{FF2B5EF4-FFF2-40B4-BE49-F238E27FC236}">
                    <a16:creationId xmlns:a16="http://schemas.microsoft.com/office/drawing/2014/main" id="{32B0A265-FBB3-DFB2-27ED-AB7C6A0AC029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3" name="pg1193">
                <a:extLst>
                  <a:ext uri="{FF2B5EF4-FFF2-40B4-BE49-F238E27FC236}">
                    <a16:creationId xmlns:a16="http://schemas.microsoft.com/office/drawing/2014/main" id="{40A40D0C-6493-5F6E-B765-7A9271F1F149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4" name="pg1194">
                <a:extLst>
                  <a:ext uri="{FF2B5EF4-FFF2-40B4-BE49-F238E27FC236}">
                    <a16:creationId xmlns:a16="http://schemas.microsoft.com/office/drawing/2014/main" id="{766F895A-FF28-2F2A-7F44-EF66A001DD9F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5" name="pg1195">
                <a:extLst>
                  <a:ext uri="{FF2B5EF4-FFF2-40B4-BE49-F238E27FC236}">
                    <a16:creationId xmlns:a16="http://schemas.microsoft.com/office/drawing/2014/main" id="{E042A4A2-317D-4411-92A1-36E8A42F2A72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6" name="pg1196">
                <a:extLst>
                  <a:ext uri="{FF2B5EF4-FFF2-40B4-BE49-F238E27FC236}">
                    <a16:creationId xmlns:a16="http://schemas.microsoft.com/office/drawing/2014/main" id="{28B1BB46-FA8D-17A2-EFF5-97E878EFA09D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7" name="pg1197">
                <a:extLst>
                  <a:ext uri="{FF2B5EF4-FFF2-40B4-BE49-F238E27FC236}">
                    <a16:creationId xmlns:a16="http://schemas.microsoft.com/office/drawing/2014/main" id="{E474E59C-8DE4-9093-FE91-98D00EC8F1FE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8" name="pg1198">
                <a:extLst>
                  <a:ext uri="{FF2B5EF4-FFF2-40B4-BE49-F238E27FC236}">
                    <a16:creationId xmlns:a16="http://schemas.microsoft.com/office/drawing/2014/main" id="{D3FA31B1-D392-97CA-0062-2194793B92EC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9" name="pg1199">
                <a:extLst>
                  <a:ext uri="{FF2B5EF4-FFF2-40B4-BE49-F238E27FC236}">
                    <a16:creationId xmlns:a16="http://schemas.microsoft.com/office/drawing/2014/main" id="{FD63C154-7A0D-FAF7-B2EA-7FC50D0BFF76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0" name="pg1200">
                <a:extLst>
                  <a:ext uri="{FF2B5EF4-FFF2-40B4-BE49-F238E27FC236}">
                    <a16:creationId xmlns:a16="http://schemas.microsoft.com/office/drawing/2014/main" id="{FA986FB3-5A2C-EB96-3D2D-FCA9E88013FF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1" name="pg1201">
                <a:extLst>
                  <a:ext uri="{FF2B5EF4-FFF2-40B4-BE49-F238E27FC236}">
                    <a16:creationId xmlns:a16="http://schemas.microsoft.com/office/drawing/2014/main" id="{F04AB0EC-727A-4BF7-437F-937864006F8A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2" name="pg1202">
                <a:extLst>
                  <a:ext uri="{FF2B5EF4-FFF2-40B4-BE49-F238E27FC236}">
                    <a16:creationId xmlns:a16="http://schemas.microsoft.com/office/drawing/2014/main" id="{8E0E1E2C-895E-FFE9-659F-272C4E3E7BA4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3" name="pg1203">
                <a:extLst>
                  <a:ext uri="{FF2B5EF4-FFF2-40B4-BE49-F238E27FC236}">
                    <a16:creationId xmlns:a16="http://schemas.microsoft.com/office/drawing/2014/main" id="{F970BCDE-6B20-4E7F-60F9-3183193FE308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4" name="pg1204">
                <a:extLst>
                  <a:ext uri="{FF2B5EF4-FFF2-40B4-BE49-F238E27FC236}">
                    <a16:creationId xmlns:a16="http://schemas.microsoft.com/office/drawing/2014/main" id="{243D2543-D5BA-7F1F-6FEB-0245E3D83644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5" name="pg1205">
                <a:extLst>
                  <a:ext uri="{FF2B5EF4-FFF2-40B4-BE49-F238E27FC236}">
                    <a16:creationId xmlns:a16="http://schemas.microsoft.com/office/drawing/2014/main" id="{B44C043B-4DB2-E5E8-C818-6F80C0C36D19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6" name="pg1206">
                <a:extLst>
                  <a:ext uri="{FF2B5EF4-FFF2-40B4-BE49-F238E27FC236}">
                    <a16:creationId xmlns:a16="http://schemas.microsoft.com/office/drawing/2014/main" id="{D75A758C-E1BA-4B17-69FA-224068CE5362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7" name="pg1207">
                <a:extLst>
                  <a:ext uri="{FF2B5EF4-FFF2-40B4-BE49-F238E27FC236}">
                    <a16:creationId xmlns:a16="http://schemas.microsoft.com/office/drawing/2014/main" id="{DF45B932-9CED-EEAE-5316-807B85A8F5B8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8" name="pg1208">
                <a:extLst>
                  <a:ext uri="{FF2B5EF4-FFF2-40B4-BE49-F238E27FC236}">
                    <a16:creationId xmlns:a16="http://schemas.microsoft.com/office/drawing/2014/main" id="{D534BB72-AFE3-7BCB-DC21-5A185768028B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9" name="pg1209">
                <a:extLst>
                  <a:ext uri="{FF2B5EF4-FFF2-40B4-BE49-F238E27FC236}">
                    <a16:creationId xmlns:a16="http://schemas.microsoft.com/office/drawing/2014/main" id="{5435A129-0C4B-99AD-DD58-B26F8D7C7C7A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0" name="pg1210">
                <a:extLst>
                  <a:ext uri="{FF2B5EF4-FFF2-40B4-BE49-F238E27FC236}">
                    <a16:creationId xmlns:a16="http://schemas.microsoft.com/office/drawing/2014/main" id="{07CEC339-EC96-E83F-9541-3F08D5C3F2FB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1" name="pg1211">
                <a:extLst>
                  <a:ext uri="{FF2B5EF4-FFF2-40B4-BE49-F238E27FC236}">
                    <a16:creationId xmlns:a16="http://schemas.microsoft.com/office/drawing/2014/main" id="{AB3D30BD-1E7E-E8E5-C40F-467FE0C93E82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2" name="pg1212">
                <a:extLst>
                  <a:ext uri="{FF2B5EF4-FFF2-40B4-BE49-F238E27FC236}">
                    <a16:creationId xmlns:a16="http://schemas.microsoft.com/office/drawing/2014/main" id="{9F06E140-4566-633A-990E-38A9E0EB43BF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3" name="pg1213">
                <a:extLst>
                  <a:ext uri="{FF2B5EF4-FFF2-40B4-BE49-F238E27FC236}">
                    <a16:creationId xmlns:a16="http://schemas.microsoft.com/office/drawing/2014/main" id="{60B09F02-136D-AA07-0851-D1B1A61DD2B6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4" name="pg1214">
                <a:extLst>
                  <a:ext uri="{FF2B5EF4-FFF2-40B4-BE49-F238E27FC236}">
                    <a16:creationId xmlns:a16="http://schemas.microsoft.com/office/drawing/2014/main" id="{36D01396-364D-28DA-B55A-C6C9DB840480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5" name="pg1215">
                <a:extLst>
                  <a:ext uri="{FF2B5EF4-FFF2-40B4-BE49-F238E27FC236}">
                    <a16:creationId xmlns:a16="http://schemas.microsoft.com/office/drawing/2014/main" id="{BCBFD868-6BA4-E487-C2FF-0D28CCF15A52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6" name="pg1216">
                <a:extLst>
                  <a:ext uri="{FF2B5EF4-FFF2-40B4-BE49-F238E27FC236}">
                    <a16:creationId xmlns:a16="http://schemas.microsoft.com/office/drawing/2014/main" id="{3C272AA7-82A0-0BB7-DDA9-DD67D1408625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7" name="pg1217">
                <a:extLst>
                  <a:ext uri="{FF2B5EF4-FFF2-40B4-BE49-F238E27FC236}">
                    <a16:creationId xmlns:a16="http://schemas.microsoft.com/office/drawing/2014/main" id="{2E584E42-32DD-5591-AD2E-B86680BB7D0C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8" name="pg1218">
                <a:extLst>
                  <a:ext uri="{FF2B5EF4-FFF2-40B4-BE49-F238E27FC236}">
                    <a16:creationId xmlns:a16="http://schemas.microsoft.com/office/drawing/2014/main" id="{58E01978-24ED-1188-DDFE-B6A4375E1742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9" name="pg1219">
                <a:extLst>
                  <a:ext uri="{FF2B5EF4-FFF2-40B4-BE49-F238E27FC236}">
                    <a16:creationId xmlns:a16="http://schemas.microsoft.com/office/drawing/2014/main" id="{5CDF8F64-4D16-A82F-0B03-38ED900C5D96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0" name="pg1220">
                <a:extLst>
                  <a:ext uri="{FF2B5EF4-FFF2-40B4-BE49-F238E27FC236}">
                    <a16:creationId xmlns:a16="http://schemas.microsoft.com/office/drawing/2014/main" id="{3B5CE35C-3CE8-ED72-7BAD-179082C4C037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1" name="pg1221">
                <a:extLst>
                  <a:ext uri="{FF2B5EF4-FFF2-40B4-BE49-F238E27FC236}">
                    <a16:creationId xmlns:a16="http://schemas.microsoft.com/office/drawing/2014/main" id="{36C6E1F1-F07D-6B0D-CFB7-E1D45D06389B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2" name="pg1222">
                <a:extLst>
                  <a:ext uri="{FF2B5EF4-FFF2-40B4-BE49-F238E27FC236}">
                    <a16:creationId xmlns:a16="http://schemas.microsoft.com/office/drawing/2014/main" id="{8258444F-A016-7EC8-804B-253FE9A59331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3" name="pg1223">
                <a:extLst>
                  <a:ext uri="{FF2B5EF4-FFF2-40B4-BE49-F238E27FC236}">
                    <a16:creationId xmlns:a16="http://schemas.microsoft.com/office/drawing/2014/main" id="{39E06046-DFEB-E96E-D7AF-63EECE5EFD08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4" name="pg1224">
                <a:extLst>
                  <a:ext uri="{FF2B5EF4-FFF2-40B4-BE49-F238E27FC236}">
                    <a16:creationId xmlns:a16="http://schemas.microsoft.com/office/drawing/2014/main" id="{2F8D129A-7BDC-A071-4F0E-3BA1110AD13A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5" name="pg1225">
                <a:extLst>
                  <a:ext uri="{FF2B5EF4-FFF2-40B4-BE49-F238E27FC236}">
                    <a16:creationId xmlns:a16="http://schemas.microsoft.com/office/drawing/2014/main" id="{F7CD334E-7D3C-FC13-1224-07ACE3895C49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6" name="pg1226">
                <a:extLst>
                  <a:ext uri="{FF2B5EF4-FFF2-40B4-BE49-F238E27FC236}">
                    <a16:creationId xmlns:a16="http://schemas.microsoft.com/office/drawing/2014/main" id="{B52546A8-AB2A-6019-24F3-0A324F680B03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7" name="pg1227">
                <a:extLst>
                  <a:ext uri="{FF2B5EF4-FFF2-40B4-BE49-F238E27FC236}">
                    <a16:creationId xmlns:a16="http://schemas.microsoft.com/office/drawing/2014/main" id="{27B8795A-DEF6-DBFF-DBC4-8C71C04909C7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8" name="pg1228">
                <a:extLst>
                  <a:ext uri="{FF2B5EF4-FFF2-40B4-BE49-F238E27FC236}">
                    <a16:creationId xmlns:a16="http://schemas.microsoft.com/office/drawing/2014/main" id="{F8096968-B2A3-5B67-FDD3-932C86048DC8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9" name="pg1229">
                <a:extLst>
                  <a:ext uri="{FF2B5EF4-FFF2-40B4-BE49-F238E27FC236}">
                    <a16:creationId xmlns:a16="http://schemas.microsoft.com/office/drawing/2014/main" id="{53CC3587-B513-70FF-3271-E4DB5D5B6008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0" name="pg1230">
                <a:extLst>
                  <a:ext uri="{FF2B5EF4-FFF2-40B4-BE49-F238E27FC236}">
                    <a16:creationId xmlns:a16="http://schemas.microsoft.com/office/drawing/2014/main" id="{ECD98535-5731-426F-B2B2-065D702DB4C7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1" name="pg1231">
                <a:extLst>
                  <a:ext uri="{FF2B5EF4-FFF2-40B4-BE49-F238E27FC236}">
                    <a16:creationId xmlns:a16="http://schemas.microsoft.com/office/drawing/2014/main" id="{69C85A69-4483-BB5B-EA3B-45A8382FE781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2" name="pg1232">
                <a:extLst>
                  <a:ext uri="{FF2B5EF4-FFF2-40B4-BE49-F238E27FC236}">
                    <a16:creationId xmlns:a16="http://schemas.microsoft.com/office/drawing/2014/main" id="{63806359-F81B-C8EA-7A37-1D53E5D732FA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3" name="pg1233">
                <a:extLst>
                  <a:ext uri="{FF2B5EF4-FFF2-40B4-BE49-F238E27FC236}">
                    <a16:creationId xmlns:a16="http://schemas.microsoft.com/office/drawing/2014/main" id="{8BAA8181-7593-5139-268A-6FC2F3C12368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4" name="pg1234">
                <a:extLst>
                  <a:ext uri="{FF2B5EF4-FFF2-40B4-BE49-F238E27FC236}">
                    <a16:creationId xmlns:a16="http://schemas.microsoft.com/office/drawing/2014/main" id="{362BEE42-5E74-EA31-5A3B-436B27122B19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5" name="pg1235">
                <a:extLst>
                  <a:ext uri="{FF2B5EF4-FFF2-40B4-BE49-F238E27FC236}">
                    <a16:creationId xmlns:a16="http://schemas.microsoft.com/office/drawing/2014/main" id="{B0D4D52B-0ADC-234D-FAE7-5A4CA1CB1D1A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6" name="pg1236">
                <a:extLst>
                  <a:ext uri="{FF2B5EF4-FFF2-40B4-BE49-F238E27FC236}">
                    <a16:creationId xmlns:a16="http://schemas.microsoft.com/office/drawing/2014/main" id="{2FE26212-378A-0859-D0A1-01A4F8EAE41B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7" name="pg1237">
                <a:extLst>
                  <a:ext uri="{FF2B5EF4-FFF2-40B4-BE49-F238E27FC236}">
                    <a16:creationId xmlns:a16="http://schemas.microsoft.com/office/drawing/2014/main" id="{8182AE21-3347-2B39-BCC7-008F6AFC3850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8" name="pg1238">
                <a:extLst>
                  <a:ext uri="{FF2B5EF4-FFF2-40B4-BE49-F238E27FC236}">
                    <a16:creationId xmlns:a16="http://schemas.microsoft.com/office/drawing/2014/main" id="{458E0660-A790-DF62-7F5C-B86C6E811966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9" name="pg1239">
                <a:extLst>
                  <a:ext uri="{FF2B5EF4-FFF2-40B4-BE49-F238E27FC236}">
                    <a16:creationId xmlns:a16="http://schemas.microsoft.com/office/drawing/2014/main" id="{E1B459CA-5B5A-08AF-D028-939D9C638C23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0" name="pg1240">
                <a:extLst>
                  <a:ext uri="{FF2B5EF4-FFF2-40B4-BE49-F238E27FC236}">
                    <a16:creationId xmlns:a16="http://schemas.microsoft.com/office/drawing/2014/main" id="{7D2ADE07-EC58-05AB-F647-7280B71155FF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1" name="pg1241">
                <a:extLst>
                  <a:ext uri="{FF2B5EF4-FFF2-40B4-BE49-F238E27FC236}">
                    <a16:creationId xmlns:a16="http://schemas.microsoft.com/office/drawing/2014/main" id="{FDAB251C-7847-0D45-F96B-786DC89A046F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2" name="pg1242">
                <a:extLst>
                  <a:ext uri="{FF2B5EF4-FFF2-40B4-BE49-F238E27FC236}">
                    <a16:creationId xmlns:a16="http://schemas.microsoft.com/office/drawing/2014/main" id="{7E6E529C-DBCE-E217-CDC6-9C40EF01434C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3" name="pg1243">
                <a:extLst>
                  <a:ext uri="{FF2B5EF4-FFF2-40B4-BE49-F238E27FC236}">
                    <a16:creationId xmlns:a16="http://schemas.microsoft.com/office/drawing/2014/main" id="{A742D1D8-3853-A0C4-43E8-D1C3599C71F5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4" name="pg1244">
                <a:extLst>
                  <a:ext uri="{FF2B5EF4-FFF2-40B4-BE49-F238E27FC236}">
                    <a16:creationId xmlns:a16="http://schemas.microsoft.com/office/drawing/2014/main" id="{8B03F23E-B77E-B2F4-E8D4-6D7F3285BD70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5" name="pg1245">
                <a:extLst>
                  <a:ext uri="{FF2B5EF4-FFF2-40B4-BE49-F238E27FC236}">
                    <a16:creationId xmlns:a16="http://schemas.microsoft.com/office/drawing/2014/main" id="{C87C8300-420A-90FE-CC18-C4D1159BF8D8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6" name="pg1246">
                <a:extLst>
                  <a:ext uri="{FF2B5EF4-FFF2-40B4-BE49-F238E27FC236}">
                    <a16:creationId xmlns:a16="http://schemas.microsoft.com/office/drawing/2014/main" id="{30C838CF-76EE-D08F-B830-7B51D76B2C96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7" name="pg1247">
                <a:extLst>
                  <a:ext uri="{FF2B5EF4-FFF2-40B4-BE49-F238E27FC236}">
                    <a16:creationId xmlns:a16="http://schemas.microsoft.com/office/drawing/2014/main" id="{0DE3C01D-957E-D40B-A67E-96556B473730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8" name="pg1248">
                <a:extLst>
                  <a:ext uri="{FF2B5EF4-FFF2-40B4-BE49-F238E27FC236}">
                    <a16:creationId xmlns:a16="http://schemas.microsoft.com/office/drawing/2014/main" id="{76512CC2-760C-FCD6-223B-7E587440552C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9" name="pg1249">
                <a:extLst>
                  <a:ext uri="{FF2B5EF4-FFF2-40B4-BE49-F238E27FC236}">
                    <a16:creationId xmlns:a16="http://schemas.microsoft.com/office/drawing/2014/main" id="{FB08C099-3FCC-267D-4555-07912F0EC298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0" name="pg1250">
                <a:extLst>
                  <a:ext uri="{FF2B5EF4-FFF2-40B4-BE49-F238E27FC236}">
                    <a16:creationId xmlns:a16="http://schemas.microsoft.com/office/drawing/2014/main" id="{2310F78E-428F-B7FF-8FA1-78F6B2DE5D17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1" name="pg1251">
                <a:extLst>
                  <a:ext uri="{FF2B5EF4-FFF2-40B4-BE49-F238E27FC236}">
                    <a16:creationId xmlns:a16="http://schemas.microsoft.com/office/drawing/2014/main" id="{9D1E7E08-3601-8330-2E47-EAB11A1DF591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2" name="pg1252">
                <a:extLst>
                  <a:ext uri="{FF2B5EF4-FFF2-40B4-BE49-F238E27FC236}">
                    <a16:creationId xmlns:a16="http://schemas.microsoft.com/office/drawing/2014/main" id="{B03B111E-A1E2-8BDF-BCBA-BAAE1C43F2F1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3" name="pg1253">
                <a:extLst>
                  <a:ext uri="{FF2B5EF4-FFF2-40B4-BE49-F238E27FC236}">
                    <a16:creationId xmlns:a16="http://schemas.microsoft.com/office/drawing/2014/main" id="{F17F34D8-DDB8-781E-90C5-E207DAE569AF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4" name="pg1254">
                <a:extLst>
                  <a:ext uri="{FF2B5EF4-FFF2-40B4-BE49-F238E27FC236}">
                    <a16:creationId xmlns:a16="http://schemas.microsoft.com/office/drawing/2014/main" id="{615A0145-AE23-E4DE-F914-8F704CC9145C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5" name="pg1255">
                <a:extLst>
                  <a:ext uri="{FF2B5EF4-FFF2-40B4-BE49-F238E27FC236}">
                    <a16:creationId xmlns:a16="http://schemas.microsoft.com/office/drawing/2014/main" id="{5646E048-AE17-5C12-ED64-119D45BD842B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6" name="pg1256">
                <a:extLst>
                  <a:ext uri="{FF2B5EF4-FFF2-40B4-BE49-F238E27FC236}">
                    <a16:creationId xmlns:a16="http://schemas.microsoft.com/office/drawing/2014/main" id="{4248D135-657C-F369-E226-22814F1696E0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7" name="pg1257">
                <a:extLst>
                  <a:ext uri="{FF2B5EF4-FFF2-40B4-BE49-F238E27FC236}">
                    <a16:creationId xmlns:a16="http://schemas.microsoft.com/office/drawing/2014/main" id="{7650B7BF-440B-6D96-FDC0-83A0381755B3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8" name="pg1258">
                <a:extLst>
                  <a:ext uri="{FF2B5EF4-FFF2-40B4-BE49-F238E27FC236}">
                    <a16:creationId xmlns:a16="http://schemas.microsoft.com/office/drawing/2014/main" id="{BD3C220B-5078-5207-B18B-2EAC35D43A2F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9" name="pg1259">
                <a:extLst>
                  <a:ext uri="{FF2B5EF4-FFF2-40B4-BE49-F238E27FC236}">
                    <a16:creationId xmlns:a16="http://schemas.microsoft.com/office/drawing/2014/main" id="{C75A9F8E-ADBB-455B-07BE-036A498D4B27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0" name="pg1260">
                <a:extLst>
                  <a:ext uri="{FF2B5EF4-FFF2-40B4-BE49-F238E27FC236}">
                    <a16:creationId xmlns:a16="http://schemas.microsoft.com/office/drawing/2014/main" id="{43642541-B027-1206-FA51-303A41CD9754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1" name="pg1261">
                <a:extLst>
                  <a:ext uri="{FF2B5EF4-FFF2-40B4-BE49-F238E27FC236}">
                    <a16:creationId xmlns:a16="http://schemas.microsoft.com/office/drawing/2014/main" id="{02D48BF6-049F-C62F-457E-2489EE09D6BF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2" name="pg1262">
                <a:extLst>
                  <a:ext uri="{FF2B5EF4-FFF2-40B4-BE49-F238E27FC236}">
                    <a16:creationId xmlns:a16="http://schemas.microsoft.com/office/drawing/2014/main" id="{17A21C07-7AB7-CB67-CB42-3148247B4873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3" name="pg1263">
                <a:extLst>
                  <a:ext uri="{FF2B5EF4-FFF2-40B4-BE49-F238E27FC236}">
                    <a16:creationId xmlns:a16="http://schemas.microsoft.com/office/drawing/2014/main" id="{4C594418-8E2B-1BF9-B4DF-FF61C75701B8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4" name="pg1264">
                <a:extLst>
                  <a:ext uri="{FF2B5EF4-FFF2-40B4-BE49-F238E27FC236}">
                    <a16:creationId xmlns:a16="http://schemas.microsoft.com/office/drawing/2014/main" id="{F12C9785-C8C1-04E9-36D0-F232F125FF4B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5" name="pg1265">
                <a:extLst>
                  <a:ext uri="{FF2B5EF4-FFF2-40B4-BE49-F238E27FC236}">
                    <a16:creationId xmlns:a16="http://schemas.microsoft.com/office/drawing/2014/main" id="{234B1847-A78B-E9D7-2A85-9373C875F434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6" name="pg1266">
                <a:extLst>
                  <a:ext uri="{FF2B5EF4-FFF2-40B4-BE49-F238E27FC236}">
                    <a16:creationId xmlns:a16="http://schemas.microsoft.com/office/drawing/2014/main" id="{1A84924C-3A24-AC2A-D7A0-A1D140B36D4A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7" name="pg1267">
                <a:extLst>
                  <a:ext uri="{FF2B5EF4-FFF2-40B4-BE49-F238E27FC236}">
                    <a16:creationId xmlns:a16="http://schemas.microsoft.com/office/drawing/2014/main" id="{F5DB733E-2B41-5674-728A-C585BE58F7C6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8" name="pg1268">
                <a:extLst>
                  <a:ext uri="{FF2B5EF4-FFF2-40B4-BE49-F238E27FC236}">
                    <a16:creationId xmlns:a16="http://schemas.microsoft.com/office/drawing/2014/main" id="{668E02B9-389F-57A7-E87F-84F4E5C183AE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9" name="pg1269">
                <a:extLst>
                  <a:ext uri="{FF2B5EF4-FFF2-40B4-BE49-F238E27FC236}">
                    <a16:creationId xmlns:a16="http://schemas.microsoft.com/office/drawing/2014/main" id="{766CC68A-000C-9D6E-9427-A9C216C4DA06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0" name="pg1270">
                <a:extLst>
                  <a:ext uri="{FF2B5EF4-FFF2-40B4-BE49-F238E27FC236}">
                    <a16:creationId xmlns:a16="http://schemas.microsoft.com/office/drawing/2014/main" id="{50BED422-962C-C032-A6D1-67EC2BC69C29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1" name="pg1271">
                <a:extLst>
                  <a:ext uri="{FF2B5EF4-FFF2-40B4-BE49-F238E27FC236}">
                    <a16:creationId xmlns:a16="http://schemas.microsoft.com/office/drawing/2014/main" id="{627429B3-01E6-D6E3-62D3-E111C2A14399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2" name="pg1272">
                <a:extLst>
                  <a:ext uri="{FF2B5EF4-FFF2-40B4-BE49-F238E27FC236}">
                    <a16:creationId xmlns:a16="http://schemas.microsoft.com/office/drawing/2014/main" id="{52A7E9ED-BB3A-BE78-ED14-135604CEA45E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3" name="pg1273">
                <a:extLst>
                  <a:ext uri="{FF2B5EF4-FFF2-40B4-BE49-F238E27FC236}">
                    <a16:creationId xmlns:a16="http://schemas.microsoft.com/office/drawing/2014/main" id="{096022BB-DEEE-400C-C46F-2A92E3F5F36C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4" name="pg1274">
                <a:extLst>
                  <a:ext uri="{FF2B5EF4-FFF2-40B4-BE49-F238E27FC236}">
                    <a16:creationId xmlns:a16="http://schemas.microsoft.com/office/drawing/2014/main" id="{50531BF6-A1B0-4FC3-79D5-B5A821A16345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5" name="pg1275">
                <a:extLst>
                  <a:ext uri="{FF2B5EF4-FFF2-40B4-BE49-F238E27FC236}">
                    <a16:creationId xmlns:a16="http://schemas.microsoft.com/office/drawing/2014/main" id="{9662ECAF-E8B3-FF70-E4A1-C292C1D86444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6" name="pg1276">
                <a:extLst>
                  <a:ext uri="{FF2B5EF4-FFF2-40B4-BE49-F238E27FC236}">
                    <a16:creationId xmlns:a16="http://schemas.microsoft.com/office/drawing/2014/main" id="{C2EF6ACB-9AF0-F9F0-8E97-9D6D704D036F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7" name="pg1277">
                <a:extLst>
                  <a:ext uri="{FF2B5EF4-FFF2-40B4-BE49-F238E27FC236}">
                    <a16:creationId xmlns:a16="http://schemas.microsoft.com/office/drawing/2014/main" id="{72A08780-8472-15CF-518F-4504BCEE30DB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8" name="pg1278">
                <a:extLst>
                  <a:ext uri="{FF2B5EF4-FFF2-40B4-BE49-F238E27FC236}">
                    <a16:creationId xmlns:a16="http://schemas.microsoft.com/office/drawing/2014/main" id="{3907E91E-90FA-B3D1-4D99-943D1ABF178E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9" name="pg1279">
                <a:extLst>
                  <a:ext uri="{FF2B5EF4-FFF2-40B4-BE49-F238E27FC236}">
                    <a16:creationId xmlns:a16="http://schemas.microsoft.com/office/drawing/2014/main" id="{CC16D422-A20E-871E-77C0-84290B76E779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0" name="pg1280">
                <a:extLst>
                  <a:ext uri="{FF2B5EF4-FFF2-40B4-BE49-F238E27FC236}">
                    <a16:creationId xmlns:a16="http://schemas.microsoft.com/office/drawing/2014/main" id="{720231B0-9810-AC6B-5B5E-487CDC8BCF77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1" name="pg1281">
                <a:extLst>
                  <a:ext uri="{FF2B5EF4-FFF2-40B4-BE49-F238E27FC236}">
                    <a16:creationId xmlns:a16="http://schemas.microsoft.com/office/drawing/2014/main" id="{341D8909-15D9-7CCB-CC74-695971A8D2E9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2" name="pg1282">
                <a:extLst>
                  <a:ext uri="{FF2B5EF4-FFF2-40B4-BE49-F238E27FC236}">
                    <a16:creationId xmlns:a16="http://schemas.microsoft.com/office/drawing/2014/main" id="{B564F698-26DF-9FF0-B6B3-62111C440A2E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3" name="pg1283">
                <a:extLst>
                  <a:ext uri="{FF2B5EF4-FFF2-40B4-BE49-F238E27FC236}">
                    <a16:creationId xmlns:a16="http://schemas.microsoft.com/office/drawing/2014/main" id="{7BCA17F8-AC56-5C1F-6365-163FF88F7BED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4" name="pg1284">
                <a:extLst>
                  <a:ext uri="{FF2B5EF4-FFF2-40B4-BE49-F238E27FC236}">
                    <a16:creationId xmlns:a16="http://schemas.microsoft.com/office/drawing/2014/main" id="{80C08132-4258-80E8-9450-13D0F279521E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5" name="pg1285">
                <a:extLst>
                  <a:ext uri="{FF2B5EF4-FFF2-40B4-BE49-F238E27FC236}">
                    <a16:creationId xmlns:a16="http://schemas.microsoft.com/office/drawing/2014/main" id="{D81CB635-F9DA-1D28-0B33-C642F35ADDA7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6" name="pg1286">
                <a:extLst>
                  <a:ext uri="{FF2B5EF4-FFF2-40B4-BE49-F238E27FC236}">
                    <a16:creationId xmlns:a16="http://schemas.microsoft.com/office/drawing/2014/main" id="{C412FD18-EB87-4DE1-147C-63AA4F163E67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7" name="pg1287">
                <a:extLst>
                  <a:ext uri="{FF2B5EF4-FFF2-40B4-BE49-F238E27FC236}">
                    <a16:creationId xmlns:a16="http://schemas.microsoft.com/office/drawing/2014/main" id="{D93B2A9B-E491-3224-2CCF-8B93E56FD85D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8" name="pg1288">
                <a:extLst>
                  <a:ext uri="{FF2B5EF4-FFF2-40B4-BE49-F238E27FC236}">
                    <a16:creationId xmlns:a16="http://schemas.microsoft.com/office/drawing/2014/main" id="{B0A460F2-5E59-43B9-457E-0AFF9391374C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9" name="pg1289">
                <a:extLst>
                  <a:ext uri="{FF2B5EF4-FFF2-40B4-BE49-F238E27FC236}">
                    <a16:creationId xmlns:a16="http://schemas.microsoft.com/office/drawing/2014/main" id="{05D3FF8D-0E86-7E00-67D1-88B300FBECDB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0" name="pg1290">
                <a:extLst>
                  <a:ext uri="{FF2B5EF4-FFF2-40B4-BE49-F238E27FC236}">
                    <a16:creationId xmlns:a16="http://schemas.microsoft.com/office/drawing/2014/main" id="{AA2DF09C-C612-CBC0-BC2E-A8013321D614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1" name="pg1291">
                <a:extLst>
                  <a:ext uri="{FF2B5EF4-FFF2-40B4-BE49-F238E27FC236}">
                    <a16:creationId xmlns:a16="http://schemas.microsoft.com/office/drawing/2014/main" id="{F17455B5-79CF-BF38-68DA-308FBF902FDC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2" name="pg1292">
                <a:extLst>
                  <a:ext uri="{FF2B5EF4-FFF2-40B4-BE49-F238E27FC236}">
                    <a16:creationId xmlns:a16="http://schemas.microsoft.com/office/drawing/2014/main" id="{B316C80D-5109-45B4-69C9-F2A5C1B2722E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3" name="pg1293">
                <a:extLst>
                  <a:ext uri="{FF2B5EF4-FFF2-40B4-BE49-F238E27FC236}">
                    <a16:creationId xmlns:a16="http://schemas.microsoft.com/office/drawing/2014/main" id="{8B394640-4E88-51CC-51D9-D891405C4CB0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4" name="pg1294">
                <a:extLst>
                  <a:ext uri="{FF2B5EF4-FFF2-40B4-BE49-F238E27FC236}">
                    <a16:creationId xmlns:a16="http://schemas.microsoft.com/office/drawing/2014/main" id="{0CD5F649-5B74-2876-15F8-8D1AD167A0F9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5" name="pg1295">
                <a:extLst>
                  <a:ext uri="{FF2B5EF4-FFF2-40B4-BE49-F238E27FC236}">
                    <a16:creationId xmlns:a16="http://schemas.microsoft.com/office/drawing/2014/main" id="{772E5CD6-3E6C-B675-125B-0B2678D8A8D9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6" name="pg1296">
                <a:extLst>
                  <a:ext uri="{FF2B5EF4-FFF2-40B4-BE49-F238E27FC236}">
                    <a16:creationId xmlns:a16="http://schemas.microsoft.com/office/drawing/2014/main" id="{F01D259D-815E-CA8A-2337-5241DDC28A22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7" name="pg1297">
                <a:extLst>
                  <a:ext uri="{FF2B5EF4-FFF2-40B4-BE49-F238E27FC236}">
                    <a16:creationId xmlns:a16="http://schemas.microsoft.com/office/drawing/2014/main" id="{9A506A04-19E4-B389-A584-3F5712ED3A43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8" name="pg1298">
                <a:extLst>
                  <a:ext uri="{FF2B5EF4-FFF2-40B4-BE49-F238E27FC236}">
                    <a16:creationId xmlns:a16="http://schemas.microsoft.com/office/drawing/2014/main" id="{F3A462B7-605C-2B66-4FFD-CBC521D80A0F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9" name="pg1299">
                <a:extLst>
                  <a:ext uri="{FF2B5EF4-FFF2-40B4-BE49-F238E27FC236}">
                    <a16:creationId xmlns:a16="http://schemas.microsoft.com/office/drawing/2014/main" id="{4C59DB51-603D-D83C-279B-A5F1EEC97E99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0" name="pg1300">
                <a:extLst>
                  <a:ext uri="{FF2B5EF4-FFF2-40B4-BE49-F238E27FC236}">
                    <a16:creationId xmlns:a16="http://schemas.microsoft.com/office/drawing/2014/main" id="{D53245E9-0103-5BA6-B078-27F4D4983F92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1" name="pg1301">
                <a:extLst>
                  <a:ext uri="{FF2B5EF4-FFF2-40B4-BE49-F238E27FC236}">
                    <a16:creationId xmlns:a16="http://schemas.microsoft.com/office/drawing/2014/main" id="{CEECE848-1CE2-AEF7-2774-46D92B93DCC5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2" name="pg1302">
                <a:extLst>
                  <a:ext uri="{FF2B5EF4-FFF2-40B4-BE49-F238E27FC236}">
                    <a16:creationId xmlns:a16="http://schemas.microsoft.com/office/drawing/2014/main" id="{1D294F67-51A1-60CB-5A91-D6F535479FBF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3" name="pg1303">
                <a:extLst>
                  <a:ext uri="{FF2B5EF4-FFF2-40B4-BE49-F238E27FC236}">
                    <a16:creationId xmlns:a16="http://schemas.microsoft.com/office/drawing/2014/main" id="{E38ED301-D9BD-0B97-2DAC-36B69706903A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4" name="pg1304">
                <a:extLst>
                  <a:ext uri="{FF2B5EF4-FFF2-40B4-BE49-F238E27FC236}">
                    <a16:creationId xmlns:a16="http://schemas.microsoft.com/office/drawing/2014/main" id="{264D7400-F2E2-F27D-762B-71CDE512EB9A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5" name="pg1305">
                <a:extLst>
                  <a:ext uri="{FF2B5EF4-FFF2-40B4-BE49-F238E27FC236}">
                    <a16:creationId xmlns:a16="http://schemas.microsoft.com/office/drawing/2014/main" id="{0CB6C034-E5B2-B041-F6AC-18FD4173F490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6" name="pg1306">
                <a:extLst>
                  <a:ext uri="{FF2B5EF4-FFF2-40B4-BE49-F238E27FC236}">
                    <a16:creationId xmlns:a16="http://schemas.microsoft.com/office/drawing/2014/main" id="{AB8D16DC-E73D-CEC0-1E56-A0B1A11D1B1B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7" name="pg1307">
                <a:extLst>
                  <a:ext uri="{FF2B5EF4-FFF2-40B4-BE49-F238E27FC236}">
                    <a16:creationId xmlns:a16="http://schemas.microsoft.com/office/drawing/2014/main" id="{D4D6A8F5-2096-7B0D-EA1F-CB68B257A08D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8" name="pg1308">
                <a:extLst>
                  <a:ext uri="{FF2B5EF4-FFF2-40B4-BE49-F238E27FC236}">
                    <a16:creationId xmlns:a16="http://schemas.microsoft.com/office/drawing/2014/main" id="{8A51AEB0-BFD9-2CD3-BF5A-5E177A4C7C25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9" name="pg1309">
                <a:extLst>
                  <a:ext uri="{FF2B5EF4-FFF2-40B4-BE49-F238E27FC236}">
                    <a16:creationId xmlns:a16="http://schemas.microsoft.com/office/drawing/2014/main" id="{0F140749-FB95-7415-FB4A-74D2A2EE2DEF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0" name="pg1310">
                <a:extLst>
                  <a:ext uri="{FF2B5EF4-FFF2-40B4-BE49-F238E27FC236}">
                    <a16:creationId xmlns:a16="http://schemas.microsoft.com/office/drawing/2014/main" id="{002E220F-8292-B527-B241-6B07E0C05A38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1" name="pg1311">
                <a:extLst>
                  <a:ext uri="{FF2B5EF4-FFF2-40B4-BE49-F238E27FC236}">
                    <a16:creationId xmlns:a16="http://schemas.microsoft.com/office/drawing/2014/main" id="{C7CDDF80-6599-E6A3-218D-EBE58E448503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2" name="pg1312">
                <a:extLst>
                  <a:ext uri="{FF2B5EF4-FFF2-40B4-BE49-F238E27FC236}">
                    <a16:creationId xmlns:a16="http://schemas.microsoft.com/office/drawing/2014/main" id="{A2678E7F-A34F-FA32-9FB8-9D33923455BA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3" name="pg1313">
                <a:extLst>
                  <a:ext uri="{FF2B5EF4-FFF2-40B4-BE49-F238E27FC236}">
                    <a16:creationId xmlns:a16="http://schemas.microsoft.com/office/drawing/2014/main" id="{88B96D50-9F84-D2BC-97AD-63CBCAE99937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4" name="pg1314">
                <a:extLst>
                  <a:ext uri="{FF2B5EF4-FFF2-40B4-BE49-F238E27FC236}">
                    <a16:creationId xmlns:a16="http://schemas.microsoft.com/office/drawing/2014/main" id="{0777C610-40CD-32F8-5D2B-A3D2285F6A99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5" name="pg1315">
                <a:extLst>
                  <a:ext uri="{FF2B5EF4-FFF2-40B4-BE49-F238E27FC236}">
                    <a16:creationId xmlns:a16="http://schemas.microsoft.com/office/drawing/2014/main" id="{215863F0-98CF-5004-3B24-7E66A7593A50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6" name="pg1316">
                <a:extLst>
                  <a:ext uri="{FF2B5EF4-FFF2-40B4-BE49-F238E27FC236}">
                    <a16:creationId xmlns:a16="http://schemas.microsoft.com/office/drawing/2014/main" id="{31A6315D-2179-27E8-F9D2-8D5AFCA65DDA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7" name="pg1317">
                <a:extLst>
                  <a:ext uri="{FF2B5EF4-FFF2-40B4-BE49-F238E27FC236}">
                    <a16:creationId xmlns:a16="http://schemas.microsoft.com/office/drawing/2014/main" id="{EF78F43F-838B-289C-7821-9448959EFE51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8" name="pg1318">
                <a:extLst>
                  <a:ext uri="{FF2B5EF4-FFF2-40B4-BE49-F238E27FC236}">
                    <a16:creationId xmlns:a16="http://schemas.microsoft.com/office/drawing/2014/main" id="{1A36D964-DD76-5D27-3A30-5C161A358EBE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9" name="pg1319">
                <a:extLst>
                  <a:ext uri="{FF2B5EF4-FFF2-40B4-BE49-F238E27FC236}">
                    <a16:creationId xmlns:a16="http://schemas.microsoft.com/office/drawing/2014/main" id="{BE957F09-3A6A-1C9A-3259-90D37F377904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0" name="pg1320">
                <a:extLst>
                  <a:ext uri="{FF2B5EF4-FFF2-40B4-BE49-F238E27FC236}">
                    <a16:creationId xmlns:a16="http://schemas.microsoft.com/office/drawing/2014/main" id="{69B32F37-D720-F205-4B2B-616678FEBBC6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1" name="pg1321">
                <a:extLst>
                  <a:ext uri="{FF2B5EF4-FFF2-40B4-BE49-F238E27FC236}">
                    <a16:creationId xmlns:a16="http://schemas.microsoft.com/office/drawing/2014/main" id="{C185D49B-6CF4-399A-5FAB-6FD3693F7341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2" name="pg1322">
                <a:extLst>
                  <a:ext uri="{FF2B5EF4-FFF2-40B4-BE49-F238E27FC236}">
                    <a16:creationId xmlns:a16="http://schemas.microsoft.com/office/drawing/2014/main" id="{034C19DD-064F-5DC2-F0D7-416FB657C47D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3" name="pg1323">
                <a:extLst>
                  <a:ext uri="{FF2B5EF4-FFF2-40B4-BE49-F238E27FC236}">
                    <a16:creationId xmlns:a16="http://schemas.microsoft.com/office/drawing/2014/main" id="{84255596-D12B-2717-A324-6BBAC152215E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4" name="pg1324">
                <a:extLst>
                  <a:ext uri="{FF2B5EF4-FFF2-40B4-BE49-F238E27FC236}">
                    <a16:creationId xmlns:a16="http://schemas.microsoft.com/office/drawing/2014/main" id="{ED0015A5-9F15-0E75-712A-43D0EA7EA29B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5" name="pg1325">
                <a:extLst>
                  <a:ext uri="{FF2B5EF4-FFF2-40B4-BE49-F238E27FC236}">
                    <a16:creationId xmlns:a16="http://schemas.microsoft.com/office/drawing/2014/main" id="{7539232B-320C-60AF-7FF5-DE0B6FF3F3CF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6" name="pg1326">
                <a:extLst>
                  <a:ext uri="{FF2B5EF4-FFF2-40B4-BE49-F238E27FC236}">
                    <a16:creationId xmlns:a16="http://schemas.microsoft.com/office/drawing/2014/main" id="{42AA7484-FA27-2223-4399-065822D08271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7" name="pg1327">
                <a:extLst>
                  <a:ext uri="{FF2B5EF4-FFF2-40B4-BE49-F238E27FC236}">
                    <a16:creationId xmlns:a16="http://schemas.microsoft.com/office/drawing/2014/main" id="{C97EA742-58AD-FBE8-64E0-1CE8B11A9552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8" name="pg1328">
                <a:extLst>
                  <a:ext uri="{FF2B5EF4-FFF2-40B4-BE49-F238E27FC236}">
                    <a16:creationId xmlns:a16="http://schemas.microsoft.com/office/drawing/2014/main" id="{2BEA5C9B-240A-6842-6D7D-D5FAA8E57F48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9" name="pg1329">
                <a:extLst>
                  <a:ext uri="{FF2B5EF4-FFF2-40B4-BE49-F238E27FC236}">
                    <a16:creationId xmlns:a16="http://schemas.microsoft.com/office/drawing/2014/main" id="{6E7D64FD-FFFC-E9E5-1362-9B73B4571EE2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0" name="pg1330">
                <a:extLst>
                  <a:ext uri="{FF2B5EF4-FFF2-40B4-BE49-F238E27FC236}">
                    <a16:creationId xmlns:a16="http://schemas.microsoft.com/office/drawing/2014/main" id="{16636692-A76F-5B7B-488A-BC42AD93C657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1" name="pg1331">
                <a:extLst>
                  <a:ext uri="{FF2B5EF4-FFF2-40B4-BE49-F238E27FC236}">
                    <a16:creationId xmlns:a16="http://schemas.microsoft.com/office/drawing/2014/main" id="{715C69CC-DC20-C39C-E8BF-B0493EF4B324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2" name="pg1332">
                <a:extLst>
                  <a:ext uri="{FF2B5EF4-FFF2-40B4-BE49-F238E27FC236}">
                    <a16:creationId xmlns:a16="http://schemas.microsoft.com/office/drawing/2014/main" id="{D15EB823-E57E-DE1B-F4BD-1BA5B8C6BD71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3" name="pg1333">
                <a:extLst>
                  <a:ext uri="{FF2B5EF4-FFF2-40B4-BE49-F238E27FC236}">
                    <a16:creationId xmlns:a16="http://schemas.microsoft.com/office/drawing/2014/main" id="{96FEA5B6-0A78-10AD-E123-D5E1D2771521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4" name="pg1334">
                <a:extLst>
                  <a:ext uri="{FF2B5EF4-FFF2-40B4-BE49-F238E27FC236}">
                    <a16:creationId xmlns:a16="http://schemas.microsoft.com/office/drawing/2014/main" id="{6A47C438-36CD-2898-F0C4-5D4072F2E519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5" name="pg1335">
                <a:extLst>
                  <a:ext uri="{FF2B5EF4-FFF2-40B4-BE49-F238E27FC236}">
                    <a16:creationId xmlns:a16="http://schemas.microsoft.com/office/drawing/2014/main" id="{2B166DA8-8258-9148-A1C6-308BA4301A6F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6" name="pg1336">
                <a:extLst>
                  <a:ext uri="{FF2B5EF4-FFF2-40B4-BE49-F238E27FC236}">
                    <a16:creationId xmlns:a16="http://schemas.microsoft.com/office/drawing/2014/main" id="{F8A5745A-B2A8-C25D-8E22-E31D22374B8B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7" name="pg1337">
                <a:extLst>
                  <a:ext uri="{FF2B5EF4-FFF2-40B4-BE49-F238E27FC236}">
                    <a16:creationId xmlns:a16="http://schemas.microsoft.com/office/drawing/2014/main" id="{6A048E2F-707D-2D91-FF47-743039119948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8" name="pg1338">
                <a:extLst>
                  <a:ext uri="{FF2B5EF4-FFF2-40B4-BE49-F238E27FC236}">
                    <a16:creationId xmlns:a16="http://schemas.microsoft.com/office/drawing/2014/main" id="{78B53E12-452D-000C-51F4-16152FF14695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9" name="pg1339">
                <a:extLst>
                  <a:ext uri="{FF2B5EF4-FFF2-40B4-BE49-F238E27FC236}">
                    <a16:creationId xmlns:a16="http://schemas.microsoft.com/office/drawing/2014/main" id="{B03229E4-4507-22D9-D969-3ADA620161F3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0" name="pg1340">
                <a:extLst>
                  <a:ext uri="{FF2B5EF4-FFF2-40B4-BE49-F238E27FC236}">
                    <a16:creationId xmlns:a16="http://schemas.microsoft.com/office/drawing/2014/main" id="{4DF7CED8-4D9C-098E-BFAA-B9BBF0963F68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1" name="pg1341">
                <a:extLst>
                  <a:ext uri="{FF2B5EF4-FFF2-40B4-BE49-F238E27FC236}">
                    <a16:creationId xmlns:a16="http://schemas.microsoft.com/office/drawing/2014/main" id="{F6B130D9-4536-1B4E-8DCA-2327E35796D5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2" name="pg1342">
                <a:extLst>
                  <a:ext uri="{FF2B5EF4-FFF2-40B4-BE49-F238E27FC236}">
                    <a16:creationId xmlns:a16="http://schemas.microsoft.com/office/drawing/2014/main" id="{F9A6734B-E5EA-C834-2BDC-5E1427090F63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3" name="pg1343">
                <a:extLst>
                  <a:ext uri="{FF2B5EF4-FFF2-40B4-BE49-F238E27FC236}">
                    <a16:creationId xmlns:a16="http://schemas.microsoft.com/office/drawing/2014/main" id="{27DB1526-86EE-292E-8E89-53A09880001C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4" name="pg1344">
                <a:extLst>
                  <a:ext uri="{FF2B5EF4-FFF2-40B4-BE49-F238E27FC236}">
                    <a16:creationId xmlns:a16="http://schemas.microsoft.com/office/drawing/2014/main" id="{11BF7327-2635-56D4-58AE-408C648B882E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5" name="pg1345">
                <a:extLst>
                  <a:ext uri="{FF2B5EF4-FFF2-40B4-BE49-F238E27FC236}">
                    <a16:creationId xmlns:a16="http://schemas.microsoft.com/office/drawing/2014/main" id="{726F5A77-2E75-19DB-721B-7C1A3A4C3A4F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6" name="pg1346">
                <a:extLst>
                  <a:ext uri="{FF2B5EF4-FFF2-40B4-BE49-F238E27FC236}">
                    <a16:creationId xmlns:a16="http://schemas.microsoft.com/office/drawing/2014/main" id="{0939AEEA-1936-24B2-49D5-352AE9367D4C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7" name="pg1347">
                <a:extLst>
                  <a:ext uri="{FF2B5EF4-FFF2-40B4-BE49-F238E27FC236}">
                    <a16:creationId xmlns:a16="http://schemas.microsoft.com/office/drawing/2014/main" id="{0FD70688-422D-E1DF-4D30-804D8CC5A954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DC0">
                  <a:alpha val="100000"/>
                </a:srgbClr>
              </a:solidFill>
              <a:ln w="5420" cap="flat">
                <a:solidFill>
                  <a:srgbClr val="92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8" name="pg1348">
                <a:extLst>
                  <a:ext uri="{FF2B5EF4-FFF2-40B4-BE49-F238E27FC236}">
                    <a16:creationId xmlns:a16="http://schemas.microsoft.com/office/drawing/2014/main" id="{EC923D0E-DB95-DB74-0572-01BC65C49B29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9" name="pg1349">
                <a:extLst>
                  <a:ext uri="{FF2B5EF4-FFF2-40B4-BE49-F238E27FC236}">
                    <a16:creationId xmlns:a16="http://schemas.microsoft.com/office/drawing/2014/main" id="{BF32EE15-0B73-E361-991B-0AB982028275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0" name="pg1350">
                <a:extLst>
                  <a:ext uri="{FF2B5EF4-FFF2-40B4-BE49-F238E27FC236}">
                    <a16:creationId xmlns:a16="http://schemas.microsoft.com/office/drawing/2014/main" id="{FBF32383-8832-3FA0-58BF-A51FB6A40914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1" name="pg1351">
                <a:extLst>
                  <a:ext uri="{FF2B5EF4-FFF2-40B4-BE49-F238E27FC236}">
                    <a16:creationId xmlns:a16="http://schemas.microsoft.com/office/drawing/2014/main" id="{F845FD94-DC97-0432-8A6C-75EDFF3999D8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2" name="pg1352">
                <a:extLst>
                  <a:ext uri="{FF2B5EF4-FFF2-40B4-BE49-F238E27FC236}">
                    <a16:creationId xmlns:a16="http://schemas.microsoft.com/office/drawing/2014/main" id="{BDEF4FC3-2024-EF2E-2CFE-DEED9091639A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3" name="pg1353">
                <a:extLst>
                  <a:ext uri="{FF2B5EF4-FFF2-40B4-BE49-F238E27FC236}">
                    <a16:creationId xmlns:a16="http://schemas.microsoft.com/office/drawing/2014/main" id="{6677F8FD-A362-A99D-84FA-2AE1843B917A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4" name="pg1354">
                <a:extLst>
                  <a:ext uri="{FF2B5EF4-FFF2-40B4-BE49-F238E27FC236}">
                    <a16:creationId xmlns:a16="http://schemas.microsoft.com/office/drawing/2014/main" id="{2D2ABBB1-8C47-8079-CDD9-D2404003DBFA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5" name="pg1355">
                <a:extLst>
                  <a:ext uri="{FF2B5EF4-FFF2-40B4-BE49-F238E27FC236}">
                    <a16:creationId xmlns:a16="http://schemas.microsoft.com/office/drawing/2014/main" id="{46E858C1-6094-0A58-62B0-5C84D4043580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6" name="pg1356">
                <a:extLst>
                  <a:ext uri="{FF2B5EF4-FFF2-40B4-BE49-F238E27FC236}">
                    <a16:creationId xmlns:a16="http://schemas.microsoft.com/office/drawing/2014/main" id="{75945258-A1A8-16C5-D1B6-110B87D07D80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7" name="pg1357">
                <a:extLst>
                  <a:ext uri="{FF2B5EF4-FFF2-40B4-BE49-F238E27FC236}">
                    <a16:creationId xmlns:a16="http://schemas.microsoft.com/office/drawing/2014/main" id="{B110394D-760B-B065-AB00-59185265FDB3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8" name="pg1358">
                <a:extLst>
                  <a:ext uri="{FF2B5EF4-FFF2-40B4-BE49-F238E27FC236}">
                    <a16:creationId xmlns:a16="http://schemas.microsoft.com/office/drawing/2014/main" id="{497C577B-46FE-AE60-93C0-B034A026E252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9" name="pg1359">
                <a:extLst>
                  <a:ext uri="{FF2B5EF4-FFF2-40B4-BE49-F238E27FC236}">
                    <a16:creationId xmlns:a16="http://schemas.microsoft.com/office/drawing/2014/main" id="{3232715C-91A9-B7F1-FFA8-384AE0D443AA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0" name="pg1360">
                <a:extLst>
                  <a:ext uri="{FF2B5EF4-FFF2-40B4-BE49-F238E27FC236}">
                    <a16:creationId xmlns:a16="http://schemas.microsoft.com/office/drawing/2014/main" id="{2D58B2C1-B837-807E-F701-F657F21449FE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1" name="pg1361">
                <a:extLst>
                  <a:ext uri="{FF2B5EF4-FFF2-40B4-BE49-F238E27FC236}">
                    <a16:creationId xmlns:a16="http://schemas.microsoft.com/office/drawing/2014/main" id="{88B020A7-0A78-9291-F209-CF0250C612BF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2" name="pg1362">
                <a:extLst>
                  <a:ext uri="{FF2B5EF4-FFF2-40B4-BE49-F238E27FC236}">
                    <a16:creationId xmlns:a16="http://schemas.microsoft.com/office/drawing/2014/main" id="{4DBFF638-C2DD-C495-D2FB-DF5EF0DC0553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3" name="pg1363">
                <a:extLst>
                  <a:ext uri="{FF2B5EF4-FFF2-40B4-BE49-F238E27FC236}">
                    <a16:creationId xmlns:a16="http://schemas.microsoft.com/office/drawing/2014/main" id="{1FEDE2D2-D6A3-ABF7-838D-9D0E6961A95E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4" name="pg1364">
                <a:extLst>
                  <a:ext uri="{FF2B5EF4-FFF2-40B4-BE49-F238E27FC236}">
                    <a16:creationId xmlns:a16="http://schemas.microsoft.com/office/drawing/2014/main" id="{991007AC-95B0-ED1B-E71B-1FECD60690AA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5" name="pg1365">
                <a:extLst>
                  <a:ext uri="{FF2B5EF4-FFF2-40B4-BE49-F238E27FC236}">
                    <a16:creationId xmlns:a16="http://schemas.microsoft.com/office/drawing/2014/main" id="{2428D3D7-238A-6025-1EDA-2F45AAF7D591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6" name="pg1366">
                <a:extLst>
                  <a:ext uri="{FF2B5EF4-FFF2-40B4-BE49-F238E27FC236}">
                    <a16:creationId xmlns:a16="http://schemas.microsoft.com/office/drawing/2014/main" id="{08FBA1B8-D279-34F0-FAD7-464E00F74257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7" name="pg1367">
                <a:extLst>
                  <a:ext uri="{FF2B5EF4-FFF2-40B4-BE49-F238E27FC236}">
                    <a16:creationId xmlns:a16="http://schemas.microsoft.com/office/drawing/2014/main" id="{BB669365-CE2E-0B3C-2963-CFCB75BDD60E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8" name="pg1368">
                <a:extLst>
                  <a:ext uri="{FF2B5EF4-FFF2-40B4-BE49-F238E27FC236}">
                    <a16:creationId xmlns:a16="http://schemas.microsoft.com/office/drawing/2014/main" id="{706D861C-789D-1845-1BA7-80FB3870F657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9" name="pg1369">
                <a:extLst>
                  <a:ext uri="{FF2B5EF4-FFF2-40B4-BE49-F238E27FC236}">
                    <a16:creationId xmlns:a16="http://schemas.microsoft.com/office/drawing/2014/main" id="{4EC38B46-D6F8-7C9C-5679-6328E91CF438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0" name="pg1370">
                <a:extLst>
                  <a:ext uri="{FF2B5EF4-FFF2-40B4-BE49-F238E27FC236}">
                    <a16:creationId xmlns:a16="http://schemas.microsoft.com/office/drawing/2014/main" id="{E356B081-7CEA-DAEC-5AA7-647F81DD339F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1" name="pg1371">
                <a:extLst>
                  <a:ext uri="{FF2B5EF4-FFF2-40B4-BE49-F238E27FC236}">
                    <a16:creationId xmlns:a16="http://schemas.microsoft.com/office/drawing/2014/main" id="{FD3C9BD8-69EF-A2D0-D559-C605659FC2EF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2" name="pg1372">
                <a:extLst>
                  <a:ext uri="{FF2B5EF4-FFF2-40B4-BE49-F238E27FC236}">
                    <a16:creationId xmlns:a16="http://schemas.microsoft.com/office/drawing/2014/main" id="{CB91EE30-9892-FC96-050B-EEB1C70195A6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3" name="pg1373">
                <a:extLst>
                  <a:ext uri="{FF2B5EF4-FFF2-40B4-BE49-F238E27FC236}">
                    <a16:creationId xmlns:a16="http://schemas.microsoft.com/office/drawing/2014/main" id="{50F051A4-5582-8F0D-E9B4-D86B890E149A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4" name="pg1374">
                <a:extLst>
                  <a:ext uri="{FF2B5EF4-FFF2-40B4-BE49-F238E27FC236}">
                    <a16:creationId xmlns:a16="http://schemas.microsoft.com/office/drawing/2014/main" id="{434ED7AD-161A-B72E-135B-73B456FD6EAB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5" name="pg1375">
                <a:extLst>
                  <a:ext uri="{FF2B5EF4-FFF2-40B4-BE49-F238E27FC236}">
                    <a16:creationId xmlns:a16="http://schemas.microsoft.com/office/drawing/2014/main" id="{DCA8273D-AB90-0D6C-5B4B-D88101DBE05D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6" name="pg1376">
                <a:extLst>
                  <a:ext uri="{FF2B5EF4-FFF2-40B4-BE49-F238E27FC236}">
                    <a16:creationId xmlns:a16="http://schemas.microsoft.com/office/drawing/2014/main" id="{48B54B69-7137-4C69-FCD5-DB774771B34D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7" name="pg1377">
                <a:extLst>
                  <a:ext uri="{FF2B5EF4-FFF2-40B4-BE49-F238E27FC236}">
                    <a16:creationId xmlns:a16="http://schemas.microsoft.com/office/drawing/2014/main" id="{1930722C-85F7-7A3C-9CE0-8E94E0ECD411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8" name="pg1378">
                <a:extLst>
                  <a:ext uri="{FF2B5EF4-FFF2-40B4-BE49-F238E27FC236}">
                    <a16:creationId xmlns:a16="http://schemas.microsoft.com/office/drawing/2014/main" id="{3E0A8E1F-6181-802C-1B67-3E9182043C6E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9" name="pg1379">
                <a:extLst>
                  <a:ext uri="{FF2B5EF4-FFF2-40B4-BE49-F238E27FC236}">
                    <a16:creationId xmlns:a16="http://schemas.microsoft.com/office/drawing/2014/main" id="{7C4C5D9C-FB9F-D7C7-8109-1A64DEC8C41A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0" name="pg1380">
                <a:extLst>
                  <a:ext uri="{FF2B5EF4-FFF2-40B4-BE49-F238E27FC236}">
                    <a16:creationId xmlns:a16="http://schemas.microsoft.com/office/drawing/2014/main" id="{E97B2637-B0A2-9870-F67E-4C847CF43753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1" name="pg1381">
                <a:extLst>
                  <a:ext uri="{FF2B5EF4-FFF2-40B4-BE49-F238E27FC236}">
                    <a16:creationId xmlns:a16="http://schemas.microsoft.com/office/drawing/2014/main" id="{4A204357-CCF4-F34C-9E8B-BCEA31A0FFD1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2" name="pg1382">
                <a:extLst>
                  <a:ext uri="{FF2B5EF4-FFF2-40B4-BE49-F238E27FC236}">
                    <a16:creationId xmlns:a16="http://schemas.microsoft.com/office/drawing/2014/main" id="{05D97B41-5558-4971-F5C1-D8B21B18D377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3" name="pg1383">
                <a:extLst>
                  <a:ext uri="{FF2B5EF4-FFF2-40B4-BE49-F238E27FC236}">
                    <a16:creationId xmlns:a16="http://schemas.microsoft.com/office/drawing/2014/main" id="{BD8BEFBB-D87A-2CC4-69F1-0CE3FBF92407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4" name="pg1384">
                <a:extLst>
                  <a:ext uri="{FF2B5EF4-FFF2-40B4-BE49-F238E27FC236}">
                    <a16:creationId xmlns:a16="http://schemas.microsoft.com/office/drawing/2014/main" id="{BA747D59-4760-FF6F-0507-C64B845BD6F0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5" name="pg1385">
                <a:extLst>
                  <a:ext uri="{FF2B5EF4-FFF2-40B4-BE49-F238E27FC236}">
                    <a16:creationId xmlns:a16="http://schemas.microsoft.com/office/drawing/2014/main" id="{789172F4-B929-425C-A630-972E9D149403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6" name="pg1386">
                <a:extLst>
                  <a:ext uri="{FF2B5EF4-FFF2-40B4-BE49-F238E27FC236}">
                    <a16:creationId xmlns:a16="http://schemas.microsoft.com/office/drawing/2014/main" id="{2BDB9891-C383-7D8F-0DF3-11E9A480D246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7" name="pg1387">
                <a:extLst>
                  <a:ext uri="{FF2B5EF4-FFF2-40B4-BE49-F238E27FC236}">
                    <a16:creationId xmlns:a16="http://schemas.microsoft.com/office/drawing/2014/main" id="{5C11420B-9D7B-BEFA-C37B-770FF552A02A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8" name="pg1388">
                <a:extLst>
                  <a:ext uri="{FF2B5EF4-FFF2-40B4-BE49-F238E27FC236}">
                    <a16:creationId xmlns:a16="http://schemas.microsoft.com/office/drawing/2014/main" id="{D9767EFD-448C-4DFC-7912-F8B8086DF42D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9" name="pg1389">
                <a:extLst>
                  <a:ext uri="{FF2B5EF4-FFF2-40B4-BE49-F238E27FC236}">
                    <a16:creationId xmlns:a16="http://schemas.microsoft.com/office/drawing/2014/main" id="{AEBD44DF-0197-34F0-C324-E9B1AEEA66D0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0" name="pg1390">
                <a:extLst>
                  <a:ext uri="{FF2B5EF4-FFF2-40B4-BE49-F238E27FC236}">
                    <a16:creationId xmlns:a16="http://schemas.microsoft.com/office/drawing/2014/main" id="{DB0D9093-AA44-F0F6-1FD3-380732F27CBE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1" name="pg1391">
                <a:extLst>
                  <a:ext uri="{FF2B5EF4-FFF2-40B4-BE49-F238E27FC236}">
                    <a16:creationId xmlns:a16="http://schemas.microsoft.com/office/drawing/2014/main" id="{D5472440-EAA5-132E-71CC-F67DD60FE875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2" name="pg1392">
                <a:extLst>
                  <a:ext uri="{FF2B5EF4-FFF2-40B4-BE49-F238E27FC236}">
                    <a16:creationId xmlns:a16="http://schemas.microsoft.com/office/drawing/2014/main" id="{3094A702-A747-9E63-B7BE-2C951C1AB6E7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3" name="pg1393">
                <a:extLst>
                  <a:ext uri="{FF2B5EF4-FFF2-40B4-BE49-F238E27FC236}">
                    <a16:creationId xmlns:a16="http://schemas.microsoft.com/office/drawing/2014/main" id="{9A879676-7315-D619-E152-5118DB50C0F8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4" name="pg1394">
                <a:extLst>
                  <a:ext uri="{FF2B5EF4-FFF2-40B4-BE49-F238E27FC236}">
                    <a16:creationId xmlns:a16="http://schemas.microsoft.com/office/drawing/2014/main" id="{723D16BE-7711-E1A0-4340-E0F805AC0AD5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5" name="pg1395">
                <a:extLst>
                  <a:ext uri="{FF2B5EF4-FFF2-40B4-BE49-F238E27FC236}">
                    <a16:creationId xmlns:a16="http://schemas.microsoft.com/office/drawing/2014/main" id="{6EB21559-C92B-2C06-6795-CBF97DEB0BD3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6" name="pg1396">
                <a:extLst>
                  <a:ext uri="{FF2B5EF4-FFF2-40B4-BE49-F238E27FC236}">
                    <a16:creationId xmlns:a16="http://schemas.microsoft.com/office/drawing/2014/main" id="{260FB7E2-768D-9AD4-02DA-D499E2E2CADB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7" name="pg1397">
                <a:extLst>
                  <a:ext uri="{FF2B5EF4-FFF2-40B4-BE49-F238E27FC236}">
                    <a16:creationId xmlns:a16="http://schemas.microsoft.com/office/drawing/2014/main" id="{BAC5D0E9-D9D2-5936-032E-0D186F22C940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8" name="pg1398">
                <a:extLst>
                  <a:ext uri="{FF2B5EF4-FFF2-40B4-BE49-F238E27FC236}">
                    <a16:creationId xmlns:a16="http://schemas.microsoft.com/office/drawing/2014/main" id="{EC46DD87-01B3-CF99-A726-F9EE07A608D2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9" name="pg1399">
                <a:extLst>
                  <a:ext uri="{FF2B5EF4-FFF2-40B4-BE49-F238E27FC236}">
                    <a16:creationId xmlns:a16="http://schemas.microsoft.com/office/drawing/2014/main" id="{32C4CCA1-6B5D-2C7C-AD98-E5AF56048008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0" name="pg1400">
                <a:extLst>
                  <a:ext uri="{FF2B5EF4-FFF2-40B4-BE49-F238E27FC236}">
                    <a16:creationId xmlns:a16="http://schemas.microsoft.com/office/drawing/2014/main" id="{01FDE431-ADD7-1280-2D2B-A6E002E7AD1B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1" name="pg1401">
                <a:extLst>
                  <a:ext uri="{FF2B5EF4-FFF2-40B4-BE49-F238E27FC236}">
                    <a16:creationId xmlns:a16="http://schemas.microsoft.com/office/drawing/2014/main" id="{673653F6-5304-3D80-81E8-B19050739B75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2" name="pg1402">
                <a:extLst>
                  <a:ext uri="{FF2B5EF4-FFF2-40B4-BE49-F238E27FC236}">
                    <a16:creationId xmlns:a16="http://schemas.microsoft.com/office/drawing/2014/main" id="{A36670CF-D1EC-F88F-017B-105C1ED3169A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3" name="pg1403">
                <a:extLst>
                  <a:ext uri="{FF2B5EF4-FFF2-40B4-BE49-F238E27FC236}">
                    <a16:creationId xmlns:a16="http://schemas.microsoft.com/office/drawing/2014/main" id="{73333537-3211-1EB1-9A06-5FC70FE4D788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4" name="pg1404">
                <a:extLst>
                  <a:ext uri="{FF2B5EF4-FFF2-40B4-BE49-F238E27FC236}">
                    <a16:creationId xmlns:a16="http://schemas.microsoft.com/office/drawing/2014/main" id="{B70C47C5-606A-816B-8F16-369CBE9A7B9E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5" name="pg1405">
                <a:extLst>
                  <a:ext uri="{FF2B5EF4-FFF2-40B4-BE49-F238E27FC236}">
                    <a16:creationId xmlns:a16="http://schemas.microsoft.com/office/drawing/2014/main" id="{57775880-3978-E1CA-232B-477AA096D066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6" name="pg1406">
                <a:extLst>
                  <a:ext uri="{FF2B5EF4-FFF2-40B4-BE49-F238E27FC236}">
                    <a16:creationId xmlns:a16="http://schemas.microsoft.com/office/drawing/2014/main" id="{8777ABA8-4F03-24CD-0FB0-7EDF014FF039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7" name="pg1407">
                <a:extLst>
                  <a:ext uri="{FF2B5EF4-FFF2-40B4-BE49-F238E27FC236}">
                    <a16:creationId xmlns:a16="http://schemas.microsoft.com/office/drawing/2014/main" id="{411AB64B-21ED-8D39-33B4-52471EE80194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8" name="pg1408">
                <a:extLst>
                  <a:ext uri="{FF2B5EF4-FFF2-40B4-BE49-F238E27FC236}">
                    <a16:creationId xmlns:a16="http://schemas.microsoft.com/office/drawing/2014/main" id="{81859BF0-93B8-04B6-F5C9-FFCFBF14DDC6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9" name="pg1409">
                <a:extLst>
                  <a:ext uri="{FF2B5EF4-FFF2-40B4-BE49-F238E27FC236}">
                    <a16:creationId xmlns:a16="http://schemas.microsoft.com/office/drawing/2014/main" id="{5AC95249-C83B-8A6B-B084-DBBF78DA15E6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0" name="pg1410">
                <a:extLst>
                  <a:ext uri="{FF2B5EF4-FFF2-40B4-BE49-F238E27FC236}">
                    <a16:creationId xmlns:a16="http://schemas.microsoft.com/office/drawing/2014/main" id="{4F6653C3-8E5E-FA4D-1475-A88C4129F3CE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1" name="pg1411">
                <a:extLst>
                  <a:ext uri="{FF2B5EF4-FFF2-40B4-BE49-F238E27FC236}">
                    <a16:creationId xmlns:a16="http://schemas.microsoft.com/office/drawing/2014/main" id="{5FC103F5-3A41-5B58-6ADA-05A3A577BC33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2" name="pg1412">
                <a:extLst>
                  <a:ext uri="{FF2B5EF4-FFF2-40B4-BE49-F238E27FC236}">
                    <a16:creationId xmlns:a16="http://schemas.microsoft.com/office/drawing/2014/main" id="{34090F25-2383-5827-4B87-744A37C3564F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3" name="pg1413">
                <a:extLst>
                  <a:ext uri="{FF2B5EF4-FFF2-40B4-BE49-F238E27FC236}">
                    <a16:creationId xmlns:a16="http://schemas.microsoft.com/office/drawing/2014/main" id="{EC1FBCB6-44D7-C201-CBF0-8AFA8E4D7A38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4" name="pg1414">
                <a:extLst>
                  <a:ext uri="{FF2B5EF4-FFF2-40B4-BE49-F238E27FC236}">
                    <a16:creationId xmlns:a16="http://schemas.microsoft.com/office/drawing/2014/main" id="{2B0895A8-28D6-DF01-7005-670A11A3C348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5" name="pg1415">
                <a:extLst>
                  <a:ext uri="{FF2B5EF4-FFF2-40B4-BE49-F238E27FC236}">
                    <a16:creationId xmlns:a16="http://schemas.microsoft.com/office/drawing/2014/main" id="{A41673AA-1235-E97E-C141-F8F47BFDF8F1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C6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6" name="pg1416">
                <a:extLst>
                  <a:ext uri="{FF2B5EF4-FFF2-40B4-BE49-F238E27FC236}">
                    <a16:creationId xmlns:a16="http://schemas.microsoft.com/office/drawing/2014/main" id="{CCBEB9A4-C953-F3D2-11DE-336CA376C4FF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7" name="pg1417">
                <a:extLst>
                  <a:ext uri="{FF2B5EF4-FFF2-40B4-BE49-F238E27FC236}">
                    <a16:creationId xmlns:a16="http://schemas.microsoft.com/office/drawing/2014/main" id="{B4DCF53C-EB93-CE2C-E1FA-368872D247C5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8" name="pg1418">
                <a:extLst>
                  <a:ext uri="{FF2B5EF4-FFF2-40B4-BE49-F238E27FC236}">
                    <a16:creationId xmlns:a16="http://schemas.microsoft.com/office/drawing/2014/main" id="{C69D57F9-AFC0-8827-2A60-CD2073489DDA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9" name="pg1419">
                <a:extLst>
                  <a:ext uri="{FF2B5EF4-FFF2-40B4-BE49-F238E27FC236}">
                    <a16:creationId xmlns:a16="http://schemas.microsoft.com/office/drawing/2014/main" id="{44297002-F1BD-3369-6E45-F9D1586D5B50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0" name="pg1420">
                <a:extLst>
                  <a:ext uri="{FF2B5EF4-FFF2-40B4-BE49-F238E27FC236}">
                    <a16:creationId xmlns:a16="http://schemas.microsoft.com/office/drawing/2014/main" id="{3C0BF40E-6700-E31F-10E7-70A3DA2F06CC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1" name="pg1421">
                <a:extLst>
                  <a:ext uri="{FF2B5EF4-FFF2-40B4-BE49-F238E27FC236}">
                    <a16:creationId xmlns:a16="http://schemas.microsoft.com/office/drawing/2014/main" id="{E69EA1C5-98EA-4E83-048E-06A0831F2DF0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2" name="pg1422">
                <a:extLst>
                  <a:ext uri="{FF2B5EF4-FFF2-40B4-BE49-F238E27FC236}">
                    <a16:creationId xmlns:a16="http://schemas.microsoft.com/office/drawing/2014/main" id="{FB740DB5-E782-1B8F-8A81-3C68BCDC8DB1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3" name="pg1423">
                <a:extLst>
                  <a:ext uri="{FF2B5EF4-FFF2-40B4-BE49-F238E27FC236}">
                    <a16:creationId xmlns:a16="http://schemas.microsoft.com/office/drawing/2014/main" id="{49378920-70D6-8A8B-3D3F-B9E8C57415DD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4" name="pg1424">
                <a:extLst>
                  <a:ext uri="{FF2B5EF4-FFF2-40B4-BE49-F238E27FC236}">
                    <a16:creationId xmlns:a16="http://schemas.microsoft.com/office/drawing/2014/main" id="{7CC6BE5F-C946-B45C-25B7-DDD65F12FD4A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5" name="pg1425">
                <a:extLst>
                  <a:ext uri="{FF2B5EF4-FFF2-40B4-BE49-F238E27FC236}">
                    <a16:creationId xmlns:a16="http://schemas.microsoft.com/office/drawing/2014/main" id="{1B9A4586-E6F9-3007-B00F-4191E8D2EC85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6" name="pg1426">
                <a:extLst>
                  <a:ext uri="{FF2B5EF4-FFF2-40B4-BE49-F238E27FC236}">
                    <a16:creationId xmlns:a16="http://schemas.microsoft.com/office/drawing/2014/main" id="{6BC789A6-4179-D675-F5D5-AF52B8DCA141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7" name="pg1427">
                <a:extLst>
                  <a:ext uri="{FF2B5EF4-FFF2-40B4-BE49-F238E27FC236}">
                    <a16:creationId xmlns:a16="http://schemas.microsoft.com/office/drawing/2014/main" id="{19942AA4-CC58-8354-C538-39F2B904B4CC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8" name="pg1428">
                <a:extLst>
                  <a:ext uri="{FF2B5EF4-FFF2-40B4-BE49-F238E27FC236}">
                    <a16:creationId xmlns:a16="http://schemas.microsoft.com/office/drawing/2014/main" id="{1E4E8E1B-982F-FD3E-A556-0B235EE76FD2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9" name="pg1429">
                <a:extLst>
                  <a:ext uri="{FF2B5EF4-FFF2-40B4-BE49-F238E27FC236}">
                    <a16:creationId xmlns:a16="http://schemas.microsoft.com/office/drawing/2014/main" id="{122F2776-5A85-2767-BCF9-5A63DCD5FC53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0" name="pg1430">
                <a:extLst>
                  <a:ext uri="{FF2B5EF4-FFF2-40B4-BE49-F238E27FC236}">
                    <a16:creationId xmlns:a16="http://schemas.microsoft.com/office/drawing/2014/main" id="{A3BD23AD-6D63-A541-4009-239951A7B78F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1" name="pg1431">
                <a:extLst>
                  <a:ext uri="{FF2B5EF4-FFF2-40B4-BE49-F238E27FC236}">
                    <a16:creationId xmlns:a16="http://schemas.microsoft.com/office/drawing/2014/main" id="{D825087A-5F33-02BF-92F6-20CB14BB96D1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2" name="pg1432">
                <a:extLst>
                  <a:ext uri="{FF2B5EF4-FFF2-40B4-BE49-F238E27FC236}">
                    <a16:creationId xmlns:a16="http://schemas.microsoft.com/office/drawing/2014/main" id="{2202D10E-3B27-BE6C-01E5-178721F1D8DF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3" name="pg1433">
                <a:extLst>
                  <a:ext uri="{FF2B5EF4-FFF2-40B4-BE49-F238E27FC236}">
                    <a16:creationId xmlns:a16="http://schemas.microsoft.com/office/drawing/2014/main" id="{1C387363-95FA-FB10-5081-31904894E230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4" name="pg1434">
                <a:extLst>
                  <a:ext uri="{FF2B5EF4-FFF2-40B4-BE49-F238E27FC236}">
                    <a16:creationId xmlns:a16="http://schemas.microsoft.com/office/drawing/2014/main" id="{0B260BDA-DB17-0A07-B297-676D63F55751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5" name="pg1435">
                <a:extLst>
                  <a:ext uri="{FF2B5EF4-FFF2-40B4-BE49-F238E27FC236}">
                    <a16:creationId xmlns:a16="http://schemas.microsoft.com/office/drawing/2014/main" id="{3E4DED02-6774-DCA7-DBCF-5D361516CB0F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6" name="pg1436">
                <a:extLst>
                  <a:ext uri="{FF2B5EF4-FFF2-40B4-BE49-F238E27FC236}">
                    <a16:creationId xmlns:a16="http://schemas.microsoft.com/office/drawing/2014/main" id="{364B030F-B9B1-9CD1-5BF3-EC6C81AC6764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7" name="pg1437">
                <a:extLst>
                  <a:ext uri="{FF2B5EF4-FFF2-40B4-BE49-F238E27FC236}">
                    <a16:creationId xmlns:a16="http://schemas.microsoft.com/office/drawing/2014/main" id="{43B3BDFE-958B-B9AC-9FA5-DD03A44A4364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8" name="pg1438">
                <a:extLst>
                  <a:ext uri="{FF2B5EF4-FFF2-40B4-BE49-F238E27FC236}">
                    <a16:creationId xmlns:a16="http://schemas.microsoft.com/office/drawing/2014/main" id="{2C0D9A4C-B3C6-C0EB-A6BD-7DD0333C8DF8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C7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9" name="pg1439">
                <a:extLst>
                  <a:ext uri="{FF2B5EF4-FFF2-40B4-BE49-F238E27FC236}">
                    <a16:creationId xmlns:a16="http://schemas.microsoft.com/office/drawing/2014/main" id="{A238FD76-15BE-3992-EE48-8FDFAD071194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0" name="pg1440">
                <a:extLst>
                  <a:ext uri="{FF2B5EF4-FFF2-40B4-BE49-F238E27FC236}">
                    <a16:creationId xmlns:a16="http://schemas.microsoft.com/office/drawing/2014/main" id="{7C8BBF8D-EE7C-66FB-0C8F-76D5ACF7A77F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1" name="pg1441">
                <a:extLst>
                  <a:ext uri="{FF2B5EF4-FFF2-40B4-BE49-F238E27FC236}">
                    <a16:creationId xmlns:a16="http://schemas.microsoft.com/office/drawing/2014/main" id="{5A5EF754-D623-805A-9093-8B0B14EC1C76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2" name="pg1442">
                <a:extLst>
                  <a:ext uri="{FF2B5EF4-FFF2-40B4-BE49-F238E27FC236}">
                    <a16:creationId xmlns:a16="http://schemas.microsoft.com/office/drawing/2014/main" id="{45B334B9-F2D0-620F-805C-80954299D930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3" name="pg1443">
                <a:extLst>
                  <a:ext uri="{FF2B5EF4-FFF2-40B4-BE49-F238E27FC236}">
                    <a16:creationId xmlns:a16="http://schemas.microsoft.com/office/drawing/2014/main" id="{D9801330-6149-D80F-1472-CCEDAE901B87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4" name="pg1444">
                <a:extLst>
                  <a:ext uri="{FF2B5EF4-FFF2-40B4-BE49-F238E27FC236}">
                    <a16:creationId xmlns:a16="http://schemas.microsoft.com/office/drawing/2014/main" id="{7DAEC494-3B8A-1A7B-98BF-BE99CEA2B8DE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5" name="pg1445">
                <a:extLst>
                  <a:ext uri="{FF2B5EF4-FFF2-40B4-BE49-F238E27FC236}">
                    <a16:creationId xmlns:a16="http://schemas.microsoft.com/office/drawing/2014/main" id="{5BE402EF-CEFF-6184-92A4-35405E5153F0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6" name="pg1446">
                <a:extLst>
                  <a:ext uri="{FF2B5EF4-FFF2-40B4-BE49-F238E27FC236}">
                    <a16:creationId xmlns:a16="http://schemas.microsoft.com/office/drawing/2014/main" id="{A9854039-3947-1269-55E0-ABAB869086B1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7" name="pg1447">
                <a:extLst>
                  <a:ext uri="{FF2B5EF4-FFF2-40B4-BE49-F238E27FC236}">
                    <a16:creationId xmlns:a16="http://schemas.microsoft.com/office/drawing/2014/main" id="{8E0C1795-3BA3-1087-AA37-B12A523543D0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8" name="pg1448">
                <a:extLst>
                  <a:ext uri="{FF2B5EF4-FFF2-40B4-BE49-F238E27FC236}">
                    <a16:creationId xmlns:a16="http://schemas.microsoft.com/office/drawing/2014/main" id="{51CF0FE5-C817-B890-FBA7-63A694F79E49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9" name="pg1449">
                <a:extLst>
                  <a:ext uri="{FF2B5EF4-FFF2-40B4-BE49-F238E27FC236}">
                    <a16:creationId xmlns:a16="http://schemas.microsoft.com/office/drawing/2014/main" id="{EA3F64FC-8D4A-D117-48B6-07AC430ED3ED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0" name="pg1450">
                <a:extLst>
                  <a:ext uri="{FF2B5EF4-FFF2-40B4-BE49-F238E27FC236}">
                    <a16:creationId xmlns:a16="http://schemas.microsoft.com/office/drawing/2014/main" id="{092DD649-79D9-0551-F099-93FD4AF13D2A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1" name="pg1451">
                <a:extLst>
                  <a:ext uri="{FF2B5EF4-FFF2-40B4-BE49-F238E27FC236}">
                    <a16:creationId xmlns:a16="http://schemas.microsoft.com/office/drawing/2014/main" id="{9610731D-8732-5591-1F66-F76E88C5FAC2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2" name="pg1452">
                <a:extLst>
                  <a:ext uri="{FF2B5EF4-FFF2-40B4-BE49-F238E27FC236}">
                    <a16:creationId xmlns:a16="http://schemas.microsoft.com/office/drawing/2014/main" id="{10AEE5BB-E66B-E55A-8EBF-352544CBD2C9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3" name="pg1453">
                <a:extLst>
                  <a:ext uri="{FF2B5EF4-FFF2-40B4-BE49-F238E27FC236}">
                    <a16:creationId xmlns:a16="http://schemas.microsoft.com/office/drawing/2014/main" id="{566CB02B-0336-423C-D46D-7F8EDD8CE922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4" name="pg1454">
                <a:extLst>
                  <a:ext uri="{FF2B5EF4-FFF2-40B4-BE49-F238E27FC236}">
                    <a16:creationId xmlns:a16="http://schemas.microsoft.com/office/drawing/2014/main" id="{AFFD2EFD-9841-8DE3-988D-76A6C86D3152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5" name="pg1455">
                <a:extLst>
                  <a:ext uri="{FF2B5EF4-FFF2-40B4-BE49-F238E27FC236}">
                    <a16:creationId xmlns:a16="http://schemas.microsoft.com/office/drawing/2014/main" id="{1D93C982-BC32-808E-2143-743F381484F5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6" name="pg1456">
                <a:extLst>
                  <a:ext uri="{FF2B5EF4-FFF2-40B4-BE49-F238E27FC236}">
                    <a16:creationId xmlns:a16="http://schemas.microsoft.com/office/drawing/2014/main" id="{94F98F82-4D51-BA0C-EA3B-332560398A81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7" name="pg1457">
                <a:extLst>
                  <a:ext uri="{FF2B5EF4-FFF2-40B4-BE49-F238E27FC236}">
                    <a16:creationId xmlns:a16="http://schemas.microsoft.com/office/drawing/2014/main" id="{3F083F9D-65A0-96FE-948D-C3A207510310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8" name="pg1458">
                <a:extLst>
                  <a:ext uri="{FF2B5EF4-FFF2-40B4-BE49-F238E27FC236}">
                    <a16:creationId xmlns:a16="http://schemas.microsoft.com/office/drawing/2014/main" id="{43430FAB-0568-3236-2FBD-3DD8D4C6F8F2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9" name="pg1459">
                <a:extLst>
                  <a:ext uri="{FF2B5EF4-FFF2-40B4-BE49-F238E27FC236}">
                    <a16:creationId xmlns:a16="http://schemas.microsoft.com/office/drawing/2014/main" id="{CBC7F6C3-608D-C20A-553C-D3550322AAD3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0" name="pg1460">
                <a:extLst>
                  <a:ext uri="{FF2B5EF4-FFF2-40B4-BE49-F238E27FC236}">
                    <a16:creationId xmlns:a16="http://schemas.microsoft.com/office/drawing/2014/main" id="{0D53458C-1B46-1CDD-8404-9D47A78A20BC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1" name="pg1461">
                <a:extLst>
                  <a:ext uri="{FF2B5EF4-FFF2-40B4-BE49-F238E27FC236}">
                    <a16:creationId xmlns:a16="http://schemas.microsoft.com/office/drawing/2014/main" id="{56DFF80B-7B12-F459-1FB0-859D1A731A95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2" name="pg1462">
                <a:extLst>
                  <a:ext uri="{FF2B5EF4-FFF2-40B4-BE49-F238E27FC236}">
                    <a16:creationId xmlns:a16="http://schemas.microsoft.com/office/drawing/2014/main" id="{6E41D454-937A-8E16-7402-A57BA977CF52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3" name="pg1463">
                <a:extLst>
                  <a:ext uri="{FF2B5EF4-FFF2-40B4-BE49-F238E27FC236}">
                    <a16:creationId xmlns:a16="http://schemas.microsoft.com/office/drawing/2014/main" id="{AD5CF10C-474E-E49D-2B47-0D576F532F79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4" name="pg1464">
                <a:extLst>
                  <a:ext uri="{FF2B5EF4-FFF2-40B4-BE49-F238E27FC236}">
                    <a16:creationId xmlns:a16="http://schemas.microsoft.com/office/drawing/2014/main" id="{12FE3C20-7281-15BF-BCA6-752491DA2332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5" name="pg1465">
                <a:extLst>
                  <a:ext uri="{FF2B5EF4-FFF2-40B4-BE49-F238E27FC236}">
                    <a16:creationId xmlns:a16="http://schemas.microsoft.com/office/drawing/2014/main" id="{CC844F37-A87D-3F46-3E51-7259ED6403F0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6" name="pg1466">
                <a:extLst>
                  <a:ext uri="{FF2B5EF4-FFF2-40B4-BE49-F238E27FC236}">
                    <a16:creationId xmlns:a16="http://schemas.microsoft.com/office/drawing/2014/main" id="{AA21978C-C76E-03C5-0875-B19A015DD516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7" name="pg1467">
                <a:extLst>
                  <a:ext uri="{FF2B5EF4-FFF2-40B4-BE49-F238E27FC236}">
                    <a16:creationId xmlns:a16="http://schemas.microsoft.com/office/drawing/2014/main" id="{AFA68A87-9D19-AC54-DF54-334D8C4D20D8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8" name="pg1468">
                <a:extLst>
                  <a:ext uri="{FF2B5EF4-FFF2-40B4-BE49-F238E27FC236}">
                    <a16:creationId xmlns:a16="http://schemas.microsoft.com/office/drawing/2014/main" id="{21D932D6-5FBE-7750-00CF-684D9EBDE31D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9" name="pg1469">
                <a:extLst>
                  <a:ext uri="{FF2B5EF4-FFF2-40B4-BE49-F238E27FC236}">
                    <a16:creationId xmlns:a16="http://schemas.microsoft.com/office/drawing/2014/main" id="{63BF2DE9-3860-6450-54D3-89612F339E27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0" name="pg1470">
                <a:extLst>
                  <a:ext uri="{FF2B5EF4-FFF2-40B4-BE49-F238E27FC236}">
                    <a16:creationId xmlns:a16="http://schemas.microsoft.com/office/drawing/2014/main" id="{5A5CB8B3-B766-8793-44C6-9AA3DAA78691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1" name="pg1471">
                <a:extLst>
                  <a:ext uri="{FF2B5EF4-FFF2-40B4-BE49-F238E27FC236}">
                    <a16:creationId xmlns:a16="http://schemas.microsoft.com/office/drawing/2014/main" id="{5CCED624-7F96-42FC-E696-47D134DF37B7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2" name="pg1472">
                <a:extLst>
                  <a:ext uri="{FF2B5EF4-FFF2-40B4-BE49-F238E27FC236}">
                    <a16:creationId xmlns:a16="http://schemas.microsoft.com/office/drawing/2014/main" id="{164AD209-FFCF-B101-F795-1C3AAE35C7D6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3" name="pg1473">
                <a:extLst>
                  <a:ext uri="{FF2B5EF4-FFF2-40B4-BE49-F238E27FC236}">
                    <a16:creationId xmlns:a16="http://schemas.microsoft.com/office/drawing/2014/main" id="{BA11CCFB-0476-84E9-1339-6190A7E7DB5A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4" name="pg1474">
                <a:extLst>
                  <a:ext uri="{FF2B5EF4-FFF2-40B4-BE49-F238E27FC236}">
                    <a16:creationId xmlns:a16="http://schemas.microsoft.com/office/drawing/2014/main" id="{6CAA0A31-8E08-6892-EE26-EF4CE4FFE227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5" name="pg1475">
                <a:extLst>
                  <a:ext uri="{FF2B5EF4-FFF2-40B4-BE49-F238E27FC236}">
                    <a16:creationId xmlns:a16="http://schemas.microsoft.com/office/drawing/2014/main" id="{6A6F15AE-E998-1252-62B2-4066D72E3B19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6" name="pg1476">
                <a:extLst>
                  <a:ext uri="{FF2B5EF4-FFF2-40B4-BE49-F238E27FC236}">
                    <a16:creationId xmlns:a16="http://schemas.microsoft.com/office/drawing/2014/main" id="{A60AD34F-CF96-5349-D97D-2CE6FC8708B0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7" name="pg1477">
                <a:extLst>
                  <a:ext uri="{FF2B5EF4-FFF2-40B4-BE49-F238E27FC236}">
                    <a16:creationId xmlns:a16="http://schemas.microsoft.com/office/drawing/2014/main" id="{779CE1B2-F264-6F87-C0B0-11AE65A19956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8" name="pg1478">
                <a:extLst>
                  <a:ext uri="{FF2B5EF4-FFF2-40B4-BE49-F238E27FC236}">
                    <a16:creationId xmlns:a16="http://schemas.microsoft.com/office/drawing/2014/main" id="{2AF1F064-1C9D-9D9C-0FC7-9F4227999EE1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9" name="pg1479">
                <a:extLst>
                  <a:ext uri="{FF2B5EF4-FFF2-40B4-BE49-F238E27FC236}">
                    <a16:creationId xmlns:a16="http://schemas.microsoft.com/office/drawing/2014/main" id="{4B31D104-3117-4A52-99C0-9924A5591284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0" name="pg1480">
                <a:extLst>
                  <a:ext uri="{FF2B5EF4-FFF2-40B4-BE49-F238E27FC236}">
                    <a16:creationId xmlns:a16="http://schemas.microsoft.com/office/drawing/2014/main" id="{034DDC76-0505-4726-8622-851169FACD69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1" name="pg1481">
                <a:extLst>
                  <a:ext uri="{FF2B5EF4-FFF2-40B4-BE49-F238E27FC236}">
                    <a16:creationId xmlns:a16="http://schemas.microsoft.com/office/drawing/2014/main" id="{CF5F5154-096F-96D9-6B5D-05988BFCD30D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2" name="pg1482">
                <a:extLst>
                  <a:ext uri="{FF2B5EF4-FFF2-40B4-BE49-F238E27FC236}">
                    <a16:creationId xmlns:a16="http://schemas.microsoft.com/office/drawing/2014/main" id="{455D2AB8-7F36-1148-148F-8921BC256222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3" name="pg1483">
                <a:extLst>
                  <a:ext uri="{FF2B5EF4-FFF2-40B4-BE49-F238E27FC236}">
                    <a16:creationId xmlns:a16="http://schemas.microsoft.com/office/drawing/2014/main" id="{5B035D31-43A7-D221-3319-22341E122E97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4" name="pg1484">
                <a:extLst>
                  <a:ext uri="{FF2B5EF4-FFF2-40B4-BE49-F238E27FC236}">
                    <a16:creationId xmlns:a16="http://schemas.microsoft.com/office/drawing/2014/main" id="{EA46ACFA-57F2-F82E-BB58-992F66A6B835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5" name="pg1485">
                <a:extLst>
                  <a:ext uri="{FF2B5EF4-FFF2-40B4-BE49-F238E27FC236}">
                    <a16:creationId xmlns:a16="http://schemas.microsoft.com/office/drawing/2014/main" id="{2B378BB5-7E6E-13EA-DAB8-158CB2F65E45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6" name="pg1486">
                <a:extLst>
                  <a:ext uri="{FF2B5EF4-FFF2-40B4-BE49-F238E27FC236}">
                    <a16:creationId xmlns:a16="http://schemas.microsoft.com/office/drawing/2014/main" id="{19B7A99D-38E5-DE54-00E3-48762A28BA39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7" name="pg1487">
                <a:extLst>
                  <a:ext uri="{FF2B5EF4-FFF2-40B4-BE49-F238E27FC236}">
                    <a16:creationId xmlns:a16="http://schemas.microsoft.com/office/drawing/2014/main" id="{B38F2328-D910-FFAD-8534-C088D49B3321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8" name="pg1488">
                <a:extLst>
                  <a:ext uri="{FF2B5EF4-FFF2-40B4-BE49-F238E27FC236}">
                    <a16:creationId xmlns:a16="http://schemas.microsoft.com/office/drawing/2014/main" id="{74E8709F-3FD2-6AAB-D34F-1A2D77005BB9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9" name="pg1489">
                <a:extLst>
                  <a:ext uri="{FF2B5EF4-FFF2-40B4-BE49-F238E27FC236}">
                    <a16:creationId xmlns:a16="http://schemas.microsoft.com/office/drawing/2014/main" id="{D92B2BAB-07A7-28A1-5662-B541D11A4804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0" name="pg1490">
                <a:extLst>
                  <a:ext uri="{FF2B5EF4-FFF2-40B4-BE49-F238E27FC236}">
                    <a16:creationId xmlns:a16="http://schemas.microsoft.com/office/drawing/2014/main" id="{BD7964D6-CB78-72C0-C75D-B52F5465CA65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1" name="pg1491">
                <a:extLst>
                  <a:ext uri="{FF2B5EF4-FFF2-40B4-BE49-F238E27FC236}">
                    <a16:creationId xmlns:a16="http://schemas.microsoft.com/office/drawing/2014/main" id="{F47DC1AB-0321-508C-1464-56BAF7B8721C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2" name="pg1492">
                <a:extLst>
                  <a:ext uri="{FF2B5EF4-FFF2-40B4-BE49-F238E27FC236}">
                    <a16:creationId xmlns:a16="http://schemas.microsoft.com/office/drawing/2014/main" id="{1C613E89-C71A-10C4-64D8-4519564EA530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3" name="pg1493">
                <a:extLst>
                  <a:ext uri="{FF2B5EF4-FFF2-40B4-BE49-F238E27FC236}">
                    <a16:creationId xmlns:a16="http://schemas.microsoft.com/office/drawing/2014/main" id="{9EB98F10-CDB1-01D5-888F-052357F3AA3A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4" name="pg1494">
                <a:extLst>
                  <a:ext uri="{FF2B5EF4-FFF2-40B4-BE49-F238E27FC236}">
                    <a16:creationId xmlns:a16="http://schemas.microsoft.com/office/drawing/2014/main" id="{6B8A94BD-CCE7-E199-98F5-D5C6FC66517D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5" name="pg1495">
                <a:extLst>
                  <a:ext uri="{FF2B5EF4-FFF2-40B4-BE49-F238E27FC236}">
                    <a16:creationId xmlns:a16="http://schemas.microsoft.com/office/drawing/2014/main" id="{1CDEF9B6-DE91-B416-7F57-5C252435CD71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6" name="pg1496">
                <a:extLst>
                  <a:ext uri="{FF2B5EF4-FFF2-40B4-BE49-F238E27FC236}">
                    <a16:creationId xmlns:a16="http://schemas.microsoft.com/office/drawing/2014/main" id="{B01B70D4-834E-9057-CEB6-5357C32D3C29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7" name="pg1497">
                <a:extLst>
                  <a:ext uri="{FF2B5EF4-FFF2-40B4-BE49-F238E27FC236}">
                    <a16:creationId xmlns:a16="http://schemas.microsoft.com/office/drawing/2014/main" id="{142FF7D8-9B61-B30B-0040-6E023D86D20B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8" name="pg1498">
                <a:extLst>
                  <a:ext uri="{FF2B5EF4-FFF2-40B4-BE49-F238E27FC236}">
                    <a16:creationId xmlns:a16="http://schemas.microsoft.com/office/drawing/2014/main" id="{EBE15393-B861-C82B-5362-52DC49840695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9" name="pg1499">
                <a:extLst>
                  <a:ext uri="{FF2B5EF4-FFF2-40B4-BE49-F238E27FC236}">
                    <a16:creationId xmlns:a16="http://schemas.microsoft.com/office/drawing/2014/main" id="{E4C57F7C-51A3-9CB8-7B34-3FBA152D746E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0" name="pg1500">
                <a:extLst>
                  <a:ext uri="{FF2B5EF4-FFF2-40B4-BE49-F238E27FC236}">
                    <a16:creationId xmlns:a16="http://schemas.microsoft.com/office/drawing/2014/main" id="{E1DF62F5-4CFA-59B4-ADE3-749D3EF8615C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1" name="pg1501">
                <a:extLst>
                  <a:ext uri="{FF2B5EF4-FFF2-40B4-BE49-F238E27FC236}">
                    <a16:creationId xmlns:a16="http://schemas.microsoft.com/office/drawing/2014/main" id="{35E8892D-A598-1965-B6BC-4EF9C4EE4B7C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2" name="pg1502">
                <a:extLst>
                  <a:ext uri="{FF2B5EF4-FFF2-40B4-BE49-F238E27FC236}">
                    <a16:creationId xmlns:a16="http://schemas.microsoft.com/office/drawing/2014/main" id="{0492FF11-DC17-4836-CF3E-92F171FDB11B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3" name="pg1503">
                <a:extLst>
                  <a:ext uri="{FF2B5EF4-FFF2-40B4-BE49-F238E27FC236}">
                    <a16:creationId xmlns:a16="http://schemas.microsoft.com/office/drawing/2014/main" id="{CAF29D3A-9A18-F1EA-FF99-22EFC2E0BAB1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4" name="pg1504">
                <a:extLst>
                  <a:ext uri="{FF2B5EF4-FFF2-40B4-BE49-F238E27FC236}">
                    <a16:creationId xmlns:a16="http://schemas.microsoft.com/office/drawing/2014/main" id="{9730F731-5EDE-0671-90AF-B3C938676F7B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5" name="pg1505">
                <a:extLst>
                  <a:ext uri="{FF2B5EF4-FFF2-40B4-BE49-F238E27FC236}">
                    <a16:creationId xmlns:a16="http://schemas.microsoft.com/office/drawing/2014/main" id="{BAF9931C-9172-233D-5ECB-74F48F25A7C6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6" name="pg1506">
                <a:extLst>
                  <a:ext uri="{FF2B5EF4-FFF2-40B4-BE49-F238E27FC236}">
                    <a16:creationId xmlns:a16="http://schemas.microsoft.com/office/drawing/2014/main" id="{25B426A9-8895-4F8C-575C-2C6DF97EB3D9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7" name="pg1507">
                <a:extLst>
                  <a:ext uri="{FF2B5EF4-FFF2-40B4-BE49-F238E27FC236}">
                    <a16:creationId xmlns:a16="http://schemas.microsoft.com/office/drawing/2014/main" id="{BCE85DD1-D4DA-EF52-0714-F9A41FEC92C3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8" name="pg1508">
                <a:extLst>
                  <a:ext uri="{FF2B5EF4-FFF2-40B4-BE49-F238E27FC236}">
                    <a16:creationId xmlns:a16="http://schemas.microsoft.com/office/drawing/2014/main" id="{61D37627-FBB6-5048-CA02-191D631FFE0B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9" name="pg1509">
                <a:extLst>
                  <a:ext uri="{FF2B5EF4-FFF2-40B4-BE49-F238E27FC236}">
                    <a16:creationId xmlns:a16="http://schemas.microsoft.com/office/drawing/2014/main" id="{F66F1E44-E24F-C719-293B-426543117A8A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0" name="pg1510">
                <a:extLst>
                  <a:ext uri="{FF2B5EF4-FFF2-40B4-BE49-F238E27FC236}">
                    <a16:creationId xmlns:a16="http://schemas.microsoft.com/office/drawing/2014/main" id="{85AFD45A-B53B-4362-61C6-9DC3038C0C8C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1" name="pg1511">
                <a:extLst>
                  <a:ext uri="{FF2B5EF4-FFF2-40B4-BE49-F238E27FC236}">
                    <a16:creationId xmlns:a16="http://schemas.microsoft.com/office/drawing/2014/main" id="{5CD0DC22-B2B6-A281-46E5-9A916B5BFA77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2" name="pg1512">
                <a:extLst>
                  <a:ext uri="{FF2B5EF4-FFF2-40B4-BE49-F238E27FC236}">
                    <a16:creationId xmlns:a16="http://schemas.microsoft.com/office/drawing/2014/main" id="{C68ADC3A-D0F4-B059-95FD-6E9AF1655B6B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3" name="pg1513">
                <a:extLst>
                  <a:ext uri="{FF2B5EF4-FFF2-40B4-BE49-F238E27FC236}">
                    <a16:creationId xmlns:a16="http://schemas.microsoft.com/office/drawing/2014/main" id="{0D6EA1CC-1FCA-DB26-1AE6-D4017702C456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4" name="pg1514">
                <a:extLst>
                  <a:ext uri="{FF2B5EF4-FFF2-40B4-BE49-F238E27FC236}">
                    <a16:creationId xmlns:a16="http://schemas.microsoft.com/office/drawing/2014/main" id="{FFB4EC68-62E9-E02F-AF9D-A03F4665D844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5" name="pg1515">
                <a:extLst>
                  <a:ext uri="{FF2B5EF4-FFF2-40B4-BE49-F238E27FC236}">
                    <a16:creationId xmlns:a16="http://schemas.microsoft.com/office/drawing/2014/main" id="{810B609E-F2AA-717C-FADC-55CDF5DF42E6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6" name="pg1516">
                <a:extLst>
                  <a:ext uri="{FF2B5EF4-FFF2-40B4-BE49-F238E27FC236}">
                    <a16:creationId xmlns:a16="http://schemas.microsoft.com/office/drawing/2014/main" id="{1891E1FE-31BA-AD12-7676-4B3888D138F6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7" name="pg1517">
                <a:extLst>
                  <a:ext uri="{FF2B5EF4-FFF2-40B4-BE49-F238E27FC236}">
                    <a16:creationId xmlns:a16="http://schemas.microsoft.com/office/drawing/2014/main" id="{A30AB9A6-800E-702A-38D4-F6039AFACB22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8" name="pg1518">
                <a:extLst>
                  <a:ext uri="{FF2B5EF4-FFF2-40B4-BE49-F238E27FC236}">
                    <a16:creationId xmlns:a16="http://schemas.microsoft.com/office/drawing/2014/main" id="{229D069C-7C7E-94FE-B064-0AC95E12B57B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9" name="pg1519">
                <a:extLst>
                  <a:ext uri="{FF2B5EF4-FFF2-40B4-BE49-F238E27FC236}">
                    <a16:creationId xmlns:a16="http://schemas.microsoft.com/office/drawing/2014/main" id="{3E1D5B40-B52F-F26E-B680-4AE8A65E3836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0" name="pg1520">
                <a:extLst>
                  <a:ext uri="{FF2B5EF4-FFF2-40B4-BE49-F238E27FC236}">
                    <a16:creationId xmlns:a16="http://schemas.microsoft.com/office/drawing/2014/main" id="{59853628-C018-CB5E-9F65-3C99ED46A70A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1" name="pg1521">
                <a:extLst>
                  <a:ext uri="{FF2B5EF4-FFF2-40B4-BE49-F238E27FC236}">
                    <a16:creationId xmlns:a16="http://schemas.microsoft.com/office/drawing/2014/main" id="{9C688BB1-2053-7CC9-47BD-DB5F59F05DEB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2" name="pg1522">
                <a:extLst>
                  <a:ext uri="{FF2B5EF4-FFF2-40B4-BE49-F238E27FC236}">
                    <a16:creationId xmlns:a16="http://schemas.microsoft.com/office/drawing/2014/main" id="{51AE60A9-EAD4-EBD8-A91F-D5D9E6FFFA67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3" name="pg1523">
                <a:extLst>
                  <a:ext uri="{FF2B5EF4-FFF2-40B4-BE49-F238E27FC236}">
                    <a16:creationId xmlns:a16="http://schemas.microsoft.com/office/drawing/2014/main" id="{8C919AEF-A4A0-A563-26AF-31715FFA8D7C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4" name="pg1524">
                <a:extLst>
                  <a:ext uri="{FF2B5EF4-FFF2-40B4-BE49-F238E27FC236}">
                    <a16:creationId xmlns:a16="http://schemas.microsoft.com/office/drawing/2014/main" id="{999CEBBD-3A3E-A3BB-B0C5-F2ED6EB5724E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5" name="pg1525">
                <a:extLst>
                  <a:ext uri="{FF2B5EF4-FFF2-40B4-BE49-F238E27FC236}">
                    <a16:creationId xmlns:a16="http://schemas.microsoft.com/office/drawing/2014/main" id="{68017DAB-28F0-0C85-EEE8-5D7F2C95626B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6" name="pg1526">
                <a:extLst>
                  <a:ext uri="{FF2B5EF4-FFF2-40B4-BE49-F238E27FC236}">
                    <a16:creationId xmlns:a16="http://schemas.microsoft.com/office/drawing/2014/main" id="{680B21ED-E44A-F8D9-3F88-29AA976F0A11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7" name="pg1527">
                <a:extLst>
                  <a:ext uri="{FF2B5EF4-FFF2-40B4-BE49-F238E27FC236}">
                    <a16:creationId xmlns:a16="http://schemas.microsoft.com/office/drawing/2014/main" id="{B5C975F0-0FCC-5732-E145-7D04591771C3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8" name="pg1528">
                <a:extLst>
                  <a:ext uri="{FF2B5EF4-FFF2-40B4-BE49-F238E27FC236}">
                    <a16:creationId xmlns:a16="http://schemas.microsoft.com/office/drawing/2014/main" id="{B97C14A2-52EC-3ACE-549C-480A10312266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9" name="pg1529">
                <a:extLst>
                  <a:ext uri="{FF2B5EF4-FFF2-40B4-BE49-F238E27FC236}">
                    <a16:creationId xmlns:a16="http://schemas.microsoft.com/office/drawing/2014/main" id="{B8CCAC53-5080-F0C6-E0D0-E63FF218A7CE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0" name="pg1530">
                <a:extLst>
                  <a:ext uri="{FF2B5EF4-FFF2-40B4-BE49-F238E27FC236}">
                    <a16:creationId xmlns:a16="http://schemas.microsoft.com/office/drawing/2014/main" id="{178DE50A-454D-5805-C0C1-281DD2C209C9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1" name="pg1531">
                <a:extLst>
                  <a:ext uri="{FF2B5EF4-FFF2-40B4-BE49-F238E27FC236}">
                    <a16:creationId xmlns:a16="http://schemas.microsoft.com/office/drawing/2014/main" id="{F6922734-F2F6-10F3-FBC5-7AD2611C69EA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2" name="pg1532">
                <a:extLst>
                  <a:ext uri="{FF2B5EF4-FFF2-40B4-BE49-F238E27FC236}">
                    <a16:creationId xmlns:a16="http://schemas.microsoft.com/office/drawing/2014/main" id="{0C542112-B015-B6B7-9B4F-109B513CC3BA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3" name="pg1533">
                <a:extLst>
                  <a:ext uri="{FF2B5EF4-FFF2-40B4-BE49-F238E27FC236}">
                    <a16:creationId xmlns:a16="http://schemas.microsoft.com/office/drawing/2014/main" id="{F6487F2D-7092-8CE4-661F-AD31CF9A97CB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4" name="pg1534">
                <a:extLst>
                  <a:ext uri="{FF2B5EF4-FFF2-40B4-BE49-F238E27FC236}">
                    <a16:creationId xmlns:a16="http://schemas.microsoft.com/office/drawing/2014/main" id="{6832A94A-718C-73D1-0C5A-D22EA15EA7C8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5" name="pg1535">
                <a:extLst>
                  <a:ext uri="{FF2B5EF4-FFF2-40B4-BE49-F238E27FC236}">
                    <a16:creationId xmlns:a16="http://schemas.microsoft.com/office/drawing/2014/main" id="{297F7E61-91DD-5E47-520F-4F402AB90853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6" name="pg1536">
                <a:extLst>
                  <a:ext uri="{FF2B5EF4-FFF2-40B4-BE49-F238E27FC236}">
                    <a16:creationId xmlns:a16="http://schemas.microsoft.com/office/drawing/2014/main" id="{ABD6CB65-7A9C-DC38-EFEB-7269864DA755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7" name="pg1537">
                <a:extLst>
                  <a:ext uri="{FF2B5EF4-FFF2-40B4-BE49-F238E27FC236}">
                    <a16:creationId xmlns:a16="http://schemas.microsoft.com/office/drawing/2014/main" id="{A4055CE8-0725-CC84-C5BC-5C765C83BD21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8" name="pg1538">
                <a:extLst>
                  <a:ext uri="{FF2B5EF4-FFF2-40B4-BE49-F238E27FC236}">
                    <a16:creationId xmlns:a16="http://schemas.microsoft.com/office/drawing/2014/main" id="{3E8355A1-69B9-E0B0-C958-F7F74D4AD1E8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9" name="pg1539">
                <a:extLst>
                  <a:ext uri="{FF2B5EF4-FFF2-40B4-BE49-F238E27FC236}">
                    <a16:creationId xmlns:a16="http://schemas.microsoft.com/office/drawing/2014/main" id="{000C814E-BBA1-B699-EDEA-7BCDF6C09647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0" name="pg1540">
                <a:extLst>
                  <a:ext uri="{FF2B5EF4-FFF2-40B4-BE49-F238E27FC236}">
                    <a16:creationId xmlns:a16="http://schemas.microsoft.com/office/drawing/2014/main" id="{B0974091-7261-61A9-E2F9-8E2C81BB6F52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1" name="pg1541">
                <a:extLst>
                  <a:ext uri="{FF2B5EF4-FFF2-40B4-BE49-F238E27FC236}">
                    <a16:creationId xmlns:a16="http://schemas.microsoft.com/office/drawing/2014/main" id="{56A054DF-01FC-4076-D39A-504769B07F90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2" name="pg1542">
                <a:extLst>
                  <a:ext uri="{FF2B5EF4-FFF2-40B4-BE49-F238E27FC236}">
                    <a16:creationId xmlns:a16="http://schemas.microsoft.com/office/drawing/2014/main" id="{C58CD996-7BD2-DD21-B9ED-94A0AF5EC8E7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3" name="pg1543">
                <a:extLst>
                  <a:ext uri="{FF2B5EF4-FFF2-40B4-BE49-F238E27FC236}">
                    <a16:creationId xmlns:a16="http://schemas.microsoft.com/office/drawing/2014/main" id="{F9818AFB-72F5-4CA2-5BE5-13CEF2A18452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4" name="pg1544">
                <a:extLst>
                  <a:ext uri="{FF2B5EF4-FFF2-40B4-BE49-F238E27FC236}">
                    <a16:creationId xmlns:a16="http://schemas.microsoft.com/office/drawing/2014/main" id="{6B6D5A19-5BD5-20D7-3D78-AC07455503A8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5" name="pg1545">
                <a:extLst>
                  <a:ext uri="{FF2B5EF4-FFF2-40B4-BE49-F238E27FC236}">
                    <a16:creationId xmlns:a16="http://schemas.microsoft.com/office/drawing/2014/main" id="{74A98DD7-1171-2884-8530-FDCC87C82CEC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6" name="pg1546">
                <a:extLst>
                  <a:ext uri="{FF2B5EF4-FFF2-40B4-BE49-F238E27FC236}">
                    <a16:creationId xmlns:a16="http://schemas.microsoft.com/office/drawing/2014/main" id="{3A392167-B2E8-1471-7981-D5C2E8EAFD7E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7" name="pg1547">
                <a:extLst>
                  <a:ext uri="{FF2B5EF4-FFF2-40B4-BE49-F238E27FC236}">
                    <a16:creationId xmlns:a16="http://schemas.microsoft.com/office/drawing/2014/main" id="{259CFD7C-B3E8-F574-701F-52BD941B51F3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8" name="pg1548">
                <a:extLst>
                  <a:ext uri="{FF2B5EF4-FFF2-40B4-BE49-F238E27FC236}">
                    <a16:creationId xmlns:a16="http://schemas.microsoft.com/office/drawing/2014/main" id="{679B5F84-9762-D330-E7C1-0FCA7A072F28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9" name="pg1549">
                <a:extLst>
                  <a:ext uri="{FF2B5EF4-FFF2-40B4-BE49-F238E27FC236}">
                    <a16:creationId xmlns:a16="http://schemas.microsoft.com/office/drawing/2014/main" id="{23498319-C916-4DB2-5072-7B672F495AD4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0" name="pg1550">
                <a:extLst>
                  <a:ext uri="{FF2B5EF4-FFF2-40B4-BE49-F238E27FC236}">
                    <a16:creationId xmlns:a16="http://schemas.microsoft.com/office/drawing/2014/main" id="{C0DFAF99-E405-7344-F678-A9654A308D33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1" name="pg1551">
                <a:extLst>
                  <a:ext uri="{FF2B5EF4-FFF2-40B4-BE49-F238E27FC236}">
                    <a16:creationId xmlns:a16="http://schemas.microsoft.com/office/drawing/2014/main" id="{E14EDB0A-1BD9-286A-A54A-6C200A9D047C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2" name="pg1552">
                <a:extLst>
                  <a:ext uri="{FF2B5EF4-FFF2-40B4-BE49-F238E27FC236}">
                    <a16:creationId xmlns:a16="http://schemas.microsoft.com/office/drawing/2014/main" id="{877625B5-B101-4724-1000-03372EF687B4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3" name="pg1553">
                <a:extLst>
                  <a:ext uri="{FF2B5EF4-FFF2-40B4-BE49-F238E27FC236}">
                    <a16:creationId xmlns:a16="http://schemas.microsoft.com/office/drawing/2014/main" id="{3FCE852E-D65A-7C28-E4C6-115010030F87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4" name="pg1554">
                <a:extLst>
                  <a:ext uri="{FF2B5EF4-FFF2-40B4-BE49-F238E27FC236}">
                    <a16:creationId xmlns:a16="http://schemas.microsoft.com/office/drawing/2014/main" id="{D90504FC-E731-83E8-EFB6-028D25626236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5" name="pg1555">
                <a:extLst>
                  <a:ext uri="{FF2B5EF4-FFF2-40B4-BE49-F238E27FC236}">
                    <a16:creationId xmlns:a16="http://schemas.microsoft.com/office/drawing/2014/main" id="{F2E8DCD8-7A6B-B87B-C6B8-C4868919F00C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6" name="pg1556">
                <a:extLst>
                  <a:ext uri="{FF2B5EF4-FFF2-40B4-BE49-F238E27FC236}">
                    <a16:creationId xmlns:a16="http://schemas.microsoft.com/office/drawing/2014/main" id="{DD1725C8-9099-25B4-2E44-6F147B366F57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7" name="pg1557">
                <a:extLst>
                  <a:ext uri="{FF2B5EF4-FFF2-40B4-BE49-F238E27FC236}">
                    <a16:creationId xmlns:a16="http://schemas.microsoft.com/office/drawing/2014/main" id="{92395063-88D0-A2FD-E81E-BDA63DF07E95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8" name="pg1558">
                <a:extLst>
                  <a:ext uri="{FF2B5EF4-FFF2-40B4-BE49-F238E27FC236}">
                    <a16:creationId xmlns:a16="http://schemas.microsoft.com/office/drawing/2014/main" id="{24F2FBEE-B480-F614-C8B7-5DD178908D57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9" name="pg1559">
                <a:extLst>
                  <a:ext uri="{FF2B5EF4-FFF2-40B4-BE49-F238E27FC236}">
                    <a16:creationId xmlns:a16="http://schemas.microsoft.com/office/drawing/2014/main" id="{5F127AA8-F9B1-6FAE-F356-79F682F0D530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0" name="pg1560">
                <a:extLst>
                  <a:ext uri="{FF2B5EF4-FFF2-40B4-BE49-F238E27FC236}">
                    <a16:creationId xmlns:a16="http://schemas.microsoft.com/office/drawing/2014/main" id="{0EF8A076-3698-BC1A-6DBD-044CE0F55744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1" name="pg1561">
                <a:extLst>
                  <a:ext uri="{FF2B5EF4-FFF2-40B4-BE49-F238E27FC236}">
                    <a16:creationId xmlns:a16="http://schemas.microsoft.com/office/drawing/2014/main" id="{183C0E34-1F99-FB3D-33D0-7C623FD64487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2" name="pg1562">
                <a:extLst>
                  <a:ext uri="{FF2B5EF4-FFF2-40B4-BE49-F238E27FC236}">
                    <a16:creationId xmlns:a16="http://schemas.microsoft.com/office/drawing/2014/main" id="{3125E7DD-41BF-C0AC-1C64-E9F535F3B978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3" name="pg1563">
                <a:extLst>
                  <a:ext uri="{FF2B5EF4-FFF2-40B4-BE49-F238E27FC236}">
                    <a16:creationId xmlns:a16="http://schemas.microsoft.com/office/drawing/2014/main" id="{612E5942-CA46-7E0A-EC8B-1D34A9F3D189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4" name="pg1564">
                <a:extLst>
                  <a:ext uri="{FF2B5EF4-FFF2-40B4-BE49-F238E27FC236}">
                    <a16:creationId xmlns:a16="http://schemas.microsoft.com/office/drawing/2014/main" id="{8CA9FA03-C00F-15F2-4C2B-2F2DA44135C3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5" name="pg1565">
                <a:extLst>
                  <a:ext uri="{FF2B5EF4-FFF2-40B4-BE49-F238E27FC236}">
                    <a16:creationId xmlns:a16="http://schemas.microsoft.com/office/drawing/2014/main" id="{BB43710C-75D4-1FA3-65B1-82C312CC1CF6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6" name="pg1566">
                <a:extLst>
                  <a:ext uri="{FF2B5EF4-FFF2-40B4-BE49-F238E27FC236}">
                    <a16:creationId xmlns:a16="http://schemas.microsoft.com/office/drawing/2014/main" id="{BE62880E-852B-ED84-6115-70824DE89A4A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7" name="pg1567">
                <a:extLst>
                  <a:ext uri="{FF2B5EF4-FFF2-40B4-BE49-F238E27FC236}">
                    <a16:creationId xmlns:a16="http://schemas.microsoft.com/office/drawing/2014/main" id="{603F0BB1-C9EF-5F34-20ED-2D7921C9849D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8" name="pg1568">
                <a:extLst>
                  <a:ext uri="{FF2B5EF4-FFF2-40B4-BE49-F238E27FC236}">
                    <a16:creationId xmlns:a16="http://schemas.microsoft.com/office/drawing/2014/main" id="{8F8800D7-ADC0-4F68-8529-CA0E44361B74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9" name="pg1569">
                <a:extLst>
                  <a:ext uri="{FF2B5EF4-FFF2-40B4-BE49-F238E27FC236}">
                    <a16:creationId xmlns:a16="http://schemas.microsoft.com/office/drawing/2014/main" id="{06D2736C-50E2-2246-70F4-D202B4E6F324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0" name="pg1570">
                <a:extLst>
                  <a:ext uri="{FF2B5EF4-FFF2-40B4-BE49-F238E27FC236}">
                    <a16:creationId xmlns:a16="http://schemas.microsoft.com/office/drawing/2014/main" id="{577CE995-0552-6D20-0BB1-2E20309FCF99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1" name="pg1571">
                <a:extLst>
                  <a:ext uri="{FF2B5EF4-FFF2-40B4-BE49-F238E27FC236}">
                    <a16:creationId xmlns:a16="http://schemas.microsoft.com/office/drawing/2014/main" id="{0821C8FC-3D7F-C688-B61B-C4A7D2FFE346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2" name="pg1572">
                <a:extLst>
                  <a:ext uri="{FF2B5EF4-FFF2-40B4-BE49-F238E27FC236}">
                    <a16:creationId xmlns:a16="http://schemas.microsoft.com/office/drawing/2014/main" id="{8C2B875B-1A22-2333-AEFD-8884875C4F28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3" name="pg1573">
                <a:extLst>
                  <a:ext uri="{FF2B5EF4-FFF2-40B4-BE49-F238E27FC236}">
                    <a16:creationId xmlns:a16="http://schemas.microsoft.com/office/drawing/2014/main" id="{A893B1C4-FB26-1049-1097-4CC37631FA4D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4" name="pg1574">
                <a:extLst>
                  <a:ext uri="{FF2B5EF4-FFF2-40B4-BE49-F238E27FC236}">
                    <a16:creationId xmlns:a16="http://schemas.microsoft.com/office/drawing/2014/main" id="{5262B115-A66C-EC4E-0CE5-7A0F7C192384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5" name="pg1575">
                <a:extLst>
                  <a:ext uri="{FF2B5EF4-FFF2-40B4-BE49-F238E27FC236}">
                    <a16:creationId xmlns:a16="http://schemas.microsoft.com/office/drawing/2014/main" id="{25A753FC-88D8-D43B-00BD-86C6BD412F73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6" name="pg1576">
                <a:extLst>
                  <a:ext uri="{FF2B5EF4-FFF2-40B4-BE49-F238E27FC236}">
                    <a16:creationId xmlns:a16="http://schemas.microsoft.com/office/drawing/2014/main" id="{6700D7AE-A21F-DD36-8C07-57566F89DC83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7" name="pg1577">
                <a:extLst>
                  <a:ext uri="{FF2B5EF4-FFF2-40B4-BE49-F238E27FC236}">
                    <a16:creationId xmlns:a16="http://schemas.microsoft.com/office/drawing/2014/main" id="{D7E2C487-3C80-AF49-261F-FC931E7A3C5C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8" name="pg1578">
                <a:extLst>
                  <a:ext uri="{FF2B5EF4-FFF2-40B4-BE49-F238E27FC236}">
                    <a16:creationId xmlns:a16="http://schemas.microsoft.com/office/drawing/2014/main" id="{AE415BE4-CB28-A27D-E51D-0C4AFC0B2530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9" name="pg1579">
                <a:extLst>
                  <a:ext uri="{FF2B5EF4-FFF2-40B4-BE49-F238E27FC236}">
                    <a16:creationId xmlns:a16="http://schemas.microsoft.com/office/drawing/2014/main" id="{154A1729-C287-7BF1-C4BC-7B83CD13F62A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0" name="pg1580">
                <a:extLst>
                  <a:ext uri="{FF2B5EF4-FFF2-40B4-BE49-F238E27FC236}">
                    <a16:creationId xmlns:a16="http://schemas.microsoft.com/office/drawing/2014/main" id="{E813D495-2F0A-7C4A-CE24-FCCC1069C8D1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1" name="pg1581">
                <a:extLst>
                  <a:ext uri="{FF2B5EF4-FFF2-40B4-BE49-F238E27FC236}">
                    <a16:creationId xmlns:a16="http://schemas.microsoft.com/office/drawing/2014/main" id="{A15C0681-1653-9113-277C-13A081B154EA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2" name="pg1582">
                <a:extLst>
                  <a:ext uri="{FF2B5EF4-FFF2-40B4-BE49-F238E27FC236}">
                    <a16:creationId xmlns:a16="http://schemas.microsoft.com/office/drawing/2014/main" id="{4FD65169-D46E-297C-BEB5-CDA8FBD13AA5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3" name="pg1583">
                <a:extLst>
                  <a:ext uri="{FF2B5EF4-FFF2-40B4-BE49-F238E27FC236}">
                    <a16:creationId xmlns:a16="http://schemas.microsoft.com/office/drawing/2014/main" id="{744E8DF3-F5B8-8764-9EA1-53D159C46E65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4" name="pg1584">
                <a:extLst>
                  <a:ext uri="{FF2B5EF4-FFF2-40B4-BE49-F238E27FC236}">
                    <a16:creationId xmlns:a16="http://schemas.microsoft.com/office/drawing/2014/main" id="{D5B1B685-A24F-906E-0260-BAA43B5749F1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5" name="pg1585">
                <a:extLst>
                  <a:ext uri="{FF2B5EF4-FFF2-40B4-BE49-F238E27FC236}">
                    <a16:creationId xmlns:a16="http://schemas.microsoft.com/office/drawing/2014/main" id="{27A08605-A655-F746-DCA9-B1311ED73AFE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6" name="pg1586">
                <a:extLst>
                  <a:ext uri="{FF2B5EF4-FFF2-40B4-BE49-F238E27FC236}">
                    <a16:creationId xmlns:a16="http://schemas.microsoft.com/office/drawing/2014/main" id="{A6BC455B-B869-B997-DEFE-9DA3391CE4F2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7" name="pg1587">
                <a:extLst>
                  <a:ext uri="{FF2B5EF4-FFF2-40B4-BE49-F238E27FC236}">
                    <a16:creationId xmlns:a16="http://schemas.microsoft.com/office/drawing/2014/main" id="{03A39D39-F0E5-420B-F683-96D237613246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8" name="pg1588">
                <a:extLst>
                  <a:ext uri="{FF2B5EF4-FFF2-40B4-BE49-F238E27FC236}">
                    <a16:creationId xmlns:a16="http://schemas.microsoft.com/office/drawing/2014/main" id="{B3288E07-F55A-84EB-6529-A691925E069C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9" name="pg1589">
                <a:extLst>
                  <a:ext uri="{FF2B5EF4-FFF2-40B4-BE49-F238E27FC236}">
                    <a16:creationId xmlns:a16="http://schemas.microsoft.com/office/drawing/2014/main" id="{EDF7689F-02B9-95E5-9E82-E330623B2688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0" name="pg1590">
                <a:extLst>
                  <a:ext uri="{FF2B5EF4-FFF2-40B4-BE49-F238E27FC236}">
                    <a16:creationId xmlns:a16="http://schemas.microsoft.com/office/drawing/2014/main" id="{E07509D8-36F0-669C-CF40-92664631817C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1" name="pg1591">
                <a:extLst>
                  <a:ext uri="{FF2B5EF4-FFF2-40B4-BE49-F238E27FC236}">
                    <a16:creationId xmlns:a16="http://schemas.microsoft.com/office/drawing/2014/main" id="{9A3B8DD9-BE36-3914-31FE-2BA687AA991F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2" name="pg1592">
                <a:extLst>
                  <a:ext uri="{FF2B5EF4-FFF2-40B4-BE49-F238E27FC236}">
                    <a16:creationId xmlns:a16="http://schemas.microsoft.com/office/drawing/2014/main" id="{8700BDB5-5DF0-4A62-24C6-5DF513D8DAB9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3" name="pg1593">
                <a:extLst>
                  <a:ext uri="{FF2B5EF4-FFF2-40B4-BE49-F238E27FC236}">
                    <a16:creationId xmlns:a16="http://schemas.microsoft.com/office/drawing/2014/main" id="{2C2A6620-4CCF-C795-F90B-7592313E25B1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4" name="pg1594">
                <a:extLst>
                  <a:ext uri="{FF2B5EF4-FFF2-40B4-BE49-F238E27FC236}">
                    <a16:creationId xmlns:a16="http://schemas.microsoft.com/office/drawing/2014/main" id="{BC351162-665D-0EE3-5D11-45FA39ACB82C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5" name="pg1595">
                <a:extLst>
                  <a:ext uri="{FF2B5EF4-FFF2-40B4-BE49-F238E27FC236}">
                    <a16:creationId xmlns:a16="http://schemas.microsoft.com/office/drawing/2014/main" id="{B4AE6870-A8F0-0352-01EE-B086A57E45BC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6" name="pg1596">
                <a:extLst>
                  <a:ext uri="{FF2B5EF4-FFF2-40B4-BE49-F238E27FC236}">
                    <a16:creationId xmlns:a16="http://schemas.microsoft.com/office/drawing/2014/main" id="{1D775CC3-969C-9B39-0B32-A626A901BA79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7" name="pg1597">
                <a:extLst>
                  <a:ext uri="{FF2B5EF4-FFF2-40B4-BE49-F238E27FC236}">
                    <a16:creationId xmlns:a16="http://schemas.microsoft.com/office/drawing/2014/main" id="{301F932E-EF2E-0B44-AC93-13D4300BEBCE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8" name="pg1598">
                <a:extLst>
                  <a:ext uri="{FF2B5EF4-FFF2-40B4-BE49-F238E27FC236}">
                    <a16:creationId xmlns:a16="http://schemas.microsoft.com/office/drawing/2014/main" id="{3CDA7131-8CA0-7CB6-038F-5B95C98144F7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9" name="pg1599">
                <a:extLst>
                  <a:ext uri="{FF2B5EF4-FFF2-40B4-BE49-F238E27FC236}">
                    <a16:creationId xmlns:a16="http://schemas.microsoft.com/office/drawing/2014/main" id="{DAAE9740-298C-A082-C589-50D544109337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0" name="pg1600">
                <a:extLst>
                  <a:ext uri="{FF2B5EF4-FFF2-40B4-BE49-F238E27FC236}">
                    <a16:creationId xmlns:a16="http://schemas.microsoft.com/office/drawing/2014/main" id="{DD39D561-6B79-1D06-1C05-993F99B93A69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1" name="pg1601">
                <a:extLst>
                  <a:ext uri="{FF2B5EF4-FFF2-40B4-BE49-F238E27FC236}">
                    <a16:creationId xmlns:a16="http://schemas.microsoft.com/office/drawing/2014/main" id="{51CB184F-1072-4350-00A2-9F708A9A0B9C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2" name="pg1602">
                <a:extLst>
                  <a:ext uri="{FF2B5EF4-FFF2-40B4-BE49-F238E27FC236}">
                    <a16:creationId xmlns:a16="http://schemas.microsoft.com/office/drawing/2014/main" id="{CE5E2302-F3DB-E3BA-2210-AD483E9160A9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3" name="pg1603">
                <a:extLst>
                  <a:ext uri="{FF2B5EF4-FFF2-40B4-BE49-F238E27FC236}">
                    <a16:creationId xmlns:a16="http://schemas.microsoft.com/office/drawing/2014/main" id="{C6E9267A-65B5-9DFD-3210-80C94C6CE6DD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4" name="pg1604">
                <a:extLst>
                  <a:ext uri="{FF2B5EF4-FFF2-40B4-BE49-F238E27FC236}">
                    <a16:creationId xmlns:a16="http://schemas.microsoft.com/office/drawing/2014/main" id="{23A8B701-D285-596A-DBAA-A4FAA578F713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5" name="pg1605">
                <a:extLst>
                  <a:ext uri="{FF2B5EF4-FFF2-40B4-BE49-F238E27FC236}">
                    <a16:creationId xmlns:a16="http://schemas.microsoft.com/office/drawing/2014/main" id="{8BB3CF45-7377-08F0-F6CA-7F9984F19C1C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6" name="pg1606">
                <a:extLst>
                  <a:ext uri="{FF2B5EF4-FFF2-40B4-BE49-F238E27FC236}">
                    <a16:creationId xmlns:a16="http://schemas.microsoft.com/office/drawing/2014/main" id="{D001DB77-BD9C-E956-4C59-C84AB2D86F7B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7" name="pg1607">
                <a:extLst>
                  <a:ext uri="{FF2B5EF4-FFF2-40B4-BE49-F238E27FC236}">
                    <a16:creationId xmlns:a16="http://schemas.microsoft.com/office/drawing/2014/main" id="{73F2A3FB-9B26-905F-E8F2-25DCE3954454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8" name="pg1608">
                <a:extLst>
                  <a:ext uri="{FF2B5EF4-FFF2-40B4-BE49-F238E27FC236}">
                    <a16:creationId xmlns:a16="http://schemas.microsoft.com/office/drawing/2014/main" id="{5B01EA55-9AE3-3F6D-F086-3112C1F0AAF6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9" name="pg1609">
                <a:extLst>
                  <a:ext uri="{FF2B5EF4-FFF2-40B4-BE49-F238E27FC236}">
                    <a16:creationId xmlns:a16="http://schemas.microsoft.com/office/drawing/2014/main" id="{3C47BE64-6B69-9DD5-AE13-12FB9AB7785B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0" name="pg1610">
                <a:extLst>
                  <a:ext uri="{FF2B5EF4-FFF2-40B4-BE49-F238E27FC236}">
                    <a16:creationId xmlns:a16="http://schemas.microsoft.com/office/drawing/2014/main" id="{CD78B075-3540-5D77-D1A0-5A5106D5C76A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1" name="pg1611">
                <a:extLst>
                  <a:ext uri="{FF2B5EF4-FFF2-40B4-BE49-F238E27FC236}">
                    <a16:creationId xmlns:a16="http://schemas.microsoft.com/office/drawing/2014/main" id="{CF6E2CC1-A5C2-EEAB-437E-C2600071C54E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2" name="pg1612">
                <a:extLst>
                  <a:ext uri="{FF2B5EF4-FFF2-40B4-BE49-F238E27FC236}">
                    <a16:creationId xmlns:a16="http://schemas.microsoft.com/office/drawing/2014/main" id="{99C91B6E-0BC4-D6CF-D0DA-C913A0EAD7A8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3" name="pg1613">
                <a:extLst>
                  <a:ext uri="{FF2B5EF4-FFF2-40B4-BE49-F238E27FC236}">
                    <a16:creationId xmlns:a16="http://schemas.microsoft.com/office/drawing/2014/main" id="{4BB24A48-76DA-212C-AF66-F0FD9B500A7C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4" name="pg1614">
                <a:extLst>
                  <a:ext uri="{FF2B5EF4-FFF2-40B4-BE49-F238E27FC236}">
                    <a16:creationId xmlns:a16="http://schemas.microsoft.com/office/drawing/2014/main" id="{DF56DA48-C4A3-5572-5644-BF9C6F2D0B14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5" name="pg1615">
                <a:extLst>
                  <a:ext uri="{FF2B5EF4-FFF2-40B4-BE49-F238E27FC236}">
                    <a16:creationId xmlns:a16="http://schemas.microsoft.com/office/drawing/2014/main" id="{11983AE0-964A-84C9-51E3-23937800A9B8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6" name="pg1616">
                <a:extLst>
                  <a:ext uri="{FF2B5EF4-FFF2-40B4-BE49-F238E27FC236}">
                    <a16:creationId xmlns:a16="http://schemas.microsoft.com/office/drawing/2014/main" id="{2933D475-0E8B-D567-27C6-2866FDED7DD4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7" name="pg1617">
                <a:extLst>
                  <a:ext uri="{FF2B5EF4-FFF2-40B4-BE49-F238E27FC236}">
                    <a16:creationId xmlns:a16="http://schemas.microsoft.com/office/drawing/2014/main" id="{CB6AFA6F-6F0C-2C06-5DE0-EE246208D2DF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8" name="pg1618">
                <a:extLst>
                  <a:ext uri="{FF2B5EF4-FFF2-40B4-BE49-F238E27FC236}">
                    <a16:creationId xmlns:a16="http://schemas.microsoft.com/office/drawing/2014/main" id="{8E141406-D367-9111-5F43-DAC7D806470C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9" name="pg1619">
                <a:extLst>
                  <a:ext uri="{FF2B5EF4-FFF2-40B4-BE49-F238E27FC236}">
                    <a16:creationId xmlns:a16="http://schemas.microsoft.com/office/drawing/2014/main" id="{06995DB6-DE5F-2769-2234-39F6660C81ED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0" name="pg1620">
                <a:extLst>
                  <a:ext uri="{FF2B5EF4-FFF2-40B4-BE49-F238E27FC236}">
                    <a16:creationId xmlns:a16="http://schemas.microsoft.com/office/drawing/2014/main" id="{2F03DE1F-9078-292C-467F-FEB7DEDC9313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1" name="pg1621">
                <a:extLst>
                  <a:ext uri="{FF2B5EF4-FFF2-40B4-BE49-F238E27FC236}">
                    <a16:creationId xmlns:a16="http://schemas.microsoft.com/office/drawing/2014/main" id="{8F40735D-4B9E-41A4-D4A6-FD95EADA421A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2" name="pg1622">
                <a:extLst>
                  <a:ext uri="{FF2B5EF4-FFF2-40B4-BE49-F238E27FC236}">
                    <a16:creationId xmlns:a16="http://schemas.microsoft.com/office/drawing/2014/main" id="{F3E8DCC1-5E19-E1C7-C956-78BB4FEE5BFB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3" name="pg1623">
                <a:extLst>
                  <a:ext uri="{FF2B5EF4-FFF2-40B4-BE49-F238E27FC236}">
                    <a16:creationId xmlns:a16="http://schemas.microsoft.com/office/drawing/2014/main" id="{B57EAEA3-5B5A-3275-BBEB-B0328E9FDCDF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4" name="pg1624">
                <a:extLst>
                  <a:ext uri="{FF2B5EF4-FFF2-40B4-BE49-F238E27FC236}">
                    <a16:creationId xmlns:a16="http://schemas.microsoft.com/office/drawing/2014/main" id="{C4569F11-E6EF-08C3-8610-5C4259BF96D4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5" name="pg1625">
                <a:extLst>
                  <a:ext uri="{FF2B5EF4-FFF2-40B4-BE49-F238E27FC236}">
                    <a16:creationId xmlns:a16="http://schemas.microsoft.com/office/drawing/2014/main" id="{2B8CBA6B-CF8F-89D3-74B4-50232C34CA66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6" name="pg1626">
                <a:extLst>
                  <a:ext uri="{FF2B5EF4-FFF2-40B4-BE49-F238E27FC236}">
                    <a16:creationId xmlns:a16="http://schemas.microsoft.com/office/drawing/2014/main" id="{61BE1ACE-9CA3-850C-935D-79D2910D264E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7" name="pg1627">
                <a:extLst>
                  <a:ext uri="{FF2B5EF4-FFF2-40B4-BE49-F238E27FC236}">
                    <a16:creationId xmlns:a16="http://schemas.microsoft.com/office/drawing/2014/main" id="{83285C54-B62E-F9FB-C575-5EA1046EBEAD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8" name="pg1628">
                <a:extLst>
                  <a:ext uri="{FF2B5EF4-FFF2-40B4-BE49-F238E27FC236}">
                    <a16:creationId xmlns:a16="http://schemas.microsoft.com/office/drawing/2014/main" id="{75478804-9168-2C34-DFCD-B8CEFD5631EB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9" name="pg1629">
                <a:extLst>
                  <a:ext uri="{FF2B5EF4-FFF2-40B4-BE49-F238E27FC236}">
                    <a16:creationId xmlns:a16="http://schemas.microsoft.com/office/drawing/2014/main" id="{B6B27B1C-2FFE-FEA3-0CD9-45BFF11B08CB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0" name="pg1630">
                <a:extLst>
                  <a:ext uri="{FF2B5EF4-FFF2-40B4-BE49-F238E27FC236}">
                    <a16:creationId xmlns:a16="http://schemas.microsoft.com/office/drawing/2014/main" id="{BB3DD5B4-E8F7-7649-4634-440D6BAA07FC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1" name="pg1631">
                <a:extLst>
                  <a:ext uri="{FF2B5EF4-FFF2-40B4-BE49-F238E27FC236}">
                    <a16:creationId xmlns:a16="http://schemas.microsoft.com/office/drawing/2014/main" id="{75CEED98-938F-7AFC-C4F2-C812D82A071F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2" name="pg1632">
                <a:extLst>
                  <a:ext uri="{FF2B5EF4-FFF2-40B4-BE49-F238E27FC236}">
                    <a16:creationId xmlns:a16="http://schemas.microsoft.com/office/drawing/2014/main" id="{9B487016-D75A-20D9-1CB9-AA0E37C75078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3" name="pg1633">
                <a:extLst>
                  <a:ext uri="{FF2B5EF4-FFF2-40B4-BE49-F238E27FC236}">
                    <a16:creationId xmlns:a16="http://schemas.microsoft.com/office/drawing/2014/main" id="{ED8A4BCA-0922-F35D-9478-A223BFFFC28E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4" name="pg1634">
                <a:extLst>
                  <a:ext uri="{FF2B5EF4-FFF2-40B4-BE49-F238E27FC236}">
                    <a16:creationId xmlns:a16="http://schemas.microsoft.com/office/drawing/2014/main" id="{C0936903-6CF6-399A-57BC-04947CABF91F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5" name="pg1635">
                <a:extLst>
                  <a:ext uri="{FF2B5EF4-FFF2-40B4-BE49-F238E27FC236}">
                    <a16:creationId xmlns:a16="http://schemas.microsoft.com/office/drawing/2014/main" id="{45E0C957-5C1E-4947-482A-FC7BD64057AB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6" name="pg1636">
                <a:extLst>
                  <a:ext uri="{FF2B5EF4-FFF2-40B4-BE49-F238E27FC236}">
                    <a16:creationId xmlns:a16="http://schemas.microsoft.com/office/drawing/2014/main" id="{0993EA5A-E6CA-0B5E-698F-D297E4800965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7" name="pg1637">
                <a:extLst>
                  <a:ext uri="{FF2B5EF4-FFF2-40B4-BE49-F238E27FC236}">
                    <a16:creationId xmlns:a16="http://schemas.microsoft.com/office/drawing/2014/main" id="{16F36A1F-601F-BA68-DCB5-160BAE316568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8" name="pg1638">
                <a:extLst>
                  <a:ext uri="{FF2B5EF4-FFF2-40B4-BE49-F238E27FC236}">
                    <a16:creationId xmlns:a16="http://schemas.microsoft.com/office/drawing/2014/main" id="{D49F8921-84F3-93C9-0F41-E4A0CD8D665A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9" name="pg1639">
                <a:extLst>
                  <a:ext uri="{FF2B5EF4-FFF2-40B4-BE49-F238E27FC236}">
                    <a16:creationId xmlns:a16="http://schemas.microsoft.com/office/drawing/2014/main" id="{399E2F2F-2650-9AB4-BB8F-6BC9FB54D999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0" name="pg1640">
                <a:extLst>
                  <a:ext uri="{FF2B5EF4-FFF2-40B4-BE49-F238E27FC236}">
                    <a16:creationId xmlns:a16="http://schemas.microsoft.com/office/drawing/2014/main" id="{23B5E604-9B91-100C-7180-DBF76884E870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1" name="pg1641">
                <a:extLst>
                  <a:ext uri="{FF2B5EF4-FFF2-40B4-BE49-F238E27FC236}">
                    <a16:creationId xmlns:a16="http://schemas.microsoft.com/office/drawing/2014/main" id="{68B6E1E1-DA99-D8E2-7E8A-936616792D50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2" name="pg1642">
                <a:extLst>
                  <a:ext uri="{FF2B5EF4-FFF2-40B4-BE49-F238E27FC236}">
                    <a16:creationId xmlns:a16="http://schemas.microsoft.com/office/drawing/2014/main" id="{A86EAE79-C7A8-D13A-6CF8-40C7B98190A6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3" name="pg1643">
                <a:extLst>
                  <a:ext uri="{FF2B5EF4-FFF2-40B4-BE49-F238E27FC236}">
                    <a16:creationId xmlns:a16="http://schemas.microsoft.com/office/drawing/2014/main" id="{81A05285-5A53-AD14-1CFA-4FEFB0E2028A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4" name="pg1644">
                <a:extLst>
                  <a:ext uri="{FF2B5EF4-FFF2-40B4-BE49-F238E27FC236}">
                    <a16:creationId xmlns:a16="http://schemas.microsoft.com/office/drawing/2014/main" id="{9B703E50-276C-F8DB-5FA9-718D7FA35D44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5" name="pg1645">
                <a:extLst>
                  <a:ext uri="{FF2B5EF4-FFF2-40B4-BE49-F238E27FC236}">
                    <a16:creationId xmlns:a16="http://schemas.microsoft.com/office/drawing/2014/main" id="{FAC5F0AC-38D8-9141-2296-ED154B60F05C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6" name="pg1646">
                <a:extLst>
                  <a:ext uri="{FF2B5EF4-FFF2-40B4-BE49-F238E27FC236}">
                    <a16:creationId xmlns:a16="http://schemas.microsoft.com/office/drawing/2014/main" id="{E4CE4511-641D-87D0-8F78-03EACD09CAE1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7" name="pg1647">
                <a:extLst>
                  <a:ext uri="{FF2B5EF4-FFF2-40B4-BE49-F238E27FC236}">
                    <a16:creationId xmlns:a16="http://schemas.microsoft.com/office/drawing/2014/main" id="{BAB78EEE-8DD5-952B-9F44-27EE75BE54F0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8" name="pg1648">
                <a:extLst>
                  <a:ext uri="{FF2B5EF4-FFF2-40B4-BE49-F238E27FC236}">
                    <a16:creationId xmlns:a16="http://schemas.microsoft.com/office/drawing/2014/main" id="{9DDDAEA4-F07E-0109-3FF5-C589B13FC606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9" name="pg1649">
                <a:extLst>
                  <a:ext uri="{FF2B5EF4-FFF2-40B4-BE49-F238E27FC236}">
                    <a16:creationId xmlns:a16="http://schemas.microsoft.com/office/drawing/2014/main" id="{542E1E4F-D1F7-A5E1-0AC4-8ADF74910E4A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0" name="pg1650">
                <a:extLst>
                  <a:ext uri="{FF2B5EF4-FFF2-40B4-BE49-F238E27FC236}">
                    <a16:creationId xmlns:a16="http://schemas.microsoft.com/office/drawing/2014/main" id="{3AE3C117-2F5C-61DC-7D63-D7A37DA43788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1" name="pg1651">
                <a:extLst>
                  <a:ext uri="{FF2B5EF4-FFF2-40B4-BE49-F238E27FC236}">
                    <a16:creationId xmlns:a16="http://schemas.microsoft.com/office/drawing/2014/main" id="{24D0C9EB-EF0F-862A-BDBF-F46D253B406D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2" name="pg1652">
                <a:extLst>
                  <a:ext uri="{FF2B5EF4-FFF2-40B4-BE49-F238E27FC236}">
                    <a16:creationId xmlns:a16="http://schemas.microsoft.com/office/drawing/2014/main" id="{0ED0505C-191F-1019-E1BB-F4249EE8DA99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3" name="pg1653">
                <a:extLst>
                  <a:ext uri="{FF2B5EF4-FFF2-40B4-BE49-F238E27FC236}">
                    <a16:creationId xmlns:a16="http://schemas.microsoft.com/office/drawing/2014/main" id="{143907E7-A5EB-76EA-FEBA-82357D3321A6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4" name="pg1654">
                <a:extLst>
                  <a:ext uri="{FF2B5EF4-FFF2-40B4-BE49-F238E27FC236}">
                    <a16:creationId xmlns:a16="http://schemas.microsoft.com/office/drawing/2014/main" id="{8E5D835C-637C-FE59-F33C-76205687C0F9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5" name="pg1655">
                <a:extLst>
                  <a:ext uri="{FF2B5EF4-FFF2-40B4-BE49-F238E27FC236}">
                    <a16:creationId xmlns:a16="http://schemas.microsoft.com/office/drawing/2014/main" id="{4A25CD4F-0A46-7A92-E9B9-0DF08FF5CD9C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6" name="pg1656">
                <a:extLst>
                  <a:ext uri="{FF2B5EF4-FFF2-40B4-BE49-F238E27FC236}">
                    <a16:creationId xmlns:a16="http://schemas.microsoft.com/office/drawing/2014/main" id="{2EA21E79-D097-A54C-9D41-D5F1C06EBCA7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7" name="pg1657">
                <a:extLst>
                  <a:ext uri="{FF2B5EF4-FFF2-40B4-BE49-F238E27FC236}">
                    <a16:creationId xmlns:a16="http://schemas.microsoft.com/office/drawing/2014/main" id="{F8DFE0CA-0455-39BE-63C0-72DB2B82B69C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8" name="pg1658">
                <a:extLst>
                  <a:ext uri="{FF2B5EF4-FFF2-40B4-BE49-F238E27FC236}">
                    <a16:creationId xmlns:a16="http://schemas.microsoft.com/office/drawing/2014/main" id="{F39AA8F1-F075-DE5E-12AB-745E0898216F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9" name="pg1659">
                <a:extLst>
                  <a:ext uri="{FF2B5EF4-FFF2-40B4-BE49-F238E27FC236}">
                    <a16:creationId xmlns:a16="http://schemas.microsoft.com/office/drawing/2014/main" id="{7922C035-7FF8-336D-04E8-716251C27063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0" name="pg1660">
                <a:extLst>
                  <a:ext uri="{FF2B5EF4-FFF2-40B4-BE49-F238E27FC236}">
                    <a16:creationId xmlns:a16="http://schemas.microsoft.com/office/drawing/2014/main" id="{BECAFEAC-8959-FEB2-1ECF-2094F7FC437B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1" name="pg1661">
                <a:extLst>
                  <a:ext uri="{FF2B5EF4-FFF2-40B4-BE49-F238E27FC236}">
                    <a16:creationId xmlns:a16="http://schemas.microsoft.com/office/drawing/2014/main" id="{07C74AFE-A223-6D62-2330-864CB7E4A16E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2" name="pg1662">
                <a:extLst>
                  <a:ext uri="{FF2B5EF4-FFF2-40B4-BE49-F238E27FC236}">
                    <a16:creationId xmlns:a16="http://schemas.microsoft.com/office/drawing/2014/main" id="{3B2C6FBF-3F06-4048-6469-37EF25806A3E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3" name="pg1663">
                <a:extLst>
                  <a:ext uri="{FF2B5EF4-FFF2-40B4-BE49-F238E27FC236}">
                    <a16:creationId xmlns:a16="http://schemas.microsoft.com/office/drawing/2014/main" id="{067F148B-6D57-1F3A-6CCD-598152E6DC89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4" name="pg1664">
                <a:extLst>
                  <a:ext uri="{FF2B5EF4-FFF2-40B4-BE49-F238E27FC236}">
                    <a16:creationId xmlns:a16="http://schemas.microsoft.com/office/drawing/2014/main" id="{582A3603-CE01-07A2-A117-B5C212040D3C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5" name="pg1665">
                <a:extLst>
                  <a:ext uri="{FF2B5EF4-FFF2-40B4-BE49-F238E27FC236}">
                    <a16:creationId xmlns:a16="http://schemas.microsoft.com/office/drawing/2014/main" id="{4980A4DC-75D4-9EF4-0F33-5D3F086B36AD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6" name="pg1666">
                <a:extLst>
                  <a:ext uri="{FF2B5EF4-FFF2-40B4-BE49-F238E27FC236}">
                    <a16:creationId xmlns:a16="http://schemas.microsoft.com/office/drawing/2014/main" id="{5E9DE9E8-281B-B00E-0276-03249C6A2776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7" name="pg1667">
                <a:extLst>
                  <a:ext uri="{FF2B5EF4-FFF2-40B4-BE49-F238E27FC236}">
                    <a16:creationId xmlns:a16="http://schemas.microsoft.com/office/drawing/2014/main" id="{6447F446-AD71-0911-1802-E29D75066EFA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8" name="pg1668">
                <a:extLst>
                  <a:ext uri="{FF2B5EF4-FFF2-40B4-BE49-F238E27FC236}">
                    <a16:creationId xmlns:a16="http://schemas.microsoft.com/office/drawing/2014/main" id="{371A7819-9F4F-711B-80C9-04E178912EB8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9" name="pg1669">
                <a:extLst>
                  <a:ext uri="{FF2B5EF4-FFF2-40B4-BE49-F238E27FC236}">
                    <a16:creationId xmlns:a16="http://schemas.microsoft.com/office/drawing/2014/main" id="{6FEEA869-8C9D-B8A0-4A63-230CDB5972F9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0" name="pg1670">
                <a:extLst>
                  <a:ext uri="{FF2B5EF4-FFF2-40B4-BE49-F238E27FC236}">
                    <a16:creationId xmlns:a16="http://schemas.microsoft.com/office/drawing/2014/main" id="{0ACA7708-A7BC-A82A-3DF2-D3BF7C0DEA66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1" name="pg1671">
                <a:extLst>
                  <a:ext uri="{FF2B5EF4-FFF2-40B4-BE49-F238E27FC236}">
                    <a16:creationId xmlns:a16="http://schemas.microsoft.com/office/drawing/2014/main" id="{9773C721-46F8-8995-3C2E-8E32CCC3B762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2" name="pg1672">
                <a:extLst>
                  <a:ext uri="{FF2B5EF4-FFF2-40B4-BE49-F238E27FC236}">
                    <a16:creationId xmlns:a16="http://schemas.microsoft.com/office/drawing/2014/main" id="{ADEAE85C-BC14-CFA5-1C4A-3D5DF44E4B15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3" name="pg1673">
                <a:extLst>
                  <a:ext uri="{FF2B5EF4-FFF2-40B4-BE49-F238E27FC236}">
                    <a16:creationId xmlns:a16="http://schemas.microsoft.com/office/drawing/2014/main" id="{B339A518-DD2A-A3F8-E0D2-D194ECC16978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4" name="pg1674">
                <a:extLst>
                  <a:ext uri="{FF2B5EF4-FFF2-40B4-BE49-F238E27FC236}">
                    <a16:creationId xmlns:a16="http://schemas.microsoft.com/office/drawing/2014/main" id="{AC18CD30-BDE8-3E19-5A8F-E16FFC04D7F2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5" name="pg1675">
                <a:extLst>
                  <a:ext uri="{FF2B5EF4-FFF2-40B4-BE49-F238E27FC236}">
                    <a16:creationId xmlns:a16="http://schemas.microsoft.com/office/drawing/2014/main" id="{B8A436F3-E29D-9DD1-9A7E-FE9B0775FBDF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6" name="pg1676">
                <a:extLst>
                  <a:ext uri="{FF2B5EF4-FFF2-40B4-BE49-F238E27FC236}">
                    <a16:creationId xmlns:a16="http://schemas.microsoft.com/office/drawing/2014/main" id="{7DFE782D-1808-E5DE-6151-A91E6C207975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7" name="pg1677">
                <a:extLst>
                  <a:ext uri="{FF2B5EF4-FFF2-40B4-BE49-F238E27FC236}">
                    <a16:creationId xmlns:a16="http://schemas.microsoft.com/office/drawing/2014/main" id="{72FEC3FD-D070-52EC-431A-20ACF58748A6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8" name="pg1678">
                <a:extLst>
                  <a:ext uri="{FF2B5EF4-FFF2-40B4-BE49-F238E27FC236}">
                    <a16:creationId xmlns:a16="http://schemas.microsoft.com/office/drawing/2014/main" id="{9F1F89E4-20DF-9F92-ABD8-8BBA0935B141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9" name="pg1679">
                <a:extLst>
                  <a:ext uri="{FF2B5EF4-FFF2-40B4-BE49-F238E27FC236}">
                    <a16:creationId xmlns:a16="http://schemas.microsoft.com/office/drawing/2014/main" id="{AA317CF3-C4B6-AEEB-3EA0-75C681E02FE7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0" name="pg1680">
                <a:extLst>
                  <a:ext uri="{FF2B5EF4-FFF2-40B4-BE49-F238E27FC236}">
                    <a16:creationId xmlns:a16="http://schemas.microsoft.com/office/drawing/2014/main" id="{602B1090-8785-1E84-801E-C272CEE57522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1" name="pg1681">
                <a:extLst>
                  <a:ext uri="{FF2B5EF4-FFF2-40B4-BE49-F238E27FC236}">
                    <a16:creationId xmlns:a16="http://schemas.microsoft.com/office/drawing/2014/main" id="{912E57BE-D566-CCFA-D5F8-9C91906F5490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2" name="pg1682">
                <a:extLst>
                  <a:ext uri="{FF2B5EF4-FFF2-40B4-BE49-F238E27FC236}">
                    <a16:creationId xmlns:a16="http://schemas.microsoft.com/office/drawing/2014/main" id="{A212D56C-CE1F-2B76-0290-CF1ACAD1D766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3" name="pg1683">
                <a:extLst>
                  <a:ext uri="{FF2B5EF4-FFF2-40B4-BE49-F238E27FC236}">
                    <a16:creationId xmlns:a16="http://schemas.microsoft.com/office/drawing/2014/main" id="{387A2150-E640-D04C-E790-D24A67E23669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4" name="pg1684">
                <a:extLst>
                  <a:ext uri="{FF2B5EF4-FFF2-40B4-BE49-F238E27FC236}">
                    <a16:creationId xmlns:a16="http://schemas.microsoft.com/office/drawing/2014/main" id="{97415250-9B3C-28D6-C7C0-CE9F9E92F5F6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5" name="pg1685">
                <a:extLst>
                  <a:ext uri="{FF2B5EF4-FFF2-40B4-BE49-F238E27FC236}">
                    <a16:creationId xmlns:a16="http://schemas.microsoft.com/office/drawing/2014/main" id="{36A269E5-B724-CF53-B226-B7CE1ABB9FDF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6" name="pg1686">
                <a:extLst>
                  <a:ext uri="{FF2B5EF4-FFF2-40B4-BE49-F238E27FC236}">
                    <a16:creationId xmlns:a16="http://schemas.microsoft.com/office/drawing/2014/main" id="{8F3B2C79-110E-CFE9-57CC-FA88CE894DDF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7" name="pg1687">
                <a:extLst>
                  <a:ext uri="{FF2B5EF4-FFF2-40B4-BE49-F238E27FC236}">
                    <a16:creationId xmlns:a16="http://schemas.microsoft.com/office/drawing/2014/main" id="{6E7A2206-A0E2-14DA-4F0D-299E3E17433D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8" name="pg1688">
                <a:extLst>
                  <a:ext uri="{FF2B5EF4-FFF2-40B4-BE49-F238E27FC236}">
                    <a16:creationId xmlns:a16="http://schemas.microsoft.com/office/drawing/2014/main" id="{3FEB6902-2130-4B0C-73E1-8F0E19647B03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9" name="pg1689">
                <a:extLst>
                  <a:ext uri="{FF2B5EF4-FFF2-40B4-BE49-F238E27FC236}">
                    <a16:creationId xmlns:a16="http://schemas.microsoft.com/office/drawing/2014/main" id="{D162316E-44F0-B6A6-5FB0-1313D915C312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0" name="pg1690">
                <a:extLst>
                  <a:ext uri="{FF2B5EF4-FFF2-40B4-BE49-F238E27FC236}">
                    <a16:creationId xmlns:a16="http://schemas.microsoft.com/office/drawing/2014/main" id="{53A7B1BB-A968-1B10-7850-607A85AE33C6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1" name="pg1691">
                <a:extLst>
                  <a:ext uri="{FF2B5EF4-FFF2-40B4-BE49-F238E27FC236}">
                    <a16:creationId xmlns:a16="http://schemas.microsoft.com/office/drawing/2014/main" id="{2DF1CED2-AA93-689A-A38F-19E9D7214D1A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2" name="pg1692">
                <a:extLst>
                  <a:ext uri="{FF2B5EF4-FFF2-40B4-BE49-F238E27FC236}">
                    <a16:creationId xmlns:a16="http://schemas.microsoft.com/office/drawing/2014/main" id="{729BCF6B-272F-BA6E-6000-CBD72E0F9B7E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3" name="pg1693">
                <a:extLst>
                  <a:ext uri="{FF2B5EF4-FFF2-40B4-BE49-F238E27FC236}">
                    <a16:creationId xmlns:a16="http://schemas.microsoft.com/office/drawing/2014/main" id="{12D961AF-9C8C-C694-619A-D9602D79B103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4" name="pg1694">
                <a:extLst>
                  <a:ext uri="{FF2B5EF4-FFF2-40B4-BE49-F238E27FC236}">
                    <a16:creationId xmlns:a16="http://schemas.microsoft.com/office/drawing/2014/main" id="{6FA84AE8-FEBA-8E44-C326-F50114410F91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5" name="pg1695">
                <a:extLst>
                  <a:ext uri="{FF2B5EF4-FFF2-40B4-BE49-F238E27FC236}">
                    <a16:creationId xmlns:a16="http://schemas.microsoft.com/office/drawing/2014/main" id="{3A9C578F-2351-2148-557A-41821A55AA4D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6" name="pg1696">
                <a:extLst>
                  <a:ext uri="{FF2B5EF4-FFF2-40B4-BE49-F238E27FC236}">
                    <a16:creationId xmlns:a16="http://schemas.microsoft.com/office/drawing/2014/main" id="{7EB296C5-78D7-32E7-EA9A-D76CB0B51A6D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7" name="pg1697">
                <a:extLst>
                  <a:ext uri="{FF2B5EF4-FFF2-40B4-BE49-F238E27FC236}">
                    <a16:creationId xmlns:a16="http://schemas.microsoft.com/office/drawing/2014/main" id="{EF24D25C-3897-9BB0-A566-81EABF8C9215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8" name="pg1698">
                <a:extLst>
                  <a:ext uri="{FF2B5EF4-FFF2-40B4-BE49-F238E27FC236}">
                    <a16:creationId xmlns:a16="http://schemas.microsoft.com/office/drawing/2014/main" id="{AB24B7EB-016A-3850-6E51-B7FCE2A3115B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9" name="pg1699">
                <a:extLst>
                  <a:ext uri="{FF2B5EF4-FFF2-40B4-BE49-F238E27FC236}">
                    <a16:creationId xmlns:a16="http://schemas.microsoft.com/office/drawing/2014/main" id="{652320BD-C651-A2B5-459A-15E9678AF8F6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0" name="pg1700">
                <a:extLst>
                  <a:ext uri="{FF2B5EF4-FFF2-40B4-BE49-F238E27FC236}">
                    <a16:creationId xmlns:a16="http://schemas.microsoft.com/office/drawing/2014/main" id="{10005450-A4E0-C24B-F453-50B22DA5E2EC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1" name="pg1701">
                <a:extLst>
                  <a:ext uri="{FF2B5EF4-FFF2-40B4-BE49-F238E27FC236}">
                    <a16:creationId xmlns:a16="http://schemas.microsoft.com/office/drawing/2014/main" id="{5ACD42D4-9365-7A40-2FB0-1D984E739CA3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2" name="pg1702">
                <a:extLst>
                  <a:ext uri="{FF2B5EF4-FFF2-40B4-BE49-F238E27FC236}">
                    <a16:creationId xmlns:a16="http://schemas.microsoft.com/office/drawing/2014/main" id="{DCF19F3E-12C2-8E76-1F29-E4FF90945C5A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3" name="pg1703">
                <a:extLst>
                  <a:ext uri="{FF2B5EF4-FFF2-40B4-BE49-F238E27FC236}">
                    <a16:creationId xmlns:a16="http://schemas.microsoft.com/office/drawing/2014/main" id="{B1ADF479-E1D5-6D9D-5FF0-207E4E6F5070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4" name="pg1704">
                <a:extLst>
                  <a:ext uri="{FF2B5EF4-FFF2-40B4-BE49-F238E27FC236}">
                    <a16:creationId xmlns:a16="http://schemas.microsoft.com/office/drawing/2014/main" id="{F154CB59-9501-A52E-CD4E-36DFFF869D3C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5" name="pg1705">
                <a:extLst>
                  <a:ext uri="{FF2B5EF4-FFF2-40B4-BE49-F238E27FC236}">
                    <a16:creationId xmlns:a16="http://schemas.microsoft.com/office/drawing/2014/main" id="{B7D5160D-9BE4-B330-2B30-33EE54BF0C5A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6" name="pg1706">
                <a:extLst>
                  <a:ext uri="{FF2B5EF4-FFF2-40B4-BE49-F238E27FC236}">
                    <a16:creationId xmlns:a16="http://schemas.microsoft.com/office/drawing/2014/main" id="{4F35F7AC-B888-446A-B795-156B6F11573A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7" name="pg1707">
                <a:extLst>
                  <a:ext uri="{FF2B5EF4-FFF2-40B4-BE49-F238E27FC236}">
                    <a16:creationId xmlns:a16="http://schemas.microsoft.com/office/drawing/2014/main" id="{D654D8F4-F109-BEBE-AB99-CED5E1E258CD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8" name="pg1708">
                <a:extLst>
                  <a:ext uri="{FF2B5EF4-FFF2-40B4-BE49-F238E27FC236}">
                    <a16:creationId xmlns:a16="http://schemas.microsoft.com/office/drawing/2014/main" id="{C42A3B75-618E-3921-849C-6D99A52AB864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9" name="pg1709">
                <a:extLst>
                  <a:ext uri="{FF2B5EF4-FFF2-40B4-BE49-F238E27FC236}">
                    <a16:creationId xmlns:a16="http://schemas.microsoft.com/office/drawing/2014/main" id="{8D619A5B-1FFF-E914-FDA7-3C6FC1D577A8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0" name="pg1710">
                <a:extLst>
                  <a:ext uri="{FF2B5EF4-FFF2-40B4-BE49-F238E27FC236}">
                    <a16:creationId xmlns:a16="http://schemas.microsoft.com/office/drawing/2014/main" id="{3DC52D28-E80E-57B7-02E2-9E946E71850D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1" name="pg1711">
                <a:extLst>
                  <a:ext uri="{FF2B5EF4-FFF2-40B4-BE49-F238E27FC236}">
                    <a16:creationId xmlns:a16="http://schemas.microsoft.com/office/drawing/2014/main" id="{34374167-F8F7-BE5A-5AAA-91CF02C7EC1F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2" name="pg1712">
                <a:extLst>
                  <a:ext uri="{FF2B5EF4-FFF2-40B4-BE49-F238E27FC236}">
                    <a16:creationId xmlns:a16="http://schemas.microsoft.com/office/drawing/2014/main" id="{A6C3FB46-2A84-DC9A-E1E3-798748AF6834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3" name="pg1713">
                <a:extLst>
                  <a:ext uri="{FF2B5EF4-FFF2-40B4-BE49-F238E27FC236}">
                    <a16:creationId xmlns:a16="http://schemas.microsoft.com/office/drawing/2014/main" id="{3F95028B-AA9E-42F6-370A-1FA47FBD12F6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4" name="pg1714">
                <a:extLst>
                  <a:ext uri="{FF2B5EF4-FFF2-40B4-BE49-F238E27FC236}">
                    <a16:creationId xmlns:a16="http://schemas.microsoft.com/office/drawing/2014/main" id="{726459FB-F9D6-0B24-832D-499974D3942A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5" name="pg1715">
                <a:extLst>
                  <a:ext uri="{FF2B5EF4-FFF2-40B4-BE49-F238E27FC236}">
                    <a16:creationId xmlns:a16="http://schemas.microsoft.com/office/drawing/2014/main" id="{D4854597-A8F4-A477-F06E-BC1A8BF6FB57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6" name="pg1716">
                <a:extLst>
                  <a:ext uri="{FF2B5EF4-FFF2-40B4-BE49-F238E27FC236}">
                    <a16:creationId xmlns:a16="http://schemas.microsoft.com/office/drawing/2014/main" id="{BEB51C22-7CD8-016C-43FC-8FC2C316B372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7" name="pg1717">
                <a:extLst>
                  <a:ext uri="{FF2B5EF4-FFF2-40B4-BE49-F238E27FC236}">
                    <a16:creationId xmlns:a16="http://schemas.microsoft.com/office/drawing/2014/main" id="{79F461AB-CD80-BDEF-2757-084208D4755B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8" name="pg1718">
                <a:extLst>
                  <a:ext uri="{FF2B5EF4-FFF2-40B4-BE49-F238E27FC236}">
                    <a16:creationId xmlns:a16="http://schemas.microsoft.com/office/drawing/2014/main" id="{7F2B1BF9-25C3-BCBB-0452-2B76288D0726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9" name="pg1719">
                <a:extLst>
                  <a:ext uri="{FF2B5EF4-FFF2-40B4-BE49-F238E27FC236}">
                    <a16:creationId xmlns:a16="http://schemas.microsoft.com/office/drawing/2014/main" id="{40B5D80C-6CED-5647-A36F-059D42229982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0" name="pg1720">
                <a:extLst>
                  <a:ext uri="{FF2B5EF4-FFF2-40B4-BE49-F238E27FC236}">
                    <a16:creationId xmlns:a16="http://schemas.microsoft.com/office/drawing/2014/main" id="{A8A8AFC3-3A66-6D23-5899-7BB3288EC821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1" name="pg1721">
                <a:extLst>
                  <a:ext uri="{FF2B5EF4-FFF2-40B4-BE49-F238E27FC236}">
                    <a16:creationId xmlns:a16="http://schemas.microsoft.com/office/drawing/2014/main" id="{FDD93081-7D0A-B9D3-2644-2C42F6CFAAEB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2" name="pg1722">
                <a:extLst>
                  <a:ext uri="{FF2B5EF4-FFF2-40B4-BE49-F238E27FC236}">
                    <a16:creationId xmlns:a16="http://schemas.microsoft.com/office/drawing/2014/main" id="{1AD14E72-9229-53FC-7D24-1A6B108C7151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3" name="pg1723">
                <a:extLst>
                  <a:ext uri="{FF2B5EF4-FFF2-40B4-BE49-F238E27FC236}">
                    <a16:creationId xmlns:a16="http://schemas.microsoft.com/office/drawing/2014/main" id="{A5EE1154-8B22-A924-4315-692D21D68FF1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4" name="pg1724">
                <a:extLst>
                  <a:ext uri="{FF2B5EF4-FFF2-40B4-BE49-F238E27FC236}">
                    <a16:creationId xmlns:a16="http://schemas.microsoft.com/office/drawing/2014/main" id="{9FBB3F60-25AC-E241-037A-6DBCF2936130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5" name="pg1725">
                <a:extLst>
                  <a:ext uri="{FF2B5EF4-FFF2-40B4-BE49-F238E27FC236}">
                    <a16:creationId xmlns:a16="http://schemas.microsoft.com/office/drawing/2014/main" id="{C4592046-45AE-7500-04CE-7266230B6CBE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6" name="pg1726">
                <a:extLst>
                  <a:ext uri="{FF2B5EF4-FFF2-40B4-BE49-F238E27FC236}">
                    <a16:creationId xmlns:a16="http://schemas.microsoft.com/office/drawing/2014/main" id="{2F2BE7EC-3772-696C-26F6-BDE97FCDB651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7" name="pg1727">
                <a:extLst>
                  <a:ext uri="{FF2B5EF4-FFF2-40B4-BE49-F238E27FC236}">
                    <a16:creationId xmlns:a16="http://schemas.microsoft.com/office/drawing/2014/main" id="{4298DF8A-C453-9A68-5B31-E94D037322C0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8" name="pg1728">
                <a:extLst>
                  <a:ext uri="{FF2B5EF4-FFF2-40B4-BE49-F238E27FC236}">
                    <a16:creationId xmlns:a16="http://schemas.microsoft.com/office/drawing/2014/main" id="{D2F8625E-7A43-042B-245F-8C7FDC703ABD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9" name="pg1729">
                <a:extLst>
                  <a:ext uri="{FF2B5EF4-FFF2-40B4-BE49-F238E27FC236}">
                    <a16:creationId xmlns:a16="http://schemas.microsoft.com/office/drawing/2014/main" id="{CC9B10AD-3C49-AEFE-4841-8B100F9882C6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0" name="pg1730">
                <a:extLst>
                  <a:ext uri="{FF2B5EF4-FFF2-40B4-BE49-F238E27FC236}">
                    <a16:creationId xmlns:a16="http://schemas.microsoft.com/office/drawing/2014/main" id="{581041A9-B3FF-C1C1-5D0C-B54FE4486BA1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1" name="pg1731">
                <a:extLst>
                  <a:ext uri="{FF2B5EF4-FFF2-40B4-BE49-F238E27FC236}">
                    <a16:creationId xmlns:a16="http://schemas.microsoft.com/office/drawing/2014/main" id="{E4830EE3-0356-1036-37DF-B18AF207B8F5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2" name="pg1732">
                <a:extLst>
                  <a:ext uri="{FF2B5EF4-FFF2-40B4-BE49-F238E27FC236}">
                    <a16:creationId xmlns:a16="http://schemas.microsoft.com/office/drawing/2014/main" id="{FAC67DF2-360B-7360-C30F-FFCA54FDA725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3" name="pg1733">
                <a:extLst>
                  <a:ext uri="{FF2B5EF4-FFF2-40B4-BE49-F238E27FC236}">
                    <a16:creationId xmlns:a16="http://schemas.microsoft.com/office/drawing/2014/main" id="{761CC129-1FAC-D80C-89BE-0779CA2F359A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4" name="pg1734">
                <a:extLst>
                  <a:ext uri="{FF2B5EF4-FFF2-40B4-BE49-F238E27FC236}">
                    <a16:creationId xmlns:a16="http://schemas.microsoft.com/office/drawing/2014/main" id="{AB6748E2-9146-BD27-A3BF-48CDF4291568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5" name="pg1735">
                <a:extLst>
                  <a:ext uri="{FF2B5EF4-FFF2-40B4-BE49-F238E27FC236}">
                    <a16:creationId xmlns:a16="http://schemas.microsoft.com/office/drawing/2014/main" id="{DBCF4860-D684-4298-2358-1F89AD96FED6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6" name="pg1736">
                <a:extLst>
                  <a:ext uri="{FF2B5EF4-FFF2-40B4-BE49-F238E27FC236}">
                    <a16:creationId xmlns:a16="http://schemas.microsoft.com/office/drawing/2014/main" id="{8505E09B-07A3-6C46-F7DB-72444F6601C0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7" name="pg1737">
                <a:extLst>
                  <a:ext uri="{FF2B5EF4-FFF2-40B4-BE49-F238E27FC236}">
                    <a16:creationId xmlns:a16="http://schemas.microsoft.com/office/drawing/2014/main" id="{9E57A4E3-BDBE-406C-5DC3-D541741CA173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8" name="pg1738">
                <a:extLst>
                  <a:ext uri="{FF2B5EF4-FFF2-40B4-BE49-F238E27FC236}">
                    <a16:creationId xmlns:a16="http://schemas.microsoft.com/office/drawing/2014/main" id="{DCCDB678-A5C5-AFE4-E339-CF65D62F2CA6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9" name="pg1739">
                <a:extLst>
                  <a:ext uri="{FF2B5EF4-FFF2-40B4-BE49-F238E27FC236}">
                    <a16:creationId xmlns:a16="http://schemas.microsoft.com/office/drawing/2014/main" id="{6D32641C-DC54-C346-B33E-339F16299D7D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0" name="pg1740">
                <a:extLst>
                  <a:ext uri="{FF2B5EF4-FFF2-40B4-BE49-F238E27FC236}">
                    <a16:creationId xmlns:a16="http://schemas.microsoft.com/office/drawing/2014/main" id="{5DE269FD-C246-F234-C443-EBF5CE7174C9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1" name="pg1741">
                <a:extLst>
                  <a:ext uri="{FF2B5EF4-FFF2-40B4-BE49-F238E27FC236}">
                    <a16:creationId xmlns:a16="http://schemas.microsoft.com/office/drawing/2014/main" id="{2AF1F150-11E2-3C26-3535-7377B7DD62B0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2" name="pg1742">
                <a:extLst>
                  <a:ext uri="{FF2B5EF4-FFF2-40B4-BE49-F238E27FC236}">
                    <a16:creationId xmlns:a16="http://schemas.microsoft.com/office/drawing/2014/main" id="{F18A630A-F393-F668-F0A6-F874F8F6B1D8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3" name="pg1743">
                <a:extLst>
                  <a:ext uri="{FF2B5EF4-FFF2-40B4-BE49-F238E27FC236}">
                    <a16:creationId xmlns:a16="http://schemas.microsoft.com/office/drawing/2014/main" id="{E6312528-2551-0306-E569-E562053703FA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4" name="pg1744">
                <a:extLst>
                  <a:ext uri="{FF2B5EF4-FFF2-40B4-BE49-F238E27FC236}">
                    <a16:creationId xmlns:a16="http://schemas.microsoft.com/office/drawing/2014/main" id="{E84D0D07-B0EE-F149-E13C-236407AACBA0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5" name="pg1745">
                <a:extLst>
                  <a:ext uri="{FF2B5EF4-FFF2-40B4-BE49-F238E27FC236}">
                    <a16:creationId xmlns:a16="http://schemas.microsoft.com/office/drawing/2014/main" id="{7449AA5F-DA1D-0BE4-579E-076A6F919904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6" name="pg1746">
                <a:extLst>
                  <a:ext uri="{FF2B5EF4-FFF2-40B4-BE49-F238E27FC236}">
                    <a16:creationId xmlns:a16="http://schemas.microsoft.com/office/drawing/2014/main" id="{AA104B7E-DC8D-C1BA-153F-964112F2A8A6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7" name="pg1747">
                <a:extLst>
                  <a:ext uri="{FF2B5EF4-FFF2-40B4-BE49-F238E27FC236}">
                    <a16:creationId xmlns:a16="http://schemas.microsoft.com/office/drawing/2014/main" id="{8EDCBCB4-E51A-3ACC-0580-8F2905810E46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8" name="pg1748">
                <a:extLst>
                  <a:ext uri="{FF2B5EF4-FFF2-40B4-BE49-F238E27FC236}">
                    <a16:creationId xmlns:a16="http://schemas.microsoft.com/office/drawing/2014/main" id="{34E0B877-6E8F-83AA-D0C3-DF240C77273B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9" name="pg1749">
                <a:extLst>
                  <a:ext uri="{FF2B5EF4-FFF2-40B4-BE49-F238E27FC236}">
                    <a16:creationId xmlns:a16="http://schemas.microsoft.com/office/drawing/2014/main" id="{67F9202B-CE82-6603-C3F0-C1E81D1D8048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0" name="pg1750">
                <a:extLst>
                  <a:ext uri="{FF2B5EF4-FFF2-40B4-BE49-F238E27FC236}">
                    <a16:creationId xmlns:a16="http://schemas.microsoft.com/office/drawing/2014/main" id="{ED6D3ECD-1E59-9061-CC10-BC48CC7BEF2B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1" name="pg1751">
                <a:extLst>
                  <a:ext uri="{FF2B5EF4-FFF2-40B4-BE49-F238E27FC236}">
                    <a16:creationId xmlns:a16="http://schemas.microsoft.com/office/drawing/2014/main" id="{11BAE002-DDD6-BD86-4177-6B4F89500A44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2" name="pg1752">
                <a:extLst>
                  <a:ext uri="{FF2B5EF4-FFF2-40B4-BE49-F238E27FC236}">
                    <a16:creationId xmlns:a16="http://schemas.microsoft.com/office/drawing/2014/main" id="{CC77E7C5-078B-9238-DEF8-668E5EBC4075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3" name="pg1753">
                <a:extLst>
                  <a:ext uri="{FF2B5EF4-FFF2-40B4-BE49-F238E27FC236}">
                    <a16:creationId xmlns:a16="http://schemas.microsoft.com/office/drawing/2014/main" id="{00DF9D0F-7A2B-7233-BB77-8D84F5BD84E4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4" name="pg1754">
                <a:extLst>
                  <a:ext uri="{FF2B5EF4-FFF2-40B4-BE49-F238E27FC236}">
                    <a16:creationId xmlns:a16="http://schemas.microsoft.com/office/drawing/2014/main" id="{EE40C2F8-E8A7-6B09-BC3D-B89BDB548DF4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5" name="pg1755">
                <a:extLst>
                  <a:ext uri="{FF2B5EF4-FFF2-40B4-BE49-F238E27FC236}">
                    <a16:creationId xmlns:a16="http://schemas.microsoft.com/office/drawing/2014/main" id="{B9CC8DDD-F92A-63E2-50DB-B0D7601A6577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6" name="pg1756">
                <a:extLst>
                  <a:ext uri="{FF2B5EF4-FFF2-40B4-BE49-F238E27FC236}">
                    <a16:creationId xmlns:a16="http://schemas.microsoft.com/office/drawing/2014/main" id="{2FF5D4D1-A3D7-3ECA-36BC-5CAA78BE97BC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7" name="pg1757">
                <a:extLst>
                  <a:ext uri="{FF2B5EF4-FFF2-40B4-BE49-F238E27FC236}">
                    <a16:creationId xmlns:a16="http://schemas.microsoft.com/office/drawing/2014/main" id="{CA61D2C1-1D02-79F9-2E5C-CC6927FEDE6A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8" name="pg1758">
                <a:extLst>
                  <a:ext uri="{FF2B5EF4-FFF2-40B4-BE49-F238E27FC236}">
                    <a16:creationId xmlns:a16="http://schemas.microsoft.com/office/drawing/2014/main" id="{F63A8F9B-B646-50DB-6D67-AC7E15B09894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9" name="pg1759">
                <a:extLst>
                  <a:ext uri="{FF2B5EF4-FFF2-40B4-BE49-F238E27FC236}">
                    <a16:creationId xmlns:a16="http://schemas.microsoft.com/office/drawing/2014/main" id="{558AD216-72B3-2CA8-CF20-1901C6E759CA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0" name="pg1760">
                <a:extLst>
                  <a:ext uri="{FF2B5EF4-FFF2-40B4-BE49-F238E27FC236}">
                    <a16:creationId xmlns:a16="http://schemas.microsoft.com/office/drawing/2014/main" id="{4C700219-0682-0B3E-CE63-F45389AE1FBC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1" name="pg1761">
                <a:extLst>
                  <a:ext uri="{FF2B5EF4-FFF2-40B4-BE49-F238E27FC236}">
                    <a16:creationId xmlns:a16="http://schemas.microsoft.com/office/drawing/2014/main" id="{2F7E76B6-1B66-B62D-FA7F-269777239D50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2" name="pg1762">
                <a:extLst>
                  <a:ext uri="{FF2B5EF4-FFF2-40B4-BE49-F238E27FC236}">
                    <a16:creationId xmlns:a16="http://schemas.microsoft.com/office/drawing/2014/main" id="{5DB6E4A4-E8D5-8653-32C9-5F00DFAF65DC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3" name="pg1763">
                <a:extLst>
                  <a:ext uri="{FF2B5EF4-FFF2-40B4-BE49-F238E27FC236}">
                    <a16:creationId xmlns:a16="http://schemas.microsoft.com/office/drawing/2014/main" id="{DB9CC343-BD0C-BD8B-AC77-66DE4ACFF630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4" name="pg1764">
                <a:extLst>
                  <a:ext uri="{FF2B5EF4-FFF2-40B4-BE49-F238E27FC236}">
                    <a16:creationId xmlns:a16="http://schemas.microsoft.com/office/drawing/2014/main" id="{79D93E61-5AEF-C838-7A72-53115941ABE4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5" name="pg1765">
                <a:extLst>
                  <a:ext uri="{FF2B5EF4-FFF2-40B4-BE49-F238E27FC236}">
                    <a16:creationId xmlns:a16="http://schemas.microsoft.com/office/drawing/2014/main" id="{A5A05EF3-99C0-DC29-F3BE-EE2794FEE065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6" name="pg1766">
                <a:extLst>
                  <a:ext uri="{FF2B5EF4-FFF2-40B4-BE49-F238E27FC236}">
                    <a16:creationId xmlns:a16="http://schemas.microsoft.com/office/drawing/2014/main" id="{699CB00B-120B-AF3C-67E1-885780D0E580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7" name="pg1767">
                <a:extLst>
                  <a:ext uri="{FF2B5EF4-FFF2-40B4-BE49-F238E27FC236}">
                    <a16:creationId xmlns:a16="http://schemas.microsoft.com/office/drawing/2014/main" id="{0489AAC5-8FE8-E130-1F04-082D4C74EF70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8" name="pg1768">
                <a:extLst>
                  <a:ext uri="{FF2B5EF4-FFF2-40B4-BE49-F238E27FC236}">
                    <a16:creationId xmlns:a16="http://schemas.microsoft.com/office/drawing/2014/main" id="{6C6CE642-948A-F670-F1F0-706D1D827B89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9" name="pg1769">
                <a:extLst>
                  <a:ext uri="{FF2B5EF4-FFF2-40B4-BE49-F238E27FC236}">
                    <a16:creationId xmlns:a16="http://schemas.microsoft.com/office/drawing/2014/main" id="{CC54E27F-80A9-1DF6-65F1-7E1726E99DB5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0" name="pg1770">
                <a:extLst>
                  <a:ext uri="{FF2B5EF4-FFF2-40B4-BE49-F238E27FC236}">
                    <a16:creationId xmlns:a16="http://schemas.microsoft.com/office/drawing/2014/main" id="{36D42565-FD98-F80D-274B-E33224BC2844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1" name="pg1771">
                <a:extLst>
                  <a:ext uri="{FF2B5EF4-FFF2-40B4-BE49-F238E27FC236}">
                    <a16:creationId xmlns:a16="http://schemas.microsoft.com/office/drawing/2014/main" id="{937D1F36-8FAB-35A6-A4E4-BBA6958608F1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2" name="pg1772">
                <a:extLst>
                  <a:ext uri="{FF2B5EF4-FFF2-40B4-BE49-F238E27FC236}">
                    <a16:creationId xmlns:a16="http://schemas.microsoft.com/office/drawing/2014/main" id="{6D116D39-98F1-4D6F-225D-C7E8F5E5159D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3" name="pg1773">
                <a:extLst>
                  <a:ext uri="{FF2B5EF4-FFF2-40B4-BE49-F238E27FC236}">
                    <a16:creationId xmlns:a16="http://schemas.microsoft.com/office/drawing/2014/main" id="{1BFB9702-97FD-D3FF-CE6D-6FDF4C1FAABC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4" name="pg1774">
                <a:extLst>
                  <a:ext uri="{FF2B5EF4-FFF2-40B4-BE49-F238E27FC236}">
                    <a16:creationId xmlns:a16="http://schemas.microsoft.com/office/drawing/2014/main" id="{264EC5B1-0DD3-1377-4834-18578080F17C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5" name="pg1775">
                <a:extLst>
                  <a:ext uri="{FF2B5EF4-FFF2-40B4-BE49-F238E27FC236}">
                    <a16:creationId xmlns:a16="http://schemas.microsoft.com/office/drawing/2014/main" id="{927D9E35-AE5C-52CB-4304-5182C0FF81F2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6" name="pg1776">
                <a:extLst>
                  <a:ext uri="{FF2B5EF4-FFF2-40B4-BE49-F238E27FC236}">
                    <a16:creationId xmlns:a16="http://schemas.microsoft.com/office/drawing/2014/main" id="{BFEF9386-ECDA-F1BB-0DCC-41A8443C6F74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7" name="pg1777">
                <a:extLst>
                  <a:ext uri="{FF2B5EF4-FFF2-40B4-BE49-F238E27FC236}">
                    <a16:creationId xmlns:a16="http://schemas.microsoft.com/office/drawing/2014/main" id="{949368BE-916D-7754-B5B3-3AE709DFCCF0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8" name="pg1778">
                <a:extLst>
                  <a:ext uri="{FF2B5EF4-FFF2-40B4-BE49-F238E27FC236}">
                    <a16:creationId xmlns:a16="http://schemas.microsoft.com/office/drawing/2014/main" id="{7F34A5BD-4238-7019-35B0-105AB5B91EF1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9" name="pg1779">
                <a:extLst>
                  <a:ext uri="{FF2B5EF4-FFF2-40B4-BE49-F238E27FC236}">
                    <a16:creationId xmlns:a16="http://schemas.microsoft.com/office/drawing/2014/main" id="{5C4A6C77-C37D-D4B9-A5BB-19039E4A599E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0" name="pg1780">
                <a:extLst>
                  <a:ext uri="{FF2B5EF4-FFF2-40B4-BE49-F238E27FC236}">
                    <a16:creationId xmlns:a16="http://schemas.microsoft.com/office/drawing/2014/main" id="{11116B88-7020-C044-C73C-BC8C800B5C2E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1" name="pg1781">
                <a:extLst>
                  <a:ext uri="{FF2B5EF4-FFF2-40B4-BE49-F238E27FC236}">
                    <a16:creationId xmlns:a16="http://schemas.microsoft.com/office/drawing/2014/main" id="{67891913-7AE3-0058-4CE9-9055805988A4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2" name="pg1782">
                <a:extLst>
                  <a:ext uri="{FF2B5EF4-FFF2-40B4-BE49-F238E27FC236}">
                    <a16:creationId xmlns:a16="http://schemas.microsoft.com/office/drawing/2014/main" id="{D563AFBF-D7A8-7E0F-BC80-D4A5260177CE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3" name="pg1783">
                <a:extLst>
                  <a:ext uri="{FF2B5EF4-FFF2-40B4-BE49-F238E27FC236}">
                    <a16:creationId xmlns:a16="http://schemas.microsoft.com/office/drawing/2014/main" id="{79CE6348-115E-6338-42B0-7AA6964AFC27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4" name="pg1784">
                <a:extLst>
                  <a:ext uri="{FF2B5EF4-FFF2-40B4-BE49-F238E27FC236}">
                    <a16:creationId xmlns:a16="http://schemas.microsoft.com/office/drawing/2014/main" id="{2B1B5877-ED73-D4D5-F0CE-50E1B8DCC8AF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5" name="pg1785">
                <a:extLst>
                  <a:ext uri="{FF2B5EF4-FFF2-40B4-BE49-F238E27FC236}">
                    <a16:creationId xmlns:a16="http://schemas.microsoft.com/office/drawing/2014/main" id="{8F481E34-556D-56E3-DF17-2DDABDDA3175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6" name="pg1786">
                <a:extLst>
                  <a:ext uri="{FF2B5EF4-FFF2-40B4-BE49-F238E27FC236}">
                    <a16:creationId xmlns:a16="http://schemas.microsoft.com/office/drawing/2014/main" id="{131DF8E2-850A-52D6-B1EA-DB0F81934E00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7" name="pg1787">
                <a:extLst>
                  <a:ext uri="{FF2B5EF4-FFF2-40B4-BE49-F238E27FC236}">
                    <a16:creationId xmlns:a16="http://schemas.microsoft.com/office/drawing/2014/main" id="{56ED4D42-5FB8-CDCD-81F0-88866E35D836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8" name="pg1788">
                <a:extLst>
                  <a:ext uri="{FF2B5EF4-FFF2-40B4-BE49-F238E27FC236}">
                    <a16:creationId xmlns:a16="http://schemas.microsoft.com/office/drawing/2014/main" id="{D738146C-1F71-C66E-BAE5-A9330953164B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9" name="pg1789">
                <a:extLst>
                  <a:ext uri="{FF2B5EF4-FFF2-40B4-BE49-F238E27FC236}">
                    <a16:creationId xmlns:a16="http://schemas.microsoft.com/office/drawing/2014/main" id="{FD793215-E642-D662-B3BD-3903F35C8880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0" name="pg1790">
                <a:extLst>
                  <a:ext uri="{FF2B5EF4-FFF2-40B4-BE49-F238E27FC236}">
                    <a16:creationId xmlns:a16="http://schemas.microsoft.com/office/drawing/2014/main" id="{D55F1131-E2B6-D5F4-86AE-0EBF0E15B9F8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1" name="pg1791">
                <a:extLst>
                  <a:ext uri="{FF2B5EF4-FFF2-40B4-BE49-F238E27FC236}">
                    <a16:creationId xmlns:a16="http://schemas.microsoft.com/office/drawing/2014/main" id="{CBD6D76B-CB1D-C78C-579C-8B2687AE591C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2" name="pg1792">
                <a:extLst>
                  <a:ext uri="{FF2B5EF4-FFF2-40B4-BE49-F238E27FC236}">
                    <a16:creationId xmlns:a16="http://schemas.microsoft.com/office/drawing/2014/main" id="{E294FA23-2ED2-969C-AA8E-795C74F06206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3" name="pg1793">
                <a:extLst>
                  <a:ext uri="{FF2B5EF4-FFF2-40B4-BE49-F238E27FC236}">
                    <a16:creationId xmlns:a16="http://schemas.microsoft.com/office/drawing/2014/main" id="{11197ECD-C2B3-7009-74EE-D8FB5BE3DCB5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4" name="pg1794">
                <a:extLst>
                  <a:ext uri="{FF2B5EF4-FFF2-40B4-BE49-F238E27FC236}">
                    <a16:creationId xmlns:a16="http://schemas.microsoft.com/office/drawing/2014/main" id="{FE7BE9ED-B7BC-CB5B-DBA6-4ADC11B2CC73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5" name="pg1795">
                <a:extLst>
                  <a:ext uri="{FF2B5EF4-FFF2-40B4-BE49-F238E27FC236}">
                    <a16:creationId xmlns:a16="http://schemas.microsoft.com/office/drawing/2014/main" id="{E8D6BCB7-1EFC-18DC-01AD-EC464107AED5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6" name="pg1796">
                <a:extLst>
                  <a:ext uri="{FF2B5EF4-FFF2-40B4-BE49-F238E27FC236}">
                    <a16:creationId xmlns:a16="http://schemas.microsoft.com/office/drawing/2014/main" id="{5D549A26-BD9C-5BAA-C473-70A4282B9000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7" name="pg1797">
                <a:extLst>
                  <a:ext uri="{FF2B5EF4-FFF2-40B4-BE49-F238E27FC236}">
                    <a16:creationId xmlns:a16="http://schemas.microsoft.com/office/drawing/2014/main" id="{3299ABC0-B700-D388-7E4F-C008D8DA50FA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8" name="pg1798">
                <a:extLst>
                  <a:ext uri="{FF2B5EF4-FFF2-40B4-BE49-F238E27FC236}">
                    <a16:creationId xmlns:a16="http://schemas.microsoft.com/office/drawing/2014/main" id="{5AE71034-D794-5412-9BB2-2189EF6BF08B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9" name="pg1799">
                <a:extLst>
                  <a:ext uri="{FF2B5EF4-FFF2-40B4-BE49-F238E27FC236}">
                    <a16:creationId xmlns:a16="http://schemas.microsoft.com/office/drawing/2014/main" id="{21A00E9F-39F2-AE3E-E8C2-98B96B791242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0" name="pg1800">
                <a:extLst>
                  <a:ext uri="{FF2B5EF4-FFF2-40B4-BE49-F238E27FC236}">
                    <a16:creationId xmlns:a16="http://schemas.microsoft.com/office/drawing/2014/main" id="{373426C1-6C49-4851-8183-7440169CADC9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1" name="pg1801">
                <a:extLst>
                  <a:ext uri="{FF2B5EF4-FFF2-40B4-BE49-F238E27FC236}">
                    <a16:creationId xmlns:a16="http://schemas.microsoft.com/office/drawing/2014/main" id="{B52D6EBC-35CB-31A2-EBD6-C7CD7FB5DD71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2" name="pg1802">
                <a:extLst>
                  <a:ext uri="{FF2B5EF4-FFF2-40B4-BE49-F238E27FC236}">
                    <a16:creationId xmlns:a16="http://schemas.microsoft.com/office/drawing/2014/main" id="{C770CC1D-7036-2A80-1BC5-A60AE5AE8E3B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3" name="pg1803">
                <a:extLst>
                  <a:ext uri="{FF2B5EF4-FFF2-40B4-BE49-F238E27FC236}">
                    <a16:creationId xmlns:a16="http://schemas.microsoft.com/office/drawing/2014/main" id="{6EB69651-70C3-FD77-D336-385480B4F04D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4" name="pg1804">
                <a:extLst>
                  <a:ext uri="{FF2B5EF4-FFF2-40B4-BE49-F238E27FC236}">
                    <a16:creationId xmlns:a16="http://schemas.microsoft.com/office/drawing/2014/main" id="{49C95293-F870-57F4-FE75-5AE2B77EDD8B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5" name="pg1805">
                <a:extLst>
                  <a:ext uri="{FF2B5EF4-FFF2-40B4-BE49-F238E27FC236}">
                    <a16:creationId xmlns:a16="http://schemas.microsoft.com/office/drawing/2014/main" id="{680A8235-8182-8B4E-EBD3-B565254AA7A6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6" name="pg1806">
                <a:extLst>
                  <a:ext uri="{FF2B5EF4-FFF2-40B4-BE49-F238E27FC236}">
                    <a16:creationId xmlns:a16="http://schemas.microsoft.com/office/drawing/2014/main" id="{1483A61B-306C-5D12-84B8-031440EB03ED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7" name="pg1807">
                <a:extLst>
                  <a:ext uri="{FF2B5EF4-FFF2-40B4-BE49-F238E27FC236}">
                    <a16:creationId xmlns:a16="http://schemas.microsoft.com/office/drawing/2014/main" id="{6C10D3C0-0587-D65C-00F3-B841DCE10FFF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8" name="pg1808">
                <a:extLst>
                  <a:ext uri="{FF2B5EF4-FFF2-40B4-BE49-F238E27FC236}">
                    <a16:creationId xmlns:a16="http://schemas.microsoft.com/office/drawing/2014/main" id="{4B0F8727-F601-85DC-414D-58DE3DB44F88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9" name="pg1809">
                <a:extLst>
                  <a:ext uri="{FF2B5EF4-FFF2-40B4-BE49-F238E27FC236}">
                    <a16:creationId xmlns:a16="http://schemas.microsoft.com/office/drawing/2014/main" id="{AD718C6D-BA78-C02E-0A9D-7006EC47AE97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0" name="pg1810">
                <a:extLst>
                  <a:ext uri="{FF2B5EF4-FFF2-40B4-BE49-F238E27FC236}">
                    <a16:creationId xmlns:a16="http://schemas.microsoft.com/office/drawing/2014/main" id="{55635170-A8AE-78C2-1C19-97D99EE66390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1" name="pg1811">
                <a:extLst>
                  <a:ext uri="{FF2B5EF4-FFF2-40B4-BE49-F238E27FC236}">
                    <a16:creationId xmlns:a16="http://schemas.microsoft.com/office/drawing/2014/main" id="{AD409A62-6C5C-3C5D-A5FD-100EE8AFE059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2" name="pg1812">
                <a:extLst>
                  <a:ext uri="{FF2B5EF4-FFF2-40B4-BE49-F238E27FC236}">
                    <a16:creationId xmlns:a16="http://schemas.microsoft.com/office/drawing/2014/main" id="{1FD64C35-9840-58FF-0B48-1E13E14B61D6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3" name="pg1813">
                <a:extLst>
                  <a:ext uri="{FF2B5EF4-FFF2-40B4-BE49-F238E27FC236}">
                    <a16:creationId xmlns:a16="http://schemas.microsoft.com/office/drawing/2014/main" id="{0E8C2CC4-D0BF-703A-821D-89F0A98C2F54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4" name="pg1814">
                <a:extLst>
                  <a:ext uri="{FF2B5EF4-FFF2-40B4-BE49-F238E27FC236}">
                    <a16:creationId xmlns:a16="http://schemas.microsoft.com/office/drawing/2014/main" id="{922172D0-5274-DA92-873A-385DD9DA8761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5" name="pg1815">
                <a:extLst>
                  <a:ext uri="{FF2B5EF4-FFF2-40B4-BE49-F238E27FC236}">
                    <a16:creationId xmlns:a16="http://schemas.microsoft.com/office/drawing/2014/main" id="{ED7ABE83-15AD-4101-1902-C38E1FE37A23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6" name="pg1816">
                <a:extLst>
                  <a:ext uri="{FF2B5EF4-FFF2-40B4-BE49-F238E27FC236}">
                    <a16:creationId xmlns:a16="http://schemas.microsoft.com/office/drawing/2014/main" id="{37140746-31D8-A6EB-DBF4-74982EDAC752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7" name="pg1817">
                <a:extLst>
                  <a:ext uri="{FF2B5EF4-FFF2-40B4-BE49-F238E27FC236}">
                    <a16:creationId xmlns:a16="http://schemas.microsoft.com/office/drawing/2014/main" id="{A0CAEB9C-FA09-8CF1-056D-05A92A3902DD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8" name="pg1818">
                <a:extLst>
                  <a:ext uri="{FF2B5EF4-FFF2-40B4-BE49-F238E27FC236}">
                    <a16:creationId xmlns:a16="http://schemas.microsoft.com/office/drawing/2014/main" id="{5EA6090B-7CF4-8D3B-E5F0-B3E8A5A9DFB5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9" name="pg1819">
                <a:extLst>
                  <a:ext uri="{FF2B5EF4-FFF2-40B4-BE49-F238E27FC236}">
                    <a16:creationId xmlns:a16="http://schemas.microsoft.com/office/drawing/2014/main" id="{02CDCD1C-E314-42AE-AF62-B9B929A52F38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0" name="pg1820">
                <a:extLst>
                  <a:ext uri="{FF2B5EF4-FFF2-40B4-BE49-F238E27FC236}">
                    <a16:creationId xmlns:a16="http://schemas.microsoft.com/office/drawing/2014/main" id="{818D08E5-7753-2563-7565-B1297EDDE179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1" name="pg1821">
                <a:extLst>
                  <a:ext uri="{FF2B5EF4-FFF2-40B4-BE49-F238E27FC236}">
                    <a16:creationId xmlns:a16="http://schemas.microsoft.com/office/drawing/2014/main" id="{C6F4D575-9FBC-53E4-383E-92C18DC93BE1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2" name="pg1822">
                <a:extLst>
                  <a:ext uri="{FF2B5EF4-FFF2-40B4-BE49-F238E27FC236}">
                    <a16:creationId xmlns:a16="http://schemas.microsoft.com/office/drawing/2014/main" id="{C51C1753-1E12-FE6A-28DF-22E1EC7B5CC6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3" name="pg1823">
                <a:extLst>
                  <a:ext uri="{FF2B5EF4-FFF2-40B4-BE49-F238E27FC236}">
                    <a16:creationId xmlns:a16="http://schemas.microsoft.com/office/drawing/2014/main" id="{47D53E52-61E8-A636-5570-6FABB4A064AD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4" name="pg1824">
                <a:extLst>
                  <a:ext uri="{FF2B5EF4-FFF2-40B4-BE49-F238E27FC236}">
                    <a16:creationId xmlns:a16="http://schemas.microsoft.com/office/drawing/2014/main" id="{11C8B98D-726E-4DCB-ABFA-63E343263585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5" name="pg1825">
                <a:extLst>
                  <a:ext uri="{FF2B5EF4-FFF2-40B4-BE49-F238E27FC236}">
                    <a16:creationId xmlns:a16="http://schemas.microsoft.com/office/drawing/2014/main" id="{3B357242-FC75-44AE-D3E3-0600958D29E1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6" name="pg1826">
                <a:extLst>
                  <a:ext uri="{FF2B5EF4-FFF2-40B4-BE49-F238E27FC236}">
                    <a16:creationId xmlns:a16="http://schemas.microsoft.com/office/drawing/2014/main" id="{FC3A5418-39A1-F11C-6B1B-7C5F03F96F12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7" name="pg1827">
                <a:extLst>
                  <a:ext uri="{FF2B5EF4-FFF2-40B4-BE49-F238E27FC236}">
                    <a16:creationId xmlns:a16="http://schemas.microsoft.com/office/drawing/2014/main" id="{C3F8EDC9-DA7F-5AC7-6DF2-573DB73765E7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8" name="pg1828">
                <a:extLst>
                  <a:ext uri="{FF2B5EF4-FFF2-40B4-BE49-F238E27FC236}">
                    <a16:creationId xmlns:a16="http://schemas.microsoft.com/office/drawing/2014/main" id="{108F6B4F-3AE0-52ED-2334-54FDA4AA4A3B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9" name="pg1829">
                <a:extLst>
                  <a:ext uri="{FF2B5EF4-FFF2-40B4-BE49-F238E27FC236}">
                    <a16:creationId xmlns:a16="http://schemas.microsoft.com/office/drawing/2014/main" id="{69BFA91F-8BA1-FAF5-D60E-2FB127FB5BBC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0" name="pg1830">
                <a:extLst>
                  <a:ext uri="{FF2B5EF4-FFF2-40B4-BE49-F238E27FC236}">
                    <a16:creationId xmlns:a16="http://schemas.microsoft.com/office/drawing/2014/main" id="{6D6CD711-3E26-F5A2-A729-445EF3DB9A1A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1" name="pg1831">
                <a:extLst>
                  <a:ext uri="{FF2B5EF4-FFF2-40B4-BE49-F238E27FC236}">
                    <a16:creationId xmlns:a16="http://schemas.microsoft.com/office/drawing/2014/main" id="{B8FCC6C3-3624-BC41-334D-163C79A93675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2" name="pg1832">
                <a:extLst>
                  <a:ext uri="{FF2B5EF4-FFF2-40B4-BE49-F238E27FC236}">
                    <a16:creationId xmlns:a16="http://schemas.microsoft.com/office/drawing/2014/main" id="{AF803E58-3320-2F48-8A47-6FEA8AE06701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3" name="pg1833">
                <a:extLst>
                  <a:ext uri="{FF2B5EF4-FFF2-40B4-BE49-F238E27FC236}">
                    <a16:creationId xmlns:a16="http://schemas.microsoft.com/office/drawing/2014/main" id="{08BC2695-0D7B-D730-BD7C-552D0B8B3EA0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4" name="pg1834">
                <a:extLst>
                  <a:ext uri="{FF2B5EF4-FFF2-40B4-BE49-F238E27FC236}">
                    <a16:creationId xmlns:a16="http://schemas.microsoft.com/office/drawing/2014/main" id="{0A7D126C-D10D-8CB0-E468-49CE8F33EA73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5" name="pg1835">
                <a:extLst>
                  <a:ext uri="{FF2B5EF4-FFF2-40B4-BE49-F238E27FC236}">
                    <a16:creationId xmlns:a16="http://schemas.microsoft.com/office/drawing/2014/main" id="{1DB31254-8195-A2AD-9FE7-B3471F833C2D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6" name="pg1836">
                <a:extLst>
                  <a:ext uri="{FF2B5EF4-FFF2-40B4-BE49-F238E27FC236}">
                    <a16:creationId xmlns:a16="http://schemas.microsoft.com/office/drawing/2014/main" id="{7AC17DA9-9CDC-3D1D-CCC4-1F2A9A4E1458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7" name="pg1837">
                <a:extLst>
                  <a:ext uri="{FF2B5EF4-FFF2-40B4-BE49-F238E27FC236}">
                    <a16:creationId xmlns:a16="http://schemas.microsoft.com/office/drawing/2014/main" id="{B0B97F7B-C1B2-ADCC-FCD7-A60D3285C732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8" name="pg1838">
                <a:extLst>
                  <a:ext uri="{FF2B5EF4-FFF2-40B4-BE49-F238E27FC236}">
                    <a16:creationId xmlns:a16="http://schemas.microsoft.com/office/drawing/2014/main" id="{33CEBAF9-53D6-D00A-757A-4E1486F80861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9" name="pg1839">
                <a:extLst>
                  <a:ext uri="{FF2B5EF4-FFF2-40B4-BE49-F238E27FC236}">
                    <a16:creationId xmlns:a16="http://schemas.microsoft.com/office/drawing/2014/main" id="{510ADDCF-2DA3-A91D-9297-47F0937B7CAA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0" name="pg1840">
                <a:extLst>
                  <a:ext uri="{FF2B5EF4-FFF2-40B4-BE49-F238E27FC236}">
                    <a16:creationId xmlns:a16="http://schemas.microsoft.com/office/drawing/2014/main" id="{207C94AF-D3FC-ABCB-4170-4655965378AB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1" name="pg1841">
                <a:extLst>
                  <a:ext uri="{FF2B5EF4-FFF2-40B4-BE49-F238E27FC236}">
                    <a16:creationId xmlns:a16="http://schemas.microsoft.com/office/drawing/2014/main" id="{674DCF8E-0957-9F64-7084-9195615C2E59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2" name="pg1842">
                <a:extLst>
                  <a:ext uri="{FF2B5EF4-FFF2-40B4-BE49-F238E27FC236}">
                    <a16:creationId xmlns:a16="http://schemas.microsoft.com/office/drawing/2014/main" id="{1778068C-CD0A-5BF1-00C3-968364D7F09E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3" name="pg1843">
                <a:extLst>
                  <a:ext uri="{FF2B5EF4-FFF2-40B4-BE49-F238E27FC236}">
                    <a16:creationId xmlns:a16="http://schemas.microsoft.com/office/drawing/2014/main" id="{EF450641-11A6-D739-25A9-770B47EC2702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4" name="pg1844">
                <a:extLst>
                  <a:ext uri="{FF2B5EF4-FFF2-40B4-BE49-F238E27FC236}">
                    <a16:creationId xmlns:a16="http://schemas.microsoft.com/office/drawing/2014/main" id="{9BC109BD-B767-AE15-9B19-AC153E4EC599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5" name="pg1845">
                <a:extLst>
                  <a:ext uri="{FF2B5EF4-FFF2-40B4-BE49-F238E27FC236}">
                    <a16:creationId xmlns:a16="http://schemas.microsoft.com/office/drawing/2014/main" id="{9F3E0F8A-9B1F-144C-166E-E59594E61D83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6" name="pg1846">
                <a:extLst>
                  <a:ext uri="{FF2B5EF4-FFF2-40B4-BE49-F238E27FC236}">
                    <a16:creationId xmlns:a16="http://schemas.microsoft.com/office/drawing/2014/main" id="{73B3F471-6D98-1624-3389-6C36679AB2B7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7" name="pg1847">
                <a:extLst>
                  <a:ext uri="{FF2B5EF4-FFF2-40B4-BE49-F238E27FC236}">
                    <a16:creationId xmlns:a16="http://schemas.microsoft.com/office/drawing/2014/main" id="{AAB81362-CD40-F81F-0418-9F63FA7C1C16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8" name="pg1848">
                <a:extLst>
                  <a:ext uri="{FF2B5EF4-FFF2-40B4-BE49-F238E27FC236}">
                    <a16:creationId xmlns:a16="http://schemas.microsoft.com/office/drawing/2014/main" id="{C6EED418-9E2D-BE7E-0320-279A80708F45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9" name="pg1849">
                <a:extLst>
                  <a:ext uri="{FF2B5EF4-FFF2-40B4-BE49-F238E27FC236}">
                    <a16:creationId xmlns:a16="http://schemas.microsoft.com/office/drawing/2014/main" id="{A265658B-E7A5-10B0-DC6E-6FABAE2BD043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0" name="pg1850">
                <a:extLst>
                  <a:ext uri="{FF2B5EF4-FFF2-40B4-BE49-F238E27FC236}">
                    <a16:creationId xmlns:a16="http://schemas.microsoft.com/office/drawing/2014/main" id="{C3B279CC-CFC9-AFF5-19E8-2C455AB85FD2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1" name="pg1851">
                <a:extLst>
                  <a:ext uri="{FF2B5EF4-FFF2-40B4-BE49-F238E27FC236}">
                    <a16:creationId xmlns:a16="http://schemas.microsoft.com/office/drawing/2014/main" id="{F8A75934-3C20-29DA-36F5-949066A45BDC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2" name="pg1852">
                <a:extLst>
                  <a:ext uri="{FF2B5EF4-FFF2-40B4-BE49-F238E27FC236}">
                    <a16:creationId xmlns:a16="http://schemas.microsoft.com/office/drawing/2014/main" id="{3104025E-60DC-9C4F-B70D-86B57749C22E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3" name="pg1853">
                <a:extLst>
                  <a:ext uri="{FF2B5EF4-FFF2-40B4-BE49-F238E27FC236}">
                    <a16:creationId xmlns:a16="http://schemas.microsoft.com/office/drawing/2014/main" id="{5B83BFC5-09C2-19F2-842C-110BF7BAD25A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4" name="pg1854">
                <a:extLst>
                  <a:ext uri="{FF2B5EF4-FFF2-40B4-BE49-F238E27FC236}">
                    <a16:creationId xmlns:a16="http://schemas.microsoft.com/office/drawing/2014/main" id="{B7A3BBB0-9488-80DA-A567-D0625086DC8A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5" name="pg1855">
                <a:extLst>
                  <a:ext uri="{FF2B5EF4-FFF2-40B4-BE49-F238E27FC236}">
                    <a16:creationId xmlns:a16="http://schemas.microsoft.com/office/drawing/2014/main" id="{0B56FCEC-AE22-2E40-0B6C-F8796D04508A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6" name="pg1856">
                <a:extLst>
                  <a:ext uri="{FF2B5EF4-FFF2-40B4-BE49-F238E27FC236}">
                    <a16:creationId xmlns:a16="http://schemas.microsoft.com/office/drawing/2014/main" id="{24F560CB-9D05-EFAD-D1B7-5E52DDFE8145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7" name="pg1857">
                <a:extLst>
                  <a:ext uri="{FF2B5EF4-FFF2-40B4-BE49-F238E27FC236}">
                    <a16:creationId xmlns:a16="http://schemas.microsoft.com/office/drawing/2014/main" id="{52D6395C-0616-33B8-5743-45565FBA7BAA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8" name="pg1858">
                <a:extLst>
                  <a:ext uri="{FF2B5EF4-FFF2-40B4-BE49-F238E27FC236}">
                    <a16:creationId xmlns:a16="http://schemas.microsoft.com/office/drawing/2014/main" id="{08AFF792-83EA-2ADE-A302-95DB82FCAAC0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9" name="pg1859">
                <a:extLst>
                  <a:ext uri="{FF2B5EF4-FFF2-40B4-BE49-F238E27FC236}">
                    <a16:creationId xmlns:a16="http://schemas.microsoft.com/office/drawing/2014/main" id="{D20AB14B-8744-E30A-681C-7A49FBE299B9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0" name="pg1860">
                <a:extLst>
                  <a:ext uri="{FF2B5EF4-FFF2-40B4-BE49-F238E27FC236}">
                    <a16:creationId xmlns:a16="http://schemas.microsoft.com/office/drawing/2014/main" id="{B88A46C6-670C-5486-A31B-FE28E218AE92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1" name="pg1861">
                <a:extLst>
                  <a:ext uri="{FF2B5EF4-FFF2-40B4-BE49-F238E27FC236}">
                    <a16:creationId xmlns:a16="http://schemas.microsoft.com/office/drawing/2014/main" id="{7ABE0D0B-4BF9-746C-25E8-50FBADECE939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2" name="pg1862">
                <a:extLst>
                  <a:ext uri="{FF2B5EF4-FFF2-40B4-BE49-F238E27FC236}">
                    <a16:creationId xmlns:a16="http://schemas.microsoft.com/office/drawing/2014/main" id="{74876A82-62E7-D97F-32CF-84DC21B99148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3" name="pg1863">
                <a:extLst>
                  <a:ext uri="{FF2B5EF4-FFF2-40B4-BE49-F238E27FC236}">
                    <a16:creationId xmlns:a16="http://schemas.microsoft.com/office/drawing/2014/main" id="{3B1C2677-8905-2C3C-4010-5662C97141C1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4" name="pg1864">
                <a:extLst>
                  <a:ext uri="{FF2B5EF4-FFF2-40B4-BE49-F238E27FC236}">
                    <a16:creationId xmlns:a16="http://schemas.microsoft.com/office/drawing/2014/main" id="{546088C0-0FCB-9E59-9E61-6DBACDEDBCC9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5" name="pg1865">
                <a:extLst>
                  <a:ext uri="{FF2B5EF4-FFF2-40B4-BE49-F238E27FC236}">
                    <a16:creationId xmlns:a16="http://schemas.microsoft.com/office/drawing/2014/main" id="{65975CDF-ECAD-7CA6-E95B-DB93DAE05E3B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6" name="pg1866">
                <a:extLst>
                  <a:ext uri="{FF2B5EF4-FFF2-40B4-BE49-F238E27FC236}">
                    <a16:creationId xmlns:a16="http://schemas.microsoft.com/office/drawing/2014/main" id="{782AFBFA-F176-C819-60D7-86CB0E04846A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7" name="pg1867">
                <a:extLst>
                  <a:ext uri="{FF2B5EF4-FFF2-40B4-BE49-F238E27FC236}">
                    <a16:creationId xmlns:a16="http://schemas.microsoft.com/office/drawing/2014/main" id="{5D4DA874-E6F7-AD01-747A-B5B3F337B03F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8" name="pg1868">
                <a:extLst>
                  <a:ext uri="{FF2B5EF4-FFF2-40B4-BE49-F238E27FC236}">
                    <a16:creationId xmlns:a16="http://schemas.microsoft.com/office/drawing/2014/main" id="{8E578FAC-47C7-0954-0C96-853478A41739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9" name="pg1869">
                <a:extLst>
                  <a:ext uri="{FF2B5EF4-FFF2-40B4-BE49-F238E27FC236}">
                    <a16:creationId xmlns:a16="http://schemas.microsoft.com/office/drawing/2014/main" id="{6BC2CEFC-6862-B525-28D8-D1F35F7247DE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0" name="pg1870">
                <a:extLst>
                  <a:ext uri="{FF2B5EF4-FFF2-40B4-BE49-F238E27FC236}">
                    <a16:creationId xmlns:a16="http://schemas.microsoft.com/office/drawing/2014/main" id="{268C1D72-92EC-CB6A-D387-1105E33593B7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1" name="pg1871">
                <a:extLst>
                  <a:ext uri="{FF2B5EF4-FFF2-40B4-BE49-F238E27FC236}">
                    <a16:creationId xmlns:a16="http://schemas.microsoft.com/office/drawing/2014/main" id="{D947512A-2952-D544-9702-4C17F9A1CB4A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2" name="pg1872">
                <a:extLst>
                  <a:ext uri="{FF2B5EF4-FFF2-40B4-BE49-F238E27FC236}">
                    <a16:creationId xmlns:a16="http://schemas.microsoft.com/office/drawing/2014/main" id="{E83C3052-2AF4-9CF7-5709-C8A0092B3F78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3" name="pg1873">
                <a:extLst>
                  <a:ext uri="{FF2B5EF4-FFF2-40B4-BE49-F238E27FC236}">
                    <a16:creationId xmlns:a16="http://schemas.microsoft.com/office/drawing/2014/main" id="{2DB7B903-AF70-BC6B-DE16-79DC85EE31FA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4" name="pg1874">
                <a:extLst>
                  <a:ext uri="{FF2B5EF4-FFF2-40B4-BE49-F238E27FC236}">
                    <a16:creationId xmlns:a16="http://schemas.microsoft.com/office/drawing/2014/main" id="{46F5C8E8-9E44-2B69-50E9-FA66D74BF48A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5" name="pg1875">
                <a:extLst>
                  <a:ext uri="{FF2B5EF4-FFF2-40B4-BE49-F238E27FC236}">
                    <a16:creationId xmlns:a16="http://schemas.microsoft.com/office/drawing/2014/main" id="{DC50F679-A304-54A4-8903-291BD3E6BFF9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6" name="pg1876">
                <a:extLst>
                  <a:ext uri="{FF2B5EF4-FFF2-40B4-BE49-F238E27FC236}">
                    <a16:creationId xmlns:a16="http://schemas.microsoft.com/office/drawing/2014/main" id="{A5D5506E-ED0E-B6C7-3D79-56D60883AC88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7" name="pg1877">
                <a:extLst>
                  <a:ext uri="{FF2B5EF4-FFF2-40B4-BE49-F238E27FC236}">
                    <a16:creationId xmlns:a16="http://schemas.microsoft.com/office/drawing/2014/main" id="{8EB28DFF-D8B4-E126-CB37-F1EE507DDA81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8" name="pg1878">
                <a:extLst>
                  <a:ext uri="{FF2B5EF4-FFF2-40B4-BE49-F238E27FC236}">
                    <a16:creationId xmlns:a16="http://schemas.microsoft.com/office/drawing/2014/main" id="{13E066DF-F37D-F6E3-2FED-3BE74E832CB7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9" name="pg1879">
                <a:extLst>
                  <a:ext uri="{FF2B5EF4-FFF2-40B4-BE49-F238E27FC236}">
                    <a16:creationId xmlns:a16="http://schemas.microsoft.com/office/drawing/2014/main" id="{EE25E646-2C1B-0137-E516-B173C4C44E35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0" name="pg1880">
                <a:extLst>
                  <a:ext uri="{FF2B5EF4-FFF2-40B4-BE49-F238E27FC236}">
                    <a16:creationId xmlns:a16="http://schemas.microsoft.com/office/drawing/2014/main" id="{A23D25AE-35AC-4741-6F14-BD2A61D71AFF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1" name="pg1881">
                <a:extLst>
                  <a:ext uri="{FF2B5EF4-FFF2-40B4-BE49-F238E27FC236}">
                    <a16:creationId xmlns:a16="http://schemas.microsoft.com/office/drawing/2014/main" id="{D90D5036-2DD4-C803-5947-768C8081346A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2" name="pg1882">
                <a:extLst>
                  <a:ext uri="{FF2B5EF4-FFF2-40B4-BE49-F238E27FC236}">
                    <a16:creationId xmlns:a16="http://schemas.microsoft.com/office/drawing/2014/main" id="{B447A8CC-8CE0-2972-649A-E1A86FB7878A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3" name="pg1883">
                <a:extLst>
                  <a:ext uri="{FF2B5EF4-FFF2-40B4-BE49-F238E27FC236}">
                    <a16:creationId xmlns:a16="http://schemas.microsoft.com/office/drawing/2014/main" id="{73AE7E6E-B2CD-8105-546C-90CB1A598E11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4" name="pg1884">
                <a:extLst>
                  <a:ext uri="{FF2B5EF4-FFF2-40B4-BE49-F238E27FC236}">
                    <a16:creationId xmlns:a16="http://schemas.microsoft.com/office/drawing/2014/main" id="{6273A4FF-A7D2-0ECE-F69F-11CAA2042A08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5" name="pg1885">
                <a:extLst>
                  <a:ext uri="{FF2B5EF4-FFF2-40B4-BE49-F238E27FC236}">
                    <a16:creationId xmlns:a16="http://schemas.microsoft.com/office/drawing/2014/main" id="{B4410E11-FCAF-4C18-4244-DC4F3329459C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6" name="pg1886">
                <a:extLst>
                  <a:ext uri="{FF2B5EF4-FFF2-40B4-BE49-F238E27FC236}">
                    <a16:creationId xmlns:a16="http://schemas.microsoft.com/office/drawing/2014/main" id="{8C800C9E-7BB9-2E06-5D23-B12D28DDE3CB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7" name="pg1887">
                <a:extLst>
                  <a:ext uri="{FF2B5EF4-FFF2-40B4-BE49-F238E27FC236}">
                    <a16:creationId xmlns:a16="http://schemas.microsoft.com/office/drawing/2014/main" id="{4EC77B75-105C-B23A-68EA-D07FED58CC17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8" name="pg1888">
                <a:extLst>
                  <a:ext uri="{FF2B5EF4-FFF2-40B4-BE49-F238E27FC236}">
                    <a16:creationId xmlns:a16="http://schemas.microsoft.com/office/drawing/2014/main" id="{06CA721A-C661-DEA1-75BF-61A5891D902B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9" name="pg1889">
                <a:extLst>
                  <a:ext uri="{FF2B5EF4-FFF2-40B4-BE49-F238E27FC236}">
                    <a16:creationId xmlns:a16="http://schemas.microsoft.com/office/drawing/2014/main" id="{A56D7CEC-9F79-F2E8-D800-7CD0E33B002F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0" name="pg1890">
                <a:extLst>
                  <a:ext uri="{FF2B5EF4-FFF2-40B4-BE49-F238E27FC236}">
                    <a16:creationId xmlns:a16="http://schemas.microsoft.com/office/drawing/2014/main" id="{2D011957-0F2F-B8D1-514E-6AB7C6D1E82B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1" name="pg1891">
                <a:extLst>
                  <a:ext uri="{FF2B5EF4-FFF2-40B4-BE49-F238E27FC236}">
                    <a16:creationId xmlns:a16="http://schemas.microsoft.com/office/drawing/2014/main" id="{5D779D5B-A5D5-7BF6-E0AF-AA13CAD86256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2" name="pg1892">
                <a:extLst>
                  <a:ext uri="{FF2B5EF4-FFF2-40B4-BE49-F238E27FC236}">
                    <a16:creationId xmlns:a16="http://schemas.microsoft.com/office/drawing/2014/main" id="{D13A75C4-6E4F-6082-B021-2CA746E00DFB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3" name="pg1893">
                <a:extLst>
                  <a:ext uri="{FF2B5EF4-FFF2-40B4-BE49-F238E27FC236}">
                    <a16:creationId xmlns:a16="http://schemas.microsoft.com/office/drawing/2014/main" id="{7788F508-6274-79B1-81EB-B63E125C9C43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4" name="pg1894">
                <a:extLst>
                  <a:ext uri="{FF2B5EF4-FFF2-40B4-BE49-F238E27FC236}">
                    <a16:creationId xmlns:a16="http://schemas.microsoft.com/office/drawing/2014/main" id="{2F6C47C8-8C26-797B-D7C2-60F05AA78E76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5" name="pg1895">
                <a:extLst>
                  <a:ext uri="{FF2B5EF4-FFF2-40B4-BE49-F238E27FC236}">
                    <a16:creationId xmlns:a16="http://schemas.microsoft.com/office/drawing/2014/main" id="{F46ABEDC-88D8-6958-FC5D-28CDDEF5F887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6" name="pg1896">
                <a:extLst>
                  <a:ext uri="{FF2B5EF4-FFF2-40B4-BE49-F238E27FC236}">
                    <a16:creationId xmlns:a16="http://schemas.microsoft.com/office/drawing/2014/main" id="{7960E2B0-2A77-280A-A7B0-AC36CDBED9FE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7" name="pg1897">
                <a:extLst>
                  <a:ext uri="{FF2B5EF4-FFF2-40B4-BE49-F238E27FC236}">
                    <a16:creationId xmlns:a16="http://schemas.microsoft.com/office/drawing/2014/main" id="{EE95FD85-A5F8-ED00-B80E-8D029A7B3F61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8" name="pg1898">
                <a:extLst>
                  <a:ext uri="{FF2B5EF4-FFF2-40B4-BE49-F238E27FC236}">
                    <a16:creationId xmlns:a16="http://schemas.microsoft.com/office/drawing/2014/main" id="{8DD88405-BFBC-B9D4-0606-F6BA8D7E099F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9" name="pg1899">
                <a:extLst>
                  <a:ext uri="{FF2B5EF4-FFF2-40B4-BE49-F238E27FC236}">
                    <a16:creationId xmlns:a16="http://schemas.microsoft.com/office/drawing/2014/main" id="{CDE9F59D-8D62-E864-A43D-946B490C783F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0" name="pg1900">
                <a:extLst>
                  <a:ext uri="{FF2B5EF4-FFF2-40B4-BE49-F238E27FC236}">
                    <a16:creationId xmlns:a16="http://schemas.microsoft.com/office/drawing/2014/main" id="{2B63394A-9E67-1438-9FF4-FAA6A09EEF32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1" name="pg1901">
                <a:extLst>
                  <a:ext uri="{FF2B5EF4-FFF2-40B4-BE49-F238E27FC236}">
                    <a16:creationId xmlns:a16="http://schemas.microsoft.com/office/drawing/2014/main" id="{E1123C32-4F23-2CAC-0289-C6E52D29223E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2" name="pg1902">
                <a:extLst>
                  <a:ext uri="{FF2B5EF4-FFF2-40B4-BE49-F238E27FC236}">
                    <a16:creationId xmlns:a16="http://schemas.microsoft.com/office/drawing/2014/main" id="{644E23A5-1FBB-0B08-A9CA-C9660680FEE0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3" name="pg1903">
                <a:extLst>
                  <a:ext uri="{FF2B5EF4-FFF2-40B4-BE49-F238E27FC236}">
                    <a16:creationId xmlns:a16="http://schemas.microsoft.com/office/drawing/2014/main" id="{20A1735F-84E2-73E3-091A-553416F09ED5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4" name="pg1904">
                <a:extLst>
                  <a:ext uri="{FF2B5EF4-FFF2-40B4-BE49-F238E27FC236}">
                    <a16:creationId xmlns:a16="http://schemas.microsoft.com/office/drawing/2014/main" id="{D46133C6-FCBE-80E1-CD5F-215F2DB8BB06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5" name="pg1905">
                <a:extLst>
                  <a:ext uri="{FF2B5EF4-FFF2-40B4-BE49-F238E27FC236}">
                    <a16:creationId xmlns:a16="http://schemas.microsoft.com/office/drawing/2014/main" id="{0CBE7E18-ECD9-EA6A-FF9D-E774AE40AACA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6" name="pg1906">
                <a:extLst>
                  <a:ext uri="{FF2B5EF4-FFF2-40B4-BE49-F238E27FC236}">
                    <a16:creationId xmlns:a16="http://schemas.microsoft.com/office/drawing/2014/main" id="{93D13CF3-ABE0-86EE-602E-0ACDB80223F2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7" name="pg1907">
                <a:extLst>
                  <a:ext uri="{FF2B5EF4-FFF2-40B4-BE49-F238E27FC236}">
                    <a16:creationId xmlns:a16="http://schemas.microsoft.com/office/drawing/2014/main" id="{8EC4FB1A-38B5-3445-8F26-7193E38C676A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8" name="pg1908">
                <a:extLst>
                  <a:ext uri="{FF2B5EF4-FFF2-40B4-BE49-F238E27FC236}">
                    <a16:creationId xmlns:a16="http://schemas.microsoft.com/office/drawing/2014/main" id="{74861D22-B0A2-802E-C1EC-A8E0754A69C7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9" name="pg1909">
                <a:extLst>
                  <a:ext uri="{FF2B5EF4-FFF2-40B4-BE49-F238E27FC236}">
                    <a16:creationId xmlns:a16="http://schemas.microsoft.com/office/drawing/2014/main" id="{9691E6FB-8F99-8F19-9AF1-1C8E1F13F634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0" name="pg1910">
                <a:extLst>
                  <a:ext uri="{FF2B5EF4-FFF2-40B4-BE49-F238E27FC236}">
                    <a16:creationId xmlns:a16="http://schemas.microsoft.com/office/drawing/2014/main" id="{AB4650C5-8EEA-ADCE-29D2-737A5236F95B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1" name="pg1911">
                <a:extLst>
                  <a:ext uri="{FF2B5EF4-FFF2-40B4-BE49-F238E27FC236}">
                    <a16:creationId xmlns:a16="http://schemas.microsoft.com/office/drawing/2014/main" id="{3A07DC0A-CA85-36A5-392B-1157B7C99235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2" name="pg1912">
                <a:extLst>
                  <a:ext uri="{FF2B5EF4-FFF2-40B4-BE49-F238E27FC236}">
                    <a16:creationId xmlns:a16="http://schemas.microsoft.com/office/drawing/2014/main" id="{4F32E89D-CFFC-53D3-30DC-EB97C9FE4B47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3" name="pg1913">
                <a:extLst>
                  <a:ext uri="{FF2B5EF4-FFF2-40B4-BE49-F238E27FC236}">
                    <a16:creationId xmlns:a16="http://schemas.microsoft.com/office/drawing/2014/main" id="{48C61A01-27A3-D4BB-1AB2-FD9D61E1989B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4" name="pg1914">
                <a:extLst>
                  <a:ext uri="{FF2B5EF4-FFF2-40B4-BE49-F238E27FC236}">
                    <a16:creationId xmlns:a16="http://schemas.microsoft.com/office/drawing/2014/main" id="{C15E4D91-0B18-D97D-7F75-457EDE2593E8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5" name="pg1915">
                <a:extLst>
                  <a:ext uri="{FF2B5EF4-FFF2-40B4-BE49-F238E27FC236}">
                    <a16:creationId xmlns:a16="http://schemas.microsoft.com/office/drawing/2014/main" id="{19A2C701-57EE-06AE-59D2-CB4A72EC67DC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6" name="pg1916">
                <a:extLst>
                  <a:ext uri="{FF2B5EF4-FFF2-40B4-BE49-F238E27FC236}">
                    <a16:creationId xmlns:a16="http://schemas.microsoft.com/office/drawing/2014/main" id="{578FC6AE-0D57-B3AB-F979-505C458827F0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7" name="pg1917">
                <a:extLst>
                  <a:ext uri="{FF2B5EF4-FFF2-40B4-BE49-F238E27FC236}">
                    <a16:creationId xmlns:a16="http://schemas.microsoft.com/office/drawing/2014/main" id="{2E02B575-67F5-EBBB-BAB7-5928D25070C1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8" name="pg1918">
                <a:extLst>
                  <a:ext uri="{FF2B5EF4-FFF2-40B4-BE49-F238E27FC236}">
                    <a16:creationId xmlns:a16="http://schemas.microsoft.com/office/drawing/2014/main" id="{1993A325-3397-81DF-A955-D39A2AB07D3D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9" name="pg1919">
                <a:extLst>
                  <a:ext uri="{FF2B5EF4-FFF2-40B4-BE49-F238E27FC236}">
                    <a16:creationId xmlns:a16="http://schemas.microsoft.com/office/drawing/2014/main" id="{81D3679C-0BC8-65F6-ED85-AD6DC9787F6F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0" name="pg1920">
                <a:extLst>
                  <a:ext uri="{FF2B5EF4-FFF2-40B4-BE49-F238E27FC236}">
                    <a16:creationId xmlns:a16="http://schemas.microsoft.com/office/drawing/2014/main" id="{4F42B4B4-DA49-CC1F-01F5-FD16C9977AF6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1" name="pg1921">
                <a:extLst>
                  <a:ext uri="{FF2B5EF4-FFF2-40B4-BE49-F238E27FC236}">
                    <a16:creationId xmlns:a16="http://schemas.microsoft.com/office/drawing/2014/main" id="{780DA09A-CE1F-5A6B-2149-6861015FC35B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2" name="pg1922">
                <a:extLst>
                  <a:ext uri="{FF2B5EF4-FFF2-40B4-BE49-F238E27FC236}">
                    <a16:creationId xmlns:a16="http://schemas.microsoft.com/office/drawing/2014/main" id="{DF3AF3C0-E0A7-F188-8930-1F7D2F31E36B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3" name="pg1923">
                <a:extLst>
                  <a:ext uri="{FF2B5EF4-FFF2-40B4-BE49-F238E27FC236}">
                    <a16:creationId xmlns:a16="http://schemas.microsoft.com/office/drawing/2014/main" id="{03100787-FAC2-EE3F-3C09-A71E74C12B19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4" name="pg1924">
                <a:extLst>
                  <a:ext uri="{FF2B5EF4-FFF2-40B4-BE49-F238E27FC236}">
                    <a16:creationId xmlns:a16="http://schemas.microsoft.com/office/drawing/2014/main" id="{A8D5E533-6F0A-C360-3EAD-7FF5DAC00FF2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5" name="pg1925">
                <a:extLst>
                  <a:ext uri="{FF2B5EF4-FFF2-40B4-BE49-F238E27FC236}">
                    <a16:creationId xmlns:a16="http://schemas.microsoft.com/office/drawing/2014/main" id="{339E8A65-2F2E-24F5-553B-A440CD3514CB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6" name="pg1926">
                <a:extLst>
                  <a:ext uri="{FF2B5EF4-FFF2-40B4-BE49-F238E27FC236}">
                    <a16:creationId xmlns:a16="http://schemas.microsoft.com/office/drawing/2014/main" id="{54764ACF-2231-0866-D042-F4AAB1A25EAF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7" name="pg1927">
                <a:extLst>
                  <a:ext uri="{FF2B5EF4-FFF2-40B4-BE49-F238E27FC236}">
                    <a16:creationId xmlns:a16="http://schemas.microsoft.com/office/drawing/2014/main" id="{5D209A34-FAE9-1D6A-0CD4-9C53350BDF61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8" name="pg1928">
                <a:extLst>
                  <a:ext uri="{FF2B5EF4-FFF2-40B4-BE49-F238E27FC236}">
                    <a16:creationId xmlns:a16="http://schemas.microsoft.com/office/drawing/2014/main" id="{170A774C-F5EB-6708-B4D7-C7390CE9CEC3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9" name="pg1929">
                <a:extLst>
                  <a:ext uri="{FF2B5EF4-FFF2-40B4-BE49-F238E27FC236}">
                    <a16:creationId xmlns:a16="http://schemas.microsoft.com/office/drawing/2014/main" id="{ACB61803-8684-39E8-DC64-8C053B27AE3B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0" name="pg1930">
                <a:extLst>
                  <a:ext uri="{FF2B5EF4-FFF2-40B4-BE49-F238E27FC236}">
                    <a16:creationId xmlns:a16="http://schemas.microsoft.com/office/drawing/2014/main" id="{CC2B74ED-742C-1CDA-F2D8-0EF84C6B7572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1" name="pg1931">
                <a:extLst>
                  <a:ext uri="{FF2B5EF4-FFF2-40B4-BE49-F238E27FC236}">
                    <a16:creationId xmlns:a16="http://schemas.microsoft.com/office/drawing/2014/main" id="{A9AE1948-358E-9B32-06B6-80C02C52F880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2" name="pg1932">
                <a:extLst>
                  <a:ext uri="{FF2B5EF4-FFF2-40B4-BE49-F238E27FC236}">
                    <a16:creationId xmlns:a16="http://schemas.microsoft.com/office/drawing/2014/main" id="{1EB5AB66-FA25-1A83-24F6-7D4652451B40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3" name="pg1933">
                <a:extLst>
                  <a:ext uri="{FF2B5EF4-FFF2-40B4-BE49-F238E27FC236}">
                    <a16:creationId xmlns:a16="http://schemas.microsoft.com/office/drawing/2014/main" id="{F23AACD2-C2BF-274F-8B7E-A50B77126FA1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4" name="pg1934">
                <a:extLst>
                  <a:ext uri="{FF2B5EF4-FFF2-40B4-BE49-F238E27FC236}">
                    <a16:creationId xmlns:a16="http://schemas.microsoft.com/office/drawing/2014/main" id="{AC9A9F1B-DBC6-C6B6-BB85-89FFFE303511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5" name="pg1935">
                <a:extLst>
                  <a:ext uri="{FF2B5EF4-FFF2-40B4-BE49-F238E27FC236}">
                    <a16:creationId xmlns:a16="http://schemas.microsoft.com/office/drawing/2014/main" id="{B85D7843-07FF-A8B9-9CD8-2ED2A0A88861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6" name="pg1936">
                <a:extLst>
                  <a:ext uri="{FF2B5EF4-FFF2-40B4-BE49-F238E27FC236}">
                    <a16:creationId xmlns:a16="http://schemas.microsoft.com/office/drawing/2014/main" id="{2A473C37-9DAB-0267-65BC-F6C5FF04717A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7" name="pg1937">
                <a:extLst>
                  <a:ext uri="{FF2B5EF4-FFF2-40B4-BE49-F238E27FC236}">
                    <a16:creationId xmlns:a16="http://schemas.microsoft.com/office/drawing/2014/main" id="{FF1D1C60-8E32-B930-9C22-7772AEAE4679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8" name="pg1938">
                <a:extLst>
                  <a:ext uri="{FF2B5EF4-FFF2-40B4-BE49-F238E27FC236}">
                    <a16:creationId xmlns:a16="http://schemas.microsoft.com/office/drawing/2014/main" id="{6CF612BC-A51A-41A0-9570-62CB0F8A8BC4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9" name="pg1939">
                <a:extLst>
                  <a:ext uri="{FF2B5EF4-FFF2-40B4-BE49-F238E27FC236}">
                    <a16:creationId xmlns:a16="http://schemas.microsoft.com/office/drawing/2014/main" id="{582C83FC-BF79-2EB5-8725-AF2108809080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0" name="pg1940">
                <a:extLst>
                  <a:ext uri="{FF2B5EF4-FFF2-40B4-BE49-F238E27FC236}">
                    <a16:creationId xmlns:a16="http://schemas.microsoft.com/office/drawing/2014/main" id="{CD1E52C7-0A6F-FFB1-5D39-222193614912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1" name="pg1941">
                <a:extLst>
                  <a:ext uri="{FF2B5EF4-FFF2-40B4-BE49-F238E27FC236}">
                    <a16:creationId xmlns:a16="http://schemas.microsoft.com/office/drawing/2014/main" id="{F7119896-DD52-8F5D-72CB-63F61D1A52A2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2" name="pg1942">
                <a:extLst>
                  <a:ext uri="{FF2B5EF4-FFF2-40B4-BE49-F238E27FC236}">
                    <a16:creationId xmlns:a16="http://schemas.microsoft.com/office/drawing/2014/main" id="{DA0DCDD3-10A1-E6C1-C111-50B62E31DEAC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3" name="pg1943">
                <a:extLst>
                  <a:ext uri="{FF2B5EF4-FFF2-40B4-BE49-F238E27FC236}">
                    <a16:creationId xmlns:a16="http://schemas.microsoft.com/office/drawing/2014/main" id="{7163D3CE-D58C-BA71-83D3-5C60DC04AF56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4" name="pg1944">
                <a:extLst>
                  <a:ext uri="{FF2B5EF4-FFF2-40B4-BE49-F238E27FC236}">
                    <a16:creationId xmlns:a16="http://schemas.microsoft.com/office/drawing/2014/main" id="{39DCC7E5-16B8-621C-CB00-2121493C1C4F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5" name="pg1945">
                <a:extLst>
                  <a:ext uri="{FF2B5EF4-FFF2-40B4-BE49-F238E27FC236}">
                    <a16:creationId xmlns:a16="http://schemas.microsoft.com/office/drawing/2014/main" id="{2DB429FA-4CBC-A9E6-7A5A-1B0BF896DF19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6" name="pg1946">
                <a:extLst>
                  <a:ext uri="{FF2B5EF4-FFF2-40B4-BE49-F238E27FC236}">
                    <a16:creationId xmlns:a16="http://schemas.microsoft.com/office/drawing/2014/main" id="{7EC0F70D-8D98-221C-5C4F-CBBC11246B1F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7" name="pg1947">
                <a:extLst>
                  <a:ext uri="{FF2B5EF4-FFF2-40B4-BE49-F238E27FC236}">
                    <a16:creationId xmlns:a16="http://schemas.microsoft.com/office/drawing/2014/main" id="{B0A27719-0101-612A-9D84-02D612A13879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8" name="pg1948">
                <a:extLst>
                  <a:ext uri="{FF2B5EF4-FFF2-40B4-BE49-F238E27FC236}">
                    <a16:creationId xmlns:a16="http://schemas.microsoft.com/office/drawing/2014/main" id="{EFF590F4-988C-D2C4-372C-DA0CA88A8632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9" name="pg1949">
                <a:extLst>
                  <a:ext uri="{FF2B5EF4-FFF2-40B4-BE49-F238E27FC236}">
                    <a16:creationId xmlns:a16="http://schemas.microsoft.com/office/drawing/2014/main" id="{4F67EBFF-9DCC-90F0-171A-9685C6AACFB1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0" name="pg1950">
                <a:extLst>
                  <a:ext uri="{FF2B5EF4-FFF2-40B4-BE49-F238E27FC236}">
                    <a16:creationId xmlns:a16="http://schemas.microsoft.com/office/drawing/2014/main" id="{0AD818FF-408A-AC93-D1C7-8BD7D3D8B163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1" name="pg1951">
                <a:extLst>
                  <a:ext uri="{FF2B5EF4-FFF2-40B4-BE49-F238E27FC236}">
                    <a16:creationId xmlns:a16="http://schemas.microsoft.com/office/drawing/2014/main" id="{80EC2E21-4027-9117-A60E-FD76FE493833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2" name="pg1952">
                <a:extLst>
                  <a:ext uri="{FF2B5EF4-FFF2-40B4-BE49-F238E27FC236}">
                    <a16:creationId xmlns:a16="http://schemas.microsoft.com/office/drawing/2014/main" id="{F557D993-D856-48B5-930D-0EC014F2E737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3" name="pg1953">
                <a:extLst>
                  <a:ext uri="{FF2B5EF4-FFF2-40B4-BE49-F238E27FC236}">
                    <a16:creationId xmlns:a16="http://schemas.microsoft.com/office/drawing/2014/main" id="{D73C6B70-22DC-B873-FB61-8FDAFEDB4263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4" name="pg1954">
                <a:extLst>
                  <a:ext uri="{FF2B5EF4-FFF2-40B4-BE49-F238E27FC236}">
                    <a16:creationId xmlns:a16="http://schemas.microsoft.com/office/drawing/2014/main" id="{401D1E3B-6F93-3A9F-843E-24B15A0B8691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5" name="pg1955">
                <a:extLst>
                  <a:ext uri="{FF2B5EF4-FFF2-40B4-BE49-F238E27FC236}">
                    <a16:creationId xmlns:a16="http://schemas.microsoft.com/office/drawing/2014/main" id="{030D0D0E-1478-07EA-2AFC-ABC398150A5C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6" name="pg1956">
                <a:extLst>
                  <a:ext uri="{FF2B5EF4-FFF2-40B4-BE49-F238E27FC236}">
                    <a16:creationId xmlns:a16="http://schemas.microsoft.com/office/drawing/2014/main" id="{487C0EE4-E32A-325D-1551-06B95CB9C04B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7" name="pg1957">
                <a:extLst>
                  <a:ext uri="{FF2B5EF4-FFF2-40B4-BE49-F238E27FC236}">
                    <a16:creationId xmlns:a16="http://schemas.microsoft.com/office/drawing/2014/main" id="{530A4407-F397-98FF-18AF-CED739B8171A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8" name="pg1958">
                <a:extLst>
                  <a:ext uri="{FF2B5EF4-FFF2-40B4-BE49-F238E27FC236}">
                    <a16:creationId xmlns:a16="http://schemas.microsoft.com/office/drawing/2014/main" id="{D9A5957B-FE4E-819D-4B86-E08B6D5B8547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9" name="pg1959">
                <a:extLst>
                  <a:ext uri="{FF2B5EF4-FFF2-40B4-BE49-F238E27FC236}">
                    <a16:creationId xmlns:a16="http://schemas.microsoft.com/office/drawing/2014/main" id="{4FAB3F5B-3A50-3949-3884-C09A42A011AA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0" name="pg1960">
                <a:extLst>
                  <a:ext uri="{FF2B5EF4-FFF2-40B4-BE49-F238E27FC236}">
                    <a16:creationId xmlns:a16="http://schemas.microsoft.com/office/drawing/2014/main" id="{2E308F48-F981-B98C-93C9-7983C449F4BD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1" name="pg1961">
                <a:extLst>
                  <a:ext uri="{FF2B5EF4-FFF2-40B4-BE49-F238E27FC236}">
                    <a16:creationId xmlns:a16="http://schemas.microsoft.com/office/drawing/2014/main" id="{B5741EBF-FEDF-A07A-1C5C-37D5E029F177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2" name="pg1962">
                <a:extLst>
                  <a:ext uri="{FF2B5EF4-FFF2-40B4-BE49-F238E27FC236}">
                    <a16:creationId xmlns:a16="http://schemas.microsoft.com/office/drawing/2014/main" id="{073FD830-8B3B-FD09-3EFB-8D65380E5602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3" name="pg1963">
                <a:extLst>
                  <a:ext uri="{FF2B5EF4-FFF2-40B4-BE49-F238E27FC236}">
                    <a16:creationId xmlns:a16="http://schemas.microsoft.com/office/drawing/2014/main" id="{56EBC349-9EA7-79AB-5F8D-31B61FACFCD4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4" name="pg1964">
                <a:extLst>
                  <a:ext uri="{FF2B5EF4-FFF2-40B4-BE49-F238E27FC236}">
                    <a16:creationId xmlns:a16="http://schemas.microsoft.com/office/drawing/2014/main" id="{97E751E8-1588-55A3-F3B3-7B991D03B408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5" name="pg1965">
                <a:extLst>
                  <a:ext uri="{FF2B5EF4-FFF2-40B4-BE49-F238E27FC236}">
                    <a16:creationId xmlns:a16="http://schemas.microsoft.com/office/drawing/2014/main" id="{8F416342-B320-A375-AB4D-9491391F563B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6" name="pg1966">
                <a:extLst>
                  <a:ext uri="{FF2B5EF4-FFF2-40B4-BE49-F238E27FC236}">
                    <a16:creationId xmlns:a16="http://schemas.microsoft.com/office/drawing/2014/main" id="{DAC5D64E-A7C2-B8E8-8F8C-F2F23CDA9A76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7" name="pg1967">
                <a:extLst>
                  <a:ext uri="{FF2B5EF4-FFF2-40B4-BE49-F238E27FC236}">
                    <a16:creationId xmlns:a16="http://schemas.microsoft.com/office/drawing/2014/main" id="{096934E3-3699-EADC-99F5-B2383080CD35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8" name="pg1968">
                <a:extLst>
                  <a:ext uri="{FF2B5EF4-FFF2-40B4-BE49-F238E27FC236}">
                    <a16:creationId xmlns:a16="http://schemas.microsoft.com/office/drawing/2014/main" id="{5030716A-6B82-6E24-861C-8D2315CE2822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9" name="pg1969">
                <a:extLst>
                  <a:ext uri="{FF2B5EF4-FFF2-40B4-BE49-F238E27FC236}">
                    <a16:creationId xmlns:a16="http://schemas.microsoft.com/office/drawing/2014/main" id="{70C76032-12FC-4B0B-C45D-40C5F30E4D1C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0" name="pg1970">
                <a:extLst>
                  <a:ext uri="{FF2B5EF4-FFF2-40B4-BE49-F238E27FC236}">
                    <a16:creationId xmlns:a16="http://schemas.microsoft.com/office/drawing/2014/main" id="{7B432121-DD89-1AF7-2A36-EFD5F8DFA196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1" name="pg1971">
                <a:extLst>
                  <a:ext uri="{FF2B5EF4-FFF2-40B4-BE49-F238E27FC236}">
                    <a16:creationId xmlns:a16="http://schemas.microsoft.com/office/drawing/2014/main" id="{E7EF726A-102F-612F-1675-01A2635C086B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2" name="pg1972">
                <a:extLst>
                  <a:ext uri="{FF2B5EF4-FFF2-40B4-BE49-F238E27FC236}">
                    <a16:creationId xmlns:a16="http://schemas.microsoft.com/office/drawing/2014/main" id="{0C06A753-57DE-4508-F591-1D9AC47F7A46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3" name="pg1973">
                <a:extLst>
                  <a:ext uri="{FF2B5EF4-FFF2-40B4-BE49-F238E27FC236}">
                    <a16:creationId xmlns:a16="http://schemas.microsoft.com/office/drawing/2014/main" id="{3D2B1FF8-2CB4-7715-BB44-BC1CAD0D269B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4" name="pg1974">
                <a:extLst>
                  <a:ext uri="{FF2B5EF4-FFF2-40B4-BE49-F238E27FC236}">
                    <a16:creationId xmlns:a16="http://schemas.microsoft.com/office/drawing/2014/main" id="{9625E2E0-DD9F-2D18-B0BA-F50142FBAC1D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5" name="pg1975">
                <a:extLst>
                  <a:ext uri="{FF2B5EF4-FFF2-40B4-BE49-F238E27FC236}">
                    <a16:creationId xmlns:a16="http://schemas.microsoft.com/office/drawing/2014/main" id="{F0A445A0-5A08-34D0-C69F-4CC35F99C7EB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6" name="pg1976">
                <a:extLst>
                  <a:ext uri="{FF2B5EF4-FFF2-40B4-BE49-F238E27FC236}">
                    <a16:creationId xmlns:a16="http://schemas.microsoft.com/office/drawing/2014/main" id="{56F897C9-3819-E4C4-3F66-787B4B28C34B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7" name="pg1977">
                <a:extLst>
                  <a:ext uri="{FF2B5EF4-FFF2-40B4-BE49-F238E27FC236}">
                    <a16:creationId xmlns:a16="http://schemas.microsoft.com/office/drawing/2014/main" id="{D342B4F1-DAA2-7B8E-8FE5-D24A72E5E9E5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8" name="pg1978">
                <a:extLst>
                  <a:ext uri="{FF2B5EF4-FFF2-40B4-BE49-F238E27FC236}">
                    <a16:creationId xmlns:a16="http://schemas.microsoft.com/office/drawing/2014/main" id="{CE180842-670B-2759-D374-4E2F2C968AA5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9" name="pg1979">
                <a:extLst>
                  <a:ext uri="{FF2B5EF4-FFF2-40B4-BE49-F238E27FC236}">
                    <a16:creationId xmlns:a16="http://schemas.microsoft.com/office/drawing/2014/main" id="{9FD46CF0-34AB-FCEE-3D11-8ED4D2A81E5D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0" name="pg1980">
                <a:extLst>
                  <a:ext uri="{FF2B5EF4-FFF2-40B4-BE49-F238E27FC236}">
                    <a16:creationId xmlns:a16="http://schemas.microsoft.com/office/drawing/2014/main" id="{6DBC6FBC-B689-FEBA-32E2-04E4E8FBB09F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1" name="pg1981">
                <a:extLst>
                  <a:ext uri="{FF2B5EF4-FFF2-40B4-BE49-F238E27FC236}">
                    <a16:creationId xmlns:a16="http://schemas.microsoft.com/office/drawing/2014/main" id="{2F3C29B7-EFE0-E473-8CAD-71ABC29BE65F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2" name="pg1982">
                <a:extLst>
                  <a:ext uri="{FF2B5EF4-FFF2-40B4-BE49-F238E27FC236}">
                    <a16:creationId xmlns:a16="http://schemas.microsoft.com/office/drawing/2014/main" id="{0302063C-AB00-D879-D444-334D3EA24F33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3" name="pg1983">
                <a:extLst>
                  <a:ext uri="{FF2B5EF4-FFF2-40B4-BE49-F238E27FC236}">
                    <a16:creationId xmlns:a16="http://schemas.microsoft.com/office/drawing/2014/main" id="{4B754961-05DF-2AE5-647B-B64210B45E56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4" name="pg1984">
                <a:extLst>
                  <a:ext uri="{FF2B5EF4-FFF2-40B4-BE49-F238E27FC236}">
                    <a16:creationId xmlns:a16="http://schemas.microsoft.com/office/drawing/2014/main" id="{58A4C371-E7EA-1678-FD14-A760DEFA87BC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5" name="pg1985">
                <a:extLst>
                  <a:ext uri="{FF2B5EF4-FFF2-40B4-BE49-F238E27FC236}">
                    <a16:creationId xmlns:a16="http://schemas.microsoft.com/office/drawing/2014/main" id="{F5C248DC-9C38-A9B2-3355-CF08011ED0C1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6" name="pg1986">
                <a:extLst>
                  <a:ext uri="{FF2B5EF4-FFF2-40B4-BE49-F238E27FC236}">
                    <a16:creationId xmlns:a16="http://schemas.microsoft.com/office/drawing/2014/main" id="{9ABF36EF-B764-EB14-59AA-80481705BCAC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7" name="pg1987">
                <a:extLst>
                  <a:ext uri="{FF2B5EF4-FFF2-40B4-BE49-F238E27FC236}">
                    <a16:creationId xmlns:a16="http://schemas.microsoft.com/office/drawing/2014/main" id="{64D6B8EB-DD1D-C379-2268-DB15CD73F90B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8" name="pg1988">
                <a:extLst>
                  <a:ext uri="{FF2B5EF4-FFF2-40B4-BE49-F238E27FC236}">
                    <a16:creationId xmlns:a16="http://schemas.microsoft.com/office/drawing/2014/main" id="{190E5104-F204-C06E-43DB-717CCCE1CA8E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9" name="pg1989">
                <a:extLst>
                  <a:ext uri="{FF2B5EF4-FFF2-40B4-BE49-F238E27FC236}">
                    <a16:creationId xmlns:a16="http://schemas.microsoft.com/office/drawing/2014/main" id="{31009D96-20F5-9B54-0E02-3770C473619F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0" name="pg1990">
                <a:extLst>
                  <a:ext uri="{FF2B5EF4-FFF2-40B4-BE49-F238E27FC236}">
                    <a16:creationId xmlns:a16="http://schemas.microsoft.com/office/drawing/2014/main" id="{7B2FB059-CBAC-3DD1-AA0C-5CB33210B19D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1" name="pg1991">
                <a:extLst>
                  <a:ext uri="{FF2B5EF4-FFF2-40B4-BE49-F238E27FC236}">
                    <a16:creationId xmlns:a16="http://schemas.microsoft.com/office/drawing/2014/main" id="{40E1393D-0407-DFC9-14DE-C96B309C2916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2" name="pg1992">
                <a:extLst>
                  <a:ext uri="{FF2B5EF4-FFF2-40B4-BE49-F238E27FC236}">
                    <a16:creationId xmlns:a16="http://schemas.microsoft.com/office/drawing/2014/main" id="{C5688BAC-69ED-76FC-AC2F-13D85F02B91C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3" name="pg1993">
                <a:extLst>
                  <a:ext uri="{FF2B5EF4-FFF2-40B4-BE49-F238E27FC236}">
                    <a16:creationId xmlns:a16="http://schemas.microsoft.com/office/drawing/2014/main" id="{D307CF8D-20F4-AA25-DB15-58B7FEFCF58C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4" name="pg1994">
                <a:extLst>
                  <a:ext uri="{FF2B5EF4-FFF2-40B4-BE49-F238E27FC236}">
                    <a16:creationId xmlns:a16="http://schemas.microsoft.com/office/drawing/2014/main" id="{6A4129BD-360D-77E6-23F1-642FAF5DC9F5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5" name="pg1995">
                <a:extLst>
                  <a:ext uri="{FF2B5EF4-FFF2-40B4-BE49-F238E27FC236}">
                    <a16:creationId xmlns:a16="http://schemas.microsoft.com/office/drawing/2014/main" id="{E6820FDD-49E8-8FEA-160C-DC9F643C8FE6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6" name="pg1996">
                <a:extLst>
                  <a:ext uri="{FF2B5EF4-FFF2-40B4-BE49-F238E27FC236}">
                    <a16:creationId xmlns:a16="http://schemas.microsoft.com/office/drawing/2014/main" id="{2B81501A-34D3-B19F-67A8-A0A230A55610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7" name="pg1997">
                <a:extLst>
                  <a:ext uri="{FF2B5EF4-FFF2-40B4-BE49-F238E27FC236}">
                    <a16:creationId xmlns:a16="http://schemas.microsoft.com/office/drawing/2014/main" id="{B34E774A-3856-4945-0BED-1568292822D9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8" name="pg1998">
                <a:extLst>
                  <a:ext uri="{FF2B5EF4-FFF2-40B4-BE49-F238E27FC236}">
                    <a16:creationId xmlns:a16="http://schemas.microsoft.com/office/drawing/2014/main" id="{D4EDDB0F-D235-3A24-D8C9-2534E5B3EF81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9" name="pg1999">
                <a:extLst>
                  <a:ext uri="{FF2B5EF4-FFF2-40B4-BE49-F238E27FC236}">
                    <a16:creationId xmlns:a16="http://schemas.microsoft.com/office/drawing/2014/main" id="{0905D245-30ED-58FF-7CC8-9811CB6CDD19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0" name="pg2000">
                <a:extLst>
                  <a:ext uri="{FF2B5EF4-FFF2-40B4-BE49-F238E27FC236}">
                    <a16:creationId xmlns:a16="http://schemas.microsoft.com/office/drawing/2014/main" id="{248BA8E7-5AAD-746B-DAD8-45FC5488D678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1" name="pg2001">
                <a:extLst>
                  <a:ext uri="{FF2B5EF4-FFF2-40B4-BE49-F238E27FC236}">
                    <a16:creationId xmlns:a16="http://schemas.microsoft.com/office/drawing/2014/main" id="{1B4F332F-A455-F385-34A7-7E8135372060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2" name="pg2002">
                <a:extLst>
                  <a:ext uri="{FF2B5EF4-FFF2-40B4-BE49-F238E27FC236}">
                    <a16:creationId xmlns:a16="http://schemas.microsoft.com/office/drawing/2014/main" id="{2F1FE227-6A9B-4C1E-DDA0-73171ECC12FF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3" name="pg2003">
                <a:extLst>
                  <a:ext uri="{FF2B5EF4-FFF2-40B4-BE49-F238E27FC236}">
                    <a16:creationId xmlns:a16="http://schemas.microsoft.com/office/drawing/2014/main" id="{C0B78DB3-2E2C-44CA-67D7-B4484F31CD8A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4" name="pg2004">
                <a:extLst>
                  <a:ext uri="{FF2B5EF4-FFF2-40B4-BE49-F238E27FC236}">
                    <a16:creationId xmlns:a16="http://schemas.microsoft.com/office/drawing/2014/main" id="{3FE2F50E-2631-D85D-63A6-BA19F2B4A056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5" name="pg2005">
                <a:extLst>
                  <a:ext uri="{FF2B5EF4-FFF2-40B4-BE49-F238E27FC236}">
                    <a16:creationId xmlns:a16="http://schemas.microsoft.com/office/drawing/2014/main" id="{A8CB200C-1EB0-A255-39BB-0F8697B038FF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6" name="pg2006">
                <a:extLst>
                  <a:ext uri="{FF2B5EF4-FFF2-40B4-BE49-F238E27FC236}">
                    <a16:creationId xmlns:a16="http://schemas.microsoft.com/office/drawing/2014/main" id="{0BC6CD37-4073-0770-838A-EE62E1E15316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7" name="pg2007">
                <a:extLst>
                  <a:ext uri="{FF2B5EF4-FFF2-40B4-BE49-F238E27FC236}">
                    <a16:creationId xmlns:a16="http://schemas.microsoft.com/office/drawing/2014/main" id="{65D2E40D-E6FB-9623-9DEA-25C597F51488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8" name="pg2008">
                <a:extLst>
                  <a:ext uri="{FF2B5EF4-FFF2-40B4-BE49-F238E27FC236}">
                    <a16:creationId xmlns:a16="http://schemas.microsoft.com/office/drawing/2014/main" id="{04F4891B-8D0B-20B5-470F-47FAD8A6A98A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9" name="pg2009">
                <a:extLst>
                  <a:ext uri="{FF2B5EF4-FFF2-40B4-BE49-F238E27FC236}">
                    <a16:creationId xmlns:a16="http://schemas.microsoft.com/office/drawing/2014/main" id="{946C3933-9ADB-DBB6-1111-FE05C1AD98FF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0" name="pg2010">
                <a:extLst>
                  <a:ext uri="{FF2B5EF4-FFF2-40B4-BE49-F238E27FC236}">
                    <a16:creationId xmlns:a16="http://schemas.microsoft.com/office/drawing/2014/main" id="{BC5346C5-67B4-1E85-4FC9-E53A12434FC6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1" name="pg2011">
                <a:extLst>
                  <a:ext uri="{FF2B5EF4-FFF2-40B4-BE49-F238E27FC236}">
                    <a16:creationId xmlns:a16="http://schemas.microsoft.com/office/drawing/2014/main" id="{C16D2B19-7650-C5ED-05E6-3F7B40048A9B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2" name="pg2012">
                <a:extLst>
                  <a:ext uri="{FF2B5EF4-FFF2-40B4-BE49-F238E27FC236}">
                    <a16:creationId xmlns:a16="http://schemas.microsoft.com/office/drawing/2014/main" id="{38E3C5F5-69FC-C31E-15D3-F5F3E3D2C64E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3" name="pg2013">
                <a:extLst>
                  <a:ext uri="{FF2B5EF4-FFF2-40B4-BE49-F238E27FC236}">
                    <a16:creationId xmlns:a16="http://schemas.microsoft.com/office/drawing/2014/main" id="{EF922F13-F35D-DE1E-EE9C-331710C20FF5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4" name="pg2014">
                <a:extLst>
                  <a:ext uri="{FF2B5EF4-FFF2-40B4-BE49-F238E27FC236}">
                    <a16:creationId xmlns:a16="http://schemas.microsoft.com/office/drawing/2014/main" id="{1A16DE2A-E4EC-7157-407A-BCACDD075738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5" name="pg2015">
                <a:extLst>
                  <a:ext uri="{FF2B5EF4-FFF2-40B4-BE49-F238E27FC236}">
                    <a16:creationId xmlns:a16="http://schemas.microsoft.com/office/drawing/2014/main" id="{DFC942B7-B1E3-8086-11C1-07B4FD9AD57E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6" name="pg2016">
                <a:extLst>
                  <a:ext uri="{FF2B5EF4-FFF2-40B4-BE49-F238E27FC236}">
                    <a16:creationId xmlns:a16="http://schemas.microsoft.com/office/drawing/2014/main" id="{9322B862-D9C1-87D7-DD30-617EB562E701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7" name="pg2017">
                <a:extLst>
                  <a:ext uri="{FF2B5EF4-FFF2-40B4-BE49-F238E27FC236}">
                    <a16:creationId xmlns:a16="http://schemas.microsoft.com/office/drawing/2014/main" id="{794F608D-FCD9-CA6A-E003-EA4D448678A3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8" name="pg2018">
                <a:extLst>
                  <a:ext uri="{FF2B5EF4-FFF2-40B4-BE49-F238E27FC236}">
                    <a16:creationId xmlns:a16="http://schemas.microsoft.com/office/drawing/2014/main" id="{3DF423E3-15E5-AF3F-019E-E07ECF7AFDE0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9" name="pg2019">
                <a:extLst>
                  <a:ext uri="{FF2B5EF4-FFF2-40B4-BE49-F238E27FC236}">
                    <a16:creationId xmlns:a16="http://schemas.microsoft.com/office/drawing/2014/main" id="{0451EF94-EEF3-1E40-64D2-9D6A96A9B3FE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0" name="pg2020">
                <a:extLst>
                  <a:ext uri="{FF2B5EF4-FFF2-40B4-BE49-F238E27FC236}">
                    <a16:creationId xmlns:a16="http://schemas.microsoft.com/office/drawing/2014/main" id="{DE41B152-2472-9C27-CA9A-1F7D0D126569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1" name="pg2021">
                <a:extLst>
                  <a:ext uri="{FF2B5EF4-FFF2-40B4-BE49-F238E27FC236}">
                    <a16:creationId xmlns:a16="http://schemas.microsoft.com/office/drawing/2014/main" id="{F7863758-B3ED-B5AF-0408-1A94A974C27C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2" name="pg2022">
                <a:extLst>
                  <a:ext uri="{FF2B5EF4-FFF2-40B4-BE49-F238E27FC236}">
                    <a16:creationId xmlns:a16="http://schemas.microsoft.com/office/drawing/2014/main" id="{E6D4B485-A899-5E55-3FF1-94722A7E807B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3" name="pg2023">
                <a:extLst>
                  <a:ext uri="{FF2B5EF4-FFF2-40B4-BE49-F238E27FC236}">
                    <a16:creationId xmlns:a16="http://schemas.microsoft.com/office/drawing/2014/main" id="{59EC9CA5-DC4F-6EAF-23BB-F611FF8C1EB7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4" name="pg2024">
                <a:extLst>
                  <a:ext uri="{FF2B5EF4-FFF2-40B4-BE49-F238E27FC236}">
                    <a16:creationId xmlns:a16="http://schemas.microsoft.com/office/drawing/2014/main" id="{033CDF05-9A1F-E581-D127-1988D4CECDA6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5" name="pg2025">
                <a:extLst>
                  <a:ext uri="{FF2B5EF4-FFF2-40B4-BE49-F238E27FC236}">
                    <a16:creationId xmlns:a16="http://schemas.microsoft.com/office/drawing/2014/main" id="{163B9FCF-BCA5-26EA-D194-1DC084C123F0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6" name="pg2026">
                <a:extLst>
                  <a:ext uri="{FF2B5EF4-FFF2-40B4-BE49-F238E27FC236}">
                    <a16:creationId xmlns:a16="http://schemas.microsoft.com/office/drawing/2014/main" id="{D5253379-3150-2620-FE59-85C000FC9783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7" name="pg2027">
                <a:extLst>
                  <a:ext uri="{FF2B5EF4-FFF2-40B4-BE49-F238E27FC236}">
                    <a16:creationId xmlns:a16="http://schemas.microsoft.com/office/drawing/2014/main" id="{AED55392-F4F1-633D-5201-826C69A76AC3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8" name="pg2028">
                <a:extLst>
                  <a:ext uri="{FF2B5EF4-FFF2-40B4-BE49-F238E27FC236}">
                    <a16:creationId xmlns:a16="http://schemas.microsoft.com/office/drawing/2014/main" id="{5D08038C-FBEE-68F6-7D04-1852237F59D1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9" name="pg2029">
                <a:extLst>
                  <a:ext uri="{FF2B5EF4-FFF2-40B4-BE49-F238E27FC236}">
                    <a16:creationId xmlns:a16="http://schemas.microsoft.com/office/drawing/2014/main" id="{5B7285A5-FFF5-5A3B-53CE-FBE723E6C470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0" name="pg2030">
                <a:extLst>
                  <a:ext uri="{FF2B5EF4-FFF2-40B4-BE49-F238E27FC236}">
                    <a16:creationId xmlns:a16="http://schemas.microsoft.com/office/drawing/2014/main" id="{C735BCBA-FF33-EF6C-6ABD-0DF83DD5C552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1" name="pg2031">
                <a:extLst>
                  <a:ext uri="{FF2B5EF4-FFF2-40B4-BE49-F238E27FC236}">
                    <a16:creationId xmlns:a16="http://schemas.microsoft.com/office/drawing/2014/main" id="{33A8052D-BE37-4107-92A0-C58D64BB67F6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2" name="pg2032">
                <a:extLst>
                  <a:ext uri="{FF2B5EF4-FFF2-40B4-BE49-F238E27FC236}">
                    <a16:creationId xmlns:a16="http://schemas.microsoft.com/office/drawing/2014/main" id="{6E390806-FE4D-FD46-86DA-7D80E0FC10E8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3" name="pg2033">
                <a:extLst>
                  <a:ext uri="{FF2B5EF4-FFF2-40B4-BE49-F238E27FC236}">
                    <a16:creationId xmlns:a16="http://schemas.microsoft.com/office/drawing/2014/main" id="{9A19F36F-C3C9-A577-317A-12BA30B27931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4" name="pg2034">
                <a:extLst>
                  <a:ext uri="{FF2B5EF4-FFF2-40B4-BE49-F238E27FC236}">
                    <a16:creationId xmlns:a16="http://schemas.microsoft.com/office/drawing/2014/main" id="{5168B3EE-BDF9-B827-D5F1-967B2DEDAC89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5" name="pg2035">
                <a:extLst>
                  <a:ext uri="{FF2B5EF4-FFF2-40B4-BE49-F238E27FC236}">
                    <a16:creationId xmlns:a16="http://schemas.microsoft.com/office/drawing/2014/main" id="{6C433D2E-1CC8-E577-44F8-D26B5A092839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6" name="pg2036">
                <a:extLst>
                  <a:ext uri="{FF2B5EF4-FFF2-40B4-BE49-F238E27FC236}">
                    <a16:creationId xmlns:a16="http://schemas.microsoft.com/office/drawing/2014/main" id="{93DA7619-C47E-4428-9972-E544890366F7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7" name="pg2037">
                <a:extLst>
                  <a:ext uri="{FF2B5EF4-FFF2-40B4-BE49-F238E27FC236}">
                    <a16:creationId xmlns:a16="http://schemas.microsoft.com/office/drawing/2014/main" id="{B54EA149-4084-92C5-7D9B-899115717B4D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8" name="pg2038">
                <a:extLst>
                  <a:ext uri="{FF2B5EF4-FFF2-40B4-BE49-F238E27FC236}">
                    <a16:creationId xmlns:a16="http://schemas.microsoft.com/office/drawing/2014/main" id="{6E112D33-E6D2-BF19-60D7-C208649FB5E3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9" name="pg2039">
                <a:extLst>
                  <a:ext uri="{FF2B5EF4-FFF2-40B4-BE49-F238E27FC236}">
                    <a16:creationId xmlns:a16="http://schemas.microsoft.com/office/drawing/2014/main" id="{1CBBE79B-01B4-5A85-45DC-7F07CF2B2545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0" name="pg2040">
                <a:extLst>
                  <a:ext uri="{FF2B5EF4-FFF2-40B4-BE49-F238E27FC236}">
                    <a16:creationId xmlns:a16="http://schemas.microsoft.com/office/drawing/2014/main" id="{25A5FF82-6897-86FD-F8C9-DA633D2D89E7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1" name="pg2041">
                <a:extLst>
                  <a:ext uri="{FF2B5EF4-FFF2-40B4-BE49-F238E27FC236}">
                    <a16:creationId xmlns:a16="http://schemas.microsoft.com/office/drawing/2014/main" id="{E2304714-AE80-C612-66DD-BCF0E53AC1B9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2" name="pg2042">
                <a:extLst>
                  <a:ext uri="{FF2B5EF4-FFF2-40B4-BE49-F238E27FC236}">
                    <a16:creationId xmlns:a16="http://schemas.microsoft.com/office/drawing/2014/main" id="{9477190E-DDD1-D3D5-D6D0-B12A9E56F1EE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3" name="pg2043">
                <a:extLst>
                  <a:ext uri="{FF2B5EF4-FFF2-40B4-BE49-F238E27FC236}">
                    <a16:creationId xmlns:a16="http://schemas.microsoft.com/office/drawing/2014/main" id="{F091834C-99BB-C718-3894-A54DF031BAE8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4" name="pg2044">
                <a:extLst>
                  <a:ext uri="{FF2B5EF4-FFF2-40B4-BE49-F238E27FC236}">
                    <a16:creationId xmlns:a16="http://schemas.microsoft.com/office/drawing/2014/main" id="{932F395E-BB96-05F6-F676-7C63162D7371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5" name="pg2045">
                <a:extLst>
                  <a:ext uri="{FF2B5EF4-FFF2-40B4-BE49-F238E27FC236}">
                    <a16:creationId xmlns:a16="http://schemas.microsoft.com/office/drawing/2014/main" id="{5048DE24-2ED6-1F30-F8C2-478CA0E9F476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6" name="pg2046">
                <a:extLst>
                  <a:ext uri="{FF2B5EF4-FFF2-40B4-BE49-F238E27FC236}">
                    <a16:creationId xmlns:a16="http://schemas.microsoft.com/office/drawing/2014/main" id="{498A3A3E-8C89-274F-1994-04A0FD9B0BB5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7" name="pg2047">
                <a:extLst>
                  <a:ext uri="{FF2B5EF4-FFF2-40B4-BE49-F238E27FC236}">
                    <a16:creationId xmlns:a16="http://schemas.microsoft.com/office/drawing/2014/main" id="{2AB7967F-C153-F742-EF6A-246AA45EB0A8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8" name="pg2048">
                <a:extLst>
                  <a:ext uri="{FF2B5EF4-FFF2-40B4-BE49-F238E27FC236}">
                    <a16:creationId xmlns:a16="http://schemas.microsoft.com/office/drawing/2014/main" id="{E55502F0-CAA9-67EC-F1E6-9069AFDF0CAB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9" name="pg2049">
                <a:extLst>
                  <a:ext uri="{FF2B5EF4-FFF2-40B4-BE49-F238E27FC236}">
                    <a16:creationId xmlns:a16="http://schemas.microsoft.com/office/drawing/2014/main" id="{A1E66671-4C38-9DBA-81C8-B763002FB46B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0" name="pg2050">
                <a:extLst>
                  <a:ext uri="{FF2B5EF4-FFF2-40B4-BE49-F238E27FC236}">
                    <a16:creationId xmlns:a16="http://schemas.microsoft.com/office/drawing/2014/main" id="{6C44901E-378C-2334-A009-A2B790C0DC74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1" name="pg2051">
                <a:extLst>
                  <a:ext uri="{FF2B5EF4-FFF2-40B4-BE49-F238E27FC236}">
                    <a16:creationId xmlns:a16="http://schemas.microsoft.com/office/drawing/2014/main" id="{D4AC0A36-EB40-D196-1C0F-C95DD15EE5B9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2" name="pg2052">
                <a:extLst>
                  <a:ext uri="{FF2B5EF4-FFF2-40B4-BE49-F238E27FC236}">
                    <a16:creationId xmlns:a16="http://schemas.microsoft.com/office/drawing/2014/main" id="{620961FA-61AE-25E6-7F79-B455780F8E9A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3" name="pg2053">
                <a:extLst>
                  <a:ext uri="{FF2B5EF4-FFF2-40B4-BE49-F238E27FC236}">
                    <a16:creationId xmlns:a16="http://schemas.microsoft.com/office/drawing/2014/main" id="{440A77B7-AAFB-80BE-9187-96E017235B32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4" name="pg2054">
                <a:extLst>
                  <a:ext uri="{FF2B5EF4-FFF2-40B4-BE49-F238E27FC236}">
                    <a16:creationId xmlns:a16="http://schemas.microsoft.com/office/drawing/2014/main" id="{2CB2D342-1EF3-1685-9E68-D4E3E261E98E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5" name="pg2055">
                <a:extLst>
                  <a:ext uri="{FF2B5EF4-FFF2-40B4-BE49-F238E27FC236}">
                    <a16:creationId xmlns:a16="http://schemas.microsoft.com/office/drawing/2014/main" id="{FF65A0EC-8E4E-C325-5B94-B52234D2785E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6" name="pg2056">
                <a:extLst>
                  <a:ext uri="{FF2B5EF4-FFF2-40B4-BE49-F238E27FC236}">
                    <a16:creationId xmlns:a16="http://schemas.microsoft.com/office/drawing/2014/main" id="{F5399508-F701-7C6A-6F20-8DC0D95E2C57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7" name="pg2057">
                <a:extLst>
                  <a:ext uri="{FF2B5EF4-FFF2-40B4-BE49-F238E27FC236}">
                    <a16:creationId xmlns:a16="http://schemas.microsoft.com/office/drawing/2014/main" id="{DFA747B4-8F95-2DDC-185B-75F7392B96E1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8" name="pg2058">
                <a:extLst>
                  <a:ext uri="{FF2B5EF4-FFF2-40B4-BE49-F238E27FC236}">
                    <a16:creationId xmlns:a16="http://schemas.microsoft.com/office/drawing/2014/main" id="{75AA7CC5-F512-4B21-B69B-C5F38D1ECDC9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9" name="pg2059">
                <a:extLst>
                  <a:ext uri="{FF2B5EF4-FFF2-40B4-BE49-F238E27FC236}">
                    <a16:creationId xmlns:a16="http://schemas.microsoft.com/office/drawing/2014/main" id="{1E713D95-E64D-071B-36F4-FCC07B9BB8A6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0" name="pg2060">
                <a:extLst>
                  <a:ext uri="{FF2B5EF4-FFF2-40B4-BE49-F238E27FC236}">
                    <a16:creationId xmlns:a16="http://schemas.microsoft.com/office/drawing/2014/main" id="{4BB06058-7430-4D30-BA2C-1D13D18F4C06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1" name="pg2061">
                <a:extLst>
                  <a:ext uri="{FF2B5EF4-FFF2-40B4-BE49-F238E27FC236}">
                    <a16:creationId xmlns:a16="http://schemas.microsoft.com/office/drawing/2014/main" id="{E9A27650-5C88-0D81-50D1-25B5883C519A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2" name="pg2062">
                <a:extLst>
                  <a:ext uri="{FF2B5EF4-FFF2-40B4-BE49-F238E27FC236}">
                    <a16:creationId xmlns:a16="http://schemas.microsoft.com/office/drawing/2014/main" id="{5CCFF34A-6967-61E8-935D-22B5587805A3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3" name="pg2063">
                <a:extLst>
                  <a:ext uri="{FF2B5EF4-FFF2-40B4-BE49-F238E27FC236}">
                    <a16:creationId xmlns:a16="http://schemas.microsoft.com/office/drawing/2014/main" id="{B2E1A875-DD60-6746-04D7-075B651E3928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4" name="pg2064">
                <a:extLst>
                  <a:ext uri="{FF2B5EF4-FFF2-40B4-BE49-F238E27FC236}">
                    <a16:creationId xmlns:a16="http://schemas.microsoft.com/office/drawing/2014/main" id="{393B7C45-F457-DD8E-7B47-56C6094CF3CF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5" name="pg2065">
                <a:extLst>
                  <a:ext uri="{FF2B5EF4-FFF2-40B4-BE49-F238E27FC236}">
                    <a16:creationId xmlns:a16="http://schemas.microsoft.com/office/drawing/2014/main" id="{D5D44D2B-AE3D-022B-77ED-940AA9068082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6" name="pg2066">
                <a:extLst>
                  <a:ext uri="{FF2B5EF4-FFF2-40B4-BE49-F238E27FC236}">
                    <a16:creationId xmlns:a16="http://schemas.microsoft.com/office/drawing/2014/main" id="{FDBFCF36-3C26-4AA8-5009-6CDD618D2635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7" name="pg2067">
                <a:extLst>
                  <a:ext uri="{FF2B5EF4-FFF2-40B4-BE49-F238E27FC236}">
                    <a16:creationId xmlns:a16="http://schemas.microsoft.com/office/drawing/2014/main" id="{D2F55081-6DC2-5415-CEE1-D9CAAE66D73C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8" name="pg2068">
                <a:extLst>
                  <a:ext uri="{FF2B5EF4-FFF2-40B4-BE49-F238E27FC236}">
                    <a16:creationId xmlns:a16="http://schemas.microsoft.com/office/drawing/2014/main" id="{43F0738F-4998-9FCF-7B70-C6A65E8CA2A4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9" name="pg2069">
                <a:extLst>
                  <a:ext uri="{FF2B5EF4-FFF2-40B4-BE49-F238E27FC236}">
                    <a16:creationId xmlns:a16="http://schemas.microsoft.com/office/drawing/2014/main" id="{6D3A4DFE-8C46-A076-582A-A7427354E7B0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0" name="pg2070">
                <a:extLst>
                  <a:ext uri="{FF2B5EF4-FFF2-40B4-BE49-F238E27FC236}">
                    <a16:creationId xmlns:a16="http://schemas.microsoft.com/office/drawing/2014/main" id="{63100E78-544B-FB58-4C9E-A80A286AE9B3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1" name="pg2071">
                <a:extLst>
                  <a:ext uri="{FF2B5EF4-FFF2-40B4-BE49-F238E27FC236}">
                    <a16:creationId xmlns:a16="http://schemas.microsoft.com/office/drawing/2014/main" id="{A9997250-A789-A132-B5A1-17EC89D37E78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2" name="pg2072">
                <a:extLst>
                  <a:ext uri="{FF2B5EF4-FFF2-40B4-BE49-F238E27FC236}">
                    <a16:creationId xmlns:a16="http://schemas.microsoft.com/office/drawing/2014/main" id="{A6CFC805-2B0F-FF9C-C3AF-528CC0058D73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3" name="pg2073">
                <a:extLst>
                  <a:ext uri="{FF2B5EF4-FFF2-40B4-BE49-F238E27FC236}">
                    <a16:creationId xmlns:a16="http://schemas.microsoft.com/office/drawing/2014/main" id="{3F1F75E0-48C6-D84B-CD78-68CD0AC3125B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4" name="pg2074">
                <a:extLst>
                  <a:ext uri="{FF2B5EF4-FFF2-40B4-BE49-F238E27FC236}">
                    <a16:creationId xmlns:a16="http://schemas.microsoft.com/office/drawing/2014/main" id="{07CE90B0-26DC-5CE0-E479-3B23436F2CD0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5" name="pg2075">
                <a:extLst>
                  <a:ext uri="{FF2B5EF4-FFF2-40B4-BE49-F238E27FC236}">
                    <a16:creationId xmlns:a16="http://schemas.microsoft.com/office/drawing/2014/main" id="{C7456559-7DEC-2517-BCDC-A5CF0A126FB1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6" name="pg2076">
                <a:extLst>
                  <a:ext uri="{FF2B5EF4-FFF2-40B4-BE49-F238E27FC236}">
                    <a16:creationId xmlns:a16="http://schemas.microsoft.com/office/drawing/2014/main" id="{5E83539F-70FF-3FE4-674E-B72A8F3891F0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7" name="pg2077">
                <a:extLst>
                  <a:ext uri="{FF2B5EF4-FFF2-40B4-BE49-F238E27FC236}">
                    <a16:creationId xmlns:a16="http://schemas.microsoft.com/office/drawing/2014/main" id="{2FD5CE7F-DB9A-C119-5524-7F453CAFDFE9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8" name="pg2078">
                <a:extLst>
                  <a:ext uri="{FF2B5EF4-FFF2-40B4-BE49-F238E27FC236}">
                    <a16:creationId xmlns:a16="http://schemas.microsoft.com/office/drawing/2014/main" id="{C0E77F52-35CB-F4EB-3DF1-B00FD49D96B0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9" name="pg2079">
                <a:extLst>
                  <a:ext uri="{FF2B5EF4-FFF2-40B4-BE49-F238E27FC236}">
                    <a16:creationId xmlns:a16="http://schemas.microsoft.com/office/drawing/2014/main" id="{9B7D7B15-1129-9D98-05DE-2F87E92240F5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0" name="pg2080">
                <a:extLst>
                  <a:ext uri="{FF2B5EF4-FFF2-40B4-BE49-F238E27FC236}">
                    <a16:creationId xmlns:a16="http://schemas.microsoft.com/office/drawing/2014/main" id="{C4F6BAD3-E008-41FD-8D87-4C724EAD7CBD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1" name="pg2081">
                <a:extLst>
                  <a:ext uri="{FF2B5EF4-FFF2-40B4-BE49-F238E27FC236}">
                    <a16:creationId xmlns:a16="http://schemas.microsoft.com/office/drawing/2014/main" id="{9624A57C-F8F6-7841-662B-25BB41BF3D4B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2" name="pg2082">
                <a:extLst>
                  <a:ext uri="{FF2B5EF4-FFF2-40B4-BE49-F238E27FC236}">
                    <a16:creationId xmlns:a16="http://schemas.microsoft.com/office/drawing/2014/main" id="{DF1CC195-6AF0-C2B3-1475-F2F9B58632EA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3" name="pg2083">
                <a:extLst>
                  <a:ext uri="{FF2B5EF4-FFF2-40B4-BE49-F238E27FC236}">
                    <a16:creationId xmlns:a16="http://schemas.microsoft.com/office/drawing/2014/main" id="{98E3D172-51D5-F016-16D5-028301195301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4" name="pg2084">
                <a:extLst>
                  <a:ext uri="{FF2B5EF4-FFF2-40B4-BE49-F238E27FC236}">
                    <a16:creationId xmlns:a16="http://schemas.microsoft.com/office/drawing/2014/main" id="{189557DE-3712-C68B-82CB-F0BBA5050854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5" name="pg2085">
                <a:extLst>
                  <a:ext uri="{FF2B5EF4-FFF2-40B4-BE49-F238E27FC236}">
                    <a16:creationId xmlns:a16="http://schemas.microsoft.com/office/drawing/2014/main" id="{51E819EC-0FE0-F4CD-6533-524F065FE13F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6" name="pg2086">
                <a:extLst>
                  <a:ext uri="{FF2B5EF4-FFF2-40B4-BE49-F238E27FC236}">
                    <a16:creationId xmlns:a16="http://schemas.microsoft.com/office/drawing/2014/main" id="{408DF7A1-E280-72D3-C65C-D63A55A5EECA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7" name="pg2087">
                <a:extLst>
                  <a:ext uri="{FF2B5EF4-FFF2-40B4-BE49-F238E27FC236}">
                    <a16:creationId xmlns:a16="http://schemas.microsoft.com/office/drawing/2014/main" id="{6B6E3816-787E-E9AC-F956-59D90F88C231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8" name="pg2088">
                <a:extLst>
                  <a:ext uri="{FF2B5EF4-FFF2-40B4-BE49-F238E27FC236}">
                    <a16:creationId xmlns:a16="http://schemas.microsoft.com/office/drawing/2014/main" id="{9FAED23E-A12B-6264-AEBC-5E797691A6EE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9" name="pg2089">
                <a:extLst>
                  <a:ext uri="{FF2B5EF4-FFF2-40B4-BE49-F238E27FC236}">
                    <a16:creationId xmlns:a16="http://schemas.microsoft.com/office/drawing/2014/main" id="{498F0040-F3E5-CEB1-F329-9FEAB820EE55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0" name="pg2090">
                <a:extLst>
                  <a:ext uri="{FF2B5EF4-FFF2-40B4-BE49-F238E27FC236}">
                    <a16:creationId xmlns:a16="http://schemas.microsoft.com/office/drawing/2014/main" id="{5958F91A-E255-6A87-2824-444AAF62F6EB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1" name="pg2091">
                <a:extLst>
                  <a:ext uri="{FF2B5EF4-FFF2-40B4-BE49-F238E27FC236}">
                    <a16:creationId xmlns:a16="http://schemas.microsoft.com/office/drawing/2014/main" id="{97A914A2-270B-570C-9E3C-5389BCA0A659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2" name="pg2092">
                <a:extLst>
                  <a:ext uri="{FF2B5EF4-FFF2-40B4-BE49-F238E27FC236}">
                    <a16:creationId xmlns:a16="http://schemas.microsoft.com/office/drawing/2014/main" id="{5E67FFD3-61E8-1DB7-EC89-CB375878C4A6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3" name="pg2093">
                <a:extLst>
                  <a:ext uri="{FF2B5EF4-FFF2-40B4-BE49-F238E27FC236}">
                    <a16:creationId xmlns:a16="http://schemas.microsoft.com/office/drawing/2014/main" id="{E624C77F-BFD9-B1E2-D533-E22F5CE0C6AF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4" name="pg2094">
                <a:extLst>
                  <a:ext uri="{FF2B5EF4-FFF2-40B4-BE49-F238E27FC236}">
                    <a16:creationId xmlns:a16="http://schemas.microsoft.com/office/drawing/2014/main" id="{4B147345-811A-FA9C-C90B-C4B923425376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5" name="pg2095">
                <a:extLst>
                  <a:ext uri="{FF2B5EF4-FFF2-40B4-BE49-F238E27FC236}">
                    <a16:creationId xmlns:a16="http://schemas.microsoft.com/office/drawing/2014/main" id="{76EFB347-E7D1-0310-9940-3836389738B1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6" name="pg2096">
                <a:extLst>
                  <a:ext uri="{FF2B5EF4-FFF2-40B4-BE49-F238E27FC236}">
                    <a16:creationId xmlns:a16="http://schemas.microsoft.com/office/drawing/2014/main" id="{6F5F77B8-D485-2D66-9AF7-FD8F903CD107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7" name="pg2097">
                <a:extLst>
                  <a:ext uri="{FF2B5EF4-FFF2-40B4-BE49-F238E27FC236}">
                    <a16:creationId xmlns:a16="http://schemas.microsoft.com/office/drawing/2014/main" id="{3D7C3109-0F20-3394-D2DB-D248AB1D7149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8" name="pg2098">
                <a:extLst>
                  <a:ext uri="{FF2B5EF4-FFF2-40B4-BE49-F238E27FC236}">
                    <a16:creationId xmlns:a16="http://schemas.microsoft.com/office/drawing/2014/main" id="{3973BB57-3CC8-F636-38F5-8C939CFC8ED2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9" name="pg2099">
                <a:extLst>
                  <a:ext uri="{FF2B5EF4-FFF2-40B4-BE49-F238E27FC236}">
                    <a16:creationId xmlns:a16="http://schemas.microsoft.com/office/drawing/2014/main" id="{3372128E-5BE9-F7C4-3524-736A6679D110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0" name="pg2100">
                <a:extLst>
                  <a:ext uri="{FF2B5EF4-FFF2-40B4-BE49-F238E27FC236}">
                    <a16:creationId xmlns:a16="http://schemas.microsoft.com/office/drawing/2014/main" id="{463B0304-A36D-2AC2-05CB-64498EC909CD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1" name="pg2101">
                <a:extLst>
                  <a:ext uri="{FF2B5EF4-FFF2-40B4-BE49-F238E27FC236}">
                    <a16:creationId xmlns:a16="http://schemas.microsoft.com/office/drawing/2014/main" id="{11EC01C3-15F2-B7AE-B4AE-43392956EB44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2" name="pg2102">
                <a:extLst>
                  <a:ext uri="{FF2B5EF4-FFF2-40B4-BE49-F238E27FC236}">
                    <a16:creationId xmlns:a16="http://schemas.microsoft.com/office/drawing/2014/main" id="{FA3E02DE-49EA-B0D5-7829-E23EC4904921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3" name="pg2103">
                <a:extLst>
                  <a:ext uri="{FF2B5EF4-FFF2-40B4-BE49-F238E27FC236}">
                    <a16:creationId xmlns:a16="http://schemas.microsoft.com/office/drawing/2014/main" id="{13878116-5319-9080-8F47-74C97D9CE93A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4" name="pg2104">
                <a:extLst>
                  <a:ext uri="{FF2B5EF4-FFF2-40B4-BE49-F238E27FC236}">
                    <a16:creationId xmlns:a16="http://schemas.microsoft.com/office/drawing/2014/main" id="{B1D08112-7E31-FEF4-4218-52438B48C847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5" name="pg2105">
                <a:extLst>
                  <a:ext uri="{FF2B5EF4-FFF2-40B4-BE49-F238E27FC236}">
                    <a16:creationId xmlns:a16="http://schemas.microsoft.com/office/drawing/2014/main" id="{3B8DDEDC-1044-6748-1650-6124CAE909DC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6" name="pg2106">
                <a:extLst>
                  <a:ext uri="{FF2B5EF4-FFF2-40B4-BE49-F238E27FC236}">
                    <a16:creationId xmlns:a16="http://schemas.microsoft.com/office/drawing/2014/main" id="{B6922339-81D5-1306-2102-C23D6C92A9AB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7" name="pg2107">
                <a:extLst>
                  <a:ext uri="{FF2B5EF4-FFF2-40B4-BE49-F238E27FC236}">
                    <a16:creationId xmlns:a16="http://schemas.microsoft.com/office/drawing/2014/main" id="{EA5B2D6D-955C-E296-6DE6-08CF6FE44C6A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8" name="pg2108">
                <a:extLst>
                  <a:ext uri="{FF2B5EF4-FFF2-40B4-BE49-F238E27FC236}">
                    <a16:creationId xmlns:a16="http://schemas.microsoft.com/office/drawing/2014/main" id="{3C7795AA-98B9-F934-CFBC-4479B267147A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9" name="pg2109">
                <a:extLst>
                  <a:ext uri="{FF2B5EF4-FFF2-40B4-BE49-F238E27FC236}">
                    <a16:creationId xmlns:a16="http://schemas.microsoft.com/office/drawing/2014/main" id="{28BC3A06-B712-09AF-516C-9FC81A9C6F6E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0" name="pg2110">
                <a:extLst>
                  <a:ext uri="{FF2B5EF4-FFF2-40B4-BE49-F238E27FC236}">
                    <a16:creationId xmlns:a16="http://schemas.microsoft.com/office/drawing/2014/main" id="{D27C2C79-7EB1-843A-2C39-311444B1AA36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1" name="pg2111">
                <a:extLst>
                  <a:ext uri="{FF2B5EF4-FFF2-40B4-BE49-F238E27FC236}">
                    <a16:creationId xmlns:a16="http://schemas.microsoft.com/office/drawing/2014/main" id="{C8ACF803-0F1D-B25B-03AD-022F8FDD488F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2" name="pg2112">
                <a:extLst>
                  <a:ext uri="{FF2B5EF4-FFF2-40B4-BE49-F238E27FC236}">
                    <a16:creationId xmlns:a16="http://schemas.microsoft.com/office/drawing/2014/main" id="{95347818-FAEF-839E-BA4A-647FC4C52266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3" name="pg2113">
                <a:extLst>
                  <a:ext uri="{FF2B5EF4-FFF2-40B4-BE49-F238E27FC236}">
                    <a16:creationId xmlns:a16="http://schemas.microsoft.com/office/drawing/2014/main" id="{46B62065-2780-08AB-82B3-28B713BE2693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4" name="pg2114">
                <a:extLst>
                  <a:ext uri="{FF2B5EF4-FFF2-40B4-BE49-F238E27FC236}">
                    <a16:creationId xmlns:a16="http://schemas.microsoft.com/office/drawing/2014/main" id="{C3B16DBE-CAEE-C16D-45E1-F3E6998D32E4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5" name="pg2115">
                <a:extLst>
                  <a:ext uri="{FF2B5EF4-FFF2-40B4-BE49-F238E27FC236}">
                    <a16:creationId xmlns:a16="http://schemas.microsoft.com/office/drawing/2014/main" id="{E070ECED-1374-5730-49B0-81BB7E240EB6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6" name="pg2116">
                <a:extLst>
                  <a:ext uri="{FF2B5EF4-FFF2-40B4-BE49-F238E27FC236}">
                    <a16:creationId xmlns:a16="http://schemas.microsoft.com/office/drawing/2014/main" id="{BF4797FC-0386-D234-6A4C-F7C3431B1ADA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7" name="pg2117">
                <a:extLst>
                  <a:ext uri="{FF2B5EF4-FFF2-40B4-BE49-F238E27FC236}">
                    <a16:creationId xmlns:a16="http://schemas.microsoft.com/office/drawing/2014/main" id="{AC36CDC6-2FF8-8BEE-8007-2C6DA048A622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8" name="pg2118">
                <a:extLst>
                  <a:ext uri="{FF2B5EF4-FFF2-40B4-BE49-F238E27FC236}">
                    <a16:creationId xmlns:a16="http://schemas.microsoft.com/office/drawing/2014/main" id="{1CC5893D-CD2F-A285-78B0-9D8BEAA73375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9" name="pg2119">
                <a:extLst>
                  <a:ext uri="{FF2B5EF4-FFF2-40B4-BE49-F238E27FC236}">
                    <a16:creationId xmlns:a16="http://schemas.microsoft.com/office/drawing/2014/main" id="{277CEA81-E759-BF29-1203-2132A55E9886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0" name="pg2120">
                <a:extLst>
                  <a:ext uri="{FF2B5EF4-FFF2-40B4-BE49-F238E27FC236}">
                    <a16:creationId xmlns:a16="http://schemas.microsoft.com/office/drawing/2014/main" id="{16B90CFC-24F0-B409-CDD6-66DA54055F34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1" name="pg2121">
                <a:extLst>
                  <a:ext uri="{FF2B5EF4-FFF2-40B4-BE49-F238E27FC236}">
                    <a16:creationId xmlns:a16="http://schemas.microsoft.com/office/drawing/2014/main" id="{8417E837-8CEC-0103-2D11-D5F40BD09E78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2" name="pg2122">
                <a:extLst>
                  <a:ext uri="{FF2B5EF4-FFF2-40B4-BE49-F238E27FC236}">
                    <a16:creationId xmlns:a16="http://schemas.microsoft.com/office/drawing/2014/main" id="{C1C1B505-5FB9-A0E2-0CF9-BCC8DE2E61BE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3" name="pg2123">
                <a:extLst>
                  <a:ext uri="{FF2B5EF4-FFF2-40B4-BE49-F238E27FC236}">
                    <a16:creationId xmlns:a16="http://schemas.microsoft.com/office/drawing/2014/main" id="{E8F59CBD-F8C2-E23C-510A-BAAFF38BC73B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4" name="pg2124">
                <a:extLst>
                  <a:ext uri="{FF2B5EF4-FFF2-40B4-BE49-F238E27FC236}">
                    <a16:creationId xmlns:a16="http://schemas.microsoft.com/office/drawing/2014/main" id="{2ADD712E-7B10-8670-F8BE-12E8659AAF7C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5" name="pg2125">
                <a:extLst>
                  <a:ext uri="{FF2B5EF4-FFF2-40B4-BE49-F238E27FC236}">
                    <a16:creationId xmlns:a16="http://schemas.microsoft.com/office/drawing/2014/main" id="{2BAD0049-1409-6B76-5098-6E787420C6D3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6" name="pg2126">
                <a:extLst>
                  <a:ext uri="{FF2B5EF4-FFF2-40B4-BE49-F238E27FC236}">
                    <a16:creationId xmlns:a16="http://schemas.microsoft.com/office/drawing/2014/main" id="{96AFBF3E-B468-69CE-93AD-ECD2F3538EA7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7" name="pg2127">
                <a:extLst>
                  <a:ext uri="{FF2B5EF4-FFF2-40B4-BE49-F238E27FC236}">
                    <a16:creationId xmlns:a16="http://schemas.microsoft.com/office/drawing/2014/main" id="{005B343F-1648-2FE1-2D3B-B6523195B95D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8" name="pg2128">
                <a:extLst>
                  <a:ext uri="{FF2B5EF4-FFF2-40B4-BE49-F238E27FC236}">
                    <a16:creationId xmlns:a16="http://schemas.microsoft.com/office/drawing/2014/main" id="{701C9812-5FE6-0064-785B-35F82D8C449F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9" name="pg2129">
                <a:extLst>
                  <a:ext uri="{FF2B5EF4-FFF2-40B4-BE49-F238E27FC236}">
                    <a16:creationId xmlns:a16="http://schemas.microsoft.com/office/drawing/2014/main" id="{16FFC88B-E6F6-AB3A-410A-95531C38E014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0" name="pg2130">
                <a:extLst>
                  <a:ext uri="{FF2B5EF4-FFF2-40B4-BE49-F238E27FC236}">
                    <a16:creationId xmlns:a16="http://schemas.microsoft.com/office/drawing/2014/main" id="{50FBBC70-B2D1-79FB-C82B-BF43281ACCE7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1" name="pg2131">
                <a:extLst>
                  <a:ext uri="{FF2B5EF4-FFF2-40B4-BE49-F238E27FC236}">
                    <a16:creationId xmlns:a16="http://schemas.microsoft.com/office/drawing/2014/main" id="{24E2923F-1AB5-271C-DDF7-35A95A49B4AE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2" name="pg2132">
                <a:extLst>
                  <a:ext uri="{FF2B5EF4-FFF2-40B4-BE49-F238E27FC236}">
                    <a16:creationId xmlns:a16="http://schemas.microsoft.com/office/drawing/2014/main" id="{51EA7959-2DB1-D6C6-132D-10F307FB847B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3" name="pg2133">
                <a:extLst>
                  <a:ext uri="{FF2B5EF4-FFF2-40B4-BE49-F238E27FC236}">
                    <a16:creationId xmlns:a16="http://schemas.microsoft.com/office/drawing/2014/main" id="{D0F4D956-8362-3F05-073C-BD4E30B64222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4" name="pg2134">
                <a:extLst>
                  <a:ext uri="{FF2B5EF4-FFF2-40B4-BE49-F238E27FC236}">
                    <a16:creationId xmlns:a16="http://schemas.microsoft.com/office/drawing/2014/main" id="{3912A24C-9783-0F3B-B3B6-46E174EDBD27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5" name="pg2135">
                <a:extLst>
                  <a:ext uri="{FF2B5EF4-FFF2-40B4-BE49-F238E27FC236}">
                    <a16:creationId xmlns:a16="http://schemas.microsoft.com/office/drawing/2014/main" id="{5DEAC6C1-06EC-234B-D18F-83A26ABCC462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6" name="pg2136">
                <a:extLst>
                  <a:ext uri="{FF2B5EF4-FFF2-40B4-BE49-F238E27FC236}">
                    <a16:creationId xmlns:a16="http://schemas.microsoft.com/office/drawing/2014/main" id="{AD2D32F4-E4AE-F2CB-7E87-AEBBA52946C3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7" name="pg2137">
                <a:extLst>
                  <a:ext uri="{FF2B5EF4-FFF2-40B4-BE49-F238E27FC236}">
                    <a16:creationId xmlns:a16="http://schemas.microsoft.com/office/drawing/2014/main" id="{0436461F-6972-794F-9774-317693A11EC4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8" name="pg2138">
                <a:extLst>
                  <a:ext uri="{FF2B5EF4-FFF2-40B4-BE49-F238E27FC236}">
                    <a16:creationId xmlns:a16="http://schemas.microsoft.com/office/drawing/2014/main" id="{7467276E-9E36-3F1A-73E4-15C3EDF58CA8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9" name="pg2139">
                <a:extLst>
                  <a:ext uri="{FF2B5EF4-FFF2-40B4-BE49-F238E27FC236}">
                    <a16:creationId xmlns:a16="http://schemas.microsoft.com/office/drawing/2014/main" id="{6932B27E-FAD3-73BF-0E52-23F5E7A9F815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0" name="pg2140">
                <a:extLst>
                  <a:ext uri="{FF2B5EF4-FFF2-40B4-BE49-F238E27FC236}">
                    <a16:creationId xmlns:a16="http://schemas.microsoft.com/office/drawing/2014/main" id="{84826B3B-27DB-6A3E-EC6B-6F50308C5A20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1" name="pg2141">
                <a:extLst>
                  <a:ext uri="{FF2B5EF4-FFF2-40B4-BE49-F238E27FC236}">
                    <a16:creationId xmlns:a16="http://schemas.microsoft.com/office/drawing/2014/main" id="{29BB4A9E-4AFC-4406-5EEE-5CEB42F0E9D1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2" name="pg2142">
                <a:extLst>
                  <a:ext uri="{FF2B5EF4-FFF2-40B4-BE49-F238E27FC236}">
                    <a16:creationId xmlns:a16="http://schemas.microsoft.com/office/drawing/2014/main" id="{CDA979B7-CABA-D24B-4D4A-7C4182EE7EA2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3" name="pg2143">
                <a:extLst>
                  <a:ext uri="{FF2B5EF4-FFF2-40B4-BE49-F238E27FC236}">
                    <a16:creationId xmlns:a16="http://schemas.microsoft.com/office/drawing/2014/main" id="{8092B1AF-95C6-3B1C-CD77-C6C053BDFEC6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4" name="pg2144">
                <a:extLst>
                  <a:ext uri="{FF2B5EF4-FFF2-40B4-BE49-F238E27FC236}">
                    <a16:creationId xmlns:a16="http://schemas.microsoft.com/office/drawing/2014/main" id="{CA980281-487D-8BA8-AE88-05DBAA02F446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5" name="pg2145">
                <a:extLst>
                  <a:ext uri="{FF2B5EF4-FFF2-40B4-BE49-F238E27FC236}">
                    <a16:creationId xmlns:a16="http://schemas.microsoft.com/office/drawing/2014/main" id="{A44651EA-04B4-9E0A-A9D6-83721D6D33DB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6" name="pg2146">
                <a:extLst>
                  <a:ext uri="{FF2B5EF4-FFF2-40B4-BE49-F238E27FC236}">
                    <a16:creationId xmlns:a16="http://schemas.microsoft.com/office/drawing/2014/main" id="{04A8C7F1-5BE6-73AD-66B3-119420795ED6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7" name="pg2147">
                <a:extLst>
                  <a:ext uri="{FF2B5EF4-FFF2-40B4-BE49-F238E27FC236}">
                    <a16:creationId xmlns:a16="http://schemas.microsoft.com/office/drawing/2014/main" id="{EE0580F5-926D-019F-F651-9737537A7A9D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8" name="pg2148">
                <a:extLst>
                  <a:ext uri="{FF2B5EF4-FFF2-40B4-BE49-F238E27FC236}">
                    <a16:creationId xmlns:a16="http://schemas.microsoft.com/office/drawing/2014/main" id="{870A256B-57E2-E7AE-16EA-4155BA790BFD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9" name="pg2149">
                <a:extLst>
                  <a:ext uri="{FF2B5EF4-FFF2-40B4-BE49-F238E27FC236}">
                    <a16:creationId xmlns:a16="http://schemas.microsoft.com/office/drawing/2014/main" id="{5FE05AD8-D2E6-F316-CDEC-B0253FF771D9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0" name="pg2150">
                <a:extLst>
                  <a:ext uri="{FF2B5EF4-FFF2-40B4-BE49-F238E27FC236}">
                    <a16:creationId xmlns:a16="http://schemas.microsoft.com/office/drawing/2014/main" id="{E3ACBBF4-DA02-9309-E515-B1EE93BDB0E0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1" name="pg2151">
                <a:extLst>
                  <a:ext uri="{FF2B5EF4-FFF2-40B4-BE49-F238E27FC236}">
                    <a16:creationId xmlns:a16="http://schemas.microsoft.com/office/drawing/2014/main" id="{DFB47B25-0705-F040-C3AE-3873E62F3330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2" name="pg2152">
                <a:extLst>
                  <a:ext uri="{FF2B5EF4-FFF2-40B4-BE49-F238E27FC236}">
                    <a16:creationId xmlns:a16="http://schemas.microsoft.com/office/drawing/2014/main" id="{DA479E57-46BC-38EE-CC6B-0F0A96F6E4C5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3" name="pg2153">
                <a:extLst>
                  <a:ext uri="{FF2B5EF4-FFF2-40B4-BE49-F238E27FC236}">
                    <a16:creationId xmlns:a16="http://schemas.microsoft.com/office/drawing/2014/main" id="{C12C4261-FEBD-4FB0-6CD0-A752AC3CD1FF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4" name="pg2154">
                <a:extLst>
                  <a:ext uri="{FF2B5EF4-FFF2-40B4-BE49-F238E27FC236}">
                    <a16:creationId xmlns:a16="http://schemas.microsoft.com/office/drawing/2014/main" id="{A43647DF-13E5-BE6A-9C82-5125392745E5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5" name="pg2155">
                <a:extLst>
                  <a:ext uri="{FF2B5EF4-FFF2-40B4-BE49-F238E27FC236}">
                    <a16:creationId xmlns:a16="http://schemas.microsoft.com/office/drawing/2014/main" id="{1D4DB318-4271-761D-621F-D98DB83000D2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6" name="pg2156">
                <a:extLst>
                  <a:ext uri="{FF2B5EF4-FFF2-40B4-BE49-F238E27FC236}">
                    <a16:creationId xmlns:a16="http://schemas.microsoft.com/office/drawing/2014/main" id="{1A87F4AC-2EE2-FD6E-2B73-8026FB19D262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7" name="pg2157">
                <a:extLst>
                  <a:ext uri="{FF2B5EF4-FFF2-40B4-BE49-F238E27FC236}">
                    <a16:creationId xmlns:a16="http://schemas.microsoft.com/office/drawing/2014/main" id="{FAE8762F-C293-2DCE-77AD-577B619311D4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8" name="pg2158">
                <a:extLst>
                  <a:ext uri="{FF2B5EF4-FFF2-40B4-BE49-F238E27FC236}">
                    <a16:creationId xmlns:a16="http://schemas.microsoft.com/office/drawing/2014/main" id="{73F05C9C-07FC-5FFE-8919-61F2D6B2392B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9" name="pg2159">
                <a:extLst>
                  <a:ext uri="{FF2B5EF4-FFF2-40B4-BE49-F238E27FC236}">
                    <a16:creationId xmlns:a16="http://schemas.microsoft.com/office/drawing/2014/main" id="{CBECD8B6-9AE1-6EBD-0430-DB6977FC81C6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0" name="pg2160">
                <a:extLst>
                  <a:ext uri="{FF2B5EF4-FFF2-40B4-BE49-F238E27FC236}">
                    <a16:creationId xmlns:a16="http://schemas.microsoft.com/office/drawing/2014/main" id="{A6A6BB64-470A-7E4F-57AB-CE59B484BF58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1" name="pg2161">
                <a:extLst>
                  <a:ext uri="{FF2B5EF4-FFF2-40B4-BE49-F238E27FC236}">
                    <a16:creationId xmlns:a16="http://schemas.microsoft.com/office/drawing/2014/main" id="{9D503044-B876-82C1-8685-28070277C4F3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2" name="pg2162">
                <a:extLst>
                  <a:ext uri="{FF2B5EF4-FFF2-40B4-BE49-F238E27FC236}">
                    <a16:creationId xmlns:a16="http://schemas.microsoft.com/office/drawing/2014/main" id="{EE1E394A-3880-6F2D-CEA3-33E813C56051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3" name="pg2163">
                <a:extLst>
                  <a:ext uri="{FF2B5EF4-FFF2-40B4-BE49-F238E27FC236}">
                    <a16:creationId xmlns:a16="http://schemas.microsoft.com/office/drawing/2014/main" id="{33137128-CCAB-8A43-FDE6-0198CCE4FCAC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4" name="pg2164">
                <a:extLst>
                  <a:ext uri="{FF2B5EF4-FFF2-40B4-BE49-F238E27FC236}">
                    <a16:creationId xmlns:a16="http://schemas.microsoft.com/office/drawing/2014/main" id="{0FDC56A3-951D-04B1-150D-43EECDD5F6D0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5" name="pg2165">
                <a:extLst>
                  <a:ext uri="{FF2B5EF4-FFF2-40B4-BE49-F238E27FC236}">
                    <a16:creationId xmlns:a16="http://schemas.microsoft.com/office/drawing/2014/main" id="{7E9879EE-5BCD-3984-47A8-3AD05828C421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6" name="pg2166">
                <a:extLst>
                  <a:ext uri="{FF2B5EF4-FFF2-40B4-BE49-F238E27FC236}">
                    <a16:creationId xmlns:a16="http://schemas.microsoft.com/office/drawing/2014/main" id="{A18C823E-A143-5E65-E706-EF0D56491DA2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7" name="pg2167">
                <a:extLst>
                  <a:ext uri="{FF2B5EF4-FFF2-40B4-BE49-F238E27FC236}">
                    <a16:creationId xmlns:a16="http://schemas.microsoft.com/office/drawing/2014/main" id="{83F46F2C-B230-C09E-431F-F7D3A94DB8D6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8" name="pg2168">
                <a:extLst>
                  <a:ext uri="{FF2B5EF4-FFF2-40B4-BE49-F238E27FC236}">
                    <a16:creationId xmlns:a16="http://schemas.microsoft.com/office/drawing/2014/main" id="{502A2C62-438B-F214-8086-1FF3F483B429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9" name="pg2169">
                <a:extLst>
                  <a:ext uri="{FF2B5EF4-FFF2-40B4-BE49-F238E27FC236}">
                    <a16:creationId xmlns:a16="http://schemas.microsoft.com/office/drawing/2014/main" id="{4166B172-C157-CE2B-640D-FEAF86BD96FB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0" name="pg2170">
                <a:extLst>
                  <a:ext uri="{FF2B5EF4-FFF2-40B4-BE49-F238E27FC236}">
                    <a16:creationId xmlns:a16="http://schemas.microsoft.com/office/drawing/2014/main" id="{B886A67F-5ECE-EACC-3998-CF40ED7907C0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1" name="pg2171">
                <a:extLst>
                  <a:ext uri="{FF2B5EF4-FFF2-40B4-BE49-F238E27FC236}">
                    <a16:creationId xmlns:a16="http://schemas.microsoft.com/office/drawing/2014/main" id="{7F7B5CD4-E38F-29F0-1F06-141E35E5BD81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2" name="pg2172">
                <a:extLst>
                  <a:ext uri="{FF2B5EF4-FFF2-40B4-BE49-F238E27FC236}">
                    <a16:creationId xmlns:a16="http://schemas.microsoft.com/office/drawing/2014/main" id="{3B7197E6-7046-EE1A-B1FF-29EB39F89BB7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3" name="pg2173">
                <a:extLst>
                  <a:ext uri="{FF2B5EF4-FFF2-40B4-BE49-F238E27FC236}">
                    <a16:creationId xmlns:a16="http://schemas.microsoft.com/office/drawing/2014/main" id="{BD2D5509-DBA9-4C12-DB41-D3F047B553AD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4" name="pg2174">
                <a:extLst>
                  <a:ext uri="{FF2B5EF4-FFF2-40B4-BE49-F238E27FC236}">
                    <a16:creationId xmlns:a16="http://schemas.microsoft.com/office/drawing/2014/main" id="{CD49D9E9-B166-F687-5261-7302AB5E7F33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5" name="pg2175">
                <a:extLst>
                  <a:ext uri="{FF2B5EF4-FFF2-40B4-BE49-F238E27FC236}">
                    <a16:creationId xmlns:a16="http://schemas.microsoft.com/office/drawing/2014/main" id="{3E0BB0BE-A86F-4D1F-5C81-FBE5699C780A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6" name="pg2176">
                <a:extLst>
                  <a:ext uri="{FF2B5EF4-FFF2-40B4-BE49-F238E27FC236}">
                    <a16:creationId xmlns:a16="http://schemas.microsoft.com/office/drawing/2014/main" id="{430E7B09-7643-EBC0-106B-01D429978CE1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7" name="pg2177">
                <a:extLst>
                  <a:ext uri="{FF2B5EF4-FFF2-40B4-BE49-F238E27FC236}">
                    <a16:creationId xmlns:a16="http://schemas.microsoft.com/office/drawing/2014/main" id="{5970E569-654A-4779-DC61-09365732F865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8" name="pg2178">
                <a:extLst>
                  <a:ext uri="{FF2B5EF4-FFF2-40B4-BE49-F238E27FC236}">
                    <a16:creationId xmlns:a16="http://schemas.microsoft.com/office/drawing/2014/main" id="{6AE75830-3E77-90AC-17E5-029A189BF7BD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9" name="pg2179">
                <a:extLst>
                  <a:ext uri="{FF2B5EF4-FFF2-40B4-BE49-F238E27FC236}">
                    <a16:creationId xmlns:a16="http://schemas.microsoft.com/office/drawing/2014/main" id="{E4457C0D-2A28-B122-C3BC-CE04E73B8343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0" name="pg2180">
                <a:extLst>
                  <a:ext uri="{FF2B5EF4-FFF2-40B4-BE49-F238E27FC236}">
                    <a16:creationId xmlns:a16="http://schemas.microsoft.com/office/drawing/2014/main" id="{185DA59B-9BB4-9813-FA34-22B89C3FE71C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1" name="pg2181">
                <a:extLst>
                  <a:ext uri="{FF2B5EF4-FFF2-40B4-BE49-F238E27FC236}">
                    <a16:creationId xmlns:a16="http://schemas.microsoft.com/office/drawing/2014/main" id="{7338C31F-9F44-7F75-BFE9-7707792BA166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2" name="pg2182">
                <a:extLst>
                  <a:ext uri="{FF2B5EF4-FFF2-40B4-BE49-F238E27FC236}">
                    <a16:creationId xmlns:a16="http://schemas.microsoft.com/office/drawing/2014/main" id="{157591D1-852E-2D21-574C-56F921513CED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3" name="pg2183">
                <a:extLst>
                  <a:ext uri="{FF2B5EF4-FFF2-40B4-BE49-F238E27FC236}">
                    <a16:creationId xmlns:a16="http://schemas.microsoft.com/office/drawing/2014/main" id="{C6A24581-CC91-DF18-0545-C2300FE8CECE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4" name="pg2184">
                <a:extLst>
                  <a:ext uri="{FF2B5EF4-FFF2-40B4-BE49-F238E27FC236}">
                    <a16:creationId xmlns:a16="http://schemas.microsoft.com/office/drawing/2014/main" id="{66A843BF-DC76-144B-89DD-5BC8A2F2BD31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5" name="pg2185">
                <a:extLst>
                  <a:ext uri="{FF2B5EF4-FFF2-40B4-BE49-F238E27FC236}">
                    <a16:creationId xmlns:a16="http://schemas.microsoft.com/office/drawing/2014/main" id="{19C839EF-9E2E-D6D8-45F6-EF413E31A96B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6" name="pg2186">
                <a:extLst>
                  <a:ext uri="{FF2B5EF4-FFF2-40B4-BE49-F238E27FC236}">
                    <a16:creationId xmlns:a16="http://schemas.microsoft.com/office/drawing/2014/main" id="{F1242374-76B3-AAE5-9812-DB59CADC6496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7" name="pg2187">
                <a:extLst>
                  <a:ext uri="{FF2B5EF4-FFF2-40B4-BE49-F238E27FC236}">
                    <a16:creationId xmlns:a16="http://schemas.microsoft.com/office/drawing/2014/main" id="{63D9E509-2475-59D4-D061-DD71C78F0DDF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8" name="pg2188">
                <a:extLst>
                  <a:ext uri="{FF2B5EF4-FFF2-40B4-BE49-F238E27FC236}">
                    <a16:creationId xmlns:a16="http://schemas.microsoft.com/office/drawing/2014/main" id="{BC2D0AD2-F37F-9E37-C157-F44A06691616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9" name="pg2189">
                <a:extLst>
                  <a:ext uri="{FF2B5EF4-FFF2-40B4-BE49-F238E27FC236}">
                    <a16:creationId xmlns:a16="http://schemas.microsoft.com/office/drawing/2014/main" id="{C6F78BCD-F87E-EBFA-9007-F1CC319A5A9F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0" name="pg2190">
                <a:extLst>
                  <a:ext uri="{FF2B5EF4-FFF2-40B4-BE49-F238E27FC236}">
                    <a16:creationId xmlns:a16="http://schemas.microsoft.com/office/drawing/2014/main" id="{99F26B56-C46B-5F00-582A-73343C8B1BC9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1" name="pg2191">
                <a:extLst>
                  <a:ext uri="{FF2B5EF4-FFF2-40B4-BE49-F238E27FC236}">
                    <a16:creationId xmlns:a16="http://schemas.microsoft.com/office/drawing/2014/main" id="{3DC37A1B-6F70-AAEF-C72A-B29A5079C88D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2" name="pg2192">
                <a:extLst>
                  <a:ext uri="{FF2B5EF4-FFF2-40B4-BE49-F238E27FC236}">
                    <a16:creationId xmlns:a16="http://schemas.microsoft.com/office/drawing/2014/main" id="{64FCC976-59D4-1251-DD42-F680CDE883C3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3" name="pg2193">
                <a:extLst>
                  <a:ext uri="{FF2B5EF4-FFF2-40B4-BE49-F238E27FC236}">
                    <a16:creationId xmlns:a16="http://schemas.microsoft.com/office/drawing/2014/main" id="{13D77EC6-0AAE-1D9A-1CCB-AAE7A10F0376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4" name="pg2194">
                <a:extLst>
                  <a:ext uri="{FF2B5EF4-FFF2-40B4-BE49-F238E27FC236}">
                    <a16:creationId xmlns:a16="http://schemas.microsoft.com/office/drawing/2014/main" id="{2A95E565-6335-2594-222D-6345E4BB2C3B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5" name="pg2195">
                <a:extLst>
                  <a:ext uri="{FF2B5EF4-FFF2-40B4-BE49-F238E27FC236}">
                    <a16:creationId xmlns:a16="http://schemas.microsoft.com/office/drawing/2014/main" id="{EC1E9328-254C-2DC9-C717-8CC8A2DA3881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6" name="pg2196">
                <a:extLst>
                  <a:ext uri="{FF2B5EF4-FFF2-40B4-BE49-F238E27FC236}">
                    <a16:creationId xmlns:a16="http://schemas.microsoft.com/office/drawing/2014/main" id="{502000C0-92EE-A3FF-E51E-577CFC256ABF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7" name="pg2197">
                <a:extLst>
                  <a:ext uri="{FF2B5EF4-FFF2-40B4-BE49-F238E27FC236}">
                    <a16:creationId xmlns:a16="http://schemas.microsoft.com/office/drawing/2014/main" id="{D1BAF8AE-E6BA-6E34-E030-10439A80CF9C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8" name="pg2198">
                <a:extLst>
                  <a:ext uri="{FF2B5EF4-FFF2-40B4-BE49-F238E27FC236}">
                    <a16:creationId xmlns:a16="http://schemas.microsoft.com/office/drawing/2014/main" id="{B3F37A35-EB8F-FD10-BFF8-6DC6D49B487C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9" name="pg2199">
                <a:extLst>
                  <a:ext uri="{FF2B5EF4-FFF2-40B4-BE49-F238E27FC236}">
                    <a16:creationId xmlns:a16="http://schemas.microsoft.com/office/drawing/2014/main" id="{85B9C9FA-30BC-653E-C748-75D18C4D000C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0" name="pg2200">
                <a:extLst>
                  <a:ext uri="{FF2B5EF4-FFF2-40B4-BE49-F238E27FC236}">
                    <a16:creationId xmlns:a16="http://schemas.microsoft.com/office/drawing/2014/main" id="{0E52CAE0-D4E2-026F-C307-C43D6103FAAE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1" name="pg2201">
                <a:extLst>
                  <a:ext uri="{FF2B5EF4-FFF2-40B4-BE49-F238E27FC236}">
                    <a16:creationId xmlns:a16="http://schemas.microsoft.com/office/drawing/2014/main" id="{2EBB2F36-9A55-C2F4-E168-BB379A7138FC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2" name="pg2202">
                <a:extLst>
                  <a:ext uri="{FF2B5EF4-FFF2-40B4-BE49-F238E27FC236}">
                    <a16:creationId xmlns:a16="http://schemas.microsoft.com/office/drawing/2014/main" id="{82A118C3-FAE4-7390-898C-405CAD9DF4EC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3" name="pg2203">
                <a:extLst>
                  <a:ext uri="{FF2B5EF4-FFF2-40B4-BE49-F238E27FC236}">
                    <a16:creationId xmlns:a16="http://schemas.microsoft.com/office/drawing/2014/main" id="{46D5B8C9-C9C3-FEB2-CD2C-8C07770115ED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4" name="pg2204">
                <a:extLst>
                  <a:ext uri="{FF2B5EF4-FFF2-40B4-BE49-F238E27FC236}">
                    <a16:creationId xmlns:a16="http://schemas.microsoft.com/office/drawing/2014/main" id="{24F6D223-D76E-717E-0B20-2781ADC45C97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5" name="pg2205">
                <a:extLst>
                  <a:ext uri="{FF2B5EF4-FFF2-40B4-BE49-F238E27FC236}">
                    <a16:creationId xmlns:a16="http://schemas.microsoft.com/office/drawing/2014/main" id="{F931BBF1-AB0A-BB93-C62C-76364DEE4E99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6" name="pg2206">
                <a:extLst>
                  <a:ext uri="{FF2B5EF4-FFF2-40B4-BE49-F238E27FC236}">
                    <a16:creationId xmlns:a16="http://schemas.microsoft.com/office/drawing/2014/main" id="{FD1BC77A-91FC-E3D0-2B0E-D19FF173EAAF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7" name="pg2207">
                <a:extLst>
                  <a:ext uri="{FF2B5EF4-FFF2-40B4-BE49-F238E27FC236}">
                    <a16:creationId xmlns:a16="http://schemas.microsoft.com/office/drawing/2014/main" id="{FADE8A75-37F1-65F5-A803-B29602F0EE9C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8" name="pg2208">
                <a:extLst>
                  <a:ext uri="{FF2B5EF4-FFF2-40B4-BE49-F238E27FC236}">
                    <a16:creationId xmlns:a16="http://schemas.microsoft.com/office/drawing/2014/main" id="{35CD3712-44DF-1160-2A37-DABE0F606266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9" name="pg2209">
                <a:extLst>
                  <a:ext uri="{FF2B5EF4-FFF2-40B4-BE49-F238E27FC236}">
                    <a16:creationId xmlns:a16="http://schemas.microsoft.com/office/drawing/2014/main" id="{FE067F12-C2AC-113B-291C-D3C2E44FF5C6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0" name="pg2210">
                <a:extLst>
                  <a:ext uri="{FF2B5EF4-FFF2-40B4-BE49-F238E27FC236}">
                    <a16:creationId xmlns:a16="http://schemas.microsoft.com/office/drawing/2014/main" id="{3C4ACC8F-DEA8-3B3C-D61E-62951119E55B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1" name="pg2211">
                <a:extLst>
                  <a:ext uri="{FF2B5EF4-FFF2-40B4-BE49-F238E27FC236}">
                    <a16:creationId xmlns:a16="http://schemas.microsoft.com/office/drawing/2014/main" id="{878E1796-153F-5ECD-7554-4E3722A90F31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2" name="pg2212">
                <a:extLst>
                  <a:ext uri="{FF2B5EF4-FFF2-40B4-BE49-F238E27FC236}">
                    <a16:creationId xmlns:a16="http://schemas.microsoft.com/office/drawing/2014/main" id="{E822E2F1-1257-968B-39F7-DE3A2F8375CE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3" name="pg2213">
                <a:extLst>
                  <a:ext uri="{FF2B5EF4-FFF2-40B4-BE49-F238E27FC236}">
                    <a16:creationId xmlns:a16="http://schemas.microsoft.com/office/drawing/2014/main" id="{A43DE163-E669-723A-42A4-B385FD881F12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4" name="pg2214">
                <a:extLst>
                  <a:ext uri="{FF2B5EF4-FFF2-40B4-BE49-F238E27FC236}">
                    <a16:creationId xmlns:a16="http://schemas.microsoft.com/office/drawing/2014/main" id="{A9E3A9D6-41EB-26E0-C572-CBACBE82B9C3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5" name="pg2215">
                <a:extLst>
                  <a:ext uri="{FF2B5EF4-FFF2-40B4-BE49-F238E27FC236}">
                    <a16:creationId xmlns:a16="http://schemas.microsoft.com/office/drawing/2014/main" id="{53FC1926-6834-B589-00A6-732754CF6739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6" name="pg2216">
                <a:extLst>
                  <a:ext uri="{FF2B5EF4-FFF2-40B4-BE49-F238E27FC236}">
                    <a16:creationId xmlns:a16="http://schemas.microsoft.com/office/drawing/2014/main" id="{BA233AC8-0545-39BF-8E71-B739C7F86927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7" name="pg2217">
                <a:extLst>
                  <a:ext uri="{FF2B5EF4-FFF2-40B4-BE49-F238E27FC236}">
                    <a16:creationId xmlns:a16="http://schemas.microsoft.com/office/drawing/2014/main" id="{F46C7E6A-B657-A8D9-1269-53D8EF749D3F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8" name="pg2218">
                <a:extLst>
                  <a:ext uri="{FF2B5EF4-FFF2-40B4-BE49-F238E27FC236}">
                    <a16:creationId xmlns:a16="http://schemas.microsoft.com/office/drawing/2014/main" id="{28BB460E-5487-A119-9308-AE244605262C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9" name="pg2219">
                <a:extLst>
                  <a:ext uri="{FF2B5EF4-FFF2-40B4-BE49-F238E27FC236}">
                    <a16:creationId xmlns:a16="http://schemas.microsoft.com/office/drawing/2014/main" id="{ADAB2A1C-2C7E-80A9-E116-A62E44C1429F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0" name="pg2220">
                <a:extLst>
                  <a:ext uri="{FF2B5EF4-FFF2-40B4-BE49-F238E27FC236}">
                    <a16:creationId xmlns:a16="http://schemas.microsoft.com/office/drawing/2014/main" id="{4338A6B6-AE87-3B41-DAF6-EB980B69FF77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1" name="pg2221">
                <a:extLst>
                  <a:ext uri="{FF2B5EF4-FFF2-40B4-BE49-F238E27FC236}">
                    <a16:creationId xmlns:a16="http://schemas.microsoft.com/office/drawing/2014/main" id="{8C83FD4C-AD95-D494-1CB3-2CD358CDDE96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2" name="pg2222">
                <a:extLst>
                  <a:ext uri="{FF2B5EF4-FFF2-40B4-BE49-F238E27FC236}">
                    <a16:creationId xmlns:a16="http://schemas.microsoft.com/office/drawing/2014/main" id="{69177B71-0ED3-C263-19D1-BA9F956A7999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3" name="pg2223">
                <a:extLst>
                  <a:ext uri="{FF2B5EF4-FFF2-40B4-BE49-F238E27FC236}">
                    <a16:creationId xmlns:a16="http://schemas.microsoft.com/office/drawing/2014/main" id="{545911F6-5ADA-32C6-28CC-6416320004CB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4" name="pg2224">
                <a:extLst>
                  <a:ext uri="{FF2B5EF4-FFF2-40B4-BE49-F238E27FC236}">
                    <a16:creationId xmlns:a16="http://schemas.microsoft.com/office/drawing/2014/main" id="{2887E925-4064-3DBE-F165-3B4B69381305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5" name="pg2225">
                <a:extLst>
                  <a:ext uri="{FF2B5EF4-FFF2-40B4-BE49-F238E27FC236}">
                    <a16:creationId xmlns:a16="http://schemas.microsoft.com/office/drawing/2014/main" id="{B0FA91A7-1601-9807-C25A-F25976262344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6" name="pg2226">
                <a:extLst>
                  <a:ext uri="{FF2B5EF4-FFF2-40B4-BE49-F238E27FC236}">
                    <a16:creationId xmlns:a16="http://schemas.microsoft.com/office/drawing/2014/main" id="{FAAC426D-8ABA-2B30-7AF8-2A8C94956BD0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7" name="pg2227">
                <a:extLst>
                  <a:ext uri="{FF2B5EF4-FFF2-40B4-BE49-F238E27FC236}">
                    <a16:creationId xmlns:a16="http://schemas.microsoft.com/office/drawing/2014/main" id="{BE3E22E9-C380-6EB8-E813-1E01A996B4C3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8" name="pg2228">
                <a:extLst>
                  <a:ext uri="{FF2B5EF4-FFF2-40B4-BE49-F238E27FC236}">
                    <a16:creationId xmlns:a16="http://schemas.microsoft.com/office/drawing/2014/main" id="{6873D3CA-EA54-942E-DDB4-F3D4745186E4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9" name="pg2229">
                <a:extLst>
                  <a:ext uri="{FF2B5EF4-FFF2-40B4-BE49-F238E27FC236}">
                    <a16:creationId xmlns:a16="http://schemas.microsoft.com/office/drawing/2014/main" id="{159BC748-21A4-4ABF-86E4-40D656D5C235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0" name="pg2230">
                <a:extLst>
                  <a:ext uri="{FF2B5EF4-FFF2-40B4-BE49-F238E27FC236}">
                    <a16:creationId xmlns:a16="http://schemas.microsoft.com/office/drawing/2014/main" id="{4425A78B-77F1-C33C-7623-C9E3F723DFD8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1" name="pg2231">
                <a:extLst>
                  <a:ext uri="{FF2B5EF4-FFF2-40B4-BE49-F238E27FC236}">
                    <a16:creationId xmlns:a16="http://schemas.microsoft.com/office/drawing/2014/main" id="{429C024C-A486-A141-002D-A3B0CBB8CD88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2" name="pg2232">
                <a:extLst>
                  <a:ext uri="{FF2B5EF4-FFF2-40B4-BE49-F238E27FC236}">
                    <a16:creationId xmlns:a16="http://schemas.microsoft.com/office/drawing/2014/main" id="{2779007C-04A9-5E1A-0A26-E26843431442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3" name="pg2233">
                <a:extLst>
                  <a:ext uri="{FF2B5EF4-FFF2-40B4-BE49-F238E27FC236}">
                    <a16:creationId xmlns:a16="http://schemas.microsoft.com/office/drawing/2014/main" id="{C1A0DA3B-96B8-C4DE-6C2A-6EEDEC884407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4" name="pg2234">
                <a:extLst>
                  <a:ext uri="{FF2B5EF4-FFF2-40B4-BE49-F238E27FC236}">
                    <a16:creationId xmlns:a16="http://schemas.microsoft.com/office/drawing/2014/main" id="{FB91BC2D-FFA9-B90C-3149-067D253C9A10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5" name="pg2235">
                <a:extLst>
                  <a:ext uri="{FF2B5EF4-FFF2-40B4-BE49-F238E27FC236}">
                    <a16:creationId xmlns:a16="http://schemas.microsoft.com/office/drawing/2014/main" id="{1A2E9FF9-3125-BB6A-3EB9-92F934082DB1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6" name="pg2236">
                <a:extLst>
                  <a:ext uri="{FF2B5EF4-FFF2-40B4-BE49-F238E27FC236}">
                    <a16:creationId xmlns:a16="http://schemas.microsoft.com/office/drawing/2014/main" id="{01C293B3-AE71-2CC6-5480-C9E36AD86495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7" name="pg2237">
                <a:extLst>
                  <a:ext uri="{FF2B5EF4-FFF2-40B4-BE49-F238E27FC236}">
                    <a16:creationId xmlns:a16="http://schemas.microsoft.com/office/drawing/2014/main" id="{AE7148CB-3DB8-B5F7-3222-51FFF3806E32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8" name="pg2238">
                <a:extLst>
                  <a:ext uri="{FF2B5EF4-FFF2-40B4-BE49-F238E27FC236}">
                    <a16:creationId xmlns:a16="http://schemas.microsoft.com/office/drawing/2014/main" id="{F1267C66-BA99-A290-CCDA-0F16F5C80D0E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9" name="pg2239">
                <a:extLst>
                  <a:ext uri="{FF2B5EF4-FFF2-40B4-BE49-F238E27FC236}">
                    <a16:creationId xmlns:a16="http://schemas.microsoft.com/office/drawing/2014/main" id="{8DB39B3C-0FDB-3133-EFCB-88CAD178A055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0" name="pg2240">
                <a:extLst>
                  <a:ext uri="{FF2B5EF4-FFF2-40B4-BE49-F238E27FC236}">
                    <a16:creationId xmlns:a16="http://schemas.microsoft.com/office/drawing/2014/main" id="{933E908E-F135-FAC2-B060-608032CB63FF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1" name="pg2241">
                <a:extLst>
                  <a:ext uri="{FF2B5EF4-FFF2-40B4-BE49-F238E27FC236}">
                    <a16:creationId xmlns:a16="http://schemas.microsoft.com/office/drawing/2014/main" id="{4D674D49-AA2D-39A2-246C-68B1C38A0232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2" name="pg2242">
                <a:extLst>
                  <a:ext uri="{FF2B5EF4-FFF2-40B4-BE49-F238E27FC236}">
                    <a16:creationId xmlns:a16="http://schemas.microsoft.com/office/drawing/2014/main" id="{8408E3EB-168E-A5B2-1CEB-6B71E434998F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3" name="pg2243">
                <a:extLst>
                  <a:ext uri="{FF2B5EF4-FFF2-40B4-BE49-F238E27FC236}">
                    <a16:creationId xmlns:a16="http://schemas.microsoft.com/office/drawing/2014/main" id="{880E81AE-D1DD-81F9-EBA7-3B85A76ECF96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4" name="pg2244">
                <a:extLst>
                  <a:ext uri="{FF2B5EF4-FFF2-40B4-BE49-F238E27FC236}">
                    <a16:creationId xmlns:a16="http://schemas.microsoft.com/office/drawing/2014/main" id="{8DB5DC63-DEF7-28EB-2E09-0D2700537F17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5" name="pg2245">
                <a:extLst>
                  <a:ext uri="{FF2B5EF4-FFF2-40B4-BE49-F238E27FC236}">
                    <a16:creationId xmlns:a16="http://schemas.microsoft.com/office/drawing/2014/main" id="{CF3F6DCE-29C8-5574-8FE6-F377B3E8776A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6" name="pg2246">
                <a:extLst>
                  <a:ext uri="{FF2B5EF4-FFF2-40B4-BE49-F238E27FC236}">
                    <a16:creationId xmlns:a16="http://schemas.microsoft.com/office/drawing/2014/main" id="{290624CE-2C43-73B8-87ED-6A398ECE4856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7" name="pg2247">
                <a:extLst>
                  <a:ext uri="{FF2B5EF4-FFF2-40B4-BE49-F238E27FC236}">
                    <a16:creationId xmlns:a16="http://schemas.microsoft.com/office/drawing/2014/main" id="{F6DB79D8-B75E-8B02-D038-9382E3CD2997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8" name="pg2248">
                <a:extLst>
                  <a:ext uri="{FF2B5EF4-FFF2-40B4-BE49-F238E27FC236}">
                    <a16:creationId xmlns:a16="http://schemas.microsoft.com/office/drawing/2014/main" id="{B9201898-047F-7B63-8C83-67679FFF3F85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9" name="pg2249">
                <a:extLst>
                  <a:ext uri="{FF2B5EF4-FFF2-40B4-BE49-F238E27FC236}">
                    <a16:creationId xmlns:a16="http://schemas.microsoft.com/office/drawing/2014/main" id="{3A80C674-28DA-1083-B43D-52D29E2137C2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0" name="pg2250">
                <a:extLst>
                  <a:ext uri="{FF2B5EF4-FFF2-40B4-BE49-F238E27FC236}">
                    <a16:creationId xmlns:a16="http://schemas.microsoft.com/office/drawing/2014/main" id="{7359A8CC-71A4-9B04-EF9E-92D5B4710389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1" name="pg2251">
                <a:extLst>
                  <a:ext uri="{FF2B5EF4-FFF2-40B4-BE49-F238E27FC236}">
                    <a16:creationId xmlns:a16="http://schemas.microsoft.com/office/drawing/2014/main" id="{2760C806-FDF3-F5E0-D8C5-C97F3478CD59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2" name="pg2252">
                <a:extLst>
                  <a:ext uri="{FF2B5EF4-FFF2-40B4-BE49-F238E27FC236}">
                    <a16:creationId xmlns:a16="http://schemas.microsoft.com/office/drawing/2014/main" id="{4D9ACAAD-231E-4A7D-5BC5-A2BFE9C94CE1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3" name="pg2253">
                <a:extLst>
                  <a:ext uri="{FF2B5EF4-FFF2-40B4-BE49-F238E27FC236}">
                    <a16:creationId xmlns:a16="http://schemas.microsoft.com/office/drawing/2014/main" id="{A04A2C0C-57F7-1C89-EDFF-1EAC0BC4351B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4" name="pg2254">
                <a:extLst>
                  <a:ext uri="{FF2B5EF4-FFF2-40B4-BE49-F238E27FC236}">
                    <a16:creationId xmlns:a16="http://schemas.microsoft.com/office/drawing/2014/main" id="{AF517679-B898-E8E3-7B02-3F94450BA88C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5" name="pg2255">
                <a:extLst>
                  <a:ext uri="{FF2B5EF4-FFF2-40B4-BE49-F238E27FC236}">
                    <a16:creationId xmlns:a16="http://schemas.microsoft.com/office/drawing/2014/main" id="{A172DB24-C186-8EC2-FEC6-2B55F903B461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6" name="pg2256">
                <a:extLst>
                  <a:ext uri="{FF2B5EF4-FFF2-40B4-BE49-F238E27FC236}">
                    <a16:creationId xmlns:a16="http://schemas.microsoft.com/office/drawing/2014/main" id="{93DEC68D-8F89-981B-412D-0EB31AAF2B9B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7" name="pg2257">
                <a:extLst>
                  <a:ext uri="{FF2B5EF4-FFF2-40B4-BE49-F238E27FC236}">
                    <a16:creationId xmlns:a16="http://schemas.microsoft.com/office/drawing/2014/main" id="{F249CD4B-F30B-8566-2817-8E5ED38C14B4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8" name="pg2258">
                <a:extLst>
                  <a:ext uri="{FF2B5EF4-FFF2-40B4-BE49-F238E27FC236}">
                    <a16:creationId xmlns:a16="http://schemas.microsoft.com/office/drawing/2014/main" id="{C04AFC1F-0AE3-3FD7-CE57-FCEFCE73FD8C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9" name="pg2259">
                <a:extLst>
                  <a:ext uri="{FF2B5EF4-FFF2-40B4-BE49-F238E27FC236}">
                    <a16:creationId xmlns:a16="http://schemas.microsoft.com/office/drawing/2014/main" id="{E7C6A9C0-1839-8D04-3E51-A25D14A2F3C5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0" name="pg2260">
                <a:extLst>
                  <a:ext uri="{FF2B5EF4-FFF2-40B4-BE49-F238E27FC236}">
                    <a16:creationId xmlns:a16="http://schemas.microsoft.com/office/drawing/2014/main" id="{745091AC-211D-9E15-FD72-A353C91EFA36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1" name="pg2261">
                <a:extLst>
                  <a:ext uri="{FF2B5EF4-FFF2-40B4-BE49-F238E27FC236}">
                    <a16:creationId xmlns:a16="http://schemas.microsoft.com/office/drawing/2014/main" id="{27D0A2A6-E650-D216-CB14-478E03988075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2" name="pg2262">
                <a:extLst>
                  <a:ext uri="{FF2B5EF4-FFF2-40B4-BE49-F238E27FC236}">
                    <a16:creationId xmlns:a16="http://schemas.microsoft.com/office/drawing/2014/main" id="{105BAFC6-476E-2F20-62E3-441C25BACBAC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3" name="pg2263">
                <a:extLst>
                  <a:ext uri="{FF2B5EF4-FFF2-40B4-BE49-F238E27FC236}">
                    <a16:creationId xmlns:a16="http://schemas.microsoft.com/office/drawing/2014/main" id="{898F47A9-1AEC-BB06-3FE2-5A2503DA4376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4" name="pg2264">
                <a:extLst>
                  <a:ext uri="{FF2B5EF4-FFF2-40B4-BE49-F238E27FC236}">
                    <a16:creationId xmlns:a16="http://schemas.microsoft.com/office/drawing/2014/main" id="{D3D0E142-74CA-42A2-7C31-A3B223CB053E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5" name="pg2265">
                <a:extLst>
                  <a:ext uri="{FF2B5EF4-FFF2-40B4-BE49-F238E27FC236}">
                    <a16:creationId xmlns:a16="http://schemas.microsoft.com/office/drawing/2014/main" id="{FB4C10FF-38D2-EAEA-E796-6D86078583FE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6" name="pg2266">
                <a:extLst>
                  <a:ext uri="{FF2B5EF4-FFF2-40B4-BE49-F238E27FC236}">
                    <a16:creationId xmlns:a16="http://schemas.microsoft.com/office/drawing/2014/main" id="{D0CDD4D2-B59E-CC16-2FC9-9063B1B95515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7" name="pg2267">
                <a:extLst>
                  <a:ext uri="{FF2B5EF4-FFF2-40B4-BE49-F238E27FC236}">
                    <a16:creationId xmlns:a16="http://schemas.microsoft.com/office/drawing/2014/main" id="{5DA23F9F-510A-8C21-3617-1DF458DEDE59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8" name="pg2268">
                <a:extLst>
                  <a:ext uri="{FF2B5EF4-FFF2-40B4-BE49-F238E27FC236}">
                    <a16:creationId xmlns:a16="http://schemas.microsoft.com/office/drawing/2014/main" id="{DABDAEDA-5979-21B5-8526-F550D30B7424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9" name="pg2269">
                <a:extLst>
                  <a:ext uri="{FF2B5EF4-FFF2-40B4-BE49-F238E27FC236}">
                    <a16:creationId xmlns:a16="http://schemas.microsoft.com/office/drawing/2014/main" id="{E3D6D156-4CB6-0489-6416-2F47047DADEF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0" name="pg2270">
                <a:extLst>
                  <a:ext uri="{FF2B5EF4-FFF2-40B4-BE49-F238E27FC236}">
                    <a16:creationId xmlns:a16="http://schemas.microsoft.com/office/drawing/2014/main" id="{D09FB5D0-B68C-F6AE-4A40-C744F8A108D5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1" name="pg2271">
                <a:extLst>
                  <a:ext uri="{FF2B5EF4-FFF2-40B4-BE49-F238E27FC236}">
                    <a16:creationId xmlns:a16="http://schemas.microsoft.com/office/drawing/2014/main" id="{0C1E36CA-DFEA-45A8-7688-FBA7333DCA72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2" name="pg2272">
                <a:extLst>
                  <a:ext uri="{FF2B5EF4-FFF2-40B4-BE49-F238E27FC236}">
                    <a16:creationId xmlns:a16="http://schemas.microsoft.com/office/drawing/2014/main" id="{5D2C94E5-11FC-9AD8-3C30-796DE5EA2857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3" name="pg2273">
                <a:extLst>
                  <a:ext uri="{FF2B5EF4-FFF2-40B4-BE49-F238E27FC236}">
                    <a16:creationId xmlns:a16="http://schemas.microsoft.com/office/drawing/2014/main" id="{4508B2FB-A078-5D23-B7A9-5F00B6F100CA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4" name="pg2274">
                <a:extLst>
                  <a:ext uri="{FF2B5EF4-FFF2-40B4-BE49-F238E27FC236}">
                    <a16:creationId xmlns:a16="http://schemas.microsoft.com/office/drawing/2014/main" id="{348F23BA-AB86-652D-F6E3-BB03BAFA70DE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5" name="pg2275">
                <a:extLst>
                  <a:ext uri="{FF2B5EF4-FFF2-40B4-BE49-F238E27FC236}">
                    <a16:creationId xmlns:a16="http://schemas.microsoft.com/office/drawing/2014/main" id="{76F94BD2-9224-EFC6-5537-9C8596487DDB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6" name="pg2276">
                <a:extLst>
                  <a:ext uri="{FF2B5EF4-FFF2-40B4-BE49-F238E27FC236}">
                    <a16:creationId xmlns:a16="http://schemas.microsoft.com/office/drawing/2014/main" id="{3FC58640-2DE4-4E5F-6432-C63E24AA833F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7" name="pg2277">
                <a:extLst>
                  <a:ext uri="{FF2B5EF4-FFF2-40B4-BE49-F238E27FC236}">
                    <a16:creationId xmlns:a16="http://schemas.microsoft.com/office/drawing/2014/main" id="{2D070797-925B-5AAD-2C06-CF8286361349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8" name="pg2278">
                <a:extLst>
                  <a:ext uri="{FF2B5EF4-FFF2-40B4-BE49-F238E27FC236}">
                    <a16:creationId xmlns:a16="http://schemas.microsoft.com/office/drawing/2014/main" id="{CE2B15E8-2E07-5B37-FCAA-5698054D42FA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9" name="pg2279">
                <a:extLst>
                  <a:ext uri="{FF2B5EF4-FFF2-40B4-BE49-F238E27FC236}">
                    <a16:creationId xmlns:a16="http://schemas.microsoft.com/office/drawing/2014/main" id="{50585C98-6D13-50D5-2E39-1DBFC0C1854D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0" name="pg2280">
                <a:extLst>
                  <a:ext uri="{FF2B5EF4-FFF2-40B4-BE49-F238E27FC236}">
                    <a16:creationId xmlns:a16="http://schemas.microsoft.com/office/drawing/2014/main" id="{A92D4AE0-BB43-33A6-392B-1ACF6E93EF7A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1" name="pg2281">
                <a:extLst>
                  <a:ext uri="{FF2B5EF4-FFF2-40B4-BE49-F238E27FC236}">
                    <a16:creationId xmlns:a16="http://schemas.microsoft.com/office/drawing/2014/main" id="{2E94A3F4-7D40-764D-0544-39A91112F05E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2" name="pg2282">
                <a:extLst>
                  <a:ext uri="{FF2B5EF4-FFF2-40B4-BE49-F238E27FC236}">
                    <a16:creationId xmlns:a16="http://schemas.microsoft.com/office/drawing/2014/main" id="{0A77EA5E-C357-BB1F-D5CD-97CDEE66088F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3" name="pg2283">
                <a:extLst>
                  <a:ext uri="{FF2B5EF4-FFF2-40B4-BE49-F238E27FC236}">
                    <a16:creationId xmlns:a16="http://schemas.microsoft.com/office/drawing/2014/main" id="{5AEB71F4-2816-E8B2-F541-8D07964F75D4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4" name="pg2284">
                <a:extLst>
                  <a:ext uri="{FF2B5EF4-FFF2-40B4-BE49-F238E27FC236}">
                    <a16:creationId xmlns:a16="http://schemas.microsoft.com/office/drawing/2014/main" id="{2CE15357-F249-5225-AC19-E76155D0CEAC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5" name="pg2285">
                <a:extLst>
                  <a:ext uri="{FF2B5EF4-FFF2-40B4-BE49-F238E27FC236}">
                    <a16:creationId xmlns:a16="http://schemas.microsoft.com/office/drawing/2014/main" id="{59681B2A-7548-0990-4F0F-34A339ACCB52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6" name="pg2286">
                <a:extLst>
                  <a:ext uri="{FF2B5EF4-FFF2-40B4-BE49-F238E27FC236}">
                    <a16:creationId xmlns:a16="http://schemas.microsoft.com/office/drawing/2014/main" id="{20AC44F4-84C1-AFD8-E487-975BBD5FAE9C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7" name="pg2287">
                <a:extLst>
                  <a:ext uri="{FF2B5EF4-FFF2-40B4-BE49-F238E27FC236}">
                    <a16:creationId xmlns:a16="http://schemas.microsoft.com/office/drawing/2014/main" id="{7B12E1EC-0595-B7FA-F1E1-0B37E4CB71C4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8" name="pg2288">
                <a:extLst>
                  <a:ext uri="{FF2B5EF4-FFF2-40B4-BE49-F238E27FC236}">
                    <a16:creationId xmlns:a16="http://schemas.microsoft.com/office/drawing/2014/main" id="{D76B126C-D5FD-BDCB-C617-D31CFA102810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9" name="pg2289">
                <a:extLst>
                  <a:ext uri="{FF2B5EF4-FFF2-40B4-BE49-F238E27FC236}">
                    <a16:creationId xmlns:a16="http://schemas.microsoft.com/office/drawing/2014/main" id="{2E8EFA4C-E1D1-520A-84DE-B637217B582A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0" name="pg2290">
                <a:extLst>
                  <a:ext uri="{FF2B5EF4-FFF2-40B4-BE49-F238E27FC236}">
                    <a16:creationId xmlns:a16="http://schemas.microsoft.com/office/drawing/2014/main" id="{36117358-4863-C34F-22E7-E2ECD995262F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1" name="pg2291">
                <a:extLst>
                  <a:ext uri="{FF2B5EF4-FFF2-40B4-BE49-F238E27FC236}">
                    <a16:creationId xmlns:a16="http://schemas.microsoft.com/office/drawing/2014/main" id="{98F03A35-AF1C-D2A0-F962-26EDF3C23AEC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2" name="pg2292">
                <a:extLst>
                  <a:ext uri="{FF2B5EF4-FFF2-40B4-BE49-F238E27FC236}">
                    <a16:creationId xmlns:a16="http://schemas.microsoft.com/office/drawing/2014/main" id="{C4F776F2-6EB4-E3E6-48A0-C1C5EE2B6868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3" name="pg2293">
                <a:extLst>
                  <a:ext uri="{FF2B5EF4-FFF2-40B4-BE49-F238E27FC236}">
                    <a16:creationId xmlns:a16="http://schemas.microsoft.com/office/drawing/2014/main" id="{A19F8A67-0D68-1584-9A79-76546899E4D0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4" name="pg2294">
                <a:extLst>
                  <a:ext uri="{FF2B5EF4-FFF2-40B4-BE49-F238E27FC236}">
                    <a16:creationId xmlns:a16="http://schemas.microsoft.com/office/drawing/2014/main" id="{AE88D9BB-5DFC-3787-D4B1-D55206D981F7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5" name="pg2295">
                <a:extLst>
                  <a:ext uri="{FF2B5EF4-FFF2-40B4-BE49-F238E27FC236}">
                    <a16:creationId xmlns:a16="http://schemas.microsoft.com/office/drawing/2014/main" id="{DC9FD3AA-6D31-820A-7C76-AD27DED04107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6" name="pg2296">
                <a:extLst>
                  <a:ext uri="{FF2B5EF4-FFF2-40B4-BE49-F238E27FC236}">
                    <a16:creationId xmlns:a16="http://schemas.microsoft.com/office/drawing/2014/main" id="{51C5ACAC-4FFE-B7C0-43BE-B7FE4755CA6D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7" name="pg2297">
                <a:extLst>
                  <a:ext uri="{FF2B5EF4-FFF2-40B4-BE49-F238E27FC236}">
                    <a16:creationId xmlns:a16="http://schemas.microsoft.com/office/drawing/2014/main" id="{FE70589B-0868-BFF7-6CE3-E92D2B891C8D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8" name="pg2298">
                <a:extLst>
                  <a:ext uri="{FF2B5EF4-FFF2-40B4-BE49-F238E27FC236}">
                    <a16:creationId xmlns:a16="http://schemas.microsoft.com/office/drawing/2014/main" id="{420C6600-425F-7BA3-9343-226FFBBB1CFF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9" name="pg2299">
                <a:extLst>
                  <a:ext uri="{FF2B5EF4-FFF2-40B4-BE49-F238E27FC236}">
                    <a16:creationId xmlns:a16="http://schemas.microsoft.com/office/drawing/2014/main" id="{32A49E8D-05A5-A8B6-1291-FA0AF394888E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0" name="pg2300">
                <a:extLst>
                  <a:ext uri="{FF2B5EF4-FFF2-40B4-BE49-F238E27FC236}">
                    <a16:creationId xmlns:a16="http://schemas.microsoft.com/office/drawing/2014/main" id="{A4A4A28D-CA8A-1D22-8CDD-A2FA487BB688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1" name="pg2301">
                <a:extLst>
                  <a:ext uri="{FF2B5EF4-FFF2-40B4-BE49-F238E27FC236}">
                    <a16:creationId xmlns:a16="http://schemas.microsoft.com/office/drawing/2014/main" id="{18AD0B9F-1833-57D8-D7B1-1684045C4E37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2" name="pg2302">
                <a:extLst>
                  <a:ext uri="{FF2B5EF4-FFF2-40B4-BE49-F238E27FC236}">
                    <a16:creationId xmlns:a16="http://schemas.microsoft.com/office/drawing/2014/main" id="{67D3BB0C-54D6-C2E5-320F-88E6184692A7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3" name="pg2303">
                <a:extLst>
                  <a:ext uri="{FF2B5EF4-FFF2-40B4-BE49-F238E27FC236}">
                    <a16:creationId xmlns:a16="http://schemas.microsoft.com/office/drawing/2014/main" id="{34AF7D82-AD5E-A527-5513-84C711A7CF06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4" name="pg2304">
                <a:extLst>
                  <a:ext uri="{FF2B5EF4-FFF2-40B4-BE49-F238E27FC236}">
                    <a16:creationId xmlns:a16="http://schemas.microsoft.com/office/drawing/2014/main" id="{082B764B-881D-322B-9DF9-622BA7EDB41C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5" name="pg2305">
                <a:extLst>
                  <a:ext uri="{FF2B5EF4-FFF2-40B4-BE49-F238E27FC236}">
                    <a16:creationId xmlns:a16="http://schemas.microsoft.com/office/drawing/2014/main" id="{6E2D8422-D6D2-C93E-F14E-1BE2199AD14F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6" name="pg2306">
                <a:extLst>
                  <a:ext uri="{FF2B5EF4-FFF2-40B4-BE49-F238E27FC236}">
                    <a16:creationId xmlns:a16="http://schemas.microsoft.com/office/drawing/2014/main" id="{7C8EBD28-B668-3DA9-5CC9-7461C11233AF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7" name="pg2307">
                <a:extLst>
                  <a:ext uri="{FF2B5EF4-FFF2-40B4-BE49-F238E27FC236}">
                    <a16:creationId xmlns:a16="http://schemas.microsoft.com/office/drawing/2014/main" id="{E5928131-BEF9-E086-E4F6-01B5E6094572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8" name="pg2308">
                <a:extLst>
                  <a:ext uri="{FF2B5EF4-FFF2-40B4-BE49-F238E27FC236}">
                    <a16:creationId xmlns:a16="http://schemas.microsoft.com/office/drawing/2014/main" id="{EA182F8B-5FB2-A614-67AF-DC9C8659103C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9" name="pg2309">
                <a:extLst>
                  <a:ext uri="{FF2B5EF4-FFF2-40B4-BE49-F238E27FC236}">
                    <a16:creationId xmlns:a16="http://schemas.microsoft.com/office/drawing/2014/main" id="{26F62A06-6907-AA33-6522-EFB593E9E054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0" name="pg2310">
                <a:extLst>
                  <a:ext uri="{FF2B5EF4-FFF2-40B4-BE49-F238E27FC236}">
                    <a16:creationId xmlns:a16="http://schemas.microsoft.com/office/drawing/2014/main" id="{D786019D-1269-F956-34CA-EAA5F5F7D1E9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1" name="pg2311">
                <a:extLst>
                  <a:ext uri="{FF2B5EF4-FFF2-40B4-BE49-F238E27FC236}">
                    <a16:creationId xmlns:a16="http://schemas.microsoft.com/office/drawing/2014/main" id="{55E34279-065A-7C5C-A646-972305C2ED80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2" name="pg2312">
                <a:extLst>
                  <a:ext uri="{FF2B5EF4-FFF2-40B4-BE49-F238E27FC236}">
                    <a16:creationId xmlns:a16="http://schemas.microsoft.com/office/drawing/2014/main" id="{0C67603A-5541-C56F-69BF-C8B61FDCBD0F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3" name="pg2313">
                <a:extLst>
                  <a:ext uri="{FF2B5EF4-FFF2-40B4-BE49-F238E27FC236}">
                    <a16:creationId xmlns:a16="http://schemas.microsoft.com/office/drawing/2014/main" id="{11A5A552-FB4A-8390-CC9B-15361F2CBA91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4" name="pg2314">
                <a:extLst>
                  <a:ext uri="{FF2B5EF4-FFF2-40B4-BE49-F238E27FC236}">
                    <a16:creationId xmlns:a16="http://schemas.microsoft.com/office/drawing/2014/main" id="{A27624C1-D45F-3519-922B-4EC4B8FEBC82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5" name="pg2315">
                <a:extLst>
                  <a:ext uri="{FF2B5EF4-FFF2-40B4-BE49-F238E27FC236}">
                    <a16:creationId xmlns:a16="http://schemas.microsoft.com/office/drawing/2014/main" id="{8E96AB36-C571-44A6-97D3-D56B8A889202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6" name="pg2316">
                <a:extLst>
                  <a:ext uri="{FF2B5EF4-FFF2-40B4-BE49-F238E27FC236}">
                    <a16:creationId xmlns:a16="http://schemas.microsoft.com/office/drawing/2014/main" id="{989C5711-9F0E-7DC3-5B14-58CA775FB160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7" name="pg2317">
                <a:extLst>
                  <a:ext uri="{FF2B5EF4-FFF2-40B4-BE49-F238E27FC236}">
                    <a16:creationId xmlns:a16="http://schemas.microsoft.com/office/drawing/2014/main" id="{D27C7734-BEE0-AFBE-A10E-F1863EA7F88A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8" name="pg2318">
                <a:extLst>
                  <a:ext uri="{FF2B5EF4-FFF2-40B4-BE49-F238E27FC236}">
                    <a16:creationId xmlns:a16="http://schemas.microsoft.com/office/drawing/2014/main" id="{7B131056-7F38-6577-5B1A-A85244CF8A0F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9" name="pg2319">
                <a:extLst>
                  <a:ext uri="{FF2B5EF4-FFF2-40B4-BE49-F238E27FC236}">
                    <a16:creationId xmlns:a16="http://schemas.microsoft.com/office/drawing/2014/main" id="{4B85FA29-D659-664E-8114-BAC6E1CD70F6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0" name="pg2320">
                <a:extLst>
                  <a:ext uri="{FF2B5EF4-FFF2-40B4-BE49-F238E27FC236}">
                    <a16:creationId xmlns:a16="http://schemas.microsoft.com/office/drawing/2014/main" id="{E4B9CAAE-EE3F-7097-101E-E0F39A5EA26D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1" name="pg2321">
                <a:extLst>
                  <a:ext uri="{FF2B5EF4-FFF2-40B4-BE49-F238E27FC236}">
                    <a16:creationId xmlns:a16="http://schemas.microsoft.com/office/drawing/2014/main" id="{7983FF7D-82CF-55B7-2B7E-93DEFBC256FA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2" name="pg2322">
                <a:extLst>
                  <a:ext uri="{FF2B5EF4-FFF2-40B4-BE49-F238E27FC236}">
                    <a16:creationId xmlns:a16="http://schemas.microsoft.com/office/drawing/2014/main" id="{C9C8952C-B6DF-2923-0871-C51C090EEDFD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3" name="pg2323">
                <a:extLst>
                  <a:ext uri="{FF2B5EF4-FFF2-40B4-BE49-F238E27FC236}">
                    <a16:creationId xmlns:a16="http://schemas.microsoft.com/office/drawing/2014/main" id="{BF845A94-1D3B-91A2-F119-D57682F6EFAA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4" name="pg2324">
                <a:extLst>
                  <a:ext uri="{FF2B5EF4-FFF2-40B4-BE49-F238E27FC236}">
                    <a16:creationId xmlns:a16="http://schemas.microsoft.com/office/drawing/2014/main" id="{938581D0-27AE-D642-B8E0-2C9C6EF779DB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5" name="pg2325">
                <a:extLst>
                  <a:ext uri="{FF2B5EF4-FFF2-40B4-BE49-F238E27FC236}">
                    <a16:creationId xmlns:a16="http://schemas.microsoft.com/office/drawing/2014/main" id="{8420E031-ADB9-6638-0FF2-7D5A0884BBA9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6" name="pg2326">
                <a:extLst>
                  <a:ext uri="{FF2B5EF4-FFF2-40B4-BE49-F238E27FC236}">
                    <a16:creationId xmlns:a16="http://schemas.microsoft.com/office/drawing/2014/main" id="{71CBC0DC-58F1-58A1-A326-ABE137E76965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7" name="pg2327">
                <a:extLst>
                  <a:ext uri="{FF2B5EF4-FFF2-40B4-BE49-F238E27FC236}">
                    <a16:creationId xmlns:a16="http://schemas.microsoft.com/office/drawing/2014/main" id="{2068F1E6-11F1-015E-2D1E-9A9B80281DD0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8" name="pg2328">
                <a:extLst>
                  <a:ext uri="{FF2B5EF4-FFF2-40B4-BE49-F238E27FC236}">
                    <a16:creationId xmlns:a16="http://schemas.microsoft.com/office/drawing/2014/main" id="{8598EB76-6C10-952A-DF3D-94F10CE973F3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9" name="pg2329">
                <a:extLst>
                  <a:ext uri="{FF2B5EF4-FFF2-40B4-BE49-F238E27FC236}">
                    <a16:creationId xmlns:a16="http://schemas.microsoft.com/office/drawing/2014/main" id="{DAB6EA38-6797-6210-F52D-36B6864D2BEA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0" name="pg2330">
                <a:extLst>
                  <a:ext uri="{FF2B5EF4-FFF2-40B4-BE49-F238E27FC236}">
                    <a16:creationId xmlns:a16="http://schemas.microsoft.com/office/drawing/2014/main" id="{2D6E5C3D-983A-99A1-AC2C-5180EA73B19E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1" name="pg2331">
                <a:extLst>
                  <a:ext uri="{FF2B5EF4-FFF2-40B4-BE49-F238E27FC236}">
                    <a16:creationId xmlns:a16="http://schemas.microsoft.com/office/drawing/2014/main" id="{0F246648-3E99-0737-E5B9-CFFE60CB5CDA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2" name="pg2332">
                <a:extLst>
                  <a:ext uri="{FF2B5EF4-FFF2-40B4-BE49-F238E27FC236}">
                    <a16:creationId xmlns:a16="http://schemas.microsoft.com/office/drawing/2014/main" id="{8BB1633F-2A94-0695-A5FB-2BF9931BE675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3" name="pg2333">
                <a:extLst>
                  <a:ext uri="{FF2B5EF4-FFF2-40B4-BE49-F238E27FC236}">
                    <a16:creationId xmlns:a16="http://schemas.microsoft.com/office/drawing/2014/main" id="{8BF6E924-EEA5-0517-EC45-8558F7E09E3D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4" name="pg2334">
                <a:extLst>
                  <a:ext uri="{FF2B5EF4-FFF2-40B4-BE49-F238E27FC236}">
                    <a16:creationId xmlns:a16="http://schemas.microsoft.com/office/drawing/2014/main" id="{F7A48EEC-DEF5-3804-3A80-CA407BC0B82C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5" name="pg2335">
                <a:extLst>
                  <a:ext uri="{FF2B5EF4-FFF2-40B4-BE49-F238E27FC236}">
                    <a16:creationId xmlns:a16="http://schemas.microsoft.com/office/drawing/2014/main" id="{51D7A9DA-0EE4-F551-F69C-11EE30D51C9F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6" name="pg2336">
                <a:extLst>
                  <a:ext uri="{FF2B5EF4-FFF2-40B4-BE49-F238E27FC236}">
                    <a16:creationId xmlns:a16="http://schemas.microsoft.com/office/drawing/2014/main" id="{827D97CA-C2CC-5424-83C6-F05C48CEC199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7" name="pg2337">
                <a:extLst>
                  <a:ext uri="{FF2B5EF4-FFF2-40B4-BE49-F238E27FC236}">
                    <a16:creationId xmlns:a16="http://schemas.microsoft.com/office/drawing/2014/main" id="{43E372AE-9D7D-CBFC-D916-A438EE59ACD3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8" name="pg2338">
                <a:extLst>
                  <a:ext uri="{FF2B5EF4-FFF2-40B4-BE49-F238E27FC236}">
                    <a16:creationId xmlns:a16="http://schemas.microsoft.com/office/drawing/2014/main" id="{9A8B174A-85F0-35D6-FA5D-EB0ED7E67054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9" name="pg2339">
                <a:extLst>
                  <a:ext uri="{FF2B5EF4-FFF2-40B4-BE49-F238E27FC236}">
                    <a16:creationId xmlns:a16="http://schemas.microsoft.com/office/drawing/2014/main" id="{2BBAD56D-45F8-9B70-E38A-97B437B3CFFA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0" name="pg2340">
                <a:extLst>
                  <a:ext uri="{FF2B5EF4-FFF2-40B4-BE49-F238E27FC236}">
                    <a16:creationId xmlns:a16="http://schemas.microsoft.com/office/drawing/2014/main" id="{6D57F269-2742-A346-1C11-A04DEAE53702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1" name="pg2341">
                <a:extLst>
                  <a:ext uri="{FF2B5EF4-FFF2-40B4-BE49-F238E27FC236}">
                    <a16:creationId xmlns:a16="http://schemas.microsoft.com/office/drawing/2014/main" id="{BF509A60-12F0-7002-9DD1-BD636396A72A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2" name="pg2342">
                <a:extLst>
                  <a:ext uri="{FF2B5EF4-FFF2-40B4-BE49-F238E27FC236}">
                    <a16:creationId xmlns:a16="http://schemas.microsoft.com/office/drawing/2014/main" id="{B63A3962-BE8B-F6E1-F9EF-E57AB758449D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3" name="pg2343">
                <a:extLst>
                  <a:ext uri="{FF2B5EF4-FFF2-40B4-BE49-F238E27FC236}">
                    <a16:creationId xmlns:a16="http://schemas.microsoft.com/office/drawing/2014/main" id="{DE4092E1-6439-7297-59F9-AFEEA2978716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4" name="pg2344">
                <a:extLst>
                  <a:ext uri="{FF2B5EF4-FFF2-40B4-BE49-F238E27FC236}">
                    <a16:creationId xmlns:a16="http://schemas.microsoft.com/office/drawing/2014/main" id="{74E3C973-4999-792B-8969-46C916D10669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5" name="pg2345">
                <a:extLst>
                  <a:ext uri="{FF2B5EF4-FFF2-40B4-BE49-F238E27FC236}">
                    <a16:creationId xmlns:a16="http://schemas.microsoft.com/office/drawing/2014/main" id="{9C1FCCF5-5B25-88E7-F2B4-731DC9847229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6" name="pg2346">
                <a:extLst>
                  <a:ext uri="{FF2B5EF4-FFF2-40B4-BE49-F238E27FC236}">
                    <a16:creationId xmlns:a16="http://schemas.microsoft.com/office/drawing/2014/main" id="{639D03FB-DB87-2CF7-626D-CCCE5F1B75DA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7" name="pg2347">
                <a:extLst>
                  <a:ext uri="{FF2B5EF4-FFF2-40B4-BE49-F238E27FC236}">
                    <a16:creationId xmlns:a16="http://schemas.microsoft.com/office/drawing/2014/main" id="{B60BC238-4EFD-E948-91EA-B36EE87B0DC7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8" name="pg2348">
                <a:extLst>
                  <a:ext uri="{FF2B5EF4-FFF2-40B4-BE49-F238E27FC236}">
                    <a16:creationId xmlns:a16="http://schemas.microsoft.com/office/drawing/2014/main" id="{B458D87A-255B-490B-D7ED-E6BD45D62E1D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9" name="pg2349">
                <a:extLst>
                  <a:ext uri="{FF2B5EF4-FFF2-40B4-BE49-F238E27FC236}">
                    <a16:creationId xmlns:a16="http://schemas.microsoft.com/office/drawing/2014/main" id="{FD18A154-1D80-E562-F29C-A309215D4C36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0" name="pg2350">
                <a:extLst>
                  <a:ext uri="{FF2B5EF4-FFF2-40B4-BE49-F238E27FC236}">
                    <a16:creationId xmlns:a16="http://schemas.microsoft.com/office/drawing/2014/main" id="{2B7AB59C-2755-6E60-136A-38E433AB5C47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1" name="pg2351">
                <a:extLst>
                  <a:ext uri="{FF2B5EF4-FFF2-40B4-BE49-F238E27FC236}">
                    <a16:creationId xmlns:a16="http://schemas.microsoft.com/office/drawing/2014/main" id="{2F34C988-786E-5E9B-65D7-BDE0BCB221A5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2" name="pg2352">
                <a:extLst>
                  <a:ext uri="{FF2B5EF4-FFF2-40B4-BE49-F238E27FC236}">
                    <a16:creationId xmlns:a16="http://schemas.microsoft.com/office/drawing/2014/main" id="{BAC20073-8AEB-00A4-0BCF-EC6A7B7A437E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3" name="pg2353">
                <a:extLst>
                  <a:ext uri="{FF2B5EF4-FFF2-40B4-BE49-F238E27FC236}">
                    <a16:creationId xmlns:a16="http://schemas.microsoft.com/office/drawing/2014/main" id="{30DA1AB3-FCF6-5D9A-C1F7-9AB647354823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4" name="pg2354">
                <a:extLst>
                  <a:ext uri="{FF2B5EF4-FFF2-40B4-BE49-F238E27FC236}">
                    <a16:creationId xmlns:a16="http://schemas.microsoft.com/office/drawing/2014/main" id="{0CA9796F-D732-EB26-DD14-FC2927DA6D86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5" name="pg2355">
                <a:extLst>
                  <a:ext uri="{FF2B5EF4-FFF2-40B4-BE49-F238E27FC236}">
                    <a16:creationId xmlns:a16="http://schemas.microsoft.com/office/drawing/2014/main" id="{348DA585-3378-7D3A-B352-831C1F382ED3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6" name="pg2356">
                <a:extLst>
                  <a:ext uri="{FF2B5EF4-FFF2-40B4-BE49-F238E27FC236}">
                    <a16:creationId xmlns:a16="http://schemas.microsoft.com/office/drawing/2014/main" id="{F9C4C6BC-68ED-5BEE-9E7B-659E52BD56D2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7" name="pg2357">
                <a:extLst>
                  <a:ext uri="{FF2B5EF4-FFF2-40B4-BE49-F238E27FC236}">
                    <a16:creationId xmlns:a16="http://schemas.microsoft.com/office/drawing/2014/main" id="{2D918A11-7687-B875-5F63-349BA047EB13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8" name="pg2358">
                <a:extLst>
                  <a:ext uri="{FF2B5EF4-FFF2-40B4-BE49-F238E27FC236}">
                    <a16:creationId xmlns:a16="http://schemas.microsoft.com/office/drawing/2014/main" id="{F0973474-0221-665D-CECF-55F2A2D8BF56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9" name="pg2359">
                <a:extLst>
                  <a:ext uri="{FF2B5EF4-FFF2-40B4-BE49-F238E27FC236}">
                    <a16:creationId xmlns:a16="http://schemas.microsoft.com/office/drawing/2014/main" id="{9B9A45F3-D129-20FB-8966-C6D5797A4CBA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0" name="pg2360">
                <a:extLst>
                  <a:ext uri="{FF2B5EF4-FFF2-40B4-BE49-F238E27FC236}">
                    <a16:creationId xmlns:a16="http://schemas.microsoft.com/office/drawing/2014/main" id="{7FC8FF2D-A4F4-0964-5FFC-423BBAC4A322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1" name="pg2361">
                <a:extLst>
                  <a:ext uri="{FF2B5EF4-FFF2-40B4-BE49-F238E27FC236}">
                    <a16:creationId xmlns:a16="http://schemas.microsoft.com/office/drawing/2014/main" id="{2FEA401C-52A2-E1EF-005C-0749F4DCF45C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2" name="pg2362">
                <a:extLst>
                  <a:ext uri="{FF2B5EF4-FFF2-40B4-BE49-F238E27FC236}">
                    <a16:creationId xmlns:a16="http://schemas.microsoft.com/office/drawing/2014/main" id="{672DCF50-EDC3-B1D8-1377-A718A560755F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3" name="pg2363">
                <a:extLst>
                  <a:ext uri="{FF2B5EF4-FFF2-40B4-BE49-F238E27FC236}">
                    <a16:creationId xmlns:a16="http://schemas.microsoft.com/office/drawing/2014/main" id="{4A87590E-3C9C-CE42-2D0F-5E258DAA1C76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4" name="pg2364">
                <a:extLst>
                  <a:ext uri="{FF2B5EF4-FFF2-40B4-BE49-F238E27FC236}">
                    <a16:creationId xmlns:a16="http://schemas.microsoft.com/office/drawing/2014/main" id="{90277F3B-2D7B-4396-091E-1D64995EEBDE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5" name="pg2365">
                <a:extLst>
                  <a:ext uri="{FF2B5EF4-FFF2-40B4-BE49-F238E27FC236}">
                    <a16:creationId xmlns:a16="http://schemas.microsoft.com/office/drawing/2014/main" id="{3F971708-BAE5-9B49-6F0C-B0A9E6BB29B1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6" name="pg2366">
                <a:extLst>
                  <a:ext uri="{FF2B5EF4-FFF2-40B4-BE49-F238E27FC236}">
                    <a16:creationId xmlns:a16="http://schemas.microsoft.com/office/drawing/2014/main" id="{167A251D-B14A-CC66-28B1-A01BC620098B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7" name="pg2367">
                <a:extLst>
                  <a:ext uri="{FF2B5EF4-FFF2-40B4-BE49-F238E27FC236}">
                    <a16:creationId xmlns:a16="http://schemas.microsoft.com/office/drawing/2014/main" id="{D782F36C-73A7-8B73-0AC4-4E6A46E71A9B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8" name="pg2368">
                <a:extLst>
                  <a:ext uri="{FF2B5EF4-FFF2-40B4-BE49-F238E27FC236}">
                    <a16:creationId xmlns:a16="http://schemas.microsoft.com/office/drawing/2014/main" id="{04839668-9DE9-DF9B-0B58-A188843FE9FF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9" name="pg2369">
                <a:extLst>
                  <a:ext uri="{FF2B5EF4-FFF2-40B4-BE49-F238E27FC236}">
                    <a16:creationId xmlns:a16="http://schemas.microsoft.com/office/drawing/2014/main" id="{C4167835-2329-2D21-3C53-2E3B59F27D5D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0" name="pg2370">
                <a:extLst>
                  <a:ext uri="{FF2B5EF4-FFF2-40B4-BE49-F238E27FC236}">
                    <a16:creationId xmlns:a16="http://schemas.microsoft.com/office/drawing/2014/main" id="{6D5B6D69-4FB7-61D3-5D9E-C35EB9BADEF2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1" name="pg2371">
                <a:extLst>
                  <a:ext uri="{FF2B5EF4-FFF2-40B4-BE49-F238E27FC236}">
                    <a16:creationId xmlns:a16="http://schemas.microsoft.com/office/drawing/2014/main" id="{F8ECA6BB-B9AD-389A-7236-D0A3046BB0AA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2" name="pg2372">
                <a:extLst>
                  <a:ext uri="{FF2B5EF4-FFF2-40B4-BE49-F238E27FC236}">
                    <a16:creationId xmlns:a16="http://schemas.microsoft.com/office/drawing/2014/main" id="{687CA863-4612-374F-1C09-314A3751EE78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3" name="pg2373">
                <a:extLst>
                  <a:ext uri="{FF2B5EF4-FFF2-40B4-BE49-F238E27FC236}">
                    <a16:creationId xmlns:a16="http://schemas.microsoft.com/office/drawing/2014/main" id="{1B04FDA4-4D88-14D6-9941-5121C7F3721A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4" name="pg2374">
                <a:extLst>
                  <a:ext uri="{FF2B5EF4-FFF2-40B4-BE49-F238E27FC236}">
                    <a16:creationId xmlns:a16="http://schemas.microsoft.com/office/drawing/2014/main" id="{F660DA26-35C0-7973-023B-FE45E6BF62A1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5" name="pg2375">
                <a:extLst>
                  <a:ext uri="{FF2B5EF4-FFF2-40B4-BE49-F238E27FC236}">
                    <a16:creationId xmlns:a16="http://schemas.microsoft.com/office/drawing/2014/main" id="{9EC1874A-C3DC-A42E-F6A8-7F0892BF5043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6" name="pg2376">
                <a:extLst>
                  <a:ext uri="{FF2B5EF4-FFF2-40B4-BE49-F238E27FC236}">
                    <a16:creationId xmlns:a16="http://schemas.microsoft.com/office/drawing/2014/main" id="{B27DE1A3-FC06-B3D2-4668-18117BFC2449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7" name="pg2377">
                <a:extLst>
                  <a:ext uri="{FF2B5EF4-FFF2-40B4-BE49-F238E27FC236}">
                    <a16:creationId xmlns:a16="http://schemas.microsoft.com/office/drawing/2014/main" id="{D4F7E417-BBC9-CE0F-07B4-6EA7342B9851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8" name="pg2378">
                <a:extLst>
                  <a:ext uri="{FF2B5EF4-FFF2-40B4-BE49-F238E27FC236}">
                    <a16:creationId xmlns:a16="http://schemas.microsoft.com/office/drawing/2014/main" id="{95BE4942-1C75-6110-26ED-E0BC5E8B0BF6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9" name="pg2379">
                <a:extLst>
                  <a:ext uri="{FF2B5EF4-FFF2-40B4-BE49-F238E27FC236}">
                    <a16:creationId xmlns:a16="http://schemas.microsoft.com/office/drawing/2014/main" id="{E876427D-9DA0-33EC-A9A9-5793B039961D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0" name="pg2380">
                <a:extLst>
                  <a:ext uri="{FF2B5EF4-FFF2-40B4-BE49-F238E27FC236}">
                    <a16:creationId xmlns:a16="http://schemas.microsoft.com/office/drawing/2014/main" id="{68B912CC-EEE5-8C46-6BF2-213F443D6739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1" name="pg2381">
                <a:extLst>
                  <a:ext uri="{FF2B5EF4-FFF2-40B4-BE49-F238E27FC236}">
                    <a16:creationId xmlns:a16="http://schemas.microsoft.com/office/drawing/2014/main" id="{BBA6AD2E-CBE7-80AE-F87C-80574BCA9729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2" name="pg2382">
                <a:extLst>
                  <a:ext uri="{FF2B5EF4-FFF2-40B4-BE49-F238E27FC236}">
                    <a16:creationId xmlns:a16="http://schemas.microsoft.com/office/drawing/2014/main" id="{ECC06CB4-410F-9DAB-3680-68EB0BE0D7B7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3" name="pg2383">
                <a:extLst>
                  <a:ext uri="{FF2B5EF4-FFF2-40B4-BE49-F238E27FC236}">
                    <a16:creationId xmlns:a16="http://schemas.microsoft.com/office/drawing/2014/main" id="{F5FBA9AF-6FDA-58FA-7417-34BD07CEB7E0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4" name="pg2384">
                <a:extLst>
                  <a:ext uri="{FF2B5EF4-FFF2-40B4-BE49-F238E27FC236}">
                    <a16:creationId xmlns:a16="http://schemas.microsoft.com/office/drawing/2014/main" id="{85A9CA11-AE24-0F51-A11B-8C940506054E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5" name="pg2385">
                <a:extLst>
                  <a:ext uri="{FF2B5EF4-FFF2-40B4-BE49-F238E27FC236}">
                    <a16:creationId xmlns:a16="http://schemas.microsoft.com/office/drawing/2014/main" id="{4DE9CECF-E1B3-6F6A-A8E8-5F81AD9C41DD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6" name="pg2386">
                <a:extLst>
                  <a:ext uri="{FF2B5EF4-FFF2-40B4-BE49-F238E27FC236}">
                    <a16:creationId xmlns:a16="http://schemas.microsoft.com/office/drawing/2014/main" id="{C0F4C320-2B87-E2B6-1558-1749D1122CA8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7" name="pg2387">
                <a:extLst>
                  <a:ext uri="{FF2B5EF4-FFF2-40B4-BE49-F238E27FC236}">
                    <a16:creationId xmlns:a16="http://schemas.microsoft.com/office/drawing/2014/main" id="{250EF275-7051-5DCA-997B-2F1F72B7EE21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8" name="pg2388">
                <a:extLst>
                  <a:ext uri="{FF2B5EF4-FFF2-40B4-BE49-F238E27FC236}">
                    <a16:creationId xmlns:a16="http://schemas.microsoft.com/office/drawing/2014/main" id="{0D8C376E-5A36-F24E-B095-526D05EEB46E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9" name="pg2389">
                <a:extLst>
                  <a:ext uri="{FF2B5EF4-FFF2-40B4-BE49-F238E27FC236}">
                    <a16:creationId xmlns:a16="http://schemas.microsoft.com/office/drawing/2014/main" id="{C1549E7D-7CAB-855E-EB85-916EC76887BE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0" name="pg2390">
                <a:extLst>
                  <a:ext uri="{FF2B5EF4-FFF2-40B4-BE49-F238E27FC236}">
                    <a16:creationId xmlns:a16="http://schemas.microsoft.com/office/drawing/2014/main" id="{E108B5D7-39F3-6BA5-06BB-FE7EC959CC5F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1" name="pg2391">
                <a:extLst>
                  <a:ext uri="{FF2B5EF4-FFF2-40B4-BE49-F238E27FC236}">
                    <a16:creationId xmlns:a16="http://schemas.microsoft.com/office/drawing/2014/main" id="{A9E043FF-F9DE-4F94-EEE7-16846295D19C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2" name="pg2392">
                <a:extLst>
                  <a:ext uri="{FF2B5EF4-FFF2-40B4-BE49-F238E27FC236}">
                    <a16:creationId xmlns:a16="http://schemas.microsoft.com/office/drawing/2014/main" id="{2C3FF1A0-8525-AB5A-26AF-1B9089A79DCD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3" name="pg2393">
                <a:extLst>
                  <a:ext uri="{FF2B5EF4-FFF2-40B4-BE49-F238E27FC236}">
                    <a16:creationId xmlns:a16="http://schemas.microsoft.com/office/drawing/2014/main" id="{419B5A80-76D4-60AB-65F1-D342F3B9A854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4" name="pg2394">
                <a:extLst>
                  <a:ext uri="{FF2B5EF4-FFF2-40B4-BE49-F238E27FC236}">
                    <a16:creationId xmlns:a16="http://schemas.microsoft.com/office/drawing/2014/main" id="{62E67BCD-E92A-70D6-C807-0D2972DF1CF7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5" name="pg2395">
                <a:extLst>
                  <a:ext uri="{FF2B5EF4-FFF2-40B4-BE49-F238E27FC236}">
                    <a16:creationId xmlns:a16="http://schemas.microsoft.com/office/drawing/2014/main" id="{464690B5-1C34-6284-2A9F-E15A03C246F5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6" name="pg2396">
                <a:extLst>
                  <a:ext uri="{FF2B5EF4-FFF2-40B4-BE49-F238E27FC236}">
                    <a16:creationId xmlns:a16="http://schemas.microsoft.com/office/drawing/2014/main" id="{9FA22ECF-28BA-0939-CD98-300B76325410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7" name="pg2397">
                <a:extLst>
                  <a:ext uri="{FF2B5EF4-FFF2-40B4-BE49-F238E27FC236}">
                    <a16:creationId xmlns:a16="http://schemas.microsoft.com/office/drawing/2014/main" id="{5E325389-E63B-16E7-0AD8-0B65449DB21F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8" name="pg2398">
                <a:extLst>
                  <a:ext uri="{FF2B5EF4-FFF2-40B4-BE49-F238E27FC236}">
                    <a16:creationId xmlns:a16="http://schemas.microsoft.com/office/drawing/2014/main" id="{8BFF99F9-0DA4-BC2D-D36D-ED309985C5A7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9" name="pg2399">
                <a:extLst>
                  <a:ext uri="{FF2B5EF4-FFF2-40B4-BE49-F238E27FC236}">
                    <a16:creationId xmlns:a16="http://schemas.microsoft.com/office/drawing/2014/main" id="{069E2FC0-054F-E7C8-1617-3F29861BBD72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0" name="pg2400">
                <a:extLst>
                  <a:ext uri="{FF2B5EF4-FFF2-40B4-BE49-F238E27FC236}">
                    <a16:creationId xmlns:a16="http://schemas.microsoft.com/office/drawing/2014/main" id="{DDFE2D60-B725-5EB0-56EE-40979232E251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1" name="pg2401">
                <a:extLst>
                  <a:ext uri="{FF2B5EF4-FFF2-40B4-BE49-F238E27FC236}">
                    <a16:creationId xmlns:a16="http://schemas.microsoft.com/office/drawing/2014/main" id="{CB202CBA-6302-E216-48F3-FE922342CB6D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2" name="pg2402">
                <a:extLst>
                  <a:ext uri="{FF2B5EF4-FFF2-40B4-BE49-F238E27FC236}">
                    <a16:creationId xmlns:a16="http://schemas.microsoft.com/office/drawing/2014/main" id="{70B380D4-3FBF-E667-7D28-A8B6B4159A1B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3" name="pg2403">
                <a:extLst>
                  <a:ext uri="{FF2B5EF4-FFF2-40B4-BE49-F238E27FC236}">
                    <a16:creationId xmlns:a16="http://schemas.microsoft.com/office/drawing/2014/main" id="{E62C62FC-9E21-03FF-89C8-68841BB43A85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4" name="pg2404">
                <a:extLst>
                  <a:ext uri="{FF2B5EF4-FFF2-40B4-BE49-F238E27FC236}">
                    <a16:creationId xmlns:a16="http://schemas.microsoft.com/office/drawing/2014/main" id="{5B213F61-10C4-7C6C-D454-80888DD661EC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5" name="pg2405">
                <a:extLst>
                  <a:ext uri="{FF2B5EF4-FFF2-40B4-BE49-F238E27FC236}">
                    <a16:creationId xmlns:a16="http://schemas.microsoft.com/office/drawing/2014/main" id="{71B633B2-1F69-BC4F-9060-E040DE2DDCB1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6" name="pg2406">
                <a:extLst>
                  <a:ext uri="{FF2B5EF4-FFF2-40B4-BE49-F238E27FC236}">
                    <a16:creationId xmlns:a16="http://schemas.microsoft.com/office/drawing/2014/main" id="{DFA3E148-BE09-626F-8F4D-58FA45C80DF5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7" name="pg2407">
                <a:extLst>
                  <a:ext uri="{FF2B5EF4-FFF2-40B4-BE49-F238E27FC236}">
                    <a16:creationId xmlns:a16="http://schemas.microsoft.com/office/drawing/2014/main" id="{F7BCFD2E-01E2-065F-3295-5256ABC5B97C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8" name="pg2408">
                <a:extLst>
                  <a:ext uri="{FF2B5EF4-FFF2-40B4-BE49-F238E27FC236}">
                    <a16:creationId xmlns:a16="http://schemas.microsoft.com/office/drawing/2014/main" id="{26AB56C9-1EC0-CF2A-6C03-139EFA9CF842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9" name="pg2409">
                <a:extLst>
                  <a:ext uri="{FF2B5EF4-FFF2-40B4-BE49-F238E27FC236}">
                    <a16:creationId xmlns:a16="http://schemas.microsoft.com/office/drawing/2014/main" id="{A678998F-33FD-6DCA-FFAF-C738C1A6F95A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0" name="pg2410">
                <a:extLst>
                  <a:ext uri="{FF2B5EF4-FFF2-40B4-BE49-F238E27FC236}">
                    <a16:creationId xmlns:a16="http://schemas.microsoft.com/office/drawing/2014/main" id="{3E87C352-7E81-736C-95A9-C560EF210224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1" name="pg2411">
                <a:extLst>
                  <a:ext uri="{FF2B5EF4-FFF2-40B4-BE49-F238E27FC236}">
                    <a16:creationId xmlns:a16="http://schemas.microsoft.com/office/drawing/2014/main" id="{64C0308B-3444-F779-A809-348348122905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2" name="pg2412">
                <a:extLst>
                  <a:ext uri="{FF2B5EF4-FFF2-40B4-BE49-F238E27FC236}">
                    <a16:creationId xmlns:a16="http://schemas.microsoft.com/office/drawing/2014/main" id="{B25B834D-F4DF-02B5-E95C-50FCCCDCB1FB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3" name="pg2413">
                <a:extLst>
                  <a:ext uri="{FF2B5EF4-FFF2-40B4-BE49-F238E27FC236}">
                    <a16:creationId xmlns:a16="http://schemas.microsoft.com/office/drawing/2014/main" id="{B7FA1189-715F-A7B5-D3FD-73E343E75CF9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4" name="pg2414">
                <a:extLst>
                  <a:ext uri="{FF2B5EF4-FFF2-40B4-BE49-F238E27FC236}">
                    <a16:creationId xmlns:a16="http://schemas.microsoft.com/office/drawing/2014/main" id="{5CB9199B-8C69-B97C-B8A0-EF20FEF50746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5" name="pg2415">
                <a:extLst>
                  <a:ext uri="{FF2B5EF4-FFF2-40B4-BE49-F238E27FC236}">
                    <a16:creationId xmlns:a16="http://schemas.microsoft.com/office/drawing/2014/main" id="{A71C8929-4D99-1FCB-2F53-3FC696D363A8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6" name="pg2416">
                <a:extLst>
                  <a:ext uri="{FF2B5EF4-FFF2-40B4-BE49-F238E27FC236}">
                    <a16:creationId xmlns:a16="http://schemas.microsoft.com/office/drawing/2014/main" id="{2C1545B9-3428-9018-D37D-5C706F33B5AD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7" name="pg2417">
                <a:extLst>
                  <a:ext uri="{FF2B5EF4-FFF2-40B4-BE49-F238E27FC236}">
                    <a16:creationId xmlns:a16="http://schemas.microsoft.com/office/drawing/2014/main" id="{7459712B-5211-D6E9-FF1D-31D6BBC27EEC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8" name="pg2418">
                <a:extLst>
                  <a:ext uri="{FF2B5EF4-FFF2-40B4-BE49-F238E27FC236}">
                    <a16:creationId xmlns:a16="http://schemas.microsoft.com/office/drawing/2014/main" id="{5CB52462-3C3E-49A7-2BF2-6BF1EE317A65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9" name="pg2419">
                <a:extLst>
                  <a:ext uri="{FF2B5EF4-FFF2-40B4-BE49-F238E27FC236}">
                    <a16:creationId xmlns:a16="http://schemas.microsoft.com/office/drawing/2014/main" id="{B95BB318-E280-8AB2-E013-8086FC16B972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0" name="pg2420">
                <a:extLst>
                  <a:ext uri="{FF2B5EF4-FFF2-40B4-BE49-F238E27FC236}">
                    <a16:creationId xmlns:a16="http://schemas.microsoft.com/office/drawing/2014/main" id="{A6CA550F-3053-68CB-5FB2-9D8729EAEADF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1" name="pg2421">
                <a:extLst>
                  <a:ext uri="{FF2B5EF4-FFF2-40B4-BE49-F238E27FC236}">
                    <a16:creationId xmlns:a16="http://schemas.microsoft.com/office/drawing/2014/main" id="{52678A47-B19F-311B-1BC3-E422AC8D3782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2" name="pg2422">
                <a:extLst>
                  <a:ext uri="{FF2B5EF4-FFF2-40B4-BE49-F238E27FC236}">
                    <a16:creationId xmlns:a16="http://schemas.microsoft.com/office/drawing/2014/main" id="{4AF162C2-8545-A7BB-5972-636901EF9167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3" name="pg2423">
                <a:extLst>
                  <a:ext uri="{FF2B5EF4-FFF2-40B4-BE49-F238E27FC236}">
                    <a16:creationId xmlns:a16="http://schemas.microsoft.com/office/drawing/2014/main" id="{E1DAC748-8B91-37CE-C1AC-8C527054887B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4" name="pg2424">
                <a:extLst>
                  <a:ext uri="{FF2B5EF4-FFF2-40B4-BE49-F238E27FC236}">
                    <a16:creationId xmlns:a16="http://schemas.microsoft.com/office/drawing/2014/main" id="{36D28D45-830A-8494-014F-1551C11ABC37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5" name="pg2425">
                <a:extLst>
                  <a:ext uri="{FF2B5EF4-FFF2-40B4-BE49-F238E27FC236}">
                    <a16:creationId xmlns:a16="http://schemas.microsoft.com/office/drawing/2014/main" id="{060854BD-1667-8D1A-DE8D-6AFCBD982E73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6" name="pg2426">
                <a:extLst>
                  <a:ext uri="{FF2B5EF4-FFF2-40B4-BE49-F238E27FC236}">
                    <a16:creationId xmlns:a16="http://schemas.microsoft.com/office/drawing/2014/main" id="{94A2699C-5D66-BBB8-8E18-B34B4D6B9492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7" name="pg2427">
                <a:extLst>
                  <a:ext uri="{FF2B5EF4-FFF2-40B4-BE49-F238E27FC236}">
                    <a16:creationId xmlns:a16="http://schemas.microsoft.com/office/drawing/2014/main" id="{00CDF75E-E391-5459-2278-039BA5FB21FB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8" name="pg2428">
                <a:extLst>
                  <a:ext uri="{FF2B5EF4-FFF2-40B4-BE49-F238E27FC236}">
                    <a16:creationId xmlns:a16="http://schemas.microsoft.com/office/drawing/2014/main" id="{9AD535F8-75E1-2BC3-5A02-B78FA3E25C07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9" name="pg2429">
                <a:extLst>
                  <a:ext uri="{FF2B5EF4-FFF2-40B4-BE49-F238E27FC236}">
                    <a16:creationId xmlns:a16="http://schemas.microsoft.com/office/drawing/2014/main" id="{982836F3-0AA8-DCAC-D944-55449445A146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0" name="pg2430">
                <a:extLst>
                  <a:ext uri="{FF2B5EF4-FFF2-40B4-BE49-F238E27FC236}">
                    <a16:creationId xmlns:a16="http://schemas.microsoft.com/office/drawing/2014/main" id="{8604097C-3E48-2505-CB6B-282B98AB68F2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1" name="pg2431">
                <a:extLst>
                  <a:ext uri="{FF2B5EF4-FFF2-40B4-BE49-F238E27FC236}">
                    <a16:creationId xmlns:a16="http://schemas.microsoft.com/office/drawing/2014/main" id="{70D55FA0-34F9-4438-B8A6-B1E254FB0A71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2" name="pg2432">
                <a:extLst>
                  <a:ext uri="{FF2B5EF4-FFF2-40B4-BE49-F238E27FC236}">
                    <a16:creationId xmlns:a16="http://schemas.microsoft.com/office/drawing/2014/main" id="{106F2EB3-7937-6DA5-CEB8-EDCE30FD75AA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3" name="pg2433">
                <a:extLst>
                  <a:ext uri="{FF2B5EF4-FFF2-40B4-BE49-F238E27FC236}">
                    <a16:creationId xmlns:a16="http://schemas.microsoft.com/office/drawing/2014/main" id="{4BC7FBC0-316B-9CEC-64FF-EC165DD387FB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4" name="pg2434">
                <a:extLst>
                  <a:ext uri="{FF2B5EF4-FFF2-40B4-BE49-F238E27FC236}">
                    <a16:creationId xmlns:a16="http://schemas.microsoft.com/office/drawing/2014/main" id="{82E6F6AD-24D0-EFBA-49F5-08B731C1D40E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5" name="pg2435">
                <a:extLst>
                  <a:ext uri="{FF2B5EF4-FFF2-40B4-BE49-F238E27FC236}">
                    <a16:creationId xmlns:a16="http://schemas.microsoft.com/office/drawing/2014/main" id="{F086CF9B-ABB5-BAFF-EBAF-A455CC3C3E74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6" name="pg2436">
                <a:extLst>
                  <a:ext uri="{FF2B5EF4-FFF2-40B4-BE49-F238E27FC236}">
                    <a16:creationId xmlns:a16="http://schemas.microsoft.com/office/drawing/2014/main" id="{68BC4B88-4C07-A412-17FD-3DEB791A942A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7" name="pg2437">
                <a:extLst>
                  <a:ext uri="{FF2B5EF4-FFF2-40B4-BE49-F238E27FC236}">
                    <a16:creationId xmlns:a16="http://schemas.microsoft.com/office/drawing/2014/main" id="{27CD71DA-BAFC-4C64-C8B5-C006C3868F16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8" name="pg2438">
                <a:extLst>
                  <a:ext uri="{FF2B5EF4-FFF2-40B4-BE49-F238E27FC236}">
                    <a16:creationId xmlns:a16="http://schemas.microsoft.com/office/drawing/2014/main" id="{48A23D76-0CA8-EECC-03E7-5936704232B7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9" name="pg2439">
                <a:extLst>
                  <a:ext uri="{FF2B5EF4-FFF2-40B4-BE49-F238E27FC236}">
                    <a16:creationId xmlns:a16="http://schemas.microsoft.com/office/drawing/2014/main" id="{1C4B95BC-7BE2-69CE-45E6-BBC46C79A617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0" name="pg2440">
                <a:extLst>
                  <a:ext uri="{FF2B5EF4-FFF2-40B4-BE49-F238E27FC236}">
                    <a16:creationId xmlns:a16="http://schemas.microsoft.com/office/drawing/2014/main" id="{A83ABCE1-1871-46F2-1EB3-387CC0AA9C7C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1" name="pg2441">
                <a:extLst>
                  <a:ext uri="{FF2B5EF4-FFF2-40B4-BE49-F238E27FC236}">
                    <a16:creationId xmlns:a16="http://schemas.microsoft.com/office/drawing/2014/main" id="{C3937FA7-7D71-E18C-9F90-19F14C131CCA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2" name="pg2442">
                <a:extLst>
                  <a:ext uri="{FF2B5EF4-FFF2-40B4-BE49-F238E27FC236}">
                    <a16:creationId xmlns:a16="http://schemas.microsoft.com/office/drawing/2014/main" id="{B5E3C68A-8DC8-95BB-0414-7E50D259F324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3" name="pg2443">
                <a:extLst>
                  <a:ext uri="{FF2B5EF4-FFF2-40B4-BE49-F238E27FC236}">
                    <a16:creationId xmlns:a16="http://schemas.microsoft.com/office/drawing/2014/main" id="{9A61B69A-71C6-5B49-6804-F44828D18B36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4" name="pg2444">
                <a:extLst>
                  <a:ext uri="{FF2B5EF4-FFF2-40B4-BE49-F238E27FC236}">
                    <a16:creationId xmlns:a16="http://schemas.microsoft.com/office/drawing/2014/main" id="{B8973E01-5E40-EF84-5093-58F2D0F1EB51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5" name="pg2445">
                <a:extLst>
                  <a:ext uri="{FF2B5EF4-FFF2-40B4-BE49-F238E27FC236}">
                    <a16:creationId xmlns:a16="http://schemas.microsoft.com/office/drawing/2014/main" id="{7F757FD8-E5AB-8C99-39FA-875BD6BD1736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6" name="pg2446">
                <a:extLst>
                  <a:ext uri="{FF2B5EF4-FFF2-40B4-BE49-F238E27FC236}">
                    <a16:creationId xmlns:a16="http://schemas.microsoft.com/office/drawing/2014/main" id="{4508BCAE-D598-0580-44F0-3F15E60DC44A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7" name="pg2447">
                <a:extLst>
                  <a:ext uri="{FF2B5EF4-FFF2-40B4-BE49-F238E27FC236}">
                    <a16:creationId xmlns:a16="http://schemas.microsoft.com/office/drawing/2014/main" id="{454F973C-A3D5-8BAF-63ED-5E0424CFD01D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8" name="pg2448">
                <a:extLst>
                  <a:ext uri="{FF2B5EF4-FFF2-40B4-BE49-F238E27FC236}">
                    <a16:creationId xmlns:a16="http://schemas.microsoft.com/office/drawing/2014/main" id="{C42E7DE4-2973-7A76-2913-45AAF72BC6C6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9" name="pg2449">
                <a:extLst>
                  <a:ext uri="{FF2B5EF4-FFF2-40B4-BE49-F238E27FC236}">
                    <a16:creationId xmlns:a16="http://schemas.microsoft.com/office/drawing/2014/main" id="{B16ADF4A-2BE8-F2D1-4C78-BF24F8BB80AA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0" name="pg2450">
                <a:extLst>
                  <a:ext uri="{FF2B5EF4-FFF2-40B4-BE49-F238E27FC236}">
                    <a16:creationId xmlns:a16="http://schemas.microsoft.com/office/drawing/2014/main" id="{DEF8C3D5-EBF3-660C-A70C-F50CF1361C71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1" name="pg2451">
                <a:extLst>
                  <a:ext uri="{FF2B5EF4-FFF2-40B4-BE49-F238E27FC236}">
                    <a16:creationId xmlns:a16="http://schemas.microsoft.com/office/drawing/2014/main" id="{A7817119-F765-94C8-1A1E-33086BF567EB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2" name="pg2452">
                <a:extLst>
                  <a:ext uri="{FF2B5EF4-FFF2-40B4-BE49-F238E27FC236}">
                    <a16:creationId xmlns:a16="http://schemas.microsoft.com/office/drawing/2014/main" id="{AAEB1CC5-D97B-A0E1-9687-A21AFE5B52D9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3" name="pg2453">
                <a:extLst>
                  <a:ext uri="{FF2B5EF4-FFF2-40B4-BE49-F238E27FC236}">
                    <a16:creationId xmlns:a16="http://schemas.microsoft.com/office/drawing/2014/main" id="{D554F4AA-9EAF-6BC2-4784-3317049A8527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4" name="pg2454">
                <a:extLst>
                  <a:ext uri="{FF2B5EF4-FFF2-40B4-BE49-F238E27FC236}">
                    <a16:creationId xmlns:a16="http://schemas.microsoft.com/office/drawing/2014/main" id="{604E75FF-6EBF-A720-E511-7661B8B59AB7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5" name="pg2455">
                <a:extLst>
                  <a:ext uri="{FF2B5EF4-FFF2-40B4-BE49-F238E27FC236}">
                    <a16:creationId xmlns:a16="http://schemas.microsoft.com/office/drawing/2014/main" id="{49861754-E3BC-9A58-9C8D-F4CB0422A211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6" name="pg2456">
                <a:extLst>
                  <a:ext uri="{FF2B5EF4-FFF2-40B4-BE49-F238E27FC236}">
                    <a16:creationId xmlns:a16="http://schemas.microsoft.com/office/drawing/2014/main" id="{011BF54F-2F41-98C3-AD44-FF2BE07519B5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7" name="pg2457">
                <a:extLst>
                  <a:ext uri="{FF2B5EF4-FFF2-40B4-BE49-F238E27FC236}">
                    <a16:creationId xmlns:a16="http://schemas.microsoft.com/office/drawing/2014/main" id="{873E982E-28A7-7B5D-AC8D-848FD9AA0268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8" name="pg2458">
                <a:extLst>
                  <a:ext uri="{FF2B5EF4-FFF2-40B4-BE49-F238E27FC236}">
                    <a16:creationId xmlns:a16="http://schemas.microsoft.com/office/drawing/2014/main" id="{89913958-2040-50C1-0396-FCC5D929AC32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9" name="pg2459">
                <a:extLst>
                  <a:ext uri="{FF2B5EF4-FFF2-40B4-BE49-F238E27FC236}">
                    <a16:creationId xmlns:a16="http://schemas.microsoft.com/office/drawing/2014/main" id="{801BAEAA-FBC1-661E-45A1-A9D529BFAA7B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0" name="pg2460">
                <a:extLst>
                  <a:ext uri="{FF2B5EF4-FFF2-40B4-BE49-F238E27FC236}">
                    <a16:creationId xmlns:a16="http://schemas.microsoft.com/office/drawing/2014/main" id="{9BCD99CA-52F7-0E6C-5685-09367A4C98A7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1" name="pg2461">
                <a:extLst>
                  <a:ext uri="{FF2B5EF4-FFF2-40B4-BE49-F238E27FC236}">
                    <a16:creationId xmlns:a16="http://schemas.microsoft.com/office/drawing/2014/main" id="{257BA1FD-62E4-3A50-9427-048FEA766122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2" name="pg2462">
                <a:extLst>
                  <a:ext uri="{FF2B5EF4-FFF2-40B4-BE49-F238E27FC236}">
                    <a16:creationId xmlns:a16="http://schemas.microsoft.com/office/drawing/2014/main" id="{B24ADF91-CEDB-D590-A9ED-B3E6910A0042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3" name="pg2463">
                <a:extLst>
                  <a:ext uri="{FF2B5EF4-FFF2-40B4-BE49-F238E27FC236}">
                    <a16:creationId xmlns:a16="http://schemas.microsoft.com/office/drawing/2014/main" id="{54E8656F-8A4A-BB60-3023-DF5A24723F39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4" name="pg2464">
                <a:extLst>
                  <a:ext uri="{FF2B5EF4-FFF2-40B4-BE49-F238E27FC236}">
                    <a16:creationId xmlns:a16="http://schemas.microsoft.com/office/drawing/2014/main" id="{F87E6F09-2EC2-F5DB-F229-0905684318BC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5" name="pg2465">
                <a:extLst>
                  <a:ext uri="{FF2B5EF4-FFF2-40B4-BE49-F238E27FC236}">
                    <a16:creationId xmlns:a16="http://schemas.microsoft.com/office/drawing/2014/main" id="{0E203629-2F80-7E95-2367-D2B479D62852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6" name="pg2466">
                <a:extLst>
                  <a:ext uri="{FF2B5EF4-FFF2-40B4-BE49-F238E27FC236}">
                    <a16:creationId xmlns:a16="http://schemas.microsoft.com/office/drawing/2014/main" id="{F4D4058B-CDEC-EDF2-D9FA-74390680FCCC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7" name="pg2467">
                <a:extLst>
                  <a:ext uri="{FF2B5EF4-FFF2-40B4-BE49-F238E27FC236}">
                    <a16:creationId xmlns:a16="http://schemas.microsoft.com/office/drawing/2014/main" id="{0899EF0D-0923-F3D3-FA7E-045FA264AE24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8" name="pg2468">
                <a:extLst>
                  <a:ext uri="{FF2B5EF4-FFF2-40B4-BE49-F238E27FC236}">
                    <a16:creationId xmlns:a16="http://schemas.microsoft.com/office/drawing/2014/main" id="{CAE69C93-6FAD-D2EE-CD2F-27C43F641DAE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9" name="pg2469">
                <a:extLst>
                  <a:ext uri="{FF2B5EF4-FFF2-40B4-BE49-F238E27FC236}">
                    <a16:creationId xmlns:a16="http://schemas.microsoft.com/office/drawing/2014/main" id="{ABEDE01D-85F8-C5A3-D1FE-9A35D667A437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0" name="pg2470">
                <a:extLst>
                  <a:ext uri="{FF2B5EF4-FFF2-40B4-BE49-F238E27FC236}">
                    <a16:creationId xmlns:a16="http://schemas.microsoft.com/office/drawing/2014/main" id="{36EB4312-F32F-CEB5-1FC7-405E51A22A7C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1" name="pg2471">
                <a:extLst>
                  <a:ext uri="{FF2B5EF4-FFF2-40B4-BE49-F238E27FC236}">
                    <a16:creationId xmlns:a16="http://schemas.microsoft.com/office/drawing/2014/main" id="{83C238B4-6E2D-6240-41CF-29E1A5BBFC8E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2" name="pg2472">
                <a:extLst>
                  <a:ext uri="{FF2B5EF4-FFF2-40B4-BE49-F238E27FC236}">
                    <a16:creationId xmlns:a16="http://schemas.microsoft.com/office/drawing/2014/main" id="{F24ED727-02D3-C010-55EC-BF38205AD306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3" name="pg2473">
                <a:extLst>
                  <a:ext uri="{FF2B5EF4-FFF2-40B4-BE49-F238E27FC236}">
                    <a16:creationId xmlns:a16="http://schemas.microsoft.com/office/drawing/2014/main" id="{A4BD3AA1-DDFA-3FDA-DA4E-C848F99D7B0D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4" name="pg2474">
                <a:extLst>
                  <a:ext uri="{FF2B5EF4-FFF2-40B4-BE49-F238E27FC236}">
                    <a16:creationId xmlns:a16="http://schemas.microsoft.com/office/drawing/2014/main" id="{A1C38871-C861-9A40-133B-8A54C423C519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5" name="pg2475">
                <a:extLst>
                  <a:ext uri="{FF2B5EF4-FFF2-40B4-BE49-F238E27FC236}">
                    <a16:creationId xmlns:a16="http://schemas.microsoft.com/office/drawing/2014/main" id="{3BBBB6DE-E00F-9B78-F705-80F027F8F665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6" name="pg2476">
                <a:extLst>
                  <a:ext uri="{FF2B5EF4-FFF2-40B4-BE49-F238E27FC236}">
                    <a16:creationId xmlns:a16="http://schemas.microsoft.com/office/drawing/2014/main" id="{F6568EDD-6009-8908-066B-3C96E8DCD056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7" name="pg2477">
                <a:extLst>
                  <a:ext uri="{FF2B5EF4-FFF2-40B4-BE49-F238E27FC236}">
                    <a16:creationId xmlns:a16="http://schemas.microsoft.com/office/drawing/2014/main" id="{7C7CB875-6FDB-7AB5-D823-0139827E9F7A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8" name="pg2478">
                <a:extLst>
                  <a:ext uri="{FF2B5EF4-FFF2-40B4-BE49-F238E27FC236}">
                    <a16:creationId xmlns:a16="http://schemas.microsoft.com/office/drawing/2014/main" id="{47F52665-9F70-58DD-EC44-56A0C0542F9D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9" name="pg2479">
                <a:extLst>
                  <a:ext uri="{FF2B5EF4-FFF2-40B4-BE49-F238E27FC236}">
                    <a16:creationId xmlns:a16="http://schemas.microsoft.com/office/drawing/2014/main" id="{6A9E89CF-9AB5-56B5-392A-AC54E6144ED2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0" name="pg2480">
                <a:extLst>
                  <a:ext uri="{FF2B5EF4-FFF2-40B4-BE49-F238E27FC236}">
                    <a16:creationId xmlns:a16="http://schemas.microsoft.com/office/drawing/2014/main" id="{B2AB8065-BDEE-F31C-0708-DE89B30F4D0F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1" name="pg2481">
                <a:extLst>
                  <a:ext uri="{FF2B5EF4-FFF2-40B4-BE49-F238E27FC236}">
                    <a16:creationId xmlns:a16="http://schemas.microsoft.com/office/drawing/2014/main" id="{148EC11E-E5CB-37C9-08F6-00E08024F9A6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2" name="pg2482">
                <a:extLst>
                  <a:ext uri="{FF2B5EF4-FFF2-40B4-BE49-F238E27FC236}">
                    <a16:creationId xmlns:a16="http://schemas.microsoft.com/office/drawing/2014/main" id="{8CE34790-7B2E-4644-90B5-525F01F9D57F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3" name="pg2483">
                <a:extLst>
                  <a:ext uri="{FF2B5EF4-FFF2-40B4-BE49-F238E27FC236}">
                    <a16:creationId xmlns:a16="http://schemas.microsoft.com/office/drawing/2014/main" id="{6873CB95-41CB-933A-8FD6-EF038D15BAC1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4" name="pg2484">
                <a:extLst>
                  <a:ext uri="{FF2B5EF4-FFF2-40B4-BE49-F238E27FC236}">
                    <a16:creationId xmlns:a16="http://schemas.microsoft.com/office/drawing/2014/main" id="{99C00F38-89F8-1970-4911-1FA158292AE3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5" name="pg2485">
                <a:extLst>
                  <a:ext uri="{FF2B5EF4-FFF2-40B4-BE49-F238E27FC236}">
                    <a16:creationId xmlns:a16="http://schemas.microsoft.com/office/drawing/2014/main" id="{51475D6D-4C6B-D9FA-B54F-3F322FA372BC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6" name="pg2486">
                <a:extLst>
                  <a:ext uri="{FF2B5EF4-FFF2-40B4-BE49-F238E27FC236}">
                    <a16:creationId xmlns:a16="http://schemas.microsoft.com/office/drawing/2014/main" id="{676B59FC-14F1-8D77-6D4A-AB2C4E7893B2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7" name="pg2487">
                <a:extLst>
                  <a:ext uri="{FF2B5EF4-FFF2-40B4-BE49-F238E27FC236}">
                    <a16:creationId xmlns:a16="http://schemas.microsoft.com/office/drawing/2014/main" id="{82180F9E-5DD0-41FA-CAE8-84A15468EF70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8" name="pg2488">
                <a:extLst>
                  <a:ext uri="{FF2B5EF4-FFF2-40B4-BE49-F238E27FC236}">
                    <a16:creationId xmlns:a16="http://schemas.microsoft.com/office/drawing/2014/main" id="{F1B0ECCB-57AA-4322-0B13-D2B84F2F9929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9" name="pg2489">
                <a:extLst>
                  <a:ext uri="{FF2B5EF4-FFF2-40B4-BE49-F238E27FC236}">
                    <a16:creationId xmlns:a16="http://schemas.microsoft.com/office/drawing/2014/main" id="{F02D5699-F75D-9AB0-F192-BA6C62DA3915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0" name="pg2490">
                <a:extLst>
                  <a:ext uri="{FF2B5EF4-FFF2-40B4-BE49-F238E27FC236}">
                    <a16:creationId xmlns:a16="http://schemas.microsoft.com/office/drawing/2014/main" id="{E9CA34FD-2669-FBB2-0A41-02603B64AF48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1" name="pg2491">
                <a:extLst>
                  <a:ext uri="{FF2B5EF4-FFF2-40B4-BE49-F238E27FC236}">
                    <a16:creationId xmlns:a16="http://schemas.microsoft.com/office/drawing/2014/main" id="{AD23B492-7C8C-2F12-766F-7A5DB58BE567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2" name="pg2492">
                <a:extLst>
                  <a:ext uri="{FF2B5EF4-FFF2-40B4-BE49-F238E27FC236}">
                    <a16:creationId xmlns:a16="http://schemas.microsoft.com/office/drawing/2014/main" id="{9AA56659-F799-A746-0112-EB60399E849E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3" name="pg2493">
                <a:extLst>
                  <a:ext uri="{FF2B5EF4-FFF2-40B4-BE49-F238E27FC236}">
                    <a16:creationId xmlns:a16="http://schemas.microsoft.com/office/drawing/2014/main" id="{C5BCAC82-573E-56A3-3DEC-F143075F28E9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4" name="pg2494">
                <a:extLst>
                  <a:ext uri="{FF2B5EF4-FFF2-40B4-BE49-F238E27FC236}">
                    <a16:creationId xmlns:a16="http://schemas.microsoft.com/office/drawing/2014/main" id="{43A97E19-3315-6578-3102-455B78A173C2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5" name="pg2495">
                <a:extLst>
                  <a:ext uri="{FF2B5EF4-FFF2-40B4-BE49-F238E27FC236}">
                    <a16:creationId xmlns:a16="http://schemas.microsoft.com/office/drawing/2014/main" id="{22F1BB01-12CE-ED92-64C2-1B152B603044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6" name="pg2496">
                <a:extLst>
                  <a:ext uri="{FF2B5EF4-FFF2-40B4-BE49-F238E27FC236}">
                    <a16:creationId xmlns:a16="http://schemas.microsoft.com/office/drawing/2014/main" id="{D4043F9A-6D59-671E-99E5-D2064C4145B7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7" name="pg2497">
                <a:extLst>
                  <a:ext uri="{FF2B5EF4-FFF2-40B4-BE49-F238E27FC236}">
                    <a16:creationId xmlns:a16="http://schemas.microsoft.com/office/drawing/2014/main" id="{AC00B7D8-6769-EAEF-5E36-341EF4075195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8" name="pg2498">
                <a:extLst>
                  <a:ext uri="{FF2B5EF4-FFF2-40B4-BE49-F238E27FC236}">
                    <a16:creationId xmlns:a16="http://schemas.microsoft.com/office/drawing/2014/main" id="{A4F74691-05EF-06B4-C44D-EB94D8D449E2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9" name="pg2499">
                <a:extLst>
                  <a:ext uri="{FF2B5EF4-FFF2-40B4-BE49-F238E27FC236}">
                    <a16:creationId xmlns:a16="http://schemas.microsoft.com/office/drawing/2014/main" id="{8F9A88B4-833D-7C70-BB5E-44E2813C6381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0" name="pg2500">
                <a:extLst>
                  <a:ext uri="{FF2B5EF4-FFF2-40B4-BE49-F238E27FC236}">
                    <a16:creationId xmlns:a16="http://schemas.microsoft.com/office/drawing/2014/main" id="{9D3A3355-777B-1085-C7B5-BEADE563BE71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1" name="pg2501">
                <a:extLst>
                  <a:ext uri="{FF2B5EF4-FFF2-40B4-BE49-F238E27FC236}">
                    <a16:creationId xmlns:a16="http://schemas.microsoft.com/office/drawing/2014/main" id="{96CD2145-ACCC-B90E-72DD-9C74889CA2CC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2" name="pg2502">
                <a:extLst>
                  <a:ext uri="{FF2B5EF4-FFF2-40B4-BE49-F238E27FC236}">
                    <a16:creationId xmlns:a16="http://schemas.microsoft.com/office/drawing/2014/main" id="{DA2ABA79-5565-D58C-E10D-4570A9C66C05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3" name="pg2503">
                <a:extLst>
                  <a:ext uri="{FF2B5EF4-FFF2-40B4-BE49-F238E27FC236}">
                    <a16:creationId xmlns:a16="http://schemas.microsoft.com/office/drawing/2014/main" id="{9576BBEA-1E12-BD0E-13C8-3F25DDE00300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4" name="pg2504">
                <a:extLst>
                  <a:ext uri="{FF2B5EF4-FFF2-40B4-BE49-F238E27FC236}">
                    <a16:creationId xmlns:a16="http://schemas.microsoft.com/office/drawing/2014/main" id="{1EC94B20-E092-DDA5-F19B-A0579A621649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5" name="pg2505">
                <a:extLst>
                  <a:ext uri="{FF2B5EF4-FFF2-40B4-BE49-F238E27FC236}">
                    <a16:creationId xmlns:a16="http://schemas.microsoft.com/office/drawing/2014/main" id="{057848B4-BE35-11C2-958F-BD55A5936363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6" name="pg2506">
                <a:extLst>
                  <a:ext uri="{FF2B5EF4-FFF2-40B4-BE49-F238E27FC236}">
                    <a16:creationId xmlns:a16="http://schemas.microsoft.com/office/drawing/2014/main" id="{8334FA0B-F1F9-F9E5-98B6-09A9FC10823D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7" name="pg2507">
                <a:extLst>
                  <a:ext uri="{FF2B5EF4-FFF2-40B4-BE49-F238E27FC236}">
                    <a16:creationId xmlns:a16="http://schemas.microsoft.com/office/drawing/2014/main" id="{B45EAAC8-B184-2763-16C1-41E258739A3F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8" name="pg2508">
                <a:extLst>
                  <a:ext uri="{FF2B5EF4-FFF2-40B4-BE49-F238E27FC236}">
                    <a16:creationId xmlns:a16="http://schemas.microsoft.com/office/drawing/2014/main" id="{7A36048B-100F-5C11-6664-46C26D9614E1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9" name="pg2509">
                <a:extLst>
                  <a:ext uri="{FF2B5EF4-FFF2-40B4-BE49-F238E27FC236}">
                    <a16:creationId xmlns:a16="http://schemas.microsoft.com/office/drawing/2014/main" id="{9695E86E-CD2F-49F5-B780-ACCC4C638432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0" name="pg2510">
                <a:extLst>
                  <a:ext uri="{FF2B5EF4-FFF2-40B4-BE49-F238E27FC236}">
                    <a16:creationId xmlns:a16="http://schemas.microsoft.com/office/drawing/2014/main" id="{417B0165-7CC6-B1A7-E230-D187293A04EF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1" name="pg2511">
                <a:extLst>
                  <a:ext uri="{FF2B5EF4-FFF2-40B4-BE49-F238E27FC236}">
                    <a16:creationId xmlns:a16="http://schemas.microsoft.com/office/drawing/2014/main" id="{41D8D638-6E8A-2571-D75C-2801068340D4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2" name="pg2512">
                <a:extLst>
                  <a:ext uri="{FF2B5EF4-FFF2-40B4-BE49-F238E27FC236}">
                    <a16:creationId xmlns:a16="http://schemas.microsoft.com/office/drawing/2014/main" id="{86D3092D-EB02-8466-3B63-8ACAC6AA6E50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3" name="pg2513">
                <a:extLst>
                  <a:ext uri="{FF2B5EF4-FFF2-40B4-BE49-F238E27FC236}">
                    <a16:creationId xmlns:a16="http://schemas.microsoft.com/office/drawing/2014/main" id="{6DD55752-7449-6029-1E1A-138AF34398A1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4" name="pg2514">
                <a:extLst>
                  <a:ext uri="{FF2B5EF4-FFF2-40B4-BE49-F238E27FC236}">
                    <a16:creationId xmlns:a16="http://schemas.microsoft.com/office/drawing/2014/main" id="{7ED4C033-E62B-48BF-4DE4-B074CCD0F6A1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5" name="pg2515">
                <a:extLst>
                  <a:ext uri="{FF2B5EF4-FFF2-40B4-BE49-F238E27FC236}">
                    <a16:creationId xmlns:a16="http://schemas.microsoft.com/office/drawing/2014/main" id="{EA07355B-5905-D775-3968-CA18465C0F68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6" name="pg2516">
                <a:extLst>
                  <a:ext uri="{FF2B5EF4-FFF2-40B4-BE49-F238E27FC236}">
                    <a16:creationId xmlns:a16="http://schemas.microsoft.com/office/drawing/2014/main" id="{E43FD0AC-536E-1361-C99E-8FA5E2DC7363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7" name="pg2517">
                <a:extLst>
                  <a:ext uri="{FF2B5EF4-FFF2-40B4-BE49-F238E27FC236}">
                    <a16:creationId xmlns:a16="http://schemas.microsoft.com/office/drawing/2014/main" id="{DA978D08-6E19-E8D7-DA06-00DA35EA1791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8" name="pg2518">
                <a:extLst>
                  <a:ext uri="{FF2B5EF4-FFF2-40B4-BE49-F238E27FC236}">
                    <a16:creationId xmlns:a16="http://schemas.microsoft.com/office/drawing/2014/main" id="{CC7BD8A8-B40A-8C2A-EBB1-47A3957BD222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9" name="pg2519">
                <a:extLst>
                  <a:ext uri="{FF2B5EF4-FFF2-40B4-BE49-F238E27FC236}">
                    <a16:creationId xmlns:a16="http://schemas.microsoft.com/office/drawing/2014/main" id="{B1C9F5C8-0B7C-06A7-96D6-05C6017876D1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0" name="pg2520">
                <a:extLst>
                  <a:ext uri="{FF2B5EF4-FFF2-40B4-BE49-F238E27FC236}">
                    <a16:creationId xmlns:a16="http://schemas.microsoft.com/office/drawing/2014/main" id="{3BEDB812-EC28-A519-3876-BD3E3167DF9C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1" name="pg2521">
                <a:extLst>
                  <a:ext uri="{FF2B5EF4-FFF2-40B4-BE49-F238E27FC236}">
                    <a16:creationId xmlns:a16="http://schemas.microsoft.com/office/drawing/2014/main" id="{97ACD83E-CA38-7E95-09F6-AADB3DFE7627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2" name="pg2522">
                <a:extLst>
                  <a:ext uri="{FF2B5EF4-FFF2-40B4-BE49-F238E27FC236}">
                    <a16:creationId xmlns:a16="http://schemas.microsoft.com/office/drawing/2014/main" id="{32B0B6A2-FBE0-62E8-D886-46EDED667C67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3" name="pg2523">
                <a:extLst>
                  <a:ext uri="{FF2B5EF4-FFF2-40B4-BE49-F238E27FC236}">
                    <a16:creationId xmlns:a16="http://schemas.microsoft.com/office/drawing/2014/main" id="{3C348838-58FE-9970-7BD0-3202E647259E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4" name="pg2524">
                <a:extLst>
                  <a:ext uri="{FF2B5EF4-FFF2-40B4-BE49-F238E27FC236}">
                    <a16:creationId xmlns:a16="http://schemas.microsoft.com/office/drawing/2014/main" id="{33658F67-F7CE-7BF7-BEA5-DABB432B88CE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5" name="pg2525">
                <a:extLst>
                  <a:ext uri="{FF2B5EF4-FFF2-40B4-BE49-F238E27FC236}">
                    <a16:creationId xmlns:a16="http://schemas.microsoft.com/office/drawing/2014/main" id="{32EF7EBF-6223-1196-E478-B1F42B9D3715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6" name="pg2526">
                <a:extLst>
                  <a:ext uri="{FF2B5EF4-FFF2-40B4-BE49-F238E27FC236}">
                    <a16:creationId xmlns:a16="http://schemas.microsoft.com/office/drawing/2014/main" id="{D792432F-552A-C972-63DF-BCFA47D5C1B5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7" name="pg2527">
                <a:extLst>
                  <a:ext uri="{FF2B5EF4-FFF2-40B4-BE49-F238E27FC236}">
                    <a16:creationId xmlns:a16="http://schemas.microsoft.com/office/drawing/2014/main" id="{72AD7118-A35E-A77D-C236-E00BD92406EA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8" name="pg2528">
                <a:extLst>
                  <a:ext uri="{FF2B5EF4-FFF2-40B4-BE49-F238E27FC236}">
                    <a16:creationId xmlns:a16="http://schemas.microsoft.com/office/drawing/2014/main" id="{D1B13781-16E5-82D1-3FD1-401A9080179C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9" name="pg2529">
                <a:extLst>
                  <a:ext uri="{FF2B5EF4-FFF2-40B4-BE49-F238E27FC236}">
                    <a16:creationId xmlns:a16="http://schemas.microsoft.com/office/drawing/2014/main" id="{F35D6D95-5822-0EA7-EEC9-0601E1B51FF4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0" name="pg2530">
                <a:extLst>
                  <a:ext uri="{FF2B5EF4-FFF2-40B4-BE49-F238E27FC236}">
                    <a16:creationId xmlns:a16="http://schemas.microsoft.com/office/drawing/2014/main" id="{6E730FA5-DE14-849A-092C-C6A059F733BC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1" name="pg2531">
                <a:extLst>
                  <a:ext uri="{FF2B5EF4-FFF2-40B4-BE49-F238E27FC236}">
                    <a16:creationId xmlns:a16="http://schemas.microsoft.com/office/drawing/2014/main" id="{C0104A42-BBD6-0B28-3D42-317024B871CE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2" name="pg2532">
                <a:extLst>
                  <a:ext uri="{FF2B5EF4-FFF2-40B4-BE49-F238E27FC236}">
                    <a16:creationId xmlns:a16="http://schemas.microsoft.com/office/drawing/2014/main" id="{EF7242BA-4929-2209-4E5E-8F33D31A5932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3" name="pg2533">
                <a:extLst>
                  <a:ext uri="{FF2B5EF4-FFF2-40B4-BE49-F238E27FC236}">
                    <a16:creationId xmlns:a16="http://schemas.microsoft.com/office/drawing/2014/main" id="{62801DB3-C4A0-FCC5-40EF-909BDD886401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4" name="pg2534">
                <a:extLst>
                  <a:ext uri="{FF2B5EF4-FFF2-40B4-BE49-F238E27FC236}">
                    <a16:creationId xmlns:a16="http://schemas.microsoft.com/office/drawing/2014/main" id="{21A93B21-6C90-9ADA-4891-95189F587262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5" name="pg2535">
                <a:extLst>
                  <a:ext uri="{FF2B5EF4-FFF2-40B4-BE49-F238E27FC236}">
                    <a16:creationId xmlns:a16="http://schemas.microsoft.com/office/drawing/2014/main" id="{1CAEE03D-0B03-326A-A6A2-3B0761653CEC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6" name="pg2536">
                <a:extLst>
                  <a:ext uri="{FF2B5EF4-FFF2-40B4-BE49-F238E27FC236}">
                    <a16:creationId xmlns:a16="http://schemas.microsoft.com/office/drawing/2014/main" id="{D25A516F-07B9-E075-9476-1092ABD9C141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7" name="pg2537">
                <a:extLst>
                  <a:ext uri="{FF2B5EF4-FFF2-40B4-BE49-F238E27FC236}">
                    <a16:creationId xmlns:a16="http://schemas.microsoft.com/office/drawing/2014/main" id="{8B689019-F0B7-C08A-8124-F05B6EC9EBC1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8" name="pg2538">
                <a:extLst>
                  <a:ext uri="{FF2B5EF4-FFF2-40B4-BE49-F238E27FC236}">
                    <a16:creationId xmlns:a16="http://schemas.microsoft.com/office/drawing/2014/main" id="{0BCD85E9-498E-875C-1D58-801B1B527626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9" name="pg2539">
                <a:extLst>
                  <a:ext uri="{FF2B5EF4-FFF2-40B4-BE49-F238E27FC236}">
                    <a16:creationId xmlns:a16="http://schemas.microsoft.com/office/drawing/2014/main" id="{1B2BC606-1B53-2A9D-0C95-2CA8A54AD162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0" name="pg2540">
                <a:extLst>
                  <a:ext uri="{FF2B5EF4-FFF2-40B4-BE49-F238E27FC236}">
                    <a16:creationId xmlns:a16="http://schemas.microsoft.com/office/drawing/2014/main" id="{623BAD86-9B27-5C2D-1B40-9EAE0F6513CB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1" name="pg2541">
                <a:extLst>
                  <a:ext uri="{FF2B5EF4-FFF2-40B4-BE49-F238E27FC236}">
                    <a16:creationId xmlns:a16="http://schemas.microsoft.com/office/drawing/2014/main" id="{DD064C77-866C-E3A7-3CFB-54D10D17DFDC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2" name="pg2542">
                <a:extLst>
                  <a:ext uri="{FF2B5EF4-FFF2-40B4-BE49-F238E27FC236}">
                    <a16:creationId xmlns:a16="http://schemas.microsoft.com/office/drawing/2014/main" id="{78496264-C744-7EB5-4D24-41E880F2C490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3" name="pg2543">
                <a:extLst>
                  <a:ext uri="{FF2B5EF4-FFF2-40B4-BE49-F238E27FC236}">
                    <a16:creationId xmlns:a16="http://schemas.microsoft.com/office/drawing/2014/main" id="{926FC908-2EBF-B5FE-E652-705D5B53CACF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4" name="pg2544">
                <a:extLst>
                  <a:ext uri="{FF2B5EF4-FFF2-40B4-BE49-F238E27FC236}">
                    <a16:creationId xmlns:a16="http://schemas.microsoft.com/office/drawing/2014/main" id="{7D8B4656-2212-E630-EBCB-06A8178DF37F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5" name="pg2545">
                <a:extLst>
                  <a:ext uri="{FF2B5EF4-FFF2-40B4-BE49-F238E27FC236}">
                    <a16:creationId xmlns:a16="http://schemas.microsoft.com/office/drawing/2014/main" id="{7355F98E-264D-DEBB-0C1A-6D06D047D2E5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6" name="pg2546">
                <a:extLst>
                  <a:ext uri="{FF2B5EF4-FFF2-40B4-BE49-F238E27FC236}">
                    <a16:creationId xmlns:a16="http://schemas.microsoft.com/office/drawing/2014/main" id="{AF3CB6D4-0948-18FE-B31F-F1287CF8BF0B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7" name="pg2547">
                <a:extLst>
                  <a:ext uri="{FF2B5EF4-FFF2-40B4-BE49-F238E27FC236}">
                    <a16:creationId xmlns:a16="http://schemas.microsoft.com/office/drawing/2014/main" id="{0B1257B1-6518-250E-AE91-580BE04C6815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8" name="pg2548">
                <a:extLst>
                  <a:ext uri="{FF2B5EF4-FFF2-40B4-BE49-F238E27FC236}">
                    <a16:creationId xmlns:a16="http://schemas.microsoft.com/office/drawing/2014/main" id="{1593C591-8D1C-4EA5-E793-D6F59F52C074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9" name="pg2549">
                <a:extLst>
                  <a:ext uri="{FF2B5EF4-FFF2-40B4-BE49-F238E27FC236}">
                    <a16:creationId xmlns:a16="http://schemas.microsoft.com/office/drawing/2014/main" id="{0A02D31E-619E-DACB-7187-1EA218290138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0" name="pg2550">
                <a:extLst>
                  <a:ext uri="{FF2B5EF4-FFF2-40B4-BE49-F238E27FC236}">
                    <a16:creationId xmlns:a16="http://schemas.microsoft.com/office/drawing/2014/main" id="{7B81FBC4-FFDC-452B-6270-FF9F311C2EAB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1" name="pg2551">
                <a:extLst>
                  <a:ext uri="{FF2B5EF4-FFF2-40B4-BE49-F238E27FC236}">
                    <a16:creationId xmlns:a16="http://schemas.microsoft.com/office/drawing/2014/main" id="{E5D49DB7-AB29-7D41-6521-C6072868D7DF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2" name="pg2552">
                <a:extLst>
                  <a:ext uri="{FF2B5EF4-FFF2-40B4-BE49-F238E27FC236}">
                    <a16:creationId xmlns:a16="http://schemas.microsoft.com/office/drawing/2014/main" id="{D18E0E68-EE36-F542-2BD9-867ADF9D3B81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3" name="pg2553">
                <a:extLst>
                  <a:ext uri="{FF2B5EF4-FFF2-40B4-BE49-F238E27FC236}">
                    <a16:creationId xmlns:a16="http://schemas.microsoft.com/office/drawing/2014/main" id="{6A3B4ECF-5287-9D9C-CDA8-05D97B248861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4" name="pg2554">
                <a:extLst>
                  <a:ext uri="{FF2B5EF4-FFF2-40B4-BE49-F238E27FC236}">
                    <a16:creationId xmlns:a16="http://schemas.microsoft.com/office/drawing/2014/main" id="{56682D5C-D84F-2491-67ED-5B637A06E5D4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5" name="pg2555">
                <a:extLst>
                  <a:ext uri="{FF2B5EF4-FFF2-40B4-BE49-F238E27FC236}">
                    <a16:creationId xmlns:a16="http://schemas.microsoft.com/office/drawing/2014/main" id="{EA8AA2A4-2155-005C-6C65-C315AF1789F5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6" name="pg2556">
                <a:extLst>
                  <a:ext uri="{FF2B5EF4-FFF2-40B4-BE49-F238E27FC236}">
                    <a16:creationId xmlns:a16="http://schemas.microsoft.com/office/drawing/2014/main" id="{C2F06073-AA69-7E4C-5263-70651DD58C5A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7" name="pg2557">
                <a:extLst>
                  <a:ext uri="{FF2B5EF4-FFF2-40B4-BE49-F238E27FC236}">
                    <a16:creationId xmlns:a16="http://schemas.microsoft.com/office/drawing/2014/main" id="{56FAA9DC-8864-7DF2-7F33-A0343B41B9BB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8" name="pg2558">
                <a:extLst>
                  <a:ext uri="{FF2B5EF4-FFF2-40B4-BE49-F238E27FC236}">
                    <a16:creationId xmlns:a16="http://schemas.microsoft.com/office/drawing/2014/main" id="{867BE74A-CD37-954D-514A-82B2FC079457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9" name="pg2559">
                <a:extLst>
                  <a:ext uri="{FF2B5EF4-FFF2-40B4-BE49-F238E27FC236}">
                    <a16:creationId xmlns:a16="http://schemas.microsoft.com/office/drawing/2014/main" id="{FF613434-8A91-079B-6930-64EF6F54F9A9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0" name="pg2560">
                <a:extLst>
                  <a:ext uri="{FF2B5EF4-FFF2-40B4-BE49-F238E27FC236}">
                    <a16:creationId xmlns:a16="http://schemas.microsoft.com/office/drawing/2014/main" id="{2A2BFB14-000B-2258-B347-7D05986C3378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1" name="pg2561">
                <a:extLst>
                  <a:ext uri="{FF2B5EF4-FFF2-40B4-BE49-F238E27FC236}">
                    <a16:creationId xmlns:a16="http://schemas.microsoft.com/office/drawing/2014/main" id="{D88A0A46-4041-7BF5-99E4-C2DAC5206B11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2" name="pg2562">
                <a:extLst>
                  <a:ext uri="{FF2B5EF4-FFF2-40B4-BE49-F238E27FC236}">
                    <a16:creationId xmlns:a16="http://schemas.microsoft.com/office/drawing/2014/main" id="{5AE6F83C-9F42-52FE-3A0A-DB3C40F973AE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3" name="pg2563">
                <a:extLst>
                  <a:ext uri="{FF2B5EF4-FFF2-40B4-BE49-F238E27FC236}">
                    <a16:creationId xmlns:a16="http://schemas.microsoft.com/office/drawing/2014/main" id="{9D1BB37B-8D43-64B7-A653-AD727724713A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4" name="pg2564">
                <a:extLst>
                  <a:ext uri="{FF2B5EF4-FFF2-40B4-BE49-F238E27FC236}">
                    <a16:creationId xmlns:a16="http://schemas.microsoft.com/office/drawing/2014/main" id="{6B1DE616-0968-6998-9515-9AAD5B59971C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5" name="pg2565">
                <a:extLst>
                  <a:ext uri="{FF2B5EF4-FFF2-40B4-BE49-F238E27FC236}">
                    <a16:creationId xmlns:a16="http://schemas.microsoft.com/office/drawing/2014/main" id="{074F2F0B-1673-D1C4-E8A6-04AEE577FEFF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6" name="pg2566">
                <a:extLst>
                  <a:ext uri="{FF2B5EF4-FFF2-40B4-BE49-F238E27FC236}">
                    <a16:creationId xmlns:a16="http://schemas.microsoft.com/office/drawing/2014/main" id="{717D46F9-9511-DA55-1FA3-76D7C7705AEE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7" name="pg2567">
                <a:extLst>
                  <a:ext uri="{FF2B5EF4-FFF2-40B4-BE49-F238E27FC236}">
                    <a16:creationId xmlns:a16="http://schemas.microsoft.com/office/drawing/2014/main" id="{7ADDE789-A59B-2651-D673-0A4EB4C68B88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8" name="pg2568">
                <a:extLst>
                  <a:ext uri="{FF2B5EF4-FFF2-40B4-BE49-F238E27FC236}">
                    <a16:creationId xmlns:a16="http://schemas.microsoft.com/office/drawing/2014/main" id="{EE36ABEB-E36D-8603-E517-572916C449AC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9" name="pg2569">
                <a:extLst>
                  <a:ext uri="{FF2B5EF4-FFF2-40B4-BE49-F238E27FC236}">
                    <a16:creationId xmlns:a16="http://schemas.microsoft.com/office/drawing/2014/main" id="{BBB710BD-1AC7-1440-D5D3-FABA33CB80AC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0" name="pg2570">
                <a:extLst>
                  <a:ext uri="{FF2B5EF4-FFF2-40B4-BE49-F238E27FC236}">
                    <a16:creationId xmlns:a16="http://schemas.microsoft.com/office/drawing/2014/main" id="{9A0194CB-C3C1-B18B-CA0A-A46D98AD8383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1" name="pg2571">
                <a:extLst>
                  <a:ext uri="{FF2B5EF4-FFF2-40B4-BE49-F238E27FC236}">
                    <a16:creationId xmlns:a16="http://schemas.microsoft.com/office/drawing/2014/main" id="{AC75D84E-2A9E-B278-E7C2-6AA19BA88379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2" name="pg2572">
                <a:extLst>
                  <a:ext uri="{FF2B5EF4-FFF2-40B4-BE49-F238E27FC236}">
                    <a16:creationId xmlns:a16="http://schemas.microsoft.com/office/drawing/2014/main" id="{D279072E-B314-CE7F-2498-348EEA88C59F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3" name="pg2573">
                <a:extLst>
                  <a:ext uri="{FF2B5EF4-FFF2-40B4-BE49-F238E27FC236}">
                    <a16:creationId xmlns:a16="http://schemas.microsoft.com/office/drawing/2014/main" id="{ADCE3291-E5AA-109C-14A9-A830FD3FAF4D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4" name="pg2574">
                <a:extLst>
                  <a:ext uri="{FF2B5EF4-FFF2-40B4-BE49-F238E27FC236}">
                    <a16:creationId xmlns:a16="http://schemas.microsoft.com/office/drawing/2014/main" id="{A39CD121-F9BF-1C6B-D0E1-039A0A372B6C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5" name="pg2575">
                <a:extLst>
                  <a:ext uri="{FF2B5EF4-FFF2-40B4-BE49-F238E27FC236}">
                    <a16:creationId xmlns:a16="http://schemas.microsoft.com/office/drawing/2014/main" id="{333DBC99-8BC6-E375-1A4B-68E58F7D1D5C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6" name="pg2576">
                <a:extLst>
                  <a:ext uri="{FF2B5EF4-FFF2-40B4-BE49-F238E27FC236}">
                    <a16:creationId xmlns:a16="http://schemas.microsoft.com/office/drawing/2014/main" id="{E1B5C011-1095-3F73-2E7F-09179BF84C75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7" name="pg2577">
                <a:extLst>
                  <a:ext uri="{FF2B5EF4-FFF2-40B4-BE49-F238E27FC236}">
                    <a16:creationId xmlns:a16="http://schemas.microsoft.com/office/drawing/2014/main" id="{9785581C-ACAD-B71E-DFD2-69780685CE64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8" name="pg2578">
                <a:extLst>
                  <a:ext uri="{FF2B5EF4-FFF2-40B4-BE49-F238E27FC236}">
                    <a16:creationId xmlns:a16="http://schemas.microsoft.com/office/drawing/2014/main" id="{35FD16ED-3384-335C-4575-B85C3EC2452D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9" name="pg2579">
                <a:extLst>
                  <a:ext uri="{FF2B5EF4-FFF2-40B4-BE49-F238E27FC236}">
                    <a16:creationId xmlns:a16="http://schemas.microsoft.com/office/drawing/2014/main" id="{D349F8A7-FB23-7095-ADDC-A6AA85742CC8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0" name="pg2580">
                <a:extLst>
                  <a:ext uri="{FF2B5EF4-FFF2-40B4-BE49-F238E27FC236}">
                    <a16:creationId xmlns:a16="http://schemas.microsoft.com/office/drawing/2014/main" id="{D3C8358C-0D00-5EEC-43EE-4231085ACA83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1" name="pg2581">
                <a:extLst>
                  <a:ext uri="{FF2B5EF4-FFF2-40B4-BE49-F238E27FC236}">
                    <a16:creationId xmlns:a16="http://schemas.microsoft.com/office/drawing/2014/main" id="{80A03188-1984-96A0-8DEA-BEE6E3AED6AF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2" name="pg2582">
                <a:extLst>
                  <a:ext uri="{FF2B5EF4-FFF2-40B4-BE49-F238E27FC236}">
                    <a16:creationId xmlns:a16="http://schemas.microsoft.com/office/drawing/2014/main" id="{C5578DAC-22DC-35EA-82ED-DD27FA66EBFF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3" name="pg2583">
                <a:extLst>
                  <a:ext uri="{FF2B5EF4-FFF2-40B4-BE49-F238E27FC236}">
                    <a16:creationId xmlns:a16="http://schemas.microsoft.com/office/drawing/2014/main" id="{1EEFD76A-7B70-820E-15EA-B94CFC094926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4" name="pg2584">
                <a:extLst>
                  <a:ext uri="{FF2B5EF4-FFF2-40B4-BE49-F238E27FC236}">
                    <a16:creationId xmlns:a16="http://schemas.microsoft.com/office/drawing/2014/main" id="{D259798C-378F-DDBE-9664-35B9D669B67B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5" name="pg2585">
                <a:extLst>
                  <a:ext uri="{FF2B5EF4-FFF2-40B4-BE49-F238E27FC236}">
                    <a16:creationId xmlns:a16="http://schemas.microsoft.com/office/drawing/2014/main" id="{04B3C66C-A46B-057F-734D-412EAC9704BF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6" name="pg2586">
                <a:extLst>
                  <a:ext uri="{FF2B5EF4-FFF2-40B4-BE49-F238E27FC236}">
                    <a16:creationId xmlns:a16="http://schemas.microsoft.com/office/drawing/2014/main" id="{77FA6807-AB36-9101-5831-390A3A81D2F1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7" name="pg2587">
                <a:extLst>
                  <a:ext uri="{FF2B5EF4-FFF2-40B4-BE49-F238E27FC236}">
                    <a16:creationId xmlns:a16="http://schemas.microsoft.com/office/drawing/2014/main" id="{7770E432-C0D2-068A-7234-05BF320D4904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8" name="pg2588">
                <a:extLst>
                  <a:ext uri="{FF2B5EF4-FFF2-40B4-BE49-F238E27FC236}">
                    <a16:creationId xmlns:a16="http://schemas.microsoft.com/office/drawing/2014/main" id="{CAFE9826-B45F-79FB-E013-61878633F8E5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9" name="pg2589">
                <a:extLst>
                  <a:ext uri="{FF2B5EF4-FFF2-40B4-BE49-F238E27FC236}">
                    <a16:creationId xmlns:a16="http://schemas.microsoft.com/office/drawing/2014/main" id="{D1086CD2-F9FF-6B72-F0A6-3695C2C49658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0" name="pg2590">
                <a:extLst>
                  <a:ext uri="{FF2B5EF4-FFF2-40B4-BE49-F238E27FC236}">
                    <a16:creationId xmlns:a16="http://schemas.microsoft.com/office/drawing/2014/main" id="{72782BF6-954F-CF59-AD7E-1FCDBA89BBEA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1" name="pg2591">
                <a:extLst>
                  <a:ext uri="{FF2B5EF4-FFF2-40B4-BE49-F238E27FC236}">
                    <a16:creationId xmlns:a16="http://schemas.microsoft.com/office/drawing/2014/main" id="{79C4AA1F-1A6C-F62E-3205-822A2C701C3C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2" name="pg2592">
                <a:extLst>
                  <a:ext uri="{FF2B5EF4-FFF2-40B4-BE49-F238E27FC236}">
                    <a16:creationId xmlns:a16="http://schemas.microsoft.com/office/drawing/2014/main" id="{CD8892EC-B21C-D0A2-EDAC-FAB305FE7B79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3" name="pg2593">
                <a:extLst>
                  <a:ext uri="{FF2B5EF4-FFF2-40B4-BE49-F238E27FC236}">
                    <a16:creationId xmlns:a16="http://schemas.microsoft.com/office/drawing/2014/main" id="{5DBBCB32-DF3A-CF34-8E4C-42547EE22CB0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4" name="pg2594">
                <a:extLst>
                  <a:ext uri="{FF2B5EF4-FFF2-40B4-BE49-F238E27FC236}">
                    <a16:creationId xmlns:a16="http://schemas.microsoft.com/office/drawing/2014/main" id="{06041C0F-DB57-F9B7-A364-A3B6B5531E7A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5" name="pg2595">
                <a:extLst>
                  <a:ext uri="{FF2B5EF4-FFF2-40B4-BE49-F238E27FC236}">
                    <a16:creationId xmlns:a16="http://schemas.microsoft.com/office/drawing/2014/main" id="{427868C7-BDA3-22B1-62BC-CC83B445865B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6" name="pg2596">
                <a:extLst>
                  <a:ext uri="{FF2B5EF4-FFF2-40B4-BE49-F238E27FC236}">
                    <a16:creationId xmlns:a16="http://schemas.microsoft.com/office/drawing/2014/main" id="{6ACA4D1B-0BCB-DADC-3969-87B30AB8C3E9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7" name="pg2597">
                <a:extLst>
                  <a:ext uri="{FF2B5EF4-FFF2-40B4-BE49-F238E27FC236}">
                    <a16:creationId xmlns:a16="http://schemas.microsoft.com/office/drawing/2014/main" id="{92ABD611-210F-1A37-1E2A-A5B4FEAA73F3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8" name="pg2598">
                <a:extLst>
                  <a:ext uri="{FF2B5EF4-FFF2-40B4-BE49-F238E27FC236}">
                    <a16:creationId xmlns:a16="http://schemas.microsoft.com/office/drawing/2014/main" id="{14F7E3AD-05AF-41BE-803A-B43C0476D4E7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9" name="pg2599">
                <a:extLst>
                  <a:ext uri="{FF2B5EF4-FFF2-40B4-BE49-F238E27FC236}">
                    <a16:creationId xmlns:a16="http://schemas.microsoft.com/office/drawing/2014/main" id="{EDFFB042-9EB2-5862-612E-64C19AE56AB0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0" name="pg2600">
                <a:extLst>
                  <a:ext uri="{FF2B5EF4-FFF2-40B4-BE49-F238E27FC236}">
                    <a16:creationId xmlns:a16="http://schemas.microsoft.com/office/drawing/2014/main" id="{78102CD5-2282-41B0-3924-B98537D1096A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1" name="pg2601">
                <a:extLst>
                  <a:ext uri="{FF2B5EF4-FFF2-40B4-BE49-F238E27FC236}">
                    <a16:creationId xmlns:a16="http://schemas.microsoft.com/office/drawing/2014/main" id="{E654297D-5F75-7388-EDEE-9244932B0C8E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2" name="pg2602">
                <a:extLst>
                  <a:ext uri="{FF2B5EF4-FFF2-40B4-BE49-F238E27FC236}">
                    <a16:creationId xmlns:a16="http://schemas.microsoft.com/office/drawing/2014/main" id="{75165780-A5F0-50AA-14E1-6CEF75CC7E98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3" name="pg2603">
                <a:extLst>
                  <a:ext uri="{FF2B5EF4-FFF2-40B4-BE49-F238E27FC236}">
                    <a16:creationId xmlns:a16="http://schemas.microsoft.com/office/drawing/2014/main" id="{53855AE2-E3F1-966C-81B5-D307AF2B3CB3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4" name="pg2604">
                <a:extLst>
                  <a:ext uri="{FF2B5EF4-FFF2-40B4-BE49-F238E27FC236}">
                    <a16:creationId xmlns:a16="http://schemas.microsoft.com/office/drawing/2014/main" id="{5D440A42-045F-A6CC-74DF-9148381815CF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5" name="pg2605">
                <a:extLst>
                  <a:ext uri="{FF2B5EF4-FFF2-40B4-BE49-F238E27FC236}">
                    <a16:creationId xmlns:a16="http://schemas.microsoft.com/office/drawing/2014/main" id="{7BEA95EB-E9A4-F452-525F-E04554886B92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6" name="pg2606">
                <a:extLst>
                  <a:ext uri="{FF2B5EF4-FFF2-40B4-BE49-F238E27FC236}">
                    <a16:creationId xmlns:a16="http://schemas.microsoft.com/office/drawing/2014/main" id="{7CFC4FB3-2A95-E07E-49E9-FA389E906855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7" name="pg2607">
                <a:extLst>
                  <a:ext uri="{FF2B5EF4-FFF2-40B4-BE49-F238E27FC236}">
                    <a16:creationId xmlns:a16="http://schemas.microsoft.com/office/drawing/2014/main" id="{576CCC2D-B9FB-A569-AA3C-19217650E459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8" name="pg2608">
                <a:extLst>
                  <a:ext uri="{FF2B5EF4-FFF2-40B4-BE49-F238E27FC236}">
                    <a16:creationId xmlns:a16="http://schemas.microsoft.com/office/drawing/2014/main" id="{EFE42A57-E657-838C-27B0-E7414E2D540D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9" name="pg2609">
                <a:extLst>
                  <a:ext uri="{FF2B5EF4-FFF2-40B4-BE49-F238E27FC236}">
                    <a16:creationId xmlns:a16="http://schemas.microsoft.com/office/drawing/2014/main" id="{6ACEE6D2-3424-7DF4-7792-2FDFD58D55B9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0" name="pg2610">
                <a:extLst>
                  <a:ext uri="{FF2B5EF4-FFF2-40B4-BE49-F238E27FC236}">
                    <a16:creationId xmlns:a16="http://schemas.microsoft.com/office/drawing/2014/main" id="{A63915BD-F3DF-19A7-4DFC-4CE08EDB8CBA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1" name="pg2611">
                <a:extLst>
                  <a:ext uri="{FF2B5EF4-FFF2-40B4-BE49-F238E27FC236}">
                    <a16:creationId xmlns:a16="http://schemas.microsoft.com/office/drawing/2014/main" id="{EAE9EA6A-D9C3-6321-C0F6-FE28CD622BA2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2" name="pg2612">
                <a:extLst>
                  <a:ext uri="{FF2B5EF4-FFF2-40B4-BE49-F238E27FC236}">
                    <a16:creationId xmlns:a16="http://schemas.microsoft.com/office/drawing/2014/main" id="{457FB1F0-D2A2-7989-8384-BDD651D2559D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3" name="pg2613">
                <a:extLst>
                  <a:ext uri="{FF2B5EF4-FFF2-40B4-BE49-F238E27FC236}">
                    <a16:creationId xmlns:a16="http://schemas.microsoft.com/office/drawing/2014/main" id="{8BE8C032-9ECE-A810-A17D-7D3A835B2D5A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4" name="pg2614">
                <a:extLst>
                  <a:ext uri="{FF2B5EF4-FFF2-40B4-BE49-F238E27FC236}">
                    <a16:creationId xmlns:a16="http://schemas.microsoft.com/office/drawing/2014/main" id="{A4286BA4-F97E-EC9E-964F-FEAB1B20CF37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5" name="pg2615">
                <a:extLst>
                  <a:ext uri="{FF2B5EF4-FFF2-40B4-BE49-F238E27FC236}">
                    <a16:creationId xmlns:a16="http://schemas.microsoft.com/office/drawing/2014/main" id="{533DB4AA-4FF0-229A-87A0-C342F9D6240B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6" name="pg2616">
                <a:extLst>
                  <a:ext uri="{FF2B5EF4-FFF2-40B4-BE49-F238E27FC236}">
                    <a16:creationId xmlns:a16="http://schemas.microsoft.com/office/drawing/2014/main" id="{AC6ACBA2-62AB-0C5B-EC0F-BF8363BC31E0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7" name="pg2617">
                <a:extLst>
                  <a:ext uri="{FF2B5EF4-FFF2-40B4-BE49-F238E27FC236}">
                    <a16:creationId xmlns:a16="http://schemas.microsoft.com/office/drawing/2014/main" id="{105DA929-F547-53D4-3F8D-BD9399A50455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8" name="pg2618">
                <a:extLst>
                  <a:ext uri="{FF2B5EF4-FFF2-40B4-BE49-F238E27FC236}">
                    <a16:creationId xmlns:a16="http://schemas.microsoft.com/office/drawing/2014/main" id="{DBEE2C82-2E12-FD88-F2F1-7E9661B21C9D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9" name="pg2619">
                <a:extLst>
                  <a:ext uri="{FF2B5EF4-FFF2-40B4-BE49-F238E27FC236}">
                    <a16:creationId xmlns:a16="http://schemas.microsoft.com/office/drawing/2014/main" id="{D4940C77-73FC-0D8C-1C0A-BE9575E74186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0" name="pg2620">
                <a:extLst>
                  <a:ext uri="{FF2B5EF4-FFF2-40B4-BE49-F238E27FC236}">
                    <a16:creationId xmlns:a16="http://schemas.microsoft.com/office/drawing/2014/main" id="{3A6659E8-A46B-2D18-05E7-124C86B539D3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1" name="pg2621">
                <a:extLst>
                  <a:ext uri="{FF2B5EF4-FFF2-40B4-BE49-F238E27FC236}">
                    <a16:creationId xmlns:a16="http://schemas.microsoft.com/office/drawing/2014/main" id="{82B21D03-926A-FC6F-BD1F-165648CD1467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2" name="pg2622">
                <a:extLst>
                  <a:ext uri="{FF2B5EF4-FFF2-40B4-BE49-F238E27FC236}">
                    <a16:creationId xmlns:a16="http://schemas.microsoft.com/office/drawing/2014/main" id="{6F79DFEB-1412-C3F3-8EBF-F46A2E00AAF0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3" name="pg2623">
                <a:extLst>
                  <a:ext uri="{FF2B5EF4-FFF2-40B4-BE49-F238E27FC236}">
                    <a16:creationId xmlns:a16="http://schemas.microsoft.com/office/drawing/2014/main" id="{0D92D5ED-A72A-2219-41D5-0662604EB034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4" name="pg2624">
                <a:extLst>
                  <a:ext uri="{FF2B5EF4-FFF2-40B4-BE49-F238E27FC236}">
                    <a16:creationId xmlns:a16="http://schemas.microsoft.com/office/drawing/2014/main" id="{4B69ACE6-9D75-85C5-862B-81DB278A2148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5" name="pg2625">
                <a:extLst>
                  <a:ext uri="{FF2B5EF4-FFF2-40B4-BE49-F238E27FC236}">
                    <a16:creationId xmlns:a16="http://schemas.microsoft.com/office/drawing/2014/main" id="{B4491CED-4AFF-29CD-2A07-743F5F214937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6" name="pg2626">
                <a:extLst>
                  <a:ext uri="{FF2B5EF4-FFF2-40B4-BE49-F238E27FC236}">
                    <a16:creationId xmlns:a16="http://schemas.microsoft.com/office/drawing/2014/main" id="{C1E093DA-A7F6-703D-0D49-A518C0227B01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7" name="pg2627">
                <a:extLst>
                  <a:ext uri="{FF2B5EF4-FFF2-40B4-BE49-F238E27FC236}">
                    <a16:creationId xmlns:a16="http://schemas.microsoft.com/office/drawing/2014/main" id="{77F6244B-5CCC-4EA3-236C-437F81C4C1E2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8" name="pg2628">
                <a:extLst>
                  <a:ext uri="{FF2B5EF4-FFF2-40B4-BE49-F238E27FC236}">
                    <a16:creationId xmlns:a16="http://schemas.microsoft.com/office/drawing/2014/main" id="{E8336CAD-5778-7085-13C2-815B17CC1ED7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9" name="pg2629">
                <a:extLst>
                  <a:ext uri="{FF2B5EF4-FFF2-40B4-BE49-F238E27FC236}">
                    <a16:creationId xmlns:a16="http://schemas.microsoft.com/office/drawing/2014/main" id="{120A0519-7ACF-4A74-90FC-970B69E6C4BB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0" name="pg2630">
                <a:extLst>
                  <a:ext uri="{FF2B5EF4-FFF2-40B4-BE49-F238E27FC236}">
                    <a16:creationId xmlns:a16="http://schemas.microsoft.com/office/drawing/2014/main" id="{CB18040D-161B-9576-A078-B227C3A73E81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1" name="pg2631">
                <a:extLst>
                  <a:ext uri="{FF2B5EF4-FFF2-40B4-BE49-F238E27FC236}">
                    <a16:creationId xmlns:a16="http://schemas.microsoft.com/office/drawing/2014/main" id="{ECA9E5B8-1232-39DC-F5B0-2FBA67F44399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2" name="pg2632">
                <a:extLst>
                  <a:ext uri="{FF2B5EF4-FFF2-40B4-BE49-F238E27FC236}">
                    <a16:creationId xmlns:a16="http://schemas.microsoft.com/office/drawing/2014/main" id="{EBB7894A-1323-DF77-9FBE-1F32BE2E396A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3" name="pg2633">
                <a:extLst>
                  <a:ext uri="{FF2B5EF4-FFF2-40B4-BE49-F238E27FC236}">
                    <a16:creationId xmlns:a16="http://schemas.microsoft.com/office/drawing/2014/main" id="{C23751DB-D60F-6203-634D-3552E415E56B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4" name="pg2634">
                <a:extLst>
                  <a:ext uri="{FF2B5EF4-FFF2-40B4-BE49-F238E27FC236}">
                    <a16:creationId xmlns:a16="http://schemas.microsoft.com/office/drawing/2014/main" id="{156C1160-79AF-8367-94A1-8F5AD4F58E13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5" name="pg2635">
                <a:extLst>
                  <a:ext uri="{FF2B5EF4-FFF2-40B4-BE49-F238E27FC236}">
                    <a16:creationId xmlns:a16="http://schemas.microsoft.com/office/drawing/2014/main" id="{6B04D35D-13EB-F38A-9F2D-5A69E040F32A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6" name="pg2636">
                <a:extLst>
                  <a:ext uri="{FF2B5EF4-FFF2-40B4-BE49-F238E27FC236}">
                    <a16:creationId xmlns:a16="http://schemas.microsoft.com/office/drawing/2014/main" id="{8627BDE3-F6DB-DFDD-B8B6-E178E81A6BCF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7" name="pg2637">
                <a:extLst>
                  <a:ext uri="{FF2B5EF4-FFF2-40B4-BE49-F238E27FC236}">
                    <a16:creationId xmlns:a16="http://schemas.microsoft.com/office/drawing/2014/main" id="{A768D84B-4471-8605-4937-EF43D7C37D71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8" name="pg2638">
                <a:extLst>
                  <a:ext uri="{FF2B5EF4-FFF2-40B4-BE49-F238E27FC236}">
                    <a16:creationId xmlns:a16="http://schemas.microsoft.com/office/drawing/2014/main" id="{7363E244-F001-384B-D966-368DF3BE28CE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9" name="pg2639">
                <a:extLst>
                  <a:ext uri="{FF2B5EF4-FFF2-40B4-BE49-F238E27FC236}">
                    <a16:creationId xmlns:a16="http://schemas.microsoft.com/office/drawing/2014/main" id="{66DD882D-48A5-C538-A169-6DCB4B361BC8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0" name="pg2640">
                <a:extLst>
                  <a:ext uri="{FF2B5EF4-FFF2-40B4-BE49-F238E27FC236}">
                    <a16:creationId xmlns:a16="http://schemas.microsoft.com/office/drawing/2014/main" id="{4D15339C-769A-30EA-9371-ACE92DBAECB7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1" name="pg2641">
                <a:extLst>
                  <a:ext uri="{FF2B5EF4-FFF2-40B4-BE49-F238E27FC236}">
                    <a16:creationId xmlns:a16="http://schemas.microsoft.com/office/drawing/2014/main" id="{03ACB9B8-68C4-6C4A-8AB1-6183DAEA39B0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2" name="pg2642">
                <a:extLst>
                  <a:ext uri="{FF2B5EF4-FFF2-40B4-BE49-F238E27FC236}">
                    <a16:creationId xmlns:a16="http://schemas.microsoft.com/office/drawing/2014/main" id="{06E8A521-4A59-99A7-A0A1-663AB071439D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3" name="pg2643">
                <a:extLst>
                  <a:ext uri="{FF2B5EF4-FFF2-40B4-BE49-F238E27FC236}">
                    <a16:creationId xmlns:a16="http://schemas.microsoft.com/office/drawing/2014/main" id="{3DDE8EDD-1AE6-1CBC-2463-68E6BB75AF75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4" name="pg2644">
                <a:extLst>
                  <a:ext uri="{FF2B5EF4-FFF2-40B4-BE49-F238E27FC236}">
                    <a16:creationId xmlns:a16="http://schemas.microsoft.com/office/drawing/2014/main" id="{0840E8F3-7719-E7FC-A12B-795808537942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5" name="pg2645">
                <a:extLst>
                  <a:ext uri="{FF2B5EF4-FFF2-40B4-BE49-F238E27FC236}">
                    <a16:creationId xmlns:a16="http://schemas.microsoft.com/office/drawing/2014/main" id="{2AC00B97-1C58-132E-27CF-4C7B9EE93B01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6" name="pg2646">
                <a:extLst>
                  <a:ext uri="{FF2B5EF4-FFF2-40B4-BE49-F238E27FC236}">
                    <a16:creationId xmlns:a16="http://schemas.microsoft.com/office/drawing/2014/main" id="{3B6CA601-A29B-B06E-FC2C-529077C8858F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7" name="pg2647">
                <a:extLst>
                  <a:ext uri="{FF2B5EF4-FFF2-40B4-BE49-F238E27FC236}">
                    <a16:creationId xmlns:a16="http://schemas.microsoft.com/office/drawing/2014/main" id="{E1204AE1-646B-A107-5205-1780E46A0531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8" name="pg2648">
                <a:extLst>
                  <a:ext uri="{FF2B5EF4-FFF2-40B4-BE49-F238E27FC236}">
                    <a16:creationId xmlns:a16="http://schemas.microsoft.com/office/drawing/2014/main" id="{24CD28C8-211B-F9ED-8DD6-C768AABA1449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9" name="pg2649">
                <a:extLst>
                  <a:ext uri="{FF2B5EF4-FFF2-40B4-BE49-F238E27FC236}">
                    <a16:creationId xmlns:a16="http://schemas.microsoft.com/office/drawing/2014/main" id="{05F56DE2-AC78-1BE7-06B1-2DB3C0AFE000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0" name="pg2650">
                <a:extLst>
                  <a:ext uri="{FF2B5EF4-FFF2-40B4-BE49-F238E27FC236}">
                    <a16:creationId xmlns:a16="http://schemas.microsoft.com/office/drawing/2014/main" id="{302848EE-A327-66C8-9DCB-86F9E28ECA5C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1" name="pg2651">
                <a:extLst>
                  <a:ext uri="{FF2B5EF4-FFF2-40B4-BE49-F238E27FC236}">
                    <a16:creationId xmlns:a16="http://schemas.microsoft.com/office/drawing/2014/main" id="{33A72A50-1A67-AEBD-63EE-C4147E77D5E2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2" name="pg2652">
                <a:extLst>
                  <a:ext uri="{FF2B5EF4-FFF2-40B4-BE49-F238E27FC236}">
                    <a16:creationId xmlns:a16="http://schemas.microsoft.com/office/drawing/2014/main" id="{A3EB5F10-B606-541C-7832-10317DFFEE35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3" name="pg2653">
                <a:extLst>
                  <a:ext uri="{FF2B5EF4-FFF2-40B4-BE49-F238E27FC236}">
                    <a16:creationId xmlns:a16="http://schemas.microsoft.com/office/drawing/2014/main" id="{93D31E44-29D0-31B4-6545-30670FB60F3E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4" name="pg2654">
                <a:extLst>
                  <a:ext uri="{FF2B5EF4-FFF2-40B4-BE49-F238E27FC236}">
                    <a16:creationId xmlns:a16="http://schemas.microsoft.com/office/drawing/2014/main" id="{4D00493A-FB4D-52B9-45A9-39F08CEAD4E3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5" name="pg2655">
                <a:extLst>
                  <a:ext uri="{FF2B5EF4-FFF2-40B4-BE49-F238E27FC236}">
                    <a16:creationId xmlns:a16="http://schemas.microsoft.com/office/drawing/2014/main" id="{2AE21A7A-C7CF-66D1-448F-9AF82A88D811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6" name="pg2656">
                <a:extLst>
                  <a:ext uri="{FF2B5EF4-FFF2-40B4-BE49-F238E27FC236}">
                    <a16:creationId xmlns:a16="http://schemas.microsoft.com/office/drawing/2014/main" id="{296678C1-BA09-02D5-CE02-899DC361E126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7" name="pg2657">
                <a:extLst>
                  <a:ext uri="{FF2B5EF4-FFF2-40B4-BE49-F238E27FC236}">
                    <a16:creationId xmlns:a16="http://schemas.microsoft.com/office/drawing/2014/main" id="{B7F45136-D150-1AD2-5C47-5B6EBD330A54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8" name="pg2658">
                <a:extLst>
                  <a:ext uri="{FF2B5EF4-FFF2-40B4-BE49-F238E27FC236}">
                    <a16:creationId xmlns:a16="http://schemas.microsoft.com/office/drawing/2014/main" id="{4DDF6665-0929-C1F7-DA23-EEFE7812B5D6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9" name="pg2659">
                <a:extLst>
                  <a:ext uri="{FF2B5EF4-FFF2-40B4-BE49-F238E27FC236}">
                    <a16:creationId xmlns:a16="http://schemas.microsoft.com/office/drawing/2014/main" id="{45206C28-7B95-6427-0789-261A58C42E9A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0" name="pg2660">
                <a:extLst>
                  <a:ext uri="{FF2B5EF4-FFF2-40B4-BE49-F238E27FC236}">
                    <a16:creationId xmlns:a16="http://schemas.microsoft.com/office/drawing/2014/main" id="{ABA0C6F3-2645-4930-C8A0-53B4242C0AF8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1" name="pg2661">
                <a:extLst>
                  <a:ext uri="{FF2B5EF4-FFF2-40B4-BE49-F238E27FC236}">
                    <a16:creationId xmlns:a16="http://schemas.microsoft.com/office/drawing/2014/main" id="{A99C6B74-899A-BAF9-A34B-5E66D41A2F6E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2" name="pg2662">
                <a:extLst>
                  <a:ext uri="{FF2B5EF4-FFF2-40B4-BE49-F238E27FC236}">
                    <a16:creationId xmlns:a16="http://schemas.microsoft.com/office/drawing/2014/main" id="{CDD62D55-B703-B1A4-4567-CD7452455F01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3" name="pg2663">
                <a:extLst>
                  <a:ext uri="{FF2B5EF4-FFF2-40B4-BE49-F238E27FC236}">
                    <a16:creationId xmlns:a16="http://schemas.microsoft.com/office/drawing/2014/main" id="{51AD070B-7942-6D17-A7A2-146B8CC7D1B8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4" name="pg2664">
                <a:extLst>
                  <a:ext uri="{FF2B5EF4-FFF2-40B4-BE49-F238E27FC236}">
                    <a16:creationId xmlns:a16="http://schemas.microsoft.com/office/drawing/2014/main" id="{026498E0-A867-29E5-9761-DF0F6DDB564F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5" name="pg2665">
                <a:extLst>
                  <a:ext uri="{FF2B5EF4-FFF2-40B4-BE49-F238E27FC236}">
                    <a16:creationId xmlns:a16="http://schemas.microsoft.com/office/drawing/2014/main" id="{721D0F31-6912-3522-9375-5C77330E926F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6" name="pg2666">
                <a:extLst>
                  <a:ext uri="{FF2B5EF4-FFF2-40B4-BE49-F238E27FC236}">
                    <a16:creationId xmlns:a16="http://schemas.microsoft.com/office/drawing/2014/main" id="{57524F54-D4A5-8F73-5932-5423E9467EE2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7" name="pg2667">
                <a:extLst>
                  <a:ext uri="{FF2B5EF4-FFF2-40B4-BE49-F238E27FC236}">
                    <a16:creationId xmlns:a16="http://schemas.microsoft.com/office/drawing/2014/main" id="{1ECCDF6C-3E41-0FA9-EC38-175C9F145683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8" name="pg2668">
                <a:extLst>
                  <a:ext uri="{FF2B5EF4-FFF2-40B4-BE49-F238E27FC236}">
                    <a16:creationId xmlns:a16="http://schemas.microsoft.com/office/drawing/2014/main" id="{9F16A921-C18C-DCEB-A02C-9C64FC72144A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9" name="pg2669">
                <a:extLst>
                  <a:ext uri="{FF2B5EF4-FFF2-40B4-BE49-F238E27FC236}">
                    <a16:creationId xmlns:a16="http://schemas.microsoft.com/office/drawing/2014/main" id="{09B25BD5-C156-8FC2-EBF0-C2B4FC2E5059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0" name="pg2670">
                <a:extLst>
                  <a:ext uri="{FF2B5EF4-FFF2-40B4-BE49-F238E27FC236}">
                    <a16:creationId xmlns:a16="http://schemas.microsoft.com/office/drawing/2014/main" id="{DC31EAA5-A282-7078-8056-0B064211B8F3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1" name="pg2671">
                <a:extLst>
                  <a:ext uri="{FF2B5EF4-FFF2-40B4-BE49-F238E27FC236}">
                    <a16:creationId xmlns:a16="http://schemas.microsoft.com/office/drawing/2014/main" id="{4CA74B52-7659-C1F5-B3CA-9C8D17B1E4D7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2" name="pg2672">
                <a:extLst>
                  <a:ext uri="{FF2B5EF4-FFF2-40B4-BE49-F238E27FC236}">
                    <a16:creationId xmlns:a16="http://schemas.microsoft.com/office/drawing/2014/main" id="{AA7DEA37-76A6-A7E5-038D-22B0097A31F2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3" name="pg2673">
                <a:extLst>
                  <a:ext uri="{FF2B5EF4-FFF2-40B4-BE49-F238E27FC236}">
                    <a16:creationId xmlns:a16="http://schemas.microsoft.com/office/drawing/2014/main" id="{4BD0ED16-70E3-33B3-5BA9-9BF7B200C0E3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4" name="pg2674">
                <a:extLst>
                  <a:ext uri="{FF2B5EF4-FFF2-40B4-BE49-F238E27FC236}">
                    <a16:creationId xmlns:a16="http://schemas.microsoft.com/office/drawing/2014/main" id="{6C6024C5-9346-3AC0-2846-0DD969DF7898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5" name="pg2675">
                <a:extLst>
                  <a:ext uri="{FF2B5EF4-FFF2-40B4-BE49-F238E27FC236}">
                    <a16:creationId xmlns:a16="http://schemas.microsoft.com/office/drawing/2014/main" id="{67BB8466-0517-C27B-6656-19AC15FB7B93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6" name="pg2676">
                <a:extLst>
                  <a:ext uri="{FF2B5EF4-FFF2-40B4-BE49-F238E27FC236}">
                    <a16:creationId xmlns:a16="http://schemas.microsoft.com/office/drawing/2014/main" id="{5173D01E-B0ED-054A-AB46-8184C53B0B88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7" name="pg2677">
                <a:extLst>
                  <a:ext uri="{FF2B5EF4-FFF2-40B4-BE49-F238E27FC236}">
                    <a16:creationId xmlns:a16="http://schemas.microsoft.com/office/drawing/2014/main" id="{9CF8DD96-B3AA-F0CA-D471-ACB0FE538578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8" name="pg2678">
                <a:extLst>
                  <a:ext uri="{FF2B5EF4-FFF2-40B4-BE49-F238E27FC236}">
                    <a16:creationId xmlns:a16="http://schemas.microsoft.com/office/drawing/2014/main" id="{1D77250C-5A26-9526-8382-5AD1177FC64F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9" name="pg2679">
                <a:extLst>
                  <a:ext uri="{FF2B5EF4-FFF2-40B4-BE49-F238E27FC236}">
                    <a16:creationId xmlns:a16="http://schemas.microsoft.com/office/drawing/2014/main" id="{4E09C238-B15D-F2E9-4A4C-4DEC97701513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0" name="pg2680">
                <a:extLst>
                  <a:ext uri="{FF2B5EF4-FFF2-40B4-BE49-F238E27FC236}">
                    <a16:creationId xmlns:a16="http://schemas.microsoft.com/office/drawing/2014/main" id="{40E9A250-018E-7326-687F-0EB2244C5038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1" name="pg2681">
                <a:extLst>
                  <a:ext uri="{FF2B5EF4-FFF2-40B4-BE49-F238E27FC236}">
                    <a16:creationId xmlns:a16="http://schemas.microsoft.com/office/drawing/2014/main" id="{D188D63C-34A6-361B-C48D-FED0DDAAA3C3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2" name="pg2682">
                <a:extLst>
                  <a:ext uri="{FF2B5EF4-FFF2-40B4-BE49-F238E27FC236}">
                    <a16:creationId xmlns:a16="http://schemas.microsoft.com/office/drawing/2014/main" id="{582772C1-E675-1345-498B-6543FD64CA4B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3" name="pg2683">
                <a:extLst>
                  <a:ext uri="{FF2B5EF4-FFF2-40B4-BE49-F238E27FC236}">
                    <a16:creationId xmlns:a16="http://schemas.microsoft.com/office/drawing/2014/main" id="{52B88720-9152-160C-44BF-17B85727E631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4" name="pg2684">
                <a:extLst>
                  <a:ext uri="{FF2B5EF4-FFF2-40B4-BE49-F238E27FC236}">
                    <a16:creationId xmlns:a16="http://schemas.microsoft.com/office/drawing/2014/main" id="{0C9677BD-3B40-8CFE-F50E-13BF8D49C384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5" name="pg2685">
                <a:extLst>
                  <a:ext uri="{FF2B5EF4-FFF2-40B4-BE49-F238E27FC236}">
                    <a16:creationId xmlns:a16="http://schemas.microsoft.com/office/drawing/2014/main" id="{05F76089-AE2A-4FF8-034F-7A201CCD5C46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6" name="pg2686">
                <a:extLst>
                  <a:ext uri="{FF2B5EF4-FFF2-40B4-BE49-F238E27FC236}">
                    <a16:creationId xmlns:a16="http://schemas.microsoft.com/office/drawing/2014/main" id="{B725A710-201E-C00F-B808-D7AF3FB49D4F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7" name="pg2687">
                <a:extLst>
                  <a:ext uri="{FF2B5EF4-FFF2-40B4-BE49-F238E27FC236}">
                    <a16:creationId xmlns:a16="http://schemas.microsoft.com/office/drawing/2014/main" id="{CDBB2E90-863A-93AC-EBD7-11B960CE5529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8" name="pg2688">
                <a:extLst>
                  <a:ext uri="{FF2B5EF4-FFF2-40B4-BE49-F238E27FC236}">
                    <a16:creationId xmlns:a16="http://schemas.microsoft.com/office/drawing/2014/main" id="{8BFC22C7-26A5-6C05-E1AE-582941DD73D2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9" name="pg2689">
                <a:extLst>
                  <a:ext uri="{FF2B5EF4-FFF2-40B4-BE49-F238E27FC236}">
                    <a16:creationId xmlns:a16="http://schemas.microsoft.com/office/drawing/2014/main" id="{F9481E60-A965-82AD-E3CB-1EEEE418B520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0" name="pg2690">
                <a:extLst>
                  <a:ext uri="{FF2B5EF4-FFF2-40B4-BE49-F238E27FC236}">
                    <a16:creationId xmlns:a16="http://schemas.microsoft.com/office/drawing/2014/main" id="{B63614E6-4919-E7B6-AAE4-28ECEF149672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1" name="pg2691">
                <a:extLst>
                  <a:ext uri="{FF2B5EF4-FFF2-40B4-BE49-F238E27FC236}">
                    <a16:creationId xmlns:a16="http://schemas.microsoft.com/office/drawing/2014/main" id="{D2655B25-817D-BD1F-E8DF-5DC15101484A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2" name="pg2692">
                <a:extLst>
                  <a:ext uri="{FF2B5EF4-FFF2-40B4-BE49-F238E27FC236}">
                    <a16:creationId xmlns:a16="http://schemas.microsoft.com/office/drawing/2014/main" id="{03DDA503-E2E0-DE02-3F46-D2B54930C2BE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3" name="pg2693">
                <a:extLst>
                  <a:ext uri="{FF2B5EF4-FFF2-40B4-BE49-F238E27FC236}">
                    <a16:creationId xmlns:a16="http://schemas.microsoft.com/office/drawing/2014/main" id="{A951599B-0B4A-2206-AD70-721774BC3472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4" name="pg2694">
                <a:extLst>
                  <a:ext uri="{FF2B5EF4-FFF2-40B4-BE49-F238E27FC236}">
                    <a16:creationId xmlns:a16="http://schemas.microsoft.com/office/drawing/2014/main" id="{0F6AD866-AFDF-DDDB-9143-C54A9D0E383A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5" name="pg2695">
                <a:extLst>
                  <a:ext uri="{FF2B5EF4-FFF2-40B4-BE49-F238E27FC236}">
                    <a16:creationId xmlns:a16="http://schemas.microsoft.com/office/drawing/2014/main" id="{6ED76863-1404-A7C0-D6FE-E243932F4B1F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6" name="pg2696">
                <a:extLst>
                  <a:ext uri="{FF2B5EF4-FFF2-40B4-BE49-F238E27FC236}">
                    <a16:creationId xmlns:a16="http://schemas.microsoft.com/office/drawing/2014/main" id="{92C0A46D-D1F9-8CEB-9A89-D8E7D34988C7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7" name="pg2697">
                <a:extLst>
                  <a:ext uri="{FF2B5EF4-FFF2-40B4-BE49-F238E27FC236}">
                    <a16:creationId xmlns:a16="http://schemas.microsoft.com/office/drawing/2014/main" id="{13E1A9AE-1464-8A8F-EA2F-2E2FC5F5E859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8" name="pg2698">
                <a:extLst>
                  <a:ext uri="{FF2B5EF4-FFF2-40B4-BE49-F238E27FC236}">
                    <a16:creationId xmlns:a16="http://schemas.microsoft.com/office/drawing/2014/main" id="{446AC767-24E8-9498-5CA5-BCEA864F27B1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9" name="pg2699">
                <a:extLst>
                  <a:ext uri="{FF2B5EF4-FFF2-40B4-BE49-F238E27FC236}">
                    <a16:creationId xmlns:a16="http://schemas.microsoft.com/office/drawing/2014/main" id="{B703032B-6A76-2447-4A45-E4B9D669D459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0" name="pg2700">
                <a:extLst>
                  <a:ext uri="{FF2B5EF4-FFF2-40B4-BE49-F238E27FC236}">
                    <a16:creationId xmlns:a16="http://schemas.microsoft.com/office/drawing/2014/main" id="{297D07E5-5687-D2AE-5825-C43F1D7FE875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1" name="pg2701">
                <a:extLst>
                  <a:ext uri="{FF2B5EF4-FFF2-40B4-BE49-F238E27FC236}">
                    <a16:creationId xmlns:a16="http://schemas.microsoft.com/office/drawing/2014/main" id="{A83D6D81-F7B6-BB84-8967-A2E5E1DC3DC7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2" name="pg2702">
                <a:extLst>
                  <a:ext uri="{FF2B5EF4-FFF2-40B4-BE49-F238E27FC236}">
                    <a16:creationId xmlns:a16="http://schemas.microsoft.com/office/drawing/2014/main" id="{BC67AF96-13A7-880F-4D5D-F7DA55F4A2A8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3" name="pg2703">
                <a:extLst>
                  <a:ext uri="{FF2B5EF4-FFF2-40B4-BE49-F238E27FC236}">
                    <a16:creationId xmlns:a16="http://schemas.microsoft.com/office/drawing/2014/main" id="{537F99B0-A3F6-1FB7-7738-1406785DEC07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4" name="pg2704">
                <a:extLst>
                  <a:ext uri="{FF2B5EF4-FFF2-40B4-BE49-F238E27FC236}">
                    <a16:creationId xmlns:a16="http://schemas.microsoft.com/office/drawing/2014/main" id="{4239E9E2-9AF5-1DFA-FE38-3BF5DC615E2D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5" name="pg2705">
                <a:extLst>
                  <a:ext uri="{FF2B5EF4-FFF2-40B4-BE49-F238E27FC236}">
                    <a16:creationId xmlns:a16="http://schemas.microsoft.com/office/drawing/2014/main" id="{3CD5F9F6-B49B-A932-0CFB-D311A0F6649C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6" name="pg2706">
                <a:extLst>
                  <a:ext uri="{FF2B5EF4-FFF2-40B4-BE49-F238E27FC236}">
                    <a16:creationId xmlns:a16="http://schemas.microsoft.com/office/drawing/2014/main" id="{DC8B5C11-60FC-ACDB-845E-6DA604CA48FC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7" name="pg2707">
                <a:extLst>
                  <a:ext uri="{FF2B5EF4-FFF2-40B4-BE49-F238E27FC236}">
                    <a16:creationId xmlns:a16="http://schemas.microsoft.com/office/drawing/2014/main" id="{6E6DA845-037C-020A-4D44-9D0234D2E513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8" name="pg2708">
                <a:extLst>
                  <a:ext uri="{FF2B5EF4-FFF2-40B4-BE49-F238E27FC236}">
                    <a16:creationId xmlns:a16="http://schemas.microsoft.com/office/drawing/2014/main" id="{DBC30164-B7E3-3762-D478-94A86BC529AE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9" name="pg2709">
                <a:extLst>
                  <a:ext uri="{FF2B5EF4-FFF2-40B4-BE49-F238E27FC236}">
                    <a16:creationId xmlns:a16="http://schemas.microsoft.com/office/drawing/2014/main" id="{5CA9DAEB-19CF-9973-8CE1-EC8C58E72D3A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0" name="pg2710">
                <a:extLst>
                  <a:ext uri="{FF2B5EF4-FFF2-40B4-BE49-F238E27FC236}">
                    <a16:creationId xmlns:a16="http://schemas.microsoft.com/office/drawing/2014/main" id="{0700B19A-8C8C-4EFA-FC51-43D817D115AB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1" name="pg2711">
                <a:extLst>
                  <a:ext uri="{FF2B5EF4-FFF2-40B4-BE49-F238E27FC236}">
                    <a16:creationId xmlns:a16="http://schemas.microsoft.com/office/drawing/2014/main" id="{EB909A0C-AE04-98E5-72F0-0BD1BAC68645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2" name="pg2712">
                <a:extLst>
                  <a:ext uri="{FF2B5EF4-FFF2-40B4-BE49-F238E27FC236}">
                    <a16:creationId xmlns:a16="http://schemas.microsoft.com/office/drawing/2014/main" id="{D635FA75-88FE-7CD8-7E05-672E950227A3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3" name="pg2713">
                <a:extLst>
                  <a:ext uri="{FF2B5EF4-FFF2-40B4-BE49-F238E27FC236}">
                    <a16:creationId xmlns:a16="http://schemas.microsoft.com/office/drawing/2014/main" id="{DD9513D4-5E0A-CFAE-120B-DE7D319BE2DC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4" name="pg2714">
                <a:extLst>
                  <a:ext uri="{FF2B5EF4-FFF2-40B4-BE49-F238E27FC236}">
                    <a16:creationId xmlns:a16="http://schemas.microsoft.com/office/drawing/2014/main" id="{FCCD25FB-3F61-315E-A794-A4162D7C6196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5" name="pg2715">
                <a:extLst>
                  <a:ext uri="{FF2B5EF4-FFF2-40B4-BE49-F238E27FC236}">
                    <a16:creationId xmlns:a16="http://schemas.microsoft.com/office/drawing/2014/main" id="{7D2E1CA5-DCEF-8F00-3F91-07FB35F5AC21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6" name="pg2716">
                <a:extLst>
                  <a:ext uri="{FF2B5EF4-FFF2-40B4-BE49-F238E27FC236}">
                    <a16:creationId xmlns:a16="http://schemas.microsoft.com/office/drawing/2014/main" id="{4E507F48-949C-5DEA-67E4-0540D79A60CD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7" name="pg2717">
                <a:extLst>
                  <a:ext uri="{FF2B5EF4-FFF2-40B4-BE49-F238E27FC236}">
                    <a16:creationId xmlns:a16="http://schemas.microsoft.com/office/drawing/2014/main" id="{19A1507C-4385-6441-938C-C996A4611EF9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8" name="pg2718">
                <a:extLst>
                  <a:ext uri="{FF2B5EF4-FFF2-40B4-BE49-F238E27FC236}">
                    <a16:creationId xmlns:a16="http://schemas.microsoft.com/office/drawing/2014/main" id="{0746B732-038E-828F-8292-6A62F05E0B90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9" name="pg2719">
                <a:extLst>
                  <a:ext uri="{FF2B5EF4-FFF2-40B4-BE49-F238E27FC236}">
                    <a16:creationId xmlns:a16="http://schemas.microsoft.com/office/drawing/2014/main" id="{8A38495E-F960-10AC-BD6B-B0E40E3FDAC5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0" name="pg2720">
                <a:extLst>
                  <a:ext uri="{FF2B5EF4-FFF2-40B4-BE49-F238E27FC236}">
                    <a16:creationId xmlns:a16="http://schemas.microsoft.com/office/drawing/2014/main" id="{B35AFC97-1762-7410-04C4-57425E443DAB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1" name="pg2721">
                <a:extLst>
                  <a:ext uri="{FF2B5EF4-FFF2-40B4-BE49-F238E27FC236}">
                    <a16:creationId xmlns:a16="http://schemas.microsoft.com/office/drawing/2014/main" id="{2B09F83E-27D8-10FC-1878-D619E046D5D4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2" name="pg2722">
                <a:extLst>
                  <a:ext uri="{FF2B5EF4-FFF2-40B4-BE49-F238E27FC236}">
                    <a16:creationId xmlns:a16="http://schemas.microsoft.com/office/drawing/2014/main" id="{88F8E406-929E-9B59-8A46-5DFD9F864EA0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3" name="pg2723">
                <a:extLst>
                  <a:ext uri="{FF2B5EF4-FFF2-40B4-BE49-F238E27FC236}">
                    <a16:creationId xmlns:a16="http://schemas.microsoft.com/office/drawing/2014/main" id="{90593CBB-70DF-58AA-B8D8-B796440E2242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4" name="pg2724">
                <a:extLst>
                  <a:ext uri="{FF2B5EF4-FFF2-40B4-BE49-F238E27FC236}">
                    <a16:creationId xmlns:a16="http://schemas.microsoft.com/office/drawing/2014/main" id="{670FFF8C-6430-AF22-A574-3FB1FAD11502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5" name="pg2725">
                <a:extLst>
                  <a:ext uri="{FF2B5EF4-FFF2-40B4-BE49-F238E27FC236}">
                    <a16:creationId xmlns:a16="http://schemas.microsoft.com/office/drawing/2014/main" id="{15655625-A62C-9363-EC30-542028A16364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6" name="pg2726">
                <a:extLst>
                  <a:ext uri="{FF2B5EF4-FFF2-40B4-BE49-F238E27FC236}">
                    <a16:creationId xmlns:a16="http://schemas.microsoft.com/office/drawing/2014/main" id="{83BE28E6-8A24-6701-2251-A7FB21DC7BDB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7" name="pg2727">
                <a:extLst>
                  <a:ext uri="{FF2B5EF4-FFF2-40B4-BE49-F238E27FC236}">
                    <a16:creationId xmlns:a16="http://schemas.microsoft.com/office/drawing/2014/main" id="{041C8A2F-AF28-6895-5C4E-A3B658CFD98D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8" name="pg2728">
                <a:extLst>
                  <a:ext uri="{FF2B5EF4-FFF2-40B4-BE49-F238E27FC236}">
                    <a16:creationId xmlns:a16="http://schemas.microsoft.com/office/drawing/2014/main" id="{ED4CD9B8-4CB4-0CCD-67AE-E951AE582331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9" name="pg2729">
                <a:extLst>
                  <a:ext uri="{FF2B5EF4-FFF2-40B4-BE49-F238E27FC236}">
                    <a16:creationId xmlns:a16="http://schemas.microsoft.com/office/drawing/2014/main" id="{ED8ADBB9-D1AA-41D2-1940-8992839E8379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0" name="pg2730">
                <a:extLst>
                  <a:ext uri="{FF2B5EF4-FFF2-40B4-BE49-F238E27FC236}">
                    <a16:creationId xmlns:a16="http://schemas.microsoft.com/office/drawing/2014/main" id="{B134A298-DCA0-B3D6-6D54-D25F8CA97A4D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1" name="pg2731">
                <a:extLst>
                  <a:ext uri="{FF2B5EF4-FFF2-40B4-BE49-F238E27FC236}">
                    <a16:creationId xmlns:a16="http://schemas.microsoft.com/office/drawing/2014/main" id="{C4C30DF5-860F-533E-9861-CEDEC7332699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2" name="pg2732">
                <a:extLst>
                  <a:ext uri="{FF2B5EF4-FFF2-40B4-BE49-F238E27FC236}">
                    <a16:creationId xmlns:a16="http://schemas.microsoft.com/office/drawing/2014/main" id="{E9456C3E-874C-9A7A-BB0A-5EC3DC747A66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3" name="pg2733">
                <a:extLst>
                  <a:ext uri="{FF2B5EF4-FFF2-40B4-BE49-F238E27FC236}">
                    <a16:creationId xmlns:a16="http://schemas.microsoft.com/office/drawing/2014/main" id="{83650057-AC55-ABC3-9C99-2A734FA3310A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4" name="pg2734">
                <a:extLst>
                  <a:ext uri="{FF2B5EF4-FFF2-40B4-BE49-F238E27FC236}">
                    <a16:creationId xmlns:a16="http://schemas.microsoft.com/office/drawing/2014/main" id="{C58EC1E6-9023-D699-722D-3E16EACECF9F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5" name="pg2735">
                <a:extLst>
                  <a:ext uri="{FF2B5EF4-FFF2-40B4-BE49-F238E27FC236}">
                    <a16:creationId xmlns:a16="http://schemas.microsoft.com/office/drawing/2014/main" id="{43BCA809-9972-C73E-FBDD-19ACE8001235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6" name="pg2736">
                <a:extLst>
                  <a:ext uri="{FF2B5EF4-FFF2-40B4-BE49-F238E27FC236}">
                    <a16:creationId xmlns:a16="http://schemas.microsoft.com/office/drawing/2014/main" id="{7D2D15BD-2576-A972-FFC4-A63A63B3B96E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7" name="pg2737">
                <a:extLst>
                  <a:ext uri="{FF2B5EF4-FFF2-40B4-BE49-F238E27FC236}">
                    <a16:creationId xmlns:a16="http://schemas.microsoft.com/office/drawing/2014/main" id="{7665D0FA-F2C1-C5F0-6221-18E527F00A35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8" name="pg2738">
                <a:extLst>
                  <a:ext uri="{FF2B5EF4-FFF2-40B4-BE49-F238E27FC236}">
                    <a16:creationId xmlns:a16="http://schemas.microsoft.com/office/drawing/2014/main" id="{BA83C1D5-DD69-7898-E896-0F003DD7FDFC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9" name="pg2739">
                <a:extLst>
                  <a:ext uri="{FF2B5EF4-FFF2-40B4-BE49-F238E27FC236}">
                    <a16:creationId xmlns:a16="http://schemas.microsoft.com/office/drawing/2014/main" id="{567524BC-282E-3DBB-3C5B-6019257B7A1B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0" name="pg2740">
                <a:extLst>
                  <a:ext uri="{FF2B5EF4-FFF2-40B4-BE49-F238E27FC236}">
                    <a16:creationId xmlns:a16="http://schemas.microsoft.com/office/drawing/2014/main" id="{85D080A9-E9F2-9A72-2809-A19E85A32E94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1" name="pg2741">
                <a:extLst>
                  <a:ext uri="{FF2B5EF4-FFF2-40B4-BE49-F238E27FC236}">
                    <a16:creationId xmlns:a16="http://schemas.microsoft.com/office/drawing/2014/main" id="{701C414D-AB24-92CB-7771-63E470939669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2" name="pg2742">
                <a:extLst>
                  <a:ext uri="{FF2B5EF4-FFF2-40B4-BE49-F238E27FC236}">
                    <a16:creationId xmlns:a16="http://schemas.microsoft.com/office/drawing/2014/main" id="{AE5FFD4D-12C8-152E-A6C2-A6B87128EE53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3" name="pg2743">
                <a:extLst>
                  <a:ext uri="{FF2B5EF4-FFF2-40B4-BE49-F238E27FC236}">
                    <a16:creationId xmlns:a16="http://schemas.microsoft.com/office/drawing/2014/main" id="{E08A6DB1-5DBF-6280-A916-BAAD94D09733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4" name="pg2744">
                <a:extLst>
                  <a:ext uri="{FF2B5EF4-FFF2-40B4-BE49-F238E27FC236}">
                    <a16:creationId xmlns:a16="http://schemas.microsoft.com/office/drawing/2014/main" id="{4250F672-6382-E101-DA94-B251638901AF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5" name="pg2745">
                <a:extLst>
                  <a:ext uri="{FF2B5EF4-FFF2-40B4-BE49-F238E27FC236}">
                    <a16:creationId xmlns:a16="http://schemas.microsoft.com/office/drawing/2014/main" id="{EC2164E5-9099-9CAC-4583-1BA9E184E774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6" name="pg2746">
                <a:extLst>
                  <a:ext uri="{FF2B5EF4-FFF2-40B4-BE49-F238E27FC236}">
                    <a16:creationId xmlns:a16="http://schemas.microsoft.com/office/drawing/2014/main" id="{166EB373-219D-A403-7905-BF7468D2B411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7" name="pg2747">
                <a:extLst>
                  <a:ext uri="{FF2B5EF4-FFF2-40B4-BE49-F238E27FC236}">
                    <a16:creationId xmlns:a16="http://schemas.microsoft.com/office/drawing/2014/main" id="{055D152F-28BE-9982-FEE0-71C4EE09B32D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8" name="pg2748">
                <a:extLst>
                  <a:ext uri="{FF2B5EF4-FFF2-40B4-BE49-F238E27FC236}">
                    <a16:creationId xmlns:a16="http://schemas.microsoft.com/office/drawing/2014/main" id="{37680965-412E-593D-2E15-357246FFF430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9" name="pg2749">
                <a:extLst>
                  <a:ext uri="{FF2B5EF4-FFF2-40B4-BE49-F238E27FC236}">
                    <a16:creationId xmlns:a16="http://schemas.microsoft.com/office/drawing/2014/main" id="{80170035-0D4B-DCE0-3B2C-4A259D96CE57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0" name="pg2750">
                <a:extLst>
                  <a:ext uri="{FF2B5EF4-FFF2-40B4-BE49-F238E27FC236}">
                    <a16:creationId xmlns:a16="http://schemas.microsoft.com/office/drawing/2014/main" id="{3B69A3E8-586B-DF0F-AD43-E768E476C57D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1" name="pg2751">
                <a:extLst>
                  <a:ext uri="{FF2B5EF4-FFF2-40B4-BE49-F238E27FC236}">
                    <a16:creationId xmlns:a16="http://schemas.microsoft.com/office/drawing/2014/main" id="{08EE171B-3512-F64B-C056-40EC47C35551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2" name="pg2752">
                <a:extLst>
                  <a:ext uri="{FF2B5EF4-FFF2-40B4-BE49-F238E27FC236}">
                    <a16:creationId xmlns:a16="http://schemas.microsoft.com/office/drawing/2014/main" id="{55D836EF-7AA4-3945-BEDD-EDA1E9D686F3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3" name="pg2753">
                <a:extLst>
                  <a:ext uri="{FF2B5EF4-FFF2-40B4-BE49-F238E27FC236}">
                    <a16:creationId xmlns:a16="http://schemas.microsoft.com/office/drawing/2014/main" id="{C53FC6CF-EAB9-EDEB-38A2-E383D6ED811A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4" name="pg2754">
                <a:extLst>
                  <a:ext uri="{FF2B5EF4-FFF2-40B4-BE49-F238E27FC236}">
                    <a16:creationId xmlns:a16="http://schemas.microsoft.com/office/drawing/2014/main" id="{147902DB-DAFB-1050-1050-50C4AABD73E6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5" name="pg2755">
                <a:extLst>
                  <a:ext uri="{FF2B5EF4-FFF2-40B4-BE49-F238E27FC236}">
                    <a16:creationId xmlns:a16="http://schemas.microsoft.com/office/drawing/2014/main" id="{FE221072-049F-D524-09FD-1522C3F9A0A2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6" name="pg2756">
                <a:extLst>
                  <a:ext uri="{FF2B5EF4-FFF2-40B4-BE49-F238E27FC236}">
                    <a16:creationId xmlns:a16="http://schemas.microsoft.com/office/drawing/2014/main" id="{FBB4391C-8E3A-7AE4-DC4E-7E6BA992CEC9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7" name="pg2757">
                <a:extLst>
                  <a:ext uri="{FF2B5EF4-FFF2-40B4-BE49-F238E27FC236}">
                    <a16:creationId xmlns:a16="http://schemas.microsoft.com/office/drawing/2014/main" id="{E3A90B23-BF7B-5230-858B-01E19926C3F9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8" name="pg2758">
                <a:extLst>
                  <a:ext uri="{FF2B5EF4-FFF2-40B4-BE49-F238E27FC236}">
                    <a16:creationId xmlns:a16="http://schemas.microsoft.com/office/drawing/2014/main" id="{94255A0F-4EB4-0A58-CE4F-83A0A98476D7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9" name="pg2759">
                <a:extLst>
                  <a:ext uri="{FF2B5EF4-FFF2-40B4-BE49-F238E27FC236}">
                    <a16:creationId xmlns:a16="http://schemas.microsoft.com/office/drawing/2014/main" id="{5DB3176A-7D22-B4A7-C473-A8CB047AE8A9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0" name="pg2760">
                <a:extLst>
                  <a:ext uri="{FF2B5EF4-FFF2-40B4-BE49-F238E27FC236}">
                    <a16:creationId xmlns:a16="http://schemas.microsoft.com/office/drawing/2014/main" id="{23F1A1EE-7A5C-CFAD-3A2D-81A617830A91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1" name="pg2761">
                <a:extLst>
                  <a:ext uri="{FF2B5EF4-FFF2-40B4-BE49-F238E27FC236}">
                    <a16:creationId xmlns:a16="http://schemas.microsoft.com/office/drawing/2014/main" id="{6A5EC2DC-4542-3262-C313-582563FADBF6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2" name="pg2762">
                <a:extLst>
                  <a:ext uri="{FF2B5EF4-FFF2-40B4-BE49-F238E27FC236}">
                    <a16:creationId xmlns:a16="http://schemas.microsoft.com/office/drawing/2014/main" id="{4F35D94C-E575-7E14-5B8F-E9BA3875C06D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3" name="pg2763">
                <a:extLst>
                  <a:ext uri="{FF2B5EF4-FFF2-40B4-BE49-F238E27FC236}">
                    <a16:creationId xmlns:a16="http://schemas.microsoft.com/office/drawing/2014/main" id="{1F7DBD3A-F661-4B16-8D99-5763D2AE939C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4" name="pg2764">
                <a:extLst>
                  <a:ext uri="{FF2B5EF4-FFF2-40B4-BE49-F238E27FC236}">
                    <a16:creationId xmlns:a16="http://schemas.microsoft.com/office/drawing/2014/main" id="{80748C15-551E-3469-D20F-20F408D00153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5" name="pg2765">
                <a:extLst>
                  <a:ext uri="{FF2B5EF4-FFF2-40B4-BE49-F238E27FC236}">
                    <a16:creationId xmlns:a16="http://schemas.microsoft.com/office/drawing/2014/main" id="{6CB2D1CF-9578-D5A9-060D-AA5232352523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6" name="pg2766">
                <a:extLst>
                  <a:ext uri="{FF2B5EF4-FFF2-40B4-BE49-F238E27FC236}">
                    <a16:creationId xmlns:a16="http://schemas.microsoft.com/office/drawing/2014/main" id="{A429427A-9A08-BC55-8510-9C1AD4D18939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7" name="pg2767">
                <a:extLst>
                  <a:ext uri="{FF2B5EF4-FFF2-40B4-BE49-F238E27FC236}">
                    <a16:creationId xmlns:a16="http://schemas.microsoft.com/office/drawing/2014/main" id="{CA211B76-80FB-F187-5EF8-2AF63D09658B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8" name="pg2768">
                <a:extLst>
                  <a:ext uri="{FF2B5EF4-FFF2-40B4-BE49-F238E27FC236}">
                    <a16:creationId xmlns:a16="http://schemas.microsoft.com/office/drawing/2014/main" id="{BA769B2B-C8C8-A303-88E8-2B316DAF02D3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9" name="pg2769">
                <a:extLst>
                  <a:ext uri="{FF2B5EF4-FFF2-40B4-BE49-F238E27FC236}">
                    <a16:creationId xmlns:a16="http://schemas.microsoft.com/office/drawing/2014/main" id="{AEFAA163-4192-EBD3-1156-1B6FED64DC4A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0" name="pg2770">
                <a:extLst>
                  <a:ext uri="{FF2B5EF4-FFF2-40B4-BE49-F238E27FC236}">
                    <a16:creationId xmlns:a16="http://schemas.microsoft.com/office/drawing/2014/main" id="{0A2EEE93-33F3-9E14-5D3F-3074E21C2E4B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1" name="pg2771">
                <a:extLst>
                  <a:ext uri="{FF2B5EF4-FFF2-40B4-BE49-F238E27FC236}">
                    <a16:creationId xmlns:a16="http://schemas.microsoft.com/office/drawing/2014/main" id="{F503BCD1-9B4A-E001-16DF-A96AD774141B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2" name="pg2772">
                <a:extLst>
                  <a:ext uri="{FF2B5EF4-FFF2-40B4-BE49-F238E27FC236}">
                    <a16:creationId xmlns:a16="http://schemas.microsoft.com/office/drawing/2014/main" id="{BA45AD5D-3669-4EB3-36A0-11A8EF03B602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3" name="pg2773">
                <a:extLst>
                  <a:ext uri="{FF2B5EF4-FFF2-40B4-BE49-F238E27FC236}">
                    <a16:creationId xmlns:a16="http://schemas.microsoft.com/office/drawing/2014/main" id="{4B405715-1187-0580-B26E-E0E27E2D7F88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4" name="pg2774">
                <a:extLst>
                  <a:ext uri="{FF2B5EF4-FFF2-40B4-BE49-F238E27FC236}">
                    <a16:creationId xmlns:a16="http://schemas.microsoft.com/office/drawing/2014/main" id="{43FA5160-626D-E475-3F90-F5DDE74B14CB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5" name="pg2775">
                <a:extLst>
                  <a:ext uri="{FF2B5EF4-FFF2-40B4-BE49-F238E27FC236}">
                    <a16:creationId xmlns:a16="http://schemas.microsoft.com/office/drawing/2014/main" id="{D5DCBFD1-B61F-7487-D182-41F5B7609117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6" name="pg2776">
                <a:extLst>
                  <a:ext uri="{FF2B5EF4-FFF2-40B4-BE49-F238E27FC236}">
                    <a16:creationId xmlns:a16="http://schemas.microsoft.com/office/drawing/2014/main" id="{C85CBA9A-74DD-216D-5F4F-D0A8B1E09C1A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7" name="pg2777">
                <a:extLst>
                  <a:ext uri="{FF2B5EF4-FFF2-40B4-BE49-F238E27FC236}">
                    <a16:creationId xmlns:a16="http://schemas.microsoft.com/office/drawing/2014/main" id="{72DB7C49-C045-809A-8AE0-9708048876F7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8" name="pg2778">
                <a:extLst>
                  <a:ext uri="{FF2B5EF4-FFF2-40B4-BE49-F238E27FC236}">
                    <a16:creationId xmlns:a16="http://schemas.microsoft.com/office/drawing/2014/main" id="{45C80EB4-14D8-6495-6023-278B8AB738BC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9" name="pg2779">
                <a:extLst>
                  <a:ext uri="{FF2B5EF4-FFF2-40B4-BE49-F238E27FC236}">
                    <a16:creationId xmlns:a16="http://schemas.microsoft.com/office/drawing/2014/main" id="{C89688D2-0D58-59EE-458A-ACF2FCA7985D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0" name="pg2780">
                <a:extLst>
                  <a:ext uri="{FF2B5EF4-FFF2-40B4-BE49-F238E27FC236}">
                    <a16:creationId xmlns:a16="http://schemas.microsoft.com/office/drawing/2014/main" id="{E7001BD9-BFFA-8D4D-D7B0-92CE97B0B0CB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1" name="pg2781">
                <a:extLst>
                  <a:ext uri="{FF2B5EF4-FFF2-40B4-BE49-F238E27FC236}">
                    <a16:creationId xmlns:a16="http://schemas.microsoft.com/office/drawing/2014/main" id="{E9B04A4F-CC41-1F3F-20D5-7DDBBB6AF50A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2" name="pg2782">
                <a:extLst>
                  <a:ext uri="{FF2B5EF4-FFF2-40B4-BE49-F238E27FC236}">
                    <a16:creationId xmlns:a16="http://schemas.microsoft.com/office/drawing/2014/main" id="{F5F0DF87-6B6B-432F-9806-14C43B93CCDF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3" name="pg2783">
                <a:extLst>
                  <a:ext uri="{FF2B5EF4-FFF2-40B4-BE49-F238E27FC236}">
                    <a16:creationId xmlns:a16="http://schemas.microsoft.com/office/drawing/2014/main" id="{F0CA5529-7AA6-FBFD-C3A0-FFB27E8C692E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4" name="pg2784">
                <a:extLst>
                  <a:ext uri="{FF2B5EF4-FFF2-40B4-BE49-F238E27FC236}">
                    <a16:creationId xmlns:a16="http://schemas.microsoft.com/office/drawing/2014/main" id="{5F5CCFF0-F25B-D95E-BC76-856D1F9B4C09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5" name="pg2785">
                <a:extLst>
                  <a:ext uri="{FF2B5EF4-FFF2-40B4-BE49-F238E27FC236}">
                    <a16:creationId xmlns:a16="http://schemas.microsoft.com/office/drawing/2014/main" id="{BB7CEC08-1402-E747-C53D-DB05AFB226D5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6" name="pg2786">
                <a:extLst>
                  <a:ext uri="{FF2B5EF4-FFF2-40B4-BE49-F238E27FC236}">
                    <a16:creationId xmlns:a16="http://schemas.microsoft.com/office/drawing/2014/main" id="{C9E3CBD0-A35F-B438-8063-0AC3DA84FF7A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7" name="pg2787">
                <a:extLst>
                  <a:ext uri="{FF2B5EF4-FFF2-40B4-BE49-F238E27FC236}">
                    <a16:creationId xmlns:a16="http://schemas.microsoft.com/office/drawing/2014/main" id="{A7CEB0EF-EC73-9458-F50D-EEDD0FBDC76C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8" name="pg2788">
                <a:extLst>
                  <a:ext uri="{FF2B5EF4-FFF2-40B4-BE49-F238E27FC236}">
                    <a16:creationId xmlns:a16="http://schemas.microsoft.com/office/drawing/2014/main" id="{57086055-4BF4-6191-FCB2-B2FEC16F7038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9" name="pg2789">
                <a:extLst>
                  <a:ext uri="{FF2B5EF4-FFF2-40B4-BE49-F238E27FC236}">
                    <a16:creationId xmlns:a16="http://schemas.microsoft.com/office/drawing/2014/main" id="{E1B674C1-5D1D-9B11-9AAB-2FF30CC5213F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0" name="pg2790">
                <a:extLst>
                  <a:ext uri="{FF2B5EF4-FFF2-40B4-BE49-F238E27FC236}">
                    <a16:creationId xmlns:a16="http://schemas.microsoft.com/office/drawing/2014/main" id="{C3F7EEBF-9DDF-D839-FE3C-6C7B03A02E68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1" name="pg2791">
                <a:extLst>
                  <a:ext uri="{FF2B5EF4-FFF2-40B4-BE49-F238E27FC236}">
                    <a16:creationId xmlns:a16="http://schemas.microsoft.com/office/drawing/2014/main" id="{B767D00E-EF6D-1E12-5819-BA670927DE97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2" name="pg2792">
                <a:extLst>
                  <a:ext uri="{FF2B5EF4-FFF2-40B4-BE49-F238E27FC236}">
                    <a16:creationId xmlns:a16="http://schemas.microsoft.com/office/drawing/2014/main" id="{B737E12A-280D-1872-BC4C-2813FA4BBED3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3" name="pg2793">
                <a:extLst>
                  <a:ext uri="{FF2B5EF4-FFF2-40B4-BE49-F238E27FC236}">
                    <a16:creationId xmlns:a16="http://schemas.microsoft.com/office/drawing/2014/main" id="{DB4AFA21-5288-4509-28F6-C2E828AFFD82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4" name="pg2794">
                <a:extLst>
                  <a:ext uri="{FF2B5EF4-FFF2-40B4-BE49-F238E27FC236}">
                    <a16:creationId xmlns:a16="http://schemas.microsoft.com/office/drawing/2014/main" id="{B2AE3D78-8511-F37E-6C54-245D3CCE91DD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5" name="pg2795">
                <a:extLst>
                  <a:ext uri="{FF2B5EF4-FFF2-40B4-BE49-F238E27FC236}">
                    <a16:creationId xmlns:a16="http://schemas.microsoft.com/office/drawing/2014/main" id="{81B3C924-ECED-5E33-66B7-91FDF2183EE9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6" name="pg2796">
                <a:extLst>
                  <a:ext uri="{FF2B5EF4-FFF2-40B4-BE49-F238E27FC236}">
                    <a16:creationId xmlns:a16="http://schemas.microsoft.com/office/drawing/2014/main" id="{29F2C006-47D3-346E-C14F-08B66B016303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7" name="pg2797">
                <a:extLst>
                  <a:ext uri="{FF2B5EF4-FFF2-40B4-BE49-F238E27FC236}">
                    <a16:creationId xmlns:a16="http://schemas.microsoft.com/office/drawing/2014/main" id="{E8170DA6-1D2C-B735-3C8F-9204C9E1799A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8" name="pg2798">
                <a:extLst>
                  <a:ext uri="{FF2B5EF4-FFF2-40B4-BE49-F238E27FC236}">
                    <a16:creationId xmlns:a16="http://schemas.microsoft.com/office/drawing/2014/main" id="{DE7F3CB7-FA45-C091-1018-CE94325A5DC7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9" name="pg2799">
                <a:extLst>
                  <a:ext uri="{FF2B5EF4-FFF2-40B4-BE49-F238E27FC236}">
                    <a16:creationId xmlns:a16="http://schemas.microsoft.com/office/drawing/2014/main" id="{B9D2DFFA-1642-B5FE-1735-E99DBDA78B7C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0" name="pg2800">
                <a:extLst>
                  <a:ext uri="{FF2B5EF4-FFF2-40B4-BE49-F238E27FC236}">
                    <a16:creationId xmlns:a16="http://schemas.microsoft.com/office/drawing/2014/main" id="{9DC72159-95FE-11DB-2BEA-2213588D56A3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1" name="pg2801">
                <a:extLst>
                  <a:ext uri="{FF2B5EF4-FFF2-40B4-BE49-F238E27FC236}">
                    <a16:creationId xmlns:a16="http://schemas.microsoft.com/office/drawing/2014/main" id="{DA8F6376-A458-D363-33D4-FDB343478C9A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2" name="pg2802">
                <a:extLst>
                  <a:ext uri="{FF2B5EF4-FFF2-40B4-BE49-F238E27FC236}">
                    <a16:creationId xmlns:a16="http://schemas.microsoft.com/office/drawing/2014/main" id="{E057B952-94B3-8688-D5D0-5037560B14CB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3" name="pg2803">
                <a:extLst>
                  <a:ext uri="{FF2B5EF4-FFF2-40B4-BE49-F238E27FC236}">
                    <a16:creationId xmlns:a16="http://schemas.microsoft.com/office/drawing/2014/main" id="{5DB9EFEE-C241-B94B-676C-70DAF7E2954F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4" name="pg2804">
                <a:extLst>
                  <a:ext uri="{FF2B5EF4-FFF2-40B4-BE49-F238E27FC236}">
                    <a16:creationId xmlns:a16="http://schemas.microsoft.com/office/drawing/2014/main" id="{82CBFCD4-C022-863D-8A80-C461B9DC476C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5" name="pg2805">
                <a:extLst>
                  <a:ext uri="{FF2B5EF4-FFF2-40B4-BE49-F238E27FC236}">
                    <a16:creationId xmlns:a16="http://schemas.microsoft.com/office/drawing/2014/main" id="{456E8242-11F4-535B-DF60-141AF0CFD145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6" name="pg2806">
                <a:extLst>
                  <a:ext uri="{FF2B5EF4-FFF2-40B4-BE49-F238E27FC236}">
                    <a16:creationId xmlns:a16="http://schemas.microsoft.com/office/drawing/2014/main" id="{C79BA4E7-83DD-295C-576C-4307E382C948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7" name="pg2807">
                <a:extLst>
                  <a:ext uri="{FF2B5EF4-FFF2-40B4-BE49-F238E27FC236}">
                    <a16:creationId xmlns:a16="http://schemas.microsoft.com/office/drawing/2014/main" id="{1E5C9F76-177A-94FE-2C11-723418246A96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8" name="pg2808">
                <a:extLst>
                  <a:ext uri="{FF2B5EF4-FFF2-40B4-BE49-F238E27FC236}">
                    <a16:creationId xmlns:a16="http://schemas.microsoft.com/office/drawing/2014/main" id="{549762A2-5138-9978-E8B3-ED9F82975FCC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9" name="pg2809">
                <a:extLst>
                  <a:ext uri="{FF2B5EF4-FFF2-40B4-BE49-F238E27FC236}">
                    <a16:creationId xmlns:a16="http://schemas.microsoft.com/office/drawing/2014/main" id="{BBDF24E3-0033-A6E4-08F8-29BF3DFD2589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0" name="pg2810">
                <a:extLst>
                  <a:ext uri="{FF2B5EF4-FFF2-40B4-BE49-F238E27FC236}">
                    <a16:creationId xmlns:a16="http://schemas.microsoft.com/office/drawing/2014/main" id="{9A092A79-9BD3-C773-603A-C2A2786970BC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1" name="pg2811">
                <a:extLst>
                  <a:ext uri="{FF2B5EF4-FFF2-40B4-BE49-F238E27FC236}">
                    <a16:creationId xmlns:a16="http://schemas.microsoft.com/office/drawing/2014/main" id="{80456A4E-12DA-EB05-4314-174ED56136B7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2" name="pg2812">
                <a:extLst>
                  <a:ext uri="{FF2B5EF4-FFF2-40B4-BE49-F238E27FC236}">
                    <a16:creationId xmlns:a16="http://schemas.microsoft.com/office/drawing/2014/main" id="{BC4EB65A-7205-0766-F21E-118AAC19BC1D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3" name="pg2813">
                <a:extLst>
                  <a:ext uri="{FF2B5EF4-FFF2-40B4-BE49-F238E27FC236}">
                    <a16:creationId xmlns:a16="http://schemas.microsoft.com/office/drawing/2014/main" id="{04D2B357-49CB-3FF0-4590-FFB1C47EFD2E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4" name="pg2814">
                <a:extLst>
                  <a:ext uri="{FF2B5EF4-FFF2-40B4-BE49-F238E27FC236}">
                    <a16:creationId xmlns:a16="http://schemas.microsoft.com/office/drawing/2014/main" id="{5884728D-A4F0-5536-D3BE-9E7AEC7A4076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5" name="pg2815">
                <a:extLst>
                  <a:ext uri="{FF2B5EF4-FFF2-40B4-BE49-F238E27FC236}">
                    <a16:creationId xmlns:a16="http://schemas.microsoft.com/office/drawing/2014/main" id="{C682D640-5ADB-B810-F009-F3BD8AE2D76F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6" name="pg2816">
                <a:extLst>
                  <a:ext uri="{FF2B5EF4-FFF2-40B4-BE49-F238E27FC236}">
                    <a16:creationId xmlns:a16="http://schemas.microsoft.com/office/drawing/2014/main" id="{73D0F761-B7F7-DDFF-65FE-B74716CA75FE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7" name="pg2817">
                <a:extLst>
                  <a:ext uri="{FF2B5EF4-FFF2-40B4-BE49-F238E27FC236}">
                    <a16:creationId xmlns:a16="http://schemas.microsoft.com/office/drawing/2014/main" id="{2D81D7D5-A791-A58C-C888-0E31C5A7FF4B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8" name="pg2818">
                <a:extLst>
                  <a:ext uri="{FF2B5EF4-FFF2-40B4-BE49-F238E27FC236}">
                    <a16:creationId xmlns:a16="http://schemas.microsoft.com/office/drawing/2014/main" id="{5715931F-27B2-C15A-44F1-5B05E9F228D4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9" name="pg2819">
                <a:extLst>
                  <a:ext uri="{FF2B5EF4-FFF2-40B4-BE49-F238E27FC236}">
                    <a16:creationId xmlns:a16="http://schemas.microsoft.com/office/drawing/2014/main" id="{7F2C25DD-A198-EB37-4CCB-F6E0080ACE08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0" name="pg2820">
                <a:extLst>
                  <a:ext uri="{FF2B5EF4-FFF2-40B4-BE49-F238E27FC236}">
                    <a16:creationId xmlns:a16="http://schemas.microsoft.com/office/drawing/2014/main" id="{EFBAF160-4586-1BAE-074E-37133EF2A8BA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1" name="pg2821">
                <a:extLst>
                  <a:ext uri="{FF2B5EF4-FFF2-40B4-BE49-F238E27FC236}">
                    <a16:creationId xmlns:a16="http://schemas.microsoft.com/office/drawing/2014/main" id="{78A2DE55-425C-6482-34CE-E0D3D455549F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2" name="pg2822">
                <a:extLst>
                  <a:ext uri="{FF2B5EF4-FFF2-40B4-BE49-F238E27FC236}">
                    <a16:creationId xmlns:a16="http://schemas.microsoft.com/office/drawing/2014/main" id="{ACC522D1-E6CF-2222-27A9-077A4589440E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3" name="pg2823">
                <a:extLst>
                  <a:ext uri="{FF2B5EF4-FFF2-40B4-BE49-F238E27FC236}">
                    <a16:creationId xmlns:a16="http://schemas.microsoft.com/office/drawing/2014/main" id="{6FAE1053-D9AD-6473-38DC-8CDD0402FCE9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4" name="pg2824">
                <a:extLst>
                  <a:ext uri="{FF2B5EF4-FFF2-40B4-BE49-F238E27FC236}">
                    <a16:creationId xmlns:a16="http://schemas.microsoft.com/office/drawing/2014/main" id="{CE64CC3C-1D12-31C2-9087-79AB66FEFBB5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5" name="pg2825">
                <a:extLst>
                  <a:ext uri="{FF2B5EF4-FFF2-40B4-BE49-F238E27FC236}">
                    <a16:creationId xmlns:a16="http://schemas.microsoft.com/office/drawing/2014/main" id="{F25C1FA1-C23D-FEAA-BAE9-0236E2320BAE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6" name="pg2826">
                <a:extLst>
                  <a:ext uri="{FF2B5EF4-FFF2-40B4-BE49-F238E27FC236}">
                    <a16:creationId xmlns:a16="http://schemas.microsoft.com/office/drawing/2014/main" id="{A546C2CF-AB55-5DC3-EE1A-BB426370EB1E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7" name="pg2827">
                <a:extLst>
                  <a:ext uri="{FF2B5EF4-FFF2-40B4-BE49-F238E27FC236}">
                    <a16:creationId xmlns:a16="http://schemas.microsoft.com/office/drawing/2014/main" id="{5CDA2D1C-D4A2-73F7-AE36-F96DC9456B03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8" name="pg2828">
                <a:extLst>
                  <a:ext uri="{FF2B5EF4-FFF2-40B4-BE49-F238E27FC236}">
                    <a16:creationId xmlns:a16="http://schemas.microsoft.com/office/drawing/2014/main" id="{9A58E7C6-A179-145A-F65F-9304EAFB3B63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9" name="pg2829">
                <a:extLst>
                  <a:ext uri="{FF2B5EF4-FFF2-40B4-BE49-F238E27FC236}">
                    <a16:creationId xmlns:a16="http://schemas.microsoft.com/office/drawing/2014/main" id="{00E80644-B832-9B55-DED2-249A80733833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0" name="pg2830">
                <a:extLst>
                  <a:ext uri="{FF2B5EF4-FFF2-40B4-BE49-F238E27FC236}">
                    <a16:creationId xmlns:a16="http://schemas.microsoft.com/office/drawing/2014/main" id="{DC57D758-4152-3B69-2FF2-812AA96E0A13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1" name="pg2831">
                <a:extLst>
                  <a:ext uri="{FF2B5EF4-FFF2-40B4-BE49-F238E27FC236}">
                    <a16:creationId xmlns:a16="http://schemas.microsoft.com/office/drawing/2014/main" id="{281C80C8-86C4-9B44-0224-BDC33B61B7B2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2" name="pg2832">
                <a:extLst>
                  <a:ext uri="{FF2B5EF4-FFF2-40B4-BE49-F238E27FC236}">
                    <a16:creationId xmlns:a16="http://schemas.microsoft.com/office/drawing/2014/main" id="{F5E132F9-DB46-1BBB-6760-220E5DFA34D1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3" name="pg2833">
                <a:extLst>
                  <a:ext uri="{FF2B5EF4-FFF2-40B4-BE49-F238E27FC236}">
                    <a16:creationId xmlns:a16="http://schemas.microsoft.com/office/drawing/2014/main" id="{49161232-FE83-B40F-199B-1DD5995D8F5E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4" name="pg2834">
                <a:extLst>
                  <a:ext uri="{FF2B5EF4-FFF2-40B4-BE49-F238E27FC236}">
                    <a16:creationId xmlns:a16="http://schemas.microsoft.com/office/drawing/2014/main" id="{1CC27BD5-E92E-6380-06E6-D1BD354DDD6E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5" name="pg2835">
                <a:extLst>
                  <a:ext uri="{FF2B5EF4-FFF2-40B4-BE49-F238E27FC236}">
                    <a16:creationId xmlns:a16="http://schemas.microsoft.com/office/drawing/2014/main" id="{B79420BC-7DF9-DFD2-D803-759DB3BC1D34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6" name="pg2836">
                <a:extLst>
                  <a:ext uri="{FF2B5EF4-FFF2-40B4-BE49-F238E27FC236}">
                    <a16:creationId xmlns:a16="http://schemas.microsoft.com/office/drawing/2014/main" id="{13C46A35-B64A-209B-9FAB-321B9CBF0DAF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7" name="pg2837">
                <a:extLst>
                  <a:ext uri="{FF2B5EF4-FFF2-40B4-BE49-F238E27FC236}">
                    <a16:creationId xmlns:a16="http://schemas.microsoft.com/office/drawing/2014/main" id="{0504A2C8-60CE-82D4-D167-A369D5EFDE18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8" name="pg2838">
                <a:extLst>
                  <a:ext uri="{FF2B5EF4-FFF2-40B4-BE49-F238E27FC236}">
                    <a16:creationId xmlns:a16="http://schemas.microsoft.com/office/drawing/2014/main" id="{3D99AC0F-17C5-083B-CCDC-F83D7829B315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9" name="pg2839">
                <a:extLst>
                  <a:ext uri="{FF2B5EF4-FFF2-40B4-BE49-F238E27FC236}">
                    <a16:creationId xmlns:a16="http://schemas.microsoft.com/office/drawing/2014/main" id="{15C0A7D3-36A0-5DD3-24F2-32ECBD2B5C51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0" name="pg2840">
                <a:extLst>
                  <a:ext uri="{FF2B5EF4-FFF2-40B4-BE49-F238E27FC236}">
                    <a16:creationId xmlns:a16="http://schemas.microsoft.com/office/drawing/2014/main" id="{5A45CA9B-7A47-DF56-1014-386571BC2A0D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1" name="pg2841">
                <a:extLst>
                  <a:ext uri="{FF2B5EF4-FFF2-40B4-BE49-F238E27FC236}">
                    <a16:creationId xmlns:a16="http://schemas.microsoft.com/office/drawing/2014/main" id="{95341C28-27B7-F656-7DFD-5FB62474291D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2" name="pg2842">
                <a:extLst>
                  <a:ext uri="{FF2B5EF4-FFF2-40B4-BE49-F238E27FC236}">
                    <a16:creationId xmlns:a16="http://schemas.microsoft.com/office/drawing/2014/main" id="{193DD9AD-CAE8-3336-85A7-91AD182ED64D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3" name="pg2843">
                <a:extLst>
                  <a:ext uri="{FF2B5EF4-FFF2-40B4-BE49-F238E27FC236}">
                    <a16:creationId xmlns:a16="http://schemas.microsoft.com/office/drawing/2014/main" id="{CF705D25-09DA-5DF1-CCF2-B5DC621F2AE7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4" name="pg2844">
                <a:extLst>
                  <a:ext uri="{FF2B5EF4-FFF2-40B4-BE49-F238E27FC236}">
                    <a16:creationId xmlns:a16="http://schemas.microsoft.com/office/drawing/2014/main" id="{B21BEBA0-8314-0905-994E-74A851FD1F08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5" name="pg2845">
                <a:extLst>
                  <a:ext uri="{FF2B5EF4-FFF2-40B4-BE49-F238E27FC236}">
                    <a16:creationId xmlns:a16="http://schemas.microsoft.com/office/drawing/2014/main" id="{0AAEFFE3-BA1E-019B-398F-49CC4FD5B8A7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6" name="pg2846">
                <a:extLst>
                  <a:ext uri="{FF2B5EF4-FFF2-40B4-BE49-F238E27FC236}">
                    <a16:creationId xmlns:a16="http://schemas.microsoft.com/office/drawing/2014/main" id="{19CFCD19-08BA-3268-2A3E-72C2B27286D9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7" name="pg2847">
                <a:extLst>
                  <a:ext uri="{FF2B5EF4-FFF2-40B4-BE49-F238E27FC236}">
                    <a16:creationId xmlns:a16="http://schemas.microsoft.com/office/drawing/2014/main" id="{BA479327-7FCC-CC1F-AE8F-766970999460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8" name="pg2848">
                <a:extLst>
                  <a:ext uri="{FF2B5EF4-FFF2-40B4-BE49-F238E27FC236}">
                    <a16:creationId xmlns:a16="http://schemas.microsoft.com/office/drawing/2014/main" id="{EFC25094-6784-B503-3322-3A0E515C566C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9" name="pg2849">
                <a:extLst>
                  <a:ext uri="{FF2B5EF4-FFF2-40B4-BE49-F238E27FC236}">
                    <a16:creationId xmlns:a16="http://schemas.microsoft.com/office/drawing/2014/main" id="{72D0308A-A50B-B881-5827-247479A98568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0" name="pg2850">
                <a:extLst>
                  <a:ext uri="{FF2B5EF4-FFF2-40B4-BE49-F238E27FC236}">
                    <a16:creationId xmlns:a16="http://schemas.microsoft.com/office/drawing/2014/main" id="{BAEE9248-D994-7C5D-BF78-70FD4B1A11BC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1" name="pg2851">
                <a:extLst>
                  <a:ext uri="{FF2B5EF4-FFF2-40B4-BE49-F238E27FC236}">
                    <a16:creationId xmlns:a16="http://schemas.microsoft.com/office/drawing/2014/main" id="{484D2E3B-B424-7B6A-20FE-82B6F79A32C8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2" name="pg2852">
                <a:extLst>
                  <a:ext uri="{FF2B5EF4-FFF2-40B4-BE49-F238E27FC236}">
                    <a16:creationId xmlns:a16="http://schemas.microsoft.com/office/drawing/2014/main" id="{91284490-B6F2-A4EA-EEC3-70621BAC9D26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3" name="pg2853">
                <a:extLst>
                  <a:ext uri="{FF2B5EF4-FFF2-40B4-BE49-F238E27FC236}">
                    <a16:creationId xmlns:a16="http://schemas.microsoft.com/office/drawing/2014/main" id="{67876CB6-4F41-7F1D-BCE4-77E56386E887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4" name="pg2854">
                <a:extLst>
                  <a:ext uri="{FF2B5EF4-FFF2-40B4-BE49-F238E27FC236}">
                    <a16:creationId xmlns:a16="http://schemas.microsoft.com/office/drawing/2014/main" id="{25B35530-F9DB-0E06-EBE2-AEA97374124A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5" name="pg2855">
                <a:extLst>
                  <a:ext uri="{FF2B5EF4-FFF2-40B4-BE49-F238E27FC236}">
                    <a16:creationId xmlns:a16="http://schemas.microsoft.com/office/drawing/2014/main" id="{46AEBE8E-F82F-4A8A-C4A8-62359460483A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6" name="pg2856">
                <a:extLst>
                  <a:ext uri="{FF2B5EF4-FFF2-40B4-BE49-F238E27FC236}">
                    <a16:creationId xmlns:a16="http://schemas.microsoft.com/office/drawing/2014/main" id="{C2703A39-D594-F63F-3E89-7CF58A9761E2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7" name="pg2857">
                <a:extLst>
                  <a:ext uri="{FF2B5EF4-FFF2-40B4-BE49-F238E27FC236}">
                    <a16:creationId xmlns:a16="http://schemas.microsoft.com/office/drawing/2014/main" id="{615FC15E-C270-6F47-FF61-7A73A2FA24C6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8" name="pg2858">
                <a:extLst>
                  <a:ext uri="{FF2B5EF4-FFF2-40B4-BE49-F238E27FC236}">
                    <a16:creationId xmlns:a16="http://schemas.microsoft.com/office/drawing/2014/main" id="{625DDE87-D15F-2300-8D75-D6197503F7A5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9" name="pg2859">
                <a:extLst>
                  <a:ext uri="{FF2B5EF4-FFF2-40B4-BE49-F238E27FC236}">
                    <a16:creationId xmlns:a16="http://schemas.microsoft.com/office/drawing/2014/main" id="{0ECB6DC7-503E-014C-CCFF-D80FBF2C963D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0" name="pg2860">
                <a:extLst>
                  <a:ext uri="{FF2B5EF4-FFF2-40B4-BE49-F238E27FC236}">
                    <a16:creationId xmlns:a16="http://schemas.microsoft.com/office/drawing/2014/main" id="{AF7D05F7-80CC-6126-0AF9-CEBAE67FF698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1" name="pg2861">
                <a:extLst>
                  <a:ext uri="{FF2B5EF4-FFF2-40B4-BE49-F238E27FC236}">
                    <a16:creationId xmlns:a16="http://schemas.microsoft.com/office/drawing/2014/main" id="{524CFFB5-6B01-29A7-DFA5-BE59A79746B7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2" name="pg2862">
                <a:extLst>
                  <a:ext uri="{FF2B5EF4-FFF2-40B4-BE49-F238E27FC236}">
                    <a16:creationId xmlns:a16="http://schemas.microsoft.com/office/drawing/2014/main" id="{913CF319-2FFF-56FE-6FE2-AF65CF112D68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3" name="pg2863">
                <a:extLst>
                  <a:ext uri="{FF2B5EF4-FFF2-40B4-BE49-F238E27FC236}">
                    <a16:creationId xmlns:a16="http://schemas.microsoft.com/office/drawing/2014/main" id="{A0403A26-7544-D917-AE9F-A4382555B4F1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4" name="pg2864">
                <a:extLst>
                  <a:ext uri="{FF2B5EF4-FFF2-40B4-BE49-F238E27FC236}">
                    <a16:creationId xmlns:a16="http://schemas.microsoft.com/office/drawing/2014/main" id="{6D807099-BDD2-08AD-55B6-719E86BABF1E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5" name="pg2865">
                <a:extLst>
                  <a:ext uri="{FF2B5EF4-FFF2-40B4-BE49-F238E27FC236}">
                    <a16:creationId xmlns:a16="http://schemas.microsoft.com/office/drawing/2014/main" id="{178F6897-63EB-7D8E-A3C6-FB6E3D365A78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6" name="pg2866">
                <a:extLst>
                  <a:ext uri="{FF2B5EF4-FFF2-40B4-BE49-F238E27FC236}">
                    <a16:creationId xmlns:a16="http://schemas.microsoft.com/office/drawing/2014/main" id="{C57C0242-F7DF-20D3-6021-632F1BB3C573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7" name="pg2867">
                <a:extLst>
                  <a:ext uri="{FF2B5EF4-FFF2-40B4-BE49-F238E27FC236}">
                    <a16:creationId xmlns:a16="http://schemas.microsoft.com/office/drawing/2014/main" id="{16CB4E93-AC1C-DDB3-C901-CB8197AF7A4E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8" name="pg2868">
                <a:extLst>
                  <a:ext uri="{FF2B5EF4-FFF2-40B4-BE49-F238E27FC236}">
                    <a16:creationId xmlns:a16="http://schemas.microsoft.com/office/drawing/2014/main" id="{2FD3A396-32E6-8370-0AB2-72AA1017EE5C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9" name="pg2869">
                <a:extLst>
                  <a:ext uri="{FF2B5EF4-FFF2-40B4-BE49-F238E27FC236}">
                    <a16:creationId xmlns:a16="http://schemas.microsoft.com/office/drawing/2014/main" id="{A19F1BED-1FF0-DF27-40B9-EF78D2BC102F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0" name="pg2870">
                <a:extLst>
                  <a:ext uri="{FF2B5EF4-FFF2-40B4-BE49-F238E27FC236}">
                    <a16:creationId xmlns:a16="http://schemas.microsoft.com/office/drawing/2014/main" id="{71B1CEAA-8598-9AC9-F758-AE170BC8058A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1" name="pg2871">
                <a:extLst>
                  <a:ext uri="{FF2B5EF4-FFF2-40B4-BE49-F238E27FC236}">
                    <a16:creationId xmlns:a16="http://schemas.microsoft.com/office/drawing/2014/main" id="{53956F66-4ED9-90CC-C79F-400C1F7492F8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2" name="pg2872">
                <a:extLst>
                  <a:ext uri="{FF2B5EF4-FFF2-40B4-BE49-F238E27FC236}">
                    <a16:creationId xmlns:a16="http://schemas.microsoft.com/office/drawing/2014/main" id="{D25D9377-C5F2-2E7D-D842-30E846BA4F31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3" name="pg2873">
                <a:extLst>
                  <a:ext uri="{FF2B5EF4-FFF2-40B4-BE49-F238E27FC236}">
                    <a16:creationId xmlns:a16="http://schemas.microsoft.com/office/drawing/2014/main" id="{7A85F93C-6158-EF2F-450F-502A4DCE06A1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4" name="pg2874">
                <a:extLst>
                  <a:ext uri="{FF2B5EF4-FFF2-40B4-BE49-F238E27FC236}">
                    <a16:creationId xmlns:a16="http://schemas.microsoft.com/office/drawing/2014/main" id="{DE5FB309-FF34-20B1-5269-D6CCFCF00461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5" name="pg2875">
                <a:extLst>
                  <a:ext uri="{FF2B5EF4-FFF2-40B4-BE49-F238E27FC236}">
                    <a16:creationId xmlns:a16="http://schemas.microsoft.com/office/drawing/2014/main" id="{B80911A1-30EB-3DEA-7744-C4A555E8FD33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6" name="pg2876">
                <a:extLst>
                  <a:ext uri="{FF2B5EF4-FFF2-40B4-BE49-F238E27FC236}">
                    <a16:creationId xmlns:a16="http://schemas.microsoft.com/office/drawing/2014/main" id="{56847F75-F6F3-4E71-C7A4-E6C8EBA3AF36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7" name="pg2877">
                <a:extLst>
                  <a:ext uri="{FF2B5EF4-FFF2-40B4-BE49-F238E27FC236}">
                    <a16:creationId xmlns:a16="http://schemas.microsoft.com/office/drawing/2014/main" id="{F4E9BC2D-9A1F-B842-9407-139373230B43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8" name="pg2878">
                <a:extLst>
                  <a:ext uri="{FF2B5EF4-FFF2-40B4-BE49-F238E27FC236}">
                    <a16:creationId xmlns:a16="http://schemas.microsoft.com/office/drawing/2014/main" id="{9DFD120B-DFA2-6CC7-1E31-44D34989F1FF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9" name="pg2879">
                <a:extLst>
                  <a:ext uri="{FF2B5EF4-FFF2-40B4-BE49-F238E27FC236}">
                    <a16:creationId xmlns:a16="http://schemas.microsoft.com/office/drawing/2014/main" id="{5FFE3109-8785-5AC3-AD4D-321D38604C53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0" name="pg2880">
                <a:extLst>
                  <a:ext uri="{FF2B5EF4-FFF2-40B4-BE49-F238E27FC236}">
                    <a16:creationId xmlns:a16="http://schemas.microsoft.com/office/drawing/2014/main" id="{9785F7EB-599A-F3DE-77DA-193FABB88F8C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1" name="pg2881">
                <a:extLst>
                  <a:ext uri="{FF2B5EF4-FFF2-40B4-BE49-F238E27FC236}">
                    <a16:creationId xmlns:a16="http://schemas.microsoft.com/office/drawing/2014/main" id="{57216763-504C-3C7A-889B-A1CE18E43D72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2" name="pg2882">
                <a:extLst>
                  <a:ext uri="{FF2B5EF4-FFF2-40B4-BE49-F238E27FC236}">
                    <a16:creationId xmlns:a16="http://schemas.microsoft.com/office/drawing/2014/main" id="{DC07AFA6-ECFA-09C6-C90C-A89A4650A7F8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3" name="pg2883">
                <a:extLst>
                  <a:ext uri="{FF2B5EF4-FFF2-40B4-BE49-F238E27FC236}">
                    <a16:creationId xmlns:a16="http://schemas.microsoft.com/office/drawing/2014/main" id="{0A892480-B02F-E115-715A-D1682B15A39B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4" name="pg2884">
                <a:extLst>
                  <a:ext uri="{FF2B5EF4-FFF2-40B4-BE49-F238E27FC236}">
                    <a16:creationId xmlns:a16="http://schemas.microsoft.com/office/drawing/2014/main" id="{F6F1C463-8542-D634-DA7A-A972F893C4A5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5" name="pg2885">
                <a:extLst>
                  <a:ext uri="{FF2B5EF4-FFF2-40B4-BE49-F238E27FC236}">
                    <a16:creationId xmlns:a16="http://schemas.microsoft.com/office/drawing/2014/main" id="{F7EC2B8A-FB3B-9616-DF4A-527B45C88DD5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6" name="pg2886">
                <a:extLst>
                  <a:ext uri="{FF2B5EF4-FFF2-40B4-BE49-F238E27FC236}">
                    <a16:creationId xmlns:a16="http://schemas.microsoft.com/office/drawing/2014/main" id="{03292F23-708C-05BC-77D5-2FC43BB76CFD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7" name="pg2887">
                <a:extLst>
                  <a:ext uri="{FF2B5EF4-FFF2-40B4-BE49-F238E27FC236}">
                    <a16:creationId xmlns:a16="http://schemas.microsoft.com/office/drawing/2014/main" id="{90640EF9-7A9D-6B55-1AF3-51FB1CCBBC44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8" name="pg2888">
                <a:extLst>
                  <a:ext uri="{FF2B5EF4-FFF2-40B4-BE49-F238E27FC236}">
                    <a16:creationId xmlns:a16="http://schemas.microsoft.com/office/drawing/2014/main" id="{80226C1E-90DA-D98F-DB25-96511EEBBC1E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9" name="pg2889">
                <a:extLst>
                  <a:ext uri="{FF2B5EF4-FFF2-40B4-BE49-F238E27FC236}">
                    <a16:creationId xmlns:a16="http://schemas.microsoft.com/office/drawing/2014/main" id="{47AE8160-B2C3-4343-DF15-5E970D67372E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0" name="pg2890">
                <a:extLst>
                  <a:ext uri="{FF2B5EF4-FFF2-40B4-BE49-F238E27FC236}">
                    <a16:creationId xmlns:a16="http://schemas.microsoft.com/office/drawing/2014/main" id="{79DC03D1-FD2C-4089-3650-919C7A96B35E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1" name="pg2891">
                <a:extLst>
                  <a:ext uri="{FF2B5EF4-FFF2-40B4-BE49-F238E27FC236}">
                    <a16:creationId xmlns:a16="http://schemas.microsoft.com/office/drawing/2014/main" id="{3D7D3F49-692D-8AFF-0375-AB24C40791D1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2" name="pg2892">
                <a:extLst>
                  <a:ext uri="{FF2B5EF4-FFF2-40B4-BE49-F238E27FC236}">
                    <a16:creationId xmlns:a16="http://schemas.microsoft.com/office/drawing/2014/main" id="{A7D8F87E-B876-0BCB-B375-9725306D0C84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3" name="pg2893">
                <a:extLst>
                  <a:ext uri="{FF2B5EF4-FFF2-40B4-BE49-F238E27FC236}">
                    <a16:creationId xmlns:a16="http://schemas.microsoft.com/office/drawing/2014/main" id="{8DD4B1F9-590A-DD4A-7F80-6A48F3CCB60F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4" name="pg2894">
                <a:extLst>
                  <a:ext uri="{FF2B5EF4-FFF2-40B4-BE49-F238E27FC236}">
                    <a16:creationId xmlns:a16="http://schemas.microsoft.com/office/drawing/2014/main" id="{093CF355-0EEC-2B1B-1B0E-A8A3E20B5264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5" name="pg2895">
                <a:extLst>
                  <a:ext uri="{FF2B5EF4-FFF2-40B4-BE49-F238E27FC236}">
                    <a16:creationId xmlns:a16="http://schemas.microsoft.com/office/drawing/2014/main" id="{C9993E1E-4650-09B4-53A6-0A58D197C56F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6" name="pg2896">
                <a:extLst>
                  <a:ext uri="{FF2B5EF4-FFF2-40B4-BE49-F238E27FC236}">
                    <a16:creationId xmlns:a16="http://schemas.microsoft.com/office/drawing/2014/main" id="{2D0474E8-E7C3-96DC-7214-4162CCF53482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7" name="pg2897">
                <a:extLst>
                  <a:ext uri="{FF2B5EF4-FFF2-40B4-BE49-F238E27FC236}">
                    <a16:creationId xmlns:a16="http://schemas.microsoft.com/office/drawing/2014/main" id="{3DAFBD6B-E074-2269-CCD9-8F4C6004A362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8" name="pg2898">
                <a:extLst>
                  <a:ext uri="{FF2B5EF4-FFF2-40B4-BE49-F238E27FC236}">
                    <a16:creationId xmlns:a16="http://schemas.microsoft.com/office/drawing/2014/main" id="{E726190B-1200-81E5-CE2F-359DCD142FD5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9" name="pg2899">
                <a:extLst>
                  <a:ext uri="{FF2B5EF4-FFF2-40B4-BE49-F238E27FC236}">
                    <a16:creationId xmlns:a16="http://schemas.microsoft.com/office/drawing/2014/main" id="{5CCF7B06-1086-CFE2-F4B0-7EADCA5B59E8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0" name="pg2900">
                <a:extLst>
                  <a:ext uri="{FF2B5EF4-FFF2-40B4-BE49-F238E27FC236}">
                    <a16:creationId xmlns:a16="http://schemas.microsoft.com/office/drawing/2014/main" id="{7F79A17E-3ABA-354D-B3FD-264AD4730F19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1" name="pg2901">
                <a:extLst>
                  <a:ext uri="{FF2B5EF4-FFF2-40B4-BE49-F238E27FC236}">
                    <a16:creationId xmlns:a16="http://schemas.microsoft.com/office/drawing/2014/main" id="{941DFFFD-65D9-D794-9C66-CEC757B4C9B5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2" name="pg2902">
                <a:extLst>
                  <a:ext uri="{FF2B5EF4-FFF2-40B4-BE49-F238E27FC236}">
                    <a16:creationId xmlns:a16="http://schemas.microsoft.com/office/drawing/2014/main" id="{2E2BB4F1-16AC-76F6-44C0-837347944ECA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3" name="pg2903">
                <a:extLst>
                  <a:ext uri="{FF2B5EF4-FFF2-40B4-BE49-F238E27FC236}">
                    <a16:creationId xmlns:a16="http://schemas.microsoft.com/office/drawing/2014/main" id="{F1C2C0B3-B6A4-3D20-EA83-2D9007BBB0AB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4" name="pg2904">
                <a:extLst>
                  <a:ext uri="{FF2B5EF4-FFF2-40B4-BE49-F238E27FC236}">
                    <a16:creationId xmlns:a16="http://schemas.microsoft.com/office/drawing/2014/main" id="{CE6114B7-91C9-16E8-7EC6-D43FCC34FDE0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5" name="pg2905">
                <a:extLst>
                  <a:ext uri="{FF2B5EF4-FFF2-40B4-BE49-F238E27FC236}">
                    <a16:creationId xmlns:a16="http://schemas.microsoft.com/office/drawing/2014/main" id="{003F0796-5E4E-8D60-8442-ECC433ED3ECA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6" name="pg2906">
                <a:extLst>
                  <a:ext uri="{FF2B5EF4-FFF2-40B4-BE49-F238E27FC236}">
                    <a16:creationId xmlns:a16="http://schemas.microsoft.com/office/drawing/2014/main" id="{F73D2C02-9564-076C-9A53-41C1CB7B797D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7" name="pg2907">
                <a:extLst>
                  <a:ext uri="{FF2B5EF4-FFF2-40B4-BE49-F238E27FC236}">
                    <a16:creationId xmlns:a16="http://schemas.microsoft.com/office/drawing/2014/main" id="{56181467-699C-3B9A-C22C-DE4283AFFBFD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8" name="pg2908">
                <a:extLst>
                  <a:ext uri="{FF2B5EF4-FFF2-40B4-BE49-F238E27FC236}">
                    <a16:creationId xmlns:a16="http://schemas.microsoft.com/office/drawing/2014/main" id="{5B1B544C-5B6C-E4BF-A500-0C44DA4912F0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9" name="pg2909">
                <a:extLst>
                  <a:ext uri="{FF2B5EF4-FFF2-40B4-BE49-F238E27FC236}">
                    <a16:creationId xmlns:a16="http://schemas.microsoft.com/office/drawing/2014/main" id="{11B5AD38-1BCB-ADC9-AE73-7F6126A0AA83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0" name="pg2910">
                <a:extLst>
                  <a:ext uri="{FF2B5EF4-FFF2-40B4-BE49-F238E27FC236}">
                    <a16:creationId xmlns:a16="http://schemas.microsoft.com/office/drawing/2014/main" id="{6A95AF48-24C6-F8DB-E3D6-A956781A2826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1" name="pg2911">
                <a:extLst>
                  <a:ext uri="{FF2B5EF4-FFF2-40B4-BE49-F238E27FC236}">
                    <a16:creationId xmlns:a16="http://schemas.microsoft.com/office/drawing/2014/main" id="{E2F80ECD-6617-4BDC-1053-4E38481ADB7E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2" name="pg2912">
                <a:extLst>
                  <a:ext uri="{FF2B5EF4-FFF2-40B4-BE49-F238E27FC236}">
                    <a16:creationId xmlns:a16="http://schemas.microsoft.com/office/drawing/2014/main" id="{F087E5D8-7445-F7EE-0B93-3F9C56227DCC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3" name="pg2913">
                <a:extLst>
                  <a:ext uri="{FF2B5EF4-FFF2-40B4-BE49-F238E27FC236}">
                    <a16:creationId xmlns:a16="http://schemas.microsoft.com/office/drawing/2014/main" id="{FB18D0DD-4406-0381-D6DA-1887A740A7AF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4" name="pg2914">
                <a:extLst>
                  <a:ext uri="{FF2B5EF4-FFF2-40B4-BE49-F238E27FC236}">
                    <a16:creationId xmlns:a16="http://schemas.microsoft.com/office/drawing/2014/main" id="{1D474E20-B03F-A259-B764-6DB2C00C4881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5" name="pg2915">
                <a:extLst>
                  <a:ext uri="{FF2B5EF4-FFF2-40B4-BE49-F238E27FC236}">
                    <a16:creationId xmlns:a16="http://schemas.microsoft.com/office/drawing/2014/main" id="{7B078722-41B2-9C59-4CE5-94F21F8101B5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6" name="pg2916">
                <a:extLst>
                  <a:ext uri="{FF2B5EF4-FFF2-40B4-BE49-F238E27FC236}">
                    <a16:creationId xmlns:a16="http://schemas.microsoft.com/office/drawing/2014/main" id="{6EDE48A0-F55E-820B-E598-173B2C9EEFDA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7" name="pg2917">
                <a:extLst>
                  <a:ext uri="{FF2B5EF4-FFF2-40B4-BE49-F238E27FC236}">
                    <a16:creationId xmlns:a16="http://schemas.microsoft.com/office/drawing/2014/main" id="{3AAFD607-95DC-3EE7-C6D2-ABB18FF90439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8" name="pg2918">
                <a:extLst>
                  <a:ext uri="{FF2B5EF4-FFF2-40B4-BE49-F238E27FC236}">
                    <a16:creationId xmlns:a16="http://schemas.microsoft.com/office/drawing/2014/main" id="{83C68DCF-36D4-3C55-BC09-08B500049290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9" name="pg2919">
                <a:extLst>
                  <a:ext uri="{FF2B5EF4-FFF2-40B4-BE49-F238E27FC236}">
                    <a16:creationId xmlns:a16="http://schemas.microsoft.com/office/drawing/2014/main" id="{31FF7180-A331-35E7-ED0A-14881A81146D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0" name="pg2920">
                <a:extLst>
                  <a:ext uri="{FF2B5EF4-FFF2-40B4-BE49-F238E27FC236}">
                    <a16:creationId xmlns:a16="http://schemas.microsoft.com/office/drawing/2014/main" id="{AC0A1685-4DEF-BD6D-2E1F-381B764856A6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1" name="pg2921">
                <a:extLst>
                  <a:ext uri="{FF2B5EF4-FFF2-40B4-BE49-F238E27FC236}">
                    <a16:creationId xmlns:a16="http://schemas.microsoft.com/office/drawing/2014/main" id="{45582A61-F0F1-CE90-846A-B724DD90FA95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2" name="pg2922">
                <a:extLst>
                  <a:ext uri="{FF2B5EF4-FFF2-40B4-BE49-F238E27FC236}">
                    <a16:creationId xmlns:a16="http://schemas.microsoft.com/office/drawing/2014/main" id="{3FFAE0CC-C91E-3763-4309-66A9427C0004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3" name="pg2923">
                <a:extLst>
                  <a:ext uri="{FF2B5EF4-FFF2-40B4-BE49-F238E27FC236}">
                    <a16:creationId xmlns:a16="http://schemas.microsoft.com/office/drawing/2014/main" id="{2A6F9CAB-BDD7-189B-EFF9-CD8416BEC744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4" name="pg2924">
                <a:extLst>
                  <a:ext uri="{FF2B5EF4-FFF2-40B4-BE49-F238E27FC236}">
                    <a16:creationId xmlns:a16="http://schemas.microsoft.com/office/drawing/2014/main" id="{7F3702E2-5E80-230F-073D-CA53DA00D06F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5" name="pg2925">
                <a:extLst>
                  <a:ext uri="{FF2B5EF4-FFF2-40B4-BE49-F238E27FC236}">
                    <a16:creationId xmlns:a16="http://schemas.microsoft.com/office/drawing/2014/main" id="{5B615B60-C2A5-AFCE-AC79-04CAD81FE685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6" name="pg2926">
                <a:extLst>
                  <a:ext uri="{FF2B5EF4-FFF2-40B4-BE49-F238E27FC236}">
                    <a16:creationId xmlns:a16="http://schemas.microsoft.com/office/drawing/2014/main" id="{CCF0D6F6-EE48-547C-A4F4-EF4D0D9F7A99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7" name="pg2927">
                <a:extLst>
                  <a:ext uri="{FF2B5EF4-FFF2-40B4-BE49-F238E27FC236}">
                    <a16:creationId xmlns:a16="http://schemas.microsoft.com/office/drawing/2014/main" id="{AE2E050E-9292-F296-4C49-E8F71542ADBF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8" name="pg2928">
                <a:extLst>
                  <a:ext uri="{FF2B5EF4-FFF2-40B4-BE49-F238E27FC236}">
                    <a16:creationId xmlns:a16="http://schemas.microsoft.com/office/drawing/2014/main" id="{1263E17A-8BB5-79A1-04A1-858FD45051AA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9" name="pg2929">
                <a:extLst>
                  <a:ext uri="{FF2B5EF4-FFF2-40B4-BE49-F238E27FC236}">
                    <a16:creationId xmlns:a16="http://schemas.microsoft.com/office/drawing/2014/main" id="{A3AA008A-0A78-361A-9884-56295F60BEBC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0" name="pg2930">
                <a:extLst>
                  <a:ext uri="{FF2B5EF4-FFF2-40B4-BE49-F238E27FC236}">
                    <a16:creationId xmlns:a16="http://schemas.microsoft.com/office/drawing/2014/main" id="{E5E43880-A821-5729-0428-7E604D5F663D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1" name="pg2931">
                <a:extLst>
                  <a:ext uri="{FF2B5EF4-FFF2-40B4-BE49-F238E27FC236}">
                    <a16:creationId xmlns:a16="http://schemas.microsoft.com/office/drawing/2014/main" id="{C2B094A8-B6C9-0797-4A25-0148659AA99B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2" name="pg2932">
                <a:extLst>
                  <a:ext uri="{FF2B5EF4-FFF2-40B4-BE49-F238E27FC236}">
                    <a16:creationId xmlns:a16="http://schemas.microsoft.com/office/drawing/2014/main" id="{40CBE583-EE1D-0CFC-AE57-2E2BF1EC3B1C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3" name="pg2933">
                <a:extLst>
                  <a:ext uri="{FF2B5EF4-FFF2-40B4-BE49-F238E27FC236}">
                    <a16:creationId xmlns:a16="http://schemas.microsoft.com/office/drawing/2014/main" id="{5F3B04B3-91A3-5D60-08A4-597275519DFE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4" name="pg2934">
                <a:extLst>
                  <a:ext uri="{FF2B5EF4-FFF2-40B4-BE49-F238E27FC236}">
                    <a16:creationId xmlns:a16="http://schemas.microsoft.com/office/drawing/2014/main" id="{0D1CCB9B-F853-8D5E-AFC4-1EDDD01C9449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5" name="pg2935">
                <a:extLst>
                  <a:ext uri="{FF2B5EF4-FFF2-40B4-BE49-F238E27FC236}">
                    <a16:creationId xmlns:a16="http://schemas.microsoft.com/office/drawing/2014/main" id="{54B14ACE-73AB-D7A5-FF64-43551D70BA86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6" name="pg2936">
                <a:extLst>
                  <a:ext uri="{FF2B5EF4-FFF2-40B4-BE49-F238E27FC236}">
                    <a16:creationId xmlns:a16="http://schemas.microsoft.com/office/drawing/2014/main" id="{4F3EEBB1-BF1D-9A1E-0CAE-6104B3FA6D78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7" name="pg2937">
                <a:extLst>
                  <a:ext uri="{FF2B5EF4-FFF2-40B4-BE49-F238E27FC236}">
                    <a16:creationId xmlns:a16="http://schemas.microsoft.com/office/drawing/2014/main" id="{97F4124E-2E36-4C77-00C6-CCF1A873C33E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8" name="pg2938">
                <a:extLst>
                  <a:ext uri="{FF2B5EF4-FFF2-40B4-BE49-F238E27FC236}">
                    <a16:creationId xmlns:a16="http://schemas.microsoft.com/office/drawing/2014/main" id="{9ABB2EBB-1E8F-5846-2CC7-3827D210E810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9" name="pg2939">
                <a:extLst>
                  <a:ext uri="{FF2B5EF4-FFF2-40B4-BE49-F238E27FC236}">
                    <a16:creationId xmlns:a16="http://schemas.microsoft.com/office/drawing/2014/main" id="{39165257-A7E2-40D5-ED58-FD050BBF33E2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0" name="pg2940">
                <a:extLst>
                  <a:ext uri="{FF2B5EF4-FFF2-40B4-BE49-F238E27FC236}">
                    <a16:creationId xmlns:a16="http://schemas.microsoft.com/office/drawing/2014/main" id="{C6E8BE34-BC10-0ECE-2629-842A6BFE545D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1" name="pg2941">
                <a:extLst>
                  <a:ext uri="{FF2B5EF4-FFF2-40B4-BE49-F238E27FC236}">
                    <a16:creationId xmlns:a16="http://schemas.microsoft.com/office/drawing/2014/main" id="{BE1AD8DD-FD70-DF69-9880-61772A415FA2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2" name="pg2942">
                <a:extLst>
                  <a:ext uri="{FF2B5EF4-FFF2-40B4-BE49-F238E27FC236}">
                    <a16:creationId xmlns:a16="http://schemas.microsoft.com/office/drawing/2014/main" id="{577A200F-9C73-6E9C-8326-1417A7241EAB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3" name="pg2943">
                <a:extLst>
                  <a:ext uri="{FF2B5EF4-FFF2-40B4-BE49-F238E27FC236}">
                    <a16:creationId xmlns:a16="http://schemas.microsoft.com/office/drawing/2014/main" id="{D21CF70B-C9CB-2444-1B5D-6141A474E18A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4" name="pg2944">
                <a:extLst>
                  <a:ext uri="{FF2B5EF4-FFF2-40B4-BE49-F238E27FC236}">
                    <a16:creationId xmlns:a16="http://schemas.microsoft.com/office/drawing/2014/main" id="{FBF30136-C4A0-0641-2A25-FD1EF1914252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5" name="pg2945">
                <a:extLst>
                  <a:ext uri="{FF2B5EF4-FFF2-40B4-BE49-F238E27FC236}">
                    <a16:creationId xmlns:a16="http://schemas.microsoft.com/office/drawing/2014/main" id="{C67FAC5E-08EC-1BC5-FD3E-9A1511C85A56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6" name="pg2946">
                <a:extLst>
                  <a:ext uri="{FF2B5EF4-FFF2-40B4-BE49-F238E27FC236}">
                    <a16:creationId xmlns:a16="http://schemas.microsoft.com/office/drawing/2014/main" id="{99634723-97BC-7829-9E48-75CDEBE38845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7" name="pg2947">
                <a:extLst>
                  <a:ext uri="{FF2B5EF4-FFF2-40B4-BE49-F238E27FC236}">
                    <a16:creationId xmlns:a16="http://schemas.microsoft.com/office/drawing/2014/main" id="{3D188CC7-5414-3675-6F9B-1CA5BD0450AC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8" name="pg2948">
                <a:extLst>
                  <a:ext uri="{FF2B5EF4-FFF2-40B4-BE49-F238E27FC236}">
                    <a16:creationId xmlns:a16="http://schemas.microsoft.com/office/drawing/2014/main" id="{D5B0B7A9-9575-05F8-E711-6786F5B258D7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9" name="pg2949">
                <a:extLst>
                  <a:ext uri="{FF2B5EF4-FFF2-40B4-BE49-F238E27FC236}">
                    <a16:creationId xmlns:a16="http://schemas.microsoft.com/office/drawing/2014/main" id="{6E91D96A-360E-F3CE-67C7-C19994053E50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0" name="pg2950">
                <a:extLst>
                  <a:ext uri="{FF2B5EF4-FFF2-40B4-BE49-F238E27FC236}">
                    <a16:creationId xmlns:a16="http://schemas.microsoft.com/office/drawing/2014/main" id="{7E827579-BF28-59C6-C048-6B9FEDC0FBB6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1" name="pg2951">
                <a:extLst>
                  <a:ext uri="{FF2B5EF4-FFF2-40B4-BE49-F238E27FC236}">
                    <a16:creationId xmlns:a16="http://schemas.microsoft.com/office/drawing/2014/main" id="{013B75BD-F161-553F-2243-9DBA09E07B3B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2" name="pg2952">
                <a:extLst>
                  <a:ext uri="{FF2B5EF4-FFF2-40B4-BE49-F238E27FC236}">
                    <a16:creationId xmlns:a16="http://schemas.microsoft.com/office/drawing/2014/main" id="{3A4ACBE8-7D73-5F4D-1A90-B224B0B2B699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3" name="pg2953">
                <a:extLst>
                  <a:ext uri="{FF2B5EF4-FFF2-40B4-BE49-F238E27FC236}">
                    <a16:creationId xmlns:a16="http://schemas.microsoft.com/office/drawing/2014/main" id="{85E5D048-5E4A-1A1A-2B4D-C630E3691C66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4" name="pg2954">
                <a:extLst>
                  <a:ext uri="{FF2B5EF4-FFF2-40B4-BE49-F238E27FC236}">
                    <a16:creationId xmlns:a16="http://schemas.microsoft.com/office/drawing/2014/main" id="{DD6569F3-E795-835A-3F16-2FBC298A5252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5" name="pg2955">
                <a:extLst>
                  <a:ext uri="{FF2B5EF4-FFF2-40B4-BE49-F238E27FC236}">
                    <a16:creationId xmlns:a16="http://schemas.microsoft.com/office/drawing/2014/main" id="{980804C4-1915-613F-32A8-046BAC70DE61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6" name="pg2956">
                <a:extLst>
                  <a:ext uri="{FF2B5EF4-FFF2-40B4-BE49-F238E27FC236}">
                    <a16:creationId xmlns:a16="http://schemas.microsoft.com/office/drawing/2014/main" id="{D815E710-C056-076E-CE46-AAABA73FB04D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7" name="pg2957">
                <a:extLst>
                  <a:ext uri="{FF2B5EF4-FFF2-40B4-BE49-F238E27FC236}">
                    <a16:creationId xmlns:a16="http://schemas.microsoft.com/office/drawing/2014/main" id="{217B0994-5D79-32DC-E34A-67D35301A78B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8" name="pg2958">
                <a:extLst>
                  <a:ext uri="{FF2B5EF4-FFF2-40B4-BE49-F238E27FC236}">
                    <a16:creationId xmlns:a16="http://schemas.microsoft.com/office/drawing/2014/main" id="{E3C17F6F-F5F2-592D-8E42-7481E7465CD9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9" name="pg2959">
                <a:extLst>
                  <a:ext uri="{FF2B5EF4-FFF2-40B4-BE49-F238E27FC236}">
                    <a16:creationId xmlns:a16="http://schemas.microsoft.com/office/drawing/2014/main" id="{27F44BA5-A541-1B06-F182-2EB7CFA91F92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0" name="pg2960">
                <a:extLst>
                  <a:ext uri="{FF2B5EF4-FFF2-40B4-BE49-F238E27FC236}">
                    <a16:creationId xmlns:a16="http://schemas.microsoft.com/office/drawing/2014/main" id="{A23A48D3-1026-C3C1-66FA-179D28196E3E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1" name="pg2961">
                <a:extLst>
                  <a:ext uri="{FF2B5EF4-FFF2-40B4-BE49-F238E27FC236}">
                    <a16:creationId xmlns:a16="http://schemas.microsoft.com/office/drawing/2014/main" id="{A1C05493-7E3D-5303-F3E4-22A3030038F0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2" name="pg2962">
                <a:extLst>
                  <a:ext uri="{FF2B5EF4-FFF2-40B4-BE49-F238E27FC236}">
                    <a16:creationId xmlns:a16="http://schemas.microsoft.com/office/drawing/2014/main" id="{76FF117E-16BC-9EAD-6407-CCE2E91BA8FB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3" name="pg2963">
                <a:extLst>
                  <a:ext uri="{FF2B5EF4-FFF2-40B4-BE49-F238E27FC236}">
                    <a16:creationId xmlns:a16="http://schemas.microsoft.com/office/drawing/2014/main" id="{C2F50EC8-E992-3003-E124-16B588FDD4D8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4" name="pg2964">
                <a:extLst>
                  <a:ext uri="{FF2B5EF4-FFF2-40B4-BE49-F238E27FC236}">
                    <a16:creationId xmlns:a16="http://schemas.microsoft.com/office/drawing/2014/main" id="{0ABC878F-D27C-246E-9333-3C879F08121C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5" name="pg2965">
                <a:extLst>
                  <a:ext uri="{FF2B5EF4-FFF2-40B4-BE49-F238E27FC236}">
                    <a16:creationId xmlns:a16="http://schemas.microsoft.com/office/drawing/2014/main" id="{00E7DDF8-1AF5-696B-A878-F972833630B8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6" name="pg2966">
                <a:extLst>
                  <a:ext uri="{FF2B5EF4-FFF2-40B4-BE49-F238E27FC236}">
                    <a16:creationId xmlns:a16="http://schemas.microsoft.com/office/drawing/2014/main" id="{D271074B-A82D-7B4B-B1B6-604D9F8DE317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7" name="pg2967">
                <a:extLst>
                  <a:ext uri="{FF2B5EF4-FFF2-40B4-BE49-F238E27FC236}">
                    <a16:creationId xmlns:a16="http://schemas.microsoft.com/office/drawing/2014/main" id="{AB96BB22-F6E0-57C4-1143-657F823DE2FE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8" name="pg2968">
                <a:extLst>
                  <a:ext uri="{FF2B5EF4-FFF2-40B4-BE49-F238E27FC236}">
                    <a16:creationId xmlns:a16="http://schemas.microsoft.com/office/drawing/2014/main" id="{5822F4F9-280A-C7ED-A793-BFC6739AB076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9" name="pg2969">
                <a:extLst>
                  <a:ext uri="{FF2B5EF4-FFF2-40B4-BE49-F238E27FC236}">
                    <a16:creationId xmlns:a16="http://schemas.microsoft.com/office/drawing/2014/main" id="{42D72DC5-6574-0FDB-1348-D7859BE13557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0" name="pg2970">
                <a:extLst>
                  <a:ext uri="{FF2B5EF4-FFF2-40B4-BE49-F238E27FC236}">
                    <a16:creationId xmlns:a16="http://schemas.microsoft.com/office/drawing/2014/main" id="{03026D27-79CC-6405-239E-44B9AE624849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1" name="pg2971">
                <a:extLst>
                  <a:ext uri="{FF2B5EF4-FFF2-40B4-BE49-F238E27FC236}">
                    <a16:creationId xmlns:a16="http://schemas.microsoft.com/office/drawing/2014/main" id="{E05C9FD9-FF97-FD3E-09EC-ABF3237739F5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2" name="pg2972">
                <a:extLst>
                  <a:ext uri="{FF2B5EF4-FFF2-40B4-BE49-F238E27FC236}">
                    <a16:creationId xmlns:a16="http://schemas.microsoft.com/office/drawing/2014/main" id="{798C4526-834C-68DC-3D91-6DA7B9CF5991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3" name="pg2973">
                <a:extLst>
                  <a:ext uri="{FF2B5EF4-FFF2-40B4-BE49-F238E27FC236}">
                    <a16:creationId xmlns:a16="http://schemas.microsoft.com/office/drawing/2014/main" id="{98AB11CD-5124-8921-ED5F-7590D03F0F9C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4" name="pg2974">
                <a:extLst>
                  <a:ext uri="{FF2B5EF4-FFF2-40B4-BE49-F238E27FC236}">
                    <a16:creationId xmlns:a16="http://schemas.microsoft.com/office/drawing/2014/main" id="{BB9A2916-6CFB-C2BA-07C6-F90E68B247EC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5" name="pg2975">
                <a:extLst>
                  <a:ext uri="{FF2B5EF4-FFF2-40B4-BE49-F238E27FC236}">
                    <a16:creationId xmlns:a16="http://schemas.microsoft.com/office/drawing/2014/main" id="{B1FA2BAF-1CD5-8A54-EC20-42D65F4BD479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6" name="pg2976">
                <a:extLst>
                  <a:ext uri="{FF2B5EF4-FFF2-40B4-BE49-F238E27FC236}">
                    <a16:creationId xmlns:a16="http://schemas.microsoft.com/office/drawing/2014/main" id="{5BB520AC-CC99-B810-7823-E9759464496D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7" name="pg2977">
                <a:extLst>
                  <a:ext uri="{FF2B5EF4-FFF2-40B4-BE49-F238E27FC236}">
                    <a16:creationId xmlns:a16="http://schemas.microsoft.com/office/drawing/2014/main" id="{EF69F8F3-9FA0-2E91-8A2F-4D8CA3D60FD0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8" name="pg2978">
                <a:extLst>
                  <a:ext uri="{FF2B5EF4-FFF2-40B4-BE49-F238E27FC236}">
                    <a16:creationId xmlns:a16="http://schemas.microsoft.com/office/drawing/2014/main" id="{D0DA0254-87E6-4170-EE71-DE024B32C010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9" name="pg2979">
                <a:extLst>
                  <a:ext uri="{FF2B5EF4-FFF2-40B4-BE49-F238E27FC236}">
                    <a16:creationId xmlns:a16="http://schemas.microsoft.com/office/drawing/2014/main" id="{8CDC8CF7-1D59-06DE-8D5F-55A3D5F1635E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0" name="pg2980">
                <a:extLst>
                  <a:ext uri="{FF2B5EF4-FFF2-40B4-BE49-F238E27FC236}">
                    <a16:creationId xmlns:a16="http://schemas.microsoft.com/office/drawing/2014/main" id="{9308FC43-1DA0-815B-2720-82ADC77DC441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1" name="pg2981">
                <a:extLst>
                  <a:ext uri="{FF2B5EF4-FFF2-40B4-BE49-F238E27FC236}">
                    <a16:creationId xmlns:a16="http://schemas.microsoft.com/office/drawing/2014/main" id="{3C581ACE-8AF6-89F8-FA34-2AD7B1990318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2" name="pg2982">
                <a:extLst>
                  <a:ext uri="{FF2B5EF4-FFF2-40B4-BE49-F238E27FC236}">
                    <a16:creationId xmlns:a16="http://schemas.microsoft.com/office/drawing/2014/main" id="{0CBD7ADA-45CA-A4BF-378E-CA0B810818F2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3" name="pg2983">
                <a:extLst>
                  <a:ext uri="{FF2B5EF4-FFF2-40B4-BE49-F238E27FC236}">
                    <a16:creationId xmlns:a16="http://schemas.microsoft.com/office/drawing/2014/main" id="{FDEF4FC7-293D-98B6-82BE-DCAFDCE7B890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4" name="pg2984">
                <a:extLst>
                  <a:ext uri="{FF2B5EF4-FFF2-40B4-BE49-F238E27FC236}">
                    <a16:creationId xmlns:a16="http://schemas.microsoft.com/office/drawing/2014/main" id="{2D564ABD-AB5A-EACE-8BAB-75F3D343190B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5" name="pg2985">
                <a:extLst>
                  <a:ext uri="{FF2B5EF4-FFF2-40B4-BE49-F238E27FC236}">
                    <a16:creationId xmlns:a16="http://schemas.microsoft.com/office/drawing/2014/main" id="{742DB373-8F7B-5BBD-40E3-05D8EE897BA1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6" name="pg2986">
                <a:extLst>
                  <a:ext uri="{FF2B5EF4-FFF2-40B4-BE49-F238E27FC236}">
                    <a16:creationId xmlns:a16="http://schemas.microsoft.com/office/drawing/2014/main" id="{200390AC-9E96-F37A-31F2-3B1A037022C6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7" name="pg2987">
                <a:extLst>
                  <a:ext uri="{FF2B5EF4-FFF2-40B4-BE49-F238E27FC236}">
                    <a16:creationId xmlns:a16="http://schemas.microsoft.com/office/drawing/2014/main" id="{0ACE2FBD-C1D0-23C0-86DB-66A8C0CE501C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8" name="pg2988">
                <a:extLst>
                  <a:ext uri="{FF2B5EF4-FFF2-40B4-BE49-F238E27FC236}">
                    <a16:creationId xmlns:a16="http://schemas.microsoft.com/office/drawing/2014/main" id="{27A66828-8E9D-F7D8-46E3-41F30BD646F1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9" name="pg2989">
                <a:extLst>
                  <a:ext uri="{FF2B5EF4-FFF2-40B4-BE49-F238E27FC236}">
                    <a16:creationId xmlns:a16="http://schemas.microsoft.com/office/drawing/2014/main" id="{13BB0006-B942-7E52-F745-4527750B47D5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0" name="pg2990">
                <a:extLst>
                  <a:ext uri="{FF2B5EF4-FFF2-40B4-BE49-F238E27FC236}">
                    <a16:creationId xmlns:a16="http://schemas.microsoft.com/office/drawing/2014/main" id="{86C3281D-C316-3793-2AFD-50F5EEA7367F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1" name="pg2991">
                <a:extLst>
                  <a:ext uri="{FF2B5EF4-FFF2-40B4-BE49-F238E27FC236}">
                    <a16:creationId xmlns:a16="http://schemas.microsoft.com/office/drawing/2014/main" id="{ABC9041C-31AC-D673-C73D-0D3897FC45C6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2" name="pg2992">
                <a:extLst>
                  <a:ext uri="{FF2B5EF4-FFF2-40B4-BE49-F238E27FC236}">
                    <a16:creationId xmlns:a16="http://schemas.microsoft.com/office/drawing/2014/main" id="{F25298DE-CEF1-4F0D-9AE3-9A474022F199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3" name="pg2993">
                <a:extLst>
                  <a:ext uri="{FF2B5EF4-FFF2-40B4-BE49-F238E27FC236}">
                    <a16:creationId xmlns:a16="http://schemas.microsoft.com/office/drawing/2014/main" id="{155CDDBD-7F8C-1ED7-85BC-1779BAEFE651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4" name="pg2994">
                <a:extLst>
                  <a:ext uri="{FF2B5EF4-FFF2-40B4-BE49-F238E27FC236}">
                    <a16:creationId xmlns:a16="http://schemas.microsoft.com/office/drawing/2014/main" id="{D62F1D03-5239-CEF7-D083-BB5BB77E8B7B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5" name="pg2995">
                <a:extLst>
                  <a:ext uri="{FF2B5EF4-FFF2-40B4-BE49-F238E27FC236}">
                    <a16:creationId xmlns:a16="http://schemas.microsoft.com/office/drawing/2014/main" id="{27E7AFE0-61E3-47E1-4ED3-9A308FB8A85F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6" name="pg2996">
                <a:extLst>
                  <a:ext uri="{FF2B5EF4-FFF2-40B4-BE49-F238E27FC236}">
                    <a16:creationId xmlns:a16="http://schemas.microsoft.com/office/drawing/2014/main" id="{AFC5E974-9A7B-78D0-4C1A-0BAC343B3C87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7" name="pg2997">
                <a:extLst>
                  <a:ext uri="{FF2B5EF4-FFF2-40B4-BE49-F238E27FC236}">
                    <a16:creationId xmlns:a16="http://schemas.microsoft.com/office/drawing/2014/main" id="{68C7BE7D-675D-E338-E015-F75F9505312C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8" name="pg2998">
                <a:extLst>
                  <a:ext uri="{FF2B5EF4-FFF2-40B4-BE49-F238E27FC236}">
                    <a16:creationId xmlns:a16="http://schemas.microsoft.com/office/drawing/2014/main" id="{E88639AF-0983-0EB0-FAB5-898490B10AD4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9" name="pg2999">
                <a:extLst>
                  <a:ext uri="{FF2B5EF4-FFF2-40B4-BE49-F238E27FC236}">
                    <a16:creationId xmlns:a16="http://schemas.microsoft.com/office/drawing/2014/main" id="{3FE3D666-27DD-C710-1DDA-3041BDD8D770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0" name="pg3000">
                <a:extLst>
                  <a:ext uri="{FF2B5EF4-FFF2-40B4-BE49-F238E27FC236}">
                    <a16:creationId xmlns:a16="http://schemas.microsoft.com/office/drawing/2014/main" id="{FB821E84-C6A2-2AA7-05CC-E62645953DFA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1" name="pg3001">
                <a:extLst>
                  <a:ext uri="{FF2B5EF4-FFF2-40B4-BE49-F238E27FC236}">
                    <a16:creationId xmlns:a16="http://schemas.microsoft.com/office/drawing/2014/main" id="{EB7DE07C-5EDA-339A-2DCE-D6BD1B4590E9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2" name="pg3002">
                <a:extLst>
                  <a:ext uri="{FF2B5EF4-FFF2-40B4-BE49-F238E27FC236}">
                    <a16:creationId xmlns:a16="http://schemas.microsoft.com/office/drawing/2014/main" id="{69855FC4-7382-9C39-5221-39EB7FE2AE50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3" name="pg3003">
                <a:extLst>
                  <a:ext uri="{FF2B5EF4-FFF2-40B4-BE49-F238E27FC236}">
                    <a16:creationId xmlns:a16="http://schemas.microsoft.com/office/drawing/2014/main" id="{34F06211-2F01-5CDC-DC20-6ECC539B08D6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4" name="pg3004">
                <a:extLst>
                  <a:ext uri="{FF2B5EF4-FFF2-40B4-BE49-F238E27FC236}">
                    <a16:creationId xmlns:a16="http://schemas.microsoft.com/office/drawing/2014/main" id="{D570B313-26C3-8072-E456-465D7036566F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5" name="pg3005">
                <a:extLst>
                  <a:ext uri="{FF2B5EF4-FFF2-40B4-BE49-F238E27FC236}">
                    <a16:creationId xmlns:a16="http://schemas.microsoft.com/office/drawing/2014/main" id="{C545F354-B7AB-36B1-BE84-3E33E56FB595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6" name="pg3006">
                <a:extLst>
                  <a:ext uri="{FF2B5EF4-FFF2-40B4-BE49-F238E27FC236}">
                    <a16:creationId xmlns:a16="http://schemas.microsoft.com/office/drawing/2014/main" id="{936879E0-E884-8DF3-0276-D179E7CB445D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7" name="pg3007">
                <a:extLst>
                  <a:ext uri="{FF2B5EF4-FFF2-40B4-BE49-F238E27FC236}">
                    <a16:creationId xmlns:a16="http://schemas.microsoft.com/office/drawing/2014/main" id="{17F4226F-1C20-18DA-971F-C19A5900076D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8" name="pg3008">
                <a:extLst>
                  <a:ext uri="{FF2B5EF4-FFF2-40B4-BE49-F238E27FC236}">
                    <a16:creationId xmlns:a16="http://schemas.microsoft.com/office/drawing/2014/main" id="{60731315-77C8-37EE-B864-C47CC2FFB8A5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9" name="pg3009">
                <a:extLst>
                  <a:ext uri="{FF2B5EF4-FFF2-40B4-BE49-F238E27FC236}">
                    <a16:creationId xmlns:a16="http://schemas.microsoft.com/office/drawing/2014/main" id="{1FB8A3E7-E985-3838-E280-8BF7F5796E05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0" name="pg3010">
                <a:extLst>
                  <a:ext uri="{FF2B5EF4-FFF2-40B4-BE49-F238E27FC236}">
                    <a16:creationId xmlns:a16="http://schemas.microsoft.com/office/drawing/2014/main" id="{56609AF7-0133-FEC1-3C6D-EBDD549F577A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1" name="pg3011">
                <a:extLst>
                  <a:ext uri="{FF2B5EF4-FFF2-40B4-BE49-F238E27FC236}">
                    <a16:creationId xmlns:a16="http://schemas.microsoft.com/office/drawing/2014/main" id="{A9946750-EE27-F76A-A1C4-E062488512F4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2" name="pg3012">
                <a:extLst>
                  <a:ext uri="{FF2B5EF4-FFF2-40B4-BE49-F238E27FC236}">
                    <a16:creationId xmlns:a16="http://schemas.microsoft.com/office/drawing/2014/main" id="{C2786C2E-06B3-949C-E0A4-25724A83865F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3" name="pg3013">
                <a:extLst>
                  <a:ext uri="{FF2B5EF4-FFF2-40B4-BE49-F238E27FC236}">
                    <a16:creationId xmlns:a16="http://schemas.microsoft.com/office/drawing/2014/main" id="{8F2116F9-5758-8FD4-D9A0-AA99D832A8F0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4" name="pg3014">
                <a:extLst>
                  <a:ext uri="{FF2B5EF4-FFF2-40B4-BE49-F238E27FC236}">
                    <a16:creationId xmlns:a16="http://schemas.microsoft.com/office/drawing/2014/main" id="{7576ED49-34BB-22B8-7118-550D8FAFD0D9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5" name="pg3015">
                <a:extLst>
                  <a:ext uri="{FF2B5EF4-FFF2-40B4-BE49-F238E27FC236}">
                    <a16:creationId xmlns:a16="http://schemas.microsoft.com/office/drawing/2014/main" id="{55623400-F1C3-10E3-41F2-D2159782378C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6" name="pg3016">
                <a:extLst>
                  <a:ext uri="{FF2B5EF4-FFF2-40B4-BE49-F238E27FC236}">
                    <a16:creationId xmlns:a16="http://schemas.microsoft.com/office/drawing/2014/main" id="{EF05CE19-9361-C091-F9F9-0237FF9D4FAA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7" name="pg3017">
                <a:extLst>
                  <a:ext uri="{FF2B5EF4-FFF2-40B4-BE49-F238E27FC236}">
                    <a16:creationId xmlns:a16="http://schemas.microsoft.com/office/drawing/2014/main" id="{901660E5-6DA6-FD18-B32B-A7AD01CD090A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8" name="pg3018">
                <a:extLst>
                  <a:ext uri="{FF2B5EF4-FFF2-40B4-BE49-F238E27FC236}">
                    <a16:creationId xmlns:a16="http://schemas.microsoft.com/office/drawing/2014/main" id="{33217EF8-5BD2-FE5C-275E-60DDC999971C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9" name="pg3019">
                <a:extLst>
                  <a:ext uri="{FF2B5EF4-FFF2-40B4-BE49-F238E27FC236}">
                    <a16:creationId xmlns:a16="http://schemas.microsoft.com/office/drawing/2014/main" id="{07393E48-E842-7CD5-3FA3-48ADB92DC19B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0" name="pg3020">
                <a:extLst>
                  <a:ext uri="{FF2B5EF4-FFF2-40B4-BE49-F238E27FC236}">
                    <a16:creationId xmlns:a16="http://schemas.microsoft.com/office/drawing/2014/main" id="{6347F561-ACE9-402F-728D-AE88AF26D884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1" name="pg3021">
                <a:extLst>
                  <a:ext uri="{FF2B5EF4-FFF2-40B4-BE49-F238E27FC236}">
                    <a16:creationId xmlns:a16="http://schemas.microsoft.com/office/drawing/2014/main" id="{3D85731D-38B5-5D7C-D814-6674B1A3A7B6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2" name="pg3022">
                <a:extLst>
                  <a:ext uri="{FF2B5EF4-FFF2-40B4-BE49-F238E27FC236}">
                    <a16:creationId xmlns:a16="http://schemas.microsoft.com/office/drawing/2014/main" id="{E6A8FD62-0A88-7686-A4F7-DC7EA85F2546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3" name="pg3023">
                <a:extLst>
                  <a:ext uri="{FF2B5EF4-FFF2-40B4-BE49-F238E27FC236}">
                    <a16:creationId xmlns:a16="http://schemas.microsoft.com/office/drawing/2014/main" id="{AC25B3A1-5DC2-FC3C-6DBF-75939952272D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4" name="pg3024">
                <a:extLst>
                  <a:ext uri="{FF2B5EF4-FFF2-40B4-BE49-F238E27FC236}">
                    <a16:creationId xmlns:a16="http://schemas.microsoft.com/office/drawing/2014/main" id="{BA001DC4-E390-5158-D2D0-0518FCA63A6C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5" name="pg3025">
                <a:extLst>
                  <a:ext uri="{FF2B5EF4-FFF2-40B4-BE49-F238E27FC236}">
                    <a16:creationId xmlns:a16="http://schemas.microsoft.com/office/drawing/2014/main" id="{E88DCD35-C325-A97E-3598-BC4DF8E1F6CF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6" name="pg3026">
                <a:extLst>
                  <a:ext uri="{FF2B5EF4-FFF2-40B4-BE49-F238E27FC236}">
                    <a16:creationId xmlns:a16="http://schemas.microsoft.com/office/drawing/2014/main" id="{B6F39FBE-DD32-9DC2-3F08-5CA9D02E5589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7" name="pg3027">
                <a:extLst>
                  <a:ext uri="{FF2B5EF4-FFF2-40B4-BE49-F238E27FC236}">
                    <a16:creationId xmlns:a16="http://schemas.microsoft.com/office/drawing/2014/main" id="{3E635AC0-AD4D-CE8F-29F9-7A400B20D6DC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8" name="pg3028">
                <a:extLst>
                  <a:ext uri="{FF2B5EF4-FFF2-40B4-BE49-F238E27FC236}">
                    <a16:creationId xmlns:a16="http://schemas.microsoft.com/office/drawing/2014/main" id="{AE365DBF-2004-B364-DEDA-AC584567ED1E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9" name="pg3029">
                <a:extLst>
                  <a:ext uri="{FF2B5EF4-FFF2-40B4-BE49-F238E27FC236}">
                    <a16:creationId xmlns:a16="http://schemas.microsoft.com/office/drawing/2014/main" id="{1AD44027-864D-024F-A061-87D5CE960638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0" name="pg3030">
                <a:extLst>
                  <a:ext uri="{FF2B5EF4-FFF2-40B4-BE49-F238E27FC236}">
                    <a16:creationId xmlns:a16="http://schemas.microsoft.com/office/drawing/2014/main" id="{39EBC115-1514-B1E2-85A9-9DEA67CB43F3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1" name="pg3031">
                <a:extLst>
                  <a:ext uri="{FF2B5EF4-FFF2-40B4-BE49-F238E27FC236}">
                    <a16:creationId xmlns:a16="http://schemas.microsoft.com/office/drawing/2014/main" id="{D0AB5C68-B905-09F8-2016-19229D85E44D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2" name="pg3032">
                <a:extLst>
                  <a:ext uri="{FF2B5EF4-FFF2-40B4-BE49-F238E27FC236}">
                    <a16:creationId xmlns:a16="http://schemas.microsoft.com/office/drawing/2014/main" id="{E7457056-7D06-3AE0-D30D-3E757C6670FF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3" name="pg3033">
                <a:extLst>
                  <a:ext uri="{FF2B5EF4-FFF2-40B4-BE49-F238E27FC236}">
                    <a16:creationId xmlns:a16="http://schemas.microsoft.com/office/drawing/2014/main" id="{586E50A2-3AAF-86FE-A011-9BBBAB1163A6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4" name="pg3034">
                <a:extLst>
                  <a:ext uri="{FF2B5EF4-FFF2-40B4-BE49-F238E27FC236}">
                    <a16:creationId xmlns:a16="http://schemas.microsoft.com/office/drawing/2014/main" id="{ADC22F53-2890-5548-9227-A2516294670D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5" name="pg3035">
                <a:extLst>
                  <a:ext uri="{FF2B5EF4-FFF2-40B4-BE49-F238E27FC236}">
                    <a16:creationId xmlns:a16="http://schemas.microsoft.com/office/drawing/2014/main" id="{4DBEB3A5-7024-9233-13D3-9D4375CCBE72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6" name="pg3036">
                <a:extLst>
                  <a:ext uri="{FF2B5EF4-FFF2-40B4-BE49-F238E27FC236}">
                    <a16:creationId xmlns:a16="http://schemas.microsoft.com/office/drawing/2014/main" id="{E011B271-CD8E-C1F3-D818-F95242579722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7" name="pg3037">
                <a:extLst>
                  <a:ext uri="{FF2B5EF4-FFF2-40B4-BE49-F238E27FC236}">
                    <a16:creationId xmlns:a16="http://schemas.microsoft.com/office/drawing/2014/main" id="{172A96E1-355A-9210-6171-C2FF227E9BB2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8" name="pg3038">
                <a:extLst>
                  <a:ext uri="{FF2B5EF4-FFF2-40B4-BE49-F238E27FC236}">
                    <a16:creationId xmlns:a16="http://schemas.microsoft.com/office/drawing/2014/main" id="{0143B088-B961-24E3-47D7-E6710AB8DF66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9" name="pg3039">
                <a:extLst>
                  <a:ext uri="{FF2B5EF4-FFF2-40B4-BE49-F238E27FC236}">
                    <a16:creationId xmlns:a16="http://schemas.microsoft.com/office/drawing/2014/main" id="{F4D7DAD0-2296-18B3-3459-6A1ACA0768FB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0" name="pg3040">
                <a:extLst>
                  <a:ext uri="{FF2B5EF4-FFF2-40B4-BE49-F238E27FC236}">
                    <a16:creationId xmlns:a16="http://schemas.microsoft.com/office/drawing/2014/main" id="{46260015-FFCB-69AF-A1E0-63A04B62016A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1" name="pg3041">
                <a:extLst>
                  <a:ext uri="{FF2B5EF4-FFF2-40B4-BE49-F238E27FC236}">
                    <a16:creationId xmlns:a16="http://schemas.microsoft.com/office/drawing/2014/main" id="{9EC6BB60-1F0F-BCD3-4703-385BD4D3CCB3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2" name="pg3042">
                <a:extLst>
                  <a:ext uri="{FF2B5EF4-FFF2-40B4-BE49-F238E27FC236}">
                    <a16:creationId xmlns:a16="http://schemas.microsoft.com/office/drawing/2014/main" id="{EC5DF8AE-D02D-8EA4-BC42-48F834357893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3" name="pg3043">
                <a:extLst>
                  <a:ext uri="{FF2B5EF4-FFF2-40B4-BE49-F238E27FC236}">
                    <a16:creationId xmlns:a16="http://schemas.microsoft.com/office/drawing/2014/main" id="{7109098C-E43C-17F8-F12E-9F7BA99441FD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4" name="pg3044">
                <a:extLst>
                  <a:ext uri="{FF2B5EF4-FFF2-40B4-BE49-F238E27FC236}">
                    <a16:creationId xmlns:a16="http://schemas.microsoft.com/office/drawing/2014/main" id="{BBFCB9FD-B646-BC76-F4D0-699DC596E579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5" name="pg3045">
                <a:extLst>
                  <a:ext uri="{FF2B5EF4-FFF2-40B4-BE49-F238E27FC236}">
                    <a16:creationId xmlns:a16="http://schemas.microsoft.com/office/drawing/2014/main" id="{CEDF7728-3321-4CE7-9530-01E2AC455A53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6" name="pg3046">
                <a:extLst>
                  <a:ext uri="{FF2B5EF4-FFF2-40B4-BE49-F238E27FC236}">
                    <a16:creationId xmlns:a16="http://schemas.microsoft.com/office/drawing/2014/main" id="{84FAFCA9-E328-6337-5769-E7EAED34AD27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7" name="pg3047">
                <a:extLst>
                  <a:ext uri="{FF2B5EF4-FFF2-40B4-BE49-F238E27FC236}">
                    <a16:creationId xmlns:a16="http://schemas.microsoft.com/office/drawing/2014/main" id="{D171A5E5-701E-2B26-ED3C-B3640FCEBE5E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8" name="pg3048">
                <a:extLst>
                  <a:ext uri="{FF2B5EF4-FFF2-40B4-BE49-F238E27FC236}">
                    <a16:creationId xmlns:a16="http://schemas.microsoft.com/office/drawing/2014/main" id="{43DA4743-865B-D37A-D04C-D53F9C584FF1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9" name="pg3049">
                <a:extLst>
                  <a:ext uri="{FF2B5EF4-FFF2-40B4-BE49-F238E27FC236}">
                    <a16:creationId xmlns:a16="http://schemas.microsoft.com/office/drawing/2014/main" id="{EC57B40D-F03C-A02F-0D30-FDE2A0639422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0" name="pg3050">
                <a:extLst>
                  <a:ext uri="{FF2B5EF4-FFF2-40B4-BE49-F238E27FC236}">
                    <a16:creationId xmlns:a16="http://schemas.microsoft.com/office/drawing/2014/main" id="{4524FA52-0BAA-B676-222D-C8F4358F605F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1" name="pg3051">
                <a:extLst>
                  <a:ext uri="{FF2B5EF4-FFF2-40B4-BE49-F238E27FC236}">
                    <a16:creationId xmlns:a16="http://schemas.microsoft.com/office/drawing/2014/main" id="{E2B8E2E3-BDB4-4078-497B-A2C215768D60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2" name="pg3052">
                <a:extLst>
                  <a:ext uri="{FF2B5EF4-FFF2-40B4-BE49-F238E27FC236}">
                    <a16:creationId xmlns:a16="http://schemas.microsoft.com/office/drawing/2014/main" id="{7469C49B-FB73-11F5-FAA9-4727FD331367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3" name="pg3053">
                <a:extLst>
                  <a:ext uri="{FF2B5EF4-FFF2-40B4-BE49-F238E27FC236}">
                    <a16:creationId xmlns:a16="http://schemas.microsoft.com/office/drawing/2014/main" id="{785EB0F5-7AC5-4DB1-8508-80B3085898A4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4" name="pg3054">
                <a:extLst>
                  <a:ext uri="{FF2B5EF4-FFF2-40B4-BE49-F238E27FC236}">
                    <a16:creationId xmlns:a16="http://schemas.microsoft.com/office/drawing/2014/main" id="{069D5C37-F74F-F0F9-C893-005CF08C52D6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5" name="pg3055">
                <a:extLst>
                  <a:ext uri="{FF2B5EF4-FFF2-40B4-BE49-F238E27FC236}">
                    <a16:creationId xmlns:a16="http://schemas.microsoft.com/office/drawing/2014/main" id="{892B9FC2-716D-325C-6020-01F703182353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6" name="pg3056">
                <a:extLst>
                  <a:ext uri="{FF2B5EF4-FFF2-40B4-BE49-F238E27FC236}">
                    <a16:creationId xmlns:a16="http://schemas.microsoft.com/office/drawing/2014/main" id="{B1E68CC2-BE1B-CD26-C58D-4C64B17704A4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7" name="pg3057">
                <a:extLst>
                  <a:ext uri="{FF2B5EF4-FFF2-40B4-BE49-F238E27FC236}">
                    <a16:creationId xmlns:a16="http://schemas.microsoft.com/office/drawing/2014/main" id="{83A60DE5-F623-994A-1400-CBB9368BDE32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8" name="pg3058">
                <a:extLst>
                  <a:ext uri="{FF2B5EF4-FFF2-40B4-BE49-F238E27FC236}">
                    <a16:creationId xmlns:a16="http://schemas.microsoft.com/office/drawing/2014/main" id="{E1DF5382-7FDB-0129-63BD-0313FD64CA4B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9" name="pg3059">
                <a:extLst>
                  <a:ext uri="{FF2B5EF4-FFF2-40B4-BE49-F238E27FC236}">
                    <a16:creationId xmlns:a16="http://schemas.microsoft.com/office/drawing/2014/main" id="{44FC9339-7C7D-9EEE-999A-686AF5D46C35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0" name="pg3060">
                <a:extLst>
                  <a:ext uri="{FF2B5EF4-FFF2-40B4-BE49-F238E27FC236}">
                    <a16:creationId xmlns:a16="http://schemas.microsoft.com/office/drawing/2014/main" id="{1CD1EE8D-20D7-144B-FD10-2B1A6D6C5BE2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1" name="pg3061">
                <a:extLst>
                  <a:ext uri="{FF2B5EF4-FFF2-40B4-BE49-F238E27FC236}">
                    <a16:creationId xmlns:a16="http://schemas.microsoft.com/office/drawing/2014/main" id="{29316577-728E-CA0B-CBA6-B66E1C1C3F41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2" name="pg3062">
                <a:extLst>
                  <a:ext uri="{FF2B5EF4-FFF2-40B4-BE49-F238E27FC236}">
                    <a16:creationId xmlns:a16="http://schemas.microsoft.com/office/drawing/2014/main" id="{5BEBD5DB-6B98-2BDE-5040-B7A7011058CB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3" name="pg3063">
                <a:extLst>
                  <a:ext uri="{FF2B5EF4-FFF2-40B4-BE49-F238E27FC236}">
                    <a16:creationId xmlns:a16="http://schemas.microsoft.com/office/drawing/2014/main" id="{B76E685A-7328-56A2-2E79-5BD13FB92ED5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4" name="pg3064">
                <a:extLst>
                  <a:ext uri="{FF2B5EF4-FFF2-40B4-BE49-F238E27FC236}">
                    <a16:creationId xmlns:a16="http://schemas.microsoft.com/office/drawing/2014/main" id="{01E17630-C303-D232-9D5D-03B80ADDDFBE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5" name="pg3065">
                <a:extLst>
                  <a:ext uri="{FF2B5EF4-FFF2-40B4-BE49-F238E27FC236}">
                    <a16:creationId xmlns:a16="http://schemas.microsoft.com/office/drawing/2014/main" id="{60B042F8-2C93-744B-83EA-BDDEA3275C15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6" name="pg3066">
                <a:extLst>
                  <a:ext uri="{FF2B5EF4-FFF2-40B4-BE49-F238E27FC236}">
                    <a16:creationId xmlns:a16="http://schemas.microsoft.com/office/drawing/2014/main" id="{3AA1988B-0EF0-96D3-13FE-291BBE6FF477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7" name="pg3067">
                <a:extLst>
                  <a:ext uri="{FF2B5EF4-FFF2-40B4-BE49-F238E27FC236}">
                    <a16:creationId xmlns:a16="http://schemas.microsoft.com/office/drawing/2014/main" id="{3C4840FF-0C2A-E221-EE29-AAB3E247DD43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8" name="pg3068">
                <a:extLst>
                  <a:ext uri="{FF2B5EF4-FFF2-40B4-BE49-F238E27FC236}">
                    <a16:creationId xmlns:a16="http://schemas.microsoft.com/office/drawing/2014/main" id="{3193C580-CF05-3C7D-9F4B-EEBED0DA5607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9" name="pg3069">
                <a:extLst>
                  <a:ext uri="{FF2B5EF4-FFF2-40B4-BE49-F238E27FC236}">
                    <a16:creationId xmlns:a16="http://schemas.microsoft.com/office/drawing/2014/main" id="{55C7EF01-9905-A287-DD33-9F20A59D1691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0" name="pg3070">
                <a:extLst>
                  <a:ext uri="{FF2B5EF4-FFF2-40B4-BE49-F238E27FC236}">
                    <a16:creationId xmlns:a16="http://schemas.microsoft.com/office/drawing/2014/main" id="{1A6799F9-35B9-3354-8D3A-5F8393E96DB1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1" name="pg3071">
                <a:extLst>
                  <a:ext uri="{FF2B5EF4-FFF2-40B4-BE49-F238E27FC236}">
                    <a16:creationId xmlns:a16="http://schemas.microsoft.com/office/drawing/2014/main" id="{7167A376-F453-E302-A2CB-EBEF7261B355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2" name="pg3072">
                <a:extLst>
                  <a:ext uri="{FF2B5EF4-FFF2-40B4-BE49-F238E27FC236}">
                    <a16:creationId xmlns:a16="http://schemas.microsoft.com/office/drawing/2014/main" id="{503032E5-19C2-DF67-4632-4A9F161E3B5C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3" name="pg3073">
                <a:extLst>
                  <a:ext uri="{FF2B5EF4-FFF2-40B4-BE49-F238E27FC236}">
                    <a16:creationId xmlns:a16="http://schemas.microsoft.com/office/drawing/2014/main" id="{E83A6397-2985-0D71-C902-BF04CC64C58D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4" name="pg3074">
                <a:extLst>
                  <a:ext uri="{FF2B5EF4-FFF2-40B4-BE49-F238E27FC236}">
                    <a16:creationId xmlns:a16="http://schemas.microsoft.com/office/drawing/2014/main" id="{780E105C-CDFD-B17D-6F4C-0B1067374E60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5" name="pg3075">
                <a:extLst>
                  <a:ext uri="{FF2B5EF4-FFF2-40B4-BE49-F238E27FC236}">
                    <a16:creationId xmlns:a16="http://schemas.microsoft.com/office/drawing/2014/main" id="{71DBD92A-7A5D-8850-5E05-A314805B24C8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6" name="pg3076">
                <a:extLst>
                  <a:ext uri="{FF2B5EF4-FFF2-40B4-BE49-F238E27FC236}">
                    <a16:creationId xmlns:a16="http://schemas.microsoft.com/office/drawing/2014/main" id="{24B4C368-0BBF-19F6-7231-565C5465E8CD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7" name="pg3077">
                <a:extLst>
                  <a:ext uri="{FF2B5EF4-FFF2-40B4-BE49-F238E27FC236}">
                    <a16:creationId xmlns:a16="http://schemas.microsoft.com/office/drawing/2014/main" id="{2F618513-D358-C608-2C3A-16B404E1C0B1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8" name="pg3078">
                <a:extLst>
                  <a:ext uri="{FF2B5EF4-FFF2-40B4-BE49-F238E27FC236}">
                    <a16:creationId xmlns:a16="http://schemas.microsoft.com/office/drawing/2014/main" id="{172CB861-E546-B99F-1761-F5EC208DAF96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9" name="pg3079">
                <a:extLst>
                  <a:ext uri="{FF2B5EF4-FFF2-40B4-BE49-F238E27FC236}">
                    <a16:creationId xmlns:a16="http://schemas.microsoft.com/office/drawing/2014/main" id="{64669BB6-4239-39C9-7365-AC483481FC23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0" name="pg3080">
                <a:extLst>
                  <a:ext uri="{FF2B5EF4-FFF2-40B4-BE49-F238E27FC236}">
                    <a16:creationId xmlns:a16="http://schemas.microsoft.com/office/drawing/2014/main" id="{178F46BE-633F-2291-4232-471BFCEF456B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1" name="pg3081">
                <a:extLst>
                  <a:ext uri="{FF2B5EF4-FFF2-40B4-BE49-F238E27FC236}">
                    <a16:creationId xmlns:a16="http://schemas.microsoft.com/office/drawing/2014/main" id="{9E9FCA21-B582-EB89-E721-AA88E6099418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2" name="pg3082">
                <a:extLst>
                  <a:ext uri="{FF2B5EF4-FFF2-40B4-BE49-F238E27FC236}">
                    <a16:creationId xmlns:a16="http://schemas.microsoft.com/office/drawing/2014/main" id="{3AD15B0A-83A6-59DD-94F1-71F02B9FC45B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3" name="pg3083">
                <a:extLst>
                  <a:ext uri="{FF2B5EF4-FFF2-40B4-BE49-F238E27FC236}">
                    <a16:creationId xmlns:a16="http://schemas.microsoft.com/office/drawing/2014/main" id="{37960E9C-AAEE-053D-159C-480E1578710B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4" name="pg3084">
                <a:extLst>
                  <a:ext uri="{FF2B5EF4-FFF2-40B4-BE49-F238E27FC236}">
                    <a16:creationId xmlns:a16="http://schemas.microsoft.com/office/drawing/2014/main" id="{0589CFA0-1EC0-2443-7000-7EFB238101A0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5" name="pg3085">
                <a:extLst>
                  <a:ext uri="{FF2B5EF4-FFF2-40B4-BE49-F238E27FC236}">
                    <a16:creationId xmlns:a16="http://schemas.microsoft.com/office/drawing/2014/main" id="{25784305-A2EB-9C82-F013-0CFC586BF194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6" name="pg3086">
                <a:extLst>
                  <a:ext uri="{FF2B5EF4-FFF2-40B4-BE49-F238E27FC236}">
                    <a16:creationId xmlns:a16="http://schemas.microsoft.com/office/drawing/2014/main" id="{6A736544-EA38-2B5B-4555-9DAE3FA20F29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7" name="pg3087">
                <a:extLst>
                  <a:ext uri="{FF2B5EF4-FFF2-40B4-BE49-F238E27FC236}">
                    <a16:creationId xmlns:a16="http://schemas.microsoft.com/office/drawing/2014/main" id="{782799E2-3270-58FF-6707-DD618E8905A9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8" name="pg3088">
                <a:extLst>
                  <a:ext uri="{FF2B5EF4-FFF2-40B4-BE49-F238E27FC236}">
                    <a16:creationId xmlns:a16="http://schemas.microsoft.com/office/drawing/2014/main" id="{114CA7A7-9B0F-097C-774F-C1BCAFC899D5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9" name="pg3089">
                <a:extLst>
                  <a:ext uri="{FF2B5EF4-FFF2-40B4-BE49-F238E27FC236}">
                    <a16:creationId xmlns:a16="http://schemas.microsoft.com/office/drawing/2014/main" id="{86D6336C-98EB-B434-A41A-3B98A684E271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0" name="pg3090">
                <a:extLst>
                  <a:ext uri="{FF2B5EF4-FFF2-40B4-BE49-F238E27FC236}">
                    <a16:creationId xmlns:a16="http://schemas.microsoft.com/office/drawing/2014/main" id="{B424EFB7-052B-9238-80CB-25492BFB2EEF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1" name="pg3091">
                <a:extLst>
                  <a:ext uri="{FF2B5EF4-FFF2-40B4-BE49-F238E27FC236}">
                    <a16:creationId xmlns:a16="http://schemas.microsoft.com/office/drawing/2014/main" id="{8296F4FD-5837-78E5-1428-63EC25FC8041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2" name="pg3092">
                <a:extLst>
                  <a:ext uri="{FF2B5EF4-FFF2-40B4-BE49-F238E27FC236}">
                    <a16:creationId xmlns:a16="http://schemas.microsoft.com/office/drawing/2014/main" id="{D614A653-8AFC-85FD-B1A8-0780C314112D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3" name="pg3093">
                <a:extLst>
                  <a:ext uri="{FF2B5EF4-FFF2-40B4-BE49-F238E27FC236}">
                    <a16:creationId xmlns:a16="http://schemas.microsoft.com/office/drawing/2014/main" id="{5859EA2C-23AC-C98C-A3F3-CAB3C515B700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4" name="pg3094">
                <a:extLst>
                  <a:ext uri="{FF2B5EF4-FFF2-40B4-BE49-F238E27FC236}">
                    <a16:creationId xmlns:a16="http://schemas.microsoft.com/office/drawing/2014/main" id="{4B9214D2-5319-D364-2BD2-3B6DE9596E7A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5" name="pg3095">
                <a:extLst>
                  <a:ext uri="{FF2B5EF4-FFF2-40B4-BE49-F238E27FC236}">
                    <a16:creationId xmlns:a16="http://schemas.microsoft.com/office/drawing/2014/main" id="{6A3C37F8-FBCE-A2A4-D8B5-5C08D23EB167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6" name="pg3096">
                <a:extLst>
                  <a:ext uri="{FF2B5EF4-FFF2-40B4-BE49-F238E27FC236}">
                    <a16:creationId xmlns:a16="http://schemas.microsoft.com/office/drawing/2014/main" id="{DC806089-0614-3DCE-8319-4BA626E08B8F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7" name="pg3097">
                <a:extLst>
                  <a:ext uri="{FF2B5EF4-FFF2-40B4-BE49-F238E27FC236}">
                    <a16:creationId xmlns:a16="http://schemas.microsoft.com/office/drawing/2014/main" id="{FFA5706A-1A57-D053-A1B7-069DDE5EB937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8" name="pg3098">
                <a:extLst>
                  <a:ext uri="{FF2B5EF4-FFF2-40B4-BE49-F238E27FC236}">
                    <a16:creationId xmlns:a16="http://schemas.microsoft.com/office/drawing/2014/main" id="{41A3DCDD-62B7-7FA7-EBFC-E9B05FF282BE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9" name="pg3099">
                <a:extLst>
                  <a:ext uri="{FF2B5EF4-FFF2-40B4-BE49-F238E27FC236}">
                    <a16:creationId xmlns:a16="http://schemas.microsoft.com/office/drawing/2014/main" id="{0570B6AE-2A9D-A398-7755-497E9337512F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0" name="pg3100">
                <a:extLst>
                  <a:ext uri="{FF2B5EF4-FFF2-40B4-BE49-F238E27FC236}">
                    <a16:creationId xmlns:a16="http://schemas.microsoft.com/office/drawing/2014/main" id="{54368438-02BA-41A5-1F1A-E289F36CD840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1" name="pg3101">
                <a:extLst>
                  <a:ext uri="{FF2B5EF4-FFF2-40B4-BE49-F238E27FC236}">
                    <a16:creationId xmlns:a16="http://schemas.microsoft.com/office/drawing/2014/main" id="{ABF7E9FB-EA39-CCB7-E7CE-1672B892F38C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2" name="pg3102">
                <a:extLst>
                  <a:ext uri="{FF2B5EF4-FFF2-40B4-BE49-F238E27FC236}">
                    <a16:creationId xmlns:a16="http://schemas.microsoft.com/office/drawing/2014/main" id="{BAC6EA50-D015-B67F-DD3B-41C155870BCD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3" name="pg3103">
                <a:extLst>
                  <a:ext uri="{FF2B5EF4-FFF2-40B4-BE49-F238E27FC236}">
                    <a16:creationId xmlns:a16="http://schemas.microsoft.com/office/drawing/2014/main" id="{6BBCD67C-C93E-BB85-BD08-1F1BED380057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4" name="pg3104">
                <a:extLst>
                  <a:ext uri="{FF2B5EF4-FFF2-40B4-BE49-F238E27FC236}">
                    <a16:creationId xmlns:a16="http://schemas.microsoft.com/office/drawing/2014/main" id="{0BC39697-9AF3-8B8F-8324-9EEAD8DC6572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5" name="pg3105">
                <a:extLst>
                  <a:ext uri="{FF2B5EF4-FFF2-40B4-BE49-F238E27FC236}">
                    <a16:creationId xmlns:a16="http://schemas.microsoft.com/office/drawing/2014/main" id="{853BC9ED-99CE-39EA-91B1-B39CE4528207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6" name="pg3106">
                <a:extLst>
                  <a:ext uri="{FF2B5EF4-FFF2-40B4-BE49-F238E27FC236}">
                    <a16:creationId xmlns:a16="http://schemas.microsoft.com/office/drawing/2014/main" id="{6165E0F8-85E5-C89C-80A0-D6B6F07B1201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7" name="pg3107">
                <a:extLst>
                  <a:ext uri="{FF2B5EF4-FFF2-40B4-BE49-F238E27FC236}">
                    <a16:creationId xmlns:a16="http://schemas.microsoft.com/office/drawing/2014/main" id="{590B2B17-38CC-5C53-8708-8F55270E2F31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8" name="pg3108">
                <a:extLst>
                  <a:ext uri="{FF2B5EF4-FFF2-40B4-BE49-F238E27FC236}">
                    <a16:creationId xmlns:a16="http://schemas.microsoft.com/office/drawing/2014/main" id="{FB616265-E36F-C69C-4323-EBCAD2A8E8BC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9" name="pg3109">
                <a:extLst>
                  <a:ext uri="{FF2B5EF4-FFF2-40B4-BE49-F238E27FC236}">
                    <a16:creationId xmlns:a16="http://schemas.microsoft.com/office/drawing/2014/main" id="{46E20D12-462D-EC62-04BC-3B142E9D21D4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0" name="pg3110">
                <a:extLst>
                  <a:ext uri="{FF2B5EF4-FFF2-40B4-BE49-F238E27FC236}">
                    <a16:creationId xmlns:a16="http://schemas.microsoft.com/office/drawing/2014/main" id="{3AAB9891-BB61-3130-88F5-47425971CF51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1" name="pg3111">
                <a:extLst>
                  <a:ext uri="{FF2B5EF4-FFF2-40B4-BE49-F238E27FC236}">
                    <a16:creationId xmlns:a16="http://schemas.microsoft.com/office/drawing/2014/main" id="{0DC06967-8A46-3086-A9CB-739D2F370827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2" name="pg3112">
                <a:extLst>
                  <a:ext uri="{FF2B5EF4-FFF2-40B4-BE49-F238E27FC236}">
                    <a16:creationId xmlns:a16="http://schemas.microsoft.com/office/drawing/2014/main" id="{9FBACAAA-76CD-F01A-8223-BEA89EE30961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3" name="pg3113">
                <a:extLst>
                  <a:ext uri="{FF2B5EF4-FFF2-40B4-BE49-F238E27FC236}">
                    <a16:creationId xmlns:a16="http://schemas.microsoft.com/office/drawing/2014/main" id="{3B2F182E-403B-6281-E43A-C1BF2D3BB5FF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4" name="pg3114">
                <a:extLst>
                  <a:ext uri="{FF2B5EF4-FFF2-40B4-BE49-F238E27FC236}">
                    <a16:creationId xmlns:a16="http://schemas.microsoft.com/office/drawing/2014/main" id="{815A8510-61B7-25EF-5EEA-7EC82B659906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5" name="pg3115">
                <a:extLst>
                  <a:ext uri="{FF2B5EF4-FFF2-40B4-BE49-F238E27FC236}">
                    <a16:creationId xmlns:a16="http://schemas.microsoft.com/office/drawing/2014/main" id="{E876E179-4868-E4A0-936A-855C985864C8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6" name="pg3116">
                <a:extLst>
                  <a:ext uri="{FF2B5EF4-FFF2-40B4-BE49-F238E27FC236}">
                    <a16:creationId xmlns:a16="http://schemas.microsoft.com/office/drawing/2014/main" id="{A3F0808C-3D10-8064-03AB-C845916BC723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7" name="pg3117">
                <a:extLst>
                  <a:ext uri="{FF2B5EF4-FFF2-40B4-BE49-F238E27FC236}">
                    <a16:creationId xmlns:a16="http://schemas.microsoft.com/office/drawing/2014/main" id="{2704E5BE-4226-E4FB-6737-CA9D2FAAB7A5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8" name="pg3118">
                <a:extLst>
                  <a:ext uri="{FF2B5EF4-FFF2-40B4-BE49-F238E27FC236}">
                    <a16:creationId xmlns:a16="http://schemas.microsoft.com/office/drawing/2014/main" id="{C02D634C-08AD-73C3-3785-2ECD3BC165DD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9" name="pg3119">
                <a:extLst>
                  <a:ext uri="{FF2B5EF4-FFF2-40B4-BE49-F238E27FC236}">
                    <a16:creationId xmlns:a16="http://schemas.microsoft.com/office/drawing/2014/main" id="{4205768F-42E2-C84A-3E03-3A15C43AD682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0" name="pg3120">
                <a:extLst>
                  <a:ext uri="{FF2B5EF4-FFF2-40B4-BE49-F238E27FC236}">
                    <a16:creationId xmlns:a16="http://schemas.microsoft.com/office/drawing/2014/main" id="{5A39A5C8-9600-BF87-16F4-BC72BD680F5F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1" name="pg3121">
                <a:extLst>
                  <a:ext uri="{FF2B5EF4-FFF2-40B4-BE49-F238E27FC236}">
                    <a16:creationId xmlns:a16="http://schemas.microsoft.com/office/drawing/2014/main" id="{77E4D687-C820-AC95-444F-924E890DE2D3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2" name="pg3122">
                <a:extLst>
                  <a:ext uri="{FF2B5EF4-FFF2-40B4-BE49-F238E27FC236}">
                    <a16:creationId xmlns:a16="http://schemas.microsoft.com/office/drawing/2014/main" id="{033A05DD-6E7E-3729-D6AC-A8EE6F11BADF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3" name="pg3123">
                <a:extLst>
                  <a:ext uri="{FF2B5EF4-FFF2-40B4-BE49-F238E27FC236}">
                    <a16:creationId xmlns:a16="http://schemas.microsoft.com/office/drawing/2014/main" id="{EF721E16-E52C-C57E-D34A-FB29A5834669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4" name="pg3124">
                <a:extLst>
                  <a:ext uri="{FF2B5EF4-FFF2-40B4-BE49-F238E27FC236}">
                    <a16:creationId xmlns:a16="http://schemas.microsoft.com/office/drawing/2014/main" id="{7C91918D-4B4C-7C6D-D581-D3E69A691E75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5" name="pg3125">
                <a:extLst>
                  <a:ext uri="{FF2B5EF4-FFF2-40B4-BE49-F238E27FC236}">
                    <a16:creationId xmlns:a16="http://schemas.microsoft.com/office/drawing/2014/main" id="{D100EA67-7239-49DF-E9F1-9C64CE4D6414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6" name="pg3126">
                <a:extLst>
                  <a:ext uri="{FF2B5EF4-FFF2-40B4-BE49-F238E27FC236}">
                    <a16:creationId xmlns:a16="http://schemas.microsoft.com/office/drawing/2014/main" id="{F99953D0-AE60-18E8-30D8-5E95139E84D4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7" name="pg3127">
                <a:extLst>
                  <a:ext uri="{FF2B5EF4-FFF2-40B4-BE49-F238E27FC236}">
                    <a16:creationId xmlns:a16="http://schemas.microsoft.com/office/drawing/2014/main" id="{604DDD43-A02E-0E2F-6372-B450957EF1FC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8" name="pg3128">
                <a:extLst>
                  <a:ext uri="{FF2B5EF4-FFF2-40B4-BE49-F238E27FC236}">
                    <a16:creationId xmlns:a16="http://schemas.microsoft.com/office/drawing/2014/main" id="{8B8D6459-02A7-F537-9F75-EB139FB7E313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9" name="pg3129">
                <a:extLst>
                  <a:ext uri="{FF2B5EF4-FFF2-40B4-BE49-F238E27FC236}">
                    <a16:creationId xmlns:a16="http://schemas.microsoft.com/office/drawing/2014/main" id="{D44C7ECD-6702-00DA-1C04-A6BCEFCCF335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0" name="pg3130">
                <a:extLst>
                  <a:ext uri="{FF2B5EF4-FFF2-40B4-BE49-F238E27FC236}">
                    <a16:creationId xmlns:a16="http://schemas.microsoft.com/office/drawing/2014/main" id="{480939EB-CD40-0694-92A2-D69B47795468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1" name="pg3131">
                <a:extLst>
                  <a:ext uri="{FF2B5EF4-FFF2-40B4-BE49-F238E27FC236}">
                    <a16:creationId xmlns:a16="http://schemas.microsoft.com/office/drawing/2014/main" id="{12D196AD-26E2-F42D-81CF-60D4F74196DC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2" name="pg3132">
                <a:extLst>
                  <a:ext uri="{FF2B5EF4-FFF2-40B4-BE49-F238E27FC236}">
                    <a16:creationId xmlns:a16="http://schemas.microsoft.com/office/drawing/2014/main" id="{24F578D0-3F36-C996-CDB0-18E82A7D8F14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3" name="pg3133">
                <a:extLst>
                  <a:ext uri="{FF2B5EF4-FFF2-40B4-BE49-F238E27FC236}">
                    <a16:creationId xmlns:a16="http://schemas.microsoft.com/office/drawing/2014/main" id="{2A4180FF-DBE1-C64D-38D8-8E39CF8BEB2D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4" name="pg3134">
                <a:extLst>
                  <a:ext uri="{FF2B5EF4-FFF2-40B4-BE49-F238E27FC236}">
                    <a16:creationId xmlns:a16="http://schemas.microsoft.com/office/drawing/2014/main" id="{8C687710-808D-43B5-A5BD-69D21F086B14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5" name="pg3135">
                <a:extLst>
                  <a:ext uri="{FF2B5EF4-FFF2-40B4-BE49-F238E27FC236}">
                    <a16:creationId xmlns:a16="http://schemas.microsoft.com/office/drawing/2014/main" id="{18D3E15F-0C29-D568-8C81-C5E0C6A48AC8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6" name="pg3136">
                <a:extLst>
                  <a:ext uri="{FF2B5EF4-FFF2-40B4-BE49-F238E27FC236}">
                    <a16:creationId xmlns:a16="http://schemas.microsoft.com/office/drawing/2014/main" id="{1AC63275-7CB4-F8D1-5CF4-3663B458339C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7" name="pg3137">
                <a:extLst>
                  <a:ext uri="{FF2B5EF4-FFF2-40B4-BE49-F238E27FC236}">
                    <a16:creationId xmlns:a16="http://schemas.microsoft.com/office/drawing/2014/main" id="{3CCAF134-7EB5-F959-192D-8838D9C77D06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8" name="pg3138">
                <a:extLst>
                  <a:ext uri="{FF2B5EF4-FFF2-40B4-BE49-F238E27FC236}">
                    <a16:creationId xmlns:a16="http://schemas.microsoft.com/office/drawing/2014/main" id="{07F15A92-A721-8689-054B-C029B52F6406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9" name="pg3139">
                <a:extLst>
                  <a:ext uri="{FF2B5EF4-FFF2-40B4-BE49-F238E27FC236}">
                    <a16:creationId xmlns:a16="http://schemas.microsoft.com/office/drawing/2014/main" id="{3B096884-3CBA-CBB8-F796-9C19E9AE82A7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0" name="pg3140">
                <a:extLst>
                  <a:ext uri="{FF2B5EF4-FFF2-40B4-BE49-F238E27FC236}">
                    <a16:creationId xmlns:a16="http://schemas.microsoft.com/office/drawing/2014/main" id="{90A3B253-AA0C-74DF-12EE-8A56124BBC00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1" name="pg3141">
                <a:extLst>
                  <a:ext uri="{FF2B5EF4-FFF2-40B4-BE49-F238E27FC236}">
                    <a16:creationId xmlns:a16="http://schemas.microsoft.com/office/drawing/2014/main" id="{39D7E201-CBC4-53D6-4951-4E64EDAEE1EB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2" name="pg3142">
                <a:extLst>
                  <a:ext uri="{FF2B5EF4-FFF2-40B4-BE49-F238E27FC236}">
                    <a16:creationId xmlns:a16="http://schemas.microsoft.com/office/drawing/2014/main" id="{B5F580B2-CF18-228B-E80B-364227D42A29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3" name="pg3143">
                <a:extLst>
                  <a:ext uri="{FF2B5EF4-FFF2-40B4-BE49-F238E27FC236}">
                    <a16:creationId xmlns:a16="http://schemas.microsoft.com/office/drawing/2014/main" id="{227F023F-8D32-2E9F-0F49-7213F0FBAF48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4" name="pg3144">
                <a:extLst>
                  <a:ext uri="{FF2B5EF4-FFF2-40B4-BE49-F238E27FC236}">
                    <a16:creationId xmlns:a16="http://schemas.microsoft.com/office/drawing/2014/main" id="{4AF3E9B3-610B-49F5-2B62-4790A4019584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5" name="pg3145">
                <a:extLst>
                  <a:ext uri="{FF2B5EF4-FFF2-40B4-BE49-F238E27FC236}">
                    <a16:creationId xmlns:a16="http://schemas.microsoft.com/office/drawing/2014/main" id="{11F6B0D5-5B43-04CD-6F1E-A10A6DA3CDA5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6" name="pg3146">
                <a:extLst>
                  <a:ext uri="{FF2B5EF4-FFF2-40B4-BE49-F238E27FC236}">
                    <a16:creationId xmlns:a16="http://schemas.microsoft.com/office/drawing/2014/main" id="{95D70C32-252C-8D44-DDDE-0CEE902B8C25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7" name="pg3147">
                <a:extLst>
                  <a:ext uri="{FF2B5EF4-FFF2-40B4-BE49-F238E27FC236}">
                    <a16:creationId xmlns:a16="http://schemas.microsoft.com/office/drawing/2014/main" id="{C43BB64A-09B7-904C-60AF-B62C3A66EFE1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8" name="pg3148">
                <a:extLst>
                  <a:ext uri="{FF2B5EF4-FFF2-40B4-BE49-F238E27FC236}">
                    <a16:creationId xmlns:a16="http://schemas.microsoft.com/office/drawing/2014/main" id="{9CA98334-0950-1642-99B8-2336D312ADCC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9" name="pg3149">
                <a:extLst>
                  <a:ext uri="{FF2B5EF4-FFF2-40B4-BE49-F238E27FC236}">
                    <a16:creationId xmlns:a16="http://schemas.microsoft.com/office/drawing/2014/main" id="{192B9567-40E7-DA8A-D30A-4E2C530EA578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0" name="pg3150">
                <a:extLst>
                  <a:ext uri="{FF2B5EF4-FFF2-40B4-BE49-F238E27FC236}">
                    <a16:creationId xmlns:a16="http://schemas.microsoft.com/office/drawing/2014/main" id="{4EF9D56B-86C8-58A1-142C-07FE8D35CA14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1" name="pg3151">
                <a:extLst>
                  <a:ext uri="{FF2B5EF4-FFF2-40B4-BE49-F238E27FC236}">
                    <a16:creationId xmlns:a16="http://schemas.microsoft.com/office/drawing/2014/main" id="{FB304D49-10E9-CE74-E9E7-A86CCF4FFF5F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2" name="pg3152">
                <a:extLst>
                  <a:ext uri="{FF2B5EF4-FFF2-40B4-BE49-F238E27FC236}">
                    <a16:creationId xmlns:a16="http://schemas.microsoft.com/office/drawing/2014/main" id="{9600DFE5-AA0E-8BA7-7766-B3417790D7F0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3" name="pg3153">
                <a:extLst>
                  <a:ext uri="{FF2B5EF4-FFF2-40B4-BE49-F238E27FC236}">
                    <a16:creationId xmlns:a16="http://schemas.microsoft.com/office/drawing/2014/main" id="{0490E0E7-7792-84B8-56CB-97F1CA0E1236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4" name="pg3154">
                <a:extLst>
                  <a:ext uri="{FF2B5EF4-FFF2-40B4-BE49-F238E27FC236}">
                    <a16:creationId xmlns:a16="http://schemas.microsoft.com/office/drawing/2014/main" id="{95C8E23F-D07B-F92D-A27C-76122C47B639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5" name="pg3155">
                <a:extLst>
                  <a:ext uri="{FF2B5EF4-FFF2-40B4-BE49-F238E27FC236}">
                    <a16:creationId xmlns:a16="http://schemas.microsoft.com/office/drawing/2014/main" id="{F7FFB4AD-829F-40B1-18D5-AF8AE25358FC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6" name="pg3156">
                <a:extLst>
                  <a:ext uri="{FF2B5EF4-FFF2-40B4-BE49-F238E27FC236}">
                    <a16:creationId xmlns:a16="http://schemas.microsoft.com/office/drawing/2014/main" id="{C54CC6C8-37A1-8D4C-CC43-22D52DE45884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7" name="pg3157">
                <a:extLst>
                  <a:ext uri="{FF2B5EF4-FFF2-40B4-BE49-F238E27FC236}">
                    <a16:creationId xmlns:a16="http://schemas.microsoft.com/office/drawing/2014/main" id="{5BDC45BD-8332-9A8C-739C-03D8235C5E49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8" name="pg3158">
                <a:extLst>
                  <a:ext uri="{FF2B5EF4-FFF2-40B4-BE49-F238E27FC236}">
                    <a16:creationId xmlns:a16="http://schemas.microsoft.com/office/drawing/2014/main" id="{EB34386A-733C-0B91-E2E1-FAF09F689155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9" name="pg3159">
                <a:extLst>
                  <a:ext uri="{FF2B5EF4-FFF2-40B4-BE49-F238E27FC236}">
                    <a16:creationId xmlns:a16="http://schemas.microsoft.com/office/drawing/2014/main" id="{4AAD377A-89D3-6E48-FC4C-81317598771C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0" name="pg3160">
                <a:extLst>
                  <a:ext uri="{FF2B5EF4-FFF2-40B4-BE49-F238E27FC236}">
                    <a16:creationId xmlns:a16="http://schemas.microsoft.com/office/drawing/2014/main" id="{CC887600-39BD-1402-642D-0005B1D9465C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1" name="pg3161">
                <a:extLst>
                  <a:ext uri="{FF2B5EF4-FFF2-40B4-BE49-F238E27FC236}">
                    <a16:creationId xmlns:a16="http://schemas.microsoft.com/office/drawing/2014/main" id="{0F102C4C-E12C-E557-EA44-6CA64D5BD6A6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2" name="pg3162">
                <a:extLst>
                  <a:ext uri="{FF2B5EF4-FFF2-40B4-BE49-F238E27FC236}">
                    <a16:creationId xmlns:a16="http://schemas.microsoft.com/office/drawing/2014/main" id="{0AB15BB2-6408-77EA-B800-DE6E623CA3D3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3" name="pg3163">
                <a:extLst>
                  <a:ext uri="{FF2B5EF4-FFF2-40B4-BE49-F238E27FC236}">
                    <a16:creationId xmlns:a16="http://schemas.microsoft.com/office/drawing/2014/main" id="{CA58D400-9641-9949-ADB5-F9FF6CFE948A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4" name="pg3164">
                <a:extLst>
                  <a:ext uri="{FF2B5EF4-FFF2-40B4-BE49-F238E27FC236}">
                    <a16:creationId xmlns:a16="http://schemas.microsoft.com/office/drawing/2014/main" id="{67115216-9297-8DDC-CB0B-B01C974B0B75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5" name="pg3165">
                <a:extLst>
                  <a:ext uri="{FF2B5EF4-FFF2-40B4-BE49-F238E27FC236}">
                    <a16:creationId xmlns:a16="http://schemas.microsoft.com/office/drawing/2014/main" id="{C870F0E4-908C-6F84-A6C3-B82F3D3D2A3F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6" name="pg3166">
                <a:extLst>
                  <a:ext uri="{FF2B5EF4-FFF2-40B4-BE49-F238E27FC236}">
                    <a16:creationId xmlns:a16="http://schemas.microsoft.com/office/drawing/2014/main" id="{4968B95D-8DEC-33DB-B84F-A2D5AA3A5854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7" name="pg3167">
                <a:extLst>
                  <a:ext uri="{FF2B5EF4-FFF2-40B4-BE49-F238E27FC236}">
                    <a16:creationId xmlns:a16="http://schemas.microsoft.com/office/drawing/2014/main" id="{061CC7DF-3315-D6EF-8E8F-65D8609ED15E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8" name="pg3168">
                <a:extLst>
                  <a:ext uri="{FF2B5EF4-FFF2-40B4-BE49-F238E27FC236}">
                    <a16:creationId xmlns:a16="http://schemas.microsoft.com/office/drawing/2014/main" id="{4106356C-5E14-6CA4-E19B-ED780CFFAFC8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9" name="pg3169">
                <a:extLst>
                  <a:ext uri="{FF2B5EF4-FFF2-40B4-BE49-F238E27FC236}">
                    <a16:creationId xmlns:a16="http://schemas.microsoft.com/office/drawing/2014/main" id="{E43D9718-BC91-2845-9909-008B57802974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0" name="pg3170">
                <a:extLst>
                  <a:ext uri="{FF2B5EF4-FFF2-40B4-BE49-F238E27FC236}">
                    <a16:creationId xmlns:a16="http://schemas.microsoft.com/office/drawing/2014/main" id="{B943D263-C3C1-DA30-AF62-6F76873F5F37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1" name="pg3171">
                <a:extLst>
                  <a:ext uri="{FF2B5EF4-FFF2-40B4-BE49-F238E27FC236}">
                    <a16:creationId xmlns:a16="http://schemas.microsoft.com/office/drawing/2014/main" id="{9CDF2FB3-F07D-7F40-4334-A90E2A29A280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2" name="pg3172">
                <a:extLst>
                  <a:ext uri="{FF2B5EF4-FFF2-40B4-BE49-F238E27FC236}">
                    <a16:creationId xmlns:a16="http://schemas.microsoft.com/office/drawing/2014/main" id="{A85ABBDE-E32A-F60D-30F9-4D170A1EA003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3" name="pg3173">
                <a:extLst>
                  <a:ext uri="{FF2B5EF4-FFF2-40B4-BE49-F238E27FC236}">
                    <a16:creationId xmlns:a16="http://schemas.microsoft.com/office/drawing/2014/main" id="{A5CE59B1-5721-DC14-FBC1-A452F77F7A13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4" name="pg3174">
                <a:extLst>
                  <a:ext uri="{FF2B5EF4-FFF2-40B4-BE49-F238E27FC236}">
                    <a16:creationId xmlns:a16="http://schemas.microsoft.com/office/drawing/2014/main" id="{81D0EEDF-AD99-3BBA-C012-CD85A7165C97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5" name="pg3175">
                <a:extLst>
                  <a:ext uri="{FF2B5EF4-FFF2-40B4-BE49-F238E27FC236}">
                    <a16:creationId xmlns:a16="http://schemas.microsoft.com/office/drawing/2014/main" id="{32CBD2F1-BA2B-3E47-E59E-7400F0885735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6" name="pg3176">
                <a:extLst>
                  <a:ext uri="{FF2B5EF4-FFF2-40B4-BE49-F238E27FC236}">
                    <a16:creationId xmlns:a16="http://schemas.microsoft.com/office/drawing/2014/main" id="{CD80C503-11BB-05D7-4587-CC910679FEB1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7" name="pg3177">
                <a:extLst>
                  <a:ext uri="{FF2B5EF4-FFF2-40B4-BE49-F238E27FC236}">
                    <a16:creationId xmlns:a16="http://schemas.microsoft.com/office/drawing/2014/main" id="{CED0966E-D4AA-1420-06A3-5DB07823A643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8" name="pg3178">
                <a:extLst>
                  <a:ext uri="{FF2B5EF4-FFF2-40B4-BE49-F238E27FC236}">
                    <a16:creationId xmlns:a16="http://schemas.microsoft.com/office/drawing/2014/main" id="{31593B36-994B-4C3C-571D-D9EDC9F64425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9" name="pg3179">
                <a:extLst>
                  <a:ext uri="{FF2B5EF4-FFF2-40B4-BE49-F238E27FC236}">
                    <a16:creationId xmlns:a16="http://schemas.microsoft.com/office/drawing/2014/main" id="{AC8770ED-6BFE-E2F8-6149-AF5D66DF291A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0" name="pg3180">
                <a:extLst>
                  <a:ext uri="{FF2B5EF4-FFF2-40B4-BE49-F238E27FC236}">
                    <a16:creationId xmlns:a16="http://schemas.microsoft.com/office/drawing/2014/main" id="{B1C922B8-4660-FC7B-69FF-DCBCCC0C7093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1" name="pg3181">
                <a:extLst>
                  <a:ext uri="{FF2B5EF4-FFF2-40B4-BE49-F238E27FC236}">
                    <a16:creationId xmlns:a16="http://schemas.microsoft.com/office/drawing/2014/main" id="{9ABBEFE4-40DE-A220-FFE3-09890793DF80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2" name="pg3182">
                <a:extLst>
                  <a:ext uri="{FF2B5EF4-FFF2-40B4-BE49-F238E27FC236}">
                    <a16:creationId xmlns:a16="http://schemas.microsoft.com/office/drawing/2014/main" id="{22F08DC4-BEE7-B278-B94F-4719823A5CAF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3" name="pg3183">
                <a:extLst>
                  <a:ext uri="{FF2B5EF4-FFF2-40B4-BE49-F238E27FC236}">
                    <a16:creationId xmlns:a16="http://schemas.microsoft.com/office/drawing/2014/main" id="{AF2C0961-2084-93ED-D9A1-7290A730240B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4" name="pg3184">
                <a:extLst>
                  <a:ext uri="{FF2B5EF4-FFF2-40B4-BE49-F238E27FC236}">
                    <a16:creationId xmlns:a16="http://schemas.microsoft.com/office/drawing/2014/main" id="{FF4E6C64-8722-E14A-7917-E8D0D36C5D80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5" name="pg3185">
                <a:extLst>
                  <a:ext uri="{FF2B5EF4-FFF2-40B4-BE49-F238E27FC236}">
                    <a16:creationId xmlns:a16="http://schemas.microsoft.com/office/drawing/2014/main" id="{87BB7CD5-6CB1-F0E5-545D-E5CB2563C86E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6" name="pg3186">
                <a:extLst>
                  <a:ext uri="{FF2B5EF4-FFF2-40B4-BE49-F238E27FC236}">
                    <a16:creationId xmlns:a16="http://schemas.microsoft.com/office/drawing/2014/main" id="{9CDAF86D-17CE-B762-298C-163587910FAC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7" name="pg3187">
                <a:extLst>
                  <a:ext uri="{FF2B5EF4-FFF2-40B4-BE49-F238E27FC236}">
                    <a16:creationId xmlns:a16="http://schemas.microsoft.com/office/drawing/2014/main" id="{1D11FBDB-784D-22D9-2570-88284F4250BD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8" name="pg3188">
                <a:extLst>
                  <a:ext uri="{FF2B5EF4-FFF2-40B4-BE49-F238E27FC236}">
                    <a16:creationId xmlns:a16="http://schemas.microsoft.com/office/drawing/2014/main" id="{2458D876-9EA1-67E5-64BF-3AC9A81C47B8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9" name="pg3189">
                <a:extLst>
                  <a:ext uri="{FF2B5EF4-FFF2-40B4-BE49-F238E27FC236}">
                    <a16:creationId xmlns:a16="http://schemas.microsoft.com/office/drawing/2014/main" id="{B1A34FB5-AC9A-D8AE-5B6C-AC493B1E651E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0" name="pg3190">
                <a:extLst>
                  <a:ext uri="{FF2B5EF4-FFF2-40B4-BE49-F238E27FC236}">
                    <a16:creationId xmlns:a16="http://schemas.microsoft.com/office/drawing/2014/main" id="{9356D712-153F-F4AA-B010-1786309B2A9B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1" name="pg3191">
                <a:extLst>
                  <a:ext uri="{FF2B5EF4-FFF2-40B4-BE49-F238E27FC236}">
                    <a16:creationId xmlns:a16="http://schemas.microsoft.com/office/drawing/2014/main" id="{F49DB972-3151-07BD-A42D-588CF6164D1F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2" name="pg3192">
                <a:extLst>
                  <a:ext uri="{FF2B5EF4-FFF2-40B4-BE49-F238E27FC236}">
                    <a16:creationId xmlns:a16="http://schemas.microsoft.com/office/drawing/2014/main" id="{1D0C4443-1C7D-EBA3-E97C-FED0D77A1139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3" name="pg3193">
                <a:extLst>
                  <a:ext uri="{FF2B5EF4-FFF2-40B4-BE49-F238E27FC236}">
                    <a16:creationId xmlns:a16="http://schemas.microsoft.com/office/drawing/2014/main" id="{D85A0461-CA57-40C4-1AC6-268CCF4011EA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4" name="pg3194">
                <a:extLst>
                  <a:ext uri="{FF2B5EF4-FFF2-40B4-BE49-F238E27FC236}">
                    <a16:creationId xmlns:a16="http://schemas.microsoft.com/office/drawing/2014/main" id="{2CE1EF9B-641C-96DF-135B-A637EBD93F99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5" name="pg3195">
                <a:extLst>
                  <a:ext uri="{FF2B5EF4-FFF2-40B4-BE49-F238E27FC236}">
                    <a16:creationId xmlns:a16="http://schemas.microsoft.com/office/drawing/2014/main" id="{D1ED9881-D8F6-07F4-CC33-E7A7774E96C4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6" name="pg3196">
                <a:extLst>
                  <a:ext uri="{FF2B5EF4-FFF2-40B4-BE49-F238E27FC236}">
                    <a16:creationId xmlns:a16="http://schemas.microsoft.com/office/drawing/2014/main" id="{E1D7E4C8-264C-1EEB-AC8F-DAD8A941CF00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7" name="pg3197">
                <a:extLst>
                  <a:ext uri="{FF2B5EF4-FFF2-40B4-BE49-F238E27FC236}">
                    <a16:creationId xmlns:a16="http://schemas.microsoft.com/office/drawing/2014/main" id="{10A30E8F-D682-99E7-0C22-2B853E29B909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8" name="pg3198">
                <a:extLst>
                  <a:ext uri="{FF2B5EF4-FFF2-40B4-BE49-F238E27FC236}">
                    <a16:creationId xmlns:a16="http://schemas.microsoft.com/office/drawing/2014/main" id="{B0D19DEA-40B1-5BDF-C450-2061789599F9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9" name="pg3199">
                <a:extLst>
                  <a:ext uri="{FF2B5EF4-FFF2-40B4-BE49-F238E27FC236}">
                    <a16:creationId xmlns:a16="http://schemas.microsoft.com/office/drawing/2014/main" id="{3B3C709A-EE99-8AF6-47A5-36800FD9EC48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0" name="pg3200">
                <a:extLst>
                  <a:ext uri="{FF2B5EF4-FFF2-40B4-BE49-F238E27FC236}">
                    <a16:creationId xmlns:a16="http://schemas.microsoft.com/office/drawing/2014/main" id="{84A4FED3-0193-692C-BA6F-BE46C0B57B48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1" name="pg3201">
                <a:extLst>
                  <a:ext uri="{FF2B5EF4-FFF2-40B4-BE49-F238E27FC236}">
                    <a16:creationId xmlns:a16="http://schemas.microsoft.com/office/drawing/2014/main" id="{19D41EF8-4162-3093-FD28-68EE65398711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2" name="pg3202">
                <a:extLst>
                  <a:ext uri="{FF2B5EF4-FFF2-40B4-BE49-F238E27FC236}">
                    <a16:creationId xmlns:a16="http://schemas.microsoft.com/office/drawing/2014/main" id="{B261682A-D5C8-8501-0DD4-813BA88D7067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3" name="pg3203">
                <a:extLst>
                  <a:ext uri="{FF2B5EF4-FFF2-40B4-BE49-F238E27FC236}">
                    <a16:creationId xmlns:a16="http://schemas.microsoft.com/office/drawing/2014/main" id="{546EA074-1610-A138-5B03-7E9E02EE4E01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4" name="pg3204">
                <a:extLst>
                  <a:ext uri="{FF2B5EF4-FFF2-40B4-BE49-F238E27FC236}">
                    <a16:creationId xmlns:a16="http://schemas.microsoft.com/office/drawing/2014/main" id="{B108F2EE-8CDF-5F73-C5F3-4B78CC21E8D3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5" name="pg3205">
                <a:extLst>
                  <a:ext uri="{FF2B5EF4-FFF2-40B4-BE49-F238E27FC236}">
                    <a16:creationId xmlns:a16="http://schemas.microsoft.com/office/drawing/2014/main" id="{037ABB4A-2419-EA11-EB48-09EDAEFE2C54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6" name="pg3206">
                <a:extLst>
                  <a:ext uri="{FF2B5EF4-FFF2-40B4-BE49-F238E27FC236}">
                    <a16:creationId xmlns:a16="http://schemas.microsoft.com/office/drawing/2014/main" id="{3AC33EE8-481B-5B5B-6B81-32BFBE52195C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7" name="pg3207">
                <a:extLst>
                  <a:ext uri="{FF2B5EF4-FFF2-40B4-BE49-F238E27FC236}">
                    <a16:creationId xmlns:a16="http://schemas.microsoft.com/office/drawing/2014/main" id="{7A352866-EEB3-F21C-23C6-9E4CE240D722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8" name="pg3208">
                <a:extLst>
                  <a:ext uri="{FF2B5EF4-FFF2-40B4-BE49-F238E27FC236}">
                    <a16:creationId xmlns:a16="http://schemas.microsoft.com/office/drawing/2014/main" id="{780214AC-1F1E-968C-2687-6A8345E3494A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9" name="pg3209">
                <a:extLst>
                  <a:ext uri="{FF2B5EF4-FFF2-40B4-BE49-F238E27FC236}">
                    <a16:creationId xmlns:a16="http://schemas.microsoft.com/office/drawing/2014/main" id="{DF69E7FF-013C-68C6-0964-DC7DA6A2AE2D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0" name="pg3210">
                <a:extLst>
                  <a:ext uri="{FF2B5EF4-FFF2-40B4-BE49-F238E27FC236}">
                    <a16:creationId xmlns:a16="http://schemas.microsoft.com/office/drawing/2014/main" id="{750B8992-9ED1-178E-BF1A-EC3696988225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1" name="pg3211">
                <a:extLst>
                  <a:ext uri="{FF2B5EF4-FFF2-40B4-BE49-F238E27FC236}">
                    <a16:creationId xmlns:a16="http://schemas.microsoft.com/office/drawing/2014/main" id="{7431DF51-F015-A11C-E099-10AF1890A6CA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2" name="pg3212">
                <a:extLst>
                  <a:ext uri="{FF2B5EF4-FFF2-40B4-BE49-F238E27FC236}">
                    <a16:creationId xmlns:a16="http://schemas.microsoft.com/office/drawing/2014/main" id="{0C0A76CE-E4DA-73DB-0721-C3553E349506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3" name="pg3213">
                <a:extLst>
                  <a:ext uri="{FF2B5EF4-FFF2-40B4-BE49-F238E27FC236}">
                    <a16:creationId xmlns:a16="http://schemas.microsoft.com/office/drawing/2014/main" id="{01DF5C5B-8D23-B93A-D9D4-655B611141B3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4" name="pg3214">
                <a:extLst>
                  <a:ext uri="{FF2B5EF4-FFF2-40B4-BE49-F238E27FC236}">
                    <a16:creationId xmlns:a16="http://schemas.microsoft.com/office/drawing/2014/main" id="{1C11D07E-5CAD-A9EA-A5EC-350405619C2E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5" name="pg3215">
                <a:extLst>
                  <a:ext uri="{FF2B5EF4-FFF2-40B4-BE49-F238E27FC236}">
                    <a16:creationId xmlns:a16="http://schemas.microsoft.com/office/drawing/2014/main" id="{9208D85F-2DAA-EA3E-16F9-C4E2D350039F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6" name="pg3216">
                <a:extLst>
                  <a:ext uri="{FF2B5EF4-FFF2-40B4-BE49-F238E27FC236}">
                    <a16:creationId xmlns:a16="http://schemas.microsoft.com/office/drawing/2014/main" id="{292F9FFC-F851-74C2-313F-F9219CBD3B04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7" name="pg3217">
                <a:extLst>
                  <a:ext uri="{FF2B5EF4-FFF2-40B4-BE49-F238E27FC236}">
                    <a16:creationId xmlns:a16="http://schemas.microsoft.com/office/drawing/2014/main" id="{FB51A0FE-232E-ED46-7DF2-FFDD43D85C91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8" name="pg3218">
                <a:extLst>
                  <a:ext uri="{FF2B5EF4-FFF2-40B4-BE49-F238E27FC236}">
                    <a16:creationId xmlns:a16="http://schemas.microsoft.com/office/drawing/2014/main" id="{99CD120B-B8E4-C1E7-9ED0-F4E2DC4F95CF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9" name="pg3219">
                <a:extLst>
                  <a:ext uri="{FF2B5EF4-FFF2-40B4-BE49-F238E27FC236}">
                    <a16:creationId xmlns:a16="http://schemas.microsoft.com/office/drawing/2014/main" id="{81466BC5-5ACD-7600-6BF5-44653B38336C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0" name="pg3220">
                <a:extLst>
                  <a:ext uri="{FF2B5EF4-FFF2-40B4-BE49-F238E27FC236}">
                    <a16:creationId xmlns:a16="http://schemas.microsoft.com/office/drawing/2014/main" id="{17D2C721-CB7A-A30F-5988-CF0675EE7A42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1" name="pg3221">
                <a:extLst>
                  <a:ext uri="{FF2B5EF4-FFF2-40B4-BE49-F238E27FC236}">
                    <a16:creationId xmlns:a16="http://schemas.microsoft.com/office/drawing/2014/main" id="{21052216-3A72-66FD-89C2-08258665EDFB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2" name="pg3222">
                <a:extLst>
                  <a:ext uri="{FF2B5EF4-FFF2-40B4-BE49-F238E27FC236}">
                    <a16:creationId xmlns:a16="http://schemas.microsoft.com/office/drawing/2014/main" id="{A11AA0CB-1D96-35F0-A087-A29758A7408C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3" name="pg3223">
                <a:extLst>
                  <a:ext uri="{FF2B5EF4-FFF2-40B4-BE49-F238E27FC236}">
                    <a16:creationId xmlns:a16="http://schemas.microsoft.com/office/drawing/2014/main" id="{5BD464E9-6855-C418-8E8B-0BFC942B4AA4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4" name="pg3224">
                <a:extLst>
                  <a:ext uri="{FF2B5EF4-FFF2-40B4-BE49-F238E27FC236}">
                    <a16:creationId xmlns:a16="http://schemas.microsoft.com/office/drawing/2014/main" id="{B8778331-E450-65C2-49BE-5B3264294366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5" name="pg3225">
                <a:extLst>
                  <a:ext uri="{FF2B5EF4-FFF2-40B4-BE49-F238E27FC236}">
                    <a16:creationId xmlns:a16="http://schemas.microsoft.com/office/drawing/2014/main" id="{DCAC467C-3BC5-E896-A99D-EDC07D6A46B1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6" name="pg3226">
                <a:extLst>
                  <a:ext uri="{FF2B5EF4-FFF2-40B4-BE49-F238E27FC236}">
                    <a16:creationId xmlns:a16="http://schemas.microsoft.com/office/drawing/2014/main" id="{38B7AB86-1AF1-A4CE-E332-2928B948F9EE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7" name="pg3227">
                <a:extLst>
                  <a:ext uri="{FF2B5EF4-FFF2-40B4-BE49-F238E27FC236}">
                    <a16:creationId xmlns:a16="http://schemas.microsoft.com/office/drawing/2014/main" id="{5D299237-36AC-EEBF-CC1C-4E4C2F5C1DBE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8" name="pg3228">
                <a:extLst>
                  <a:ext uri="{FF2B5EF4-FFF2-40B4-BE49-F238E27FC236}">
                    <a16:creationId xmlns:a16="http://schemas.microsoft.com/office/drawing/2014/main" id="{FADE7AD8-F153-70FB-7491-5A7171C70A14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9" name="pg3229">
                <a:extLst>
                  <a:ext uri="{FF2B5EF4-FFF2-40B4-BE49-F238E27FC236}">
                    <a16:creationId xmlns:a16="http://schemas.microsoft.com/office/drawing/2014/main" id="{E7E6AAF8-685F-0C2E-E758-AC92E585203A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0" name="pg3230">
                <a:extLst>
                  <a:ext uri="{FF2B5EF4-FFF2-40B4-BE49-F238E27FC236}">
                    <a16:creationId xmlns:a16="http://schemas.microsoft.com/office/drawing/2014/main" id="{33B0EDC7-CEF3-F357-5026-AD1A6A75E732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1" name="pg3231">
                <a:extLst>
                  <a:ext uri="{FF2B5EF4-FFF2-40B4-BE49-F238E27FC236}">
                    <a16:creationId xmlns:a16="http://schemas.microsoft.com/office/drawing/2014/main" id="{FBAFCB9E-58A1-64CD-912F-4C94CA0E85BB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2" name="pg3232">
                <a:extLst>
                  <a:ext uri="{FF2B5EF4-FFF2-40B4-BE49-F238E27FC236}">
                    <a16:creationId xmlns:a16="http://schemas.microsoft.com/office/drawing/2014/main" id="{2A30A641-A3D7-129F-B115-1B7790A9F331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3" name="pg3233">
                <a:extLst>
                  <a:ext uri="{FF2B5EF4-FFF2-40B4-BE49-F238E27FC236}">
                    <a16:creationId xmlns:a16="http://schemas.microsoft.com/office/drawing/2014/main" id="{DF2D1DCD-5C13-6CE4-1953-DA4C2212F849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4" name="pg3234">
                <a:extLst>
                  <a:ext uri="{FF2B5EF4-FFF2-40B4-BE49-F238E27FC236}">
                    <a16:creationId xmlns:a16="http://schemas.microsoft.com/office/drawing/2014/main" id="{E9319088-9D8C-6EAB-201B-66F93DBF7A24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5" name="pg3235">
                <a:extLst>
                  <a:ext uri="{FF2B5EF4-FFF2-40B4-BE49-F238E27FC236}">
                    <a16:creationId xmlns:a16="http://schemas.microsoft.com/office/drawing/2014/main" id="{AB588BF8-2908-3767-C5BC-1815A791FA9C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6" name="pg3236">
                <a:extLst>
                  <a:ext uri="{FF2B5EF4-FFF2-40B4-BE49-F238E27FC236}">
                    <a16:creationId xmlns:a16="http://schemas.microsoft.com/office/drawing/2014/main" id="{F609C387-972E-E898-99CB-AEF5250E7AE3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7" name="pg3237">
                <a:extLst>
                  <a:ext uri="{FF2B5EF4-FFF2-40B4-BE49-F238E27FC236}">
                    <a16:creationId xmlns:a16="http://schemas.microsoft.com/office/drawing/2014/main" id="{F94716D8-E475-8339-101D-EF701DEDF063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8" name="pg3238">
                <a:extLst>
                  <a:ext uri="{FF2B5EF4-FFF2-40B4-BE49-F238E27FC236}">
                    <a16:creationId xmlns:a16="http://schemas.microsoft.com/office/drawing/2014/main" id="{5AA9F644-8CE2-AE7C-1E53-BECBE33FBE24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9" name="pg3239">
                <a:extLst>
                  <a:ext uri="{FF2B5EF4-FFF2-40B4-BE49-F238E27FC236}">
                    <a16:creationId xmlns:a16="http://schemas.microsoft.com/office/drawing/2014/main" id="{B2A8676D-EA93-D05A-01D0-3069D0A44531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0" name="pg3240">
                <a:extLst>
                  <a:ext uri="{FF2B5EF4-FFF2-40B4-BE49-F238E27FC236}">
                    <a16:creationId xmlns:a16="http://schemas.microsoft.com/office/drawing/2014/main" id="{02E0E72A-2479-45A4-21CC-771B1C807091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1" name="pg3241">
                <a:extLst>
                  <a:ext uri="{FF2B5EF4-FFF2-40B4-BE49-F238E27FC236}">
                    <a16:creationId xmlns:a16="http://schemas.microsoft.com/office/drawing/2014/main" id="{8602C584-BAD8-86A8-16DA-5A48CD810A1D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2" name="pg3242">
                <a:extLst>
                  <a:ext uri="{FF2B5EF4-FFF2-40B4-BE49-F238E27FC236}">
                    <a16:creationId xmlns:a16="http://schemas.microsoft.com/office/drawing/2014/main" id="{2DF2BADB-4A55-241B-D6F5-D2F5EFA521BE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3" name="pg3243">
                <a:extLst>
                  <a:ext uri="{FF2B5EF4-FFF2-40B4-BE49-F238E27FC236}">
                    <a16:creationId xmlns:a16="http://schemas.microsoft.com/office/drawing/2014/main" id="{297BFF73-0472-E55C-E30A-7AE5DAF801F9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4" name="pg3244">
                <a:extLst>
                  <a:ext uri="{FF2B5EF4-FFF2-40B4-BE49-F238E27FC236}">
                    <a16:creationId xmlns:a16="http://schemas.microsoft.com/office/drawing/2014/main" id="{D38B4B84-2CAA-C7FA-3B90-9484DF8912BA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5" name="pg3245">
                <a:extLst>
                  <a:ext uri="{FF2B5EF4-FFF2-40B4-BE49-F238E27FC236}">
                    <a16:creationId xmlns:a16="http://schemas.microsoft.com/office/drawing/2014/main" id="{3F4CE67F-28AE-9723-4FD3-287D38D656F7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6" name="pg3246">
                <a:extLst>
                  <a:ext uri="{FF2B5EF4-FFF2-40B4-BE49-F238E27FC236}">
                    <a16:creationId xmlns:a16="http://schemas.microsoft.com/office/drawing/2014/main" id="{F519AF45-09AC-3DBF-6FAD-C6C3A13F52AC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7" name="pg3247">
                <a:extLst>
                  <a:ext uri="{FF2B5EF4-FFF2-40B4-BE49-F238E27FC236}">
                    <a16:creationId xmlns:a16="http://schemas.microsoft.com/office/drawing/2014/main" id="{54DCB8AF-8047-1919-071A-C0BA8191F3D8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8" name="pg3248">
                <a:extLst>
                  <a:ext uri="{FF2B5EF4-FFF2-40B4-BE49-F238E27FC236}">
                    <a16:creationId xmlns:a16="http://schemas.microsoft.com/office/drawing/2014/main" id="{D147DEFF-0504-2EB4-0222-C8CB1CFCFC23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9" name="pg3249">
                <a:extLst>
                  <a:ext uri="{FF2B5EF4-FFF2-40B4-BE49-F238E27FC236}">
                    <a16:creationId xmlns:a16="http://schemas.microsoft.com/office/drawing/2014/main" id="{ECC8955E-0F7F-EF56-4C58-0A86E0E146E1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0" name="pg3250">
                <a:extLst>
                  <a:ext uri="{FF2B5EF4-FFF2-40B4-BE49-F238E27FC236}">
                    <a16:creationId xmlns:a16="http://schemas.microsoft.com/office/drawing/2014/main" id="{5ABB9664-88E7-E4B2-A9E7-DC402E8942D5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1" name="pg3251">
                <a:extLst>
                  <a:ext uri="{FF2B5EF4-FFF2-40B4-BE49-F238E27FC236}">
                    <a16:creationId xmlns:a16="http://schemas.microsoft.com/office/drawing/2014/main" id="{1021C7B7-15CD-CBDF-F0F3-69942373BBFB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2" name="pg3252">
                <a:extLst>
                  <a:ext uri="{FF2B5EF4-FFF2-40B4-BE49-F238E27FC236}">
                    <a16:creationId xmlns:a16="http://schemas.microsoft.com/office/drawing/2014/main" id="{B51A6AEB-C612-6E3B-F130-80F8BDCEA7AC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3" name="pg3253">
                <a:extLst>
                  <a:ext uri="{FF2B5EF4-FFF2-40B4-BE49-F238E27FC236}">
                    <a16:creationId xmlns:a16="http://schemas.microsoft.com/office/drawing/2014/main" id="{4A65E847-0223-E71C-5FFD-90DDD391C362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4" name="pg3254">
                <a:extLst>
                  <a:ext uri="{FF2B5EF4-FFF2-40B4-BE49-F238E27FC236}">
                    <a16:creationId xmlns:a16="http://schemas.microsoft.com/office/drawing/2014/main" id="{4B9B6ABB-AEB2-E99A-F0DA-8DC2CC411A14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5" name="pg3255">
                <a:extLst>
                  <a:ext uri="{FF2B5EF4-FFF2-40B4-BE49-F238E27FC236}">
                    <a16:creationId xmlns:a16="http://schemas.microsoft.com/office/drawing/2014/main" id="{D62F7AF1-EDA4-A94F-142A-721DCAD5F145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6" name="pg3256">
                <a:extLst>
                  <a:ext uri="{FF2B5EF4-FFF2-40B4-BE49-F238E27FC236}">
                    <a16:creationId xmlns:a16="http://schemas.microsoft.com/office/drawing/2014/main" id="{7C7788B9-A928-CA27-B632-3C7BBEBB4743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7" name="pg3257">
                <a:extLst>
                  <a:ext uri="{FF2B5EF4-FFF2-40B4-BE49-F238E27FC236}">
                    <a16:creationId xmlns:a16="http://schemas.microsoft.com/office/drawing/2014/main" id="{3E9412E3-9C8E-B46F-1A6E-F1F062B62140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8" name="pg3258">
                <a:extLst>
                  <a:ext uri="{FF2B5EF4-FFF2-40B4-BE49-F238E27FC236}">
                    <a16:creationId xmlns:a16="http://schemas.microsoft.com/office/drawing/2014/main" id="{FB5CBF84-1646-1E9E-0FA5-920C7819A752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9" name="pg3259">
                <a:extLst>
                  <a:ext uri="{FF2B5EF4-FFF2-40B4-BE49-F238E27FC236}">
                    <a16:creationId xmlns:a16="http://schemas.microsoft.com/office/drawing/2014/main" id="{36799CB1-B7DF-4258-D046-F8E135D90BBF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0" name="pg3260">
                <a:extLst>
                  <a:ext uri="{FF2B5EF4-FFF2-40B4-BE49-F238E27FC236}">
                    <a16:creationId xmlns:a16="http://schemas.microsoft.com/office/drawing/2014/main" id="{D4C83FEE-F07A-2D77-3ECB-283845329890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1" name="pg3261">
                <a:extLst>
                  <a:ext uri="{FF2B5EF4-FFF2-40B4-BE49-F238E27FC236}">
                    <a16:creationId xmlns:a16="http://schemas.microsoft.com/office/drawing/2014/main" id="{4B1054AB-9015-730A-6221-A4D357864558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2" name="pg3262">
                <a:extLst>
                  <a:ext uri="{FF2B5EF4-FFF2-40B4-BE49-F238E27FC236}">
                    <a16:creationId xmlns:a16="http://schemas.microsoft.com/office/drawing/2014/main" id="{5F844FC1-350C-C98F-5203-058BA09A12EE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3" name="pg3263">
                <a:extLst>
                  <a:ext uri="{FF2B5EF4-FFF2-40B4-BE49-F238E27FC236}">
                    <a16:creationId xmlns:a16="http://schemas.microsoft.com/office/drawing/2014/main" id="{D114FE83-3A3E-CB10-3EBB-6094C9411867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4" name="pg3264">
                <a:extLst>
                  <a:ext uri="{FF2B5EF4-FFF2-40B4-BE49-F238E27FC236}">
                    <a16:creationId xmlns:a16="http://schemas.microsoft.com/office/drawing/2014/main" id="{4B1DCEF0-0FC4-435A-8908-BDF1DD74F2B9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5" name="pg3265">
                <a:extLst>
                  <a:ext uri="{FF2B5EF4-FFF2-40B4-BE49-F238E27FC236}">
                    <a16:creationId xmlns:a16="http://schemas.microsoft.com/office/drawing/2014/main" id="{AA5922AC-CD82-048D-F1F8-0F13FAD964E9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6" name="pg3266">
                <a:extLst>
                  <a:ext uri="{FF2B5EF4-FFF2-40B4-BE49-F238E27FC236}">
                    <a16:creationId xmlns:a16="http://schemas.microsoft.com/office/drawing/2014/main" id="{0286C142-A64A-864F-8172-051C8EE4CA2B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7" name="pg3267">
                <a:extLst>
                  <a:ext uri="{FF2B5EF4-FFF2-40B4-BE49-F238E27FC236}">
                    <a16:creationId xmlns:a16="http://schemas.microsoft.com/office/drawing/2014/main" id="{F5F8D479-BC19-3262-4DC4-5E958E6210BB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8" name="pg3268">
                <a:extLst>
                  <a:ext uri="{FF2B5EF4-FFF2-40B4-BE49-F238E27FC236}">
                    <a16:creationId xmlns:a16="http://schemas.microsoft.com/office/drawing/2014/main" id="{93567A0D-FB45-63C2-694E-2512D150F1F6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9" name="pg3269">
                <a:extLst>
                  <a:ext uri="{FF2B5EF4-FFF2-40B4-BE49-F238E27FC236}">
                    <a16:creationId xmlns:a16="http://schemas.microsoft.com/office/drawing/2014/main" id="{F737E2BB-C3A1-F6AF-9FD4-30BAADA9CEA5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0" name="pg3270">
                <a:extLst>
                  <a:ext uri="{FF2B5EF4-FFF2-40B4-BE49-F238E27FC236}">
                    <a16:creationId xmlns:a16="http://schemas.microsoft.com/office/drawing/2014/main" id="{F7FA9D42-D332-DC52-8789-4429C2619F49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1" name="pg3271">
                <a:extLst>
                  <a:ext uri="{FF2B5EF4-FFF2-40B4-BE49-F238E27FC236}">
                    <a16:creationId xmlns:a16="http://schemas.microsoft.com/office/drawing/2014/main" id="{ECA199A8-90F7-EFA7-87C4-F72FF340C8AD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2" name="pg3272">
                <a:extLst>
                  <a:ext uri="{FF2B5EF4-FFF2-40B4-BE49-F238E27FC236}">
                    <a16:creationId xmlns:a16="http://schemas.microsoft.com/office/drawing/2014/main" id="{A3DABBCA-7F0C-117D-823B-2EBD5B8314D0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3" name="pg3273">
                <a:extLst>
                  <a:ext uri="{FF2B5EF4-FFF2-40B4-BE49-F238E27FC236}">
                    <a16:creationId xmlns:a16="http://schemas.microsoft.com/office/drawing/2014/main" id="{90CB16E1-1F20-44C8-3E04-3E47E98466EC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4" name="pg3274">
                <a:extLst>
                  <a:ext uri="{FF2B5EF4-FFF2-40B4-BE49-F238E27FC236}">
                    <a16:creationId xmlns:a16="http://schemas.microsoft.com/office/drawing/2014/main" id="{6C925F3A-129A-CA27-E220-507100788A4A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5" name="pg3275">
                <a:extLst>
                  <a:ext uri="{FF2B5EF4-FFF2-40B4-BE49-F238E27FC236}">
                    <a16:creationId xmlns:a16="http://schemas.microsoft.com/office/drawing/2014/main" id="{B387A74A-BE77-F981-A320-23658DD7DBD0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6" name="pg3276">
                <a:extLst>
                  <a:ext uri="{FF2B5EF4-FFF2-40B4-BE49-F238E27FC236}">
                    <a16:creationId xmlns:a16="http://schemas.microsoft.com/office/drawing/2014/main" id="{946F9529-7946-63FF-5A9C-C3774FBC56C4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7" name="pg3277">
                <a:extLst>
                  <a:ext uri="{FF2B5EF4-FFF2-40B4-BE49-F238E27FC236}">
                    <a16:creationId xmlns:a16="http://schemas.microsoft.com/office/drawing/2014/main" id="{3761FF84-30DD-169E-D6ED-0FB127CDC084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8" name="pg3278">
                <a:extLst>
                  <a:ext uri="{FF2B5EF4-FFF2-40B4-BE49-F238E27FC236}">
                    <a16:creationId xmlns:a16="http://schemas.microsoft.com/office/drawing/2014/main" id="{95D62714-B4E9-1304-9816-57120967E999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9" name="pg3279">
                <a:extLst>
                  <a:ext uri="{FF2B5EF4-FFF2-40B4-BE49-F238E27FC236}">
                    <a16:creationId xmlns:a16="http://schemas.microsoft.com/office/drawing/2014/main" id="{616DD41E-F67D-F945-8983-69DCC2B15C77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0" name="pg3280">
                <a:extLst>
                  <a:ext uri="{FF2B5EF4-FFF2-40B4-BE49-F238E27FC236}">
                    <a16:creationId xmlns:a16="http://schemas.microsoft.com/office/drawing/2014/main" id="{5A021E6D-5AF1-70D2-3CF1-F53CB09D76FD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1" name="pg3281">
                <a:extLst>
                  <a:ext uri="{FF2B5EF4-FFF2-40B4-BE49-F238E27FC236}">
                    <a16:creationId xmlns:a16="http://schemas.microsoft.com/office/drawing/2014/main" id="{F46CBF08-ED72-2E54-A80D-2BD77302159A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2" name="pg3282">
                <a:extLst>
                  <a:ext uri="{FF2B5EF4-FFF2-40B4-BE49-F238E27FC236}">
                    <a16:creationId xmlns:a16="http://schemas.microsoft.com/office/drawing/2014/main" id="{7F47EE40-504F-E6E0-F67E-9844084E4D1F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3" name="pg3283">
                <a:extLst>
                  <a:ext uri="{FF2B5EF4-FFF2-40B4-BE49-F238E27FC236}">
                    <a16:creationId xmlns:a16="http://schemas.microsoft.com/office/drawing/2014/main" id="{A61E1C6B-6D3D-B5E2-5B8E-4BEEFF412252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4" name="pg3284">
                <a:extLst>
                  <a:ext uri="{FF2B5EF4-FFF2-40B4-BE49-F238E27FC236}">
                    <a16:creationId xmlns:a16="http://schemas.microsoft.com/office/drawing/2014/main" id="{191BC6E9-AE3A-093A-C38D-5545F99E544D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5" name="pg3285">
                <a:extLst>
                  <a:ext uri="{FF2B5EF4-FFF2-40B4-BE49-F238E27FC236}">
                    <a16:creationId xmlns:a16="http://schemas.microsoft.com/office/drawing/2014/main" id="{D83D2B22-578E-5F4A-7BA6-66732DB35339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6" name="pg3286">
                <a:extLst>
                  <a:ext uri="{FF2B5EF4-FFF2-40B4-BE49-F238E27FC236}">
                    <a16:creationId xmlns:a16="http://schemas.microsoft.com/office/drawing/2014/main" id="{34AE0A8E-BF1E-76CB-65AE-C82DDE0234A2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7" name="pg3287">
                <a:extLst>
                  <a:ext uri="{FF2B5EF4-FFF2-40B4-BE49-F238E27FC236}">
                    <a16:creationId xmlns:a16="http://schemas.microsoft.com/office/drawing/2014/main" id="{8C8EA297-35BE-C4B8-7C8F-D51F448C8582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8" name="pg3288">
                <a:extLst>
                  <a:ext uri="{FF2B5EF4-FFF2-40B4-BE49-F238E27FC236}">
                    <a16:creationId xmlns:a16="http://schemas.microsoft.com/office/drawing/2014/main" id="{8C62B839-418B-F70D-C271-4B8B774DF3FE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9" name="pg3289">
                <a:extLst>
                  <a:ext uri="{FF2B5EF4-FFF2-40B4-BE49-F238E27FC236}">
                    <a16:creationId xmlns:a16="http://schemas.microsoft.com/office/drawing/2014/main" id="{C5B2E5FB-5C38-F95E-6D8F-A95652FF296F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0" name="pg3290">
                <a:extLst>
                  <a:ext uri="{FF2B5EF4-FFF2-40B4-BE49-F238E27FC236}">
                    <a16:creationId xmlns:a16="http://schemas.microsoft.com/office/drawing/2014/main" id="{AAF77588-4415-CF91-7D8A-29FC4196C59A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1" name="pg3291">
                <a:extLst>
                  <a:ext uri="{FF2B5EF4-FFF2-40B4-BE49-F238E27FC236}">
                    <a16:creationId xmlns:a16="http://schemas.microsoft.com/office/drawing/2014/main" id="{9CF0EA92-A92C-E07F-82EE-F34CD8D05E49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2" name="pg3292">
                <a:extLst>
                  <a:ext uri="{FF2B5EF4-FFF2-40B4-BE49-F238E27FC236}">
                    <a16:creationId xmlns:a16="http://schemas.microsoft.com/office/drawing/2014/main" id="{E952373B-E8D5-62F2-1C92-DEAB71697D7F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3" name="pg3293">
                <a:extLst>
                  <a:ext uri="{FF2B5EF4-FFF2-40B4-BE49-F238E27FC236}">
                    <a16:creationId xmlns:a16="http://schemas.microsoft.com/office/drawing/2014/main" id="{F832935B-0820-28CC-41A1-980AAA2A6C2D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4" name="pg3294">
                <a:extLst>
                  <a:ext uri="{FF2B5EF4-FFF2-40B4-BE49-F238E27FC236}">
                    <a16:creationId xmlns:a16="http://schemas.microsoft.com/office/drawing/2014/main" id="{EC744D4F-9E36-0C62-6C3D-0F2CBCDA5C3A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5" name="pg3295">
                <a:extLst>
                  <a:ext uri="{FF2B5EF4-FFF2-40B4-BE49-F238E27FC236}">
                    <a16:creationId xmlns:a16="http://schemas.microsoft.com/office/drawing/2014/main" id="{E98264AF-DF27-591A-E5B1-9565C9A60A37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6" name="pg3296">
                <a:extLst>
                  <a:ext uri="{FF2B5EF4-FFF2-40B4-BE49-F238E27FC236}">
                    <a16:creationId xmlns:a16="http://schemas.microsoft.com/office/drawing/2014/main" id="{352B35AC-3105-DF3C-F578-E38276F07A39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7" name="pg3297">
                <a:extLst>
                  <a:ext uri="{FF2B5EF4-FFF2-40B4-BE49-F238E27FC236}">
                    <a16:creationId xmlns:a16="http://schemas.microsoft.com/office/drawing/2014/main" id="{26A96391-49BD-4227-5E56-741B99E0D25A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8" name="pg3298">
                <a:extLst>
                  <a:ext uri="{FF2B5EF4-FFF2-40B4-BE49-F238E27FC236}">
                    <a16:creationId xmlns:a16="http://schemas.microsoft.com/office/drawing/2014/main" id="{1DC7E371-C722-B26B-EBD9-9809CBBCF980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9" name="pg3299">
                <a:extLst>
                  <a:ext uri="{FF2B5EF4-FFF2-40B4-BE49-F238E27FC236}">
                    <a16:creationId xmlns:a16="http://schemas.microsoft.com/office/drawing/2014/main" id="{7CCADCC6-BC70-FBE9-1887-F67F6879CC1D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0" name="pg3300">
                <a:extLst>
                  <a:ext uri="{FF2B5EF4-FFF2-40B4-BE49-F238E27FC236}">
                    <a16:creationId xmlns:a16="http://schemas.microsoft.com/office/drawing/2014/main" id="{4657F07F-3C26-B050-3189-2CAB7B59E787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1" name="pg3301">
                <a:extLst>
                  <a:ext uri="{FF2B5EF4-FFF2-40B4-BE49-F238E27FC236}">
                    <a16:creationId xmlns:a16="http://schemas.microsoft.com/office/drawing/2014/main" id="{2EB63994-B0B3-B690-4090-AED7FFBFACF7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2" name="pg3302">
                <a:extLst>
                  <a:ext uri="{FF2B5EF4-FFF2-40B4-BE49-F238E27FC236}">
                    <a16:creationId xmlns:a16="http://schemas.microsoft.com/office/drawing/2014/main" id="{339D1103-0651-E109-CAFE-D3417F3B0D1E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3" name="pg3303">
                <a:extLst>
                  <a:ext uri="{FF2B5EF4-FFF2-40B4-BE49-F238E27FC236}">
                    <a16:creationId xmlns:a16="http://schemas.microsoft.com/office/drawing/2014/main" id="{CA6BF3BE-D351-3959-56E3-D3DA3231E2CA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4" name="pg3304">
                <a:extLst>
                  <a:ext uri="{FF2B5EF4-FFF2-40B4-BE49-F238E27FC236}">
                    <a16:creationId xmlns:a16="http://schemas.microsoft.com/office/drawing/2014/main" id="{72DA84AD-3B70-1247-CE24-1C2712936C27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5" name="pg3305">
                <a:extLst>
                  <a:ext uri="{FF2B5EF4-FFF2-40B4-BE49-F238E27FC236}">
                    <a16:creationId xmlns:a16="http://schemas.microsoft.com/office/drawing/2014/main" id="{BB03F640-62C3-28F1-D776-73C08669AD6E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6" name="pg3306">
                <a:extLst>
                  <a:ext uri="{FF2B5EF4-FFF2-40B4-BE49-F238E27FC236}">
                    <a16:creationId xmlns:a16="http://schemas.microsoft.com/office/drawing/2014/main" id="{A94CF29E-2214-5976-4F62-7E6298DBB827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7" name="pg3307">
                <a:extLst>
                  <a:ext uri="{FF2B5EF4-FFF2-40B4-BE49-F238E27FC236}">
                    <a16:creationId xmlns:a16="http://schemas.microsoft.com/office/drawing/2014/main" id="{7A2E81CD-6F96-D3C9-4E3A-A5D928954121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8" name="pg3308">
                <a:extLst>
                  <a:ext uri="{FF2B5EF4-FFF2-40B4-BE49-F238E27FC236}">
                    <a16:creationId xmlns:a16="http://schemas.microsoft.com/office/drawing/2014/main" id="{3AAEBE37-21D7-DE69-F965-8CC789DD9B02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9" name="pg3309">
                <a:extLst>
                  <a:ext uri="{FF2B5EF4-FFF2-40B4-BE49-F238E27FC236}">
                    <a16:creationId xmlns:a16="http://schemas.microsoft.com/office/drawing/2014/main" id="{D7E9BFBB-93BE-E6B2-07F9-8CEE3A23DF64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0" name="pg3310">
                <a:extLst>
                  <a:ext uri="{FF2B5EF4-FFF2-40B4-BE49-F238E27FC236}">
                    <a16:creationId xmlns:a16="http://schemas.microsoft.com/office/drawing/2014/main" id="{A71C72F8-8AC1-212F-481D-BD1EFF64185B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1" name="pg3311">
                <a:extLst>
                  <a:ext uri="{FF2B5EF4-FFF2-40B4-BE49-F238E27FC236}">
                    <a16:creationId xmlns:a16="http://schemas.microsoft.com/office/drawing/2014/main" id="{CF57EC75-71F7-6512-4324-F03F23176BFA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2" name="pg3312">
                <a:extLst>
                  <a:ext uri="{FF2B5EF4-FFF2-40B4-BE49-F238E27FC236}">
                    <a16:creationId xmlns:a16="http://schemas.microsoft.com/office/drawing/2014/main" id="{B7864AD9-B317-A433-CDF7-F246BF44C6AF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3" name="pg3313">
                <a:extLst>
                  <a:ext uri="{FF2B5EF4-FFF2-40B4-BE49-F238E27FC236}">
                    <a16:creationId xmlns:a16="http://schemas.microsoft.com/office/drawing/2014/main" id="{A1C39A9D-530E-6377-D93C-97FDA33F6BC6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4" name="pg3314">
                <a:extLst>
                  <a:ext uri="{FF2B5EF4-FFF2-40B4-BE49-F238E27FC236}">
                    <a16:creationId xmlns:a16="http://schemas.microsoft.com/office/drawing/2014/main" id="{46B4FB1E-E2F7-A699-872A-D56EB7C9DFAC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5" name="pg3315">
                <a:extLst>
                  <a:ext uri="{FF2B5EF4-FFF2-40B4-BE49-F238E27FC236}">
                    <a16:creationId xmlns:a16="http://schemas.microsoft.com/office/drawing/2014/main" id="{745D7502-78CD-3CF8-5751-B8ABBC50F921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6" name="pg3316">
                <a:extLst>
                  <a:ext uri="{FF2B5EF4-FFF2-40B4-BE49-F238E27FC236}">
                    <a16:creationId xmlns:a16="http://schemas.microsoft.com/office/drawing/2014/main" id="{E4D14FB1-4B82-5AFE-49E5-2C1080679416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7" name="pg3317">
                <a:extLst>
                  <a:ext uri="{FF2B5EF4-FFF2-40B4-BE49-F238E27FC236}">
                    <a16:creationId xmlns:a16="http://schemas.microsoft.com/office/drawing/2014/main" id="{21B627FB-2270-92E2-5877-35A649DF517E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8" name="pg3318">
                <a:extLst>
                  <a:ext uri="{FF2B5EF4-FFF2-40B4-BE49-F238E27FC236}">
                    <a16:creationId xmlns:a16="http://schemas.microsoft.com/office/drawing/2014/main" id="{4E9FF787-26C4-FF0E-14EE-B135FEC79C00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9" name="pg3319">
                <a:extLst>
                  <a:ext uri="{FF2B5EF4-FFF2-40B4-BE49-F238E27FC236}">
                    <a16:creationId xmlns:a16="http://schemas.microsoft.com/office/drawing/2014/main" id="{A24F1ABC-DE01-826E-DD86-1A60E4DAC095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0" name="pg3320">
                <a:extLst>
                  <a:ext uri="{FF2B5EF4-FFF2-40B4-BE49-F238E27FC236}">
                    <a16:creationId xmlns:a16="http://schemas.microsoft.com/office/drawing/2014/main" id="{F23C3AA5-00DD-C56B-67D0-A22B29CF856D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1" name="pg3321">
                <a:extLst>
                  <a:ext uri="{FF2B5EF4-FFF2-40B4-BE49-F238E27FC236}">
                    <a16:creationId xmlns:a16="http://schemas.microsoft.com/office/drawing/2014/main" id="{BB650A51-3BF7-7495-977D-8E78300FE690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2" name="pg3322">
                <a:extLst>
                  <a:ext uri="{FF2B5EF4-FFF2-40B4-BE49-F238E27FC236}">
                    <a16:creationId xmlns:a16="http://schemas.microsoft.com/office/drawing/2014/main" id="{2BC8C1C4-2184-2FB3-0824-2C27B94CE146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3" name="pg3323">
                <a:extLst>
                  <a:ext uri="{FF2B5EF4-FFF2-40B4-BE49-F238E27FC236}">
                    <a16:creationId xmlns:a16="http://schemas.microsoft.com/office/drawing/2014/main" id="{8E426CAE-E7D3-A51B-8213-E2C7EDCD3A09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4" name="pg3324">
                <a:extLst>
                  <a:ext uri="{FF2B5EF4-FFF2-40B4-BE49-F238E27FC236}">
                    <a16:creationId xmlns:a16="http://schemas.microsoft.com/office/drawing/2014/main" id="{1A8A4D31-256F-416E-09A3-6DE0ABDEA761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5" name="pg3325">
                <a:extLst>
                  <a:ext uri="{FF2B5EF4-FFF2-40B4-BE49-F238E27FC236}">
                    <a16:creationId xmlns:a16="http://schemas.microsoft.com/office/drawing/2014/main" id="{4371061A-645C-F9D2-FFFD-5DCECCCFD340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6" name="pg3326">
                <a:extLst>
                  <a:ext uri="{FF2B5EF4-FFF2-40B4-BE49-F238E27FC236}">
                    <a16:creationId xmlns:a16="http://schemas.microsoft.com/office/drawing/2014/main" id="{E20B6879-F4AE-2D9D-DE4F-1D4803311D8A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7" name="pg3327">
                <a:extLst>
                  <a:ext uri="{FF2B5EF4-FFF2-40B4-BE49-F238E27FC236}">
                    <a16:creationId xmlns:a16="http://schemas.microsoft.com/office/drawing/2014/main" id="{E6451E45-E3DB-D977-4432-6229CF499D45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8" name="pg3328">
                <a:extLst>
                  <a:ext uri="{FF2B5EF4-FFF2-40B4-BE49-F238E27FC236}">
                    <a16:creationId xmlns:a16="http://schemas.microsoft.com/office/drawing/2014/main" id="{FF999568-ACE0-27A3-B56B-A884B89BF2D5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9" name="pg3329">
                <a:extLst>
                  <a:ext uri="{FF2B5EF4-FFF2-40B4-BE49-F238E27FC236}">
                    <a16:creationId xmlns:a16="http://schemas.microsoft.com/office/drawing/2014/main" id="{2CF3B0AD-01EE-7BEA-C45E-B8DE47C46944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0" name="pg3330">
                <a:extLst>
                  <a:ext uri="{FF2B5EF4-FFF2-40B4-BE49-F238E27FC236}">
                    <a16:creationId xmlns:a16="http://schemas.microsoft.com/office/drawing/2014/main" id="{30F5EEEC-1FA9-0E06-3D5C-7B097194105C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1" name="pg3331">
                <a:extLst>
                  <a:ext uri="{FF2B5EF4-FFF2-40B4-BE49-F238E27FC236}">
                    <a16:creationId xmlns:a16="http://schemas.microsoft.com/office/drawing/2014/main" id="{91254EEF-4131-B8BF-4473-516205A1AAD3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2" name="pg3332">
                <a:extLst>
                  <a:ext uri="{FF2B5EF4-FFF2-40B4-BE49-F238E27FC236}">
                    <a16:creationId xmlns:a16="http://schemas.microsoft.com/office/drawing/2014/main" id="{65FCC05F-BE1C-50CF-7889-2BEC9F20896C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3" name="pg3333">
                <a:extLst>
                  <a:ext uri="{FF2B5EF4-FFF2-40B4-BE49-F238E27FC236}">
                    <a16:creationId xmlns:a16="http://schemas.microsoft.com/office/drawing/2014/main" id="{DC1B20DF-1AE2-FA0E-CCDA-8D6F8D2AB229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4" name="pg3334">
                <a:extLst>
                  <a:ext uri="{FF2B5EF4-FFF2-40B4-BE49-F238E27FC236}">
                    <a16:creationId xmlns:a16="http://schemas.microsoft.com/office/drawing/2014/main" id="{7F0B209C-C021-3DDA-607F-E6A6F23448EE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5" name="pg3335">
                <a:extLst>
                  <a:ext uri="{FF2B5EF4-FFF2-40B4-BE49-F238E27FC236}">
                    <a16:creationId xmlns:a16="http://schemas.microsoft.com/office/drawing/2014/main" id="{8CC03928-9E88-B69F-F042-763F333A460E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6" name="pg3336">
                <a:extLst>
                  <a:ext uri="{FF2B5EF4-FFF2-40B4-BE49-F238E27FC236}">
                    <a16:creationId xmlns:a16="http://schemas.microsoft.com/office/drawing/2014/main" id="{E7F0AB37-CE21-2A6F-8DAE-3320A7E4DC4A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7" name="pg3337">
                <a:extLst>
                  <a:ext uri="{FF2B5EF4-FFF2-40B4-BE49-F238E27FC236}">
                    <a16:creationId xmlns:a16="http://schemas.microsoft.com/office/drawing/2014/main" id="{929C4269-5614-179B-FEF0-ECF3C6281DD7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8" name="pg3338">
                <a:extLst>
                  <a:ext uri="{FF2B5EF4-FFF2-40B4-BE49-F238E27FC236}">
                    <a16:creationId xmlns:a16="http://schemas.microsoft.com/office/drawing/2014/main" id="{6122A721-A45F-A1EC-A318-76F9D10A0FDA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9" name="pg3339">
                <a:extLst>
                  <a:ext uri="{FF2B5EF4-FFF2-40B4-BE49-F238E27FC236}">
                    <a16:creationId xmlns:a16="http://schemas.microsoft.com/office/drawing/2014/main" id="{F77819EB-1C1B-1610-217E-B1182FD286D2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0" name="pg3340">
                <a:extLst>
                  <a:ext uri="{FF2B5EF4-FFF2-40B4-BE49-F238E27FC236}">
                    <a16:creationId xmlns:a16="http://schemas.microsoft.com/office/drawing/2014/main" id="{D7FBC39B-E8B1-1CA5-C76F-87AB93CDB67A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1" name="pg3341">
                <a:extLst>
                  <a:ext uri="{FF2B5EF4-FFF2-40B4-BE49-F238E27FC236}">
                    <a16:creationId xmlns:a16="http://schemas.microsoft.com/office/drawing/2014/main" id="{889731F5-4FA0-BD11-F70C-5EBFCFD971E2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2" name="pg3342">
                <a:extLst>
                  <a:ext uri="{FF2B5EF4-FFF2-40B4-BE49-F238E27FC236}">
                    <a16:creationId xmlns:a16="http://schemas.microsoft.com/office/drawing/2014/main" id="{964E719D-88EB-7472-8B55-395F06AD512A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3" name="pg3343">
                <a:extLst>
                  <a:ext uri="{FF2B5EF4-FFF2-40B4-BE49-F238E27FC236}">
                    <a16:creationId xmlns:a16="http://schemas.microsoft.com/office/drawing/2014/main" id="{B8046391-AB75-C4E0-4ECD-03AD6E6C11B2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4" name="pg3344">
                <a:extLst>
                  <a:ext uri="{FF2B5EF4-FFF2-40B4-BE49-F238E27FC236}">
                    <a16:creationId xmlns:a16="http://schemas.microsoft.com/office/drawing/2014/main" id="{C9C894D8-FA0E-ED6B-F47C-10C30467191A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5" name="pg3345">
                <a:extLst>
                  <a:ext uri="{FF2B5EF4-FFF2-40B4-BE49-F238E27FC236}">
                    <a16:creationId xmlns:a16="http://schemas.microsoft.com/office/drawing/2014/main" id="{0854464B-332B-0112-5FB1-D6601891AAFD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6" name="pg3346">
                <a:extLst>
                  <a:ext uri="{FF2B5EF4-FFF2-40B4-BE49-F238E27FC236}">
                    <a16:creationId xmlns:a16="http://schemas.microsoft.com/office/drawing/2014/main" id="{8C26B42A-0C20-3B3A-02FB-9DD8470A853A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7" name="pg3347">
                <a:extLst>
                  <a:ext uri="{FF2B5EF4-FFF2-40B4-BE49-F238E27FC236}">
                    <a16:creationId xmlns:a16="http://schemas.microsoft.com/office/drawing/2014/main" id="{E7E25CD4-88E2-9F4B-102E-C7FF33E63DE0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8" name="pg3348">
                <a:extLst>
                  <a:ext uri="{FF2B5EF4-FFF2-40B4-BE49-F238E27FC236}">
                    <a16:creationId xmlns:a16="http://schemas.microsoft.com/office/drawing/2014/main" id="{39BE75AC-41D4-E9CF-C59C-116C472C16EE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9" name="pg3349">
                <a:extLst>
                  <a:ext uri="{FF2B5EF4-FFF2-40B4-BE49-F238E27FC236}">
                    <a16:creationId xmlns:a16="http://schemas.microsoft.com/office/drawing/2014/main" id="{AEBB068E-3DA4-9590-B16B-A88B8F13D8C5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0" name="pg3350">
                <a:extLst>
                  <a:ext uri="{FF2B5EF4-FFF2-40B4-BE49-F238E27FC236}">
                    <a16:creationId xmlns:a16="http://schemas.microsoft.com/office/drawing/2014/main" id="{2CFD6E90-8540-7164-6ACD-97C71549F711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1" name="pg3351">
                <a:extLst>
                  <a:ext uri="{FF2B5EF4-FFF2-40B4-BE49-F238E27FC236}">
                    <a16:creationId xmlns:a16="http://schemas.microsoft.com/office/drawing/2014/main" id="{1E2ACA26-A603-E85B-D83C-7D1361D7E2C4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2" name="pg3352">
                <a:extLst>
                  <a:ext uri="{FF2B5EF4-FFF2-40B4-BE49-F238E27FC236}">
                    <a16:creationId xmlns:a16="http://schemas.microsoft.com/office/drawing/2014/main" id="{B5930A7D-CB51-A9C8-08C5-A53FAC997AA4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3" name="pg3353">
                <a:extLst>
                  <a:ext uri="{FF2B5EF4-FFF2-40B4-BE49-F238E27FC236}">
                    <a16:creationId xmlns:a16="http://schemas.microsoft.com/office/drawing/2014/main" id="{AE134BAA-07D2-FE1A-44AC-6CA24959BEF4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4" name="pg3354">
                <a:extLst>
                  <a:ext uri="{FF2B5EF4-FFF2-40B4-BE49-F238E27FC236}">
                    <a16:creationId xmlns:a16="http://schemas.microsoft.com/office/drawing/2014/main" id="{BFD6E331-0C70-286E-9739-5DA534F60987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5" name="pg3355">
                <a:extLst>
                  <a:ext uri="{FF2B5EF4-FFF2-40B4-BE49-F238E27FC236}">
                    <a16:creationId xmlns:a16="http://schemas.microsoft.com/office/drawing/2014/main" id="{9157EF76-4BC3-CC84-7A09-B8231E8F665F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6" name="pg3356">
                <a:extLst>
                  <a:ext uri="{FF2B5EF4-FFF2-40B4-BE49-F238E27FC236}">
                    <a16:creationId xmlns:a16="http://schemas.microsoft.com/office/drawing/2014/main" id="{8B2A624A-2B76-CCE7-C98E-B57FAB15A276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7" name="pg3357">
                <a:extLst>
                  <a:ext uri="{FF2B5EF4-FFF2-40B4-BE49-F238E27FC236}">
                    <a16:creationId xmlns:a16="http://schemas.microsoft.com/office/drawing/2014/main" id="{75EA6AAD-746F-560B-3624-D7C863796172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8" name="pg3358">
                <a:extLst>
                  <a:ext uri="{FF2B5EF4-FFF2-40B4-BE49-F238E27FC236}">
                    <a16:creationId xmlns:a16="http://schemas.microsoft.com/office/drawing/2014/main" id="{DE145572-C7C2-0ECA-656A-D0D2F66323B5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9" name="pg3359">
                <a:extLst>
                  <a:ext uri="{FF2B5EF4-FFF2-40B4-BE49-F238E27FC236}">
                    <a16:creationId xmlns:a16="http://schemas.microsoft.com/office/drawing/2014/main" id="{6012E245-D8DC-7275-751F-AF99230C2A41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0" name="pg3360">
                <a:extLst>
                  <a:ext uri="{FF2B5EF4-FFF2-40B4-BE49-F238E27FC236}">
                    <a16:creationId xmlns:a16="http://schemas.microsoft.com/office/drawing/2014/main" id="{0A0CF2E3-C05A-F2B6-D004-ED6D4A2A2ACE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1" name="pg3361">
                <a:extLst>
                  <a:ext uri="{FF2B5EF4-FFF2-40B4-BE49-F238E27FC236}">
                    <a16:creationId xmlns:a16="http://schemas.microsoft.com/office/drawing/2014/main" id="{D3D906A0-0E4F-0319-1607-648F3D204C1B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2" name="pg3362">
                <a:extLst>
                  <a:ext uri="{FF2B5EF4-FFF2-40B4-BE49-F238E27FC236}">
                    <a16:creationId xmlns:a16="http://schemas.microsoft.com/office/drawing/2014/main" id="{BA186679-51E2-054E-1146-B673106F1262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3" name="pg3363">
                <a:extLst>
                  <a:ext uri="{FF2B5EF4-FFF2-40B4-BE49-F238E27FC236}">
                    <a16:creationId xmlns:a16="http://schemas.microsoft.com/office/drawing/2014/main" id="{F8C24731-17AE-6271-DA7F-4C3CCDE4630E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4" name="pg3364">
                <a:extLst>
                  <a:ext uri="{FF2B5EF4-FFF2-40B4-BE49-F238E27FC236}">
                    <a16:creationId xmlns:a16="http://schemas.microsoft.com/office/drawing/2014/main" id="{DAF38BBD-689E-B3FB-1B2B-9641EC60ACFC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5" name="pg3365">
                <a:extLst>
                  <a:ext uri="{FF2B5EF4-FFF2-40B4-BE49-F238E27FC236}">
                    <a16:creationId xmlns:a16="http://schemas.microsoft.com/office/drawing/2014/main" id="{D78A6D79-4ADB-FD43-2B0E-D32631503013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6" name="pg3366">
                <a:extLst>
                  <a:ext uri="{FF2B5EF4-FFF2-40B4-BE49-F238E27FC236}">
                    <a16:creationId xmlns:a16="http://schemas.microsoft.com/office/drawing/2014/main" id="{1311316E-BC48-1695-0A10-440E39B0C68F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7" name="pg3367">
                <a:extLst>
                  <a:ext uri="{FF2B5EF4-FFF2-40B4-BE49-F238E27FC236}">
                    <a16:creationId xmlns:a16="http://schemas.microsoft.com/office/drawing/2014/main" id="{4B9ADD98-ACC9-2FF5-AB2C-EA639817FE7B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8" name="pg3368">
                <a:extLst>
                  <a:ext uri="{FF2B5EF4-FFF2-40B4-BE49-F238E27FC236}">
                    <a16:creationId xmlns:a16="http://schemas.microsoft.com/office/drawing/2014/main" id="{AEAB3E2E-235F-D807-84AF-A62B87CA6710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9" name="pg3369">
                <a:extLst>
                  <a:ext uri="{FF2B5EF4-FFF2-40B4-BE49-F238E27FC236}">
                    <a16:creationId xmlns:a16="http://schemas.microsoft.com/office/drawing/2014/main" id="{1D17BCA4-A2CD-E8A3-EDEC-BD56313F917E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0" name="pg3370">
                <a:extLst>
                  <a:ext uri="{FF2B5EF4-FFF2-40B4-BE49-F238E27FC236}">
                    <a16:creationId xmlns:a16="http://schemas.microsoft.com/office/drawing/2014/main" id="{A2DCB6E5-EADB-8B6A-8CCD-9D30791F9269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1" name="pg3371">
                <a:extLst>
                  <a:ext uri="{FF2B5EF4-FFF2-40B4-BE49-F238E27FC236}">
                    <a16:creationId xmlns:a16="http://schemas.microsoft.com/office/drawing/2014/main" id="{61AA7E84-BCD9-3152-AD51-BE4374848C78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2" name="pg3372">
                <a:extLst>
                  <a:ext uri="{FF2B5EF4-FFF2-40B4-BE49-F238E27FC236}">
                    <a16:creationId xmlns:a16="http://schemas.microsoft.com/office/drawing/2014/main" id="{86B006EA-67F5-0FB6-07B3-48EFAA3C73F9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3" name="pg3373">
                <a:extLst>
                  <a:ext uri="{FF2B5EF4-FFF2-40B4-BE49-F238E27FC236}">
                    <a16:creationId xmlns:a16="http://schemas.microsoft.com/office/drawing/2014/main" id="{197DF587-DB73-52D7-F83D-3140F6F324C1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4" name="pg3374">
                <a:extLst>
                  <a:ext uri="{FF2B5EF4-FFF2-40B4-BE49-F238E27FC236}">
                    <a16:creationId xmlns:a16="http://schemas.microsoft.com/office/drawing/2014/main" id="{43FB04A0-BE6A-8FAA-8BE9-A737C21E8F32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5" name="pg3375">
                <a:extLst>
                  <a:ext uri="{FF2B5EF4-FFF2-40B4-BE49-F238E27FC236}">
                    <a16:creationId xmlns:a16="http://schemas.microsoft.com/office/drawing/2014/main" id="{3DE0EBF0-E9B6-2CF0-04DD-640CD5C9C520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6" name="pg3376">
                <a:extLst>
                  <a:ext uri="{FF2B5EF4-FFF2-40B4-BE49-F238E27FC236}">
                    <a16:creationId xmlns:a16="http://schemas.microsoft.com/office/drawing/2014/main" id="{207B090E-29A9-0451-3D98-5290F3F66F0C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7" name="pg3377">
                <a:extLst>
                  <a:ext uri="{FF2B5EF4-FFF2-40B4-BE49-F238E27FC236}">
                    <a16:creationId xmlns:a16="http://schemas.microsoft.com/office/drawing/2014/main" id="{DF859F6F-CF06-EECE-B353-0756B10AD133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8" name="pg3378">
                <a:extLst>
                  <a:ext uri="{FF2B5EF4-FFF2-40B4-BE49-F238E27FC236}">
                    <a16:creationId xmlns:a16="http://schemas.microsoft.com/office/drawing/2014/main" id="{223B0BFC-9589-5339-E6E2-C784F84AFB06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9" name="pg3379">
                <a:extLst>
                  <a:ext uri="{FF2B5EF4-FFF2-40B4-BE49-F238E27FC236}">
                    <a16:creationId xmlns:a16="http://schemas.microsoft.com/office/drawing/2014/main" id="{D02C86ED-8AB8-D960-A549-84EFE59D434C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0" name="pg3380">
                <a:extLst>
                  <a:ext uri="{FF2B5EF4-FFF2-40B4-BE49-F238E27FC236}">
                    <a16:creationId xmlns:a16="http://schemas.microsoft.com/office/drawing/2014/main" id="{27B99240-B7E6-7069-CA1B-2A239012B05C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1" name="pg3381">
                <a:extLst>
                  <a:ext uri="{FF2B5EF4-FFF2-40B4-BE49-F238E27FC236}">
                    <a16:creationId xmlns:a16="http://schemas.microsoft.com/office/drawing/2014/main" id="{B1AAC90D-C911-14AC-C999-5894BF54F968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2" name="pg3382">
                <a:extLst>
                  <a:ext uri="{FF2B5EF4-FFF2-40B4-BE49-F238E27FC236}">
                    <a16:creationId xmlns:a16="http://schemas.microsoft.com/office/drawing/2014/main" id="{5D8069AD-4620-4009-D60A-1A27E3B0384B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3" name="pg3383">
                <a:extLst>
                  <a:ext uri="{FF2B5EF4-FFF2-40B4-BE49-F238E27FC236}">
                    <a16:creationId xmlns:a16="http://schemas.microsoft.com/office/drawing/2014/main" id="{7A540C93-18F8-9352-422D-E2905DD8A723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4" name="pg3384">
                <a:extLst>
                  <a:ext uri="{FF2B5EF4-FFF2-40B4-BE49-F238E27FC236}">
                    <a16:creationId xmlns:a16="http://schemas.microsoft.com/office/drawing/2014/main" id="{7E37E335-F7E0-8493-CCBB-F85668A32191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5" name="pg3385">
                <a:extLst>
                  <a:ext uri="{FF2B5EF4-FFF2-40B4-BE49-F238E27FC236}">
                    <a16:creationId xmlns:a16="http://schemas.microsoft.com/office/drawing/2014/main" id="{D2BDF310-A527-16A0-8FFE-FF81E5D5FF7F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6" name="pg3386">
                <a:extLst>
                  <a:ext uri="{FF2B5EF4-FFF2-40B4-BE49-F238E27FC236}">
                    <a16:creationId xmlns:a16="http://schemas.microsoft.com/office/drawing/2014/main" id="{B07211F2-C2CC-3BFA-CAEF-84C4683F61D4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7" name="pg3387">
                <a:extLst>
                  <a:ext uri="{FF2B5EF4-FFF2-40B4-BE49-F238E27FC236}">
                    <a16:creationId xmlns:a16="http://schemas.microsoft.com/office/drawing/2014/main" id="{A339C1E2-8801-95F6-D2E0-3EA185650736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8" name="pg3388">
                <a:extLst>
                  <a:ext uri="{FF2B5EF4-FFF2-40B4-BE49-F238E27FC236}">
                    <a16:creationId xmlns:a16="http://schemas.microsoft.com/office/drawing/2014/main" id="{AA076E8D-6502-0A0D-33EB-ADBA5EAC01E2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9" name="pg3389">
                <a:extLst>
                  <a:ext uri="{FF2B5EF4-FFF2-40B4-BE49-F238E27FC236}">
                    <a16:creationId xmlns:a16="http://schemas.microsoft.com/office/drawing/2014/main" id="{0C3911B9-1283-B296-6B70-7B83BC80288A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0" name="pg3390">
                <a:extLst>
                  <a:ext uri="{FF2B5EF4-FFF2-40B4-BE49-F238E27FC236}">
                    <a16:creationId xmlns:a16="http://schemas.microsoft.com/office/drawing/2014/main" id="{95EAC86E-028B-7418-B219-9826EF8075CB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1" name="pg3391">
                <a:extLst>
                  <a:ext uri="{FF2B5EF4-FFF2-40B4-BE49-F238E27FC236}">
                    <a16:creationId xmlns:a16="http://schemas.microsoft.com/office/drawing/2014/main" id="{825B0CC9-C335-F7FE-84FC-1FEE9DC79FAF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2" name="pg3392">
                <a:extLst>
                  <a:ext uri="{FF2B5EF4-FFF2-40B4-BE49-F238E27FC236}">
                    <a16:creationId xmlns:a16="http://schemas.microsoft.com/office/drawing/2014/main" id="{4085586A-68A9-46E8-592C-D60E4BAC695D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3" name="pg3393">
                <a:extLst>
                  <a:ext uri="{FF2B5EF4-FFF2-40B4-BE49-F238E27FC236}">
                    <a16:creationId xmlns:a16="http://schemas.microsoft.com/office/drawing/2014/main" id="{7396CC07-3841-348E-854F-EA4D58F6357F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4" name="pg3394">
                <a:extLst>
                  <a:ext uri="{FF2B5EF4-FFF2-40B4-BE49-F238E27FC236}">
                    <a16:creationId xmlns:a16="http://schemas.microsoft.com/office/drawing/2014/main" id="{F2B57B9B-43E0-F11C-3BCD-9A8C346E5D1F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5" name="pg3395">
                <a:extLst>
                  <a:ext uri="{FF2B5EF4-FFF2-40B4-BE49-F238E27FC236}">
                    <a16:creationId xmlns:a16="http://schemas.microsoft.com/office/drawing/2014/main" id="{8C548B60-86AD-5231-0C5D-8FC6B23E7EAE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6" name="pg3396">
                <a:extLst>
                  <a:ext uri="{FF2B5EF4-FFF2-40B4-BE49-F238E27FC236}">
                    <a16:creationId xmlns:a16="http://schemas.microsoft.com/office/drawing/2014/main" id="{E4B4BA89-85C8-6245-5B1D-806B9BF8E9CF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7" name="pg3397">
                <a:extLst>
                  <a:ext uri="{FF2B5EF4-FFF2-40B4-BE49-F238E27FC236}">
                    <a16:creationId xmlns:a16="http://schemas.microsoft.com/office/drawing/2014/main" id="{76CA1C46-0812-AFC1-72EE-C9A0CCFB37BC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8" name="pg3398">
                <a:extLst>
                  <a:ext uri="{FF2B5EF4-FFF2-40B4-BE49-F238E27FC236}">
                    <a16:creationId xmlns:a16="http://schemas.microsoft.com/office/drawing/2014/main" id="{36735302-6D26-0E61-9DB1-5CF21CFB0BB1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9" name="pg3399">
                <a:extLst>
                  <a:ext uri="{FF2B5EF4-FFF2-40B4-BE49-F238E27FC236}">
                    <a16:creationId xmlns:a16="http://schemas.microsoft.com/office/drawing/2014/main" id="{1C2A5ADC-A756-8F1A-0942-548980DB0B98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0" name="pg3400">
                <a:extLst>
                  <a:ext uri="{FF2B5EF4-FFF2-40B4-BE49-F238E27FC236}">
                    <a16:creationId xmlns:a16="http://schemas.microsoft.com/office/drawing/2014/main" id="{2F5E6370-BB20-8DD6-22B8-3FC634A6DDF8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1" name="pg3401">
                <a:extLst>
                  <a:ext uri="{FF2B5EF4-FFF2-40B4-BE49-F238E27FC236}">
                    <a16:creationId xmlns:a16="http://schemas.microsoft.com/office/drawing/2014/main" id="{35003061-5BA8-660C-815B-BC36AC0C644E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2" name="pg3402">
                <a:extLst>
                  <a:ext uri="{FF2B5EF4-FFF2-40B4-BE49-F238E27FC236}">
                    <a16:creationId xmlns:a16="http://schemas.microsoft.com/office/drawing/2014/main" id="{C3A22B2F-FCEA-25B9-3380-8241F78DB421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3" name="pg3403">
                <a:extLst>
                  <a:ext uri="{FF2B5EF4-FFF2-40B4-BE49-F238E27FC236}">
                    <a16:creationId xmlns:a16="http://schemas.microsoft.com/office/drawing/2014/main" id="{62B8E333-6D18-B11D-6BD9-C97B6BAA74BC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4" name="pg3404">
                <a:extLst>
                  <a:ext uri="{FF2B5EF4-FFF2-40B4-BE49-F238E27FC236}">
                    <a16:creationId xmlns:a16="http://schemas.microsoft.com/office/drawing/2014/main" id="{BD3B6566-C005-645B-1D90-CE90039AECAB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5" name="pg3405">
                <a:extLst>
                  <a:ext uri="{FF2B5EF4-FFF2-40B4-BE49-F238E27FC236}">
                    <a16:creationId xmlns:a16="http://schemas.microsoft.com/office/drawing/2014/main" id="{06895FB9-64A0-C4D7-AC5C-D64EC4834D8A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6" name="pg3406">
                <a:extLst>
                  <a:ext uri="{FF2B5EF4-FFF2-40B4-BE49-F238E27FC236}">
                    <a16:creationId xmlns:a16="http://schemas.microsoft.com/office/drawing/2014/main" id="{F291AEB0-42A8-786C-C721-330185489C45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7" name="pg3407">
                <a:extLst>
                  <a:ext uri="{FF2B5EF4-FFF2-40B4-BE49-F238E27FC236}">
                    <a16:creationId xmlns:a16="http://schemas.microsoft.com/office/drawing/2014/main" id="{B66F0C06-5F4C-60F5-5196-DE95CECFEE2A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8" name="pg3408">
                <a:extLst>
                  <a:ext uri="{FF2B5EF4-FFF2-40B4-BE49-F238E27FC236}">
                    <a16:creationId xmlns:a16="http://schemas.microsoft.com/office/drawing/2014/main" id="{D0FE5636-A8B2-3F62-2490-2CE16534159F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9" name="pg3409">
                <a:extLst>
                  <a:ext uri="{FF2B5EF4-FFF2-40B4-BE49-F238E27FC236}">
                    <a16:creationId xmlns:a16="http://schemas.microsoft.com/office/drawing/2014/main" id="{80FCB00D-9AE7-8B22-FA44-066D4C79804A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0" name="pg3410">
                <a:extLst>
                  <a:ext uri="{FF2B5EF4-FFF2-40B4-BE49-F238E27FC236}">
                    <a16:creationId xmlns:a16="http://schemas.microsoft.com/office/drawing/2014/main" id="{B1CB24C1-CEF7-67EE-39A1-6718937F8D6B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1" name="pg3411">
                <a:extLst>
                  <a:ext uri="{FF2B5EF4-FFF2-40B4-BE49-F238E27FC236}">
                    <a16:creationId xmlns:a16="http://schemas.microsoft.com/office/drawing/2014/main" id="{71A4AD64-584D-AF3D-99BD-F2624520A471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2" name="pg3412">
                <a:extLst>
                  <a:ext uri="{FF2B5EF4-FFF2-40B4-BE49-F238E27FC236}">
                    <a16:creationId xmlns:a16="http://schemas.microsoft.com/office/drawing/2014/main" id="{69E3E978-A5A1-E114-9466-49AC8C550966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3" name="pg3413">
                <a:extLst>
                  <a:ext uri="{FF2B5EF4-FFF2-40B4-BE49-F238E27FC236}">
                    <a16:creationId xmlns:a16="http://schemas.microsoft.com/office/drawing/2014/main" id="{30B4AFE6-75F6-5037-5C35-5D7A480FCE90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4" name="pg3414">
                <a:extLst>
                  <a:ext uri="{FF2B5EF4-FFF2-40B4-BE49-F238E27FC236}">
                    <a16:creationId xmlns:a16="http://schemas.microsoft.com/office/drawing/2014/main" id="{9A8C26FE-D31F-961C-8784-F1261A612E72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5" name="pg3415">
                <a:extLst>
                  <a:ext uri="{FF2B5EF4-FFF2-40B4-BE49-F238E27FC236}">
                    <a16:creationId xmlns:a16="http://schemas.microsoft.com/office/drawing/2014/main" id="{400A1C12-168A-3DB6-409C-434BC0A8B6A0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6" name="pg3416">
                <a:extLst>
                  <a:ext uri="{FF2B5EF4-FFF2-40B4-BE49-F238E27FC236}">
                    <a16:creationId xmlns:a16="http://schemas.microsoft.com/office/drawing/2014/main" id="{48DF9B41-14FF-A57E-6263-38B393141A00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7" name="pg3417">
                <a:extLst>
                  <a:ext uri="{FF2B5EF4-FFF2-40B4-BE49-F238E27FC236}">
                    <a16:creationId xmlns:a16="http://schemas.microsoft.com/office/drawing/2014/main" id="{A173786E-E666-C044-A083-97443C8569C1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8" name="pg3418">
                <a:extLst>
                  <a:ext uri="{FF2B5EF4-FFF2-40B4-BE49-F238E27FC236}">
                    <a16:creationId xmlns:a16="http://schemas.microsoft.com/office/drawing/2014/main" id="{1900ACBC-C5CC-2A48-A657-2917EAC91C24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9" name="pg3419">
                <a:extLst>
                  <a:ext uri="{FF2B5EF4-FFF2-40B4-BE49-F238E27FC236}">
                    <a16:creationId xmlns:a16="http://schemas.microsoft.com/office/drawing/2014/main" id="{072295FF-3FE0-E937-1668-CECD8E1CD4A6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0" name="pg3420">
                <a:extLst>
                  <a:ext uri="{FF2B5EF4-FFF2-40B4-BE49-F238E27FC236}">
                    <a16:creationId xmlns:a16="http://schemas.microsoft.com/office/drawing/2014/main" id="{147A40F3-D8F2-7FE8-B00D-D81FF29AA62A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1" name="pg3421">
                <a:extLst>
                  <a:ext uri="{FF2B5EF4-FFF2-40B4-BE49-F238E27FC236}">
                    <a16:creationId xmlns:a16="http://schemas.microsoft.com/office/drawing/2014/main" id="{C3528558-FF2A-CFC7-14B1-F5E1810A67A7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2" name="pg3422">
                <a:extLst>
                  <a:ext uri="{FF2B5EF4-FFF2-40B4-BE49-F238E27FC236}">
                    <a16:creationId xmlns:a16="http://schemas.microsoft.com/office/drawing/2014/main" id="{B7FDEC69-61EC-6140-EC6E-FA126F434196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3" name="pg3423">
                <a:extLst>
                  <a:ext uri="{FF2B5EF4-FFF2-40B4-BE49-F238E27FC236}">
                    <a16:creationId xmlns:a16="http://schemas.microsoft.com/office/drawing/2014/main" id="{B23E22C2-3E5F-A40E-C734-48FC65D0F265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4" name="pg3424">
                <a:extLst>
                  <a:ext uri="{FF2B5EF4-FFF2-40B4-BE49-F238E27FC236}">
                    <a16:creationId xmlns:a16="http://schemas.microsoft.com/office/drawing/2014/main" id="{9848B105-2656-E78A-4F82-9BE078809431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5" name="pg3425">
                <a:extLst>
                  <a:ext uri="{FF2B5EF4-FFF2-40B4-BE49-F238E27FC236}">
                    <a16:creationId xmlns:a16="http://schemas.microsoft.com/office/drawing/2014/main" id="{89AB2A70-513A-3FAB-EC5D-004197E713F1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6" name="pg3426">
                <a:extLst>
                  <a:ext uri="{FF2B5EF4-FFF2-40B4-BE49-F238E27FC236}">
                    <a16:creationId xmlns:a16="http://schemas.microsoft.com/office/drawing/2014/main" id="{33B27C8E-DDCD-17EB-9AD8-EA32C07B5016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7" name="pg3427">
                <a:extLst>
                  <a:ext uri="{FF2B5EF4-FFF2-40B4-BE49-F238E27FC236}">
                    <a16:creationId xmlns:a16="http://schemas.microsoft.com/office/drawing/2014/main" id="{2B46E0D9-6CBB-405E-29F6-AECA0932E44E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8" name="pg3428">
                <a:extLst>
                  <a:ext uri="{FF2B5EF4-FFF2-40B4-BE49-F238E27FC236}">
                    <a16:creationId xmlns:a16="http://schemas.microsoft.com/office/drawing/2014/main" id="{E6447070-D687-846F-03EA-8743C595197B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9" name="pg3429">
                <a:extLst>
                  <a:ext uri="{FF2B5EF4-FFF2-40B4-BE49-F238E27FC236}">
                    <a16:creationId xmlns:a16="http://schemas.microsoft.com/office/drawing/2014/main" id="{8CEB0F39-7B66-D189-AA3E-39FE1F50CD73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0" name="pg3430">
                <a:extLst>
                  <a:ext uri="{FF2B5EF4-FFF2-40B4-BE49-F238E27FC236}">
                    <a16:creationId xmlns:a16="http://schemas.microsoft.com/office/drawing/2014/main" id="{4DDD0BBC-1EDF-6E0E-5405-D78DED5E37D0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1" name="pg3431">
                <a:extLst>
                  <a:ext uri="{FF2B5EF4-FFF2-40B4-BE49-F238E27FC236}">
                    <a16:creationId xmlns:a16="http://schemas.microsoft.com/office/drawing/2014/main" id="{BA7B196A-8BF1-ADA9-CB3E-CC1FA9AA2370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2" name="pg3432">
                <a:extLst>
                  <a:ext uri="{FF2B5EF4-FFF2-40B4-BE49-F238E27FC236}">
                    <a16:creationId xmlns:a16="http://schemas.microsoft.com/office/drawing/2014/main" id="{146DDBB7-3FA3-7CAD-BD4F-C2D2058C676D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3" name="pg3433">
                <a:extLst>
                  <a:ext uri="{FF2B5EF4-FFF2-40B4-BE49-F238E27FC236}">
                    <a16:creationId xmlns:a16="http://schemas.microsoft.com/office/drawing/2014/main" id="{9424BA8D-BF82-15C4-B87B-B5EF6516F5DE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4" name="pg3434">
                <a:extLst>
                  <a:ext uri="{FF2B5EF4-FFF2-40B4-BE49-F238E27FC236}">
                    <a16:creationId xmlns:a16="http://schemas.microsoft.com/office/drawing/2014/main" id="{E41E5E99-DF73-4864-68FA-1B0AE69699C1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5" name="pg3435">
                <a:extLst>
                  <a:ext uri="{FF2B5EF4-FFF2-40B4-BE49-F238E27FC236}">
                    <a16:creationId xmlns:a16="http://schemas.microsoft.com/office/drawing/2014/main" id="{BAE6A28D-84BA-DFCC-0E55-7019A3699317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6" name="pg3436">
                <a:extLst>
                  <a:ext uri="{FF2B5EF4-FFF2-40B4-BE49-F238E27FC236}">
                    <a16:creationId xmlns:a16="http://schemas.microsoft.com/office/drawing/2014/main" id="{6FA903CE-8B1F-9D99-01DF-63780FF34642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7" name="pg3437">
                <a:extLst>
                  <a:ext uri="{FF2B5EF4-FFF2-40B4-BE49-F238E27FC236}">
                    <a16:creationId xmlns:a16="http://schemas.microsoft.com/office/drawing/2014/main" id="{85C52F63-72B4-A05F-B537-2DC8F6054EF5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8" name="pg3438">
                <a:extLst>
                  <a:ext uri="{FF2B5EF4-FFF2-40B4-BE49-F238E27FC236}">
                    <a16:creationId xmlns:a16="http://schemas.microsoft.com/office/drawing/2014/main" id="{F1D1267F-8ABF-1080-041D-0BBA9C8A41D6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9" name="pg3439">
                <a:extLst>
                  <a:ext uri="{FF2B5EF4-FFF2-40B4-BE49-F238E27FC236}">
                    <a16:creationId xmlns:a16="http://schemas.microsoft.com/office/drawing/2014/main" id="{BFD44402-28F5-1E24-C741-4FA1621A00F8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0" name="pg3440">
                <a:extLst>
                  <a:ext uri="{FF2B5EF4-FFF2-40B4-BE49-F238E27FC236}">
                    <a16:creationId xmlns:a16="http://schemas.microsoft.com/office/drawing/2014/main" id="{BE128F02-A024-E1C0-62A7-B532E065C9F7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1" name="pg3441">
                <a:extLst>
                  <a:ext uri="{FF2B5EF4-FFF2-40B4-BE49-F238E27FC236}">
                    <a16:creationId xmlns:a16="http://schemas.microsoft.com/office/drawing/2014/main" id="{B2623210-C666-1C50-6BE6-FA485E182CCB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2" name="pg3442">
                <a:extLst>
                  <a:ext uri="{FF2B5EF4-FFF2-40B4-BE49-F238E27FC236}">
                    <a16:creationId xmlns:a16="http://schemas.microsoft.com/office/drawing/2014/main" id="{672CE1CC-6973-ADDA-9310-5257DC94766F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3" name="pg3443">
                <a:extLst>
                  <a:ext uri="{FF2B5EF4-FFF2-40B4-BE49-F238E27FC236}">
                    <a16:creationId xmlns:a16="http://schemas.microsoft.com/office/drawing/2014/main" id="{FE75230E-1B7A-37CC-10F8-F5CC6E74649A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4" name="pg3444">
                <a:extLst>
                  <a:ext uri="{FF2B5EF4-FFF2-40B4-BE49-F238E27FC236}">
                    <a16:creationId xmlns:a16="http://schemas.microsoft.com/office/drawing/2014/main" id="{90F91167-68E6-993C-F386-7EAFDE7CEC03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5" name="pg3445">
                <a:extLst>
                  <a:ext uri="{FF2B5EF4-FFF2-40B4-BE49-F238E27FC236}">
                    <a16:creationId xmlns:a16="http://schemas.microsoft.com/office/drawing/2014/main" id="{7C57668A-C00F-7646-7269-8BABAEA414B9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6" name="pg3446">
                <a:extLst>
                  <a:ext uri="{FF2B5EF4-FFF2-40B4-BE49-F238E27FC236}">
                    <a16:creationId xmlns:a16="http://schemas.microsoft.com/office/drawing/2014/main" id="{7A820D9E-CEA0-426C-1BA2-359F07753CC0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7" name="pg3447">
                <a:extLst>
                  <a:ext uri="{FF2B5EF4-FFF2-40B4-BE49-F238E27FC236}">
                    <a16:creationId xmlns:a16="http://schemas.microsoft.com/office/drawing/2014/main" id="{877E3934-E709-8AD0-5DBA-11C4C7031B71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8" name="pg3448">
                <a:extLst>
                  <a:ext uri="{FF2B5EF4-FFF2-40B4-BE49-F238E27FC236}">
                    <a16:creationId xmlns:a16="http://schemas.microsoft.com/office/drawing/2014/main" id="{FD1E8912-DD18-3B3B-5E1E-35C230A3D375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9" name="pg3449">
                <a:extLst>
                  <a:ext uri="{FF2B5EF4-FFF2-40B4-BE49-F238E27FC236}">
                    <a16:creationId xmlns:a16="http://schemas.microsoft.com/office/drawing/2014/main" id="{A1A3D9E5-2280-141B-39C0-D4A93DC4BF03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0" name="pg3450">
                <a:extLst>
                  <a:ext uri="{FF2B5EF4-FFF2-40B4-BE49-F238E27FC236}">
                    <a16:creationId xmlns:a16="http://schemas.microsoft.com/office/drawing/2014/main" id="{83482321-EB94-F2A9-8D66-57D590296718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1" name="pg3451">
                <a:extLst>
                  <a:ext uri="{FF2B5EF4-FFF2-40B4-BE49-F238E27FC236}">
                    <a16:creationId xmlns:a16="http://schemas.microsoft.com/office/drawing/2014/main" id="{DB2ED8D3-120E-B366-D0F9-41CF17DCE0F6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2" name="pg3452">
                <a:extLst>
                  <a:ext uri="{FF2B5EF4-FFF2-40B4-BE49-F238E27FC236}">
                    <a16:creationId xmlns:a16="http://schemas.microsoft.com/office/drawing/2014/main" id="{9C071324-8812-0375-0857-C63DB666DDE8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3" name="pg3453">
                <a:extLst>
                  <a:ext uri="{FF2B5EF4-FFF2-40B4-BE49-F238E27FC236}">
                    <a16:creationId xmlns:a16="http://schemas.microsoft.com/office/drawing/2014/main" id="{330B07D2-14A1-7C43-2D64-9A7E9C9C07AB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4" name="pg3454">
                <a:extLst>
                  <a:ext uri="{FF2B5EF4-FFF2-40B4-BE49-F238E27FC236}">
                    <a16:creationId xmlns:a16="http://schemas.microsoft.com/office/drawing/2014/main" id="{66312481-9206-248C-35B9-1C2D437657C4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5" name="pg3455">
                <a:extLst>
                  <a:ext uri="{FF2B5EF4-FFF2-40B4-BE49-F238E27FC236}">
                    <a16:creationId xmlns:a16="http://schemas.microsoft.com/office/drawing/2014/main" id="{AB4968F2-EEE6-5028-EBEA-1557A6E187A6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6" name="pg3456">
                <a:extLst>
                  <a:ext uri="{FF2B5EF4-FFF2-40B4-BE49-F238E27FC236}">
                    <a16:creationId xmlns:a16="http://schemas.microsoft.com/office/drawing/2014/main" id="{CA940FB6-B903-FB0A-5A56-4F7CC9F993DC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7" name="pg3457">
                <a:extLst>
                  <a:ext uri="{FF2B5EF4-FFF2-40B4-BE49-F238E27FC236}">
                    <a16:creationId xmlns:a16="http://schemas.microsoft.com/office/drawing/2014/main" id="{D5A230B9-8693-54C7-85AA-F0053BD81937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8" name="pg3458">
                <a:extLst>
                  <a:ext uri="{FF2B5EF4-FFF2-40B4-BE49-F238E27FC236}">
                    <a16:creationId xmlns:a16="http://schemas.microsoft.com/office/drawing/2014/main" id="{D40C0D52-DFCC-91D4-0766-5302E4E127A6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9" name="pg3459">
                <a:extLst>
                  <a:ext uri="{FF2B5EF4-FFF2-40B4-BE49-F238E27FC236}">
                    <a16:creationId xmlns:a16="http://schemas.microsoft.com/office/drawing/2014/main" id="{A4F56A93-2152-7478-7B1B-BA40EEDB409F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0" name="pg3460">
                <a:extLst>
                  <a:ext uri="{FF2B5EF4-FFF2-40B4-BE49-F238E27FC236}">
                    <a16:creationId xmlns:a16="http://schemas.microsoft.com/office/drawing/2014/main" id="{549EA513-6EB2-4507-D130-89E896A3A9B7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1" name="pg3461">
                <a:extLst>
                  <a:ext uri="{FF2B5EF4-FFF2-40B4-BE49-F238E27FC236}">
                    <a16:creationId xmlns:a16="http://schemas.microsoft.com/office/drawing/2014/main" id="{4CF50B1A-30FD-221E-D76D-F844D7370C8C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2" name="pg3462">
                <a:extLst>
                  <a:ext uri="{FF2B5EF4-FFF2-40B4-BE49-F238E27FC236}">
                    <a16:creationId xmlns:a16="http://schemas.microsoft.com/office/drawing/2014/main" id="{0EB4EA1F-C31A-20ED-A251-1B19B21D593A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3" name="pg3463">
                <a:extLst>
                  <a:ext uri="{FF2B5EF4-FFF2-40B4-BE49-F238E27FC236}">
                    <a16:creationId xmlns:a16="http://schemas.microsoft.com/office/drawing/2014/main" id="{3C05A31C-C9C6-68C7-4DD6-CCDB23AEBDBF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4" name="pg3464">
                <a:extLst>
                  <a:ext uri="{FF2B5EF4-FFF2-40B4-BE49-F238E27FC236}">
                    <a16:creationId xmlns:a16="http://schemas.microsoft.com/office/drawing/2014/main" id="{CBE3649F-F590-0CB7-0F7E-8D566454B4DD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5" name="pg3465">
                <a:extLst>
                  <a:ext uri="{FF2B5EF4-FFF2-40B4-BE49-F238E27FC236}">
                    <a16:creationId xmlns:a16="http://schemas.microsoft.com/office/drawing/2014/main" id="{DD7A3244-0DD3-FC79-3C08-FAD4AB6E9D4A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6" name="pg3466">
                <a:extLst>
                  <a:ext uri="{FF2B5EF4-FFF2-40B4-BE49-F238E27FC236}">
                    <a16:creationId xmlns:a16="http://schemas.microsoft.com/office/drawing/2014/main" id="{B2838632-9FF3-512A-F3F1-40A7F61BA446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7" name="pg3467">
                <a:extLst>
                  <a:ext uri="{FF2B5EF4-FFF2-40B4-BE49-F238E27FC236}">
                    <a16:creationId xmlns:a16="http://schemas.microsoft.com/office/drawing/2014/main" id="{970B4771-E838-D1BB-04B1-AB8DF15B29E4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8" name="pg3468">
                <a:extLst>
                  <a:ext uri="{FF2B5EF4-FFF2-40B4-BE49-F238E27FC236}">
                    <a16:creationId xmlns:a16="http://schemas.microsoft.com/office/drawing/2014/main" id="{837B6A28-38CC-CF73-DC64-FC1AD7806B1A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9" name="pg3469">
                <a:extLst>
                  <a:ext uri="{FF2B5EF4-FFF2-40B4-BE49-F238E27FC236}">
                    <a16:creationId xmlns:a16="http://schemas.microsoft.com/office/drawing/2014/main" id="{FB98E4DE-5EF3-1A88-0F80-F1F77219A67D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0" name="pg3470">
                <a:extLst>
                  <a:ext uri="{FF2B5EF4-FFF2-40B4-BE49-F238E27FC236}">
                    <a16:creationId xmlns:a16="http://schemas.microsoft.com/office/drawing/2014/main" id="{4921C5C4-F57B-D272-2FF4-86060F402A82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1" name="pg3471">
                <a:extLst>
                  <a:ext uri="{FF2B5EF4-FFF2-40B4-BE49-F238E27FC236}">
                    <a16:creationId xmlns:a16="http://schemas.microsoft.com/office/drawing/2014/main" id="{1D3D6A27-5522-28EF-00AC-C99E7937912F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2" name="pg3472">
                <a:extLst>
                  <a:ext uri="{FF2B5EF4-FFF2-40B4-BE49-F238E27FC236}">
                    <a16:creationId xmlns:a16="http://schemas.microsoft.com/office/drawing/2014/main" id="{5C616938-7C11-DEDD-6DB1-25A9A7800679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3" name="pg3473">
                <a:extLst>
                  <a:ext uri="{FF2B5EF4-FFF2-40B4-BE49-F238E27FC236}">
                    <a16:creationId xmlns:a16="http://schemas.microsoft.com/office/drawing/2014/main" id="{B2AD2FE1-3BF4-58D7-1039-C08CF33ECE0E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4" name="pg3474">
                <a:extLst>
                  <a:ext uri="{FF2B5EF4-FFF2-40B4-BE49-F238E27FC236}">
                    <a16:creationId xmlns:a16="http://schemas.microsoft.com/office/drawing/2014/main" id="{73576394-ABFA-0A82-4C98-EBF181C439D5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5" name="pg3475">
                <a:extLst>
                  <a:ext uri="{FF2B5EF4-FFF2-40B4-BE49-F238E27FC236}">
                    <a16:creationId xmlns:a16="http://schemas.microsoft.com/office/drawing/2014/main" id="{7B00FF00-0619-2D12-E8C0-F175202E28B6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6" name="pg3476">
                <a:extLst>
                  <a:ext uri="{FF2B5EF4-FFF2-40B4-BE49-F238E27FC236}">
                    <a16:creationId xmlns:a16="http://schemas.microsoft.com/office/drawing/2014/main" id="{1CFFEE88-4AE1-D863-C6F6-051A85BC4940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7" name="pg3477">
                <a:extLst>
                  <a:ext uri="{FF2B5EF4-FFF2-40B4-BE49-F238E27FC236}">
                    <a16:creationId xmlns:a16="http://schemas.microsoft.com/office/drawing/2014/main" id="{D804B079-FBE9-526B-D808-36AD93C4F1FB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8" name="pg3478">
                <a:extLst>
                  <a:ext uri="{FF2B5EF4-FFF2-40B4-BE49-F238E27FC236}">
                    <a16:creationId xmlns:a16="http://schemas.microsoft.com/office/drawing/2014/main" id="{E6F999F4-26A5-3DF4-FB93-DB3BCB1D9DFB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9" name="pg3479">
                <a:extLst>
                  <a:ext uri="{FF2B5EF4-FFF2-40B4-BE49-F238E27FC236}">
                    <a16:creationId xmlns:a16="http://schemas.microsoft.com/office/drawing/2014/main" id="{049E5096-A176-10CA-535A-91FA34435A2B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0" name="pg3480">
                <a:extLst>
                  <a:ext uri="{FF2B5EF4-FFF2-40B4-BE49-F238E27FC236}">
                    <a16:creationId xmlns:a16="http://schemas.microsoft.com/office/drawing/2014/main" id="{DDB8F16E-35B7-09BB-F162-325D470ED49E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1" name="pg3481">
                <a:extLst>
                  <a:ext uri="{FF2B5EF4-FFF2-40B4-BE49-F238E27FC236}">
                    <a16:creationId xmlns:a16="http://schemas.microsoft.com/office/drawing/2014/main" id="{B69023F4-733E-28D0-C2D9-12B3628BC13F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2" name="pg3482">
                <a:extLst>
                  <a:ext uri="{FF2B5EF4-FFF2-40B4-BE49-F238E27FC236}">
                    <a16:creationId xmlns:a16="http://schemas.microsoft.com/office/drawing/2014/main" id="{C6CFE7BB-72F7-0EFD-91C9-A8A307D20321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3" name="pg3483">
                <a:extLst>
                  <a:ext uri="{FF2B5EF4-FFF2-40B4-BE49-F238E27FC236}">
                    <a16:creationId xmlns:a16="http://schemas.microsoft.com/office/drawing/2014/main" id="{B4773D1D-60B8-54A0-D6E7-79AB88EBAE24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4" name="pg3484">
                <a:extLst>
                  <a:ext uri="{FF2B5EF4-FFF2-40B4-BE49-F238E27FC236}">
                    <a16:creationId xmlns:a16="http://schemas.microsoft.com/office/drawing/2014/main" id="{BF797834-A47F-E3C3-9EA0-D337D698D9C0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5" name="pg3485">
                <a:extLst>
                  <a:ext uri="{FF2B5EF4-FFF2-40B4-BE49-F238E27FC236}">
                    <a16:creationId xmlns:a16="http://schemas.microsoft.com/office/drawing/2014/main" id="{8CB8BE82-96E2-3B5F-4F94-775DA7802A18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6" name="pg3486">
                <a:extLst>
                  <a:ext uri="{FF2B5EF4-FFF2-40B4-BE49-F238E27FC236}">
                    <a16:creationId xmlns:a16="http://schemas.microsoft.com/office/drawing/2014/main" id="{77DC8264-2098-1C14-E174-FFDC649DE918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7" name="pg3487">
                <a:extLst>
                  <a:ext uri="{FF2B5EF4-FFF2-40B4-BE49-F238E27FC236}">
                    <a16:creationId xmlns:a16="http://schemas.microsoft.com/office/drawing/2014/main" id="{F9D467BE-060B-9780-CC93-2CF38692226C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8" name="pg3488">
                <a:extLst>
                  <a:ext uri="{FF2B5EF4-FFF2-40B4-BE49-F238E27FC236}">
                    <a16:creationId xmlns:a16="http://schemas.microsoft.com/office/drawing/2014/main" id="{FBDCB0E6-2BA8-9C6A-14B0-AAE3C7BEFC64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9" name="pg3489">
                <a:extLst>
                  <a:ext uri="{FF2B5EF4-FFF2-40B4-BE49-F238E27FC236}">
                    <a16:creationId xmlns:a16="http://schemas.microsoft.com/office/drawing/2014/main" id="{263976F2-8727-F88E-C2FF-254C11D21D11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0" name="pg3490">
                <a:extLst>
                  <a:ext uri="{FF2B5EF4-FFF2-40B4-BE49-F238E27FC236}">
                    <a16:creationId xmlns:a16="http://schemas.microsoft.com/office/drawing/2014/main" id="{4EE746DD-E707-048B-633C-40FF1A7E535D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1" name="pg3491">
                <a:extLst>
                  <a:ext uri="{FF2B5EF4-FFF2-40B4-BE49-F238E27FC236}">
                    <a16:creationId xmlns:a16="http://schemas.microsoft.com/office/drawing/2014/main" id="{AADB1A07-0E4A-8883-9B48-90B20B98A3C3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2" name="pg3492">
                <a:extLst>
                  <a:ext uri="{FF2B5EF4-FFF2-40B4-BE49-F238E27FC236}">
                    <a16:creationId xmlns:a16="http://schemas.microsoft.com/office/drawing/2014/main" id="{5CD3ADE7-3949-3D0E-B3AD-463FF09843B6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3" name="pg3493">
                <a:extLst>
                  <a:ext uri="{FF2B5EF4-FFF2-40B4-BE49-F238E27FC236}">
                    <a16:creationId xmlns:a16="http://schemas.microsoft.com/office/drawing/2014/main" id="{D1F13A63-A63C-41BB-7483-08E6D3F83CDB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4" name="pg3494">
                <a:extLst>
                  <a:ext uri="{FF2B5EF4-FFF2-40B4-BE49-F238E27FC236}">
                    <a16:creationId xmlns:a16="http://schemas.microsoft.com/office/drawing/2014/main" id="{4B2C0F9F-2B2B-AA65-AB1B-8D6CF2A7AE49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5" name="pg3495">
                <a:extLst>
                  <a:ext uri="{FF2B5EF4-FFF2-40B4-BE49-F238E27FC236}">
                    <a16:creationId xmlns:a16="http://schemas.microsoft.com/office/drawing/2014/main" id="{053E6F60-C5D7-176C-5E9C-BE7F907DBB31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6" name="pg3496">
                <a:extLst>
                  <a:ext uri="{FF2B5EF4-FFF2-40B4-BE49-F238E27FC236}">
                    <a16:creationId xmlns:a16="http://schemas.microsoft.com/office/drawing/2014/main" id="{95DB9536-CC8A-2BC0-1C3A-A60B60D79C8F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7" name="pg3497">
                <a:extLst>
                  <a:ext uri="{FF2B5EF4-FFF2-40B4-BE49-F238E27FC236}">
                    <a16:creationId xmlns:a16="http://schemas.microsoft.com/office/drawing/2014/main" id="{ACCA08E4-FEBC-DF23-15D8-371A5F8C2A80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8" name="pg3498">
                <a:extLst>
                  <a:ext uri="{FF2B5EF4-FFF2-40B4-BE49-F238E27FC236}">
                    <a16:creationId xmlns:a16="http://schemas.microsoft.com/office/drawing/2014/main" id="{F4E3654E-ED63-FC1A-389B-2C8C94742860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9" name="pg3499">
                <a:extLst>
                  <a:ext uri="{FF2B5EF4-FFF2-40B4-BE49-F238E27FC236}">
                    <a16:creationId xmlns:a16="http://schemas.microsoft.com/office/drawing/2014/main" id="{22C40C70-79E3-5A0F-3003-982D8E93B1B2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0" name="pg3500">
                <a:extLst>
                  <a:ext uri="{FF2B5EF4-FFF2-40B4-BE49-F238E27FC236}">
                    <a16:creationId xmlns:a16="http://schemas.microsoft.com/office/drawing/2014/main" id="{17DDA00F-4409-F64A-8A91-A098B31161BE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1" name="pg3501">
                <a:extLst>
                  <a:ext uri="{FF2B5EF4-FFF2-40B4-BE49-F238E27FC236}">
                    <a16:creationId xmlns:a16="http://schemas.microsoft.com/office/drawing/2014/main" id="{BF3C02F5-4C91-4DEE-B169-75829D463D49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2" name="pg3502">
                <a:extLst>
                  <a:ext uri="{FF2B5EF4-FFF2-40B4-BE49-F238E27FC236}">
                    <a16:creationId xmlns:a16="http://schemas.microsoft.com/office/drawing/2014/main" id="{68545C03-AF4D-02FE-5C8C-B45AC1F9651E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3" name="pg3503">
                <a:extLst>
                  <a:ext uri="{FF2B5EF4-FFF2-40B4-BE49-F238E27FC236}">
                    <a16:creationId xmlns:a16="http://schemas.microsoft.com/office/drawing/2014/main" id="{D264FF45-728B-B05E-C6B5-6A6D3F999208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4" name="pg3504">
                <a:extLst>
                  <a:ext uri="{FF2B5EF4-FFF2-40B4-BE49-F238E27FC236}">
                    <a16:creationId xmlns:a16="http://schemas.microsoft.com/office/drawing/2014/main" id="{94427BC2-9AA7-D739-7BA0-A22CC0E79AD7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5" name="pg3505">
                <a:extLst>
                  <a:ext uri="{FF2B5EF4-FFF2-40B4-BE49-F238E27FC236}">
                    <a16:creationId xmlns:a16="http://schemas.microsoft.com/office/drawing/2014/main" id="{CD32EF25-24F1-D645-2586-5BF2B62EC988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6" name="pg3506">
                <a:extLst>
                  <a:ext uri="{FF2B5EF4-FFF2-40B4-BE49-F238E27FC236}">
                    <a16:creationId xmlns:a16="http://schemas.microsoft.com/office/drawing/2014/main" id="{F2B81C97-9C5B-F5A0-E9FE-440F4CF696C8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7" name="pg3507">
                <a:extLst>
                  <a:ext uri="{FF2B5EF4-FFF2-40B4-BE49-F238E27FC236}">
                    <a16:creationId xmlns:a16="http://schemas.microsoft.com/office/drawing/2014/main" id="{46834C82-71B6-0F2A-A718-DB1DE61872A3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8" name="pg3508">
                <a:extLst>
                  <a:ext uri="{FF2B5EF4-FFF2-40B4-BE49-F238E27FC236}">
                    <a16:creationId xmlns:a16="http://schemas.microsoft.com/office/drawing/2014/main" id="{4E5B4BB9-A8CA-27D9-AE9E-7825BF72D8AA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9" name="pg3509">
                <a:extLst>
                  <a:ext uri="{FF2B5EF4-FFF2-40B4-BE49-F238E27FC236}">
                    <a16:creationId xmlns:a16="http://schemas.microsoft.com/office/drawing/2014/main" id="{8BE04614-6C96-DEAA-5EE8-22272688C8D0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0" name="pg3510">
                <a:extLst>
                  <a:ext uri="{FF2B5EF4-FFF2-40B4-BE49-F238E27FC236}">
                    <a16:creationId xmlns:a16="http://schemas.microsoft.com/office/drawing/2014/main" id="{65FF71BC-92DE-CA6F-837D-629CBE3AE969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1" name="pg3511">
                <a:extLst>
                  <a:ext uri="{FF2B5EF4-FFF2-40B4-BE49-F238E27FC236}">
                    <a16:creationId xmlns:a16="http://schemas.microsoft.com/office/drawing/2014/main" id="{5BD48C0D-448F-8E76-7C92-6C2550D557DC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2" name="pg3512">
                <a:extLst>
                  <a:ext uri="{FF2B5EF4-FFF2-40B4-BE49-F238E27FC236}">
                    <a16:creationId xmlns:a16="http://schemas.microsoft.com/office/drawing/2014/main" id="{D023E781-0E46-CA72-8C28-46AD1FEB4F27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3" name="pg3513">
                <a:extLst>
                  <a:ext uri="{FF2B5EF4-FFF2-40B4-BE49-F238E27FC236}">
                    <a16:creationId xmlns:a16="http://schemas.microsoft.com/office/drawing/2014/main" id="{E42A10A4-BEB8-788A-0929-C970FC12AFEB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4" name="pg3514">
                <a:extLst>
                  <a:ext uri="{FF2B5EF4-FFF2-40B4-BE49-F238E27FC236}">
                    <a16:creationId xmlns:a16="http://schemas.microsoft.com/office/drawing/2014/main" id="{BB243444-5BDD-01A3-AE22-ED7A2E52B30E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5" name="pg3515">
                <a:extLst>
                  <a:ext uri="{FF2B5EF4-FFF2-40B4-BE49-F238E27FC236}">
                    <a16:creationId xmlns:a16="http://schemas.microsoft.com/office/drawing/2014/main" id="{930F350A-DF5A-FC79-971A-3B7EB94B6257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6" name="pg3516">
                <a:extLst>
                  <a:ext uri="{FF2B5EF4-FFF2-40B4-BE49-F238E27FC236}">
                    <a16:creationId xmlns:a16="http://schemas.microsoft.com/office/drawing/2014/main" id="{8A5F2EA7-70BE-3012-98A3-E70FB2478D98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7" name="pg3517">
                <a:extLst>
                  <a:ext uri="{FF2B5EF4-FFF2-40B4-BE49-F238E27FC236}">
                    <a16:creationId xmlns:a16="http://schemas.microsoft.com/office/drawing/2014/main" id="{1322F854-202F-4523-83A0-4A91E47466A8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8" name="pg3518">
                <a:extLst>
                  <a:ext uri="{FF2B5EF4-FFF2-40B4-BE49-F238E27FC236}">
                    <a16:creationId xmlns:a16="http://schemas.microsoft.com/office/drawing/2014/main" id="{68DFAD68-1BD9-A2A4-ED53-A6D336775016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9" name="pg3519">
                <a:extLst>
                  <a:ext uri="{FF2B5EF4-FFF2-40B4-BE49-F238E27FC236}">
                    <a16:creationId xmlns:a16="http://schemas.microsoft.com/office/drawing/2014/main" id="{3775544B-CD6A-EFFC-75DE-4B80D1128350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0" name="pg3520">
                <a:extLst>
                  <a:ext uri="{FF2B5EF4-FFF2-40B4-BE49-F238E27FC236}">
                    <a16:creationId xmlns:a16="http://schemas.microsoft.com/office/drawing/2014/main" id="{D8D3AAE6-2247-6A9F-234E-789FAE16593F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1" name="pg3521">
                <a:extLst>
                  <a:ext uri="{FF2B5EF4-FFF2-40B4-BE49-F238E27FC236}">
                    <a16:creationId xmlns:a16="http://schemas.microsoft.com/office/drawing/2014/main" id="{6FBD5DF9-7C65-EADD-B793-66C3F54A055A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2" name="pg3522">
                <a:extLst>
                  <a:ext uri="{FF2B5EF4-FFF2-40B4-BE49-F238E27FC236}">
                    <a16:creationId xmlns:a16="http://schemas.microsoft.com/office/drawing/2014/main" id="{1928EB15-6C60-C871-B726-504F0C763EDD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3" name="pg3523">
                <a:extLst>
                  <a:ext uri="{FF2B5EF4-FFF2-40B4-BE49-F238E27FC236}">
                    <a16:creationId xmlns:a16="http://schemas.microsoft.com/office/drawing/2014/main" id="{A41A48AC-2679-5CEB-554D-D6C44BC94D1C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4" name="pg3524">
                <a:extLst>
                  <a:ext uri="{FF2B5EF4-FFF2-40B4-BE49-F238E27FC236}">
                    <a16:creationId xmlns:a16="http://schemas.microsoft.com/office/drawing/2014/main" id="{040251E7-4921-D3BD-15AE-89A665DF9226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5" name="pg3525">
                <a:extLst>
                  <a:ext uri="{FF2B5EF4-FFF2-40B4-BE49-F238E27FC236}">
                    <a16:creationId xmlns:a16="http://schemas.microsoft.com/office/drawing/2014/main" id="{6D9D098D-F0D6-CE10-C86D-0C94964EAAF4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6" name="pg3526">
                <a:extLst>
                  <a:ext uri="{FF2B5EF4-FFF2-40B4-BE49-F238E27FC236}">
                    <a16:creationId xmlns:a16="http://schemas.microsoft.com/office/drawing/2014/main" id="{D0B205FA-FA16-8D8F-F3CA-FA5B5CEA5CAC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7" name="pg3527">
                <a:extLst>
                  <a:ext uri="{FF2B5EF4-FFF2-40B4-BE49-F238E27FC236}">
                    <a16:creationId xmlns:a16="http://schemas.microsoft.com/office/drawing/2014/main" id="{F2BBF511-9ED8-77D0-8914-F75EF46E56D1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8" name="pg3528">
                <a:extLst>
                  <a:ext uri="{FF2B5EF4-FFF2-40B4-BE49-F238E27FC236}">
                    <a16:creationId xmlns:a16="http://schemas.microsoft.com/office/drawing/2014/main" id="{EBC4243E-7B07-D53B-D76B-6CD81DC67445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9" name="pg3529">
                <a:extLst>
                  <a:ext uri="{FF2B5EF4-FFF2-40B4-BE49-F238E27FC236}">
                    <a16:creationId xmlns:a16="http://schemas.microsoft.com/office/drawing/2014/main" id="{1ABBDBA7-70E7-EE05-E6B7-AE9FBCCF3B46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0" name="pg3530">
                <a:extLst>
                  <a:ext uri="{FF2B5EF4-FFF2-40B4-BE49-F238E27FC236}">
                    <a16:creationId xmlns:a16="http://schemas.microsoft.com/office/drawing/2014/main" id="{C1B25063-C348-69B8-1EE5-4F66B2414C5F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1" name="pg3531">
                <a:extLst>
                  <a:ext uri="{FF2B5EF4-FFF2-40B4-BE49-F238E27FC236}">
                    <a16:creationId xmlns:a16="http://schemas.microsoft.com/office/drawing/2014/main" id="{8831359D-88BE-1C52-8FCE-D32A79202A24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2" name="pg3532">
                <a:extLst>
                  <a:ext uri="{FF2B5EF4-FFF2-40B4-BE49-F238E27FC236}">
                    <a16:creationId xmlns:a16="http://schemas.microsoft.com/office/drawing/2014/main" id="{88424C77-BDD7-5D31-162A-5042DE2D6A35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3" name="pg3533">
                <a:extLst>
                  <a:ext uri="{FF2B5EF4-FFF2-40B4-BE49-F238E27FC236}">
                    <a16:creationId xmlns:a16="http://schemas.microsoft.com/office/drawing/2014/main" id="{5B72FD00-210A-CB32-EC4D-F6067F86077C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4" name="pg3534">
                <a:extLst>
                  <a:ext uri="{FF2B5EF4-FFF2-40B4-BE49-F238E27FC236}">
                    <a16:creationId xmlns:a16="http://schemas.microsoft.com/office/drawing/2014/main" id="{247B35CD-6A6A-42BD-B73F-3CB896FCDC6F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5" name="pg3535">
                <a:extLst>
                  <a:ext uri="{FF2B5EF4-FFF2-40B4-BE49-F238E27FC236}">
                    <a16:creationId xmlns:a16="http://schemas.microsoft.com/office/drawing/2014/main" id="{2F401629-FC25-707C-D146-4D4B9B8A124F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6" name="pg3536">
                <a:extLst>
                  <a:ext uri="{FF2B5EF4-FFF2-40B4-BE49-F238E27FC236}">
                    <a16:creationId xmlns:a16="http://schemas.microsoft.com/office/drawing/2014/main" id="{B373DCA2-BEFE-F3D9-84D5-73115C877B29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7" name="pg3537">
                <a:extLst>
                  <a:ext uri="{FF2B5EF4-FFF2-40B4-BE49-F238E27FC236}">
                    <a16:creationId xmlns:a16="http://schemas.microsoft.com/office/drawing/2014/main" id="{7BD28D3B-77F4-4161-EA5C-63B13B1DC776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8" name="pg3538">
                <a:extLst>
                  <a:ext uri="{FF2B5EF4-FFF2-40B4-BE49-F238E27FC236}">
                    <a16:creationId xmlns:a16="http://schemas.microsoft.com/office/drawing/2014/main" id="{7C7AB012-111A-D3F8-5000-E5C933D32013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9" name="pg3539">
                <a:extLst>
                  <a:ext uri="{FF2B5EF4-FFF2-40B4-BE49-F238E27FC236}">
                    <a16:creationId xmlns:a16="http://schemas.microsoft.com/office/drawing/2014/main" id="{B74240A5-11FE-2FE7-F75A-D1D215B338CE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0" name="pg3540">
                <a:extLst>
                  <a:ext uri="{FF2B5EF4-FFF2-40B4-BE49-F238E27FC236}">
                    <a16:creationId xmlns:a16="http://schemas.microsoft.com/office/drawing/2014/main" id="{C6A27ED9-4C38-7606-F19C-CCC41A02C082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1" name="pg3541">
                <a:extLst>
                  <a:ext uri="{FF2B5EF4-FFF2-40B4-BE49-F238E27FC236}">
                    <a16:creationId xmlns:a16="http://schemas.microsoft.com/office/drawing/2014/main" id="{A4022E91-C6E3-2248-4620-A12457C44D2C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2" name="pg3542">
                <a:extLst>
                  <a:ext uri="{FF2B5EF4-FFF2-40B4-BE49-F238E27FC236}">
                    <a16:creationId xmlns:a16="http://schemas.microsoft.com/office/drawing/2014/main" id="{5A586C21-58C0-5729-83B4-7B3C8098DFCF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3" name="pg3543">
                <a:extLst>
                  <a:ext uri="{FF2B5EF4-FFF2-40B4-BE49-F238E27FC236}">
                    <a16:creationId xmlns:a16="http://schemas.microsoft.com/office/drawing/2014/main" id="{51AB6263-BF9F-CCAE-DB01-391B3C076BE0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4" name="pg3544">
                <a:extLst>
                  <a:ext uri="{FF2B5EF4-FFF2-40B4-BE49-F238E27FC236}">
                    <a16:creationId xmlns:a16="http://schemas.microsoft.com/office/drawing/2014/main" id="{7AE4955D-3780-0D26-0248-1415750910FF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5" name="pg3545">
                <a:extLst>
                  <a:ext uri="{FF2B5EF4-FFF2-40B4-BE49-F238E27FC236}">
                    <a16:creationId xmlns:a16="http://schemas.microsoft.com/office/drawing/2014/main" id="{6903B5A3-3355-B168-AB59-EBAF26C91708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6" name="pg3546">
                <a:extLst>
                  <a:ext uri="{FF2B5EF4-FFF2-40B4-BE49-F238E27FC236}">
                    <a16:creationId xmlns:a16="http://schemas.microsoft.com/office/drawing/2014/main" id="{0BF09B8E-D7A3-E58B-AD9B-2E5824D2A6E8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7" name="pg3547">
                <a:extLst>
                  <a:ext uri="{FF2B5EF4-FFF2-40B4-BE49-F238E27FC236}">
                    <a16:creationId xmlns:a16="http://schemas.microsoft.com/office/drawing/2014/main" id="{B2143F41-CF92-E5C3-6CEB-FF4571B9BE78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8" name="pg3548">
                <a:extLst>
                  <a:ext uri="{FF2B5EF4-FFF2-40B4-BE49-F238E27FC236}">
                    <a16:creationId xmlns:a16="http://schemas.microsoft.com/office/drawing/2014/main" id="{3BE643C3-E2D4-A3EB-291D-2077FE6C3CB1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9" name="pg3549">
                <a:extLst>
                  <a:ext uri="{FF2B5EF4-FFF2-40B4-BE49-F238E27FC236}">
                    <a16:creationId xmlns:a16="http://schemas.microsoft.com/office/drawing/2014/main" id="{F599927B-7758-33CD-1880-1AAF2CCD103E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0" name="pg3550">
                <a:extLst>
                  <a:ext uri="{FF2B5EF4-FFF2-40B4-BE49-F238E27FC236}">
                    <a16:creationId xmlns:a16="http://schemas.microsoft.com/office/drawing/2014/main" id="{195C9D55-AE68-27EE-AB9F-2DBD432AD717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1" name="pg3551">
                <a:extLst>
                  <a:ext uri="{FF2B5EF4-FFF2-40B4-BE49-F238E27FC236}">
                    <a16:creationId xmlns:a16="http://schemas.microsoft.com/office/drawing/2014/main" id="{8C6C0F37-8283-3E1F-BF55-ADA8925143D2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2" name="pg3552">
                <a:extLst>
                  <a:ext uri="{FF2B5EF4-FFF2-40B4-BE49-F238E27FC236}">
                    <a16:creationId xmlns:a16="http://schemas.microsoft.com/office/drawing/2014/main" id="{624358F8-CDBC-05F1-CC23-286365EA0F43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3" name="pg3553">
                <a:extLst>
                  <a:ext uri="{FF2B5EF4-FFF2-40B4-BE49-F238E27FC236}">
                    <a16:creationId xmlns:a16="http://schemas.microsoft.com/office/drawing/2014/main" id="{192C41B6-E7B9-CB82-1F70-8F7B8E707A2A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4" name="pg3554">
                <a:extLst>
                  <a:ext uri="{FF2B5EF4-FFF2-40B4-BE49-F238E27FC236}">
                    <a16:creationId xmlns:a16="http://schemas.microsoft.com/office/drawing/2014/main" id="{76F3E15F-4043-5B17-47EB-432EE7624CA9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5" name="pg3555">
                <a:extLst>
                  <a:ext uri="{FF2B5EF4-FFF2-40B4-BE49-F238E27FC236}">
                    <a16:creationId xmlns:a16="http://schemas.microsoft.com/office/drawing/2014/main" id="{57BF59DA-7FF9-ED26-708A-690D1E40A970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6" name="pg3556">
                <a:extLst>
                  <a:ext uri="{FF2B5EF4-FFF2-40B4-BE49-F238E27FC236}">
                    <a16:creationId xmlns:a16="http://schemas.microsoft.com/office/drawing/2014/main" id="{49082028-D700-2A32-2A36-8CB7C65290A9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7" name="pg3557">
                <a:extLst>
                  <a:ext uri="{FF2B5EF4-FFF2-40B4-BE49-F238E27FC236}">
                    <a16:creationId xmlns:a16="http://schemas.microsoft.com/office/drawing/2014/main" id="{5518EBBF-BF72-4160-F4CC-D75EBACD7C64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8" name="pg3558">
                <a:extLst>
                  <a:ext uri="{FF2B5EF4-FFF2-40B4-BE49-F238E27FC236}">
                    <a16:creationId xmlns:a16="http://schemas.microsoft.com/office/drawing/2014/main" id="{E3BE82EE-0DF8-A41F-50FB-193551578C27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9" name="pg3559">
                <a:extLst>
                  <a:ext uri="{FF2B5EF4-FFF2-40B4-BE49-F238E27FC236}">
                    <a16:creationId xmlns:a16="http://schemas.microsoft.com/office/drawing/2014/main" id="{C5421DBA-D98B-F374-E6E3-9FD787BC4777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0" name="pg3560">
                <a:extLst>
                  <a:ext uri="{FF2B5EF4-FFF2-40B4-BE49-F238E27FC236}">
                    <a16:creationId xmlns:a16="http://schemas.microsoft.com/office/drawing/2014/main" id="{4A4675A9-CF30-06B4-F86E-B1BCC2FD34FE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1" name="pg3561">
                <a:extLst>
                  <a:ext uri="{FF2B5EF4-FFF2-40B4-BE49-F238E27FC236}">
                    <a16:creationId xmlns:a16="http://schemas.microsoft.com/office/drawing/2014/main" id="{376317B9-CF25-45D4-D521-0448C6361C2B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2" name="pg3562">
                <a:extLst>
                  <a:ext uri="{FF2B5EF4-FFF2-40B4-BE49-F238E27FC236}">
                    <a16:creationId xmlns:a16="http://schemas.microsoft.com/office/drawing/2014/main" id="{B652BA56-481A-475A-A057-8C3E83F14DD8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3" name="pg3563">
                <a:extLst>
                  <a:ext uri="{FF2B5EF4-FFF2-40B4-BE49-F238E27FC236}">
                    <a16:creationId xmlns:a16="http://schemas.microsoft.com/office/drawing/2014/main" id="{D1B21FC2-6299-46BD-27C1-92272C0E9ACC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4" name="pg3564">
                <a:extLst>
                  <a:ext uri="{FF2B5EF4-FFF2-40B4-BE49-F238E27FC236}">
                    <a16:creationId xmlns:a16="http://schemas.microsoft.com/office/drawing/2014/main" id="{856007DF-0ED0-1B03-027D-EDF51C027CE7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5" name="pg3565">
                <a:extLst>
                  <a:ext uri="{FF2B5EF4-FFF2-40B4-BE49-F238E27FC236}">
                    <a16:creationId xmlns:a16="http://schemas.microsoft.com/office/drawing/2014/main" id="{B1C18CD5-A482-51D7-ABE1-DC7FC1F3C757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6" name="pg3566">
                <a:extLst>
                  <a:ext uri="{FF2B5EF4-FFF2-40B4-BE49-F238E27FC236}">
                    <a16:creationId xmlns:a16="http://schemas.microsoft.com/office/drawing/2014/main" id="{E5B9512B-77C1-731F-06E4-731CB81827EB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7" name="pg3567">
                <a:extLst>
                  <a:ext uri="{FF2B5EF4-FFF2-40B4-BE49-F238E27FC236}">
                    <a16:creationId xmlns:a16="http://schemas.microsoft.com/office/drawing/2014/main" id="{20AFBEF4-09E6-7B68-CCD9-19BF942CBF7F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8" name="pg3568">
                <a:extLst>
                  <a:ext uri="{FF2B5EF4-FFF2-40B4-BE49-F238E27FC236}">
                    <a16:creationId xmlns:a16="http://schemas.microsoft.com/office/drawing/2014/main" id="{3858BEB3-320E-2949-14A5-CB5CF79E0D85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9" name="pg3569">
                <a:extLst>
                  <a:ext uri="{FF2B5EF4-FFF2-40B4-BE49-F238E27FC236}">
                    <a16:creationId xmlns:a16="http://schemas.microsoft.com/office/drawing/2014/main" id="{176BC740-0A81-BA7E-900E-3633C45158E6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0" name="pg3570">
                <a:extLst>
                  <a:ext uri="{FF2B5EF4-FFF2-40B4-BE49-F238E27FC236}">
                    <a16:creationId xmlns:a16="http://schemas.microsoft.com/office/drawing/2014/main" id="{85CFF49C-317F-FFD7-9BA0-0D36E7C3352C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1" name="pg3571">
                <a:extLst>
                  <a:ext uri="{FF2B5EF4-FFF2-40B4-BE49-F238E27FC236}">
                    <a16:creationId xmlns:a16="http://schemas.microsoft.com/office/drawing/2014/main" id="{45FA8542-247A-370D-A28D-BCCC5D3BC053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2" name="pg3572">
                <a:extLst>
                  <a:ext uri="{FF2B5EF4-FFF2-40B4-BE49-F238E27FC236}">
                    <a16:creationId xmlns:a16="http://schemas.microsoft.com/office/drawing/2014/main" id="{CCCD717F-0AEB-C6B2-728C-2DCFB0F529AB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3" name="pg3573">
                <a:extLst>
                  <a:ext uri="{FF2B5EF4-FFF2-40B4-BE49-F238E27FC236}">
                    <a16:creationId xmlns:a16="http://schemas.microsoft.com/office/drawing/2014/main" id="{4F37C95A-EE49-BCA5-38D9-68F7D97B32CE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4" name="pg3574">
                <a:extLst>
                  <a:ext uri="{FF2B5EF4-FFF2-40B4-BE49-F238E27FC236}">
                    <a16:creationId xmlns:a16="http://schemas.microsoft.com/office/drawing/2014/main" id="{4B6B9683-BE1D-B589-284F-7F24231F9D9F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5" name="pg3575">
                <a:extLst>
                  <a:ext uri="{FF2B5EF4-FFF2-40B4-BE49-F238E27FC236}">
                    <a16:creationId xmlns:a16="http://schemas.microsoft.com/office/drawing/2014/main" id="{A096A7A8-C6BB-549F-21FD-247BCC28681B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6" name="pg3576">
                <a:extLst>
                  <a:ext uri="{FF2B5EF4-FFF2-40B4-BE49-F238E27FC236}">
                    <a16:creationId xmlns:a16="http://schemas.microsoft.com/office/drawing/2014/main" id="{A6081413-E366-4CF1-8F0D-82AE37602B57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7" name="pg3577">
                <a:extLst>
                  <a:ext uri="{FF2B5EF4-FFF2-40B4-BE49-F238E27FC236}">
                    <a16:creationId xmlns:a16="http://schemas.microsoft.com/office/drawing/2014/main" id="{0FEF01ED-8513-99C1-7AB2-3A5BE5BA09B8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8" name="pg3578">
                <a:extLst>
                  <a:ext uri="{FF2B5EF4-FFF2-40B4-BE49-F238E27FC236}">
                    <a16:creationId xmlns:a16="http://schemas.microsoft.com/office/drawing/2014/main" id="{6C405B47-7320-F299-34E4-5CAF7F31EBA7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9" name="pg3579">
                <a:extLst>
                  <a:ext uri="{FF2B5EF4-FFF2-40B4-BE49-F238E27FC236}">
                    <a16:creationId xmlns:a16="http://schemas.microsoft.com/office/drawing/2014/main" id="{732D2A35-B84F-35AB-487C-D3EE181B2065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0" name="pg3580">
                <a:extLst>
                  <a:ext uri="{FF2B5EF4-FFF2-40B4-BE49-F238E27FC236}">
                    <a16:creationId xmlns:a16="http://schemas.microsoft.com/office/drawing/2014/main" id="{C1F9B4B6-5B3F-E8A1-1825-0FE2A34EA2B5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1" name="pg3581">
                <a:extLst>
                  <a:ext uri="{FF2B5EF4-FFF2-40B4-BE49-F238E27FC236}">
                    <a16:creationId xmlns:a16="http://schemas.microsoft.com/office/drawing/2014/main" id="{AB00D084-3A88-C6EE-4653-8503AFD2848F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2" name="pg3582">
                <a:extLst>
                  <a:ext uri="{FF2B5EF4-FFF2-40B4-BE49-F238E27FC236}">
                    <a16:creationId xmlns:a16="http://schemas.microsoft.com/office/drawing/2014/main" id="{D49C9F07-28F5-C070-3098-C23435AD9F1C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3" name="pg3583">
                <a:extLst>
                  <a:ext uri="{FF2B5EF4-FFF2-40B4-BE49-F238E27FC236}">
                    <a16:creationId xmlns:a16="http://schemas.microsoft.com/office/drawing/2014/main" id="{00B71C45-7C52-694D-0045-DD391996AEFC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4" name="pg3584">
                <a:extLst>
                  <a:ext uri="{FF2B5EF4-FFF2-40B4-BE49-F238E27FC236}">
                    <a16:creationId xmlns:a16="http://schemas.microsoft.com/office/drawing/2014/main" id="{FE96A80D-AEA9-7734-8840-D9CA612AF620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5" name="pg3585">
                <a:extLst>
                  <a:ext uri="{FF2B5EF4-FFF2-40B4-BE49-F238E27FC236}">
                    <a16:creationId xmlns:a16="http://schemas.microsoft.com/office/drawing/2014/main" id="{99B725E6-34C3-7410-E60D-21D4A53A6877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6" name="pg3586">
                <a:extLst>
                  <a:ext uri="{FF2B5EF4-FFF2-40B4-BE49-F238E27FC236}">
                    <a16:creationId xmlns:a16="http://schemas.microsoft.com/office/drawing/2014/main" id="{DAB74BE2-A190-E600-D126-E57B15307AA7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7" name="pg3587">
                <a:extLst>
                  <a:ext uri="{FF2B5EF4-FFF2-40B4-BE49-F238E27FC236}">
                    <a16:creationId xmlns:a16="http://schemas.microsoft.com/office/drawing/2014/main" id="{EE8A651A-51B1-1B71-8A92-B6BDA231C830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8" name="pg3588">
                <a:extLst>
                  <a:ext uri="{FF2B5EF4-FFF2-40B4-BE49-F238E27FC236}">
                    <a16:creationId xmlns:a16="http://schemas.microsoft.com/office/drawing/2014/main" id="{0C5F7A2D-DB48-F09A-6A7A-08B403275974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9" name="pg3589">
                <a:extLst>
                  <a:ext uri="{FF2B5EF4-FFF2-40B4-BE49-F238E27FC236}">
                    <a16:creationId xmlns:a16="http://schemas.microsoft.com/office/drawing/2014/main" id="{FE256381-F2C3-4C3C-33AA-C0F130342879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0" name="pg3590">
                <a:extLst>
                  <a:ext uri="{FF2B5EF4-FFF2-40B4-BE49-F238E27FC236}">
                    <a16:creationId xmlns:a16="http://schemas.microsoft.com/office/drawing/2014/main" id="{A0E976A3-7551-3BD8-7B13-CDD64DDA9508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1" name="pg3591">
                <a:extLst>
                  <a:ext uri="{FF2B5EF4-FFF2-40B4-BE49-F238E27FC236}">
                    <a16:creationId xmlns:a16="http://schemas.microsoft.com/office/drawing/2014/main" id="{95C74937-6ACC-6207-607C-C650C88C1AE0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2" name="pg3592">
                <a:extLst>
                  <a:ext uri="{FF2B5EF4-FFF2-40B4-BE49-F238E27FC236}">
                    <a16:creationId xmlns:a16="http://schemas.microsoft.com/office/drawing/2014/main" id="{E4FD3E2F-019A-76F5-16C8-6A810F802EBF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3" name="pg3593">
                <a:extLst>
                  <a:ext uri="{FF2B5EF4-FFF2-40B4-BE49-F238E27FC236}">
                    <a16:creationId xmlns:a16="http://schemas.microsoft.com/office/drawing/2014/main" id="{E49A5C2C-3FD2-BB0C-EFBF-50AD9F46A521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4" name="pg3594">
                <a:extLst>
                  <a:ext uri="{FF2B5EF4-FFF2-40B4-BE49-F238E27FC236}">
                    <a16:creationId xmlns:a16="http://schemas.microsoft.com/office/drawing/2014/main" id="{6950D30C-11A1-6EF7-4CFB-49EA02935B65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5" name="pg3595">
                <a:extLst>
                  <a:ext uri="{FF2B5EF4-FFF2-40B4-BE49-F238E27FC236}">
                    <a16:creationId xmlns:a16="http://schemas.microsoft.com/office/drawing/2014/main" id="{4C4455F8-3B15-7565-F36A-F3257B60840E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6" name="pg3596">
                <a:extLst>
                  <a:ext uri="{FF2B5EF4-FFF2-40B4-BE49-F238E27FC236}">
                    <a16:creationId xmlns:a16="http://schemas.microsoft.com/office/drawing/2014/main" id="{449574C8-774F-978A-F9F6-741236556A0E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7" name="pg3597">
                <a:extLst>
                  <a:ext uri="{FF2B5EF4-FFF2-40B4-BE49-F238E27FC236}">
                    <a16:creationId xmlns:a16="http://schemas.microsoft.com/office/drawing/2014/main" id="{73AE6716-C61C-70C7-6696-F2EE80CF8F3C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8" name="pg3598">
                <a:extLst>
                  <a:ext uri="{FF2B5EF4-FFF2-40B4-BE49-F238E27FC236}">
                    <a16:creationId xmlns:a16="http://schemas.microsoft.com/office/drawing/2014/main" id="{598C40A6-0423-21F5-C28F-359F10CCC5D6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9" name="pg3599">
                <a:extLst>
                  <a:ext uri="{FF2B5EF4-FFF2-40B4-BE49-F238E27FC236}">
                    <a16:creationId xmlns:a16="http://schemas.microsoft.com/office/drawing/2014/main" id="{47BCF9D0-CEEA-C3E2-9A91-C33BB6E133D9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0" name="pg3600">
                <a:extLst>
                  <a:ext uri="{FF2B5EF4-FFF2-40B4-BE49-F238E27FC236}">
                    <a16:creationId xmlns:a16="http://schemas.microsoft.com/office/drawing/2014/main" id="{44F130FD-07AB-1C4F-17C1-74769392E808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1" name="pg3601">
                <a:extLst>
                  <a:ext uri="{FF2B5EF4-FFF2-40B4-BE49-F238E27FC236}">
                    <a16:creationId xmlns:a16="http://schemas.microsoft.com/office/drawing/2014/main" id="{534A33B2-F689-50CC-5BFA-2E83C558869E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2" name="pg3602">
                <a:extLst>
                  <a:ext uri="{FF2B5EF4-FFF2-40B4-BE49-F238E27FC236}">
                    <a16:creationId xmlns:a16="http://schemas.microsoft.com/office/drawing/2014/main" id="{CB7C9073-5DBC-B5D9-E6F3-69AA6B2C8AEB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3" name="pg3603">
                <a:extLst>
                  <a:ext uri="{FF2B5EF4-FFF2-40B4-BE49-F238E27FC236}">
                    <a16:creationId xmlns:a16="http://schemas.microsoft.com/office/drawing/2014/main" id="{C3A98E4E-4EE9-B065-337B-36DA56B9F520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4" name="pg3604">
                <a:extLst>
                  <a:ext uri="{FF2B5EF4-FFF2-40B4-BE49-F238E27FC236}">
                    <a16:creationId xmlns:a16="http://schemas.microsoft.com/office/drawing/2014/main" id="{E72C8DFF-39CA-A07F-F589-720EBC3F00DF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5" name="pg3605">
                <a:extLst>
                  <a:ext uri="{FF2B5EF4-FFF2-40B4-BE49-F238E27FC236}">
                    <a16:creationId xmlns:a16="http://schemas.microsoft.com/office/drawing/2014/main" id="{998FDDDF-24C3-6819-5BF5-428F6E39EB3E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6" name="pg3606">
                <a:extLst>
                  <a:ext uri="{FF2B5EF4-FFF2-40B4-BE49-F238E27FC236}">
                    <a16:creationId xmlns:a16="http://schemas.microsoft.com/office/drawing/2014/main" id="{F822EAC3-A422-C46B-0883-9A8C3A2CAFC2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7" name="pg3607">
                <a:extLst>
                  <a:ext uri="{FF2B5EF4-FFF2-40B4-BE49-F238E27FC236}">
                    <a16:creationId xmlns:a16="http://schemas.microsoft.com/office/drawing/2014/main" id="{5AA723F4-162B-FF66-AA6C-621857B0B2B5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8" name="pg3608">
                <a:extLst>
                  <a:ext uri="{FF2B5EF4-FFF2-40B4-BE49-F238E27FC236}">
                    <a16:creationId xmlns:a16="http://schemas.microsoft.com/office/drawing/2014/main" id="{1C079633-905C-4A14-84AE-7AD5C97011B9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9" name="pg3609">
                <a:extLst>
                  <a:ext uri="{FF2B5EF4-FFF2-40B4-BE49-F238E27FC236}">
                    <a16:creationId xmlns:a16="http://schemas.microsoft.com/office/drawing/2014/main" id="{D729394C-C3D4-EB66-E597-A7F95091F705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0" name="pg3610">
                <a:extLst>
                  <a:ext uri="{FF2B5EF4-FFF2-40B4-BE49-F238E27FC236}">
                    <a16:creationId xmlns:a16="http://schemas.microsoft.com/office/drawing/2014/main" id="{F0115A48-37CC-5276-36F4-CE9D14744DD9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1" name="pg3611">
                <a:extLst>
                  <a:ext uri="{FF2B5EF4-FFF2-40B4-BE49-F238E27FC236}">
                    <a16:creationId xmlns:a16="http://schemas.microsoft.com/office/drawing/2014/main" id="{390BFE3D-78C2-6393-8425-A14BD9380D8B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2" name="pg3612">
                <a:extLst>
                  <a:ext uri="{FF2B5EF4-FFF2-40B4-BE49-F238E27FC236}">
                    <a16:creationId xmlns:a16="http://schemas.microsoft.com/office/drawing/2014/main" id="{DFEDA107-9FC8-A17C-F117-6AE4BB4026F3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3" name="pg3613">
                <a:extLst>
                  <a:ext uri="{FF2B5EF4-FFF2-40B4-BE49-F238E27FC236}">
                    <a16:creationId xmlns:a16="http://schemas.microsoft.com/office/drawing/2014/main" id="{85A5E6A2-013F-F5DF-5146-0B86292EDF2C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4" name="pg3614">
                <a:extLst>
                  <a:ext uri="{FF2B5EF4-FFF2-40B4-BE49-F238E27FC236}">
                    <a16:creationId xmlns:a16="http://schemas.microsoft.com/office/drawing/2014/main" id="{F88730CA-F0A5-A8A8-A280-1CC76AD18B2C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5" name="pg3615">
                <a:extLst>
                  <a:ext uri="{FF2B5EF4-FFF2-40B4-BE49-F238E27FC236}">
                    <a16:creationId xmlns:a16="http://schemas.microsoft.com/office/drawing/2014/main" id="{A5F7603C-DBE5-1D22-0C80-700E996038A3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6" name="pg3616">
                <a:extLst>
                  <a:ext uri="{FF2B5EF4-FFF2-40B4-BE49-F238E27FC236}">
                    <a16:creationId xmlns:a16="http://schemas.microsoft.com/office/drawing/2014/main" id="{FC674863-F38B-4503-6484-67AEB9E2BD82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7" name="pg3617">
                <a:extLst>
                  <a:ext uri="{FF2B5EF4-FFF2-40B4-BE49-F238E27FC236}">
                    <a16:creationId xmlns:a16="http://schemas.microsoft.com/office/drawing/2014/main" id="{6E028FB5-E5DE-76D7-68E4-A748D1E7EF20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8" name="pg3618">
                <a:extLst>
                  <a:ext uri="{FF2B5EF4-FFF2-40B4-BE49-F238E27FC236}">
                    <a16:creationId xmlns:a16="http://schemas.microsoft.com/office/drawing/2014/main" id="{270C6778-C893-A905-013F-85048E1EA0AA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9" name="pg3619">
                <a:extLst>
                  <a:ext uri="{FF2B5EF4-FFF2-40B4-BE49-F238E27FC236}">
                    <a16:creationId xmlns:a16="http://schemas.microsoft.com/office/drawing/2014/main" id="{3731C88C-7A2D-D151-9BCF-9FFFD89AA47B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0" name="pg3620">
                <a:extLst>
                  <a:ext uri="{FF2B5EF4-FFF2-40B4-BE49-F238E27FC236}">
                    <a16:creationId xmlns:a16="http://schemas.microsoft.com/office/drawing/2014/main" id="{65FE85DE-521E-2FAC-832D-A383F19BA7F2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1" name="pg3621">
                <a:extLst>
                  <a:ext uri="{FF2B5EF4-FFF2-40B4-BE49-F238E27FC236}">
                    <a16:creationId xmlns:a16="http://schemas.microsoft.com/office/drawing/2014/main" id="{C0C73146-A03A-CACF-677C-4DB47E8D8302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2" name="pg3622">
                <a:extLst>
                  <a:ext uri="{FF2B5EF4-FFF2-40B4-BE49-F238E27FC236}">
                    <a16:creationId xmlns:a16="http://schemas.microsoft.com/office/drawing/2014/main" id="{8E4E0B0D-E361-2837-A98D-AFA7E8341F42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3" name="pg3623">
                <a:extLst>
                  <a:ext uri="{FF2B5EF4-FFF2-40B4-BE49-F238E27FC236}">
                    <a16:creationId xmlns:a16="http://schemas.microsoft.com/office/drawing/2014/main" id="{E1B299FD-C90A-6192-3119-47FE533458E2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4" name="pg3624">
                <a:extLst>
                  <a:ext uri="{FF2B5EF4-FFF2-40B4-BE49-F238E27FC236}">
                    <a16:creationId xmlns:a16="http://schemas.microsoft.com/office/drawing/2014/main" id="{55AA1D5A-CDD4-FE48-6D4C-4E4519FAD518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5" name="pg3625">
                <a:extLst>
                  <a:ext uri="{FF2B5EF4-FFF2-40B4-BE49-F238E27FC236}">
                    <a16:creationId xmlns:a16="http://schemas.microsoft.com/office/drawing/2014/main" id="{757F35BA-D3B6-C24D-F0DC-294B273664A9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6" name="pg3626">
                <a:extLst>
                  <a:ext uri="{FF2B5EF4-FFF2-40B4-BE49-F238E27FC236}">
                    <a16:creationId xmlns:a16="http://schemas.microsoft.com/office/drawing/2014/main" id="{BE3C0EDE-F595-C1BF-3106-336257E1C1B5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7" name="pg3627">
                <a:extLst>
                  <a:ext uri="{FF2B5EF4-FFF2-40B4-BE49-F238E27FC236}">
                    <a16:creationId xmlns:a16="http://schemas.microsoft.com/office/drawing/2014/main" id="{8F5B22B1-98B2-18C5-9AC7-42C5F565F334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8" name="pg3628">
                <a:extLst>
                  <a:ext uri="{FF2B5EF4-FFF2-40B4-BE49-F238E27FC236}">
                    <a16:creationId xmlns:a16="http://schemas.microsoft.com/office/drawing/2014/main" id="{92E69D2F-C4C1-065F-8590-9EB5A228777E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9" name="pg3629">
                <a:extLst>
                  <a:ext uri="{FF2B5EF4-FFF2-40B4-BE49-F238E27FC236}">
                    <a16:creationId xmlns:a16="http://schemas.microsoft.com/office/drawing/2014/main" id="{84B296CF-2367-D952-D94F-F043EC99D2DD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0" name="pg3630">
                <a:extLst>
                  <a:ext uri="{FF2B5EF4-FFF2-40B4-BE49-F238E27FC236}">
                    <a16:creationId xmlns:a16="http://schemas.microsoft.com/office/drawing/2014/main" id="{3B967C76-0783-DB88-B90A-17FD79358B0A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1" name="pg3631">
                <a:extLst>
                  <a:ext uri="{FF2B5EF4-FFF2-40B4-BE49-F238E27FC236}">
                    <a16:creationId xmlns:a16="http://schemas.microsoft.com/office/drawing/2014/main" id="{1A39FAB3-C429-69C1-4B24-60522961E077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2" name="pg3632">
                <a:extLst>
                  <a:ext uri="{FF2B5EF4-FFF2-40B4-BE49-F238E27FC236}">
                    <a16:creationId xmlns:a16="http://schemas.microsoft.com/office/drawing/2014/main" id="{DC04F0BE-B9F7-72A1-CA4D-D83E0DA18D5F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3" name="pg3633">
                <a:extLst>
                  <a:ext uri="{FF2B5EF4-FFF2-40B4-BE49-F238E27FC236}">
                    <a16:creationId xmlns:a16="http://schemas.microsoft.com/office/drawing/2014/main" id="{34AA4BC4-307D-B2A9-7B0C-0F2BEBF56EE8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4" name="pg3634">
                <a:extLst>
                  <a:ext uri="{FF2B5EF4-FFF2-40B4-BE49-F238E27FC236}">
                    <a16:creationId xmlns:a16="http://schemas.microsoft.com/office/drawing/2014/main" id="{DD0D3606-C191-F43D-CE3F-F25F1F153CE3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5" name="pg3635">
                <a:extLst>
                  <a:ext uri="{FF2B5EF4-FFF2-40B4-BE49-F238E27FC236}">
                    <a16:creationId xmlns:a16="http://schemas.microsoft.com/office/drawing/2014/main" id="{8345CC89-0834-A489-A240-23BB61A2173A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6" name="pg3636">
                <a:extLst>
                  <a:ext uri="{FF2B5EF4-FFF2-40B4-BE49-F238E27FC236}">
                    <a16:creationId xmlns:a16="http://schemas.microsoft.com/office/drawing/2014/main" id="{CF546C00-473F-63D6-CBBB-B1037896C531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7" name="pg3637">
                <a:extLst>
                  <a:ext uri="{FF2B5EF4-FFF2-40B4-BE49-F238E27FC236}">
                    <a16:creationId xmlns:a16="http://schemas.microsoft.com/office/drawing/2014/main" id="{0DD9B3C8-160F-8C0C-8284-BE728C590114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8" name="pg3638">
                <a:extLst>
                  <a:ext uri="{FF2B5EF4-FFF2-40B4-BE49-F238E27FC236}">
                    <a16:creationId xmlns:a16="http://schemas.microsoft.com/office/drawing/2014/main" id="{61B8A9D4-8E53-9214-6C28-7607CCD4DF24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9" name="pg3639">
                <a:extLst>
                  <a:ext uri="{FF2B5EF4-FFF2-40B4-BE49-F238E27FC236}">
                    <a16:creationId xmlns:a16="http://schemas.microsoft.com/office/drawing/2014/main" id="{89D072F5-EC84-F02D-A839-66500C592511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0" name="pg3640">
                <a:extLst>
                  <a:ext uri="{FF2B5EF4-FFF2-40B4-BE49-F238E27FC236}">
                    <a16:creationId xmlns:a16="http://schemas.microsoft.com/office/drawing/2014/main" id="{8A900D7C-41E4-0FFF-E440-2781F991B635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1" name="pg3641">
                <a:extLst>
                  <a:ext uri="{FF2B5EF4-FFF2-40B4-BE49-F238E27FC236}">
                    <a16:creationId xmlns:a16="http://schemas.microsoft.com/office/drawing/2014/main" id="{3F008214-4BBB-679F-6EA3-F88DE5E5663E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2" name="pg3642">
                <a:extLst>
                  <a:ext uri="{FF2B5EF4-FFF2-40B4-BE49-F238E27FC236}">
                    <a16:creationId xmlns:a16="http://schemas.microsoft.com/office/drawing/2014/main" id="{EDD278FC-F383-629B-98D9-00BCFC6AEAC3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3" name="pg3643">
                <a:extLst>
                  <a:ext uri="{FF2B5EF4-FFF2-40B4-BE49-F238E27FC236}">
                    <a16:creationId xmlns:a16="http://schemas.microsoft.com/office/drawing/2014/main" id="{683BB854-5329-E6ED-9A54-548BEA67491B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4" name="pg3644">
                <a:extLst>
                  <a:ext uri="{FF2B5EF4-FFF2-40B4-BE49-F238E27FC236}">
                    <a16:creationId xmlns:a16="http://schemas.microsoft.com/office/drawing/2014/main" id="{19621A2D-1CE7-0154-DDCD-8FFC2DEBDBE5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5" name="pg3645">
                <a:extLst>
                  <a:ext uri="{FF2B5EF4-FFF2-40B4-BE49-F238E27FC236}">
                    <a16:creationId xmlns:a16="http://schemas.microsoft.com/office/drawing/2014/main" id="{C9A5E898-61E2-E732-120A-0981A6848ED8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6" name="pg3646">
                <a:extLst>
                  <a:ext uri="{FF2B5EF4-FFF2-40B4-BE49-F238E27FC236}">
                    <a16:creationId xmlns:a16="http://schemas.microsoft.com/office/drawing/2014/main" id="{C5F592C6-901A-B49A-0480-42D45E6477D5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7" name="pg3647">
                <a:extLst>
                  <a:ext uri="{FF2B5EF4-FFF2-40B4-BE49-F238E27FC236}">
                    <a16:creationId xmlns:a16="http://schemas.microsoft.com/office/drawing/2014/main" id="{EDEE059E-81A6-F155-03FD-1C385A4F2C66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8" name="pg3648">
                <a:extLst>
                  <a:ext uri="{FF2B5EF4-FFF2-40B4-BE49-F238E27FC236}">
                    <a16:creationId xmlns:a16="http://schemas.microsoft.com/office/drawing/2014/main" id="{2A385D58-5168-91A8-FCD2-2B5FC0DA8291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9" name="pg3649">
                <a:extLst>
                  <a:ext uri="{FF2B5EF4-FFF2-40B4-BE49-F238E27FC236}">
                    <a16:creationId xmlns:a16="http://schemas.microsoft.com/office/drawing/2014/main" id="{303BFB0D-E729-FB88-6C8A-495FB18B9D94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0" name="pg3650">
                <a:extLst>
                  <a:ext uri="{FF2B5EF4-FFF2-40B4-BE49-F238E27FC236}">
                    <a16:creationId xmlns:a16="http://schemas.microsoft.com/office/drawing/2014/main" id="{589CA464-8312-FC4F-D669-814B97B3541C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1" name="pg3651">
                <a:extLst>
                  <a:ext uri="{FF2B5EF4-FFF2-40B4-BE49-F238E27FC236}">
                    <a16:creationId xmlns:a16="http://schemas.microsoft.com/office/drawing/2014/main" id="{DBC902E5-7B0B-4072-1853-68F4B0C8C194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2" name="pg3652">
                <a:extLst>
                  <a:ext uri="{FF2B5EF4-FFF2-40B4-BE49-F238E27FC236}">
                    <a16:creationId xmlns:a16="http://schemas.microsoft.com/office/drawing/2014/main" id="{7730E576-7250-1402-F63A-41F110A73B98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3" name="pg3653">
                <a:extLst>
                  <a:ext uri="{FF2B5EF4-FFF2-40B4-BE49-F238E27FC236}">
                    <a16:creationId xmlns:a16="http://schemas.microsoft.com/office/drawing/2014/main" id="{BE2BE0B2-857F-19E7-D26F-8DF0E8181E61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4" name="pg3654">
                <a:extLst>
                  <a:ext uri="{FF2B5EF4-FFF2-40B4-BE49-F238E27FC236}">
                    <a16:creationId xmlns:a16="http://schemas.microsoft.com/office/drawing/2014/main" id="{7A3242AB-6544-6514-C4C2-6344E4EE2E22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5" name="pg3655">
                <a:extLst>
                  <a:ext uri="{FF2B5EF4-FFF2-40B4-BE49-F238E27FC236}">
                    <a16:creationId xmlns:a16="http://schemas.microsoft.com/office/drawing/2014/main" id="{D02AFDD4-DDAA-DC8D-5C29-A934A47BF7DF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6" name="pg3656">
                <a:extLst>
                  <a:ext uri="{FF2B5EF4-FFF2-40B4-BE49-F238E27FC236}">
                    <a16:creationId xmlns:a16="http://schemas.microsoft.com/office/drawing/2014/main" id="{6B64D90D-8631-BE91-996D-11F19AB5B173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7" name="pg3657">
                <a:extLst>
                  <a:ext uri="{FF2B5EF4-FFF2-40B4-BE49-F238E27FC236}">
                    <a16:creationId xmlns:a16="http://schemas.microsoft.com/office/drawing/2014/main" id="{DF2E03E7-18B6-5AF1-6F78-44D6F1005712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8" name="pg3658">
                <a:extLst>
                  <a:ext uri="{FF2B5EF4-FFF2-40B4-BE49-F238E27FC236}">
                    <a16:creationId xmlns:a16="http://schemas.microsoft.com/office/drawing/2014/main" id="{5B3F85C0-82ED-BB6D-49B7-3D7ED694C8C9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9" name="pg3659">
                <a:extLst>
                  <a:ext uri="{FF2B5EF4-FFF2-40B4-BE49-F238E27FC236}">
                    <a16:creationId xmlns:a16="http://schemas.microsoft.com/office/drawing/2014/main" id="{FAC4AFA5-7027-3597-8D78-0E3E2A7DADDC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0" name="pg3660">
                <a:extLst>
                  <a:ext uri="{FF2B5EF4-FFF2-40B4-BE49-F238E27FC236}">
                    <a16:creationId xmlns:a16="http://schemas.microsoft.com/office/drawing/2014/main" id="{99867FD5-E7A5-CE33-C6BF-5AB99832CD7D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1" name="pg3661">
                <a:extLst>
                  <a:ext uri="{FF2B5EF4-FFF2-40B4-BE49-F238E27FC236}">
                    <a16:creationId xmlns:a16="http://schemas.microsoft.com/office/drawing/2014/main" id="{3ED66502-2AB0-719A-E8A8-9E532628ABE7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2" name="pg3662">
                <a:extLst>
                  <a:ext uri="{FF2B5EF4-FFF2-40B4-BE49-F238E27FC236}">
                    <a16:creationId xmlns:a16="http://schemas.microsoft.com/office/drawing/2014/main" id="{6BD2E15A-7880-6A3C-7494-C4B7C5D541DC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3" name="pg3663">
                <a:extLst>
                  <a:ext uri="{FF2B5EF4-FFF2-40B4-BE49-F238E27FC236}">
                    <a16:creationId xmlns:a16="http://schemas.microsoft.com/office/drawing/2014/main" id="{31A953A6-E9CF-FEEB-D26E-0384B9D87A67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4" name="pg3664">
                <a:extLst>
                  <a:ext uri="{FF2B5EF4-FFF2-40B4-BE49-F238E27FC236}">
                    <a16:creationId xmlns:a16="http://schemas.microsoft.com/office/drawing/2014/main" id="{72882143-C89A-333E-D77B-D1EE547CEF7F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5" name="pg3665">
                <a:extLst>
                  <a:ext uri="{FF2B5EF4-FFF2-40B4-BE49-F238E27FC236}">
                    <a16:creationId xmlns:a16="http://schemas.microsoft.com/office/drawing/2014/main" id="{D7D75AD5-4DFF-AE35-4EEF-7B0F0C9F9BD9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6" name="pg3666">
                <a:extLst>
                  <a:ext uri="{FF2B5EF4-FFF2-40B4-BE49-F238E27FC236}">
                    <a16:creationId xmlns:a16="http://schemas.microsoft.com/office/drawing/2014/main" id="{484D7339-BA36-D5D6-4F8F-9B973DA30B14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7" name="pg3667">
                <a:extLst>
                  <a:ext uri="{FF2B5EF4-FFF2-40B4-BE49-F238E27FC236}">
                    <a16:creationId xmlns:a16="http://schemas.microsoft.com/office/drawing/2014/main" id="{B0C2402F-6291-3EF6-10C0-EB14DC877BA9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8" name="pg3668">
                <a:extLst>
                  <a:ext uri="{FF2B5EF4-FFF2-40B4-BE49-F238E27FC236}">
                    <a16:creationId xmlns:a16="http://schemas.microsoft.com/office/drawing/2014/main" id="{082295CA-7474-9C7D-7980-15D26D1EB27E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9" name="pg3669">
                <a:extLst>
                  <a:ext uri="{FF2B5EF4-FFF2-40B4-BE49-F238E27FC236}">
                    <a16:creationId xmlns:a16="http://schemas.microsoft.com/office/drawing/2014/main" id="{B2B1FE56-56CC-C5FF-7FF7-1776D40FDE59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0" name="pg3670">
                <a:extLst>
                  <a:ext uri="{FF2B5EF4-FFF2-40B4-BE49-F238E27FC236}">
                    <a16:creationId xmlns:a16="http://schemas.microsoft.com/office/drawing/2014/main" id="{77D47FE7-EAF5-11E4-0D79-02C7C044C4CE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1" name="pg3671">
                <a:extLst>
                  <a:ext uri="{FF2B5EF4-FFF2-40B4-BE49-F238E27FC236}">
                    <a16:creationId xmlns:a16="http://schemas.microsoft.com/office/drawing/2014/main" id="{57BC3858-CD7C-1557-9290-5FDDBC0EC625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2" name="pg3672">
                <a:extLst>
                  <a:ext uri="{FF2B5EF4-FFF2-40B4-BE49-F238E27FC236}">
                    <a16:creationId xmlns:a16="http://schemas.microsoft.com/office/drawing/2014/main" id="{9F846C71-3A4E-8585-E4DF-298635A41584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3" name="pg3673">
                <a:extLst>
                  <a:ext uri="{FF2B5EF4-FFF2-40B4-BE49-F238E27FC236}">
                    <a16:creationId xmlns:a16="http://schemas.microsoft.com/office/drawing/2014/main" id="{9C2CD830-6D5D-993C-669C-378CEFB779AD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4" name="pg3674">
                <a:extLst>
                  <a:ext uri="{FF2B5EF4-FFF2-40B4-BE49-F238E27FC236}">
                    <a16:creationId xmlns:a16="http://schemas.microsoft.com/office/drawing/2014/main" id="{3E344084-6C80-7686-9BC4-2F67B2699D08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5" name="pg3675">
                <a:extLst>
                  <a:ext uri="{FF2B5EF4-FFF2-40B4-BE49-F238E27FC236}">
                    <a16:creationId xmlns:a16="http://schemas.microsoft.com/office/drawing/2014/main" id="{8BAF2B10-FA37-C6BA-6301-B1E288E20840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6" name="pg3676">
                <a:extLst>
                  <a:ext uri="{FF2B5EF4-FFF2-40B4-BE49-F238E27FC236}">
                    <a16:creationId xmlns:a16="http://schemas.microsoft.com/office/drawing/2014/main" id="{BD8F1141-5932-F4C5-1CCA-5762607ED0A7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7" name="pg3677">
                <a:extLst>
                  <a:ext uri="{FF2B5EF4-FFF2-40B4-BE49-F238E27FC236}">
                    <a16:creationId xmlns:a16="http://schemas.microsoft.com/office/drawing/2014/main" id="{3A62D38A-D84C-378C-D655-2E99C3D1E2C3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8" name="pg3678">
                <a:extLst>
                  <a:ext uri="{FF2B5EF4-FFF2-40B4-BE49-F238E27FC236}">
                    <a16:creationId xmlns:a16="http://schemas.microsoft.com/office/drawing/2014/main" id="{66D4E725-4ED3-14E6-3F41-F3E27D1E6F8F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9" name="pg3679">
                <a:extLst>
                  <a:ext uri="{FF2B5EF4-FFF2-40B4-BE49-F238E27FC236}">
                    <a16:creationId xmlns:a16="http://schemas.microsoft.com/office/drawing/2014/main" id="{B97A668C-F4D9-58F2-0C1B-5C2A7808097A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0" name="pg3680">
                <a:extLst>
                  <a:ext uri="{FF2B5EF4-FFF2-40B4-BE49-F238E27FC236}">
                    <a16:creationId xmlns:a16="http://schemas.microsoft.com/office/drawing/2014/main" id="{D7F15329-9EFF-85A9-FBE0-36337144C707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1" name="pg3681">
                <a:extLst>
                  <a:ext uri="{FF2B5EF4-FFF2-40B4-BE49-F238E27FC236}">
                    <a16:creationId xmlns:a16="http://schemas.microsoft.com/office/drawing/2014/main" id="{30CEE986-04E1-4AC7-7CD9-D198DED74CC1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2" name="pg3682">
                <a:extLst>
                  <a:ext uri="{FF2B5EF4-FFF2-40B4-BE49-F238E27FC236}">
                    <a16:creationId xmlns:a16="http://schemas.microsoft.com/office/drawing/2014/main" id="{B3253BDA-3CB8-3BF9-ABF2-115E57B25E1F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3" name="pg3683">
                <a:extLst>
                  <a:ext uri="{FF2B5EF4-FFF2-40B4-BE49-F238E27FC236}">
                    <a16:creationId xmlns:a16="http://schemas.microsoft.com/office/drawing/2014/main" id="{58BD0B0C-E9EE-66EF-C90E-76CFC4B1A031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4" name="pg3684">
                <a:extLst>
                  <a:ext uri="{FF2B5EF4-FFF2-40B4-BE49-F238E27FC236}">
                    <a16:creationId xmlns:a16="http://schemas.microsoft.com/office/drawing/2014/main" id="{243680C6-FBED-E34E-C90C-D2BDCBBDE9AF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5" name="pg3685">
                <a:extLst>
                  <a:ext uri="{FF2B5EF4-FFF2-40B4-BE49-F238E27FC236}">
                    <a16:creationId xmlns:a16="http://schemas.microsoft.com/office/drawing/2014/main" id="{A263B4CF-BA97-C725-9FDE-0FA5F93ED589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6" name="pg3686">
                <a:extLst>
                  <a:ext uri="{FF2B5EF4-FFF2-40B4-BE49-F238E27FC236}">
                    <a16:creationId xmlns:a16="http://schemas.microsoft.com/office/drawing/2014/main" id="{DAEF9D8A-B37D-374D-5AC7-B8BC1028DF5D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7" name="pg3687">
                <a:extLst>
                  <a:ext uri="{FF2B5EF4-FFF2-40B4-BE49-F238E27FC236}">
                    <a16:creationId xmlns:a16="http://schemas.microsoft.com/office/drawing/2014/main" id="{BEEDDA46-E4CC-439F-C007-A2BC5FC62691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8" name="pg3688">
                <a:extLst>
                  <a:ext uri="{FF2B5EF4-FFF2-40B4-BE49-F238E27FC236}">
                    <a16:creationId xmlns:a16="http://schemas.microsoft.com/office/drawing/2014/main" id="{7D800374-0F48-78EB-79D7-CB4483DFB310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9" name="pg3689">
                <a:extLst>
                  <a:ext uri="{FF2B5EF4-FFF2-40B4-BE49-F238E27FC236}">
                    <a16:creationId xmlns:a16="http://schemas.microsoft.com/office/drawing/2014/main" id="{384C575C-9585-F025-15EE-468609F0B598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0" name="pg3690">
                <a:extLst>
                  <a:ext uri="{FF2B5EF4-FFF2-40B4-BE49-F238E27FC236}">
                    <a16:creationId xmlns:a16="http://schemas.microsoft.com/office/drawing/2014/main" id="{DE32F305-65D7-7EBC-D95F-568282E5DDFC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1" name="pg3691">
                <a:extLst>
                  <a:ext uri="{FF2B5EF4-FFF2-40B4-BE49-F238E27FC236}">
                    <a16:creationId xmlns:a16="http://schemas.microsoft.com/office/drawing/2014/main" id="{4ED74CA8-131B-9294-66C0-DFEEA64AB1FF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2" name="pg3692">
                <a:extLst>
                  <a:ext uri="{FF2B5EF4-FFF2-40B4-BE49-F238E27FC236}">
                    <a16:creationId xmlns:a16="http://schemas.microsoft.com/office/drawing/2014/main" id="{FD5ACA0B-C129-801F-864D-C1024D4FA8FF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3" name="pg3693">
                <a:extLst>
                  <a:ext uri="{FF2B5EF4-FFF2-40B4-BE49-F238E27FC236}">
                    <a16:creationId xmlns:a16="http://schemas.microsoft.com/office/drawing/2014/main" id="{1A93E7E6-9BF0-CD23-51B1-7302A887B5D0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4" name="pg3694">
                <a:extLst>
                  <a:ext uri="{FF2B5EF4-FFF2-40B4-BE49-F238E27FC236}">
                    <a16:creationId xmlns:a16="http://schemas.microsoft.com/office/drawing/2014/main" id="{CFC1D1BA-192C-2A67-200D-A28D5B6A6BCF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5" name="pg3695">
                <a:extLst>
                  <a:ext uri="{FF2B5EF4-FFF2-40B4-BE49-F238E27FC236}">
                    <a16:creationId xmlns:a16="http://schemas.microsoft.com/office/drawing/2014/main" id="{45D753A0-85D9-F260-2DB7-1BF2A20E8406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6" name="pg3696">
                <a:extLst>
                  <a:ext uri="{FF2B5EF4-FFF2-40B4-BE49-F238E27FC236}">
                    <a16:creationId xmlns:a16="http://schemas.microsoft.com/office/drawing/2014/main" id="{A1FF674E-2175-1303-207D-E9F2F8A25146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7" name="pg3697">
                <a:extLst>
                  <a:ext uri="{FF2B5EF4-FFF2-40B4-BE49-F238E27FC236}">
                    <a16:creationId xmlns:a16="http://schemas.microsoft.com/office/drawing/2014/main" id="{9B31847D-87B6-D5A9-1D65-1950BC064C33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8" name="pg3698">
                <a:extLst>
                  <a:ext uri="{FF2B5EF4-FFF2-40B4-BE49-F238E27FC236}">
                    <a16:creationId xmlns:a16="http://schemas.microsoft.com/office/drawing/2014/main" id="{528024BD-8763-2B5B-7205-4103E255A58F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9" name="pg3699">
                <a:extLst>
                  <a:ext uri="{FF2B5EF4-FFF2-40B4-BE49-F238E27FC236}">
                    <a16:creationId xmlns:a16="http://schemas.microsoft.com/office/drawing/2014/main" id="{95155954-F637-1D6F-029A-AF546FE4DD60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0" name="pg3700">
                <a:extLst>
                  <a:ext uri="{FF2B5EF4-FFF2-40B4-BE49-F238E27FC236}">
                    <a16:creationId xmlns:a16="http://schemas.microsoft.com/office/drawing/2014/main" id="{981B103F-8A7A-F920-DBE7-165C83FDF4F8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1" name="pg3701">
                <a:extLst>
                  <a:ext uri="{FF2B5EF4-FFF2-40B4-BE49-F238E27FC236}">
                    <a16:creationId xmlns:a16="http://schemas.microsoft.com/office/drawing/2014/main" id="{1C9ACACC-9754-FC45-129C-E9DDB3FE7D14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2" name="pg3702">
                <a:extLst>
                  <a:ext uri="{FF2B5EF4-FFF2-40B4-BE49-F238E27FC236}">
                    <a16:creationId xmlns:a16="http://schemas.microsoft.com/office/drawing/2014/main" id="{7C5E9EAB-214B-FF0B-29E4-83075CF5B87D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3" name="pg3703">
                <a:extLst>
                  <a:ext uri="{FF2B5EF4-FFF2-40B4-BE49-F238E27FC236}">
                    <a16:creationId xmlns:a16="http://schemas.microsoft.com/office/drawing/2014/main" id="{9FCFB8E1-0C2F-1908-AE90-963FF8235321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4" name="pg3704">
                <a:extLst>
                  <a:ext uri="{FF2B5EF4-FFF2-40B4-BE49-F238E27FC236}">
                    <a16:creationId xmlns:a16="http://schemas.microsoft.com/office/drawing/2014/main" id="{2CE56818-6062-5987-5766-E0180E60C93F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5" name="pg3705">
                <a:extLst>
                  <a:ext uri="{FF2B5EF4-FFF2-40B4-BE49-F238E27FC236}">
                    <a16:creationId xmlns:a16="http://schemas.microsoft.com/office/drawing/2014/main" id="{AA664981-D5CC-9E85-5DE7-A6B02BBC7EC9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6" name="pg3706">
                <a:extLst>
                  <a:ext uri="{FF2B5EF4-FFF2-40B4-BE49-F238E27FC236}">
                    <a16:creationId xmlns:a16="http://schemas.microsoft.com/office/drawing/2014/main" id="{099E4DCC-7383-252A-3217-7D0F593FA8D9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7" name="pg3707">
                <a:extLst>
                  <a:ext uri="{FF2B5EF4-FFF2-40B4-BE49-F238E27FC236}">
                    <a16:creationId xmlns:a16="http://schemas.microsoft.com/office/drawing/2014/main" id="{352EE520-C1D4-9265-255F-A97E731A0B76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8" name="pg3708">
                <a:extLst>
                  <a:ext uri="{FF2B5EF4-FFF2-40B4-BE49-F238E27FC236}">
                    <a16:creationId xmlns:a16="http://schemas.microsoft.com/office/drawing/2014/main" id="{C45D0551-343A-2D7C-0D11-273B4E861858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9" name="pg3709">
                <a:extLst>
                  <a:ext uri="{FF2B5EF4-FFF2-40B4-BE49-F238E27FC236}">
                    <a16:creationId xmlns:a16="http://schemas.microsoft.com/office/drawing/2014/main" id="{F5B44AA8-66ED-E46E-C0F9-5F67D2FB241B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0" name="pg3710">
                <a:extLst>
                  <a:ext uri="{FF2B5EF4-FFF2-40B4-BE49-F238E27FC236}">
                    <a16:creationId xmlns:a16="http://schemas.microsoft.com/office/drawing/2014/main" id="{0CB0C04E-5CB4-A0BE-5683-DD94E18B060C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1" name="pg3711">
                <a:extLst>
                  <a:ext uri="{FF2B5EF4-FFF2-40B4-BE49-F238E27FC236}">
                    <a16:creationId xmlns:a16="http://schemas.microsoft.com/office/drawing/2014/main" id="{F1B606B3-BA9F-F915-4435-55D2D6060AF1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2" name="pg3712">
                <a:extLst>
                  <a:ext uri="{FF2B5EF4-FFF2-40B4-BE49-F238E27FC236}">
                    <a16:creationId xmlns:a16="http://schemas.microsoft.com/office/drawing/2014/main" id="{D14903DF-7366-EFC8-585B-D385C3A0AD0F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3" name="pg3713">
                <a:extLst>
                  <a:ext uri="{FF2B5EF4-FFF2-40B4-BE49-F238E27FC236}">
                    <a16:creationId xmlns:a16="http://schemas.microsoft.com/office/drawing/2014/main" id="{707BFD9E-2E21-8BC2-DFC1-101CD503C13A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4" name="pg3714">
                <a:extLst>
                  <a:ext uri="{FF2B5EF4-FFF2-40B4-BE49-F238E27FC236}">
                    <a16:creationId xmlns:a16="http://schemas.microsoft.com/office/drawing/2014/main" id="{40185F54-3BE3-ED87-0F65-1D88F1F53B13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5" name="pg3715">
                <a:extLst>
                  <a:ext uri="{FF2B5EF4-FFF2-40B4-BE49-F238E27FC236}">
                    <a16:creationId xmlns:a16="http://schemas.microsoft.com/office/drawing/2014/main" id="{88156979-12FC-20CA-DED0-22A3AB396074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6" name="pg3716">
                <a:extLst>
                  <a:ext uri="{FF2B5EF4-FFF2-40B4-BE49-F238E27FC236}">
                    <a16:creationId xmlns:a16="http://schemas.microsoft.com/office/drawing/2014/main" id="{F0A5FE45-36F1-01F7-489F-4F757A49CDB9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7" name="pg3717">
                <a:extLst>
                  <a:ext uri="{FF2B5EF4-FFF2-40B4-BE49-F238E27FC236}">
                    <a16:creationId xmlns:a16="http://schemas.microsoft.com/office/drawing/2014/main" id="{D1C732D5-FBAE-D24E-8716-78781623C400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8" name="pg3718">
                <a:extLst>
                  <a:ext uri="{FF2B5EF4-FFF2-40B4-BE49-F238E27FC236}">
                    <a16:creationId xmlns:a16="http://schemas.microsoft.com/office/drawing/2014/main" id="{54038887-220F-DEF2-7B30-D7F9340A9046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9" name="pg3719">
                <a:extLst>
                  <a:ext uri="{FF2B5EF4-FFF2-40B4-BE49-F238E27FC236}">
                    <a16:creationId xmlns:a16="http://schemas.microsoft.com/office/drawing/2014/main" id="{D3485404-4207-1AA1-51AB-0D0C617EBA8B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0" name="pg3720">
                <a:extLst>
                  <a:ext uri="{FF2B5EF4-FFF2-40B4-BE49-F238E27FC236}">
                    <a16:creationId xmlns:a16="http://schemas.microsoft.com/office/drawing/2014/main" id="{55DBE068-4088-554E-6097-8BA77B9BEE98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1" name="pg3721">
                <a:extLst>
                  <a:ext uri="{FF2B5EF4-FFF2-40B4-BE49-F238E27FC236}">
                    <a16:creationId xmlns:a16="http://schemas.microsoft.com/office/drawing/2014/main" id="{9E978382-A007-0969-61FE-A64D52DC3196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2" name="pg3722">
                <a:extLst>
                  <a:ext uri="{FF2B5EF4-FFF2-40B4-BE49-F238E27FC236}">
                    <a16:creationId xmlns:a16="http://schemas.microsoft.com/office/drawing/2014/main" id="{F1999F57-0B4A-0CF8-2796-736A7F240BB4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3" name="pg3723">
                <a:extLst>
                  <a:ext uri="{FF2B5EF4-FFF2-40B4-BE49-F238E27FC236}">
                    <a16:creationId xmlns:a16="http://schemas.microsoft.com/office/drawing/2014/main" id="{F00CA8B4-9742-EB29-781E-849E5E20E8FB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4" name="pg3724">
                <a:extLst>
                  <a:ext uri="{FF2B5EF4-FFF2-40B4-BE49-F238E27FC236}">
                    <a16:creationId xmlns:a16="http://schemas.microsoft.com/office/drawing/2014/main" id="{8E7C73A3-3B8B-7761-098C-35F56EA2FBA9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5" name="pg3725">
                <a:extLst>
                  <a:ext uri="{FF2B5EF4-FFF2-40B4-BE49-F238E27FC236}">
                    <a16:creationId xmlns:a16="http://schemas.microsoft.com/office/drawing/2014/main" id="{4C3C60B1-5A9E-E7C0-9E63-842C9F866C56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6" name="pg3726">
                <a:extLst>
                  <a:ext uri="{FF2B5EF4-FFF2-40B4-BE49-F238E27FC236}">
                    <a16:creationId xmlns:a16="http://schemas.microsoft.com/office/drawing/2014/main" id="{4674E671-7917-E075-EA50-6002C2E80376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7" name="pg3727">
                <a:extLst>
                  <a:ext uri="{FF2B5EF4-FFF2-40B4-BE49-F238E27FC236}">
                    <a16:creationId xmlns:a16="http://schemas.microsoft.com/office/drawing/2014/main" id="{0541B56F-01B7-E56E-6C8C-DFD4BEC380F5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8" name="pg3728">
                <a:extLst>
                  <a:ext uri="{FF2B5EF4-FFF2-40B4-BE49-F238E27FC236}">
                    <a16:creationId xmlns:a16="http://schemas.microsoft.com/office/drawing/2014/main" id="{F6356A6D-1B87-FD5B-3920-768200E0A853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9" name="pg3729">
                <a:extLst>
                  <a:ext uri="{FF2B5EF4-FFF2-40B4-BE49-F238E27FC236}">
                    <a16:creationId xmlns:a16="http://schemas.microsoft.com/office/drawing/2014/main" id="{5F993773-96B9-15FB-B241-AF211BDA052F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0" name="pg3730">
                <a:extLst>
                  <a:ext uri="{FF2B5EF4-FFF2-40B4-BE49-F238E27FC236}">
                    <a16:creationId xmlns:a16="http://schemas.microsoft.com/office/drawing/2014/main" id="{2D94EAFF-4918-F66A-81E1-7A83444725C9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1" name="pg3731">
                <a:extLst>
                  <a:ext uri="{FF2B5EF4-FFF2-40B4-BE49-F238E27FC236}">
                    <a16:creationId xmlns:a16="http://schemas.microsoft.com/office/drawing/2014/main" id="{052C2E14-43D3-B5B8-54CC-C56410452228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2" name="pg3732">
                <a:extLst>
                  <a:ext uri="{FF2B5EF4-FFF2-40B4-BE49-F238E27FC236}">
                    <a16:creationId xmlns:a16="http://schemas.microsoft.com/office/drawing/2014/main" id="{4118D52C-D761-C130-660F-FF6847DF8C00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3" name="pg3733">
                <a:extLst>
                  <a:ext uri="{FF2B5EF4-FFF2-40B4-BE49-F238E27FC236}">
                    <a16:creationId xmlns:a16="http://schemas.microsoft.com/office/drawing/2014/main" id="{4F103361-45E4-DBB6-C2AD-2B56F8197EF9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4" name="pg3734">
                <a:extLst>
                  <a:ext uri="{FF2B5EF4-FFF2-40B4-BE49-F238E27FC236}">
                    <a16:creationId xmlns:a16="http://schemas.microsoft.com/office/drawing/2014/main" id="{8FEF3D7A-67BF-9DF0-A00C-E51E9C3A3232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5" name="pg3735">
                <a:extLst>
                  <a:ext uri="{FF2B5EF4-FFF2-40B4-BE49-F238E27FC236}">
                    <a16:creationId xmlns:a16="http://schemas.microsoft.com/office/drawing/2014/main" id="{2565EA93-0FF3-ED67-4716-49ACD5A9C6BD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6" name="pg3736">
                <a:extLst>
                  <a:ext uri="{FF2B5EF4-FFF2-40B4-BE49-F238E27FC236}">
                    <a16:creationId xmlns:a16="http://schemas.microsoft.com/office/drawing/2014/main" id="{81D869C8-5902-E3EF-90C9-445F7F939492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7" name="pg3737">
                <a:extLst>
                  <a:ext uri="{FF2B5EF4-FFF2-40B4-BE49-F238E27FC236}">
                    <a16:creationId xmlns:a16="http://schemas.microsoft.com/office/drawing/2014/main" id="{87863556-3DFC-6251-E896-D44816F5E222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8" name="pg3738">
                <a:extLst>
                  <a:ext uri="{FF2B5EF4-FFF2-40B4-BE49-F238E27FC236}">
                    <a16:creationId xmlns:a16="http://schemas.microsoft.com/office/drawing/2014/main" id="{0D2B4630-96C1-8629-1A65-74FD1F67DBC5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9" name="pg3739">
                <a:extLst>
                  <a:ext uri="{FF2B5EF4-FFF2-40B4-BE49-F238E27FC236}">
                    <a16:creationId xmlns:a16="http://schemas.microsoft.com/office/drawing/2014/main" id="{CCC139C1-36A4-2302-F149-64330AE0B682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0" name="pg3740">
                <a:extLst>
                  <a:ext uri="{FF2B5EF4-FFF2-40B4-BE49-F238E27FC236}">
                    <a16:creationId xmlns:a16="http://schemas.microsoft.com/office/drawing/2014/main" id="{8FFE8CFA-A339-0C1E-A505-F704D4C3BBD6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1" name="pg3741">
                <a:extLst>
                  <a:ext uri="{FF2B5EF4-FFF2-40B4-BE49-F238E27FC236}">
                    <a16:creationId xmlns:a16="http://schemas.microsoft.com/office/drawing/2014/main" id="{BFA7FD8D-44DD-7B23-1A9F-3B40C3336AD0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2" name="pg3742">
                <a:extLst>
                  <a:ext uri="{FF2B5EF4-FFF2-40B4-BE49-F238E27FC236}">
                    <a16:creationId xmlns:a16="http://schemas.microsoft.com/office/drawing/2014/main" id="{337E5772-B731-2BB2-D9BE-3A385EA04D77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3" name="pg3743">
                <a:extLst>
                  <a:ext uri="{FF2B5EF4-FFF2-40B4-BE49-F238E27FC236}">
                    <a16:creationId xmlns:a16="http://schemas.microsoft.com/office/drawing/2014/main" id="{E320CE8D-1D74-948A-FF0E-58ACC758E07E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4" name="pg3744">
                <a:extLst>
                  <a:ext uri="{FF2B5EF4-FFF2-40B4-BE49-F238E27FC236}">
                    <a16:creationId xmlns:a16="http://schemas.microsoft.com/office/drawing/2014/main" id="{B7864BE7-150B-23AC-CE30-966F4B29B3DB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5" name="pg3745">
                <a:extLst>
                  <a:ext uri="{FF2B5EF4-FFF2-40B4-BE49-F238E27FC236}">
                    <a16:creationId xmlns:a16="http://schemas.microsoft.com/office/drawing/2014/main" id="{111FE4B1-E0AD-B35A-9054-CE5D6D9D7CFA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6" name="pg3746">
                <a:extLst>
                  <a:ext uri="{FF2B5EF4-FFF2-40B4-BE49-F238E27FC236}">
                    <a16:creationId xmlns:a16="http://schemas.microsoft.com/office/drawing/2014/main" id="{D553A354-9963-B8A6-5806-8FBCDCC662D9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7" name="pg3747">
                <a:extLst>
                  <a:ext uri="{FF2B5EF4-FFF2-40B4-BE49-F238E27FC236}">
                    <a16:creationId xmlns:a16="http://schemas.microsoft.com/office/drawing/2014/main" id="{73C48071-6675-AFAF-98A7-342AEB3BF4FD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8" name="pg3748">
                <a:extLst>
                  <a:ext uri="{FF2B5EF4-FFF2-40B4-BE49-F238E27FC236}">
                    <a16:creationId xmlns:a16="http://schemas.microsoft.com/office/drawing/2014/main" id="{CF5510D5-B6B9-D1A7-CCB9-24C6C8618E0C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9" name="pg3749">
                <a:extLst>
                  <a:ext uri="{FF2B5EF4-FFF2-40B4-BE49-F238E27FC236}">
                    <a16:creationId xmlns:a16="http://schemas.microsoft.com/office/drawing/2014/main" id="{D6D0C883-6A51-6732-5A21-70606ECBB3A1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0" name="pg3750">
                <a:extLst>
                  <a:ext uri="{FF2B5EF4-FFF2-40B4-BE49-F238E27FC236}">
                    <a16:creationId xmlns:a16="http://schemas.microsoft.com/office/drawing/2014/main" id="{350011BB-C146-F29A-48F6-089592D699FB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1" name="pg3751">
                <a:extLst>
                  <a:ext uri="{FF2B5EF4-FFF2-40B4-BE49-F238E27FC236}">
                    <a16:creationId xmlns:a16="http://schemas.microsoft.com/office/drawing/2014/main" id="{392495EC-BF2A-CE86-C41E-68DC1D441425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2" name="pg3752">
                <a:extLst>
                  <a:ext uri="{FF2B5EF4-FFF2-40B4-BE49-F238E27FC236}">
                    <a16:creationId xmlns:a16="http://schemas.microsoft.com/office/drawing/2014/main" id="{D81744C4-9140-DB36-186B-A599E71F6410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3" name="pg3753">
                <a:extLst>
                  <a:ext uri="{FF2B5EF4-FFF2-40B4-BE49-F238E27FC236}">
                    <a16:creationId xmlns:a16="http://schemas.microsoft.com/office/drawing/2014/main" id="{43A4D8EB-B2A0-F0F4-5B54-E42F152DC53C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4" name="pg3754">
                <a:extLst>
                  <a:ext uri="{FF2B5EF4-FFF2-40B4-BE49-F238E27FC236}">
                    <a16:creationId xmlns:a16="http://schemas.microsoft.com/office/drawing/2014/main" id="{0C22584C-3AE0-EC99-AAAC-17559BCB33E6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5" name="pg3755">
                <a:extLst>
                  <a:ext uri="{FF2B5EF4-FFF2-40B4-BE49-F238E27FC236}">
                    <a16:creationId xmlns:a16="http://schemas.microsoft.com/office/drawing/2014/main" id="{17D7F67E-2DB7-FF94-CCB7-94DED7B64B53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6" name="pg3756">
                <a:extLst>
                  <a:ext uri="{FF2B5EF4-FFF2-40B4-BE49-F238E27FC236}">
                    <a16:creationId xmlns:a16="http://schemas.microsoft.com/office/drawing/2014/main" id="{6E946B03-2DA1-14D0-08B6-72FECAD27609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7" name="pg3757">
                <a:extLst>
                  <a:ext uri="{FF2B5EF4-FFF2-40B4-BE49-F238E27FC236}">
                    <a16:creationId xmlns:a16="http://schemas.microsoft.com/office/drawing/2014/main" id="{B33DB13F-9E27-D1BB-FB93-350D1DB788E8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8" name="pg3758">
                <a:extLst>
                  <a:ext uri="{FF2B5EF4-FFF2-40B4-BE49-F238E27FC236}">
                    <a16:creationId xmlns:a16="http://schemas.microsoft.com/office/drawing/2014/main" id="{AC4BCFC6-49E9-AA83-6386-0AC97EFD9679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9" name="pg3759">
                <a:extLst>
                  <a:ext uri="{FF2B5EF4-FFF2-40B4-BE49-F238E27FC236}">
                    <a16:creationId xmlns:a16="http://schemas.microsoft.com/office/drawing/2014/main" id="{BFAD8A94-8936-F00A-D448-40BB2F1BC2B5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0" name="pg3760">
                <a:extLst>
                  <a:ext uri="{FF2B5EF4-FFF2-40B4-BE49-F238E27FC236}">
                    <a16:creationId xmlns:a16="http://schemas.microsoft.com/office/drawing/2014/main" id="{8E976504-0489-0B53-F6B6-FA1DFAF1A4A5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1" name="pg3761">
                <a:extLst>
                  <a:ext uri="{FF2B5EF4-FFF2-40B4-BE49-F238E27FC236}">
                    <a16:creationId xmlns:a16="http://schemas.microsoft.com/office/drawing/2014/main" id="{BD97EBEE-B973-3C88-17FD-73E1DABC3B63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2" name="pg3762">
                <a:extLst>
                  <a:ext uri="{FF2B5EF4-FFF2-40B4-BE49-F238E27FC236}">
                    <a16:creationId xmlns:a16="http://schemas.microsoft.com/office/drawing/2014/main" id="{5E56750D-78EC-751E-70AF-4CA8F7BF3754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3" name="pg3763">
                <a:extLst>
                  <a:ext uri="{FF2B5EF4-FFF2-40B4-BE49-F238E27FC236}">
                    <a16:creationId xmlns:a16="http://schemas.microsoft.com/office/drawing/2014/main" id="{C2045AF6-C2C7-7288-4EF0-865436268384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4" name="pg3764">
                <a:extLst>
                  <a:ext uri="{FF2B5EF4-FFF2-40B4-BE49-F238E27FC236}">
                    <a16:creationId xmlns:a16="http://schemas.microsoft.com/office/drawing/2014/main" id="{3B38B5AC-5D61-478B-D9A4-A530E2298F71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5" name="pg3765">
                <a:extLst>
                  <a:ext uri="{FF2B5EF4-FFF2-40B4-BE49-F238E27FC236}">
                    <a16:creationId xmlns:a16="http://schemas.microsoft.com/office/drawing/2014/main" id="{78AC62E6-6D6B-F59A-CAA8-235EB44A9C66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6" name="pg3766">
                <a:extLst>
                  <a:ext uri="{FF2B5EF4-FFF2-40B4-BE49-F238E27FC236}">
                    <a16:creationId xmlns:a16="http://schemas.microsoft.com/office/drawing/2014/main" id="{F12A506C-130F-7931-98DC-E53379764AEA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7" name="pg3767">
                <a:extLst>
                  <a:ext uri="{FF2B5EF4-FFF2-40B4-BE49-F238E27FC236}">
                    <a16:creationId xmlns:a16="http://schemas.microsoft.com/office/drawing/2014/main" id="{55E0EB5C-8A4C-CF72-3C98-2526BCD1890F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8" name="pg3768">
                <a:extLst>
                  <a:ext uri="{FF2B5EF4-FFF2-40B4-BE49-F238E27FC236}">
                    <a16:creationId xmlns:a16="http://schemas.microsoft.com/office/drawing/2014/main" id="{FC6BFFC4-349F-23A6-206D-5C6FB773AB63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9" name="pg3769">
                <a:extLst>
                  <a:ext uri="{FF2B5EF4-FFF2-40B4-BE49-F238E27FC236}">
                    <a16:creationId xmlns:a16="http://schemas.microsoft.com/office/drawing/2014/main" id="{B1CA8771-1E0F-37F2-8023-259CD6098279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0" name="pg3770">
                <a:extLst>
                  <a:ext uri="{FF2B5EF4-FFF2-40B4-BE49-F238E27FC236}">
                    <a16:creationId xmlns:a16="http://schemas.microsoft.com/office/drawing/2014/main" id="{78AB0A6E-6A84-0954-5DB2-270C06544163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1" name="pg3771">
                <a:extLst>
                  <a:ext uri="{FF2B5EF4-FFF2-40B4-BE49-F238E27FC236}">
                    <a16:creationId xmlns:a16="http://schemas.microsoft.com/office/drawing/2014/main" id="{E2902FF2-16F6-C01F-F022-4096456CB96A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2" name="pg3772">
                <a:extLst>
                  <a:ext uri="{FF2B5EF4-FFF2-40B4-BE49-F238E27FC236}">
                    <a16:creationId xmlns:a16="http://schemas.microsoft.com/office/drawing/2014/main" id="{B23B6267-ED12-4025-DE78-9A4D557D62D9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3" name="pg3773">
                <a:extLst>
                  <a:ext uri="{FF2B5EF4-FFF2-40B4-BE49-F238E27FC236}">
                    <a16:creationId xmlns:a16="http://schemas.microsoft.com/office/drawing/2014/main" id="{05E23A30-EB1B-6645-4A5C-38829F52C383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4" name="pg3774">
                <a:extLst>
                  <a:ext uri="{FF2B5EF4-FFF2-40B4-BE49-F238E27FC236}">
                    <a16:creationId xmlns:a16="http://schemas.microsoft.com/office/drawing/2014/main" id="{2C0B07E3-3CD4-830B-4371-3E3BF85F2CA8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5" name="pg3775">
                <a:extLst>
                  <a:ext uri="{FF2B5EF4-FFF2-40B4-BE49-F238E27FC236}">
                    <a16:creationId xmlns:a16="http://schemas.microsoft.com/office/drawing/2014/main" id="{B38C1158-1381-B3BD-1BFE-CC2DD6D6B091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6" name="pg3776">
                <a:extLst>
                  <a:ext uri="{FF2B5EF4-FFF2-40B4-BE49-F238E27FC236}">
                    <a16:creationId xmlns:a16="http://schemas.microsoft.com/office/drawing/2014/main" id="{E29BF432-8153-D7D1-A2C3-988358FEA251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7" name="pg3777">
                <a:extLst>
                  <a:ext uri="{FF2B5EF4-FFF2-40B4-BE49-F238E27FC236}">
                    <a16:creationId xmlns:a16="http://schemas.microsoft.com/office/drawing/2014/main" id="{4B259574-B637-C84A-33F6-084F2052B53D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8" name="pg3778">
                <a:extLst>
                  <a:ext uri="{FF2B5EF4-FFF2-40B4-BE49-F238E27FC236}">
                    <a16:creationId xmlns:a16="http://schemas.microsoft.com/office/drawing/2014/main" id="{F9DC00F9-AF04-02E9-D493-294B4693610A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9" name="pg3779">
                <a:extLst>
                  <a:ext uri="{FF2B5EF4-FFF2-40B4-BE49-F238E27FC236}">
                    <a16:creationId xmlns:a16="http://schemas.microsoft.com/office/drawing/2014/main" id="{5B405EFF-25C7-ACF1-A439-54D88125BB46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0" name="pg3780">
                <a:extLst>
                  <a:ext uri="{FF2B5EF4-FFF2-40B4-BE49-F238E27FC236}">
                    <a16:creationId xmlns:a16="http://schemas.microsoft.com/office/drawing/2014/main" id="{BB274FB8-7E66-A284-D766-8E99D91CA8EC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1" name="pg3781">
                <a:extLst>
                  <a:ext uri="{FF2B5EF4-FFF2-40B4-BE49-F238E27FC236}">
                    <a16:creationId xmlns:a16="http://schemas.microsoft.com/office/drawing/2014/main" id="{32B4BDF9-06D2-E0A4-6A79-DBE9CBA82312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2" name="pg3782">
                <a:extLst>
                  <a:ext uri="{FF2B5EF4-FFF2-40B4-BE49-F238E27FC236}">
                    <a16:creationId xmlns:a16="http://schemas.microsoft.com/office/drawing/2014/main" id="{DCF1006A-1375-EA93-569F-8910E8206672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3" name="pg3783">
                <a:extLst>
                  <a:ext uri="{FF2B5EF4-FFF2-40B4-BE49-F238E27FC236}">
                    <a16:creationId xmlns:a16="http://schemas.microsoft.com/office/drawing/2014/main" id="{1384AC07-3BF4-32BC-24CC-F42DDABCF127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4" name="pg3784">
                <a:extLst>
                  <a:ext uri="{FF2B5EF4-FFF2-40B4-BE49-F238E27FC236}">
                    <a16:creationId xmlns:a16="http://schemas.microsoft.com/office/drawing/2014/main" id="{2953F762-6C0E-7C88-D3DA-5652883F91C5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5" name="pg3785">
                <a:extLst>
                  <a:ext uri="{FF2B5EF4-FFF2-40B4-BE49-F238E27FC236}">
                    <a16:creationId xmlns:a16="http://schemas.microsoft.com/office/drawing/2014/main" id="{17A70A08-F707-6E2B-12CF-96AF386A5667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6" name="pg3786">
                <a:extLst>
                  <a:ext uri="{FF2B5EF4-FFF2-40B4-BE49-F238E27FC236}">
                    <a16:creationId xmlns:a16="http://schemas.microsoft.com/office/drawing/2014/main" id="{76940C1E-D70F-B49E-2A57-A797342BBF28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7" name="pg3787">
                <a:extLst>
                  <a:ext uri="{FF2B5EF4-FFF2-40B4-BE49-F238E27FC236}">
                    <a16:creationId xmlns:a16="http://schemas.microsoft.com/office/drawing/2014/main" id="{BC5D1A24-35EF-7E4F-D706-04D904DF1B85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8" name="pg3788">
                <a:extLst>
                  <a:ext uri="{FF2B5EF4-FFF2-40B4-BE49-F238E27FC236}">
                    <a16:creationId xmlns:a16="http://schemas.microsoft.com/office/drawing/2014/main" id="{438E9E1B-8988-D9A2-6B00-7780B03B4965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9" name="pg3789">
                <a:extLst>
                  <a:ext uri="{FF2B5EF4-FFF2-40B4-BE49-F238E27FC236}">
                    <a16:creationId xmlns:a16="http://schemas.microsoft.com/office/drawing/2014/main" id="{0C207906-C09B-3818-7F50-F517EEB0C6C4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0" name="pg3790">
                <a:extLst>
                  <a:ext uri="{FF2B5EF4-FFF2-40B4-BE49-F238E27FC236}">
                    <a16:creationId xmlns:a16="http://schemas.microsoft.com/office/drawing/2014/main" id="{E5824BA4-8033-167B-E722-51393BC88197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1" name="pg3791">
                <a:extLst>
                  <a:ext uri="{FF2B5EF4-FFF2-40B4-BE49-F238E27FC236}">
                    <a16:creationId xmlns:a16="http://schemas.microsoft.com/office/drawing/2014/main" id="{66C3DC40-E68E-A585-6374-1DB8B15DA3E5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2" name="pg3792">
                <a:extLst>
                  <a:ext uri="{FF2B5EF4-FFF2-40B4-BE49-F238E27FC236}">
                    <a16:creationId xmlns:a16="http://schemas.microsoft.com/office/drawing/2014/main" id="{D659744A-06DC-8498-31E4-E3E4B83EFA04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3" name="pg3793">
                <a:extLst>
                  <a:ext uri="{FF2B5EF4-FFF2-40B4-BE49-F238E27FC236}">
                    <a16:creationId xmlns:a16="http://schemas.microsoft.com/office/drawing/2014/main" id="{D69B47A4-C2D1-AB33-2ECF-688F3732D887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4" name="pg3794">
                <a:extLst>
                  <a:ext uri="{FF2B5EF4-FFF2-40B4-BE49-F238E27FC236}">
                    <a16:creationId xmlns:a16="http://schemas.microsoft.com/office/drawing/2014/main" id="{A1FB3EC5-92AD-1803-0797-624D8790FBA3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5" name="pg3795">
                <a:extLst>
                  <a:ext uri="{FF2B5EF4-FFF2-40B4-BE49-F238E27FC236}">
                    <a16:creationId xmlns:a16="http://schemas.microsoft.com/office/drawing/2014/main" id="{77CB1EF2-E148-40B0-9ABE-62BFB9091F73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6" name="pg3796">
                <a:extLst>
                  <a:ext uri="{FF2B5EF4-FFF2-40B4-BE49-F238E27FC236}">
                    <a16:creationId xmlns:a16="http://schemas.microsoft.com/office/drawing/2014/main" id="{D0ED871A-ABDA-2C55-A382-C3B3F62CECD7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7" name="pg3797">
                <a:extLst>
                  <a:ext uri="{FF2B5EF4-FFF2-40B4-BE49-F238E27FC236}">
                    <a16:creationId xmlns:a16="http://schemas.microsoft.com/office/drawing/2014/main" id="{61A18509-3655-7416-8E32-82FC6C9FB245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8" name="pg3798">
                <a:extLst>
                  <a:ext uri="{FF2B5EF4-FFF2-40B4-BE49-F238E27FC236}">
                    <a16:creationId xmlns:a16="http://schemas.microsoft.com/office/drawing/2014/main" id="{63A89853-245F-A0BA-31D2-3528E599BAB8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9" name="pg3799">
                <a:extLst>
                  <a:ext uri="{FF2B5EF4-FFF2-40B4-BE49-F238E27FC236}">
                    <a16:creationId xmlns:a16="http://schemas.microsoft.com/office/drawing/2014/main" id="{6372D436-B75A-4B94-D3BD-8F880210852B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0" name="pg3800">
                <a:extLst>
                  <a:ext uri="{FF2B5EF4-FFF2-40B4-BE49-F238E27FC236}">
                    <a16:creationId xmlns:a16="http://schemas.microsoft.com/office/drawing/2014/main" id="{96F7B6F6-21C6-7FE1-30D0-A4AFEDD27BF3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1" name="pg3801">
                <a:extLst>
                  <a:ext uri="{FF2B5EF4-FFF2-40B4-BE49-F238E27FC236}">
                    <a16:creationId xmlns:a16="http://schemas.microsoft.com/office/drawing/2014/main" id="{5BBC564B-D69D-EAAB-690B-6627C2C99ABC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2" name="pg3802">
                <a:extLst>
                  <a:ext uri="{FF2B5EF4-FFF2-40B4-BE49-F238E27FC236}">
                    <a16:creationId xmlns:a16="http://schemas.microsoft.com/office/drawing/2014/main" id="{1DD3A167-1887-6FBA-B51D-1AE8893BC42B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3" name="pg3803">
                <a:extLst>
                  <a:ext uri="{FF2B5EF4-FFF2-40B4-BE49-F238E27FC236}">
                    <a16:creationId xmlns:a16="http://schemas.microsoft.com/office/drawing/2014/main" id="{4AEBCD9F-6D7C-F0A5-FA2A-4000540AAD0C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4" name="pg3804">
                <a:extLst>
                  <a:ext uri="{FF2B5EF4-FFF2-40B4-BE49-F238E27FC236}">
                    <a16:creationId xmlns:a16="http://schemas.microsoft.com/office/drawing/2014/main" id="{6DC992B4-AB4D-D6A5-B540-A57CB5EBB10A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5" name="pg3805">
                <a:extLst>
                  <a:ext uri="{FF2B5EF4-FFF2-40B4-BE49-F238E27FC236}">
                    <a16:creationId xmlns:a16="http://schemas.microsoft.com/office/drawing/2014/main" id="{8521F7C8-3E8F-6448-2D1F-71DD90971FFD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6" name="pg3806">
                <a:extLst>
                  <a:ext uri="{FF2B5EF4-FFF2-40B4-BE49-F238E27FC236}">
                    <a16:creationId xmlns:a16="http://schemas.microsoft.com/office/drawing/2014/main" id="{3B87DA0F-7BCB-AB01-0141-99339A4AF802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7" name="pg3807">
                <a:extLst>
                  <a:ext uri="{FF2B5EF4-FFF2-40B4-BE49-F238E27FC236}">
                    <a16:creationId xmlns:a16="http://schemas.microsoft.com/office/drawing/2014/main" id="{00984D0D-0A66-72AF-F898-5A1B52BFDE90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8" name="pg3808">
                <a:extLst>
                  <a:ext uri="{FF2B5EF4-FFF2-40B4-BE49-F238E27FC236}">
                    <a16:creationId xmlns:a16="http://schemas.microsoft.com/office/drawing/2014/main" id="{BDAF9387-411B-5C21-0DED-3EAC8F7FD628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9" name="pg3809">
                <a:extLst>
                  <a:ext uri="{FF2B5EF4-FFF2-40B4-BE49-F238E27FC236}">
                    <a16:creationId xmlns:a16="http://schemas.microsoft.com/office/drawing/2014/main" id="{DA3304F2-741C-B2F3-ABD0-97A3353A91F0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0" name="pg3810">
                <a:extLst>
                  <a:ext uri="{FF2B5EF4-FFF2-40B4-BE49-F238E27FC236}">
                    <a16:creationId xmlns:a16="http://schemas.microsoft.com/office/drawing/2014/main" id="{EE5605D0-7AA3-82DD-673F-6FC8DC9F3D5C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1" name="pg3811">
                <a:extLst>
                  <a:ext uri="{FF2B5EF4-FFF2-40B4-BE49-F238E27FC236}">
                    <a16:creationId xmlns:a16="http://schemas.microsoft.com/office/drawing/2014/main" id="{98EA2826-305D-DCC1-664E-950D5ED0EBE2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2" name="pg3812">
                <a:extLst>
                  <a:ext uri="{FF2B5EF4-FFF2-40B4-BE49-F238E27FC236}">
                    <a16:creationId xmlns:a16="http://schemas.microsoft.com/office/drawing/2014/main" id="{C757163F-C922-0732-24B4-B16E703F1D8D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3" name="pg3813">
                <a:extLst>
                  <a:ext uri="{FF2B5EF4-FFF2-40B4-BE49-F238E27FC236}">
                    <a16:creationId xmlns:a16="http://schemas.microsoft.com/office/drawing/2014/main" id="{42A1F6AE-6319-03EA-00DC-810306B804A1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4" name="pg3814">
                <a:extLst>
                  <a:ext uri="{FF2B5EF4-FFF2-40B4-BE49-F238E27FC236}">
                    <a16:creationId xmlns:a16="http://schemas.microsoft.com/office/drawing/2014/main" id="{D8966A76-C2C8-C90F-61B8-03B260F6737D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5" name="pg3815">
                <a:extLst>
                  <a:ext uri="{FF2B5EF4-FFF2-40B4-BE49-F238E27FC236}">
                    <a16:creationId xmlns:a16="http://schemas.microsoft.com/office/drawing/2014/main" id="{ABFDFA2A-A177-A0DE-61CD-C5428B94733C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6" name="pg3816">
                <a:extLst>
                  <a:ext uri="{FF2B5EF4-FFF2-40B4-BE49-F238E27FC236}">
                    <a16:creationId xmlns:a16="http://schemas.microsoft.com/office/drawing/2014/main" id="{545B9C5F-B6E5-4118-FB3F-27319D3CDBE9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7" name="pg3817">
                <a:extLst>
                  <a:ext uri="{FF2B5EF4-FFF2-40B4-BE49-F238E27FC236}">
                    <a16:creationId xmlns:a16="http://schemas.microsoft.com/office/drawing/2014/main" id="{B5823D8C-9C5E-F773-A7F7-5CA782B4A2FB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8" name="pg3818">
                <a:extLst>
                  <a:ext uri="{FF2B5EF4-FFF2-40B4-BE49-F238E27FC236}">
                    <a16:creationId xmlns:a16="http://schemas.microsoft.com/office/drawing/2014/main" id="{46A3B8D9-4772-18A3-2214-A21A0C7FAF7D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9" name="pg3819">
                <a:extLst>
                  <a:ext uri="{FF2B5EF4-FFF2-40B4-BE49-F238E27FC236}">
                    <a16:creationId xmlns:a16="http://schemas.microsoft.com/office/drawing/2014/main" id="{E4342E79-0574-38C9-47AE-468C687D2CD7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0" name="pg3820">
                <a:extLst>
                  <a:ext uri="{FF2B5EF4-FFF2-40B4-BE49-F238E27FC236}">
                    <a16:creationId xmlns:a16="http://schemas.microsoft.com/office/drawing/2014/main" id="{82EC1BCE-B929-89AB-A393-9E2AFC7EB111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1" name="pg3821">
                <a:extLst>
                  <a:ext uri="{FF2B5EF4-FFF2-40B4-BE49-F238E27FC236}">
                    <a16:creationId xmlns:a16="http://schemas.microsoft.com/office/drawing/2014/main" id="{AC5C6DDB-6BC3-D8AE-DE0A-8044A638AC6A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2" name="pg3822">
                <a:extLst>
                  <a:ext uri="{FF2B5EF4-FFF2-40B4-BE49-F238E27FC236}">
                    <a16:creationId xmlns:a16="http://schemas.microsoft.com/office/drawing/2014/main" id="{6235E724-DB4E-15FA-FB38-F8322D374325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3" name="pg3823">
                <a:extLst>
                  <a:ext uri="{FF2B5EF4-FFF2-40B4-BE49-F238E27FC236}">
                    <a16:creationId xmlns:a16="http://schemas.microsoft.com/office/drawing/2014/main" id="{64AE0B2D-08E7-74D6-50B5-C415AB3F05F4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4" name="pg3824">
                <a:extLst>
                  <a:ext uri="{FF2B5EF4-FFF2-40B4-BE49-F238E27FC236}">
                    <a16:creationId xmlns:a16="http://schemas.microsoft.com/office/drawing/2014/main" id="{9A090D85-196D-2684-0E03-5823E33E1069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5" name="pg3825">
                <a:extLst>
                  <a:ext uri="{FF2B5EF4-FFF2-40B4-BE49-F238E27FC236}">
                    <a16:creationId xmlns:a16="http://schemas.microsoft.com/office/drawing/2014/main" id="{3DD562B5-1E06-4B22-F963-2F896505248D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6" name="pg3826">
                <a:extLst>
                  <a:ext uri="{FF2B5EF4-FFF2-40B4-BE49-F238E27FC236}">
                    <a16:creationId xmlns:a16="http://schemas.microsoft.com/office/drawing/2014/main" id="{ACF83241-A1BC-C40A-8E35-3F959EC6AE66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7" name="pg3827">
                <a:extLst>
                  <a:ext uri="{FF2B5EF4-FFF2-40B4-BE49-F238E27FC236}">
                    <a16:creationId xmlns:a16="http://schemas.microsoft.com/office/drawing/2014/main" id="{DA03F1C3-B152-A9BE-8A64-DEF11FADAF55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8" name="pg3828">
                <a:extLst>
                  <a:ext uri="{FF2B5EF4-FFF2-40B4-BE49-F238E27FC236}">
                    <a16:creationId xmlns:a16="http://schemas.microsoft.com/office/drawing/2014/main" id="{3190523B-5A4D-F26A-91FE-B43CA922BE40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9" name="pg3829">
                <a:extLst>
                  <a:ext uri="{FF2B5EF4-FFF2-40B4-BE49-F238E27FC236}">
                    <a16:creationId xmlns:a16="http://schemas.microsoft.com/office/drawing/2014/main" id="{98F66358-24CA-F279-6DB5-375B84579AAC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0" name="pg3830">
                <a:extLst>
                  <a:ext uri="{FF2B5EF4-FFF2-40B4-BE49-F238E27FC236}">
                    <a16:creationId xmlns:a16="http://schemas.microsoft.com/office/drawing/2014/main" id="{E287DD2D-F7C9-DD8A-7DC5-2080FB6A642C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1" name="pg3831">
                <a:extLst>
                  <a:ext uri="{FF2B5EF4-FFF2-40B4-BE49-F238E27FC236}">
                    <a16:creationId xmlns:a16="http://schemas.microsoft.com/office/drawing/2014/main" id="{6B3C2B95-E06C-9111-9CB4-A2AA207C8F7E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2" name="pg3832">
                <a:extLst>
                  <a:ext uri="{FF2B5EF4-FFF2-40B4-BE49-F238E27FC236}">
                    <a16:creationId xmlns:a16="http://schemas.microsoft.com/office/drawing/2014/main" id="{7D782ECA-FE27-D0A4-39AA-5258F8BF5ABB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3" name="pg3833">
                <a:extLst>
                  <a:ext uri="{FF2B5EF4-FFF2-40B4-BE49-F238E27FC236}">
                    <a16:creationId xmlns:a16="http://schemas.microsoft.com/office/drawing/2014/main" id="{DAC6A4F0-09BC-332C-C634-A9F27959CDD5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4" name="pg3834">
                <a:extLst>
                  <a:ext uri="{FF2B5EF4-FFF2-40B4-BE49-F238E27FC236}">
                    <a16:creationId xmlns:a16="http://schemas.microsoft.com/office/drawing/2014/main" id="{F05D86BA-02AE-9147-C52F-42960974E084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5" name="pg3835">
                <a:extLst>
                  <a:ext uri="{FF2B5EF4-FFF2-40B4-BE49-F238E27FC236}">
                    <a16:creationId xmlns:a16="http://schemas.microsoft.com/office/drawing/2014/main" id="{29E225C3-68EB-3C36-9FE5-9D180E102519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6" name="pg3836">
                <a:extLst>
                  <a:ext uri="{FF2B5EF4-FFF2-40B4-BE49-F238E27FC236}">
                    <a16:creationId xmlns:a16="http://schemas.microsoft.com/office/drawing/2014/main" id="{B4F5576B-B038-A6E0-E2AF-812FB930A528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7" name="pg3837">
                <a:extLst>
                  <a:ext uri="{FF2B5EF4-FFF2-40B4-BE49-F238E27FC236}">
                    <a16:creationId xmlns:a16="http://schemas.microsoft.com/office/drawing/2014/main" id="{EDBD7A99-4DCA-8728-5113-54698D8A0B01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8" name="pg3838">
                <a:extLst>
                  <a:ext uri="{FF2B5EF4-FFF2-40B4-BE49-F238E27FC236}">
                    <a16:creationId xmlns:a16="http://schemas.microsoft.com/office/drawing/2014/main" id="{EFAEBF31-24AE-F298-3FE1-72339B7B4357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9" name="pg3839">
                <a:extLst>
                  <a:ext uri="{FF2B5EF4-FFF2-40B4-BE49-F238E27FC236}">
                    <a16:creationId xmlns:a16="http://schemas.microsoft.com/office/drawing/2014/main" id="{36F5FCA5-527B-751A-5ED7-7E31B3DDE246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0" name="pg3840">
                <a:extLst>
                  <a:ext uri="{FF2B5EF4-FFF2-40B4-BE49-F238E27FC236}">
                    <a16:creationId xmlns:a16="http://schemas.microsoft.com/office/drawing/2014/main" id="{FD7DD7F6-B824-9FB4-5614-872A4B4C5AE4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1" name="pg3841">
                <a:extLst>
                  <a:ext uri="{FF2B5EF4-FFF2-40B4-BE49-F238E27FC236}">
                    <a16:creationId xmlns:a16="http://schemas.microsoft.com/office/drawing/2014/main" id="{24190A29-0A90-0110-1436-9A2CC9F2F755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2" name="pg3842">
                <a:extLst>
                  <a:ext uri="{FF2B5EF4-FFF2-40B4-BE49-F238E27FC236}">
                    <a16:creationId xmlns:a16="http://schemas.microsoft.com/office/drawing/2014/main" id="{AA4C0B79-3F7B-FC55-6FEC-5ED98A4FBAD8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3" name="pg3843">
                <a:extLst>
                  <a:ext uri="{FF2B5EF4-FFF2-40B4-BE49-F238E27FC236}">
                    <a16:creationId xmlns:a16="http://schemas.microsoft.com/office/drawing/2014/main" id="{A490A4A1-F826-BCA4-A09E-577DE66A9576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4" name="pg3844">
                <a:extLst>
                  <a:ext uri="{FF2B5EF4-FFF2-40B4-BE49-F238E27FC236}">
                    <a16:creationId xmlns:a16="http://schemas.microsoft.com/office/drawing/2014/main" id="{7A279D54-574B-B812-D318-D7E44F9CE11E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5" name="pg3845">
                <a:extLst>
                  <a:ext uri="{FF2B5EF4-FFF2-40B4-BE49-F238E27FC236}">
                    <a16:creationId xmlns:a16="http://schemas.microsoft.com/office/drawing/2014/main" id="{AAA8AE10-1E86-1E06-3BC1-350BE8A5F13D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6" name="pg3846">
                <a:extLst>
                  <a:ext uri="{FF2B5EF4-FFF2-40B4-BE49-F238E27FC236}">
                    <a16:creationId xmlns:a16="http://schemas.microsoft.com/office/drawing/2014/main" id="{1F50E174-FBC7-09F9-8BF4-C81CCDD13F3E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7" name="pg3847">
                <a:extLst>
                  <a:ext uri="{FF2B5EF4-FFF2-40B4-BE49-F238E27FC236}">
                    <a16:creationId xmlns:a16="http://schemas.microsoft.com/office/drawing/2014/main" id="{A5F7E23B-9F25-55EF-8B7C-653F0A544B89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8" name="pg3848">
                <a:extLst>
                  <a:ext uri="{FF2B5EF4-FFF2-40B4-BE49-F238E27FC236}">
                    <a16:creationId xmlns:a16="http://schemas.microsoft.com/office/drawing/2014/main" id="{3880F78B-AB66-911E-8AD2-DA300DB619E0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9" name="pg3849">
                <a:extLst>
                  <a:ext uri="{FF2B5EF4-FFF2-40B4-BE49-F238E27FC236}">
                    <a16:creationId xmlns:a16="http://schemas.microsoft.com/office/drawing/2014/main" id="{371BE72B-8F2E-3415-2315-6FF0B12D10AC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0" name="pg3850">
                <a:extLst>
                  <a:ext uri="{FF2B5EF4-FFF2-40B4-BE49-F238E27FC236}">
                    <a16:creationId xmlns:a16="http://schemas.microsoft.com/office/drawing/2014/main" id="{036D4DA3-2A8B-C7D3-63E9-A57F82BDB1B3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1" name="pg3851">
                <a:extLst>
                  <a:ext uri="{FF2B5EF4-FFF2-40B4-BE49-F238E27FC236}">
                    <a16:creationId xmlns:a16="http://schemas.microsoft.com/office/drawing/2014/main" id="{4BA947D4-051B-9237-1372-457DA2EF9581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2" name="pg3852">
                <a:extLst>
                  <a:ext uri="{FF2B5EF4-FFF2-40B4-BE49-F238E27FC236}">
                    <a16:creationId xmlns:a16="http://schemas.microsoft.com/office/drawing/2014/main" id="{C7947D4B-C807-87A5-11B6-9BDFDFB5311F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3" name="pg3853">
                <a:extLst>
                  <a:ext uri="{FF2B5EF4-FFF2-40B4-BE49-F238E27FC236}">
                    <a16:creationId xmlns:a16="http://schemas.microsoft.com/office/drawing/2014/main" id="{45959D0E-5D58-91BD-9BA3-9F767E631020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4" name="pg3854">
                <a:extLst>
                  <a:ext uri="{FF2B5EF4-FFF2-40B4-BE49-F238E27FC236}">
                    <a16:creationId xmlns:a16="http://schemas.microsoft.com/office/drawing/2014/main" id="{2FF4DB26-0782-1BA3-71DA-C9885910DBBB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5" name="pg3855">
                <a:extLst>
                  <a:ext uri="{FF2B5EF4-FFF2-40B4-BE49-F238E27FC236}">
                    <a16:creationId xmlns:a16="http://schemas.microsoft.com/office/drawing/2014/main" id="{70A06204-CB85-1BA8-BE41-F409FCC86DE4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6" name="pg3856">
                <a:extLst>
                  <a:ext uri="{FF2B5EF4-FFF2-40B4-BE49-F238E27FC236}">
                    <a16:creationId xmlns:a16="http://schemas.microsoft.com/office/drawing/2014/main" id="{959BC536-B9EA-3C29-28AA-AA7B066735C7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7" name="pg3857">
                <a:extLst>
                  <a:ext uri="{FF2B5EF4-FFF2-40B4-BE49-F238E27FC236}">
                    <a16:creationId xmlns:a16="http://schemas.microsoft.com/office/drawing/2014/main" id="{EB054F85-F797-0165-1E10-2B21469653EB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8" name="pg3858">
                <a:extLst>
                  <a:ext uri="{FF2B5EF4-FFF2-40B4-BE49-F238E27FC236}">
                    <a16:creationId xmlns:a16="http://schemas.microsoft.com/office/drawing/2014/main" id="{5CD959CC-046F-5830-430D-C08A13D83C86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9" name="pg3859">
                <a:extLst>
                  <a:ext uri="{FF2B5EF4-FFF2-40B4-BE49-F238E27FC236}">
                    <a16:creationId xmlns:a16="http://schemas.microsoft.com/office/drawing/2014/main" id="{D4A3929F-FF00-DA36-DAFE-90E797C734D2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0" name="pg3860">
                <a:extLst>
                  <a:ext uri="{FF2B5EF4-FFF2-40B4-BE49-F238E27FC236}">
                    <a16:creationId xmlns:a16="http://schemas.microsoft.com/office/drawing/2014/main" id="{540DB822-2028-2CCF-1F7A-0C65BA23F04D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1" name="pg3861">
                <a:extLst>
                  <a:ext uri="{FF2B5EF4-FFF2-40B4-BE49-F238E27FC236}">
                    <a16:creationId xmlns:a16="http://schemas.microsoft.com/office/drawing/2014/main" id="{3DD2A2E3-BDA7-8141-957B-14D5F4656B32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2" name="pg3862">
                <a:extLst>
                  <a:ext uri="{FF2B5EF4-FFF2-40B4-BE49-F238E27FC236}">
                    <a16:creationId xmlns:a16="http://schemas.microsoft.com/office/drawing/2014/main" id="{D9964EAE-D120-111C-0F3E-9FBDAA8CAD43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3" name="pg3863">
                <a:extLst>
                  <a:ext uri="{FF2B5EF4-FFF2-40B4-BE49-F238E27FC236}">
                    <a16:creationId xmlns:a16="http://schemas.microsoft.com/office/drawing/2014/main" id="{7B669B3B-5DFE-0A4D-E5AA-532A94AA5C04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4" name="pg3864">
                <a:extLst>
                  <a:ext uri="{FF2B5EF4-FFF2-40B4-BE49-F238E27FC236}">
                    <a16:creationId xmlns:a16="http://schemas.microsoft.com/office/drawing/2014/main" id="{E6603A02-B877-A184-A2F8-EB3AAAD0177A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5" name="pg3865">
                <a:extLst>
                  <a:ext uri="{FF2B5EF4-FFF2-40B4-BE49-F238E27FC236}">
                    <a16:creationId xmlns:a16="http://schemas.microsoft.com/office/drawing/2014/main" id="{9C884919-C51C-4204-F709-A4F21E1ACADC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6" name="pg3866">
                <a:extLst>
                  <a:ext uri="{FF2B5EF4-FFF2-40B4-BE49-F238E27FC236}">
                    <a16:creationId xmlns:a16="http://schemas.microsoft.com/office/drawing/2014/main" id="{E76674D9-CFD0-C9D5-9DF2-41B3ABA26060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7" name="pg3867">
                <a:extLst>
                  <a:ext uri="{FF2B5EF4-FFF2-40B4-BE49-F238E27FC236}">
                    <a16:creationId xmlns:a16="http://schemas.microsoft.com/office/drawing/2014/main" id="{0154D148-042A-4BFD-6B4D-9D06B777A81C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8" name="pg3868">
                <a:extLst>
                  <a:ext uri="{FF2B5EF4-FFF2-40B4-BE49-F238E27FC236}">
                    <a16:creationId xmlns:a16="http://schemas.microsoft.com/office/drawing/2014/main" id="{38C9619F-9194-9D6D-DF8E-60659AF90CA7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9" name="pg3869">
                <a:extLst>
                  <a:ext uri="{FF2B5EF4-FFF2-40B4-BE49-F238E27FC236}">
                    <a16:creationId xmlns:a16="http://schemas.microsoft.com/office/drawing/2014/main" id="{C080E8D1-1FD7-D903-9335-BF1B4AA47CA0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0" name="pg3870">
                <a:extLst>
                  <a:ext uri="{FF2B5EF4-FFF2-40B4-BE49-F238E27FC236}">
                    <a16:creationId xmlns:a16="http://schemas.microsoft.com/office/drawing/2014/main" id="{6FC1387F-1AE6-A18F-9CD1-5092B4CC2489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1" name="pg3871">
                <a:extLst>
                  <a:ext uri="{FF2B5EF4-FFF2-40B4-BE49-F238E27FC236}">
                    <a16:creationId xmlns:a16="http://schemas.microsoft.com/office/drawing/2014/main" id="{FB84EAAF-4EAF-769F-C81E-D62B0E585657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2" name="pg3872">
                <a:extLst>
                  <a:ext uri="{FF2B5EF4-FFF2-40B4-BE49-F238E27FC236}">
                    <a16:creationId xmlns:a16="http://schemas.microsoft.com/office/drawing/2014/main" id="{4BED7005-C3F8-690E-407D-26A18033DF4E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3" name="pg3873">
                <a:extLst>
                  <a:ext uri="{FF2B5EF4-FFF2-40B4-BE49-F238E27FC236}">
                    <a16:creationId xmlns:a16="http://schemas.microsoft.com/office/drawing/2014/main" id="{8E6FFF8C-683E-B754-058B-B2223A54CAE6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4" name="pg3874">
                <a:extLst>
                  <a:ext uri="{FF2B5EF4-FFF2-40B4-BE49-F238E27FC236}">
                    <a16:creationId xmlns:a16="http://schemas.microsoft.com/office/drawing/2014/main" id="{F482B892-589F-3835-0CBB-6AFBFEE27792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5" name="pg3875">
                <a:extLst>
                  <a:ext uri="{FF2B5EF4-FFF2-40B4-BE49-F238E27FC236}">
                    <a16:creationId xmlns:a16="http://schemas.microsoft.com/office/drawing/2014/main" id="{87DF92E9-16B4-F613-AC59-69A007D50933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6" name="pg3876">
                <a:extLst>
                  <a:ext uri="{FF2B5EF4-FFF2-40B4-BE49-F238E27FC236}">
                    <a16:creationId xmlns:a16="http://schemas.microsoft.com/office/drawing/2014/main" id="{B32F5D9E-F83D-1EE9-26BA-70F6D0A70796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7" name="pg3877">
                <a:extLst>
                  <a:ext uri="{FF2B5EF4-FFF2-40B4-BE49-F238E27FC236}">
                    <a16:creationId xmlns:a16="http://schemas.microsoft.com/office/drawing/2014/main" id="{51C5AE1A-3282-C079-EEC7-C048E60B2738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8" name="pg3878">
                <a:extLst>
                  <a:ext uri="{FF2B5EF4-FFF2-40B4-BE49-F238E27FC236}">
                    <a16:creationId xmlns:a16="http://schemas.microsoft.com/office/drawing/2014/main" id="{5D5C649F-7ED7-8B54-7570-279F2B826089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9" name="pg3879">
                <a:extLst>
                  <a:ext uri="{FF2B5EF4-FFF2-40B4-BE49-F238E27FC236}">
                    <a16:creationId xmlns:a16="http://schemas.microsoft.com/office/drawing/2014/main" id="{8F181650-584E-F2F5-0439-8FA9F97E9C83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0" name="pg3880">
                <a:extLst>
                  <a:ext uri="{FF2B5EF4-FFF2-40B4-BE49-F238E27FC236}">
                    <a16:creationId xmlns:a16="http://schemas.microsoft.com/office/drawing/2014/main" id="{935C4663-45D3-91EE-4881-4AD9DC7F36E9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1" name="pg3881">
                <a:extLst>
                  <a:ext uri="{FF2B5EF4-FFF2-40B4-BE49-F238E27FC236}">
                    <a16:creationId xmlns:a16="http://schemas.microsoft.com/office/drawing/2014/main" id="{26E16B8E-A4C6-4DD1-64BC-BEBC46B19EE1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2" name="pg3882">
                <a:extLst>
                  <a:ext uri="{FF2B5EF4-FFF2-40B4-BE49-F238E27FC236}">
                    <a16:creationId xmlns:a16="http://schemas.microsoft.com/office/drawing/2014/main" id="{17A51242-4F3A-AC00-EDF8-9DCA0EF63888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3" name="pg3883">
                <a:extLst>
                  <a:ext uri="{FF2B5EF4-FFF2-40B4-BE49-F238E27FC236}">
                    <a16:creationId xmlns:a16="http://schemas.microsoft.com/office/drawing/2014/main" id="{4D3A4F83-13E2-8E00-4AD7-00BA1BD40538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4" name="pg3884">
                <a:extLst>
                  <a:ext uri="{FF2B5EF4-FFF2-40B4-BE49-F238E27FC236}">
                    <a16:creationId xmlns:a16="http://schemas.microsoft.com/office/drawing/2014/main" id="{E5F0A632-AEBD-E584-7049-4B197F6F15A6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5" name="pg3885">
                <a:extLst>
                  <a:ext uri="{FF2B5EF4-FFF2-40B4-BE49-F238E27FC236}">
                    <a16:creationId xmlns:a16="http://schemas.microsoft.com/office/drawing/2014/main" id="{B1A437F9-B0D3-273B-541E-0D35AB67C240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6" name="pg3886">
                <a:extLst>
                  <a:ext uri="{FF2B5EF4-FFF2-40B4-BE49-F238E27FC236}">
                    <a16:creationId xmlns:a16="http://schemas.microsoft.com/office/drawing/2014/main" id="{40063F46-FF41-D914-127C-634A7133909F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7" name="pg3887">
                <a:extLst>
                  <a:ext uri="{FF2B5EF4-FFF2-40B4-BE49-F238E27FC236}">
                    <a16:creationId xmlns:a16="http://schemas.microsoft.com/office/drawing/2014/main" id="{440319F3-083D-9A9A-5753-E958562B5E22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8" name="pg3888">
                <a:extLst>
                  <a:ext uri="{FF2B5EF4-FFF2-40B4-BE49-F238E27FC236}">
                    <a16:creationId xmlns:a16="http://schemas.microsoft.com/office/drawing/2014/main" id="{A39265BA-F28C-1667-5BCC-ABEACF05638F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9" name="pg3889">
                <a:extLst>
                  <a:ext uri="{FF2B5EF4-FFF2-40B4-BE49-F238E27FC236}">
                    <a16:creationId xmlns:a16="http://schemas.microsoft.com/office/drawing/2014/main" id="{04FA1D54-4322-3F6A-9F48-225161C39675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0" name="pg3890">
                <a:extLst>
                  <a:ext uri="{FF2B5EF4-FFF2-40B4-BE49-F238E27FC236}">
                    <a16:creationId xmlns:a16="http://schemas.microsoft.com/office/drawing/2014/main" id="{620EB06B-BC72-CAD3-1A78-E203DFAAC888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1" name="pg3891">
                <a:extLst>
                  <a:ext uri="{FF2B5EF4-FFF2-40B4-BE49-F238E27FC236}">
                    <a16:creationId xmlns:a16="http://schemas.microsoft.com/office/drawing/2014/main" id="{3D01D6A1-59D8-D98E-2E19-CE089DB702EA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2" name="pg3892">
                <a:extLst>
                  <a:ext uri="{FF2B5EF4-FFF2-40B4-BE49-F238E27FC236}">
                    <a16:creationId xmlns:a16="http://schemas.microsoft.com/office/drawing/2014/main" id="{5317A426-992C-A9E4-D0D8-A8C57ED1F0DD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3" name="pg3893">
                <a:extLst>
                  <a:ext uri="{FF2B5EF4-FFF2-40B4-BE49-F238E27FC236}">
                    <a16:creationId xmlns:a16="http://schemas.microsoft.com/office/drawing/2014/main" id="{E16EA203-53AA-1C82-79A0-32897BF03EB4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4" name="pg3894">
                <a:extLst>
                  <a:ext uri="{FF2B5EF4-FFF2-40B4-BE49-F238E27FC236}">
                    <a16:creationId xmlns:a16="http://schemas.microsoft.com/office/drawing/2014/main" id="{D0B2D76A-3945-A9B4-5C4E-7278C6DC79AF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5" name="pg3895">
                <a:extLst>
                  <a:ext uri="{FF2B5EF4-FFF2-40B4-BE49-F238E27FC236}">
                    <a16:creationId xmlns:a16="http://schemas.microsoft.com/office/drawing/2014/main" id="{2F27B56C-7987-AD24-9E99-7C18DB542C0F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6" name="pg3896">
                <a:extLst>
                  <a:ext uri="{FF2B5EF4-FFF2-40B4-BE49-F238E27FC236}">
                    <a16:creationId xmlns:a16="http://schemas.microsoft.com/office/drawing/2014/main" id="{20BDF07B-53AD-7130-BF4D-2AB1772B5405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7" name="pg3897">
                <a:extLst>
                  <a:ext uri="{FF2B5EF4-FFF2-40B4-BE49-F238E27FC236}">
                    <a16:creationId xmlns:a16="http://schemas.microsoft.com/office/drawing/2014/main" id="{3BBB7D00-FCA4-D09A-5827-50ADDE5E9051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8" name="pg3898">
                <a:extLst>
                  <a:ext uri="{FF2B5EF4-FFF2-40B4-BE49-F238E27FC236}">
                    <a16:creationId xmlns:a16="http://schemas.microsoft.com/office/drawing/2014/main" id="{6C03B583-47F7-D79B-9D94-3CE1E14CAAEA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9" name="pg3899">
                <a:extLst>
                  <a:ext uri="{FF2B5EF4-FFF2-40B4-BE49-F238E27FC236}">
                    <a16:creationId xmlns:a16="http://schemas.microsoft.com/office/drawing/2014/main" id="{F04CB893-38AE-56A1-2ACA-076EAFD597BC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0" name="pg3900">
                <a:extLst>
                  <a:ext uri="{FF2B5EF4-FFF2-40B4-BE49-F238E27FC236}">
                    <a16:creationId xmlns:a16="http://schemas.microsoft.com/office/drawing/2014/main" id="{D44ECADB-8B7D-0864-2B30-D8A2181FD654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1" name="pg3901">
                <a:extLst>
                  <a:ext uri="{FF2B5EF4-FFF2-40B4-BE49-F238E27FC236}">
                    <a16:creationId xmlns:a16="http://schemas.microsoft.com/office/drawing/2014/main" id="{428138C8-4941-B534-9149-8DF3E9DB5D92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2" name="pg3902">
                <a:extLst>
                  <a:ext uri="{FF2B5EF4-FFF2-40B4-BE49-F238E27FC236}">
                    <a16:creationId xmlns:a16="http://schemas.microsoft.com/office/drawing/2014/main" id="{77D71014-74E7-A63B-8AC4-1AD85A92507C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3" name="pg3903">
                <a:extLst>
                  <a:ext uri="{FF2B5EF4-FFF2-40B4-BE49-F238E27FC236}">
                    <a16:creationId xmlns:a16="http://schemas.microsoft.com/office/drawing/2014/main" id="{80FECCD7-1FEF-44EC-26E8-9001586AE787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4" name="pg3904">
                <a:extLst>
                  <a:ext uri="{FF2B5EF4-FFF2-40B4-BE49-F238E27FC236}">
                    <a16:creationId xmlns:a16="http://schemas.microsoft.com/office/drawing/2014/main" id="{9F47AEDE-3B3A-2615-4116-9683D9A10B4C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5" name="pg3905">
                <a:extLst>
                  <a:ext uri="{FF2B5EF4-FFF2-40B4-BE49-F238E27FC236}">
                    <a16:creationId xmlns:a16="http://schemas.microsoft.com/office/drawing/2014/main" id="{C4BD7D09-0BE1-0018-7325-A7BB1805705E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6" name="pg3906">
                <a:extLst>
                  <a:ext uri="{FF2B5EF4-FFF2-40B4-BE49-F238E27FC236}">
                    <a16:creationId xmlns:a16="http://schemas.microsoft.com/office/drawing/2014/main" id="{E708924F-145E-3EEC-E3EE-4C015048AAB2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7" name="pg3907">
                <a:extLst>
                  <a:ext uri="{FF2B5EF4-FFF2-40B4-BE49-F238E27FC236}">
                    <a16:creationId xmlns:a16="http://schemas.microsoft.com/office/drawing/2014/main" id="{6AB1E678-A134-09D9-A59B-42EDD0CDE38A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8" name="pg3908">
                <a:extLst>
                  <a:ext uri="{FF2B5EF4-FFF2-40B4-BE49-F238E27FC236}">
                    <a16:creationId xmlns:a16="http://schemas.microsoft.com/office/drawing/2014/main" id="{9BE6E7F4-B754-7BCF-68B8-A59A7593A198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9" name="pg3909">
                <a:extLst>
                  <a:ext uri="{FF2B5EF4-FFF2-40B4-BE49-F238E27FC236}">
                    <a16:creationId xmlns:a16="http://schemas.microsoft.com/office/drawing/2014/main" id="{BBE91317-3FCD-4E59-2388-E752BE1D674F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0" name="pg3910">
                <a:extLst>
                  <a:ext uri="{FF2B5EF4-FFF2-40B4-BE49-F238E27FC236}">
                    <a16:creationId xmlns:a16="http://schemas.microsoft.com/office/drawing/2014/main" id="{188DFB69-4EFE-9A74-9684-72764D6FCA92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1" name="pg3911">
                <a:extLst>
                  <a:ext uri="{FF2B5EF4-FFF2-40B4-BE49-F238E27FC236}">
                    <a16:creationId xmlns:a16="http://schemas.microsoft.com/office/drawing/2014/main" id="{E39ED38A-85FB-61F1-81AD-D465687492DC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2" name="pg3912">
                <a:extLst>
                  <a:ext uri="{FF2B5EF4-FFF2-40B4-BE49-F238E27FC236}">
                    <a16:creationId xmlns:a16="http://schemas.microsoft.com/office/drawing/2014/main" id="{E63F4CC5-5D75-BF66-23EC-CD72BFBFCC50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3" name="pg3913">
                <a:extLst>
                  <a:ext uri="{FF2B5EF4-FFF2-40B4-BE49-F238E27FC236}">
                    <a16:creationId xmlns:a16="http://schemas.microsoft.com/office/drawing/2014/main" id="{28AB62F0-0DB1-5812-5C75-64D9FE6F7BCD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4" name="pg3914">
                <a:extLst>
                  <a:ext uri="{FF2B5EF4-FFF2-40B4-BE49-F238E27FC236}">
                    <a16:creationId xmlns:a16="http://schemas.microsoft.com/office/drawing/2014/main" id="{1847583E-876B-0CB7-3CB7-DED0C19DC50B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5" name="pg3915">
                <a:extLst>
                  <a:ext uri="{FF2B5EF4-FFF2-40B4-BE49-F238E27FC236}">
                    <a16:creationId xmlns:a16="http://schemas.microsoft.com/office/drawing/2014/main" id="{6E7DB138-5FF1-7B2D-C63B-4CE59B6CA730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6" name="pg3916">
                <a:extLst>
                  <a:ext uri="{FF2B5EF4-FFF2-40B4-BE49-F238E27FC236}">
                    <a16:creationId xmlns:a16="http://schemas.microsoft.com/office/drawing/2014/main" id="{E875B5BF-8196-D281-16D8-62670D23811A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7" name="pg3917">
                <a:extLst>
                  <a:ext uri="{FF2B5EF4-FFF2-40B4-BE49-F238E27FC236}">
                    <a16:creationId xmlns:a16="http://schemas.microsoft.com/office/drawing/2014/main" id="{778FBDF5-D19F-58CD-3EB9-7B84BD702566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8" name="pg3918">
                <a:extLst>
                  <a:ext uri="{FF2B5EF4-FFF2-40B4-BE49-F238E27FC236}">
                    <a16:creationId xmlns:a16="http://schemas.microsoft.com/office/drawing/2014/main" id="{C5C63028-7013-122F-1E2C-4CC7478A8FCE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9" name="pg3919">
                <a:extLst>
                  <a:ext uri="{FF2B5EF4-FFF2-40B4-BE49-F238E27FC236}">
                    <a16:creationId xmlns:a16="http://schemas.microsoft.com/office/drawing/2014/main" id="{AABF937E-7088-5F6B-1BC9-A6B945187C05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0" name="pg3920">
                <a:extLst>
                  <a:ext uri="{FF2B5EF4-FFF2-40B4-BE49-F238E27FC236}">
                    <a16:creationId xmlns:a16="http://schemas.microsoft.com/office/drawing/2014/main" id="{2FA40252-F578-D3BF-D4D8-A14D6BC71BD3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1" name="pg3921">
                <a:extLst>
                  <a:ext uri="{FF2B5EF4-FFF2-40B4-BE49-F238E27FC236}">
                    <a16:creationId xmlns:a16="http://schemas.microsoft.com/office/drawing/2014/main" id="{86590E7B-2921-5ED0-CBC6-F31527EFF90B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2" name="pg3922">
                <a:extLst>
                  <a:ext uri="{FF2B5EF4-FFF2-40B4-BE49-F238E27FC236}">
                    <a16:creationId xmlns:a16="http://schemas.microsoft.com/office/drawing/2014/main" id="{0600B51B-ACC7-2B24-7216-6D6BE041AF2B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3" name="pg3923">
                <a:extLst>
                  <a:ext uri="{FF2B5EF4-FFF2-40B4-BE49-F238E27FC236}">
                    <a16:creationId xmlns:a16="http://schemas.microsoft.com/office/drawing/2014/main" id="{10DEACA4-4BC2-C1BD-5E13-F530C596C382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4" name="pt3924">
                <a:extLst>
                  <a:ext uri="{FF2B5EF4-FFF2-40B4-BE49-F238E27FC236}">
                    <a16:creationId xmlns:a16="http://schemas.microsoft.com/office/drawing/2014/main" id="{044E748E-C291-054B-04E1-D2896E913B6A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51B7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5" name="pt3925">
                <a:extLst>
                  <a:ext uri="{FF2B5EF4-FFF2-40B4-BE49-F238E27FC236}">
                    <a16:creationId xmlns:a16="http://schemas.microsoft.com/office/drawing/2014/main" id="{A2BC3C06-635F-1785-CBA0-78441D4EB105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6" name="pt3926">
                <a:extLst>
                  <a:ext uri="{FF2B5EF4-FFF2-40B4-BE49-F238E27FC236}">
                    <a16:creationId xmlns:a16="http://schemas.microsoft.com/office/drawing/2014/main" id="{04185B23-D579-1D27-6AA6-135EABF6D487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7" name="pt3927">
                <a:extLst>
                  <a:ext uri="{FF2B5EF4-FFF2-40B4-BE49-F238E27FC236}">
                    <a16:creationId xmlns:a16="http://schemas.microsoft.com/office/drawing/2014/main" id="{BE11C166-7B1C-C2E3-0E08-9247B8C8567C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3A68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8" name="pt3928">
                <a:extLst>
                  <a:ext uri="{FF2B5EF4-FFF2-40B4-BE49-F238E27FC236}">
                    <a16:creationId xmlns:a16="http://schemas.microsoft.com/office/drawing/2014/main" id="{629776D4-5F12-73FD-4BA8-35C18A0E97B9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88D9B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9" name="pt3929">
                <a:extLst>
                  <a:ext uri="{FF2B5EF4-FFF2-40B4-BE49-F238E27FC236}">
                    <a16:creationId xmlns:a16="http://schemas.microsoft.com/office/drawing/2014/main" id="{C4A1E5C5-A615-094F-62A6-7A2065515FB5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359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0" name="pt3930">
                <a:extLst>
                  <a:ext uri="{FF2B5EF4-FFF2-40B4-BE49-F238E27FC236}">
                    <a16:creationId xmlns:a16="http://schemas.microsoft.com/office/drawing/2014/main" id="{B086C71E-A93F-4FEB-BC78-16247003D1B4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388A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1" name="pt3931">
                <a:extLst>
                  <a:ext uri="{FF2B5EF4-FFF2-40B4-BE49-F238E27FC236}">
                    <a16:creationId xmlns:a16="http://schemas.microsoft.com/office/drawing/2014/main" id="{45A8268D-B14B-4157-57DA-D3558A7F0031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82A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2" name="pt3932">
                <a:extLst>
                  <a:ext uri="{FF2B5EF4-FFF2-40B4-BE49-F238E27FC236}">
                    <a16:creationId xmlns:a16="http://schemas.microsoft.com/office/drawing/2014/main" id="{94EDF5FB-50BC-46D6-4DF3-E03BAA63AEDF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231A2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3" name="pt3933">
                <a:extLst>
                  <a:ext uri="{FF2B5EF4-FFF2-40B4-BE49-F238E27FC236}">
                    <a16:creationId xmlns:a16="http://schemas.microsoft.com/office/drawing/2014/main" id="{9425FE09-9578-9D4C-1638-BBE6A2E6F2B0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97DE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4" name="pt3934">
                <a:extLst>
                  <a:ext uri="{FF2B5EF4-FFF2-40B4-BE49-F238E27FC236}">
                    <a16:creationId xmlns:a16="http://schemas.microsoft.com/office/drawing/2014/main" id="{86745409-A8C5-630C-AD75-1B833A903DA6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6ED2B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5" name="pt3935">
                <a:extLst>
                  <a:ext uri="{FF2B5EF4-FFF2-40B4-BE49-F238E27FC236}">
                    <a16:creationId xmlns:a16="http://schemas.microsoft.com/office/drawing/2014/main" id="{31F0030F-4B37-DFE7-22BA-496882203113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48AC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6" name="pt3936">
                <a:extLst>
                  <a:ext uri="{FF2B5EF4-FFF2-40B4-BE49-F238E27FC236}">
                    <a16:creationId xmlns:a16="http://schemas.microsoft.com/office/drawing/2014/main" id="{0BB81BA0-6E1A-8485-3518-2ADE564AB2D6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7" name="pt3937">
                <a:extLst>
                  <a:ext uri="{FF2B5EF4-FFF2-40B4-BE49-F238E27FC236}">
                    <a16:creationId xmlns:a16="http://schemas.microsoft.com/office/drawing/2014/main" id="{61869EBF-B941-3C63-AB36-5798C2C51BC2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71D3B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8" name="pt3938">
                <a:extLst>
                  <a:ext uri="{FF2B5EF4-FFF2-40B4-BE49-F238E27FC236}">
                    <a16:creationId xmlns:a16="http://schemas.microsoft.com/office/drawing/2014/main" id="{DEA6C8FD-F13F-A7F2-DE39-1AB0922E7B19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82D8B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9" name="pt3939">
                <a:extLst>
                  <a:ext uri="{FF2B5EF4-FFF2-40B4-BE49-F238E27FC236}">
                    <a16:creationId xmlns:a16="http://schemas.microsoft.com/office/drawing/2014/main" id="{831D02F0-DF42-15CF-06D3-192A00DFFB08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74D3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0" name="pt3940">
                <a:extLst>
                  <a:ext uri="{FF2B5EF4-FFF2-40B4-BE49-F238E27FC236}">
                    <a16:creationId xmlns:a16="http://schemas.microsoft.com/office/drawing/2014/main" id="{43B6BA3D-D44E-13B7-46EA-04D9FB7C75BF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58C2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1" name="pt3941">
                <a:extLst>
                  <a:ext uri="{FF2B5EF4-FFF2-40B4-BE49-F238E27FC236}">
                    <a16:creationId xmlns:a16="http://schemas.microsoft.com/office/drawing/2014/main" id="{3F3208DF-CB65-B3EB-F2BC-11E9C86D01A1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378F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2" name="pt3942">
                <a:extLst>
                  <a:ext uri="{FF2B5EF4-FFF2-40B4-BE49-F238E27FC236}">
                    <a16:creationId xmlns:a16="http://schemas.microsoft.com/office/drawing/2014/main" id="{5D7F2CD0-161A-82EA-7B6E-0F9AF4AC14B5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CAEED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3" name="pt3943">
                <a:extLst>
                  <a:ext uri="{FF2B5EF4-FFF2-40B4-BE49-F238E27FC236}">
                    <a16:creationId xmlns:a16="http://schemas.microsoft.com/office/drawing/2014/main" id="{9347DDEC-683E-83E1-316C-484BC62D05C1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77D4B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4" name="pt3944">
                <a:extLst>
                  <a:ext uri="{FF2B5EF4-FFF2-40B4-BE49-F238E27FC236}">
                    <a16:creationId xmlns:a16="http://schemas.microsoft.com/office/drawing/2014/main" id="{B1188662-269A-B127-CF75-B67C46EC1985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3A77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5" name="pt3945">
                <a:extLst>
                  <a:ext uri="{FF2B5EF4-FFF2-40B4-BE49-F238E27FC236}">
                    <a16:creationId xmlns:a16="http://schemas.microsoft.com/office/drawing/2014/main" id="{159322F5-F621-B10A-8273-AF306233AAFB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6" name="pt3946">
                <a:extLst>
                  <a:ext uri="{FF2B5EF4-FFF2-40B4-BE49-F238E27FC236}">
                    <a16:creationId xmlns:a16="http://schemas.microsoft.com/office/drawing/2014/main" id="{2882C694-929D-1595-F2AC-0EED739625ED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B3A6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7" name="pt3947">
                <a:extLst>
                  <a:ext uri="{FF2B5EF4-FFF2-40B4-BE49-F238E27FC236}">
                    <a16:creationId xmlns:a16="http://schemas.microsoft.com/office/drawing/2014/main" id="{46A9FE5C-B714-E087-C285-A101A30E3118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50B6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8" name="pt3948">
                <a:extLst>
                  <a:ext uri="{FF2B5EF4-FFF2-40B4-BE49-F238E27FC236}">
                    <a16:creationId xmlns:a16="http://schemas.microsoft.com/office/drawing/2014/main" id="{A00C2A65-0531-69A8-1F62-2A630EC6B291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A315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9" name="pt3949">
                <a:extLst>
                  <a:ext uri="{FF2B5EF4-FFF2-40B4-BE49-F238E27FC236}">
                    <a16:creationId xmlns:a16="http://schemas.microsoft.com/office/drawing/2014/main" id="{97231F3B-7FC9-F218-A26D-D1739E64CF13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5DCA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0" name="pt3950">
                <a:extLst>
                  <a:ext uri="{FF2B5EF4-FFF2-40B4-BE49-F238E27FC236}">
                    <a16:creationId xmlns:a16="http://schemas.microsoft.com/office/drawing/2014/main" id="{15B6F90C-407B-42DA-CB8B-2F1556DAE102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58C1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1" name="pt3951">
                <a:extLst>
                  <a:ext uri="{FF2B5EF4-FFF2-40B4-BE49-F238E27FC236}">
                    <a16:creationId xmlns:a16="http://schemas.microsoft.com/office/drawing/2014/main" id="{C1C995BB-1F9A-3BFC-828F-4B9ECD5D551F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378E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2" name="pt3952">
                <a:extLst>
                  <a:ext uri="{FF2B5EF4-FFF2-40B4-BE49-F238E27FC236}">
                    <a16:creationId xmlns:a16="http://schemas.microsoft.com/office/drawing/2014/main" id="{57362AE1-EC9A-958A-A6B1-064D8CD2BBDA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6B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3" name="pt3953">
                <a:extLst>
                  <a:ext uri="{FF2B5EF4-FFF2-40B4-BE49-F238E27FC236}">
                    <a16:creationId xmlns:a16="http://schemas.microsoft.com/office/drawing/2014/main" id="{7DD1B601-864E-1361-B23E-40E9DB6038D7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4" name="pt3954">
                <a:extLst>
                  <a:ext uri="{FF2B5EF4-FFF2-40B4-BE49-F238E27FC236}">
                    <a16:creationId xmlns:a16="http://schemas.microsoft.com/office/drawing/2014/main" id="{027000A5-4E2A-23AF-03B3-18907999B815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57C1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5" name="pt3955">
                <a:extLst>
                  <a:ext uri="{FF2B5EF4-FFF2-40B4-BE49-F238E27FC236}">
                    <a16:creationId xmlns:a16="http://schemas.microsoft.com/office/drawing/2014/main" id="{1E5F69DD-902D-4859-BB2D-DA463FB2A10B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3A63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6" name="pt3956">
                <a:extLst>
                  <a:ext uri="{FF2B5EF4-FFF2-40B4-BE49-F238E27FC236}">
                    <a16:creationId xmlns:a16="http://schemas.microsoft.com/office/drawing/2014/main" id="{3AA9D70E-4E16-1E1A-2739-2E85BABDDF69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7" name="pt3957">
                <a:extLst>
                  <a:ext uri="{FF2B5EF4-FFF2-40B4-BE49-F238E27FC236}">
                    <a16:creationId xmlns:a16="http://schemas.microsoft.com/office/drawing/2014/main" id="{98EE68A6-305C-A0DB-B7CC-874EB9E5C921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82A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8" name="pt3958">
                <a:extLst>
                  <a:ext uri="{FF2B5EF4-FFF2-40B4-BE49-F238E27FC236}">
                    <a16:creationId xmlns:a16="http://schemas.microsoft.com/office/drawing/2014/main" id="{B2F5D901-7E75-DA15-2261-86D951202584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58C2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9" name="pt3959">
                <a:extLst>
                  <a:ext uri="{FF2B5EF4-FFF2-40B4-BE49-F238E27FC236}">
                    <a16:creationId xmlns:a16="http://schemas.microsoft.com/office/drawing/2014/main" id="{DF645C1F-15F8-532B-002A-650C9E6F867C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378E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0" name="pt3960">
                <a:extLst>
                  <a:ext uri="{FF2B5EF4-FFF2-40B4-BE49-F238E27FC236}">
                    <a16:creationId xmlns:a16="http://schemas.microsoft.com/office/drawing/2014/main" id="{CE2100DD-D0F1-CC97-1030-C4FB6E6C8C50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1" name="pl3961">
                <a:extLst>
                  <a:ext uri="{FF2B5EF4-FFF2-40B4-BE49-F238E27FC236}">
                    <a16:creationId xmlns:a16="http://schemas.microsoft.com/office/drawing/2014/main" id="{A3D9667B-1405-4C89-2031-667E7CD80D3B}"/>
                  </a:ext>
                </a:extLst>
              </p:cNvPr>
              <p:cNvSpPr/>
              <p:nvPr/>
            </p:nvSpPr>
            <p:spPr>
              <a:xfrm>
                <a:off x="2850381" y="4909040"/>
                <a:ext cx="52429" cy="84489"/>
              </a:xfrm>
              <a:custGeom>
                <a:avLst/>
                <a:gdLst/>
                <a:ahLst/>
                <a:cxnLst/>
                <a:rect l="0" t="0" r="0" b="0"/>
                <a:pathLst>
                  <a:path w="52429" h="84489">
                    <a:moveTo>
                      <a:pt x="0" y="0"/>
                    </a:moveTo>
                    <a:lnTo>
                      <a:pt x="52429" y="8448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2" name="pl3962">
                <a:extLst>
                  <a:ext uri="{FF2B5EF4-FFF2-40B4-BE49-F238E27FC236}">
                    <a16:creationId xmlns:a16="http://schemas.microsoft.com/office/drawing/2014/main" id="{5DE1997A-67AC-24D0-8733-867E1EEE3CB9}"/>
                  </a:ext>
                </a:extLst>
              </p:cNvPr>
              <p:cNvSpPr/>
              <p:nvPr/>
            </p:nvSpPr>
            <p:spPr>
              <a:xfrm>
                <a:off x="5743645" y="2857377"/>
                <a:ext cx="80489" cy="66760"/>
              </a:xfrm>
              <a:custGeom>
                <a:avLst/>
                <a:gdLst/>
                <a:ahLst/>
                <a:cxnLst/>
                <a:rect l="0" t="0" r="0" b="0"/>
                <a:pathLst>
                  <a:path w="80489" h="66760">
                    <a:moveTo>
                      <a:pt x="0" y="0"/>
                    </a:moveTo>
                    <a:lnTo>
                      <a:pt x="80489" y="6676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3" name="pl3963">
                <a:extLst>
                  <a:ext uri="{FF2B5EF4-FFF2-40B4-BE49-F238E27FC236}">
                    <a16:creationId xmlns:a16="http://schemas.microsoft.com/office/drawing/2014/main" id="{AE631068-E8B9-6B56-EE35-7B755AAF6FAE}"/>
                  </a:ext>
                </a:extLst>
              </p:cNvPr>
              <p:cNvSpPr/>
              <p:nvPr/>
            </p:nvSpPr>
            <p:spPr>
              <a:xfrm>
                <a:off x="4513432" y="4609245"/>
                <a:ext cx="54396" cy="79653"/>
              </a:xfrm>
              <a:custGeom>
                <a:avLst/>
                <a:gdLst/>
                <a:ahLst/>
                <a:cxnLst/>
                <a:rect l="0" t="0" r="0" b="0"/>
                <a:pathLst>
                  <a:path w="54396" h="79653">
                    <a:moveTo>
                      <a:pt x="0" y="0"/>
                    </a:moveTo>
                    <a:lnTo>
                      <a:pt x="54396" y="7965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4" name="pl3964">
                <a:extLst>
                  <a:ext uri="{FF2B5EF4-FFF2-40B4-BE49-F238E27FC236}">
                    <a16:creationId xmlns:a16="http://schemas.microsoft.com/office/drawing/2014/main" id="{E7571F6C-EA54-405B-F6D8-EF07388F6B9E}"/>
                  </a:ext>
                </a:extLst>
              </p:cNvPr>
              <p:cNvSpPr/>
              <p:nvPr/>
            </p:nvSpPr>
            <p:spPr>
              <a:xfrm>
                <a:off x="3511786" y="4762607"/>
                <a:ext cx="53546" cy="82256"/>
              </a:xfrm>
              <a:custGeom>
                <a:avLst/>
                <a:gdLst/>
                <a:ahLst/>
                <a:cxnLst/>
                <a:rect l="0" t="0" r="0" b="0"/>
                <a:pathLst>
                  <a:path w="53546" h="82256">
                    <a:moveTo>
                      <a:pt x="0" y="0"/>
                    </a:moveTo>
                    <a:lnTo>
                      <a:pt x="53546" y="8225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5" name="pl3965">
                <a:extLst>
                  <a:ext uri="{FF2B5EF4-FFF2-40B4-BE49-F238E27FC236}">
                    <a16:creationId xmlns:a16="http://schemas.microsoft.com/office/drawing/2014/main" id="{99023E20-5E99-DAE3-3E62-189890FDCCE5}"/>
                  </a:ext>
                </a:extLst>
              </p:cNvPr>
              <p:cNvSpPr/>
              <p:nvPr/>
            </p:nvSpPr>
            <p:spPr>
              <a:xfrm>
                <a:off x="5503278" y="3044361"/>
                <a:ext cx="169654" cy="14110"/>
              </a:xfrm>
              <a:custGeom>
                <a:avLst/>
                <a:gdLst/>
                <a:ahLst/>
                <a:cxnLst/>
                <a:rect l="0" t="0" r="0" b="0"/>
                <a:pathLst>
                  <a:path w="169654" h="14110">
                    <a:moveTo>
                      <a:pt x="0" y="0"/>
                    </a:moveTo>
                    <a:lnTo>
                      <a:pt x="169654" y="1411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6" name="pg3966">
                <a:extLst>
                  <a:ext uri="{FF2B5EF4-FFF2-40B4-BE49-F238E27FC236}">
                    <a16:creationId xmlns:a16="http://schemas.microsoft.com/office/drawing/2014/main" id="{BC5B510A-60D9-23D9-720F-64E3C423B73A}"/>
                  </a:ext>
                </a:extLst>
              </p:cNvPr>
              <p:cNvSpPr/>
              <p:nvPr/>
            </p:nvSpPr>
            <p:spPr>
              <a:xfrm>
                <a:off x="2291866" y="4760367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2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7" name="tx3967">
                <a:extLst>
                  <a:ext uri="{FF2B5EF4-FFF2-40B4-BE49-F238E27FC236}">
                    <a16:creationId xmlns:a16="http://schemas.microsoft.com/office/drawing/2014/main" id="{BAE29C74-E430-22E9-3D4C-1B415554D5A2}"/>
                  </a:ext>
                </a:extLst>
              </p:cNvPr>
              <p:cNvSpPr/>
              <p:nvPr/>
            </p:nvSpPr>
            <p:spPr>
              <a:xfrm>
                <a:off x="2337586" y="4806087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24818" name="pg3968">
                <a:extLst>
                  <a:ext uri="{FF2B5EF4-FFF2-40B4-BE49-F238E27FC236}">
                    <a16:creationId xmlns:a16="http://schemas.microsoft.com/office/drawing/2014/main" id="{16043C01-E613-AEBA-8E12-B9D36998EDEE}"/>
                  </a:ext>
                </a:extLst>
              </p:cNvPr>
              <p:cNvSpPr/>
              <p:nvPr/>
            </p:nvSpPr>
            <p:spPr>
              <a:xfrm>
                <a:off x="5282225" y="2665445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2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9" name="tx3969">
                <a:extLst>
                  <a:ext uri="{FF2B5EF4-FFF2-40B4-BE49-F238E27FC236}">
                    <a16:creationId xmlns:a16="http://schemas.microsoft.com/office/drawing/2014/main" id="{6A000C2D-1CBF-DDAC-007F-79DB2A6F871C}"/>
                  </a:ext>
                </a:extLst>
              </p:cNvPr>
              <p:cNvSpPr/>
              <p:nvPr/>
            </p:nvSpPr>
            <p:spPr>
              <a:xfrm>
                <a:off x="5327945" y="2711165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24820" name="pg3970">
                <a:extLst>
                  <a:ext uri="{FF2B5EF4-FFF2-40B4-BE49-F238E27FC236}">
                    <a16:creationId xmlns:a16="http://schemas.microsoft.com/office/drawing/2014/main" id="{19880B46-D251-03B2-4C79-2A635A8B3AFE}"/>
                  </a:ext>
                </a:extLst>
              </p:cNvPr>
              <p:cNvSpPr/>
              <p:nvPr/>
            </p:nvSpPr>
            <p:spPr>
              <a:xfrm>
                <a:off x="3970461" y="4460335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1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1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1" name="tx3971">
                <a:extLst>
                  <a:ext uri="{FF2B5EF4-FFF2-40B4-BE49-F238E27FC236}">
                    <a16:creationId xmlns:a16="http://schemas.microsoft.com/office/drawing/2014/main" id="{286A546C-1B6D-68A7-333C-D325DA24756F}"/>
                  </a:ext>
                </a:extLst>
              </p:cNvPr>
              <p:cNvSpPr/>
              <p:nvPr/>
            </p:nvSpPr>
            <p:spPr>
              <a:xfrm>
                <a:off x="4016181" y="4506055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24822" name="pg3972">
                <a:extLst>
                  <a:ext uri="{FF2B5EF4-FFF2-40B4-BE49-F238E27FC236}">
                    <a16:creationId xmlns:a16="http://schemas.microsoft.com/office/drawing/2014/main" id="{2B5CADE3-DD20-BC68-E72C-C42B0586E058}"/>
                  </a:ext>
                </a:extLst>
              </p:cNvPr>
              <p:cNvSpPr/>
              <p:nvPr/>
            </p:nvSpPr>
            <p:spPr>
              <a:xfrm>
                <a:off x="2960951" y="4613857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1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3" name="tx3973">
                <a:extLst>
                  <a:ext uri="{FF2B5EF4-FFF2-40B4-BE49-F238E27FC236}">
                    <a16:creationId xmlns:a16="http://schemas.microsoft.com/office/drawing/2014/main" id="{B9B43F9E-114F-5F26-B3BE-467C27476411}"/>
                  </a:ext>
                </a:extLst>
              </p:cNvPr>
              <p:cNvSpPr/>
              <p:nvPr/>
            </p:nvSpPr>
            <p:spPr>
              <a:xfrm>
                <a:off x="3006671" y="4659577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24824" name="pg3974">
                <a:extLst>
                  <a:ext uri="{FF2B5EF4-FFF2-40B4-BE49-F238E27FC236}">
                    <a16:creationId xmlns:a16="http://schemas.microsoft.com/office/drawing/2014/main" id="{17A914A8-DA77-8E08-B9B9-BBE72DAC7479}"/>
                  </a:ext>
                </a:extLst>
              </p:cNvPr>
              <p:cNvSpPr/>
              <p:nvPr/>
            </p:nvSpPr>
            <p:spPr>
              <a:xfrm>
                <a:off x="4921537" y="2948305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1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5" name="tx3975">
                <a:extLst>
                  <a:ext uri="{FF2B5EF4-FFF2-40B4-BE49-F238E27FC236}">
                    <a16:creationId xmlns:a16="http://schemas.microsoft.com/office/drawing/2014/main" id="{F58C403B-B1A1-A9D5-7407-4434F21E8126}"/>
                  </a:ext>
                </a:extLst>
              </p:cNvPr>
              <p:cNvSpPr/>
              <p:nvPr/>
            </p:nvSpPr>
            <p:spPr>
              <a:xfrm>
                <a:off x="4967257" y="2994025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24826" name="rc3976">
                <a:extLst>
                  <a:ext uri="{FF2B5EF4-FFF2-40B4-BE49-F238E27FC236}">
                    <a16:creationId xmlns:a16="http://schemas.microsoft.com/office/drawing/2014/main" id="{62F8D871-74AD-0808-424B-6F0A76C47161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7" name="tx3977">
                <a:extLst>
                  <a:ext uri="{FF2B5EF4-FFF2-40B4-BE49-F238E27FC236}">
                    <a16:creationId xmlns:a16="http://schemas.microsoft.com/office/drawing/2014/main" id="{847378FE-7E6F-C594-0D22-F7862BCBCB91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24828" name="tx3978">
                <a:extLst>
                  <a:ext uri="{FF2B5EF4-FFF2-40B4-BE49-F238E27FC236}">
                    <a16:creationId xmlns:a16="http://schemas.microsoft.com/office/drawing/2014/main" id="{1FE42B73-427F-33F7-4B52-EA8DC8B6E2CF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29" name="tx3979">
                <a:extLst>
                  <a:ext uri="{FF2B5EF4-FFF2-40B4-BE49-F238E27FC236}">
                    <a16:creationId xmlns:a16="http://schemas.microsoft.com/office/drawing/2014/main" id="{ECBD12BD-B75E-D0ED-2A92-B42FFE440175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830" name="tx3980">
                <a:extLst>
                  <a:ext uri="{FF2B5EF4-FFF2-40B4-BE49-F238E27FC236}">
                    <a16:creationId xmlns:a16="http://schemas.microsoft.com/office/drawing/2014/main" id="{1FC99181-5435-248D-F77D-BF0DF7C6866C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24831" name="tx3981">
                <a:extLst>
                  <a:ext uri="{FF2B5EF4-FFF2-40B4-BE49-F238E27FC236}">
                    <a16:creationId xmlns:a16="http://schemas.microsoft.com/office/drawing/2014/main" id="{90FDD45C-5BA3-3845-6489-5BBF458A45E3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32" name="tx3982">
                <a:extLst>
                  <a:ext uri="{FF2B5EF4-FFF2-40B4-BE49-F238E27FC236}">
                    <a16:creationId xmlns:a16="http://schemas.microsoft.com/office/drawing/2014/main" id="{61A5224C-6C21-5353-3531-7572E2F2E497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833" name="tx3983">
                <a:extLst>
                  <a:ext uri="{FF2B5EF4-FFF2-40B4-BE49-F238E27FC236}">
                    <a16:creationId xmlns:a16="http://schemas.microsoft.com/office/drawing/2014/main" id="{ED481AE1-B711-7DFF-187F-5E6DBAF918BF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24834" name="tx3984">
                <a:extLst>
                  <a:ext uri="{FF2B5EF4-FFF2-40B4-BE49-F238E27FC236}">
                    <a16:creationId xmlns:a16="http://schemas.microsoft.com/office/drawing/2014/main" id="{0B814C86-7182-DD60-2EA4-93F11C9DC91E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35" name="tx3985">
                <a:extLst>
                  <a:ext uri="{FF2B5EF4-FFF2-40B4-BE49-F238E27FC236}">
                    <a16:creationId xmlns:a16="http://schemas.microsoft.com/office/drawing/2014/main" id="{6B3131F8-2E33-308A-F3CB-CAF4D6E53970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836" name="tx3986">
                <a:extLst>
                  <a:ext uri="{FF2B5EF4-FFF2-40B4-BE49-F238E27FC236}">
                    <a16:creationId xmlns:a16="http://schemas.microsoft.com/office/drawing/2014/main" id="{7CFE932C-A063-FA23-21EE-CDF254C5D7F9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24837" name="tx3987">
                <a:extLst>
                  <a:ext uri="{FF2B5EF4-FFF2-40B4-BE49-F238E27FC236}">
                    <a16:creationId xmlns:a16="http://schemas.microsoft.com/office/drawing/2014/main" id="{2567556D-3785-CF5A-FB19-3FBF6A324467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38" name="tx3988">
                <a:extLst>
                  <a:ext uri="{FF2B5EF4-FFF2-40B4-BE49-F238E27FC236}">
                    <a16:creationId xmlns:a16="http://schemas.microsoft.com/office/drawing/2014/main" id="{67FBAF74-9403-36E0-50C9-5725675B6CA5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839" name="tx3989">
                <a:extLst>
                  <a:ext uri="{FF2B5EF4-FFF2-40B4-BE49-F238E27FC236}">
                    <a16:creationId xmlns:a16="http://schemas.microsoft.com/office/drawing/2014/main" id="{64383210-BEC2-3131-60B0-3F156FF35351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24840" name="tx3990">
                <a:extLst>
                  <a:ext uri="{FF2B5EF4-FFF2-40B4-BE49-F238E27FC236}">
                    <a16:creationId xmlns:a16="http://schemas.microsoft.com/office/drawing/2014/main" id="{B1C2F61C-8C50-AEA0-A7EA-2F5B594D10C8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41" name="tx3991">
                <a:extLst>
                  <a:ext uri="{FF2B5EF4-FFF2-40B4-BE49-F238E27FC236}">
                    <a16:creationId xmlns:a16="http://schemas.microsoft.com/office/drawing/2014/main" id="{AB64C804-58A9-69E4-960D-BE0EF007E146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842" name="pl3992">
                <a:extLst>
                  <a:ext uri="{FF2B5EF4-FFF2-40B4-BE49-F238E27FC236}">
                    <a16:creationId xmlns:a16="http://schemas.microsoft.com/office/drawing/2014/main" id="{F3F335FA-D5E5-6D60-D5FD-C3539863F0BE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3" name="pl3993">
                <a:extLst>
                  <a:ext uri="{FF2B5EF4-FFF2-40B4-BE49-F238E27FC236}">
                    <a16:creationId xmlns:a16="http://schemas.microsoft.com/office/drawing/2014/main" id="{1A02AEED-94AB-47E5-A122-6F55BBA52A4D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4" name="pl3994">
                <a:extLst>
                  <a:ext uri="{FF2B5EF4-FFF2-40B4-BE49-F238E27FC236}">
                    <a16:creationId xmlns:a16="http://schemas.microsoft.com/office/drawing/2014/main" id="{E23E167D-ED8F-849E-B215-FB648A454BCA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5" name="pl3995">
                <a:extLst>
                  <a:ext uri="{FF2B5EF4-FFF2-40B4-BE49-F238E27FC236}">
                    <a16:creationId xmlns:a16="http://schemas.microsoft.com/office/drawing/2014/main" id="{12285829-D2E4-9E64-B4D3-AFA92F629276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6" name="pl3996">
                <a:extLst>
                  <a:ext uri="{FF2B5EF4-FFF2-40B4-BE49-F238E27FC236}">
                    <a16:creationId xmlns:a16="http://schemas.microsoft.com/office/drawing/2014/main" id="{4C4A530A-52C6-EE87-9B5F-BF286AE78BAA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7" name="pl3997">
                <a:extLst>
                  <a:ext uri="{FF2B5EF4-FFF2-40B4-BE49-F238E27FC236}">
                    <a16:creationId xmlns:a16="http://schemas.microsoft.com/office/drawing/2014/main" id="{B44D8CFC-80FD-7386-38B5-EF8F2D64E73F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8" name="pl3998">
                <a:extLst>
                  <a:ext uri="{FF2B5EF4-FFF2-40B4-BE49-F238E27FC236}">
                    <a16:creationId xmlns:a16="http://schemas.microsoft.com/office/drawing/2014/main" id="{584B9859-FA97-2ED4-B415-63C0E889BFA5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9" name="pl3999">
                <a:extLst>
                  <a:ext uri="{FF2B5EF4-FFF2-40B4-BE49-F238E27FC236}">
                    <a16:creationId xmlns:a16="http://schemas.microsoft.com/office/drawing/2014/main" id="{1EE19F56-C36A-7BAD-BE0A-F99CBCA63B6D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0" name="pl4000">
                <a:extLst>
                  <a:ext uri="{FF2B5EF4-FFF2-40B4-BE49-F238E27FC236}">
                    <a16:creationId xmlns:a16="http://schemas.microsoft.com/office/drawing/2014/main" id="{5E723C48-5864-0CBF-68D2-EC3C6D0A65E5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1" name="pl4001">
                <a:extLst>
                  <a:ext uri="{FF2B5EF4-FFF2-40B4-BE49-F238E27FC236}">
                    <a16:creationId xmlns:a16="http://schemas.microsoft.com/office/drawing/2014/main" id="{3E35DEED-25C7-3828-55BC-B2E064DEE873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2" name="pl4002">
                <a:extLst>
                  <a:ext uri="{FF2B5EF4-FFF2-40B4-BE49-F238E27FC236}">
                    <a16:creationId xmlns:a16="http://schemas.microsoft.com/office/drawing/2014/main" id="{78A48566-E4E6-12A4-72B1-C3D82DBA7608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3" name="pl4003">
                <a:extLst>
                  <a:ext uri="{FF2B5EF4-FFF2-40B4-BE49-F238E27FC236}">
                    <a16:creationId xmlns:a16="http://schemas.microsoft.com/office/drawing/2014/main" id="{BB3E7E9C-2EA0-F3D0-2F84-4FC65A968E98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4" name="pl4004">
                <a:extLst>
                  <a:ext uri="{FF2B5EF4-FFF2-40B4-BE49-F238E27FC236}">
                    <a16:creationId xmlns:a16="http://schemas.microsoft.com/office/drawing/2014/main" id="{A2787BD2-38EE-19DF-EBF8-92E47B70E6A6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5" name="tx4005">
                <a:extLst>
                  <a:ext uri="{FF2B5EF4-FFF2-40B4-BE49-F238E27FC236}">
                    <a16:creationId xmlns:a16="http://schemas.microsoft.com/office/drawing/2014/main" id="{75B922EE-0B27-418D-C0FF-8A9A8561F20F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24856" name="tx4006">
                <a:extLst>
                  <a:ext uri="{FF2B5EF4-FFF2-40B4-BE49-F238E27FC236}">
                    <a16:creationId xmlns:a16="http://schemas.microsoft.com/office/drawing/2014/main" id="{1D81D192-27C7-A11F-C630-BBF0A5CB8935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57" name="tx4007">
                <a:extLst>
                  <a:ext uri="{FF2B5EF4-FFF2-40B4-BE49-F238E27FC236}">
                    <a16:creationId xmlns:a16="http://schemas.microsoft.com/office/drawing/2014/main" id="{48845092-F9F4-646A-1553-4B500A306BF3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858" name="tx4008">
                <a:extLst>
                  <a:ext uri="{FF2B5EF4-FFF2-40B4-BE49-F238E27FC236}">
                    <a16:creationId xmlns:a16="http://schemas.microsoft.com/office/drawing/2014/main" id="{457B332C-3219-65CF-F511-A0A6E11105FA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24859" name="tx4009">
                <a:extLst>
                  <a:ext uri="{FF2B5EF4-FFF2-40B4-BE49-F238E27FC236}">
                    <a16:creationId xmlns:a16="http://schemas.microsoft.com/office/drawing/2014/main" id="{2B40A5EF-DEF7-E256-F500-E1D1670A76D1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60" name="tx4010">
                <a:extLst>
                  <a:ext uri="{FF2B5EF4-FFF2-40B4-BE49-F238E27FC236}">
                    <a16:creationId xmlns:a16="http://schemas.microsoft.com/office/drawing/2014/main" id="{92EE3FE1-5FA2-7DB3-D44D-02A6EE8F6BCA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861" name="tx4011">
                <a:extLst>
                  <a:ext uri="{FF2B5EF4-FFF2-40B4-BE49-F238E27FC236}">
                    <a16:creationId xmlns:a16="http://schemas.microsoft.com/office/drawing/2014/main" id="{31EC81B6-34F8-A280-5271-BC900365E25A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24862" name="tx4012">
                <a:extLst>
                  <a:ext uri="{FF2B5EF4-FFF2-40B4-BE49-F238E27FC236}">
                    <a16:creationId xmlns:a16="http://schemas.microsoft.com/office/drawing/2014/main" id="{41147B46-4FB6-92AB-6035-19B65B3CBF75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63" name="tx4013">
                <a:extLst>
                  <a:ext uri="{FF2B5EF4-FFF2-40B4-BE49-F238E27FC236}">
                    <a16:creationId xmlns:a16="http://schemas.microsoft.com/office/drawing/2014/main" id="{F08C7D66-AA2B-EB14-75DE-D0BD2F8C79E6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864" name="tx4014">
                <a:extLst>
                  <a:ext uri="{FF2B5EF4-FFF2-40B4-BE49-F238E27FC236}">
                    <a16:creationId xmlns:a16="http://schemas.microsoft.com/office/drawing/2014/main" id="{0AB627EA-B53B-F556-E85F-87DCBC84D2D7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24865" name="tx4015">
                <a:extLst>
                  <a:ext uri="{FF2B5EF4-FFF2-40B4-BE49-F238E27FC236}">
                    <a16:creationId xmlns:a16="http://schemas.microsoft.com/office/drawing/2014/main" id="{B67C0A2B-5B97-E2F7-6CBC-98D2783DD1B7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66" name="tx4016">
                <a:extLst>
                  <a:ext uri="{FF2B5EF4-FFF2-40B4-BE49-F238E27FC236}">
                    <a16:creationId xmlns:a16="http://schemas.microsoft.com/office/drawing/2014/main" id="{BF6D3DC9-8BB7-4EEE-CBC2-33034B1A5F23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867" name="tx4017">
                <a:extLst>
                  <a:ext uri="{FF2B5EF4-FFF2-40B4-BE49-F238E27FC236}">
                    <a16:creationId xmlns:a16="http://schemas.microsoft.com/office/drawing/2014/main" id="{11983CE8-7A49-3978-23CA-410F7D1F11D4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24868" name="tx4018">
                <a:extLst>
                  <a:ext uri="{FF2B5EF4-FFF2-40B4-BE49-F238E27FC236}">
                    <a16:creationId xmlns:a16="http://schemas.microsoft.com/office/drawing/2014/main" id="{B4E388CD-0EB9-E5FA-1B95-BC6CB8784D73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69" name="tx4019">
                <a:extLst>
                  <a:ext uri="{FF2B5EF4-FFF2-40B4-BE49-F238E27FC236}">
                    <a16:creationId xmlns:a16="http://schemas.microsoft.com/office/drawing/2014/main" id="{3DF8D76C-8A38-40BC-750E-3D5BDEA87259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870" name="tx4020">
                <a:extLst>
                  <a:ext uri="{FF2B5EF4-FFF2-40B4-BE49-F238E27FC236}">
                    <a16:creationId xmlns:a16="http://schemas.microsoft.com/office/drawing/2014/main" id="{DA81F433-FCC4-DF00-C0B3-AB9B97023851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24871" name="tx4021">
                <a:extLst>
                  <a:ext uri="{FF2B5EF4-FFF2-40B4-BE49-F238E27FC236}">
                    <a16:creationId xmlns:a16="http://schemas.microsoft.com/office/drawing/2014/main" id="{2A5F606E-B3D6-287F-87FE-955188A7DCA5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72" name="tx4022">
                <a:extLst>
                  <a:ext uri="{FF2B5EF4-FFF2-40B4-BE49-F238E27FC236}">
                    <a16:creationId xmlns:a16="http://schemas.microsoft.com/office/drawing/2014/main" id="{6C76F7D2-067F-A6C1-2CCA-8BC07B82E7CF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873" name="tx4023">
                <a:extLst>
                  <a:ext uri="{FF2B5EF4-FFF2-40B4-BE49-F238E27FC236}">
                    <a16:creationId xmlns:a16="http://schemas.microsoft.com/office/drawing/2014/main" id="{6DC6BB3D-8570-6773-3BA2-E621BFD05561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24874" name="tx4024">
                <a:extLst>
                  <a:ext uri="{FF2B5EF4-FFF2-40B4-BE49-F238E27FC236}">
                    <a16:creationId xmlns:a16="http://schemas.microsoft.com/office/drawing/2014/main" id="{793BA51A-05A3-D1F1-02F4-B446417DA468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75" name="tx4025">
                <a:extLst>
                  <a:ext uri="{FF2B5EF4-FFF2-40B4-BE49-F238E27FC236}">
                    <a16:creationId xmlns:a16="http://schemas.microsoft.com/office/drawing/2014/main" id="{CC1E31F4-4E41-A6FD-7306-3D3D661FEF06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876" name="tx4026">
                <a:extLst>
                  <a:ext uri="{FF2B5EF4-FFF2-40B4-BE49-F238E27FC236}">
                    <a16:creationId xmlns:a16="http://schemas.microsoft.com/office/drawing/2014/main" id="{F8F0872A-E745-9A13-9928-6FFCA5633AC9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24877" name="tx4027">
                <a:extLst>
                  <a:ext uri="{FF2B5EF4-FFF2-40B4-BE49-F238E27FC236}">
                    <a16:creationId xmlns:a16="http://schemas.microsoft.com/office/drawing/2014/main" id="{F7B32F8D-6B8F-C667-98E7-0D32D4024372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78" name="tx4028">
                <a:extLst>
                  <a:ext uri="{FF2B5EF4-FFF2-40B4-BE49-F238E27FC236}">
                    <a16:creationId xmlns:a16="http://schemas.microsoft.com/office/drawing/2014/main" id="{ABF772C6-79A8-C99F-F9C6-9F6C08A592CC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879" name="tx4029">
                <a:extLst>
                  <a:ext uri="{FF2B5EF4-FFF2-40B4-BE49-F238E27FC236}">
                    <a16:creationId xmlns:a16="http://schemas.microsoft.com/office/drawing/2014/main" id="{DC7B9CC0-3713-8293-95FD-32CF753CAECA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24880" name="tx4030">
                <a:extLst>
                  <a:ext uri="{FF2B5EF4-FFF2-40B4-BE49-F238E27FC236}">
                    <a16:creationId xmlns:a16="http://schemas.microsoft.com/office/drawing/2014/main" id="{56C7CC22-A609-BE73-F320-1D33F6EB076C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24881" name="rc4031">
                <a:extLst>
                  <a:ext uri="{FF2B5EF4-FFF2-40B4-BE49-F238E27FC236}">
                    <a16:creationId xmlns:a16="http://schemas.microsoft.com/office/drawing/2014/main" id="{D74AA668-D072-5D82-854D-F56E3C4CA86F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2" name="tx4032">
                <a:extLst>
                  <a:ext uri="{FF2B5EF4-FFF2-40B4-BE49-F238E27FC236}">
                    <a16:creationId xmlns:a16="http://schemas.microsoft.com/office/drawing/2014/main" id="{7A6376F4-BEB5-8BA1-7BC7-A267B6644B69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24883" name="tx4033">
                <a:extLst>
                  <a:ext uri="{FF2B5EF4-FFF2-40B4-BE49-F238E27FC236}">
                    <a16:creationId xmlns:a16="http://schemas.microsoft.com/office/drawing/2014/main" id="{CD29D643-C516-12F7-ACDE-F8EA652E2EFF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24884" name="pic4034">
                <a:extLst>
                  <a:ext uri="{FF2B5EF4-FFF2-40B4-BE49-F238E27FC236}">
                    <a16:creationId xmlns:a16="http://schemas.microsoft.com/office/drawing/2014/main" id="{F0FF6085-6B54-CB0F-1259-A22D953BEF98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24885" name="pl4035">
                <a:extLst>
                  <a:ext uri="{FF2B5EF4-FFF2-40B4-BE49-F238E27FC236}">
                    <a16:creationId xmlns:a16="http://schemas.microsoft.com/office/drawing/2014/main" id="{27B7F122-E650-47B7-9C02-D78C4B3AFBD2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6" name="pl4036">
                <a:extLst>
                  <a:ext uri="{FF2B5EF4-FFF2-40B4-BE49-F238E27FC236}">
                    <a16:creationId xmlns:a16="http://schemas.microsoft.com/office/drawing/2014/main" id="{1CD7347A-AE2F-7378-E2E2-7D2A710538DD}"/>
                  </a:ext>
                </a:extLst>
              </p:cNvPr>
              <p:cNvSpPr/>
              <p:nvPr/>
            </p:nvSpPr>
            <p:spPr>
              <a:xfrm>
                <a:off x="6928496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7" name="pl4037">
                <a:extLst>
                  <a:ext uri="{FF2B5EF4-FFF2-40B4-BE49-F238E27FC236}">
                    <a16:creationId xmlns:a16="http://schemas.microsoft.com/office/drawing/2014/main" id="{42E3AA6C-372F-E566-A6A7-CAC8626A0E77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8" name="pl4038">
                <a:extLst>
                  <a:ext uri="{FF2B5EF4-FFF2-40B4-BE49-F238E27FC236}">
                    <a16:creationId xmlns:a16="http://schemas.microsoft.com/office/drawing/2014/main" id="{D8444C23-28EF-F16F-95BE-81B6D48F8F8B}"/>
                  </a:ext>
                </a:extLst>
              </p:cNvPr>
              <p:cNvSpPr/>
              <p:nvPr/>
            </p:nvSpPr>
            <p:spPr>
              <a:xfrm>
                <a:off x="6928496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9" name="pl4039">
                <a:extLst>
                  <a:ext uri="{FF2B5EF4-FFF2-40B4-BE49-F238E27FC236}">
                    <a16:creationId xmlns:a16="http://schemas.microsoft.com/office/drawing/2014/main" id="{76C454DD-1822-7E45-BBF5-263966A0ED98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0" name="pl4040">
                <a:extLst>
                  <a:ext uri="{FF2B5EF4-FFF2-40B4-BE49-F238E27FC236}">
                    <a16:creationId xmlns:a16="http://schemas.microsoft.com/office/drawing/2014/main" id="{A900A2A5-B553-9C20-2D29-6445B41B1B34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1" name="pl4041">
                <a:extLst>
                  <a:ext uri="{FF2B5EF4-FFF2-40B4-BE49-F238E27FC236}">
                    <a16:creationId xmlns:a16="http://schemas.microsoft.com/office/drawing/2014/main" id="{CC1D68D7-D4F4-BB42-98CC-BCC34C3B9F01}"/>
                  </a:ext>
                </a:extLst>
              </p:cNvPr>
              <p:cNvSpPr/>
              <p:nvPr/>
            </p:nvSpPr>
            <p:spPr>
              <a:xfrm>
                <a:off x="6752931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2" name="pl4042">
                <a:extLst>
                  <a:ext uri="{FF2B5EF4-FFF2-40B4-BE49-F238E27FC236}">
                    <a16:creationId xmlns:a16="http://schemas.microsoft.com/office/drawing/2014/main" id="{56B6DF72-8549-C576-2B2B-0B921203E3DE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3" name="pl4043">
                <a:extLst>
                  <a:ext uri="{FF2B5EF4-FFF2-40B4-BE49-F238E27FC236}">
                    <a16:creationId xmlns:a16="http://schemas.microsoft.com/office/drawing/2014/main" id="{9A664E0F-8101-7174-8F26-6DDC4C8EEB0F}"/>
                  </a:ext>
                </a:extLst>
              </p:cNvPr>
              <p:cNvSpPr/>
              <p:nvPr/>
            </p:nvSpPr>
            <p:spPr>
              <a:xfrm>
                <a:off x="6752931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4" name="pl4044">
                <a:extLst>
                  <a:ext uri="{FF2B5EF4-FFF2-40B4-BE49-F238E27FC236}">
                    <a16:creationId xmlns:a16="http://schemas.microsoft.com/office/drawing/2014/main" id="{D106082D-056A-AD66-4D66-71F4D9F979BA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5" name="tx4045">
                <a:extLst>
                  <a:ext uri="{FF2B5EF4-FFF2-40B4-BE49-F238E27FC236}">
                    <a16:creationId xmlns:a16="http://schemas.microsoft.com/office/drawing/2014/main" id="{4B9BFE21-8CE0-F0B2-5087-20C48A6B6BCF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</a:t>
                </a:r>
              </a:p>
            </p:txBody>
          </p:sp>
          <p:sp>
            <p:nvSpPr>
              <p:cNvPr id="24896" name="tx4046">
                <a:extLst>
                  <a:ext uri="{FF2B5EF4-FFF2-40B4-BE49-F238E27FC236}">
                    <a16:creationId xmlns:a16="http://schemas.microsoft.com/office/drawing/2014/main" id="{6D904E27-A3C7-D60A-45A8-283135F61247}"/>
                  </a:ext>
                </a:extLst>
              </p:cNvPr>
              <p:cNvSpPr/>
              <p:nvPr/>
            </p:nvSpPr>
            <p:spPr>
              <a:xfrm>
                <a:off x="7041976" y="4446917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</a:t>
                </a:r>
              </a:p>
            </p:txBody>
          </p:sp>
          <p:sp>
            <p:nvSpPr>
              <p:cNvPr id="24897" name="tx4047">
                <a:extLst>
                  <a:ext uri="{FF2B5EF4-FFF2-40B4-BE49-F238E27FC236}">
                    <a16:creationId xmlns:a16="http://schemas.microsoft.com/office/drawing/2014/main" id="{D5961D75-38EA-78E8-382E-F94949AB399C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2</a:t>
                </a:r>
              </a:p>
            </p:txBody>
          </p:sp>
          <p:sp>
            <p:nvSpPr>
              <p:cNvPr id="24898" name="tx4048">
                <a:extLst>
                  <a:ext uri="{FF2B5EF4-FFF2-40B4-BE49-F238E27FC236}">
                    <a16:creationId xmlns:a16="http://schemas.microsoft.com/office/drawing/2014/main" id="{7E64BDED-A9FE-9235-DD4F-0D239AA340A4}"/>
                  </a:ext>
                </a:extLst>
              </p:cNvPr>
              <p:cNvSpPr/>
              <p:nvPr/>
            </p:nvSpPr>
            <p:spPr>
              <a:xfrm>
                <a:off x="7041976" y="3900105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3</a:t>
                </a:r>
              </a:p>
            </p:txBody>
          </p:sp>
          <p:sp>
            <p:nvSpPr>
              <p:cNvPr id="24899" name="tx4049">
                <a:extLst>
                  <a:ext uri="{FF2B5EF4-FFF2-40B4-BE49-F238E27FC236}">
                    <a16:creationId xmlns:a16="http://schemas.microsoft.com/office/drawing/2014/main" id="{E1DBC9EA-FDF4-69DC-B2E8-615C3F3084B2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4</a:t>
                </a:r>
              </a:p>
            </p:txBody>
          </p:sp>
          <p:sp>
            <p:nvSpPr>
              <p:cNvPr id="24900" name="tx4050">
                <a:extLst>
                  <a:ext uri="{FF2B5EF4-FFF2-40B4-BE49-F238E27FC236}">
                    <a16:creationId xmlns:a16="http://schemas.microsoft.com/office/drawing/2014/main" id="{5A6A3F02-AE77-F849-8D9B-409A49130E3A}"/>
                  </a:ext>
                </a:extLst>
              </p:cNvPr>
              <p:cNvSpPr/>
              <p:nvPr/>
            </p:nvSpPr>
            <p:spPr>
              <a:xfrm>
                <a:off x="2201917" y="1669789"/>
                <a:ext cx="2541117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Offset to </a:t>
                </a:r>
              </a:p>
            </p:txBody>
          </p:sp>
          <p:sp>
            <p:nvSpPr>
              <p:cNvPr id="24901" name="tx4051">
                <a:extLst>
                  <a:ext uri="{FF2B5EF4-FFF2-40B4-BE49-F238E27FC236}">
                    <a16:creationId xmlns:a16="http://schemas.microsoft.com/office/drawing/2014/main" id="{FB965D75-B6DB-8BF4-27F4-17ABF474B4E1}"/>
                  </a:ext>
                </a:extLst>
              </p:cNvPr>
              <p:cNvSpPr/>
              <p:nvPr/>
            </p:nvSpPr>
            <p:spPr>
              <a:xfrm>
                <a:off x="2201917" y="1998973"/>
                <a:ext cx="2218883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 (RDA)</a:t>
                </a:r>
              </a:p>
            </p:txBody>
          </p:sp>
        </p:grpSp>
        <p:grpSp>
          <p:nvGrpSpPr>
            <p:cNvPr id="39067" name="Group 39066">
              <a:extLst>
                <a:ext uri="{FF2B5EF4-FFF2-40B4-BE49-F238E27FC236}">
                  <a16:creationId xmlns:a16="http://schemas.microsoft.com/office/drawing/2014/main" id="{434BE970-F652-5EF1-4E8B-DFAADD5624F4}"/>
                </a:ext>
              </a:extLst>
            </p:cNvPr>
            <p:cNvGrpSpPr/>
            <p:nvPr/>
          </p:nvGrpSpPr>
          <p:grpSpPr>
            <a:xfrm>
              <a:off x="11457432" y="16876253"/>
              <a:ext cx="4058769" cy="1814059"/>
              <a:chOff x="11457432" y="16876253"/>
              <a:chExt cx="4058769" cy="1814059"/>
            </a:xfrm>
          </p:grpSpPr>
          <p:grpSp>
            <p:nvGrpSpPr>
              <p:cNvPr id="20186" name="Group 20185">
                <a:extLst>
                  <a:ext uri="{FF2B5EF4-FFF2-40B4-BE49-F238E27FC236}">
                    <a16:creationId xmlns:a16="http://schemas.microsoft.com/office/drawing/2014/main" id="{A7B52EA3-C6E6-9829-AA0C-15237095BF11}"/>
                  </a:ext>
                </a:extLst>
              </p:cNvPr>
              <p:cNvGrpSpPr/>
              <p:nvPr/>
            </p:nvGrpSpPr>
            <p:grpSpPr>
              <a:xfrm>
                <a:off x="11457432" y="16962120"/>
                <a:ext cx="1920240" cy="1728192"/>
                <a:chOff x="2301906" y="1853932"/>
                <a:chExt cx="4149766" cy="3701248"/>
              </a:xfrm>
            </p:grpSpPr>
            <p:sp>
              <p:nvSpPr>
                <p:cNvPr id="20187" name="rc5">
                  <a:extLst>
                    <a:ext uri="{FF2B5EF4-FFF2-40B4-BE49-F238E27FC236}">
                      <a16:creationId xmlns:a16="http://schemas.microsoft.com/office/drawing/2014/main" id="{5A1FE5BC-78AC-F7FC-B868-D23881C56FCB}"/>
                    </a:ext>
                  </a:extLst>
                </p:cNvPr>
                <p:cNvSpPr/>
                <p:nvPr/>
              </p:nvSpPr>
              <p:spPr>
                <a:xfrm>
                  <a:off x="2483768" y="1859856"/>
                  <a:ext cx="3967903" cy="3695324"/>
                </a:xfrm>
                <a:prstGeom prst="rect">
                  <a:avLst/>
                </a:prstGeom>
                <a:solidFill>
                  <a:srgbClr val="F0F8FF">
                    <a:alpha val="100000"/>
                  </a:srgbClr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88" name="pl13">
                  <a:extLst>
                    <a:ext uri="{FF2B5EF4-FFF2-40B4-BE49-F238E27FC236}">
                      <a16:creationId xmlns:a16="http://schemas.microsoft.com/office/drawing/2014/main" id="{49AEE0BC-2AF6-F463-7B63-07D875EBA125}"/>
                    </a:ext>
                  </a:extLst>
                </p:cNvPr>
                <p:cNvSpPr/>
                <p:nvPr/>
              </p:nvSpPr>
              <p:spPr>
                <a:xfrm>
                  <a:off x="2301906" y="4615577"/>
                  <a:ext cx="414976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149766">
                      <a:moveTo>
                        <a:pt x="0" y="0"/>
                      </a:moveTo>
                      <a:lnTo>
                        <a:pt x="22479" y="0"/>
                      </a:lnTo>
                      <a:lnTo>
                        <a:pt x="74847" y="0"/>
                      </a:lnTo>
                      <a:lnTo>
                        <a:pt x="127214" y="0"/>
                      </a:lnTo>
                      <a:lnTo>
                        <a:pt x="179582" y="0"/>
                      </a:lnTo>
                      <a:lnTo>
                        <a:pt x="231949" y="0"/>
                      </a:lnTo>
                      <a:lnTo>
                        <a:pt x="284316" y="0"/>
                      </a:lnTo>
                      <a:lnTo>
                        <a:pt x="336684" y="0"/>
                      </a:lnTo>
                      <a:lnTo>
                        <a:pt x="389051" y="0"/>
                      </a:lnTo>
                      <a:lnTo>
                        <a:pt x="441419" y="0"/>
                      </a:lnTo>
                      <a:lnTo>
                        <a:pt x="493786" y="0"/>
                      </a:lnTo>
                      <a:lnTo>
                        <a:pt x="546154" y="0"/>
                      </a:lnTo>
                      <a:lnTo>
                        <a:pt x="598521" y="0"/>
                      </a:lnTo>
                      <a:lnTo>
                        <a:pt x="650889" y="0"/>
                      </a:lnTo>
                      <a:lnTo>
                        <a:pt x="703256" y="0"/>
                      </a:lnTo>
                      <a:lnTo>
                        <a:pt x="755623" y="0"/>
                      </a:lnTo>
                      <a:lnTo>
                        <a:pt x="807991" y="0"/>
                      </a:lnTo>
                      <a:lnTo>
                        <a:pt x="860358" y="0"/>
                      </a:lnTo>
                      <a:lnTo>
                        <a:pt x="912726" y="0"/>
                      </a:lnTo>
                      <a:lnTo>
                        <a:pt x="965093" y="0"/>
                      </a:lnTo>
                      <a:lnTo>
                        <a:pt x="1017461" y="0"/>
                      </a:lnTo>
                      <a:lnTo>
                        <a:pt x="1069828" y="0"/>
                      </a:lnTo>
                      <a:lnTo>
                        <a:pt x="1122196" y="0"/>
                      </a:lnTo>
                      <a:lnTo>
                        <a:pt x="1174563" y="0"/>
                      </a:lnTo>
                      <a:lnTo>
                        <a:pt x="1226930" y="0"/>
                      </a:lnTo>
                      <a:lnTo>
                        <a:pt x="1279298" y="0"/>
                      </a:lnTo>
                      <a:lnTo>
                        <a:pt x="1331665" y="0"/>
                      </a:lnTo>
                      <a:lnTo>
                        <a:pt x="1384033" y="0"/>
                      </a:lnTo>
                      <a:lnTo>
                        <a:pt x="1436400" y="0"/>
                      </a:lnTo>
                      <a:lnTo>
                        <a:pt x="1488768" y="0"/>
                      </a:lnTo>
                      <a:lnTo>
                        <a:pt x="1541135" y="0"/>
                      </a:lnTo>
                      <a:lnTo>
                        <a:pt x="1593503" y="0"/>
                      </a:lnTo>
                      <a:lnTo>
                        <a:pt x="1645870" y="0"/>
                      </a:lnTo>
                      <a:lnTo>
                        <a:pt x="1698237" y="0"/>
                      </a:lnTo>
                      <a:lnTo>
                        <a:pt x="1750605" y="0"/>
                      </a:lnTo>
                      <a:lnTo>
                        <a:pt x="1802972" y="0"/>
                      </a:lnTo>
                      <a:lnTo>
                        <a:pt x="1855340" y="0"/>
                      </a:lnTo>
                      <a:lnTo>
                        <a:pt x="1907707" y="0"/>
                      </a:lnTo>
                      <a:lnTo>
                        <a:pt x="1960075" y="0"/>
                      </a:lnTo>
                      <a:lnTo>
                        <a:pt x="2012442" y="0"/>
                      </a:lnTo>
                      <a:lnTo>
                        <a:pt x="2064810" y="0"/>
                      </a:lnTo>
                      <a:lnTo>
                        <a:pt x="2117177" y="0"/>
                      </a:lnTo>
                      <a:lnTo>
                        <a:pt x="2169544" y="0"/>
                      </a:lnTo>
                      <a:lnTo>
                        <a:pt x="2221912" y="0"/>
                      </a:lnTo>
                      <a:lnTo>
                        <a:pt x="2274279" y="0"/>
                      </a:lnTo>
                      <a:lnTo>
                        <a:pt x="2326647" y="0"/>
                      </a:lnTo>
                      <a:lnTo>
                        <a:pt x="2379014" y="0"/>
                      </a:lnTo>
                      <a:lnTo>
                        <a:pt x="2431382" y="0"/>
                      </a:lnTo>
                      <a:lnTo>
                        <a:pt x="2483749" y="0"/>
                      </a:lnTo>
                      <a:lnTo>
                        <a:pt x="2536117" y="0"/>
                      </a:lnTo>
                      <a:lnTo>
                        <a:pt x="2588484" y="0"/>
                      </a:lnTo>
                      <a:lnTo>
                        <a:pt x="2640851" y="0"/>
                      </a:lnTo>
                      <a:lnTo>
                        <a:pt x="2693219" y="0"/>
                      </a:lnTo>
                      <a:lnTo>
                        <a:pt x="2745586" y="0"/>
                      </a:lnTo>
                      <a:lnTo>
                        <a:pt x="2797954" y="0"/>
                      </a:lnTo>
                      <a:lnTo>
                        <a:pt x="2850321" y="0"/>
                      </a:lnTo>
                      <a:lnTo>
                        <a:pt x="2902689" y="0"/>
                      </a:lnTo>
                      <a:lnTo>
                        <a:pt x="2955056" y="0"/>
                      </a:lnTo>
                      <a:lnTo>
                        <a:pt x="3007424" y="0"/>
                      </a:lnTo>
                      <a:lnTo>
                        <a:pt x="3059791" y="0"/>
                      </a:lnTo>
                      <a:lnTo>
                        <a:pt x="3112158" y="0"/>
                      </a:lnTo>
                      <a:lnTo>
                        <a:pt x="3164526" y="0"/>
                      </a:lnTo>
                      <a:lnTo>
                        <a:pt x="3216893" y="0"/>
                      </a:lnTo>
                      <a:lnTo>
                        <a:pt x="3269261" y="0"/>
                      </a:lnTo>
                      <a:lnTo>
                        <a:pt x="3321628" y="0"/>
                      </a:lnTo>
                      <a:lnTo>
                        <a:pt x="3373996" y="0"/>
                      </a:lnTo>
                      <a:lnTo>
                        <a:pt x="3426363" y="0"/>
                      </a:lnTo>
                      <a:lnTo>
                        <a:pt x="3478730" y="0"/>
                      </a:lnTo>
                      <a:lnTo>
                        <a:pt x="3531098" y="0"/>
                      </a:lnTo>
                      <a:lnTo>
                        <a:pt x="3583465" y="0"/>
                      </a:lnTo>
                      <a:lnTo>
                        <a:pt x="3635833" y="0"/>
                      </a:lnTo>
                      <a:lnTo>
                        <a:pt x="3688200" y="0"/>
                      </a:lnTo>
                      <a:lnTo>
                        <a:pt x="3740568" y="0"/>
                      </a:lnTo>
                      <a:lnTo>
                        <a:pt x="3792935" y="0"/>
                      </a:lnTo>
                      <a:lnTo>
                        <a:pt x="3845303" y="0"/>
                      </a:lnTo>
                      <a:lnTo>
                        <a:pt x="3897670" y="0"/>
                      </a:lnTo>
                      <a:lnTo>
                        <a:pt x="3950037" y="0"/>
                      </a:lnTo>
                      <a:lnTo>
                        <a:pt x="4002405" y="0"/>
                      </a:lnTo>
                      <a:lnTo>
                        <a:pt x="4054772" y="0"/>
                      </a:lnTo>
                      <a:lnTo>
                        <a:pt x="4107140" y="0"/>
                      </a:lnTo>
                      <a:lnTo>
                        <a:pt x="4149766" y="0"/>
                      </a:lnTo>
                      <a:lnTo>
                        <a:pt x="414976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89" name="pl15">
                  <a:extLst>
                    <a:ext uri="{FF2B5EF4-FFF2-40B4-BE49-F238E27FC236}">
                      <a16:creationId xmlns:a16="http://schemas.microsoft.com/office/drawing/2014/main" id="{EB58DBFB-D53A-C961-1413-A678DF5401F3}"/>
                    </a:ext>
                  </a:extLst>
                </p:cNvPr>
                <p:cNvSpPr/>
                <p:nvPr/>
              </p:nvSpPr>
              <p:spPr>
                <a:xfrm>
                  <a:off x="2301906" y="2736372"/>
                  <a:ext cx="414976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149766">
                      <a:moveTo>
                        <a:pt x="0" y="0"/>
                      </a:moveTo>
                      <a:lnTo>
                        <a:pt x="22479" y="0"/>
                      </a:lnTo>
                      <a:lnTo>
                        <a:pt x="74847" y="0"/>
                      </a:lnTo>
                      <a:lnTo>
                        <a:pt x="127214" y="0"/>
                      </a:lnTo>
                      <a:lnTo>
                        <a:pt x="179582" y="0"/>
                      </a:lnTo>
                      <a:lnTo>
                        <a:pt x="231949" y="0"/>
                      </a:lnTo>
                      <a:lnTo>
                        <a:pt x="284316" y="0"/>
                      </a:lnTo>
                      <a:lnTo>
                        <a:pt x="336684" y="0"/>
                      </a:lnTo>
                      <a:lnTo>
                        <a:pt x="389051" y="0"/>
                      </a:lnTo>
                      <a:lnTo>
                        <a:pt x="441419" y="0"/>
                      </a:lnTo>
                      <a:lnTo>
                        <a:pt x="493786" y="0"/>
                      </a:lnTo>
                      <a:lnTo>
                        <a:pt x="546154" y="0"/>
                      </a:lnTo>
                      <a:lnTo>
                        <a:pt x="598521" y="0"/>
                      </a:lnTo>
                      <a:lnTo>
                        <a:pt x="650889" y="0"/>
                      </a:lnTo>
                      <a:lnTo>
                        <a:pt x="703256" y="0"/>
                      </a:lnTo>
                      <a:lnTo>
                        <a:pt x="755623" y="0"/>
                      </a:lnTo>
                      <a:lnTo>
                        <a:pt x="807991" y="0"/>
                      </a:lnTo>
                      <a:lnTo>
                        <a:pt x="860358" y="0"/>
                      </a:lnTo>
                      <a:lnTo>
                        <a:pt x="912726" y="0"/>
                      </a:lnTo>
                      <a:lnTo>
                        <a:pt x="965093" y="0"/>
                      </a:lnTo>
                      <a:lnTo>
                        <a:pt x="1017461" y="0"/>
                      </a:lnTo>
                      <a:lnTo>
                        <a:pt x="1069828" y="0"/>
                      </a:lnTo>
                      <a:lnTo>
                        <a:pt x="1122196" y="0"/>
                      </a:lnTo>
                      <a:lnTo>
                        <a:pt x="1174563" y="0"/>
                      </a:lnTo>
                      <a:lnTo>
                        <a:pt x="1226930" y="0"/>
                      </a:lnTo>
                      <a:lnTo>
                        <a:pt x="1279298" y="0"/>
                      </a:lnTo>
                      <a:lnTo>
                        <a:pt x="1331665" y="0"/>
                      </a:lnTo>
                      <a:lnTo>
                        <a:pt x="1384033" y="0"/>
                      </a:lnTo>
                      <a:lnTo>
                        <a:pt x="1436400" y="0"/>
                      </a:lnTo>
                      <a:lnTo>
                        <a:pt x="1488768" y="0"/>
                      </a:lnTo>
                      <a:lnTo>
                        <a:pt x="1541135" y="0"/>
                      </a:lnTo>
                      <a:lnTo>
                        <a:pt x="1593503" y="0"/>
                      </a:lnTo>
                      <a:lnTo>
                        <a:pt x="1645870" y="0"/>
                      </a:lnTo>
                      <a:lnTo>
                        <a:pt x="1698237" y="0"/>
                      </a:lnTo>
                      <a:lnTo>
                        <a:pt x="1750605" y="0"/>
                      </a:lnTo>
                      <a:lnTo>
                        <a:pt x="1802972" y="0"/>
                      </a:lnTo>
                      <a:lnTo>
                        <a:pt x="1855340" y="0"/>
                      </a:lnTo>
                      <a:lnTo>
                        <a:pt x="1907707" y="0"/>
                      </a:lnTo>
                      <a:lnTo>
                        <a:pt x="1960075" y="0"/>
                      </a:lnTo>
                      <a:lnTo>
                        <a:pt x="2012442" y="0"/>
                      </a:lnTo>
                      <a:lnTo>
                        <a:pt x="2064810" y="0"/>
                      </a:lnTo>
                      <a:lnTo>
                        <a:pt x="2117177" y="0"/>
                      </a:lnTo>
                      <a:lnTo>
                        <a:pt x="2169544" y="0"/>
                      </a:lnTo>
                      <a:lnTo>
                        <a:pt x="2221912" y="0"/>
                      </a:lnTo>
                      <a:lnTo>
                        <a:pt x="2274279" y="0"/>
                      </a:lnTo>
                      <a:lnTo>
                        <a:pt x="2326647" y="0"/>
                      </a:lnTo>
                      <a:lnTo>
                        <a:pt x="2379014" y="0"/>
                      </a:lnTo>
                      <a:lnTo>
                        <a:pt x="2431382" y="0"/>
                      </a:lnTo>
                      <a:lnTo>
                        <a:pt x="2483749" y="0"/>
                      </a:lnTo>
                      <a:lnTo>
                        <a:pt x="2536117" y="0"/>
                      </a:lnTo>
                      <a:lnTo>
                        <a:pt x="2588484" y="0"/>
                      </a:lnTo>
                      <a:lnTo>
                        <a:pt x="2640851" y="0"/>
                      </a:lnTo>
                      <a:lnTo>
                        <a:pt x="2693219" y="0"/>
                      </a:lnTo>
                      <a:lnTo>
                        <a:pt x="2745586" y="0"/>
                      </a:lnTo>
                      <a:lnTo>
                        <a:pt x="2797954" y="0"/>
                      </a:lnTo>
                      <a:lnTo>
                        <a:pt x="2850321" y="0"/>
                      </a:lnTo>
                      <a:lnTo>
                        <a:pt x="2902689" y="0"/>
                      </a:lnTo>
                      <a:lnTo>
                        <a:pt x="2955056" y="0"/>
                      </a:lnTo>
                      <a:lnTo>
                        <a:pt x="3007424" y="0"/>
                      </a:lnTo>
                      <a:lnTo>
                        <a:pt x="3059791" y="0"/>
                      </a:lnTo>
                      <a:lnTo>
                        <a:pt x="3112158" y="0"/>
                      </a:lnTo>
                      <a:lnTo>
                        <a:pt x="3164526" y="0"/>
                      </a:lnTo>
                      <a:lnTo>
                        <a:pt x="3216893" y="0"/>
                      </a:lnTo>
                      <a:lnTo>
                        <a:pt x="3269261" y="0"/>
                      </a:lnTo>
                      <a:lnTo>
                        <a:pt x="3321628" y="0"/>
                      </a:lnTo>
                      <a:lnTo>
                        <a:pt x="3373996" y="0"/>
                      </a:lnTo>
                      <a:lnTo>
                        <a:pt x="3426363" y="0"/>
                      </a:lnTo>
                      <a:lnTo>
                        <a:pt x="3478730" y="0"/>
                      </a:lnTo>
                      <a:lnTo>
                        <a:pt x="3531098" y="0"/>
                      </a:lnTo>
                      <a:lnTo>
                        <a:pt x="3583465" y="0"/>
                      </a:lnTo>
                      <a:lnTo>
                        <a:pt x="3635833" y="0"/>
                      </a:lnTo>
                      <a:lnTo>
                        <a:pt x="3688200" y="0"/>
                      </a:lnTo>
                      <a:lnTo>
                        <a:pt x="3740568" y="0"/>
                      </a:lnTo>
                      <a:lnTo>
                        <a:pt x="3792935" y="0"/>
                      </a:lnTo>
                      <a:lnTo>
                        <a:pt x="3845303" y="0"/>
                      </a:lnTo>
                      <a:lnTo>
                        <a:pt x="3897670" y="0"/>
                      </a:lnTo>
                      <a:lnTo>
                        <a:pt x="3950037" y="0"/>
                      </a:lnTo>
                      <a:lnTo>
                        <a:pt x="4002405" y="0"/>
                      </a:lnTo>
                      <a:lnTo>
                        <a:pt x="4054772" y="0"/>
                      </a:lnTo>
                      <a:lnTo>
                        <a:pt x="4107140" y="0"/>
                      </a:lnTo>
                      <a:lnTo>
                        <a:pt x="4149766" y="0"/>
                      </a:lnTo>
                      <a:lnTo>
                        <a:pt x="414976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0" name="pg29">
                  <a:extLst>
                    <a:ext uri="{FF2B5EF4-FFF2-40B4-BE49-F238E27FC236}">
                      <a16:creationId xmlns:a16="http://schemas.microsoft.com/office/drawing/2014/main" id="{84178FE8-45AD-65BF-8620-2C8B571E83AB}"/>
                    </a:ext>
                  </a:extLst>
                </p:cNvPr>
                <p:cNvSpPr/>
                <p:nvPr/>
              </p:nvSpPr>
              <p:spPr>
                <a:xfrm>
                  <a:off x="4089798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1" name="pg30">
                  <a:extLst>
                    <a:ext uri="{FF2B5EF4-FFF2-40B4-BE49-F238E27FC236}">
                      <a16:creationId xmlns:a16="http://schemas.microsoft.com/office/drawing/2014/main" id="{47B27B19-6505-951B-FB0A-7EDF84F0371F}"/>
                    </a:ext>
                  </a:extLst>
                </p:cNvPr>
                <p:cNvSpPr/>
                <p:nvPr/>
              </p:nvSpPr>
              <p:spPr>
                <a:xfrm>
                  <a:off x="4171236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2" name="pg31">
                  <a:extLst>
                    <a:ext uri="{FF2B5EF4-FFF2-40B4-BE49-F238E27FC236}">
                      <a16:creationId xmlns:a16="http://schemas.microsoft.com/office/drawing/2014/main" id="{C9BC391E-F703-9815-9C4E-3F9D99DB60F9}"/>
                    </a:ext>
                  </a:extLst>
                </p:cNvPr>
                <p:cNvSpPr/>
                <p:nvPr/>
              </p:nvSpPr>
              <p:spPr>
                <a:xfrm>
                  <a:off x="4252673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3" name="pg32">
                  <a:extLst>
                    <a:ext uri="{FF2B5EF4-FFF2-40B4-BE49-F238E27FC236}">
                      <a16:creationId xmlns:a16="http://schemas.microsoft.com/office/drawing/2014/main" id="{3CC6500F-68ED-4C0C-7FF1-4FADE7DAF82D}"/>
                    </a:ext>
                  </a:extLst>
                </p:cNvPr>
                <p:cNvSpPr/>
                <p:nvPr/>
              </p:nvSpPr>
              <p:spPr>
                <a:xfrm>
                  <a:off x="4334110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4" name="pg33">
                  <a:extLst>
                    <a:ext uri="{FF2B5EF4-FFF2-40B4-BE49-F238E27FC236}">
                      <a16:creationId xmlns:a16="http://schemas.microsoft.com/office/drawing/2014/main" id="{FF85DD9F-9197-EF83-826D-1C008A630856}"/>
                    </a:ext>
                  </a:extLst>
                </p:cNvPr>
                <p:cNvSpPr/>
                <p:nvPr/>
              </p:nvSpPr>
              <p:spPr>
                <a:xfrm>
                  <a:off x="4415547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5" name="pg34">
                  <a:extLst>
                    <a:ext uri="{FF2B5EF4-FFF2-40B4-BE49-F238E27FC236}">
                      <a16:creationId xmlns:a16="http://schemas.microsoft.com/office/drawing/2014/main" id="{B4CA9BEA-4581-F13D-4A02-3A7187046ED1}"/>
                    </a:ext>
                  </a:extLst>
                </p:cNvPr>
                <p:cNvSpPr/>
                <p:nvPr/>
              </p:nvSpPr>
              <p:spPr>
                <a:xfrm>
                  <a:off x="4496984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6" name="pg35">
                  <a:extLst>
                    <a:ext uri="{FF2B5EF4-FFF2-40B4-BE49-F238E27FC236}">
                      <a16:creationId xmlns:a16="http://schemas.microsoft.com/office/drawing/2014/main" id="{5D8D0B8C-E25C-0B5B-762D-3DCD547A0D03}"/>
                    </a:ext>
                  </a:extLst>
                </p:cNvPr>
                <p:cNvSpPr/>
                <p:nvPr/>
              </p:nvSpPr>
              <p:spPr>
                <a:xfrm>
                  <a:off x="4578421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7" name="pg36">
                  <a:extLst>
                    <a:ext uri="{FF2B5EF4-FFF2-40B4-BE49-F238E27FC236}">
                      <a16:creationId xmlns:a16="http://schemas.microsoft.com/office/drawing/2014/main" id="{F7B527E3-69E2-064E-1B4A-F520ACAE2FDF}"/>
                    </a:ext>
                  </a:extLst>
                </p:cNvPr>
                <p:cNvSpPr/>
                <p:nvPr/>
              </p:nvSpPr>
              <p:spPr>
                <a:xfrm>
                  <a:off x="4659858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8" name="pg37">
                  <a:extLst>
                    <a:ext uri="{FF2B5EF4-FFF2-40B4-BE49-F238E27FC236}">
                      <a16:creationId xmlns:a16="http://schemas.microsoft.com/office/drawing/2014/main" id="{BF6C8F8B-A46E-3F9D-EFF2-DB4D2197F2B6}"/>
                    </a:ext>
                  </a:extLst>
                </p:cNvPr>
                <p:cNvSpPr/>
                <p:nvPr/>
              </p:nvSpPr>
              <p:spPr>
                <a:xfrm>
                  <a:off x="5067044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199" name="pg38">
                  <a:extLst>
                    <a:ext uri="{FF2B5EF4-FFF2-40B4-BE49-F238E27FC236}">
                      <a16:creationId xmlns:a16="http://schemas.microsoft.com/office/drawing/2014/main" id="{CD60DAFD-34A8-3D60-B1C8-898DCDD874C3}"/>
                    </a:ext>
                  </a:extLst>
                </p:cNvPr>
                <p:cNvSpPr/>
                <p:nvPr/>
              </p:nvSpPr>
              <p:spPr>
                <a:xfrm>
                  <a:off x="5148481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0" name="pg39">
                  <a:extLst>
                    <a:ext uri="{FF2B5EF4-FFF2-40B4-BE49-F238E27FC236}">
                      <a16:creationId xmlns:a16="http://schemas.microsoft.com/office/drawing/2014/main" id="{B099E795-D379-5904-DDB5-52F62B0382DE}"/>
                    </a:ext>
                  </a:extLst>
                </p:cNvPr>
                <p:cNvSpPr/>
                <p:nvPr/>
              </p:nvSpPr>
              <p:spPr>
                <a:xfrm>
                  <a:off x="5229918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1" name="pg40">
                  <a:extLst>
                    <a:ext uri="{FF2B5EF4-FFF2-40B4-BE49-F238E27FC236}">
                      <a16:creationId xmlns:a16="http://schemas.microsoft.com/office/drawing/2014/main" id="{464D3ED5-DBB4-B964-7555-1A1E45AD9E32}"/>
                    </a:ext>
                  </a:extLst>
                </p:cNvPr>
                <p:cNvSpPr/>
                <p:nvPr/>
              </p:nvSpPr>
              <p:spPr>
                <a:xfrm>
                  <a:off x="5311355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2" name="pg41">
                  <a:extLst>
                    <a:ext uri="{FF2B5EF4-FFF2-40B4-BE49-F238E27FC236}">
                      <a16:creationId xmlns:a16="http://schemas.microsoft.com/office/drawing/2014/main" id="{A99ADE36-D68E-6F7C-C3EB-173994F2FE97}"/>
                    </a:ext>
                  </a:extLst>
                </p:cNvPr>
                <p:cNvSpPr/>
                <p:nvPr/>
              </p:nvSpPr>
              <p:spPr>
                <a:xfrm>
                  <a:off x="5392793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3" name="pg42">
                  <a:extLst>
                    <a:ext uri="{FF2B5EF4-FFF2-40B4-BE49-F238E27FC236}">
                      <a16:creationId xmlns:a16="http://schemas.microsoft.com/office/drawing/2014/main" id="{8475ED66-7264-8313-FAD5-B177CB996B50}"/>
                    </a:ext>
                  </a:extLst>
                </p:cNvPr>
                <p:cNvSpPr/>
                <p:nvPr/>
              </p:nvSpPr>
              <p:spPr>
                <a:xfrm>
                  <a:off x="3682613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4" name="pg43">
                  <a:extLst>
                    <a:ext uri="{FF2B5EF4-FFF2-40B4-BE49-F238E27FC236}">
                      <a16:creationId xmlns:a16="http://schemas.microsoft.com/office/drawing/2014/main" id="{8069C3C3-DDA8-405C-E7A9-4F3512BD4CE6}"/>
                    </a:ext>
                  </a:extLst>
                </p:cNvPr>
                <p:cNvSpPr/>
                <p:nvPr/>
              </p:nvSpPr>
              <p:spPr>
                <a:xfrm>
                  <a:off x="3764050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5" name="pg44">
                  <a:extLst>
                    <a:ext uri="{FF2B5EF4-FFF2-40B4-BE49-F238E27FC236}">
                      <a16:creationId xmlns:a16="http://schemas.microsoft.com/office/drawing/2014/main" id="{2DA371E6-8B95-E92E-4DE3-A1EB18D2F088}"/>
                    </a:ext>
                  </a:extLst>
                </p:cNvPr>
                <p:cNvSpPr/>
                <p:nvPr/>
              </p:nvSpPr>
              <p:spPr>
                <a:xfrm>
                  <a:off x="3845487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6" name="pg45">
                  <a:extLst>
                    <a:ext uri="{FF2B5EF4-FFF2-40B4-BE49-F238E27FC236}">
                      <a16:creationId xmlns:a16="http://schemas.microsoft.com/office/drawing/2014/main" id="{326C1C2B-7B4A-91A2-3329-5534EBA8BE04}"/>
                    </a:ext>
                  </a:extLst>
                </p:cNvPr>
                <p:cNvSpPr/>
                <p:nvPr/>
              </p:nvSpPr>
              <p:spPr>
                <a:xfrm>
                  <a:off x="3926924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7" name="pg46">
                  <a:extLst>
                    <a:ext uri="{FF2B5EF4-FFF2-40B4-BE49-F238E27FC236}">
                      <a16:creationId xmlns:a16="http://schemas.microsoft.com/office/drawing/2014/main" id="{B266A169-5441-EB7D-A732-F65A3AEA4D44}"/>
                    </a:ext>
                  </a:extLst>
                </p:cNvPr>
                <p:cNvSpPr/>
                <p:nvPr/>
              </p:nvSpPr>
              <p:spPr>
                <a:xfrm>
                  <a:off x="4008361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8" name="pg47">
                  <a:extLst>
                    <a:ext uri="{FF2B5EF4-FFF2-40B4-BE49-F238E27FC236}">
                      <a16:creationId xmlns:a16="http://schemas.microsoft.com/office/drawing/2014/main" id="{D3191F89-9E8C-CA60-16C6-B7A1A9CBD21F}"/>
                    </a:ext>
                  </a:extLst>
                </p:cNvPr>
                <p:cNvSpPr/>
                <p:nvPr/>
              </p:nvSpPr>
              <p:spPr>
                <a:xfrm>
                  <a:off x="4089798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09" name="pg48">
                  <a:extLst>
                    <a:ext uri="{FF2B5EF4-FFF2-40B4-BE49-F238E27FC236}">
                      <a16:creationId xmlns:a16="http://schemas.microsoft.com/office/drawing/2014/main" id="{DAEDC429-396B-A1C3-2C1E-B15DBB746BA1}"/>
                    </a:ext>
                  </a:extLst>
                </p:cNvPr>
                <p:cNvSpPr/>
                <p:nvPr/>
              </p:nvSpPr>
              <p:spPr>
                <a:xfrm>
                  <a:off x="4171236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0" name="pg49">
                  <a:extLst>
                    <a:ext uri="{FF2B5EF4-FFF2-40B4-BE49-F238E27FC236}">
                      <a16:creationId xmlns:a16="http://schemas.microsoft.com/office/drawing/2014/main" id="{4D259FFF-C588-1596-0D07-DD069195CDAB}"/>
                    </a:ext>
                  </a:extLst>
                </p:cNvPr>
                <p:cNvSpPr/>
                <p:nvPr/>
              </p:nvSpPr>
              <p:spPr>
                <a:xfrm>
                  <a:off x="4252673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1" name="pg50">
                  <a:extLst>
                    <a:ext uri="{FF2B5EF4-FFF2-40B4-BE49-F238E27FC236}">
                      <a16:creationId xmlns:a16="http://schemas.microsoft.com/office/drawing/2014/main" id="{776C3EDD-4DF4-A233-395A-198B4E65990E}"/>
                    </a:ext>
                  </a:extLst>
                </p:cNvPr>
                <p:cNvSpPr/>
                <p:nvPr/>
              </p:nvSpPr>
              <p:spPr>
                <a:xfrm>
                  <a:off x="4334110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2" name="pg51">
                  <a:extLst>
                    <a:ext uri="{FF2B5EF4-FFF2-40B4-BE49-F238E27FC236}">
                      <a16:creationId xmlns:a16="http://schemas.microsoft.com/office/drawing/2014/main" id="{41451D99-52A7-9FDC-13DA-5BB74D28A81D}"/>
                    </a:ext>
                  </a:extLst>
                </p:cNvPr>
                <p:cNvSpPr/>
                <p:nvPr/>
              </p:nvSpPr>
              <p:spPr>
                <a:xfrm>
                  <a:off x="4415547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3" name="pg52">
                  <a:extLst>
                    <a:ext uri="{FF2B5EF4-FFF2-40B4-BE49-F238E27FC236}">
                      <a16:creationId xmlns:a16="http://schemas.microsoft.com/office/drawing/2014/main" id="{26A6DCCE-EEF2-09D5-5836-4D553FFF7531}"/>
                    </a:ext>
                  </a:extLst>
                </p:cNvPr>
                <p:cNvSpPr/>
                <p:nvPr/>
              </p:nvSpPr>
              <p:spPr>
                <a:xfrm>
                  <a:off x="4496984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4" name="pg53">
                  <a:extLst>
                    <a:ext uri="{FF2B5EF4-FFF2-40B4-BE49-F238E27FC236}">
                      <a16:creationId xmlns:a16="http://schemas.microsoft.com/office/drawing/2014/main" id="{CF97E860-7135-6204-FE90-ED54F32A8C13}"/>
                    </a:ext>
                  </a:extLst>
                </p:cNvPr>
                <p:cNvSpPr/>
                <p:nvPr/>
              </p:nvSpPr>
              <p:spPr>
                <a:xfrm>
                  <a:off x="4578421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5" name="pg54">
                  <a:extLst>
                    <a:ext uri="{FF2B5EF4-FFF2-40B4-BE49-F238E27FC236}">
                      <a16:creationId xmlns:a16="http://schemas.microsoft.com/office/drawing/2014/main" id="{63461992-3090-7DBF-206F-E2EE2F9262E5}"/>
                    </a:ext>
                  </a:extLst>
                </p:cNvPr>
                <p:cNvSpPr/>
                <p:nvPr/>
              </p:nvSpPr>
              <p:spPr>
                <a:xfrm>
                  <a:off x="4985607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6" name="pg55">
                  <a:extLst>
                    <a:ext uri="{FF2B5EF4-FFF2-40B4-BE49-F238E27FC236}">
                      <a16:creationId xmlns:a16="http://schemas.microsoft.com/office/drawing/2014/main" id="{14E771D3-45E3-1B9D-564B-BB07E10D0C0B}"/>
                    </a:ext>
                  </a:extLst>
                </p:cNvPr>
                <p:cNvSpPr/>
                <p:nvPr/>
              </p:nvSpPr>
              <p:spPr>
                <a:xfrm>
                  <a:off x="5067044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7" name="pg56">
                  <a:extLst>
                    <a:ext uri="{FF2B5EF4-FFF2-40B4-BE49-F238E27FC236}">
                      <a16:creationId xmlns:a16="http://schemas.microsoft.com/office/drawing/2014/main" id="{445EA522-487D-8D4E-9A8A-1E9E9520D9DF}"/>
                    </a:ext>
                  </a:extLst>
                </p:cNvPr>
                <p:cNvSpPr/>
                <p:nvPr/>
              </p:nvSpPr>
              <p:spPr>
                <a:xfrm>
                  <a:off x="5148481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8" name="pg57">
                  <a:extLst>
                    <a:ext uri="{FF2B5EF4-FFF2-40B4-BE49-F238E27FC236}">
                      <a16:creationId xmlns:a16="http://schemas.microsoft.com/office/drawing/2014/main" id="{CB2A1438-A369-CAAB-56C9-2DE56AF63B05}"/>
                    </a:ext>
                  </a:extLst>
                </p:cNvPr>
                <p:cNvSpPr/>
                <p:nvPr/>
              </p:nvSpPr>
              <p:spPr>
                <a:xfrm>
                  <a:off x="5229918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19" name="pg58">
                  <a:extLst>
                    <a:ext uri="{FF2B5EF4-FFF2-40B4-BE49-F238E27FC236}">
                      <a16:creationId xmlns:a16="http://schemas.microsoft.com/office/drawing/2014/main" id="{EB07E35F-71E1-6903-0C81-4F5C7C8BC1DA}"/>
                    </a:ext>
                  </a:extLst>
                </p:cNvPr>
                <p:cNvSpPr/>
                <p:nvPr/>
              </p:nvSpPr>
              <p:spPr>
                <a:xfrm>
                  <a:off x="5311355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0" name="pg59">
                  <a:extLst>
                    <a:ext uri="{FF2B5EF4-FFF2-40B4-BE49-F238E27FC236}">
                      <a16:creationId xmlns:a16="http://schemas.microsoft.com/office/drawing/2014/main" id="{7AB26097-298C-B954-C49A-8EED947629E1}"/>
                    </a:ext>
                  </a:extLst>
                </p:cNvPr>
                <p:cNvSpPr/>
                <p:nvPr/>
              </p:nvSpPr>
              <p:spPr>
                <a:xfrm>
                  <a:off x="5392793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7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1" name="pg60">
                  <a:extLst>
                    <a:ext uri="{FF2B5EF4-FFF2-40B4-BE49-F238E27FC236}">
                      <a16:creationId xmlns:a16="http://schemas.microsoft.com/office/drawing/2014/main" id="{A1376B2C-6AB9-19C2-CB2F-FF8C0066C643}"/>
                    </a:ext>
                  </a:extLst>
                </p:cNvPr>
                <p:cNvSpPr/>
                <p:nvPr/>
              </p:nvSpPr>
              <p:spPr>
                <a:xfrm>
                  <a:off x="3601176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2" name="pg61">
                  <a:extLst>
                    <a:ext uri="{FF2B5EF4-FFF2-40B4-BE49-F238E27FC236}">
                      <a16:creationId xmlns:a16="http://schemas.microsoft.com/office/drawing/2014/main" id="{AF43D834-1BD0-6C16-188D-F01BC85B2BA1}"/>
                    </a:ext>
                  </a:extLst>
                </p:cNvPr>
                <p:cNvSpPr/>
                <p:nvPr/>
              </p:nvSpPr>
              <p:spPr>
                <a:xfrm>
                  <a:off x="3682613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3" name="pg62">
                  <a:extLst>
                    <a:ext uri="{FF2B5EF4-FFF2-40B4-BE49-F238E27FC236}">
                      <a16:creationId xmlns:a16="http://schemas.microsoft.com/office/drawing/2014/main" id="{D37A1387-C067-2B02-68A8-36DB64A36373}"/>
                    </a:ext>
                  </a:extLst>
                </p:cNvPr>
                <p:cNvSpPr/>
                <p:nvPr/>
              </p:nvSpPr>
              <p:spPr>
                <a:xfrm>
                  <a:off x="3764050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4" name="pg63">
                  <a:extLst>
                    <a:ext uri="{FF2B5EF4-FFF2-40B4-BE49-F238E27FC236}">
                      <a16:creationId xmlns:a16="http://schemas.microsoft.com/office/drawing/2014/main" id="{FDFE7DC4-4FC7-05B7-9042-DF1AE5EBBC1A}"/>
                    </a:ext>
                  </a:extLst>
                </p:cNvPr>
                <p:cNvSpPr/>
                <p:nvPr/>
              </p:nvSpPr>
              <p:spPr>
                <a:xfrm>
                  <a:off x="3845487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5" name="pg64">
                  <a:extLst>
                    <a:ext uri="{FF2B5EF4-FFF2-40B4-BE49-F238E27FC236}">
                      <a16:creationId xmlns:a16="http://schemas.microsoft.com/office/drawing/2014/main" id="{68C97E93-407F-199C-5C7A-45A12CBB7364}"/>
                    </a:ext>
                  </a:extLst>
                </p:cNvPr>
                <p:cNvSpPr/>
                <p:nvPr/>
              </p:nvSpPr>
              <p:spPr>
                <a:xfrm>
                  <a:off x="3926924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6" name="pg65">
                  <a:extLst>
                    <a:ext uri="{FF2B5EF4-FFF2-40B4-BE49-F238E27FC236}">
                      <a16:creationId xmlns:a16="http://schemas.microsoft.com/office/drawing/2014/main" id="{06D2507D-8834-2657-56A5-0AB200980288}"/>
                    </a:ext>
                  </a:extLst>
                </p:cNvPr>
                <p:cNvSpPr/>
                <p:nvPr/>
              </p:nvSpPr>
              <p:spPr>
                <a:xfrm>
                  <a:off x="4008361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7" name="pg66">
                  <a:extLst>
                    <a:ext uri="{FF2B5EF4-FFF2-40B4-BE49-F238E27FC236}">
                      <a16:creationId xmlns:a16="http://schemas.microsoft.com/office/drawing/2014/main" id="{B75C97B3-DEE9-91F6-1A0F-8EC7C368F0AE}"/>
                    </a:ext>
                  </a:extLst>
                </p:cNvPr>
                <p:cNvSpPr/>
                <p:nvPr/>
              </p:nvSpPr>
              <p:spPr>
                <a:xfrm>
                  <a:off x="4089798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8" name="pg67">
                  <a:extLst>
                    <a:ext uri="{FF2B5EF4-FFF2-40B4-BE49-F238E27FC236}">
                      <a16:creationId xmlns:a16="http://schemas.microsoft.com/office/drawing/2014/main" id="{CE210C05-4D0E-E844-624B-6921FD3851EC}"/>
                    </a:ext>
                  </a:extLst>
                </p:cNvPr>
                <p:cNvSpPr/>
                <p:nvPr/>
              </p:nvSpPr>
              <p:spPr>
                <a:xfrm>
                  <a:off x="4171236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29" name="pg68">
                  <a:extLst>
                    <a:ext uri="{FF2B5EF4-FFF2-40B4-BE49-F238E27FC236}">
                      <a16:creationId xmlns:a16="http://schemas.microsoft.com/office/drawing/2014/main" id="{CAF38B80-3485-7FC1-B37E-D8D56E8F8965}"/>
                    </a:ext>
                  </a:extLst>
                </p:cNvPr>
                <p:cNvSpPr/>
                <p:nvPr/>
              </p:nvSpPr>
              <p:spPr>
                <a:xfrm>
                  <a:off x="4252673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0" name="pg69">
                  <a:extLst>
                    <a:ext uri="{FF2B5EF4-FFF2-40B4-BE49-F238E27FC236}">
                      <a16:creationId xmlns:a16="http://schemas.microsoft.com/office/drawing/2014/main" id="{066C7C53-2A4A-F538-9CBB-3D6FB0EFB178}"/>
                    </a:ext>
                  </a:extLst>
                </p:cNvPr>
                <p:cNvSpPr/>
                <p:nvPr/>
              </p:nvSpPr>
              <p:spPr>
                <a:xfrm>
                  <a:off x="4334110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1" name="pg70">
                  <a:extLst>
                    <a:ext uri="{FF2B5EF4-FFF2-40B4-BE49-F238E27FC236}">
                      <a16:creationId xmlns:a16="http://schemas.microsoft.com/office/drawing/2014/main" id="{7745B48F-CA63-1945-F16D-3BFA3D6AF4CF}"/>
                    </a:ext>
                  </a:extLst>
                </p:cNvPr>
                <p:cNvSpPr/>
                <p:nvPr/>
              </p:nvSpPr>
              <p:spPr>
                <a:xfrm>
                  <a:off x="4415547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2" name="pg71">
                  <a:extLst>
                    <a:ext uri="{FF2B5EF4-FFF2-40B4-BE49-F238E27FC236}">
                      <a16:creationId xmlns:a16="http://schemas.microsoft.com/office/drawing/2014/main" id="{6E441FFE-89B4-FFC7-AB24-1C0F5D0413CE}"/>
                    </a:ext>
                  </a:extLst>
                </p:cNvPr>
                <p:cNvSpPr/>
                <p:nvPr/>
              </p:nvSpPr>
              <p:spPr>
                <a:xfrm>
                  <a:off x="4496984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3" name="pg72">
                  <a:extLst>
                    <a:ext uri="{FF2B5EF4-FFF2-40B4-BE49-F238E27FC236}">
                      <a16:creationId xmlns:a16="http://schemas.microsoft.com/office/drawing/2014/main" id="{E92480DE-8AF0-DFC1-9969-4503DC96F512}"/>
                    </a:ext>
                  </a:extLst>
                </p:cNvPr>
                <p:cNvSpPr/>
                <p:nvPr/>
              </p:nvSpPr>
              <p:spPr>
                <a:xfrm>
                  <a:off x="4904170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1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4" name="pg73">
                  <a:extLst>
                    <a:ext uri="{FF2B5EF4-FFF2-40B4-BE49-F238E27FC236}">
                      <a16:creationId xmlns:a16="http://schemas.microsoft.com/office/drawing/2014/main" id="{41487E08-D496-DFA6-CF90-EE57678F9EB0}"/>
                    </a:ext>
                  </a:extLst>
                </p:cNvPr>
                <p:cNvSpPr/>
                <p:nvPr/>
              </p:nvSpPr>
              <p:spPr>
                <a:xfrm>
                  <a:off x="4985607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5" name="pg74">
                  <a:extLst>
                    <a:ext uri="{FF2B5EF4-FFF2-40B4-BE49-F238E27FC236}">
                      <a16:creationId xmlns:a16="http://schemas.microsoft.com/office/drawing/2014/main" id="{4FDD2B0A-15FD-07E8-8138-3E95FFF23053}"/>
                    </a:ext>
                  </a:extLst>
                </p:cNvPr>
                <p:cNvSpPr/>
                <p:nvPr/>
              </p:nvSpPr>
              <p:spPr>
                <a:xfrm>
                  <a:off x="5067044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47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6" name="pg75">
                  <a:extLst>
                    <a:ext uri="{FF2B5EF4-FFF2-40B4-BE49-F238E27FC236}">
                      <a16:creationId xmlns:a16="http://schemas.microsoft.com/office/drawing/2014/main" id="{45DA9174-6F2A-CA6D-7776-7F80A2198A8D}"/>
                    </a:ext>
                  </a:extLst>
                </p:cNvPr>
                <p:cNvSpPr/>
                <p:nvPr/>
              </p:nvSpPr>
              <p:spPr>
                <a:xfrm>
                  <a:off x="5148481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7" name="pg76">
                  <a:extLst>
                    <a:ext uri="{FF2B5EF4-FFF2-40B4-BE49-F238E27FC236}">
                      <a16:creationId xmlns:a16="http://schemas.microsoft.com/office/drawing/2014/main" id="{EDD8AB3A-DC0C-13F0-5A8D-F0050667DA6A}"/>
                    </a:ext>
                  </a:extLst>
                </p:cNvPr>
                <p:cNvSpPr/>
                <p:nvPr/>
              </p:nvSpPr>
              <p:spPr>
                <a:xfrm>
                  <a:off x="5229918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8" name="pg77">
                  <a:extLst>
                    <a:ext uri="{FF2B5EF4-FFF2-40B4-BE49-F238E27FC236}">
                      <a16:creationId xmlns:a16="http://schemas.microsoft.com/office/drawing/2014/main" id="{B8E6C943-3B7E-E339-DCE6-F356FAF67E86}"/>
                    </a:ext>
                  </a:extLst>
                </p:cNvPr>
                <p:cNvSpPr/>
                <p:nvPr/>
              </p:nvSpPr>
              <p:spPr>
                <a:xfrm>
                  <a:off x="5311355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39" name="pg78">
                  <a:extLst>
                    <a:ext uri="{FF2B5EF4-FFF2-40B4-BE49-F238E27FC236}">
                      <a16:creationId xmlns:a16="http://schemas.microsoft.com/office/drawing/2014/main" id="{644A50C7-EC9B-B3F7-43E9-E40CB21E2AA7}"/>
                    </a:ext>
                  </a:extLst>
                </p:cNvPr>
                <p:cNvSpPr/>
                <p:nvPr/>
              </p:nvSpPr>
              <p:spPr>
                <a:xfrm>
                  <a:off x="5392793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0" name="pg79">
                  <a:extLst>
                    <a:ext uri="{FF2B5EF4-FFF2-40B4-BE49-F238E27FC236}">
                      <a16:creationId xmlns:a16="http://schemas.microsoft.com/office/drawing/2014/main" id="{D73C3EFF-9B14-0D0D-14FD-38EE4C17DA19}"/>
                    </a:ext>
                  </a:extLst>
                </p:cNvPr>
                <p:cNvSpPr/>
                <p:nvPr/>
              </p:nvSpPr>
              <p:spPr>
                <a:xfrm>
                  <a:off x="3438301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1" name="pg80">
                  <a:extLst>
                    <a:ext uri="{FF2B5EF4-FFF2-40B4-BE49-F238E27FC236}">
                      <a16:creationId xmlns:a16="http://schemas.microsoft.com/office/drawing/2014/main" id="{9350833D-7608-0BCF-C747-9AD6CA7B8E23}"/>
                    </a:ext>
                  </a:extLst>
                </p:cNvPr>
                <p:cNvSpPr/>
                <p:nvPr/>
              </p:nvSpPr>
              <p:spPr>
                <a:xfrm>
                  <a:off x="3519738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2" name="pg81">
                  <a:extLst>
                    <a:ext uri="{FF2B5EF4-FFF2-40B4-BE49-F238E27FC236}">
                      <a16:creationId xmlns:a16="http://schemas.microsoft.com/office/drawing/2014/main" id="{C99D787B-9073-7595-DDF0-E99E35C6C092}"/>
                    </a:ext>
                  </a:extLst>
                </p:cNvPr>
                <p:cNvSpPr/>
                <p:nvPr/>
              </p:nvSpPr>
              <p:spPr>
                <a:xfrm>
                  <a:off x="3601176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3" name="pg82">
                  <a:extLst>
                    <a:ext uri="{FF2B5EF4-FFF2-40B4-BE49-F238E27FC236}">
                      <a16:creationId xmlns:a16="http://schemas.microsoft.com/office/drawing/2014/main" id="{90502272-0BC3-9C41-1B73-B50AF1A662B0}"/>
                    </a:ext>
                  </a:extLst>
                </p:cNvPr>
                <p:cNvSpPr/>
                <p:nvPr/>
              </p:nvSpPr>
              <p:spPr>
                <a:xfrm>
                  <a:off x="3682613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4" name="pg83">
                  <a:extLst>
                    <a:ext uri="{FF2B5EF4-FFF2-40B4-BE49-F238E27FC236}">
                      <a16:creationId xmlns:a16="http://schemas.microsoft.com/office/drawing/2014/main" id="{4519C07A-32AE-DB31-8C6B-CA8D0E5981F4}"/>
                    </a:ext>
                  </a:extLst>
                </p:cNvPr>
                <p:cNvSpPr/>
                <p:nvPr/>
              </p:nvSpPr>
              <p:spPr>
                <a:xfrm>
                  <a:off x="3764050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5" name="pg84">
                  <a:extLst>
                    <a:ext uri="{FF2B5EF4-FFF2-40B4-BE49-F238E27FC236}">
                      <a16:creationId xmlns:a16="http://schemas.microsoft.com/office/drawing/2014/main" id="{C95B08AA-38EE-2FCD-DE7C-808AA4213C27}"/>
                    </a:ext>
                  </a:extLst>
                </p:cNvPr>
                <p:cNvSpPr/>
                <p:nvPr/>
              </p:nvSpPr>
              <p:spPr>
                <a:xfrm>
                  <a:off x="3845487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6" name="pg85">
                  <a:extLst>
                    <a:ext uri="{FF2B5EF4-FFF2-40B4-BE49-F238E27FC236}">
                      <a16:creationId xmlns:a16="http://schemas.microsoft.com/office/drawing/2014/main" id="{741D2791-4873-8F68-8383-A89B02F82E7B}"/>
                    </a:ext>
                  </a:extLst>
                </p:cNvPr>
                <p:cNvSpPr/>
                <p:nvPr/>
              </p:nvSpPr>
              <p:spPr>
                <a:xfrm>
                  <a:off x="3926924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7" name="pg86">
                  <a:extLst>
                    <a:ext uri="{FF2B5EF4-FFF2-40B4-BE49-F238E27FC236}">
                      <a16:creationId xmlns:a16="http://schemas.microsoft.com/office/drawing/2014/main" id="{8C866B1C-9E0B-75F3-76A7-166E7E60BA65}"/>
                    </a:ext>
                  </a:extLst>
                </p:cNvPr>
                <p:cNvSpPr/>
                <p:nvPr/>
              </p:nvSpPr>
              <p:spPr>
                <a:xfrm>
                  <a:off x="4008361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8" name="pg87">
                  <a:extLst>
                    <a:ext uri="{FF2B5EF4-FFF2-40B4-BE49-F238E27FC236}">
                      <a16:creationId xmlns:a16="http://schemas.microsoft.com/office/drawing/2014/main" id="{B63B6756-15CB-2085-7FC4-448FF4EBE870}"/>
                    </a:ext>
                  </a:extLst>
                </p:cNvPr>
                <p:cNvSpPr/>
                <p:nvPr/>
              </p:nvSpPr>
              <p:spPr>
                <a:xfrm>
                  <a:off x="4089798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49" name="pg88">
                  <a:extLst>
                    <a:ext uri="{FF2B5EF4-FFF2-40B4-BE49-F238E27FC236}">
                      <a16:creationId xmlns:a16="http://schemas.microsoft.com/office/drawing/2014/main" id="{15C80FA5-3C17-1BDB-981F-635D8A1BCD34}"/>
                    </a:ext>
                  </a:extLst>
                </p:cNvPr>
                <p:cNvSpPr/>
                <p:nvPr/>
              </p:nvSpPr>
              <p:spPr>
                <a:xfrm>
                  <a:off x="4171236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0" name="pg89">
                  <a:extLst>
                    <a:ext uri="{FF2B5EF4-FFF2-40B4-BE49-F238E27FC236}">
                      <a16:creationId xmlns:a16="http://schemas.microsoft.com/office/drawing/2014/main" id="{B23B98C6-5A7A-57C9-E004-C2E4F136E801}"/>
                    </a:ext>
                  </a:extLst>
                </p:cNvPr>
                <p:cNvSpPr/>
                <p:nvPr/>
              </p:nvSpPr>
              <p:spPr>
                <a:xfrm>
                  <a:off x="4252673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FD2B1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1" name="pg90">
                  <a:extLst>
                    <a:ext uri="{FF2B5EF4-FFF2-40B4-BE49-F238E27FC236}">
                      <a16:creationId xmlns:a16="http://schemas.microsoft.com/office/drawing/2014/main" id="{717925F9-F980-214B-4C89-61080D1BE9AC}"/>
                    </a:ext>
                  </a:extLst>
                </p:cNvPr>
                <p:cNvSpPr/>
                <p:nvPr/>
              </p:nvSpPr>
              <p:spPr>
                <a:xfrm>
                  <a:off x="4334110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2" name="pg91">
                  <a:extLst>
                    <a:ext uri="{FF2B5EF4-FFF2-40B4-BE49-F238E27FC236}">
                      <a16:creationId xmlns:a16="http://schemas.microsoft.com/office/drawing/2014/main" id="{31B1D895-8AEC-6BC3-6416-677257596098}"/>
                    </a:ext>
                  </a:extLst>
                </p:cNvPr>
                <p:cNvSpPr/>
                <p:nvPr/>
              </p:nvSpPr>
              <p:spPr>
                <a:xfrm>
                  <a:off x="4822733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DA9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3" name="pg92">
                  <a:extLst>
                    <a:ext uri="{FF2B5EF4-FFF2-40B4-BE49-F238E27FC236}">
                      <a16:creationId xmlns:a16="http://schemas.microsoft.com/office/drawing/2014/main" id="{A5A3F547-F92C-DB81-F527-D51FA339772B}"/>
                    </a:ext>
                  </a:extLst>
                </p:cNvPr>
                <p:cNvSpPr/>
                <p:nvPr/>
              </p:nvSpPr>
              <p:spPr>
                <a:xfrm>
                  <a:off x="4904170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4" name="pg93">
                  <a:extLst>
                    <a:ext uri="{FF2B5EF4-FFF2-40B4-BE49-F238E27FC236}">
                      <a16:creationId xmlns:a16="http://schemas.microsoft.com/office/drawing/2014/main" id="{07821B9B-34F2-4BA4-9A0B-C5095769AA4C}"/>
                    </a:ext>
                  </a:extLst>
                </p:cNvPr>
                <p:cNvSpPr/>
                <p:nvPr/>
              </p:nvSpPr>
              <p:spPr>
                <a:xfrm>
                  <a:off x="4985607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5" name="pg94">
                  <a:extLst>
                    <a:ext uri="{FF2B5EF4-FFF2-40B4-BE49-F238E27FC236}">
                      <a16:creationId xmlns:a16="http://schemas.microsoft.com/office/drawing/2014/main" id="{51B36BDC-F476-71AC-4601-A6977F12082B}"/>
                    </a:ext>
                  </a:extLst>
                </p:cNvPr>
                <p:cNvSpPr/>
                <p:nvPr/>
              </p:nvSpPr>
              <p:spPr>
                <a:xfrm>
                  <a:off x="5067044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6" name="pg95">
                  <a:extLst>
                    <a:ext uri="{FF2B5EF4-FFF2-40B4-BE49-F238E27FC236}">
                      <a16:creationId xmlns:a16="http://schemas.microsoft.com/office/drawing/2014/main" id="{139AE259-FB29-3643-75BD-17F51A552BEA}"/>
                    </a:ext>
                  </a:extLst>
                </p:cNvPr>
                <p:cNvSpPr/>
                <p:nvPr/>
              </p:nvSpPr>
              <p:spPr>
                <a:xfrm>
                  <a:off x="5148481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7" name="pg96">
                  <a:extLst>
                    <a:ext uri="{FF2B5EF4-FFF2-40B4-BE49-F238E27FC236}">
                      <a16:creationId xmlns:a16="http://schemas.microsoft.com/office/drawing/2014/main" id="{16A37E26-3167-A3DF-43E8-670FCB6563AE}"/>
                    </a:ext>
                  </a:extLst>
                </p:cNvPr>
                <p:cNvSpPr/>
                <p:nvPr/>
              </p:nvSpPr>
              <p:spPr>
                <a:xfrm>
                  <a:off x="5229918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8" name="pg97">
                  <a:extLst>
                    <a:ext uri="{FF2B5EF4-FFF2-40B4-BE49-F238E27FC236}">
                      <a16:creationId xmlns:a16="http://schemas.microsoft.com/office/drawing/2014/main" id="{83D15628-B96F-C06D-2940-57ACDCF02525}"/>
                    </a:ext>
                  </a:extLst>
                </p:cNvPr>
                <p:cNvSpPr/>
                <p:nvPr/>
              </p:nvSpPr>
              <p:spPr>
                <a:xfrm>
                  <a:off x="3275427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59" name="pg98">
                  <a:extLst>
                    <a:ext uri="{FF2B5EF4-FFF2-40B4-BE49-F238E27FC236}">
                      <a16:creationId xmlns:a16="http://schemas.microsoft.com/office/drawing/2014/main" id="{0492C196-50A2-2703-CA9B-CD2B0EB76A09}"/>
                    </a:ext>
                  </a:extLst>
                </p:cNvPr>
                <p:cNvSpPr/>
                <p:nvPr/>
              </p:nvSpPr>
              <p:spPr>
                <a:xfrm>
                  <a:off x="3356864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0" name="pg99">
                  <a:extLst>
                    <a:ext uri="{FF2B5EF4-FFF2-40B4-BE49-F238E27FC236}">
                      <a16:creationId xmlns:a16="http://schemas.microsoft.com/office/drawing/2014/main" id="{785BB832-64B1-1E69-D6C0-FC611D5FFF64}"/>
                    </a:ext>
                  </a:extLst>
                </p:cNvPr>
                <p:cNvSpPr/>
                <p:nvPr/>
              </p:nvSpPr>
              <p:spPr>
                <a:xfrm>
                  <a:off x="3438301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1" name="pg100">
                  <a:extLst>
                    <a:ext uri="{FF2B5EF4-FFF2-40B4-BE49-F238E27FC236}">
                      <a16:creationId xmlns:a16="http://schemas.microsoft.com/office/drawing/2014/main" id="{22DCC4F3-D397-85D6-3A86-E3D72D6C63A7}"/>
                    </a:ext>
                  </a:extLst>
                </p:cNvPr>
                <p:cNvSpPr/>
                <p:nvPr/>
              </p:nvSpPr>
              <p:spPr>
                <a:xfrm>
                  <a:off x="3519738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2" name="pg101">
                  <a:extLst>
                    <a:ext uri="{FF2B5EF4-FFF2-40B4-BE49-F238E27FC236}">
                      <a16:creationId xmlns:a16="http://schemas.microsoft.com/office/drawing/2014/main" id="{19A8D53F-B671-31C1-F2BC-9B50F0A267B1}"/>
                    </a:ext>
                  </a:extLst>
                </p:cNvPr>
                <p:cNvSpPr/>
                <p:nvPr/>
              </p:nvSpPr>
              <p:spPr>
                <a:xfrm>
                  <a:off x="3601176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3" name="pg102">
                  <a:extLst>
                    <a:ext uri="{FF2B5EF4-FFF2-40B4-BE49-F238E27FC236}">
                      <a16:creationId xmlns:a16="http://schemas.microsoft.com/office/drawing/2014/main" id="{7A3ACDC1-C1ED-9E8E-333B-330B13F6EA55}"/>
                    </a:ext>
                  </a:extLst>
                </p:cNvPr>
                <p:cNvSpPr/>
                <p:nvPr/>
              </p:nvSpPr>
              <p:spPr>
                <a:xfrm>
                  <a:off x="3682613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4" name="pg103">
                  <a:extLst>
                    <a:ext uri="{FF2B5EF4-FFF2-40B4-BE49-F238E27FC236}">
                      <a16:creationId xmlns:a16="http://schemas.microsoft.com/office/drawing/2014/main" id="{BC07596C-4726-F516-2368-EB29765DFF58}"/>
                    </a:ext>
                  </a:extLst>
                </p:cNvPr>
                <p:cNvSpPr/>
                <p:nvPr/>
              </p:nvSpPr>
              <p:spPr>
                <a:xfrm>
                  <a:off x="3764050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5" name="pg104">
                  <a:extLst>
                    <a:ext uri="{FF2B5EF4-FFF2-40B4-BE49-F238E27FC236}">
                      <a16:creationId xmlns:a16="http://schemas.microsoft.com/office/drawing/2014/main" id="{17EBF9F1-470E-44DF-B882-400192C42493}"/>
                    </a:ext>
                  </a:extLst>
                </p:cNvPr>
                <p:cNvSpPr/>
                <p:nvPr/>
              </p:nvSpPr>
              <p:spPr>
                <a:xfrm>
                  <a:off x="3845487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6" name="pg105">
                  <a:extLst>
                    <a:ext uri="{FF2B5EF4-FFF2-40B4-BE49-F238E27FC236}">
                      <a16:creationId xmlns:a16="http://schemas.microsoft.com/office/drawing/2014/main" id="{FEDECCEC-910F-D853-E256-E6E68EEBCD0D}"/>
                    </a:ext>
                  </a:extLst>
                </p:cNvPr>
                <p:cNvSpPr/>
                <p:nvPr/>
              </p:nvSpPr>
              <p:spPr>
                <a:xfrm>
                  <a:off x="3926924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7" name="pg106">
                  <a:extLst>
                    <a:ext uri="{FF2B5EF4-FFF2-40B4-BE49-F238E27FC236}">
                      <a16:creationId xmlns:a16="http://schemas.microsoft.com/office/drawing/2014/main" id="{7C56330B-BA03-B5F4-49C3-461A3C97F69B}"/>
                    </a:ext>
                  </a:extLst>
                </p:cNvPr>
                <p:cNvSpPr/>
                <p:nvPr/>
              </p:nvSpPr>
              <p:spPr>
                <a:xfrm>
                  <a:off x="4008361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8" name="pg107">
                  <a:extLst>
                    <a:ext uri="{FF2B5EF4-FFF2-40B4-BE49-F238E27FC236}">
                      <a16:creationId xmlns:a16="http://schemas.microsoft.com/office/drawing/2014/main" id="{84ACBFEB-8773-8BFF-B8AA-D1EA7DB1A62D}"/>
                    </a:ext>
                  </a:extLst>
                </p:cNvPr>
                <p:cNvSpPr/>
                <p:nvPr/>
              </p:nvSpPr>
              <p:spPr>
                <a:xfrm>
                  <a:off x="4089798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69" name="pg108">
                  <a:extLst>
                    <a:ext uri="{FF2B5EF4-FFF2-40B4-BE49-F238E27FC236}">
                      <a16:creationId xmlns:a16="http://schemas.microsoft.com/office/drawing/2014/main" id="{637125D7-14FC-9560-8993-83D5630FB878}"/>
                    </a:ext>
                  </a:extLst>
                </p:cNvPr>
                <p:cNvSpPr/>
                <p:nvPr/>
              </p:nvSpPr>
              <p:spPr>
                <a:xfrm>
                  <a:off x="4171236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0" name="pg109">
                  <a:extLst>
                    <a:ext uri="{FF2B5EF4-FFF2-40B4-BE49-F238E27FC236}">
                      <a16:creationId xmlns:a16="http://schemas.microsoft.com/office/drawing/2014/main" id="{8529FB85-BD5E-3DFA-6E94-A2D9B1E72247}"/>
                    </a:ext>
                  </a:extLst>
                </p:cNvPr>
                <p:cNvSpPr/>
                <p:nvPr/>
              </p:nvSpPr>
              <p:spPr>
                <a:xfrm>
                  <a:off x="4252673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1" name="pg110">
                  <a:extLst>
                    <a:ext uri="{FF2B5EF4-FFF2-40B4-BE49-F238E27FC236}">
                      <a16:creationId xmlns:a16="http://schemas.microsoft.com/office/drawing/2014/main" id="{042F13EC-F637-3CA7-4028-1AAF30CBCF20}"/>
                    </a:ext>
                  </a:extLst>
                </p:cNvPr>
                <p:cNvSpPr/>
                <p:nvPr/>
              </p:nvSpPr>
              <p:spPr>
                <a:xfrm>
                  <a:off x="4334110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2" name="pg111">
                  <a:extLst>
                    <a:ext uri="{FF2B5EF4-FFF2-40B4-BE49-F238E27FC236}">
                      <a16:creationId xmlns:a16="http://schemas.microsoft.com/office/drawing/2014/main" id="{720D6274-A247-D2E7-6E5F-FEE51B43EFAF}"/>
                    </a:ext>
                  </a:extLst>
                </p:cNvPr>
                <p:cNvSpPr/>
                <p:nvPr/>
              </p:nvSpPr>
              <p:spPr>
                <a:xfrm>
                  <a:off x="4415547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3" name="pg112">
                  <a:extLst>
                    <a:ext uri="{FF2B5EF4-FFF2-40B4-BE49-F238E27FC236}">
                      <a16:creationId xmlns:a16="http://schemas.microsoft.com/office/drawing/2014/main" id="{BC52ED01-989C-C3D4-8A4F-6C270939F0B8}"/>
                    </a:ext>
                  </a:extLst>
                </p:cNvPr>
                <p:cNvSpPr/>
                <p:nvPr/>
              </p:nvSpPr>
              <p:spPr>
                <a:xfrm>
                  <a:off x="4496984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4" name="pg113">
                  <a:extLst>
                    <a:ext uri="{FF2B5EF4-FFF2-40B4-BE49-F238E27FC236}">
                      <a16:creationId xmlns:a16="http://schemas.microsoft.com/office/drawing/2014/main" id="{F6BFF965-9BC3-E94C-79E4-1E3F3447BFB5}"/>
                    </a:ext>
                  </a:extLst>
                </p:cNvPr>
                <p:cNvSpPr/>
                <p:nvPr/>
              </p:nvSpPr>
              <p:spPr>
                <a:xfrm>
                  <a:off x="4578421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5" name="pg114">
                  <a:extLst>
                    <a:ext uri="{FF2B5EF4-FFF2-40B4-BE49-F238E27FC236}">
                      <a16:creationId xmlns:a16="http://schemas.microsoft.com/office/drawing/2014/main" id="{A1C0B623-98FA-3991-DD3F-D167ADEE8B9C}"/>
                    </a:ext>
                  </a:extLst>
                </p:cNvPr>
                <p:cNvSpPr/>
                <p:nvPr/>
              </p:nvSpPr>
              <p:spPr>
                <a:xfrm>
                  <a:off x="4741296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6" name="pg115">
                  <a:extLst>
                    <a:ext uri="{FF2B5EF4-FFF2-40B4-BE49-F238E27FC236}">
                      <a16:creationId xmlns:a16="http://schemas.microsoft.com/office/drawing/2014/main" id="{79BE7ED3-5D27-B05E-DC5F-54A3698EAAF6}"/>
                    </a:ext>
                  </a:extLst>
                </p:cNvPr>
                <p:cNvSpPr/>
                <p:nvPr/>
              </p:nvSpPr>
              <p:spPr>
                <a:xfrm>
                  <a:off x="4822733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7" name="pg116">
                  <a:extLst>
                    <a:ext uri="{FF2B5EF4-FFF2-40B4-BE49-F238E27FC236}">
                      <a16:creationId xmlns:a16="http://schemas.microsoft.com/office/drawing/2014/main" id="{18BC2427-2C02-A354-72D7-4EC3B31846B3}"/>
                    </a:ext>
                  </a:extLst>
                </p:cNvPr>
                <p:cNvSpPr/>
                <p:nvPr/>
              </p:nvSpPr>
              <p:spPr>
                <a:xfrm>
                  <a:off x="4904170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8" name="pg117">
                  <a:extLst>
                    <a:ext uri="{FF2B5EF4-FFF2-40B4-BE49-F238E27FC236}">
                      <a16:creationId xmlns:a16="http://schemas.microsoft.com/office/drawing/2014/main" id="{F708B190-3C19-120C-9228-CA2B1EC9655D}"/>
                    </a:ext>
                  </a:extLst>
                </p:cNvPr>
                <p:cNvSpPr/>
                <p:nvPr/>
              </p:nvSpPr>
              <p:spPr>
                <a:xfrm>
                  <a:off x="4985607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79" name="pg118">
                  <a:extLst>
                    <a:ext uri="{FF2B5EF4-FFF2-40B4-BE49-F238E27FC236}">
                      <a16:creationId xmlns:a16="http://schemas.microsoft.com/office/drawing/2014/main" id="{09F3C0F9-D6B7-70D8-DF8C-3DB940CD811C}"/>
                    </a:ext>
                  </a:extLst>
                </p:cNvPr>
                <p:cNvSpPr/>
                <p:nvPr/>
              </p:nvSpPr>
              <p:spPr>
                <a:xfrm>
                  <a:off x="5067044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0" name="pg119">
                  <a:extLst>
                    <a:ext uri="{FF2B5EF4-FFF2-40B4-BE49-F238E27FC236}">
                      <a16:creationId xmlns:a16="http://schemas.microsoft.com/office/drawing/2014/main" id="{EF81FEF7-3839-979E-06B7-E61757B151A4}"/>
                    </a:ext>
                  </a:extLst>
                </p:cNvPr>
                <p:cNvSpPr/>
                <p:nvPr/>
              </p:nvSpPr>
              <p:spPr>
                <a:xfrm>
                  <a:off x="5148481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1" name="pg120">
                  <a:extLst>
                    <a:ext uri="{FF2B5EF4-FFF2-40B4-BE49-F238E27FC236}">
                      <a16:creationId xmlns:a16="http://schemas.microsoft.com/office/drawing/2014/main" id="{389AB7B5-D861-0DDB-F76A-FE28DF3A29FC}"/>
                    </a:ext>
                  </a:extLst>
                </p:cNvPr>
                <p:cNvSpPr/>
                <p:nvPr/>
              </p:nvSpPr>
              <p:spPr>
                <a:xfrm>
                  <a:off x="5229918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2" name="pg121">
                  <a:extLst>
                    <a:ext uri="{FF2B5EF4-FFF2-40B4-BE49-F238E27FC236}">
                      <a16:creationId xmlns:a16="http://schemas.microsoft.com/office/drawing/2014/main" id="{570AF4DC-B502-8629-E4AB-883269EB2D58}"/>
                    </a:ext>
                  </a:extLst>
                </p:cNvPr>
                <p:cNvSpPr/>
                <p:nvPr/>
              </p:nvSpPr>
              <p:spPr>
                <a:xfrm>
                  <a:off x="3275427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3" name="pg122">
                  <a:extLst>
                    <a:ext uri="{FF2B5EF4-FFF2-40B4-BE49-F238E27FC236}">
                      <a16:creationId xmlns:a16="http://schemas.microsoft.com/office/drawing/2014/main" id="{7A4853BE-84C6-1175-3273-510F387970C4}"/>
                    </a:ext>
                  </a:extLst>
                </p:cNvPr>
                <p:cNvSpPr/>
                <p:nvPr/>
              </p:nvSpPr>
              <p:spPr>
                <a:xfrm>
                  <a:off x="3356864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4" name="pg123">
                  <a:extLst>
                    <a:ext uri="{FF2B5EF4-FFF2-40B4-BE49-F238E27FC236}">
                      <a16:creationId xmlns:a16="http://schemas.microsoft.com/office/drawing/2014/main" id="{A07DC2AB-7340-FD2C-71E3-BF6FDA4E5BD7}"/>
                    </a:ext>
                  </a:extLst>
                </p:cNvPr>
                <p:cNvSpPr/>
                <p:nvPr/>
              </p:nvSpPr>
              <p:spPr>
                <a:xfrm>
                  <a:off x="3438301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5" name="pg124">
                  <a:extLst>
                    <a:ext uri="{FF2B5EF4-FFF2-40B4-BE49-F238E27FC236}">
                      <a16:creationId xmlns:a16="http://schemas.microsoft.com/office/drawing/2014/main" id="{81C13BEA-4840-75CC-EDD6-908336499FE1}"/>
                    </a:ext>
                  </a:extLst>
                </p:cNvPr>
                <p:cNvSpPr/>
                <p:nvPr/>
              </p:nvSpPr>
              <p:spPr>
                <a:xfrm>
                  <a:off x="3519738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6" name="pg125">
                  <a:extLst>
                    <a:ext uri="{FF2B5EF4-FFF2-40B4-BE49-F238E27FC236}">
                      <a16:creationId xmlns:a16="http://schemas.microsoft.com/office/drawing/2014/main" id="{CD666F52-1566-F539-C1D7-E58B6A3AF107}"/>
                    </a:ext>
                  </a:extLst>
                </p:cNvPr>
                <p:cNvSpPr/>
                <p:nvPr/>
              </p:nvSpPr>
              <p:spPr>
                <a:xfrm>
                  <a:off x="3601176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7" name="pg126">
                  <a:extLst>
                    <a:ext uri="{FF2B5EF4-FFF2-40B4-BE49-F238E27FC236}">
                      <a16:creationId xmlns:a16="http://schemas.microsoft.com/office/drawing/2014/main" id="{3CD2D24C-D46C-4D94-2FE8-E9F0B01847BD}"/>
                    </a:ext>
                  </a:extLst>
                </p:cNvPr>
                <p:cNvSpPr/>
                <p:nvPr/>
              </p:nvSpPr>
              <p:spPr>
                <a:xfrm>
                  <a:off x="3682613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8" name="pg127">
                  <a:extLst>
                    <a:ext uri="{FF2B5EF4-FFF2-40B4-BE49-F238E27FC236}">
                      <a16:creationId xmlns:a16="http://schemas.microsoft.com/office/drawing/2014/main" id="{948BC4AA-4239-592B-B3CC-F93687901FFF}"/>
                    </a:ext>
                  </a:extLst>
                </p:cNvPr>
                <p:cNvSpPr/>
                <p:nvPr/>
              </p:nvSpPr>
              <p:spPr>
                <a:xfrm>
                  <a:off x="3764050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89" name="pg128">
                  <a:extLst>
                    <a:ext uri="{FF2B5EF4-FFF2-40B4-BE49-F238E27FC236}">
                      <a16:creationId xmlns:a16="http://schemas.microsoft.com/office/drawing/2014/main" id="{AA0AA104-3177-1593-3D2A-F1015FCE06CD}"/>
                    </a:ext>
                  </a:extLst>
                </p:cNvPr>
                <p:cNvSpPr/>
                <p:nvPr/>
              </p:nvSpPr>
              <p:spPr>
                <a:xfrm>
                  <a:off x="3845487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0" name="pg129">
                  <a:extLst>
                    <a:ext uri="{FF2B5EF4-FFF2-40B4-BE49-F238E27FC236}">
                      <a16:creationId xmlns:a16="http://schemas.microsoft.com/office/drawing/2014/main" id="{7BC8BADF-2326-1F2D-E35D-FC573ADBCAA5}"/>
                    </a:ext>
                  </a:extLst>
                </p:cNvPr>
                <p:cNvSpPr/>
                <p:nvPr/>
              </p:nvSpPr>
              <p:spPr>
                <a:xfrm>
                  <a:off x="3926924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1" name="pg130">
                  <a:extLst>
                    <a:ext uri="{FF2B5EF4-FFF2-40B4-BE49-F238E27FC236}">
                      <a16:creationId xmlns:a16="http://schemas.microsoft.com/office/drawing/2014/main" id="{6E9CAFB6-4A02-58C1-9FA8-A105A12066D4}"/>
                    </a:ext>
                  </a:extLst>
                </p:cNvPr>
                <p:cNvSpPr/>
                <p:nvPr/>
              </p:nvSpPr>
              <p:spPr>
                <a:xfrm>
                  <a:off x="4008361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6AD1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2" name="pg131">
                  <a:extLst>
                    <a:ext uri="{FF2B5EF4-FFF2-40B4-BE49-F238E27FC236}">
                      <a16:creationId xmlns:a16="http://schemas.microsoft.com/office/drawing/2014/main" id="{0BB04042-E036-F16D-FDF2-B83EE0BEE8F2}"/>
                    </a:ext>
                  </a:extLst>
                </p:cNvPr>
                <p:cNvSpPr/>
                <p:nvPr/>
              </p:nvSpPr>
              <p:spPr>
                <a:xfrm>
                  <a:off x="4089798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3" name="pg132">
                  <a:extLst>
                    <a:ext uri="{FF2B5EF4-FFF2-40B4-BE49-F238E27FC236}">
                      <a16:creationId xmlns:a16="http://schemas.microsoft.com/office/drawing/2014/main" id="{81E5338D-3A95-62AB-800C-0298169E15B4}"/>
                    </a:ext>
                  </a:extLst>
                </p:cNvPr>
                <p:cNvSpPr/>
                <p:nvPr/>
              </p:nvSpPr>
              <p:spPr>
                <a:xfrm>
                  <a:off x="4171236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74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4" name="pg133">
                  <a:extLst>
                    <a:ext uri="{FF2B5EF4-FFF2-40B4-BE49-F238E27FC236}">
                      <a16:creationId xmlns:a16="http://schemas.microsoft.com/office/drawing/2014/main" id="{DE1C490D-D39E-2BAE-C920-8A21DEA060BE}"/>
                    </a:ext>
                  </a:extLst>
                </p:cNvPr>
                <p:cNvSpPr/>
                <p:nvPr/>
              </p:nvSpPr>
              <p:spPr>
                <a:xfrm>
                  <a:off x="4252673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5" name="pg134">
                  <a:extLst>
                    <a:ext uri="{FF2B5EF4-FFF2-40B4-BE49-F238E27FC236}">
                      <a16:creationId xmlns:a16="http://schemas.microsoft.com/office/drawing/2014/main" id="{5F1FDE38-A1EF-4215-CD84-B383A0231F8B}"/>
                    </a:ext>
                  </a:extLst>
                </p:cNvPr>
                <p:cNvSpPr/>
                <p:nvPr/>
              </p:nvSpPr>
              <p:spPr>
                <a:xfrm>
                  <a:off x="4334110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6" name="pg135">
                  <a:extLst>
                    <a:ext uri="{FF2B5EF4-FFF2-40B4-BE49-F238E27FC236}">
                      <a16:creationId xmlns:a16="http://schemas.microsoft.com/office/drawing/2014/main" id="{4B9D86AE-A171-C1EF-37E4-4FF9057FA284}"/>
                    </a:ext>
                  </a:extLst>
                </p:cNvPr>
                <p:cNvSpPr/>
                <p:nvPr/>
              </p:nvSpPr>
              <p:spPr>
                <a:xfrm>
                  <a:off x="4415547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7" name="pg136">
                  <a:extLst>
                    <a:ext uri="{FF2B5EF4-FFF2-40B4-BE49-F238E27FC236}">
                      <a16:creationId xmlns:a16="http://schemas.microsoft.com/office/drawing/2014/main" id="{560E9494-B4DD-344F-EBEF-6525C029D651}"/>
                    </a:ext>
                  </a:extLst>
                </p:cNvPr>
                <p:cNvSpPr/>
                <p:nvPr/>
              </p:nvSpPr>
              <p:spPr>
                <a:xfrm>
                  <a:off x="4496984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8" name="pg137">
                  <a:extLst>
                    <a:ext uri="{FF2B5EF4-FFF2-40B4-BE49-F238E27FC236}">
                      <a16:creationId xmlns:a16="http://schemas.microsoft.com/office/drawing/2014/main" id="{3851A744-1B71-0419-E942-911C3553B041}"/>
                    </a:ext>
                  </a:extLst>
                </p:cNvPr>
                <p:cNvSpPr/>
                <p:nvPr/>
              </p:nvSpPr>
              <p:spPr>
                <a:xfrm>
                  <a:off x="4578421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299" name="pg138">
                  <a:extLst>
                    <a:ext uri="{FF2B5EF4-FFF2-40B4-BE49-F238E27FC236}">
                      <a16:creationId xmlns:a16="http://schemas.microsoft.com/office/drawing/2014/main" id="{93AACFBE-D504-91BD-00C8-C788A5090502}"/>
                    </a:ext>
                  </a:extLst>
                </p:cNvPr>
                <p:cNvSpPr/>
                <p:nvPr/>
              </p:nvSpPr>
              <p:spPr>
                <a:xfrm>
                  <a:off x="4659858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0" name="pg139">
                  <a:extLst>
                    <a:ext uri="{FF2B5EF4-FFF2-40B4-BE49-F238E27FC236}">
                      <a16:creationId xmlns:a16="http://schemas.microsoft.com/office/drawing/2014/main" id="{7DF146E0-6E93-6CDB-46F5-F9C82A3D2CBE}"/>
                    </a:ext>
                  </a:extLst>
                </p:cNvPr>
                <p:cNvSpPr/>
                <p:nvPr/>
              </p:nvSpPr>
              <p:spPr>
                <a:xfrm>
                  <a:off x="4741296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1" name="pg140">
                  <a:extLst>
                    <a:ext uri="{FF2B5EF4-FFF2-40B4-BE49-F238E27FC236}">
                      <a16:creationId xmlns:a16="http://schemas.microsoft.com/office/drawing/2014/main" id="{9CBBECC4-7A47-8501-70D7-E662F5F29C2E}"/>
                    </a:ext>
                  </a:extLst>
                </p:cNvPr>
                <p:cNvSpPr/>
                <p:nvPr/>
              </p:nvSpPr>
              <p:spPr>
                <a:xfrm>
                  <a:off x="4822733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2" name="pg141">
                  <a:extLst>
                    <a:ext uri="{FF2B5EF4-FFF2-40B4-BE49-F238E27FC236}">
                      <a16:creationId xmlns:a16="http://schemas.microsoft.com/office/drawing/2014/main" id="{46B3E412-5322-AF3C-82B4-2B6189265282}"/>
                    </a:ext>
                  </a:extLst>
                </p:cNvPr>
                <p:cNvSpPr/>
                <p:nvPr/>
              </p:nvSpPr>
              <p:spPr>
                <a:xfrm>
                  <a:off x="4904170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3" name="pg142">
                  <a:extLst>
                    <a:ext uri="{FF2B5EF4-FFF2-40B4-BE49-F238E27FC236}">
                      <a16:creationId xmlns:a16="http://schemas.microsoft.com/office/drawing/2014/main" id="{8CE6653B-80B2-DE45-105F-87698B06490F}"/>
                    </a:ext>
                  </a:extLst>
                </p:cNvPr>
                <p:cNvSpPr/>
                <p:nvPr/>
              </p:nvSpPr>
              <p:spPr>
                <a:xfrm>
                  <a:off x="4985607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4" name="pg143">
                  <a:extLst>
                    <a:ext uri="{FF2B5EF4-FFF2-40B4-BE49-F238E27FC236}">
                      <a16:creationId xmlns:a16="http://schemas.microsoft.com/office/drawing/2014/main" id="{D14FDCB3-E77C-23CC-452E-CE0650E6CB14}"/>
                    </a:ext>
                  </a:extLst>
                </p:cNvPr>
                <p:cNvSpPr/>
                <p:nvPr/>
              </p:nvSpPr>
              <p:spPr>
                <a:xfrm>
                  <a:off x="5067044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5" name="pg144">
                  <a:extLst>
                    <a:ext uri="{FF2B5EF4-FFF2-40B4-BE49-F238E27FC236}">
                      <a16:creationId xmlns:a16="http://schemas.microsoft.com/office/drawing/2014/main" id="{7954A304-72EF-560C-D0D9-2BC5683EB312}"/>
                    </a:ext>
                  </a:extLst>
                </p:cNvPr>
                <p:cNvSpPr/>
                <p:nvPr/>
              </p:nvSpPr>
              <p:spPr>
                <a:xfrm>
                  <a:off x="5148481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6" name="pg145">
                  <a:extLst>
                    <a:ext uri="{FF2B5EF4-FFF2-40B4-BE49-F238E27FC236}">
                      <a16:creationId xmlns:a16="http://schemas.microsoft.com/office/drawing/2014/main" id="{FE40F33C-8677-D835-1878-1BF778774C53}"/>
                    </a:ext>
                  </a:extLst>
                </p:cNvPr>
                <p:cNvSpPr/>
                <p:nvPr/>
              </p:nvSpPr>
              <p:spPr>
                <a:xfrm>
                  <a:off x="3275427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7" name="pg146">
                  <a:extLst>
                    <a:ext uri="{FF2B5EF4-FFF2-40B4-BE49-F238E27FC236}">
                      <a16:creationId xmlns:a16="http://schemas.microsoft.com/office/drawing/2014/main" id="{412B56EE-421B-7359-2705-FD5AA74F4C1B}"/>
                    </a:ext>
                  </a:extLst>
                </p:cNvPr>
                <p:cNvSpPr/>
                <p:nvPr/>
              </p:nvSpPr>
              <p:spPr>
                <a:xfrm>
                  <a:off x="3356864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8" name="pg147">
                  <a:extLst>
                    <a:ext uri="{FF2B5EF4-FFF2-40B4-BE49-F238E27FC236}">
                      <a16:creationId xmlns:a16="http://schemas.microsoft.com/office/drawing/2014/main" id="{7279E5E0-B701-DB8F-CA48-83BED4EF6D62}"/>
                    </a:ext>
                  </a:extLst>
                </p:cNvPr>
                <p:cNvSpPr/>
                <p:nvPr/>
              </p:nvSpPr>
              <p:spPr>
                <a:xfrm>
                  <a:off x="3438301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09" name="pg148">
                  <a:extLst>
                    <a:ext uri="{FF2B5EF4-FFF2-40B4-BE49-F238E27FC236}">
                      <a16:creationId xmlns:a16="http://schemas.microsoft.com/office/drawing/2014/main" id="{2DF97182-CD3F-A584-6B94-1148596D0152}"/>
                    </a:ext>
                  </a:extLst>
                </p:cNvPr>
                <p:cNvSpPr/>
                <p:nvPr/>
              </p:nvSpPr>
              <p:spPr>
                <a:xfrm>
                  <a:off x="3519738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0" name="pg149">
                  <a:extLst>
                    <a:ext uri="{FF2B5EF4-FFF2-40B4-BE49-F238E27FC236}">
                      <a16:creationId xmlns:a16="http://schemas.microsoft.com/office/drawing/2014/main" id="{41611D0E-43BD-BDB3-5279-2C87F206BADB}"/>
                    </a:ext>
                  </a:extLst>
                </p:cNvPr>
                <p:cNvSpPr/>
                <p:nvPr/>
              </p:nvSpPr>
              <p:spPr>
                <a:xfrm>
                  <a:off x="3601176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1" name="pg150">
                  <a:extLst>
                    <a:ext uri="{FF2B5EF4-FFF2-40B4-BE49-F238E27FC236}">
                      <a16:creationId xmlns:a16="http://schemas.microsoft.com/office/drawing/2014/main" id="{42E7FC32-6298-526E-8ED0-933B3902C26E}"/>
                    </a:ext>
                  </a:extLst>
                </p:cNvPr>
                <p:cNvSpPr/>
                <p:nvPr/>
              </p:nvSpPr>
              <p:spPr>
                <a:xfrm>
                  <a:off x="3682613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2" name="pg151">
                  <a:extLst>
                    <a:ext uri="{FF2B5EF4-FFF2-40B4-BE49-F238E27FC236}">
                      <a16:creationId xmlns:a16="http://schemas.microsoft.com/office/drawing/2014/main" id="{D3DC6B30-116E-5455-FA8F-B2899AAFF5C9}"/>
                    </a:ext>
                  </a:extLst>
                </p:cNvPr>
                <p:cNvSpPr/>
                <p:nvPr/>
              </p:nvSpPr>
              <p:spPr>
                <a:xfrm>
                  <a:off x="3764050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3" name="pg152">
                  <a:extLst>
                    <a:ext uri="{FF2B5EF4-FFF2-40B4-BE49-F238E27FC236}">
                      <a16:creationId xmlns:a16="http://schemas.microsoft.com/office/drawing/2014/main" id="{95E236F4-3E11-E8C0-A678-4919FE3EC1EA}"/>
                    </a:ext>
                  </a:extLst>
                </p:cNvPr>
                <p:cNvSpPr/>
                <p:nvPr/>
              </p:nvSpPr>
              <p:spPr>
                <a:xfrm>
                  <a:off x="3845487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4" name="pg153">
                  <a:extLst>
                    <a:ext uri="{FF2B5EF4-FFF2-40B4-BE49-F238E27FC236}">
                      <a16:creationId xmlns:a16="http://schemas.microsoft.com/office/drawing/2014/main" id="{2AF900E4-4488-9203-8A05-54630A6962C6}"/>
                    </a:ext>
                  </a:extLst>
                </p:cNvPr>
                <p:cNvSpPr/>
                <p:nvPr/>
              </p:nvSpPr>
              <p:spPr>
                <a:xfrm>
                  <a:off x="3926924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5" name="pg154">
                  <a:extLst>
                    <a:ext uri="{FF2B5EF4-FFF2-40B4-BE49-F238E27FC236}">
                      <a16:creationId xmlns:a16="http://schemas.microsoft.com/office/drawing/2014/main" id="{B92C18D2-6667-6045-2F43-CFFDD5B8E81F}"/>
                    </a:ext>
                  </a:extLst>
                </p:cNvPr>
                <p:cNvSpPr/>
                <p:nvPr/>
              </p:nvSpPr>
              <p:spPr>
                <a:xfrm>
                  <a:off x="4008361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6" name="pg155">
                  <a:extLst>
                    <a:ext uri="{FF2B5EF4-FFF2-40B4-BE49-F238E27FC236}">
                      <a16:creationId xmlns:a16="http://schemas.microsoft.com/office/drawing/2014/main" id="{C884E68D-2C40-43AF-1DC5-E51AB5A007F0}"/>
                    </a:ext>
                  </a:extLst>
                </p:cNvPr>
                <p:cNvSpPr/>
                <p:nvPr/>
              </p:nvSpPr>
              <p:spPr>
                <a:xfrm>
                  <a:off x="4089798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7" name="pg156">
                  <a:extLst>
                    <a:ext uri="{FF2B5EF4-FFF2-40B4-BE49-F238E27FC236}">
                      <a16:creationId xmlns:a16="http://schemas.microsoft.com/office/drawing/2014/main" id="{23F634E2-B888-5534-7AA6-CB39C2632C29}"/>
                    </a:ext>
                  </a:extLst>
                </p:cNvPr>
                <p:cNvSpPr/>
                <p:nvPr/>
              </p:nvSpPr>
              <p:spPr>
                <a:xfrm>
                  <a:off x="4171236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8" name="pg157">
                  <a:extLst>
                    <a:ext uri="{FF2B5EF4-FFF2-40B4-BE49-F238E27FC236}">
                      <a16:creationId xmlns:a16="http://schemas.microsoft.com/office/drawing/2014/main" id="{48E6B831-C1D3-2572-F0DB-E27E85A65800}"/>
                    </a:ext>
                  </a:extLst>
                </p:cNvPr>
                <p:cNvSpPr/>
                <p:nvPr/>
              </p:nvSpPr>
              <p:spPr>
                <a:xfrm>
                  <a:off x="4252673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19" name="pg158">
                  <a:extLst>
                    <a:ext uri="{FF2B5EF4-FFF2-40B4-BE49-F238E27FC236}">
                      <a16:creationId xmlns:a16="http://schemas.microsoft.com/office/drawing/2014/main" id="{D0AAEE23-2C7F-B923-FBEF-2A752F2CD987}"/>
                    </a:ext>
                  </a:extLst>
                </p:cNvPr>
                <p:cNvSpPr/>
                <p:nvPr/>
              </p:nvSpPr>
              <p:spPr>
                <a:xfrm>
                  <a:off x="4334110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0" name="pg159">
                  <a:extLst>
                    <a:ext uri="{FF2B5EF4-FFF2-40B4-BE49-F238E27FC236}">
                      <a16:creationId xmlns:a16="http://schemas.microsoft.com/office/drawing/2014/main" id="{4C4A0406-4C5A-1B7F-402A-FD827E459C8F}"/>
                    </a:ext>
                  </a:extLst>
                </p:cNvPr>
                <p:cNvSpPr/>
                <p:nvPr/>
              </p:nvSpPr>
              <p:spPr>
                <a:xfrm>
                  <a:off x="4415547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D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1" name="pg160">
                  <a:extLst>
                    <a:ext uri="{FF2B5EF4-FFF2-40B4-BE49-F238E27FC236}">
                      <a16:creationId xmlns:a16="http://schemas.microsoft.com/office/drawing/2014/main" id="{B1F55957-52C0-5C34-A5FA-99E5C3E77867}"/>
                    </a:ext>
                  </a:extLst>
                </p:cNvPr>
                <p:cNvSpPr/>
                <p:nvPr/>
              </p:nvSpPr>
              <p:spPr>
                <a:xfrm>
                  <a:off x="4496984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2" name="pg161">
                  <a:extLst>
                    <a:ext uri="{FF2B5EF4-FFF2-40B4-BE49-F238E27FC236}">
                      <a16:creationId xmlns:a16="http://schemas.microsoft.com/office/drawing/2014/main" id="{B843F366-8701-A69E-2E9C-EF7E90275653}"/>
                    </a:ext>
                  </a:extLst>
                </p:cNvPr>
                <p:cNvSpPr/>
                <p:nvPr/>
              </p:nvSpPr>
              <p:spPr>
                <a:xfrm>
                  <a:off x="4578421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3" name="pg162">
                  <a:extLst>
                    <a:ext uri="{FF2B5EF4-FFF2-40B4-BE49-F238E27FC236}">
                      <a16:creationId xmlns:a16="http://schemas.microsoft.com/office/drawing/2014/main" id="{8A6835F2-4E75-6316-D149-DB27692AC03A}"/>
                    </a:ext>
                  </a:extLst>
                </p:cNvPr>
                <p:cNvSpPr/>
                <p:nvPr/>
              </p:nvSpPr>
              <p:spPr>
                <a:xfrm>
                  <a:off x="4659858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4" name="pg163">
                  <a:extLst>
                    <a:ext uri="{FF2B5EF4-FFF2-40B4-BE49-F238E27FC236}">
                      <a16:creationId xmlns:a16="http://schemas.microsoft.com/office/drawing/2014/main" id="{DE62FA9F-1DDD-4540-469E-28637B33A353}"/>
                    </a:ext>
                  </a:extLst>
                </p:cNvPr>
                <p:cNvSpPr/>
                <p:nvPr/>
              </p:nvSpPr>
              <p:spPr>
                <a:xfrm>
                  <a:off x="4741296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5" name="pg164">
                  <a:extLst>
                    <a:ext uri="{FF2B5EF4-FFF2-40B4-BE49-F238E27FC236}">
                      <a16:creationId xmlns:a16="http://schemas.microsoft.com/office/drawing/2014/main" id="{76257E0C-303E-855D-3D83-E82F44AC692B}"/>
                    </a:ext>
                  </a:extLst>
                </p:cNvPr>
                <p:cNvSpPr/>
                <p:nvPr/>
              </p:nvSpPr>
              <p:spPr>
                <a:xfrm>
                  <a:off x="4822733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6" name="pg165">
                  <a:extLst>
                    <a:ext uri="{FF2B5EF4-FFF2-40B4-BE49-F238E27FC236}">
                      <a16:creationId xmlns:a16="http://schemas.microsoft.com/office/drawing/2014/main" id="{7209BDF6-E5F3-F1D2-EF35-828DE3B1F408}"/>
                    </a:ext>
                  </a:extLst>
                </p:cNvPr>
                <p:cNvSpPr/>
                <p:nvPr/>
              </p:nvSpPr>
              <p:spPr>
                <a:xfrm>
                  <a:off x="4904170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C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7" name="pg166">
                  <a:extLst>
                    <a:ext uri="{FF2B5EF4-FFF2-40B4-BE49-F238E27FC236}">
                      <a16:creationId xmlns:a16="http://schemas.microsoft.com/office/drawing/2014/main" id="{9A6775B9-5085-B60B-2ED3-CC7E9DBFB459}"/>
                    </a:ext>
                  </a:extLst>
                </p:cNvPr>
                <p:cNvSpPr/>
                <p:nvPr/>
              </p:nvSpPr>
              <p:spPr>
                <a:xfrm>
                  <a:off x="4985607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8" name="pg167">
                  <a:extLst>
                    <a:ext uri="{FF2B5EF4-FFF2-40B4-BE49-F238E27FC236}">
                      <a16:creationId xmlns:a16="http://schemas.microsoft.com/office/drawing/2014/main" id="{9B0F1842-75D0-DD7E-FC64-F4E67CB638A8}"/>
                    </a:ext>
                  </a:extLst>
                </p:cNvPr>
                <p:cNvSpPr/>
                <p:nvPr/>
              </p:nvSpPr>
              <p:spPr>
                <a:xfrm>
                  <a:off x="5067044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29" name="pg168">
                  <a:extLst>
                    <a:ext uri="{FF2B5EF4-FFF2-40B4-BE49-F238E27FC236}">
                      <a16:creationId xmlns:a16="http://schemas.microsoft.com/office/drawing/2014/main" id="{067F54E3-D877-5257-7987-B3E1DF5FAF27}"/>
                    </a:ext>
                  </a:extLst>
                </p:cNvPr>
                <p:cNvSpPr/>
                <p:nvPr/>
              </p:nvSpPr>
              <p:spPr>
                <a:xfrm>
                  <a:off x="3031116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0" name="pg169">
                  <a:extLst>
                    <a:ext uri="{FF2B5EF4-FFF2-40B4-BE49-F238E27FC236}">
                      <a16:creationId xmlns:a16="http://schemas.microsoft.com/office/drawing/2014/main" id="{7E75084A-A2D8-50F4-3846-9D573F80D198}"/>
                    </a:ext>
                  </a:extLst>
                </p:cNvPr>
                <p:cNvSpPr/>
                <p:nvPr/>
              </p:nvSpPr>
              <p:spPr>
                <a:xfrm>
                  <a:off x="3112553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1" name="pg170">
                  <a:extLst>
                    <a:ext uri="{FF2B5EF4-FFF2-40B4-BE49-F238E27FC236}">
                      <a16:creationId xmlns:a16="http://schemas.microsoft.com/office/drawing/2014/main" id="{C8804488-014A-3522-AE94-A6207C19BD31}"/>
                    </a:ext>
                  </a:extLst>
                </p:cNvPr>
                <p:cNvSpPr/>
                <p:nvPr/>
              </p:nvSpPr>
              <p:spPr>
                <a:xfrm>
                  <a:off x="3275427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2" name="pg171">
                  <a:extLst>
                    <a:ext uri="{FF2B5EF4-FFF2-40B4-BE49-F238E27FC236}">
                      <a16:creationId xmlns:a16="http://schemas.microsoft.com/office/drawing/2014/main" id="{B5B0D624-5378-CC58-81C1-A234FAD3BEEB}"/>
                    </a:ext>
                  </a:extLst>
                </p:cNvPr>
                <p:cNvSpPr/>
                <p:nvPr/>
              </p:nvSpPr>
              <p:spPr>
                <a:xfrm>
                  <a:off x="3356864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3" name="pg172">
                  <a:extLst>
                    <a:ext uri="{FF2B5EF4-FFF2-40B4-BE49-F238E27FC236}">
                      <a16:creationId xmlns:a16="http://schemas.microsoft.com/office/drawing/2014/main" id="{74C63786-2686-E79C-A1A4-1B3E0E467B4A}"/>
                    </a:ext>
                  </a:extLst>
                </p:cNvPr>
                <p:cNvSpPr/>
                <p:nvPr/>
              </p:nvSpPr>
              <p:spPr>
                <a:xfrm>
                  <a:off x="3438301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4" name="pg173">
                  <a:extLst>
                    <a:ext uri="{FF2B5EF4-FFF2-40B4-BE49-F238E27FC236}">
                      <a16:creationId xmlns:a16="http://schemas.microsoft.com/office/drawing/2014/main" id="{80994101-05D7-4258-ECC9-3B498F8B0DC8}"/>
                    </a:ext>
                  </a:extLst>
                </p:cNvPr>
                <p:cNvSpPr/>
                <p:nvPr/>
              </p:nvSpPr>
              <p:spPr>
                <a:xfrm>
                  <a:off x="3519738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5" name="pg174">
                  <a:extLst>
                    <a:ext uri="{FF2B5EF4-FFF2-40B4-BE49-F238E27FC236}">
                      <a16:creationId xmlns:a16="http://schemas.microsoft.com/office/drawing/2014/main" id="{0E32A77A-E5FD-804F-83C8-435D3DA4CBA6}"/>
                    </a:ext>
                  </a:extLst>
                </p:cNvPr>
                <p:cNvSpPr/>
                <p:nvPr/>
              </p:nvSpPr>
              <p:spPr>
                <a:xfrm>
                  <a:off x="3601176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6" name="pg175">
                  <a:extLst>
                    <a:ext uri="{FF2B5EF4-FFF2-40B4-BE49-F238E27FC236}">
                      <a16:creationId xmlns:a16="http://schemas.microsoft.com/office/drawing/2014/main" id="{1B4D8875-85F5-FF89-4C31-5F58F08142E7}"/>
                    </a:ext>
                  </a:extLst>
                </p:cNvPr>
                <p:cNvSpPr/>
                <p:nvPr/>
              </p:nvSpPr>
              <p:spPr>
                <a:xfrm>
                  <a:off x="3682613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7" name="pg176">
                  <a:extLst>
                    <a:ext uri="{FF2B5EF4-FFF2-40B4-BE49-F238E27FC236}">
                      <a16:creationId xmlns:a16="http://schemas.microsoft.com/office/drawing/2014/main" id="{1CE5A516-7222-6AA2-9A09-3BB5EAAB7030}"/>
                    </a:ext>
                  </a:extLst>
                </p:cNvPr>
                <p:cNvSpPr/>
                <p:nvPr/>
              </p:nvSpPr>
              <p:spPr>
                <a:xfrm>
                  <a:off x="3764050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8" name="pg177">
                  <a:extLst>
                    <a:ext uri="{FF2B5EF4-FFF2-40B4-BE49-F238E27FC236}">
                      <a16:creationId xmlns:a16="http://schemas.microsoft.com/office/drawing/2014/main" id="{76BE21CA-5E3C-4DA5-1412-2BC6D67737CE}"/>
                    </a:ext>
                  </a:extLst>
                </p:cNvPr>
                <p:cNvSpPr/>
                <p:nvPr/>
              </p:nvSpPr>
              <p:spPr>
                <a:xfrm>
                  <a:off x="3845487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39" name="pg178">
                  <a:extLst>
                    <a:ext uri="{FF2B5EF4-FFF2-40B4-BE49-F238E27FC236}">
                      <a16:creationId xmlns:a16="http://schemas.microsoft.com/office/drawing/2014/main" id="{4BA4841F-3B6E-C3DA-1E08-2408B63819A6}"/>
                    </a:ext>
                  </a:extLst>
                </p:cNvPr>
                <p:cNvSpPr/>
                <p:nvPr/>
              </p:nvSpPr>
              <p:spPr>
                <a:xfrm>
                  <a:off x="4089798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0" name="pg179">
                  <a:extLst>
                    <a:ext uri="{FF2B5EF4-FFF2-40B4-BE49-F238E27FC236}">
                      <a16:creationId xmlns:a16="http://schemas.microsoft.com/office/drawing/2014/main" id="{BD32DC4E-C8A8-04E5-9251-2E0761F08D56}"/>
                    </a:ext>
                  </a:extLst>
                </p:cNvPr>
                <p:cNvSpPr/>
                <p:nvPr/>
              </p:nvSpPr>
              <p:spPr>
                <a:xfrm>
                  <a:off x="4171236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AAB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1" name="pg180">
                  <a:extLst>
                    <a:ext uri="{FF2B5EF4-FFF2-40B4-BE49-F238E27FC236}">
                      <a16:creationId xmlns:a16="http://schemas.microsoft.com/office/drawing/2014/main" id="{A07BFF37-8F64-1281-96C8-368278F3CD73}"/>
                    </a:ext>
                  </a:extLst>
                </p:cNvPr>
                <p:cNvSpPr/>
                <p:nvPr/>
              </p:nvSpPr>
              <p:spPr>
                <a:xfrm>
                  <a:off x="4252673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2" name="pg181">
                  <a:extLst>
                    <a:ext uri="{FF2B5EF4-FFF2-40B4-BE49-F238E27FC236}">
                      <a16:creationId xmlns:a16="http://schemas.microsoft.com/office/drawing/2014/main" id="{DE3C0416-C258-D5D4-5EC9-670AE64184D4}"/>
                    </a:ext>
                  </a:extLst>
                </p:cNvPr>
                <p:cNvSpPr/>
                <p:nvPr/>
              </p:nvSpPr>
              <p:spPr>
                <a:xfrm>
                  <a:off x="4334110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3" name="pg182">
                  <a:extLst>
                    <a:ext uri="{FF2B5EF4-FFF2-40B4-BE49-F238E27FC236}">
                      <a16:creationId xmlns:a16="http://schemas.microsoft.com/office/drawing/2014/main" id="{114A12AF-33B4-8A54-501F-C1178DABCE80}"/>
                    </a:ext>
                  </a:extLst>
                </p:cNvPr>
                <p:cNvSpPr/>
                <p:nvPr/>
              </p:nvSpPr>
              <p:spPr>
                <a:xfrm>
                  <a:off x="4415547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4" name="pg183">
                  <a:extLst>
                    <a:ext uri="{FF2B5EF4-FFF2-40B4-BE49-F238E27FC236}">
                      <a16:creationId xmlns:a16="http://schemas.microsoft.com/office/drawing/2014/main" id="{A2406958-AF0B-3BBA-78ED-34AB29D1BD49}"/>
                    </a:ext>
                  </a:extLst>
                </p:cNvPr>
                <p:cNvSpPr/>
                <p:nvPr/>
              </p:nvSpPr>
              <p:spPr>
                <a:xfrm>
                  <a:off x="4496984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5" name="pg184">
                  <a:extLst>
                    <a:ext uri="{FF2B5EF4-FFF2-40B4-BE49-F238E27FC236}">
                      <a16:creationId xmlns:a16="http://schemas.microsoft.com/office/drawing/2014/main" id="{641ABCF1-1F2F-7B81-5B5F-1184A37EBCD0}"/>
                    </a:ext>
                  </a:extLst>
                </p:cNvPr>
                <p:cNvSpPr/>
                <p:nvPr/>
              </p:nvSpPr>
              <p:spPr>
                <a:xfrm>
                  <a:off x="4578421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6" name="pg185">
                  <a:extLst>
                    <a:ext uri="{FF2B5EF4-FFF2-40B4-BE49-F238E27FC236}">
                      <a16:creationId xmlns:a16="http://schemas.microsoft.com/office/drawing/2014/main" id="{C10E01BE-C134-0ECA-5DB3-C9CCA107FFE9}"/>
                    </a:ext>
                  </a:extLst>
                </p:cNvPr>
                <p:cNvSpPr/>
                <p:nvPr/>
              </p:nvSpPr>
              <p:spPr>
                <a:xfrm>
                  <a:off x="4659858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7" name="pg186">
                  <a:extLst>
                    <a:ext uri="{FF2B5EF4-FFF2-40B4-BE49-F238E27FC236}">
                      <a16:creationId xmlns:a16="http://schemas.microsoft.com/office/drawing/2014/main" id="{D18F23D9-8ADD-C048-7A2F-061AF26E28D5}"/>
                    </a:ext>
                  </a:extLst>
                </p:cNvPr>
                <p:cNvSpPr/>
                <p:nvPr/>
              </p:nvSpPr>
              <p:spPr>
                <a:xfrm>
                  <a:off x="4741296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8" name="pg187">
                  <a:extLst>
                    <a:ext uri="{FF2B5EF4-FFF2-40B4-BE49-F238E27FC236}">
                      <a16:creationId xmlns:a16="http://schemas.microsoft.com/office/drawing/2014/main" id="{8B0E9EDA-C60C-678F-B658-09FFE5454E37}"/>
                    </a:ext>
                  </a:extLst>
                </p:cNvPr>
                <p:cNvSpPr/>
                <p:nvPr/>
              </p:nvSpPr>
              <p:spPr>
                <a:xfrm>
                  <a:off x="4822733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49" name="pg188">
                  <a:extLst>
                    <a:ext uri="{FF2B5EF4-FFF2-40B4-BE49-F238E27FC236}">
                      <a16:creationId xmlns:a16="http://schemas.microsoft.com/office/drawing/2014/main" id="{C650B1FA-C688-1DA2-A933-387A5D53EE68}"/>
                    </a:ext>
                  </a:extLst>
                </p:cNvPr>
                <p:cNvSpPr/>
                <p:nvPr/>
              </p:nvSpPr>
              <p:spPr>
                <a:xfrm>
                  <a:off x="4904170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0" name="pg189">
                  <a:extLst>
                    <a:ext uri="{FF2B5EF4-FFF2-40B4-BE49-F238E27FC236}">
                      <a16:creationId xmlns:a16="http://schemas.microsoft.com/office/drawing/2014/main" id="{1CAB7A31-4BCC-B602-2E84-437D0AD1B919}"/>
                    </a:ext>
                  </a:extLst>
                </p:cNvPr>
                <p:cNvSpPr/>
                <p:nvPr/>
              </p:nvSpPr>
              <p:spPr>
                <a:xfrm>
                  <a:off x="4985607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1" name="pg190">
                  <a:extLst>
                    <a:ext uri="{FF2B5EF4-FFF2-40B4-BE49-F238E27FC236}">
                      <a16:creationId xmlns:a16="http://schemas.microsoft.com/office/drawing/2014/main" id="{253CD02B-2D87-F19D-C6B4-6F49909A4615}"/>
                    </a:ext>
                  </a:extLst>
                </p:cNvPr>
                <p:cNvSpPr/>
                <p:nvPr/>
              </p:nvSpPr>
              <p:spPr>
                <a:xfrm>
                  <a:off x="2949678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2" name="pg191">
                  <a:extLst>
                    <a:ext uri="{FF2B5EF4-FFF2-40B4-BE49-F238E27FC236}">
                      <a16:creationId xmlns:a16="http://schemas.microsoft.com/office/drawing/2014/main" id="{A896BC29-C5D7-3F42-0278-24DC98AC5C8C}"/>
                    </a:ext>
                  </a:extLst>
                </p:cNvPr>
                <p:cNvSpPr/>
                <p:nvPr/>
              </p:nvSpPr>
              <p:spPr>
                <a:xfrm>
                  <a:off x="3031116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77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3" name="pg192">
                  <a:extLst>
                    <a:ext uri="{FF2B5EF4-FFF2-40B4-BE49-F238E27FC236}">
                      <a16:creationId xmlns:a16="http://schemas.microsoft.com/office/drawing/2014/main" id="{EA43EF54-AF10-1C70-36BB-E5125E31B65A}"/>
                    </a:ext>
                  </a:extLst>
                </p:cNvPr>
                <p:cNvSpPr/>
                <p:nvPr/>
              </p:nvSpPr>
              <p:spPr>
                <a:xfrm>
                  <a:off x="3112553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4" name="pg193">
                  <a:extLst>
                    <a:ext uri="{FF2B5EF4-FFF2-40B4-BE49-F238E27FC236}">
                      <a16:creationId xmlns:a16="http://schemas.microsoft.com/office/drawing/2014/main" id="{7124296A-0234-15FC-3776-B73F18D60272}"/>
                    </a:ext>
                  </a:extLst>
                </p:cNvPr>
                <p:cNvSpPr/>
                <p:nvPr/>
              </p:nvSpPr>
              <p:spPr>
                <a:xfrm>
                  <a:off x="3193990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5" name="pg194">
                  <a:extLst>
                    <a:ext uri="{FF2B5EF4-FFF2-40B4-BE49-F238E27FC236}">
                      <a16:creationId xmlns:a16="http://schemas.microsoft.com/office/drawing/2014/main" id="{650F1ED4-A0C3-F26E-EEFE-337A810B3994}"/>
                    </a:ext>
                  </a:extLst>
                </p:cNvPr>
                <p:cNvSpPr/>
                <p:nvPr/>
              </p:nvSpPr>
              <p:spPr>
                <a:xfrm>
                  <a:off x="3275427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6" name="pg195">
                  <a:extLst>
                    <a:ext uri="{FF2B5EF4-FFF2-40B4-BE49-F238E27FC236}">
                      <a16:creationId xmlns:a16="http://schemas.microsoft.com/office/drawing/2014/main" id="{969C5304-3CCB-C15B-2278-BAB4C7478689}"/>
                    </a:ext>
                  </a:extLst>
                </p:cNvPr>
                <p:cNvSpPr/>
                <p:nvPr/>
              </p:nvSpPr>
              <p:spPr>
                <a:xfrm>
                  <a:off x="3356864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7" name="pg196">
                  <a:extLst>
                    <a:ext uri="{FF2B5EF4-FFF2-40B4-BE49-F238E27FC236}">
                      <a16:creationId xmlns:a16="http://schemas.microsoft.com/office/drawing/2014/main" id="{C9946F93-52E2-664A-5AD5-60481AB4ED65}"/>
                    </a:ext>
                  </a:extLst>
                </p:cNvPr>
                <p:cNvSpPr/>
                <p:nvPr/>
              </p:nvSpPr>
              <p:spPr>
                <a:xfrm>
                  <a:off x="3438301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8" name="pg197">
                  <a:extLst>
                    <a:ext uri="{FF2B5EF4-FFF2-40B4-BE49-F238E27FC236}">
                      <a16:creationId xmlns:a16="http://schemas.microsoft.com/office/drawing/2014/main" id="{7E2F66A7-2212-8EEB-99B9-721708BAC1E8}"/>
                    </a:ext>
                  </a:extLst>
                </p:cNvPr>
                <p:cNvSpPr/>
                <p:nvPr/>
              </p:nvSpPr>
              <p:spPr>
                <a:xfrm>
                  <a:off x="3519738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59" name="pg198">
                  <a:extLst>
                    <a:ext uri="{FF2B5EF4-FFF2-40B4-BE49-F238E27FC236}">
                      <a16:creationId xmlns:a16="http://schemas.microsoft.com/office/drawing/2014/main" id="{FF99838F-7E74-0DDF-12C8-3747505D63B4}"/>
                    </a:ext>
                  </a:extLst>
                </p:cNvPr>
                <p:cNvSpPr/>
                <p:nvPr/>
              </p:nvSpPr>
              <p:spPr>
                <a:xfrm>
                  <a:off x="3601176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0" name="pg199">
                  <a:extLst>
                    <a:ext uri="{FF2B5EF4-FFF2-40B4-BE49-F238E27FC236}">
                      <a16:creationId xmlns:a16="http://schemas.microsoft.com/office/drawing/2014/main" id="{ED6C973A-3CF6-467C-98A7-293935655C1A}"/>
                    </a:ext>
                  </a:extLst>
                </p:cNvPr>
                <p:cNvSpPr/>
                <p:nvPr/>
              </p:nvSpPr>
              <p:spPr>
                <a:xfrm>
                  <a:off x="3682613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1" name="pg200">
                  <a:extLst>
                    <a:ext uri="{FF2B5EF4-FFF2-40B4-BE49-F238E27FC236}">
                      <a16:creationId xmlns:a16="http://schemas.microsoft.com/office/drawing/2014/main" id="{A989593D-BEB1-EED6-6245-344843147F13}"/>
                    </a:ext>
                  </a:extLst>
                </p:cNvPr>
                <p:cNvSpPr/>
                <p:nvPr/>
              </p:nvSpPr>
              <p:spPr>
                <a:xfrm>
                  <a:off x="3764050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2" name="pg201">
                  <a:extLst>
                    <a:ext uri="{FF2B5EF4-FFF2-40B4-BE49-F238E27FC236}">
                      <a16:creationId xmlns:a16="http://schemas.microsoft.com/office/drawing/2014/main" id="{C96B7D3D-9CAA-7E99-E639-27ECCB762725}"/>
                    </a:ext>
                  </a:extLst>
                </p:cNvPr>
                <p:cNvSpPr/>
                <p:nvPr/>
              </p:nvSpPr>
              <p:spPr>
                <a:xfrm>
                  <a:off x="3845487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3" name="pg202">
                  <a:extLst>
                    <a:ext uri="{FF2B5EF4-FFF2-40B4-BE49-F238E27FC236}">
                      <a16:creationId xmlns:a16="http://schemas.microsoft.com/office/drawing/2014/main" id="{4237A0AB-3481-508D-8E9B-4B6814AA937E}"/>
                    </a:ext>
                  </a:extLst>
                </p:cNvPr>
                <p:cNvSpPr/>
                <p:nvPr/>
              </p:nvSpPr>
              <p:spPr>
                <a:xfrm>
                  <a:off x="4171236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4" name="pg203">
                  <a:extLst>
                    <a:ext uri="{FF2B5EF4-FFF2-40B4-BE49-F238E27FC236}">
                      <a16:creationId xmlns:a16="http://schemas.microsoft.com/office/drawing/2014/main" id="{05614F7A-E0AD-9A8F-83EB-92DCC93ECEF9}"/>
                    </a:ext>
                  </a:extLst>
                </p:cNvPr>
                <p:cNvSpPr/>
                <p:nvPr/>
              </p:nvSpPr>
              <p:spPr>
                <a:xfrm>
                  <a:off x="4252673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5" name="pg204">
                  <a:extLst>
                    <a:ext uri="{FF2B5EF4-FFF2-40B4-BE49-F238E27FC236}">
                      <a16:creationId xmlns:a16="http://schemas.microsoft.com/office/drawing/2014/main" id="{F6001C83-3F0A-6EB0-1EFD-5337591EAAFA}"/>
                    </a:ext>
                  </a:extLst>
                </p:cNvPr>
                <p:cNvSpPr/>
                <p:nvPr/>
              </p:nvSpPr>
              <p:spPr>
                <a:xfrm>
                  <a:off x="4334110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6" name="pg205">
                  <a:extLst>
                    <a:ext uri="{FF2B5EF4-FFF2-40B4-BE49-F238E27FC236}">
                      <a16:creationId xmlns:a16="http://schemas.microsoft.com/office/drawing/2014/main" id="{6749F4E5-239A-234B-6BAE-5D6B75C257E3}"/>
                    </a:ext>
                  </a:extLst>
                </p:cNvPr>
                <p:cNvSpPr/>
                <p:nvPr/>
              </p:nvSpPr>
              <p:spPr>
                <a:xfrm>
                  <a:off x="4415547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7" name="pg206">
                  <a:extLst>
                    <a:ext uri="{FF2B5EF4-FFF2-40B4-BE49-F238E27FC236}">
                      <a16:creationId xmlns:a16="http://schemas.microsoft.com/office/drawing/2014/main" id="{D88A4B41-69FA-AB7E-4532-026C3851704B}"/>
                    </a:ext>
                  </a:extLst>
                </p:cNvPr>
                <p:cNvSpPr/>
                <p:nvPr/>
              </p:nvSpPr>
              <p:spPr>
                <a:xfrm>
                  <a:off x="4496984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8" name="pg207">
                  <a:extLst>
                    <a:ext uri="{FF2B5EF4-FFF2-40B4-BE49-F238E27FC236}">
                      <a16:creationId xmlns:a16="http://schemas.microsoft.com/office/drawing/2014/main" id="{40C23E46-40A0-15AC-A47D-A0DFFF84D537}"/>
                    </a:ext>
                  </a:extLst>
                </p:cNvPr>
                <p:cNvSpPr/>
                <p:nvPr/>
              </p:nvSpPr>
              <p:spPr>
                <a:xfrm>
                  <a:off x="4578421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69" name="pg208">
                  <a:extLst>
                    <a:ext uri="{FF2B5EF4-FFF2-40B4-BE49-F238E27FC236}">
                      <a16:creationId xmlns:a16="http://schemas.microsoft.com/office/drawing/2014/main" id="{F1F88A2F-45EC-FCDC-759E-85F94FE9BE4A}"/>
                    </a:ext>
                  </a:extLst>
                </p:cNvPr>
                <p:cNvSpPr/>
                <p:nvPr/>
              </p:nvSpPr>
              <p:spPr>
                <a:xfrm>
                  <a:off x="4659858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0" name="pg209">
                  <a:extLst>
                    <a:ext uri="{FF2B5EF4-FFF2-40B4-BE49-F238E27FC236}">
                      <a16:creationId xmlns:a16="http://schemas.microsoft.com/office/drawing/2014/main" id="{780AB95A-4F63-2BD5-4D5F-411E6BE879A4}"/>
                    </a:ext>
                  </a:extLst>
                </p:cNvPr>
                <p:cNvSpPr/>
                <p:nvPr/>
              </p:nvSpPr>
              <p:spPr>
                <a:xfrm>
                  <a:off x="4741296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1" name="pg210">
                  <a:extLst>
                    <a:ext uri="{FF2B5EF4-FFF2-40B4-BE49-F238E27FC236}">
                      <a16:creationId xmlns:a16="http://schemas.microsoft.com/office/drawing/2014/main" id="{21560D7B-9808-AE3B-2DC8-23E887658721}"/>
                    </a:ext>
                  </a:extLst>
                </p:cNvPr>
                <p:cNvSpPr/>
                <p:nvPr/>
              </p:nvSpPr>
              <p:spPr>
                <a:xfrm>
                  <a:off x="4822733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2" name="pg211">
                  <a:extLst>
                    <a:ext uri="{FF2B5EF4-FFF2-40B4-BE49-F238E27FC236}">
                      <a16:creationId xmlns:a16="http://schemas.microsoft.com/office/drawing/2014/main" id="{B43B909A-F944-0384-5137-3434392C3C14}"/>
                    </a:ext>
                  </a:extLst>
                </p:cNvPr>
                <p:cNvSpPr/>
                <p:nvPr/>
              </p:nvSpPr>
              <p:spPr>
                <a:xfrm>
                  <a:off x="4904170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3" name="pg212">
                  <a:extLst>
                    <a:ext uri="{FF2B5EF4-FFF2-40B4-BE49-F238E27FC236}">
                      <a16:creationId xmlns:a16="http://schemas.microsoft.com/office/drawing/2014/main" id="{2CA97FFD-2C96-8C9E-3F09-A906D2B307A7}"/>
                    </a:ext>
                  </a:extLst>
                </p:cNvPr>
                <p:cNvSpPr/>
                <p:nvPr/>
              </p:nvSpPr>
              <p:spPr>
                <a:xfrm>
                  <a:off x="2868241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4" name="pg213">
                  <a:extLst>
                    <a:ext uri="{FF2B5EF4-FFF2-40B4-BE49-F238E27FC236}">
                      <a16:creationId xmlns:a16="http://schemas.microsoft.com/office/drawing/2014/main" id="{12825887-B7A2-8E9E-2DBD-85AD21D96EB7}"/>
                    </a:ext>
                  </a:extLst>
                </p:cNvPr>
                <p:cNvSpPr/>
                <p:nvPr/>
              </p:nvSpPr>
              <p:spPr>
                <a:xfrm>
                  <a:off x="2949678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5" name="pg214">
                  <a:extLst>
                    <a:ext uri="{FF2B5EF4-FFF2-40B4-BE49-F238E27FC236}">
                      <a16:creationId xmlns:a16="http://schemas.microsoft.com/office/drawing/2014/main" id="{B1034E60-3021-782F-7491-22A0890EB422}"/>
                    </a:ext>
                  </a:extLst>
                </p:cNvPr>
                <p:cNvSpPr/>
                <p:nvPr/>
              </p:nvSpPr>
              <p:spPr>
                <a:xfrm>
                  <a:off x="3031116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6" name="pg215">
                  <a:extLst>
                    <a:ext uri="{FF2B5EF4-FFF2-40B4-BE49-F238E27FC236}">
                      <a16:creationId xmlns:a16="http://schemas.microsoft.com/office/drawing/2014/main" id="{82248CC2-513D-E9BF-5C3F-0B2CA846BFF6}"/>
                    </a:ext>
                  </a:extLst>
                </p:cNvPr>
                <p:cNvSpPr/>
                <p:nvPr/>
              </p:nvSpPr>
              <p:spPr>
                <a:xfrm>
                  <a:off x="3112553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7" name="pg216">
                  <a:extLst>
                    <a:ext uri="{FF2B5EF4-FFF2-40B4-BE49-F238E27FC236}">
                      <a16:creationId xmlns:a16="http://schemas.microsoft.com/office/drawing/2014/main" id="{98BD136B-DA07-2C83-B3C2-03EBC34E987E}"/>
                    </a:ext>
                  </a:extLst>
                </p:cNvPr>
                <p:cNvSpPr/>
                <p:nvPr/>
              </p:nvSpPr>
              <p:spPr>
                <a:xfrm>
                  <a:off x="3193990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8" name="pg217">
                  <a:extLst>
                    <a:ext uri="{FF2B5EF4-FFF2-40B4-BE49-F238E27FC236}">
                      <a16:creationId xmlns:a16="http://schemas.microsoft.com/office/drawing/2014/main" id="{BBDEB9F4-5D15-509F-7B5F-97B68A02D955}"/>
                    </a:ext>
                  </a:extLst>
                </p:cNvPr>
                <p:cNvSpPr/>
                <p:nvPr/>
              </p:nvSpPr>
              <p:spPr>
                <a:xfrm>
                  <a:off x="3275427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79" name="pg218">
                  <a:extLst>
                    <a:ext uri="{FF2B5EF4-FFF2-40B4-BE49-F238E27FC236}">
                      <a16:creationId xmlns:a16="http://schemas.microsoft.com/office/drawing/2014/main" id="{3EAF8144-E215-4353-557B-D366DFE9FA8F}"/>
                    </a:ext>
                  </a:extLst>
                </p:cNvPr>
                <p:cNvSpPr/>
                <p:nvPr/>
              </p:nvSpPr>
              <p:spPr>
                <a:xfrm>
                  <a:off x="3356864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0" name="pg219">
                  <a:extLst>
                    <a:ext uri="{FF2B5EF4-FFF2-40B4-BE49-F238E27FC236}">
                      <a16:creationId xmlns:a16="http://schemas.microsoft.com/office/drawing/2014/main" id="{7D28DDDD-9982-34F5-44A1-3FDF43729F79}"/>
                    </a:ext>
                  </a:extLst>
                </p:cNvPr>
                <p:cNvSpPr/>
                <p:nvPr/>
              </p:nvSpPr>
              <p:spPr>
                <a:xfrm>
                  <a:off x="3438301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1" name="pg220">
                  <a:extLst>
                    <a:ext uri="{FF2B5EF4-FFF2-40B4-BE49-F238E27FC236}">
                      <a16:creationId xmlns:a16="http://schemas.microsoft.com/office/drawing/2014/main" id="{F974EE3F-A121-1115-9ACF-921CB78EED2E}"/>
                    </a:ext>
                  </a:extLst>
                </p:cNvPr>
                <p:cNvSpPr/>
                <p:nvPr/>
              </p:nvSpPr>
              <p:spPr>
                <a:xfrm>
                  <a:off x="3519738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2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2" name="pg221">
                  <a:extLst>
                    <a:ext uri="{FF2B5EF4-FFF2-40B4-BE49-F238E27FC236}">
                      <a16:creationId xmlns:a16="http://schemas.microsoft.com/office/drawing/2014/main" id="{86F8822C-0801-7F04-6165-862F1659AA27}"/>
                    </a:ext>
                  </a:extLst>
                </p:cNvPr>
                <p:cNvSpPr/>
                <p:nvPr/>
              </p:nvSpPr>
              <p:spPr>
                <a:xfrm>
                  <a:off x="3601176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3" name="pg222">
                  <a:extLst>
                    <a:ext uri="{FF2B5EF4-FFF2-40B4-BE49-F238E27FC236}">
                      <a16:creationId xmlns:a16="http://schemas.microsoft.com/office/drawing/2014/main" id="{8FBFBD58-E839-EB40-9283-F1AAA829A3DF}"/>
                    </a:ext>
                  </a:extLst>
                </p:cNvPr>
                <p:cNvSpPr/>
                <p:nvPr/>
              </p:nvSpPr>
              <p:spPr>
                <a:xfrm>
                  <a:off x="3682613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4" name="pg223">
                  <a:extLst>
                    <a:ext uri="{FF2B5EF4-FFF2-40B4-BE49-F238E27FC236}">
                      <a16:creationId xmlns:a16="http://schemas.microsoft.com/office/drawing/2014/main" id="{0BEE8C71-B765-4E33-90AB-6EA47C102F9D}"/>
                    </a:ext>
                  </a:extLst>
                </p:cNvPr>
                <p:cNvSpPr/>
                <p:nvPr/>
              </p:nvSpPr>
              <p:spPr>
                <a:xfrm>
                  <a:off x="3764050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5" name="pg224">
                  <a:extLst>
                    <a:ext uri="{FF2B5EF4-FFF2-40B4-BE49-F238E27FC236}">
                      <a16:creationId xmlns:a16="http://schemas.microsoft.com/office/drawing/2014/main" id="{335C0F14-400A-3AD1-26D7-E3F73D882F7B}"/>
                    </a:ext>
                  </a:extLst>
                </p:cNvPr>
                <p:cNvSpPr/>
                <p:nvPr/>
              </p:nvSpPr>
              <p:spPr>
                <a:xfrm>
                  <a:off x="3845487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7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6" name="pg225">
                  <a:extLst>
                    <a:ext uri="{FF2B5EF4-FFF2-40B4-BE49-F238E27FC236}">
                      <a16:creationId xmlns:a16="http://schemas.microsoft.com/office/drawing/2014/main" id="{5F0EA04B-CD15-1D3A-4070-4912FE49BE40}"/>
                    </a:ext>
                  </a:extLst>
                </p:cNvPr>
                <p:cNvSpPr/>
                <p:nvPr/>
              </p:nvSpPr>
              <p:spPr>
                <a:xfrm>
                  <a:off x="4171236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7" name="pg226">
                  <a:extLst>
                    <a:ext uri="{FF2B5EF4-FFF2-40B4-BE49-F238E27FC236}">
                      <a16:creationId xmlns:a16="http://schemas.microsoft.com/office/drawing/2014/main" id="{F8B6C86D-D849-32C6-44AB-C970806DC340}"/>
                    </a:ext>
                  </a:extLst>
                </p:cNvPr>
                <p:cNvSpPr/>
                <p:nvPr/>
              </p:nvSpPr>
              <p:spPr>
                <a:xfrm>
                  <a:off x="4252673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8" name="pg227">
                  <a:extLst>
                    <a:ext uri="{FF2B5EF4-FFF2-40B4-BE49-F238E27FC236}">
                      <a16:creationId xmlns:a16="http://schemas.microsoft.com/office/drawing/2014/main" id="{0575F87D-D413-F95F-1D6F-4A7BA1E9653C}"/>
                    </a:ext>
                  </a:extLst>
                </p:cNvPr>
                <p:cNvSpPr/>
                <p:nvPr/>
              </p:nvSpPr>
              <p:spPr>
                <a:xfrm>
                  <a:off x="4334110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89" name="pg228">
                  <a:extLst>
                    <a:ext uri="{FF2B5EF4-FFF2-40B4-BE49-F238E27FC236}">
                      <a16:creationId xmlns:a16="http://schemas.microsoft.com/office/drawing/2014/main" id="{F8A6EF05-4D09-7ABE-D9FC-B3B6EB1B5ADC}"/>
                    </a:ext>
                  </a:extLst>
                </p:cNvPr>
                <p:cNvSpPr/>
                <p:nvPr/>
              </p:nvSpPr>
              <p:spPr>
                <a:xfrm>
                  <a:off x="4415547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0" name="pg229">
                  <a:extLst>
                    <a:ext uri="{FF2B5EF4-FFF2-40B4-BE49-F238E27FC236}">
                      <a16:creationId xmlns:a16="http://schemas.microsoft.com/office/drawing/2014/main" id="{58A5B850-A9C6-9206-AFA9-20A4ADA0ECC3}"/>
                    </a:ext>
                  </a:extLst>
                </p:cNvPr>
                <p:cNvSpPr/>
                <p:nvPr/>
              </p:nvSpPr>
              <p:spPr>
                <a:xfrm>
                  <a:off x="4496984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1" name="pg230">
                  <a:extLst>
                    <a:ext uri="{FF2B5EF4-FFF2-40B4-BE49-F238E27FC236}">
                      <a16:creationId xmlns:a16="http://schemas.microsoft.com/office/drawing/2014/main" id="{28CD25B4-D102-2509-4606-91304560163F}"/>
                    </a:ext>
                  </a:extLst>
                </p:cNvPr>
                <p:cNvSpPr/>
                <p:nvPr/>
              </p:nvSpPr>
              <p:spPr>
                <a:xfrm>
                  <a:off x="4578421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2" name="pg231">
                  <a:extLst>
                    <a:ext uri="{FF2B5EF4-FFF2-40B4-BE49-F238E27FC236}">
                      <a16:creationId xmlns:a16="http://schemas.microsoft.com/office/drawing/2014/main" id="{6648D3EA-CDCE-4222-0B2A-BA2100879A81}"/>
                    </a:ext>
                  </a:extLst>
                </p:cNvPr>
                <p:cNvSpPr/>
                <p:nvPr/>
              </p:nvSpPr>
              <p:spPr>
                <a:xfrm>
                  <a:off x="4659858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3" name="pg232">
                  <a:extLst>
                    <a:ext uri="{FF2B5EF4-FFF2-40B4-BE49-F238E27FC236}">
                      <a16:creationId xmlns:a16="http://schemas.microsoft.com/office/drawing/2014/main" id="{4FCAA7EC-4495-8C73-8136-C9764B2C7C8A}"/>
                    </a:ext>
                  </a:extLst>
                </p:cNvPr>
                <p:cNvSpPr/>
                <p:nvPr/>
              </p:nvSpPr>
              <p:spPr>
                <a:xfrm>
                  <a:off x="4741296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4" name="pg233">
                  <a:extLst>
                    <a:ext uri="{FF2B5EF4-FFF2-40B4-BE49-F238E27FC236}">
                      <a16:creationId xmlns:a16="http://schemas.microsoft.com/office/drawing/2014/main" id="{43420EE1-D0E8-915E-B0E4-2B85DCD1A85C}"/>
                    </a:ext>
                  </a:extLst>
                </p:cNvPr>
                <p:cNvSpPr/>
                <p:nvPr/>
              </p:nvSpPr>
              <p:spPr>
                <a:xfrm>
                  <a:off x="4822733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5" name="pg234">
                  <a:extLst>
                    <a:ext uri="{FF2B5EF4-FFF2-40B4-BE49-F238E27FC236}">
                      <a16:creationId xmlns:a16="http://schemas.microsoft.com/office/drawing/2014/main" id="{4FD23085-F7F0-A8B9-8F16-FEC7ED5D2CA6}"/>
                    </a:ext>
                  </a:extLst>
                </p:cNvPr>
                <p:cNvSpPr/>
                <p:nvPr/>
              </p:nvSpPr>
              <p:spPr>
                <a:xfrm>
                  <a:off x="2786804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6" name="pg235">
                  <a:extLst>
                    <a:ext uri="{FF2B5EF4-FFF2-40B4-BE49-F238E27FC236}">
                      <a16:creationId xmlns:a16="http://schemas.microsoft.com/office/drawing/2014/main" id="{AEC50B2D-47FA-EC66-318D-68AAE346F034}"/>
                    </a:ext>
                  </a:extLst>
                </p:cNvPr>
                <p:cNvSpPr/>
                <p:nvPr/>
              </p:nvSpPr>
              <p:spPr>
                <a:xfrm>
                  <a:off x="2868241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90DC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7" name="pg236">
                  <a:extLst>
                    <a:ext uri="{FF2B5EF4-FFF2-40B4-BE49-F238E27FC236}">
                      <a16:creationId xmlns:a16="http://schemas.microsoft.com/office/drawing/2014/main" id="{D0098006-826E-7D38-F8BC-80E5D8D6F5B9}"/>
                    </a:ext>
                  </a:extLst>
                </p:cNvPr>
                <p:cNvSpPr/>
                <p:nvPr/>
              </p:nvSpPr>
              <p:spPr>
                <a:xfrm>
                  <a:off x="2949678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92DD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8" name="pg237">
                  <a:extLst>
                    <a:ext uri="{FF2B5EF4-FFF2-40B4-BE49-F238E27FC236}">
                      <a16:creationId xmlns:a16="http://schemas.microsoft.com/office/drawing/2014/main" id="{ECE4D0F3-561C-EAC9-0209-FEC2897F4B71}"/>
                    </a:ext>
                  </a:extLst>
                </p:cNvPr>
                <p:cNvSpPr/>
                <p:nvPr/>
              </p:nvSpPr>
              <p:spPr>
                <a:xfrm>
                  <a:off x="3031116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93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399" name="pg238">
                  <a:extLst>
                    <a:ext uri="{FF2B5EF4-FFF2-40B4-BE49-F238E27FC236}">
                      <a16:creationId xmlns:a16="http://schemas.microsoft.com/office/drawing/2014/main" id="{983CCADF-1FB7-C116-DA44-4769B74FF9D1}"/>
                    </a:ext>
                  </a:extLst>
                </p:cNvPr>
                <p:cNvSpPr/>
                <p:nvPr/>
              </p:nvSpPr>
              <p:spPr>
                <a:xfrm>
                  <a:off x="3112553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0" name="pg239">
                  <a:extLst>
                    <a:ext uri="{FF2B5EF4-FFF2-40B4-BE49-F238E27FC236}">
                      <a16:creationId xmlns:a16="http://schemas.microsoft.com/office/drawing/2014/main" id="{63C283F0-6471-5639-F35E-6CC2B6E7BE84}"/>
                    </a:ext>
                  </a:extLst>
                </p:cNvPr>
                <p:cNvSpPr/>
                <p:nvPr/>
              </p:nvSpPr>
              <p:spPr>
                <a:xfrm>
                  <a:off x="3193990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1" name="pg240">
                  <a:extLst>
                    <a:ext uri="{FF2B5EF4-FFF2-40B4-BE49-F238E27FC236}">
                      <a16:creationId xmlns:a16="http://schemas.microsoft.com/office/drawing/2014/main" id="{C198886C-03CD-AC4B-0760-069F316407DB}"/>
                    </a:ext>
                  </a:extLst>
                </p:cNvPr>
                <p:cNvSpPr/>
                <p:nvPr/>
              </p:nvSpPr>
              <p:spPr>
                <a:xfrm>
                  <a:off x="3275427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2" name="pg241">
                  <a:extLst>
                    <a:ext uri="{FF2B5EF4-FFF2-40B4-BE49-F238E27FC236}">
                      <a16:creationId xmlns:a16="http://schemas.microsoft.com/office/drawing/2014/main" id="{6FEA82D4-AF69-6401-B290-A5715CF2AB1B}"/>
                    </a:ext>
                  </a:extLst>
                </p:cNvPr>
                <p:cNvSpPr/>
                <p:nvPr/>
              </p:nvSpPr>
              <p:spPr>
                <a:xfrm>
                  <a:off x="3356864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1D2B2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3" name="pg242">
                  <a:extLst>
                    <a:ext uri="{FF2B5EF4-FFF2-40B4-BE49-F238E27FC236}">
                      <a16:creationId xmlns:a16="http://schemas.microsoft.com/office/drawing/2014/main" id="{93FEE501-CA41-7398-D162-8773146A11ED}"/>
                    </a:ext>
                  </a:extLst>
                </p:cNvPr>
                <p:cNvSpPr/>
                <p:nvPr/>
              </p:nvSpPr>
              <p:spPr>
                <a:xfrm>
                  <a:off x="3438301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4" name="pg243">
                  <a:extLst>
                    <a:ext uri="{FF2B5EF4-FFF2-40B4-BE49-F238E27FC236}">
                      <a16:creationId xmlns:a16="http://schemas.microsoft.com/office/drawing/2014/main" id="{B880B69D-D614-6EE7-765D-AA535388ADE9}"/>
                    </a:ext>
                  </a:extLst>
                </p:cNvPr>
                <p:cNvSpPr/>
                <p:nvPr/>
              </p:nvSpPr>
              <p:spPr>
                <a:xfrm>
                  <a:off x="3519738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5" name="pg244">
                  <a:extLst>
                    <a:ext uri="{FF2B5EF4-FFF2-40B4-BE49-F238E27FC236}">
                      <a16:creationId xmlns:a16="http://schemas.microsoft.com/office/drawing/2014/main" id="{F38DE3A5-F484-9C9C-F465-0B148B4C63D9}"/>
                    </a:ext>
                  </a:extLst>
                </p:cNvPr>
                <p:cNvSpPr/>
                <p:nvPr/>
              </p:nvSpPr>
              <p:spPr>
                <a:xfrm>
                  <a:off x="3601176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6" name="pg245">
                  <a:extLst>
                    <a:ext uri="{FF2B5EF4-FFF2-40B4-BE49-F238E27FC236}">
                      <a16:creationId xmlns:a16="http://schemas.microsoft.com/office/drawing/2014/main" id="{4A50E83D-15AE-A6D2-D82F-9BF828068C92}"/>
                    </a:ext>
                  </a:extLst>
                </p:cNvPr>
                <p:cNvSpPr/>
                <p:nvPr/>
              </p:nvSpPr>
              <p:spPr>
                <a:xfrm>
                  <a:off x="3682613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7" name="pg246">
                  <a:extLst>
                    <a:ext uri="{FF2B5EF4-FFF2-40B4-BE49-F238E27FC236}">
                      <a16:creationId xmlns:a16="http://schemas.microsoft.com/office/drawing/2014/main" id="{4A704E14-6C3A-FDDA-3B58-E32E3877F263}"/>
                    </a:ext>
                  </a:extLst>
                </p:cNvPr>
                <p:cNvSpPr/>
                <p:nvPr/>
              </p:nvSpPr>
              <p:spPr>
                <a:xfrm>
                  <a:off x="3764050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8" name="pg247">
                  <a:extLst>
                    <a:ext uri="{FF2B5EF4-FFF2-40B4-BE49-F238E27FC236}">
                      <a16:creationId xmlns:a16="http://schemas.microsoft.com/office/drawing/2014/main" id="{83913024-0153-F1D8-0D84-D8F4130AE377}"/>
                    </a:ext>
                  </a:extLst>
                </p:cNvPr>
                <p:cNvSpPr/>
                <p:nvPr/>
              </p:nvSpPr>
              <p:spPr>
                <a:xfrm>
                  <a:off x="3845487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09" name="pg248">
                  <a:extLst>
                    <a:ext uri="{FF2B5EF4-FFF2-40B4-BE49-F238E27FC236}">
                      <a16:creationId xmlns:a16="http://schemas.microsoft.com/office/drawing/2014/main" id="{ABA08A7D-394E-D1F1-B627-C7DC4059716A}"/>
                    </a:ext>
                  </a:extLst>
                </p:cNvPr>
                <p:cNvSpPr/>
                <p:nvPr/>
              </p:nvSpPr>
              <p:spPr>
                <a:xfrm>
                  <a:off x="3926924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0" name="pg249">
                  <a:extLst>
                    <a:ext uri="{FF2B5EF4-FFF2-40B4-BE49-F238E27FC236}">
                      <a16:creationId xmlns:a16="http://schemas.microsoft.com/office/drawing/2014/main" id="{73D4CBD3-BAF5-63BA-5157-3901557C9438}"/>
                    </a:ext>
                  </a:extLst>
                </p:cNvPr>
                <p:cNvSpPr/>
                <p:nvPr/>
              </p:nvSpPr>
              <p:spPr>
                <a:xfrm>
                  <a:off x="4252673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1" name="pg250">
                  <a:extLst>
                    <a:ext uri="{FF2B5EF4-FFF2-40B4-BE49-F238E27FC236}">
                      <a16:creationId xmlns:a16="http://schemas.microsoft.com/office/drawing/2014/main" id="{C342835B-A289-3824-FFD4-95F889AE7D7E}"/>
                    </a:ext>
                  </a:extLst>
                </p:cNvPr>
                <p:cNvSpPr/>
                <p:nvPr/>
              </p:nvSpPr>
              <p:spPr>
                <a:xfrm>
                  <a:off x="4334110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2" name="pg251">
                  <a:extLst>
                    <a:ext uri="{FF2B5EF4-FFF2-40B4-BE49-F238E27FC236}">
                      <a16:creationId xmlns:a16="http://schemas.microsoft.com/office/drawing/2014/main" id="{C5400658-4F8A-DE9A-CC3B-69F939D7CEA5}"/>
                    </a:ext>
                  </a:extLst>
                </p:cNvPr>
                <p:cNvSpPr/>
                <p:nvPr/>
              </p:nvSpPr>
              <p:spPr>
                <a:xfrm>
                  <a:off x="4415547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3" name="pg252">
                  <a:extLst>
                    <a:ext uri="{FF2B5EF4-FFF2-40B4-BE49-F238E27FC236}">
                      <a16:creationId xmlns:a16="http://schemas.microsoft.com/office/drawing/2014/main" id="{2234CEA5-69FD-61AD-35B6-6F97BCC615FE}"/>
                    </a:ext>
                  </a:extLst>
                </p:cNvPr>
                <p:cNvSpPr/>
                <p:nvPr/>
              </p:nvSpPr>
              <p:spPr>
                <a:xfrm>
                  <a:off x="4496984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4" name="pg253">
                  <a:extLst>
                    <a:ext uri="{FF2B5EF4-FFF2-40B4-BE49-F238E27FC236}">
                      <a16:creationId xmlns:a16="http://schemas.microsoft.com/office/drawing/2014/main" id="{40B7F2B2-B29B-A977-D319-86D36A34CE1B}"/>
                    </a:ext>
                  </a:extLst>
                </p:cNvPr>
                <p:cNvSpPr/>
                <p:nvPr/>
              </p:nvSpPr>
              <p:spPr>
                <a:xfrm>
                  <a:off x="4578421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5" name="pg254">
                  <a:extLst>
                    <a:ext uri="{FF2B5EF4-FFF2-40B4-BE49-F238E27FC236}">
                      <a16:creationId xmlns:a16="http://schemas.microsoft.com/office/drawing/2014/main" id="{37FFE2B0-3D46-FB46-5522-B62DAF8F21C4}"/>
                    </a:ext>
                  </a:extLst>
                </p:cNvPr>
                <p:cNvSpPr/>
                <p:nvPr/>
              </p:nvSpPr>
              <p:spPr>
                <a:xfrm>
                  <a:off x="4659858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6" name="pg255">
                  <a:extLst>
                    <a:ext uri="{FF2B5EF4-FFF2-40B4-BE49-F238E27FC236}">
                      <a16:creationId xmlns:a16="http://schemas.microsoft.com/office/drawing/2014/main" id="{6084F746-F88C-E526-D2CE-55D7912EA596}"/>
                    </a:ext>
                  </a:extLst>
                </p:cNvPr>
                <p:cNvSpPr/>
                <p:nvPr/>
              </p:nvSpPr>
              <p:spPr>
                <a:xfrm>
                  <a:off x="4741296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7" name="pg256">
                  <a:extLst>
                    <a:ext uri="{FF2B5EF4-FFF2-40B4-BE49-F238E27FC236}">
                      <a16:creationId xmlns:a16="http://schemas.microsoft.com/office/drawing/2014/main" id="{3D06A9A2-65E2-1636-C7CC-B8DF25BF5976}"/>
                    </a:ext>
                  </a:extLst>
                </p:cNvPr>
                <p:cNvSpPr/>
                <p:nvPr/>
              </p:nvSpPr>
              <p:spPr>
                <a:xfrm>
                  <a:off x="2786804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CDBBE">
                    <a:alpha val="100000"/>
                  </a:srgbClr>
                </a:solidFill>
                <a:ln w="5420" cap="flat">
                  <a:solidFill>
                    <a:srgbClr val="97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8" name="pg257">
                  <a:extLst>
                    <a:ext uri="{FF2B5EF4-FFF2-40B4-BE49-F238E27FC236}">
                      <a16:creationId xmlns:a16="http://schemas.microsoft.com/office/drawing/2014/main" id="{F7CC9237-DC6B-4B9F-BD84-754D2383CBAE}"/>
                    </a:ext>
                  </a:extLst>
                </p:cNvPr>
                <p:cNvSpPr/>
                <p:nvPr/>
              </p:nvSpPr>
              <p:spPr>
                <a:xfrm>
                  <a:off x="2868241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19" name="pg258">
                  <a:extLst>
                    <a:ext uri="{FF2B5EF4-FFF2-40B4-BE49-F238E27FC236}">
                      <a16:creationId xmlns:a16="http://schemas.microsoft.com/office/drawing/2014/main" id="{37666795-7048-ABB2-F60A-E36BF6415091}"/>
                    </a:ext>
                  </a:extLst>
                </p:cNvPr>
                <p:cNvSpPr/>
                <p:nvPr/>
              </p:nvSpPr>
              <p:spPr>
                <a:xfrm>
                  <a:off x="2949678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0" name="pg259">
                  <a:extLst>
                    <a:ext uri="{FF2B5EF4-FFF2-40B4-BE49-F238E27FC236}">
                      <a16:creationId xmlns:a16="http://schemas.microsoft.com/office/drawing/2014/main" id="{FEE9FA93-1801-BB06-869D-5B96CAB98C56}"/>
                    </a:ext>
                  </a:extLst>
                </p:cNvPr>
                <p:cNvSpPr/>
                <p:nvPr/>
              </p:nvSpPr>
              <p:spPr>
                <a:xfrm>
                  <a:off x="3031116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1" name="pg260">
                  <a:extLst>
                    <a:ext uri="{FF2B5EF4-FFF2-40B4-BE49-F238E27FC236}">
                      <a16:creationId xmlns:a16="http://schemas.microsoft.com/office/drawing/2014/main" id="{C9F9DA4D-76F2-3783-65EA-2B100A1CE8DE}"/>
                    </a:ext>
                  </a:extLst>
                </p:cNvPr>
                <p:cNvSpPr/>
                <p:nvPr/>
              </p:nvSpPr>
              <p:spPr>
                <a:xfrm>
                  <a:off x="3112553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2" name="pg261">
                  <a:extLst>
                    <a:ext uri="{FF2B5EF4-FFF2-40B4-BE49-F238E27FC236}">
                      <a16:creationId xmlns:a16="http://schemas.microsoft.com/office/drawing/2014/main" id="{B70A6133-FC36-DF59-66BE-AA19D4CD7EE0}"/>
                    </a:ext>
                  </a:extLst>
                </p:cNvPr>
                <p:cNvSpPr/>
                <p:nvPr/>
              </p:nvSpPr>
              <p:spPr>
                <a:xfrm>
                  <a:off x="3193990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3" name="pg262">
                  <a:extLst>
                    <a:ext uri="{FF2B5EF4-FFF2-40B4-BE49-F238E27FC236}">
                      <a16:creationId xmlns:a16="http://schemas.microsoft.com/office/drawing/2014/main" id="{A16DE936-CD50-54CE-4B93-EE54EB032BDA}"/>
                    </a:ext>
                  </a:extLst>
                </p:cNvPr>
                <p:cNvSpPr/>
                <p:nvPr/>
              </p:nvSpPr>
              <p:spPr>
                <a:xfrm>
                  <a:off x="3275427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98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4" name="pg263">
                  <a:extLst>
                    <a:ext uri="{FF2B5EF4-FFF2-40B4-BE49-F238E27FC236}">
                      <a16:creationId xmlns:a16="http://schemas.microsoft.com/office/drawing/2014/main" id="{A2CF4707-C2CB-E854-7D00-F090B934744B}"/>
                    </a:ext>
                  </a:extLst>
                </p:cNvPr>
                <p:cNvSpPr/>
                <p:nvPr/>
              </p:nvSpPr>
              <p:spPr>
                <a:xfrm>
                  <a:off x="3356864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7B9">
                    <a:alpha val="100000"/>
                  </a:srgbClr>
                </a:solidFill>
                <a:ln w="5420" cap="flat">
                  <a:solidFill>
                    <a:srgbClr val="8E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5" name="pg264">
                  <a:extLst>
                    <a:ext uri="{FF2B5EF4-FFF2-40B4-BE49-F238E27FC236}">
                      <a16:creationId xmlns:a16="http://schemas.microsoft.com/office/drawing/2014/main" id="{8972B6A3-FEB9-8559-34F7-D045EB4B5BBE}"/>
                    </a:ext>
                  </a:extLst>
                </p:cNvPr>
                <p:cNvSpPr/>
                <p:nvPr/>
              </p:nvSpPr>
              <p:spPr>
                <a:xfrm>
                  <a:off x="3438301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6" name="pg265">
                  <a:extLst>
                    <a:ext uri="{FF2B5EF4-FFF2-40B4-BE49-F238E27FC236}">
                      <a16:creationId xmlns:a16="http://schemas.microsoft.com/office/drawing/2014/main" id="{F472C1F6-2017-3C3F-6B00-26E9ED8276CD}"/>
                    </a:ext>
                  </a:extLst>
                </p:cNvPr>
                <p:cNvSpPr/>
                <p:nvPr/>
              </p:nvSpPr>
              <p:spPr>
                <a:xfrm>
                  <a:off x="3519738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7" name="pg266">
                  <a:extLst>
                    <a:ext uri="{FF2B5EF4-FFF2-40B4-BE49-F238E27FC236}">
                      <a16:creationId xmlns:a16="http://schemas.microsoft.com/office/drawing/2014/main" id="{5386DBDF-2967-4AAC-D52C-AF8B9E7DC340}"/>
                    </a:ext>
                  </a:extLst>
                </p:cNvPr>
                <p:cNvSpPr/>
                <p:nvPr/>
              </p:nvSpPr>
              <p:spPr>
                <a:xfrm>
                  <a:off x="3601176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8" name="pg267">
                  <a:extLst>
                    <a:ext uri="{FF2B5EF4-FFF2-40B4-BE49-F238E27FC236}">
                      <a16:creationId xmlns:a16="http://schemas.microsoft.com/office/drawing/2014/main" id="{4EA3DE7D-FDF0-4A9E-641C-E80610144A52}"/>
                    </a:ext>
                  </a:extLst>
                </p:cNvPr>
                <p:cNvSpPr/>
                <p:nvPr/>
              </p:nvSpPr>
              <p:spPr>
                <a:xfrm>
                  <a:off x="3682613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B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29" name="pg268">
                  <a:extLst>
                    <a:ext uri="{FF2B5EF4-FFF2-40B4-BE49-F238E27FC236}">
                      <a16:creationId xmlns:a16="http://schemas.microsoft.com/office/drawing/2014/main" id="{3F672DF2-705C-7B5D-506F-2E267872B08E}"/>
                    </a:ext>
                  </a:extLst>
                </p:cNvPr>
                <p:cNvSpPr/>
                <p:nvPr/>
              </p:nvSpPr>
              <p:spPr>
                <a:xfrm>
                  <a:off x="3764050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7AB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0" name="pg269">
                  <a:extLst>
                    <a:ext uri="{FF2B5EF4-FFF2-40B4-BE49-F238E27FC236}">
                      <a16:creationId xmlns:a16="http://schemas.microsoft.com/office/drawing/2014/main" id="{5C1B9CEC-1180-C25C-2AE9-0E2D3718D9A3}"/>
                    </a:ext>
                  </a:extLst>
                </p:cNvPr>
                <p:cNvSpPr/>
                <p:nvPr/>
              </p:nvSpPr>
              <p:spPr>
                <a:xfrm>
                  <a:off x="3845487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1" name="pg270">
                  <a:extLst>
                    <a:ext uri="{FF2B5EF4-FFF2-40B4-BE49-F238E27FC236}">
                      <a16:creationId xmlns:a16="http://schemas.microsoft.com/office/drawing/2014/main" id="{F563B1E5-C7B4-1DBE-0E9B-788578CC9D30}"/>
                    </a:ext>
                  </a:extLst>
                </p:cNvPr>
                <p:cNvSpPr/>
                <p:nvPr/>
              </p:nvSpPr>
              <p:spPr>
                <a:xfrm>
                  <a:off x="3926924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2" name="pg271">
                  <a:extLst>
                    <a:ext uri="{FF2B5EF4-FFF2-40B4-BE49-F238E27FC236}">
                      <a16:creationId xmlns:a16="http://schemas.microsoft.com/office/drawing/2014/main" id="{4216B832-111E-5929-2C9F-915BFCB40B16}"/>
                    </a:ext>
                  </a:extLst>
                </p:cNvPr>
                <p:cNvSpPr/>
                <p:nvPr/>
              </p:nvSpPr>
              <p:spPr>
                <a:xfrm>
                  <a:off x="4252673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3" name="pg272">
                  <a:extLst>
                    <a:ext uri="{FF2B5EF4-FFF2-40B4-BE49-F238E27FC236}">
                      <a16:creationId xmlns:a16="http://schemas.microsoft.com/office/drawing/2014/main" id="{C5573752-7D5F-8A26-9E7A-73FDE88D629E}"/>
                    </a:ext>
                  </a:extLst>
                </p:cNvPr>
                <p:cNvSpPr/>
                <p:nvPr/>
              </p:nvSpPr>
              <p:spPr>
                <a:xfrm>
                  <a:off x="4334110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44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4" name="pg273">
                  <a:extLst>
                    <a:ext uri="{FF2B5EF4-FFF2-40B4-BE49-F238E27FC236}">
                      <a16:creationId xmlns:a16="http://schemas.microsoft.com/office/drawing/2014/main" id="{F4CD5965-67AF-4638-8158-778C181B73BF}"/>
                    </a:ext>
                  </a:extLst>
                </p:cNvPr>
                <p:cNvSpPr/>
                <p:nvPr/>
              </p:nvSpPr>
              <p:spPr>
                <a:xfrm>
                  <a:off x="4415547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5" name="pg274">
                  <a:extLst>
                    <a:ext uri="{FF2B5EF4-FFF2-40B4-BE49-F238E27FC236}">
                      <a16:creationId xmlns:a16="http://schemas.microsoft.com/office/drawing/2014/main" id="{DF78DA6E-45AC-7FEF-0BEA-EDFBB48E9121}"/>
                    </a:ext>
                  </a:extLst>
                </p:cNvPr>
                <p:cNvSpPr/>
                <p:nvPr/>
              </p:nvSpPr>
              <p:spPr>
                <a:xfrm>
                  <a:off x="4496984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6" name="pg275">
                  <a:extLst>
                    <a:ext uri="{FF2B5EF4-FFF2-40B4-BE49-F238E27FC236}">
                      <a16:creationId xmlns:a16="http://schemas.microsoft.com/office/drawing/2014/main" id="{022C0333-4A18-79E8-3246-90503FF4B6A9}"/>
                    </a:ext>
                  </a:extLst>
                </p:cNvPr>
                <p:cNvSpPr/>
                <p:nvPr/>
              </p:nvSpPr>
              <p:spPr>
                <a:xfrm>
                  <a:off x="4578421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7" name="pg276">
                  <a:extLst>
                    <a:ext uri="{FF2B5EF4-FFF2-40B4-BE49-F238E27FC236}">
                      <a16:creationId xmlns:a16="http://schemas.microsoft.com/office/drawing/2014/main" id="{D06C4EDF-C12B-65D2-97AD-A3027B41C3CA}"/>
                    </a:ext>
                  </a:extLst>
                </p:cNvPr>
                <p:cNvSpPr/>
                <p:nvPr/>
              </p:nvSpPr>
              <p:spPr>
                <a:xfrm>
                  <a:off x="4659858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8" name="pg277">
                  <a:extLst>
                    <a:ext uri="{FF2B5EF4-FFF2-40B4-BE49-F238E27FC236}">
                      <a16:creationId xmlns:a16="http://schemas.microsoft.com/office/drawing/2014/main" id="{ABF5D756-AC56-1B70-CB1E-C242D587E685}"/>
                    </a:ext>
                  </a:extLst>
                </p:cNvPr>
                <p:cNvSpPr/>
                <p:nvPr/>
              </p:nvSpPr>
              <p:spPr>
                <a:xfrm>
                  <a:off x="2705367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99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39" name="pg278">
                  <a:extLst>
                    <a:ext uri="{FF2B5EF4-FFF2-40B4-BE49-F238E27FC236}">
                      <a16:creationId xmlns:a16="http://schemas.microsoft.com/office/drawing/2014/main" id="{D0DDA510-F05F-A87A-1765-70D2E2586716}"/>
                    </a:ext>
                  </a:extLst>
                </p:cNvPr>
                <p:cNvSpPr/>
                <p:nvPr/>
              </p:nvSpPr>
              <p:spPr>
                <a:xfrm>
                  <a:off x="2786804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0" name="pg279">
                  <a:extLst>
                    <a:ext uri="{FF2B5EF4-FFF2-40B4-BE49-F238E27FC236}">
                      <a16:creationId xmlns:a16="http://schemas.microsoft.com/office/drawing/2014/main" id="{3AECCFB0-6BC7-71A6-F644-6FB8EAADCFA1}"/>
                    </a:ext>
                  </a:extLst>
                </p:cNvPr>
                <p:cNvSpPr/>
                <p:nvPr/>
              </p:nvSpPr>
              <p:spPr>
                <a:xfrm>
                  <a:off x="2868241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1" name="pg280">
                  <a:extLst>
                    <a:ext uri="{FF2B5EF4-FFF2-40B4-BE49-F238E27FC236}">
                      <a16:creationId xmlns:a16="http://schemas.microsoft.com/office/drawing/2014/main" id="{C835FA88-1194-4C2A-D5E4-8F0F2BE792BF}"/>
                    </a:ext>
                  </a:extLst>
                </p:cNvPr>
                <p:cNvSpPr/>
                <p:nvPr/>
              </p:nvSpPr>
              <p:spPr>
                <a:xfrm>
                  <a:off x="2949678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2" name="pg281">
                  <a:extLst>
                    <a:ext uri="{FF2B5EF4-FFF2-40B4-BE49-F238E27FC236}">
                      <a16:creationId xmlns:a16="http://schemas.microsoft.com/office/drawing/2014/main" id="{112D4520-10C6-3429-D4B9-9065307D867B}"/>
                    </a:ext>
                  </a:extLst>
                </p:cNvPr>
                <p:cNvSpPr/>
                <p:nvPr/>
              </p:nvSpPr>
              <p:spPr>
                <a:xfrm>
                  <a:off x="3031116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3" name="pg282">
                  <a:extLst>
                    <a:ext uri="{FF2B5EF4-FFF2-40B4-BE49-F238E27FC236}">
                      <a16:creationId xmlns:a16="http://schemas.microsoft.com/office/drawing/2014/main" id="{667E6C6D-AEC6-016E-9898-9917EE10A198}"/>
                    </a:ext>
                  </a:extLst>
                </p:cNvPr>
                <p:cNvSpPr/>
                <p:nvPr/>
              </p:nvSpPr>
              <p:spPr>
                <a:xfrm>
                  <a:off x="3112553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4" name="pg283">
                  <a:extLst>
                    <a:ext uri="{FF2B5EF4-FFF2-40B4-BE49-F238E27FC236}">
                      <a16:creationId xmlns:a16="http://schemas.microsoft.com/office/drawing/2014/main" id="{5A607007-DCDE-A533-BD3A-DD6E1E125266}"/>
                    </a:ext>
                  </a:extLst>
                </p:cNvPr>
                <p:cNvSpPr/>
                <p:nvPr/>
              </p:nvSpPr>
              <p:spPr>
                <a:xfrm>
                  <a:off x="3193990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8E3CA">
                    <a:alpha val="100000"/>
                  </a:srgbClr>
                </a:solidFill>
                <a:ln w="5420" cap="flat">
                  <a:solidFill>
                    <a:srgbClr val="AF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5" name="pg284">
                  <a:extLst>
                    <a:ext uri="{FF2B5EF4-FFF2-40B4-BE49-F238E27FC236}">
                      <a16:creationId xmlns:a16="http://schemas.microsoft.com/office/drawing/2014/main" id="{DBC70BEE-22D6-4CF5-2380-F20524ACD312}"/>
                    </a:ext>
                  </a:extLst>
                </p:cNvPr>
                <p:cNvSpPr/>
                <p:nvPr/>
              </p:nvSpPr>
              <p:spPr>
                <a:xfrm>
                  <a:off x="3275427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6" name="pg285">
                  <a:extLst>
                    <a:ext uri="{FF2B5EF4-FFF2-40B4-BE49-F238E27FC236}">
                      <a16:creationId xmlns:a16="http://schemas.microsoft.com/office/drawing/2014/main" id="{AC01F1B6-5F54-6C33-D1A2-1B344E6521EB}"/>
                    </a:ext>
                  </a:extLst>
                </p:cNvPr>
                <p:cNvSpPr/>
                <p:nvPr/>
              </p:nvSpPr>
              <p:spPr>
                <a:xfrm>
                  <a:off x="3356864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7" name="pg286">
                  <a:extLst>
                    <a:ext uri="{FF2B5EF4-FFF2-40B4-BE49-F238E27FC236}">
                      <a16:creationId xmlns:a16="http://schemas.microsoft.com/office/drawing/2014/main" id="{CA9F4BC0-704B-5969-83E8-61F7CD452F97}"/>
                    </a:ext>
                  </a:extLst>
                </p:cNvPr>
                <p:cNvSpPr/>
                <p:nvPr/>
              </p:nvSpPr>
              <p:spPr>
                <a:xfrm>
                  <a:off x="3438301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E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8" name="pg287">
                  <a:extLst>
                    <a:ext uri="{FF2B5EF4-FFF2-40B4-BE49-F238E27FC236}">
                      <a16:creationId xmlns:a16="http://schemas.microsoft.com/office/drawing/2014/main" id="{C9A78794-5A97-9933-63CE-0AAE203B8DE0}"/>
                    </a:ext>
                  </a:extLst>
                </p:cNvPr>
                <p:cNvSpPr/>
                <p:nvPr/>
              </p:nvSpPr>
              <p:spPr>
                <a:xfrm>
                  <a:off x="3519738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49" name="pg288">
                  <a:extLst>
                    <a:ext uri="{FF2B5EF4-FFF2-40B4-BE49-F238E27FC236}">
                      <a16:creationId xmlns:a16="http://schemas.microsoft.com/office/drawing/2014/main" id="{7AFBD587-224D-5023-0475-E4C63CEE2591}"/>
                    </a:ext>
                  </a:extLst>
                </p:cNvPr>
                <p:cNvSpPr/>
                <p:nvPr/>
              </p:nvSpPr>
              <p:spPr>
                <a:xfrm>
                  <a:off x="3601176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0" name="pg289">
                  <a:extLst>
                    <a:ext uri="{FF2B5EF4-FFF2-40B4-BE49-F238E27FC236}">
                      <a16:creationId xmlns:a16="http://schemas.microsoft.com/office/drawing/2014/main" id="{30B89F6F-127D-F643-D51A-4F1EDEF36CB6}"/>
                    </a:ext>
                  </a:extLst>
                </p:cNvPr>
                <p:cNvSpPr/>
                <p:nvPr/>
              </p:nvSpPr>
              <p:spPr>
                <a:xfrm>
                  <a:off x="3682613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1" name="pg290">
                  <a:extLst>
                    <a:ext uri="{FF2B5EF4-FFF2-40B4-BE49-F238E27FC236}">
                      <a16:creationId xmlns:a16="http://schemas.microsoft.com/office/drawing/2014/main" id="{1F77C191-4FB6-08F5-223B-FE4D5D27B1D1}"/>
                    </a:ext>
                  </a:extLst>
                </p:cNvPr>
                <p:cNvSpPr/>
                <p:nvPr/>
              </p:nvSpPr>
              <p:spPr>
                <a:xfrm>
                  <a:off x="3764050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7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2" name="pg291">
                  <a:extLst>
                    <a:ext uri="{FF2B5EF4-FFF2-40B4-BE49-F238E27FC236}">
                      <a16:creationId xmlns:a16="http://schemas.microsoft.com/office/drawing/2014/main" id="{5363200E-F4B9-9626-11BF-F1B01E81716E}"/>
                    </a:ext>
                  </a:extLst>
                </p:cNvPr>
                <p:cNvSpPr/>
                <p:nvPr/>
              </p:nvSpPr>
              <p:spPr>
                <a:xfrm>
                  <a:off x="3845487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3" name="pg292">
                  <a:extLst>
                    <a:ext uri="{FF2B5EF4-FFF2-40B4-BE49-F238E27FC236}">
                      <a16:creationId xmlns:a16="http://schemas.microsoft.com/office/drawing/2014/main" id="{10F89EF8-8CE1-90E4-3AC3-FC8EF6B7C860}"/>
                    </a:ext>
                  </a:extLst>
                </p:cNvPr>
                <p:cNvSpPr/>
                <p:nvPr/>
              </p:nvSpPr>
              <p:spPr>
                <a:xfrm>
                  <a:off x="3926924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4" name="pg293">
                  <a:extLst>
                    <a:ext uri="{FF2B5EF4-FFF2-40B4-BE49-F238E27FC236}">
                      <a16:creationId xmlns:a16="http://schemas.microsoft.com/office/drawing/2014/main" id="{CBEEE1C5-3D6A-939E-782B-EA5CE01FEC81}"/>
                    </a:ext>
                  </a:extLst>
                </p:cNvPr>
                <p:cNvSpPr/>
                <p:nvPr/>
              </p:nvSpPr>
              <p:spPr>
                <a:xfrm>
                  <a:off x="4008361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5" name="pg294">
                  <a:extLst>
                    <a:ext uri="{FF2B5EF4-FFF2-40B4-BE49-F238E27FC236}">
                      <a16:creationId xmlns:a16="http://schemas.microsoft.com/office/drawing/2014/main" id="{29CA036B-4525-4C1B-A64C-520924FEF515}"/>
                    </a:ext>
                  </a:extLst>
                </p:cNvPr>
                <p:cNvSpPr/>
                <p:nvPr/>
              </p:nvSpPr>
              <p:spPr>
                <a:xfrm>
                  <a:off x="4252673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E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6" name="pg295">
                  <a:extLst>
                    <a:ext uri="{FF2B5EF4-FFF2-40B4-BE49-F238E27FC236}">
                      <a16:creationId xmlns:a16="http://schemas.microsoft.com/office/drawing/2014/main" id="{20695DC0-6110-1C2B-3B62-4CD5616A3D24}"/>
                    </a:ext>
                  </a:extLst>
                </p:cNvPr>
                <p:cNvSpPr/>
                <p:nvPr/>
              </p:nvSpPr>
              <p:spPr>
                <a:xfrm>
                  <a:off x="4334110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7" name="pg296">
                  <a:extLst>
                    <a:ext uri="{FF2B5EF4-FFF2-40B4-BE49-F238E27FC236}">
                      <a16:creationId xmlns:a16="http://schemas.microsoft.com/office/drawing/2014/main" id="{C2014E55-27DF-CD85-8CD3-594577A42145}"/>
                    </a:ext>
                  </a:extLst>
                </p:cNvPr>
                <p:cNvSpPr/>
                <p:nvPr/>
              </p:nvSpPr>
              <p:spPr>
                <a:xfrm>
                  <a:off x="4415547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8" name="pg297">
                  <a:extLst>
                    <a:ext uri="{FF2B5EF4-FFF2-40B4-BE49-F238E27FC236}">
                      <a16:creationId xmlns:a16="http://schemas.microsoft.com/office/drawing/2014/main" id="{80569286-2837-B7CA-7E81-9B637C5D09C1}"/>
                    </a:ext>
                  </a:extLst>
                </p:cNvPr>
                <p:cNvSpPr/>
                <p:nvPr/>
              </p:nvSpPr>
              <p:spPr>
                <a:xfrm>
                  <a:off x="4496984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59" name="pg298">
                  <a:extLst>
                    <a:ext uri="{FF2B5EF4-FFF2-40B4-BE49-F238E27FC236}">
                      <a16:creationId xmlns:a16="http://schemas.microsoft.com/office/drawing/2014/main" id="{866CB4DE-344F-128A-9AB3-44347BFBBDC2}"/>
                    </a:ext>
                  </a:extLst>
                </p:cNvPr>
                <p:cNvSpPr/>
                <p:nvPr/>
              </p:nvSpPr>
              <p:spPr>
                <a:xfrm>
                  <a:off x="4578421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0" name="pg299">
                  <a:extLst>
                    <a:ext uri="{FF2B5EF4-FFF2-40B4-BE49-F238E27FC236}">
                      <a16:creationId xmlns:a16="http://schemas.microsoft.com/office/drawing/2014/main" id="{1FCE7899-3A69-C894-B9B6-DB6A9F9E03F9}"/>
                    </a:ext>
                  </a:extLst>
                </p:cNvPr>
                <p:cNvSpPr/>
                <p:nvPr/>
              </p:nvSpPr>
              <p:spPr>
                <a:xfrm>
                  <a:off x="4659858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1" name="pg300">
                  <a:extLst>
                    <a:ext uri="{FF2B5EF4-FFF2-40B4-BE49-F238E27FC236}">
                      <a16:creationId xmlns:a16="http://schemas.microsoft.com/office/drawing/2014/main" id="{A5CBF2DF-DEAE-0926-AD40-B88465ACCF84}"/>
                    </a:ext>
                  </a:extLst>
                </p:cNvPr>
                <p:cNvSpPr/>
                <p:nvPr/>
              </p:nvSpPr>
              <p:spPr>
                <a:xfrm>
                  <a:off x="2705367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2" name="pg301">
                  <a:extLst>
                    <a:ext uri="{FF2B5EF4-FFF2-40B4-BE49-F238E27FC236}">
                      <a16:creationId xmlns:a16="http://schemas.microsoft.com/office/drawing/2014/main" id="{29D08E4C-B8C1-A9F9-AB5E-22A368365C38}"/>
                    </a:ext>
                  </a:extLst>
                </p:cNvPr>
                <p:cNvSpPr/>
                <p:nvPr/>
              </p:nvSpPr>
              <p:spPr>
                <a:xfrm>
                  <a:off x="2786804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3" name="pg302">
                  <a:extLst>
                    <a:ext uri="{FF2B5EF4-FFF2-40B4-BE49-F238E27FC236}">
                      <a16:creationId xmlns:a16="http://schemas.microsoft.com/office/drawing/2014/main" id="{8AE6DF9C-B4EA-A668-8145-F4029AC2FB11}"/>
                    </a:ext>
                  </a:extLst>
                </p:cNvPr>
                <p:cNvSpPr/>
                <p:nvPr/>
              </p:nvSpPr>
              <p:spPr>
                <a:xfrm>
                  <a:off x="2868241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B8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4" name="pg303">
                  <a:extLst>
                    <a:ext uri="{FF2B5EF4-FFF2-40B4-BE49-F238E27FC236}">
                      <a16:creationId xmlns:a16="http://schemas.microsoft.com/office/drawing/2014/main" id="{2B94A920-4852-AF1D-379C-1F99F266D931}"/>
                    </a:ext>
                  </a:extLst>
                </p:cNvPr>
                <p:cNvSpPr/>
                <p:nvPr/>
              </p:nvSpPr>
              <p:spPr>
                <a:xfrm>
                  <a:off x="2949678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5" name="pg304">
                  <a:extLst>
                    <a:ext uri="{FF2B5EF4-FFF2-40B4-BE49-F238E27FC236}">
                      <a16:creationId xmlns:a16="http://schemas.microsoft.com/office/drawing/2014/main" id="{B1333CFD-2176-8085-7E9C-1622A10AD079}"/>
                    </a:ext>
                  </a:extLst>
                </p:cNvPr>
                <p:cNvSpPr/>
                <p:nvPr/>
              </p:nvSpPr>
              <p:spPr>
                <a:xfrm>
                  <a:off x="3031116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C6ED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6" name="pg305">
                  <a:extLst>
                    <a:ext uri="{FF2B5EF4-FFF2-40B4-BE49-F238E27FC236}">
                      <a16:creationId xmlns:a16="http://schemas.microsoft.com/office/drawing/2014/main" id="{B6EC52F6-F132-EBA8-E4D5-4E1A53A340D8}"/>
                    </a:ext>
                  </a:extLst>
                </p:cNvPr>
                <p:cNvSpPr/>
                <p:nvPr/>
              </p:nvSpPr>
              <p:spPr>
                <a:xfrm>
                  <a:off x="3112553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7" name="pg306">
                  <a:extLst>
                    <a:ext uri="{FF2B5EF4-FFF2-40B4-BE49-F238E27FC236}">
                      <a16:creationId xmlns:a16="http://schemas.microsoft.com/office/drawing/2014/main" id="{222F5DB9-2169-D0CB-F28B-2E538D43E98F}"/>
                    </a:ext>
                  </a:extLst>
                </p:cNvPr>
                <p:cNvSpPr/>
                <p:nvPr/>
              </p:nvSpPr>
              <p:spPr>
                <a:xfrm>
                  <a:off x="3193990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C4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8" name="pg307">
                  <a:extLst>
                    <a:ext uri="{FF2B5EF4-FFF2-40B4-BE49-F238E27FC236}">
                      <a16:creationId xmlns:a16="http://schemas.microsoft.com/office/drawing/2014/main" id="{9BA2A0E1-11D5-8ED9-3949-EF9E6634B2FD}"/>
                    </a:ext>
                  </a:extLst>
                </p:cNvPr>
                <p:cNvSpPr/>
                <p:nvPr/>
              </p:nvSpPr>
              <p:spPr>
                <a:xfrm>
                  <a:off x="3275427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69" name="pg308">
                  <a:extLst>
                    <a:ext uri="{FF2B5EF4-FFF2-40B4-BE49-F238E27FC236}">
                      <a16:creationId xmlns:a16="http://schemas.microsoft.com/office/drawing/2014/main" id="{34EEE79C-386D-65D4-A981-21BBD1DCD608}"/>
                    </a:ext>
                  </a:extLst>
                </p:cNvPr>
                <p:cNvSpPr/>
                <p:nvPr/>
              </p:nvSpPr>
              <p:spPr>
                <a:xfrm>
                  <a:off x="3356864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0" name="pg309">
                  <a:extLst>
                    <a:ext uri="{FF2B5EF4-FFF2-40B4-BE49-F238E27FC236}">
                      <a16:creationId xmlns:a16="http://schemas.microsoft.com/office/drawing/2014/main" id="{59FBAEE3-7FFA-F1E1-86E7-5011E993452C}"/>
                    </a:ext>
                  </a:extLst>
                </p:cNvPr>
                <p:cNvSpPr/>
                <p:nvPr/>
              </p:nvSpPr>
              <p:spPr>
                <a:xfrm>
                  <a:off x="3438301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1" name="pg310">
                  <a:extLst>
                    <a:ext uri="{FF2B5EF4-FFF2-40B4-BE49-F238E27FC236}">
                      <a16:creationId xmlns:a16="http://schemas.microsoft.com/office/drawing/2014/main" id="{1C15344D-9925-333B-74D0-154D953067B9}"/>
                    </a:ext>
                  </a:extLst>
                </p:cNvPr>
                <p:cNvSpPr/>
                <p:nvPr/>
              </p:nvSpPr>
              <p:spPr>
                <a:xfrm>
                  <a:off x="3519738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2" name="pg311">
                  <a:extLst>
                    <a:ext uri="{FF2B5EF4-FFF2-40B4-BE49-F238E27FC236}">
                      <a16:creationId xmlns:a16="http://schemas.microsoft.com/office/drawing/2014/main" id="{20320AA7-79A9-3B2A-6064-234B322047F6}"/>
                    </a:ext>
                  </a:extLst>
                </p:cNvPr>
                <p:cNvSpPr/>
                <p:nvPr/>
              </p:nvSpPr>
              <p:spPr>
                <a:xfrm>
                  <a:off x="3601176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3" name="pg312">
                  <a:extLst>
                    <a:ext uri="{FF2B5EF4-FFF2-40B4-BE49-F238E27FC236}">
                      <a16:creationId xmlns:a16="http://schemas.microsoft.com/office/drawing/2014/main" id="{BCAE0BBC-2753-C855-BD8D-2EFF8BF02E18}"/>
                    </a:ext>
                  </a:extLst>
                </p:cNvPr>
                <p:cNvSpPr/>
                <p:nvPr/>
              </p:nvSpPr>
              <p:spPr>
                <a:xfrm>
                  <a:off x="3682613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4" name="pg313">
                  <a:extLst>
                    <a:ext uri="{FF2B5EF4-FFF2-40B4-BE49-F238E27FC236}">
                      <a16:creationId xmlns:a16="http://schemas.microsoft.com/office/drawing/2014/main" id="{AFA4A708-4195-6703-BFA5-D42D1D8843C1}"/>
                    </a:ext>
                  </a:extLst>
                </p:cNvPr>
                <p:cNvSpPr/>
                <p:nvPr/>
              </p:nvSpPr>
              <p:spPr>
                <a:xfrm>
                  <a:off x="3764050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5" name="pg314">
                  <a:extLst>
                    <a:ext uri="{FF2B5EF4-FFF2-40B4-BE49-F238E27FC236}">
                      <a16:creationId xmlns:a16="http://schemas.microsoft.com/office/drawing/2014/main" id="{4B80C614-3603-50C1-8668-D79EC468BD1F}"/>
                    </a:ext>
                  </a:extLst>
                </p:cNvPr>
                <p:cNvSpPr/>
                <p:nvPr/>
              </p:nvSpPr>
              <p:spPr>
                <a:xfrm>
                  <a:off x="3845487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6" name="pg315">
                  <a:extLst>
                    <a:ext uri="{FF2B5EF4-FFF2-40B4-BE49-F238E27FC236}">
                      <a16:creationId xmlns:a16="http://schemas.microsoft.com/office/drawing/2014/main" id="{66CF8AD6-2F27-6618-5E7D-35E72033120A}"/>
                    </a:ext>
                  </a:extLst>
                </p:cNvPr>
                <p:cNvSpPr/>
                <p:nvPr/>
              </p:nvSpPr>
              <p:spPr>
                <a:xfrm>
                  <a:off x="3926924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7" name="pg316">
                  <a:extLst>
                    <a:ext uri="{FF2B5EF4-FFF2-40B4-BE49-F238E27FC236}">
                      <a16:creationId xmlns:a16="http://schemas.microsoft.com/office/drawing/2014/main" id="{D266A512-D7B0-C9FF-48B2-6BB9474B193D}"/>
                    </a:ext>
                  </a:extLst>
                </p:cNvPr>
                <p:cNvSpPr/>
                <p:nvPr/>
              </p:nvSpPr>
              <p:spPr>
                <a:xfrm>
                  <a:off x="4008361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8" name="pg317">
                  <a:extLst>
                    <a:ext uri="{FF2B5EF4-FFF2-40B4-BE49-F238E27FC236}">
                      <a16:creationId xmlns:a16="http://schemas.microsoft.com/office/drawing/2014/main" id="{3705459B-A982-4097-C513-95AE17533FCB}"/>
                    </a:ext>
                  </a:extLst>
                </p:cNvPr>
                <p:cNvSpPr/>
                <p:nvPr/>
              </p:nvSpPr>
              <p:spPr>
                <a:xfrm>
                  <a:off x="4089798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79" name="pg318">
                  <a:extLst>
                    <a:ext uri="{FF2B5EF4-FFF2-40B4-BE49-F238E27FC236}">
                      <a16:creationId xmlns:a16="http://schemas.microsoft.com/office/drawing/2014/main" id="{C6934D93-BD3D-1B41-C0D4-BAA746D0F292}"/>
                    </a:ext>
                  </a:extLst>
                </p:cNvPr>
                <p:cNvSpPr/>
                <p:nvPr/>
              </p:nvSpPr>
              <p:spPr>
                <a:xfrm>
                  <a:off x="4334110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0" name="pg319">
                  <a:extLst>
                    <a:ext uri="{FF2B5EF4-FFF2-40B4-BE49-F238E27FC236}">
                      <a16:creationId xmlns:a16="http://schemas.microsoft.com/office/drawing/2014/main" id="{2AD203FC-5B1C-914C-51B1-F82C6C29D9A3}"/>
                    </a:ext>
                  </a:extLst>
                </p:cNvPr>
                <p:cNvSpPr/>
                <p:nvPr/>
              </p:nvSpPr>
              <p:spPr>
                <a:xfrm>
                  <a:off x="4415547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1" name="pg320">
                  <a:extLst>
                    <a:ext uri="{FF2B5EF4-FFF2-40B4-BE49-F238E27FC236}">
                      <a16:creationId xmlns:a16="http://schemas.microsoft.com/office/drawing/2014/main" id="{049A35A1-B646-7B8E-3EC3-B00BB04B8FAB}"/>
                    </a:ext>
                  </a:extLst>
                </p:cNvPr>
                <p:cNvSpPr/>
                <p:nvPr/>
              </p:nvSpPr>
              <p:spPr>
                <a:xfrm>
                  <a:off x="4496984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2" name="pg321">
                  <a:extLst>
                    <a:ext uri="{FF2B5EF4-FFF2-40B4-BE49-F238E27FC236}">
                      <a16:creationId xmlns:a16="http://schemas.microsoft.com/office/drawing/2014/main" id="{DD5533DE-8D10-1E0B-C2CC-C86FFE665B68}"/>
                    </a:ext>
                  </a:extLst>
                </p:cNvPr>
                <p:cNvSpPr/>
                <p:nvPr/>
              </p:nvSpPr>
              <p:spPr>
                <a:xfrm>
                  <a:off x="4578421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3" name="pg322">
                  <a:extLst>
                    <a:ext uri="{FF2B5EF4-FFF2-40B4-BE49-F238E27FC236}">
                      <a16:creationId xmlns:a16="http://schemas.microsoft.com/office/drawing/2014/main" id="{C61CD2C0-288B-963E-57EC-084AEB864ACB}"/>
                    </a:ext>
                  </a:extLst>
                </p:cNvPr>
                <p:cNvSpPr/>
                <p:nvPr/>
              </p:nvSpPr>
              <p:spPr>
                <a:xfrm>
                  <a:off x="4659858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4" name="pg323">
                  <a:extLst>
                    <a:ext uri="{FF2B5EF4-FFF2-40B4-BE49-F238E27FC236}">
                      <a16:creationId xmlns:a16="http://schemas.microsoft.com/office/drawing/2014/main" id="{FA6CE7F0-0C91-2472-5DF7-494483A81D80}"/>
                    </a:ext>
                  </a:extLst>
                </p:cNvPr>
                <p:cNvSpPr/>
                <p:nvPr/>
              </p:nvSpPr>
              <p:spPr>
                <a:xfrm>
                  <a:off x="2705367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5" name="pg324">
                  <a:extLst>
                    <a:ext uri="{FF2B5EF4-FFF2-40B4-BE49-F238E27FC236}">
                      <a16:creationId xmlns:a16="http://schemas.microsoft.com/office/drawing/2014/main" id="{D5B28202-55CF-9D85-503A-CECC1B96F905}"/>
                    </a:ext>
                  </a:extLst>
                </p:cNvPr>
                <p:cNvSpPr/>
                <p:nvPr/>
              </p:nvSpPr>
              <p:spPr>
                <a:xfrm>
                  <a:off x="2786804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6" name="pg325">
                  <a:extLst>
                    <a:ext uri="{FF2B5EF4-FFF2-40B4-BE49-F238E27FC236}">
                      <a16:creationId xmlns:a16="http://schemas.microsoft.com/office/drawing/2014/main" id="{9EB626E0-D2D0-5806-6093-E7CC07DEDE54}"/>
                    </a:ext>
                  </a:extLst>
                </p:cNvPr>
                <p:cNvSpPr/>
                <p:nvPr/>
              </p:nvSpPr>
              <p:spPr>
                <a:xfrm>
                  <a:off x="2868241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B8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7" name="pg326">
                  <a:extLst>
                    <a:ext uri="{FF2B5EF4-FFF2-40B4-BE49-F238E27FC236}">
                      <a16:creationId xmlns:a16="http://schemas.microsoft.com/office/drawing/2014/main" id="{F5143E98-F353-4E22-7017-1A224BE95E6E}"/>
                    </a:ext>
                  </a:extLst>
                </p:cNvPr>
                <p:cNvSpPr/>
                <p:nvPr/>
              </p:nvSpPr>
              <p:spPr>
                <a:xfrm>
                  <a:off x="2949678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C1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8" name="pg327">
                  <a:extLst>
                    <a:ext uri="{FF2B5EF4-FFF2-40B4-BE49-F238E27FC236}">
                      <a16:creationId xmlns:a16="http://schemas.microsoft.com/office/drawing/2014/main" id="{B3D895E3-B765-B1FF-ADEE-B6B1C81C5A54}"/>
                    </a:ext>
                  </a:extLst>
                </p:cNvPr>
                <p:cNvSpPr/>
                <p:nvPr/>
              </p:nvSpPr>
              <p:spPr>
                <a:xfrm>
                  <a:off x="3031116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C7ED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89" name="pg328">
                  <a:extLst>
                    <a:ext uri="{FF2B5EF4-FFF2-40B4-BE49-F238E27FC236}">
                      <a16:creationId xmlns:a16="http://schemas.microsoft.com/office/drawing/2014/main" id="{C437C160-DA6D-87C5-4003-94DAEC94D177}"/>
                    </a:ext>
                  </a:extLst>
                </p:cNvPr>
                <p:cNvSpPr/>
                <p:nvPr/>
              </p:nvSpPr>
              <p:spPr>
                <a:xfrm>
                  <a:off x="3112553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9">
                    <a:alpha val="100000"/>
                  </a:srgbClr>
                </a:solidFill>
                <a:ln w="5420" cap="flat">
                  <a:solidFill>
                    <a:srgbClr val="C9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0" name="pg329">
                  <a:extLst>
                    <a:ext uri="{FF2B5EF4-FFF2-40B4-BE49-F238E27FC236}">
                      <a16:creationId xmlns:a16="http://schemas.microsoft.com/office/drawing/2014/main" id="{58B42B44-ADBB-9BAF-31A0-53B0BB6EC708}"/>
                    </a:ext>
                  </a:extLst>
                </p:cNvPr>
                <p:cNvSpPr/>
                <p:nvPr/>
              </p:nvSpPr>
              <p:spPr>
                <a:xfrm>
                  <a:off x="3193990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C5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1" name="pg330">
                  <a:extLst>
                    <a:ext uri="{FF2B5EF4-FFF2-40B4-BE49-F238E27FC236}">
                      <a16:creationId xmlns:a16="http://schemas.microsoft.com/office/drawing/2014/main" id="{401FDB5C-C22B-161D-6616-68439095938D}"/>
                    </a:ext>
                  </a:extLst>
                </p:cNvPr>
                <p:cNvSpPr/>
                <p:nvPr/>
              </p:nvSpPr>
              <p:spPr>
                <a:xfrm>
                  <a:off x="3275427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2" name="pg331">
                  <a:extLst>
                    <a:ext uri="{FF2B5EF4-FFF2-40B4-BE49-F238E27FC236}">
                      <a16:creationId xmlns:a16="http://schemas.microsoft.com/office/drawing/2014/main" id="{86F258D5-1194-4823-8C7A-AC8B85FDB661}"/>
                    </a:ext>
                  </a:extLst>
                </p:cNvPr>
                <p:cNvSpPr/>
                <p:nvPr/>
              </p:nvSpPr>
              <p:spPr>
                <a:xfrm>
                  <a:off x="3356864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3" name="pg332">
                  <a:extLst>
                    <a:ext uri="{FF2B5EF4-FFF2-40B4-BE49-F238E27FC236}">
                      <a16:creationId xmlns:a16="http://schemas.microsoft.com/office/drawing/2014/main" id="{EF576A42-CF12-FF61-10FD-ABAE0BFE1EC3}"/>
                    </a:ext>
                  </a:extLst>
                </p:cNvPr>
                <p:cNvSpPr/>
                <p:nvPr/>
              </p:nvSpPr>
              <p:spPr>
                <a:xfrm>
                  <a:off x="3438301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4" name="pg333">
                  <a:extLst>
                    <a:ext uri="{FF2B5EF4-FFF2-40B4-BE49-F238E27FC236}">
                      <a16:creationId xmlns:a16="http://schemas.microsoft.com/office/drawing/2014/main" id="{52CFDAB9-9799-4FC6-8EE9-67ABF5F01323}"/>
                    </a:ext>
                  </a:extLst>
                </p:cNvPr>
                <p:cNvSpPr/>
                <p:nvPr/>
              </p:nvSpPr>
              <p:spPr>
                <a:xfrm>
                  <a:off x="3519738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5" name="pg334">
                  <a:extLst>
                    <a:ext uri="{FF2B5EF4-FFF2-40B4-BE49-F238E27FC236}">
                      <a16:creationId xmlns:a16="http://schemas.microsoft.com/office/drawing/2014/main" id="{6811F65B-9EEE-51A0-E102-C81EB1E55484}"/>
                    </a:ext>
                  </a:extLst>
                </p:cNvPr>
                <p:cNvSpPr/>
                <p:nvPr/>
              </p:nvSpPr>
              <p:spPr>
                <a:xfrm>
                  <a:off x="3601176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6" name="pg335">
                  <a:extLst>
                    <a:ext uri="{FF2B5EF4-FFF2-40B4-BE49-F238E27FC236}">
                      <a16:creationId xmlns:a16="http://schemas.microsoft.com/office/drawing/2014/main" id="{928DA70D-B53E-13EB-7B58-CCE86B1504C9}"/>
                    </a:ext>
                  </a:extLst>
                </p:cNvPr>
                <p:cNvSpPr/>
                <p:nvPr/>
              </p:nvSpPr>
              <p:spPr>
                <a:xfrm>
                  <a:off x="3682613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7" name="pg336">
                  <a:extLst>
                    <a:ext uri="{FF2B5EF4-FFF2-40B4-BE49-F238E27FC236}">
                      <a16:creationId xmlns:a16="http://schemas.microsoft.com/office/drawing/2014/main" id="{F5FF0CB2-D322-2EC5-F731-CEB7A2C3181D}"/>
                    </a:ext>
                  </a:extLst>
                </p:cNvPr>
                <p:cNvSpPr/>
                <p:nvPr/>
              </p:nvSpPr>
              <p:spPr>
                <a:xfrm>
                  <a:off x="3764050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8" name="pg337">
                  <a:extLst>
                    <a:ext uri="{FF2B5EF4-FFF2-40B4-BE49-F238E27FC236}">
                      <a16:creationId xmlns:a16="http://schemas.microsoft.com/office/drawing/2014/main" id="{1826BDBD-B836-E327-3851-EBEBDDE2D563}"/>
                    </a:ext>
                  </a:extLst>
                </p:cNvPr>
                <p:cNvSpPr/>
                <p:nvPr/>
              </p:nvSpPr>
              <p:spPr>
                <a:xfrm>
                  <a:off x="3845487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499" name="pg338">
                  <a:extLst>
                    <a:ext uri="{FF2B5EF4-FFF2-40B4-BE49-F238E27FC236}">
                      <a16:creationId xmlns:a16="http://schemas.microsoft.com/office/drawing/2014/main" id="{0D0A1D72-1D1B-86E3-B95D-26A7BA882038}"/>
                    </a:ext>
                  </a:extLst>
                </p:cNvPr>
                <p:cNvSpPr/>
                <p:nvPr/>
              </p:nvSpPr>
              <p:spPr>
                <a:xfrm>
                  <a:off x="3926924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0" name="pg339">
                  <a:extLst>
                    <a:ext uri="{FF2B5EF4-FFF2-40B4-BE49-F238E27FC236}">
                      <a16:creationId xmlns:a16="http://schemas.microsoft.com/office/drawing/2014/main" id="{CB2525D4-14E7-5A6B-CDEE-DF19A1424DA5}"/>
                    </a:ext>
                  </a:extLst>
                </p:cNvPr>
                <p:cNvSpPr/>
                <p:nvPr/>
              </p:nvSpPr>
              <p:spPr>
                <a:xfrm>
                  <a:off x="4008361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1" name="pg340">
                  <a:extLst>
                    <a:ext uri="{FF2B5EF4-FFF2-40B4-BE49-F238E27FC236}">
                      <a16:creationId xmlns:a16="http://schemas.microsoft.com/office/drawing/2014/main" id="{867D787E-3ACB-421D-A17B-E43A6A493CC0}"/>
                    </a:ext>
                  </a:extLst>
                </p:cNvPr>
                <p:cNvSpPr/>
                <p:nvPr/>
              </p:nvSpPr>
              <p:spPr>
                <a:xfrm>
                  <a:off x="4089798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2" name="pg341">
                  <a:extLst>
                    <a:ext uri="{FF2B5EF4-FFF2-40B4-BE49-F238E27FC236}">
                      <a16:creationId xmlns:a16="http://schemas.microsoft.com/office/drawing/2014/main" id="{27A0A5CF-32F6-19BD-517F-D07663279D22}"/>
                    </a:ext>
                  </a:extLst>
                </p:cNvPr>
                <p:cNvSpPr/>
                <p:nvPr/>
              </p:nvSpPr>
              <p:spPr>
                <a:xfrm>
                  <a:off x="4252673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3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3" name="pg342">
                  <a:extLst>
                    <a:ext uri="{FF2B5EF4-FFF2-40B4-BE49-F238E27FC236}">
                      <a16:creationId xmlns:a16="http://schemas.microsoft.com/office/drawing/2014/main" id="{751B5158-5973-B5D5-2B63-30C676F7977C}"/>
                    </a:ext>
                  </a:extLst>
                </p:cNvPr>
                <p:cNvSpPr/>
                <p:nvPr/>
              </p:nvSpPr>
              <p:spPr>
                <a:xfrm>
                  <a:off x="4334110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4" name="pg343">
                  <a:extLst>
                    <a:ext uri="{FF2B5EF4-FFF2-40B4-BE49-F238E27FC236}">
                      <a16:creationId xmlns:a16="http://schemas.microsoft.com/office/drawing/2014/main" id="{12126CAB-BC77-96E3-48E2-C2DD99EEC4CA}"/>
                    </a:ext>
                  </a:extLst>
                </p:cNvPr>
                <p:cNvSpPr/>
                <p:nvPr/>
              </p:nvSpPr>
              <p:spPr>
                <a:xfrm>
                  <a:off x="4415547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5" name="pg344">
                  <a:extLst>
                    <a:ext uri="{FF2B5EF4-FFF2-40B4-BE49-F238E27FC236}">
                      <a16:creationId xmlns:a16="http://schemas.microsoft.com/office/drawing/2014/main" id="{46882411-DAD9-06A7-70CA-9DFB03B7E321}"/>
                    </a:ext>
                  </a:extLst>
                </p:cNvPr>
                <p:cNvSpPr/>
                <p:nvPr/>
              </p:nvSpPr>
              <p:spPr>
                <a:xfrm>
                  <a:off x="4496984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6" name="pg345">
                  <a:extLst>
                    <a:ext uri="{FF2B5EF4-FFF2-40B4-BE49-F238E27FC236}">
                      <a16:creationId xmlns:a16="http://schemas.microsoft.com/office/drawing/2014/main" id="{D16C3B33-D999-0869-639A-B405259E5D3E}"/>
                    </a:ext>
                  </a:extLst>
                </p:cNvPr>
                <p:cNvSpPr/>
                <p:nvPr/>
              </p:nvSpPr>
              <p:spPr>
                <a:xfrm>
                  <a:off x="4578421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7" name="pg346">
                  <a:extLst>
                    <a:ext uri="{FF2B5EF4-FFF2-40B4-BE49-F238E27FC236}">
                      <a16:creationId xmlns:a16="http://schemas.microsoft.com/office/drawing/2014/main" id="{1B1D8398-4ECA-29C3-C37E-7EE20D9A3ED8}"/>
                    </a:ext>
                  </a:extLst>
                </p:cNvPr>
                <p:cNvSpPr/>
                <p:nvPr/>
              </p:nvSpPr>
              <p:spPr>
                <a:xfrm>
                  <a:off x="4659858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8" name="pg347">
                  <a:extLst>
                    <a:ext uri="{FF2B5EF4-FFF2-40B4-BE49-F238E27FC236}">
                      <a16:creationId xmlns:a16="http://schemas.microsoft.com/office/drawing/2014/main" id="{763C831E-3CED-584F-661E-9F86C0851D96}"/>
                    </a:ext>
                  </a:extLst>
                </p:cNvPr>
                <p:cNvSpPr/>
                <p:nvPr/>
              </p:nvSpPr>
              <p:spPr>
                <a:xfrm>
                  <a:off x="2786804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09" name="pg348">
                  <a:extLst>
                    <a:ext uri="{FF2B5EF4-FFF2-40B4-BE49-F238E27FC236}">
                      <a16:creationId xmlns:a16="http://schemas.microsoft.com/office/drawing/2014/main" id="{BA4E7D32-2BF1-7DEE-69DA-73046DADB1C3}"/>
                    </a:ext>
                  </a:extLst>
                </p:cNvPr>
                <p:cNvSpPr/>
                <p:nvPr/>
              </p:nvSpPr>
              <p:spPr>
                <a:xfrm>
                  <a:off x="2868241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0" name="pg349">
                  <a:extLst>
                    <a:ext uri="{FF2B5EF4-FFF2-40B4-BE49-F238E27FC236}">
                      <a16:creationId xmlns:a16="http://schemas.microsoft.com/office/drawing/2014/main" id="{F10A856E-B27C-BBA8-1319-34FEE8E0D83C}"/>
                    </a:ext>
                  </a:extLst>
                </p:cNvPr>
                <p:cNvSpPr/>
                <p:nvPr/>
              </p:nvSpPr>
              <p:spPr>
                <a:xfrm>
                  <a:off x="2949678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1" name="pg350">
                  <a:extLst>
                    <a:ext uri="{FF2B5EF4-FFF2-40B4-BE49-F238E27FC236}">
                      <a16:creationId xmlns:a16="http://schemas.microsoft.com/office/drawing/2014/main" id="{5C3CA8C8-0F66-7A72-F924-759F7D7FD2F2}"/>
                    </a:ext>
                  </a:extLst>
                </p:cNvPr>
                <p:cNvSpPr/>
                <p:nvPr/>
              </p:nvSpPr>
              <p:spPr>
                <a:xfrm>
                  <a:off x="3031116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2" name="pg351">
                  <a:extLst>
                    <a:ext uri="{FF2B5EF4-FFF2-40B4-BE49-F238E27FC236}">
                      <a16:creationId xmlns:a16="http://schemas.microsoft.com/office/drawing/2014/main" id="{B1B8C296-B882-421A-B345-79BF71FD9E7A}"/>
                    </a:ext>
                  </a:extLst>
                </p:cNvPr>
                <p:cNvSpPr/>
                <p:nvPr/>
              </p:nvSpPr>
              <p:spPr>
                <a:xfrm>
                  <a:off x="3112553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C1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3" name="pg352">
                  <a:extLst>
                    <a:ext uri="{FF2B5EF4-FFF2-40B4-BE49-F238E27FC236}">
                      <a16:creationId xmlns:a16="http://schemas.microsoft.com/office/drawing/2014/main" id="{0E64D84F-773C-060B-3889-1D2B072679AB}"/>
                    </a:ext>
                  </a:extLst>
                </p:cNvPr>
                <p:cNvSpPr/>
                <p:nvPr/>
              </p:nvSpPr>
              <p:spPr>
                <a:xfrm>
                  <a:off x="3193990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BD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4" name="pg353">
                  <a:extLst>
                    <a:ext uri="{FF2B5EF4-FFF2-40B4-BE49-F238E27FC236}">
                      <a16:creationId xmlns:a16="http://schemas.microsoft.com/office/drawing/2014/main" id="{389FDD9C-E9D8-436C-8C99-99C43E5BB22F}"/>
                    </a:ext>
                  </a:extLst>
                </p:cNvPr>
                <p:cNvSpPr/>
                <p:nvPr/>
              </p:nvSpPr>
              <p:spPr>
                <a:xfrm>
                  <a:off x="3275427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5" name="pg354">
                  <a:extLst>
                    <a:ext uri="{FF2B5EF4-FFF2-40B4-BE49-F238E27FC236}">
                      <a16:creationId xmlns:a16="http://schemas.microsoft.com/office/drawing/2014/main" id="{A2B59842-3F17-660D-54A3-2F2C8B7672E8}"/>
                    </a:ext>
                  </a:extLst>
                </p:cNvPr>
                <p:cNvSpPr/>
                <p:nvPr/>
              </p:nvSpPr>
              <p:spPr>
                <a:xfrm>
                  <a:off x="3356864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E0C5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6" name="pg355">
                  <a:extLst>
                    <a:ext uri="{FF2B5EF4-FFF2-40B4-BE49-F238E27FC236}">
                      <a16:creationId xmlns:a16="http://schemas.microsoft.com/office/drawing/2014/main" id="{A3B24081-6AE9-9C24-E319-CBE015E1A059}"/>
                    </a:ext>
                  </a:extLst>
                </p:cNvPr>
                <p:cNvSpPr/>
                <p:nvPr/>
              </p:nvSpPr>
              <p:spPr>
                <a:xfrm>
                  <a:off x="3438301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5D8BB">
                    <a:alpha val="100000"/>
                  </a:srgbClr>
                </a:solidFill>
                <a:ln w="5420" cap="flat">
                  <a:solidFill>
                    <a:srgbClr val="91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7" name="pg356">
                  <a:extLst>
                    <a:ext uri="{FF2B5EF4-FFF2-40B4-BE49-F238E27FC236}">
                      <a16:creationId xmlns:a16="http://schemas.microsoft.com/office/drawing/2014/main" id="{F5E9BD06-7256-4EF9-6603-28B9605D2B9F}"/>
                    </a:ext>
                  </a:extLst>
                </p:cNvPr>
                <p:cNvSpPr/>
                <p:nvPr/>
              </p:nvSpPr>
              <p:spPr>
                <a:xfrm>
                  <a:off x="3519738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8" name="pg357">
                  <a:extLst>
                    <a:ext uri="{FF2B5EF4-FFF2-40B4-BE49-F238E27FC236}">
                      <a16:creationId xmlns:a16="http://schemas.microsoft.com/office/drawing/2014/main" id="{8883D8A0-7734-E5AE-333F-C0C77FD1359A}"/>
                    </a:ext>
                  </a:extLst>
                </p:cNvPr>
                <p:cNvSpPr/>
                <p:nvPr/>
              </p:nvSpPr>
              <p:spPr>
                <a:xfrm>
                  <a:off x="3601176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19" name="pg358">
                  <a:extLst>
                    <a:ext uri="{FF2B5EF4-FFF2-40B4-BE49-F238E27FC236}">
                      <a16:creationId xmlns:a16="http://schemas.microsoft.com/office/drawing/2014/main" id="{50184807-C772-2655-F284-24F75937CD90}"/>
                    </a:ext>
                  </a:extLst>
                </p:cNvPr>
                <p:cNvSpPr/>
                <p:nvPr/>
              </p:nvSpPr>
              <p:spPr>
                <a:xfrm>
                  <a:off x="3682613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0" name="pg359">
                  <a:extLst>
                    <a:ext uri="{FF2B5EF4-FFF2-40B4-BE49-F238E27FC236}">
                      <a16:creationId xmlns:a16="http://schemas.microsoft.com/office/drawing/2014/main" id="{E99BE274-88B6-3EFC-6782-2FDA19D07522}"/>
                    </a:ext>
                  </a:extLst>
                </p:cNvPr>
                <p:cNvSpPr/>
                <p:nvPr/>
              </p:nvSpPr>
              <p:spPr>
                <a:xfrm>
                  <a:off x="3764050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1" name="pg360">
                  <a:extLst>
                    <a:ext uri="{FF2B5EF4-FFF2-40B4-BE49-F238E27FC236}">
                      <a16:creationId xmlns:a16="http://schemas.microsoft.com/office/drawing/2014/main" id="{45E136A1-A7DC-CA50-3BB6-330FF20C68F4}"/>
                    </a:ext>
                  </a:extLst>
                </p:cNvPr>
                <p:cNvSpPr/>
                <p:nvPr/>
              </p:nvSpPr>
              <p:spPr>
                <a:xfrm>
                  <a:off x="3845487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2" name="pg361">
                  <a:extLst>
                    <a:ext uri="{FF2B5EF4-FFF2-40B4-BE49-F238E27FC236}">
                      <a16:creationId xmlns:a16="http://schemas.microsoft.com/office/drawing/2014/main" id="{5A3F8584-1AF7-C264-D29C-A52A4C38535B}"/>
                    </a:ext>
                  </a:extLst>
                </p:cNvPr>
                <p:cNvSpPr/>
                <p:nvPr/>
              </p:nvSpPr>
              <p:spPr>
                <a:xfrm>
                  <a:off x="3926924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3" name="pg362">
                  <a:extLst>
                    <a:ext uri="{FF2B5EF4-FFF2-40B4-BE49-F238E27FC236}">
                      <a16:creationId xmlns:a16="http://schemas.microsoft.com/office/drawing/2014/main" id="{9271EAC7-3AFE-B197-7E69-339A642D7FB5}"/>
                    </a:ext>
                  </a:extLst>
                </p:cNvPr>
                <p:cNvSpPr/>
                <p:nvPr/>
              </p:nvSpPr>
              <p:spPr>
                <a:xfrm>
                  <a:off x="4008361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4" name="pg363">
                  <a:extLst>
                    <a:ext uri="{FF2B5EF4-FFF2-40B4-BE49-F238E27FC236}">
                      <a16:creationId xmlns:a16="http://schemas.microsoft.com/office/drawing/2014/main" id="{65D49D4E-D167-49B1-9DD7-EA3BE37F01CE}"/>
                    </a:ext>
                  </a:extLst>
                </p:cNvPr>
                <p:cNvSpPr/>
                <p:nvPr/>
              </p:nvSpPr>
              <p:spPr>
                <a:xfrm>
                  <a:off x="4089798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5" name="pg364">
                  <a:extLst>
                    <a:ext uri="{FF2B5EF4-FFF2-40B4-BE49-F238E27FC236}">
                      <a16:creationId xmlns:a16="http://schemas.microsoft.com/office/drawing/2014/main" id="{B46502A6-1C3A-7D1B-9F11-6B7785D602DB}"/>
                    </a:ext>
                  </a:extLst>
                </p:cNvPr>
                <p:cNvSpPr/>
                <p:nvPr/>
              </p:nvSpPr>
              <p:spPr>
                <a:xfrm>
                  <a:off x="4171236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6" name="pg365">
                  <a:extLst>
                    <a:ext uri="{FF2B5EF4-FFF2-40B4-BE49-F238E27FC236}">
                      <a16:creationId xmlns:a16="http://schemas.microsoft.com/office/drawing/2014/main" id="{79B63A45-FB03-B5B6-E2B5-8F27CC65A30B}"/>
                    </a:ext>
                  </a:extLst>
                </p:cNvPr>
                <p:cNvSpPr/>
                <p:nvPr/>
              </p:nvSpPr>
              <p:spPr>
                <a:xfrm>
                  <a:off x="4252673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CA7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7" name="pg366">
                  <a:extLst>
                    <a:ext uri="{FF2B5EF4-FFF2-40B4-BE49-F238E27FC236}">
                      <a16:creationId xmlns:a16="http://schemas.microsoft.com/office/drawing/2014/main" id="{5C2BED1D-AB7F-CE90-3AA1-AC78FA8473F2}"/>
                    </a:ext>
                  </a:extLst>
                </p:cNvPr>
                <p:cNvSpPr/>
                <p:nvPr/>
              </p:nvSpPr>
              <p:spPr>
                <a:xfrm>
                  <a:off x="4334110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CA7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8" name="pg367">
                  <a:extLst>
                    <a:ext uri="{FF2B5EF4-FFF2-40B4-BE49-F238E27FC236}">
                      <a16:creationId xmlns:a16="http://schemas.microsoft.com/office/drawing/2014/main" id="{589F0CBA-402D-AB99-CD12-36B1171009F3}"/>
                    </a:ext>
                  </a:extLst>
                </p:cNvPr>
                <p:cNvSpPr/>
                <p:nvPr/>
              </p:nvSpPr>
              <p:spPr>
                <a:xfrm>
                  <a:off x="4415547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29" name="pg368">
                  <a:extLst>
                    <a:ext uri="{FF2B5EF4-FFF2-40B4-BE49-F238E27FC236}">
                      <a16:creationId xmlns:a16="http://schemas.microsoft.com/office/drawing/2014/main" id="{FD2D4600-B3EC-B93F-3891-B082C25E2C38}"/>
                    </a:ext>
                  </a:extLst>
                </p:cNvPr>
                <p:cNvSpPr/>
                <p:nvPr/>
              </p:nvSpPr>
              <p:spPr>
                <a:xfrm>
                  <a:off x="4496984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0" name="pg369">
                  <a:extLst>
                    <a:ext uri="{FF2B5EF4-FFF2-40B4-BE49-F238E27FC236}">
                      <a16:creationId xmlns:a16="http://schemas.microsoft.com/office/drawing/2014/main" id="{BB3365F8-7911-B330-EF79-6BE271FC5F3A}"/>
                    </a:ext>
                  </a:extLst>
                </p:cNvPr>
                <p:cNvSpPr/>
                <p:nvPr/>
              </p:nvSpPr>
              <p:spPr>
                <a:xfrm>
                  <a:off x="4578421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B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1" name="pg370">
                  <a:extLst>
                    <a:ext uri="{FF2B5EF4-FFF2-40B4-BE49-F238E27FC236}">
                      <a16:creationId xmlns:a16="http://schemas.microsoft.com/office/drawing/2014/main" id="{0FAA13FD-D13C-4C70-8F2D-9E7FD0C1D78E}"/>
                    </a:ext>
                  </a:extLst>
                </p:cNvPr>
                <p:cNvSpPr/>
                <p:nvPr/>
              </p:nvSpPr>
              <p:spPr>
                <a:xfrm>
                  <a:off x="4659858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C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2" name="pg371">
                  <a:extLst>
                    <a:ext uri="{FF2B5EF4-FFF2-40B4-BE49-F238E27FC236}">
                      <a16:creationId xmlns:a16="http://schemas.microsoft.com/office/drawing/2014/main" id="{360D0A7C-585F-8DB8-15D6-186D6FDDF9AA}"/>
                    </a:ext>
                  </a:extLst>
                </p:cNvPr>
                <p:cNvSpPr/>
                <p:nvPr/>
              </p:nvSpPr>
              <p:spPr>
                <a:xfrm>
                  <a:off x="2868241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6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3" name="pg372">
                  <a:extLst>
                    <a:ext uri="{FF2B5EF4-FFF2-40B4-BE49-F238E27FC236}">
                      <a16:creationId xmlns:a16="http://schemas.microsoft.com/office/drawing/2014/main" id="{ED171FBC-9243-4880-2688-57249088EECC}"/>
                    </a:ext>
                  </a:extLst>
                </p:cNvPr>
                <p:cNvSpPr/>
                <p:nvPr/>
              </p:nvSpPr>
              <p:spPr>
                <a:xfrm>
                  <a:off x="2949678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4" name="pg373">
                  <a:extLst>
                    <a:ext uri="{FF2B5EF4-FFF2-40B4-BE49-F238E27FC236}">
                      <a16:creationId xmlns:a16="http://schemas.microsoft.com/office/drawing/2014/main" id="{88322B59-6CE6-2AC7-A964-5CD04B821727}"/>
                    </a:ext>
                  </a:extLst>
                </p:cNvPr>
                <p:cNvSpPr/>
                <p:nvPr/>
              </p:nvSpPr>
              <p:spPr>
                <a:xfrm>
                  <a:off x="3031116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5" name="pg374">
                  <a:extLst>
                    <a:ext uri="{FF2B5EF4-FFF2-40B4-BE49-F238E27FC236}">
                      <a16:creationId xmlns:a16="http://schemas.microsoft.com/office/drawing/2014/main" id="{F9A4B28D-5A0C-27B7-524F-22FFAB46D7A2}"/>
                    </a:ext>
                  </a:extLst>
                </p:cNvPr>
                <p:cNvSpPr/>
                <p:nvPr/>
              </p:nvSpPr>
              <p:spPr>
                <a:xfrm>
                  <a:off x="3112553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6" name="pg375">
                  <a:extLst>
                    <a:ext uri="{FF2B5EF4-FFF2-40B4-BE49-F238E27FC236}">
                      <a16:creationId xmlns:a16="http://schemas.microsoft.com/office/drawing/2014/main" id="{7632FC8A-C03D-A3EE-C95B-1D517B68F8C6}"/>
                    </a:ext>
                  </a:extLst>
                </p:cNvPr>
                <p:cNvSpPr/>
                <p:nvPr/>
              </p:nvSpPr>
              <p:spPr>
                <a:xfrm>
                  <a:off x="3193990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7" name="pg376">
                  <a:extLst>
                    <a:ext uri="{FF2B5EF4-FFF2-40B4-BE49-F238E27FC236}">
                      <a16:creationId xmlns:a16="http://schemas.microsoft.com/office/drawing/2014/main" id="{D056ACA3-E4D9-2049-7915-2D5178013AC7}"/>
                    </a:ext>
                  </a:extLst>
                </p:cNvPr>
                <p:cNvSpPr/>
                <p:nvPr/>
              </p:nvSpPr>
              <p:spPr>
                <a:xfrm>
                  <a:off x="3275427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8" name="pg377">
                  <a:extLst>
                    <a:ext uri="{FF2B5EF4-FFF2-40B4-BE49-F238E27FC236}">
                      <a16:creationId xmlns:a16="http://schemas.microsoft.com/office/drawing/2014/main" id="{90C270B4-34D7-C7D6-57E3-61EB4CCC0D99}"/>
                    </a:ext>
                  </a:extLst>
                </p:cNvPr>
                <p:cNvSpPr/>
                <p:nvPr/>
              </p:nvSpPr>
              <p:spPr>
                <a:xfrm>
                  <a:off x="3356864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95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39" name="pg378">
                  <a:extLst>
                    <a:ext uri="{FF2B5EF4-FFF2-40B4-BE49-F238E27FC236}">
                      <a16:creationId xmlns:a16="http://schemas.microsoft.com/office/drawing/2014/main" id="{10C7F237-B127-40CB-1F56-5E841D5DF2A8}"/>
                    </a:ext>
                  </a:extLst>
                </p:cNvPr>
                <p:cNvSpPr/>
                <p:nvPr/>
              </p:nvSpPr>
              <p:spPr>
                <a:xfrm>
                  <a:off x="3438301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0" name="pg379">
                  <a:extLst>
                    <a:ext uri="{FF2B5EF4-FFF2-40B4-BE49-F238E27FC236}">
                      <a16:creationId xmlns:a16="http://schemas.microsoft.com/office/drawing/2014/main" id="{F57B450C-310E-CBC5-3442-BE02269BF71F}"/>
                    </a:ext>
                  </a:extLst>
                </p:cNvPr>
                <p:cNvSpPr/>
                <p:nvPr/>
              </p:nvSpPr>
              <p:spPr>
                <a:xfrm>
                  <a:off x="3519738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1" name="pg380">
                  <a:extLst>
                    <a:ext uri="{FF2B5EF4-FFF2-40B4-BE49-F238E27FC236}">
                      <a16:creationId xmlns:a16="http://schemas.microsoft.com/office/drawing/2014/main" id="{589DA435-4442-4165-A777-6979DC0A4A70}"/>
                    </a:ext>
                  </a:extLst>
                </p:cNvPr>
                <p:cNvSpPr/>
                <p:nvPr/>
              </p:nvSpPr>
              <p:spPr>
                <a:xfrm>
                  <a:off x="3601176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2" name="pg381">
                  <a:extLst>
                    <a:ext uri="{FF2B5EF4-FFF2-40B4-BE49-F238E27FC236}">
                      <a16:creationId xmlns:a16="http://schemas.microsoft.com/office/drawing/2014/main" id="{C168D996-6ACB-AC2A-9B36-D82FF808D0C1}"/>
                    </a:ext>
                  </a:extLst>
                </p:cNvPr>
                <p:cNvSpPr/>
                <p:nvPr/>
              </p:nvSpPr>
              <p:spPr>
                <a:xfrm>
                  <a:off x="3682613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3" name="pg382">
                  <a:extLst>
                    <a:ext uri="{FF2B5EF4-FFF2-40B4-BE49-F238E27FC236}">
                      <a16:creationId xmlns:a16="http://schemas.microsoft.com/office/drawing/2014/main" id="{4AD28FE6-4DE0-E038-7B30-5F8A72804477}"/>
                    </a:ext>
                  </a:extLst>
                </p:cNvPr>
                <p:cNvSpPr/>
                <p:nvPr/>
              </p:nvSpPr>
              <p:spPr>
                <a:xfrm>
                  <a:off x="3764050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E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4" name="pg383">
                  <a:extLst>
                    <a:ext uri="{FF2B5EF4-FFF2-40B4-BE49-F238E27FC236}">
                      <a16:creationId xmlns:a16="http://schemas.microsoft.com/office/drawing/2014/main" id="{1C54F535-F72E-18EC-AEED-666D168FA0EC}"/>
                    </a:ext>
                  </a:extLst>
                </p:cNvPr>
                <p:cNvSpPr/>
                <p:nvPr/>
              </p:nvSpPr>
              <p:spPr>
                <a:xfrm>
                  <a:off x="3845487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5" name="pg384">
                  <a:extLst>
                    <a:ext uri="{FF2B5EF4-FFF2-40B4-BE49-F238E27FC236}">
                      <a16:creationId xmlns:a16="http://schemas.microsoft.com/office/drawing/2014/main" id="{B6BD9906-9BB9-E30C-2D84-A97D26BCA757}"/>
                    </a:ext>
                  </a:extLst>
                </p:cNvPr>
                <p:cNvSpPr/>
                <p:nvPr/>
              </p:nvSpPr>
              <p:spPr>
                <a:xfrm>
                  <a:off x="3926924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6" name="pg385">
                  <a:extLst>
                    <a:ext uri="{FF2B5EF4-FFF2-40B4-BE49-F238E27FC236}">
                      <a16:creationId xmlns:a16="http://schemas.microsoft.com/office/drawing/2014/main" id="{3B5C2D50-53C7-92DA-BC82-A9361E64CCB1}"/>
                    </a:ext>
                  </a:extLst>
                </p:cNvPr>
                <p:cNvSpPr/>
                <p:nvPr/>
              </p:nvSpPr>
              <p:spPr>
                <a:xfrm>
                  <a:off x="4008361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7" name="pg386">
                  <a:extLst>
                    <a:ext uri="{FF2B5EF4-FFF2-40B4-BE49-F238E27FC236}">
                      <a16:creationId xmlns:a16="http://schemas.microsoft.com/office/drawing/2014/main" id="{5B3D1C36-3239-F139-4E45-35228E01B477}"/>
                    </a:ext>
                  </a:extLst>
                </p:cNvPr>
                <p:cNvSpPr/>
                <p:nvPr/>
              </p:nvSpPr>
              <p:spPr>
                <a:xfrm>
                  <a:off x="4089798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8" name="pg387">
                  <a:extLst>
                    <a:ext uri="{FF2B5EF4-FFF2-40B4-BE49-F238E27FC236}">
                      <a16:creationId xmlns:a16="http://schemas.microsoft.com/office/drawing/2014/main" id="{23FBBC9E-0475-023C-94E1-B1227FA461D5}"/>
                    </a:ext>
                  </a:extLst>
                </p:cNvPr>
                <p:cNvSpPr/>
                <p:nvPr/>
              </p:nvSpPr>
              <p:spPr>
                <a:xfrm>
                  <a:off x="4171236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49" name="pg388">
                  <a:extLst>
                    <a:ext uri="{FF2B5EF4-FFF2-40B4-BE49-F238E27FC236}">
                      <a16:creationId xmlns:a16="http://schemas.microsoft.com/office/drawing/2014/main" id="{921FDD0D-885E-3EE2-628E-C929E453F7D6}"/>
                    </a:ext>
                  </a:extLst>
                </p:cNvPr>
                <p:cNvSpPr/>
                <p:nvPr/>
              </p:nvSpPr>
              <p:spPr>
                <a:xfrm>
                  <a:off x="4252673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0" name="pg389">
                  <a:extLst>
                    <a:ext uri="{FF2B5EF4-FFF2-40B4-BE49-F238E27FC236}">
                      <a16:creationId xmlns:a16="http://schemas.microsoft.com/office/drawing/2014/main" id="{0D7751D1-7807-0567-7A27-3524E8363967}"/>
                    </a:ext>
                  </a:extLst>
                </p:cNvPr>
                <p:cNvSpPr/>
                <p:nvPr/>
              </p:nvSpPr>
              <p:spPr>
                <a:xfrm>
                  <a:off x="4334110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1" name="pg390">
                  <a:extLst>
                    <a:ext uri="{FF2B5EF4-FFF2-40B4-BE49-F238E27FC236}">
                      <a16:creationId xmlns:a16="http://schemas.microsoft.com/office/drawing/2014/main" id="{F57DD9F5-428F-EE62-5D88-7F7AD0123097}"/>
                    </a:ext>
                  </a:extLst>
                </p:cNvPr>
                <p:cNvSpPr/>
                <p:nvPr/>
              </p:nvSpPr>
              <p:spPr>
                <a:xfrm>
                  <a:off x="4415547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2" name="pg391">
                  <a:extLst>
                    <a:ext uri="{FF2B5EF4-FFF2-40B4-BE49-F238E27FC236}">
                      <a16:creationId xmlns:a16="http://schemas.microsoft.com/office/drawing/2014/main" id="{7906D766-D45F-CE3D-A1BB-70AA04968AF0}"/>
                    </a:ext>
                  </a:extLst>
                </p:cNvPr>
                <p:cNvSpPr/>
                <p:nvPr/>
              </p:nvSpPr>
              <p:spPr>
                <a:xfrm>
                  <a:off x="4496984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6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3" name="pg392">
                  <a:extLst>
                    <a:ext uri="{FF2B5EF4-FFF2-40B4-BE49-F238E27FC236}">
                      <a16:creationId xmlns:a16="http://schemas.microsoft.com/office/drawing/2014/main" id="{C739601F-101E-782F-914A-30774D683D3E}"/>
                    </a:ext>
                  </a:extLst>
                </p:cNvPr>
                <p:cNvSpPr/>
                <p:nvPr/>
              </p:nvSpPr>
              <p:spPr>
                <a:xfrm>
                  <a:off x="4578421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4" name="pg393">
                  <a:extLst>
                    <a:ext uri="{FF2B5EF4-FFF2-40B4-BE49-F238E27FC236}">
                      <a16:creationId xmlns:a16="http://schemas.microsoft.com/office/drawing/2014/main" id="{DF671B90-77C5-397A-81E8-CB1039018DAD}"/>
                    </a:ext>
                  </a:extLst>
                </p:cNvPr>
                <p:cNvSpPr/>
                <p:nvPr/>
              </p:nvSpPr>
              <p:spPr>
                <a:xfrm>
                  <a:off x="2868241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5" name="pg394">
                  <a:extLst>
                    <a:ext uri="{FF2B5EF4-FFF2-40B4-BE49-F238E27FC236}">
                      <a16:creationId xmlns:a16="http://schemas.microsoft.com/office/drawing/2014/main" id="{0BCC9007-9F49-3E62-3A22-FAC51F80CBA3}"/>
                    </a:ext>
                  </a:extLst>
                </p:cNvPr>
                <p:cNvSpPr/>
                <p:nvPr/>
              </p:nvSpPr>
              <p:spPr>
                <a:xfrm>
                  <a:off x="2949678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6" name="pg395">
                  <a:extLst>
                    <a:ext uri="{FF2B5EF4-FFF2-40B4-BE49-F238E27FC236}">
                      <a16:creationId xmlns:a16="http://schemas.microsoft.com/office/drawing/2014/main" id="{CCE5B2C7-AEC0-F560-F3F7-8433BBBBE822}"/>
                    </a:ext>
                  </a:extLst>
                </p:cNvPr>
                <p:cNvSpPr/>
                <p:nvPr/>
              </p:nvSpPr>
              <p:spPr>
                <a:xfrm>
                  <a:off x="3031116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7" name="pg396">
                  <a:extLst>
                    <a:ext uri="{FF2B5EF4-FFF2-40B4-BE49-F238E27FC236}">
                      <a16:creationId xmlns:a16="http://schemas.microsoft.com/office/drawing/2014/main" id="{C1130DDC-5BFB-683E-8943-231E1FBC69E8}"/>
                    </a:ext>
                  </a:extLst>
                </p:cNvPr>
                <p:cNvSpPr/>
                <p:nvPr/>
              </p:nvSpPr>
              <p:spPr>
                <a:xfrm>
                  <a:off x="3112553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8" name="pg397">
                  <a:extLst>
                    <a:ext uri="{FF2B5EF4-FFF2-40B4-BE49-F238E27FC236}">
                      <a16:creationId xmlns:a16="http://schemas.microsoft.com/office/drawing/2014/main" id="{E91671BE-A724-8F41-FF9F-92AE7995E3DD}"/>
                    </a:ext>
                  </a:extLst>
                </p:cNvPr>
                <p:cNvSpPr/>
                <p:nvPr/>
              </p:nvSpPr>
              <p:spPr>
                <a:xfrm>
                  <a:off x="3193990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59" name="pg398">
                  <a:extLst>
                    <a:ext uri="{FF2B5EF4-FFF2-40B4-BE49-F238E27FC236}">
                      <a16:creationId xmlns:a16="http://schemas.microsoft.com/office/drawing/2014/main" id="{C9AFF4D6-4AB5-B5D8-75E1-3712D1EC7EE4}"/>
                    </a:ext>
                  </a:extLst>
                </p:cNvPr>
                <p:cNvSpPr/>
                <p:nvPr/>
              </p:nvSpPr>
              <p:spPr>
                <a:xfrm>
                  <a:off x="3275427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FDC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0" name="pg399">
                  <a:extLst>
                    <a:ext uri="{FF2B5EF4-FFF2-40B4-BE49-F238E27FC236}">
                      <a16:creationId xmlns:a16="http://schemas.microsoft.com/office/drawing/2014/main" id="{A3346303-D779-73DC-D285-2BE68854932B}"/>
                    </a:ext>
                  </a:extLst>
                </p:cNvPr>
                <p:cNvSpPr/>
                <p:nvPr/>
              </p:nvSpPr>
              <p:spPr>
                <a:xfrm>
                  <a:off x="3356864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1" name="pg400">
                  <a:extLst>
                    <a:ext uri="{FF2B5EF4-FFF2-40B4-BE49-F238E27FC236}">
                      <a16:creationId xmlns:a16="http://schemas.microsoft.com/office/drawing/2014/main" id="{5E22429E-B21B-6EA8-6127-65844AF1C31F}"/>
                    </a:ext>
                  </a:extLst>
                </p:cNvPr>
                <p:cNvSpPr/>
                <p:nvPr/>
              </p:nvSpPr>
              <p:spPr>
                <a:xfrm>
                  <a:off x="3438301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2" name="pg401">
                  <a:extLst>
                    <a:ext uri="{FF2B5EF4-FFF2-40B4-BE49-F238E27FC236}">
                      <a16:creationId xmlns:a16="http://schemas.microsoft.com/office/drawing/2014/main" id="{916AE273-177F-DE8B-CB7E-51CED855C451}"/>
                    </a:ext>
                  </a:extLst>
                </p:cNvPr>
                <p:cNvSpPr/>
                <p:nvPr/>
              </p:nvSpPr>
              <p:spPr>
                <a:xfrm>
                  <a:off x="3519738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3" name="pg402">
                  <a:extLst>
                    <a:ext uri="{FF2B5EF4-FFF2-40B4-BE49-F238E27FC236}">
                      <a16:creationId xmlns:a16="http://schemas.microsoft.com/office/drawing/2014/main" id="{57628705-0A66-5EDA-BF7E-21A236559552}"/>
                    </a:ext>
                  </a:extLst>
                </p:cNvPr>
                <p:cNvSpPr/>
                <p:nvPr/>
              </p:nvSpPr>
              <p:spPr>
                <a:xfrm>
                  <a:off x="3601176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4" name="pg403">
                  <a:extLst>
                    <a:ext uri="{FF2B5EF4-FFF2-40B4-BE49-F238E27FC236}">
                      <a16:creationId xmlns:a16="http://schemas.microsoft.com/office/drawing/2014/main" id="{2EC86319-9E29-4436-9D2B-A2DA20E59F10}"/>
                    </a:ext>
                  </a:extLst>
                </p:cNvPr>
                <p:cNvSpPr/>
                <p:nvPr/>
              </p:nvSpPr>
              <p:spPr>
                <a:xfrm>
                  <a:off x="3682613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5" name="pg404">
                  <a:extLst>
                    <a:ext uri="{FF2B5EF4-FFF2-40B4-BE49-F238E27FC236}">
                      <a16:creationId xmlns:a16="http://schemas.microsoft.com/office/drawing/2014/main" id="{4402EA99-EE33-641D-3579-8F7D9D86A0AC}"/>
                    </a:ext>
                  </a:extLst>
                </p:cNvPr>
                <p:cNvSpPr/>
                <p:nvPr/>
              </p:nvSpPr>
              <p:spPr>
                <a:xfrm>
                  <a:off x="3764050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6" name="pg405">
                  <a:extLst>
                    <a:ext uri="{FF2B5EF4-FFF2-40B4-BE49-F238E27FC236}">
                      <a16:creationId xmlns:a16="http://schemas.microsoft.com/office/drawing/2014/main" id="{984CDB11-F24B-D5C6-97E7-28CDFEF0F5F4}"/>
                    </a:ext>
                  </a:extLst>
                </p:cNvPr>
                <p:cNvSpPr/>
                <p:nvPr/>
              </p:nvSpPr>
              <p:spPr>
                <a:xfrm>
                  <a:off x="3845487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7" name="pg406">
                  <a:extLst>
                    <a:ext uri="{FF2B5EF4-FFF2-40B4-BE49-F238E27FC236}">
                      <a16:creationId xmlns:a16="http://schemas.microsoft.com/office/drawing/2014/main" id="{3F528254-56E6-0CA7-8275-3BA04E3E3342}"/>
                    </a:ext>
                  </a:extLst>
                </p:cNvPr>
                <p:cNvSpPr/>
                <p:nvPr/>
              </p:nvSpPr>
              <p:spPr>
                <a:xfrm>
                  <a:off x="3926924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8" name="pg407">
                  <a:extLst>
                    <a:ext uri="{FF2B5EF4-FFF2-40B4-BE49-F238E27FC236}">
                      <a16:creationId xmlns:a16="http://schemas.microsoft.com/office/drawing/2014/main" id="{D5B35DFB-F7BC-CF89-62AE-B3A10B6E1A08}"/>
                    </a:ext>
                  </a:extLst>
                </p:cNvPr>
                <p:cNvSpPr/>
                <p:nvPr/>
              </p:nvSpPr>
              <p:spPr>
                <a:xfrm>
                  <a:off x="4008361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69" name="pg408">
                  <a:extLst>
                    <a:ext uri="{FF2B5EF4-FFF2-40B4-BE49-F238E27FC236}">
                      <a16:creationId xmlns:a16="http://schemas.microsoft.com/office/drawing/2014/main" id="{C6D6F931-4337-3AF8-8442-DD337CB4ECAF}"/>
                    </a:ext>
                  </a:extLst>
                </p:cNvPr>
                <p:cNvSpPr/>
                <p:nvPr/>
              </p:nvSpPr>
              <p:spPr>
                <a:xfrm>
                  <a:off x="4089798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0" name="pg409">
                  <a:extLst>
                    <a:ext uri="{FF2B5EF4-FFF2-40B4-BE49-F238E27FC236}">
                      <a16:creationId xmlns:a16="http://schemas.microsoft.com/office/drawing/2014/main" id="{45650BDC-8E62-233B-B5F5-19B983A99661}"/>
                    </a:ext>
                  </a:extLst>
                </p:cNvPr>
                <p:cNvSpPr/>
                <p:nvPr/>
              </p:nvSpPr>
              <p:spPr>
                <a:xfrm>
                  <a:off x="4171236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1" name="pg410">
                  <a:extLst>
                    <a:ext uri="{FF2B5EF4-FFF2-40B4-BE49-F238E27FC236}">
                      <a16:creationId xmlns:a16="http://schemas.microsoft.com/office/drawing/2014/main" id="{BB0B6CAC-32CE-ADCC-167B-E538EC2464C4}"/>
                    </a:ext>
                  </a:extLst>
                </p:cNvPr>
                <p:cNvSpPr/>
                <p:nvPr/>
              </p:nvSpPr>
              <p:spPr>
                <a:xfrm>
                  <a:off x="4252673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2" name="pg411">
                  <a:extLst>
                    <a:ext uri="{FF2B5EF4-FFF2-40B4-BE49-F238E27FC236}">
                      <a16:creationId xmlns:a16="http://schemas.microsoft.com/office/drawing/2014/main" id="{8EB0A5F5-71E4-9A1C-7A8F-382A15D27B96}"/>
                    </a:ext>
                  </a:extLst>
                </p:cNvPr>
                <p:cNvSpPr/>
                <p:nvPr/>
              </p:nvSpPr>
              <p:spPr>
                <a:xfrm>
                  <a:off x="4334110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3" name="pg412">
                  <a:extLst>
                    <a:ext uri="{FF2B5EF4-FFF2-40B4-BE49-F238E27FC236}">
                      <a16:creationId xmlns:a16="http://schemas.microsoft.com/office/drawing/2014/main" id="{74A89A8E-FA3A-6602-DBF9-76F2B3F6EB2D}"/>
                    </a:ext>
                  </a:extLst>
                </p:cNvPr>
                <p:cNvSpPr/>
                <p:nvPr/>
              </p:nvSpPr>
              <p:spPr>
                <a:xfrm>
                  <a:off x="4415547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4" name="pg413">
                  <a:extLst>
                    <a:ext uri="{FF2B5EF4-FFF2-40B4-BE49-F238E27FC236}">
                      <a16:creationId xmlns:a16="http://schemas.microsoft.com/office/drawing/2014/main" id="{F3B679BA-34B8-D161-B65F-116E469DB01F}"/>
                    </a:ext>
                  </a:extLst>
                </p:cNvPr>
                <p:cNvSpPr/>
                <p:nvPr/>
              </p:nvSpPr>
              <p:spPr>
                <a:xfrm>
                  <a:off x="4496984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5" name="pg414">
                  <a:extLst>
                    <a:ext uri="{FF2B5EF4-FFF2-40B4-BE49-F238E27FC236}">
                      <a16:creationId xmlns:a16="http://schemas.microsoft.com/office/drawing/2014/main" id="{35AC90E3-26DF-2BB8-F709-523C3BCE4359}"/>
                    </a:ext>
                  </a:extLst>
                </p:cNvPr>
                <p:cNvSpPr/>
                <p:nvPr/>
              </p:nvSpPr>
              <p:spPr>
                <a:xfrm>
                  <a:off x="3031116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E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6" name="pg415">
                  <a:extLst>
                    <a:ext uri="{FF2B5EF4-FFF2-40B4-BE49-F238E27FC236}">
                      <a16:creationId xmlns:a16="http://schemas.microsoft.com/office/drawing/2014/main" id="{5916BC56-11BE-8F2C-9119-CF2C1D3D419D}"/>
                    </a:ext>
                  </a:extLst>
                </p:cNvPr>
                <p:cNvSpPr/>
                <p:nvPr/>
              </p:nvSpPr>
              <p:spPr>
                <a:xfrm>
                  <a:off x="3112553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7" name="pg416">
                  <a:extLst>
                    <a:ext uri="{FF2B5EF4-FFF2-40B4-BE49-F238E27FC236}">
                      <a16:creationId xmlns:a16="http://schemas.microsoft.com/office/drawing/2014/main" id="{DCEECEEA-541B-5AF9-E608-14F56B259FB0}"/>
                    </a:ext>
                  </a:extLst>
                </p:cNvPr>
                <p:cNvSpPr/>
                <p:nvPr/>
              </p:nvSpPr>
              <p:spPr>
                <a:xfrm>
                  <a:off x="3193990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8" name="pg417">
                  <a:extLst>
                    <a:ext uri="{FF2B5EF4-FFF2-40B4-BE49-F238E27FC236}">
                      <a16:creationId xmlns:a16="http://schemas.microsoft.com/office/drawing/2014/main" id="{46C7CDFC-5D3A-A610-5AB0-FF2435C3281D}"/>
                    </a:ext>
                  </a:extLst>
                </p:cNvPr>
                <p:cNvSpPr/>
                <p:nvPr/>
              </p:nvSpPr>
              <p:spPr>
                <a:xfrm>
                  <a:off x="3275427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79" name="pg418">
                  <a:extLst>
                    <a:ext uri="{FF2B5EF4-FFF2-40B4-BE49-F238E27FC236}">
                      <a16:creationId xmlns:a16="http://schemas.microsoft.com/office/drawing/2014/main" id="{8BFB48BA-E425-4AEE-2828-D800D2D0D42A}"/>
                    </a:ext>
                  </a:extLst>
                </p:cNvPr>
                <p:cNvSpPr/>
                <p:nvPr/>
              </p:nvSpPr>
              <p:spPr>
                <a:xfrm>
                  <a:off x="3356864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0" name="pg419">
                  <a:extLst>
                    <a:ext uri="{FF2B5EF4-FFF2-40B4-BE49-F238E27FC236}">
                      <a16:creationId xmlns:a16="http://schemas.microsoft.com/office/drawing/2014/main" id="{3C47FFAD-950D-AEFC-FC90-4408274C75AB}"/>
                    </a:ext>
                  </a:extLst>
                </p:cNvPr>
                <p:cNvSpPr/>
                <p:nvPr/>
              </p:nvSpPr>
              <p:spPr>
                <a:xfrm>
                  <a:off x="3438301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1" name="pg420">
                  <a:extLst>
                    <a:ext uri="{FF2B5EF4-FFF2-40B4-BE49-F238E27FC236}">
                      <a16:creationId xmlns:a16="http://schemas.microsoft.com/office/drawing/2014/main" id="{C19E647B-4ED6-D5DD-3A6D-338E25C9ABE9}"/>
                    </a:ext>
                  </a:extLst>
                </p:cNvPr>
                <p:cNvSpPr/>
                <p:nvPr/>
              </p:nvSpPr>
              <p:spPr>
                <a:xfrm>
                  <a:off x="3519738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2" name="pg421">
                  <a:extLst>
                    <a:ext uri="{FF2B5EF4-FFF2-40B4-BE49-F238E27FC236}">
                      <a16:creationId xmlns:a16="http://schemas.microsoft.com/office/drawing/2014/main" id="{4D791889-2305-9AB1-4DAD-7081CC645532}"/>
                    </a:ext>
                  </a:extLst>
                </p:cNvPr>
                <p:cNvSpPr/>
                <p:nvPr/>
              </p:nvSpPr>
              <p:spPr>
                <a:xfrm>
                  <a:off x="3601176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3" name="pg422">
                  <a:extLst>
                    <a:ext uri="{FF2B5EF4-FFF2-40B4-BE49-F238E27FC236}">
                      <a16:creationId xmlns:a16="http://schemas.microsoft.com/office/drawing/2014/main" id="{89113544-0E69-6614-7E19-FB8247BD8022}"/>
                    </a:ext>
                  </a:extLst>
                </p:cNvPr>
                <p:cNvSpPr/>
                <p:nvPr/>
              </p:nvSpPr>
              <p:spPr>
                <a:xfrm>
                  <a:off x="3682613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42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4" name="pg423">
                  <a:extLst>
                    <a:ext uri="{FF2B5EF4-FFF2-40B4-BE49-F238E27FC236}">
                      <a16:creationId xmlns:a16="http://schemas.microsoft.com/office/drawing/2014/main" id="{B113DC13-FC23-E781-293E-B3D4EA693346}"/>
                    </a:ext>
                  </a:extLst>
                </p:cNvPr>
                <p:cNvSpPr/>
                <p:nvPr/>
              </p:nvSpPr>
              <p:spPr>
                <a:xfrm>
                  <a:off x="3764050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5" name="pg424">
                  <a:extLst>
                    <a:ext uri="{FF2B5EF4-FFF2-40B4-BE49-F238E27FC236}">
                      <a16:creationId xmlns:a16="http://schemas.microsoft.com/office/drawing/2014/main" id="{4507983B-E4B7-9771-DB0C-DBA9FA4EC959}"/>
                    </a:ext>
                  </a:extLst>
                </p:cNvPr>
                <p:cNvSpPr/>
                <p:nvPr/>
              </p:nvSpPr>
              <p:spPr>
                <a:xfrm>
                  <a:off x="3845487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6" name="pg425">
                  <a:extLst>
                    <a:ext uri="{FF2B5EF4-FFF2-40B4-BE49-F238E27FC236}">
                      <a16:creationId xmlns:a16="http://schemas.microsoft.com/office/drawing/2014/main" id="{F08AF178-6A0F-9B21-3D2C-867CDCB9A0A4}"/>
                    </a:ext>
                  </a:extLst>
                </p:cNvPr>
                <p:cNvSpPr/>
                <p:nvPr/>
              </p:nvSpPr>
              <p:spPr>
                <a:xfrm>
                  <a:off x="3926924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7" name="pg426">
                  <a:extLst>
                    <a:ext uri="{FF2B5EF4-FFF2-40B4-BE49-F238E27FC236}">
                      <a16:creationId xmlns:a16="http://schemas.microsoft.com/office/drawing/2014/main" id="{9144F865-F78E-C9CE-29D9-23D79564B374}"/>
                    </a:ext>
                  </a:extLst>
                </p:cNvPr>
                <p:cNvSpPr/>
                <p:nvPr/>
              </p:nvSpPr>
              <p:spPr>
                <a:xfrm>
                  <a:off x="4008361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8" name="pg427">
                  <a:extLst>
                    <a:ext uri="{FF2B5EF4-FFF2-40B4-BE49-F238E27FC236}">
                      <a16:creationId xmlns:a16="http://schemas.microsoft.com/office/drawing/2014/main" id="{EAAF0849-7D27-1614-18FE-71C917411887}"/>
                    </a:ext>
                  </a:extLst>
                </p:cNvPr>
                <p:cNvSpPr/>
                <p:nvPr/>
              </p:nvSpPr>
              <p:spPr>
                <a:xfrm>
                  <a:off x="4089798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89" name="pg428">
                  <a:extLst>
                    <a:ext uri="{FF2B5EF4-FFF2-40B4-BE49-F238E27FC236}">
                      <a16:creationId xmlns:a16="http://schemas.microsoft.com/office/drawing/2014/main" id="{BF1C9933-BD5A-EEDC-1B2D-E9E1194A2FB2}"/>
                    </a:ext>
                  </a:extLst>
                </p:cNvPr>
                <p:cNvSpPr/>
                <p:nvPr/>
              </p:nvSpPr>
              <p:spPr>
                <a:xfrm>
                  <a:off x="4171236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0" name="pg429">
                  <a:extLst>
                    <a:ext uri="{FF2B5EF4-FFF2-40B4-BE49-F238E27FC236}">
                      <a16:creationId xmlns:a16="http://schemas.microsoft.com/office/drawing/2014/main" id="{D1BDC67E-E9CF-7FEE-4A75-5E776A2BFA8C}"/>
                    </a:ext>
                  </a:extLst>
                </p:cNvPr>
                <p:cNvSpPr/>
                <p:nvPr/>
              </p:nvSpPr>
              <p:spPr>
                <a:xfrm>
                  <a:off x="4252673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1" name="pg430">
                  <a:extLst>
                    <a:ext uri="{FF2B5EF4-FFF2-40B4-BE49-F238E27FC236}">
                      <a16:creationId xmlns:a16="http://schemas.microsoft.com/office/drawing/2014/main" id="{EBDC8902-721E-2823-9AFA-AE3104466E0F}"/>
                    </a:ext>
                  </a:extLst>
                </p:cNvPr>
                <p:cNvSpPr/>
                <p:nvPr/>
              </p:nvSpPr>
              <p:spPr>
                <a:xfrm>
                  <a:off x="4334110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2" name="pg431">
                  <a:extLst>
                    <a:ext uri="{FF2B5EF4-FFF2-40B4-BE49-F238E27FC236}">
                      <a16:creationId xmlns:a16="http://schemas.microsoft.com/office/drawing/2014/main" id="{1149E125-D9DD-BADD-D2B8-CA11866E5F62}"/>
                    </a:ext>
                  </a:extLst>
                </p:cNvPr>
                <p:cNvSpPr/>
                <p:nvPr/>
              </p:nvSpPr>
              <p:spPr>
                <a:xfrm>
                  <a:off x="4415547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3" name="pg432">
                  <a:extLst>
                    <a:ext uri="{FF2B5EF4-FFF2-40B4-BE49-F238E27FC236}">
                      <a16:creationId xmlns:a16="http://schemas.microsoft.com/office/drawing/2014/main" id="{EC176500-B121-CC3D-17F7-BBDF57A1101A}"/>
                    </a:ext>
                  </a:extLst>
                </p:cNvPr>
                <p:cNvSpPr/>
                <p:nvPr/>
              </p:nvSpPr>
              <p:spPr>
                <a:xfrm>
                  <a:off x="3112553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4" name="pg433">
                  <a:extLst>
                    <a:ext uri="{FF2B5EF4-FFF2-40B4-BE49-F238E27FC236}">
                      <a16:creationId xmlns:a16="http://schemas.microsoft.com/office/drawing/2014/main" id="{C2190D2F-A77C-6DFA-8BF3-6AAA5633CE66}"/>
                    </a:ext>
                  </a:extLst>
                </p:cNvPr>
                <p:cNvSpPr/>
                <p:nvPr/>
              </p:nvSpPr>
              <p:spPr>
                <a:xfrm>
                  <a:off x="3193990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5" name="pg434">
                  <a:extLst>
                    <a:ext uri="{FF2B5EF4-FFF2-40B4-BE49-F238E27FC236}">
                      <a16:creationId xmlns:a16="http://schemas.microsoft.com/office/drawing/2014/main" id="{253B704F-8F58-3137-7085-B408C33FC9F0}"/>
                    </a:ext>
                  </a:extLst>
                </p:cNvPr>
                <p:cNvSpPr/>
                <p:nvPr/>
              </p:nvSpPr>
              <p:spPr>
                <a:xfrm>
                  <a:off x="3275427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6" name="pg435">
                  <a:extLst>
                    <a:ext uri="{FF2B5EF4-FFF2-40B4-BE49-F238E27FC236}">
                      <a16:creationId xmlns:a16="http://schemas.microsoft.com/office/drawing/2014/main" id="{400F2F92-C5D1-FA43-568B-E7475BDF7C99}"/>
                    </a:ext>
                  </a:extLst>
                </p:cNvPr>
                <p:cNvSpPr/>
                <p:nvPr/>
              </p:nvSpPr>
              <p:spPr>
                <a:xfrm>
                  <a:off x="3356864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7" name="pg436">
                  <a:extLst>
                    <a:ext uri="{FF2B5EF4-FFF2-40B4-BE49-F238E27FC236}">
                      <a16:creationId xmlns:a16="http://schemas.microsoft.com/office/drawing/2014/main" id="{398D1427-0057-2D8E-61A0-B3FF32C18967}"/>
                    </a:ext>
                  </a:extLst>
                </p:cNvPr>
                <p:cNvSpPr/>
                <p:nvPr/>
              </p:nvSpPr>
              <p:spPr>
                <a:xfrm>
                  <a:off x="3438301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8" name="pg437">
                  <a:extLst>
                    <a:ext uri="{FF2B5EF4-FFF2-40B4-BE49-F238E27FC236}">
                      <a16:creationId xmlns:a16="http://schemas.microsoft.com/office/drawing/2014/main" id="{0A747719-F0A7-F150-4C8B-BBA41706949C}"/>
                    </a:ext>
                  </a:extLst>
                </p:cNvPr>
                <p:cNvSpPr/>
                <p:nvPr/>
              </p:nvSpPr>
              <p:spPr>
                <a:xfrm>
                  <a:off x="3519738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599" name="pg438">
                  <a:extLst>
                    <a:ext uri="{FF2B5EF4-FFF2-40B4-BE49-F238E27FC236}">
                      <a16:creationId xmlns:a16="http://schemas.microsoft.com/office/drawing/2014/main" id="{B7BBBF66-1027-F36C-3C6C-140A74F1F596}"/>
                    </a:ext>
                  </a:extLst>
                </p:cNvPr>
                <p:cNvSpPr/>
                <p:nvPr/>
              </p:nvSpPr>
              <p:spPr>
                <a:xfrm>
                  <a:off x="3601176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0" name="pg439">
                  <a:extLst>
                    <a:ext uri="{FF2B5EF4-FFF2-40B4-BE49-F238E27FC236}">
                      <a16:creationId xmlns:a16="http://schemas.microsoft.com/office/drawing/2014/main" id="{39D2EB16-3D2E-0BF4-D2CC-4A63BBD6BC9D}"/>
                    </a:ext>
                  </a:extLst>
                </p:cNvPr>
                <p:cNvSpPr/>
                <p:nvPr/>
              </p:nvSpPr>
              <p:spPr>
                <a:xfrm>
                  <a:off x="3682613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1" name="pg440">
                  <a:extLst>
                    <a:ext uri="{FF2B5EF4-FFF2-40B4-BE49-F238E27FC236}">
                      <a16:creationId xmlns:a16="http://schemas.microsoft.com/office/drawing/2014/main" id="{264ADEF0-730E-F7DD-CE3A-5329087AF6A5}"/>
                    </a:ext>
                  </a:extLst>
                </p:cNvPr>
                <p:cNvSpPr/>
                <p:nvPr/>
              </p:nvSpPr>
              <p:spPr>
                <a:xfrm>
                  <a:off x="3764050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2" name="pg441">
                  <a:extLst>
                    <a:ext uri="{FF2B5EF4-FFF2-40B4-BE49-F238E27FC236}">
                      <a16:creationId xmlns:a16="http://schemas.microsoft.com/office/drawing/2014/main" id="{C9310A83-13B5-A4B8-894E-CE5B43C08367}"/>
                    </a:ext>
                  </a:extLst>
                </p:cNvPr>
                <p:cNvSpPr/>
                <p:nvPr/>
              </p:nvSpPr>
              <p:spPr>
                <a:xfrm>
                  <a:off x="3845487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3" name="pg442">
                  <a:extLst>
                    <a:ext uri="{FF2B5EF4-FFF2-40B4-BE49-F238E27FC236}">
                      <a16:creationId xmlns:a16="http://schemas.microsoft.com/office/drawing/2014/main" id="{A8EDF822-1D02-DD8E-FEBD-DB5E8688FE65}"/>
                    </a:ext>
                  </a:extLst>
                </p:cNvPr>
                <p:cNvSpPr/>
                <p:nvPr/>
              </p:nvSpPr>
              <p:spPr>
                <a:xfrm>
                  <a:off x="3926924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89F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4" name="pg443">
                  <a:extLst>
                    <a:ext uri="{FF2B5EF4-FFF2-40B4-BE49-F238E27FC236}">
                      <a16:creationId xmlns:a16="http://schemas.microsoft.com/office/drawing/2014/main" id="{8ABB6630-8B02-2A7E-F97A-714812A4E425}"/>
                    </a:ext>
                  </a:extLst>
                </p:cNvPr>
                <p:cNvSpPr/>
                <p:nvPr/>
              </p:nvSpPr>
              <p:spPr>
                <a:xfrm>
                  <a:off x="4008361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609D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5" name="pg444">
                  <a:extLst>
                    <a:ext uri="{FF2B5EF4-FFF2-40B4-BE49-F238E27FC236}">
                      <a16:creationId xmlns:a16="http://schemas.microsoft.com/office/drawing/2014/main" id="{0695C65A-5112-54B6-29DF-E520CC97F81D}"/>
                    </a:ext>
                  </a:extLst>
                </p:cNvPr>
                <p:cNvSpPr/>
                <p:nvPr/>
              </p:nvSpPr>
              <p:spPr>
                <a:xfrm>
                  <a:off x="4089798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D9C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6" name="pg445">
                  <a:extLst>
                    <a:ext uri="{FF2B5EF4-FFF2-40B4-BE49-F238E27FC236}">
                      <a16:creationId xmlns:a16="http://schemas.microsoft.com/office/drawing/2014/main" id="{A4613423-04A5-D5FE-0571-E75202068954}"/>
                    </a:ext>
                  </a:extLst>
                </p:cNvPr>
                <p:cNvSpPr/>
                <p:nvPr/>
              </p:nvSpPr>
              <p:spPr>
                <a:xfrm>
                  <a:off x="4171236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E9C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7" name="pg446">
                  <a:extLst>
                    <a:ext uri="{FF2B5EF4-FFF2-40B4-BE49-F238E27FC236}">
                      <a16:creationId xmlns:a16="http://schemas.microsoft.com/office/drawing/2014/main" id="{AE5C0D5A-25FD-E9C4-5FB8-E3298A0B2B3E}"/>
                    </a:ext>
                  </a:extLst>
                </p:cNvPr>
                <p:cNvSpPr/>
                <p:nvPr/>
              </p:nvSpPr>
              <p:spPr>
                <a:xfrm>
                  <a:off x="4252673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19D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8" name="pg447">
                  <a:extLst>
                    <a:ext uri="{FF2B5EF4-FFF2-40B4-BE49-F238E27FC236}">
                      <a16:creationId xmlns:a16="http://schemas.microsoft.com/office/drawing/2014/main" id="{E11FF4A4-58B1-1815-1E7C-1223162F1876}"/>
                    </a:ext>
                  </a:extLst>
                </p:cNvPr>
                <p:cNvSpPr/>
                <p:nvPr/>
              </p:nvSpPr>
              <p:spPr>
                <a:xfrm>
                  <a:off x="4334110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09" name="pg448">
                  <a:extLst>
                    <a:ext uri="{FF2B5EF4-FFF2-40B4-BE49-F238E27FC236}">
                      <a16:creationId xmlns:a16="http://schemas.microsoft.com/office/drawing/2014/main" id="{ED613953-CD76-D108-0DD6-B68A3CD7DEAC}"/>
                    </a:ext>
                  </a:extLst>
                </p:cNvPr>
                <p:cNvSpPr/>
                <p:nvPr/>
              </p:nvSpPr>
              <p:spPr>
                <a:xfrm>
                  <a:off x="3193990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0" name="pg449">
                  <a:extLst>
                    <a:ext uri="{FF2B5EF4-FFF2-40B4-BE49-F238E27FC236}">
                      <a16:creationId xmlns:a16="http://schemas.microsoft.com/office/drawing/2014/main" id="{26E7D4C9-D2D1-7AD2-32FD-8CF0CF791044}"/>
                    </a:ext>
                  </a:extLst>
                </p:cNvPr>
                <p:cNvSpPr/>
                <p:nvPr/>
              </p:nvSpPr>
              <p:spPr>
                <a:xfrm>
                  <a:off x="3275427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1" name="pg450">
                  <a:extLst>
                    <a:ext uri="{FF2B5EF4-FFF2-40B4-BE49-F238E27FC236}">
                      <a16:creationId xmlns:a16="http://schemas.microsoft.com/office/drawing/2014/main" id="{A794F8FC-5C82-3991-906C-3D1119F56B09}"/>
                    </a:ext>
                  </a:extLst>
                </p:cNvPr>
                <p:cNvSpPr/>
                <p:nvPr/>
              </p:nvSpPr>
              <p:spPr>
                <a:xfrm>
                  <a:off x="3356864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2" name="pg451">
                  <a:extLst>
                    <a:ext uri="{FF2B5EF4-FFF2-40B4-BE49-F238E27FC236}">
                      <a16:creationId xmlns:a16="http://schemas.microsoft.com/office/drawing/2014/main" id="{8D49A853-702F-7F03-17BA-6C2AEED4F14B}"/>
                    </a:ext>
                  </a:extLst>
                </p:cNvPr>
                <p:cNvSpPr/>
                <p:nvPr/>
              </p:nvSpPr>
              <p:spPr>
                <a:xfrm>
                  <a:off x="3438301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3" name="pg452">
                  <a:extLst>
                    <a:ext uri="{FF2B5EF4-FFF2-40B4-BE49-F238E27FC236}">
                      <a16:creationId xmlns:a16="http://schemas.microsoft.com/office/drawing/2014/main" id="{90884358-DBFA-EBBA-806A-4DFB377B410D}"/>
                    </a:ext>
                  </a:extLst>
                </p:cNvPr>
                <p:cNvSpPr/>
                <p:nvPr/>
              </p:nvSpPr>
              <p:spPr>
                <a:xfrm>
                  <a:off x="3519738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4" name="pg453">
                  <a:extLst>
                    <a:ext uri="{FF2B5EF4-FFF2-40B4-BE49-F238E27FC236}">
                      <a16:creationId xmlns:a16="http://schemas.microsoft.com/office/drawing/2014/main" id="{CC9927DB-6DF8-2A6A-9A3B-4FFA0F304BB1}"/>
                    </a:ext>
                  </a:extLst>
                </p:cNvPr>
                <p:cNvSpPr/>
                <p:nvPr/>
              </p:nvSpPr>
              <p:spPr>
                <a:xfrm>
                  <a:off x="3601176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5" name="pg454">
                  <a:extLst>
                    <a:ext uri="{FF2B5EF4-FFF2-40B4-BE49-F238E27FC236}">
                      <a16:creationId xmlns:a16="http://schemas.microsoft.com/office/drawing/2014/main" id="{7076E5F0-1251-7D3D-3018-7067DA0BC306}"/>
                    </a:ext>
                  </a:extLst>
                </p:cNvPr>
                <p:cNvSpPr/>
                <p:nvPr/>
              </p:nvSpPr>
              <p:spPr>
                <a:xfrm>
                  <a:off x="3682613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6" name="pg455">
                  <a:extLst>
                    <a:ext uri="{FF2B5EF4-FFF2-40B4-BE49-F238E27FC236}">
                      <a16:creationId xmlns:a16="http://schemas.microsoft.com/office/drawing/2014/main" id="{698E7E93-9BBE-EFE1-780A-2DF3F0D2318E}"/>
                    </a:ext>
                  </a:extLst>
                </p:cNvPr>
                <p:cNvSpPr/>
                <p:nvPr/>
              </p:nvSpPr>
              <p:spPr>
                <a:xfrm>
                  <a:off x="3764050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7" name="pg456">
                  <a:extLst>
                    <a:ext uri="{FF2B5EF4-FFF2-40B4-BE49-F238E27FC236}">
                      <a16:creationId xmlns:a16="http://schemas.microsoft.com/office/drawing/2014/main" id="{841ED4DF-14A3-6FE1-DB6F-6C98F46AEE17}"/>
                    </a:ext>
                  </a:extLst>
                </p:cNvPr>
                <p:cNvSpPr/>
                <p:nvPr/>
              </p:nvSpPr>
              <p:spPr>
                <a:xfrm>
                  <a:off x="3845487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8" name="pg457">
                  <a:extLst>
                    <a:ext uri="{FF2B5EF4-FFF2-40B4-BE49-F238E27FC236}">
                      <a16:creationId xmlns:a16="http://schemas.microsoft.com/office/drawing/2014/main" id="{BDBEC41B-27B4-36B2-06EC-8303EBCC9F74}"/>
                    </a:ext>
                  </a:extLst>
                </p:cNvPr>
                <p:cNvSpPr/>
                <p:nvPr/>
              </p:nvSpPr>
              <p:spPr>
                <a:xfrm>
                  <a:off x="3926924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F9D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19" name="pg458">
                  <a:extLst>
                    <a:ext uri="{FF2B5EF4-FFF2-40B4-BE49-F238E27FC236}">
                      <a16:creationId xmlns:a16="http://schemas.microsoft.com/office/drawing/2014/main" id="{5AD54443-3B4D-640E-D5AC-D77124B1A07C}"/>
                    </a:ext>
                  </a:extLst>
                </p:cNvPr>
                <p:cNvSpPr/>
                <p:nvPr/>
              </p:nvSpPr>
              <p:spPr>
                <a:xfrm>
                  <a:off x="4008361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895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0" name="pg459">
                  <a:extLst>
                    <a:ext uri="{FF2B5EF4-FFF2-40B4-BE49-F238E27FC236}">
                      <a16:creationId xmlns:a16="http://schemas.microsoft.com/office/drawing/2014/main" id="{6644393B-5444-43D6-1AA7-1D0BF627D91C}"/>
                    </a:ext>
                  </a:extLst>
                </p:cNvPr>
                <p:cNvSpPr/>
                <p:nvPr/>
              </p:nvSpPr>
              <p:spPr>
                <a:xfrm>
                  <a:off x="4089798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5591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1" name="pg460">
                  <a:extLst>
                    <a:ext uri="{FF2B5EF4-FFF2-40B4-BE49-F238E27FC236}">
                      <a16:creationId xmlns:a16="http://schemas.microsoft.com/office/drawing/2014/main" id="{95A60A80-5242-6BCF-502E-D0D8E9DDBF62}"/>
                    </a:ext>
                  </a:extLst>
                </p:cNvPr>
                <p:cNvSpPr/>
                <p:nvPr/>
              </p:nvSpPr>
              <p:spPr>
                <a:xfrm>
                  <a:off x="4171236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793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2" name="pg461">
                  <a:extLst>
                    <a:ext uri="{FF2B5EF4-FFF2-40B4-BE49-F238E27FC236}">
                      <a16:creationId xmlns:a16="http://schemas.microsoft.com/office/drawing/2014/main" id="{4A73F302-D5A7-D0EA-2664-CDC5935C4F13}"/>
                    </a:ext>
                  </a:extLst>
                </p:cNvPr>
                <p:cNvSpPr/>
                <p:nvPr/>
              </p:nvSpPr>
              <p:spPr>
                <a:xfrm>
                  <a:off x="4252673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B99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3" name="pg462">
                  <a:extLst>
                    <a:ext uri="{FF2B5EF4-FFF2-40B4-BE49-F238E27FC236}">
                      <a16:creationId xmlns:a16="http://schemas.microsoft.com/office/drawing/2014/main" id="{E0E54E40-E623-4143-E609-B0888B18EE06}"/>
                    </a:ext>
                  </a:extLst>
                </p:cNvPr>
                <p:cNvSpPr/>
                <p:nvPr/>
              </p:nvSpPr>
              <p:spPr>
                <a:xfrm>
                  <a:off x="4334110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4" name="pg463">
                  <a:extLst>
                    <a:ext uri="{FF2B5EF4-FFF2-40B4-BE49-F238E27FC236}">
                      <a16:creationId xmlns:a16="http://schemas.microsoft.com/office/drawing/2014/main" id="{59203C95-2DD6-EA35-5CF3-EF29F5AD8F4D}"/>
                    </a:ext>
                  </a:extLst>
                </p:cNvPr>
                <p:cNvSpPr/>
                <p:nvPr/>
              </p:nvSpPr>
              <p:spPr>
                <a:xfrm>
                  <a:off x="2868241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5" name="pg464">
                  <a:extLst>
                    <a:ext uri="{FF2B5EF4-FFF2-40B4-BE49-F238E27FC236}">
                      <a16:creationId xmlns:a16="http://schemas.microsoft.com/office/drawing/2014/main" id="{0F3F2FBB-BE39-44AD-3750-A4D550DD3F65}"/>
                    </a:ext>
                  </a:extLst>
                </p:cNvPr>
                <p:cNvSpPr/>
                <p:nvPr/>
              </p:nvSpPr>
              <p:spPr>
                <a:xfrm>
                  <a:off x="2949678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6" name="pg465">
                  <a:extLst>
                    <a:ext uri="{FF2B5EF4-FFF2-40B4-BE49-F238E27FC236}">
                      <a16:creationId xmlns:a16="http://schemas.microsoft.com/office/drawing/2014/main" id="{44B700E0-D3CB-9109-EC43-FFE08EF8E846}"/>
                    </a:ext>
                  </a:extLst>
                </p:cNvPr>
                <p:cNvSpPr/>
                <p:nvPr/>
              </p:nvSpPr>
              <p:spPr>
                <a:xfrm>
                  <a:off x="3031116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7" name="pg466">
                  <a:extLst>
                    <a:ext uri="{FF2B5EF4-FFF2-40B4-BE49-F238E27FC236}">
                      <a16:creationId xmlns:a16="http://schemas.microsoft.com/office/drawing/2014/main" id="{67C77A1E-6DD9-A73B-877F-9A1FC9AD2228}"/>
                    </a:ext>
                  </a:extLst>
                </p:cNvPr>
                <p:cNvSpPr/>
                <p:nvPr/>
              </p:nvSpPr>
              <p:spPr>
                <a:xfrm>
                  <a:off x="3112553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8" name="pg467">
                  <a:extLst>
                    <a:ext uri="{FF2B5EF4-FFF2-40B4-BE49-F238E27FC236}">
                      <a16:creationId xmlns:a16="http://schemas.microsoft.com/office/drawing/2014/main" id="{4B366290-6007-31DD-F2D0-353F45FA22E2}"/>
                    </a:ext>
                  </a:extLst>
                </p:cNvPr>
                <p:cNvSpPr/>
                <p:nvPr/>
              </p:nvSpPr>
              <p:spPr>
                <a:xfrm>
                  <a:off x="3193990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29" name="pg468">
                  <a:extLst>
                    <a:ext uri="{FF2B5EF4-FFF2-40B4-BE49-F238E27FC236}">
                      <a16:creationId xmlns:a16="http://schemas.microsoft.com/office/drawing/2014/main" id="{6DEEFF7B-AC28-11D0-7790-7B8F8763329E}"/>
                    </a:ext>
                  </a:extLst>
                </p:cNvPr>
                <p:cNvSpPr/>
                <p:nvPr/>
              </p:nvSpPr>
              <p:spPr>
                <a:xfrm>
                  <a:off x="3275427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0" name="pg469">
                  <a:extLst>
                    <a:ext uri="{FF2B5EF4-FFF2-40B4-BE49-F238E27FC236}">
                      <a16:creationId xmlns:a16="http://schemas.microsoft.com/office/drawing/2014/main" id="{506274A6-2F36-5629-8AE2-86958101C294}"/>
                    </a:ext>
                  </a:extLst>
                </p:cNvPr>
                <p:cNvSpPr/>
                <p:nvPr/>
              </p:nvSpPr>
              <p:spPr>
                <a:xfrm>
                  <a:off x="3356864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1" name="pg470">
                  <a:extLst>
                    <a:ext uri="{FF2B5EF4-FFF2-40B4-BE49-F238E27FC236}">
                      <a16:creationId xmlns:a16="http://schemas.microsoft.com/office/drawing/2014/main" id="{E30CA09C-F7AA-26AB-2A37-3DAE79F88FD2}"/>
                    </a:ext>
                  </a:extLst>
                </p:cNvPr>
                <p:cNvSpPr/>
                <p:nvPr/>
              </p:nvSpPr>
              <p:spPr>
                <a:xfrm>
                  <a:off x="3438301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2" name="pg471">
                  <a:extLst>
                    <a:ext uri="{FF2B5EF4-FFF2-40B4-BE49-F238E27FC236}">
                      <a16:creationId xmlns:a16="http://schemas.microsoft.com/office/drawing/2014/main" id="{CE134147-A7E8-21A1-6709-0E45CF344E44}"/>
                    </a:ext>
                  </a:extLst>
                </p:cNvPr>
                <p:cNvSpPr/>
                <p:nvPr/>
              </p:nvSpPr>
              <p:spPr>
                <a:xfrm>
                  <a:off x="3519738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3" name="pg472">
                  <a:extLst>
                    <a:ext uri="{FF2B5EF4-FFF2-40B4-BE49-F238E27FC236}">
                      <a16:creationId xmlns:a16="http://schemas.microsoft.com/office/drawing/2014/main" id="{656358C4-7861-4524-1E71-0CFB94527588}"/>
                    </a:ext>
                  </a:extLst>
                </p:cNvPr>
                <p:cNvSpPr/>
                <p:nvPr/>
              </p:nvSpPr>
              <p:spPr>
                <a:xfrm>
                  <a:off x="3601176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4" name="pg473">
                  <a:extLst>
                    <a:ext uri="{FF2B5EF4-FFF2-40B4-BE49-F238E27FC236}">
                      <a16:creationId xmlns:a16="http://schemas.microsoft.com/office/drawing/2014/main" id="{C5F5C2A8-4E3F-6930-063E-D758B6A5EB29}"/>
                    </a:ext>
                  </a:extLst>
                </p:cNvPr>
                <p:cNvSpPr/>
                <p:nvPr/>
              </p:nvSpPr>
              <p:spPr>
                <a:xfrm>
                  <a:off x="3682613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5" name="pg474">
                  <a:extLst>
                    <a:ext uri="{FF2B5EF4-FFF2-40B4-BE49-F238E27FC236}">
                      <a16:creationId xmlns:a16="http://schemas.microsoft.com/office/drawing/2014/main" id="{47C177C1-6E9A-D2CE-37C4-2545EFF2F763}"/>
                    </a:ext>
                  </a:extLst>
                </p:cNvPr>
                <p:cNvSpPr/>
                <p:nvPr/>
              </p:nvSpPr>
              <p:spPr>
                <a:xfrm>
                  <a:off x="3764050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6" name="pg475">
                  <a:extLst>
                    <a:ext uri="{FF2B5EF4-FFF2-40B4-BE49-F238E27FC236}">
                      <a16:creationId xmlns:a16="http://schemas.microsoft.com/office/drawing/2014/main" id="{35FCDB20-12BB-0B44-C503-69F769027BD7}"/>
                    </a:ext>
                  </a:extLst>
                </p:cNvPr>
                <p:cNvSpPr/>
                <p:nvPr/>
              </p:nvSpPr>
              <p:spPr>
                <a:xfrm>
                  <a:off x="3845487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7" name="pg476">
                  <a:extLst>
                    <a:ext uri="{FF2B5EF4-FFF2-40B4-BE49-F238E27FC236}">
                      <a16:creationId xmlns:a16="http://schemas.microsoft.com/office/drawing/2014/main" id="{2F70BAC5-A8E9-1A4B-1AB7-D08676BE5B50}"/>
                    </a:ext>
                  </a:extLst>
                </p:cNvPr>
                <p:cNvSpPr/>
                <p:nvPr/>
              </p:nvSpPr>
              <p:spPr>
                <a:xfrm>
                  <a:off x="3926924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D9C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8" name="pg477">
                  <a:extLst>
                    <a:ext uri="{FF2B5EF4-FFF2-40B4-BE49-F238E27FC236}">
                      <a16:creationId xmlns:a16="http://schemas.microsoft.com/office/drawing/2014/main" id="{5A9B4A4B-F269-881C-A79E-863A9012F1B7}"/>
                    </a:ext>
                  </a:extLst>
                </p:cNvPr>
                <p:cNvSpPr/>
                <p:nvPr/>
              </p:nvSpPr>
              <p:spPr>
                <a:xfrm>
                  <a:off x="4008361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5692">
                    <a:alpha val="100000"/>
                  </a:srgbClr>
                </a:solidFill>
                <a:ln w="5420" cap="flat">
                  <a:solidFill>
                    <a:srgbClr val="3A6C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39" name="pg478">
                  <a:extLst>
                    <a:ext uri="{FF2B5EF4-FFF2-40B4-BE49-F238E27FC236}">
                      <a16:creationId xmlns:a16="http://schemas.microsoft.com/office/drawing/2014/main" id="{2EDA4331-1D43-3715-F58A-5B524B406206}"/>
                    </a:ext>
                  </a:extLst>
                </p:cNvPr>
                <p:cNvSpPr/>
                <p:nvPr/>
              </p:nvSpPr>
              <p:spPr>
                <a:xfrm>
                  <a:off x="4089798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538E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0" name="pg479">
                  <a:extLst>
                    <a:ext uri="{FF2B5EF4-FFF2-40B4-BE49-F238E27FC236}">
                      <a16:creationId xmlns:a16="http://schemas.microsoft.com/office/drawing/2014/main" id="{FC8A1828-2E5D-2390-608E-8EF279C8CE6D}"/>
                    </a:ext>
                  </a:extLst>
                </p:cNvPr>
                <p:cNvSpPr/>
                <p:nvPr/>
              </p:nvSpPr>
              <p:spPr>
                <a:xfrm>
                  <a:off x="4171236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5590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1" name="pg480">
                  <a:extLst>
                    <a:ext uri="{FF2B5EF4-FFF2-40B4-BE49-F238E27FC236}">
                      <a16:creationId xmlns:a16="http://schemas.microsoft.com/office/drawing/2014/main" id="{6AE06761-A1E4-567F-3D15-A9CF05008444}"/>
                    </a:ext>
                  </a:extLst>
                </p:cNvPr>
                <p:cNvSpPr/>
                <p:nvPr/>
              </p:nvSpPr>
              <p:spPr>
                <a:xfrm>
                  <a:off x="4252673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997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2" name="pg481">
                  <a:extLst>
                    <a:ext uri="{FF2B5EF4-FFF2-40B4-BE49-F238E27FC236}">
                      <a16:creationId xmlns:a16="http://schemas.microsoft.com/office/drawing/2014/main" id="{68EBA680-836B-7C28-8044-35922E638A73}"/>
                    </a:ext>
                  </a:extLst>
                </p:cNvPr>
                <p:cNvSpPr/>
                <p:nvPr/>
              </p:nvSpPr>
              <p:spPr>
                <a:xfrm>
                  <a:off x="2786804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7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3" name="pg482">
                  <a:extLst>
                    <a:ext uri="{FF2B5EF4-FFF2-40B4-BE49-F238E27FC236}">
                      <a16:creationId xmlns:a16="http://schemas.microsoft.com/office/drawing/2014/main" id="{09B95783-1AAC-7426-364A-D9E9C72ACEF0}"/>
                    </a:ext>
                  </a:extLst>
                </p:cNvPr>
                <p:cNvSpPr/>
                <p:nvPr/>
              </p:nvSpPr>
              <p:spPr>
                <a:xfrm>
                  <a:off x="2868241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4" name="pg483">
                  <a:extLst>
                    <a:ext uri="{FF2B5EF4-FFF2-40B4-BE49-F238E27FC236}">
                      <a16:creationId xmlns:a16="http://schemas.microsoft.com/office/drawing/2014/main" id="{C20BACD7-E4B5-34EE-4C8D-70CA6BD2E3B8}"/>
                    </a:ext>
                  </a:extLst>
                </p:cNvPr>
                <p:cNvSpPr/>
                <p:nvPr/>
              </p:nvSpPr>
              <p:spPr>
                <a:xfrm>
                  <a:off x="2949678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5" name="pg484">
                  <a:extLst>
                    <a:ext uri="{FF2B5EF4-FFF2-40B4-BE49-F238E27FC236}">
                      <a16:creationId xmlns:a16="http://schemas.microsoft.com/office/drawing/2014/main" id="{C612FD29-65A1-75CE-8D60-FFB259A6CEA9}"/>
                    </a:ext>
                  </a:extLst>
                </p:cNvPr>
                <p:cNvSpPr/>
                <p:nvPr/>
              </p:nvSpPr>
              <p:spPr>
                <a:xfrm>
                  <a:off x="3031116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6" name="pg485">
                  <a:extLst>
                    <a:ext uri="{FF2B5EF4-FFF2-40B4-BE49-F238E27FC236}">
                      <a16:creationId xmlns:a16="http://schemas.microsoft.com/office/drawing/2014/main" id="{063A8273-EA68-CDD8-28C4-D045C5BD81AC}"/>
                    </a:ext>
                  </a:extLst>
                </p:cNvPr>
                <p:cNvSpPr/>
                <p:nvPr/>
              </p:nvSpPr>
              <p:spPr>
                <a:xfrm>
                  <a:off x="3112553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7" name="pg486">
                  <a:extLst>
                    <a:ext uri="{FF2B5EF4-FFF2-40B4-BE49-F238E27FC236}">
                      <a16:creationId xmlns:a16="http://schemas.microsoft.com/office/drawing/2014/main" id="{531ECB92-4462-482B-41A5-94EEE45232BA}"/>
                    </a:ext>
                  </a:extLst>
                </p:cNvPr>
                <p:cNvSpPr/>
                <p:nvPr/>
              </p:nvSpPr>
              <p:spPr>
                <a:xfrm>
                  <a:off x="3193990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8" name="pg487">
                  <a:extLst>
                    <a:ext uri="{FF2B5EF4-FFF2-40B4-BE49-F238E27FC236}">
                      <a16:creationId xmlns:a16="http://schemas.microsoft.com/office/drawing/2014/main" id="{7EE69696-5D87-4CCB-BA0A-C1A2B7159993}"/>
                    </a:ext>
                  </a:extLst>
                </p:cNvPr>
                <p:cNvSpPr/>
                <p:nvPr/>
              </p:nvSpPr>
              <p:spPr>
                <a:xfrm>
                  <a:off x="3275427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49" name="pg488">
                  <a:extLst>
                    <a:ext uri="{FF2B5EF4-FFF2-40B4-BE49-F238E27FC236}">
                      <a16:creationId xmlns:a16="http://schemas.microsoft.com/office/drawing/2014/main" id="{AAE2E94F-9184-39FB-3D59-794F770A56FE}"/>
                    </a:ext>
                  </a:extLst>
                </p:cNvPr>
                <p:cNvSpPr/>
                <p:nvPr/>
              </p:nvSpPr>
              <p:spPr>
                <a:xfrm>
                  <a:off x="3356864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0" name="pg489">
                  <a:extLst>
                    <a:ext uri="{FF2B5EF4-FFF2-40B4-BE49-F238E27FC236}">
                      <a16:creationId xmlns:a16="http://schemas.microsoft.com/office/drawing/2014/main" id="{CDD1E891-5838-BABB-E18A-5948A52B8A7D}"/>
                    </a:ext>
                  </a:extLst>
                </p:cNvPr>
                <p:cNvSpPr/>
                <p:nvPr/>
              </p:nvSpPr>
              <p:spPr>
                <a:xfrm>
                  <a:off x="3438301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1" name="pg490">
                  <a:extLst>
                    <a:ext uri="{FF2B5EF4-FFF2-40B4-BE49-F238E27FC236}">
                      <a16:creationId xmlns:a16="http://schemas.microsoft.com/office/drawing/2014/main" id="{84A8C3A1-7F91-81EB-2EB4-61DD30982557}"/>
                    </a:ext>
                  </a:extLst>
                </p:cNvPr>
                <p:cNvSpPr/>
                <p:nvPr/>
              </p:nvSpPr>
              <p:spPr>
                <a:xfrm>
                  <a:off x="3519738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2" name="pg491">
                  <a:extLst>
                    <a:ext uri="{FF2B5EF4-FFF2-40B4-BE49-F238E27FC236}">
                      <a16:creationId xmlns:a16="http://schemas.microsoft.com/office/drawing/2014/main" id="{DF379D5B-CA02-7271-ABAC-0D42599D3791}"/>
                    </a:ext>
                  </a:extLst>
                </p:cNvPr>
                <p:cNvSpPr/>
                <p:nvPr/>
              </p:nvSpPr>
              <p:spPr>
                <a:xfrm>
                  <a:off x="3601176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3" name="pg492">
                  <a:extLst>
                    <a:ext uri="{FF2B5EF4-FFF2-40B4-BE49-F238E27FC236}">
                      <a16:creationId xmlns:a16="http://schemas.microsoft.com/office/drawing/2014/main" id="{55A31257-0499-26C2-0E00-39FB58F77682}"/>
                    </a:ext>
                  </a:extLst>
                </p:cNvPr>
                <p:cNvSpPr/>
                <p:nvPr/>
              </p:nvSpPr>
              <p:spPr>
                <a:xfrm>
                  <a:off x="3682613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4" name="pg493">
                  <a:extLst>
                    <a:ext uri="{FF2B5EF4-FFF2-40B4-BE49-F238E27FC236}">
                      <a16:creationId xmlns:a16="http://schemas.microsoft.com/office/drawing/2014/main" id="{FEC18160-9F61-A0B2-8932-10D3FD1FEBF0}"/>
                    </a:ext>
                  </a:extLst>
                </p:cNvPr>
                <p:cNvSpPr/>
                <p:nvPr/>
              </p:nvSpPr>
              <p:spPr>
                <a:xfrm>
                  <a:off x="3764050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5" name="pg494">
                  <a:extLst>
                    <a:ext uri="{FF2B5EF4-FFF2-40B4-BE49-F238E27FC236}">
                      <a16:creationId xmlns:a16="http://schemas.microsoft.com/office/drawing/2014/main" id="{8F7630D2-2EDC-5B0C-8F2F-C55EC7A66468}"/>
                    </a:ext>
                  </a:extLst>
                </p:cNvPr>
                <p:cNvSpPr/>
                <p:nvPr/>
              </p:nvSpPr>
              <p:spPr>
                <a:xfrm>
                  <a:off x="3845487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6" name="pg495">
                  <a:extLst>
                    <a:ext uri="{FF2B5EF4-FFF2-40B4-BE49-F238E27FC236}">
                      <a16:creationId xmlns:a16="http://schemas.microsoft.com/office/drawing/2014/main" id="{D60CC469-C257-1D36-910B-67CF612A2693}"/>
                    </a:ext>
                  </a:extLst>
                </p:cNvPr>
                <p:cNvSpPr/>
                <p:nvPr/>
              </p:nvSpPr>
              <p:spPr>
                <a:xfrm>
                  <a:off x="3926924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39D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7" name="pg496">
                  <a:extLst>
                    <a:ext uri="{FF2B5EF4-FFF2-40B4-BE49-F238E27FC236}">
                      <a16:creationId xmlns:a16="http://schemas.microsoft.com/office/drawing/2014/main" id="{33E92A66-2EBA-5772-361B-09A084FC750B}"/>
                    </a:ext>
                  </a:extLst>
                </p:cNvPr>
                <p:cNvSpPr/>
                <p:nvPr/>
              </p:nvSpPr>
              <p:spPr>
                <a:xfrm>
                  <a:off x="4008361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A98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8" name="pg497">
                  <a:extLst>
                    <a:ext uri="{FF2B5EF4-FFF2-40B4-BE49-F238E27FC236}">
                      <a16:creationId xmlns:a16="http://schemas.microsoft.com/office/drawing/2014/main" id="{CAC11227-7BDB-4F8D-4A72-C71025C8CB86}"/>
                    </a:ext>
                  </a:extLst>
                </p:cNvPr>
                <p:cNvSpPr/>
                <p:nvPr/>
              </p:nvSpPr>
              <p:spPr>
                <a:xfrm>
                  <a:off x="4089798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794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59" name="pg498">
                  <a:extLst>
                    <a:ext uri="{FF2B5EF4-FFF2-40B4-BE49-F238E27FC236}">
                      <a16:creationId xmlns:a16="http://schemas.microsoft.com/office/drawing/2014/main" id="{2752531F-C221-4209-7FC0-AC1397B64917}"/>
                    </a:ext>
                  </a:extLst>
                </p:cNvPr>
                <p:cNvSpPr/>
                <p:nvPr/>
              </p:nvSpPr>
              <p:spPr>
                <a:xfrm>
                  <a:off x="4171236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896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0" name="pg499">
                  <a:extLst>
                    <a:ext uri="{FF2B5EF4-FFF2-40B4-BE49-F238E27FC236}">
                      <a16:creationId xmlns:a16="http://schemas.microsoft.com/office/drawing/2014/main" id="{512C1C4A-39F1-3731-F6FE-9BDA7382F372}"/>
                    </a:ext>
                  </a:extLst>
                </p:cNvPr>
                <p:cNvSpPr/>
                <p:nvPr/>
              </p:nvSpPr>
              <p:spPr>
                <a:xfrm>
                  <a:off x="4252673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C9B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1" name="pg500">
                  <a:extLst>
                    <a:ext uri="{FF2B5EF4-FFF2-40B4-BE49-F238E27FC236}">
                      <a16:creationId xmlns:a16="http://schemas.microsoft.com/office/drawing/2014/main" id="{7557C0B7-26A4-D524-3989-D20B2D6F5102}"/>
                    </a:ext>
                  </a:extLst>
                </p:cNvPr>
                <p:cNvSpPr/>
                <p:nvPr/>
              </p:nvSpPr>
              <p:spPr>
                <a:xfrm>
                  <a:off x="2786804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2" name="pg501">
                  <a:extLst>
                    <a:ext uri="{FF2B5EF4-FFF2-40B4-BE49-F238E27FC236}">
                      <a16:creationId xmlns:a16="http://schemas.microsoft.com/office/drawing/2014/main" id="{6E49588B-6F34-BA8F-F731-7096AC64C025}"/>
                    </a:ext>
                  </a:extLst>
                </p:cNvPr>
                <p:cNvSpPr/>
                <p:nvPr/>
              </p:nvSpPr>
              <p:spPr>
                <a:xfrm>
                  <a:off x="2868241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3" name="pg502">
                  <a:extLst>
                    <a:ext uri="{FF2B5EF4-FFF2-40B4-BE49-F238E27FC236}">
                      <a16:creationId xmlns:a16="http://schemas.microsoft.com/office/drawing/2014/main" id="{E614B7DF-C313-9FDD-2AAE-28C01EEE2E42}"/>
                    </a:ext>
                  </a:extLst>
                </p:cNvPr>
                <p:cNvSpPr/>
                <p:nvPr/>
              </p:nvSpPr>
              <p:spPr>
                <a:xfrm>
                  <a:off x="2949678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4" name="pg503">
                  <a:extLst>
                    <a:ext uri="{FF2B5EF4-FFF2-40B4-BE49-F238E27FC236}">
                      <a16:creationId xmlns:a16="http://schemas.microsoft.com/office/drawing/2014/main" id="{40B28973-8749-30B1-8FB1-D4E0601BF887}"/>
                    </a:ext>
                  </a:extLst>
                </p:cNvPr>
                <p:cNvSpPr/>
                <p:nvPr/>
              </p:nvSpPr>
              <p:spPr>
                <a:xfrm>
                  <a:off x="3031116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5" name="pg504">
                  <a:extLst>
                    <a:ext uri="{FF2B5EF4-FFF2-40B4-BE49-F238E27FC236}">
                      <a16:creationId xmlns:a16="http://schemas.microsoft.com/office/drawing/2014/main" id="{9D5A1231-0D25-2953-1846-7BC90090D22D}"/>
                    </a:ext>
                  </a:extLst>
                </p:cNvPr>
                <p:cNvSpPr/>
                <p:nvPr/>
              </p:nvSpPr>
              <p:spPr>
                <a:xfrm>
                  <a:off x="3112553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6" name="pg505">
                  <a:extLst>
                    <a:ext uri="{FF2B5EF4-FFF2-40B4-BE49-F238E27FC236}">
                      <a16:creationId xmlns:a16="http://schemas.microsoft.com/office/drawing/2014/main" id="{04A4F9C6-20DA-B578-3D62-A2B70949E5BA}"/>
                    </a:ext>
                  </a:extLst>
                </p:cNvPr>
                <p:cNvSpPr/>
                <p:nvPr/>
              </p:nvSpPr>
              <p:spPr>
                <a:xfrm>
                  <a:off x="3193990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7" name="pg506">
                  <a:extLst>
                    <a:ext uri="{FF2B5EF4-FFF2-40B4-BE49-F238E27FC236}">
                      <a16:creationId xmlns:a16="http://schemas.microsoft.com/office/drawing/2014/main" id="{D40B4B5A-AEF8-9904-9D98-D65EA6F18731}"/>
                    </a:ext>
                  </a:extLst>
                </p:cNvPr>
                <p:cNvSpPr/>
                <p:nvPr/>
              </p:nvSpPr>
              <p:spPr>
                <a:xfrm>
                  <a:off x="3275427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8" name="pg507">
                  <a:extLst>
                    <a:ext uri="{FF2B5EF4-FFF2-40B4-BE49-F238E27FC236}">
                      <a16:creationId xmlns:a16="http://schemas.microsoft.com/office/drawing/2014/main" id="{CE9CEC74-5BCD-EF78-6518-96DF116996A8}"/>
                    </a:ext>
                  </a:extLst>
                </p:cNvPr>
                <p:cNvSpPr/>
                <p:nvPr/>
              </p:nvSpPr>
              <p:spPr>
                <a:xfrm>
                  <a:off x="3356864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69" name="pg508">
                  <a:extLst>
                    <a:ext uri="{FF2B5EF4-FFF2-40B4-BE49-F238E27FC236}">
                      <a16:creationId xmlns:a16="http://schemas.microsoft.com/office/drawing/2014/main" id="{2E20DFFE-177A-0026-B893-14372CF8A7A9}"/>
                    </a:ext>
                  </a:extLst>
                </p:cNvPr>
                <p:cNvSpPr/>
                <p:nvPr/>
              </p:nvSpPr>
              <p:spPr>
                <a:xfrm>
                  <a:off x="3438301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8A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0" name="pg509">
                  <a:extLst>
                    <a:ext uri="{FF2B5EF4-FFF2-40B4-BE49-F238E27FC236}">
                      <a16:creationId xmlns:a16="http://schemas.microsoft.com/office/drawing/2014/main" id="{A5372CD6-BFE8-9DF3-83D3-D2218B5B68D6}"/>
                    </a:ext>
                  </a:extLst>
                </p:cNvPr>
                <p:cNvSpPr/>
                <p:nvPr/>
              </p:nvSpPr>
              <p:spPr>
                <a:xfrm>
                  <a:off x="3519738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1" name="pg510">
                  <a:extLst>
                    <a:ext uri="{FF2B5EF4-FFF2-40B4-BE49-F238E27FC236}">
                      <a16:creationId xmlns:a16="http://schemas.microsoft.com/office/drawing/2014/main" id="{63FBC135-0B38-F9D0-8429-6109CF1802A4}"/>
                    </a:ext>
                  </a:extLst>
                </p:cNvPr>
                <p:cNvSpPr/>
                <p:nvPr/>
              </p:nvSpPr>
              <p:spPr>
                <a:xfrm>
                  <a:off x="3601176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2" name="pg511">
                  <a:extLst>
                    <a:ext uri="{FF2B5EF4-FFF2-40B4-BE49-F238E27FC236}">
                      <a16:creationId xmlns:a16="http://schemas.microsoft.com/office/drawing/2014/main" id="{4D3E7F4C-765D-D1E7-BF6C-440B990AB059}"/>
                    </a:ext>
                  </a:extLst>
                </p:cNvPr>
                <p:cNvSpPr/>
                <p:nvPr/>
              </p:nvSpPr>
              <p:spPr>
                <a:xfrm>
                  <a:off x="3682613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3" name="pg512">
                  <a:extLst>
                    <a:ext uri="{FF2B5EF4-FFF2-40B4-BE49-F238E27FC236}">
                      <a16:creationId xmlns:a16="http://schemas.microsoft.com/office/drawing/2014/main" id="{E0986421-2612-0124-044A-93661B36F1CF}"/>
                    </a:ext>
                  </a:extLst>
                </p:cNvPr>
                <p:cNvSpPr/>
                <p:nvPr/>
              </p:nvSpPr>
              <p:spPr>
                <a:xfrm>
                  <a:off x="3764050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4" name="pg513">
                  <a:extLst>
                    <a:ext uri="{FF2B5EF4-FFF2-40B4-BE49-F238E27FC236}">
                      <a16:creationId xmlns:a16="http://schemas.microsoft.com/office/drawing/2014/main" id="{2B7C39B1-7C49-28CC-89AB-3931F2932FE9}"/>
                    </a:ext>
                  </a:extLst>
                </p:cNvPr>
                <p:cNvSpPr/>
                <p:nvPr/>
              </p:nvSpPr>
              <p:spPr>
                <a:xfrm>
                  <a:off x="3845487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5" name="pg514">
                  <a:extLst>
                    <a:ext uri="{FF2B5EF4-FFF2-40B4-BE49-F238E27FC236}">
                      <a16:creationId xmlns:a16="http://schemas.microsoft.com/office/drawing/2014/main" id="{D603B991-0062-C148-07A2-C8E0B903CAFD}"/>
                    </a:ext>
                  </a:extLst>
                </p:cNvPr>
                <p:cNvSpPr/>
                <p:nvPr/>
              </p:nvSpPr>
              <p:spPr>
                <a:xfrm>
                  <a:off x="3926924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6" name="pg515">
                  <a:extLst>
                    <a:ext uri="{FF2B5EF4-FFF2-40B4-BE49-F238E27FC236}">
                      <a16:creationId xmlns:a16="http://schemas.microsoft.com/office/drawing/2014/main" id="{11339CA9-6246-AB03-44EB-3B593E0ED81A}"/>
                    </a:ext>
                  </a:extLst>
                </p:cNvPr>
                <p:cNvSpPr/>
                <p:nvPr/>
              </p:nvSpPr>
              <p:spPr>
                <a:xfrm>
                  <a:off x="4008361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7" name="pg516">
                  <a:extLst>
                    <a:ext uri="{FF2B5EF4-FFF2-40B4-BE49-F238E27FC236}">
                      <a16:creationId xmlns:a16="http://schemas.microsoft.com/office/drawing/2014/main" id="{9D51675C-B819-B896-005D-35464FD26555}"/>
                    </a:ext>
                  </a:extLst>
                </p:cNvPr>
                <p:cNvSpPr/>
                <p:nvPr/>
              </p:nvSpPr>
              <p:spPr>
                <a:xfrm>
                  <a:off x="4089798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8" name="pg517">
                  <a:extLst>
                    <a:ext uri="{FF2B5EF4-FFF2-40B4-BE49-F238E27FC236}">
                      <a16:creationId xmlns:a16="http://schemas.microsoft.com/office/drawing/2014/main" id="{507F0307-769E-93A7-191C-311BB5484A1B}"/>
                    </a:ext>
                  </a:extLst>
                </p:cNvPr>
                <p:cNvSpPr/>
                <p:nvPr/>
              </p:nvSpPr>
              <p:spPr>
                <a:xfrm>
                  <a:off x="4171236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79" name="pg518">
                  <a:extLst>
                    <a:ext uri="{FF2B5EF4-FFF2-40B4-BE49-F238E27FC236}">
                      <a16:creationId xmlns:a16="http://schemas.microsoft.com/office/drawing/2014/main" id="{24DF4F1B-37BC-CAB5-7B90-635A25B5BEAF}"/>
                    </a:ext>
                  </a:extLst>
                </p:cNvPr>
                <p:cNvSpPr/>
                <p:nvPr/>
              </p:nvSpPr>
              <p:spPr>
                <a:xfrm>
                  <a:off x="2786804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0" name="pg519">
                  <a:extLst>
                    <a:ext uri="{FF2B5EF4-FFF2-40B4-BE49-F238E27FC236}">
                      <a16:creationId xmlns:a16="http://schemas.microsoft.com/office/drawing/2014/main" id="{9508A6AF-7F81-F638-2F80-BB68ABFA0161}"/>
                    </a:ext>
                  </a:extLst>
                </p:cNvPr>
                <p:cNvSpPr/>
                <p:nvPr/>
              </p:nvSpPr>
              <p:spPr>
                <a:xfrm>
                  <a:off x="2868241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1" name="pg520">
                  <a:extLst>
                    <a:ext uri="{FF2B5EF4-FFF2-40B4-BE49-F238E27FC236}">
                      <a16:creationId xmlns:a16="http://schemas.microsoft.com/office/drawing/2014/main" id="{D7D5F7B5-5C75-950E-E9E6-24033100DE1A}"/>
                    </a:ext>
                  </a:extLst>
                </p:cNvPr>
                <p:cNvSpPr/>
                <p:nvPr/>
              </p:nvSpPr>
              <p:spPr>
                <a:xfrm>
                  <a:off x="2949678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2" name="pg521">
                  <a:extLst>
                    <a:ext uri="{FF2B5EF4-FFF2-40B4-BE49-F238E27FC236}">
                      <a16:creationId xmlns:a16="http://schemas.microsoft.com/office/drawing/2014/main" id="{24FB8D8B-46C9-B6A7-C744-1E7AC32FB969}"/>
                    </a:ext>
                  </a:extLst>
                </p:cNvPr>
                <p:cNvSpPr/>
                <p:nvPr/>
              </p:nvSpPr>
              <p:spPr>
                <a:xfrm>
                  <a:off x="3031116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AD1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3" name="pg522">
                  <a:extLst>
                    <a:ext uri="{FF2B5EF4-FFF2-40B4-BE49-F238E27FC236}">
                      <a16:creationId xmlns:a16="http://schemas.microsoft.com/office/drawing/2014/main" id="{5E433497-9452-CA57-831F-A8394BC86DA7}"/>
                    </a:ext>
                  </a:extLst>
                </p:cNvPr>
                <p:cNvSpPr/>
                <p:nvPr/>
              </p:nvSpPr>
              <p:spPr>
                <a:xfrm>
                  <a:off x="3112553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83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4" name="pg523">
                  <a:extLst>
                    <a:ext uri="{FF2B5EF4-FFF2-40B4-BE49-F238E27FC236}">
                      <a16:creationId xmlns:a16="http://schemas.microsoft.com/office/drawing/2014/main" id="{BB586327-E54E-A535-A0E6-5F12625DC8FA}"/>
                    </a:ext>
                  </a:extLst>
                </p:cNvPr>
                <p:cNvSpPr/>
                <p:nvPr/>
              </p:nvSpPr>
              <p:spPr>
                <a:xfrm>
                  <a:off x="3193990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5" name="pg524">
                  <a:extLst>
                    <a:ext uri="{FF2B5EF4-FFF2-40B4-BE49-F238E27FC236}">
                      <a16:creationId xmlns:a16="http://schemas.microsoft.com/office/drawing/2014/main" id="{A24152EF-CE6B-0FB4-0920-37E47A5BB7D1}"/>
                    </a:ext>
                  </a:extLst>
                </p:cNvPr>
                <p:cNvSpPr/>
                <p:nvPr/>
              </p:nvSpPr>
              <p:spPr>
                <a:xfrm>
                  <a:off x="3275427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5D9BB">
                    <a:alpha val="100000"/>
                  </a:srgbClr>
                </a:solidFill>
                <a:ln w="5420" cap="flat">
                  <a:solidFill>
                    <a:srgbClr val="91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6" name="pg525">
                  <a:extLst>
                    <a:ext uri="{FF2B5EF4-FFF2-40B4-BE49-F238E27FC236}">
                      <a16:creationId xmlns:a16="http://schemas.microsoft.com/office/drawing/2014/main" id="{F265C69B-4A72-0156-6276-006DAB59826E}"/>
                    </a:ext>
                  </a:extLst>
                </p:cNvPr>
                <p:cNvSpPr/>
                <p:nvPr/>
              </p:nvSpPr>
              <p:spPr>
                <a:xfrm>
                  <a:off x="3356864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95DD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7" name="pg526">
                  <a:extLst>
                    <a:ext uri="{FF2B5EF4-FFF2-40B4-BE49-F238E27FC236}">
                      <a16:creationId xmlns:a16="http://schemas.microsoft.com/office/drawing/2014/main" id="{3E9ECF52-A641-4C47-3426-97FC9741536C}"/>
                    </a:ext>
                  </a:extLst>
                </p:cNvPr>
                <p:cNvSpPr/>
                <p:nvPr/>
              </p:nvSpPr>
              <p:spPr>
                <a:xfrm>
                  <a:off x="3438301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8" name="pg527">
                  <a:extLst>
                    <a:ext uri="{FF2B5EF4-FFF2-40B4-BE49-F238E27FC236}">
                      <a16:creationId xmlns:a16="http://schemas.microsoft.com/office/drawing/2014/main" id="{EE1E1275-39C9-2910-7882-4DEA194466FD}"/>
                    </a:ext>
                  </a:extLst>
                </p:cNvPr>
                <p:cNvSpPr/>
                <p:nvPr/>
              </p:nvSpPr>
              <p:spPr>
                <a:xfrm>
                  <a:off x="3519738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89" name="pg528">
                  <a:extLst>
                    <a:ext uri="{FF2B5EF4-FFF2-40B4-BE49-F238E27FC236}">
                      <a16:creationId xmlns:a16="http://schemas.microsoft.com/office/drawing/2014/main" id="{A1B7FFD1-5ADE-80B8-CDF9-90F1AA2ADBED}"/>
                    </a:ext>
                  </a:extLst>
                </p:cNvPr>
                <p:cNvSpPr/>
                <p:nvPr/>
              </p:nvSpPr>
              <p:spPr>
                <a:xfrm>
                  <a:off x="3601176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0" name="pg529">
                  <a:extLst>
                    <a:ext uri="{FF2B5EF4-FFF2-40B4-BE49-F238E27FC236}">
                      <a16:creationId xmlns:a16="http://schemas.microsoft.com/office/drawing/2014/main" id="{90938386-8A7F-472B-5943-661ACFC1C8DF}"/>
                    </a:ext>
                  </a:extLst>
                </p:cNvPr>
                <p:cNvSpPr/>
                <p:nvPr/>
              </p:nvSpPr>
              <p:spPr>
                <a:xfrm>
                  <a:off x="3682613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1" name="pg530">
                  <a:extLst>
                    <a:ext uri="{FF2B5EF4-FFF2-40B4-BE49-F238E27FC236}">
                      <a16:creationId xmlns:a16="http://schemas.microsoft.com/office/drawing/2014/main" id="{027D6922-ED67-8A59-464D-A70869987299}"/>
                    </a:ext>
                  </a:extLst>
                </p:cNvPr>
                <p:cNvSpPr/>
                <p:nvPr/>
              </p:nvSpPr>
              <p:spPr>
                <a:xfrm>
                  <a:off x="3764050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2" name="pg531">
                  <a:extLst>
                    <a:ext uri="{FF2B5EF4-FFF2-40B4-BE49-F238E27FC236}">
                      <a16:creationId xmlns:a16="http://schemas.microsoft.com/office/drawing/2014/main" id="{BECA7DDE-1E50-1F93-6A8E-CDDD9C4EA57C}"/>
                    </a:ext>
                  </a:extLst>
                </p:cNvPr>
                <p:cNvSpPr/>
                <p:nvPr/>
              </p:nvSpPr>
              <p:spPr>
                <a:xfrm>
                  <a:off x="3845487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3" name="pg532">
                  <a:extLst>
                    <a:ext uri="{FF2B5EF4-FFF2-40B4-BE49-F238E27FC236}">
                      <a16:creationId xmlns:a16="http://schemas.microsoft.com/office/drawing/2014/main" id="{A699E705-BE55-561B-614D-42454F2EBD0C}"/>
                    </a:ext>
                  </a:extLst>
                </p:cNvPr>
                <p:cNvSpPr/>
                <p:nvPr/>
              </p:nvSpPr>
              <p:spPr>
                <a:xfrm>
                  <a:off x="3926924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4" name="pg533">
                  <a:extLst>
                    <a:ext uri="{FF2B5EF4-FFF2-40B4-BE49-F238E27FC236}">
                      <a16:creationId xmlns:a16="http://schemas.microsoft.com/office/drawing/2014/main" id="{6DC553B2-62BD-6BE0-F26C-43EBC343C638}"/>
                    </a:ext>
                  </a:extLst>
                </p:cNvPr>
                <p:cNvSpPr/>
                <p:nvPr/>
              </p:nvSpPr>
              <p:spPr>
                <a:xfrm>
                  <a:off x="4008361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5" name="pg534">
                  <a:extLst>
                    <a:ext uri="{FF2B5EF4-FFF2-40B4-BE49-F238E27FC236}">
                      <a16:creationId xmlns:a16="http://schemas.microsoft.com/office/drawing/2014/main" id="{F8F9362E-4BD2-FBEF-DFB1-A4EDB392A1F6}"/>
                    </a:ext>
                  </a:extLst>
                </p:cNvPr>
                <p:cNvSpPr/>
                <p:nvPr/>
              </p:nvSpPr>
              <p:spPr>
                <a:xfrm>
                  <a:off x="4089798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6" name="pg535">
                  <a:extLst>
                    <a:ext uri="{FF2B5EF4-FFF2-40B4-BE49-F238E27FC236}">
                      <a16:creationId xmlns:a16="http://schemas.microsoft.com/office/drawing/2014/main" id="{322C225E-36F2-2311-466B-64ED513B4F1F}"/>
                    </a:ext>
                  </a:extLst>
                </p:cNvPr>
                <p:cNvSpPr/>
                <p:nvPr/>
              </p:nvSpPr>
              <p:spPr>
                <a:xfrm>
                  <a:off x="2868241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7" name="pg536">
                  <a:extLst>
                    <a:ext uri="{FF2B5EF4-FFF2-40B4-BE49-F238E27FC236}">
                      <a16:creationId xmlns:a16="http://schemas.microsoft.com/office/drawing/2014/main" id="{8ADE44DA-4336-A4A6-8EFC-16C6C1F0AB18}"/>
                    </a:ext>
                  </a:extLst>
                </p:cNvPr>
                <p:cNvSpPr/>
                <p:nvPr/>
              </p:nvSpPr>
              <p:spPr>
                <a:xfrm>
                  <a:off x="2949678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8" name="pg537">
                  <a:extLst>
                    <a:ext uri="{FF2B5EF4-FFF2-40B4-BE49-F238E27FC236}">
                      <a16:creationId xmlns:a16="http://schemas.microsoft.com/office/drawing/2014/main" id="{6CD1173D-0CF3-82B3-CC46-B36C610356F6}"/>
                    </a:ext>
                  </a:extLst>
                </p:cNvPr>
                <p:cNvSpPr/>
                <p:nvPr/>
              </p:nvSpPr>
              <p:spPr>
                <a:xfrm>
                  <a:off x="3031116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AD1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699" name="pg538">
                  <a:extLst>
                    <a:ext uri="{FF2B5EF4-FFF2-40B4-BE49-F238E27FC236}">
                      <a16:creationId xmlns:a16="http://schemas.microsoft.com/office/drawing/2014/main" id="{85C3A447-7057-F3FC-8908-1EE5A3FB79C7}"/>
                    </a:ext>
                  </a:extLst>
                </p:cNvPr>
                <p:cNvSpPr/>
                <p:nvPr/>
              </p:nvSpPr>
              <p:spPr>
                <a:xfrm>
                  <a:off x="3112553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0" name="pg539">
                  <a:extLst>
                    <a:ext uri="{FF2B5EF4-FFF2-40B4-BE49-F238E27FC236}">
                      <a16:creationId xmlns:a16="http://schemas.microsoft.com/office/drawing/2014/main" id="{AFC8572B-8BB6-3919-81EC-8F391F21F6D9}"/>
                    </a:ext>
                  </a:extLst>
                </p:cNvPr>
                <p:cNvSpPr/>
                <p:nvPr/>
              </p:nvSpPr>
              <p:spPr>
                <a:xfrm>
                  <a:off x="3193990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1" name="pg540">
                  <a:extLst>
                    <a:ext uri="{FF2B5EF4-FFF2-40B4-BE49-F238E27FC236}">
                      <a16:creationId xmlns:a16="http://schemas.microsoft.com/office/drawing/2014/main" id="{717051F4-BD6C-0513-F820-1A8AEC286D41}"/>
                    </a:ext>
                  </a:extLst>
                </p:cNvPr>
                <p:cNvSpPr/>
                <p:nvPr/>
              </p:nvSpPr>
              <p:spPr>
                <a:xfrm>
                  <a:off x="3275427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2" name="pg541">
                  <a:extLst>
                    <a:ext uri="{FF2B5EF4-FFF2-40B4-BE49-F238E27FC236}">
                      <a16:creationId xmlns:a16="http://schemas.microsoft.com/office/drawing/2014/main" id="{DEA224DB-0247-F34C-1E64-923749C2A26E}"/>
                    </a:ext>
                  </a:extLst>
                </p:cNvPr>
                <p:cNvSpPr/>
                <p:nvPr/>
              </p:nvSpPr>
              <p:spPr>
                <a:xfrm>
                  <a:off x="3356864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95DD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3" name="pg542">
                  <a:extLst>
                    <a:ext uri="{FF2B5EF4-FFF2-40B4-BE49-F238E27FC236}">
                      <a16:creationId xmlns:a16="http://schemas.microsoft.com/office/drawing/2014/main" id="{623648D8-C87B-D08C-158C-EC3B0FC40C30}"/>
                    </a:ext>
                  </a:extLst>
                </p:cNvPr>
                <p:cNvSpPr/>
                <p:nvPr/>
              </p:nvSpPr>
              <p:spPr>
                <a:xfrm>
                  <a:off x="3438301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4" name="pg543">
                  <a:extLst>
                    <a:ext uri="{FF2B5EF4-FFF2-40B4-BE49-F238E27FC236}">
                      <a16:creationId xmlns:a16="http://schemas.microsoft.com/office/drawing/2014/main" id="{C4DE2547-6636-11EE-77E3-0926BA449477}"/>
                    </a:ext>
                  </a:extLst>
                </p:cNvPr>
                <p:cNvSpPr/>
                <p:nvPr/>
              </p:nvSpPr>
              <p:spPr>
                <a:xfrm>
                  <a:off x="3519738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DD2B1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5" name="pg544">
                  <a:extLst>
                    <a:ext uri="{FF2B5EF4-FFF2-40B4-BE49-F238E27FC236}">
                      <a16:creationId xmlns:a16="http://schemas.microsoft.com/office/drawing/2014/main" id="{C134ABE5-ED88-384B-F314-FF97F4E86BB0}"/>
                    </a:ext>
                  </a:extLst>
                </p:cNvPr>
                <p:cNvSpPr/>
                <p:nvPr/>
              </p:nvSpPr>
              <p:spPr>
                <a:xfrm>
                  <a:off x="3601176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6" name="pg545">
                  <a:extLst>
                    <a:ext uri="{FF2B5EF4-FFF2-40B4-BE49-F238E27FC236}">
                      <a16:creationId xmlns:a16="http://schemas.microsoft.com/office/drawing/2014/main" id="{2039A241-250E-4741-2AEC-4CA759AD2EC9}"/>
                    </a:ext>
                  </a:extLst>
                </p:cNvPr>
                <p:cNvSpPr/>
                <p:nvPr/>
              </p:nvSpPr>
              <p:spPr>
                <a:xfrm>
                  <a:off x="3682613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7" name="pg546">
                  <a:extLst>
                    <a:ext uri="{FF2B5EF4-FFF2-40B4-BE49-F238E27FC236}">
                      <a16:creationId xmlns:a16="http://schemas.microsoft.com/office/drawing/2014/main" id="{535EE218-16F1-DBA7-23BA-5227A85AFC8F}"/>
                    </a:ext>
                  </a:extLst>
                </p:cNvPr>
                <p:cNvSpPr/>
                <p:nvPr/>
              </p:nvSpPr>
              <p:spPr>
                <a:xfrm>
                  <a:off x="3764050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8" name="pg547">
                  <a:extLst>
                    <a:ext uri="{FF2B5EF4-FFF2-40B4-BE49-F238E27FC236}">
                      <a16:creationId xmlns:a16="http://schemas.microsoft.com/office/drawing/2014/main" id="{0C5082BE-8C04-9AA0-9A21-BB9E52ACC4E0}"/>
                    </a:ext>
                  </a:extLst>
                </p:cNvPr>
                <p:cNvSpPr/>
                <p:nvPr/>
              </p:nvSpPr>
              <p:spPr>
                <a:xfrm>
                  <a:off x="3845487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09" name="pg548">
                  <a:extLst>
                    <a:ext uri="{FF2B5EF4-FFF2-40B4-BE49-F238E27FC236}">
                      <a16:creationId xmlns:a16="http://schemas.microsoft.com/office/drawing/2014/main" id="{F6811488-3640-6C84-E50E-60330A549486}"/>
                    </a:ext>
                  </a:extLst>
                </p:cNvPr>
                <p:cNvSpPr/>
                <p:nvPr/>
              </p:nvSpPr>
              <p:spPr>
                <a:xfrm>
                  <a:off x="3926924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0" name="pg549">
                  <a:extLst>
                    <a:ext uri="{FF2B5EF4-FFF2-40B4-BE49-F238E27FC236}">
                      <a16:creationId xmlns:a16="http://schemas.microsoft.com/office/drawing/2014/main" id="{24D7A80D-1191-ECDA-CCDC-45219943A9CF}"/>
                    </a:ext>
                  </a:extLst>
                </p:cNvPr>
                <p:cNvSpPr/>
                <p:nvPr/>
              </p:nvSpPr>
              <p:spPr>
                <a:xfrm>
                  <a:off x="4008361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1" name="pg550">
                  <a:extLst>
                    <a:ext uri="{FF2B5EF4-FFF2-40B4-BE49-F238E27FC236}">
                      <a16:creationId xmlns:a16="http://schemas.microsoft.com/office/drawing/2014/main" id="{1AE5DA05-F492-17F2-9E74-22A75F87A2F8}"/>
                    </a:ext>
                  </a:extLst>
                </p:cNvPr>
                <p:cNvSpPr/>
                <p:nvPr/>
              </p:nvSpPr>
              <p:spPr>
                <a:xfrm>
                  <a:off x="3112553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1D2B2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2" name="pg551">
                  <a:extLst>
                    <a:ext uri="{FF2B5EF4-FFF2-40B4-BE49-F238E27FC236}">
                      <a16:creationId xmlns:a16="http://schemas.microsoft.com/office/drawing/2014/main" id="{1F2F42B0-0503-B38F-6C34-8FE01792D704}"/>
                    </a:ext>
                  </a:extLst>
                </p:cNvPr>
                <p:cNvSpPr/>
                <p:nvPr/>
              </p:nvSpPr>
              <p:spPr>
                <a:xfrm>
                  <a:off x="3193990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3" name="pg552">
                  <a:extLst>
                    <a:ext uri="{FF2B5EF4-FFF2-40B4-BE49-F238E27FC236}">
                      <a16:creationId xmlns:a16="http://schemas.microsoft.com/office/drawing/2014/main" id="{86A5E055-74DA-7294-2B32-7F13EFD679F3}"/>
                    </a:ext>
                  </a:extLst>
                </p:cNvPr>
                <p:cNvSpPr/>
                <p:nvPr/>
              </p:nvSpPr>
              <p:spPr>
                <a:xfrm>
                  <a:off x="3275427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8C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4" name="pg553">
                  <a:extLst>
                    <a:ext uri="{FF2B5EF4-FFF2-40B4-BE49-F238E27FC236}">
                      <a16:creationId xmlns:a16="http://schemas.microsoft.com/office/drawing/2014/main" id="{64BF557E-E598-ABAF-0E63-374159B79476}"/>
                    </a:ext>
                  </a:extLst>
                </p:cNvPr>
                <p:cNvSpPr/>
                <p:nvPr/>
              </p:nvSpPr>
              <p:spPr>
                <a:xfrm>
                  <a:off x="3356864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7B9">
                    <a:alpha val="100000"/>
                  </a:srgbClr>
                </a:solidFill>
                <a:ln w="5420" cap="flat">
                  <a:solidFill>
                    <a:srgbClr val="8E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5" name="pg554">
                  <a:extLst>
                    <a:ext uri="{FF2B5EF4-FFF2-40B4-BE49-F238E27FC236}">
                      <a16:creationId xmlns:a16="http://schemas.microsoft.com/office/drawing/2014/main" id="{9F6FE1BE-0781-8F44-C4C2-3E2C1797C122}"/>
                    </a:ext>
                  </a:extLst>
                </p:cNvPr>
                <p:cNvSpPr/>
                <p:nvPr/>
              </p:nvSpPr>
              <p:spPr>
                <a:xfrm>
                  <a:off x="3438301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6" name="pg555">
                  <a:extLst>
                    <a:ext uri="{FF2B5EF4-FFF2-40B4-BE49-F238E27FC236}">
                      <a16:creationId xmlns:a16="http://schemas.microsoft.com/office/drawing/2014/main" id="{770B88BA-2542-EAE9-94FC-55FBC10A643B}"/>
                    </a:ext>
                  </a:extLst>
                </p:cNvPr>
                <p:cNvSpPr/>
                <p:nvPr/>
              </p:nvSpPr>
              <p:spPr>
                <a:xfrm>
                  <a:off x="3519738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7D0AF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7" name="pg556">
                  <a:extLst>
                    <a:ext uri="{FF2B5EF4-FFF2-40B4-BE49-F238E27FC236}">
                      <a16:creationId xmlns:a16="http://schemas.microsoft.com/office/drawing/2014/main" id="{C4D7F33C-4986-72F0-60E2-0B409ACFC296}"/>
                    </a:ext>
                  </a:extLst>
                </p:cNvPr>
                <p:cNvSpPr/>
                <p:nvPr/>
              </p:nvSpPr>
              <p:spPr>
                <a:xfrm>
                  <a:off x="3601176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8" name="pg557">
                  <a:extLst>
                    <a:ext uri="{FF2B5EF4-FFF2-40B4-BE49-F238E27FC236}">
                      <a16:creationId xmlns:a16="http://schemas.microsoft.com/office/drawing/2014/main" id="{CD9DDFBE-6259-2A19-E2B3-9C76EB522AB8}"/>
                    </a:ext>
                  </a:extLst>
                </p:cNvPr>
                <p:cNvSpPr/>
                <p:nvPr/>
              </p:nvSpPr>
              <p:spPr>
                <a:xfrm>
                  <a:off x="3682613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19" name="pg558">
                  <a:extLst>
                    <a:ext uri="{FF2B5EF4-FFF2-40B4-BE49-F238E27FC236}">
                      <a16:creationId xmlns:a16="http://schemas.microsoft.com/office/drawing/2014/main" id="{BBDD5A29-9376-A905-C73B-313102FA7DDB}"/>
                    </a:ext>
                  </a:extLst>
                </p:cNvPr>
                <p:cNvSpPr/>
                <p:nvPr/>
              </p:nvSpPr>
              <p:spPr>
                <a:xfrm>
                  <a:off x="3764050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0" name="pg559">
                  <a:extLst>
                    <a:ext uri="{FF2B5EF4-FFF2-40B4-BE49-F238E27FC236}">
                      <a16:creationId xmlns:a16="http://schemas.microsoft.com/office/drawing/2014/main" id="{F21A4746-07C2-094E-C988-DC7C241E58B7}"/>
                    </a:ext>
                  </a:extLst>
                </p:cNvPr>
                <p:cNvSpPr/>
                <p:nvPr/>
              </p:nvSpPr>
              <p:spPr>
                <a:xfrm>
                  <a:off x="3845487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1" name="pg560">
                  <a:extLst>
                    <a:ext uri="{FF2B5EF4-FFF2-40B4-BE49-F238E27FC236}">
                      <a16:creationId xmlns:a16="http://schemas.microsoft.com/office/drawing/2014/main" id="{92F415C5-6A4C-9771-A9D3-04ED948B67F6}"/>
                    </a:ext>
                  </a:extLst>
                </p:cNvPr>
                <p:cNvSpPr/>
                <p:nvPr/>
              </p:nvSpPr>
              <p:spPr>
                <a:xfrm>
                  <a:off x="3926924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2" name="pg561">
                  <a:extLst>
                    <a:ext uri="{FF2B5EF4-FFF2-40B4-BE49-F238E27FC236}">
                      <a16:creationId xmlns:a16="http://schemas.microsoft.com/office/drawing/2014/main" id="{A61081FB-3E91-F273-3CEB-E407F9F3ECF0}"/>
                    </a:ext>
                  </a:extLst>
                </p:cNvPr>
                <p:cNvSpPr/>
                <p:nvPr/>
              </p:nvSpPr>
              <p:spPr>
                <a:xfrm>
                  <a:off x="4008361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3" name="pg562">
                  <a:extLst>
                    <a:ext uri="{FF2B5EF4-FFF2-40B4-BE49-F238E27FC236}">
                      <a16:creationId xmlns:a16="http://schemas.microsoft.com/office/drawing/2014/main" id="{47C77EB3-B2C7-936E-25B6-88788C04D1F0}"/>
                    </a:ext>
                  </a:extLst>
                </p:cNvPr>
                <p:cNvSpPr/>
                <p:nvPr/>
              </p:nvSpPr>
              <p:spPr>
                <a:xfrm>
                  <a:off x="3275427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4" name="pg563">
                  <a:extLst>
                    <a:ext uri="{FF2B5EF4-FFF2-40B4-BE49-F238E27FC236}">
                      <a16:creationId xmlns:a16="http://schemas.microsoft.com/office/drawing/2014/main" id="{33B0412D-3B19-AC94-381F-C81371F4D66D}"/>
                    </a:ext>
                  </a:extLst>
                </p:cNvPr>
                <p:cNvSpPr/>
                <p:nvPr/>
              </p:nvSpPr>
              <p:spPr>
                <a:xfrm>
                  <a:off x="3356864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5" name="pg564">
                  <a:extLst>
                    <a:ext uri="{FF2B5EF4-FFF2-40B4-BE49-F238E27FC236}">
                      <a16:creationId xmlns:a16="http://schemas.microsoft.com/office/drawing/2014/main" id="{A71E5065-BB5D-2392-4C80-285758035F34}"/>
                    </a:ext>
                  </a:extLst>
                </p:cNvPr>
                <p:cNvSpPr/>
                <p:nvPr/>
              </p:nvSpPr>
              <p:spPr>
                <a:xfrm>
                  <a:off x="3438301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1D3B2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6" name="pg565">
                  <a:extLst>
                    <a:ext uri="{FF2B5EF4-FFF2-40B4-BE49-F238E27FC236}">
                      <a16:creationId xmlns:a16="http://schemas.microsoft.com/office/drawing/2014/main" id="{BD656340-754B-1843-3C91-A9A5E5737736}"/>
                    </a:ext>
                  </a:extLst>
                </p:cNvPr>
                <p:cNvSpPr/>
                <p:nvPr/>
              </p:nvSpPr>
              <p:spPr>
                <a:xfrm>
                  <a:off x="3519738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7" name="pg566">
                  <a:extLst>
                    <a:ext uri="{FF2B5EF4-FFF2-40B4-BE49-F238E27FC236}">
                      <a16:creationId xmlns:a16="http://schemas.microsoft.com/office/drawing/2014/main" id="{7548C6D4-E723-A9F8-A766-5650D57DC4F5}"/>
                    </a:ext>
                  </a:extLst>
                </p:cNvPr>
                <p:cNvSpPr/>
                <p:nvPr/>
              </p:nvSpPr>
              <p:spPr>
                <a:xfrm>
                  <a:off x="3601176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8" name="pg567">
                  <a:extLst>
                    <a:ext uri="{FF2B5EF4-FFF2-40B4-BE49-F238E27FC236}">
                      <a16:creationId xmlns:a16="http://schemas.microsoft.com/office/drawing/2014/main" id="{86EC41A1-31B3-8B16-261A-24D94EAA4127}"/>
                    </a:ext>
                  </a:extLst>
                </p:cNvPr>
                <p:cNvSpPr/>
                <p:nvPr/>
              </p:nvSpPr>
              <p:spPr>
                <a:xfrm>
                  <a:off x="3682613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29" name="pg568">
                  <a:extLst>
                    <a:ext uri="{FF2B5EF4-FFF2-40B4-BE49-F238E27FC236}">
                      <a16:creationId xmlns:a16="http://schemas.microsoft.com/office/drawing/2014/main" id="{12AC2B54-784F-7780-4FDB-26BA2C31E3A2}"/>
                    </a:ext>
                  </a:extLst>
                </p:cNvPr>
                <p:cNvSpPr/>
                <p:nvPr/>
              </p:nvSpPr>
              <p:spPr>
                <a:xfrm>
                  <a:off x="3764050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0" name="pg569">
                  <a:extLst>
                    <a:ext uri="{FF2B5EF4-FFF2-40B4-BE49-F238E27FC236}">
                      <a16:creationId xmlns:a16="http://schemas.microsoft.com/office/drawing/2014/main" id="{6DB8A8D1-6CEA-08A1-7DE1-8829644298BE}"/>
                    </a:ext>
                  </a:extLst>
                </p:cNvPr>
                <p:cNvSpPr/>
                <p:nvPr/>
              </p:nvSpPr>
              <p:spPr>
                <a:xfrm>
                  <a:off x="3845487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1" name="pg570">
                  <a:extLst>
                    <a:ext uri="{FF2B5EF4-FFF2-40B4-BE49-F238E27FC236}">
                      <a16:creationId xmlns:a16="http://schemas.microsoft.com/office/drawing/2014/main" id="{3C141641-09D1-B84A-069A-38DC85178F84}"/>
                    </a:ext>
                  </a:extLst>
                </p:cNvPr>
                <p:cNvSpPr/>
                <p:nvPr/>
              </p:nvSpPr>
              <p:spPr>
                <a:xfrm>
                  <a:off x="3926924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2" name="pg571">
                  <a:extLst>
                    <a:ext uri="{FF2B5EF4-FFF2-40B4-BE49-F238E27FC236}">
                      <a16:creationId xmlns:a16="http://schemas.microsoft.com/office/drawing/2014/main" id="{D14D841F-29A2-B1B4-A6EC-58B6FBA87C49}"/>
                    </a:ext>
                  </a:extLst>
                </p:cNvPr>
                <p:cNvSpPr/>
                <p:nvPr/>
              </p:nvSpPr>
              <p:spPr>
                <a:xfrm>
                  <a:off x="4008361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47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3" name="pg572">
                  <a:extLst>
                    <a:ext uri="{FF2B5EF4-FFF2-40B4-BE49-F238E27FC236}">
                      <a16:creationId xmlns:a16="http://schemas.microsoft.com/office/drawing/2014/main" id="{3520EF3A-8726-3F5B-31DE-97F28C18AB64}"/>
                    </a:ext>
                  </a:extLst>
                </p:cNvPr>
                <p:cNvSpPr/>
                <p:nvPr/>
              </p:nvSpPr>
              <p:spPr>
                <a:xfrm>
                  <a:off x="3356864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4" name="pg573">
                  <a:extLst>
                    <a:ext uri="{FF2B5EF4-FFF2-40B4-BE49-F238E27FC236}">
                      <a16:creationId xmlns:a16="http://schemas.microsoft.com/office/drawing/2014/main" id="{9F9470F3-0208-97CD-17BC-638CC5D91342}"/>
                    </a:ext>
                  </a:extLst>
                </p:cNvPr>
                <p:cNvSpPr/>
                <p:nvPr/>
              </p:nvSpPr>
              <p:spPr>
                <a:xfrm>
                  <a:off x="3438301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5" name="pg574">
                  <a:extLst>
                    <a:ext uri="{FF2B5EF4-FFF2-40B4-BE49-F238E27FC236}">
                      <a16:creationId xmlns:a16="http://schemas.microsoft.com/office/drawing/2014/main" id="{2A9F53BF-77E4-2903-B5E5-8CC41A547BEB}"/>
                    </a:ext>
                  </a:extLst>
                </p:cNvPr>
                <p:cNvSpPr/>
                <p:nvPr/>
              </p:nvSpPr>
              <p:spPr>
                <a:xfrm>
                  <a:off x="3519738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6" name="pg575">
                  <a:extLst>
                    <a:ext uri="{FF2B5EF4-FFF2-40B4-BE49-F238E27FC236}">
                      <a16:creationId xmlns:a16="http://schemas.microsoft.com/office/drawing/2014/main" id="{22CE141B-3BCA-ACD9-21C3-ACBE6770365C}"/>
                    </a:ext>
                  </a:extLst>
                </p:cNvPr>
                <p:cNvSpPr/>
                <p:nvPr/>
              </p:nvSpPr>
              <p:spPr>
                <a:xfrm>
                  <a:off x="3601176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7" name="pg576">
                  <a:extLst>
                    <a:ext uri="{FF2B5EF4-FFF2-40B4-BE49-F238E27FC236}">
                      <a16:creationId xmlns:a16="http://schemas.microsoft.com/office/drawing/2014/main" id="{83E9EB0D-A0F6-07ED-2C88-0DB548A45B06}"/>
                    </a:ext>
                  </a:extLst>
                </p:cNvPr>
                <p:cNvSpPr/>
                <p:nvPr/>
              </p:nvSpPr>
              <p:spPr>
                <a:xfrm>
                  <a:off x="3682613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8" name="pg577">
                  <a:extLst>
                    <a:ext uri="{FF2B5EF4-FFF2-40B4-BE49-F238E27FC236}">
                      <a16:creationId xmlns:a16="http://schemas.microsoft.com/office/drawing/2014/main" id="{B52557F7-DB31-F62A-A19F-9DEFA0352839}"/>
                    </a:ext>
                  </a:extLst>
                </p:cNvPr>
                <p:cNvSpPr/>
                <p:nvPr/>
              </p:nvSpPr>
              <p:spPr>
                <a:xfrm>
                  <a:off x="3764050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39" name="pg578">
                  <a:extLst>
                    <a:ext uri="{FF2B5EF4-FFF2-40B4-BE49-F238E27FC236}">
                      <a16:creationId xmlns:a16="http://schemas.microsoft.com/office/drawing/2014/main" id="{6B8805C2-D65B-E2C3-65DD-11CFE31C8B6A}"/>
                    </a:ext>
                  </a:extLst>
                </p:cNvPr>
                <p:cNvSpPr/>
                <p:nvPr/>
              </p:nvSpPr>
              <p:spPr>
                <a:xfrm>
                  <a:off x="3845487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0" name="pg579">
                  <a:extLst>
                    <a:ext uri="{FF2B5EF4-FFF2-40B4-BE49-F238E27FC236}">
                      <a16:creationId xmlns:a16="http://schemas.microsoft.com/office/drawing/2014/main" id="{8B0E67E0-100B-5B32-2D0C-1FF63ACB4734}"/>
                    </a:ext>
                  </a:extLst>
                </p:cNvPr>
                <p:cNvSpPr/>
                <p:nvPr/>
              </p:nvSpPr>
              <p:spPr>
                <a:xfrm>
                  <a:off x="3926924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1" name="pg580">
                  <a:extLst>
                    <a:ext uri="{FF2B5EF4-FFF2-40B4-BE49-F238E27FC236}">
                      <a16:creationId xmlns:a16="http://schemas.microsoft.com/office/drawing/2014/main" id="{A639BBA0-A906-DAC1-88F5-A3520C5C103B}"/>
                    </a:ext>
                  </a:extLst>
                </p:cNvPr>
                <p:cNvSpPr/>
                <p:nvPr/>
              </p:nvSpPr>
              <p:spPr>
                <a:xfrm>
                  <a:off x="4008361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2" name="pg581">
                  <a:extLst>
                    <a:ext uri="{FF2B5EF4-FFF2-40B4-BE49-F238E27FC236}">
                      <a16:creationId xmlns:a16="http://schemas.microsoft.com/office/drawing/2014/main" id="{295AABCA-B4B0-02CE-6A72-68B36D077401}"/>
                    </a:ext>
                  </a:extLst>
                </p:cNvPr>
                <p:cNvSpPr/>
                <p:nvPr/>
              </p:nvSpPr>
              <p:spPr>
                <a:xfrm>
                  <a:off x="3438301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3" name="pg582">
                  <a:extLst>
                    <a:ext uri="{FF2B5EF4-FFF2-40B4-BE49-F238E27FC236}">
                      <a16:creationId xmlns:a16="http://schemas.microsoft.com/office/drawing/2014/main" id="{B3C6CA22-4A70-9103-C1EF-DE42A9AD326A}"/>
                    </a:ext>
                  </a:extLst>
                </p:cNvPr>
                <p:cNvSpPr/>
                <p:nvPr/>
              </p:nvSpPr>
              <p:spPr>
                <a:xfrm>
                  <a:off x="3519738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4" name="pg583">
                  <a:extLst>
                    <a:ext uri="{FF2B5EF4-FFF2-40B4-BE49-F238E27FC236}">
                      <a16:creationId xmlns:a16="http://schemas.microsoft.com/office/drawing/2014/main" id="{1974B217-AD31-EEFF-6419-519C9278BEB8}"/>
                    </a:ext>
                  </a:extLst>
                </p:cNvPr>
                <p:cNvSpPr/>
                <p:nvPr/>
              </p:nvSpPr>
              <p:spPr>
                <a:xfrm>
                  <a:off x="3601176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5" name="pg584">
                  <a:extLst>
                    <a:ext uri="{FF2B5EF4-FFF2-40B4-BE49-F238E27FC236}">
                      <a16:creationId xmlns:a16="http://schemas.microsoft.com/office/drawing/2014/main" id="{60B93ED8-3364-7545-A090-2F04A92021D9}"/>
                    </a:ext>
                  </a:extLst>
                </p:cNvPr>
                <p:cNvSpPr/>
                <p:nvPr/>
              </p:nvSpPr>
              <p:spPr>
                <a:xfrm>
                  <a:off x="3682613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6" name="pg585">
                  <a:extLst>
                    <a:ext uri="{FF2B5EF4-FFF2-40B4-BE49-F238E27FC236}">
                      <a16:creationId xmlns:a16="http://schemas.microsoft.com/office/drawing/2014/main" id="{14F499D5-7295-D3D4-B8E2-1302E4094E53}"/>
                    </a:ext>
                  </a:extLst>
                </p:cNvPr>
                <p:cNvSpPr/>
                <p:nvPr/>
              </p:nvSpPr>
              <p:spPr>
                <a:xfrm>
                  <a:off x="3764050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7" name="pg586">
                  <a:extLst>
                    <a:ext uri="{FF2B5EF4-FFF2-40B4-BE49-F238E27FC236}">
                      <a16:creationId xmlns:a16="http://schemas.microsoft.com/office/drawing/2014/main" id="{976BB68F-0F47-BAC9-0337-D0CEA5739DF0}"/>
                    </a:ext>
                  </a:extLst>
                </p:cNvPr>
                <p:cNvSpPr/>
                <p:nvPr/>
              </p:nvSpPr>
              <p:spPr>
                <a:xfrm>
                  <a:off x="3845487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8" name="pg587">
                  <a:extLst>
                    <a:ext uri="{FF2B5EF4-FFF2-40B4-BE49-F238E27FC236}">
                      <a16:creationId xmlns:a16="http://schemas.microsoft.com/office/drawing/2014/main" id="{DBFF1D38-4133-2EE9-A671-217A108392EF}"/>
                    </a:ext>
                  </a:extLst>
                </p:cNvPr>
                <p:cNvSpPr/>
                <p:nvPr/>
              </p:nvSpPr>
              <p:spPr>
                <a:xfrm>
                  <a:off x="3926924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49" name="pg588">
                  <a:extLst>
                    <a:ext uri="{FF2B5EF4-FFF2-40B4-BE49-F238E27FC236}">
                      <a16:creationId xmlns:a16="http://schemas.microsoft.com/office/drawing/2014/main" id="{171EF5A3-F201-E82A-A0F3-FB198A85B45B}"/>
                    </a:ext>
                  </a:extLst>
                </p:cNvPr>
                <p:cNvSpPr/>
                <p:nvPr/>
              </p:nvSpPr>
              <p:spPr>
                <a:xfrm>
                  <a:off x="4008361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0" name="pg589">
                  <a:extLst>
                    <a:ext uri="{FF2B5EF4-FFF2-40B4-BE49-F238E27FC236}">
                      <a16:creationId xmlns:a16="http://schemas.microsoft.com/office/drawing/2014/main" id="{5B5666D3-769F-6E00-EF46-293065274464}"/>
                    </a:ext>
                  </a:extLst>
                </p:cNvPr>
                <p:cNvSpPr/>
                <p:nvPr/>
              </p:nvSpPr>
              <p:spPr>
                <a:xfrm>
                  <a:off x="4089798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1" name="pg590">
                  <a:extLst>
                    <a:ext uri="{FF2B5EF4-FFF2-40B4-BE49-F238E27FC236}">
                      <a16:creationId xmlns:a16="http://schemas.microsoft.com/office/drawing/2014/main" id="{764A4C48-20F3-C425-68E7-FAB0990140B7}"/>
                    </a:ext>
                  </a:extLst>
                </p:cNvPr>
                <p:cNvSpPr/>
                <p:nvPr/>
              </p:nvSpPr>
              <p:spPr>
                <a:xfrm>
                  <a:off x="3682613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2" name="pg591">
                  <a:extLst>
                    <a:ext uri="{FF2B5EF4-FFF2-40B4-BE49-F238E27FC236}">
                      <a16:creationId xmlns:a16="http://schemas.microsoft.com/office/drawing/2014/main" id="{2D70E494-4B36-D8D4-ACAF-F9BF9771ECBB}"/>
                    </a:ext>
                  </a:extLst>
                </p:cNvPr>
                <p:cNvSpPr/>
                <p:nvPr/>
              </p:nvSpPr>
              <p:spPr>
                <a:xfrm>
                  <a:off x="3764050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54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3" name="pg592">
                  <a:extLst>
                    <a:ext uri="{FF2B5EF4-FFF2-40B4-BE49-F238E27FC236}">
                      <a16:creationId xmlns:a16="http://schemas.microsoft.com/office/drawing/2014/main" id="{4CF118F3-DA9F-D765-9F6F-9B2AC46560CD}"/>
                    </a:ext>
                  </a:extLst>
                </p:cNvPr>
                <p:cNvSpPr/>
                <p:nvPr/>
              </p:nvSpPr>
              <p:spPr>
                <a:xfrm>
                  <a:off x="3845487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4" name="pg593">
                  <a:extLst>
                    <a:ext uri="{FF2B5EF4-FFF2-40B4-BE49-F238E27FC236}">
                      <a16:creationId xmlns:a16="http://schemas.microsoft.com/office/drawing/2014/main" id="{68898670-7EF3-C279-1B9A-635D51DE747C}"/>
                    </a:ext>
                  </a:extLst>
                </p:cNvPr>
                <p:cNvSpPr/>
                <p:nvPr/>
              </p:nvSpPr>
              <p:spPr>
                <a:xfrm>
                  <a:off x="3926924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5" name="pg594">
                  <a:extLst>
                    <a:ext uri="{FF2B5EF4-FFF2-40B4-BE49-F238E27FC236}">
                      <a16:creationId xmlns:a16="http://schemas.microsoft.com/office/drawing/2014/main" id="{996DE03A-72DC-3FF2-388F-BADB3DC3DF57}"/>
                    </a:ext>
                  </a:extLst>
                </p:cNvPr>
                <p:cNvSpPr/>
                <p:nvPr/>
              </p:nvSpPr>
              <p:spPr>
                <a:xfrm>
                  <a:off x="4008361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6" name="pg595">
                  <a:extLst>
                    <a:ext uri="{FF2B5EF4-FFF2-40B4-BE49-F238E27FC236}">
                      <a16:creationId xmlns:a16="http://schemas.microsoft.com/office/drawing/2014/main" id="{C7912AD1-CAFB-1DB8-F84E-EE8A7E249834}"/>
                    </a:ext>
                  </a:extLst>
                </p:cNvPr>
                <p:cNvSpPr/>
                <p:nvPr/>
              </p:nvSpPr>
              <p:spPr>
                <a:xfrm>
                  <a:off x="4089798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7" name="pg596">
                  <a:extLst>
                    <a:ext uri="{FF2B5EF4-FFF2-40B4-BE49-F238E27FC236}">
                      <a16:creationId xmlns:a16="http://schemas.microsoft.com/office/drawing/2014/main" id="{1CAEE888-B5C5-3E97-17FD-930F6B0A6D06}"/>
                    </a:ext>
                  </a:extLst>
                </p:cNvPr>
                <p:cNvSpPr/>
                <p:nvPr/>
              </p:nvSpPr>
              <p:spPr>
                <a:xfrm>
                  <a:off x="3275427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B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8" name="pg597">
                  <a:extLst>
                    <a:ext uri="{FF2B5EF4-FFF2-40B4-BE49-F238E27FC236}">
                      <a16:creationId xmlns:a16="http://schemas.microsoft.com/office/drawing/2014/main" id="{91BB6D64-6384-3364-E986-4467CC645D38}"/>
                    </a:ext>
                  </a:extLst>
                </p:cNvPr>
                <p:cNvSpPr/>
                <p:nvPr/>
              </p:nvSpPr>
              <p:spPr>
                <a:xfrm>
                  <a:off x="3601176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59" name="pg598">
                  <a:extLst>
                    <a:ext uri="{FF2B5EF4-FFF2-40B4-BE49-F238E27FC236}">
                      <a16:creationId xmlns:a16="http://schemas.microsoft.com/office/drawing/2014/main" id="{1708481B-6B69-081A-F276-436D329F248E}"/>
                    </a:ext>
                  </a:extLst>
                </p:cNvPr>
                <p:cNvSpPr/>
                <p:nvPr/>
              </p:nvSpPr>
              <p:spPr>
                <a:xfrm>
                  <a:off x="3682613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0" name="pg599">
                  <a:extLst>
                    <a:ext uri="{FF2B5EF4-FFF2-40B4-BE49-F238E27FC236}">
                      <a16:creationId xmlns:a16="http://schemas.microsoft.com/office/drawing/2014/main" id="{5A23A27C-F3AD-428A-40F8-FB64BE0577A4}"/>
                    </a:ext>
                  </a:extLst>
                </p:cNvPr>
                <p:cNvSpPr/>
                <p:nvPr/>
              </p:nvSpPr>
              <p:spPr>
                <a:xfrm>
                  <a:off x="3764050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1" name="pg600">
                  <a:extLst>
                    <a:ext uri="{FF2B5EF4-FFF2-40B4-BE49-F238E27FC236}">
                      <a16:creationId xmlns:a16="http://schemas.microsoft.com/office/drawing/2014/main" id="{EF999B3E-4D87-B0AC-9CB2-5ECC435436FB}"/>
                    </a:ext>
                  </a:extLst>
                </p:cNvPr>
                <p:cNvSpPr/>
                <p:nvPr/>
              </p:nvSpPr>
              <p:spPr>
                <a:xfrm>
                  <a:off x="3845487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2" name="pg601">
                  <a:extLst>
                    <a:ext uri="{FF2B5EF4-FFF2-40B4-BE49-F238E27FC236}">
                      <a16:creationId xmlns:a16="http://schemas.microsoft.com/office/drawing/2014/main" id="{B399B8B9-C274-B350-735C-7754901D31D3}"/>
                    </a:ext>
                  </a:extLst>
                </p:cNvPr>
                <p:cNvSpPr/>
                <p:nvPr/>
              </p:nvSpPr>
              <p:spPr>
                <a:xfrm>
                  <a:off x="3926924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3" name="pg602">
                  <a:extLst>
                    <a:ext uri="{FF2B5EF4-FFF2-40B4-BE49-F238E27FC236}">
                      <a16:creationId xmlns:a16="http://schemas.microsoft.com/office/drawing/2014/main" id="{FF5749F2-0AA0-E1D9-A889-0D6F374CD1D8}"/>
                    </a:ext>
                  </a:extLst>
                </p:cNvPr>
                <p:cNvSpPr/>
                <p:nvPr/>
              </p:nvSpPr>
              <p:spPr>
                <a:xfrm>
                  <a:off x="4008361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4" name="pg603">
                  <a:extLst>
                    <a:ext uri="{FF2B5EF4-FFF2-40B4-BE49-F238E27FC236}">
                      <a16:creationId xmlns:a16="http://schemas.microsoft.com/office/drawing/2014/main" id="{4A84995D-72CF-808D-7F6C-13F8F1497357}"/>
                    </a:ext>
                  </a:extLst>
                </p:cNvPr>
                <p:cNvSpPr/>
                <p:nvPr/>
              </p:nvSpPr>
              <p:spPr>
                <a:xfrm>
                  <a:off x="4089798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5" name="pg604">
                  <a:extLst>
                    <a:ext uri="{FF2B5EF4-FFF2-40B4-BE49-F238E27FC236}">
                      <a16:creationId xmlns:a16="http://schemas.microsoft.com/office/drawing/2014/main" id="{B75DE63F-FB43-1270-D487-1608D0AC02CB}"/>
                    </a:ext>
                  </a:extLst>
                </p:cNvPr>
                <p:cNvSpPr/>
                <p:nvPr/>
              </p:nvSpPr>
              <p:spPr>
                <a:xfrm>
                  <a:off x="3193990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6" name="pg605">
                  <a:extLst>
                    <a:ext uri="{FF2B5EF4-FFF2-40B4-BE49-F238E27FC236}">
                      <a16:creationId xmlns:a16="http://schemas.microsoft.com/office/drawing/2014/main" id="{C8D6EFE1-0AFB-9546-9AFB-FA40B107FED6}"/>
                    </a:ext>
                  </a:extLst>
                </p:cNvPr>
                <p:cNvSpPr/>
                <p:nvPr/>
              </p:nvSpPr>
              <p:spPr>
                <a:xfrm>
                  <a:off x="3275427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7" name="pg606">
                  <a:extLst>
                    <a:ext uri="{FF2B5EF4-FFF2-40B4-BE49-F238E27FC236}">
                      <a16:creationId xmlns:a16="http://schemas.microsoft.com/office/drawing/2014/main" id="{B70F7F2A-378B-7F1A-A80E-41E4BB535488}"/>
                    </a:ext>
                  </a:extLst>
                </p:cNvPr>
                <p:cNvSpPr/>
                <p:nvPr/>
              </p:nvSpPr>
              <p:spPr>
                <a:xfrm>
                  <a:off x="3356864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8" name="pg607">
                  <a:extLst>
                    <a:ext uri="{FF2B5EF4-FFF2-40B4-BE49-F238E27FC236}">
                      <a16:creationId xmlns:a16="http://schemas.microsoft.com/office/drawing/2014/main" id="{4C84BFC1-B3E9-3990-C85A-05B5B36A5141}"/>
                    </a:ext>
                  </a:extLst>
                </p:cNvPr>
                <p:cNvSpPr/>
                <p:nvPr/>
              </p:nvSpPr>
              <p:spPr>
                <a:xfrm>
                  <a:off x="3438301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7AB">
                    <a:alpha val="100000"/>
                  </a:srgbClr>
                </a:solidFill>
                <a:ln w="5420" cap="flat">
                  <a:solidFill>
                    <a:srgbClr val="57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69" name="pg608">
                  <a:extLst>
                    <a:ext uri="{FF2B5EF4-FFF2-40B4-BE49-F238E27FC236}">
                      <a16:creationId xmlns:a16="http://schemas.microsoft.com/office/drawing/2014/main" id="{003EF19D-D7F9-39D6-9EEF-F67C39F9D452}"/>
                    </a:ext>
                  </a:extLst>
                </p:cNvPr>
                <p:cNvSpPr/>
                <p:nvPr/>
              </p:nvSpPr>
              <p:spPr>
                <a:xfrm>
                  <a:off x="3519738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0" name="pg609">
                  <a:extLst>
                    <a:ext uri="{FF2B5EF4-FFF2-40B4-BE49-F238E27FC236}">
                      <a16:creationId xmlns:a16="http://schemas.microsoft.com/office/drawing/2014/main" id="{D3177FF0-BE7D-BBF3-6E1D-1A13B861DDAF}"/>
                    </a:ext>
                  </a:extLst>
                </p:cNvPr>
                <p:cNvSpPr/>
                <p:nvPr/>
              </p:nvSpPr>
              <p:spPr>
                <a:xfrm>
                  <a:off x="3601176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1" name="pg610">
                  <a:extLst>
                    <a:ext uri="{FF2B5EF4-FFF2-40B4-BE49-F238E27FC236}">
                      <a16:creationId xmlns:a16="http://schemas.microsoft.com/office/drawing/2014/main" id="{5BE68AAF-1DFF-2289-4EE5-94274A7AC3FF}"/>
                    </a:ext>
                  </a:extLst>
                </p:cNvPr>
                <p:cNvSpPr/>
                <p:nvPr/>
              </p:nvSpPr>
              <p:spPr>
                <a:xfrm>
                  <a:off x="3682613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2" name="pg611">
                  <a:extLst>
                    <a:ext uri="{FF2B5EF4-FFF2-40B4-BE49-F238E27FC236}">
                      <a16:creationId xmlns:a16="http://schemas.microsoft.com/office/drawing/2014/main" id="{16C62EEC-9B42-61D9-592F-E39DA7EACF26}"/>
                    </a:ext>
                  </a:extLst>
                </p:cNvPr>
                <p:cNvSpPr/>
                <p:nvPr/>
              </p:nvSpPr>
              <p:spPr>
                <a:xfrm>
                  <a:off x="3764050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3" name="pg612">
                  <a:extLst>
                    <a:ext uri="{FF2B5EF4-FFF2-40B4-BE49-F238E27FC236}">
                      <a16:creationId xmlns:a16="http://schemas.microsoft.com/office/drawing/2014/main" id="{7A620A38-4796-9392-2347-222523D761F0}"/>
                    </a:ext>
                  </a:extLst>
                </p:cNvPr>
                <p:cNvSpPr/>
                <p:nvPr/>
              </p:nvSpPr>
              <p:spPr>
                <a:xfrm>
                  <a:off x="3845487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AAA">
                    <a:alpha val="100000"/>
                  </a:srgbClr>
                </a:solidFill>
                <a:ln w="5420" cap="flat">
                  <a:solidFill>
                    <a:srgbClr val="4F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4" name="pg613">
                  <a:extLst>
                    <a:ext uri="{FF2B5EF4-FFF2-40B4-BE49-F238E27FC236}">
                      <a16:creationId xmlns:a16="http://schemas.microsoft.com/office/drawing/2014/main" id="{05ACEAD8-CB00-CEB2-686D-F9E97577B6C9}"/>
                    </a:ext>
                  </a:extLst>
                </p:cNvPr>
                <p:cNvSpPr/>
                <p:nvPr/>
              </p:nvSpPr>
              <p:spPr>
                <a:xfrm>
                  <a:off x="3926924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8AA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5" name="pg614">
                  <a:extLst>
                    <a:ext uri="{FF2B5EF4-FFF2-40B4-BE49-F238E27FC236}">
                      <a16:creationId xmlns:a16="http://schemas.microsoft.com/office/drawing/2014/main" id="{8C345421-0BB4-1D76-BD0C-59F88D85C896}"/>
                    </a:ext>
                  </a:extLst>
                </p:cNvPr>
                <p:cNvSpPr/>
                <p:nvPr/>
              </p:nvSpPr>
              <p:spPr>
                <a:xfrm>
                  <a:off x="4008361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6" name="pg615">
                  <a:extLst>
                    <a:ext uri="{FF2B5EF4-FFF2-40B4-BE49-F238E27FC236}">
                      <a16:creationId xmlns:a16="http://schemas.microsoft.com/office/drawing/2014/main" id="{73E25818-1E02-07C1-A458-C15B6BD0F946}"/>
                    </a:ext>
                  </a:extLst>
                </p:cNvPr>
                <p:cNvSpPr/>
                <p:nvPr/>
              </p:nvSpPr>
              <p:spPr>
                <a:xfrm>
                  <a:off x="4089798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7" name="pg616">
                  <a:extLst>
                    <a:ext uri="{FF2B5EF4-FFF2-40B4-BE49-F238E27FC236}">
                      <a16:creationId xmlns:a16="http://schemas.microsoft.com/office/drawing/2014/main" id="{1E47A83D-4319-470A-1C82-FB5B3429393B}"/>
                    </a:ext>
                  </a:extLst>
                </p:cNvPr>
                <p:cNvSpPr/>
                <p:nvPr/>
              </p:nvSpPr>
              <p:spPr>
                <a:xfrm>
                  <a:off x="3112553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8" name="pg617">
                  <a:extLst>
                    <a:ext uri="{FF2B5EF4-FFF2-40B4-BE49-F238E27FC236}">
                      <a16:creationId xmlns:a16="http://schemas.microsoft.com/office/drawing/2014/main" id="{8065B0DC-4FFD-37BD-6E63-E38F81837CCD}"/>
                    </a:ext>
                  </a:extLst>
                </p:cNvPr>
                <p:cNvSpPr/>
                <p:nvPr/>
              </p:nvSpPr>
              <p:spPr>
                <a:xfrm>
                  <a:off x="3193990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79" name="pg618">
                  <a:extLst>
                    <a:ext uri="{FF2B5EF4-FFF2-40B4-BE49-F238E27FC236}">
                      <a16:creationId xmlns:a16="http://schemas.microsoft.com/office/drawing/2014/main" id="{768E491B-44FA-2BCC-01D5-33179E20C385}"/>
                    </a:ext>
                  </a:extLst>
                </p:cNvPr>
                <p:cNvSpPr/>
                <p:nvPr/>
              </p:nvSpPr>
              <p:spPr>
                <a:xfrm>
                  <a:off x="3275427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0" name="pg619">
                  <a:extLst>
                    <a:ext uri="{FF2B5EF4-FFF2-40B4-BE49-F238E27FC236}">
                      <a16:creationId xmlns:a16="http://schemas.microsoft.com/office/drawing/2014/main" id="{55875991-C654-6D78-16C4-F1399E3E9673}"/>
                    </a:ext>
                  </a:extLst>
                </p:cNvPr>
                <p:cNvSpPr/>
                <p:nvPr/>
              </p:nvSpPr>
              <p:spPr>
                <a:xfrm>
                  <a:off x="3356864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1" name="pg620">
                  <a:extLst>
                    <a:ext uri="{FF2B5EF4-FFF2-40B4-BE49-F238E27FC236}">
                      <a16:creationId xmlns:a16="http://schemas.microsoft.com/office/drawing/2014/main" id="{EDA19192-CA23-9A1A-FF85-E591D076BC54}"/>
                    </a:ext>
                  </a:extLst>
                </p:cNvPr>
                <p:cNvSpPr/>
                <p:nvPr/>
              </p:nvSpPr>
              <p:spPr>
                <a:xfrm>
                  <a:off x="3438301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2" name="pg621">
                  <a:extLst>
                    <a:ext uri="{FF2B5EF4-FFF2-40B4-BE49-F238E27FC236}">
                      <a16:creationId xmlns:a16="http://schemas.microsoft.com/office/drawing/2014/main" id="{BBC34112-1D3D-94EF-8B3F-46F8BDFB7E17}"/>
                    </a:ext>
                  </a:extLst>
                </p:cNvPr>
                <p:cNvSpPr/>
                <p:nvPr/>
              </p:nvSpPr>
              <p:spPr>
                <a:xfrm>
                  <a:off x="3519738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3" name="pg622">
                  <a:extLst>
                    <a:ext uri="{FF2B5EF4-FFF2-40B4-BE49-F238E27FC236}">
                      <a16:creationId xmlns:a16="http://schemas.microsoft.com/office/drawing/2014/main" id="{65EF824B-D3C5-C018-BDB5-5C7D982D649B}"/>
                    </a:ext>
                  </a:extLst>
                </p:cNvPr>
                <p:cNvSpPr/>
                <p:nvPr/>
              </p:nvSpPr>
              <p:spPr>
                <a:xfrm>
                  <a:off x="3601176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4" name="pg623">
                  <a:extLst>
                    <a:ext uri="{FF2B5EF4-FFF2-40B4-BE49-F238E27FC236}">
                      <a16:creationId xmlns:a16="http://schemas.microsoft.com/office/drawing/2014/main" id="{DC32379F-96BB-232A-9E4B-F950A8C60767}"/>
                    </a:ext>
                  </a:extLst>
                </p:cNvPr>
                <p:cNvSpPr/>
                <p:nvPr/>
              </p:nvSpPr>
              <p:spPr>
                <a:xfrm>
                  <a:off x="3682613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AAA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5" name="pg624">
                  <a:extLst>
                    <a:ext uri="{FF2B5EF4-FFF2-40B4-BE49-F238E27FC236}">
                      <a16:creationId xmlns:a16="http://schemas.microsoft.com/office/drawing/2014/main" id="{B6907C86-8CB8-CA4C-5FD3-4EE6F6F0E0DD}"/>
                    </a:ext>
                  </a:extLst>
                </p:cNvPr>
                <p:cNvSpPr/>
                <p:nvPr/>
              </p:nvSpPr>
              <p:spPr>
                <a:xfrm>
                  <a:off x="3764050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6" name="pg625">
                  <a:extLst>
                    <a:ext uri="{FF2B5EF4-FFF2-40B4-BE49-F238E27FC236}">
                      <a16:creationId xmlns:a16="http://schemas.microsoft.com/office/drawing/2014/main" id="{F27E566A-94F0-E4B9-0B45-946C21F0AD0F}"/>
                    </a:ext>
                  </a:extLst>
                </p:cNvPr>
                <p:cNvSpPr/>
                <p:nvPr/>
              </p:nvSpPr>
              <p:spPr>
                <a:xfrm>
                  <a:off x="3845487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7" name="pg626">
                  <a:extLst>
                    <a:ext uri="{FF2B5EF4-FFF2-40B4-BE49-F238E27FC236}">
                      <a16:creationId xmlns:a16="http://schemas.microsoft.com/office/drawing/2014/main" id="{DFC7B351-B7B0-4E3D-BCD6-4D02BC75C81D}"/>
                    </a:ext>
                  </a:extLst>
                </p:cNvPr>
                <p:cNvSpPr/>
                <p:nvPr/>
              </p:nvSpPr>
              <p:spPr>
                <a:xfrm>
                  <a:off x="3926924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6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8" name="pg627">
                  <a:extLst>
                    <a:ext uri="{FF2B5EF4-FFF2-40B4-BE49-F238E27FC236}">
                      <a16:creationId xmlns:a16="http://schemas.microsoft.com/office/drawing/2014/main" id="{B57E87BC-AD20-F378-CCA5-E56B311A8991}"/>
                    </a:ext>
                  </a:extLst>
                </p:cNvPr>
                <p:cNvSpPr/>
                <p:nvPr/>
              </p:nvSpPr>
              <p:spPr>
                <a:xfrm>
                  <a:off x="4008361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89" name="pg628">
                  <a:extLst>
                    <a:ext uri="{FF2B5EF4-FFF2-40B4-BE49-F238E27FC236}">
                      <a16:creationId xmlns:a16="http://schemas.microsoft.com/office/drawing/2014/main" id="{030290EC-22F8-FE19-6EFA-9F520CF0ED6F}"/>
                    </a:ext>
                  </a:extLst>
                </p:cNvPr>
                <p:cNvSpPr/>
                <p:nvPr/>
              </p:nvSpPr>
              <p:spPr>
                <a:xfrm>
                  <a:off x="4089798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0" name="pg629">
                  <a:extLst>
                    <a:ext uri="{FF2B5EF4-FFF2-40B4-BE49-F238E27FC236}">
                      <a16:creationId xmlns:a16="http://schemas.microsoft.com/office/drawing/2014/main" id="{7FF0FE79-6EC7-6DD7-F116-FC98A1DD24C0}"/>
                    </a:ext>
                  </a:extLst>
                </p:cNvPr>
                <p:cNvSpPr/>
                <p:nvPr/>
              </p:nvSpPr>
              <p:spPr>
                <a:xfrm>
                  <a:off x="4171236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1" name="pg630">
                  <a:extLst>
                    <a:ext uri="{FF2B5EF4-FFF2-40B4-BE49-F238E27FC236}">
                      <a16:creationId xmlns:a16="http://schemas.microsoft.com/office/drawing/2014/main" id="{76CDC347-3CCD-5AA8-F7CF-77B347C54220}"/>
                    </a:ext>
                  </a:extLst>
                </p:cNvPr>
                <p:cNvSpPr/>
                <p:nvPr/>
              </p:nvSpPr>
              <p:spPr>
                <a:xfrm>
                  <a:off x="3112553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2" name="pg631">
                  <a:extLst>
                    <a:ext uri="{FF2B5EF4-FFF2-40B4-BE49-F238E27FC236}">
                      <a16:creationId xmlns:a16="http://schemas.microsoft.com/office/drawing/2014/main" id="{5F119ABC-3EF8-F256-AD4D-B85CD9E63A46}"/>
                    </a:ext>
                  </a:extLst>
                </p:cNvPr>
                <p:cNvSpPr/>
                <p:nvPr/>
              </p:nvSpPr>
              <p:spPr>
                <a:xfrm>
                  <a:off x="3193990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3" name="pg632">
                  <a:extLst>
                    <a:ext uri="{FF2B5EF4-FFF2-40B4-BE49-F238E27FC236}">
                      <a16:creationId xmlns:a16="http://schemas.microsoft.com/office/drawing/2014/main" id="{88D0A4DC-9235-1D6E-E330-0947684706D7}"/>
                    </a:ext>
                  </a:extLst>
                </p:cNvPr>
                <p:cNvSpPr/>
                <p:nvPr/>
              </p:nvSpPr>
              <p:spPr>
                <a:xfrm>
                  <a:off x="3275427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4" name="pg633">
                  <a:extLst>
                    <a:ext uri="{FF2B5EF4-FFF2-40B4-BE49-F238E27FC236}">
                      <a16:creationId xmlns:a16="http://schemas.microsoft.com/office/drawing/2014/main" id="{A0F64794-7F80-ADC8-5B32-32D8AEF0BB10}"/>
                    </a:ext>
                  </a:extLst>
                </p:cNvPr>
                <p:cNvSpPr/>
                <p:nvPr/>
              </p:nvSpPr>
              <p:spPr>
                <a:xfrm>
                  <a:off x="3356864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5" name="pg634">
                  <a:extLst>
                    <a:ext uri="{FF2B5EF4-FFF2-40B4-BE49-F238E27FC236}">
                      <a16:creationId xmlns:a16="http://schemas.microsoft.com/office/drawing/2014/main" id="{09AD4293-72D0-BF2E-01D8-B76099A81CA8}"/>
                    </a:ext>
                  </a:extLst>
                </p:cNvPr>
                <p:cNvSpPr/>
                <p:nvPr/>
              </p:nvSpPr>
              <p:spPr>
                <a:xfrm>
                  <a:off x="3438301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6" name="pg635">
                  <a:extLst>
                    <a:ext uri="{FF2B5EF4-FFF2-40B4-BE49-F238E27FC236}">
                      <a16:creationId xmlns:a16="http://schemas.microsoft.com/office/drawing/2014/main" id="{55B7533E-7EE1-9FF8-F851-0FFC65AC740F}"/>
                    </a:ext>
                  </a:extLst>
                </p:cNvPr>
                <p:cNvSpPr/>
                <p:nvPr/>
              </p:nvSpPr>
              <p:spPr>
                <a:xfrm>
                  <a:off x="3519738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7" name="pg636">
                  <a:extLst>
                    <a:ext uri="{FF2B5EF4-FFF2-40B4-BE49-F238E27FC236}">
                      <a16:creationId xmlns:a16="http://schemas.microsoft.com/office/drawing/2014/main" id="{1913C370-04D6-0A86-B060-221378AEAF7E}"/>
                    </a:ext>
                  </a:extLst>
                </p:cNvPr>
                <p:cNvSpPr/>
                <p:nvPr/>
              </p:nvSpPr>
              <p:spPr>
                <a:xfrm>
                  <a:off x="3601176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8" name="pg637">
                  <a:extLst>
                    <a:ext uri="{FF2B5EF4-FFF2-40B4-BE49-F238E27FC236}">
                      <a16:creationId xmlns:a16="http://schemas.microsoft.com/office/drawing/2014/main" id="{5DB9EC8B-0065-12F9-61ED-95F160DA0AE7}"/>
                    </a:ext>
                  </a:extLst>
                </p:cNvPr>
                <p:cNvSpPr/>
                <p:nvPr/>
              </p:nvSpPr>
              <p:spPr>
                <a:xfrm>
                  <a:off x="3682613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799" name="pg638">
                  <a:extLst>
                    <a:ext uri="{FF2B5EF4-FFF2-40B4-BE49-F238E27FC236}">
                      <a16:creationId xmlns:a16="http://schemas.microsoft.com/office/drawing/2014/main" id="{B4E97A23-B696-CE24-444E-C8654BC6D49D}"/>
                    </a:ext>
                  </a:extLst>
                </p:cNvPr>
                <p:cNvSpPr/>
                <p:nvPr/>
              </p:nvSpPr>
              <p:spPr>
                <a:xfrm>
                  <a:off x="3764050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0" name="pg639">
                  <a:extLst>
                    <a:ext uri="{FF2B5EF4-FFF2-40B4-BE49-F238E27FC236}">
                      <a16:creationId xmlns:a16="http://schemas.microsoft.com/office/drawing/2014/main" id="{6246AA5C-CEF9-DC6D-9936-039C779D1111}"/>
                    </a:ext>
                  </a:extLst>
                </p:cNvPr>
                <p:cNvSpPr/>
                <p:nvPr/>
              </p:nvSpPr>
              <p:spPr>
                <a:xfrm>
                  <a:off x="3845487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6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1" name="pg640">
                  <a:extLst>
                    <a:ext uri="{FF2B5EF4-FFF2-40B4-BE49-F238E27FC236}">
                      <a16:creationId xmlns:a16="http://schemas.microsoft.com/office/drawing/2014/main" id="{21F2C69B-3D4A-5A8D-05FE-376B0E28DC41}"/>
                    </a:ext>
                  </a:extLst>
                </p:cNvPr>
                <p:cNvSpPr/>
                <p:nvPr/>
              </p:nvSpPr>
              <p:spPr>
                <a:xfrm>
                  <a:off x="3926924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2" name="pg641">
                  <a:extLst>
                    <a:ext uri="{FF2B5EF4-FFF2-40B4-BE49-F238E27FC236}">
                      <a16:creationId xmlns:a16="http://schemas.microsoft.com/office/drawing/2014/main" id="{0C12175B-7318-24B9-7DE4-7AE42306354B}"/>
                    </a:ext>
                  </a:extLst>
                </p:cNvPr>
                <p:cNvSpPr/>
                <p:nvPr/>
              </p:nvSpPr>
              <p:spPr>
                <a:xfrm>
                  <a:off x="4008361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3" name="pg642">
                  <a:extLst>
                    <a:ext uri="{FF2B5EF4-FFF2-40B4-BE49-F238E27FC236}">
                      <a16:creationId xmlns:a16="http://schemas.microsoft.com/office/drawing/2014/main" id="{E45AB709-2D31-2228-E597-4A0FC422DFA0}"/>
                    </a:ext>
                  </a:extLst>
                </p:cNvPr>
                <p:cNvSpPr/>
                <p:nvPr/>
              </p:nvSpPr>
              <p:spPr>
                <a:xfrm>
                  <a:off x="4089798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4" name="pg643">
                  <a:extLst>
                    <a:ext uri="{FF2B5EF4-FFF2-40B4-BE49-F238E27FC236}">
                      <a16:creationId xmlns:a16="http://schemas.microsoft.com/office/drawing/2014/main" id="{EA4A2856-AB55-C883-7AC3-A12ACA6AA812}"/>
                    </a:ext>
                  </a:extLst>
                </p:cNvPr>
                <p:cNvSpPr/>
                <p:nvPr/>
              </p:nvSpPr>
              <p:spPr>
                <a:xfrm>
                  <a:off x="4171236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5" name="pg644">
                  <a:extLst>
                    <a:ext uri="{FF2B5EF4-FFF2-40B4-BE49-F238E27FC236}">
                      <a16:creationId xmlns:a16="http://schemas.microsoft.com/office/drawing/2014/main" id="{5CB47C63-05F8-968F-6944-B56BAF884E66}"/>
                    </a:ext>
                  </a:extLst>
                </p:cNvPr>
                <p:cNvSpPr/>
                <p:nvPr/>
              </p:nvSpPr>
              <p:spPr>
                <a:xfrm>
                  <a:off x="4252673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6" name="pg645">
                  <a:extLst>
                    <a:ext uri="{FF2B5EF4-FFF2-40B4-BE49-F238E27FC236}">
                      <a16:creationId xmlns:a16="http://schemas.microsoft.com/office/drawing/2014/main" id="{91780487-63DA-D9D8-EE31-81934FB125CD}"/>
                    </a:ext>
                  </a:extLst>
                </p:cNvPr>
                <p:cNvSpPr/>
                <p:nvPr/>
              </p:nvSpPr>
              <p:spPr>
                <a:xfrm>
                  <a:off x="3112553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7" name="pg646">
                  <a:extLst>
                    <a:ext uri="{FF2B5EF4-FFF2-40B4-BE49-F238E27FC236}">
                      <a16:creationId xmlns:a16="http://schemas.microsoft.com/office/drawing/2014/main" id="{EDD893F4-5A48-9624-4ABA-8E2F530EF50D}"/>
                    </a:ext>
                  </a:extLst>
                </p:cNvPr>
                <p:cNvSpPr/>
                <p:nvPr/>
              </p:nvSpPr>
              <p:spPr>
                <a:xfrm>
                  <a:off x="3193990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8" name="pg647">
                  <a:extLst>
                    <a:ext uri="{FF2B5EF4-FFF2-40B4-BE49-F238E27FC236}">
                      <a16:creationId xmlns:a16="http://schemas.microsoft.com/office/drawing/2014/main" id="{319B5CC3-3F82-EE75-4EDA-09A904BCA7C3}"/>
                    </a:ext>
                  </a:extLst>
                </p:cNvPr>
                <p:cNvSpPr/>
                <p:nvPr/>
              </p:nvSpPr>
              <p:spPr>
                <a:xfrm>
                  <a:off x="3275427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09" name="pg648">
                  <a:extLst>
                    <a:ext uri="{FF2B5EF4-FFF2-40B4-BE49-F238E27FC236}">
                      <a16:creationId xmlns:a16="http://schemas.microsoft.com/office/drawing/2014/main" id="{8129AE54-871C-9242-DB07-6901D9088FEF}"/>
                    </a:ext>
                  </a:extLst>
                </p:cNvPr>
                <p:cNvSpPr/>
                <p:nvPr/>
              </p:nvSpPr>
              <p:spPr>
                <a:xfrm>
                  <a:off x="3356864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0" name="pg649">
                  <a:extLst>
                    <a:ext uri="{FF2B5EF4-FFF2-40B4-BE49-F238E27FC236}">
                      <a16:creationId xmlns:a16="http://schemas.microsoft.com/office/drawing/2014/main" id="{938EC15E-2A23-44BC-6A5E-B4A142ED42CB}"/>
                    </a:ext>
                  </a:extLst>
                </p:cNvPr>
                <p:cNvSpPr/>
                <p:nvPr/>
              </p:nvSpPr>
              <p:spPr>
                <a:xfrm>
                  <a:off x="3438301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1" name="pg650">
                  <a:extLst>
                    <a:ext uri="{FF2B5EF4-FFF2-40B4-BE49-F238E27FC236}">
                      <a16:creationId xmlns:a16="http://schemas.microsoft.com/office/drawing/2014/main" id="{B10046C7-0E2B-C512-B0C6-2D4DD13505BB}"/>
                    </a:ext>
                  </a:extLst>
                </p:cNvPr>
                <p:cNvSpPr/>
                <p:nvPr/>
              </p:nvSpPr>
              <p:spPr>
                <a:xfrm>
                  <a:off x="3519738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2" name="pg651">
                  <a:extLst>
                    <a:ext uri="{FF2B5EF4-FFF2-40B4-BE49-F238E27FC236}">
                      <a16:creationId xmlns:a16="http://schemas.microsoft.com/office/drawing/2014/main" id="{AB4C1C5B-02D5-EA86-1FD8-D61C97AAC2A4}"/>
                    </a:ext>
                  </a:extLst>
                </p:cNvPr>
                <p:cNvSpPr/>
                <p:nvPr/>
              </p:nvSpPr>
              <p:spPr>
                <a:xfrm>
                  <a:off x="3601176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3" name="pg652">
                  <a:extLst>
                    <a:ext uri="{FF2B5EF4-FFF2-40B4-BE49-F238E27FC236}">
                      <a16:creationId xmlns:a16="http://schemas.microsoft.com/office/drawing/2014/main" id="{DB29DA8E-8810-7B29-7F16-00EE0D958EBD}"/>
                    </a:ext>
                  </a:extLst>
                </p:cNvPr>
                <p:cNvSpPr/>
                <p:nvPr/>
              </p:nvSpPr>
              <p:spPr>
                <a:xfrm>
                  <a:off x="3682613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4" name="pg653">
                  <a:extLst>
                    <a:ext uri="{FF2B5EF4-FFF2-40B4-BE49-F238E27FC236}">
                      <a16:creationId xmlns:a16="http://schemas.microsoft.com/office/drawing/2014/main" id="{C1FB68EB-BF54-B1CA-E16C-5CC57FF08C48}"/>
                    </a:ext>
                  </a:extLst>
                </p:cNvPr>
                <p:cNvSpPr/>
                <p:nvPr/>
              </p:nvSpPr>
              <p:spPr>
                <a:xfrm>
                  <a:off x="3764050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5" name="pg654">
                  <a:extLst>
                    <a:ext uri="{FF2B5EF4-FFF2-40B4-BE49-F238E27FC236}">
                      <a16:creationId xmlns:a16="http://schemas.microsoft.com/office/drawing/2014/main" id="{1B65241C-CDD0-E6E2-EC20-063DD5EBC1AC}"/>
                    </a:ext>
                  </a:extLst>
                </p:cNvPr>
                <p:cNvSpPr/>
                <p:nvPr/>
              </p:nvSpPr>
              <p:spPr>
                <a:xfrm>
                  <a:off x="3845487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6" name="pg655">
                  <a:extLst>
                    <a:ext uri="{FF2B5EF4-FFF2-40B4-BE49-F238E27FC236}">
                      <a16:creationId xmlns:a16="http://schemas.microsoft.com/office/drawing/2014/main" id="{8876BF82-8D96-6AF0-427B-3D605AC716C4}"/>
                    </a:ext>
                  </a:extLst>
                </p:cNvPr>
                <p:cNvSpPr/>
                <p:nvPr/>
              </p:nvSpPr>
              <p:spPr>
                <a:xfrm>
                  <a:off x="3926924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7" name="pg656">
                  <a:extLst>
                    <a:ext uri="{FF2B5EF4-FFF2-40B4-BE49-F238E27FC236}">
                      <a16:creationId xmlns:a16="http://schemas.microsoft.com/office/drawing/2014/main" id="{9B92900C-B738-1FD2-0A57-C66310221F1F}"/>
                    </a:ext>
                  </a:extLst>
                </p:cNvPr>
                <p:cNvSpPr/>
                <p:nvPr/>
              </p:nvSpPr>
              <p:spPr>
                <a:xfrm>
                  <a:off x="4008361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8" name="pg657">
                  <a:extLst>
                    <a:ext uri="{FF2B5EF4-FFF2-40B4-BE49-F238E27FC236}">
                      <a16:creationId xmlns:a16="http://schemas.microsoft.com/office/drawing/2014/main" id="{A725A715-9CEA-FA56-D4AE-53B3E71606D6}"/>
                    </a:ext>
                  </a:extLst>
                </p:cNvPr>
                <p:cNvSpPr/>
                <p:nvPr/>
              </p:nvSpPr>
              <p:spPr>
                <a:xfrm>
                  <a:off x="4089798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19" name="pg658">
                  <a:extLst>
                    <a:ext uri="{FF2B5EF4-FFF2-40B4-BE49-F238E27FC236}">
                      <a16:creationId xmlns:a16="http://schemas.microsoft.com/office/drawing/2014/main" id="{2A6C4F0A-77B3-DC4A-F394-059AD189403B}"/>
                    </a:ext>
                  </a:extLst>
                </p:cNvPr>
                <p:cNvSpPr/>
                <p:nvPr/>
              </p:nvSpPr>
              <p:spPr>
                <a:xfrm>
                  <a:off x="4171236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0" name="pg659">
                  <a:extLst>
                    <a:ext uri="{FF2B5EF4-FFF2-40B4-BE49-F238E27FC236}">
                      <a16:creationId xmlns:a16="http://schemas.microsoft.com/office/drawing/2014/main" id="{552AA3C8-9820-DA32-D853-4FCD21B8FD6E}"/>
                    </a:ext>
                  </a:extLst>
                </p:cNvPr>
                <p:cNvSpPr/>
                <p:nvPr/>
              </p:nvSpPr>
              <p:spPr>
                <a:xfrm>
                  <a:off x="4252673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1" name="pg660">
                  <a:extLst>
                    <a:ext uri="{FF2B5EF4-FFF2-40B4-BE49-F238E27FC236}">
                      <a16:creationId xmlns:a16="http://schemas.microsoft.com/office/drawing/2014/main" id="{2C7E8269-47AA-BF45-FE45-D1895B7AC51E}"/>
                    </a:ext>
                  </a:extLst>
                </p:cNvPr>
                <p:cNvSpPr/>
                <p:nvPr/>
              </p:nvSpPr>
              <p:spPr>
                <a:xfrm>
                  <a:off x="5284534" y="1853932"/>
                  <a:ext cx="27605" cy="14190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05" h="141906">
                      <a:moveTo>
                        <a:pt x="25965" y="15142"/>
                      </a:moveTo>
                      <a:lnTo>
                        <a:pt x="3001" y="141906"/>
                      </a:lnTo>
                      <a:lnTo>
                        <a:pt x="0" y="103414"/>
                      </a:lnTo>
                      <a:lnTo>
                        <a:pt x="9634" y="0"/>
                      </a:lnTo>
                      <a:lnTo>
                        <a:pt x="27605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2" name="pg661">
                  <a:extLst>
                    <a:ext uri="{FF2B5EF4-FFF2-40B4-BE49-F238E27FC236}">
                      <a16:creationId xmlns:a16="http://schemas.microsoft.com/office/drawing/2014/main" id="{BF8DD023-86E8-0898-4C14-2A71A7F6137F}"/>
                    </a:ext>
                  </a:extLst>
                </p:cNvPr>
                <p:cNvSpPr/>
                <p:nvPr/>
              </p:nvSpPr>
              <p:spPr>
                <a:xfrm>
                  <a:off x="4217860" y="1853932"/>
                  <a:ext cx="1042192" cy="93777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42192" h="937770">
                      <a:moveTo>
                        <a:pt x="1041757" y="966"/>
                      </a:moveTo>
                      <a:lnTo>
                        <a:pt x="998433" y="199714"/>
                      </a:lnTo>
                      <a:lnTo>
                        <a:pt x="938872" y="305648"/>
                      </a:lnTo>
                      <a:lnTo>
                        <a:pt x="884012" y="378917"/>
                      </a:lnTo>
                      <a:lnTo>
                        <a:pt x="827417" y="366805"/>
                      </a:lnTo>
                      <a:lnTo>
                        <a:pt x="840146" y="425026"/>
                      </a:lnTo>
                      <a:lnTo>
                        <a:pt x="824596" y="455352"/>
                      </a:lnTo>
                      <a:lnTo>
                        <a:pt x="811288" y="518619"/>
                      </a:lnTo>
                      <a:lnTo>
                        <a:pt x="777548" y="560552"/>
                      </a:lnTo>
                      <a:lnTo>
                        <a:pt x="745832" y="556515"/>
                      </a:lnTo>
                      <a:lnTo>
                        <a:pt x="700266" y="585419"/>
                      </a:lnTo>
                      <a:lnTo>
                        <a:pt x="682293" y="607532"/>
                      </a:lnTo>
                      <a:lnTo>
                        <a:pt x="680955" y="649879"/>
                      </a:lnTo>
                      <a:lnTo>
                        <a:pt x="650470" y="687132"/>
                      </a:lnTo>
                      <a:lnTo>
                        <a:pt x="540461" y="880650"/>
                      </a:lnTo>
                      <a:lnTo>
                        <a:pt x="444953" y="937770"/>
                      </a:lnTo>
                      <a:lnTo>
                        <a:pt x="422098" y="929465"/>
                      </a:lnTo>
                      <a:lnTo>
                        <a:pt x="447268" y="838120"/>
                      </a:lnTo>
                      <a:lnTo>
                        <a:pt x="464518" y="745766"/>
                      </a:lnTo>
                      <a:lnTo>
                        <a:pt x="406548" y="705576"/>
                      </a:lnTo>
                      <a:lnTo>
                        <a:pt x="351073" y="684334"/>
                      </a:lnTo>
                      <a:lnTo>
                        <a:pt x="287426" y="687132"/>
                      </a:lnTo>
                      <a:lnTo>
                        <a:pt x="217124" y="615332"/>
                      </a:lnTo>
                      <a:lnTo>
                        <a:pt x="126499" y="563121"/>
                      </a:lnTo>
                      <a:lnTo>
                        <a:pt x="0" y="421860"/>
                      </a:lnTo>
                      <a:lnTo>
                        <a:pt x="3688" y="382679"/>
                      </a:lnTo>
                      <a:lnTo>
                        <a:pt x="506" y="316935"/>
                      </a:lnTo>
                      <a:lnTo>
                        <a:pt x="38947" y="213064"/>
                      </a:lnTo>
                      <a:lnTo>
                        <a:pt x="75798" y="140438"/>
                      </a:lnTo>
                      <a:lnTo>
                        <a:pt x="126680" y="102817"/>
                      </a:lnTo>
                      <a:lnTo>
                        <a:pt x="274335" y="64508"/>
                      </a:lnTo>
                      <a:lnTo>
                        <a:pt x="311366" y="6884"/>
                      </a:lnTo>
                      <a:lnTo>
                        <a:pt x="314479" y="0"/>
                      </a:lnTo>
                      <a:lnTo>
                        <a:pt x="1042192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3" name="pg662">
                  <a:extLst>
                    <a:ext uri="{FF2B5EF4-FFF2-40B4-BE49-F238E27FC236}">
                      <a16:creationId xmlns:a16="http://schemas.microsoft.com/office/drawing/2014/main" id="{D21C5875-21FD-9067-26B4-24FFB63898AF}"/>
                    </a:ext>
                  </a:extLst>
                </p:cNvPr>
                <p:cNvSpPr/>
                <p:nvPr/>
              </p:nvSpPr>
              <p:spPr>
                <a:xfrm>
                  <a:off x="2490532" y="1853932"/>
                  <a:ext cx="2088998" cy="368287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88998" h="3682871">
                      <a:moveTo>
                        <a:pt x="1987487" y="41706"/>
                      </a:moveTo>
                      <a:lnTo>
                        <a:pt x="1877912" y="69968"/>
                      </a:lnTo>
                      <a:lnTo>
                        <a:pt x="1818858" y="101074"/>
                      </a:lnTo>
                      <a:lnTo>
                        <a:pt x="1771628" y="148650"/>
                      </a:lnTo>
                      <a:lnTo>
                        <a:pt x="1743674" y="208385"/>
                      </a:lnTo>
                      <a:lnTo>
                        <a:pt x="1680388" y="280369"/>
                      </a:lnTo>
                      <a:lnTo>
                        <a:pt x="1684836" y="328588"/>
                      </a:lnTo>
                      <a:lnTo>
                        <a:pt x="1695432" y="362859"/>
                      </a:lnTo>
                      <a:lnTo>
                        <a:pt x="1690550" y="434293"/>
                      </a:lnTo>
                      <a:lnTo>
                        <a:pt x="1730583" y="503937"/>
                      </a:lnTo>
                      <a:lnTo>
                        <a:pt x="1809961" y="618039"/>
                      </a:lnTo>
                      <a:lnTo>
                        <a:pt x="1825114" y="795269"/>
                      </a:lnTo>
                      <a:lnTo>
                        <a:pt x="1885687" y="913867"/>
                      </a:lnTo>
                      <a:lnTo>
                        <a:pt x="1978519" y="1052146"/>
                      </a:lnTo>
                      <a:lnTo>
                        <a:pt x="2049905" y="1091464"/>
                      </a:lnTo>
                      <a:lnTo>
                        <a:pt x="2053377" y="1142895"/>
                      </a:lnTo>
                      <a:lnTo>
                        <a:pt x="2020432" y="1227817"/>
                      </a:lnTo>
                      <a:lnTo>
                        <a:pt x="1977000" y="1266630"/>
                      </a:lnTo>
                      <a:lnTo>
                        <a:pt x="2033487" y="1258877"/>
                      </a:lnTo>
                      <a:lnTo>
                        <a:pt x="2061622" y="1278284"/>
                      </a:lnTo>
                      <a:lnTo>
                        <a:pt x="2088998" y="1349121"/>
                      </a:lnTo>
                      <a:lnTo>
                        <a:pt x="2086864" y="1421426"/>
                      </a:lnTo>
                      <a:lnTo>
                        <a:pt x="2077606" y="1462167"/>
                      </a:lnTo>
                      <a:lnTo>
                        <a:pt x="2060501" y="1478408"/>
                      </a:lnTo>
                      <a:lnTo>
                        <a:pt x="2061224" y="1436796"/>
                      </a:lnTo>
                      <a:lnTo>
                        <a:pt x="2049110" y="1422344"/>
                      </a:lnTo>
                      <a:lnTo>
                        <a:pt x="2029111" y="1440374"/>
                      </a:lnTo>
                      <a:lnTo>
                        <a:pt x="2016165" y="1460928"/>
                      </a:lnTo>
                      <a:lnTo>
                        <a:pt x="2010776" y="1541905"/>
                      </a:lnTo>
                      <a:lnTo>
                        <a:pt x="1997071" y="1582370"/>
                      </a:lnTo>
                      <a:lnTo>
                        <a:pt x="1948612" y="1594390"/>
                      </a:lnTo>
                      <a:lnTo>
                        <a:pt x="1899466" y="1700646"/>
                      </a:lnTo>
                      <a:lnTo>
                        <a:pt x="1853755" y="1760931"/>
                      </a:lnTo>
                      <a:lnTo>
                        <a:pt x="1673879" y="2168566"/>
                      </a:lnTo>
                      <a:lnTo>
                        <a:pt x="1680750" y="2236697"/>
                      </a:lnTo>
                      <a:lnTo>
                        <a:pt x="1647841" y="2258627"/>
                      </a:lnTo>
                      <a:lnTo>
                        <a:pt x="1598008" y="2276474"/>
                      </a:lnTo>
                      <a:lnTo>
                        <a:pt x="1547596" y="2317214"/>
                      </a:lnTo>
                      <a:lnTo>
                        <a:pt x="1514145" y="2362130"/>
                      </a:lnTo>
                      <a:lnTo>
                        <a:pt x="1483081" y="2482929"/>
                      </a:lnTo>
                      <a:lnTo>
                        <a:pt x="1423556" y="2618915"/>
                      </a:lnTo>
                      <a:lnTo>
                        <a:pt x="1386416" y="2562254"/>
                      </a:lnTo>
                      <a:lnTo>
                        <a:pt x="1376905" y="2513760"/>
                      </a:lnTo>
                      <a:lnTo>
                        <a:pt x="1393432" y="2387272"/>
                      </a:lnTo>
                      <a:lnTo>
                        <a:pt x="1457803" y="2179898"/>
                      </a:lnTo>
                      <a:lnTo>
                        <a:pt x="1528719" y="2050978"/>
                      </a:lnTo>
                      <a:lnTo>
                        <a:pt x="1582819" y="1989868"/>
                      </a:lnTo>
                      <a:lnTo>
                        <a:pt x="1627300" y="1865306"/>
                      </a:lnTo>
                      <a:lnTo>
                        <a:pt x="1571103" y="1846725"/>
                      </a:lnTo>
                      <a:lnTo>
                        <a:pt x="1485432" y="1848744"/>
                      </a:lnTo>
                      <a:lnTo>
                        <a:pt x="1501560" y="1791257"/>
                      </a:lnTo>
                      <a:lnTo>
                        <a:pt x="1526549" y="1740607"/>
                      </a:lnTo>
                      <a:lnTo>
                        <a:pt x="1481888" y="1690140"/>
                      </a:lnTo>
                      <a:lnTo>
                        <a:pt x="1455452" y="1683717"/>
                      </a:lnTo>
                      <a:lnTo>
                        <a:pt x="1428221" y="1663025"/>
                      </a:lnTo>
                      <a:lnTo>
                        <a:pt x="1460153" y="1621000"/>
                      </a:lnTo>
                      <a:lnTo>
                        <a:pt x="1475740" y="1576589"/>
                      </a:lnTo>
                      <a:lnTo>
                        <a:pt x="1466229" y="1522544"/>
                      </a:lnTo>
                      <a:lnTo>
                        <a:pt x="1479609" y="1481849"/>
                      </a:lnTo>
                      <a:lnTo>
                        <a:pt x="1457296" y="1487997"/>
                      </a:lnTo>
                      <a:lnTo>
                        <a:pt x="1421422" y="1531077"/>
                      </a:lnTo>
                      <a:lnTo>
                        <a:pt x="1399110" y="1548282"/>
                      </a:lnTo>
                      <a:lnTo>
                        <a:pt x="1385512" y="1510156"/>
                      </a:lnTo>
                      <a:lnTo>
                        <a:pt x="1369998" y="1518782"/>
                      </a:lnTo>
                      <a:lnTo>
                        <a:pt x="1359909" y="1544979"/>
                      </a:lnTo>
                      <a:lnTo>
                        <a:pt x="1337017" y="1559385"/>
                      </a:lnTo>
                      <a:lnTo>
                        <a:pt x="1288667" y="1523553"/>
                      </a:lnTo>
                      <a:lnTo>
                        <a:pt x="1218184" y="1482537"/>
                      </a:lnTo>
                      <a:lnTo>
                        <a:pt x="1178947" y="1411975"/>
                      </a:lnTo>
                      <a:lnTo>
                        <a:pt x="1156562" y="1357287"/>
                      </a:lnTo>
                      <a:lnTo>
                        <a:pt x="1179309" y="1258326"/>
                      </a:lnTo>
                      <a:lnTo>
                        <a:pt x="1228021" y="1240755"/>
                      </a:lnTo>
                      <a:lnTo>
                        <a:pt x="1291307" y="1256812"/>
                      </a:lnTo>
                      <a:lnTo>
                        <a:pt x="1374265" y="1256675"/>
                      </a:lnTo>
                      <a:lnTo>
                        <a:pt x="1362404" y="1234699"/>
                      </a:lnTo>
                      <a:lnTo>
                        <a:pt x="1332786" y="1238323"/>
                      </a:lnTo>
                      <a:lnTo>
                        <a:pt x="1245343" y="1158035"/>
                      </a:lnTo>
                      <a:lnTo>
                        <a:pt x="1217208" y="1109541"/>
                      </a:lnTo>
                      <a:lnTo>
                        <a:pt x="1168821" y="1096236"/>
                      </a:lnTo>
                      <a:lnTo>
                        <a:pt x="1146762" y="1142849"/>
                      </a:lnTo>
                      <a:lnTo>
                        <a:pt x="1122279" y="1155236"/>
                      </a:lnTo>
                      <a:lnTo>
                        <a:pt x="1152512" y="1053247"/>
                      </a:lnTo>
                      <a:lnTo>
                        <a:pt x="1192038" y="1049072"/>
                      </a:lnTo>
                      <a:lnTo>
                        <a:pt x="1250406" y="1020811"/>
                      </a:lnTo>
                      <a:lnTo>
                        <a:pt x="1233445" y="961764"/>
                      </a:lnTo>
                      <a:lnTo>
                        <a:pt x="1196595" y="935934"/>
                      </a:lnTo>
                      <a:lnTo>
                        <a:pt x="1130054" y="968325"/>
                      </a:lnTo>
                      <a:lnTo>
                        <a:pt x="1130850" y="926804"/>
                      </a:lnTo>
                      <a:lnTo>
                        <a:pt x="1143326" y="873631"/>
                      </a:lnTo>
                      <a:lnTo>
                        <a:pt x="1193485" y="873814"/>
                      </a:lnTo>
                      <a:lnTo>
                        <a:pt x="1237423" y="891156"/>
                      </a:lnTo>
                      <a:lnTo>
                        <a:pt x="1274816" y="805271"/>
                      </a:lnTo>
                      <a:lnTo>
                        <a:pt x="1276480" y="766916"/>
                      </a:lnTo>
                      <a:lnTo>
                        <a:pt x="1214351" y="822659"/>
                      </a:lnTo>
                      <a:lnTo>
                        <a:pt x="1200392" y="702410"/>
                      </a:lnTo>
                      <a:lnTo>
                        <a:pt x="1261544" y="586428"/>
                      </a:lnTo>
                      <a:lnTo>
                        <a:pt x="1319876" y="535869"/>
                      </a:lnTo>
                      <a:lnTo>
                        <a:pt x="1392745" y="537337"/>
                      </a:lnTo>
                      <a:lnTo>
                        <a:pt x="1466807" y="529171"/>
                      </a:lnTo>
                      <a:lnTo>
                        <a:pt x="1420338" y="507929"/>
                      </a:lnTo>
                      <a:lnTo>
                        <a:pt x="1372638" y="496413"/>
                      </a:lnTo>
                      <a:lnTo>
                        <a:pt x="1408476" y="450580"/>
                      </a:lnTo>
                      <a:lnTo>
                        <a:pt x="1439034" y="442368"/>
                      </a:lnTo>
                      <a:lnTo>
                        <a:pt x="1469050" y="402407"/>
                      </a:lnTo>
                      <a:lnTo>
                        <a:pt x="1396868" y="408326"/>
                      </a:lnTo>
                      <a:lnTo>
                        <a:pt x="1405366" y="332717"/>
                      </a:lnTo>
                      <a:lnTo>
                        <a:pt x="1370287" y="348086"/>
                      </a:lnTo>
                      <a:lnTo>
                        <a:pt x="1328302" y="355198"/>
                      </a:lnTo>
                      <a:lnTo>
                        <a:pt x="1311956" y="387267"/>
                      </a:lnTo>
                      <a:lnTo>
                        <a:pt x="1315175" y="440533"/>
                      </a:lnTo>
                      <a:lnTo>
                        <a:pt x="1302915" y="475492"/>
                      </a:lnTo>
                      <a:lnTo>
                        <a:pt x="1270260" y="503570"/>
                      </a:lnTo>
                      <a:lnTo>
                        <a:pt x="1215111" y="525455"/>
                      </a:lnTo>
                      <a:lnTo>
                        <a:pt x="1209758" y="487513"/>
                      </a:lnTo>
                      <a:lnTo>
                        <a:pt x="1191532" y="470308"/>
                      </a:lnTo>
                      <a:lnTo>
                        <a:pt x="1184733" y="551560"/>
                      </a:lnTo>
                      <a:lnTo>
                        <a:pt x="1170268" y="579179"/>
                      </a:lnTo>
                      <a:lnTo>
                        <a:pt x="1129946" y="502928"/>
                      </a:lnTo>
                      <a:lnTo>
                        <a:pt x="1117831" y="518298"/>
                      </a:lnTo>
                      <a:lnTo>
                        <a:pt x="1119386" y="539952"/>
                      </a:lnTo>
                      <a:lnTo>
                        <a:pt x="1109080" y="577390"/>
                      </a:lnTo>
                      <a:lnTo>
                        <a:pt x="1074507" y="596888"/>
                      </a:lnTo>
                      <a:lnTo>
                        <a:pt x="1076641" y="644878"/>
                      </a:lnTo>
                      <a:lnTo>
                        <a:pt x="1063225" y="671029"/>
                      </a:lnTo>
                      <a:lnTo>
                        <a:pt x="952492" y="629371"/>
                      </a:lnTo>
                      <a:lnTo>
                        <a:pt x="949889" y="643501"/>
                      </a:lnTo>
                      <a:lnTo>
                        <a:pt x="1012524" y="733333"/>
                      </a:lnTo>
                      <a:lnTo>
                        <a:pt x="1058270" y="764026"/>
                      </a:lnTo>
                      <a:lnTo>
                        <a:pt x="1063839" y="813024"/>
                      </a:lnTo>
                      <a:lnTo>
                        <a:pt x="1024566" y="853673"/>
                      </a:lnTo>
                      <a:lnTo>
                        <a:pt x="970393" y="818576"/>
                      </a:lnTo>
                      <a:lnTo>
                        <a:pt x="961280" y="821145"/>
                      </a:lnTo>
                      <a:lnTo>
                        <a:pt x="990717" y="881338"/>
                      </a:lnTo>
                      <a:lnTo>
                        <a:pt x="1009269" y="933916"/>
                      </a:lnTo>
                      <a:lnTo>
                        <a:pt x="990175" y="977960"/>
                      </a:lnTo>
                      <a:lnTo>
                        <a:pt x="993140" y="1032189"/>
                      </a:lnTo>
                      <a:lnTo>
                        <a:pt x="989017" y="1081371"/>
                      </a:lnTo>
                      <a:lnTo>
                        <a:pt x="977337" y="1124268"/>
                      </a:lnTo>
                      <a:lnTo>
                        <a:pt x="1003663" y="1322006"/>
                      </a:lnTo>
                      <a:lnTo>
                        <a:pt x="1035379" y="1375777"/>
                      </a:lnTo>
                      <a:lnTo>
                        <a:pt x="1066552" y="1427207"/>
                      </a:lnTo>
                      <a:lnTo>
                        <a:pt x="1083078" y="1475334"/>
                      </a:lnTo>
                      <a:lnTo>
                        <a:pt x="1049989" y="1482354"/>
                      </a:lnTo>
                      <a:lnTo>
                        <a:pt x="997299" y="1442760"/>
                      </a:lnTo>
                      <a:lnTo>
                        <a:pt x="951010" y="1412572"/>
                      </a:lnTo>
                      <a:lnTo>
                        <a:pt x="895861" y="1316042"/>
                      </a:lnTo>
                      <a:lnTo>
                        <a:pt x="886747" y="1277504"/>
                      </a:lnTo>
                      <a:lnTo>
                        <a:pt x="873295" y="1247040"/>
                      </a:lnTo>
                      <a:lnTo>
                        <a:pt x="879804" y="1317006"/>
                      </a:lnTo>
                      <a:lnTo>
                        <a:pt x="899477" y="1395138"/>
                      </a:lnTo>
                      <a:lnTo>
                        <a:pt x="1072193" y="1569983"/>
                      </a:lnTo>
                      <a:lnTo>
                        <a:pt x="1104089" y="1637058"/>
                      </a:lnTo>
                      <a:lnTo>
                        <a:pt x="1128391" y="1689773"/>
                      </a:lnTo>
                      <a:lnTo>
                        <a:pt x="1122279" y="1740286"/>
                      </a:lnTo>
                      <a:lnTo>
                        <a:pt x="1077256" y="1704546"/>
                      </a:lnTo>
                      <a:lnTo>
                        <a:pt x="1038416" y="1658988"/>
                      </a:lnTo>
                      <a:lnTo>
                        <a:pt x="935315" y="1607512"/>
                      </a:lnTo>
                      <a:lnTo>
                        <a:pt x="805308" y="1574983"/>
                      </a:lnTo>
                      <a:lnTo>
                        <a:pt x="732004" y="1455331"/>
                      </a:lnTo>
                      <a:lnTo>
                        <a:pt x="732258" y="1505247"/>
                      </a:lnTo>
                      <a:lnTo>
                        <a:pt x="715984" y="1547594"/>
                      </a:lnTo>
                      <a:lnTo>
                        <a:pt x="671178" y="1495980"/>
                      </a:lnTo>
                      <a:lnTo>
                        <a:pt x="642934" y="1451936"/>
                      </a:lnTo>
                      <a:lnTo>
                        <a:pt x="633459" y="1403671"/>
                      </a:lnTo>
                      <a:lnTo>
                        <a:pt x="577515" y="1406974"/>
                      </a:lnTo>
                      <a:lnTo>
                        <a:pt x="518858" y="1448908"/>
                      </a:lnTo>
                      <a:lnTo>
                        <a:pt x="462117" y="1438952"/>
                      </a:lnTo>
                      <a:lnTo>
                        <a:pt x="455391" y="1357104"/>
                      </a:lnTo>
                      <a:lnTo>
                        <a:pt x="470724" y="1313748"/>
                      </a:lnTo>
                      <a:lnTo>
                        <a:pt x="534408" y="1211209"/>
                      </a:lnTo>
                      <a:lnTo>
                        <a:pt x="594403" y="1158861"/>
                      </a:lnTo>
                      <a:lnTo>
                        <a:pt x="620875" y="1091281"/>
                      </a:lnTo>
                      <a:lnTo>
                        <a:pt x="611834" y="986493"/>
                      </a:lnTo>
                      <a:lnTo>
                        <a:pt x="600551" y="1093116"/>
                      </a:lnTo>
                      <a:lnTo>
                        <a:pt x="566268" y="1145969"/>
                      </a:lnTo>
                      <a:lnTo>
                        <a:pt x="512384" y="1186342"/>
                      </a:lnTo>
                      <a:lnTo>
                        <a:pt x="441468" y="1258280"/>
                      </a:lnTo>
                      <a:lnTo>
                        <a:pt x="424146" y="1324805"/>
                      </a:lnTo>
                      <a:lnTo>
                        <a:pt x="402014" y="1449367"/>
                      </a:lnTo>
                      <a:lnTo>
                        <a:pt x="431957" y="1491529"/>
                      </a:lnTo>
                      <a:lnTo>
                        <a:pt x="462551" y="1502540"/>
                      </a:lnTo>
                      <a:lnTo>
                        <a:pt x="552924" y="1474279"/>
                      </a:lnTo>
                      <a:lnTo>
                        <a:pt x="599683" y="1486896"/>
                      </a:lnTo>
                      <a:lnTo>
                        <a:pt x="703689" y="1636874"/>
                      </a:lnTo>
                      <a:lnTo>
                        <a:pt x="897343" y="1696196"/>
                      </a:lnTo>
                      <a:lnTo>
                        <a:pt x="967970" y="1733266"/>
                      </a:lnTo>
                      <a:lnTo>
                        <a:pt x="1025542" y="1811536"/>
                      </a:lnTo>
                      <a:lnTo>
                        <a:pt x="1112081" y="1856589"/>
                      </a:lnTo>
                      <a:lnTo>
                        <a:pt x="1179237" y="1922058"/>
                      </a:lnTo>
                      <a:lnTo>
                        <a:pt x="1181045" y="1964772"/>
                      </a:lnTo>
                      <a:lnTo>
                        <a:pt x="1157792" y="2015285"/>
                      </a:lnTo>
                      <a:lnTo>
                        <a:pt x="1148606" y="2083644"/>
                      </a:lnTo>
                      <a:lnTo>
                        <a:pt x="1120073" y="2126771"/>
                      </a:lnTo>
                      <a:lnTo>
                        <a:pt x="1051580" y="2131726"/>
                      </a:lnTo>
                      <a:lnTo>
                        <a:pt x="1010209" y="2120623"/>
                      </a:lnTo>
                      <a:lnTo>
                        <a:pt x="787804" y="1880308"/>
                      </a:lnTo>
                      <a:lnTo>
                        <a:pt x="761261" y="1858195"/>
                      </a:lnTo>
                      <a:lnTo>
                        <a:pt x="678772" y="1732349"/>
                      </a:lnTo>
                      <a:lnTo>
                        <a:pt x="581999" y="1664952"/>
                      </a:lnTo>
                      <a:lnTo>
                        <a:pt x="552056" y="1666374"/>
                      </a:lnTo>
                      <a:lnTo>
                        <a:pt x="689802" y="1791028"/>
                      </a:lnTo>
                      <a:lnTo>
                        <a:pt x="746036" y="1878198"/>
                      </a:lnTo>
                      <a:lnTo>
                        <a:pt x="845087" y="2000420"/>
                      </a:lnTo>
                      <a:lnTo>
                        <a:pt x="915895" y="2052171"/>
                      </a:lnTo>
                      <a:lnTo>
                        <a:pt x="968006" y="2132918"/>
                      </a:lnTo>
                      <a:lnTo>
                        <a:pt x="1016429" y="2170769"/>
                      </a:lnTo>
                      <a:lnTo>
                        <a:pt x="1148642" y="2224676"/>
                      </a:lnTo>
                      <a:lnTo>
                        <a:pt x="1102679" y="2263398"/>
                      </a:lnTo>
                      <a:lnTo>
                        <a:pt x="1176054" y="2296385"/>
                      </a:lnTo>
                      <a:lnTo>
                        <a:pt x="1186542" y="2357037"/>
                      </a:lnTo>
                      <a:lnTo>
                        <a:pt x="1179815" y="2426177"/>
                      </a:lnTo>
                      <a:lnTo>
                        <a:pt x="1077979" y="2398833"/>
                      </a:lnTo>
                      <a:lnTo>
                        <a:pt x="1074652" y="2449759"/>
                      </a:lnTo>
                      <a:lnTo>
                        <a:pt x="1083765" y="2479810"/>
                      </a:lnTo>
                      <a:lnTo>
                        <a:pt x="1038778" y="2504630"/>
                      </a:lnTo>
                      <a:lnTo>
                        <a:pt x="976216" y="2470955"/>
                      </a:lnTo>
                      <a:lnTo>
                        <a:pt x="813770" y="2286751"/>
                      </a:lnTo>
                      <a:lnTo>
                        <a:pt x="815144" y="2311388"/>
                      </a:lnTo>
                      <a:lnTo>
                        <a:pt x="828307" y="2339970"/>
                      </a:lnTo>
                      <a:lnTo>
                        <a:pt x="922513" y="2458568"/>
                      </a:lnTo>
                      <a:lnTo>
                        <a:pt x="1006593" y="2529680"/>
                      </a:lnTo>
                      <a:lnTo>
                        <a:pt x="1077871" y="2561796"/>
                      </a:lnTo>
                      <a:lnTo>
                        <a:pt x="1132803" y="2621392"/>
                      </a:lnTo>
                      <a:lnTo>
                        <a:pt x="1152186" y="2657453"/>
                      </a:lnTo>
                      <a:lnTo>
                        <a:pt x="1165133" y="2712141"/>
                      </a:lnTo>
                      <a:lnTo>
                        <a:pt x="1124413" y="2749303"/>
                      </a:lnTo>
                      <a:lnTo>
                        <a:pt x="1078051" y="2769811"/>
                      </a:lnTo>
                      <a:lnTo>
                        <a:pt x="1032775" y="2732741"/>
                      </a:lnTo>
                      <a:lnTo>
                        <a:pt x="999577" y="2693698"/>
                      </a:lnTo>
                      <a:lnTo>
                        <a:pt x="928878" y="2627403"/>
                      </a:lnTo>
                      <a:lnTo>
                        <a:pt x="907686" y="2553308"/>
                      </a:lnTo>
                      <a:lnTo>
                        <a:pt x="853911" y="2557116"/>
                      </a:lnTo>
                      <a:lnTo>
                        <a:pt x="629156" y="2463156"/>
                      </a:lnTo>
                      <a:lnTo>
                        <a:pt x="448520" y="2452328"/>
                      </a:lnTo>
                      <a:lnTo>
                        <a:pt x="466168" y="2471230"/>
                      </a:lnTo>
                      <a:lnTo>
                        <a:pt x="489023" y="2483801"/>
                      </a:lnTo>
                      <a:lnTo>
                        <a:pt x="632881" y="2506970"/>
                      </a:lnTo>
                      <a:lnTo>
                        <a:pt x="689730" y="2550234"/>
                      </a:lnTo>
                      <a:lnTo>
                        <a:pt x="808056" y="2588635"/>
                      </a:lnTo>
                      <a:lnTo>
                        <a:pt x="877345" y="2599141"/>
                      </a:lnTo>
                      <a:lnTo>
                        <a:pt x="905444" y="2717096"/>
                      </a:lnTo>
                      <a:lnTo>
                        <a:pt x="1001204" y="2798256"/>
                      </a:lnTo>
                      <a:lnTo>
                        <a:pt x="1013645" y="2858403"/>
                      </a:lnTo>
                      <a:lnTo>
                        <a:pt x="1079028" y="2865148"/>
                      </a:lnTo>
                      <a:lnTo>
                        <a:pt x="1194063" y="2806147"/>
                      </a:lnTo>
                      <a:lnTo>
                        <a:pt x="1268307" y="2826839"/>
                      </a:lnTo>
                      <a:lnTo>
                        <a:pt x="1375386" y="2843722"/>
                      </a:lnTo>
                      <a:lnTo>
                        <a:pt x="1399869" y="2891345"/>
                      </a:lnTo>
                      <a:lnTo>
                        <a:pt x="1418240" y="2981956"/>
                      </a:lnTo>
                      <a:lnTo>
                        <a:pt x="1456103" y="3083899"/>
                      </a:lnTo>
                      <a:lnTo>
                        <a:pt x="1554287" y="3485845"/>
                      </a:lnTo>
                      <a:lnTo>
                        <a:pt x="1642687" y="3682871"/>
                      </a:lnTo>
                      <a:lnTo>
                        <a:pt x="1615976" y="3682871"/>
                      </a:lnTo>
                      <a:lnTo>
                        <a:pt x="1576238" y="3603800"/>
                      </a:lnTo>
                      <a:lnTo>
                        <a:pt x="1515845" y="3446573"/>
                      </a:lnTo>
                      <a:lnTo>
                        <a:pt x="1453789" y="3168959"/>
                      </a:lnTo>
                      <a:lnTo>
                        <a:pt x="1435779" y="3106793"/>
                      </a:lnTo>
                      <a:lnTo>
                        <a:pt x="1414588" y="3081972"/>
                      </a:lnTo>
                      <a:lnTo>
                        <a:pt x="1400629" y="3102159"/>
                      </a:lnTo>
                      <a:lnTo>
                        <a:pt x="1394625" y="3137532"/>
                      </a:lnTo>
                      <a:lnTo>
                        <a:pt x="1404751" y="3164692"/>
                      </a:lnTo>
                      <a:lnTo>
                        <a:pt x="1380305" y="3256083"/>
                      </a:lnTo>
                      <a:lnTo>
                        <a:pt x="1390901" y="3298016"/>
                      </a:lnTo>
                      <a:lnTo>
                        <a:pt x="1430608" y="3341372"/>
                      </a:lnTo>
                      <a:lnTo>
                        <a:pt x="1473751" y="3449555"/>
                      </a:lnTo>
                      <a:lnTo>
                        <a:pt x="1508214" y="3595221"/>
                      </a:lnTo>
                      <a:lnTo>
                        <a:pt x="1461600" y="3536174"/>
                      </a:lnTo>
                      <a:lnTo>
                        <a:pt x="1411839" y="3504885"/>
                      </a:lnTo>
                      <a:lnTo>
                        <a:pt x="1334413" y="3480890"/>
                      </a:lnTo>
                      <a:lnTo>
                        <a:pt x="1265450" y="3438819"/>
                      </a:lnTo>
                      <a:lnTo>
                        <a:pt x="1270477" y="3499150"/>
                      </a:lnTo>
                      <a:lnTo>
                        <a:pt x="1263859" y="3564298"/>
                      </a:lnTo>
                      <a:lnTo>
                        <a:pt x="1210699" y="3544433"/>
                      </a:lnTo>
                      <a:lnTo>
                        <a:pt x="1174535" y="3522824"/>
                      </a:lnTo>
                      <a:lnTo>
                        <a:pt x="1206540" y="3592239"/>
                      </a:lnTo>
                      <a:lnTo>
                        <a:pt x="1137070" y="3571410"/>
                      </a:lnTo>
                      <a:lnTo>
                        <a:pt x="1090781" y="3575768"/>
                      </a:lnTo>
                      <a:lnTo>
                        <a:pt x="1060693" y="3637384"/>
                      </a:lnTo>
                      <a:lnTo>
                        <a:pt x="1020335" y="3674775"/>
                      </a:lnTo>
                      <a:lnTo>
                        <a:pt x="980297" y="3682871"/>
                      </a:lnTo>
                      <a:lnTo>
                        <a:pt x="954427" y="3682871"/>
                      </a:lnTo>
                      <a:lnTo>
                        <a:pt x="872137" y="3630502"/>
                      </a:lnTo>
                      <a:lnTo>
                        <a:pt x="843460" y="3562096"/>
                      </a:lnTo>
                      <a:lnTo>
                        <a:pt x="831598" y="3485937"/>
                      </a:lnTo>
                      <a:lnTo>
                        <a:pt x="826861" y="3575997"/>
                      </a:lnTo>
                      <a:lnTo>
                        <a:pt x="842628" y="3669774"/>
                      </a:lnTo>
                      <a:lnTo>
                        <a:pt x="841612" y="3682871"/>
                      </a:lnTo>
                      <a:lnTo>
                        <a:pt x="0" y="3682871"/>
                      </a:lnTo>
                      <a:lnTo>
                        <a:pt x="0" y="0"/>
                      </a:lnTo>
                      <a:lnTo>
                        <a:pt x="2024089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4" name="pg663">
                  <a:extLst>
                    <a:ext uri="{FF2B5EF4-FFF2-40B4-BE49-F238E27FC236}">
                      <a16:creationId xmlns:a16="http://schemas.microsoft.com/office/drawing/2014/main" id="{420884AB-3C09-7922-8A71-5A765D5AED89}"/>
                    </a:ext>
                  </a:extLst>
                </p:cNvPr>
                <p:cNvSpPr/>
                <p:nvPr/>
              </p:nvSpPr>
              <p:spPr>
                <a:xfrm>
                  <a:off x="5159228" y="2035019"/>
                  <a:ext cx="108453" cy="20393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453" h="203932">
                      <a:moveTo>
                        <a:pt x="1988" y="203932"/>
                      </a:moveTo>
                      <a:lnTo>
                        <a:pt x="0" y="176588"/>
                      </a:lnTo>
                      <a:lnTo>
                        <a:pt x="108453" y="0"/>
                      </a:lnTo>
                      <a:lnTo>
                        <a:pt x="88853" y="61707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5" name="pg664">
                  <a:extLst>
                    <a:ext uri="{FF2B5EF4-FFF2-40B4-BE49-F238E27FC236}">
                      <a16:creationId xmlns:a16="http://schemas.microsoft.com/office/drawing/2014/main" id="{9DF66B37-8789-116D-F1F3-3CA8110B99CD}"/>
                    </a:ext>
                  </a:extLst>
                </p:cNvPr>
                <p:cNvSpPr/>
                <p:nvPr/>
              </p:nvSpPr>
              <p:spPr>
                <a:xfrm>
                  <a:off x="4325772" y="3395883"/>
                  <a:ext cx="207830" cy="4002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7830" h="400294">
                      <a:moveTo>
                        <a:pt x="0" y="400294"/>
                      </a:moveTo>
                      <a:lnTo>
                        <a:pt x="112974" y="212144"/>
                      </a:lnTo>
                      <a:lnTo>
                        <a:pt x="178574" y="54504"/>
                      </a:lnTo>
                      <a:lnTo>
                        <a:pt x="207830" y="0"/>
                      </a:lnTo>
                      <a:lnTo>
                        <a:pt x="179442" y="110476"/>
                      </a:lnTo>
                      <a:lnTo>
                        <a:pt x="129826" y="212052"/>
                      </a:lnTo>
                      <a:lnTo>
                        <a:pt x="33668" y="38506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6" name="pt665">
                  <a:extLst>
                    <a:ext uri="{FF2B5EF4-FFF2-40B4-BE49-F238E27FC236}">
                      <a16:creationId xmlns:a16="http://schemas.microsoft.com/office/drawing/2014/main" id="{DD590CF3-7324-9250-5487-A9C655337D6E}"/>
                    </a:ext>
                  </a:extLst>
                </p:cNvPr>
                <p:cNvSpPr/>
                <p:nvPr/>
              </p:nvSpPr>
              <p:spPr>
                <a:xfrm>
                  <a:off x="4042131" y="3963949"/>
                  <a:ext cx="144506" cy="144506"/>
                </a:xfrm>
                <a:prstGeom prst="ellipse">
                  <a:avLst/>
                </a:prstGeom>
                <a:solidFill>
                  <a:srgbClr val="3B538D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7" name="pt666">
                  <a:extLst>
                    <a:ext uri="{FF2B5EF4-FFF2-40B4-BE49-F238E27FC236}">
                      <a16:creationId xmlns:a16="http://schemas.microsoft.com/office/drawing/2014/main" id="{7163656B-E9CF-5283-0C28-4901B81D5CB4}"/>
                    </a:ext>
                  </a:extLst>
                </p:cNvPr>
                <p:cNvSpPr/>
                <p:nvPr/>
              </p:nvSpPr>
              <p:spPr>
                <a:xfrm>
                  <a:off x="4598279" y="2594972"/>
                  <a:ext cx="144506" cy="144506"/>
                </a:xfrm>
                <a:prstGeom prst="ellipse">
                  <a:avLst/>
                </a:prstGeom>
                <a:solidFill>
                  <a:srgbClr val="3984A5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8" name="pt667">
                  <a:extLst>
                    <a:ext uri="{FF2B5EF4-FFF2-40B4-BE49-F238E27FC236}">
                      <a16:creationId xmlns:a16="http://schemas.microsoft.com/office/drawing/2014/main" id="{4A3BFF63-C041-C7B8-E13F-C88059268126}"/>
                    </a:ext>
                  </a:extLst>
                </p:cNvPr>
                <p:cNvSpPr/>
                <p:nvPr/>
              </p:nvSpPr>
              <p:spPr>
                <a:xfrm>
                  <a:off x="3322535" y="4403436"/>
                  <a:ext cx="144506" cy="144506"/>
                </a:xfrm>
                <a:prstGeom prst="ellipse">
                  <a:avLst/>
                </a:prstGeom>
                <a:solidFill>
                  <a:srgbClr val="8CDBBE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29" name="pt668">
                  <a:extLst>
                    <a:ext uri="{FF2B5EF4-FFF2-40B4-BE49-F238E27FC236}">
                      <a16:creationId xmlns:a16="http://schemas.microsoft.com/office/drawing/2014/main" id="{F9D2721F-3B4E-54EC-AB45-A144B8688AB6}"/>
                    </a:ext>
                  </a:extLst>
                </p:cNvPr>
                <p:cNvSpPr/>
                <p:nvPr/>
              </p:nvSpPr>
              <p:spPr>
                <a:xfrm>
                  <a:off x="4150995" y="2255653"/>
                  <a:ext cx="144506" cy="144506"/>
                </a:xfrm>
                <a:prstGeom prst="ellipse">
                  <a:avLst/>
                </a:prstGeom>
                <a:solidFill>
                  <a:srgbClr val="73D3B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30" name="pt669">
                  <a:extLst>
                    <a:ext uri="{FF2B5EF4-FFF2-40B4-BE49-F238E27FC236}">
                      <a16:creationId xmlns:a16="http://schemas.microsoft.com/office/drawing/2014/main" id="{DE3C841B-B0CC-61DD-0E15-FF08CD04038D}"/>
                    </a:ext>
                  </a:extLst>
                </p:cNvPr>
                <p:cNvSpPr/>
                <p:nvPr/>
              </p:nvSpPr>
              <p:spPr>
                <a:xfrm>
                  <a:off x="3069870" y="3287113"/>
                  <a:ext cx="144506" cy="144506"/>
                </a:xfrm>
                <a:prstGeom prst="ellipse">
                  <a:avLst/>
                </a:prstGeom>
                <a:solidFill>
                  <a:srgbClr val="C7EDD9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31" name="pt670">
                  <a:extLst>
                    <a:ext uri="{FF2B5EF4-FFF2-40B4-BE49-F238E27FC236}">
                      <a16:creationId xmlns:a16="http://schemas.microsoft.com/office/drawing/2014/main" id="{919C8F74-32E3-EF9B-D51A-0D4DEFF16CBE}"/>
                    </a:ext>
                  </a:extLst>
                </p:cNvPr>
                <p:cNvSpPr/>
                <p:nvPr/>
              </p:nvSpPr>
              <p:spPr>
                <a:xfrm>
                  <a:off x="3268332" y="4349234"/>
                  <a:ext cx="252911" cy="252911"/>
                </a:xfrm>
                <a:prstGeom prst="ellipse">
                  <a:avLst/>
                </a:prstGeom>
                <a:solidFill>
                  <a:srgbClr val="8CDBBE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32" name="pt671">
                  <a:extLst>
                    <a:ext uri="{FF2B5EF4-FFF2-40B4-BE49-F238E27FC236}">
                      <a16:creationId xmlns:a16="http://schemas.microsoft.com/office/drawing/2014/main" id="{38B9D7AD-7034-83AC-B17D-51B82BFB23BD}"/>
                    </a:ext>
                  </a:extLst>
                </p:cNvPr>
                <p:cNvSpPr/>
                <p:nvPr/>
              </p:nvSpPr>
              <p:spPr>
                <a:xfrm>
                  <a:off x="3396934" y="3568029"/>
                  <a:ext cx="252911" cy="252911"/>
                </a:xfrm>
                <a:prstGeom prst="ellipse">
                  <a:avLst/>
                </a:prstGeom>
                <a:solidFill>
                  <a:srgbClr val="C5EDD9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33" name="pt672">
                  <a:extLst>
                    <a:ext uri="{FF2B5EF4-FFF2-40B4-BE49-F238E27FC236}">
                      <a16:creationId xmlns:a16="http://schemas.microsoft.com/office/drawing/2014/main" id="{C06C71A5-26A3-0D8C-12DD-F66F26B2FED2}"/>
                    </a:ext>
                  </a:extLst>
                </p:cNvPr>
                <p:cNvSpPr/>
                <p:nvPr/>
              </p:nvSpPr>
              <p:spPr>
                <a:xfrm>
                  <a:off x="3369183" y="4256777"/>
                  <a:ext cx="252911" cy="252911"/>
                </a:xfrm>
                <a:prstGeom prst="ellipse">
                  <a:avLst/>
                </a:prstGeom>
                <a:solidFill>
                  <a:srgbClr val="43A7A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34" name="pg673">
                  <a:extLst>
                    <a:ext uri="{FF2B5EF4-FFF2-40B4-BE49-F238E27FC236}">
                      <a16:creationId xmlns:a16="http://schemas.microsoft.com/office/drawing/2014/main" id="{06970A72-27B8-3F8A-4433-2169DAEF99C6}"/>
                    </a:ext>
                  </a:extLst>
                </p:cNvPr>
                <p:cNvSpPr/>
                <p:nvPr/>
              </p:nvSpPr>
              <p:spPr>
                <a:xfrm>
                  <a:off x="3241457" y="3539977"/>
                  <a:ext cx="267615" cy="2317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67615" h="231762">
                      <a:moveTo>
                        <a:pt x="133807" y="0"/>
                      </a:moveTo>
                      <a:lnTo>
                        <a:pt x="267615" y="231762"/>
                      </a:lnTo>
                      <a:lnTo>
                        <a:pt x="0" y="231762"/>
                      </a:lnTo>
                      <a:close/>
                    </a:path>
                  </a:pathLst>
                </a:custGeom>
                <a:solidFill>
                  <a:srgbClr val="FF149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36" name="pl675">
                  <a:extLst>
                    <a:ext uri="{FF2B5EF4-FFF2-40B4-BE49-F238E27FC236}">
                      <a16:creationId xmlns:a16="http://schemas.microsoft.com/office/drawing/2014/main" id="{CB3D91DD-0E75-65EF-BAE2-2A107957FA7E}"/>
                    </a:ext>
                  </a:extLst>
                </p:cNvPr>
                <p:cNvSpPr/>
                <p:nvPr/>
              </p:nvSpPr>
              <p:spPr>
                <a:xfrm>
                  <a:off x="3536580" y="3232307"/>
                  <a:ext cx="1087874" cy="45664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7874" h="456641">
                      <a:moveTo>
                        <a:pt x="1087874" y="0"/>
                      </a:moveTo>
                      <a:lnTo>
                        <a:pt x="0" y="456641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37" name="pl676">
                  <a:extLst>
                    <a:ext uri="{FF2B5EF4-FFF2-40B4-BE49-F238E27FC236}">
                      <a16:creationId xmlns:a16="http://schemas.microsoft.com/office/drawing/2014/main" id="{7280C176-5731-CA81-D751-902834975863}"/>
                    </a:ext>
                  </a:extLst>
                </p:cNvPr>
                <p:cNvSpPr/>
                <p:nvPr/>
              </p:nvSpPr>
              <p:spPr>
                <a:xfrm>
                  <a:off x="3508339" y="3733255"/>
                  <a:ext cx="1249777" cy="64343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49777" h="643439">
                      <a:moveTo>
                        <a:pt x="1249777" y="0"/>
                      </a:moveTo>
                      <a:lnTo>
                        <a:pt x="0" y="643439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0844" name="rc683">
                  <a:extLst>
                    <a:ext uri="{FF2B5EF4-FFF2-40B4-BE49-F238E27FC236}">
                      <a16:creationId xmlns:a16="http://schemas.microsoft.com/office/drawing/2014/main" id="{3652241C-2C9D-A129-CA10-F882984F0091}"/>
                    </a:ext>
                  </a:extLst>
                </p:cNvPr>
                <p:cNvSpPr/>
                <p:nvPr/>
              </p:nvSpPr>
              <p:spPr>
                <a:xfrm>
                  <a:off x="2483768" y="1859855"/>
                  <a:ext cx="3967904" cy="3695325"/>
                </a:xfrm>
                <a:prstGeom prst="rect">
                  <a:avLst/>
                </a:prstGeom>
                <a:ln w="13550" cap="rnd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</p:grpSp>
          <p:sp>
            <p:nvSpPr>
              <p:cNvPr id="20845" name="pg681">
                <a:extLst>
                  <a:ext uri="{FF2B5EF4-FFF2-40B4-BE49-F238E27FC236}">
                    <a16:creationId xmlns:a16="http://schemas.microsoft.com/office/drawing/2014/main" id="{6ACE3AA0-30AD-7FB4-0339-A374281BF9FF}"/>
                  </a:ext>
                </a:extLst>
              </p:cNvPr>
              <p:cNvSpPr/>
              <p:nvPr/>
            </p:nvSpPr>
            <p:spPr>
              <a:xfrm>
                <a:off x="11603736" y="17218152"/>
                <a:ext cx="699244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00987" h="324611">
                    <a:moveTo>
                      <a:pt x="27432" y="324611"/>
                    </a:moveTo>
                    <a:lnTo>
                      <a:pt x="1473555" y="324611"/>
                    </a:lnTo>
                    <a:lnTo>
                      <a:pt x="1472451" y="324589"/>
                    </a:lnTo>
                    <a:lnTo>
                      <a:pt x="1476862" y="324411"/>
                    </a:lnTo>
                    <a:lnTo>
                      <a:pt x="1481187" y="323528"/>
                    </a:lnTo>
                    <a:lnTo>
                      <a:pt x="1485315" y="321963"/>
                    </a:lnTo>
                    <a:lnTo>
                      <a:pt x="1489138" y="319756"/>
                    </a:lnTo>
                    <a:lnTo>
                      <a:pt x="1492558" y="316964"/>
                    </a:lnTo>
                    <a:lnTo>
                      <a:pt x="1495485" y="313659"/>
                    </a:lnTo>
                    <a:lnTo>
                      <a:pt x="1497845" y="309928"/>
                    </a:lnTo>
                    <a:lnTo>
                      <a:pt x="1499575" y="305866"/>
                    </a:lnTo>
                    <a:lnTo>
                      <a:pt x="1500632" y="301580"/>
                    </a:lnTo>
                    <a:lnTo>
                      <a:pt x="1500987" y="297180"/>
                    </a:lnTo>
                    <a:lnTo>
                      <a:pt x="1500987" y="27431"/>
                    </a:lnTo>
                    <a:lnTo>
                      <a:pt x="1500632" y="23031"/>
                    </a:lnTo>
                    <a:lnTo>
                      <a:pt x="1499575" y="18745"/>
                    </a:lnTo>
                    <a:lnTo>
                      <a:pt x="1497845" y="14683"/>
                    </a:lnTo>
                    <a:lnTo>
                      <a:pt x="1495485" y="10952"/>
                    </a:lnTo>
                    <a:lnTo>
                      <a:pt x="1492558" y="7647"/>
                    </a:lnTo>
                    <a:lnTo>
                      <a:pt x="1489138" y="4855"/>
                    </a:lnTo>
                    <a:lnTo>
                      <a:pt x="1485315" y="2648"/>
                    </a:lnTo>
                    <a:lnTo>
                      <a:pt x="1481187" y="1083"/>
                    </a:lnTo>
                    <a:lnTo>
                      <a:pt x="1476862" y="200"/>
                    </a:lnTo>
                    <a:lnTo>
                      <a:pt x="1473555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6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Lewisetta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20846" name="pl677">
                <a:extLst>
                  <a:ext uri="{FF2B5EF4-FFF2-40B4-BE49-F238E27FC236}">
                    <a16:creationId xmlns:a16="http://schemas.microsoft.com/office/drawing/2014/main" id="{885BF496-7250-0D59-48FE-D1F97F79A53E}"/>
                  </a:ext>
                </a:extLst>
              </p:cNvPr>
              <p:cNvSpPr/>
              <p:nvPr/>
            </p:nvSpPr>
            <p:spPr>
              <a:xfrm>
                <a:off x="11960353" y="17364457"/>
                <a:ext cx="45719" cy="428121"/>
              </a:xfrm>
              <a:custGeom>
                <a:avLst/>
                <a:gdLst/>
                <a:ahLst/>
                <a:cxnLst/>
                <a:rect l="0" t="0" r="0" b="0"/>
                <a:pathLst>
                  <a:path w="1087496" h="365184">
                    <a:moveTo>
                      <a:pt x="1087496" y="0"/>
                    </a:moveTo>
                    <a:lnTo>
                      <a:pt x="0" y="36518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8" name="pg679">
                <a:extLst>
                  <a:ext uri="{FF2B5EF4-FFF2-40B4-BE49-F238E27FC236}">
                    <a16:creationId xmlns:a16="http://schemas.microsoft.com/office/drawing/2014/main" id="{34F16D9D-E177-8052-2A04-0BEF6E7E7843}"/>
                  </a:ext>
                </a:extLst>
              </p:cNvPr>
              <p:cNvSpPr/>
              <p:nvPr/>
            </p:nvSpPr>
            <p:spPr>
              <a:xfrm>
                <a:off x="12307825" y="18434304"/>
                <a:ext cx="550615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193383" h="324612">
                    <a:moveTo>
                      <a:pt x="27431" y="324612"/>
                    </a:moveTo>
                    <a:lnTo>
                      <a:pt x="1165951" y="324612"/>
                    </a:lnTo>
                    <a:lnTo>
                      <a:pt x="1164846" y="324589"/>
                    </a:lnTo>
                    <a:lnTo>
                      <a:pt x="1169258" y="324411"/>
                    </a:lnTo>
                    <a:lnTo>
                      <a:pt x="1173583" y="323528"/>
                    </a:lnTo>
                    <a:lnTo>
                      <a:pt x="1177711" y="321963"/>
                    </a:lnTo>
                    <a:lnTo>
                      <a:pt x="1181534" y="319756"/>
                    </a:lnTo>
                    <a:lnTo>
                      <a:pt x="1184954" y="316964"/>
                    </a:lnTo>
                    <a:lnTo>
                      <a:pt x="1187881" y="313659"/>
                    </a:lnTo>
                    <a:lnTo>
                      <a:pt x="1190241" y="309928"/>
                    </a:lnTo>
                    <a:lnTo>
                      <a:pt x="1191971" y="305866"/>
                    </a:lnTo>
                    <a:lnTo>
                      <a:pt x="1193028" y="301580"/>
                    </a:lnTo>
                    <a:lnTo>
                      <a:pt x="1193383" y="297179"/>
                    </a:lnTo>
                    <a:lnTo>
                      <a:pt x="1193383" y="27431"/>
                    </a:lnTo>
                    <a:lnTo>
                      <a:pt x="1193028" y="23031"/>
                    </a:lnTo>
                    <a:lnTo>
                      <a:pt x="1191971" y="18745"/>
                    </a:lnTo>
                    <a:lnTo>
                      <a:pt x="1190241" y="14683"/>
                    </a:lnTo>
                    <a:lnTo>
                      <a:pt x="1187881" y="10952"/>
                    </a:lnTo>
                    <a:lnTo>
                      <a:pt x="1184954" y="7647"/>
                    </a:lnTo>
                    <a:lnTo>
                      <a:pt x="1181534" y="4855"/>
                    </a:lnTo>
                    <a:lnTo>
                      <a:pt x="1177711" y="2648"/>
                    </a:lnTo>
                    <a:lnTo>
                      <a:pt x="1173583" y="1083"/>
                    </a:lnTo>
                    <a:lnTo>
                      <a:pt x="1169258" y="200"/>
                    </a:lnTo>
                    <a:lnTo>
                      <a:pt x="1165951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297179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/>
                  <a:t>  </a:t>
                </a:r>
                <a:r>
                  <a:rPr lang="en-US" sz="1100" dirty="0">
                    <a:latin typeface="Helvetica" pitchFamily="2" charset="0"/>
                  </a:rPr>
                  <a:t>W4-VA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20849" name="pl674">
                <a:extLst>
                  <a:ext uri="{FF2B5EF4-FFF2-40B4-BE49-F238E27FC236}">
                    <a16:creationId xmlns:a16="http://schemas.microsoft.com/office/drawing/2014/main" id="{7FBD5F57-2579-CC72-26EB-580FA5D9E43A}"/>
                  </a:ext>
                </a:extLst>
              </p:cNvPr>
              <p:cNvSpPr/>
              <p:nvPr/>
            </p:nvSpPr>
            <p:spPr>
              <a:xfrm flipV="1">
                <a:off x="11953359" y="18213367"/>
                <a:ext cx="346343" cy="288032"/>
              </a:xfrm>
              <a:custGeom>
                <a:avLst/>
                <a:gdLst/>
                <a:ahLst/>
                <a:cxnLst/>
                <a:rect l="0" t="0" r="0" b="0"/>
                <a:pathLst>
                  <a:path w="1102704" h="234974">
                    <a:moveTo>
                      <a:pt x="1102704" y="0"/>
                    </a:moveTo>
                    <a:lnTo>
                      <a:pt x="0" y="23497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0" name="pg681">
                <a:extLst>
                  <a:ext uri="{FF2B5EF4-FFF2-40B4-BE49-F238E27FC236}">
                    <a16:creationId xmlns:a16="http://schemas.microsoft.com/office/drawing/2014/main" id="{E676D916-27C4-2517-BD4F-797629C33A16}"/>
                  </a:ext>
                </a:extLst>
              </p:cNvPr>
              <p:cNvSpPr/>
              <p:nvPr/>
            </p:nvSpPr>
            <p:spPr>
              <a:xfrm>
                <a:off x="12545568" y="17510760"/>
                <a:ext cx="692540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00987" h="324611">
                    <a:moveTo>
                      <a:pt x="27432" y="324611"/>
                    </a:moveTo>
                    <a:lnTo>
                      <a:pt x="1473555" y="324611"/>
                    </a:lnTo>
                    <a:lnTo>
                      <a:pt x="1472451" y="324589"/>
                    </a:lnTo>
                    <a:lnTo>
                      <a:pt x="1476862" y="324411"/>
                    </a:lnTo>
                    <a:lnTo>
                      <a:pt x="1481187" y="323528"/>
                    </a:lnTo>
                    <a:lnTo>
                      <a:pt x="1485315" y="321963"/>
                    </a:lnTo>
                    <a:lnTo>
                      <a:pt x="1489138" y="319756"/>
                    </a:lnTo>
                    <a:lnTo>
                      <a:pt x="1492558" y="316964"/>
                    </a:lnTo>
                    <a:lnTo>
                      <a:pt x="1495485" y="313659"/>
                    </a:lnTo>
                    <a:lnTo>
                      <a:pt x="1497845" y="309928"/>
                    </a:lnTo>
                    <a:lnTo>
                      <a:pt x="1499575" y="305866"/>
                    </a:lnTo>
                    <a:lnTo>
                      <a:pt x="1500632" y="301580"/>
                    </a:lnTo>
                    <a:lnTo>
                      <a:pt x="1500987" y="297180"/>
                    </a:lnTo>
                    <a:lnTo>
                      <a:pt x="1500987" y="27432"/>
                    </a:lnTo>
                    <a:lnTo>
                      <a:pt x="1500632" y="23031"/>
                    </a:lnTo>
                    <a:lnTo>
                      <a:pt x="1499575" y="18745"/>
                    </a:lnTo>
                    <a:lnTo>
                      <a:pt x="1497845" y="14683"/>
                    </a:lnTo>
                    <a:lnTo>
                      <a:pt x="1495485" y="10952"/>
                    </a:lnTo>
                    <a:lnTo>
                      <a:pt x="1492558" y="7647"/>
                    </a:lnTo>
                    <a:lnTo>
                      <a:pt x="1489138" y="4855"/>
                    </a:lnTo>
                    <a:lnTo>
                      <a:pt x="1485315" y="2648"/>
                    </a:lnTo>
                    <a:lnTo>
                      <a:pt x="1481187" y="1083"/>
                    </a:lnTo>
                    <a:lnTo>
                      <a:pt x="1476862" y="200"/>
                    </a:lnTo>
                    <a:lnTo>
                      <a:pt x="1473555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6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S1-LOLA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20851" name="pg683">
                <a:extLst>
                  <a:ext uri="{FF2B5EF4-FFF2-40B4-BE49-F238E27FC236}">
                    <a16:creationId xmlns:a16="http://schemas.microsoft.com/office/drawing/2014/main" id="{602E8D4A-1F10-246A-C3A9-7100F2200E6F}"/>
                  </a:ext>
                </a:extLst>
              </p:cNvPr>
              <p:cNvSpPr/>
              <p:nvPr/>
            </p:nvSpPr>
            <p:spPr>
              <a:xfrm>
                <a:off x="12586776" y="17792480"/>
                <a:ext cx="717432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54937" h="324612">
                    <a:moveTo>
                      <a:pt x="27431" y="324612"/>
                    </a:moveTo>
                    <a:lnTo>
                      <a:pt x="1527505" y="324612"/>
                    </a:lnTo>
                    <a:lnTo>
                      <a:pt x="1526400" y="324589"/>
                    </a:lnTo>
                    <a:lnTo>
                      <a:pt x="1530811" y="324411"/>
                    </a:lnTo>
                    <a:lnTo>
                      <a:pt x="1535137" y="323528"/>
                    </a:lnTo>
                    <a:lnTo>
                      <a:pt x="1539265" y="321963"/>
                    </a:lnTo>
                    <a:lnTo>
                      <a:pt x="1543088" y="319756"/>
                    </a:lnTo>
                    <a:lnTo>
                      <a:pt x="1546508" y="316964"/>
                    </a:lnTo>
                    <a:lnTo>
                      <a:pt x="1549435" y="313659"/>
                    </a:lnTo>
                    <a:lnTo>
                      <a:pt x="1551795" y="309928"/>
                    </a:lnTo>
                    <a:lnTo>
                      <a:pt x="1553525" y="305866"/>
                    </a:lnTo>
                    <a:lnTo>
                      <a:pt x="1554581" y="301580"/>
                    </a:lnTo>
                    <a:lnTo>
                      <a:pt x="1554937" y="297180"/>
                    </a:lnTo>
                    <a:lnTo>
                      <a:pt x="1554937" y="27432"/>
                    </a:lnTo>
                    <a:lnTo>
                      <a:pt x="1554581" y="23031"/>
                    </a:lnTo>
                    <a:lnTo>
                      <a:pt x="1553525" y="18745"/>
                    </a:lnTo>
                    <a:lnTo>
                      <a:pt x="1551795" y="14683"/>
                    </a:lnTo>
                    <a:lnTo>
                      <a:pt x="1549435" y="10952"/>
                    </a:lnTo>
                    <a:lnTo>
                      <a:pt x="1546508" y="7647"/>
                    </a:lnTo>
                    <a:lnTo>
                      <a:pt x="1543088" y="4855"/>
                    </a:lnTo>
                    <a:lnTo>
                      <a:pt x="1539265" y="2648"/>
                    </a:lnTo>
                    <a:lnTo>
                      <a:pt x="1535137" y="1083"/>
                    </a:lnTo>
                    <a:lnTo>
                      <a:pt x="1530811" y="200"/>
                    </a:lnTo>
                    <a:lnTo>
                      <a:pt x="1527505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S2-DEBY</a:t>
                </a:r>
                <a:endParaRPr sz="1100" dirty="0">
                  <a:latin typeface="Helvetica" pitchFamily="2" charset="0"/>
                </a:endParaRPr>
              </a:p>
            </p:txBody>
          </p:sp>
          <p:cxnSp>
            <p:nvCxnSpPr>
              <p:cNvPr id="28952" name="Straight Connector 28951">
                <a:extLst>
                  <a:ext uri="{FF2B5EF4-FFF2-40B4-BE49-F238E27FC236}">
                    <a16:creationId xmlns:a16="http://schemas.microsoft.com/office/drawing/2014/main" id="{48AB9CB2-6B68-88C8-F6DA-C9B034DED0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82674" y="16961122"/>
                <a:ext cx="678559" cy="93610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53" name="Straight Connector 28952">
                <a:extLst>
                  <a:ext uri="{FF2B5EF4-FFF2-40B4-BE49-F238E27FC236}">
                    <a16:creationId xmlns:a16="http://schemas.microsoft.com/office/drawing/2014/main" id="{7A9BC8A8-18A4-5ED7-35FB-7FBB2BD781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382674" y="18401282"/>
                <a:ext cx="678559" cy="28803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954" name="Rectangle 28953">
                <a:extLst>
                  <a:ext uri="{FF2B5EF4-FFF2-40B4-BE49-F238E27FC236}">
                    <a16:creationId xmlns:a16="http://schemas.microsoft.com/office/drawing/2014/main" id="{F3009B60-1B05-13F1-5662-1AA241A415E2}"/>
                  </a:ext>
                </a:extLst>
              </p:cNvPr>
              <p:cNvSpPr/>
              <p:nvPr/>
            </p:nvSpPr>
            <p:spPr>
              <a:xfrm>
                <a:off x="14061232" y="17897226"/>
                <a:ext cx="504056" cy="50405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8955" name="Picture 28954">
                <a:extLst>
                  <a:ext uri="{FF2B5EF4-FFF2-40B4-BE49-F238E27FC236}">
                    <a16:creationId xmlns:a16="http://schemas.microsoft.com/office/drawing/2014/main" id="{963D2572-174C-41BB-B3A3-5FA912EB4C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16938" y="16876253"/>
                <a:ext cx="1799263" cy="84869"/>
              </a:xfrm>
              <a:prstGeom prst="rect">
                <a:avLst/>
              </a:prstGeom>
            </p:spPr>
          </p:pic>
        </p:grpSp>
      </p:grpSp>
      <p:sp>
        <p:nvSpPr>
          <p:cNvPr id="39068" name="TextBox 39067">
            <a:extLst>
              <a:ext uri="{FF2B5EF4-FFF2-40B4-BE49-F238E27FC236}">
                <a16:creationId xmlns:a16="http://schemas.microsoft.com/office/drawing/2014/main" id="{987A8864-97D0-0DE6-8902-B53FA3A0C17C}"/>
              </a:ext>
            </a:extLst>
          </p:cNvPr>
          <p:cNvSpPr txBox="1"/>
          <p:nvPr/>
        </p:nvSpPr>
        <p:spPr>
          <a:xfrm>
            <a:off x="19053544" y="23306567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1848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9601200" y="16459201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203B">
                <a:alpha val="100000"/>
              </a:srgbClr>
            </a:solidFill>
            <a:ln w="5420" cap="flat">
              <a:solidFill>
                <a:srgbClr val="2A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A4E2C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981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C6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6285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A79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A7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AFE6C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44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271D3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B9E9D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D9F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8CDB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l3961"/>
            <p:cNvSpPr/>
            <p:nvPr/>
          </p:nvSpPr>
          <p:spPr>
            <a:xfrm>
              <a:off x="2850433" y="4909087"/>
              <a:ext cx="52380" cy="84441"/>
            </a:xfrm>
            <a:custGeom>
              <a:avLst/>
              <a:gdLst/>
              <a:ahLst/>
              <a:cxnLst/>
              <a:rect l="0" t="0" r="0" b="0"/>
              <a:pathLst>
                <a:path w="52380" h="84441">
                  <a:moveTo>
                    <a:pt x="0" y="0"/>
                  </a:moveTo>
                  <a:lnTo>
                    <a:pt x="52380" y="844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5732476" y="2845384"/>
              <a:ext cx="91851" cy="78616"/>
            </a:xfrm>
            <a:custGeom>
              <a:avLst/>
              <a:gdLst/>
              <a:ahLst/>
              <a:cxnLst/>
              <a:rect l="0" t="0" r="0" b="0"/>
              <a:pathLst>
                <a:path w="91851" h="78616">
                  <a:moveTo>
                    <a:pt x="0" y="0"/>
                  </a:moveTo>
                  <a:lnTo>
                    <a:pt x="91851" y="786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4513520" y="4609365"/>
              <a:ext cx="54307" cy="79533"/>
            </a:xfrm>
            <a:custGeom>
              <a:avLst/>
              <a:gdLst/>
              <a:ahLst/>
              <a:cxnLst/>
              <a:rect l="0" t="0" r="0" b="0"/>
              <a:pathLst>
                <a:path w="54307" h="79533">
                  <a:moveTo>
                    <a:pt x="0" y="0"/>
                  </a:moveTo>
                  <a:lnTo>
                    <a:pt x="54307" y="7953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3511768" y="4762591"/>
              <a:ext cx="53564" cy="82273"/>
            </a:xfrm>
            <a:custGeom>
              <a:avLst/>
              <a:gdLst/>
              <a:ahLst/>
              <a:cxnLst/>
              <a:rect l="0" t="0" r="0" b="0"/>
              <a:pathLst>
                <a:path w="53564" h="82273">
                  <a:moveTo>
                    <a:pt x="0" y="0"/>
                  </a:moveTo>
                  <a:lnTo>
                    <a:pt x="53564" y="822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5518569" y="3032887"/>
              <a:ext cx="154602" cy="24384"/>
            </a:xfrm>
            <a:custGeom>
              <a:avLst/>
              <a:gdLst/>
              <a:ahLst/>
              <a:cxnLst/>
              <a:rect l="0" t="0" r="0" b="0"/>
              <a:pathLst>
                <a:path w="154602" h="24384">
                  <a:moveTo>
                    <a:pt x="0" y="0"/>
                  </a:moveTo>
                  <a:lnTo>
                    <a:pt x="154602" y="243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g3966"/>
            <p:cNvSpPr/>
            <p:nvPr/>
          </p:nvSpPr>
          <p:spPr>
            <a:xfrm>
              <a:off x="2291917" y="4760396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tx3967"/>
            <p:cNvSpPr/>
            <p:nvPr/>
          </p:nvSpPr>
          <p:spPr>
            <a:xfrm>
              <a:off x="2337637" y="4806116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97539" y="2653451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9" name="tx3969"/>
            <p:cNvSpPr/>
            <p:nvPr/>
          </p:nvSpPr>
          <p:spPr>
            <a:xfrm>
              <a:off x="5343259" y="2699171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550" y="4460415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1" name="tx3971"/>
            <p:cNvSpPr/>
            <p:nvPr/>
          </p:nvSpPr>
          <p:spPr>
            <a:xfrm>
              <a:off x="4016270" y="4506135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933" y="4613847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3" name="tx3973"/>
            <p:cNvSpPr/>
            <p:nvPr/>
          </p:nvSpPr>
          <p:spPr>
            <a:xfrm>
              <a:off x="3006653" y="4659567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36828" y="2936345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5" name="tx3975"/>
            <p:cNvSpPr/>
            <p:nvPr/>
          </p:nvSpPr>
          <p:spPr>
            <a:xfrm>
              <a:off x="4982548" y="2982065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l4036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tx4045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998973"/>
              <a:ext cx="2353848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(RDA)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9" name="Group 748">
            <a:extLst>
              <a:ext uri="{FF2B5EF4-FFF2-40B4-BE49-F238E27FC236}">
                <a16:creationId xmlns:a16="http://schemas.microsoft.com/office/drawing/2014/main" id="{B14DF22F-8754-6CE7-537B-83EE318B0B0E}"/>
              </a:ext>
            </a:extLst>
          </p:cNvPr>
          <p:cNvGrpSpPr/>
          <p:nvPr/>
        </p:nvGrpSpPr>
        <p:grpSpPr>
          <a:xfrm>
            <a:off x="11445906" y="16712933"/>
            <a:ext cx="4149766" cy="3667707"/>
            <a:chOff x="2301906" y="1853932"/>
            <a:chExt cx="4149766" cy="3667707"/>
          </a:xfrm>
        </p:grpSpPr>
        <p:sp>
          <p:nvSpPr>
            <p:cNvPr id="5" name="rc5"/>
            <p:cNvSpPr/>
            <p:nvPr/>
          </p:nvSpPr>
          <p:spPr>
            <a:xfrm>
              <a:off x="2483768" y="1859856"/>
              <a:ext cx="3967903" cy="3657376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57377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C3ECD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95D9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407766" y="3960077"/>
              <a:ext cx="1103085" cy="509616"/>
            </a:xfrm>
            <a:custGeom>
              <a:avLst/>
              <a:gdLst/>
              <a:ahLst/>
              <a:cxnLst/>
              <a:rect l="0" t="0" r="0" b="0"/>
              <a:pathLst>
                <a:path w="1103085" h="509616">
                  <a:moveTo>
                    <a:pt x="1103085" y="0"/>
                  </a:moveTo>
                  <a:lnTo>
                    <a:pt x="0" y="5096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35687" y="3046619"/>
              <a:ext cx="1088780" cy="640630"/>
            </a:xfrm>
            <a:custGeom>
              <a:avLst/>
              <a:gdLst/>
              <a:ahLst/>
              <a:cxnLst/>
              <a:rect l="0" t="0" r="0" b="0"/>
              <a:pathLst>
                <a:path w="1088780" h="640630">
                  <a:moveTo>
                    <a:pt x="1088780" y="0"/>
                  </a:moveTo>
                  <a:lnTo>
                    <a:pt x="0" y="64063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507507" y="3545424"/>
              <a:ext cx="1248569" cy="829919"/>
            </a:xfrm>
            <a:custGeom>
              <a:avLst/>
              <a:gdLst/>
              <a:ahLst/>
              <a:cxnLst/>
              <a:rect l="0" t="0" r="0" b="0"/>
              <a:pathLst>
                <a:path w="1248569" h="829919">
                  <a:moveTo>
                    <a:pt x="1248569" y="0"/>
                  </a:moveTo>
                  <a:lnTo>
                    <a:pt x="0" y="8299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510851" y="3789586"/>
              <a:ext cx="1193383" cy="324612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556571" y="3835306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68" y="2874449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670188" y="2920169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6076" y="3373810"/>
              <a:ext cx="1554937" cy="324611"/>
            </a:xfrm>
            <a:custGeom>
              <a:avLst/>
              <a:gdLst/>
              <a:ahLst/>
              <a:cxnLst/>
              <a:rect l="0" t="0" r="0" b="0"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801796" y="3419530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483768" y="1859856"/>
              <a:ext cx="3967904" cy="3657376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8A368-1717-B154-31D2-69C1822FD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27" name="Group 4726">
            <a:extLst>
              <a:ext uri="{FF2B5EF4-FFF2-40B4-BE49-F238E27FC236}">
                <a16:creationId xmlns:a16="http://schemas.microsoft.com/office/drawing/2014/main" id="{403CFB84-669D-4C74-3012-76431BCE28ED}"/>
              </a:ext>
            </a:extLst>
          </p:cNvPr>
          <p:cNvGrpSpPr/>
          <p:nvPr/>
        </p:nvGrpSpPr>
        <p:grpSpPr>
          <a:xfrm>
            <a:off x="10872217" y="16093440"/>
            <a:ext cx="5696709" cy="4352544"/>
            <a:chOff x="10872217" y="16093440"/>
            <a:chExt cx="5696709" cy="4352544"/>
          </a:xfrm>
        </p:grpSpPr>
        <p:grpSp>
          <p:nvGrpSpPr>
            <p:cNvPr id="2" name="Content Placeholder 2">
              <a:extLst>
                <a:ext uri="{FF2B5EF4-FFF2-40B4-BE49-F238E27FC236}">
                  <a16:creationId xmlns:a16="http://schemas.microsoft.com/office/drawing/2014/main" id="{C312650A-E823-449B-EC71-26C00C2B0038}"/>
                </a:ext>
              </a:extLst>
            </p:cNvPr>
            <p:cNvGrpSpPr/>
            <p:nvPr/>
          </p:nvGrpSpPr>
          <p:grpSpPr>
            <a:xfrm>
              <a:off x="10872217" y="16093440"/>
              <a:ext cx="5696709" cy="4352544"/>
              <a:chOff x="1723645" y="1669789"/>
              <a:chExt cx="5696709" cy="4355877"/>
            </a:xfrm>
          </p:grpSpPr>
          <p:sp>
            <p:nvSpPr>
              <p:cNvPr id="5" name="rc5">
                <a:extLst>
                  <a:ext uri="{FF2B5EF4-FFF2-40B4-BE49-F238E27FC236}">
                    <a16:creationId xmlns:a16="http://schemas.microsoft.com/office/drawing/2014/main" id="{10657C68-C4FB-E147-A091-23E0844AED0B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pl6">
                <a:extLst>
                  <a:ext uri="{FF2B5EF4-FFF2-40B4-BE49-F238E27FC236}">
                    <a16:creationId xmlns:a16="http://schemas.microsoft.com/office/drawing/2014/main" id="{CF323CE5-609A-0472-6620-9E5725D7EE7E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pl7">
                <a:extLst>
                  <a:ext uri="{FF2B5EF4-FFF2-40B4-BE49-F238E27FC236}">
                    <a16:creationId xmlns:a16="http://schemas.microsoft.com/office/drawing/2014/main" id="{D46AA80F-4807-15B5-3A3D-89DDDD6AD81A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pl8">
                <a:extLst>
                  <a:ext uri="{FF2B5EF4-FFF2-40B4-BE49-F238E27FC236}">
                    <a16:creationId xmlns:a16="http://schemas.microsoft.com/office/drawing/2014/main" id="{7331FB73-6F5C-7D5D-C595-944B89E2E89C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" name="pl9">
                <a:extLst>
                  <a:ext uri="{FF2B5EF4-FFF2-40B4-BE49-F238E27FC236}">
                    <a16:creationId xmlns:a16="http://schemas.microsoft.com/office/drawing/2014/main" id="{84B5944E-C592-56BE-7B6E-F55A12542481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pl10">
                <a:extLst>
                  <a:ext uri="{FF2B5EF4-FFF2-40B4-BE49-F238E27FC236}">
                    <a16:creationId xmlns:a16="http://schemas.microsoft.com/office/drawing/2014/main" id="{EDFFC943-6ABC-540A-35A6-ED3335E2AA21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pl11">
                <a:extLst>
                  <a:ext uri="{FF2B5EF4-FFF2-40B4-BE49-F238E27FC236}">
                    <a16:creationId xmlns:a16="http://schemas.microsoft.com/office/drawing/2014/main" id="{BDEFD5B0-DDC9-197B-9B00-DFEFC90B0660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pl12">
                <a:extLst>
                  <a:ext uri="{FF2B5EF4-FFF2-40B4-BE49-F238E27FC236}">
                    <a16:creationId xmlns:a16="http://schemas.microsoft.com/office/drawing/2014/main" id="{A9300525-A446-F0A0-1B52-1ADB5FD80D20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pl13">
                <a:extLst>
                  <a:ext uri="{FF2B5EF4-FFF2-40B4-BE49-F238E27FC236}">
                    <a16:creationId xmlns:a16="http://schemas.microsoft.com/office/drawing/2014/main" id="{12DC118D-EA7C-2E79-9A1C-48F701A69FEF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pl14">
                <a:extLst>
                  <a:ext uri="{FF2B5EF4-FFF2-40B4-BE49-F238E27FC236}">
                    <a16:creationId xmlns:a16="http://schemas.microsoft.com/office/drawing/2014/main" id="{732B101F-3582-D33B-407D-51C4E8C041B9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pl15">
                <a:extLst>
                  <a:ext uri="{FF2B5EF4-FFF2-40B4-BE49-F238E27FC236}">
                    <a16:creationId xmlns:a16="http://schemas.microsoft.com/office/drawing/2014/main" id="{DE110161-17C5-2CB9-48A9-BA7A0F8A145C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pl16">
                <a:extLst>
                  <a:ext uri="{FF2B5EF4-FFF2-40B4-BE49-F238E27FC236}">
                    <a16:creationId xmlns:a16="http://schemas.microsoft.com/office/drawing/2014/main" id="{3B633296-84C8-A8FA-9115-C9273241AD6C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pl17">
                <a:extLst>
                  <a:ext uri="{FF2B5EF4-FFF2-40B4-BE49-F238E27FC236}">
                    <a16:creationId xmlns:a16="http://schemas.microsoft.com/office/drawing/2014/main" id="{9D1956C7-B5F1-FFB1-BEB0-8E6BA23D4AA3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pl18">
                <a:extLst>
                  <a:ext uri="{FF2B5EF4-FFF2-40B4-BE49-F238E27FC236}">
                    <a16:creationId xmlns:a16="http://schemas.microsoft.com/office/drawing/2014/main" id="{6BC3DA31-20A3-1948-314D-C5C195F5ABA6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pg19">
                <a:extLst>
                  <a:ext uri="{FF2B5EF4-FFF2-40B4-BE49-F238E27FC236}">
                    <a16:creationId xmlns:a16="http://schemas.microsoft.com/office/drawing/2014/main" id="{D019BD13-4C78-2BE9-E7CD-BC280390CB89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" name="pg20">
                <a:extLst>
                  <a:ext uri="{FF2B5EF4-FFF2-40B4-BE49-F238E27FC236}">
                    <a16:creationId xmlns:a16="http://schemas.microsoft.com/office/drawing/2014/main" id="{1A934F57-7EA8-2298-F9CD-C275307B9106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pg21">
                <a:extLst>
                  <a:ext uri="{FF2B5EF4-FFF2-40B4-BE49-F238E27FC236}">
                    <a16:creationId xmlns:a16="http://schemas.microsoft.com/office/drawing/2014/main" id="{89614427-04A7-050C-5270-C3BE87217AA6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pg22">
                <a:extLst>
                  <a:ext uri="{FF2B5EF4-FFF2-40B4-BE49-F238E27FC236}">
                    <a16:creationId xmlns:a16="http://schemas.microsoft.com/office/drawing/2014/main" id="{4EE35E01-7709-E8C6-1F9D-C4EF77306A50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pg23">
                <a:extLst>
                  <a:ext uri="{FF2B5EF4-FFF2-40B4-BE49-F238E27FC236}">
                    <a16:creationId xmlns:a16="http://schemas.microsoft.com/office/drawing/2014/main" id="{05F51777-EA89-035C-0A39-51EBBF0AD3A9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pg24">
                <a:extLst>
                  <a:ext uri="{FF2B5EF4-FFF2-40B4-BE49-F238E27FC236}">
                    <a16:creationId xmlns:a16="http://schemas.microsoft.com/office/drawing/2014/main" id="{7960E2D9-0277-E102-7643-B2F25BC98C5C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pg25">
                <a:extLst>
                  <a:ext uri="{FF2B5EF4-FFF2-40B4-BE49-F238E27FC236}">
                    <a16:creationId xmlns:a16="http://schemas.microsoft.com/office/drawing/2014/main" id="{DAB16848-D46C-277C-3A35-165685D8AB47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pg26">
                <a:extLst>
                  <a:ext uri="{FF2B5EF4-FFF2-40B4-BE49-F238E27FC236}">
                    <a16:creationId xmlns:a16="http://schemas.microsoft.com/office/drawing/2014/main" id="{0C8DE5ED-17DB-5729-FBBD-4B1C673891BC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pg27">
                <a:extLst>
                  <a:ext uri="{FF2B5EF4-FFF2-40B4-BE49-F238E27FC236}">
                    <a16:creationId xmlns:a16="http://schemas.microsoft.com/office/drawing/2014/main" id="{D25250BE-8A77-B1B9-EE0D-8ED08A40E3AF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pg28">
                <a:extLst>
                  <a:ext uri="{FF2B5EF4-FFF2-40B4-BE49-F238E27FC236}">
                    <a16:creationId xmlns:a16="http://schemas.microsoft.com/office/drawing/2014/main" id="{767616B7-2E0A-A03A-509B-4E2774D138C8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pg29">
                <a:extLst>
                  <a:ext uri="{FF2B5EF4-FFF2-40B4-BE49-F238E27FC236}">
                    <a16:creationId xmlns:a16="http://schemas.microsoft.com/office/drawing/2014/main" id="{897D6D82-66A6-F726-82FB-E7D5D9CC6F61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pg30">
                <a:extLst>
                  <a:ext uri="{FF2B5EF4-FFF2-40B4-BE49-F238E27FC236}">
                    <a16:creationId xmlns:a16="http://schemas.microsoft.com/office/drawing/2014/main" id="{0CCE1AF6-4CE0-A3D0-8A10-B58B53CE5B68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" name="pg31">
                <a:extLst>
                  <a:ext uri="{FF2B5EF4-FFF2-40B4-BE49-F238E27FC236}">
                    <a16:creationId xmlns:a16="http://schemas.microsoft.com/office/drawing/2014/main" id="{73CBB046-1A0B-591D-6C09-8899284D22C1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pg32">
                <a:extLst>
                  <a:ext uri="{FF2B5EF4-FFF2-40B4-BE49-F238E27FC236}">
                    <a16:creationId xmlns:a16="http://schemas.microsoft.com/office/drawing/2014/main" id="{1C76830C-3995-CB06-1F99-198C6C4425DC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pg33">
                <a:extLst>
                  <a:ext uri="{FF2B5EF4-FFF2-40B4-BE49-F238E27FC236}">
                    <a16:creationId xmlns:a16="http://schemas.microsoft.com/office/drawing/2014/main" id="{FB1D1F44-19B3-FFBC-69BB-8CE0687E12D9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pg34">
                <a:extLst>
                  <a:ext uri="{FF2B5EF4-FFF2-40B4-BE49-F238E27FC236}">
                    <a16:creationId xmlns:a16="http://schemas.microsoft.com/office/drawing/2014/main" id="{EA0F6F45-7AA9-42DA-E2C7-BA509142CC7F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pg35">
                <a:extLst>
                  <a:ext uri="{FF2B5EF4-FFF2-40B4-BE49-F238E27FC236}">
                    <a16:creationId xmlns:a16="http://schemas.microsoft.com/office/drawing/2014/main" id="{6960F9C5-1042-5AA5-7E3B-0309310A2D3D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pg36">
                <a:extLst>
                  <a:ext uri="{FF2B5EF4-FFF2-40B4-BE49-F238E27FC236}">
                    <a16:creationId xmlns:a16="http://schemas.microsoft.com/office/drawing/2014/main" id="{D2CE2054-1574-7A07-62A3-4F7BED99130D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pg37">
                <a:extLst>
                  <a:ext uri="{FF2B5EF4-FFF2-40B4-BE49-F238E27FC236}">
                    <a16:creationId xmlns:a16="http://schemas.microsoft.com/office/drawing/2014/main" id="{1F906017-B22D-D1A0-97B7-5A0AAC305A4B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" name="pg38">
                <a:extLst>
                  <a:ext uri="{FF2B5EF4-FFF2-40B4-BE49-F238E27FC236}">
                    <a16:creationId xmlns:a16="http://schemas.microsoft.com/office/drawing/2014/main" id="{BF42B337-4CDC-F2D5-8AAF-3DE172E67567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pg39">
                <a:extLst>
                  <a:ext uri="{FF2B5EF4-FFF2-40B4-BE49-F238E27FC236}">
                    <a16:creationId xmlns:a16="http://schemas.microsoft.com/office/drawing/2014/main" id="{7F6961C6-8CE3-452D-6562-8A20CB8F74D1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pg40">
                <a:extLst>
                  <a:ext uri="{FF2B5EF4-FFF2-40B4-BE49-F238E27FC236}">
                    <a16:creationId xmlns:a16="http://schemas.microsoft.com/office/drawing/2014/main" id="{5DB4DC3C-FCDA-E880-93AE-177A7B6D46C5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pg41">
                <a:extLst>
                  <a:ext uri="{FF2B5EF4-FFF2-40B4-BE49-F238E27FC236}">
                    <a16:creationId xmlns:a16="http://schemas.microsoft.com/office/drawing/2014/main" id="{3D33394B-3DAC-EDEC-F3B1-7A6868A21C26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pg42">
                <a:extLst>
                  <a:ext uri="{FF2B5EF4-FFF2-40B4-BE49-F238E27FC236}">
                    <a16:creationId xmlns:a16="http://schemas.microsoft.com/office/drawing/2014/main" id="{09B1AC25-58F1-024B-76BC-15D1E60DC81D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" name="pg43">
                <a:extLst>
                  <a:ext uri="{FF2B5EF4-FFF2-40B4-BE49-F238E27FC236}">
                    <a16:creationId xmlns:a16="http://schemas.microsoft.com/office/drawing/2014/main" id="{3C91F743-2C28-383B-2E13-612DC8C855A8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" name="pg44">
                <a:extLst>
                  <a:ext uri="{FF2B5EF4-FFF2-40B4-BE49-F238E27FC236}">
                    <a16:creationId xmlns:a16="http://schemas.microsoft.com/office/drawing/2014/main" id="{95B3D92E-2A68-713F-5168-A6BBAADFBE51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pg45">
                <a:extLst>
                  <a:ext uri="{FF2B5EF4-FFF2-40B4-BE49-F238E27FC236}">
                    <a16:creationId xmlns:a16="http://schemas.microsoft.com/office/drawing/2014/main" id="{B5601253-7231-3FE1-45D7-CA2C554A72F8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pg46">
                <a:extLst>
                  <a:ext uri="{FF2B5EF4-FFF2-40B4-BE49-F238E27FC236}">
                    <a16:creationId xmlns:a16="http://schemas.microsoft.com/office/drawing/2014/main" id="{CB1B550F-B86A-329D-7812-34689B348652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pg47">
                <a:extLst>
                  <a:ext uri="{FF2B5EF4-FFF2-40B4-BE49-F238E27FC236}">
                    <a16:creationId xmlns:a16="http://schemas.microsoft.com/office/drawing/2014/main" id="{48B668A5-8431-D382-B5B4-F14817205B5D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pg48">
                <a:extLst>
                  <a:ext uri="{FF2B5EF4-FFF2-40B4-BE49-F238E27FC236}">
                    <a16:creationId xmlns:a16="http://schemas.microsoft.com/office/drawing/2014/main" id="{812DB320-17B3-0362-EB31-34C134EC8B3B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pg49">
                <a:extLst>
                  <a:ext uri="{FF2B5EF4-FFF2-40B4-BE49-F238E27FC236}">
                    <a16:creationId xmlns:a16="http://schemas.microsoft.com/office/drawing/2014/main" id="{599DA47D-D6C5-D085-EEA7-6DD931D65C33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pg50">
                <a:extLst>
                  <a:ext uri="{FF2B5EF4-FFF2-40B4-BE49-F238E27FC236}">
                    <a16:creationId xmlns:a16="http://schemas.microsoft.com/office/drawing/2014/main" id="{1097820D-35F2-A11D-614F-2FC8DC92554F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pg51">
                <a:extLst>
                  <a:ext uri="{FF2B5EF4-FFF2-40B4-BE49-F238E27FC236}">
                    <a16:creationId xmlns:a16="http://schemas.microsoft.com/office/drawing/2014/main" id="{AB27F414-7E31-7E2C-A11F-E82E5582C1AA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pg52">
                <a:extLst>
                  <a:ext uri="{FF2B5EF4-FFF2-40B4-BE49-F238E27FC236}">
                    <a16:creationId xmlns:a16="http://schemas.microsoft.com/office/drawing/2014/main" id="{B717485F-448F-5CC2-AB30-8E2C338091D9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pg53">
                <a:extLst>
                  <a:ext uri="{FF2B5EF4-FFF2-40B4-BE49-F238E27FC236}">
                    <a16:creationId xmlns:a16="http://schemas.microsoft.com/office/drawing/2014/main" id="{F85CA932-A0BC-B2BE-C003-36B6F4C32AB0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pg54">
                <a:extLst>
                  <a:ext uri="{FF2B5EF4-FFF2-40B4-BE49-F238E27FC236}">
                    <a16:creationId xmlns:a16="http://schemas.microsoft.com/office/drawing/2014/main" id="{94BBA17E-E378-CBF4-94B1-0C94AC144694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" name="pg55">
                <a:extLst>
                  <a:ext uri="{FF2B5EF4-FFF2-40B4-BE49-F238E27FC236}">
                    <a16:creationId xmlns:a16="http://schemas.microsoft.com/office/drawing/2014/main" id="{5389E2EA-DE9F-415E-27DD-E8B3BDD45E00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pg56">
                <a:extLst>
                  <a:ext uri="{FF2B5EF4-FFF2-40B4-BE49-F238E27FC236}">
                    <a16:creationId xmlns:a16="http://schemas.microsoft.com/office/drawing/2014/main" id="{8A5B0C51-A393-D814-0C9A-30B630E5D6F1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pg57">
                <a:extLst>
                  <a:ext uri="{FF2B5EF4-FFF2-40B4-BE49-F238E27FC236}">
                    <a16:creationId xmlns:a16="http://schemas.microsoft.com/office/drawing/2014/main" id="{A53F9FCC-6F00-F370-A59D-33F0741AAE62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pg58">
                <a:extLst>
                  <a:ext uri="{FF2B5EF4-FFF2-40B4-BE49-F238E27FC236}">
                    <a16:creationId xmlns:a16="http://schemas.microsoft.com/office/drawing/2014/main" id="{6D830A8E-31E1-68C7-25B9-259305EC1F89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pg59">
                <a:extLst>
                  <a:ext uri="{FF2B5EF4-FFF2-40B4-BE49-F238E27FC236}">
                    <a16:creationId xmlns:a16="http://schemas.microsoft.com/office/drawing/2014/main" id="{E58D0548-937D-6358-7FB7-38CD8B06DFF7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pg60">
                <a:extLst>
                  <a:ext uri="{FF2B5EF4-FFF2-40B4-BE49-F238E27FC236}">
                    <a16:creationId xmlns:a16="http://schemas.microsoft.com/office/drawing/2014/main" id="{DDEEEE49-7076-379F-A15B-38DCC132D135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" name="pg61">
                <a:extLst>
                  <a:ext uri="{FF2B5EF4-FFF2-40B4-BE49-F238E27FC236}">
                    <a16:creationId xmlns:a16="http://schemas.microsoft.com/office/drawing/2014/main" id="{025272CD-C7A4-3988-82E0-AB91F00C7273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" name="pg62">
                <a:extLst>
                  <a:ext uri="{FF2B5EF4-FFF2-40B4-BE49-F238E27FC236}">
                    <a16:creationId xmlns:a16="http://schemas.microsoft.com/office/drawing/2014/main" id="{3F391146-4D1A-EFFC-C4EC-214E73A38716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pg63">
                <a:extLst>
                  <a:ext uri="{FF2B5EF4-FFF2-40B4-BE49-F238E27FC236}">
                    <a16:creationId xmlns:a16="http://schemas.microsoft.com/office/drawing/2014/main" id="{2C3D072D-3756-59EC-C5FC-0B789ABF8A46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pg64">
                <a:extLst>
                  <a:ext uri="{FF2B5EF4-FFF2-40B4-BE49-F238E27FC236}">
                    <a16:creationId xmlns:a16="http://schemas.microsoft.com/office/drawing/2014/main" id="{DCF6C3D7-A24E-D14A-D121-8BD8002F5F4C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pg65">
                <a:extLst>
                  <a:ext uri="{FF2B5EF4-FFF2-40B4-BE49-F238E27FC236}">
                    <a16:creationId xmlns:a16="http://schemas.microsoft.com/office/drawing/2014/main" id="{58793609-E121-1DC7-FED4-005472469629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pg66">
                <a:extLst>
                  <a:ext uri="{FF2B5EF4-FFF2-40B4-BE49-F238E27FC236}">
                    <a16:creationId xmlns:a16="http://schemas.microsoft.com/office/drawing/2014/main" id="{738F2B14-8A6D-45F0-A79F-EFA53BBC117D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" name="pg67">
                <a:extLst>
                  <a:ext uri="{FF2B5EF4-FFF2-40B4-BE49-F238E27FC236}">
                    <a16:creationId xmlns:a16="http://schemas.microsoft.com/office/drawing/2014/main" id="{8E8ED5C0-3C5F-2012-005D-361EF2F07F9C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" name="pg68">
                <a:extLst>
                  <a:ext uri="{FF2B5EF4-FFF2-40B4-BE49-F238E27FC236}">
                    <a16:creationId xmlns:a16="http://schemas.microsoft.com/office/drawing/2014/main" id="{CE71AD28-BC05-BD63-9538-262C730F88F0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pg69">
                <a:extLst>
                  <a:ext uri="{FF2B5EF4-FFF2-40B4-BE49-F238E27FC236}">
                    <a16:creationId xmlns:a16="http://schemas.microsoft.com/office/drawing/2014/main" id="{19A403DA-59D6-86AB-22E6-93BA69ADAB83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pg70">
                <a:extLst>
                  <a:ext uri="{FF2B5EF4-FFF2-40B4-BE49-F238E27FC236}">
                    <a16:creationId xmlns:a16="http://schemas.microsoft.com/office/drawing/2014/main" id="{6BEA9E19-006E-F31A-CC64-3733D89A1FE1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pg71">
                <a:extLst>
                  <a:ext uri="{FF2B5EF4-FFF2-40B4-BE49-F238E27FC236}">
                    <a16:creationId xmlns:a16="http://schemas.microsoft.com/office/drawing/2014/main" id="{7B38D365-500B-9325-4B81-DFBE6BA8A3D0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pg72">
                <a:extLst>
                  <a:ext uri="{FF2B5EF4-FFF2-40B4-BE49-F238E27FC236}">
                    <a16:creationId xmlns:a16="http://schemas.microsoft.com/office/drawing/2014/main" id="{8ADD7ECC-2464-6A8D-02AB-78F9992885DD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" name="pg73">
                <a:extLst>
                  <a:ext uri="{FF2B5EF4-FFF2-40B4-BE49-F238E27FC236}">
                    <a16:creationId xmlns:a16="http://schemas.microsoft.com/office/drawing/2014/main" id="{00B962B5-2C00-BF4A-CFB1-EDD84E242B7F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" name="pg74">
                <a:extLst>
                  <a:ext uri="{FF2B5EF4-FFF2-40B4-BE49-F238E27FC236}">
                    <a16:creationId xmlns:a16="http://schemas.microsoft.com/office/drawing/2014/main" id="{56409F70-21F9-DE60-35A0-4508268899B8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pg75">
                <a:extLst>
                  <a:ext uri="{FF2B5EF4-FFF2-40B4-BE49-F238E27FC236}">
                    <a16:creationId xmlns:a16="http://schemas.microsoft.com/office/drawing/2014/main" id="{DF28DCED-E159-CC90-FDDA-55835E572A37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pg76">
                <a:extLst>
                  <a:ext uri="{FF2B5EF4-FFF2-40B4-BE49-F238E27FC236}">
                    <a16:creationId xmlns:a16="http://schemas.microsoft.com/office/drawing/2014/main" id="{10BBFF14-97B9-DB77-467F-C634AB3B1078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pg77">
                <a:extLst>
                  <a:ext uri="{FF2B5EF4-FFF2-40B4-BE49-F238E27FC236}">
                    <a16:creationId xmlns:a16="http://schemas.microsoft.com/office/drawing/2014/main" id="{3D107180-8E0A-0FCA-C237-158850A3FCAE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pg78">
                <a:extLst>
                  <a:ext uri="{FF2B5EF4-FFF2-40B4-BE49-F238E27FC236}">
                    <a16:creationId xmlns:a16="http://schemas.microsoft.com/office/drawing/2014/main" id="{A6DF87F3-8E2C-B212-1E31-893164DFA5D4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" name="pg79">
                <a:extLst>
                  <a:ext uri="{FF2B5EF4-FFF2-40B4-BE49-F238E27FC236}">
                    <a16:creationId xmlns:a16="http://schemas.microsoft.com/office/drawing/2014/main" id="{A0E10DA6-3060-4DC5-7231-285F80EA16F3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" name="pg80">
                <a:extLst>
                  <a:ext uri="{FF2B5EF4-FFF2-40B4-BE49-F238E27FC236}">
                    <a16:creationId xmlns:a16="http://schemas.microsoft.com/office/drawing/2014/main" id="{F2A99D56-E6A7-008A-1159-9542E886A4F9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pg81">
                <a:extLst>
                  <a:ext uri="{FF2B5EF4-FFF2-40B4-BE49-F238E27FC236}">
                    <a16:creationId xmlns:a16="http://schemas.microsoft.com/office/drawing/2014/main" id="{E5616CBF-E5BB-6BB0-21E6-ACFC0CEE12FA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pg82">
                <a:extLst>
                  <a:ext uri="{FF2B5EF4-FFF2-40B4-BE49-F238E27FC236}">
                    <a16:creationId xmlns:a16="http://schemas.microsoft.com/office/drawing/2014/main" id="{13DA768F-EF3B-CFBA-4AC2-B0B57A21B14B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pg83">
                <a:extLst>
                  <a:ext uri="{FF2B5EF4-FFF2-40B4-BE49-F238E27FC236}">
                    <a16:creationId xmlns:a16="http://schemas.microsoft.com/office/drawing/2014/main" id="{5B8F51D5-9594-35FC-0132-863358785EA6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pg84">
                <a:extLst>
                  <a:ext uri="{FF2B5EF4-FFF2-40B4-BE49-F238E27FC236}">
                    <a16:creationId xmlns:a16="http://schemas.microsoft.com/office/drawing/2014/main" id="{88D9BB61-C48C-9E1E-459D-E667BB0EDAF6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" name="pg85">
                <a:extLst>
                  <a:ext uri="{FF2B5EF4-FFF2-40B4-BE49-F238E27FC236}">
                    <a16:creationId xmlns:a16="http://schemas.microsoft.com/office/drawing/2014/main" id="{B969C781-20E3-9672-0279-6AECD5B9C0D7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" name="pg86">
                <a:extLst>
                  <a:ext uri="{FF2B5EF4-FFF2-40B4-BE49-F238E27FC236}">
                    <a16:creationId xmlns:a16="http://schemas.microsoft.com/office/drawing/2014/main" id="{45871F57-B9E0-7527-16BE-3D917713D522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pg87">
                <a:extLst>
                  <a:ext uri="{FF2B5EF4-FFF2-40B4-BE49-F238E27FC236}">
                    <a16:creationId xmlns:a16="http://schemas.microsoft.com/office/drawing/2014/main" id="{9D4D0A59-DAEA-A43E-2101-3972A31673E7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pg88">
                <a:extLst>
                  <a:ext uri="{FF2B5EF4-FFF2-40B4-BE49-F238E27FC236}">
                    <a16:creationId xmlns:a16="http://schemas.microsoft.com/office/drawing/2014/main" id="{D3871955-51D2-8767-7916-1225FB140578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" name="pg89">
                <a:extLst>
                  <a:ext uri="{FF2B5EF4-FFF2-40B4-BE49-F238E27FC236}">
                    <a16:creationId xmlns:a16="http://schemas.microsoft.com/office/drawing/2014/main" id="{1650E944-21CD-F6A1-535B-5DABB62A32E9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" name="pg90">
                <a:extLst>
                  <a:ext uri="{FF2B5EF4-FFF2-40B4-BE49-F238E27FC236}">
                    <a16:creationId xmlns:a16="http://schemas.microsoft.com/office/drawing/2014/main" id="{739AC484-F5B9-A595-B794-9EE160FAC9F4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pg91">
                <a:extLst>
                  <a:ext uri="{FF2B5EF4-FFF2-40B4-BE49-F238E27FC236}">
                    <a16:creationId xmlns:a16="http://schemas.microsoft.com/office/drawing/2014/main" id="{C42D7647-E06C-EB4C-DC40-B8AE18B021E1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" name="pg92">
                <a:extLst>
                  <a:ext uri="{FF2B5EF4-FFF2-40B4-BE49-F238E27FC236}">
                    <a16:creationId xmlns:a16="http://schemas.microsoft.com/office/drawing/2014/main" id="{ACD39242-4B2A-8EAB-FCC6-F7E7D322C59A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" name="pg93">
                <a:extLst>
                  <a:ext uri="{FF2B5EF4-FFF2-40B4-BE49-F238E27FC236}">
                    <a16:creationId xmlns:a16="http://schemas.microsoft.com/office/drawing/2014/main" id="{28DEEBC9-94C3-1931-704B-C812724FA3F1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" name="pg94">
                <a:extLst>
                  <a:ext uri="{FF2B5EF4-FFF2-40B4-BE49-F238E27FC236}">
                    <a16:creationId xmlns:a16="http://schemas.microsoft.com/office/drawing/2014/main" id="{1B34E868-CB91-E239-64A5-940484843705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" name="pg95">
                <a:extLst>
                  <a:ext uri="{FF2B5EF4-FFF2-40B4-BE49-F238E27FC236}">
                    <a16:creationId xmlns:a16="http://schemas.microsoft.com/office/drawing/2014/main" id="{F54C2629-D262-EBAC-F6E2-1285AAADDC86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" name="pg96">
                <a:extLst>
                  <a:ext uri="{FF2B5EF4-FFF2-40B4-BE49-F238E27FC236}">
                    <a16:creationId xmlns:a16="http://schemas.microsoft.com/office/drawing/2014/main" id="{03CCE807-8F1F-F5CE-5510-9963889D5E04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" name="pg97">
                <a:extLst>
                  <a:ext uri="{FF2B5EF4-FFF2-40B4-BE49-F238E27FC236}">
                    <a16:creationId xmlns:a16="http://schemas.microsoft.com/office/drawing/2014/main" id="{32A90032-B536-C763-6086-14900E3A7A24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" name="pg98">
                <a:extLst>
                  <a:ext uri="{FF2B5EF4-FFF2-40B4-BE49-F238E27FC236}">
                    <a16:creationId xmlns:a16="http://schemas.microsoft.com/office/drawing/2014/main" id="{239E739A-9163-39E2-5462-D2142602A51E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" name="pg99">
                <a:extLst>
                  <a:ext uri="{FF2B5EF4-FFF2-40B4-BE49-F238E27FC236}">
                    <a16:creationId xmlns:a16="http://schemas.microsoft.com/office/drawing/2014/main" id="{A630D4CB-3D41-24E1-DC27-8DF35B1DCF6D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" name="pg100">
                <a:extLst>
                  <a:ext uri="{FF2B5EF4-FFF2-40B4-BE49-F238E27FC236}">
                    <a16:creationId xmlns:a16="http://schemas.microsoft.com/office/drawing/2014/main" id="{0626CFCF-4450-0615-0041-5655D4D43006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" name="pg101">
                <a:extLst>
                  <a:ext uri="{FF2B5EF4-FFF2-40B4-BE49-F238E27FC236}">
                    <a16:creationId xmlns:a16="http://schemas.microsoft.com/office/drawing/2014/main" id="{60762681-7D95-C748-E2AD-11D466E1393A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" name="pg102">
                <a:extLst>
                  <a:ext uri="{FF2B5EF4-FFF2-40B4-BE49-F238E27FC236}">
                    <a16:creationId xmlns:a16="http://schemas.microsoft.com/office/drawing/2014/main" id="{9FE315A5-48F5-48BE-B05E-964D694D0380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" name="pg103">
                <a:extLst>
                  <a:ext uri="{FF2B5EF4-FFF2-40B4-BE49-F238E27FC236}">
                    <a16:creationId xmlns:a16="http://schemas.microsoft.com/office/drawing/2014/main" id="{8A69A339-3666-F0D8-FE3C-1AD1A3B06F3E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" name="pg104">
                <a:extLst>
                  <a:ext uri="{FF2B5EF4-FFF2-40B4-BE49-F238E27FC236}">
                    <a16:creationId xmlns:a16="http://schemas.microsoft.com/office/drawing/2014/main" id="{D7DD34DD-7A60-9A86-E157-286233F69327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" name="pg105">
                <a:extLst>
                  <a:ext uri="{FF2B5EF4-FFF2-40B4-BE49-F238E27FC236}">
                    <a16:creationId xmlns:a16="http://schemas.microsoft.com/office/drawing/2014/main" id="{31D5DDBB-8465-168C-4334-030CD0E45EA6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" name="pg106">
                <a:extLst>
                  <a:ext uri="{FF2B5EF4-FFF2-40B4-BE49-F238E27FC236}">
                    <a16:creationId xmlns:a16="http://schemas.microsoft.com/office/drawing/2014/main" id="{44AD539A-3D7B-A9F6-9E45-6DD725411A82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" name="pg107">
                <a:extLst>
                  <a:ext uri="{FF2B5EF4-FFF2-40B4-BE49-F238E27FC236}">
                    <a16:creationId xmlns:a16="http://schemas.microsoft.com/office/drawing/2014/main" id="{F378876E-DCA2-A57F-EDAD-FF457C7FB782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" name="pg108">
                <a:extLst>
                  <a:ext uri="{FF2B5EF4-FFF2-40B4-BE49-F238E27FC236}">
                    <a16:creationId xmlns:a16="http://schemas.microsoft.com/office/drawing/2014/main" id="{5445C649-F000-7062-F002-B5A578DAC4E5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" name="pg109">
                <a:extLst>
                  <a:ext uri="{FF2B5EF4-FFF2-40B4-BE49-F238E27FC236}">
                    <a16:creationId xmlns:a16="http://schemas.microsoft.com/office/drawing/2014/main" id="{AD0A160B-3BB4-04E6-9BD4-B9D5186918E7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" name="pg110">
                <a:extLst>
                  <a:ext uri="{FF2B5EF4-FFF2-40B4-BE49-F238E27FC236}">
                    <a16:creationId xmlns:a16="http://schemas.microsoft.com/office/drawing/2014/main" id="{AD7DB2D4-80DE-65AA-9869-8F16D86A513B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" name="pg111">
                <a:extLst>
                  <a:ext uri="{FF2B5EF4-FFF2-40B4-BE49-F238E27FC236}">
                    <a16:creationId xmlns:a16="http://schemas.microsoft.com/office/drawing/2014/main" id="{5766C8FC-D81D-DDCB-DB83-0B7F4B93BBA6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" name="pg112">
                <a:extLst>
                  <a:ext uri="{FF2B5EF4-FFF2-40B4-BE49-F238E27FC236}">
                    <a16:creationId xmlns:a16="http://schemas.microsoft.com/office/drawing/2014/main" id="{9788FD30-0AA9-6532-498A-1A2D5F310349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pg113">
                <a:extLst>
                  <a:ext uri="{FF2B5EF4-FFF2-40B4-BE49-F238E27FC236}">
                    <a16:creationId xmlns:a16="http://schemas.microsoft.com/office/drawing/2014/main" id="{B115D4C4-CD8F-5345-9ECC-36C4DCABA1D4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" name="pg114">
                <a:extLst>
                  <a:ext uri="{FF2B5EF4-FFF2-40B4-BE49-F238E27FC236}">
                    <a16:creationId xmlns:a16="http://schemas.microsoft.com/office/drawing/2014/main" id="{5E83CDD2-3997-AC19-C031-DCE4E0664BD6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" name="pg115">
                <a:extLst>
                  <a:ext uri="{FF2B5EF4-FFF2-40B4-BE49-F238E27FC236}">
                    <a16:creationId xmlns:a16="http://schemas.microsoft.com/office/drawing/2014/main" id="{C79C7D40-1752-1357-9BCE-91439F235BB8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" name="pg116">
                <a:extLst>
                  <a:ext uri="{FF2B5EF4-FFF2-40B4-BE49-F238E27FC236}">
                    <a16:creationId xmlns:a16="http://schemas.microsoft.com/office/drawing/2014/main" id="{EDCC2F25-3F0D-3E68-D003-160C1BCDEEC7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" name="pg117">
                <a:extLst>
                  <a:ext uri="{FF2B5EF4-FFF2-40B4-BE49-F238E27FC236}">
                    <a16:creationId xmlns:a16="http://schemas.microsoft.com/office/drawing/2014/main" id="{254975DD-1222-A7FA-1C16-7369292B24A0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" name="pg118">
                <a:extLst>
                  <a:ext uri="{FF2B5EF4-FFF2-40B4-BE49-F238E27FC236}">
                    <a16:creationId xmlns:a16="http://schemas.microsoft.com/office/drawing/2014/main" id="{A42D1999-EECA-B663-9611-37C14EFD91D7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" name="pg119">
                <a:extLst>
                  <a:ext uri="{FF2B5EF4-FFF2-40B4-BE49-F238E27FC236}">
                    <a16:creationId xmlns:a16="http://schemas.microsoft.com/office/drawing/2014/main" id="{0F87D810-7AE7-732B-2690-76FB30E2F795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" name="pg120">
                <a:extLst>
                  <a:ext uri="{FF2B5EF4-FFF2-40B4-BE49-F238E27FC236}">
                    <a16:creationId xmlns:a16="http://schemas.microsoft.com/office/drawing/2014/main" id="{048E4B8E-36DD-B698-A65A-C098A117AA85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" name="pg121">
                <a:extLst>
                  <a:ext uri="{FF2B5EF4-FFF2-40B4-BE49-F238E27FC236}">
                    <a16:creationId xmlns:a16="http://schemas.microsoft.com/office/drawing/2014/main" id="{91281680-40C4-7EC8-F565-301F078E463F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" name="pg122">
                <a:extLst>
                  <a:ext uri="{FF2B5EF4-FFF2-40B4-BE49-F238E27FC236}">
                    <a16:creationId xmlns:a16="http://schemas.microsoft.com/office/drawing/2014/main" id="{F8E8C846-6C61-9E36-E235-B29BBFAE2FA4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" name="pg123">
                <a:extLst>
                  <a:ext uri="{FF2B5EF4-FFF2-40B4-BE49-F238E27FC236}">
                    <a16:creationId xmlns:a16="http://schemas.microsoft.com/office/drawing/2014/main" id="{C14CE3CC-EB89-5C92-B95D-ACDE9779BEEE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" name="pg124">
                <a:extLst>
                  <a:ext uri="{FF2B5EF4-FFF2-40B4-BE49-F238E27FC236}">
                    <a16:creationId xmlns:a16="http://schemas.microsoft.com/office/drawing/2014/main" id="{B68DD343-C277-BFE5-F2DF-293A23CC69D0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" name="pg125">
                <a:extLst>
                  <a:ext uri="{FF2B5EF4-FFF2-40B4-BE49-F238E27FC236}">
                    <a16:creationId xmlns:a16="http://schemas.microsoft.com/office/drawing/2014/main" id="{AB437FA4-0562-37E5-80F6-023E6341530F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" name="pg126">
                <a:extLst>
                  <a:ext uri="{FF2B5EF4-FFF2-40B4-BE49-F238E27FC236}">
                    <a16:creationId xmlns:a16="http://schemas.microsoft.com/office/drawing/2014/main" id="{9A07F4F7-109D-9517-52B0-18654DA745C0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" name="pg127">
                <a:extLst>
                  <a:ext uri="{FF2B5EF4-FFF2-40B4-BE49-F238E27FC236}">
                    <a16:creationId xmlns:a16="http://schemas.microsoft.com/office/drawing/2014/main" id="{8CC40565-AE49-7979-EBDC-668998D82C9B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" name="pg128">
                <a:extLst>
                  <a:ext uri="{FF2B5EF4-FFF2-40B4-BE49-F238E27FC236}">
                    <a16:creationId xmlns:a16="http://schemas.microsoft.com/office/drawing/2014/main" id="{CF283DE3-A7A7-5C76-37E2-C001F03D7E05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" name="pg129">
                <a:extLst>
                  <a:ext uri="{FF2B5EF4-FFF2-40B4-BE49-F238E27FC236}">
                    <a16:creationId xmlns:a16="http://schemas.microsoft.com/office/drawing/2014/main" id="{ECA674D7-5A1C-2BF5-BD81-7905353459B3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" name="pg130">
                <a:extLst>
                  <a:ext uri="{FF2B5EF4-FFF2-40B4-BE49-F238E27FC236}">
                    <a16:creationId xmlns:a16="http://schemas.microsoft.com/office/drawing/2014/main" id="{EE3F5AC3-CDFA-6267-2E3C-4DCD688E4C81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" name="pg131">
                <a:extLst>
                  <a:ext uri="{FF2B5EF4-FFF2-40B4-BE49-F238E27FC236}">
                    <a16:creationId xmlns:a16="http://schemas.microsoft.com/office/drawing/2014/main" id="{14A54B8B-70A9-4DF8-5E07-F294599231A1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" name="pg132">
                <a:extLst>
                  <a:ext uri="{FF2B5EF4-FFF2-40B4-BE49-F238E27FC236}">
                    <a16:creationId xmlns:a16="http://schemas.microsoft.com/office/drawing/2014/main" id="{06BBAF03-0D12-1491-F3CB-2B47A763DA06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" name="pg133">
                <a:extLst>
                  <a:ext uri="{FF2B5EF4-FFF2-40B4-BE49-F238E27FC236}">
                    <a16:creationId xmlns:a16="http://schemas.microsoft.com/office/drawing/2014/main" id="{0F39C624-039C-B4B1-5488-569E9D4FDF36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" name="pg134">
                <a:extLst>
                  <a:ext uri="{FF2B5EF4-FFF2-40B4-BE49-F238E27FC236}">
                    <a16:creationId xmlns:a16="http://schemas.microsoft.com/office/drawing/2014/main" id="{C039ACDB-0E35-D3C5-0082-23835129DBEB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" name="pg135">
                <a:extLst>
                  <a:ext uri="{FF2B5EF4-FFF2-40B4-BE49-F238E27FC236}">
                    <a16:creationId xmlns:a16="http://schemas.microsoft.com/office/drawing/2014/main" id="{81D348AD-F451-0A6D-DE29-167EC468BD88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" name="pg136">
                <a:extLst>
                  <a:ext uri="{FF2B5EF4-FFF2-40B4-BE49-F238E27FC236}">
                    <a16:creationId xmlns:a16="http://schemas.microsoft.com/office/drawing/2014/main" id="{FE2818EB-44B4-24BA-8328-021F908776EB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" name="pg137">
                <a:extLst>
                  <a:ext uri="{FF2B5EF4-FFF2-40B4-BE49-F238E27FC236}">
                    <a16:creationId xmlns:a16="http://schemas.microsoft.com/office/drawing/2014/main" id="{1F5D29D2-3A85-949B-55F0-B6DD7C9F30A1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" name="pg138">
                <a:extLst>
                  <a:ext uri="{FF2B5EF4-FFF2-40B4-BE49-F238E27FC236}">
                    <a16:creationId xmlns:a16="http://schemas.microsoft.com/office/drawing/2014/main" id="{A0DC4B6E-81FC-AD05-1109-872A623110AE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" name="pg139">
                <a:extLst>
                  <a:ext uri="{FF2B5EF4-FFF2-40B4-BE49-F238E27FC236}">
                    <a16:creationId xmlns:a16="http://schemas.microsoft.com/office/drawing/2014/main" id="{5ED4AE42-1106-ECB6-7A8F-6A8D569E0C21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" name="pg140">
                <a:extLst>
                  <a:ext uri="{FF2B5EF4-FFF2-40B4-BE49-F238E27FC236}">
                    <a16:creationId xmlns:a16="http://schemas.microsoft.com/office/drawing/2014/main" id="{C5BFAB8C-8E21-B4A4-FF47-3510FED9319C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" name="pg141">
                <a:extLst>
                  <a:ext uri="{FF2B5EF4-FFF2-40B4-BE49-F238E27FC236}">
                    <a16:creationId xmlns:a16="http://schemas.microsoft.com/office/drawing/2014/main" id="{0B1E1AB8-9921-D36C-93A1-267EEA2D67B5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" name="pg142">
                <a:extLst>
                  <a:ext uri="{FF2B5EF4-FFF2-40B4-BE49-F238E27FC236}">
                    <a16:creationId xmlns:a16="http://schemas.microsoft.com/office/drawing/2014/main" id="{B3C645BD-918C-8465-6BD1-87174D238317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" name="pg143">
                <a:extLst>
                  <a:ext uri="{FF2B5EF4-FFF2-40B4-BE49-F238E27FC236}">
                    <a16:creationId xmlns:a16="http://schemas.microsoft.com/office/drawing/2014/main" id="{401BBCEC-8AB0-EC00-4B03-3BCB2114D73D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" name="pg144">
                <a:extLst>
                  <a:ext uri="{FF2B5EF4-FFF2-40B4-BE49-F238E27FC236}">
                    <a16:creationId xmlns:a16="http://schemas.microsoft.com/office/drawing/2014/main" id="{A01D18E0-9B3F-AE13-DA4C-E52070985CAF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" name="pg145">
                <a:extLst>
                  <a:ext uri="{FF2B5EF4-FFF2-40B4-BE49-F238E27FC236}">
                    <a16:creationId xmlns:a16="http://schemas.microsoft.com/office/drawing/2014/main" id="{ED422881-4B17-C963-A652-3EC245BF737C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" name="pg146">
                <a:extLst>
                  <a:ext uri="{FF2B5EF4-FFF2-40B4-BE49-F238E27FC236}">
                    <a16:creationId xmlns:a16="http://schemas.microsoft.com/office/drawing/2014/main" id="{FA933D41-D135-9B59-11DB-98A3ACEC6B42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" name="pg147">
                <a:extLst>
                  <a:ext uri="{FF2B5EF4-FFF2-40B4-BE49-F238E27FC236}">
                    <a16:creationId xmlns:a16="http://schemas.microsoft.com/office/drawing/2014/main" id="{C3343FE9-7683-B135-507D-A56D4586B209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" name="pg148">
                <a:extLst>
                  <a:ext uri="{FF2B5EF4-FFF2-40B4-BE49-F238E27FC236}">
                    <a16:creationId xmlns:a16="http://schemas.microsoft.com/office/drawing/2014/main" id="{2E9E7987-6B16-ED62-E02B-4AC3182BC9E0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" name="pg149">
                <a:extLst>
                  <a:ext uri="{FF2B5EF4-FFF2-40B4-BE49-F238E27FC236}">
                    <a16:creationId xmlns:a16="http://schemas.microsoft.com/office/drawing/2014/main" id="{9FD3224C-5511-0220-ECB4-BCB5B4549342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" name="pg150">
                <a:extLst>
                  <a:ext uri="{FF2B5EF4-FFF2-40B4-BE49-F238E27FC236}">
                    <a16:creationId xmlns:a16="http://schemas.microsoft.com/office/drawing/2014/main" id="{D80672BE-5708-17AA-8772-382C0431270D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" name="pg151">
                <a:extLst>
                  <a:ext uri="{FF2B5EF4-FFF2-40B4-BE49-F238E27FC236}">
                    <a16:creationId xmlns:a16="http://schemas.microsoft.com/office/drawing/2014/main" id="{5255A976-BFE9-898F-2616-6B6EB42E34FA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" name="pg152">
                <a:extLst>
                  <a:ext uri="{FF2B5EF4-FFF2-40B4-BE49-F238E27FC236}">
                    <a16:creationId xmlns:a16="http://schemas.microsoft.com/office/drawing/2014/main" id="{922FC0F2-52EF-80D4-8E7A-1C2F3A4A8623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" name="pg153">
                <a:extLst>
                  <a:ext uri="{FF2B5EF4-FFF2-40B4-BE49-F238E27FC236}">
                    <a16:creationId xmlns:a16="http://schemas.microsoft.com/office/drawing/2014/main" id="{786F2301-41F6-7DAB-C251-AAC7F7426B69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" name="pg154">
                <a:extLst>
                  <a:ext uri="{FF2B5EF4-FFF2-40B4-BE49-F238E27FC236}">
                    <a16:creationId xmlns:a16="http://schemas.microsoft.com/office/drawing/2014/main" id="{FA93B09B-998B-302A-6FD3-89AAAD3D2571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" name="pg155">
                <a:extLst>
                  <a:ext uri="{FF2B5EF4-FFF2-40B4-BE49-F238E27FC236}">
                    <a16:creationId xmlns:a16="http://schemas.microsoft.com/office/drawing/2014/main" id="{984C7AD0-F189-C9B0-5F39-2A13377DDE56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" name="pg156">
                <a:extLst>
                  <a:ext uri="{FF2B5EF4-FFF2-40B4-BE49-F238E27FC236}">
                    <a16:creationId xmlns:a16="http://schemas.microsoft.com/office/drawing/2014/main" id="{3D3E8442-9AF3-AC58-BE86-BBC4C31F63E2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" name="pg157">
                <a:extLst>
                  <a:ext uri="{FF2B5EF4-FFF2-40B4-BE49-F238E27FC236}">
                    <a16:creationId xmlns:a16="http://schemas.microsoft.com/office/drawing/2014/main" id="{BC457396-CE5E-FFA4-4918-5D242AFBE348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" name="pg158">
                <a:extLst>
                  <a:ext uri="{FF2B5EF4-FFF2-40B4-BE49-F238E27FC236}">
                    <a16:creationId xmlns:a16="http://schemas.microsoft.com/office/drawing/2014/main" id="{862ECB91-2A6E-1A7C-737D-3F0D85D85ABC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" name="pg159">
                <a:extLst>
                  <a:ext uri="{FF2B5EF4-FFF2-40B4-BE49-F238E27FC236}">
                    <a16:creationId xmlns:a16="http://schemas.microsoft.com/office/drawing/2014/main" id="{D8D36AC5-7575-85B6-7F0A-7D0129B31887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" name="pg160">
                <a:extLst>
                  <a:ext uri="{FF2B5EF4-FFF2-40B4-BE49-F238E27FC236}">
                    <a16:creationId xmlns:a16="http://schemas.microsoft.com/office/drawing/2014/main" id="{998BA525-7031-7E22-8B90-F3E74E195CEA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" name="pg161">
                <a:extLst>
                  <a:ext uri="{FF2B5EF4-FFF2-40B4-BE49-F238E27FC236}">
                    <a16:creationId xmlns:a16="http://schemas.microsoft.com/office/drawing/2014/main" id="{F2BEBE6A-ED8A-254C-EB37-C9FD1472FE25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" name="pg162">
                <a:extLst>
                  <a:ext uri="{FF2B5EF4-FFF2-40B4-BE49-F238E27FC236}">
                    <a16:creationId xmlns:a16="http://schemas.microsoft.com/office/drawing/2014/main" id="{9033F072-C04D-2478-F500-EA676FDF8C00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" name="pg163">
                <a:extLst>
                  <a:ext uri="{FF2B5EF4-FFF2-40B4-BE49-F238E27FC236}">
                    <a16:creationId xmlns:a16="http://schemas.microsoft.com/office/drawing/2014/main" id="{D342C4EA-4AF0-8CF3-0C9C-3AD2905BA959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" name="pg164">
                <a:extLst>
                  <a:ext uri="{FF2B5EF4-FFF2-40B4-BE49-F238E27FC236}">
                    <a16:creationId xmlns:a16="http://schemas.microsoft.com/office/drawing/2014/main" id="{3056065B-2605-F183-3933-71D0EFEEA037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" name="pg165">
                <a:extLst>
                  <a:ext uri="{FF2B5EF4-FFF2-40B4-BE49-F238E27FC236}">
                    <a16:creationId xmlns:a16="http://schemas.microsoft.com/office/drawing/2014/main" id="{E319F6A8-BF17-0A15-FCCD-6BD4411B488C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" name="pg166">
                <a:extLst>
                  <a:ext uri="{FF2B5EF4-FFF2-40B4-BE49-F238E27FC236}">
                    <a16:creationId xmlns:a16="http://schemas.microsoft.com/office/drawing/2014/main" id="{2FC5D66E-348F-33F6-779E-8499E36EDAF0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" name="pg167">
                <a:extLst>
                  <a:ext uri="{FF2B5EF4-FFF2-40B4-BE49-F238E27FC236}">
                    <a16:creationId xmlns:a16="http://schemas.microsoft.com/office/drawing/2014/main" id="{07966818-A296-C57A-9622-04F823C1093D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" name="pg168">
                <a:extLst>
                  <a:ext uri="{FF2B5EF4-FFF2-40B4-BE49-F238E27FC236}">
                    <a16:creationId xmlns:a16="http://schemas.microsoft.com/office/drawing/2014/main" id="{08C11599-D36C-9ED0-B37C-E1D44D29236B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" name="pg169">
                <a:extLst>
                  <a:ext uri="{FF2B5EF4-FFF2-40B4-BE49-F238E27FC236}">
                    <a16:creationId xmlns:a16="http://schemas.microsoft.com/office/drawing/2014/main" id="{4723420A-7AA3-0AF4-8988-8790113A813D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" name="pg170">
                <a:extLst>
                  <a:ext uri="{FF2B5EF4-FFF2-40B4-BE49-F238E27FC236}">
                    <a16:creationId xmlns:a16="http://schemas.microsoft.com/office/drawing/2014/main" id="{469DC9C9-F82B-85D8-32A2-6C1B57F09AED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" name="pg171">
                <a:extLst>
                  <a:ext uri="{FF2B5EF4-FFF2-40B4-BE49-F238E27FC236}">
                    <a16:creationId xmlns:a16="http://schemas.microsoft.com/office/drawing/2014/main" id="{84A02069-82FD-93B5-53A2-6437EB371A78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" name="pg172">
                <a:extLst>
                  <a:ext uri="{FF2B5EF4-FFF2-40B4-BE49-F238E27FC236}">
                    <a16:creationId xmlns:a16="http://schemas.microsoft.com/office/drawing/2014/main" id="{B3F84E2E-79A4-8B63-D65A-085A86D5AF93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" name="pg173">
                <a:extLst>
                  <a:ext uri="{FF2B5EF4-FFF2-40B4-BE49-F238E27FC236}">
                    <a16:creationId xmlns:a16="http://schemas.microsoft.com/office/drawing/2014/main" id="{1C93A372-A997-545A-0A16-BFD8D1857B41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" name="pg174">
                <a:extLst>
                  <a:ext uri="{FF2B5EF4-FFF2-40B4-BE49-F238E27FC236}">
                    <a16:creationId xmlns:a16="http://schemas.microsoft.com/office/drawing/2014/main" id="{2A10F4DE-B376-274E-0513-EFF841C8B196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" name="pg175">
                <a:extLst>
                  <a:ext uri="{FF2B5EF4-FFF2-40B4-BE49-F238E27FC236}">
                    <a16:creationId xmlns:a16="http://schemas.microsoft.com/office/drawing/2014/main" id="{626765B4-FEFC-8D5F-AEC7-4C708D649E7C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" name="pg176">
                <a:extLst>
                  <a:ext uri="{FF2B5EF4-FFF2-40B4-BE49-F238E27FC236}">
                    <a16:creationId xmlns:a16="http://schemas.microsoft.com/office/drawing/2014/main" id="{2EB92B9F-C49B-C0C7-972B-10DFB5E57AFD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" name="pg177">
                <a:extLst>
                  <a:ext uri="{FF2B5EF4-FFF2-40B4-BE49-F238E27FC236}">
                    <a16:creationId xmlns:a16="http://schemas.microsoft.com/office/drawing/2014/main" id="{96D4584B-906A-DC30-1749-92AB21F93FCF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" name="pg178">
                <a:extLst>
                  <a:ext uri="{FF2B5EF4-FFF2-40B4-BE49-F238E27FC236}">
                    <a16:creationId xmlns:a16="http://schemas.microsoft.com/office/drawing/2014/main" id="{1F4CDFA0-422B-3907-F4C3-743B8BCC8BAE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" name="pg179">
                <a:extLst>
                  <a:ext uri="{FF2B5EF4-FFF2-40B4-BE49-F238E27FC236}">
                    <a16:creationId xmlns:a16="http://schemas.microsoft.com/office/drawing/2014/main" id="{61A911ED-F7B4-FF3C-392F-762D8711BA1D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" name="pg180">
                <a:extLst>
                  <a:ext uri="{FF2B5EF4-FFF2-40B4-BE49-F238E27FC236}">
                    <a16:creationId xmlns:a16="http://schemas.microsoft.com/office/drawing/2014/main" id="{7BEF2240-4568-00CE-4640-CFF6FD2A666F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" name="pg181">
                <a:extLst>
                  <a:ext uri="{FF2B5EF4-FFF2-40B4-BE49-F238E27FC236}">
                    <a16:creationId xmlns:a16="http://schemas.microsoft.com/office/drawing/2014/main" id="{5B85E67D-C0C6-0C78-3E96-9C1ECE156293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" name="pg182">
                <a:extLst>
                  <a:ext uri="{FF2B5EF4-FFF2-40B4-BE49-F238E27FC236}">
                    <a16:creationId xmlns:a16="http://schemas.microsoft.com/office/drawing/2014/main" id="{59AF149C-DFB2-4342-909E-E1B9D5FFD429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" name="pg183">
                <a:extLst>
                  <a:ext uri="{FF2B5EF4-FFF2-40B4-BE49-F238E27FC236}">
                    <a16:creationId xmlns:a16="http://schemas.microsoft.com/office/drawing/2014/main" id="{19181835-5121-F86F-58EF-7D2229FB1C47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" name="pg184">
                <a:extLst>
                  <a:ext uri="{FF2B5EF4-FFF2-40B4-BE49-F238E27FC236}">
                    <a16:creationId xmlns:a16="http://schemas.microsoft.com/office/drawing/2014/main" id="{D2FB5FB3-13A6-4BBF-E36A-1CA2BE1250A2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" name="pg185">
                <a:extLst>
                  <a:ext uri="{FF2B5EF4-FFF2-40B4-BE49-F238E27FC236}">
                    <a16:creationId xmlns:a16="http://schemas.microsoft.com/office/drawing/2014/main" id="{F03D937E-CEC1-DA63-D82E-199B157C8CE5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" name="pg186">
                <a:extLst>
                  <a:ext uri="{FF2B5EF4-FFF2-40B4-BE49-F238E27FC236}">
                    <a16:creationId xmlns:a16="http://schemas.microsoft.com/office/drawing/2014/main" id="{F4CD9586-C6DB-C5CD-B1F4-2695211959CC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" name="pg187">
                <a:extLst>
                  <a:ext uri="{FF2B5EF4-FFF2-40B4-BE49-F238E27FC236}">
                    <a16:creationId xmlns:a16="http://schemas.microsoft.com/office/drawing/2014/main" id="{3B63CD88-409D-6A9F-BD91-202E586E491F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" name="pg188">
                <a:extLst>
                  <a:ext uri="{FF2B5EF4-FFF2-40B4-BE49-F238E27FC236}">
                    <a16:creationId xmlns:a16="http://schemas.microsoft.com/office/drawing/2014/main" id="{2B244BA0-6BBE-8606-FF7F-9F46C6E6FFA7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" name="pg189">
                <a:extLst>
                  <a:ext uri="{FF2B5EF4-FFF2-40B4-BE49-F238E27FC236}">
                    <a16:creationId xmlns:a16="http://schemas.microsoft.com/office/drawing/2014/main" id="{0028FC34-55CD-F603-3ADF-CFC4BEECB736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" name="pg190">
                <a:extLst>
                  <a:ext uri="{FF2B5EF4-FFF2-40B4-BE49-F238E27FC236}">
                    <a16:creationId xmlns:a16="http://schemas.microsoft.com/office/drawing/2014/main" id="{87DB4494-9DF9-0BEC-2FE4-C3768435808F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" name="pg191">
                <a:extLst>
                  <a:ext uri="{FF2B5EF4-FFF2-40B4-BE49-F238E27FC236}">
                    <a16:creationId xmlns:a16="http://schemas.microsoft.com/office/drawing/2014/main" id="{2611A71B-432C-885F-E41E-710E0CD328BE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" name="pg192">
                <a:extLst>
                  <a:ext uri="{FF2B5EF4-FFF2-40B4-BE49-F238E27FC236}">
                    <a16:creationId xmlns:a16="http://schemas.microsoft.com/office/drawing/2014/main" id="{AE216227-FFDE-2154-F1B2-B728F9DEF116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" name="pg193">
                <a:extLst>
                  <a:ext uri="{FF2B5EF4-FFF2-40B4-BE49-F238E27FC236}">
                    <a16:creationId xmlns:a16="http://schemas.microsoft.com/office/drawing/2014/main" id="{3B53DCFC-3661-7A7C-12B3-D278BD6F6DD3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" name="pg194">
                <a:extLst>
                  <a:ext uri="{FF2B5EF4-FFF2-40B4-BE49-F238E27FC236}">
                    <a16:creationId xmlns:a16="http://schemas.microsoft.com/office/drawing/2014/main" id="{738375E5-9195-A992-89BE-255892812A7D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" name="pg195">
                <a:extLst>
                  <a:ext uri="{FF2B5EF4-FFF2-40B4-BE49-F238E27FC236}">
                    <a16:creationId xmlns:a16="http://schemas.microsoft.com/office/drawing/2014/main" id="{C29DD916-6CAD-CABC-1F29-FB4423B1417D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" name="pg196">
                <a:extLst>
                  <a:ext uri="{FF2B5EF4-FFF2-40B4-BE49-F238E27FC236}">
                    <a16:creationId xmlns:a16="http://schemas.microsoft.com/office/drawing/2014/main" id="{37F255A5-6A8E-423D-91D1-147AC32BF3D5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" name="pg197">
                <a:extLst>
                  <a:ext uri="{FF2B5EF4-FFF2-40B4-BE49-F238E27FC236}">
                    <a16:creationId xmlns:a16="http://schemas.microsoft.com/office/drawing/2014/main" id="{46772305-0103-76E1-6460-A63D06433684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" name="pg198">
                <a:extLst>
                  <a:ext uri="{FF2B5EF4-FFF2-40B4-BE49-F238E27FC236}">
                    <a16:creationId xmlns:a16="http://schemas.microsoft.com/office/drawing/2014/main" id="{A1B06BDF-222C-FD2F-E522-F8FFF28A9541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" name="pg199">
                <a:extLst>
                  <a:ext uri="{FF2B5EF4-FFF2-40B4-BE49-F238E27FC236}">
                    <a16:creationId xmlns:a16="http://schemas.microsoft.com/office/drawing/2014/main" id="{94096ABF-F4D7-EF3D-E0C2-A3217C045A50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" name="pg200">
                <a:extLst>
                  <a:ext uri="{FF2B5EF4-FFF2-40B4-BE49-F238E27FC236}">
                    <a16:creationId xmlns:a16="http://schemas.microsoft.com/office/drawing/2014/main" id="{546FBD23-3CEA-400C-912D-BF075AC9CA7D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" name="pg201">
                <a:extLst>
                  <a:ext uri="{FF2B5EF4-FFF2-40B4-BE49-F238E27FC236}">
                    <a16:creationId xmlns:a16="http://schemas.microsoft.com/office/drawing/2014/main" id="{5CE44C1E-24FE-F677-DAD2-E0C2695FB393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" name="pg202">
                <a:extLst>
                  <a:ext uri="{FF2B5EF4-FFF2-40B4-BE49-F238E27FC236}">
                    <a16:creationId xmlns:a16="http://schemas.microsoft.com/office/drawing/2014/main" id="{0E44FD13-5D85-9494-7AB0-F7154002EC97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" name="pg203">
                <a:extLst>
                  <a:ext uri="{FF2B5EF4-FFF2-40B4-BE49-F238E27FC236}">
                    <a16:creationId xmlns:a16="http://schemas.microsoft.com/office/drawing/2014/main" id="{45827F90-35EF-BB6A-8BF1-30A1CFF42C74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" name="pg204">
                <a:extLst>
                  <a:ext uri="{FF2B5EF4-FFF2-40B4-BE49-F238E27FC236}">
                    <a16:creationId xmlns:a16="http://schemas.microsoft.com/office/drawing/2014/main" id="{0CC0E28B-2B77-FB83-8A72-D5F29F52212C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" name="pg205">
                <a:extLst>
                  <a:ext uri="{FF2B5EF4-FFF2-40B4-BE49-F238E27FC236}">
                    <a16:creationId xmlns:a16="http://schemas.microsoft.com/office/drawing/2014/main" id="{3ECE5FD9-43AA-A3FC-1578-EF9B51F43B40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" name="pg206">
                <a:extLst>
                  <a:ext uri="{FF2B5EF4-FFF2-40B4-BE49-F238E27FC236}">
                    <a16:creationId xmlns:a16="http://schemas.microsoft.com/office/drawing/2014/main" id="{55B167AF-27F1-C155-A928-118DC3AC690C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" name="pg207">
                <a:extLst>
                  <a:ext uri="{FF2B5EF4-FFF2-40B4-BE49-F238E27FC236}">
                    <a16:creationId xmlns:a16="http://schemas.microsoft.com/office/drawing/2014/main" id="{0220C42C-7EBF-C08E-8CE9-B10366B03864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" name="pg208">
                <a:extLst>
                  <a:ext uri="{FF2B5EF4-FFF2-40B4-BE49-F238E27FC236}">
                    <a16:creationId xmlns:a16="http://schemas.microsoft.com/office/drawing/2014/main" id="{69AC38DF-2F93-53E6-F7BA-C6B6CCBC5BD0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" name="pg209">
                <a:extLst>
                  <a:ext uri="{FF2B5EF4-FFF2-40B4-BE49-F238E27FC236}">
                    <a16:creationId xmlns:a16="http://schemas.microsoft.com/office/drawing/2014/main" id="{AB8E5A97-8F95-54D5-96DA-E48BCC152159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" name="pg210">
                <a:extLst>
                  <a:ext uri="{FF2B5EF4-FFF2-40B4-BE49-F238E27FC236}">
                    <a16:creationId xmlns:a16="http://schemas.microsoft.com/office/drawing/2014/main" id="{0263BF9A-E851-A211-287F-3731816FED94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" name="pg211">
                <a:extLst>
                  <a:ext uri="{FF2B5EF4-FFF2-40B4-BE49-F238E27FC236}">
                    <a16:creationId xmlns:a16="http://schemas.microsoft.com/office/drawing/2014/main" id="{F80A9826-ABF8-BD43-796D-F51D1999CDCC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" name="pg212">
                <a:extLst>
                  <a:ext uri="{FF2B5EF4-FFF2-40B4-BE49-F238E27FC236}">
                    <a16:creationId xmlns:a16="http://schemas.microsoft.com/office/drawing/2014/main" id="{DFD3D5E0-F8AC-3CA6-8BFB-11233C3AA4BC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" name="pg213">
                <a:extLst>
                  <a:ext uri="{FF2B5EF4-FFF2-40B4-BE49-F238E27FC236}">
                    <a16:creationId xmlns:a16="http://schemas.microsoft.com/office/drawing/2014/main" id="{4BF9A8D2-511E-14CE-BE11-7207B699E46A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" name="pg214">
                <a:extLst>
                  <a:ext uri="{FF2B5EF4-FFF2-40B4-BE49-F238E27FC236}">
                    <a16:creationId xmlns:a16="http://schemas.microsoft.com/office/drawing/2014/main" id="{D2AB4307-ECA4-717C-D6EA-AA6EA9E2FFD3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" name="pg215">
                <a:extLst>
                  <a:ext uri="{FF2B5EF4-FFF2-40B4-BE49-F238E27FC236}">
                    <a16:creationId xmlns:a16="http://schemas.microsoft.com/office/drawing/2014/main" id="{5FDF9116-F3F0-5196-4AD1-18CF006EA32F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" name="pg216">
                <a:extLst>
                  <a:ext uri="{FF2B5EF4-FFF2-40B4-BE49-F238E27FC236}">
                    <a16:creationId xmlns:a16="http://schemas.microsoft.com/office/drawing/2014/main" id="{9A683E2D-00AA-98F8-64D8-F9E5147FC9A4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" name="pg217">
                <a:extLst>
                  <a:ext uri="{FF2B5EF4-FFF2-40B4-BE49-F238E27FC236}">
                    <a16:creationId xmlns:a16="http://schemas.microsoft.com/office/drawing/2014/main" id="{953643EE-03B3-3460-F8C4-DF9959A36B11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" name="pg218">
                <a:extLst>
                  <a:ext uri="{FF2B5EF4-FFF2-40B4-BE49-F238E27FC236}">
                    <a16:creationId xmlns:a16="http://schemas.microsoft.com/office/drawing/2014/main" id="{054E7D2B-BC38-CE50-E350-F1293996D9FD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" name="pg219">
                <a:extLst>
                  <a:ext uri="{FF2B5EF4-FFF2-40B4-BE49-F238E27FC236}">
                    <a16:creationId xmlns:a16="http://schemas.microsoft.com/office/drawing/2014/main" id="{BC3AEA33-E06D-5C5B-559B-06FC1AA8F209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" name="pg220">
                <a:extLst>
                  <a:ext uri="{FF2B5EF4-FFF2-40B4-BE49-F238E27FC236}">
                    <a16:creationId xmlns:a16="http://schemas.microsoft.com/office/drawing/2014/main" id="{E84F4CE5-DA0B-089D-8EEB-1A5518AD9E1D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" name="pg221">
                <a:extLst>
                  <a:ext uri="{FF2B5EF4-FFF2-40B4-BE49-F238E27FC236}">
                    <a16:creationId xmlns:a16="http://schemas.microsoft.com/office/drawing/2014/main" id="{A54A975A-44AE-0CAB-30A5-5422AFA8FEB4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" name="pg222">
                <a:extLst>
                  <a:ext uri="{FF2B5EF4-FFF2-40B4-BE49-F238E27FC236}">
                    <a16:creationId xmlns:a16="http://schemas.microsoft.com/office/drawing/2014/main" id="{E6767B5B-9E10-6F27-BA43-A5E2F8766529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" name="pg223">
                <a:extLst>
                  <a:ext uri="{FF2B5EF4-FFF2-40B4-BE49-F238E27FC236}">
                    <a16:creationId xmlns:a16="http://schemas.microsoft.com/office/drawing/2014/main" id="{2D3AEDE4-1E81-52CA-BCD9-D8C9E9108B9A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" name="pg224">
                <a:extLst>
                  <a:ext uri="{FF2B5EF4-FFF2-40B4-BE49-F238E27FC236}">
                    <a16:creationId xmlns:a16="http://schemas.microsoft.com/office/drawing/2014/main" id="{51007731-CA0B-4CC3-C577-CA219F535270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" name="pg225">
                <a:extLst>
                  <a:ext uri="{FF2B5EF4-FFF2-40B4-BE49-F238E27FC236}">
                    <a16:creationId xmlns:a16="http://schemas.microsoft.com/office/drawing/2014/main" id="{6005F532-954D-2A17-CA95-2587CEE61C54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" name="pg226">
                <a:extLst>
                  <a:ext uri="{FF2B5EF4-FFF2-40B4-BE49-F238E27FC236}">
                    <a16:creationId xmlns:a16="http://schemas.microsoft.com/office/drawing/2014/main" id="{781F25A1-CC37-B66B-30BE-96DEFF97CD8E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" name="pg227">
                <a:extLst>
                  <a:ext uri="{FF2B5EF4-FFF2-40B4-BE49-F238E27FC236}">
                    <a16:creationId xmlns:a16="http://schemas.microsoft.com/office/drawing/2014/main" id="{84ACF190-DB9D-9F41-1AA1-6EAE4C6D1C62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" name="pg228">
                <a:extLst>
                  <a:ext uri="{FF2B5EF4-FFF2-40B4-BE49-F238E27FC236}">
                    <a16:creationId xmlns:a16="http://schemas.microsoft.com/office/drawing/2014/main" id="{86582362-B0D2-43C7-1B59-989F8472F14F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" name="pg229">
                <a:extLst>
                  <a:ext uri="{FF2B5EF4-FFF2-40B4-BE49-F238E27FC236}">
                    <a16:creationId xmlns:a16="http://schemas.microsoft.com/office/drawing/2014/main" id="{24F61B6E-9109-B2D1-6DE0-E58F62FE68C2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" name="pg230">
                <a:extLst>
                  <a:ext uri="{FF2B5EF4-FFF2-40B4-BE49-F238E27FC236}">
                    <a16:creationId xmlns:a16="http://schemas.microsoft.com/office/drawing/2014/main" id="{D4044FA8-C256-28C7-AD4B-3D7624359780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" name="pg231">
                <a:extLst>
                  <a:ext uri="{FF2B5EF4-FFF2-40B4-BE49-F238E27FC236}">
                    <a16:creationId xmlns:a16="http://schemas.microsoft.com/office/drawing/2014/main" id="{13A9477D-DBB6-1496-9A55-8C29E68089FA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" name="pg232">
                <a:extLst>
                  <a:ext uri="{FF2B5EF4-FFF2-40B4-BE49-F238E27FC236}">
                    <a16:creationId xmlns:a16="http://schemas.microsoft.com/office/drawing/2014/main" id="{A3B8ED24-32B3-9254-001B-D3DB567F4B40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" name="pg233">
                <a:extLst>
                  <a:ext uri="{FF2B5EF4-FFF2-40B4-BE49-F238E27FC236}">
                    <a16:creationId xmlns:a16="http://schemas.microsoft.com/office/drawing/2014/main" id="{B84079B3-9C6E-0F47-EA40-B9E0F3E9122D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" name="pg234">
                <a:extLst>
                  <a:ext uri="{FF2B5EF4-FFF2-40B4-BE49-F238E27FC236}">
                    <a16:creationId xmlns:a16="http://schemas.microsoft.com/office/drawing/2014/main" id="{433FB691-4B02-6B33-B23B-A92925E9A383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" name="pg235">
                <a:extLst>
                  <a:ext uri="{FF2B5EF4-FFF2-40B4-BE49-F238E27FC236}">
                    <a16:creationId xmlns:a16="http://schemas.microsoft.com/office/drawing/2014/main" id="{2DFF1FB0-6C94-EFA9-C8EB-5E2792C9917F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" name="pg236">
                <a:extLst>
                  <a:ext uri="{FF2B5EF4-FFF2-40B4-BE49-F238E27FC236}">
                    <a16:creationId xmlns:a16="http://schemas.microsoft.com/office/drawing/2014/main" id="{9BF25D1C-F445-055E-B676-FA41F2F6823E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" name="pg237">
                <a:extLst>
                  <a:ext uri="{FF2B5EF4-FFF2-40B4-BE49-F238E27FC236}">
                    <a16:creationId xmlns:a16="http://schemas.microsoft.com/office/drawing/2014/main" id="{A9075D17-F850-F6F7-0D04-4CBC8BDCC091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" name="pg238">
                <a:extLst>
                  <a:ext uri="{FF2B5EF4-FFF2-40B4-BE49-F238E27FC236}">
                    <a16:creationId xmlns:a16="http://schemas.microsoft.com/office/drawing/2014/main" id="{246D84E6-013C-844F-D96D-5E6AD9CDB72C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" name="pg239">
                <a:extLst>
                  <a:ext uri="{FF2B5EF4-FFF2-40B4-BE49-F238E27FC236}">
                    <a16:creationId xmlns:a16="http://schemas.microsoft.com/office/drawing/2014/main" id="{21360999-6250-1F42-9D47-1D0DCEBD225D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" name="pg240">
                <a:extLst>
                  <a:ext uri="{FF2B5EF4-FFF2-40B4-BE49-F238E27FC236}">
                    <a16:creationId xmlns:a16="http://schemas.microsoft.com/office/drawing/2014/main" id="{9AD184FA-7740-A23F-0624-B38FE0076A72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" name="pg241">
                <a:extLst>
                  <a:ext uri="{FF2B5EF4-FFF2-40B4-BE49-F238E27FC236}">
                    <a16:creationId xmlns:a16="http://schemas.microsoft.com/office/drawing/2014/main" id="{92573943-837B-1C6F-4BC7-C73BD655F9FA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" name="pg242">
                <a:extLst>
                  <a:ext uri="{FF2B5EF4-FFF2-40B4-BE49-F238E27FC236}">
                    <a16:creationId xmlns:a16="http://schemas.microsoft.com/office/drawing/2014/main" id="{F7E79D5C-368B-6C8A-0BD5-E423A1E9779D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" name="pg243">
                <a:extLst>
                  <a:ext uri="{FF2B5EF4-FFF2-40B4-BE49-F238E27FC236}">
                    <a16:creationId xmlns:a16="http://schemas.microsoft.com/office/drawing/2014/main" id="{ECA9039C-748F-5A91-D660-46E021E324B5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" name="pg244">
                <a:extLst>
                  <a:ext uri="{FF2B5EF4-FFF2-40B4-BE49-F238E27FC236}">
                    <a16:creationId xmlns:a16="http://schemas.microsoft.com/office/drawing/2014/main" id="{BFE28345-1F54-2F87-9420-74BE8F596EEE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" name="pg245">
                <a:extLst>
                  <a:ext uri="{FF2B5EF4-FFF2-40B4-BE49-F238E27FC236}">
                    <a16:creationId xmlns:a16="http://schemas.microsoft.com/office/drawing/2014/main" id="{83A6843F-F5B1-F5EB-D8BF-E821482D065B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" name="pg246">
                <a:extLst>
                  <a:ext uri="{FF2B5EF4-FFF2-40B4-BE49-F238E27FC236}">
                    <a16:creationId xmlns:a16="http://schemas.microsoft.com/office/drawing/2014/main" id="{F4324659-7F3C-72B6-106C-6BC8876BAADF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" name="pg247">
                <a:extLst>
                  <a:ext uri="{FF2B5EF4-FFF2-40B4-BE49-F238E27FC236}">
                    <a16:creationId xmlns:a16="http://schemas.microsoft.com/office/drawing/2014/main" id="{B0B56F27-6728-3225-E896-078429025077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" name="pg248">
                <a:extLst>
                  <a:ext uri="{FF2B5EF4-FFF2-40B4-BE49-F238E27FC236}">
                    <a16:creationId xmlns:a16="http://schemas.microsoft.com/office/drawing/2014/main" id="{F87E28E5-9BFE-25A8-3ADE-B90A521AA635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" name="pg249">
                <a:extLst>
                  <a:ext uri="{FF2B5EF4-FFF2-40B4-BE49-F238E27FC236}">
                    <a16:creationId xmlns:a16="http://schemas.microsoft.com/office/drawing/2014/main" id="{E7A8B1FC-35F4-77AE-0CD7-4F025E4443E8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" name="pg250">
                <a:extLst>
                  <a:ext uri="{FF2B5EF4-FFF2-40B4-BE49-F238E27FC236}">
                    <a16:creationId xmlns:a16="http://schemas.microsoft.com/office/drawing/2014/main" id="{B7612456-6F17-F67B-A8E0-B110A0B44F62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" name="pg251">
                <a:extLst>
                  <a:ext uri="{FF2B5EF4-FFF2-40B4-BE49-F238E27FC236}">
                    <a16:creationId xmlns:a16="http://schemas.microsoft.com/office/drawing/2014/main" id="{3DDD3E2C-5245-1776-50F8-47FDD5147B16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" name="pg252">
                <a:extLst>
                  <a:ext uri="{FF2B5EF4-FFF2-40B4-BE49-F238E27FC236}">
                    <a16:creationId xmlns:a16="http://schemas.microsoft.com/office/drawing/2014/main" id="{5A6026EB-425F-858B-F15C-D14E6430C0B9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" name="pg253">
                <a:extLst>
                  <a:ext uri="{FF2B5EF4-FFF2-40B4-BE49-F238E27FC236}">
                    <a16:creationId xmlns:a16="http://schemas.microsoft.com/office/drawing/2014/main" id="{2FC8EAC6-E125-B4FB-DA4A-BCC756273BA5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" name="pg254">
                <a:extLst>
                  <a:ext uri="{FF2B5EF4-FFF2-40B4-BE49-F238E27FC236}">
                    <a16:creationId xmlns:a16="http://schemas.microsoft.com/office/drawing/2014/main" id="{58AB48B1-7264-8F32-04A2-CD2ABE58C7BA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" name="pg255">
                <a:extLst>
                  <a:ext uri="{FF2B5EF4-FFF2-40B4-BE49-F238E27FC236}">
                    <a16:creationId xmlns:a16="http://schemas.microsoft.com/office/drawing/2014/main" id="{BFE01AA7-B81A-0E3A-EB3D-6BE55C6F8F82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" name="pg256">
                <a:extLst>
                  <a:ext uri="{FF2B5EF4-FFF2-40B4-BE49-F238E27FC236}">
                    <a16:creationId xmlns:a16="http://schemas.microsoft.com/office/drawing/2014/main" id="{F172EC4F-69AA-A36D-8195-CF794A931E20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" name="pg257">
                <a:extLst>
                  <a:ext uri="{FF2B5EF4-FFF2-40B4-BE49-F238E27FC236}">
                    <a16:creationId xmlns:a16="http://schemas.microsoft.com/office/drawing/2014/main" id="{1B735919-8B31-804F-14F3-5950DBDACD07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" name="pg258">
                <a:extLst>
                  <a:ext uri="{FF2B5EF4-FFF2-40B4-BE49-F238E27FC236}">
                    <a16:creationId xmlns:a16="http://schemas.microsoft.com/office/drawing/2014/main" id="{D5B40BA5-CE08-D98A-2DC9-2ABA3A74DB3B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" name="pg259">
                <a:extLst>
                  <a:ext uri="{FF2B5EF4-FFF2-40B4-BE49-F238E27FC236}">
                    <a16:creationId xmlns:a16="http://schemas.microsoft.com/office/drawing/2014/main" id="{919C1653-284E-4982-8454-01669F195C53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" name="pg260">
                <a:extLst>
                  <a:ext uri="{FF2B5EF4-FFF2-40B4-BE49-F238E27FC236}">
                    <a16:creationId xmlns:a16="http://schemas.microsoft.com/office/drawing/2014/main" id="{6BB38EA9-9613-988A-4F9F-DF6FEEB48ADA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" name="pg261">
                <a:extLst>
                  <a:ext uri="{FF2B5EF4-FFF2-40B4-BE49-F238E27FC236}">
                    <a16:creationId xmlns:a16="http://schemas.microsoft.com/office/drawing/2014/main" id="{A97A2626-72B9-1A56-8648-5BC290728A83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" name="pg262">
                <a:extLst>
                  <a:ext uri="{FF2B5EF4-FFF2-40B4-BE49-F238E27FC236}">
                    <a16:creationId xmlns:a16="http://schemas.microsoft.com/office/drawing/2014/main" id="{91CCA6A0-47C9-1046-3B0B-922C59AB9F97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" name="pg263">
                <a:extLst>
                  <a:ext uri="{FF2B5EF4-FFF2-40B4-BE49-F238E27FC236}">
                    <a16:creationId xmlns:a16="http://schemas.microsoft.com/office/drawing/2014/main" id="{ADBEC728-8691-3DA7-54B2-9F970799FFD3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" name="pg264">
                <a:extLst>
                  <a:ext uri="{FF2B5EF4-FFF2-40B4-BE49-F238E27FC236}">
                    <a16:creationId xmlns:a16="http://schemas.microsoft.com/office/drawing/2014/main" id="{D537A439-8CF4-82F6-7C86-AF32F7D3BF6F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" name="pg265">
                <a:extLst>
                  <a:ext uri="{FF2B5EF4-FFF2-40B4-BE49-F238E27FC236}">
                    <a16:creationId xmlns:a16="http://schemas.microsoft.com/office/drawing/2014/main" id="{1B83319D-717E-ED88-EA74-A4EE8DB93B96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" name="pg266">
                <a:extLst>
                  <a:ext uri="{FF2B5EF4-FFF2-40B4-BE49-F238E27FC236}">
                    <a16:creationId xmlns:a16="http://schemas.microsoft.com/office/drawing/2014/main" id="{438FD48F-BB5F-BE01-68A2-56E9A3A8F712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" name="pg267">
                <a:extLst>
                  <a:ext uri="{FF2B5EF4-FFF2-40B4-BE49-F238E27FC236}">
                    <a16:creationId xmlns:a16="http://schemas.microsoft.com/office/drawing/2014/main" id="{E66CEBAF-B297-16CF-8679-8D84CAAA00B2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" name="pg268">
                <a:extLst>
                  <a:ext uri="{FF2B5EF4-FFF2-40B4-BE49-F238E27FC236}">
                    <a16:creationId xmlns:a16="http://schemas.microsoft.com/office/drawing/2014/main" id="{7C4FB003-FE61-A54E-B73D-DF5D3B23145C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" name="pg269">
                <a:extLst>
                  <a:ext uri="{FF2B5EF4-FFF2-40B4-BE49-F238E27FC236}">
                    <a16:creationId xmlns:a16="http://schemas.microsoft.com/office/drawing/2014/main" id="{CD8BDCD3-D158-D755-96EF-6EABE5AF597C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" name="pg270">
                <a:extLst>
                  <a:ext uri="{FF2B5EF4-FFF2-40B4-BE49-F238E27FC236}">
                    <a16:creationId xmlns:a16="http://schemas.microsoft.com/office/drawing/2014/main" id="{4304C1FF-CEB0-ECE0-5329-C6AD16A69A83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" name="pg271">
                <a:extLst>
                  <a:ext uri="{FF2B5EF4-FFF2-40B4-BE49-F238E27FC236}">
                    <a16:creationId xmlns:a16="http://schemas.microsoft.com/office/drawing/2014/main" id="{098901D2-2B76-54B0-D2B8-1312E1BD78A4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" name="pg272">
                <a:extLst>
                  <a:ext uri="{FF2B5EF4-FFF2-40B4-BE49-F238E27FC236}">
                    <a16:creationId xmlns:a16="http://schemas.microsoft.com/office/drawing/2014/main" id="{D0D6FFF8-6FF7-2AC6-AF64-017F1E9E88D8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" name="pg273">
                <a:extLst>
                  <a:ext uri="{FF2B5EF4-FFF2-40B4-BE49-F238E27FC236}">
                    <a16:creationId xmlns:a16="http://schemas.microsoft.com/office/drawing/2014/main" id="{7D18E3C2-59D6-12A1-88D1-9E12413D8C4C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" name="pg274">
                <a:extLst>
                  <a:ext uri="{FF2B5EF4-FFF2-40B4-BE49-F238E27FC236}">
                    <a16:creationId xmlns:a16="http://schemas.microsoft.com/office/drawing/2014/main" id="{7BD4E3DD-4B81-8826-47CC-C6EA6B0D1586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" name="pg275">
                <a:extLst>
                  <a:ext uri="{FF2B5EF4-FFF2-40B4-BE49-F238E27FC236}">
                    <a16:creationId xmlns:a16="http://schemas.microsoft.com/office/drawing/2014/main" id="{0D038F30-C487-ED47-00AF-CFAF6FF36E49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" name="pg276">
                <a:extLst>
                  <a:ext uri="{FF2B5EF4-FFF2-40B4-BE49-F238E27FC236}">
                    <a16:creationId xmlns:a16="http://schemas.microsoft.com/office/drawing/2014/main" id="{DD743134-AFF3-21AB-84B9-372311042FA5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" name="pg277">
                <a:extLst>
                  <a:ext uri="{FF2B5EF4-FFF2-40B4-BE49-F238E27FC236}">
                    <a16:creationId xmlns:a16="http://schemas.microsoft.com/office/drawing/2014/main" id="{B436447E-9916-86C3-AB57-B8444E20FAA0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" name="pg278">
                <a:extLst>
                  <a:ext uri="{FF2B5EF4-FFF2-40B4-BE49-F238E27FC236}">
                    <a16:creationId xmlns:a16="http://schemas.microsoft.com/office/drawing/2014/main" id="{93CCBD8B-5C99-2E24-23BB-E2E365DAA51B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" name="pg279">
                <a:extLst>
                  <a:ext uri="{FF2B5EF4-FFF2-40B4-BE49-F238E27FC236}">
                    <a16:creationId xmlns:a16="http://schemas.microsoft.com/office/drawing/2014/main" id="{91A3E6C3-8CAA-07BC-AF7D-60D3D19DB1BD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" name="pg280">
                <a:extLst>
                  <a:ext uri="{FF2B5EF4-FFF2-40B4-BE49-F238E27FC236}">
                    <a16:creationId xmlns:a16="http://schemas.microsoft.com/office/drawing/2014/main" id="{A414C446-73CA-2EF1-7676-899E0392DF91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" name="pg281">
                <a:extLst>
                  <a:ext uri="{FF2B5EF4-FFF2-40B4-BE49-F238E27FC236}">
                    <a16:creationId xmlns:a16="http://schemas.microsoft.com/office/drawing/2014/main" id="{8929D83E-1B8F-E89B-5EC7-E1046F7E629C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" name="pg282">
                <a:extLst>
                  <a:ext uri="{FF2B5EF4-FFF2-40B4-BE49-F238E27FC236}">
                    <a16:creationId xmlns:a16="http://schemas.microsoft.com/office/drawing/2014/main" id="{2109B815-EE22-47F7-DA82-B6244827BD2F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" name="pg283">
                <a:extLst>
                  <a:ext uri="{FF2B5EF4-FFF2-40B4-BE49-F238E27FC236}">
                    <a16:creationId xmlns:a16="http://schemas.microsoft.com/office/drawing/2014/main" id="{6FEC8C4E-E268-F054-CFAF-23A75A24DB41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" name="pg284">
                <a:extLst>
                  <a:ext uri="{FF2B5EF4-FFF2-40B4-BE49-F238E27FC236}">
                    <a16:creationId xmlns:a16="http://schemas.microsoft.com/office/drawing/2014/main" id="{A83E76EE-B168-E972-1A67-37A7A831F1DA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" name="pg285">
                <a:extLst>
                  <a:ext uri="{FF2B5EF4-FFF2-40B4-BE49-F238E27FC236}">
                    <a16:creationId xmlns:a16="http://schemas.microsoft.com/office/drawing/2014/main" id="{674695F7-2B3A-6BDB-78CA-033320BFE1C9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" name="pg286">
                <a:extLst>
                  <a:ext uri="{FF2B5EF4-FFF2-40B4-BE49-F238E27FC236}">
                    <a16:creationId xmlns:a16="http://schemas.microsoft.com/office/drawing/2014/main" id="{0DC1AFC7-889E-4E8A-523C-733E6ED0CA36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" name="pg287">
                <a:extLst>
                  <a:ext uri="{FF2B5EF4-FFF2-40B4-BE49-F238E27FC236}">
                    <a16:creationId xmlns:a16="http://schemas.microsoft.com/office/drawing/2014/main" id="{E6A3C5F0-6356-5995-647D-FE6B7346DB29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" name="pg288">
                <a:extLst>
                  <a:ext uri="{FF2B5EF4-FFF2-40B4-BE49-F238E27FC236}">
                    <a16:creationId xmlns:a16="http://schemas.microsoft.com/office/drawing/2014/main" id="{7BDE02FF-9245-7D30-6D89-6F7AA8DBD6D9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" name="pg289">
                <a:extLst>
                  <a:ext uri="{FF2B5EF4-FFF2-40B4-BE49-F238E27FC236}">
                    <a16:creationId xmlns:a16="http://schemas.microsoft.com/office/drawing/2014/main" id="{CC01D221-E67F-6CEC-5FD3-00F096F3BF9D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" name="pg290">
                <a:extLst>
                  <a:ext uri="{FF2B5EF4-FFF2-40B4-BE49-F238E27FC236}">
                    <a16:creationId xmlns:a16="http://schemas.microsoft.com/office/drawing/2014/main" id="{72B13522-DD4A-8DD3-5DF5-B426B9D168AA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" name="pg291">
                <a:extLst>
                  <a:ext uri="{FF2B5EF4-FFF2-40B4-BE49-F238E27FC236}">
                    <a16:creationId xmlns:a16="http://schemas.microsoft.com/office/drawing/2014/main" id="{484C4EAE-E48A-3922-5479-E1ED460FB7AB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" name="pg292">
                <a:extLst>
                  <a:ext uri="{FF2B5EF4-FFF2-40B4-BE49-F238E27FC236}">
                    <a16:creationId xmlns:a16="http://schemas.microsoft.com/office/drawing/2014/main" id="{DF3D6ECB-A528-8710-714C-25A7464060EF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" name="pg293">
                <a:extLst>
                  <a:ext uri="{FF2B5EF4-FFF2-40B4-BE49-F238E27FC236}">
                    <a16:creationId xmlns:a16="http://schemas.microsoft.com/office/drawing/2014/main" id="{F4D97006-B5F0-8EC0-5C7E-7F6DB3FEBAF1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" name="pg294">
                <a:extLst>
                  <a:ext uri="{FF2B5EF4-FFF2-40B4-BE49-F238E27FC236}">
                    <a16:creationId xmlns:a16="http://schemas.microsoft.com/office/drawing/2014/main" id="{E7369D8A-3258-3972-2121-8AB15680C38F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" name="pg295">
                <a:extLst>
                  <a:ext uri="{FF2B5EF4-FFF2-40B4-BE49-F238E27FC236}">
                    <a16:creationId xmlns:a16="http://schemas.microsoft.com/office/drawing/2014/main" id="{EB351F3A-A7CD-DFBD-B5AF-494A474232B4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" name="pg296">
                <a:extLst>
                  <a:ext uri="{FF2B5EF4-FFF2-40B4-BE49-F238E27FC236}">
                    <a16:creationId xmlns:a16="http://schemas.microsoft.com/office/drawing/2014/main" id="{FCC31B8B-2022-9C34-D9EC-50A3CA3ABD44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" name="pg297">
                <a:extLst>
                  <a:ext uri="{FF2B5EF4-FFF2-40B4-BE49-F238E27FC236}">
                    <a16:creationId xmlns:a16="http://schemas.microsoft.com/office/drawing/2014/main" id="{DA6145CD-948B-E982-50B5-1ECE91E6FA4F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" name="pg298">
                <a:extLst>
                  <a:ext uri="{FF2B5EF4-FFF2-40B4-BE49-F238E27FC236}">
                    <a16:creationId xmlns:a16="http://schemas.microsoft.com/office/drawing/2014/main" id="{4228AE47-586F-1CBE-F985-D3CCBF2A3EDE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" name="pg299">
                <a:extLst>
                  <a:ext uri="{FF2B5EF4-FFF2-40B4-BE49-F238E27FC236}">
                    <a16:creationId xmlns:a16="http://schemas.microsoft.com/office/drawing/2014/main" id="{FF6AE475-EE7F-CAD4-F8AC-25B3A0332396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" name="pg300">
                <a:extLst>
                  <a:ext uri="{FF2B5EF4-FFF2-40B4-BE49-F238E27FC236}">
                    <a16:creationId xmlns:a16="http://schemas.microsoft.com/office/drawing/2014/main" id="{0E65EE00-8F65-F0CC-A22E-E6CFB7F8D148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" name="pg301">
                <a:extLst>
                  <a:ext uri="{FF2B5EF4-FFF2-40B4-BE49-F238E27FC236}">
                    <a16:creationId xmlns:a16="http://schemas.microsoft.com/office/drawing/2014/main" id="{2A9C3712-D0C3-8C9C-CACB-5DDBD18B13D4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" name="pg302">
                <a:extLst>
                  <a:ext uri="{FF2B5EF4-FFF2-40B4-BE49-F238E27FC236}">
                    <a16:creationId xmlns:a16="http://schemas.microsoft.com/office/drawing/2014/main" id="{34DF456C-BCC5-03D2-B95A-F629F484ECB0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" name="pg303">
                <a:extLst>
                  <a:ext uri="{FF2B5EF4-FFF2-40B4-BE49-F238E27FC236}">
                    <a16:creationId xmlns:a16="http://schemas.microsoft.com/office/drawing/2014/main" id="{7CA13921-9F71-4FCB-95D0-7C6F4D608A9C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" name="pg304">
                <a:extLst>
                  <a:ext uri="{FF2B5EF4-FFF2-40B4-BE49-F238E27FC236}">
                    <a16:creationId xmlns:a16="http://schemas.microsoft.com/office/drawing/2014/main" id="{7C74E3B0-00F7-5EA9-1507-A32B235D4AA7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" name="pg305">
                <a:extLst>
                  <a:ext uri="{FF2B5EF4-FFF2-40B4-BE49-F238E27FC236}">
                    <a16:creationId xmlns:a16="http://schemas.microsoft.com/office/drawing/2014/main" id="{88CFEB8B-7D63-6E85-BE51-15C9C9A746B9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" name="pg306">
                <a:extLst>
                  <a:ext uri="{FF2B5EF4-FFF2-40B4-BE49-F238E27FC236}">
                    <a16:creationId xmlns:a16="http://schemas.microsoft.com/office/drawing/2014/main" id="{8997CCE1-0D0D-AB32-68E0-9907FD27F6B9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" name="pg307">
                <a:extLst>
                  <a:ext uri="{FF2B5EF4-FFF2-40B4-BE49-F238E27FC236}">
                    <a16:creationId xmlns:a16="http://schemas.microsoft.com/office/drawing/2014/main" id="{7A6A096B-5C64-84CD-2AA7-E823A8A08C68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" name="pg308">
                <a:extLst>
                  <a:ext uri="{FF2B5EF4-FFF2-40B4-BE49-F238E27FC236}">
                    <a16:creationId xmlns:a16="http://schemas.microsoft.com/office/drawing/2014/main" id="{BB6ABADB-9846-5EBD-D6D0-79056C9AC4E4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" name="pg309">
                <a:extLst>
                  <a:ext uri="{FF2B5EF4-FFF2-40B4-BE49-F238E27FC236}">
                    <a16:creationId xmlns:a16="http://schemas.microsoft.com/office/drawing/2014/main" id="{0873C92A-DEA0-9AA2-B97A-AC01C6F4E558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" name="pg310">
                <a:extLst>
                  <a:ext uri="{FF2B5EF4-FFF2-40B4-BE49-F238E27FC236}">
                    <a16:creationId xmlns:a16="http://schemas.microsoft.com/office/drawing/2014/main" id="{39DC4393-714D-F7E5-FA0E-0531107C8E4A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" name="pg311">
                <a:extLst>
                  <a:ext uri="{FF2B5EF4-FFF2-40B4-BE49-F238E27FC236}">
                    <a16:creationId xmlns:a16="http://schemas.microsoft.com/office/drawing/2014/main" id="{11467054-21CF-0A87-B300-6754F413C83F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" name="pg312">
                <a:extLst>
                  <a:ext uri="{FF2B5EF4-FFF2-40B4-BE49-F238E27FC236}">
                    <a16:creationId xmlns:a16="http://schemas.microsoft.com/office/drawing/2014/main" id="{9E3E3B79-0860-9E87-10C4-C25FF81B8B82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" name="pg313">
                <a:extLst>
                  <a:ext uri="{FF2B5EF4-FFF2-40B4-BE49-F238E27FC236}">
                    <a16:creationId xmlns:a16="http://schemas.microsoft.com/office/drawing/2014/main" id="{346FF0BD-0A43-0F8A-79C8-E5506DDB4DC0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" name="pg314">
                <a:extLst>
                  <a:ext uri="{FF2B5EF4-FFF2-40B4-BE49-F238E27FC236}">
                    <a16:creationId xmlns:a16="http://schemas.microsoft.com/office/drawing/2014/main" id="{9BE3201B-2A8E-B151-4E47-F96CAA954AB5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" name="pg315">
                <a:extLst>
                  <a:ext uri="{FF2B5EF4-FFF2-40B4-BE49-F238E27FC236}">
                    <a16:creationId xmlns:a16="http://schemas.microsoft.com/office/drawing/2014/main" id="{45F73D0E-5BF5-D7B4-8038-CD226F7C78E1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" name="pg316">
                <a:extLst>
                  <a:ext uri="{FF2B5EF4-FFF2-40B4-BE49-F238E27FC236}">
                    <a16:creationId xmlns:a16="http://schemas.microsoft.com/office/drawing/2014/main" id="{941ED406-D5D3-2B57-297F-D5E98E3EF783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" name="pg317">
                <a:extLst>
                  <a:ext uri="{FF2B5EF4-FFF2-40B4-BE49-F238E27FC236}">
                    <a16:creationId xmlns:a16="http://schemas.microsoft.com/office/drawing/2014/main" id="{9D814512-A0CE-BC74-9505-29A8B92337D7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" name="pg318">
                <a:extLst>
                  <a:ext uri="{FF2B5EF4-FFF2-40B4-BE49-F238E27FC236}">
                    <a16:creationId xmlns:a16="http://schemas.microsoft.com/office/drawing/2014/main" id="{95D60A6C-59EB-8071-AFB4-EBF2F2702844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" name="pg319">
                <a:extLst>
                  <a:ext uri="{FF2B5EF4-FFF2-40B4-BE49-F238E27FC236}">
                    <a16:creationId xmlns:a16="http://schemas.microsoft.com/office/drawing/2014/main" id="{75A7E4FE-9BFB-CAFB-9197-DC79036D1C27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" name="pg320">
                <a:extLst>
                  <a:ext uri="{FF2B5EF4-FFF2-40B4-BE49-F238E27FC236}">
                    <a16:creationId xmlns:a16="http://schemas.microsoft.com/office/drawing/2014/main" id="{C15DF0E6-4D2A-5DBE-6AFD-F96343F0154E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" name="pg321">
                <a:extLst>
                  <a:ext uri="{FF2B5EF4-FFF2-40B4-BE49-F238E27FC236}">
                    <a16:creationId xmlns:a16="http://schemas.microsoft.com/office/drawing/2014/main" id="{B5497697-F66E-8169-FDB3-40A713D93C6A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" name="pg322">
                <a:extLst>
                  <a:ext uri="{FF2B5EF4-FFF2-40B4-BE49-F238E27FC236}">
                    <a16:creationId xmlns:a16="http://schemas.microsoft.com/office/drawing/2014/main" id="{FE261223-13C4-208C-3C5D-1E11644EA71E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" name="pg323">
                <a:extLst>
                  <a:ext uri="{FF2B5EF4-FFF2-40B4-BE49-F238E27FC236}">
                    <a16:creationId xmlns:a16="http://schemas.microsoft.com/office/drawing/2014/main" id="{7B4B023B-7EE4-0E06-7E6F-B3624F16A66D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" name="pg324">
                <a:extLst>
                  <a:ext uri="{FF2B5EF4-FFF2-40B4-BE49-F238E27FC236}">
                    <a16:creationId xmlns:a16="http://schemas.microsoft.com/office/drawing/2014/main" id="{E42CDDDC-234B-AA38-E59D-3B998577A1DF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" name="pg325">
                <a:extLst>
                  <a:ext uri="{FF2B5EF4-FFF2-40B4-BE49-F238E27FC236}">
                    <a16:creationId xmlns:a16="http://schemas.microsoft.com/office/drawing/2014/main" id="{BFABDD01-A7B0-059B-7054-48542EC2397B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" name="pg326">
                <a:extLst>
                  <a:ext uri="{FF2B5EF4-FFF2-40B4-BE49-F238E27FC236}">
                    <a16:creationId xmlns:a16="http://schemas.microsoft.com/office/drawing/2014/main" id="{1B3161DF-BEB2-0AB4-95B7-24EF9D725EFB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" name="pg327">
                <a:extLst>
                  <a:ext uri="{FF2B5EF4-FFF2-40B4-BE49-F238E27FC236}">
                    <a16:creationId xmlns:a16="http://schemas.microsoft.com/office/drawing/2014/main" id="{93E574B1-FA48-A9C4-3757-B11451D5AC26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" name="pg328">
                <a:extLst>
                  <a:ext uri="{FF2B5EF4-FFF2-40B4-BE49-F238E27FC236}">
                    <a16:creationId xmlns:a16="http://schemas.microsoft.com/office/drawing/2014/main" id="{A5C41C58-38B8-CB61-B190-17E5081774B9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" name="pg329">
                <a:extLst>
                  <a:ext uri="{FF2B5EF4-FFF2-40B4-BE49-F238E27FC236}">
                    <a16:creationId xmlns:a16="http://schemas.microsoft.com/office/drawing/2014/main" id="{5DEB97CD-76BE-2F9D-5C57-97AECB00DB1D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" name="pg330">
                <a:extLst>
                  <a:ext uri="{FF2B5EF4-FFF2-40B4-BE49-F238E27FC236}">
                    <a16:creationId xmlns:a16="http://schemas.microsoft.com/office/drawing/2014/main" id="{6F588AED-A0B0-E2E1-69F6-7F0E961FBE4F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" name="pg331">
                <a:extLst>
                  <a:ext uri="{FF2B5EF4-FFF2-40B4-BE49-F238E27FC236}">
                    <a16:creationId xmlns:a16="http://schemas.microsoft.com/office/drawing/2014/main" id="{999D8C11-7755-1373-1DBC-49D8931E7B7A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" name="pg332">
                <a:extLst>
                  <a:ext uri="{FF2B5EF4-FFF2-40B4-BE49-F238E27FC236}">
                    <a16:creationId xmlns:a16="http://schemas.microsoft.com/office/drawing/2014/main" id="{ECFAA5CE-FFE0-94A1-2B6A-B85BE03D2E86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" name="pg333">
                <a:extLst>
                  <a:ext uri="{FF2B5EF4-FFF2-40B4-BE49-F238E27FC236}">
                    <a16:creationId xmlns:a16="http://schemas.microsoft.com/office/drawing/2014/main" id="{CF390EE7-6ADA-17C8-9262-CDB2DF551EE3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" name="pg334">
                <a:extLst>
                  <a:ext uri="{FF2B5EF4-FFF2-40B4-BE49-F238E27FC236}">
                    <a16:creationId xmlns:a16="http://schemas.microsoft.com/office/drawing/2014/main" id="{890D6F47-9B3C-ABD1-8634-B7203C47EDE7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" name="pg335">
                <a:extLst>
                  <a:ext uri="{FF2B5EF4-FFF2-40B4-BE49-F238E27FC236}">
                    <a16:creationId xmlns:a16="http://schemas.microsoft.com/office/drawing/2014/main" id="{EFED8A97-50A2-261F-DB6E-D0E93694B612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" name="pg336">
                <a:extLst>
                  <a:ext uri="{FF2B5EF4-FFF2-40B4-BE49-F238E27FC236}">
                    <a16:creationId xmlns:a16="http://schemas.microsoft.com/office/drawing/2014/main" id="{A767CBEB-2F33-1ED9-5008-BBE027880096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" name="pg337">
                <a:extLst>
                  <a:ext uri="{FF2B5EF4-FFF2-40B4-BE49-F238E27FC236}">
                    <a16:creationId xmlns:a16="http://schemas.microsoft.com/office/drawing/2014/main" id="{B0B949D1-460E-F9D0-A9CA-1250CBF74EDA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" name="pg338">
                <a:extLst>
                  <a:ext uri="{FF2B5EF4-FFF2-40B4-BE49-F238E27FC236}">
                    <a16:creationId xmlns:a16="http://schemas.microsoft.com/office/drawing/2014/main" id="{007F6B4E-9834-6F12-BDE9-8536A8BF1319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" name="pg339">
                <a:extLst>
                  <a:ext uri="{FF2B5EF4-FFF2-40B4-BE49-F238E27FC236}">
                    <a16:creationId xmlns:a16="http://schemas.microsoft.com/office/drawing/2014/main" id="{7B28F419-7A17-EF19-02C7-D0D42B09DEDF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" name="pg340">
                <a:extLst>
                  <a:ext uri="{FF2B5EF4-FFF2-40B4-BE49-F238E27FC236}">
                    <a16:creationId xmlns:a16="http://schemas.microsoft.com/office/drawing/2014/main" id="{B76F00A7-1C2A-AB9F-FDF1-683F16BDC9C4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" name="pg341">
                <a:extLst>
                  <a:ext uri="{FF2B5EF4-FFF2-40B4-BE49-F238E27FC236}">
                    <a16:creationId xmlns:a16="http://schemas.microsoft.com/office/drawing/2014/main" id="{ED4F58CA-C865-A884-82E1-284592EDF5D7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" name="pg342">
                <a:extLst>
                  <a:ext uri="{FF2B5EF4-FFF2-40B4-BE49-F238E27FC236}">
                    <a16:creationId xmlns:a16="http://schemas.microsoft.com/office/drawing/2014/main" id="{C1F1A789-B406-0CA5-D131-D34F01609678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" name="pg343">
                <a:extLst>
                  <a:ext uri="{FF2B5EF4-FFF2-40B4-BE49-F238E27FC236}">
                    <a16:creationId xmlns:a16="http://schemas.microsoft.com/office/drawing/2014/main" id="{A036E6A0-10E5-976E-0BFD-CC370F8B179A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" name="pg344">
                <a:extLst>
                  <a:ext uri="{FF2B5EF4-FFF2-40B4-BE49-F238E27FC236}">
                    <a16:creationId xmlns:a16="http://schemas.microsoft.com/office/drawing/2014/main" id="{D2C0A19B-6BA9-9391-DCB2-F2AD6939D817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" name="pg345">
                <a:extLst>
                  <a:ext uri="{FF2B5EF4-FFF2-40B4-BE49-F238E27FC236}">
                    <a16:creationId xmlns:a16="http://schemas.microsoft.com/office/drawing/2014/main" id="{4356C0C5-4AB9-820A-3B26-BC6B7CD5AA0C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" name="pg346">
                <a:extLst>
                  <a:ext uri="{FF2B5EF4-FFF2-40B4-BE49-F238E27FC236}">
                    <a16:creationId xmlns:a16="http://schemas.microsoft.com/office/drawing/2014/main" id="{DD42E8F1-78E7-470A-21B5-00AFBCA8B2AD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" name="pg347">
                <a:extLst>
                  <a:ext uri="{FF2B5EF4-FFF2-40B4-BE49-F238E27FC236}">
                    <a16:creationId xmlns:a16="http://schemas.microsoft.com/office/drawing/2014/main" id="{FDD4570B-0A80-2A2D-928E-C3382A44E352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" name="pg348">
                <a:extLst>
                  <a:ext uri="{FF2B5EF4-FFF2-40B4-BE49-F238E27FC236}">
                    <a16:creationId xmlns:a16="http://schemas.microsoft.com/office/drawing/2014/main" id="{9E5D7AFA-8E80-4BC8-E20D-2E2C191F45DD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" name="pg349">
                <a:extLst>
                  <a:ext uri="{FF2B5EF4-FFF2-40B4-BE49-F238E27FC236}">
                    <a16:creationId xmlns:a16="http://schemas.microsoft.com/office/drawing/2014/main" id="{417A44E3-F26A-CD8F-86C4-A64B98F245C2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" name="pg350">
                <a:extLst>
                  <a:ext uri="{FF2B5EF4-FFF2-40B4-BE49-F238E27FC236}">
                    <a16:creationId xmlns:a16="http://schemas.microsoft.com/office/drawing/2014/main" id="{22A915AA-5055-DC93-3613-2D661D1FB0AD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" name="pg351">
                <a:extLst>
                  <a:ext uri="{FF2B5EF4-FFF2-40B4-BE49-F238E27FC236}">
                    <a16:creationId xmlns:a16="http://schemas.microsoft.com/office/drawing/2014/main" id="{A5BE6C05-7185-DADA-6862-028793E34FE6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" name="pg352">
                <a:extLst>
                  <a:ext uri="{FF2B5EF4-FFF2-40B4-BE49-F238E27FC236}">
                    <a16:creationId xmlns:a16="http://schemas.microsoft.com/office/drawing/2014/main" id="{52BED2AD-7CFE-14BA-028E-8E05EE3DE034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" name="pg353">
                <a:extLst>
                  <a:ext uri="{FF2B5EF4-FFF2-40B4-BE49-F238E27FC236}">
                    <a16:creationId xmlns:a16="http://schemas.microsoft.com/office/drawing/2014/main" id="{C758EBC8-DE4F-FB9E-F627-F2CF9C966D07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" name="pg354">
                <a:extLst>
                  <a:ext uri="{FF2B5EF4-FFF2-40B4-BE49-F238E27FC236}">
                    <a16:creationId xmlns:a16="http://schemas.microsoft.com/office/drawing/2014/main" id="{2DF95838-BF0E-91DD-5C51-ADF9D9F9D338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" name="pg355">
                <a:extLst>
                  <a:ext uri="{FF2B5EF4-FFF2-40B4-BE49-F238E27FC236}">
                    <a16:creationId xmlns:a16="http://schemas.microsoft.com/office/drawing/2014/main" id="{D71706FB-3119-8EB0-67A7-6E239B5C288B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" name="pg356">
                <a:extLst>
                  <a:ext uri="{FF2B5EF4-FFF2-40B4-BE49-F238E27FC236}">
                    <a16:creationId xmlns:a16="http://schemas.microsoft.com/office/drawing/2014/main" id="{0F4EF0E0-A2C2-1637-1486-CD6B27AAF54F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" name="pg357">
                <a:extLst>
                  <a:ext uri="{FF2B5EF4-FFF2-40B4-BE49-F238E27FC236}">
                    <a16:creationId xmlns:a16="http://schemas.microsoft.com/office/drawing/2014/main" id="{E8DE6423-D556-F5CD-D5B7-6B03628ADF5F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" name="pg358">
                <a:extLst>
                  <a:ext uri="{FF2B5EF4-FFF2-40B4-BE49-F238E27FC236}">
                    <a16:creationId xmlns:a16="http://schemas.microsoft.com/office/drawing/2014/main" id="{623A84FB-1B0E-47B8-EC15-E6B7321A552B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" name="pg359">
                <a:extLst>
                  <a:ext uri="{FF2B5EF4-FFF2-40B4-BE49-F238E27FC236}">
                    <a16:creationId xmlns:a16="http://schemas.microsoft.com/office/drawing/2014/main" id="{2A11B108-EA03-E7E3-BA69-532B9F0665B1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" name="pg360">
                <a:extLst>
                  <a:ext uri="{FF2B5EF4-FFF2-40B4-BE49-F238E27FC236}">
                    <a16:creationId xmlns:a16="http://schemas.microsoft.com/office/drawing/2014/main" id="{02D7AD21-1F00-31DB-046C-1F7F3D0C5725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" name="pg361">
                <a:extLst>
                  <a:ext uri="{FF2B5EF4-FFF2-40B4-BE49-F238E27FC236}">
                    <a16:creationId xmlns:a16="http://schemas.microsoft.com/office/drawing/2014/main" id="{E1C0A775-D0A8-3EE1-44B3-CF2E69D76298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" name="pg362">
                <a:extLst>
                  <a:ext uri="{FF2B5EF4-FFF2-40B4-BE49-F238E27FC236}">
                    <a16:creationId xmlns:a16="http://schemas.microsoft.com/office/drawing/2014/main" id="{B6004AEC-22E9-78A9-AE64-E276EC3E9AC2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" name="pg363">
                <a:extLst>
                  <a:ext uri="{FF2B5EF4-FFF2-40B4-BE49-F238E27FC236}">
                    <a16:creationId xmlns:a16="http://schemas.microsoft.com/office/drawing/2014/main" id="{4CE7195C-AB7D-E1E7-98E9-804980217F5E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" name="pg364">
                <a:extLst>
                  <a:ext uri="{FF2B5EF4-FFF2-40B4-BE49-F238E27FC236}">
                    <a16:creationId xmlns:a16="http://schemas.microsoft.com/office/drawing/2014/main" id="{26AC1094-636D-17B7-7E2F-13D3458D912F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" name="pg365">
                <a:extLst>
                  <a:ext uri="{FF2B5EF4-FFF2-40B4-BE49-F238E27FC236}">
                    <a16:creationId xmlns:a16="http://schemas.microsoft.com/office/drawing/2014/main" id="{29A2C390-3FE7-04A6-FAB2-6DBA40EABFC8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" name="pg366">
                <a:extLst>
                  <a:ext uri="{FF2B5EF4-FFF2-40B4-BE49-F238E27FC236}">
                    <a16:creationId xmlns:a16="http://schemas.microsoft.com/office/drawing/2014/main" id="{DD7216BA-5434-182A-F232-6E2768A053EF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" name="pg367">
                <a:extLst>
                  <a:ext uri="{FF2B5EF4-FFF2-40B4-BE49-F238E27FC236}">
                    <a16:creationId xmlns:a16="http://schemas.microsoft.com/office/drawing/2014/main" id="{D58C12AC-BC99-0E74-9F9E-51BF066D7C33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" name="pg368">
                <a:extLst>
                  <a:ext uri="{FF2B5EF4-FFF2-40B4-BE49-F238E27FC236}">
                    <a16:creationId xmlns:a16="http://schemas.microsoft.com/office/drawing/2014/main" id="{6DB8F8E6-280E-023F-E1EF-46B7937467D9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" name="pg369">
                <a:extLst>
                  <a:ext uri="{FF2B5EF4-FFF2-40B4-BE49-F238E27FC236}">
                    <a16:creationId xmlns:a16="http://schemas.microsoft.com/office/drawing/2014/main" id="{9094C17A-E508-DE95-4F8C-60B8CC6C9DAA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" name="pg370">
                <a:extLst>
                  <a:ext uri="{FF2B5EF4-FFF2-40B4-BE49-F238E27FC236}">
                    <a16:creationId xmlns:a16="http://schemas.microsoft.com/office/drawing/2014/main" id="{6894A336-43A3-269D-266B-5D5E95BAC9F7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" name="pg371">
                <a:extLst>
                  <a:ext uri="{FF2B5EF4-FFF2-40B4-BE49-F238E27FC236}">
                    <a16:creationId xmlns:a16="http://schemas.microsoft.com/office/drawing/2014/main" id="{DAF0194E-52D9-312A-3285-21A34560D98F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" name="pg372">
                <a:extLst>
                  <a:ext uri="{FF2B5EF4-FFF2-40B4-BE49-F238E27FC236}">
                    <a16:creationId xmlns:a16="http://schemas.microsoft.com/office/drawing/2014/main" id="{0CEACD42-A5F2-A822-3D09-05B9195ED322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" name="pg373">
                <a:extLst>
                  <a:ext uri="{FF2B5EF4-FFF2-40B4-BE49-F238E27FC236}">
                    <a16:creationId xmlns:a16="http://schemas.microsoft.com/office/drawing/2014/main" id="{1FE7B497-60C8-D31C-E0B3-C1E0BF32FF46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" name="pg374">
                <a:extLst>
                  <a:ext uri="{FF2B5EF4-FFF2-40B4-BE49-F238E27FC236}">
                    <a16:creationId xmlns:a16="http://schemas.microsoft.com/office/drawing/2014/main" id="{0AA27482-4E4A-9305-72B5-9A5C3DB1C86B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" name="pg375">
                <a:extLst>
                  <a:ext uri="{FF2B5EF4-FFF2-40B4-BE49-F238E27FC236}">
                    <a16:creationId xmlns:a16="http://schemas.microsoft.com/office/drawing/2014/main" id="{9D94CCDE-BD07-5F40-7E63-A2369A82DF46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" name="pg376">
                <a:extLst>
                  <a:ext uri="{FF2B5EF4-FFF2-40B4-BE49-F238E27FC236}">
                    <a16:creationId xmlns:a16="http://schemas.microsoft.com/office/drawing/2014/main" id="{8C930C8C-F45F-F8DB-6BA8-C87336A5DD85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" name="pg377">
                <a:extLst>
                  <a:ext uri="{FF2B5EF4-FFF2-40B4-BE49-F238E27FC236}">
                    <a16:creationId xmlns:a16="http://schemas.microsoft.com/office/drawing/2014/main" id="{FB986C37-9F40-8D20-B453-E4FCA6675613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" name="pg378">
                <a:extLst>
                  <a:ext uri="{FF2B5EF4-FFF2-40B4-BE49-F238E27FC236}">
                    <a16:creationId xmlns:a16="http://schemas.microsoft.com/office/drawing/2014/main" id="{C02D3A44-B00A-61B3-9869-2AEE9A7C0AB8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" name="pg379">
                <a:extLst>
                  <a:ext uri="{FF2B5EF4-FFF2-40B4-BE49-F238E27FC236}">
                    <a16:creationId xmlns:a16="http://schemas.microsoft.com/office/drawing/2014/main" id="{FF3CD259-AA5B-1091-0FE5-ADF7520ECC04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" name="pg380">
                <a:extLst>
                  <a:ext uri="{FF2B5EF4-FFF2-40B4-BE49-F238E27FC236}">
                    <a16:creationId xmlns:a16="http://schemas.microsoft.com/office/drawing/2014/main" id="{8FD1B4B9-1475-B425-A8D2-DD5E9A5FB406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" name="pg381">
                <a:extLst>
                  <a:ext uri="{FF2B5EF4-FFF2-40B4-BE49-F238E27FC236}">
                    <a16:creationId xmlns:a16="http://schemas.microsoft.com/office/drawing/2014/main" id="{68125C39-7EAE-6EC8-E921-EED2C4FA0370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" name="pg382">
                <a:extLst>
                  <a:ext uri="{FF2B5EF4-FFF2-40B4-BE49-F238E27FC236}">
                    <a16:creationId xmlns:a16="http://schemas.microsoft.com/office/drawing/2014/main" id="{8B6CB1AA-3660-69AD-C2A2-4460AD3876EC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" name="pg383">
                <a:extLst>
                  <a:ext uri="{FF2B5EF4-FFF2-40B4-BE49-F238E27FC236}">
                    <a16:creationId xmlns:a16="http://schemas.microsoft.com/office/drawing/2014/main" id="{69AB6E86-C75C-34A3-3DDA-AD1CA11C0A73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" name="pg384">
                <a:extLst>
                  <a:ext uri="{FF2B5EF4-FFF2-40B4-BE49-F238E27FC236}">
                    <a16:creationId xmlns:a16="http://schemas.microsoft.com/office/drawing/2014/main" id="{6707BB8A-FBFF-CC9B-E3AA-C4C69B9AE9BE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" name="pg385">
                <a:extLst>
                  <a:ext uri="{FF2B5EF4-FFF2-40B4-BE49-F238E27FC236}">
                    <a16:creationId xmlns:a16="http://schemas.microsoft.com/office/drawing/2014/main" id="{15192C5C-33BD-6F01-8AE5-8329A774E76A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" name="pg386">
                <a:extLst>
                  <a:ext uri="{FF2B5EF4-FFF2-40B4-BE49-F238E27FC236}">
                    <a16:creationId xmlns:a16="http://schemas.microsoft.com/office/drawing/2014/main" id="{92863EA5-6A56-DABE-1CAC-20D86D0F0D6A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" name="pg387">
                <a:extLst>
                  <a:ext uri="{FF2B5EF4-FFF2-40B4-BE49-F238E27FC236}">
                    <a16:creationId xmlns:a16="http://schemas.microsoft.com/office/drawing/2014/main" id="{AB7B3CED-B032-4B8C-7746-BF69D477B48C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" name="pg388">
                <a:extLst>
                  <a:ext uri="{FF2B5EF4-FFF2-40B4-BE49-F238E27FC236}">
                    <a16:creationId xmlns:a16="http://schemas.microsoft.com/office/drawing/2014/main" id="{A17D2DF0-D88C-5C16-2879-A71027B45BEF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" name="pg389">
                <a:extLst>
                  <a:ext uri="{FF2B5EF4-FFF2-40B4-BE49-F238E27FC236}">
                    <a16:creationId xmlns:a16="http://schemas.microsoft.com/office/drawing/2014/main" id="{F69CBD71-99F6-1251-3466-F3C4A961D4AD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" name="pg390">
                <a:extLst>
                  <a:ext uri="{FF2B5EF4-FFF2-40B4-BE49-F238E27FC236}">
                    <a16:creationId xmlns:a16="http://schemas.microsoft.com/office/drawing/2014/main" id="{39DCE1B8-D215-EDD7-F352-AA3C47729A09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" name="pg391">
                <a:extLst>
                  <a:ext uri="{FF2B5EF4-FFF2-40B4-BE49-F238E27FC236}">
                    <a16:creationId xmlns:a16="http://schemas.microsoft.com/office/drawing/2014/main" id="{26F06595-8E9B-D246-D8DC-60824EF23710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" name="pg392">
                <a:extLst>
                  <a:ext uri="{FF2B5EF4-FFF2-40B4-BE49-F238E27FC236}">
                    <a16:creationId xmlns:a16="http://schemas.microsoft.com/office/drawing/2014/main" id="{669A2576-FA07-FC55-4EF6-040D829DBEFE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" name="pg393">
                <a:extLst>
                  <a:ext uri="{FF2B5EF4-FFF2-40B4-BE49-F238E27FC236}">
                    <a16:creationId xmlns:a16="http://schemas.microsoft.com/office/drawing/2014/main" id="{27BF674C-60A1-E782-8165-8A8D3467CF52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" name="pg394">
                <a:extLst>
                  <a:ext uri="{FF2B5EF4-FFF2-40B4-BE49-F238E27FC236}">
                    <a16:creationId xmlns:a16="http://schemas.microsoft.com/office/drawing/2014/main" id="{9B97E540-EAD8-AE6F-6014-8A9BCC892D62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" name="pg395">
                <a:extLst>
                  <a:ext uri="{FF2B5EF4-FFF2-40B4-BE49-F238E27FC236}">
                    <a16:creationId xmlns:a16="http://schemas.microsoft.com/office/drawing/2014/main" id="{CA75C551-4807-AD0A-6CCC-70203CFA8C4E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" name="pg396">
                <a:extLst>
                  <a:ext uri="{FF2B5EF4-FFF2-40B4-BE49-F238E27FC236}">
                    <a16:creationId xmlns:a16="http://schemas.microsoft.com/office/drawing/2014/main" id="{8D46FA7D-75F9-69CA-C2E1-7D53E4A59038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" name="pg397">
                <a:extLst>
                  <a:ext uri="{FF2B5EF4-FFF2-40B4-BE49-F238E27FC236}">
                    <a16:creationId xmlns:a16="http://schemas.microsoft.com/office/drawing/2014/main" id="{9F001319-21E9-B2C7-2930-47B06089DD15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" name="pg398">
                <a:extLst>
                  <a:ext uri="{FF2B5EF4-FFF2-40B4-BE49-F238E27FC236}">
                    <a16:creationId xmlns:a16="http://schemas.microsoft.com/office/drawing/2014/main" id="{81240E53-25B4-6966-41AF-BC672D5FA8B3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" name="pg399">
                <a:extLst>
                  <a:ext uri="{FF2B5EF4-FFF2-40B4-BE49-F238E27FC236}">
                    <a16:creationId xmlns:a16="http://schemas.microsoft.com/office/drawing/2014/main" id="{660CB31C-CF75-90F8-8AE3-FBBB5EB558F5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" name="pg400">
                <a:extLst>
                  <a:ext uri="{FF2B5EF4-FFF2-40B4-BE49-F238E27FC236}">
                    <a16:creationId xmlns:a16="http://schemas.microsoft.com/office/drawing/2014/main" id="{F0C68FA0-82A5-01FC-6378-35E29A251206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" name="pg401">
                <a:extLst>
                  <a:ext uri="{FF2B5EF4-FFF2-40B4-BE49-F238E27FC236}">
                    <a16:creationId xmlns:a16="http://schemas.microsoft.com/office/drawing/2014/main" id="{C4F891DF-554D-D158-E03E-7E5B12AFF1C0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" name="pg402">
                <a:extLst>
                  <a:ext uri="{FF2B5EF4-FFF2-40B4-BE49-F238E27FC236}">
                    <a16:creationId xmlns:a16="http://schemas.microsoft.com/office/drawing/2014/main" id="{844BB94F-5857-1590-4ABB-798D60A225F9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" name="pg403">
                <a:extLst>
                  <a:ext uri="{FF2B5EF4-FFF2-40B4-BE49-F238E27FC236}">
                    <a16:creationId xmlns:a16="http://schemas.microsoft.com/office/drawing/2014/main" id="{5D7F05B2-BE6A-D6CD-B547-D53FD4536B30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" name="pg404">
                <a:extLst>
                  <a:ext uri="{FF2B5EF4-FFF2-40B4-BE49-F238E27FC236}">
                    <a16:creationId xmlns:a16="http://schemas.microsoft.com/office/drawing/2014/main" id="{EFDB8739-B10B-4E77-8278-E55BBD73CFB3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" name="pg405">
                <a:extLst>
                  <a:ext uri="{FF2B5EF4-FFF2-40B4-BE49-F238E27FC236}">
                    <a16:creationId xmlns:a16="http://schemas.microsoft.com/office/drawing/2014/main" id="{12DFCA86-E37A-6BC2-DDFD-8F5572DB9A97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" name="pg406">
                <a:extLst>
                  <a:ext uri="{FF2B5EF4-FFF2-40B4-BE49-F238E27FC236}">
                    <a16:creationId xmlns:a16="http://schemas.microsoft.com/office/drawing/2014/main" id="{6C3EAA79-4D48-9E4C-F931-D8A99917760C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" name="pg407">
                <a:extLst>
                  <a:ext uri="{FF2B5EF4-FFF2-40B4-BE49-F238E27FC236}">
                    <a16:creationId xmlns:a16="http://schemas.microsoft.com/office/drawing/2014/main" id="{A4D30B7E-DCBD-5764-6366-04A4D5D1867C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" name="pg408">
                <a:extLst>
                  <a:ext uri="{FF2B5EF4-FFF2-40B4-BE49-F238E27FC236}">
                    <a16:creationId xmlns:a16="http://schemas.microsoft.com/office/drawing/2014/main" id="{FDA9506B-81E6-91E8-1D4E-AB5D0F85EB86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" name="pg409">
                <a:extLst>
                  <a:ext uri="{FF2B5EF4-FFF2-40B4-BE49-F238E27FC236}">
                    <a16:creationId xmlns:a16="http://schemas.microsoft.com/office/drawing/2014/main" id="{606247EE-D09A-70BA-981E-8969B2800FE0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" name="pg410">
                <a:extLst>
                  <a:ext uri="{FF2B5EF4-FFF2-40B4-BE49-F238E27FC236}">
                    <a16:creationId xmlns:a16="http://schemas.microsoft.com/office/drawing/2014/main" id="{DC208D50-C4DF-F566-DAA0-71B7D92B2668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" name="pg411">
                <a:extLst>
                  <a:ext uri="{FF2B5EF4-FFF2-40B4-BE49-F238E27FC236}">
                    <a16:creationId xmlns:a16="http://schemas.microsoft.com/office/drawing/2014/main" id="{554A1F90-3040-7760-64C0-74A51CE55DB6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" name="pg412">
                <a:extLst>
                  <a:ext uri="{FF2B5EF4-FFF2-40B4-BE49-F238E27FC236}">
                    <a16:creationId xmlns:a16="http://schemas.microsoft.com/office/drawing/2014/main" id="{C51A8292-F397-E9DE-9C4D-19C2B7E085FD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" name="pg413">
                <a:extLst>
                  <a:ext uri="{FF2B5EF4-FFF2-40B4-BE49-F238E27FC236}">
                    <a16:creationId xmlns:a16="http://schemas.microsoft.com/office/drawing/2014/main" id="{1B7BC4AB-E757-2EE7-7811-F3C353ACCBB9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" name="pg414">
                <a:extLst>
                  <a:ext uri="{FF2B5EF4-FFF2-40B4-BE49-F238E27FC236}">
                    <a16:creationId xmlns:a16="http://schemas.microsoft.com/office/drawing/2014/main" id="{6506A805-5C32-72B5-69E3-B47F1CBF73F7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" name="pg415">
                <a:extLst>
                  <a:ext uri="{FF2B5EF4-FFF2-40B4-BE49-F238E27FC236}">
                    <a16:creationId xmlns:a16="http://schemas.microsoft.com/office/drawing/2014/main" id="{EB893003-08BB-2A4C-E1EB-3FF45F15F895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" name="pg416">
                <a:extLst>
                  <a:ext uri="{FF2B5EF4-FFF2-40B4-BE49-F238E27FC236}">
                    <a16:creationId xmlns:a16="http://schemas.microsoft.com/office/drawing/2014/main" id="{DBE68E8F-FC64-FF59-8120-2E1403099EEA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" name="pg417">
                <a:extLst>
                  <a:ext uri="{FF2B5EF4-FFF2-40B4-BE49-F238E27FC236}">
                    <a16:creationId xmlns:a16="http://schemas.microsoft.com/office/drawing/2014/main" id="{5C246D52-838C-8E7D-D0E7-63914F6BCAA5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" name="pg418">
                <a:extLst>
                  <a:ext uri="{FF2B5EF4-FFF2-40B4-BE49-F238E27FC236}">
                    <a16:creationId xmlns:a16="http://schemas.microsoft.com/office/drawing/2014/main" id="{0C34BCDF-4B1B-731D-9658-C5263DDC1D9E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" name="pg419">
                <a:extLst>
                  <a:ext uri="{FF2B5EF4-FFF2-40B4-BE49-F238E27FC236}">
                    <a16:creationId xmlns:a16="http://schemas.microsoft.com/office/drawing/2014/main" id="{4584D3BA-3B15-2104-C6B9-BDEC552F1D26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" name="pg420">
                <a:extLst>
                  <a:ext uri="{FF2B5EF4-FFF2-40B4-BE49-F238E27FC236}">
                    <a16:creationId xmlns:a16="http://schemas.microsoft.com/office/drawing/2014/main" id="{0D160EE4-9B81-4D4E-0AA8-526E22CF8875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" name="pg421">
                <a:extLst>
                  <a:ext uri="{FF2B5EF4-FFF2-40B4-BE49-F238E27FC236}">
                    <a16:creationId xmlns:a16="http://schemas.microsoft.com/office/drawing/2014/main" id="{CCCCD6DB-10AC-21F8-5310-56A290410E36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" name="pg422">
                <a:extLst>
                  <a:ext uri="{FF2B5EF4-FFF2-40B4-BE49-F238E27FC236}">
                    <a16:creationId xmlns:a16="http://schemas.microsoft.com/office/drawing/2014/main" id="{336D8DC0-FA7D-E299-2DC6-49FF9621451B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" name="pg423">
                <a:extLst>
                  <a:ext uri="{FF2B5EF4-FFF2-40B4-BE49-F238E27FC236}">
                    <a16:creationId xmlns:a16="http://schemas.microsoft.com/office/drawing/2014/main" id="{A171BE66-C0DB-1CA9-3ED2-7DEC4D0E5ED5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" name="pg424">
                <a:extLst>
                  <a:ext uri="{FF2B5EF4-FFF2-40B4-BE49-F238E27FC236}">
                    <a16:creationId xmlns:a16="http://schemas.microsoft.com/office/drawing/2014/main" id="{7B7E79D9-2090-3653-529B-A53846DCECF4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" name="pg425">
                <a:extLst>
                  <a:ext uri="{FF2B5EF4-FFF2-40B4-BE49-F238E27FC236}">
                    <a16:creationId xmlns:a16="http://schemas.microsoft.com/office/drawing/2014/main" id="{E075FB71-DF94-F5F5-02E7-E8B6AF810506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" name="pg426">
                <a:extLst>
                  <a:ext uri="{FF2B5EF4-FFF2-40B4-BE49-F238E27FC236}">
                    <a16:creationId xmlns:a16="http://schemas.microsoft.com/office/drawing/2014/main" id="{3B6D9364-1C2C-B1B2-42F2-17C0CE45EF1F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" name="pg427">
                <a:extLst>
                  <a:ext uri="{FF2B5EF4-FFF2-40B4-BE49-F238E27FC236}">
                    <a16:creationId xmlns:a16="http://schemas.microsoft.com/office/drawing/2014/main" id="{6B6C62E5-1E31-177A-B3E3-3F7D8CAF65C9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" name="pg428">
                <a:extLst>
                  <a:ext uri="{FF2B5EF4-FFF2-40B4-BE49-F238E27FC236}">
                    <a16:creationId xmlns:a16="http://schemas.microsoft.com/office/drawing/2014/main" id="{30629BCE-81A9-5E78-FBD5-5AB71E805F3D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" name="pg429">
                <a:extLst>
                  <a:ext uri="{FF2B5EF4-FFF2-40B4-BE49-F238E27FC236}">
                    <a16:creationId xmlns:a16="http://schemas.microsoft.com/office/drawing/2014/main" id="{5CD409A7-116C-3611-880F-76D9A33628D1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" name="pg430">
                <a:extLst>
                  <a:ext uri="{FF2B5EF4-FFF2-40B4-BE49-F238E27FC236}">
                    <a16:creationId xmlns:a16="http://schemas.microsoft.com/office/drawing/2014/main" id="{395DB3E2-1155-D4EF-0E82-54922AA7A5E7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" name="pg431">
                <a:extLst>
                  <a:ext uri="{FF2B5EF4-FFF2-40B4-BE49-F238E27FC236}">
                    <a16:creationId xmlns:a16="http://schemas.microsoft.com/office/drawing/2014/main" id="{FC442575-08B3-5C70-8F80-AE834E99C5CF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" name="pg432">
                <a:extLst>
                  <a:ext uri="{FF2B5EF4-FFF2-40B4-BE49-F238E27FC236}">
                    <a16:creationId xmlns:a16="http://schemas.microsoft.com/office/drawing/2014/main" id="{9806FF09-8401-197C-2968-8744ED56F678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" name="pg433">
                <a:extLst>
                  <a:ext uri="{FF2B5EF4-FFF2-40B4-BE49-F238E27FC236}">
                    <a16:creationId xmlns:a16="http://schemas.microsoft.com/office/drawing/2014/main" id="{7412D745-C72D-E952-5EE6-4E401D2F714E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" name="pg434">
                <a:extLst>
                  <a:ext uri="{FF2B5EF4-FFF2-40B4-BE49-F238E27FC236}">
                    <a16:creationId xmlns:a16="http://schemas.microsoft.com/office/drawing/2014/main" id="{1E25662E-1DE0-6A6B-FBBC-F9DFDD84CCA9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" name="pg435">
                <a:extLst>
                  <a:ext uri="{FF2B5EF4-FFF2-40B4-BE49-F238E27FC236}">
                    <a16:creationId xmlns:a16="http://schemas.microsoft.com/office/drawing/2014/main" id="{D6DB525C-1537-0FCF-D43F-647488E71C12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" name="pg436">
                <a:extLst>
                  <a:ext uri="{FF2B5EF4-FFF2-40B4-BE49-F238E27FC236}">
                    <a16:creationId xmlns:a16="http://schemas.microsoft.com/office/drawing/2014/main" id="{C68D9297-288A-C649-098D-50866D0E214A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" name="pg437">
                <a:extLst>
                  <a:ext uri="{FF2B5EF4-FFF2-40B4-BE49-F238E27FC236}">
                    <a16:creationId xmlns:a16="http://schemas.microsoft.com/office/drawing/2014/main" id="{3A5FB4AD-435C-AB46-033B-5EE5696FD651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" name="pg438">
                <a:extLst>
                  <a:ext uri="{FF2B5EF4-FFF2-40B4-BE49-F238E27FC236}">
                    <a16:creationId xmlns:a16="http://schemas.microsoft.com/office/drawing/2014/main" id="{69DD4592-ABD6-6F51-2D3C-1BF054D84A06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" name="pg439">
                <a:extLst>
                  <a:ext uri="{FF2B5EF4-FFF2-40B4-BE49-F238E27FC236}">
                    <a16:creationId xmlns:a16="http://schemas.microsoft.com/office/drawing/2014/main" id="{BFD5DCAC-4F68-A2D5-88BD-4451D4AFFE61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" name="pg440">
                <a:extLst>
                  <a:ext uri="{FF2B5EF4-FFF2-40B4-BE49-F238E27FC236}">
                    <a16:creationId xmlns:a16="http://schemas.microsoft.com/office/drawing/2014/main" id="{6C7F0137-5A4D-47A0-1AA2-D09C25681CEF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" name="pg441">
                <a:extLst>
                  <a:ext uri="{FF2B5EF4-FFF2-40B4-BE49-F238E27FC236}">
                    <a16:creationId xmlns:a16="http://schemas.microsoft.com/office/drawing/2014/main" id="{01CE3E18-7D1F-E593-2526-D1AD78312BA3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" name="pg442">
                <a:extLst>
                  <a:ext uri="{FF2B5EF4-FFF2-40B4-BE49-F238E27FC236}">
                    <a16:creationId xmlns:a16="http://schemas.microsoft.com/office/drawing/2014/main" id="{022BE11F-131F-71CB-7A25-781370B83D4B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" name="pg443">
                <a:extLst>
                  <a:ext uri="{FF2B5EF4-FFF2-40B4-BE49-F238E27FC236}">
                    <a16:creationId xmlns:a16="http://schemas.microsoft.com/office/drawing/2014/main" id="{2B55D36F-FA9B-C12D-8521-1B20DE72C0C0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" name="pg444">
                <a:extLst>
                  <a:ext uri="{FF2B5EF4-FFF2-40B4-BE49-F238E27FC236}">
                    <a16:creationId xmlns:a16="http://schemas.microsoft.com/office/drawing/2014/main" id="{5DC20D38-4A03-DDF6-3B26-E95ABBEE6FFA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" name="pg445">
                <a:extLst>
                  <a:ext uri="{FF2B5EF4-FFF2-40B4-BE49-F238E27FC236}">
                    <a16:creationId xmlns:a16="http://schemas.microsoft.com/office/drawing/2014/main" id="{181C5899-2BFF-8CFE-1943-C16BA2AEF356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" name="pg446">
                <a:extLst>
                  <a:ext uri="{FF2B5EF4-FFF2-40B4-BE49-F238E27FC236}">
                    <a16:creationId xmlns:a16="http://schemas.microsoft.com/office/drawing/2014/main" id="{82A83359-EA06-C594-98C7-BFDFACF1EE57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" name="pg447">
                <a:extLst>
                  <a:ext uri="{FF2B5EF4-FFF2-40B4-BE49-F238E27FC236}">
                    <a16:creationId xmlns:a16="http://schemas.microsoft.com/office/drawing/2014/main" id="{3CEA25EE-AEEA-9803-0B87-BE9BFEDEB3ED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" name="pg448">
                <a:extLst>
                  <a:ext uri="{FF2B5EF4-FFF2-40B4-BE49-F238E27FC236}">
                    <a16:creationId xmlns:a16="http://schemas.microsoft.com/office/drawing/2014/main" id="{692517FE-448F-6339-CDAB-8FFDDB522A86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" name="pg449">
                <a:extLst>
                  <a:ext uri="{FF2B5EF4-FFF2-40B4-BE49-F238E27FC236}">
                    <a16:creationId xmlns:a16="http://schemas.microsoft.com/office/drawing/2014/main" id="{B60115CA-AC59-EB25-A1B1-87D53B740BE4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" name="pg450">
                <a:extLst>
                  <a:ext uri="{FF2B5EF4-FFF2-40B4-BE49-F238E27FC236}">
                    <a16:creationId xmlns:a16="http://schemas.microsoft.com/office/drawing/2014/main" id="{6C63A025-ADC2-8239-BE12-FEEB3456C009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" name="pg451">
                <a:extLst>
                  <a:ext uri="{FF2B5EF4-FFF2-40B4-BE49-F238E27FC236}">
                    <a16:creationId xmlns:a16="http://schemas.microsoft.com/office/drawing/2014/main" id="{81450DE3-FDF3-51F6-4DEB-9D72428135C4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" name="pg452">
                <a:extLst>
                  <a:ext uri="{FF2B5EF4-FFF2-40B4-BE49-F238E27FC236}">
                    <a16:creationId xmlns:a16="http://schemas.microsoft.com/office/drawing/2014/main" id="{B390FA75-FC81-2C62-9AA8-A6823FC8BC04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" name="pg453">
                <a:extLst>
                  <a:ext uri="{FF2B5EF4-FFF2-40B4-BE49-F238E27FC236}">
                    <a16:creationId xmlns:a16="http://schemas.microsoft.com/office/drawing/2014/main" id="{A67C939B-9B9C-0FBB-5FD5-127556231F85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" name="pg454">
                <a:extLst>
                  <a:ext uri="{FF2B5EF4-FFF2-40B4-BE49-F238E27FC236}">
                    <a16:creationId xmlns:a16="http://schemas.microsoft.com/office/drawing/2014/main" id="{B7C082F7-2B5E-D4F3-E58F-21B9C3D7B37A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" name="pg455">
                <a:extLst>
                  <a:ext uri="{FF2B5EF4-FFF2-40B4-BE49-F238E27FC236}">
                    <a16:creationId xmlns:a16="http://schemas.microsoft.com/office/drawing/2014/main" id="{563152F5-B11F-993B-ABA4-76846206DDCF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" name="pg456">
                <a:extLst>
                  <a:ext uri="{FF2B5EF4-FFF2-40B4-BE49-F238E27FC236}">
                    <a16:creationId xmlns:a16="http://schemas.microsoft.com/office/drawing/2014/main" id="{F4699F2D-03FE-364A-092E-E28794C70CDE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" name="pg457">
                <a:extLst>
                  <a:ext uri="{FF2B5EF4-FFF2-40B4-BE49-F238E27FC236}">
                    <a16:creationId xmlns:a16="http://schemas.microsoft.com/office/drawing/2014/main" id="{E08AC2FB-B464-2005-6BE4-D374BBDA9358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" name="pg458">
                <a:extLst>
                  <a:ext uri="{FF2B5EF4-FFF2-40B4-BE49-F238E27FC236}">
                    <a16:creationId xmlns:a16="http://schemas.microsoft.com/office/drawing/2014/main" id="{1034387E-DEB2-AA37-78CF-C58A6F4C1E5F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" name="pg459">
                <a:extLst>
                  <a:ext uri="{FF2B5EF4-FFF2-40B4-BE49-F238E27FC236}">
                    <a16:creationId xmlns:a16="http://schemas.microsoft.com/office/drawing/2014/main" id="{766364C3-275C-28CB-C561-F3102D338652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" name="pg460">
                <a:extLst>
                  <a:ext uri="{FF2B5EF4-FFF2-40B4-BE49-F238E27FC236}">
                    <a16:creationId xmlns:a16="http://schemas.microsoft.com/office/drawing/2014/main" id="{FCDAB5D1-7C7F-35CA-C5C2-9C643841CADC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" name="pg461">
                <a:extLst>
                  <a:ext uri="{FF2B5EF4-FFF2-40B4-BE49-F238E27FC236}">
                    <a16:creationId xmlns:a16="http://schemas.microsoft.com/office/drawing/2014/main" id="{1AB4722B-DAF2-7465-91C2-D9647BD3ABD2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" name="pg462">
                <a:extLst>
                  <a:ext uri="{FF2B5EF4-FFF2-40B4-BE49-F238E27FC236}">
                    <a16:creationId xmlns:a16="http://schemas.microsoft.com/office/drawing/2014/main" id="{5E393418-1DD4-23F9-FAF5-664749191E29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" name="pg463">
                <a:extLst>
                  <a:ext uri="{FF2B5EF4-FFF2-40B4-BE49-F238E27FC236}">
                    <a16:creationId xmlns:a16="http://schemas.microsoft.com/office/drawing/2014/main" id="{72089AC1-D0E4-82BC-776B-1DB2C03FB62F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" name="pg464">
                <a:extLst>
                  <a:ext uri="{FF2B5EF4-FFF2-40B4-BE49-F238E27FC236}">
                    <a16:creationId xmlns:a16="http://schemas.microsoft.com/office/drawing/2014/main" id="{49F96698-A876-AEC0-6AFC-77C455867F52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" name="pg465">
                <a:extLst>
                  <a:ext uri="{FF2B5EF4-FFF2-40B4-BE49-F238E27FC236}">
                    <a16:creationId xmlns:a16="http://schemas.microsoft.com/office/drawing/2014/main" id="{C4B1626D-A2F1-B956-CAB1-E7FD5F8955E6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" name="pg466">
                <a:extLst>
                  <a:ext uri="{FF2B5EF4-FFF2-40B4-BE49-F238E27FC236}">
                    <a16:creationId xmlns:a16="http://schemas.microsoft.com/office/drawing/2014/main" id="{E1E91824-E2FF-26C5-DA6A-FC16468664B4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" name="pg467">
                <a:extLst>
                  <a:ext uri="{FF2B5EF4-FFF2-40B4-BE49-F238E27FC236}">
                    <a16:creationId xmlns:a16="http://schemas.microsoft.com/office/drawing/2014/main" id="{FE896FF4-6DB5-266D-BA3E-BB356141A8F4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" name="pg468">
                <a:extLst>
                  <a:ext uri="{FF2B5EF4-FFF2-40B4-BE49-F238E27FC236}">
                    <a16:creationId xmlns:a16="http://schemas.microsoft.com/office/drawing/2014/main" id="{2DC9A956-DF83-C6A4-D02B-F8F73B5EA7A9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" name="pg469">
                <a:extLst>
                  <a:ext uri="{FF2B5EF4-FFF2-40B4-BE49-F238E27FC236}">
                    <a16:creationId xmlns:a16="http://schemas.microsoft.com/office/drawing/2014/main" id="{08068C05-D18C-1767-F6EA-4A96C1088655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" name="pg470">
                <a:extLst>
                  <a:ext uri="{FF2B5EF4-FFF2-40B4-BE49-F238E27FC236}">
                    <a16:creationId xmlns:a16="http://schemas.microsoft.com/office/drawing/2014/main" id="{86B5D7EF-FEAD-42B0-CDD2-6094CF8A1FF9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1" name="pg471">
                <a:extLst>
                  <a:ext uri="{FF2B5EF4-FFF2-40B4-BE49-F238E27FC236}">
                    <a16:creationId xmlns:a16="http://schemas.microsoft.com/office/drawing/2014/main" id="{5502B330-826E-7D86-254E-F032872431D6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2" name="pg472">
                <a:extLst>
                  <a:ext uri="{FF2B5EF4-FFF2-40B4-BE49-F238E27FC236}">
                    <a16:creationId xmlns:a16="http://schemas.microsoft.com/office/drawing/2014/main" id="{A7650E7D-0848-8FFB-9CDF-7F2FF76F7C29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3" name="pg473">
                <a:extLst>
                  <a:ext uri="{FF2B5EF4-FFF2-40B4-BE49-F238E27FC236}">
                    <a16:creationId xmlns:a16="http://schemas.microsoft.com/office/drawing/2014/main" id="{961FB941-6AD3-F48F-1A58-1436340DA45C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4" name="pg474">
                <a:extLst>
                  <a:ext uri="{FF2B5EF4-FFF2-40B4-BE49-F238E27FC236}">
                    <a16:creationId xmlns:a16="http://schemas.microsoft.com/office/drawing/2014/main" id="{8D4D774A-6722-F611-6BC1-AE7DA6072C4D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5" name="pg475">
                <a:extLst>
                  <a:ext uri="{FF2B5EF4-FFF2-40B4-BE49-F238E27FC236}">
                    <a16:creationId xmlns:a16="http://schemas.microsoft.com/office/drawing/2014/main" id="{975E8FA5-D133-4D55-0625-527F8799091D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6" name="pg476">
                <a:extLst>
                  <a:ext uri="{FF2B5EF4-FFF2-40B4-BE49-F238E27FC236}">
                    <a16:creationId xmlns:a16="http://schemas.microsoft.com/office/drawing/2014/main" id="{9EC7DB7D-3548-713D-B7CB-2DE8E9EB7F87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7" name="pg477">
                <a:extLst>
                  <a:ext uri="{FF2B5EF4-FFF2-40B4-BE49-F238E27FC236}">
                    <a16:creationId xmlns:a16="http://schemas.microsoft.com/office/drawing/2014/main" id="{0BC3DB63-EA7C-AE29-CDD9-2C864DD946F1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8" name="pg478">
                <a:extLst>
                  <a:ext uri="{FF2B5EF4-FFF2-40B4-BE49-F238E27FC236}">
                    <a16:creationId xmlns:a16="http://schemas.microsoft.com/office/drawing/2014/main" id="{7EBF2E8F-05D1-B7A7-445D-48B0FA94FB10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9" name="pg479">
                <a:extLst>
                  <a:ext uri="{FF2B5EF4-FFF2-40B4-BE49-F238E27FC236}">
                    <a16:creationId xmlns:a16="http://schemas.microsoft.com/office/drawing/2014/main" id="{3552D2C4-F4D3-26B3-8C64-7DC10B7CB1F8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0" name="pg480">
                <a:extLst>
                  <a:ext uri="{FF2B5EF4-FFF2-40B4-BE49-F238E27FC236}">
                    <a16:creationId xmlns:a16="http://schemas.microsoft.com/office/drawing/2014/main" id="{D245423B-6410-8025-9A5D-F41FE6C70CEE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1" name="pg481">
                <a:extLst>
                  <a:ext uri="{FF2B5EF4-FFF2-40B4-BE49-F238E27FC236}">
                    <a16:creationId xmlns:a16="http://schemas.microsoft.com/office/drawing/2014/main" id="{43ACA3C2-4876-D77F-E26B-B540BE2DBF33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2" name="pg482">
                <a:extLst>
                  <a:ext uri="{FF2B5EF4-FFF2-40B4-BE49-F238E27FC236}">
                    <a16:creationId xmlns:a16="http://schemas.microsoft.com/office/drawing/2014/main" id="{F509297D-F350-1233-FB5B-9C1D8A5F9EB8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3" name="pg483">
                <a:extLst>
                  <a:ext uri="{FF2B5EF4-FFF2-40B4-BE49-F238E27FC236}">
                    <a16:creationId xmlns:a16="http://schemas.microsoft.com/office/drawing/2014/main" id="{F07F0E88-830C-0175-26ED-B535C797AA0F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4" name="pg484">
                <a:extLst>
                  <a:ext uri="{FF2B5EF4-FFF2-40B4-BE49-F238E27FC236}">
                    <a16:creationId xmlns:a16="http://schemas.microsoft.com/office/drawing/2014/main" id="{FDDE2068-DC34-663D-8356-EC586E9CE719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5" name="pg485">
                <a:extLst>
                  <a:ext uri="{FF2B5EF4-FFF2-40B4-BE49-F238E27FC236}">
                    <a16:creationId xmlns:a16="http://schemas.microsoft.com/office/drawing/2014/main" id="{8D9BF0DE-C92D-706F-B36B-CFF900EB07E1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6" name="pg486">
                <a:extLst>
                  <a:ext uri="{FF2B5EF4-FFF2-40B4-BE49-F238E27FC236}">
                    <a16:creationId xmlns:a16="http://schemas.microsoft.com/office/drawing/2014/main" id="{83EBBA10-4559-DFC6-C455-2C2F62EB7F43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7" name="pg487">
                <a:extLst>
                  <a:ext uri="{FF2B5EF4-FFF2-40B4-BE49-F238E27FC236}">
                    <a16:creationId xmlns:a16="http://schemas.microsoft.com/office/drawing/2014/main" id="{45FB5597-2E9A-21DF-138B-13F33EB11080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8" name="pg488">
                <a:extLst>
                  <a:ext uri="{FF2B5EF4-FFF2-40B4-BE49-F238E27FC236}">
                    <a16:creationId xmlns:a16="http://schemas.microsoft.com/office/drawing/2014/main" id="{54E6F6BC-DF02-F13C-826D-52305B9FD8F5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9" name="pg489">
                <a:extLst>
                  <a:ext uri="{FF2B5EF4-FFF2-40B4-BE49-F238E27FC236}">
                    <a16:creationId xmlns:a16="http://schemas.microsoft.com/office/drawing/2014/main" id="{29942B2D-1785-61D6-CEC1-99AE01A95CF7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0" name="pg490">
                <a:extLst>
                  <a:ext uri="{FF2B5EF4-FFF2-40B4-BE49-F238E27FC236}">
                    <a16:creationId xmlns:a16="http://schemas.microsoft.com/office/drawing/2014/main" id="{8FA5B2E7-8B89-6B86-30E5-D24E57A11918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1" name="pg491">
                <a:extLst>
                  <a:ext uri="{FF2B5EF4-FFF2-40B4-BE49-F238E27FC236}">
                    <a16:creationId xmlns:a16="http://schemas.microsoft.com/office/drawing/2014/main" id="{730AC5DB-89E8-2CA1-A795-CAEB2A4A4A2A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2" name="pg492">
                <a:extLst>
                  <a:ext uri="{FF2B5EF4-FFF2-40B4-BE49-F238E27FC236}">
                    <a16:creationId xmlns:a16="http://schemas.microsoft.com/office/drawing/2014/main" id="{85DADD9F-5CDC-B7D7-E19E-21DE0B74506D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3" name="pg493">
                <a:extLst>
                  <a:ext uri="{FF2B5EF4-FFF2-40B4-BE49-F238E27FC236}">
                    <a16:creationId xmlns:a16="http://schemas.microsoft.com/office/drawing/2014/main" id="{F5390CAB-30E7-163F-DB78-D82D14C70B76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4" name="pg494">
                <a:extLst>
                  <a:ext uri="{FF2B5EF4-FFF2-40B4-BE49-F238E27FC236}">
                    <a16:creationId xmlns:a16="http://schemas.microsoft.com/office/drawing/2014/main" id="{0A276A4C-75DD-BCD7-E82E-717ABBE4981A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5" name="pg495">
                <a:extLst>
                  <a:ext uri="{FF2B5EF4-FFF2-40B4-BE49-F238E27FC236}">
                    <a16:creationId xmlns:a16="http://schemas.microsoft.com/office/drawing/2014/main" id="{63E21DE6-4BE2-E32D-B8DB-F82E0AD543F7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6" name="pg496">
                <a:extLst>
                  <a:ext uri="{FF2B5EF4-FFF2-40B4-BE49-F238E27FC236}">
                    <a16:creationId xmlns:a16="http://schemas.microsoft.com/office/drawing/2014/main" id="{24FA6492-E3BD-B358-D13E-776C65FFD3EA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7" name="pg497">
                <a:extLst>
                  <a:ext uri="{FF2B5EF4-FFF2-40B4-BE49-F238E27FC236}">
                    <a16:creationId xmlns:a16="http://schemas.microsoft.com/office/drawing/2014/main" id="{797317E0-7EFB-EE5D-22CB-A2FB30B62B2A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8" name="pg498">
                <a:extLst>
                  <a:ext uri="{FF2B5EF4-FFF2-40B4-BE49-F238E27FC236}">
                    <a16:creationId xmlns:a16="http://schemas.microsoft.com/office/drawing/2014/main" id="{C4679216-51B0-5B0E-220C-B7FD26F8C58C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9" name="pg499">
                <a:extLst>
                  <a:ext uri="{FF2B5EF4-FFF2-40B4-BE49-F238E27FC236}">
                    <a16:creationId xmlns:a16="http://schemas.microsoft.com/office/drawing/2014/main" id="{AC065AFD-44C9-E1AA-97F8-1F9DDA8A72D8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0" name="pg500">
                <a:extLst>
                  <a:ext uri="{FF2B5EF4-FFF2-40B4-BE49-F238E27FC236}">
                    <a16:creationId xmlns:a16="http://schemas.microsoft.com/office/drawing/2014/main" id="{D6E51E37-A2E6-A67A-D831-EF49C866E55B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1" name="pg501">
                <a:extLst>
                  <a:ext uri="{FF2B5EF4-FFF2-40B4-BE49-F238E27FC236}">
                    <a16:creationId xmlns:a16="http://schemas.microsoft.com/office/drawing/2014/main" id="{7495F30E-F30C-451A-F2C1-6C323D122731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2" name="pg502">
                <a:extLst>
                  <a:ext uri="{FF2B5EF4-FFF2-40B4-BE49-F238E27FC236}">
                    <a16:creationId xmlns:a16="http://schemas.microsoft.com/office/drawing/2014/main" id="{BCA26B19-100E-8A6E-2BCA-CF2317C87747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3" name="pg503">
                <a:extLst>
                  <a:ext uri="{FF2B5EF4-FFF2-40B4-BE49-F238E27FC236}">
                    <a16:creationId xmlns:a16="http://schemas.microsoft.com/office/drawing/2014/main" id="{9DA0EAA4-64F9-4615-6B5F-97D42D614B9D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4" name="pg504">
                <a:extLst>
                  <a:ext uri="{FF2B5EF4-FFF2-40B4-BE49-F238E27FC236}">
                    <a16:creationId xmlns:a16="http://schemas.microsoft.com/office/drawing/2014/main" id="{8643AA17-BF88-40B1-525A-BDDF37F4BF24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5" name="pg505">
                <a:extLst>
                  <a:ext uri="{FF2B5EF4-FFF2-40B4-BE49-F238E27FC236}">
                    <a16:creationId xmlns:a16="http://schemas.microsoft.com/office/drawing/2014/main" id="{9717EDD8-66CE-6CEC-9AE6-12CBFD174A40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6" name="pg506">
                <a:extLst>
                  <a:ext uri="{FF2B5EF4-FFF2-40B4-BE49-F238E27FC236}">
                    <a16:creationId xmlns:a16="http://schemas.microsoft.com/office/drawing/2014/main" id="{C96183FB-F72E-C1D3-7879-C6D785E2280B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7" name="pg507">
                <a:extLst>
                  <a:ext uri="{FF2B5EF4-FFF2-40B4-BE49-F238E27FC236}">
                    <a16:creationId xmlns:a16="http://schemas.microsoft.com/office/drawing/2014/main" id="{F594807D-746D-5DC3-5757-C5D801B64702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8" name="pg508">
                <a:extLst>
                  <a:ext uri="{FF2B5EF4-FFF2-40B4-BE49-F238E27FC236}">
                    <a16:creationId xmlns:a16="http://schemas.microsoft.com/office/drawing/2014/main" id="{B1A60230-D5AF-E203-EDD7-0B382E637EC5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9" name="pg509">
                <a:extLst>
                  <a:ext uri="{FF2B5EF4-FFF2-40B4-BE49-F238E27FC236}">
                    <a16:creationId xmlns:a16="http://schemas.microsoft.com/office/drawing/2014/main" id="{3366A42E-DC92-5831-147C-05E966427390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0" name="pg510">
                <a:extLst>
                  <a:ext uri="{FF2B5EF4-FFF2-40B4-BE49-F238E27FC236}">
                    <a16:creationId xmlns:a16="http://schemas.microsoft.com/office/drawing/2014/main" id="{ECA4487A-5FA1-4299-7587-90A0A39F7BF8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1" name="pg511">
                <a:extLst>
                  <a:ext uri="{FF2B5EF4-FFF2-40B4-BE49-F238E27FC236}">
                    <a16:creationId xmlns:a16="http://schemas.microsoft.com/office/drawing/2014/main" id="{015637E3-70AF-3D02-751F-200844FDBD2B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2" name="pg512">
                <a:extLst>
                  <a:ext uri="{FF2B5EF4-FFF2-40B4-BE49-F238E27FC236}">
                    <a16:creationId xmlns:a16="http://schemas.microsoft.com/office/drawing/2014/main" id="{5B4E7FB3-8F0F-93CF-6059-2EAB0AFE637E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3" name="pg513">
                <a:extLst>
                  <a:ext uri="{FF2B5EF4-FFF2-40B4-BE49-F238E27FC236}">
                    <a16:creationId xmlns:a16="http://schemas.microsoft.com/office/drawing/2014/main" id="{E7A54D7C-B4B3-9FDF-4270-CBDBC2413F38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4" name="pg514">
                <a:extLst>
                  <a:ext uri="{FF2B5EF4-FFF2-40B4-BE49-F238E27FC236}">
                    <a16:creationId xmlns:a16="http://schemas.microsoft.com/office/drawing/2014/main" id="{928F221A-3C6C-F2BE-42EA-C0928512F1B6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5" name="pg515">
                <a:extLst>
                  <a:ext uri="{FF2B5EF4-FFF2-40B4-BE49-F238E27FC236}">
                    <a16:creationId xmlns:a16="http://schemas.microsoft.com/office/drawing/2014/main" id="{495C82A3-EEB8-1492-3369-5C8E484A67E1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6" name="pg516">
                <a:extLst>
                  <a:ext uri="{FF2B5EF4-FFF2-40B4-BE49-F238E27FC236}">
                    <a16:creationId xmlns:a16="http://schemas.microsoft.com/office/drawing/2014/main" id="{FCD49010-0E5C-0C59-1606-356457D49983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7" name="pg517">
                <a:extLst>
                  <a:ext uri="{FF2B5EF4-FFF2-40B4-BE49-F238E27FC236}">
                    <a16:creationId xmlns:a16="http://schemas.microsoft.com/office/drawing/2014/main" id="{9DC0D03D-C763-5512-B19F-73A010D5B38C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8" name="pg518">
                <a:extLst>
                  <a:ext uri="{FF2B5EF4-FFF2-40B4-BE49-F238E27FC236}">
                    <a16:creationId xmlns:a16="http://schemas.microsoft.com/office/drawing/2014/main" id="{FE99CB19-B6F1-CA2E-9588-849E2D773EDF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9" name="pg519">
                <a:extLst>
                  <a:ext uri="{FF2B5EF4-FFF2-40B4-BE49-F238E27FC236}">
                    <a16:creationId xmlns:a16="http://schemas.microsoft.com/office/drawing/2014/main" id="{90DE0235-F818-7FC5-A8BF-93BC2EF93316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0" name="pg520">
                <a:extLst>
                  <a:ext uri="{FF2B5EF4-FFF2-40B4-BE49-F238E27FC236}">
                    <a16:creationId xmlns:a16="http://schemas.microsoft.com/office/drawing/2014/main" id="{0104E92B-5B6A-4BDE-92ED-E0E3B8E2C8FE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1" name="pg521">
                <a:extLst>
                  <a:ext uri="{FF2B5EF4-FFF2-40B4-BE49-F238E27FC236}">
                    <a16:creationId xmlns:a16="http://schemas.microsoft.com/office/drawing/2014/main" id="{542BFAF7-39F5-0DB7-3670-FA37B8AD3D7B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2" name="pg522">
                <a:extLst>
                  <a:ext uri="{FF2B5EF4-FFF2-40B4-BE49-F238E27FC236}">
                    <a16:creationId xmlns:a16="http://schemas.microsoft.com/office/drawing/2014/main" id="{86EA6BF0-65C9-80ED-4FAF-173B7C9C32D1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3" name="pg523">
                <a:extLst>
                  <a:ext uri="{FF2B5EF4-FFF2-40B4-BE49-F238E27FC236}">
                    <a16:creationId xmlns:a16="http://schemas.microsoft.com/office/drawing/2014/main" id="{9B1BF636-F652-DCB2-F2E2-64C717818032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4" name="pg524">
                <a:extLst>
                  <a:ext uri="{FF2B5EF4-FFF2-40B4-BE49-F238E27FC236}">
                    <a16:creationId xmlns:a16="http://schemas.microsoft.com/office/drawing/2014/main" id="{ED467F7F-614F-14D5-7C76-AC14CA9E37AB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5" name="pg525">
                <a:extLst>
                  <a:ext uri="{FF2B5EF4-FFF2-40B4-BE49-F238E27FC236}">
                    <a16:creationId xmlns:a16="http://schemas.microsoft.com/office/drawing/2014/main" id="{56387E88-F863-668B-06B6-2F4550ADC0A8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6" name="pg526">
                <a:extLst>
                  <a:ext uri="{FF2B5EF4-FFF2-40B4-BE49-F238E27FC236}">
                    <a16:creationId xmlns:a16="http://schemas.microsoft.com/office/drawing/2014/main" id="{8898B305-32F9-B018-5458-C2D32BE19E38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7" name="pg527">
                <a:extLst>
                  <a:ext uri="{FF2B5EF4-FFF2-40B4-BE49-F238E27FC236}">
                    <a16:creationId xmlns:a16="http://schemas.microsoft.com/office/drawing/2014/main" id="{B096C2F8-18EE-6896-7251-806CDE865B81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8" name="pg528">
                <a:extLst>
                  <a:ext uri="{FF2B5EF4-FFF2-40B4-BE49-F238E27FC236}">
                    <a16:creationId xmlns:a16="http://schemas.microsoft.com/office/drawing/2014/main" id="{41948EE9-526A-DD3A-D1E6-4C1FA3E7ACA0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9" name="pg529">
                <a:extLst>
                  <a:ext uri="{FF2B5EF4-FFF2-40B4-BE49-F238E27FC236}">
                    <a16:creationId xmlns:a16="http://schemas.microsoft.com/office/drawing/2014/main" id="{24469220-3491-710E-9519-6539B230FEAA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0" name="pg530">
                <a:extLst>
                  <a:ext uri="{FF2B5EF4-FFF2-40B4-BE49-F238E27FC236}">
                    <a16:creationId xmlns:a16="http://schemas.microsoft.com/office/drawing/2014/main" id="{E7335394-EFE2-34F4-3A3F-B3166435D236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1" name="pg531">
                <a:extLst>
                  <a:ext uri="{FF2B5EF4-FFF2-40B4-BE49-F238E27FC236}">
                    <a16:creationId xmlns:a16="http://schemas.microsoft.com/office/drawing/2014/main" id="{402DF3B1-C8F5-3755-A3AB-AAEF59237218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2" name="pg532">
                <a:extLst>
                  <a:ext uri="{FF2B5EF4-FFF2-40B4-BE49-F238E27FC236}">
                    <a16:creationId xmlns:a16="http://schemas.microsoft.com/office/drawing/2014/main" id="{5620C5A6-AD70-6CB0-3120-1CBB34E94BE6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3" name="pg533">
                <a:extLst>
                  <a:ext uri="{FF2B5EF4-FFF2-40B4-BE49-F238E27FC236}">
                    <a16:creationId xmlns:a16="http://schemas.microsoft.com/office/drawing/2014/main" id="{02427A80-90AF-06B5-EEBC-F6E68412E379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4" name="pg534">
                <a:extLst>
                  <a:ext uri="{FF2B5EF4-FFF2-40B4-BE49-F238E27FC236}">
                    <a16:creationId xmlns:a16="http://schemas.microsoft.com/office/drawing/2014/main" id="{7390F9D6-8FF9-C6AB-3E1E-7C2C23C11D5D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5" name="pg535">
                <a:extLst>
                  <a:ext uri="{FF2B5EF4-FFF2-40B4-BE49-F238E27FC236}">
                    <a16:creationId xmlns:a16="http://schemas.microsoft.com/office/drawing/2014/main" id="{2FD07392-44FE-B609-31CE-39C58DDB21A9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6" name="pg536">
                <a:extLst>
                  <a:ext uri="{FF2B5EF4-FFF2-40B4-BE49-F238E27FC236}">
                    <a16:creationId xmlns:a16="http://schemas.microsoft.com/office/drawing/2014/main" id="{EAA723B6-CF75-F7B2-0620-FA30346101E6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" name="pg537">
                <a:extLst>
                  <a:ext uri="{FF2B5EF4-FFF2-40B4-BE49-F238E27FC236}">
                    <a16:creationId xmlns:a16="http://schemas.microsoft.com/office/drawing/2014/main" id="{AEC2830C-4FE0-BB30-7E3B-FF13D7AE8D96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" name="pg538">
                <a:extLst>
                  <a:ext uri="{FF2B5EF4-FFF2-40B4-BE49-F238E27FC236}">
                    <a16:creationId xmlns:a16="http://schemas.microsoft.com/office/drawing/2014/main" id="{4D3F43BE-8734-4C90-1DC6-3699C38AABF0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" name="pg539">
                <a:extLst>
                  <a:ext uri="{FF2B5EF4-FFF2-40B4-BE49-F238E27FC236}">
                    <a16:creationId xmlns:a16="http://schemas.microsoft.com/office/drawing/2014/main" id="{DFDF2869-614B-BEE5-9BA7-DF18C0CB2C55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" name="pg540">
                <a:extLst>
                  <a:ext uri="{FF2B5EF4-FFF2-40B4-BE49-F238E27FC236}">
                    <a16:creationId xmlns:a16="http://schemas.microsoft.com/office/drawing/2014/main" id="{F4B62445-9D84-D86C-417B-479BBF211617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" name="pg541">
                <a:extLst>
                  <a:ext uri="{FF2B5EF4-FFF2-40B4-BE49-F238E27FC236}">
                    <a16:creationId xmlns:a16="http://schemas.microsoft.com/office/drawing/2014/main" id="{78990477-8025-312D-B0A4-912A50145F79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" name="pg542">
                <a:extLst>
                  <a:ext uri="{FF2B5EF4-FFF2-40B4-BE49-F238E27FC236}">
                    <a16:creationId xmlns:a16="http://schemas.microsoft.com/office/drawing/2014/main" id="{B987D500-71D7-900A-88F3-71E73A2CCF7E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" name="pg543">
                <a:extLst>
                  <a:ext uri="{FF2B5EF4-FFF2-40B4-BE49-F238E27FC236}">
                    <a16:creationId xmlns:a16="http://schemas.microsoft.com/office/drawing/2014/main" id="{AFCA616E-C597-7006-169F-B7D86C54CB43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" name="pg544">
                <a:extLst>
                  <a:ext uri="{FF2B5EF4-FFF2-40B4-BE49-F238E27FC236}">
                    <a16:creationId xmlns:a16="http://schemas.microsoft.com/office/drawing/2014/main" id="{96020845-723D-661D-168B-06170BF3DFBA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" name="pg545">
                <a:extLst>
                  <a:ext uri="{FF2B5EF4-FFF2-40B4-BE49-F238E27FC236}">
                    <a16:creationId xmlns:a16="http://schemas.microsoft.com/office/drawing/2014/main" id="{AD423C73-C6D0-6552-163E-3B4948692828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" name="pg546">
                <a:extLst>
                  <a:ext uri="{FF2B5EF4-FFF2-40B4-BE49-F238E27FC236}">
                    <a16:creationId xmlns:a16="http://schemas.microsoft.com/office/drawing/2014/main" id="{A73B916F-038D-E99D-C249-3BEF83BC6196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" name="pg547">
                <a:extLst>
                  <a:ext uri="{FF2B5EF4-FFF2-40B4-BE49-F238E27FC236}">
                    <a16:creationId xmlns:a16="http://schemas.microsoft.com/office/drawing/2014/main" id="{DBD4B9C8-5573-172E-73B2-B3B4F2153713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" name="pg548">
                <a:extLst>
                  <a:ext uri="{FF2B5EF4-FFF2-40B4-BE49-F238E27FC236}">
                    <a16:creationId xmlns:a16="http://schemas.microsoft.com/office/drawing/2014/main" id="{4B84E357-C74C-E671-7C2C-AE7747B68C22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" name="pg549">
                <a:extLst>
                  <a:ext uri="{FF2B5EF4-FFF2-40B4-BE49-F238E27FC236}">
                    <a16:creationId xmlns:a16="http://schemas.microsoft.com/office/drawing/2014/main" id="{0E4BCD44-E0D8-69EE-7ED4-E727CBCC3618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" name="pg550">
                <a:extLst>
                  <a:ext uri="{FF2B5EF4-FFF2-40B4-BE49-F238E27FC236}">
                    <a16:creationId xmlns:a16="http://schemas.microsoft.com/office/drawing/2014/main" id="{5662146A-0813-E6A7-D34E-F8E523167E06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" name="pg551">
                <a:extLst>
                  <a:ext uri="{FF2B5EF4-FFF2-40B4-BE49-F238E27FC236}">
                    <a16:creationId xmlns:a16="http://schemas.microsoft.com/office/drawing/2014/main" id="{2DB830D1-AE37-F12C-5E28-0ECE4D3414BD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" name="pg552">
                <a:extLst>
                  <a:ext uri="{FF2B5EF4-FFF2-40B4-BE49-F238E27FC236}">
                    <a16:creationId xmlns:a16="http://schemas.microsoft.com/office/drawing/2014/main" id="{145E4C76-92E7-DC80-BC9C-D3A87185FFA8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" name="pg553">
                <a:extLst>
                  <a:ext uri="{FF2B5EF4-FFF2-40B4-BE49-F238E27FC236}">
                    <a16:creationId xmlns:a16="http://schemas.microsoft.com/office/drawing/2014/main" id="{07AD30BA-350B-FACF-87DE-B011886358AA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" name="pg554">
                <a:extLst>
                  <a:ext uri="{FF2B5EF4-FFF2-40B4-BE49-F238E27FC236}">
                    <a16:creationId xmlns:a16="http://schemas.microsoft.com/office/drawing/2014/main" id="{8DE247C1-B04B-14ED-C776-C50CAAF7AC5B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" name="pg555">
                <a:extLst>
                  <a:ext uri="{FF2B5EF4-FFF2-40B4-BE49-F238E27FC236}">
                    <a16:creationId xmlns:a16="http://schemas.microsoft.com/office/drawing/2014/main" id="{B6423411-9869-34E5-BCA0-0349850831EB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" name="pg556">
                <a:extLst>
                  <a:ext uri="{FF2B5EF4-FFF2-40B4-BE49-F238E27FC236}">
                    <a16:creationId xmlns:a16="http://schemas.microsoft.com/office/drawing/2014/main" id="{9EADF689-3AEF-567D-93D6-A4EE8C0B3C2D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" name="pg557">
                <a:extLst>
                  <a:ext uri="{FF2B5EF4-FFF2-40B4-BE49-F238E27FC236}">
                    <a16:creationId xmlns:a16="http://schemas.microsoft.com/office/drawing/2014/main" id="{EFC24AAD-21EF-B53E-BECB-0D28B6ED2DAA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" name="pg558">
                <a:extLst>
                  <a:ext uri="{FF2B5EF4-FFF2-40B4-BE49-F238E27FC236}">
                    <a16:creationId xmlns:a16="http://schemas.microsoft.com/office/drawing/2014/main" id="{84C64C83-8871-EE0E-5A40-01484254E29A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" name="pg559">
                <a:extLst>
                  <a:ext uri="{FF2B5EF4-FFF2-40B4-BE49-F238E27FC236}">
                    <a16:creationId xmlns:a16="http://schemas.microsoft.com/office/drawing/2014/main" id="{A220F7C0-2A26-BBB6-8F73-081B53FD7815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" name="pg560">
                <a:extLst>
                  <a:ext uri="{FF2B5EF4-FFF2-40B4-BE49-F238E27FC236}">
                    <a16:creationId xmlns:a16="http://schemas.microsoft.com/office/drawing/2014/main" id="{484CD050-BE00-6D43-EF70-0348A3B638CB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" name="pg561">
                <a:extLst>
                  <a:ext uri="{FF2B5EF4-FFF2-40B4-BE49-F238E27FC236}">
                    <a16:creationId xmlns:a16="http://schemas.microsoft.com/office/drawing/2014/main" id="{39AF7FC1-ACA8-AE10-7735-69659A93FA94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" name="pg562">
                <a:extLst>
                  <a:ext uri="{FF2B5EF4-FFF2-40B4-BE49-F238E27FC236}">
                    <a16:creationId xmlns:a16="http://schemas.microsoft.com/office/drawing/2014/main" id="{E84E31EC-341C-5648-73E6-242D875C3DAD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" name="pg563">
                <a:extLst>
                  <a:ext uri="{FF2B5EF4-FFF2-40B4-BE49-F238E27FC236}">
                    <a16:creationId xmlns:a16="http://schemas.microsoft.com/office/drawing/2014/main" id="{920EBB8D-CB28-F235-4871-864287BE4355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" name="pg564">
                <a:extLst>
                  <a:ext uri="{FF2B5EF4-FFF2-40B4-BE49-F238E27FC236}">
                    <a16:creationId xmlns:a16="http://schemas.microsoft.com/office/drawing/2014/main" id="{9FA22F0E-FEF4-4DCB-D9D5-B6863976EC92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" name="pg565">
                <a:extLst>
                  <a:ext uri="{FF2B5EF4-FFF2-40B4-BE49-F238E27FC236}">
                    <a16:creationId xmlns:a16="http://schemas.microsoft.com/office/drawing/2014/main" id="{DDB0086B-FE46-07CB-2B84-3690D03085FC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" name="pg566">
                <a:extLst>
                  <a:ext uri="{FF2B5EF4-FFF2-40B4-BE49-F238E27FC236}">
                    <a16:creationId xmlns:a16="http://schemas.microsoft.com/office/drawing/2014/main" id="{1E016B58-2A4A-2EFB-FE5D-BD3EE464B5D2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" name="pg567">
                <a:extLst>
                  <a:ext uri="{FF2B5EF4-FFF2-40B4-BE49-F238E27FC236}">
                    <a16:creationId xmlns:a16="http://schemas.microsoft.com/office/drawing/2014/main" id="{509544BF-C648-85B1-2AD0-9C4359C71A7F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" name="pg568">
                <a:extLst>
                  <a:ext uri="{FF2B5EF4-FFF2-40B4-BE49-F238E27FC236}">
                    <a16:creationId xmlns:a16="http://schemas.microsoft.com/office/drawing/2014/main" id="{1CD0F74A-ABE1-0F2B-5E23-7ABDE308D0B6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" name="pg569">
                <a:extLst>
                  <a:ext uri="{FF2B5EF4-FFF2-40B4-BE49-F238E27FC236}">
                    <a16:creationId xmlns:a16="http://schemas.microsoft.com/office/drawing/2014/main" id="{B0410914-76A4-265A-CC85-B671F0C12432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" name="pg570">
                <a:extLst>
                  <a:ext uri="{FF2B5EF4-FFF2-40B4-BE49-F238E27FC236}">
                    <a16:creationId xmlns:a16="http://schemas.microsoft.com/office/drawing/2014/main" id="{293D1B69-B170-22A8-05F6-191DD856A81C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" name="pg571">
                <a:extLst>
                  <a:ext uri="{FF2B5EF4-FFF2-40B4-BE49-F238E27FC236}">
                    <a16:creationId xmlns:a16="http://schemas.microsoft.com/office/drawing/2014/main" id="{8F5EBF1F-3B85-BB36-09CA-D47A7486D58A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" name="pg572">
                <a:extLst>
                  <a:ext uri="{FF2B5EF4-FFF2-40B4-BE49-F238E27FC236}">
                    <a16:creationId xmlns:a16="http://schemas.microsoft.com/office/drawing/2014/main" id="{E239298C-61D3-1E2F-76C1-099DF0A018A2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" name="pg573">
                <a:extLst>
                  <a:ext uri="{FF2B5EF4-FFF2-40B4-BE49-F238E27FC236}">
                    <a16:creationId xmlns:a16="http://schemas.microsoft.com/office/drawing/2014/main" id="{54CF2C5D-C197-CB18-5522-36CF031B168E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" name="pg574">
                <a:extLst>
                  <a:ext uri="{FF2B5EF4-FFF2-40B4-BE49-F238E27FC236}">
                    <a16:creationId xmlns:a16="http://schemas.microsoft.com/office/drawing/2014/main" id="{CA6CD611-E1F1-9590-62FF-18455A0DCF90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" name="pg575">
                <a:extLst>
                  <a:ext uri="{FF2B5EF4-FFF2-40B4-BE49-F238E27FC236}">
                    <a16:creationId xmlns:a16="http://schemas.microsoft.com/office/drawing/2014/main" id="{CAA09A66-CA4F-68FA-4DDD-1E81DC8BC565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" name="pg576">
                <a:extLst>
                  <a:ext uri="{FF2B5EF4-FFF2-40B4-BE49-F238E27FC236}">
                    <a16:creationId xmlns:a16="http://schemas.microsoft.com/office/drawing/2014/main" id="{34E9821A-E91F-0B83-11E4-72ABC21C8AF5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" name="pg577">
                <a:extLst>
                  <a:ext uri="{FF2B5EF4-FFF2-40B4-BE49-F238E27FC236}">
                    <a16:creationId xmlns:a16="http://schemas.microsoft.com/office/drawing/2014/main" id="{9FE19A08-7E95-C542-DE8E-844F8E493B8F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" name="pg578">
                <a:extLst>
                  <a:ext uri="{FF2B5EF4-FFF2-40B4-BE49-F238E27FC236}">
                    <a16:creationId xmlns:a16="http://schemas.microsoft.com/office/drawing/2014/main" id="{61E79717-3B9D-40A5-6355-81E6FD63C363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" name="pg579">
                <a:extLst>
                  <a:ext uri="{FF2B5EF4-FFF2-40B4-BE49-F238E27FC236}">
                    <a16:creationId xmlns:a16="http://schemas.microsoft.com/office/drawing/2014/main" id="{04275460-F454-FD05-80DB-B9CC25AD9F02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" name="pg580">
                <a:extLst>
                  <a:ext uri="{FF2B5EF4-FFF2-40B4-BE49-F238E27FC236}">
                    <a16:creationId xmlns:a16="http://schemas.microsoft.com/office/drawing/2014/main" id="{D23B5CA5-D443-FE0F-A6A1-426DCBD9A4DF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" name="pg581">
                <a:extLst>
                  <a:ext uri="{FF2B5EF4-FFF2-40B4-BE49-F238E27FC236}">
                    <a16:creationId xmlns:a16="http://schemas.microsoft.com/office/drawing/2014/main" id="{7E07A0B7-48B2-B6E4-66F7-3CD31E629D1B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" name="pg582">
                <a:extLst>
                  <a:ext uri="{FF2B5EF4-FFF2-40B4-BE49-F238E27FC236}">
                    <a16:creationId xmlns:a16="http://schemas.microsoft.com/office/drawing/2014/main" id="{E48C0EC6-A77F-CD12-9956-D56B62350107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" name="pg583">
                <a:extLst>
                  <a:ext uri="{FF2B5EF4-FFF2-40B4-BE49-F238E27FC236}">
                    <a16:creationId xmlns:a16="http://schemas.microsoft.com/office/drawing/2014/main" id="{93F33657-8A30-C3B9-78C6-117DACDD864D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" name="pg584">
                <a:extLst>
                  <a:ext uri="{FF2B5EF4-FFF2-40B4-BE49-F238E27FC236}">
                    <a16:creationId xmlns:a16="http://schemas.microsoft.com/office/drawing/2014/main" id="{E319C7FB-17CB-D4A4-C088-F7E0530D9389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" name="pg585">
                <a:extLst>
                  <a:ext uri="{FF2B5EF4-FFF2-40B4-BE49-F238E27FC236}">
                    <a16:creationId xmlns:a16="http://schemas.microsoft.com/office/drawing/2014/main" id="{675CEB37-B721-E7A0-E181-D964A93E810D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" name="pg586">
                <a:extLst>
                  <a:ext uri="{FF2B5EF4-FFF2-40B4-BE49-F238E27FC236}">
                    <a16:creationId xmlns:a16="http://schemas.microsoft.com/office/drawing/2014/main" id="{FD8FE4FF-ACF3-E721-2294-C4FB2D23AFB1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" name="pg587">
                <a:extLst>
                  <a:ext uri="{FF2B5EF4-FFF2-40B4-BE49-F238E27FC236}">
                    <a16:creationId xmlns:a16="http://schemas.microsoft.com/office/drawing/2014/main" id="{73C3847D-29B4-F775-3BD9-4584200D0B13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" name="pg588">
                <a:extLst>
                  <a:ext uri="{FF2B5EF4-FFF2-40B4-BE49-F238E27FC236}">
                    <a16:creationId xmlns:a16="http://schemas.microsoft.com/office/drawing/2014/main" id="{C7B94B11-6C9C-45B0-CB2F-47DECA1DC288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" name="pg589">
                <a:extLst>
                  <a:ext uri="{FF2B5EF4-FFF2-40B4-BE49-F238E27FC236}">
                    <a16:creationId xmlns:a16="http://schemas.microsoft.com/office/drawing/2014/main" id="{6E423BC0-C00B-2B92-D9E8-17C0A22E5A97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" name="pg590">
                <a:extLst>
                  <a:ext uri="{FF2B5EF4-FFF2-40B4-BE49-F238E27FC236}">
                    <a16:creationId xmlns:a16="http://schemas.microsoft.com/office/drawing/2014/main" id="{4CE961DC-314E-B408-97AB-7C8A96E309F7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" name="pg591">
                <a:extLst>
                  <a:ext uri="{FF2B5EF4-FFF2-40B4-BE49-F238E27FC236}">
                    <a16:creationId xmlns:a16="http://schemas.microsoft.com/office/drawing/2014/main" id="{64CFADCC-C081-62AD-304F-18101EEF8A38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" name="pg592">
                <a:extLst>
                  <a:ext uri="{FF2B5EF4-FFF2-40B4-BE49-F238E27FC236}">
                    <a16:creationId xmlns:a16="http://schemas.microsoft.com/office/drawing/2014/main" id="{4841CD23-FCBF-F834-B219-9D1A47DA281B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" name="pg593">
                <a:extLst>
                  <a:ext uri="{FF2B5EF4-FFF2-40B4-BE49-F238E27FC236}">
                    <a16:creationId xmlns:a16="http://schemas.microsoft.com/office/drawing/2014/main" id="{2916CA83-0242-90B4-66A8-199565A207B0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" name="pg594">
                <a:extLst>
                  <a:ext uri="{FF2B5EF4-FFF2-40B4-BE49-F238E27FC236}">
                    <a16:creationId xmlns:a16="http://schemas.microsoft.com/office/drawing/2014/main" id="{67BAF37E-49F3-08F2-6F24-3E4FE49E560C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" name="pg595">
                <a:extLst>
                  <a:ext uri="{FF2B5EF4-FFF2-40B4-BE49-F238E27FC236}">
                    <a16:creationId xmlns:a16="http://schemas.microsoft.com/office/drawing/2014/main" id="{F00BDD53-42FB-0D17-F9D6-1AA0E4DCF806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" name="pg596">
                <a:extLst>
                  <a:ext uri="{FF2B5EF4-FFF2-40B4-BE49-F238E27FC236}">
                    <a16:creationId xmlns:a16="http://schemas.microsoft.com/office/drawing/2014/main" id="{02F0803B-A14E-DD51-A893-98C6BB72D7DA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" name="pg597">
                <a:extLst>
                  <a:ext uri="{FF2B5EF4-FFF2-40B4-BE49-F238E27FC236}">
                    <a16:creationId xmlns:a16="http://schemas.microsoft.com/office/drawing/2014/main" id="{247D165A-CCC3-BE2F-4277-3EA2C8B1917C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" name="pg598">
                <a:extLst>
                  <a:ext uri="{FF2B5EF4-FFF2-40B4-BE49-F238E27FC236}">
                    <a16:creationId xmlns:a16="http://schemas.microsoft.com/office/drawing/2014/main" id="{121C29AC-AD69-8F74-7D95-1E2872880140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" name="pg599">
                <a:extLst>
                  <a:ext uri="{FF2B5EF4-FFF2-40B4-BE49-F238E27FC236}">
                    <a16:creationId xmlns:a16="http://schemas.microsoft.com/office/drawing/2014/main" id="{C612EB30-1080-ED39-9027-B4B5CA70EC4C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" name="pg600">
                <a:extLst>
                  <a:ext uri="{FF2B5EF4-FFF2-40B4-BE49-F238E27FC236}">
                    <a16:creationId xmlns:a16="http://schemas.microsoft.com/office/drawing/2014/main" id="{5B500A46-4602-07DA-38DC-9C1DCD0C872B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" name="pg601">
                <a:extLst>
                  <a:ext uri="{FF2B5EF4-FFF2-40B4-BE49-F238E27FC236}">
                    <a16:creationId xmlns:a16="http://schemas.microsoft.com/office/drawing/2014/main" id="{E2CDA381-B6F0-3DA9-371A-A384DBB4F392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" name="pg602">
                <a:extLst>
                  <a:ext uri="{FF2B5EF4-FFF2-40B4-BE49-F238E27FC236}">
                    <a16:creationId xmlns:a16="http://schemas.microsoft.com/office/drawing/2014/main" id="{EF3F2919-699A-E9D0-3598-78C0A1674A83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" name="pg603">
                <a:extLst>
                  <a:ext uri="{FF2B5EF4-FFF2-40B4-BE49-F238E27FC236}">
                    <a16:creationId xmlns:a16="http://schemas.microsoft.com/office/drawing/2014/main" id="{368AF021-CEBD-1F2F-249E-B0086CF87274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" name="pg604">
                <a:extLst>
                  <a:ext uri="{FF2B5EF4-FFF2-40B4-BE49-F238E27FC236}">
                    <a16:creationId xmlns:a16="http://schemas.microsoft.com/office/drawing/2014/main" id="{A8FBBCFD-1E01-53FD-BA2F-EB6FB773F15B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" name="pg605">
                <a:extLst>
                  <a:ext uri="{FF2B5EF4-FFF2-40B4-BE49-F238E27FC236}">
                    <a16:creationId xmlns:a16="http://schemas.microsoft.com/office/drawing/2014/main" id="{643D7FD9-39C2-F69E-4EBA-E467B139F35F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" name="pg606">
                <a:extLst>
                  <a:ext uri="{FF2B5EF4-FFF2-40B4-BE49-F238E27FC236}">
                    <a16:creationId xmlns:a16="http://schemas.microsoft.com/office/drawing/2014/main" id="{137171A3-9B0F-C5BD-46BC-6FCED0B05DB5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" name="pg607">
                <a:extLst>
                  <a:ext uri="{FF2B5EF4-FFF2-40B4-BE49-F238E27FC236}">
                    <a16:creationId xmlns:a16="http://schemas.microsoft.com/office/drawing/2014/main" id="{0B3E9B35-838F-C921-F4A8-3763448EF85D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" name="pg608">
                <a:extLst>
                  <a:ext uri="{FF2B5EF4-FFF2-40B4-BE49-F238E27FC236}">
                    <a16:creationId xmlns:a16="http://schemas.microsoft.com/office/drawing/2014/main" id="{CC37BE80-F1EE-E073-8518-6FA0C42BA755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" name="pg609">
                <a:extLst>
                  <a:ext uri="{FF2B5EF4-FFF2-40B4-BE49-F238E27FC236}">
                    <a16:creationId xmlns:a16="http://schemas.microsoft.com/office/drawing/2014/main" id="{EEF5FB35-7EA6-C237-B44C-60D3AE3CA6B3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" name="pg610">
                <a:extLst>
                  <a:ext uri="{FF2B5EF4-FFF2-40B4-BE49-F238E27FC236}">
                    <a16:creationId xmlns:a16="http://schemas.microsoft.com/office/drawing/2014/main" id="{3980696C-DD3B-A406-3C12-6F93A03BC52B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" name="pg611">
                <a:extLst>
                  <a:ext uri="{FF2B5EF4-FFF2-40B4-BE49-F238E27FC236}">
                    <a16:creationId xmlns:a16="http://schemas.microsoft.com/office/drawing/2014/main" id="{A1998B50-A51F-B381-B7B4-3BD6B55E90D5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" name="pg612">
                <a:extLst>
                  <a:ext uri="{FF2B5EF4-FFF2-40B4-BE49-F238E27FC236}">
                    <a16:creationId xmlns:a16="http://schemas.microsoft.com/office/drawing/2014/main" id="{F6B53718-AA15-031C-E1B6-F01C6F75BECE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" name="pg613">
                <a:extLst>
                  <a:ext uri="{FF2B5EF4-FFF2-40B4-BE49-F238E27FC236}">
                    <a16:creationId xmlns:a16="http://schemas.microsoft.com/office/drawing/2014/main" id="{806108F1-85E9-3AB9-A971-9098B6132DB2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" name="pg614">
                <a:extLst>
                  <a:ext uri="{FF2B5EF4-FFF2-40B4-BE49-F238E27FC236}">
                    <a16:creationId xmlns:a16="http://schemas.microsoft.com/office/drawing/2014/main" id="{A89400FE-4E2C-FCC7-BE22-83E86C49A598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" name="pg615">
                <a:extLst>
                  <a:ext uri="{FF2B5EF4-FFF2-40B4-BE49-F238E27FC236}">
                    <a16:creationId xmlns:a16="http://schemas.microsoft.com/office/drawing/2014/main" id="{870D847C-3A1E-7793-45D2-4FCA12112614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" name="pg616">
                <a:extLst>
                  <a:ext uri="{FF2B5EF4-FFF2-40B4-BE49-F238E27FC236}">
                    <a16:creationId xmlns:a16="http://schemas.microsoft.com/office/drawing/2014/main" id="{78A76F3C-EC14-DA82-961F-E2792814AE87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" name="pg617">
                <a:extLst>
                  <a:ext uri="{FF2B5EF4-FFF2-40B4-BE49-F238E27FC236}">
                    <a16:creationId xmlns:a16="http://schemas.microsoft.com/office/drawing/2014/main" id="{713AB2F6-A8A3-92BD-2555-EF8AC9D67400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" name="pg618">
                <a:extLst>
                  <a:ext uri="{FF2B5EF4-FFF2-40B4-BE49-F238E27FC236}">
                    <a16:creationId xmlns:a16="http://schemas.microsoft.com/office/drawing/2014/main" id="{7D755C96-81D4-7BFF-8AA3-BC823DE6C5FD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" name="pg619">
                <a:extLst>
                  <a:ext uri="{FF2B5EF4-FFF2-40B4-BE49-F238E27FC236}">
                    <a16:creationId xmlns:a16="http://schemas.microsoft.com/office/drawing/2014/main" id="{1B1F07B1-A8BE-F4AE-134B-B747BD715D3C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" name="pg620">
                <a:extLst>
                  <a:ext uri="{FF2B5EF4-FFF2-40B4-BE49-F238E27FC236}">
                    <a16:creationId xmlns:a16="http://schemas.microsoft.com/office/drawing/2014/main" id="{A30232D7-305D-6925-488F-A9ED6A11C56E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" name="pg621">
                <a:extLst>
                  <a:ext uri="{FF2B5EF4-FFF2-40B4-BE49-F238E27FC236}">
                    <a16:creationId xmlns:a16="http://schemas.microsoft.com/office/drawing/2014/main" id="{E8174E69-E39C-94D6-0DB8-403EACCCDC03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" name="pg622">
                <a:extLst>
                  <a:ext uri="{FF2B5EF4-FFF2-40B4-BE49-F238E27FC236}">
                    <a16:creationId xmlns:a16="http://schemas.microsoft.com/office/drawing/2014/main" id="{D390BCE7-1327-D5EF-F0AB-1685AF170BE8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" name="pg623">
                <a:extLst>
                  <a:ext uri="{FF2B5EF4-FFF2-40B4-BE49-F238E27FC236}">
                    <a16:creationId xmlns:a16="http://schemas.microsoft.com/office/drawing/2014/main" id="{D4F6E566-C075-31CC-54C4-4D0A52751108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" name="pg624">
                <a:extLst>
                  <a:ext uri="{FF2B5EF4-FFF2-40B4-BE49-F238E27FC236}">
                    <a16:creationId xmlns:a16="http://schemas.microsoft.com/office/drawing/2014/main" id="{DBE8244E-E0AF-A3D5-0B67-E95696A92A66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" name="pg625">
                <a:extLst>
                  <a:ext uri="{FF2B5EF4-FFF2-40B4-BE49-F238E27FC236}">
                    <a16:creationId xmlns:a16="http://schemas.microsoft.com/office/drawing/2014/main" id="{C04826E6-C201-FEF3-9EF4-653F8BC75E40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" name="pg626">
                <a:extLst>
                  <a:ext uri="{FF2B5EF4-FFF2-40B4-BE49-F238E27FC236}">
                    <a16:creationId xmlns:a16="http://schemas.microsoft.com/office/drawing/2014/main" id="{61BB5940-C64F-55E8-E411-B6FEE469E0FC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" name="pg627">
                <a:extLst>
                  <a:ext uri="{FF2B5EF4-FFF2-40B4-BE49-F238E27FC236}">
                    <a16:creationId xmlns:a16="http://schemas.microsoft.com/office/drawing/2014/main" id="{0B2AD09C-835C-F13F-442C-9F5EE8B6EACE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" name="pg628">
                <a:extLst>
                  <a:ext uri="{FF2B5EF4-FFF2-40B4-BE49-F238E27FC236}">
                    <a16:creationId xmlns:a16="http://schemas.microsoft.com/office/drawing/2014/main" id="{18F59C13-0537-E4F4-80F9-05A6A16DDA69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" name="pg629">
                <a:extLst>
                  <a:ext uri="{FF2B5EF4-FFF2-40B4-BE49-F238E27FC236}">
                    <a16:creationId xmlns:a16="http://schemas.microsoft.com/office/drawing/2014/main" id="{715C7A66-0E5E-5005-A998-1A1AAE272583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" name="pg630">
                <a:extLst>
                  <a:ext uri="{FF2B5EF4-FFF2-40B4-BE49-F238E27FC236}">
                    <a16:creationId xmlns:a16="http://schemas.microsoft.com/office/drawing/2014/main" id="{DC789EB0-332E-EEA8-7835-123191C6CF25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" name="pg631">
                <a:extLst>
                  <a:ext uri="{FF2B5EF4-FFF2-40B4-BE49-F238E27FC236}">
                    <a16:creationId xmlns:a16="http://schemas.microsoft.com/office/drawing/2014/main" id="{18CFE7E5-99AA-33E8-485D-9A901B35230E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" name="pg632">
                <a:extLst>
                  <a:ext uri="{FF2B5EF4-FFF2-40B4-BE49-F238E27FC236}">
                    <a16:creationId xmlns:a16="http://schemas.microsoft.com/office/drawing/2014/main" id="{2F695887-90EF-636E-6198-9A29CF3E66E2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" name="pg633">
                <a:extLst>
                  <a:ext uri="{FF2B5EF4-FFF2-40B4-BE49-F238E27FC236}">
                    <a16:creationId xmlns:a16="http://schemas.microsoft.com/office/drawing/2014/main" id="{8DB45F20-8526-C1A1-9520-E602F16E1C96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" name="pg634">
                <a:extLst>
                  <a:ext uri="{FF2B5EF4-FFF2-40B4-BE49-F238E27FC236}">
                    <a16:creationId xmlns:a16="http://schemas.microsoft.com/office/drawing/2014/main" id="{A2A31D50-E9C3-14C1-8140-9FEFB13C7E48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" name="pg635">
                <a:extLst>
                  <a:ext uri="{FF2B5EF4-FFF2-40B4-BE49-F238E27FC236}">
                    <a16:creationId xmlns:a16="http://schemas.microsoft.com/office/drawing/2014/main" id="{6F5D6913-06C2-171F-655A-425452940EE7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" name="pg636">
                <a:extLst>
                  <a:ext uri="{FF2B5EF4-FFF2-40B4-BE49-F238E27FC236}">
                    <a16:creationId xmlns:a16="http://schemas.microsoft.com/office/drawing/2014/main" id="{71F23416-1E3E-C5E8-31A0-7AA58AF1A627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" name="pg637">
                <a:extLst>
                  <a:ext uri="{FF2B5EF4-FFF2-40B4-BE49-F238E27FC236}">
                    <a16:creationId xmlns:a16="http://schemas.microsoft.com/office/drawing/2014/main" id="{94CE8BB4-BCEC-6AC3-3039-B70F5B827E8D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" name="pg638">
                <a:extLst>
                  <a:ext uri="{FF2B5EF4-FFF2-40B4-BE49-F238E27FC236}">
                    <a16:creationId xmlns:a16="http://schemas.microsoft.com/office/drawing/2014/main" id="{F2F4526D-3D80-7508-7AD5-AC2A634A54C9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" name="pg639">
                <a:extLst>
                  <a:ext uri="{FF2B5EF4-FFF2-40B4-BE49-F238E27FC236}">
                    <a16:creationId xmlns:a16="http://schemas.microsoft.com/office/drawing/2014/main" id="{0C1A7CB3-7A01-BEE5-81E1-59DB7770A93B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" name="pg640">
                <a:extLst>
                  <a:ext uri="{FF2B5EF4-FFF2-40B4-BE49-F238E27FC236}">
                    <a16:creationId xmlns:a16="http://schemas.microsoft.com/office/drawing/2014/main" id="{7123463D-020A-A3FB-2991-0010AF341E87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" name="pg641">
                <a:extLst>
                  <a:ext uri="{FF2B5EF4-FFF2-40B4-BE49-F238E27FC236}">
                    <a16:creationId xmlns:a16="http://schemas.microsoft.com/office/drawing/2014/main" id="{2F9B13CE-09D3-F0D4-4E58-98FE1B48A3E6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" name="pg642">
                <a:extLst>
                  <a:ext uri="{FF2B5EF4-FFF2-40B4-BE49-F238E27FC236}">
                    <a16:creationId xmlns:a16="http://schemas.microsoft.com/office/drawing/2014/main" id="{EFBFCB3D-E149-9422-1FEF-E1FD50C8DF93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" name="pg643">
                <a:extLst>
                  <a:ext uri="{FF2B5EF4-FFF2-40B4-BE49-F238E27FC236}">
                    <a16:creationId xmlns:a16="http://schemas.microsoft.com/office/drawing/2014/main" id="{E428DF63-7FB4-3E0C-FAC3-7C4B4A660137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" name="pg644">
                <a:extLst>
                  <a:ext uri="{FF2B5EF4-FFF2-40B4-BE49-F238E27FC236}">
                    <a16:creationId xmlns:a16="http://schemas.microsoft.com/office/drawing/2014/main" id="{AE949FC8-3147-D912-6125-9FE341FE3C50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" name="pg645">
                <a:extLst>
                  <a:ext uri="{FF2B5EF4-FFF2-40B4-BE49-F238E27FC236}">
                    <a16:creationId xmlns:a16="http://schemas.microsoft.com/office/drawing/2014/main" id="{732845BA-32E5-7365-4E24-240BCD6E1A47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" name="pg646">
                <a:extLst>
                  <a:ext uri="{FF2B5EF4-FFF2-40B4-BE49-F238E27FC236}">
                    <a16:creationId xmlns:a16="http://schemas.microsoft.com/office/drawing/2014/main" id="{422427CC-FE6D-687F-420C-4764207AB68E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" name="pg647">
                <a:extLst>
                  <a:ext uri="{FF2B5EF4-FFF2-40B4-BE49-F238E27FC236}">
                    <a16:creationId xmlns:a16="http://schemas.microsoft.com/office/drawing/2014/main" id="{05DD33DD-141D-E961-6225-936FB3B61317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" name="pg648">
                <a:extLst>
                  <a:ext uri="{FF2B5EF4-FFF2-40B4-BE49-F238E27FC236}">
                    <a16:creationId xmlns:a16="http://schemas.microsoft.com/office/drawing/2014/main" id="{42FF4776-E503-01AE-70C8-CA2B1486FEB9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" name="pg649">
                <a:extLst>
                  <a:ext uri="{FF2B5EF4-FFF2-40B4-BE49-F238E27FC236}">
                    <a16:creationId xmlns:a16="http://schemas.microsoft.com/office/drawing/2014/main" id="{BD2BE17E-666D-EE9A-3D6A-56A0E9A96115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" name="pg650">
                <a:extLst>
                  <a:ext uri="{FF2B5EF4-FFF2-40B4-BE49-F238E27FC236}">
                    <a16:creationId xmlns:a16="http://schemas.microsoft.com/office/drawing/2014/main" id="{86AB2856-D305-63B0-1C59-C9E07B2DC022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" name="pg651">
                <a:extLst>
                  <a:ext uri="{FF2B5EF4-FFF2-40B4-BE49-F238E27FC236}">
                    <a16:creationId xmlns:a16="http://schemas.microsoft.com/office/drawing/2014/main" id="{87E4291B-0966-6B7E-2698-EB0E42706B1F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" name="pg652">
                <a:extLst>
                  <a:ext uri="{FF2B5EF4-FFF2-40B4-BE49-F238E27FC236}">
                    <a16:creationId xmlns:a16="http://schemas.microsoft.com/office/drawing/2014/main" id="{F3AFE984-367C-F485-13A4-9072BC62DC5B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" name="pg653">
                <a:extLst>
                  <a:ext uri="{FF2B5EF4-FFF2-40B4-BE49-F238E27FC236}">
                    <a16:creationId xmlns:a16="http://schemas.microsoft.com/office/drawing/2014/main" id="{197DFF58-5F05-D9BB-9749-9DDBDBD64A89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" name="pg654">
                <a:extLst>
                  <a:ext uri="{FF2B5EF4-FFF2-40B4-BE49-F238E27FC236}">
                    <a16:creationId xmlns:a16="http://schemas.microsoft.com/office/drawing/2014/main" id="{D6D3EC17-40E4-95CB-0D63-C0D85C92D178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" name="pg655">
                <a:extLst>
                  <a:ext uri="{FF2B5EF4-FFF2-40B4-BE49-F238E27FC236}">
                    <a16:creationId xmlns:a16="http://schemas.microsoft.com/office/drawing/2014/main" id="{49F398E6-6D44-B3C0-AC0D-41969148414B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" name="pg656">
                <a:extLst>
                  <a:ext uri="{FF2B5EF4-FFF2-40B4-BE49-F238E27FC236}">
                    <a16:creationId xmlns:a16="http://schemas.microsoft.com/office/drawing/2014/main" id="{D550675F-F7CA-71E5-F5BB-4FD1F3268BFB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" name="pg657">
                <a:extLst>
                  <a:ext uri="{FF2B5EF4-FFF2-40B4-BE49-F238E27FC236}">
                    <a16:creationId xmlns:a16="http://schemas.microsoft.com/office/drawing/2014/main" id="{D231D5D5-CA99-281B-751F-7FBA934A2873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" name="pg658">
                <a:extLst>
                  <a:ext uri="{FF2B5EF4-FFF2-40B4-BE49-F238E27FC236}">
                    <a16:creationId xmlns:a16="http://schemas.microsoft.com/office/drawing/2014/main" id="{E5A40DE6-4BF1-2146-4CD5-ED24015FA740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" name="pg659">
                <a:extLst>
                  <a:ext uri="{FF2B5EF4-FFF2-40B4-BE49-F238E27FC236}">
                    <a16:creationId xmlns:a16="http://schemas.microsoft.com/office/drawing/2014/main" id="{180BFECC-5A80-1924-9B81-626A40C8B17C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" name="pg660">
                <a:extLst>
                  <a:ext uri="{FF2B5EF4-FFF2-40B4-BE49-F238E27FC236}">
                    <a16:creationId xmlns:a16="http://schemas.microsoft.com/office/drawing/2014/main" id="{702FD386-8E96-AACC-876E-5068C40E13B4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" name="pg661">
                <a:extLst>
                  <a:ext uri="{FF2B5EF4-FFF2-40B4-BE49-F238E27FC236}">
                    <a16:creationId xmlns:a16="http://schemas.microsoft.com/office/drawing/2014/main" id="{D89366B1-0251-4E65-2B58-8F4E7F520DD4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" name="pg662">
                <a:extLst>
                  <a:ext uri="{FF2B5EF4-FFF2-40B4-BE49-F238E27FC236}">
                    <a16:creationId xmlns:a16="http://schemas.microsoft.com/office/drawing/2014/main" id="{6ED7EE13-EEE4-DD5A-50CC-C1FFC559BD64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" name="pg663">
                <a:extLst>
                  <a:ext uri="{FF2B5EF4-FFF2-40B4-BE49-F238E27FC236}">
                    <a16:creationId xmlns:a16="http://schemas.microsoft.com/office/drawing/2014/main" id="{186C75D4-19EB-4B1A-19CE-60ECA9D7FED5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" name="pg664">
                <a:extLst>
                  <a:ext uri="{FF2B5EF4-FFF2-40B4-BE49-F238E27FC236}">
                    <a16:creationId xmlns:a16="http://schemas.microsoft.com/office/drawing/2014/main" id="{C87898D1-A4C6-4290-FFFB-913D7F9808C8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" name="pg665">
                <a:extLst>
                  <a:ext uri="{FF2B5EF4-FFF2-40B4-BE49-F238E27FC236}">
                    <a16:creationId xmlns:a16="http://schemas.microsoft.com/office/drawing/2014/main" id="{62826610-0A8E-F3F0-E408-C798BD702210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" name="pg666">
                <a:extLst>
                  <a:ext uri="{FF2B5EF4-FFF2-40B4-BE49-F238E27FC236}">
                    <a16:creationId xmlns:a16="http://schemas.microsoft.com/office/drawing/2014/main" id="{B5562B5F-D6F2-2C53-A84E-31DC724CE0BC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" name="pg667">
                <a:extLst>
                  <a:ext uri="{FF2B5EF4-FFF2-40B4-BE49-F238E27FC236}">
                    <a16:creationId xmlns:a16="http://schemas.microsoft.com/office/drawing/2014/main" id="{99D2796E-1F27-5501-7C20-6A9BE11A9FD9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" name="pg668">
                <a:extLst>
                  <a:ext uri="{FF2B5EF4-FFF2-40B4-BE49-F238E27FC236}">
                    <a16:creationId xmlns:a16="http://schemas.microsoft.com/office/drawing/2014/main" id="{2BBA64BF-3AAF-9014-6E47-B99A04A1B5A1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" name="pg669">
                <a:extLst>
                  <a:ext uri="{FF2B5EF4-FFF2-40B4-BE49-F238E27FC236}">
                    <a16:creationId xmlns:a16="http://schemas.microsoft.com/office/drawing/2014/main" id="{950DB3D3-61A1-732D-0CBB-94D83CCE8033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" name="pg670">
                <a:extLst>
                  <a:ext uri="{FF2B5EF4-FFF2-40B4-BE49-F238E27FC236}">
                    <a16:creationId xmlns:a16="http://schemas.microsoft.com/office/drawing/2014/main" id="{5C64F0E5-4A00-D329-AFD8-B67039B189E9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" name="pg671">
                <a:extLst>
                  <a:ext uri="{FF2B5EF4-FFF2-40B4-BE49-F238E27FC236}">
                    <a16:creationId xmlns:a16="http://schemas.microsoft.com/office/drawing/2014/main" id="{68F878AA-21C2-0FB1-AECF-F2B23CF672DD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" name="pg672">
                <a:extLst>
                  <a:ext uri="{FF2B5EF4-FFF2-40B4-BE49-F238E27FC236}">
                    <a16:creationId xmlns:a16="http://schemas.microsoft.com/office/drawing/2014/main" id="{1CCB2CE3-A3E1-F558-83C0-87E05D3450E9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" name="pg673">
                <a:extLst>
                  <a:ext uri="{FF2B5EF4-FFF2-40B4-BE49-F238E27FC236}">
                    <a16:creationId xmlns:a16="http://schemas.microsoft.com/office/drawing/2014/main" id="{233656B0-1661-DD0E-6DB3-E683768EC154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" name="pg674">
                <a:extLst>
                  <a:ext uri="{FF2B5EF4-FFF2-40B4-BE49-F238E27FC236}">
                    <a16:creationId xmlns:a16="http://schemas.microsoft.com/office/drawing/2014/main" id="{58FD86A4-35FA-3CF2-5D07-41D1AE8425CB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" name="pg675">
                <a:extLst>
                  <a:ext uri="{FF2B5EF4-FFF2-40B4-BE49-F238E27FC236}">
                    <a16:creationId xmlns:a16="http://schemas.microsoft.com/office/drawing/2014/main" id="{8150AB68-73F2-45E3-3204-74481B423C03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" name="pg676">
                <a:extLst>
                  <a:ext uri="{FF2B5EF4-FFF2-40B4-BE49-F238E27FC236}">
                    <a16:creationId xmlns:a16="http://schemas.microsoft.com/office/drawing/2014/main" id="{944BF21B-DA3D-DCDC-260B-EB07AF75CFBA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" name="pg677">
                <a:extLst>
                  <a:ext uri="{FF2B5EF4-FFF2-40B4-BE49-F238E27FC236}">
                    <a16:creationId xmlns:a16="http://schemas.microsoft.com/office/drawing/2014/main" id="{727B5254-3C1B-EFD2-2E09-EFFDD0F273AE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" name="pg678">
                <a:extLst>
                  <a:ext uri="{FF2B5EF4-FFF2-40B4-BE49-F238E27FC236}">
                    <a16:creationId xmlns:a16="http://schemas.microsoft.com/office/drawing/2014/main" id="{FFF254DC-EC38-8DC0-2A35-D14F642A0E5E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" name="pg679">
                <a:extLst>
                  <a:ext uri="{FF2B5EF4-FFF2-40B4-BE49-F238E27FC236}">
                    <a16:creationId xmlns:a16="http://schemas.microsoft.com/office/drawing/2014/main" id="{ED4A1431-F731-D2FF-B189-56D5FF59F499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" name="pg680">
                <a:extLst>
                  <a:ext uri="{FF2B5EF4-FFF2-40B4-BE49-F238E27FC236}">
                    <a16:creationId xmlns:a16="http://schemas.microsoft.com/office/drawing/2014/main" id="{4A45F92D-D8D3-62AF-AC04-398AF6F6988B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" name="pg681">
                <a:extLst>
                  <a:ext uri="{FF2B5EF4-FFF2-40B4-BE49-F238E27FC236}">
                    <a16:creationId xmlns:a16="http://schemas.microsoft.com/office/drawing/2014/main" id="{EA1B9B62-D73D-9AC5-2B1B-FB2CB07AAA96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" name="pg682">
                <a:extLst>
                  <a:ext uri="{FF2B5EF4-FFF2-40B4-BE49-F238E27FC236}">
                    <a16:creationId xmlns:a16="http://schemas.microsoft.com/office/drawing/2014/main" id="{823E2A76-122B-F217-0F1D-12401FC51B7C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" name="pg683">
                <a:extLst>
                  <a:ext uri="{FF2B5EF4-FFF2-40B4-BE49-F238E27FC236}">
                    <a16:creationId xmlns:a16="http://schemas.microsoft.com/office/drawing/2014/main" id="{774850B5-0FC6-04BB-D7AF-0AC37044A129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" name="pg684">
                <a:extLst>
                  <a:ext uri="{FF2B5EF4-FFF2-40B4-BE49-F238E27FC236}">
                    <a16:creationId xmlns:a16="http://schemas.microsoft.com/office/drawing/2014/main" id="{45F50D38-128C-55EF-90C8-DDAAEEC23E5E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" name="pg685">
                <a:extLst>
                  <a:ext uri="{FF2B5EF4-FFF2-40B4-BE49-F238E27FC236}">
                    <a16:creationId xmlns:a16="http://schemas.microsoft.com/office/drawing/2014/main" id="{E08F5580-F616-0FD4-61BB-069B7649F647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" name="pg686">
                <a:extLst>
                  <a:ext uri="{FF2B5EF4-FFF2-40B4-BE49-F238E27FC236}">
                    <a16:creationId xmlns:a16="http://schemas.microsoft.com/office/drawing/2014/main" id="{C8084299-F477-DF65-884E-300A33CD64EF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" name="pg687">
                <a:extLst>
                  <a:ext uri="{FF2B5EF4-FFF2-40B4-BE49-F238E27FC236}">
                    <a16:creationId xmlns:a16="http://schemas.microsoft.com/office/drawing/2014/main" id="{2CC91834-B3E3-26A1-D1B2-1D9FE43B8DA1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" name="pg688">
                <a:extLst>
                  <a:ext uri="{FF2B5EF4-FFF2-40B4-BE49-F238E27FC236}">
                    <a16:creationId xmlns:a16="http://schemas.microsoft.com/office/drawing/2014/main" id="{B7598432-2AC0-A831-3745-40E54EAD3E14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" name="pg689">
                <a:extLst>
                  <a:ext uri="{FF2B5EF4-FFF2-40B4-BE49-F238E27FC236}">
                    <a16:creationId xmlns:a16="http://schemas.microsoft.com/office/drawing/2014/main" id="{7CE0543C-A9C5-589E-5EB5-A0D9814A4BC5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" name="pg690">
                <a:extLst>
                  <a:ext uri="{FF2B5EF4-FFF2-40B4-BE49-F238E27FC236}">
                    <a16:creationId xmlns:a16="http://schemas.microsoft.com/office/drawing/2014/main" id="{E0C58DB8-F1B2-3C0E-3A17-FE90E57D14E7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" name="pg691">
                <a:extLst>
                  <a:ext uri="{FF2B5EF4-FFF2-40B4-BE49-F238E27FC236}">
                    <a16:creationId xmlns:a16="http://schemas.microsoft.com/office/drawing/2014/main" id="{E4827BDB-C5E7-A589-00B5-E7C794F5739F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" name="pg692">
                <a:extLst>
                  <a:ext uri="{FF2B5EF4-FFF2-40B4-BE49-F238E27FC236}">
                    <a16:creationId xmlns:a16="http://schemas.microsoft.com/office/drawing/2014/main" id="{CF2F93E6-C79A-EAD1-192B-512B333189DE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" name="pg693">
                <a:extLst>
                  <a:ext uri="{FF2B5EF4-FFF2-40B4-BE49-F238E27FC236}">
                    <a16:creationId xmlns:a16="http://schemas.microsoft.com/office/drawing/2014/main" id="{E5F7909E-C5B4-4465-12FB-1C08CA26A347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" name="pg694">
                <a:extLst>
                  <a:ext uri="{FF2B5EF4-FFF2-40B4-BE49-F238E27FC236}">
                    <a16:creationId xmlns:a16="http://schemas.microsoft.com/office/drawing/2014/main" id="{E5647BD2-2D46-7109-307C-6170684F571A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" name="pg695">
                <a:extLst>
                  <a:ext uri="{FF2B5EF4-FFF2-40B4-BE49-F238E27FC236}">
                    <a16:creationId xmlns:a16="http://schemas.microsoft.com/office/drawing/2014/main" id="{CC769DAD-3461-4CA6-8B26-C3D1574ED1D0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" name="pg696">
                <a:extLst>
                  <a:ext uri="{FF2B5EF4-FFF2-40B4-BE49-F238E27FC236}">
                    <a16:creationId xmlns:a16="http://schemas.microsoft.com/office/drawing/2014/main" id="{ADA78C93-BD2F-3577-0B53-E1282D5A1E6E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" name="pg697">
                <a:extLst>
                  <a:ext uri="{FF2B5EF4-FFF2-40B4-BE49-F238E27FC236}">
                    <a16:creationId xmlns:a16="http://schemas.microsoft.com/office/drawing/2014/main" id="{9D119864-DAAE-BE5E-4FAB-B3D570BA9572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" name="pg698">
                <a:extLst>
                  <a:ext uri="{FF2B5EF4-FFF2-40B4-BE49-F238E27FC236}">
                    <a16:creationId xmlns:a16="http://schemas.microsoft.com/office/drawing/2014/main" id="{B7F3824A-42E8-9F0B-ED4C-4D0B81181802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" name="pg699">
                <a:extLst>
                  <a:ext uri="{FF2B5EF4-FFF2-40B4-BE49-F238E27FC236}">
                    <a16:creationId xmlns:a16="http://schemas.microsoft.com/office/drawing/2014/main" id="{6EFA6998-5A48-CC28-BFBD-1F22A95560B6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" name="pg700">
                <a:extLst>
                  <a:ext uri="{FF2B5EF4-FFF2-40B4-BE49-F238E27FC236}">
                    <a16:creationId xmlns:a16="http://schemas.microsoft.com/office/drawing/2014/main" id="{39E75DDF-09C7-FCC9-B6B5-97EE7C385129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" name="pg701">
                <a:extLst>
                  <a:ext uri="{FF2B5EF4-FFF2-40B4-BE49-F238E27FC236}">
                    <a16:creationId xmlns:a16="http://schemas.microsoft.com/office/drawing/2014/main" id="{F7CC1B60-FA0C-FA89-6A55-B09E5F11A921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" name="pg702">
                <a:extLst>
                  <a:ext uri="{FF2B5EF4-FFF2-40B4-BE49-F238E27FC236}">
                    <a16:creationId xmlns:a16="http://schemas.microsoft.com/office/drawing/2014/main" id="{26AC1750-8FC3-11B3-19C3-38709EFA8526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" name="pg703">
                <a:extLst>
                  <a:ext uri="{FF2B5EF4-FFF2-40B4-BE49-F238E27FC236}">
                    <a16:creationId xmlns:a16="http://schemas.microsoft.com/office/drawing/2014/main" id="{69CF1973-9E5E-EE10-DE15-AA3556E14A57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" name="pg704">
                <a:extLst>
                  <a:ext uri="{FF2B5EF4-FFF2-40B4-BE49-F238E27FC236}">
                    <a16:creationId xmlns:a16="http://schemas.microsoft.com/office/drawing/2014/main" id="{2A0ABB12-5B26-EED5-CDB3-1E9E5132A34D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" name="pg705">
                <a:extLst>
                  <a:ext uri="{FF2B5EF4-FFF2-40B4-BE49-F238E27FC236}">
                    <a16:creationId xmlns:a16="http://schemas.microsoft.com/office/drawing/2014/main" id="{9FE3043B-3AF3-08C9-5F36-43B9C16FC689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" name="pg706">
                <a:extLst>
                  <a:ext uri="{FF2B5EF4-FFF2-40B4-BE49-F238E27FC236}">
                    <a16:creationId xmlns:a16="http://schemas.microsoft.com/office/drawing/2014/main" id="{A81F8288-A68B-2223-B40B-8C7BD3FF0A12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" name="pg707">
                <a:extLst>
                  <a:ext uri="{FF2B5EF4-FFF2-40B4-BE49-F238E27FC236}">
                    <a16:creationId xmlns:a16="http://schemas.microsoft.com/office/drawing/2014/main" id="{237FC5A6-5DD9-8379-EA55-CE93FE7509A5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" name="pg708">
                <a:extLst>
                  <a:ext uri="{FF2B5EF4-FFF2-40B4-BE49-F238E27FC236}">
                    <a16:creationId xmlns:a16="http://schemas.microsoft.com/office/drawing/2014/main" id="{CBD740E1-E640-3B19-3E1D-FA1C9EB5238F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" name="pg709">
                <a:extLst>
                  <a:ext uri="{FF2B5EF4-FFF2-40B4-BE49-F238E27FC236}">
                    <a16:creationId xmlns:a16="http://schemas.microsoft.com/office/drawing/2014/main" id="{9DB6FB85-BC23-ECAE-3567-7C621D4E9B43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" name="pg710">
                <a:extLst>
                  <a:ext uri="{FF2B5EF4-FFF2-40B4-BE49-F238E27FC236}">
                    <a16:creationId xmlns:a16="http://schemas.microsoft.com/office/drawing/2014/main" id="{D28D01E3-22C0-3353-D15E-52781861718C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" name="pg711">
                <a:extLst>
                  <a:ext uri="{FF2B5EF4-FFF2-40B4-BE49-F238E27FC236}">
                    <a16:creationId xmlns:a16="http://schemas.microsoft.com/office/drawing/2014/main" id="{7884FFF0-FAB7-51A1-1926-E0B5A764CAE6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" name="pg712">
                <a:extLst>
                  <a:ext uri="{FF2B5EF4-FFF2-40B4-BE49-F238E27FC236}">
                    <a16:creationId xmlns:a16="http://schemas.microsoft.com/office/drawing/2014/main" id="{78C73E91-C03A-5835-8F82-2D287AAA07A1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" name="pg713">
                <a:extLst>
                  <a:ext uri="{FF2B5EF4-FFF2-40B4-BE49-F238E27FC236}">
                    <a16:creationId xmlns:a16="http://schemas.microsoft.com/office/drawing/2014/main" id="{AA11B212-EE71-7C2D-DDBF-3AF7D8DF47CA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" name="pg714">
                <a:extLst>
                  <a:ext uri="{FF2B5EF4-FFF2-40B4-BE49-F238E27FC236}">
                    <a16:creationId xmlns:a16="http://schemas.microsoft.com/office/drawing/2014/main" id="{9780254E-A261-CE3D-A7CE-DC013F2B4D07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" name="pg715">
                <a:extLst>
                  <a:ext uri="{FF2B5EF4-FFF2-40B4-BE49-F238E27FC236}">
                    <a16:creationId xmlns:a16="http://schemas.microsoft.com/office/drawing/2014/main" id="{F8509173-F4E4-9BB1-3A0E-83C2E6DDC3C0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" name="pg716">
                <a:extLst>
                  <a:ext uri="{FF2B5EF4-FFF2-40B4-BE49-F238E27FC236}">
                    <a16:creationId xmlns:a16="http://schemas.microsoft.com/office/drawing/2014/main" id="{9364B04B-01F3-93D2-4984-B3955C5F5A30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" name="pg717">
                <a:extLst>
                  <a:ext uri="{FF2B5EF4-FFF2-40B4-BE49-F238E27FC236}">
                    <a16:creationId xmlns:a16="http://schemas.microsoft.com/office/drawing/2014/main" id="{630615C2-63B1-EDE2-DE50-11745E75394E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" name="pg718">
                <a:extLst>
                  <a:ext uri="{FF2B5EF4-FFF2-40B4-BE49-F238E27FC236}">
                    <a16:creationId xmlns:a16="http://schemas.microsoft.com/office/drawing/2014/main" id="{7C96DDD8-FB57-5A00-1915-8BFC54F30E96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" name="pg719">
                <a:extLst>
                  <a:ext uri="{FF2B5EF4-FFF2-40B4-BE49-F238E27FC236}">
                    <a16:creationId xmlns:a16="http://schemas.microsoft.com/office/drawing/2014/main" id="{A49930FE-680A-CCBE-E6C7-EE51036A5890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" name="pg720">
                <a:extLst>
                  <a:ext uri="{FF2B5EF4-FFF2-40B4-BE49-F238E27FC236}">
                    <a16:creationId xmlns:a16="http://schemas.microsoft.com/office/drawing/2014/main" id="{B895BD7F-96EF-9907-015D-6DE8366AC80A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" name="pg721">
                <a:extLst>
                  <a:ext uri="{FF2B5EF4-FFF2-40B4-BE49-F238E27FC236}">
                    <a16:creationId xmlns:a16="http://schemas.microsoft.com/office/drawing/2014/main" id="{D3021A97-673B-D088-E2E8-BD2F28886948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" name="pg722">
                <a:extLst>
                  <a:ext uri="{FF2B5EF4-FFF2-40B4-BE49-F238E27FC236}">
                    <a16:creationId xmlns:a16="http://schemas.microsoft.com/office/drawing/2014/main" id="{D9DD7027-980F-1EB9-865B-70F979DBAB67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" name="pg723">
                <a:extLst>
                  <a:ext uri="{FF2B5EF4-FFF2-40B4-BE49-F238E27FC236}">
                    <a16:creationId xmlns:a16="http://schemas.microsoft.com/office/drawing/2014/main" id="{CD8BEB53-C467-1D6E-8835-C5D7BA1D58A1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" name="pg724">
                <a:extLst>
                  <a:ext uri="{FF2B5EF4-FFF2-40B4-BE49-F238E27FC236}">
                    <a16:creationId xmlns:a16="http://schemas.microsoft.com/office/drawing/2014/main" id="{1A441C02-2E87-6830-CC3A-15B8FCE2DE43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" name="pg725">
                <a:extLst>
                  <a:ext uri="{FF2B5EF4-FFF2-40B4-BE49-F238E27FC236}">
                    <a16:creationId xmlns:a16="http://schemas.microsoft.com/office/drawing/2014/main" id="{841C1665-5662-7931-5E98-42E6FE697A3C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" name="pg726">
                <a:extLst>
                  <a:ext uri="{FF2B5EF4-FFF2-40B4-BE49-F238E27FC236}">
                    <a16:creationId xmlns:a16="http://schemas.microsoft.com/office/drawing/2014/main" id="{A606FBF7-FEC8-FB55-AE37-F5CEEC106658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" name="pg727">
                <a:extLst>
                  <a:ext uri="{FF2B5EF4-FFF2-40B4-BE49-F238E27FC236}">
                    <a16:creationId xmlns:a16="http://schemas.microsoft.com/office/drawing/2014/main" id="{E8CB3B9D-083C-BDB1-410F-B8E90367C657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" name="pg728">
                <a:extLst>
                  <a:ext uri="{FF2B5EF4-FFF2-40B4-BE49-F238E27FC236}">
                    <a16:creationId xmlns:a16="http://schemas.microsoft.com/office/drawing/2014/main" id="{433B8290-B654-7BAE-86B9-5E3FD2566D5B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" name="pg729">
                <a:extLst>
                  <a:ext uri="{FF2B5EF4-FFF2-40B4-BE49-F238E27FC236}">
                    <a16:creationId xmlns:a16="http://schemas.microsoft.com/office/drawing/2014/main" id="{C5EF5AAB-F470-BE64-8BEA-E6014DB425B0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" name="pg730">
                <a:extLst>
                  <a:ext uri="{FF2B5EF4-FFF2-40B4-BE49-F238E27FC236}">
                    <a16:creationId xmlns:a16="http://schemas.microsoft.com/office/drawing/2014/main" id="{11AD1039-8856-FD6D-5E2C-16A220FEA44C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" name="pg731">
                <a:extLst>
                  <a:ext uri="{FF2B5EF4-FFF2-40B4-BE49-F238E27FC236}">
                    <a16:creationId xmlns:a16="http://schemas.microsoft.com/office/drawing/2014/main" id="{3F86B69F-D59B-4362-F572-4163115D0AAD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" name="pg732">
                <a:extLst>
                  <a:ext uri="{FF2B5EF4-FFF2-40B4-BE49-F238E27FC236}">
                    <a16:creationId xmlns:a16="http://schemas.microsoft.com/office/drawing/2014/main" id="{1E4F8C09-2E29-C92F-A8E2-AB4CC016825A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" name="pg733">
                <a:extLst>
                  <a:ext uri="{FF2B5EF4-FFF2-40B4-BE49-F238E27FC236}">
                    <a16:creationId xmlns:a16="http://schemas.microsoft.com/office/drawing/2014/main" id="{0F391BED-C93F-589C-F63F-F9BC017BF4E6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" name="pg734">
                <a:extLst>
                  <a:ext uri="{FF2B5EF4-FFF2-40B4-BE49-F238E27FC236}">
                    <a16:creationId xmlns:a16="http://schemas.microsoft.com/office/drawing/2014/main" id="{96ACEDF2-4AAF-B11E-F806-8F336C21BB18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" name="pg735">
                <a:extLst>
                  <a:ext uri="{FF2B5EF4-FFF2-40B4-BE49-F238E27FC236}">
                    <a16:creationId xmlns:a16="http://schemas.microsoft.com/office/drawing/2014/main" id="{FE3389FA-BA0E-6F83-B2ED-9666DB4B6B49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" name="pg736">
                <a:extLst>
                  <a:ext uri="{FF2B5EF4-FFF2-40B4-BE49-F238E27FC236}">
                    <a16:creationId xmlns:a16="http://schemas.microsoft.com/office/drawing/2014/main" id="{DEBE3CC1-61F2-8050-7AFA-94AD7F65492D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" name="pg737">
                <a:extLst>
                  <a:ext uri="{FF2B5EF4-FFF2-40B4-BE49-F238E27FC236}">
                    <a16:creationId xmlns:a16="http://schemas.microsoft.com/office/drawing/2014/main" id="{37FDEF4D-DF79-CD32-07CB-EF619F633ABF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" name="pg738">
                <a:extLst>
                  <a:ext uri="{FF2B5EF4-FFF2-40B4-BE49-F238E27FC236}">
                    <a16:creationId xmlns:a16="http://schemas.microsoft.com/office/drawing/2014/main" id="{AE0C58EE-9D27-51E2-1ADC-7A0487B550E9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" name="pg739">
                <a:extLst>
                  <a:ext uri="{FF2B5EF4-FFF2-40B4-BE49-F238E27FC236}">
                    <a16:creationId xmlns:a16="http://schemas.microsoft.com/office/drawing/2014/main" id="{49CD9A21-6023-C509-BF79-33CFCDFD86C0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" name="pg740">
                <a:extLst>
                  <a:ext uri="{FF2B5EF4-FFF2-40B4-BE49-F238E27FC236}">
                    <a16:creationId xmlns:a16="http://schemas.microsoft.com/office/drawing/2014/main" id="{05EA6795-96EB-F51D-6822-1F4AD326FC81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" name="pg741">
                <a:extLst>
                  <a:ext uri="{FF2B5EF4-FFF2-40B4-BE49-F238E27FC236}">
                    <a16:creationId xmlns:a16="http://schemas.microsoft.com/office/drawing/2014/main" id="{7F284986-B68B-D449-6BB1-92A2B0DC96AC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" name="pg742">
                <a:extLst>
                  <a:ext uri="{FF2B5EF4-FFF2-40B4-BE49-F238E27FC236}">
                    <a16:creationId xmlns:a16="http://schemas.microsoft.com/office/drawing/2014/main" id="{F7FF1E0C-9118-49A5-364E-B48F2DCC4EBC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" name="pg743">
                <a:extLst>
                  <a:ext uri="{FF2B5EF4-FFF2-40B4-BE49-F238E27FC236}">
                    <a16:creationId xmlns:a16="http://schemas.microsoft.com/office/drawing/2014/main" id="{CEEA8F70-A33A-162B-278C-547F95BA5EE8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" name="pg744">
                <a:extLst>
                  <a:ext uri="{FF2B5EF4-FFF2-40B4-BE49-F238E27FC236}">
                    <a16:creationId xmlns:a16="http://schemas.microsoft.com/office/drawing/2014/main" id="{D5B707DE-3BDF-001C-A3FC-419A4DCA034D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" name="pg745">
                <a:extLst>
                  <a:ext uri="{FF2B5EF4-FFF2-40B4-BE49-F238E27FC236}">
                    <a16:creationId xmlns:a16="http://schemas.microsoft.com/office/drawing/2014/main" id="{99529D21-C5C8-21EA-B853-6BD192AC1165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" name="pg746">
                <a:extLst>
                  <a:ext uri="{FF2B5EF4-FFF2-40B4-BE49-F238E27FC236}">
                    <a16:creationId xmlns:a16="http://schemas.microsoft.com/office/drawing/2014/main" id="{8B68128B-9463-5858-67EF-19DBC7387872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" name="pg747">
                <a:extLst>
                  <a:ext uri="{FF2B5EF4-FFF2-40B4-BE49-F238E27FC236}">
                    <a16:creationId xmlns:a16="http://schemas.microsoft.com/office/drawing/2014/main" id="{4E2A36D4-84A2-D9DB-7843-5278E7543B11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" name="pg748">
                <a:extLst>
                  <a:ext uri="{FF2B5EF4-FFF2-40B4-BE49-F238E27FC236}">
                    <a16:creationId xmlns:a16="http://schemas.microsoft.com/office/drawing/2014/main" id="{0B83A0D1-6FE4-0331-D2CD-2EB73F82C3C8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" name="pg749">
                <a:extLst>
                  <a:ext uri="{FF2B5EF4-FFF2-40B4-BE49-F238E27FC236}">
                    <a16:creationId xmlns:a16="http://schemas.microsoft.com/office/drawing/2014/main" id="{8CFEA2B4-E06B-BB61-0F13-DF7876A81D49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" name="pg750">
                <a:extLst>
                  <a:ext uri="{FF2B5EF4-FFF2-40B4-BE49-F238E27FC236}">
                    <a16:creationId xmlns:a16="http://schemas.microsoft.com/office/drawing/2014/main" id="{FC4F9416-5CBB-DBDD-4904-5DE048FAEFA7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" name="pg751">
                <a:extLst>
                  <a:ext uri="{FF2B5EF4-FFF2-40B4-BE49-F238E27FC236}">
                    <a16:creationId xmlns:a16="http://schemas.microsoft.com/office/drawing/2014/main" id="{BD700618-F6F1-1EF1-659A-468E6A2DCAB9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" name="pg752">
                <a:extLst>
                  <a:ext uri="{FF2B5EF4-FFF2-40B4-BE49-F238E27FC236}">
                    <a16:creationId xmlns:a16="http://schemas.microsoft.com/office/drawing/2014/main" id="{45A30332-3EAE-5C09-0F8F-B2A079DE799F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" name="pg753">
                <a:extLst>
                  <a:ext uri="{FF2B5EF4-FFF2-40B4-BE49-F238E27FC236}">
                    <a16:creationId xmlns:a16="http://schemas.microsoft.com/office/drawing/2014/main" id="{502F903A-4999-5093-7CAC-73C57A122353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" name="pg754">
                <a:extLst>
                  <a:ext uri="{FF2B5EF4-FFF2-40B4-BE49-F238E27FC236}">
                    <a16:creationId xmlns:a16="http://schemas.microsoft.com/office/drawing/2014/main" id="{80E163C4-49E5-98D0-32A4-9BB4107403C0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" name="pg755">
                <a:extLst>
                  <a:ext uri="{FF2B5EF4-FFF2-40B4-BE49-F238E27FC236}">
                    <a16:creationId xmlns:a16="http://schemas.microsoft.com/office/drawing/2014/main" id="{AB950DB4-34C7-2963-3501-493F1951D265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" name="pg756">
                <a:extLst>
                  <a:ext uri="{FF2B5EF4-FFF2-40B4-BE49-F238E27FC236}">
                    <a16:creationId xmlns:a16="http://schemas.microsoft.com/office/drawing/2014/main" id="{DCE5AF4E-9481-3979-05D0-C49A28B2C1DC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" name="pg757">
                <a:extLst>
                  <a:ext uri="{FF2B5EF4-FFF2-40B4-BE49-F238E27FC236}">
                    <a16:creationId xmlns:a16="http://schemas.microsoft.com/office/drawing/2014/main" id="{BA2A2212-B729-F5C2-804F-34A4C322B39F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" name="pg758">
                <a:extLst>
                  <a:ext uri="{FF2B5EF4-FFF2-40B4-BE49-F238E27FC236}">
                    <a16:creationId xmlns:a16="http://schemas.microsoft.com/office/drawing/2014/main" id="{AA9CCB3E-2685-A594-A0DB-105EA97799A4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" name="pg759">
                <a:extLst>
                  <a:ext uri="{FF2B5EF4-FFF2-40B4-BE49-F238E27FC236}">
                    <a16:creationId xmlns:a16="http://schemas.microsoft.com/office/drawing/2014/main" id="{8FD35219-D008-538C-EE9C-F4D909033F24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" name="pg760">
                <a:extLst>
                  <a:ext uri="{FF2B5EF4-FFF2-40B4-BE49-F238E27FC236}">
                    <a16:creationId xmlns:a16="http://schemas.microsoft.com/office/drawing/2014/main" id="{DE1C8F1F-E2AE-4BDE-35A8-F2BDD7E3CDA4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" name="pg761">
                <a:extLst>
                  <a:ext uri="{FF2B5EF4-FFF2-40B4-BE49-F238E27FC236}">
                    <a16:creationId xmlns:a16="http://schemas.microsoft.com/office/drawing/2014/main" id="{FE28A2A6-391D-6B6F-9042-9D17FB1DECD8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" name="pg762">
                <a:extLst>
                  <a:ext uri="{FF2B5EF4-FFF2-40B4-BE49-F238E27FC236}">
                    <a16:creationId xmlns:a16="http://schemas.microsoft.com/office/drawing/2014/main" id="{A03EBAAD-571C-8160-1F08-FA642FA68C64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" name="pg763">
                <a:extLst>
                  <a:ext uri="{FF2B5EF4-FFF2-40B4-BE49-F238E27FC236}">
                    <a16:creationId xmlns:a16="http://schemas.microsoft.com/office/drawing/2014/main" id="{4313091D-344A-90A6-F078-186976D00E3D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" name="pg764">
                <a:extLst>
                  <a:ext uri="{FF2B5EF4-FFF2-40B4-BE49-F238E27FC236}">
                    <a16:creationId xmlns:a16="http://schemas.microsoft.com/office/drawing/2014/main" id="{6013C88F-88B5-ACE3-06E4-D9C63F304C9F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" name="pg765">
                <a:extLst>
                  <a:ext uri="{FF2B5EF4-FFF2-40B4-BE49-F238E27FC236}">
                    <a16:creationId xmlns:a16="http://schemas.microsoft.com/office/drawing/2014/main" id="{7E527ADD-DDDE-6246-BD2B-899538DC6D08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" name="pg766">
                <a:extLst>
                  <a:ext uri="{FF2B5EF4-FFF2-40B4-BE49-F238E27FC236}">
                    <a16:creationId xmlns:a16="http://schemas.microsoft.com/office/drawing/2014/main" id="{BDB68C9D-5225-1A49-21FB-3C1831AAFBE9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" name="pg767">
                <a:extLst>
                  <a:ext uri="{FF2B5EF4-FFF2-40B4-BE49-F238E27FC236}">
                    <a16:creationId xmlns:a16="http://schemas.microsoft.com/office/drawing/2014/main" id="{2E92596A-ABA1-61DD-DADE-38829225F780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" name="pg768">
                <a:extLst>
                  <a:ext uri="{FF2B5EF4-FFF2-40B4-BE49-F238E27FC236}">
                    <a16:creationId xmlns:a16="http://schemas.microsoft.com/office/drawing/2014/main" id="{77625EA4-CAA1-1B0B-1EF4-63914F5975D6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" name="pg769">
                <a:extLst>
                  <a:ext uri="{FF2B5EF4-FFF2-40B4-BE49-F238E27FC236}">
                    <a16:creationId xmlns:a16="http://schemas.microsoft.com/office/drawing/2014/main" id="{2F891ABB-CFB2-CC82-87BD-4D4728D2F879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" name="pg770">
                <a:extLst>
                  <a:ext uri="{FF2B5EF4-FFF2-40B4-BE49-F238E27FC236}">
                    <a16:creationId xmlns:a16="http://schemas.microsoft.com/office/drawing/2014/main" id="{6EB1239C-7441-E6CD-AF6B-F446C77E1505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" name="pg771">
                <a:extLst>
                  <a:ext uri="{FF2B5EF4-FFF2-40B4-BE49-F238E27FC236}">
                    <a16:creationId xmlns:a16="http://schemas.microsoft.com/office/drawing/2014/main" id="{F14CC49B-0324-4B0B-E58E-0ED3CBDAF19E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" name="pg772">
                <a:extLst>
                  <a:ext uri="{FF2B5EF4-FFF2-40B4-BE49-F238E27FC236}">
                    <a16:creationId xmlns:a16="http://schemas.microsoft.com/office/drawing/2014/main" id="{5D8688A1-B223-17E8-3705-9631FFCC2C88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" name="pg773">
                <a:extLst>
                  <a:ext uri="{FF2B5EF4-FFF2-40B4-BE49-F238E27FC236}">
                    <a16:creationId xmlns:a16="http://schemas.microsoft.com/office/drawing/2014/main" id="{81DFD35B-937B-1E80-18FF-A65E18D274A7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" name="pg774">
                <a:extLst>
                  <a:ext uri="{FF2B5EF4-FFF2-40B4-BE49-F238E27FC236}">
                    <a16:creationId xmlns:a16="http://schemas.microsoft.com/office/drawing/2014/main" id="{D04853A9-411A-4003-BDAB-8DA0249B987F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" name="pg775">
                <a:extLst>
                  <a:ext uri="{FF2B5EF4-FFF2-40B4-BE49-F238E27FC236}">
                    <a16:creationId xmlns:a16="http://schemas.microsoft.com/office/drawing/2014/main" id="{C6202723-4EA8-B218-CF43-F84C9B3700D2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" name="pg776">
                <a:extLst>
                  <a:ext uri="{FF2B5EF4-FFF2-40B4-BE49-F238E27FC236}">
                    <a16:creationId xmlns:a16="http://schemas.microsoft.com/office/drawing/2014/main" id="{1FD1959A-916B-4B1A-CC6F-39461D5E0891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" name="pg777">
                <a:extLst>
                  <a:ext uri="{FF2B5EF4-FFF2-40B4-BE49-F238E27FC236}">
                    <a16:creationId xmlns:a16="http://schemas.microsoft.com/office/drawing/2014/main" id="{750E125E-EF4E-667F-40EA-3C75667F42B2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" name="pg778">
                <a:extLst>
                  <a:ext uri="{FF2B5EF4-FFF2-40B4-BE49-F238E27FC236}">
                    <a16:creationId xmlns:a16="http://schemas.microsoft.com/office/drawing/2014/main" id="{B8943C6F-BC7A-CE32-F0AB-183189D92BEC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" name="pg779">
                <a:extLst>
                  <a:ext uri="{FF2B5EF4-FFF2-40B4-BE49-F238E27FC236}">
                    <a16:creationId xmlns:a16="http://schemas.microsoft.com/office/drawing/2014/main" id="{0ECA0050-6492-4175-5F84-69224961E0CA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" name="pg780">
                <a:extLst>
                  <a:ext uri="{FF2B5EF4-FFF2-40B4-BE49-F238E27FC236}">
                    <a16:creationId xmlns:a16="http://schemas.microsoft.com/office/drawing/2014/main" id="{21E97829-0216-3954-538F-09314779CBFB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" name="pg781">
                <a:extLst>
                  <a:ext uri="{FF2B5EF4-FFF2-40B4-BE49-F238E27FC236}">
                    <a16:creationId xmlns:a16="http://schemas.microsoft.com/office/drawing/2014/main" id="{526F498C-D9A7-EC3D-5650-44BB9CF3B55D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" name="pg782">
                <a:extLst>
                  <a:ext uri="{FF2B5EF4-FFF2-40B4-BE49-F238E27FC236}">
                    <a16:creationId xmlns:a16="http://schemas.microsoft.com/office/drawing/2014/main" id="{B30FC8D0-1FAC-95CC-4DEF-63EB288BB6F5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" name="pg783">
                <a:extLst>
                  <a:ext uri="{FF2B5EF4-FFF2-40B4-BE49-F238E27FC236}">
                    <a16:creationId xmlns:a16="http://schemas.microsoft.com/office/drawing/2014/main" id="{E1877B6D-28BB-2171-E642-16329F732F52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" name="pg784">
                <a:extLst>
                  <a:ext uri="{FF2B5EF4-FFF2-40B4-BE49-F238E27FC236}">
                    <a16:creationId xmlns:a16="http://schemas.microsoft.com/office/drawing/2014/main" id="{62F13AE7-DDC0-43CB-7BEA-26E88880F77D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" name="pg785">
                <a:extLst>
                  <a:ext uri="{FF2B5EF4-FFF2-40B4-BE49-F238E27FC236}">
                    <a16:creationId xmlns:a16="http://schemas.microsoft.com/office/drawing/2014/main" id="{FA61DFC7-9048-A1A4-DFC4-8A166ACD6E70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" name="pg786">
                <a:extLst>
                  <a:ext uri="{FF2B5EF4-FFF2-40B4-BE49-F238E27FC236}">
                    <a16:creationId xmlns:a16="http://schemas.microsoft.com/office/drawing/2014/main" id="{A08BB717-B82B-A404-DAA9-63BD1A363EDD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" name="pg787">
                <a:extLst>
                  <a:ext uri="{FF2B5EF4-FFF2-40B4-BE49-F238E27FC236}">
                    <a16:creationId xmlns:a16="http://schemas.microsoft.com/office/drawing/2014/main" id="{E6AE694C-03E9-C9A6-3DED-66F9BD776B60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" name="pg788">
                <a:extLst>
                  <a:ext uri="{FF2B5EF4-FFF2-40B4-BE49-F238E27FC236}">
                    <a16:creationId xmlns:a16="http://schemas.microsoft.com/office/drawing/2014/main" id="{5E937438-2E45-F007-7B4B-2620B51B5CFE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" name="pg789">
                <a:extLst>
                  <a:ext uri="{FF2B5EF4-FFF2-40B4-BE49-F238E27FC236}">
                    <a16:creationId xmlns:a16="http://schemas.microsoft.com/office/drawing/2014/main" id="{C44BCB52-AEC3-EEDC-B256-0BED116D2ED6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" name="pg790">
                <a:extLst>
                  <a:ext uri="{FF2B5EF4-FFF2-40B4-BE49-F238E27FC236}">
                    <a16:creationId xmlns:a16="http://schemas.microsoft.com/office/drawing/2014/main" id="{4B35F27A-981B-BC8C-8C1F-516EBA66F86A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" name="pg791">
                <a:extLst>
                  <a:ext uri="{FF2B5EF4-FFF2-40B4-BE49-F238E27FC236}">
                    <a16:creationId xmlns:a16="http://schemas.microsoft.com/office/drawing/2014/main" id="{53C84F2A-9074-FB14-EC9B-BA1A2B2D7345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" name="pg792">
                <a:extLst>
                  <a:ext uri="{FF2B5EF4-FFF2-40B4-BE49-F238E27FC236}">
                    <a16:creationId xmlns:a16="http://schemas.microsoft.com/office/drawing/2014/main" id="{12698A79-88A6-9A28-9A5F-BF70ABFCEE38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" name="pg793">
                <a:extLst>
                  <a:ext uri="{FF2B5EF4-FFF2-40B4-BE49-F238E27FC236}">
                    <a16:creationId xmlns:a16="http://schemas.microsoft.com/office/drawing/2014/main" id="{0613B05E-5C19-4F8D-AF08-331683776E97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6B8">
                  <a:alpha val="100000"/>
                </a:srgbClr>
              </a:solidFill>
              <a:ln w="5420" cap="flat">
                <a:solidFill>
                  <a:srgbClr val="7F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" name="pg794">
                <a:extLst>
                  <a:ext uri="{FF2B5EF4-FFF2-40B4-BE49-F238E27FC236}">
                    <a16:creationId xmlns:a16="http://schemas.microsoft.com/office/drawing/2014/main" id="{19E56726-3DCA-1415-5530-BDE1F6D7D87B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" name="pg795">
                <a:extLst>
                  <a:ext uri="{FF2B5EF4-FFF2-40B4-BE49-F238E27FC236}">
                    <a16:creationId xmlns:a16="http://schemas.microsoft.com/office/drawing/2014/main" id="{F1C4E4E2-18AC-5281-A14B-A6D0C9FBA679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" name="pg796">
                <a:extLst>
                  <a:ext uri="{FF2B5EF4-FFF2-40B4-BE49-F238E27FC236}">
                    <a16:creationId xmlns:a16="http://schemas.microsoft.com/office/drawing/2014/main" id="{13C418CB-A8FA-44BC-E3C5-D2FD670857D0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" name="pg797">
                <a:extLst>
                  <a:ext uri="{FF2B5EF4-FFF2-40B4-BE49-F238E27FC236}">
                    <a16:creationId xmlns:a16="http://schemas.microsoft.com/office/drawing/2014/main" id="{418F29B8-A0D3-FF99-8F43-0206FBC8BD1F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" name="pg798">
                <a:extLst>
                  <a:ext uri="{FF2B5EF4-FFF2-40B4-BE49-F238E27FC236}">
                    <a16:creationId xmlns:a16="http://schemas.microsoft.com/office/drawing/2014/main" id="{43BC0B2E-D210-EB64-B441-7BED85285BD0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" name="pg799">
                <a:extLst>
                  <a:ext uri="{FF2B5EF4-FFF2-40B4-BE49-F238E27FC236}">
                    <a16:creationId xmlns:a16="http://schemas.microsoft.com/office/drawing/2014/main" id="{888C355E-F017-8FFE-7870-EEF5046D18B3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" name="pg800">
                <a:extLst>
                  <a:ext uri="{FF2B5EF4-FFF2-40B4-BE49-F238E27FC236}">
                    <a16:creationId xmlns:a16="http://schemas.microsoft.com/office/drawing/2014/main" id="{AFB11471-5DDF-8442-AAD8-90BE70CF2A6F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" name="pg801">
                <a:extLst>
                  <a:ext uri="{FF2B5EF4-FFF2-40B4-BE49-F238E27FC236}">
                    <a16:creationId xmlns:a16="http://schemas.microsoft.com/office/drawing/2014/main" id="{15E890C2-1E6B-7316-712F-C57EE003C209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" name="pg802">
                <a:extLst>
                  <a:ext uri="{FF2B5EF4-FFF2-40B4-BE49-F238E27FC236}">
                    <a16:creationId xmlns:a16="http://schemas.microsoft.com/office/drawing/2014/main" id="{95BDF3B9-55A6-19D1-25B9-5DCA32C8B6E9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" name="pg803">
                <a:extLst>
                  <a:ext uri="{FF2B5EF4-FFF2-40B4-BE49-F238E27FC236}">
                    <a16:creationId xmlns:a16="http://schemas.microsoft.com/office/drawing/2014/main" id="{C64B1008-4ED7-DFC0-5FAA-0623D710491E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" name="pg804">
                <a:extLst>
                  <a:ext uri="{FF2B5EF4-FFF2-40B4-BE49-F238E27FC236}">
                    <a16:creationId xmlns:a16="http://schemas.microsoft.com/office/drawing/2014/main" id="{3810AFD1-98F5-F560-4D3E-B551A7EE2C05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" name="pg805">
                <a:extLst>
                  <a:ext uri="{FF2B5EF4-FFF2-40B4-BE49-F238E27FC236}">
                    <a16:creationId xmlns:a16="http://schemas.microsoft.com/office/drawing/2014/main" id="{40686A2A-BB2F-FDF8-CD53-4F4F198389AC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" name="pg806">
                <a:extLst>
                  <a:ext uri="{FF2B5EF4-FFF2-40B4-BE49-F238E27FC236}">
                    <a16:creationId xmlns:a16="http://schemas.microsoft.com/office/drawing/2014/main" id="{C12E705F-5255-C6EB-4562-3EE7B9921BB8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" name="pg807">
                <a:extLst>
                  <a:ext uri="{FF2B5EF4-FFF2-40B4-BE49-F238E27FC236}">
                    <a16:creationId xmlns:a16="http://schemas.microsoft.com/office/drawing/2014/main" id="{34F0DA3A-1FB3-1F39-B6B7-10E9CD3F3DAA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" name="pg808">
                <a:extLst>
                  <a:ext uri="{FF2B5EF4-FFF2-40B4-BE49-F238E27FC236}">
                    <a16:creationId xmlns:a16="http://schemas.microsoft.com/office/drawing/2014/main" id="{473ABF32-8890-2B48-3B07-7074BB3637C7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" name="pg809">
                <a:extLst>
                  <a:ext uri="{FF2B5EF4-FFF2-40B4-BE49-F238E27FC236}">
                    <a16:creationId xmlns:a16="http://schemas.microsoft.com/office/drawing/2014/main" id="{90BCF19D-B763-7112-F5D3-832AEA3BF3EE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" name="pg810">
                <a:extLst>
                  <a:ext uri="{FF2B5EF4-FFF2-40B4-BE49-F238E27FC236}">
                    <a16:creationId xmlns:a16="http://schemas.microsoft.com/office/drawing/2014/main" id="{164BBD21-FFD9-2D8D-891A-9B765200B568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" name="pg811">
                <a:extLst>
                  <a:ext uri="{FF2B5EF4-FFF2-40B4-BE49-F238E27FC236}">
                    <a16:creationId xmlns:a16="http://schemas.microsoft.com/office/drawing/2014/main" id="{143A176A-5BA2-C289-F563-D2391FD96E19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" name="pg812">
                <a:extLst>
                  <a:ext uri="{FF2B5EF4-FFF2-40B4-BE49-F238E27FC236}">
                    <a16:creationId xmlns:a16="http://schemas.microsoft.com/office/drawing/2014/main" id="{B0A4A330-E771-DCF3-C61A-1077EC0885E4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" name="pg813">
                <a:extLst>
                  <a:ext uri="{FF2B5EF4-FFF2-40B4-BE49-F238E27FC236}">
                    <a16:creationId xmlns:a16="http://schemas.microsoft.com/office/drawing/2014/main" id="{CD30523C-61C1-FC84-0D59-811F36CB01EC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" name="pg814">
                <a:extLst>
                  <a:ext uri="{FF2B5EF4-FFF2-40B4-BE49-F238E27FC236}">
                    <a16:creationId xmlns:a16="http://schemas.microsoft.com/office/drawing/2014/main" id="{B07F714C-211B-9F62-72E4-565270B15F78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" name="pg815">
                <a:extLst>
                  <a:ext uri="{FF2B5EF4-FFF2-40B4-BE49-F238E27FC236}">
                    <a16:creationId xmlns:a16="http://schemas.microsoft.com/office/drawing/2014/main" id="{8C19ACA1-07FD-DCFE-3B6A-D5AD8002973A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" name="pg816">
                <a:extLst>
                  <a:ext uri="{FF2B5EF4-FFF2-40B4-BE49-F238E27FC236}">
                    <a16:creationId xmlns:a16="http://schemas.microsoft.com/office/drawing/2014/main" id="{A26CC089-C7C5-62F3-FE06-C44E08DE1AFC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" name="pg817">
                <a:extLst>
                  <a:ext uri="{FF2B5EF4-FFF2-40B4-BE49-F238E27FC236}">
                    <a16:creationId xmlns:a16="http://schemas.microsoft.com/office/drawing/2014/main" id="{B82D9BAB-CF45-68DD-78AD-FAB5A796F1ED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" name="pg818">
                <a:extLst>
                  <a:ext uri="{FF2B5EF4-FFF2-40B4-BE49-F238E27FC236}">
                    <a16:creationId xmlns:a16="http://schemas.microsoft.com/office/drawing/2014/main" id="{7892EE1B-1DD5-D6EA-E918-B9C7C0C722C5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" name="pg819">
                <a:extLst>
                  <a:ext uri="{FF2B5EF4-FFF2-40B4-BE49-F238E27FC236}">
                    <a16:creationId xmlns:a16="http://schemas.microsoft.com/office/drawing/2014/main" id="{A2D53621-2433-4FE1-4450-460D23A20EFD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" name="pg820">
                <a:extLst>
                  <a:ext uri="{FF2B5EF4-FFF2-40B4-BE49-F238E27FC236}">
                    <a16:creationId xmlns:a16="http://schemas.microsoft.com/office/drawing/2014/main" id="{F24856CA-CD7F-D40A-0580-B7DEDBA3FC79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" name="pg821">
                <a:extLst>
                  <a:ext uri="{FF2B5EF4-FFF2-40B4-BE49-F238E27FC236}">
                    <a16:creationId xmlns:a16="http://schemas.microsoft.com/office/drawing/2014/main" id="{53FB45CD-577C-2A17-22C6-F1CB8FAEC2A0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" name="pg822">
                <a:extLst>
                  <a:ext uri="{FF2B5EF4-FFF2-40B4-BE49-F238E27FC236}">
                    <a16:creationId xmlns:a16="http://schemas.microsoft.com/office/drawing/2014/main" id="{BA13BF34-DD84-33FF-9094-656E172AA171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" name="pg823">
                <a:extLst>
                  <a:ext uri="{FF2B5EF4-FFF2-40B4-BE49-F238E27FC236}">
                    <a16:creationId xmlns:a16="http://schemas.microsoft.com/office/drawing/2014/main" id="{2D459D4B-F976-B8DD-D900-6EE1FD2EC055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" name="pg824">
                <a:extLst>
                  <a:ext uri="{FF2B5EF4-FFF2-40B4-BE49-F238E27FC236}">
                    <a16:creationId xmlns:a16="http://schemas.microsoft.com/office/drawing/2014/main" id="{3E040753-4A85-8B68-4D89-89B2D75F3382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" name="pg825">
                <a:extLst>
                  <a:ext uri="{FF2B5EF4-FFF2-40B4-BE49-F238E27FC236}">
                    <a16:creationId xmlns:a16="http://schemas.microsoft.com/office/drawing/2014/main" id="{3B873BD7-2367-6F24-878D-B10ADE80E04B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" name="pg826">
                <a:extLst>
                  <a:ext uri="{FF2B5EF4-FFF2-40B4-BE49-F238E27FC236}">
                    <a16:creationId xmlns:a16="http://schemas.microsoft.com/office/drawing/2014/main" id="{0887F97F-4970-5BC0-2425-BA90BFE9BDC7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" name="pg827">
                <a:extLst>
                  <a:ext uri="{FF2B5EF4-FFF2-40B4-BE49-F238E27FC236}">
                    <a16:creationId xmlns:a16="http://schemas.microsoft.com/office/drawing/2014/main" id="{AB4912BE-8831-B4FD-C144-ED7BC220516C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" name="pg828">
                <a:extLst>
                  <a:ext uri="{FF2B5EF4-FFF2-40B4-BE49-F238E27FC236}">
                    <a16:creationId xmlns:a16="http://schemas.microsoft.com/office/drawing/2014/main" id="{626CE5CD-7E49-1B36-44F6-2881AF451A31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" name="pg829">
                <a:extLst>
                  <a:ext uri="{FF2B5EF4-FFF2-40B4-BE49-F238E27FC236}">
                    <a16:creationId xmlns:a16="http://schemas.microsoft.com/office/drawing/2014/main" id="{316EBFAC-C4F2-246C-82F8-A7DC67B95E49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" name="pg830">
                <a:extLst>
                  <a:ext uri="{FF2B5EF4-FFF2-40B4-BE49-F238E27FC236}">
                    <a16:creationId xmlns:a16="http://schemas.microsoft.com/office/drawing/2014/main" id="{A9C5C17E-9A29-DDDE-3769-695E86F889B0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" name="pg831">
                <a:extLst>
                  <a:ext uri="{FF2B5EF4-FFF2-40B4-BE49-F238E27FC236}">
                    <a16:creationId xmlns:a16="http://schemas.microsoft.com/office/drawing/2014/main" id="{2A202773-1906-0AC3-7010-981456C7F09D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" name="pg832">
                <a:extLst>
                  <a:ext uri="{FF2B5EF4-FFF2-40B4-BE49-F238E27FC236}">
                    <a16:creationId xmlns:a16="http://schemas.microsoft.com/office/drawing/2014/main" id="{61D1FE24-4BF1-4C69-0FCF-6AB53F4E22D7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" name="pg833">
                <a:extLst>
                  <a:ext uri="{FF2B5EF4-FFF2-40B4-BE49-F238E27FC236}">
                    <a16:creationId xmlns:a16="http://schemas.microsoft.com/office/drawing/2014/main" id="{17093B13-BCCF-8723-8395-440D60657B95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" name="pg834">
                <a:extLst>
                  <a:ext uri="{FF2B5EF4-FFF2-40B4-BE49-F238E27FC236}">
                    <a16:creationId xmlns:a16="http://schemas.microsoft.com/office/drawing/2014/main" id="{A46F9238-9548-FF28-B331-852B14AEEFB0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" name="pg835">
                <a:extLst>
                  <a:ext uri="{FF2B5EF4-FFF2-40B4-BE49-F238E27FC236}">
                    <a16:creationId xmlns:a16="http://schemas.microsoft.com/office/drawing/2014/main" id="{016F0771-584B-1698-4814-B21F3D7F8BE1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" name="pg836">
                <a:extLst>
                  <a:ext uri="{FF2B5EF4-FFF2-40B4-BE49-F238E27FC236}">
                    <a16:creationId xmlns:a16="http://schemas.microsoft.com/office/drawing/2014/main" id="{4789BBDC-69DD-9B7A-13ED-A395C04197FB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" name="pg837">
                <a:extLst>
                  <a:ext uri="{FF2B5EF4-FFF2-40B4-BE49-F238E27FC236}">
                    <a16:creationId xmlns:a16="http://schemas.microsoft.com/office/drawing/2014/main" id="{9AC0DBD1-A2C5-556F-90E5-EC529D4CBBB2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" name="pg838">
                <a:extLst>
                  <a:ext uri="{FF2B5EF4-FFF2-40B4-BE49-F238E27FC236}">
                    <a16:creationId xmlns:a16="http://schemas.microsoft.com/office/drawing/2014/main" id="{68C2A559-FA6C-ED60-7237-E569E670FDF6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" name="pg839">
                <a:extLst>
                  <a:ext uri="{FF2B5EF4-FFF2-40B4-BE49-F238E27FC236}">
                    <a16:creationId xmlns:a16="http://schemas.microsoft.com/office/drawing/2014/main" id="{AD5EA2E8-56EA-7FD4-23C4-F17312B06261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" name="pg840">
                <a:extLst>
                  <a:ext uri="{FF2B5EF4-FFF2-40B4-BE49-F238E27FC236}">
                    <a16:creationId xmlns:a16="http://schemas.microsoft.com/office/drawing/2014/main" id="{7EAEF14A-81AE-A926-8431-900D49CC0DC1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" name="pg841">
                <a:extLst>
                  <a:ext uri="{FF2B5EF4-FFF2-40B4-BE49-F238E27FC236}">
                    <a16:creationId xmlns:a16="http://schemas.microsoft.com/office/drawing/2014/main" id="{D1D7F484-1E84-60A9-C693-50A71F0D6433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" name="pg842">
                <a:extLst>
                  <a:ext uri="{FF2B5EF4-FFF2-40B4-BE49-F238E27FC236}">
                    <a16:creationId xmlns:a16="http://schemas.microsoft.com/office/drawing/2014/main" id="{261BE218-6F2D-2BCC-CC35-01F1E827088B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" name="pg843">
                <a:extLst>
                  <a:ext uri="{FF2B5EF4-FFF2-40B4-BE49-F238E27FC236}">
                    <a16:creationId xmlns:a16="http://schemas.microsoft.com/office/drawing/2014/main" id="{8562EDAA-E515-9C83-3C1C-A25166FBBA0C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" name="pg844">
                <a:extLst>
                  <a:ext uri="{FF2B5EF4-FFF2-40B4-BE49-F238E27FC236}">
                    <a16:creationId xmlns:a16="http://schemas.microsoft.com/office/drawing/2014/main" id="{AD7EEEE7-9755-6FEE-EB3A-AB5ED449CB5A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" name="pg845">
                <a:extLst>
                  <a:ext uri="{FF2B5EF4-FFF2-40B4-BE49-F238E27FC236}">
                    <a16:creationId xmlns:a16="http://schemas.microsoft.com/office/drawing/2014/main" id="{D6F22E3D-5C93-F27B-1905-E99DE67D3A13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" name="pg846">
                <a:extLst>
                  <a:ext uri="{FF2B5EF4-FFF2-40B4-BE49-F238E27FC236}">
                    <a16:creationId xmlns:a16="http://schemas.microsoft.com/office/drawing/2014/main" id="{3A3D7231-31C3-EDF9-8B43-1EEFD9A34F20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" name="pg847">
                <a:extLst>
                  <a:ext uri="{FF2B5EF4-FFF2-40B4-BE49-F238E27FC236}">
                    <a16:creationId xmlns:a16="http://schemas.microsoft.com/office/drawing/2014/main" id="{4AFA9A9B-FB70-CC4C-CA1B-A6BF87B58B75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" name="pg848">
                <a:extLst>
                  <a:ext uri="{FF2B5EF4-FFF2-40B4-BE49-F238E27FC236}">
                    <a16:creationId xmlns:a16="http://schemas.microsoft.com/office/drawing/2014/main" id="{34FD5E41-FCF9-7918-F9B5-9F1629BF97FD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" name="pg849">
                <a:extLst>
                  <a:ext uri="{FF2B5EF4-FFF2-40B4-BE49-F238E27FC236}">
                    <a16:creationId xmlns:a16="http://schemas.microsoft.com/office/drawing/2014/main" id="{C68E33E5-587E-3023-C84A-EDA42BEE98CF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" name="pg850">
                <a:extLst>
                  <a:ext uri="{FF2B5EF4-FFF2-40B4-BE49-F238E27FC236}">
                    <a16:creationId xmlns:a16="http://schemas.microsoft.com/office/drawing/2014/main" id="{A3AAA15E-CAC0-C1A8-EF6D-AAB81797F05F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" name="pg851">
                <a:extLst>
                  <a:ext uri="{FF2B5EF4-FFF2-40B4-BE49-F238E27FC236}">
                    <a16:creationId xmlns:a16="http://schemas.microsoft.com/office/drawing/2014/main" id="{94A503DF-6CC7-4EFA-92E4-450E75C8E443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" name="pg852">
                <a:extLst>
                  <a:ext uri="{FF2B5EF4-FFF2-40B4-BE49-F238E27FC236}">
                    <a16:creationId xmlns:a16="http://schemas.microsoft.com/office/drawing/2014/main" id="{7F04CEBD-0CC8-0BC8-2C1D-92CE240CA8F1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" name="pg853">
                <a:extLst>
                  <a:ext uri="{FF2B5EF4-FFF2-40B4-BE49-F238E27FC236}">
                    <a16:creationId xmlns:a16="http://schemas.microsoft.com/office/drawing/2014/main" id="{FFB65324-5B86-192D-3636-7AE483286D8C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" name="pg854">
                <a:extLst>
                  <a:ext uri="{FF2B5EF4-FFF2-40B4-BE49-F238E27FC236}">
                    <a16:creationId xmlns:a16="http://schemas.microsoft.com/office/drawing/2014/main" id="{EE8524FD-1306-A33B-C157-B43F66BA1386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" name="pg855">
                <a:extLst>
                  <a:ext uri="{FF2B5EF4-FFF2-40B4-BE49-F238E27FC236}">
                    <a16:creationId xmlns:a16="http://schemas.microsoft.com/office/drawing/2014/main" id="{58983795-30EF-7171-C7AE-17E03CA1902F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" name="pg856">
                <a:extLst>
                  <a:ext uri="{FF2B5EF4-FFF2-40B4-BE49-F238E27FC236}">
                    <a16:creationId xmlns:a16="http://schemas.microsoft.com/office/drawing/2014/main" id="{819E5793-3438-1D12-D3AA-23D3B9BC76F6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" name="pg857">
                <a:extLst>
                  <a:ext uri="{FF2B5EF4-FFF2-40B4-BE49-F238E27FC236}">
                    <a16:creationId xmlns:a16="http://schemas.microsoft.com/office/drawing/2014/main" id="{101797EE-F456-9C2C-48DD-F3B3934166BF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" name="pg858">
                <a:extLst>
                  <a:ext uri="{FF2B5EF4-FFF2-40B4-BE49-F238E27FC236}">
                    <a16:creationId xmlns:a16="http://schemas.microsoft.com/office/drawing/2014/main" id="{5B548AEF-8D57-1E0D-E0BB-2D8D44E088EA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" name="pg859">
                <a:extLst>
                  <a:ext uri="{FF2B5EF4-FFF2-40B4-BE49-F238E27FC236}">
                    <a16:creationId xmlns:a16="http://schemas.microsoft.com/office/drawing/2014/main" id="{89128A63-4939-C71B-1BCD-F5CEE03C69E3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" name="pg860">
                <a:extLst>
                  <a:ext uri="{FF2B5EF4-FFF2-40B4-BE49-F238E27FC236}">
                    <a16:creationId xmlns:a16="http://schemas.microsoft.com/office/drawing/2014/main" id="{B88BBF17-D994-7965-7A9B-9F15F58262C1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" name="pg861">
                <a:extLst>
                  <a:ext uri="{FF2B5EF4-FFF2-40B4-BE49-F238E27FC236}">
                    <a16:creationId xmlns:a16="http://schemas.microsoft.com/office/drawing/2014/main" id="{EBCD3B20-AA77-617D-5EC7-EE0D3D3BAE79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" name="pg862">
                <a:extLst>
                  <a:ext uri="{FF2B5EF4-FFF2-40B4-BE49-F238E27FC236}">
                    <a16:creationId xmlns:a16="http://schemas.microsoft.com/office/drawing/2014/main" id="{C2B084B7-1382-FD2E-FE7D-D29439C1EA46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" name="pg863">
                <a:extLst>
                  <a:ext uri="{FF2B5EF4-FFF2-40B4-BE49-F238E27FC236}">
                    <a16:creationId xmlns:a16="http://schemas.microsoft.com/office/drawing/2014/main" id="{2E848D40-6D1A-7D57-3454-0E29DE0D4D4F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" name="pg864">
                <a:extLst>
                  <a:ext uri="{FF2B5EF4-FFF2-40B4-BE49-F238E27FC236}">
                    <a16:creationId xmlns:a16="http://schemas.microsoft.com/office/drawing/2014/main" id="{01609B50-F3F3-C630-598B-F55D0F348DC3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" name="pg865">
                <a:extLst>
                  <a:ext uri="{FF2B5EF4-FFF2-40B4-BE49-F238E27FC236}">
                    <a16:creationId xmlns:a16="http://schemas.microsoft.com/office/drawing/2014/main" id="{92ACDEDB-7088-E07F-E2C6-4590803D478C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" name="pg866">
                <a:extLst>
                  <a:ext uri="{FF2B5EF4-FFF2-40B4-BE49-F238E27FC236}">
                    <a16:creationId xmlns:a16="http://schemas.microsoft.com/office/drawing/2014/main" id="{36C8BC44-83B1-FD36-56BA-A59DB58019CE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" name="pg867">
                <a:extLst>
                  <a:ext uri="{FF2B5EF4-FFF2-40B4-BE49-F238E27FC236}">
                    <a16:creationId xmlns:a16="http://schemas.microsoft.com/office/drawing/2014/main" id="{F92CD173-4E14-0EB0-7639-651D085083AE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" name="pg868">
                <a:extLst>
                  <a:ext uri="{FF2B5EF4-FFF2-40B4-BE49-F238E27FC236}">
                    <a16:creationId xmlns:a16="http://schemas.microsoft.com/office/drawing/2014/main" id="{027ED40E-6CA2-CA75-5C4B-8449BC3875FF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" name="pg869">
                <a:extLst>
                  <a:ext uri="{FF2B5EF4-FFF2-40B4-BE49-F238E27FC236}">
                    <a16:creationId xmlns:a16="http://schemas.microsoft.com/office/drawing/2014/main" id="{F3FCFA13-FCC9-7CF7-204E-0AA18AE43040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" name="pg870">
                <a:extLst>
                  <a:ext uri="{FF2B5EF4-FFF2-40B4-BE49-F238E27FC236}">
                    <a16:creationId xmlns:a16="http://schemas.microsoft.com/office/drawing/2014/main" id="{E921075D-E011-CBEB-254E-F338B3FE6555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" name="pg871">
                <a:extLst>
                  <a:ext uri="{FF2B5EF4-FFF2-40B4-BE49-F238E27FC236}">
                    <a16:creationId xmlns:a16="http://schemas.microsoft.com/office/drawing/2014/main" id="{C553FCAE-A046-9B65-1092-B7BCF72B4BDB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" name="pg872">
                <a:extLst>
                  <a:ext uri="{FF2B5EF4-FFF2-40B4-BE49-F238E27FC236}">
                    <a16:creationId xmlns:a16="http://schemas.microsoft.com/office/drawing/2014/main" id="{BC7BB3DD-C3C5-CAB0-CE56-2AF9C8F3926A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" name="pg873">
                <a:extLst>
                  <a:ext uri="{FF2B5EF4-FFF2-40B4-BE49-F238E27FC236}">
                    <a16:creationId xmlns:a16="http://schemas.microsoft.com/office/drawing/2014/main" id="{40804FD0-3C2B-3C88-85F9-03F92430E89E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" name="pg874">
                <a:extLst>
                  <a:ext uri="{FF2B5EF4-FFF2-40B4-BE49-F238E27FC236}">
                    <a16:creationId xmlns:a16="http://schemas.microsoft.com/office/drawing/2014/main" id="{50170099-2AF4-0DAA-CDD1-57495BEA66E3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" name="pg875">
                <a:extLst>
                  <a:ext uri="{FF2B5EF4-FFF2-40B4-BE49-F238E27FC236}">
                    <a16:creationId xmlns:a16="http://schemas.microsoft.com/office/drawing/2014/main" id="{F8A060F2-5A2D-4262-A88E-2D87A76CF7DF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" name="pg876">
                <a:extLst>
                  <a:ext uri="{FF2B5EF4-FFF2-40B4-BE49-F238E27FC236}">
                    <a16:creationId xmlns:a16="http://schemas.microsoft.com/office/drawing/2014/main" id="{2F2D9ED2-3AF5-FC17-41E0-DDBF50AFAE26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" name="pg877">
                <a:extLst>
                  <a:ext uri="{FF2B5EF4-FFF2-40B4-BE49-F238E27FC236}">
                    <a16:creationId xmlns:a16="http://schemas.microsoft.com/office/drawing/2014/main" id="{0BEFE172-2D91-2745-383E-C1AC6D125FAB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" name="pg878">
                <a:extLst>
                  <a:ext uri="{FF2B5EF4-FFF2-40B4-BE49-F238E27FC236}">
                    <a16:creationId xmlns:a16="http://schemas.microsoft.com/office/drawing/2014/main" id="{8697A128-DEFA-10E7-EAD9-F6A91773CF54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" name="pg879">
                <a:extLst>
                  <a:ext uri="{FF2B5EF4-FFF2-40B4-BE49-F238E27FC236}">
                    <a16:creationId xmlns:a16="http://schemas.microsoft.com/office/drawing/2014/main" id="{616700C1-25A1-D215-5655-06F6DECEEB70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" name="pg880">
                <a:extLst>
                  <a:ext uri="{FF2B5EF4-FFF2-40B4-BE49-F238E27FC236}">
                    <a16:creationId xmlns:a16="http://schemas.microsoft.com/office/drawing/2014/main" id="{3D82CAD8-E086-3164-F7BA-2660209034F2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" name="pg881">
                <a:extLst>
                  <a:ext uri="{FF2B5EF4-FFF2-40B4-BE49-F238E27FC236}">
                    <a16:creationId xmlns:a16="http://schemas.microsoft.com/office/drawing/2014/main" id="{35CF0CFB-585D-0CB4-2287-1702CEBEF817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" name="pg882">
                <a:extLst>
                  <a:ext uri="{FF2B5EF4-FFF2-40B4-BE49-F238E27FC236}">
                    <a16:creationId xmlns:a16="http://schemas.microsoft.com/office/drawing/2014/main" id="{C5F6D796-FEA5-016A-FF5D-C3AC6D4387C3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" name="pg883">
                <a:extLst>
                  <a:ext uri="{FF2B5EF4-FFF2-40B4-BE49-F238E27FC236}">
                    <a16:creationId xmlns:a16="http://schemas.microsoft.com/office/drawing/2014/main" id="{5E83B21D-91FE-0168-C1ED-F59A7548E45A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" name="pg884">
                <a:extLst>
                  <a:ext uri="{FF2B5EF4-FFF2-40B4-BE49-F238E27FC236}">
                    <a16:creationId xmlns:a16="http://schemas.microsoft.com/office/drawing/2014/main" id="{FC3D35DE-F168-F0F6-5281-FF0CD1DABFBC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" name="pg885">
                <a:extLst>
                  <a:ext uri="{FF2B5EF4-FFF2-40B4-BE49-F238E27FC236}">
                    <a16:creationId xmlns:a16="http://schemas.microsoft.com/office/drawing/2014/main" id="{AFFB21C4-4172-6F0F-7D82-523FBB3E8B89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" name="pg886">
                <a:extLst>
                  <a:ext uri="{FF2B5EF4-FFF2-40B4-BE49-F238E27FC236}">
                    <a16:creationId xmlns:a16="http://schemas.microsoft.com/office/drawing/2014/main" id="{BEEE23CD-AB03-0B68-2724-380D951464EB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" name="pg887">
                <a:extLst>
                  <a:ext uri="{FF2B5EF4-FFF2-40B4-BE49-F238E27FC236}">
                    <a16:creationId xmlns:a16="http://schemas.microsoft.com/office/drawing/2014/main" id="{83C9CBF2-0C38-9C3A-FF68-98EAAE888616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" name="pg888">
                <a:extLst>
                  <a:ext uri="{FF2B5EF4-FFF2-40B4-BE49-F238E27FC236}">
                    <a16:creationId xmlns:a16="http://schemas.microsoft.com/office/drawing/2014/main" id="{89CE4703-2770-A26B-D1A1-7DDA068FA0E7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" name="pg889">
                <a:extLst>
                  <a:ext uri="{FF2B5EF4-FFF2-40B4-BE49-F238E27FC236}">
                    <a16:creationId xmlns:a16="http://schemas.microsoft.com/office/drawing/2014/main" id="{5BCE7BA7-FFD8-E915-5CA9-CE87E84E4D86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" name="pg890">
                <a:extLst>
                  <a:ext uri="{FF2B5EF4-FFF2-40B4-BE49-F238E27FC236}">
                    <a16:creationId xmlns:a16="http://schemas.microsoft.com/office/drawing/2014/main" id="{395F0039-B93A-D920-E59F-35FF1C4C6C8B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" name="pg891">
                <a:extLst>
                  <a:ext uri="{FF2B5EF4-FFF2-40B4-BE49-F238E27FC236}">
                    <a16:creationId xmlns:a16="http://schemas.microsoft.com/office/drawing/2014/main" id="{7588E316-BBA3-3B54-3C10-612C89360F14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" name="pg892">
                <a:extLst>
                  <a:ext uri="{FF2B5EF4-FFF2-40B4-BE49-F238E27FC236}">
                    <a16:creationId xmlns:a16="http://schemas.microsoft.com/office/drawing/2014/main" id="{DCA7BA10-049B-1C4D-069C-E8B24B8C5C92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" name="pg893">
                <a:extLst>
                  <a:ext uri="{FF2B5EF4-FFF2-40B4-BE49-F238E27FC236}">
                    <a16:creationId xmlns:a16="http://schemas.microsoft.com/office/drawing/2014/main" id="{B24A945A-C74B-5E30-D207-F31914D03F16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" name="pg894">
                <a:extLst>
                  <a:ext uri="{FF2B5EF4-FFF2-40B4-BE49-F238E27FC236}">
                    <a16:creationId xmlns:a16="http://schemas.microsoft.com/office/drawing/2014/main" id="{6BE37CE6-D27E-334E-E4F9-101EED897C53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" name="pg895">
                <a:extLst>
                  <a:ext uri="{FF2B5EF4-FFF2-40B4-BE49-F238E27FC236}">
                    <a16:creationId xmlns:a16="http://schemas.microsoft.com/office/drawing/2014/main" id="{23AF254E-2525-3B67-6508-7FA358954041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" name="pg896">
                <a:extLst>
                  <a:ext uri="{FF2B5EF4-FFF2-40B4-BE49-F238E27FC236}">
                    <a16:creationId xmlns:a16="http://schemas.microsoft.com/office/drawing/2014/main" id="{91A55683-6565-B389-A098-A3677404F880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" name="pg897">
                <a:extLst>
                  <a:ext uri="{FF2B5EF4-FFF2-40B4-BE49-F238E27FC236}">
                    <a16:creationId xmlns:a16="http://schemas.microsoft.com/office/drawing/2014/main" id="{636ABD46-3C7F-A0B7-58BA-95868924CF4F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" name="pg898">
                <a:extLst>
                  <a:ext uri="{FF2B5EF4-FFF2-40B4-BE49-F238E27FC236}">
                    <a16:creationId xmlns:a16="http://schemas.microsoft.com/office/drawing/2014/main" id="{58697DC4-5880-2CCA-6BE7-26F090F60C2E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" name="pg899">
                <a:extLst>
                  <a:ext uri="{FF2B5EF4-FFF2-40B4-BE49-F238E27FC236}">
                    <a16:creationId xmlns:a16="http://schemas.microsoft.com/office/drawing/2014/main" id="{39A04EAE-27E5-9835-F1C4-3133BA86863A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" name="pg900">
                <a:extLst>
                  <a:ext uri="{FF2B5EF4-FFF2-40B4-BE49-F238E27FC236}">
                    <a16:creationId xmlns:a16="http://schemas.microsoft.com/office/drawing/2014/main" id="{A9F6E67E-CEDF-8DF3-5290-C2A59A6CAD48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" name="pg901">
                <a:extLst>
                  <a:ext uri="{FF2B5EF4-FFF2-40B4-BE49-F238E27FC236}">
                    <a16:creationId xmlns:a16="http://schemas.microsoft.com/office/drawing/2014/main" id="{1C9789A1-7334-B33B-46D4-0706836181C5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" name="pg902">
                <a:extLst>
                  <a:ext uri="{FF2B5EF4-FFF2-40B4-BE49-F238E27FC236}">
                    <a16:creationId xmlns:a16="http://schemas.microsoft.com/office/drawing/2014/main" id="{DFA71CB8-8F5A-EC1D-456C-3A95AD040014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" name="pg903">
                <a:extLst>
                  <a:ext uri="{FF2B5EF4-FFF2-40B4-BE49-F238E27FC236}">
                    <a16:creationId xmlns:a16="http://schemas.microsoft.com/office/drawing/2014/main" id="{EAE54457-0A32-8830-E9C7-48BA7AD4897D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" name="pg904">
                <a:extLst>
                  <a:ext uri="{FF2B5EF4-FFF2-40B4-BE49-F238E27FC236}">
                    <a16:creationId xmlns:a16="http://schemas.microsoft.com/office/drawing/2014/main" id="{DDCA638D-B82F-DE27-42A0-AC15F4CA0F61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" name="pg905">
                <a:extLst>
                  <a:ext uri="{FF2B5EF4-FFF2-40B4-BE49-F238E27FC236}">
                    <a16:creationId xmlns:a16="http://schemas.microsoft.com/office/drawing/2014/main" id="{2198C351-22FE-7E33-2F85-7B54A6DF13DF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" name="pg906">
                <a:extLst>
                  <a:ext uri="{FF2B5EF4-FFF2-40B4-BE49-F238E27FC236}">
                    <a16:creationId xmlns:a16="http://schemas.microsoft.com/office/drawing/2014/main" id="{D0AB254D-7EF8-4C1F-987A-86AAFE07FF80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" name="pg907">
                <a:extLst>
                  <a:ext uri="{FF2B5EF4-FFF2-40B4-BE49-F238E27FC236}">
                    <a16:creationId xmlns:a16="http://schemas.microsoft.com/office/drawing/2014/main" id="{609CB35A-3799-111A-00AB-A9E56A202397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" name="pg908">
                <a:extLst>
                  <a:ext uri="{FF2B5EF4-FFF2-40B4-BE49-F238E27FC236}">
                    <a16:creationId xmlns:a16="http://schemas.microsoft.com/office/drawing/2014/main" id="{30A4233E-B55F-AE7F-CD98-03233F32FE03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" name="pg909">
                <a:extLst>
                  <a:ext uri="{FF2B5EF4-FFF2-40B4-BE49-F238E27FC236}">
                    <a16:creationId xmlns:a16="http://schemas.microsoft.com/office/drawing/2014/main" id="{19931A27-B550-030D-0F99-34B4B42AEE86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" name="pg910">
                <a:extLst>
                  <a:ext uri="{FF2B5EF4-FFF2-40B4-BE49-F238E27FC236}">
                    <a16:creationId xmlns:a16="http://schemas.microsoft.com/office/drawing/2014/main" id="{20DF5E64-BB97-D0AE-2496-C55AB11526A0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" name="pg911">
                <a:extLst>
                  <a:ext uri="{FF2B5EF4-FFF2-40B4-BE49-F238E27FC236}">
                    <a16:creationId xmlns:a16="http://schemas.microsoft.com/office/drawing/2014/main" id="{47763D39-7A80-7281-118F-4490AC322D63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" name="pg912">
                <a:extLst>
                  <a:ext uri="{FF2B5EF4-FFF2-40B4-BE49-F238E27FC236}">
                    <a16:creationId xmlns:a16="http://schemas.microsoft.com/office/drawing/2014/main" id="{51F8A4DF-A8BB-7B2B-3FC8-24139989F770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" name="pg913">
                <a:extLst>
                  <a:ext uri="{FF2B5EF4-FFF2-40B4-BE49-F238E27FC236}">
                    <a16:creationId xmlns:a16="http://schemas.microsoft.com/office/drawing/2014/main" id="{47DE0A6A-C06B-2B84-CA34-E348E4610658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" name="pg914">
                <a:extLst>
                  <a:ext uri="{FF2B5EF4-FFF2-40B4-BE49-F238E27FC236}">
                    <a16:creationId xmlns:a16="http://schemas.microsoft.com/office/drawing/2014/main" id="{FEE2180F-2E99-584A-134C-8045F27C5805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" name="pg915">
                <a:extLst>
                  <a:ext uri="{FF2B5EF4-FFF2-40B4-BE49-F238E27FC236}">
                    <a16:creationId xmlns:a16="http://schemas.microsoft.com/office/drawing/2014/main" id="{C9D3D039-CDEB-AA67-847D-70F4B636ADB9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" name="pg916">
                <a:extLst>
                  <a:ext uri="{FF2B5EF4-FFF2-40B4-BE49-F238E27FC236}">
                    <a16:creationId xmlns:a16="http://schemas.microsoft.com/office/drawing/2014/main" id="{84272A03-FF39-B37A-E4D1-02D78AEBE4B4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" name="pg917">
                <a:extLst>
                  <a:ext uri="{FF2B5EF4-FFF2-40B4-BE49-F238E27FC236}">
                    <a16:creationId xmlns:a16="http://schemas.microsoft.com/office/drawing/2014/main" id="{DEE34AF3-7019-DC8E-D7B9-08991959E6EF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" name="pg918">
                <a:extLst>
                  <a:ext uri="{FF2B5EF4-FFF2-40B4-BE49-F238E27FC236}">
                    <a16:creationId xmlns:a16="http://schemas.microsoft.com/office/drawing/2014/main" id="{632AAB7C-AF38-3A81-42D9-75349A51F05B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" name="pg919">
                <a:extLst>
                  <a:ext uri="{FF2B5EF4-FFF2-40B4-BE49-F238E27FC236}">
                    <a16:creationId xmlns:a16="http://schemas.microsoft.com/office/drawing/2014/main" id="{0FA5A8C5-764F-A3C2-DA90-6AAAD128DDE7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" name="pg920">
                <a:extLst>
                  <a:ext uri="{FF2B5EF4-FFF2-40B4-BE49-F238E27FC236}">
                    <a16:creationId xmlns:a16="http://schemas.microsoft.com/office/drawing/2014/main" id="{4FAB26B5-846E-75BB-E01E-64E67FEB115C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" name="pg921">
                <a:extLst>
                  <a:ext uri="{FF2B5EF4-FFF2-40B4-BE49-F238E27FC236}">
                    <a16:creationId xmlns:a16="http://schemas.microsoft.com/office/drawing/2014/main" id="{0348181E-0B76-65D0-46A2-18355DC77A4D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" name="pg922">
                <a:extLst>
                  <a:ext uri="{FF2B5EF4-FFF2-40B4-BE49-F238E27FC236}">
                    <a16:creationId xmlns:a16="http://schemas.microsoft.com/office/drawing/2014/main" id="{211162E5-3321-DD69-C4ED-133C1BD2C4A5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" name="pg923">
                <a:extLst>
                  <a:ext uri="{FF2B5EF4-FFF2-40B4-BE49-F238E27FC236}">
                    <a16:creationId xmlns:a16="http://schemas.microsoft.com/office/drawing/2014/main" id="{09E74822-0755-9DBA-46D1-8770A0C51603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" name="pg924">
                <a:extLst>
                  <a:ext uri="{FF2B5EF4-FFF2-40B4-BE49-F238E27FC236}">
                    <a16:creationId xmlns:a16="http://schemas.microsoft.com/office/drawing/2014/main" id="{D47E2E19-7924-97A7-622D-73D8B6C50463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" name="pg925">
                <a:extLst>
                  <a:ext uri="{FF2B5EF4-FFF2-40B4-BE49-F238E27FC236}">
                    <a16:creationId xmlns:a16="http://schemas.microsoft.com/office/drawing/2014/main" id="{B9EE3C10-4BE3-F563-E23C-0C912E36B762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" name="pg926">
                <a:extLst>
                  <a:ext uri="{FF2B5EF4-FFF2-40B4-BE49-F238E27FC236}">
                    <a16:creationId xmlns:a16="http://schemas.microsoft.com/office/drawing/2014/main" id="{4169161F-4507-DE5B-9F1C-889CC23FCE6B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" name="pg927">
                <a:extLst>
                  <a:ext uri="{FF2B5EF4-FFF2-40B4-BE49-F238E27FC236}">
                    <a16:creationId xmlns:a16="http://schemas.microsoft.com/office/drawing/2014/main" id="{3B89F626-A861-B95E-B1D0-CF03721A0600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" name="pg928">
                <a:extLst>
                  <a:ext uri="{FF2B5EF4-FFF2-40B4-BE49-F238E27FC236}">
                    <a16:creationId xmlns:a16="http://schemas.microsoft.com/office/drawing/2014/main" id="{057924F6-993D-4314-27DB-71475A18E016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" name="pg929">
                <a:extLst>
                  <a:ext uri="{FF2B5EF4-FFF2-40B4-BE49-F238E27FC236}">
                    <a16:creationId xmlns:a16="http://schemas.microsoft.com/office/drawing/2014/main" id="{6051AD2A-DA0A-4D64-DF94-7436BFA51333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" name="pg930">
                <a:extLst>
                  <a:ext uri="{FF2B5EF4-FFF2-40B4-BE49-F238E27FC236}">
                    <a16:creationId xmlns:a16="http://schemas.microsoft.com/office/drawing/2014/main" id="{4709E0CA-5031-9D27-5D5A-C4BBB59CDB36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" name="pg931">
                <a:extLst>
                  <a:ext uri="{FF2B5EF4-FFF2-40B4-BE49-F238E27FC236}">
                    <a16:creationId xmlns:a16="http://schemas.microsoft.com/office/drawing/2014/main" id="{8DE18B13-2F4A-0DD0-A98A-571D621482E9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" name="pg932">
                <a:extLst>
                  <a:ext uri="{FF2B5EF4-FFF2-40B4-BE49-F238E27FC236}">
                    <a16:creationId xmlns:a16="http://schemas.microsoft.com/office/drawing/2014/main" id="{08E23E80-66CB-30FC-6AF7-8E945360B7D9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" name="pg933">
                <a:extLst>
                  <a:ext uri="{FF2B5EF4-FFF2-40B4-BE49-F238E27FC236}">
                    <a16:creationId xmlns:a16="http://schemas.microsoft.com/office/drawing/2014/main" id="{F70A7C63-D4D6-3880-AE2A-177F41196F92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" name="pg934">
                <a:extLst>
                  <a:ext uri="{FF2B5EF4-FFF2-40B4-BE49-F238E27FC236}">
                    <a16:creationId xmlns:a16="http://schemas.microsoft.com/office/drawing/2014/main" id="{5A0B0599-84A9-8D38-93E6-473DB12457CF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5" name="pg935">
                <a:extLst>
                  <a:ext uri="{FF2B5EF4-FFF2-40B4-BE49-F238E27FC236}">
                    <a16:creationId xmlns:a16="http://schemas.microsoft.com/office/drawing/2014/main" id="{DB26692C-72B6-1500-20B6-DA5A53483BD7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6" name="pg936">
                <a:extLst>
                  <a:ext uri="{FF2B5EF4-FFF2-40B4-BE49-F238E27FC236}">
                    <a16:creationId xmlns:a16="http://schemas.microsoft.com/office/drawing/2014/main" id="{AF9FEBEF-0042-DBD7-F8F9-A138728175E7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" name="pg937">
                <a:extLst>
                  <a:ext uri="{FF2B5EF4-FFF2-40B4-BE49-F238E27FC236}">
                    <a16:creationId xmlns:a16="http://schemas.microsoft.com/office/drawing/2014/main" id="{B4AF1EF2-3961-6A3B-3AF7-2695A4EDD106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8" name="pg938">
                <a:extLst>
                  <a:ext uri="{FF2B5EF4-FFF2-40B4-BE49-F238E27FC236}">
                    <a16:creationId xmlns:a16="http://schemas.microsoft.com/office/drawing/2014/main" id="{1B0B8F69-F967-D7CE-3C22-8B57C569930C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9" name="pg939">
                <a:extLst>
                  <a:ext uri="{FF2B5EF4-FFF2-40B4-BE49-F238E27FC236}">
                    <a16:creationId xmlns:a16="http://schemas.microsoft.com/office/drawing/2014/main" id="{3C03206B-3E26-ED7E-73CA-A6A7D5104D90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0" name="pg940">
                <a:extLst>
                  <a:ext uri="{FF2B5EF4-FFF2-40B4-BE49-F238E27FC236}">
                    <a16:creationId xmlns:a16="http://schemas.microsoft.com/office/drawing/2014/main" id="{27C61C47-A06B-1535-F70C-D537CE314A5B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" name="pg941">
                <a:extLst>
                  <a:ext uri="{FF2B5EF4-FFF2-40B4-BE49-F238E27FC236}">
                    <a16:creationId xmlns:a16="http://schemas.microsoft.com/office/drawing/2014/main" id="{0CAFA192-8D9F-0ACC-45FA-61212B1D9694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" name="pg942">
                <a:extLst>
                  <a:ext uri="{FF2B5EF4-FFF2-40B4-BE49-F238E27FC236}">
                    <a16:creationId xmlns:a16="http://schemas.microsoft.com/office/drawing/2014/main" id="{A98C7745-1FB3-7EDC-5A54-5FE093677E5F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" name="pg943">
                <a:extLst>
                  <a:ext uri="{FF2B5EF4-FFF2-40B4-BE49-F238E27FC236}">
                    <a16:creationId xmlns:a16="http://schemas.microsoft.com/office/drawing/2014/main" id="{779A7919-2177-B26F-7CBB-83EAD7080022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" name="pg944">
                <a:extLst>
                  <a:ext uri="{FF2B5EF4-FFF2-40B4-BE49-F238E27FC236}">
                    <a16:creationId xmlns:a16="http://schemas.microsoft.com/office/drawing/2014/main" id="{982B23D7-BB86-1616-67F5-0426B49B7E4F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" name="pg945">
                <a:extLst>
                  <a:ext uri="{FF2B5EF4-FFF2-40B4-BE49-F238E27FC236}">
                    <a16:creationId xmlns:a16="http://schemas.microsoft.com/office/drawing/2014/main" id="{4112B9ED-5903-C338-0934-58300FE8856B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" name="pg946">
                <a:extLst>
                  <a:ext uri="{FF2B5EF4-FFF2-40B4-BE49-F238E27FC236}">
                    <a16:creationId xmlns:a16="http://schemas.microsoft.com/office/drawing/2014/main" id="{5F7E2205-079C-13C1-35E2-F200D6878C44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" name="pg947">
                <a:extLst>
                  <a:ext uri="{FF2B5EF4-FFF2-40B4-BE49-F238E27FC236}">
                    <a16:creationId xmlns:a16="http://schemas.microsoft.com/office/drawing/2014/main" id="{6C37274E-2783-3217-82FA-FFDD1B81160A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" name="pg948">
                <a:extLst>
                  <a:ext uri="{FF2B5EF4-FFF2-40B4-BE49-F238E27FC236}">
                    <a16:creationId xmlns:a16="http://schemas.microsoft.com/office/drawing/2014/main" id="{FB63A78C-5735-7106-0068-59AA2EAD7F22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" name="pg949">
                <a:extLst>
                  <a:ext uri="{FF2B5EF4-FFF2-40B4-BE49-F238E27FC236}">
                    <a16:creationId xmlns:a16="http://schemas.microsoft.com/office/drawing/2014/main" id="{199237DF-6610-D968-1555-8FC1D3E43CDF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" name="pg950">
                <a:extLst>
                  <a:ext uri="{FF2B5EF4-FFF2-40B4-BE49-F238E27FC236}">
                    <a16:creationId xmlns:a16="http://schemas.microsoft.com/office/drawing/2014/main" id="{B65A3A8D-140F-4B29-E07A-9F3676C7056F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" name="pg951">
                <a:extLst>
                  <a:ext uri="{FF2B5EF4-FFF2-40B4-BE49-F238E27FC236}">
                    <a16:creationId xmlns:a16="http://schemas.microsoft.com/office/drawing/2014/main" id="{928D4820-7CDB-2E15-7BCE-C5E36E52EFFC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" name="pg952">
                <a:extLst>
                  <a:ext uri="{FF2B5EF4-FFF2-40B4-BE49-F238E27FC236}">
                    <a16:creationId xmlns:a16="http://schemas.microsoft.com/office/drawing/2014/main" id="{F7D00055-14AD-4D16-DA99-92FF20C76E41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" name="pg953">
                <a:extLst>
                  <a:ext uri="{FF2B5EF4-FFF2-40B4-BE49-F238E27FC236}">
                    <a16:creationId xmlns:a16="http://schemas.microsoft.com/office/drawing/2014/main" id="{9C7E0450-F766-E817-211E-E4F74A53DE7B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" name="pg954">
                <a:extLst>
                  <a:ext uri="{FF2B5EF4-FFF2-40B4-BE49-F238E27FC236}">
                    <a16:creationId xmlns:a16="http://schemas.microsoft.com/office/drawing/2014/main" id="{B4F7E150-3C66-7889-9762-69B1AC63CC0E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" name="pg955">
                <a:extLst>
                  <a:ext uri="{FF2B5EF4-FFF2-40B4-BE49-F238E27FC236}">
                    <a16:creationId xmlns:a16="http://schemas.microsoft.com/office/drawing/2014/main" id="{264ADDB8-953B-62A4-651B-882D2BD6E1AC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" name="pg956">
                <a:extLst>
                  <a:ext uri="{FF2B5EF4-FFF2-40B4-BE49-F238E27FC236}">
                    <a16:creationId xmlns:a16="http://schemas.microsoft.com/office/drawing/2014/main" id="{264F8A33-5226-329D-470C-B8D4F983B9ED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" name="pg957">
                <a:extLst>
                  <a:ext uri="{FF2B5EF4-FFF2-40B4-BE49-F238E27FC236}">
                    <a16:creationId xmlns:a16="http://schemas.microsoft.com/office/drawing/2014/main" id="{691E6A5C-7C81-EABC-3494-16E87FACAE85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" name="pg958">
                <a:extLst>
                  <a:ext uri="{FF2B5EF4-FFF2-40B4-BE49-F238E27FC236}">
                    <a16:creationId xmlns:a16="http://schemas.microsoft.com/office/drawing/2014/main" id="{0ACAAC9B-1D4F-6028-5025-34C4C5963C11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" name="pg959">
                <a:extLst>
                  <a:ext uri="{FF2B5EF4-FFF2-40B4-BE49-F238E27FC236}">
                    <a16:creationId xmlns:a16="http://schemas.microsoft.com/office/drawing/2014/main" id="{073394B8-F0F4-9627-8C99-0EC89803B0A3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" name="pg960">
                <a:extLst>
                  <a:ext uri="{FF2B5EF4-FFF2-40B4-BE49-F238E27FC236}">
                    <a16:creationId xmlns:a16="http://schemas.microsoft.com/office/drawing/2014/main" id="{40EC9BC9-C2CF-2015-A7FC-45109DF93223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" name="pg961">
                <a:extLst>
                  <a:ext uri="{FF2B5EF4-FFF2-40B4-BE49-F238E27FC236}">
                    <a16:creationId xmlns:a16="http://schemas.microsoft.com/office/drawing/2014/main" id="{0D8ADC13-51C1-EF10-B9DB-3DADA4E50AC5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" name="pg962">
                <a:extLst>
                  <a:ext uri="{FF2B5EF4-FFF2-40B4-BE49-F238E27FC236}">
                    <a16:creationId xmlns:a16="http://schemas.microsoft.com/office/drawing/2014/main" id="{469C7F11-566A-1A6F-76E1-BB5689EC6834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" name="pg963">
                <a:extLst>
                  <a:ext uri="{FF2B5EF4-FFF2-40B4-BE49-F238E27FC236}">
                    <a16:creationId xmlns:a16="http://schemas.microsoft.com/office/drawing/2014/main" id="{0E814E4F-99E9-6854-9ECF-0566E8FB448C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" name="pg964">
                <a:extLst>
                  <a:ext uri="{FF2B5EF4-FFF2-40B4-BE49-F238E27FC236}">
                    <a16:creationId xmlns:a16="http://schemas.microsoft.com/office/drawing/2014/main" id="{AAE784B4-CE9A-85D4-4B71-02893060BA04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" name="pg965">
                <a:extLst>
                  <a:ext uri="{FF2B5EF4-FFF2-40B4-BE49-F238E27FC236}">
                    <a16:creationId xmlns:a16="http://schemas.microsoft.com/office/drawing/2014/main" id="{324860F6-138F-89DE-F652-9E8C309EC571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" name="pg966">
                <a:extLst>
                  <a:ext uri="{FF2B5EF4-FFF2-40B4-BE49-F238E27FC236}">
                    <a16:creationId xmlns:a16="http://schemas.microsoft.com/office/drawing/2014/main" id="{CB6B73E3-CE47-7DF2-05FF-5CACE8EEA9AA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" name="pg967">
                <a:extLst>
                  <a:ext uri="{FF2B5EF4-FFF2-40B4-BE49-F238E27FC236}">
                    <a16:creationId xmlns:a16="http://schemas.microsoft.com/office/drawing/2014/main" id="{BB5A3D54-90CA-B6CF-88D6-E3B1FD82FF30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" name="pg968">
                <a:extLst>
                  <a:ext uri="{FF2B5EF4-FFF2-40B4-BE49-F238E27FC236}">
                    <a16:creationId xmlns:a16="http://schemas.microsoft.com/office/drawing/2014/main" id="{7FB40C58-9A3D-5920-904E-10C441E1BCF6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" name="pg969">
                <a:extLst>
                  <a:ext uri="{FF2B5EF4-FFF2-40B4-BE49-F238E27FC236}">
                    <a16:creationId xmlns:a16="http://schemas.microsoft.com/office/drawing/2014/main" id="{11FA0AB3-CD82-A204-A4F0-038D159186AF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" name="pg970">
                <a:extLst>
                  <a:ext uri="{FF2B5EF4-FFF2-40B4-BE49-F238E27FC236}">
                    <a16:creationId xmlns:a16="http://schemas.microsoft.com/office/drawing/2014/main" id="{27FCA60D-DF81-4B8B-A768-4E6F7D86B0A2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" name="pg971">
                <a:extLst>
                  <a:ext uri="{FF2B5EF4-FFF2-40B4-BE49-F238E27FC236}">
                    <a16:creationId xmlns:a16="http://schemas.microsoft.com/office/drawing/2014/main" id="{348423EF-0E3F-7EAA-3BCB-1DB9AE950D8B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" name="pg972">
                <a:extLst>
                  <a:ext uri="{FF2B5EF4-FFF2-40B4-BE49-F238E27FC236}">
                    <a16:creationId xmlns:a16="http://schemas.microsoft.com/office/drawing/2014/main" id="{8C4885BB-6D38-B73F-2E9E-DA45C730079E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" name="pg973">
                <a:extLst>
                  <a:ext uri="{FF2B5EF4-FFF2-40B4-BE49-F238E27FC236}">
                    <a16:creationId xmlns:a16="http://schemas.microsoft.com/office/drawing/2014/main" id="{58192BB7-36D9-B3D3-0F07-C0E698576353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" name="pg974">
                <a:extLst>
                  <a:ext uri="{FF2B5EF4-FFF2-40B4-BE49-F238E27FC236}">
                    <a16:creationId xmlns:a16="http://schemas.microsoft.com/office/drawing/2014/main" id="{97F64131-5827-F25F-DB9C-7CC9B2612832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" name="pg975">
                <a:extLst>
                  <a:ext uri="{FF2B5EF4-FFF2-40B4-BE49-F238E27FC236}">
                    <a16:creationId xmlns:a16="http://schemas.microsoft.com/office/drawing/2014/main" id="{C66E93D6-0F09-F5E0-38A0-5F94A20FBE85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" name="pg976">
                <a:extLst>
                  <a:ext uri="{FF2B5EF4-FFF2-40B4-BE49-F238E27FC236}">
                    <a16:creationId xmlns:a16="http://schemas.microsoft.com/office/drawing/2014/main" id="{E482AC46-CF24-2603-A5C6-2B1D8CF60C1C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" name="pg977">
                <a:extLst>
                  <a:ext uri="{FF2B5EF4-FFF2-40B4-BE49-F238E27FC236}">
                    <a16:creationId xmlns:a16="http://schemas.microsoft.com/office/drawing/2014/main" id="{230BFCC2-3D68-E5B1-9320-D44EE2F1BDDC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" name="pg978">
                <a:extLst>
                  <a:ext uri="{FF2B5EF4-FFF2-40B4-BE49-F238E27FC236}">
                    <a16:creationId xmlns:a16="http://schemas.microsoft.com/office/drawing/2014/main" id="{40C65C8D-C902-CB2A-3221-D8503FFDD7BC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" name="pg979">
                <a:extLst>
                  <a:ext uri="{FF2B5EF4-FFF2-40B4-BE49-F238E27FC236}">
                    <a16:creationId xmlns:a16="http://schemas.microsoft.com/office/drawing/2014/main" id="{B3B61F49-77D5-2334-568A-EAA446617CAC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" name="pg980">
                <a:extLst>
                  <a:ext uri="{FF2B5EF4-FFF2-40B4-BE49-F238E27FC236}">
                    <a16:creationId xmlns:a16="http://schemas.microsoft.com/office/drawing/2014/main" id="{BE00B670-4A0E-D8A0-F9A8-ABBD82FDA15B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" name="pg981">
                <a:extLst>
                  <a:ext uri="{FF2B5EF4-FFF2-40B4-BE49-F238E27FC236}">
                    <a16:creationId xmlns:a16="http://schemas.microsoft.com/office/drawing/2014/main" id="{E34D1E4F-D3E8-CBF2-7FEB-C5582CF5A1DE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" name="pg982">
                <a:extLst>
                  <a:ext uri="{FF2B5EF4-FFF2-40B4-BE49-F238E27FC236}">
                    <a16:creationId xmlns:a16="http://schemas.microsoft.com/office/drawing/2014/main" id="{A8D28A00-9963-BFD7-F47E-5415C042F682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" name="pg983">
                <a:extLst>
                  <a:ext uri="{FF2B5EF4-FFF2-40B4-BE49-F238E27FC236}">
                    <a16:creationId xmlns:a16="http://schemas.microsoft.com/office/drawing/2014/main" id="{8460B518-374B-184B-066C-FEAE90AE6ABA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" name="pg984">
                <a:extLst>
                  <a:ext uri="{FF2B5EF4-FFF2-40B4-BE49-F238E27FC236}">
                    <a16:creationId xmlns:a16="http://schemas.microsoft.com/office/drawing/2014/main" id="{30E68CFB-A189-DC69-1CF7-2E18F873C6BD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" name="pg985">
                <a:extLst>
                  <a:ext uri="{FF2B5EF4-FFF2-40B4-BE49-F238E27FC236}">
                    <a16:creationId xmlns:a16="http://schemas.microsoft.com/office/drawing/2014/main" id="{FC3BA64C-D746-3707-A473-C1513F4F6E6B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" name="pg986">
                <a:extLst>
                  <a:ext uri="{FF2B5EF4-FFF2-40B4-BE49-F238E27FC236}">
                    <a16:creationId xmlns:a16="http://schemas.microsoft.com/office/drawing/2014/main" id="{A4E2D442-B2F5-7561-2EF1-104480CEF280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" name="pg987">
                <a:extLst>
                  <a:ext uri="{FF2B5EF4-FFF2-40B4-BE49-F238E27FC236}">
                    <a16:creationId xmlns:a16="http://schemas.microsoft.com/office/drawing/2014/main" id="{3BC899C8-9611-B5F4-D76A-4A25D26B8FCC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" name="pg988">
                <a:extLst>
                  <a:ext uri="{FF2B5EF4-FFF2-40B4-BE49-F238E27FC236}">
                    <a16:creationId xmlns:a16="http://schemas.microsoft.com/office/drawing/2014/main" id="{B10F4FB8-D000-4850-8204-B1978AF45C89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1AF">
                  <a:alpha val="100000"/>
                </a:srgbClr>
              </a:solidFill>
              <a:ln w="5420" cap="flat">
                <a:solidFill>
                  <a:srgbClr val="69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" name="pg989">
                <a:extLst>
                  <a:ext uri="{FF2B5EF4-FFF2-40B4-BE49-F238E27FC236}">
                    <a16:creationId xmlns:a16="http://schemas.microsoft.com/office/drawing/2014/main" id="{D76CE204-B764-ABE5-F834-0F93FC1B1530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" name="pg990">
                <a:extLst>
                  <a:ext uri="{FF2B5EF4-FFF2-40B4-BE49-F238E27FC236}">
                    <a16:creationId xmlns:a16="http://schemas.microsoft.com/office/drawing/2014/main" id="{80B3A9D1-0262-DB1B-E3DD-361C37234830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" name="pg991">
                <a:extLst>
                  <a:ext uri="{FF2B5EF4-FFF2-40B4-BE49-F238E27FC236}">
                    <a16:creationId xmlns:a16="http://schemas.microsoft.com/office/drawing/2014/main" id="{541B1DFB-BD20-2033-48E0-B46F9BC280C4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" name="pg992">
                <a:extLst>
                  <a:ext uri="{FF2B5EF4-FFF2-40B4-BE49-F238E27FC236}">
                    <a16:creationId xmlns:a16="http://schemas.microsoft.com/office/drawing/2014/main" id="{5DCB425A-3C04-D44D-3D49-FCD24D5FCB81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" name="pg993">
                <a:extLst>
                  <a:ext uri="{FF2B5EF4-FFF2-40B4-BE49-F238E27FC236}">
                    <a16:creationId xmlns:a16="http://schemas.microsoft.com/office/drawing/2014/main" id="{1BD063DC-396B-27EE-931C-168C38C594B6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" name="pg994">
                <a:extLst>
                  <a:ext uri="{FF2B5EF4-FFF2-40B4-BE49-F238E27FC236}">
                    <a16:creationId xmlns:a16="http://schemas.microsoft.com/office/drawing/2014/main" id="{FA94CE90-C698-1412-54B4-C1AA9878D29B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" name="pg995">
                <a:extLst>
                  <a:ext uri="{FF2B5EF4-FFF2-40B4-BE49-F238E27FC236}">
                    <a16:creationId xmlns:a16="http://schemas.microsoft.com/office/drawing/2014/main" id="{75BE29CB-24A9-9039-F4F1-352C200AC90E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" name="pg996">
                <a:extLst>
                  <a:ext uri="{FF2B5EF4-FFF2-40B4-BE49-F238E27FC236}">
                    <a16:creationId xmlns:a16="http://schemas.microsoft.com/office/drawing/2014/main" id="{54D73CF3-938B-865F-EC7C-001455150A94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" name="pg997">
                <a:extLst>
                  <a:ext uri="{FF2B5EF4-FFF2-40B4-BE49-F238E27FC236}">
                    <a16:creationId xmlns:a16="http://schemas.microsoft.com/office/drawing/2014/main" id="{47D10111-4236-B419-3BC9-4E96A3B39D5D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" name="pg998">
                <a:extLst>
                  <a:ext uri="{FF2B5EF4-FFF2-40B4-BE49-F238E27FC236}">
                    <a16:creationId xmlns:a16="http://schemas.microsoft.com/office/drawing/2014/main" id="{C23C4EA0-B508-7C63-E620-A6059D648171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" name="pg999">
                <a:extLst>
                  <a:ext uri="{FF2B5EF4-FFF2-40B4-BE49-F238E27FC236}">
                    <a16:creationId xmlns:a16="http://schemas.microsoft.com/office/drawing/2014/main" id="{58CE7EB5-BD8B-E873-3B70-1A260B6782B3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" name="pg1000">
                <a:extLst>
                  <a:ext uri="{FF2B5EF4-FFF2-40B4-BE49-F238E27FC236}">
                    <a16:creationId xmlns:a16="http://schemas.microsoft.com/office/drawing/2014/main" id="{18EDB85E-5548-101C-4226-723FBB9532B6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" name="pg1001">
                <a:extLst>
                  <a:ext uri="{FF2B5EF4-FFF2-40B4-BE49-F238E27FC236}">
                    <a16:creationId xmlns:a16="http://schemas.microsoft.com/office/drawing/2014/main" id="{4BDEB797-CBE1-57CC-D79A-596589ACB09E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" name="pg1002">
                <a:extLst>
                  <a:ext uri="{FF2B5EF4-FFF2-40B4-BE49-F238E27FC236}">
                    <a16:creationId xmlns:a16="http://schemas.microsoft.com/office/drawing/2014/main" id="{787F8437-AF3B-801D-13B7-BBCDB8806FF3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" name="pg1003">
                <a:extLst>
                  <a:ext uri="{FF2B5EF4-FFF2-40B4-BE49-F238E27FC236}">
                    <a16:creationId xmlns:a16="http://schemas.microsoft.com/office/drawing/2014/main" id="{C6D614AA-F815-6A90-E260-92AB8EE16C12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" name="pg1004">
                <a:extLst>
                  <a:ext uri="{FF2B5EF4-FFF2-40B4-BE49-F238E27FC236}">
                    <a16:creationId xmlns:a16="http://schemas.microsoft.com/office/drawing/2014/main" id="{D8213E22-BBBF-F716-6130-4CC7785DB33E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" name="pg1005">
                <a:extLst>
                  <a:ext uri="{FF2B5EF4-FFF2-40B4-BE49-F238E27FC236}">
                    <a16:creationId xmlns:a16="http://schemas.microsoft.com/office/drawing/2014/main" id="{7BDE0311-80CF-465A-0313-1595994749EA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" name="pg1006">
                <a:extLst>
                  <a:ext uri="{FF2B5EF4-FFF2-40B4-BE49-F238E27FC236}">
                    <a16:creationId xmlns:a16="http://schemas.microsoft.com/office/drawing/2014/main" id="{A9345351-72FA-D81E-D552-02C877E81ED3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" name="pg1007">
                <a:extLst>
                  <a:ext uri="{FF2B5EF4-FFF2-40B4-BE49-F238E27FC236}">
                    <a16:creationId xmlns:a16="http://schemas.microsoft.com/office/drawing/2014/main" id="{BDDCDDA3-3395-DD28-09AA-21CC9F330AA6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" name="pg1008">
                <a:extLst>
                  <a:ext uri="{FF2B5EF4-FFF2-40B4-BE49-F238E27FC236}">
                    <a16:creationId xmlns:a16="http://schemas.microsoft.com/office/drawing/2014/main" id="{E3550C97-3FB0-0D02-76CB-AE69EEC057EF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" name="pg1009">
                <a:extLst>
                  <a:ext uri="{FF2B5EF4-FFF2-40B4-BE49-F238E27FC236}">
                    <a16:creationId xmlns:a16="http://schemas.microsoft.com/office/drawing/2014/main" id="{FDD83754-B686-C965-0643-52655A107908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" name="pg1010">
                <a:extLst>
                  <a:ext uri="{FF2B5EF4-FFF2-40B4-BE49-F238E27FC236}">
                    <a16:creationId xmlns:a16="http://schemas.microsoft.com/office/drawing/2014/main" id="{629D2A83-9182-8949-7198-B02F61230122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" name="pg1011">
                <a:extLst>
                  <a:ext uri="{FF2B5EF4-FFF2-40B4-BE49-F238E27FC236}">
                    <a16:creationId xmlns:a16="http://schemas.microsoft.com/office/drawing/2014/main" id="{5641893A-B4DD-1E30-528E-73FAB8DB6912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" name="pg1012">
                <a:extLst>
                  <a:ext uri="{FF2B5EF4-FFF2-40B4-BE49-F238E27FC236}">
                    <a16:creationId xmlns:a16="http://schemas.microsoft.com/office/drawing/2014/main" id="{383656CD-B330-710A-C5F9-2135A55E6956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" name="pg1013">
                <a:extLst>
                  <a:ext uri="{FF2B5EF4-FFF2-40B4-BE49-F238E27FC236}">
                    <a16:creationId xmlns:a16="http://schemas.microsoft.com/office/drawing/2014/main" id="{B8D4ED0F-5269-D9E3-FB4A-CF463DB31067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" name="pg1014">
                <a:extLst>
                  <a:ext uri="{FF2B5EF4-FFF2-40B4-BE49-F238E27FC236}">
                    <a16:creationId xmlns:a16="http://schemas.microsoft.com/office/drawing/2014/main" id="{34C9A4F0-71CD-803B-9CE3-0E2F04DC61C9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" name="pg1015">
                <a:extLst>
                  <a:ext uri="{FF2B5EF4-FFF2-40B4-BE49-F238E27FC236}">
                    <a16:creationId xmlns:a16="http://schemas.microsoft.com/office/drawing/2014/main" id="{1FFD3DD3-CCD4-9706-6E53-0DF69344B7C2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" name="pg1016">
                <a:extLst>
                  <a:ext uri="{FF2B5EF4-FFF2-40B4-BE49-F238E27FC236}">
                    <a16:creationId xmlns:a16="http://schemas.microsoft.com/office/drawing/2014/main" id="{333984FB-83C2-41AB-1320-0BF46BD78355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" name="pg1017">
                <a:extLst>
                  <a:ext uri="{FF2B5EF4-FFF2-40B4-BE49-F238E27FC236}">
                    <a16:creationId xmlns:a16="http://schemas.microsoft.com/office/drawing/2014/main" id="{32D664C1-7A9E-0773-CDB4-68DB8909374B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" name="pg1018">
                <a:extLst>
                  <a:ext uri="{FF2B5EF4-FFF2-40B4-BE49-F238E27FC236}">
                    <a16:creationId xmlns:a16="http://schemas.microsoft.com/office/drawing/2014/main" id="{8C528D56-846A-B56F-674E-BC570A352032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" name="pg1019">
                <a:extLst>
                  <a:ext uri="{FF2B5EF4-FFF2-40B4-BE49-F238E27FC236}">
                    <a16:creationId xmlns:a16="http://schemas.microsoft.com/office/drawing/2014/main" id="{D0B9D9F6-0646-200C-DCD9-A65086A0C48F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" name="pg1020">
                <a:extLst>
                  <a:ext uri="{FF2B5EF4-FFF2-40B4-BE49-F238E27FC236}">
                    <a16:creationId xmlns:a16="http://schemas.microsoft.com/office/drawing/2014/main" id="{B5CAB522-13A6-A7B6-BC79-A0BABE1EAC9D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" name="pg1021">
                <a:extLst>
                  <a:ext uri="{FF2B5EF4-FFF2-40B4-BE49-F238E27FC236}">
                    <a16:creationId xmlns:a16="http://schemas.microsoft.com/office/drawing/2014/main" id="{D81C5659-A48A-8480-02F4-3149DCFFAD0D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" name="pg1022">
                <a:extLst>
                  <a:ext uri="{FF2B5EF4-FFF2-40B4-BE49-F238E27FC236}">
                    <a16:creationId xmlns:a16="http://schemas.microsoft.com/office/drawing/2014/main" id="{B243498A-31C6-A26E-4EA1-9B0D7A514D43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" name="pg1023">
                <a:extLst>
                  <a:ext uri="{FF2B5EF4-FFF2-40B4-BE49-F238E27FC236}">
                    <a16:creationId xmlns:a16="http://schemas.microsoft.com/office/drawing/2014/main" id="{455BE6AD-E3A9-666E-E032-1AAD568B4477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" name="pg1024">
                <a:extLst>
                  <a:ext uri="{FF2B5EF4-FFF2-40B4-BE49-F238E27FC236}">
                    <a16:creationId xmlns:a16="http://schemas.microsoft.com/office/drawing/2014/main" id="{D3F9457A-5FD2-40CC-B9E8-6AD6F40F610A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" name="pg1025">
                <a:extLst>
                  <a:ext uri="{FF2B5EF4-FFF2-40B4-BE49-F238E27FC236}">
                    <a16:creationId xmlns:a16="http://schemas.microsoft.com/office/drawing/2014/main" id="{5C11702E-E067-83A4-FD85-F29BBE66AAC8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" name="pg1026">
                <a:extLst>
                  <a:ext uri="{FF2B5EF4-FFF2-40B4-BE49-F238E27FC236}">
                    <a16:creationId xmlns:a16="http://schemas.microsoft.com/office/drawing/2014/main" id="{35564408-5D02-EC83-7389-16E542D08960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" name="pg1027">
                <a:extLst>
                  <a:ext uri="{FF2B5EF4-FFF2-40B4-BE49-F238E27FC236}">
                    <a16:creationId xmlns:a16="http://schemas.microsoft.com/office/drawing/2014/main" id="{EE860DC7-74CA-85C4-9459-1C15EF216CFA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" name="pg1028">
                <a:extLst>
                  <a:ext uri="{FF2B5EF4-FFF2-40B4-BE49-F238E27FC236}">
                    <a16:creationId xmlns:a16="http://schemas.microsoft.com/office/drawing/2014/main" id="{D6EF106D-7D38-6D36-94E4-315A913F16E3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" name="pg1029">
                <a:extLst>
                  <a:ext uri="{FF2B5EF4-FFF2-40B4-BE49-F238E27FC236}">
                    <a16:creationId xmlns:a16="http://schemas.microsoft.com/office/drawing/2014/main" id="{4C74C5F7-F278-AD2B-8F1E-6AD48740F726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" name="pg1030">
                <a:extLst>
                  <a:ext uri="{FF2B5EF4-FFF2-40B4-BE49-F238E27FC236}">
                    <a16:creationId xmlns:a16="http://schemas.microsoft.com/office/drawing/2014/main" id="{B3329411-6FCC-5333-4625-8A54476CBFD3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" name="pg1031">
                <a:extLst>
                  <a:ext uri="{FF2B5EF4-FFF2-40B4-BE49-F238E27FC236}">
                    <a16:creationId xmlns:a16="http://schemas.microsoft.com/office/drawing/2014/main" id="{67D1DF1C-68BB-CE18-22B5-D32135898DAF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" name="pg1032">
                <a:extLst>
                  <a:ext uri="{FF2B5EF4-FFF2-40B4-BE49-F238E27FC236}">
                    <a16:creationId xmlns:a16="http://schemas.microsoft.com/office/drawing/2014/main" id="{70FA5120-388F-1324-8746-CD6162DBF024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" name="pg1033">
                <a:extLst>
                  <a:ext uri="{FF2B5EF4-FFF2-40B4-BE49-F238E27FC236}">
                    <a16:creationId xmlns:a16="http://schemas.microsoft.com/office/drawing/2014/main" id="{8F4173DD-02AA-4A1F-7B88-BCE90808E9CF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" name="pg1034">
                <a:extLst>
                  <a:ext uri="{FF2B5EF4-FFF2-40B4-BE49-F238E27FC236}">
                    <a16:creationId xmlns:a16="http://schemas.microsoft.com/office/drawing/2014/main" id="{8B098F0C-75BF-138A-0704-0100EFF65959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" name="pg1035">
                <a:extLst>
                  <a:ext uri="{FF2B5EF4-FFF2-40B4-BE49-F238E27FC236}">
                    <a16:creationId xmlns:a16="http://schemas.microsoft.com/office/drawing/2014/main" id="{40CCFE5D-A7D8-2EDE-72AD-B57BB76E1445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" name="pg1036">
                <a:extLst>
                  <a:ext uri="{FF2B5EF4-FFF2-40B4-BE49-F238E27FC236}">
                    <a16:creationId xmlns:a16="http://schemas.microsoft.com/office/drawing/2014/main" id="{FFF259E3-DD9C-8355-CEFD-C21D02D39205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" name="pg1037">
                <a:extLst>
                  <a:ext uri="{FF2B5EF4-FFF2-40B4-BE49-F238E27FC236}">
                    <a16:creationId xmlns:a16="http://schemas.microsoft.com/office/drawing/2014/main" id="{69BD84FD-EE4D-0969-8462-A68BEA5776AC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" name="pg1038">
                <a:extLst>
                  <a:ext uri="{FF2B5EF4-FFF2-40B4-BE49-F238E27FC236}">
                    <a16:creationId xmlns:a16="http://schemas.microsoft.com/office/drawing/2014/main" id="{59E32633-A58B-1D9D-196C-084C23671AC2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" name="pg1039">
                <a:extLst>
                  <a:ext uri="{FF2B5EF4-FFF2-40B4-BE49-F238E27FC236}">
                    <a16:creationId xmlns:a16="http://schemas.microsoft.com/office/drawing/2014/main" id="{D5D1B23E-6779-266C-4BA2-E8AD369644BF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" name="pg1040">
                <a:extLst>
                  <a:ext uri="{FF2B5EF4-FFF2-40B4-BE49-F238E27FC236}">
                    <a16:creationId xmlns:a16="http://schemas.microsoft.com/office/drawing/2014/main" id="{2EA204C7-E919-0C78-00A8-A669C610ABF1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" name="pg1041">
                <a:extLst>
                  <a:ext uri="{FF2B5EF4-FFF2-40B4-BE49-F238E27FC236}">
                    <a16:creationId xmlns:a16="http://schemas.microsoft.com/office/drawing/2014/main" id="{EDFC7664-38C3-B929-D0BC-149079B922F9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" name="pg1042">
                <a:extLst>
                  <a:ext uri="{FF2B5EF4-FFF2-40B4-BE49-F238E27FC236}">
                    <a16:creationId xmlns:a16="http://schemas.microsoft.com/office/drawing/2014/main" id="{969D7EED-78AB-3832-31AF-C3911A473B93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" name="pg1043">
                <a:extLst>
                  <a:ext uri="{FF2B5EF4-FFF2-40B4-BE49-F238E27FC236}">
                    <a16:creationId xmlns:a16="http://schemas.microsoft.com/office/drawing/2014/main" id="{C4988AAD-FB4D-4698-39E9-7300841C80C7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" name="pg1044">
                <a:extLst>
                  <a:ext uri="{FF2B5EF4-FFF2-40B4-BE49-F238E27FC236}">
                    <a16:creationId xmlns:a16="http://schemas.microsoft.com/office/drawing/2014/main" id="{49599EFE-9205-439A-A264-E5098461B4F5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" name="pg1045">
                <a:extLst>
                  <a:ext uri="{FF2B5EF4-FFF2-40B4-BE49-F238E27FC236}">
                    <a16:creationId xmlns:a16="http://schemas.microsoft.com/office/drawing/2014/main" id="{B9513C08-419B-F16E-EC5A-455871045E5C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" name="pg1046">
                <a:extLst>
                  <a:ext uri="{FF2B5EF4-FFF2-40B4-BE49-F238E27FC236}">
                    <a16:creationId xmlns:a16="http://schemas.microsoft.com/office/drawing/2014/main" id="{62FE5444-2850-BF49-736E-455B0BFE03AF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" name="pg1047">
                <a:extLst>
                  <a:ext uri="{FF2B5EF4-FFF2-40B4-BE49-F238E27FC236}">
                    <a16:creationId xmlns:a16="http://schemas.microsoft.com/office/drawing/2014/main" id="{15B823A2-5CBC-1231-099D-27DF44426962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" name="pg1048">
                <a:extLst>
                  <a:ext uri="{FF2B5EF4-FFF2-40B4-BE49-F238E27FC236}">
                    <a16:creationId xmlns:a16="http://schemas.microsoft.com/office/drawing/2014/main" id="{E24C3AA2-3E88-91CD-3DE8-9008C50EEC19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" name="pg1049">
                <a:extLst>
                  <a:ext uri="{FF2B5EF4-FFF2-40B4-BE49-F238E27FC236}">
                    <a16:creationId xmlns:a16="http://schemas.microsoft.com/office/drawing/2014/main" id="{1A7D61AA-446A-758D-922F-FE3E21C84A3A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" name="pg1050">
                <a:extLst>
                  <a:ext uri="{FF2B5EF4-FFF2-40B4-BE49-F238E27FC236}">
                    <a16:creationId xmlns:a16="http://schemas.microsoft.com/office/drawing/2014/main" id="{3F0B5725-F22B-D013-AEF0-06FBF0EFBC7A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" name="pg1051">
                <a:extLst>
                  <a:ext uri="{FF2B5EF4-FFF2-40B4-BE49-F238E27FC236}">
                    <a16:creationId xmlns:a16="http://schemas.microsoft.com/office/drawing/2014/main" id="{A4AB645C-2DF8-458B-AD0E-0093641E3294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" name="pg1052">
                <a:extLst>
                  <a:ext uri="{FF2B5EF4-FFF2-40B4-BE49-F238E27FC236}">
                    <a16:creationId xmlns:a16="http://schemas.microsoft.com/office/drawing/2014/main" id="{CC3B46F9-CD56-4920-0B78-1261480EF0CB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" name="pg1053">
                <a:extLst>
                  <a:ext uri="{FF2B5EF4-FFF2-40B4-BE49-F238E27FC236}">
                    <a16:creationId xmlns:a16="http://schemas.microsoft.com/office/drawing/2014/main" id="{331A1174-4FF8-CE5A-81CD-FFA77DB894D3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" name="pg1054">
                <a:extLst>
                  <a:ext uri="{FF2B5EF4-FFF2-40B4-BE49-F238E27FC236}">
                    <a16:creationId xmlns:a16="http://schemas.microsoft.com/office/drawing/2014/main" id="{6A6F8026-403B-4B43-25EB-6D4611F614AD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" name="pg1055">
                <a:extLst>
                  <a:ext uri="{FF2B5EF4-FFF2-40B4-BE49-F238E27FC236}">
                    <a16:creationId xmlns:a16="http://schemas.microsoft.com/office/drawing/2014/main" id="{DACC71DE-B376-DD3F-6A4D-61997116E3DE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" name="pg1056">
                <a:extLst>
                  <a:ext uri="{FF2B5EF4-FFF2-40B4-BE49-F238E27FC236}">
                    <a16:creationId xmlns:a16="http://schemas.microsoft.com/office/drawing/2014/main" id="{EA13CED3-1281-6C6A-2C5F-79EE8D2F9E43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" name="pg1057">
                <a:extLst>
                  <a:ext uri="{FF2B5EF4-FFF2-40B4-BE49-F238E27FC236}">
                    <a16:creationId xmlns:a16="http://schemas.microsoft.com/office/drawing/2014/main" id="{288417AF-150D-C00B-2594-46D19A7AC392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" name="pg1058">
                <a:extLst>
                  <a:ext uri="{FF2B5EF4-FFF2-40B4-BE49-F238E27FC236}">
                    <a16:creationId xmlns:a16="http://schemas.microsoft.com/office/drawing/2014/main" id="{AE08ECDF-81FD-EE08-2B95-CC3A9131A785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" name="pg1059">
                <a:extLst>
                  <a:ext uri="{FF2B5EF4-FFF2-40B4-BE49-F238E27FC236}">
                    <a16:creationId xmlns:a16="http://schemas.microsoft.com/office/drawing/2014/main" id="{AF333A25-1E3F-7B21-F831-0A1BA8D989A2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" name="pg1060">
                <a:extLst>
                  <a:ext uri="{FF2B5EF4-FFF2-40B4-BE49-F238E27FC236}">
                    <a16:creationId xmlns:a16="http://schemas.microsoft.com/office/drawing/2014/main" id="{2699C15B-A5BE-7BD9-3EA2-0302F5797857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" name="pg1061">
                <a:extLst>
                  <a:ext uri="{FF2B5EF4-FFF2-40B4-BE49-F238E27FC236}">
                    <a16:creationId xmlns:a16="http://schemas.microsoft.com/office/drawing/2014/main" id="{49C226DB-254E-2091-AC58-F6C609340D52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" name="pg1062">
                <a:extLst>
                  <a:ext uri="{FF2B5EF4-FFF2-40B4-BE49-F238E27FC236}">
                    <a16:creationId xmlns:a16="http://schemas.microsoft.com/office/drawing/2014/main" id="{B2B403A4-2126-809F-6CA3-3F5E2864A26A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" name="pg1063">
                <a:extLst>
                  <a:ext uri="{FF2B5EF4-FFF2-40B4-BE49-F238E27FC236}">
                    <a16:creationId xmlns:a16="http://schemas.microsoft.com/office/drawing/2014/main" id="{CCF0D4D7-6915-0176-5CE1-B0977EE4C772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" name="pg1064">
                <a:extLst>
                  <a:ext uri="{FF2B5EF4-FFF2-40B4-BE49-F238E27FC236}">
                    <a16:creationId xmlns:a16="http://schemas.microsoft.com/office/drawing/2014/main" id="{A0501C39-C6C5-213C-FDB1-DE12D736A5CB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" name="pg1065">
                <a:extLst>
                  <a:ext uri="{FF2B5EF4-FFF2-40B4-BE49-F238E27FC236}">
                    <a16:creationId xmlns:a16="http://schemas.microsoft.com/office/drawing/2014/main" id="{277C60D1-C42F-354B-87AF-8C64F00D176C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" name="pg1066">
                <a:extLst>
                  <a:ext uri="{FF2B5EF4-FFF2-40B4-BE49-F238E27FC236}">
                    <a16:creationId xmlns:a16="http://schemas.microsoft.com/office/drawing/2014/main" id="{B8226D73-41A4-12D2-3008-499464BDF2A7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" name="pg1067">
                <a:extLst>
                  <a:ext uri="{FF2B5EF4-FFF2-40B4-BE49-F238E27FC236}">
                    <a16:creationId xmlns:a16="http://schemas.microsoft.com/office/drawing/2014/main" id="{650D1D11-AFC7-E972-CEE9-8779FB106376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" name="pg1068">
                <a:extLst>
                  <a:ext uri="{FF2B5EF4-FFF2-40B4-BE49-F238E27FC236}">
                    <a16:creationId xmlns:a16="http://schemas.microsoft.com/office/drawing/2014/main" id="{7563A197-EBA8-A85E-3A84-0CB07FE97AD8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" name="pg1069">
                <a:extLst>
                  <a:ext uri="{FF2B5EF4-FFF2-40B4-BE49-F238E27FC236}">
                    <a16:creationId xmlns:a16="http://schemas.microsoft.com/office/drawing/2014/main" id="{61B0D99F-3026-DA5C-8A7C-3CB74C7AAA4F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" name="pg1070">
                <a:extLst>
                  <a:ext uri="{FF2B5EF4-FFF2-40B4-BE49-F238E27FC236}">
                    <a16:creationId xmlns:a16="http://schemas.microsoft.com/office/drawing/2014/main" id="{1F5360FB-B92B-348A-274E-34A4EBB2C008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" name="pg1071">
                <a:extLst>
                  <a:ext uri="{FF2B5EF4-FFF2-40B4-BE49-F238E27FC236}">
                    <a16:creationId xmlns:a16="http://schemas.microsoft.com/office/drawing/2014/main" id="{808460A1-ED89-1078-6629-9532CAE6E5FF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" name="pg1072">
                <a:extLst>
                  <a:ext uri="{FF2B5EF4-FFF2-40B4-BE49-F238E27FC236}">
                    <a16:creationId xmlns:a16="http://schemas.microsoft.com/office/drawing/2014/main" id="{0257427F-0BA5-1458-2493-7F0479812CD9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" name="pg1073">
                <a:extLst>
                  <a:ext uri="{FF2B5EF4-FFF2-40B4-BE49-F238E27FC236}">
                    <a16:creationId xmlns:a16="http://schemas.microsoft.com/office/drawing/2014/main" id="{FB8E6F2B-EE56-952C-F750-49C7C0ECF82E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" name="pg1074">
                <a:extLst>
                  <a:ext uri="{FF2B5EF4-FFF2-40B4-BE49-F238E27FC236}">
                    <a16:creationId xmlns:a16="http://schemas.microsoft.com/office/drawing/2014/main" id="{62FC1702-68EF-93A1-8B45-CEB9F1A587ED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" name="pg1075">
                <a:extLst>
                  <a:ext uri="{FF2B5EF4-FFF2-40B4-BE49-F238E27FC236}">
                    <a16:creationId xmlns:a16="http://schemas.microsoft.com/office/drawing/2014/main" id="{C8DD6FFD-EDC0-F1CD-3410-21FDEFCD7C56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" name="pg1076">
                <a:extLst>
                  <a:ext uri="{FF2B5EF4-FFF2-40B4-BE49-F238E27FC236}">
                    <a16:creationId xmlns:a16="http://schemas.microsoft.com/office/drawing/2014/main" id="{C2C7A7CA-6C6E-1D45-E3F3-15C0DAB376D9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" name="pg1077">
                <a:extLst>
                  <a:ext uri="{FF2B5EF4-FFF2-40B4-BE49-F238E27FC236}">
                    <a16:creationId xmlns:a16="http://schemas.microsoft.com/office/drawing/2014/main" id="{CDFE8D86-350C-9399-F8F6-A27842C21673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" name="pg1078">
                <a:extLst>
                  <a:ext uri="{FF2B5EF4-FFF2-40B4-BE49-F238E27FC236}">
                    <a16:creationId xmlns:a16="http://schemas.microsoft.com/office/drawing/2014/main" id="{A5E7416E-30D9-7E0A-0C00-184D65FCF5BF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" name="pg1079">
                <a:extLst>
                  <a:ext uri="{FF2B5EF4-FFF2-40B4-BE49-F238E27FC236}">
                    <a16:creationId xmlns:a16="http://schemas.microsoft.com/office/drawing/2014/main" id="{9DDE8E75-14AF-DB08-B54D-2351EC354D69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" name="pg1080">
                <a:extLst>
                  <a:ext uri="{FF2B5EF4-FFF2-40B4-BE49-F238E27FC236}">
                    <a16:creationId xmlns:a16="http://schemas.microsoft.com/office/drawing/2014/main" id="{5F193FEB-BC30-37DF-62F7-BA3509A60F7D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" name="pg1081">
                <a:extLst>
                  <a:ext uri="{FF2B5EF4-FFF2-40B4-BE49-F238E27FC236}">
                    <a16:creationId xmlns:a16="http://schemas.microsoft.com/office/drawing/2014/main" id="{95B172DE-FD0D-BBC2-6A29-E40C21C2497F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" name="pg1082">
                <a:extLst>
                  <a:ext uri="{FF2B5EF4-FFF2-40B4-BE49-F238E27FC236}">
                    <a16:creationId xmlns:a16="http://schemas.microsoft.com/office/drawing/2014/main" id="{C639347F-AE34-8729-A5B8-C7A8E933153E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" name="pg1083">
                <a:extLst>
                  <a:ext uri="{FF2B5EF4-FFF2-40B4-BE49-F238E27FC236}">
                    <a16:creationId xmlns:a16="http://schemas.microsoft.com/office/drawing/2014/main" id="{B9A200B9-22CE-88ED-C2B1-53F52F0E0604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" name="pg1084">
                <a:extLst>
                  <a:ext uri="{FF2B5EF4-FFF2-40B4-BE49-F238E27FC236}">
                    <a16:creationId xmlns:a16="http://schemas.microsoft.com/office/drawing/2014/main" id="{A6655AF3-E182-C109-529E-128ED28A47CE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" name="pg1085">
                <a:extLst>
                  <a:ext uri="{FF2B5EF4-FFF2-40B4-BE49-F238E27FC236}">
                    <a16:creationId xmlns:a16="http://schemas.microsoft.com/office/drawing/2014/main" id="{C58AC011-84CA-4AF4-DDD0-93B834747216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" name="pg1086">
                <a:extLst>
                  <a:ext uri="{FF2B5EF4-FFF2-40B4-BE49-F238E27FC236}">
                    <a16:creationId xmlns:a16="http://schemas.microsoft.com/office/drawing/2014/main" id="{AB826684-1287-AC0C-2EB8-A57E3F7C1F4E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" name="pg1087">
                <a:extLst>
                  <a:ext uri="{FF2B5EF4-FFF2-40B4-BE49-F238E27FC236}">
                    <a16:creationId xmlns:a16="http://schemas.microsoft.com/office/drawing/2014/main" id="{29F85E91-1F88-62F8-E9DE-109148414F3D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" name="pg1088">
                <a:extLst>
                  <a:ext uri="{FF2B5EF4-FFF2-40B4-BE49-F238E27FC236}">
                    <a16:creationId xmlns:a16="http://schemas.microsoft.com/office/drawing/2014/main" id="{D3B94B59-DA21-4730-397B-E5EAA5B572E9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" name="pg1089">
                <a:extLst>
                  <a:ext uri="{FF2B5EF4-FFF2-40B4-BE49-F238E27FC236}">
                    <a16:creationId xmlns:a16="http://schemas.microsoft.com/office/drawing/2014/main" id="{72D651FC-59FD-EDB2-3B54-C77223557140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" name="pg1090">
                <a:extLst>
                  <a:ext uri="{FF2B5EF4-FFF2-40B4-BE49-F238E27FC236}">
                    <a16:creationId xmlns:a16="http://schemas.microsoft.com/office/drawing/2014/main" id="{FD31ADF0-F3AD-7116-33FB-82F4473B0D9E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" name="pg1091">
                <a:extLst>
                  <a:ext uri="{FF2B5EF4-FFF2-40B4-BE49-F238E27FC236}">
                    <a16:creationId xmlns:a16="http://schemas.microsoft.com/office/drawing/2014/main" id="{0EC279D9-1D51-0B48-7AD4-7F1C5F790492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" name="pg1092">
                <a:extLst>
                  <a:ext uri="{FF2B5EF4-FFF2-40B4-BE49-F238E27FC236}">
                    <a16:creationId xmlns:a16="http://schemas.microsoft.com/office/drawing/2014/main" id="{6AA44D55-44FC-EAD2-672B-E4318F63A7A4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" name="pg1093">
                <a:extLst>
                  <a:ext uri="{FF2B5EF4-FFF2-40B4-BE49-F238E27FC236}">
                    <a16:creationId xmlns:a16="http://schemas.microsoft.com/office/drawing/2014/main" id="{61FD91AF-8688-0816-2806-782EFD7820DC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" name="pg1094">
                <a:extLst>
                  <a:ext uri="{FF2B5EF4-FFF2-40B4-BE49-F238E27FC236}">
                    <a16:creationId xmlns:a16="http://schemas.microsoft.com/office/drawing/2014/main" id="{5177EEA7-6AEE-C90D-28A7-99DD643AC9D5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" name="pg1095">
                <a:extLst>
                  <a:ext uri="{FF2B5EF4-FFF2-40B4-BE49-F238E27FC236}">
                    <a16:creationId xmlns:a16="http://schemas.microsoft.com/office/drawing/2014/main" id="{E072876D-A54C-E9D7-9D2B-B19713709F94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" name="pg1096">
                <a:extLst>
                  <a:ext uri="{FF2B5EF4-FFF2-40B4-BE49-F238E27FC236}">
                    <a16:creationId xmlns:a16="http://schemas.microsoft.com/office/drawing/2014/main" id="{33CE402F-7F02-12C6-7237-370B8CCC976E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" name="pg1097">
                <a:extLst>
                  <a:ext uri="{FF2B5EF4-FFF2-40B4-BE49-F238E27FC236}">
                    <a16:creationId xmlns:a16="http://schemas.microsoft.com/office/drawing/2014/main" id="{30BB5A64-156B-DE81-656E-1C994912C505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" name="pg1098">
                <a:extLst>
                  <a:ext uri="{FF2B5EF4-FFF2-40B4-BE49-F238E27FC236}">
                    <a16:creationId xmlns:a16="http://schemas.microsoft.com/office/drawing/2014/main" id="{BBA40ABE-F431-0345-5B06-DF1ADC69AE20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" name="pg1099">
                <a:extLst>
                  <a:ext uri="{FF2B5EF4-FFF2-40B4-BE49-F238E27FC236}">
                    <a16:creationId xmlns:a16="http://schemas.microsoft.com/office/drawing/2014/main" id="{CA1A1E56-095F-6FF5-DE7E-B3FE93CE4D54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" name="pg1100">
                <a:extLst>
                  <a:ext uri="{FF2B5EF4-FFF2-40B4-BE49-F238E27FC236}">
                    <a16:creationId xmlns:a16="http://schemas.microsoft.com/office/drawing/2014/main" id="{9FDBBC67-7D7E-5AD2-E8B5-C6D3F4D92C73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" name="pg1101">
                <a:extLst>
                  <a:ext uri="{FF2B5EF4-FFF2-40B4-BE49-F238E27FC236}">
                    <a16:creationId xmlns:a16="http://schemas.microsoft.com/office/drawing/2014/main" id="{54B4989B-3377-D497-8CBF-FE498DB39A60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" name="pg1102">
                <a:extLst>
                  <a:ext uri="{FF2B5EF4-FFF2-40B4-BE49-F238E27FC236}">
                    <a16:creationId xmlns:a16="http://schemas.microsoft.com/office/drawing/2014/main" id="{B695A3AC-843C-7D6F-9A89-861052DA0AC4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" name="pg1103">
                <a:extLst>
                  <a:ext uri="{FF2B5EF4-FFF2-40B4-BE49-F238E27FC236}">
                    <a16:creationId xmlns:a16="http://schemas.microsoft.com/office/drawing/2014/main" id="{3299A740-385F-E748-164F-B78326C8201C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" name="pg1104">
                <a:extLst>
                  <a:ext uri="{FF2B5EF4-FFF2-40B4-BE49-F238E27FC236}">
                    <a16:creationId xmlns:a16="http://schemas.microsoft.com/office/drawing/2014/main" id="{08B7C525-FEE5-786B-56C2-494F2FF04984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" name="pg1105">
                <a:extLst>
                  <a:ext uri="{FF2B5EF4-FFF2-40B4-BE49-F238E27FC236}">
                    <a16:creationId xmlns:a16="http://schemas.microsoft.com/office/drawing/2014/main" id="{39899A14-79E6-B8DE-64FF-B5C401793F02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" name="pg1106">
                <a:extLst>
                  <a:ext uri="{FF2B5EF4-FFF2-40B4-BE49-F238E27FC236}">
                    <a16:creationId xmlns:a16="http://schemas.microsoft.com/office/drawing/2014/main" id="{C011C4AC-33CF-86B7-0C72-0D736EEAE0E2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" name="pg1107">
                <a:extLst>
                  <a:ext uri="{FF2B5EF4-FFF2-40B4-BE49-F238E27FC236}">
                    <a16:creationId xmlns:a16="http://schemas.microsoft.com/office/drawing/2014/main" id="{6FF1979D-1AF5-F91A-5E88-2AF7C03FC02C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" name="pg1108">
                <a:extLst>
                  <a:ext uri="{FF2B5EF4-FFF2-40B4-BE49-F238E27FC236}">
                    <a16:creationId xmlns:a16="http://schemas.microsoft.com/office/drawing/2014/main" id="{B9E45CFF-636B-D958-E3B0-B674A7A919E0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" name="pg1109">
                <a:extLst>
                  <a:ext uri="{FF2B5EF4-FFF2-40B4-BE49-F238E27FC236}">
                    <a16:creationId xmlns:a16="http://schemas.microsoft.com/office/drawing/2014/main" id="{F7933105-D7C2-B969-C1B2-29BC52C3CD74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" name="pg1110">
                <a:extLst>
                  <a:ext uri="{FF2B5EF4-FFF2-40B4-BE49-F238E27FC236}">
                    <a16:creationId xmlns:a16="http://schemas.microsoft.com/office/drawing/2014/main" id="{FE1B6C9B-F917-F2A5-5C5B-197C7519CD7B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" name="pg1111">
                <a:extLst>
                  <a:ext uri="{FF2B5EF4-FFF2-40B4-BE49-F238E27FC236}">
                    <a16:creationId xmlns:a16="http://schemas.microsoft.com/office/drawing/2014/main" id="{0FA52830-5BFB-6636-253C-BC91C9C818DD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" name="pg1112">
                <a:extLst>
                  <a:ext uri="{FF2B5EF4-FFF2-40B4-BE49-F238E27FC236}">
                    <a16:creationId xmlns:a16="http://schemas.microsoft.com/office/drawing/2014/main" id="{2E4DA264-F431-4661-5FD8-D8D1B111154E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" name="pg1113">
                <a:extLst>
                  <a:ext uri="{FF2B5EF4-FFF2-40B4-BE49-F238E27FC236}">
                    <a16:creationId xmlns:a16="http://schemas.microsoft.com/office/drawing/2014/main" id="{DD5931A0-6BBA-0EC7-77A3-522F6C41D15C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" name="pg1114">
                <a:extLst>
                  <a:ext uri="{FF2B5EF4-FFF2-40B4-BE49-F238E27FC236}">
                    <a16:creationId xmlns:a16="http://schemas.microsoft.com/office/drawing/2014/main" id="{31DE0621-960D-CB37-BF8A-E01AEE1BDA32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" name="pg1115">
                <a:extLst>
                  <a:ext uri="{FF2B5EF4-FFF2-40B4-BE49-F238E27FC236}">
                    <a16:creationId xmlns:a16="http://schemas.microsoft.com/office/drawing/2014/main" id="{7A010395-B559-F50B-D8C7-74E8890DC316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" name="pg1116">
                <a:extLst>
                  <a:ext uri="{FF2B5EF4-FFF2-40B4-BE49-F238E27FC236}">
                    <a16:creationId xmlns:a16="http://schemas.microsoft.com/office/drawing/2014/main" id="{EDFA72D9-4220-95CA-A9EF-1F049AECFAF8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" name="pg1117">
                <a:extLst>
                  <a:ext uri="{FF2B5EF4-FFF2-40B4-BE49-F238E27FC236}">
                    <a16:creationId xmlns:a16="http://schemas.microsoft.com/office/drawing/2014/main" id="{B97C9984-3CBC-68A2-8A45-EAE0531F55C8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" name="pg1118">
                <a:extLst>
                  <a:ext uri="{FF2B5EF4-FFF2-40B4-BE49-F238E27FC236}">
                    <a16:creationId xmlns:a16="http://schemas.microsoft.com/office/drawing/2014/main" id="{E8C0CF17-2AC8-BE06-B2FE-D4DB6A1B4FE2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" name="pg1119">
                <a:extLst>
                  <a:ext uri="{FF2B5EF4-FFF2-40B4-BE49-F238E27FC236}">
                    <a16:creationId xmlns:a16="http://schemas.microsoft.com/office/drawing/2014/main" id="{96ADE799-42AD-9940-FBF5-C7F4DCA74B01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" name="pg1120">
                <a:extLst>
                  <a:ext uri="{FF2B5EF4-FFF2-40B4-BE49-F238E27FC236}">
                    <a16:creationId xmlns:a16="http://schemas.microsoft.com/office/drawing/2014/main" id="{689242AB-DDA6-8472-3CE8-193FC4B0B1C3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" name="pg1121">
                <a:extLst>
                  <a:ext uri="{FF2B5EF4-FFF2-40B4-BE49-F238E27FC236}">
                    <a16:creationId xmlns:a16="http://schemas.microsoft.com/office/drawing/2014/main" id="{DB92DBA0-68BD-3C63-DF07-DABBE1EF258E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" name="pg1122">
                <a:extLst>
                  <a:ext uri="{FF2B5EF4-FFF2-40B4-BE49-F238E27FC236}">
                    <a16:creationId xmlns:a16="http://schemas.microsoft.com/office/drawing/2014/main" id="{42332B30-D57C-7BD3-090B-282C4DAAD895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" name="pg1123">
                <a:extLst>
                  <a:ext uri="{FF2B5EF4-FFF2-40B4-BE49-F238E27FC236}">
                    <a16:creationId xmlns:a16="http://schemas.microsoft.com/office/drawing/2014/main" id="{F9910DE5-CF37-FE42-EB18-34E70AB6F48E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" name="pg1124">
                <a:extLst>
                  <a:ext uri="{FF2B5EF4-FFF2-40B4-BE49-F238E27FC236}">
                    <a16:creationId xmlns:a16="http://schemas.microsoft.com/office/drawing/2014/main" id="{41B61905-6153-E9C2-111F-8C97D4F984C1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" name="pg1125">
                <a:extLst>
                  <a:ext uri="{FF2B5EF4-FFF2-40B4-BE49-F238E27FC236}">
                    <a16:creationId xmlns:a16="http://schemas.microsoft.com/office/drawing/2014/main" id="{BFF99584-23AE-A147-83B1-D0445AD49D5B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" name="pg1126">
                <a:extLst>
                  <a:ext uri="{FF2B5EF4-FFF2-40B4-BE49-F238E27FC236}">
                    <a16:creationId xmlns:a16="http://schemas.microsoft.com/office/drawing/2014/main" id="{28431E75-5DC5-2558-A17C-933A7DE4CB75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" name="pg1127">
                <a:extLst>
                  <a:ext uri="{FF2B5EF4-FFF2-40B4-BE49-F238E27FC236}">
                    <a16:creationId xmlns:a16="http://schemas.microsoft.com/office/drawing/2014/main" id="{4A7363E2-4785-8412-C032-F662DC48704C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" name="pg1128">
                <a:extLst>
                  <a:ext uri="{FF2B5EF4-FFF2-40B4-BE49-F238E27FC236}">
                    <a16:creationId xmlns:a16="http://schemas.microsoft.com/office/drawing/2014/main" id="{5D79239C-1609-A11C-757C-BB51727443D6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" name="pg1129">
                <a:extLst>
                  <a:ext uri="{FF2B5EF4-FFF2-40B4-BE49-F238E27FC236}">
                    <a16:creationId xmlns:a16="http://schemas.microsoft.com/office/drawing/2014/main" id="{3F3EFA25-67A2-B267-4AE7-ED47F8F1BE9B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" name="pg1130">
                <a:extLst>
                  <a:ext uri="{FF2B5EF4-FFF2-40B4-BE49-F238E27FC236}">
                    <a16:creationId xmlns:a16="http://schemas.microsoft.com/office/drawing/2014/main" id="{689DE773-CA40-8491-961B-BA2497F33C36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" name="pg1131">
                <a:extLst>
                  <a:ext uri="{FF2B5EF4-FFF2-40B4-BE49-F238E27FC236}">
                    <a16:creationId xmlns:a16="http://schemas.microsoft.com/office/drawing/2014/main" id="{F6FF1F8D-0EB6-A867-E3F1-B3CF7E10D4FE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" name="pg1132">
                <a:extLst>
                  <a:ext uri="{FF2B5EF4-FFF2-40B4-BE49-F238E27FC236}">
                    <a16:creationId xmlns:a16="http://schemas.microsoft.com/office/drawing/2014/main" id="{00D365F6-B5F5-D8E4-8143-04BAB1E3B429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" name="pg1133">
                <a:extLst>
                  <a:ext uri="{FF2B5EF4-FFF2-40B4-BE49-F238E27FC236}">
                    <a16:creationId xmlns:a16="http://schemas.microsoft.com/office/drawing/2014/main" id="{D057A670-2EB6-6C6C-853B-43C400771F60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" name="pg1134">
                <a:extLst>
                  <a:ext uri="{FF2B5EF4-FFF2-40B4-BE49-F238E27FC236}">
                    <a16:creationId xmlns:a16="http://schemas.microsoft.com/office/drawing/2014/main" id="{38442911-1F9E-0A10-9074-25B579D81C11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" name="pg1135">
                <a:extLst>
                  <a:ext uri="{FF2B5EF4-FFF2-40B4-BE49-F238E27FC236}">
                    <a16:creationId xmlns:a16="http://schemas.microsoft.com/office/drawing/2014/main" id="{EBECB801-EB17-9A7C-7214-BB3F82906301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" name="pg1136">
                <a:extLst>
                  <a:ext uri="{FF2B5EF4-FFF2-40B4-BE49-F238E27FC236}">
                    <a16:creationId xmlns:a16="http://schemas.microsoft.com/office/drawing/2014/main" id="{4AA520D6-CE9E-B945-2173-3A52AC8ECD2A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" name="pg1137">
                <a:extLst>
                  <a:ext uri="{FF2B5EF4-FFF2-40B4-BE49-F238E27FC236}">
                    <a16:creationId xmlns:a16="http://schemas.microsoft.com/office/drawing/2014/main" id="{C35C6232-7884-6FF8-DCE8-2AA096BAF115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" name="pg1138">
                <a:extLst>
                  <a:ext uri="{FF2B5EF4-FFF2-40B4-BE49-F238E27FC236}">
                    <a16:creationId xmlns:a16="http://schemas.microsoft.com/office/drawing/2014/main" id="{A3231B11-D16F-9513-3768-802839364F9B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" name="pg1139">
                <a:extLst>
                  <a:ext uri="{FF2B5EF4-FFF2-40B4-BE49-F238E27FC236}">
                    <a16:creationId xmlns:a16="http://schemas.microsoft.com/office/drawing/2014/main" id="{CC15DFA1-9DF4-87AC-35FB-300183D8D8D8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" name="pg1140">
                <a:extLst>
                  <a:ext uri="{FF2B5EF4-FFF2-40B4-BE49-F238E27FC236}">
                    <a16:creationId xmlns:a16="http://schemas.microsoft.com/office/drawing/2014/main" id="{5CFA2030-21EC-876A-C5F1-E4EACC16C211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" name="pg1141">
                <a:extLst>
                  <a:ext uri="{FF2B5EF4-FFF2-40B4-BE49-F238E27FC236}">
                    <a16:creationId xmlns:a16="http://schemas.microsoft.com/office/drawing/2014/main" id="{FE1D113D-34FC-077D-02D1-ED4E08B762FA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" name="pg1142">
                <a:extLst>
                  <a:ext uri="{FF2B5EF4-FFF2-40B4-BE49-F238E27FC236}">
                    <a16:creationId xmlns:a16="http://schemas.microsoft.com/office/drawing/2014/main" id="{1537198B-3AC9-4344-0B3A-AB20C4AFC014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" name="pg1143">
                <a:extLst>
                  <a:ext uri="{FF2B5EF4-FFF2-40B4-BE49-F238E27FC236}">
                    <a16:creationId xmlns:a16="http://schemas.microsoft.com/office/drawing/2014/main" id="{4A9A4321-B705-B854-1F41-2B2C5D07C378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" name="pg1144">
                <a:extLst>
                  <a:ext uri="{FF2B5EF4-FFF2-40B4-BE49-F238E27FC236}">
                    <a16:creationId xmlns:a16="http://schemas.microsoft.com/office/drawing/2014/main" id="{B6766F82-5BA4-EF13-841A-B4A956760BCE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" name="pg1145">
                <a:extLst>
                  <a:ext uri="{FF2B5EF4-FFF2-40B4-BE49-F238E27FC236}">
                    <a16:creationId xmlns:a16="http://schemas.microsoft.com/office/drawing/2014/main" id="{7FAF0079-1065-D3CE-8164-3BC9DAE1D842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" name="pg1146">
                <a:extLst>
                  <a:ext uri="{FF2B5EF4-FFF2-40B4-BE49-F238E27FC236}">
                    <a16:creationId xmlns:a16="http://schemas.microsoft.com/office/drawing/2014/main" id="{CC203699-61F2-8C02-3B73-8D056709307E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" name="pg1147">
                <a:extLst>
                  <a:ext uri="{FF2B5EF4-FFF2-40B4-BE49-F238E27FC236}">
                    <a16:creationId xmlns:a16="http://schemas.microsoft.com/office/drawing/2014/main" id="{0F147781-37E0-8D80-8727-01CB81C8FF14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" name="pg1148">
                <a:extLst>
                  <a:ext uri="{FF2B5EF4-FFF2-40B4-BE49-F238E27FC236}">
                    <a16:creationId xmlns:a16="http://schemas.microsoft.com/office/drawing/2014/main" id="{13478E26-E888-B0BF-CD81-5D00D665FB73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" name="pg1149">
                <a:extLst>
                  <a:ext uri="{FF2B5EF4-FFF2-40B4-BE49-F238E27FC236}">
                    <a16:creationId xmlns:a16="http://schemas.microsoft.com/office/drawing/2014/main" id="{9626D225-7A11-BBF0-46CF-C4F163226D9C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" name="pg1150">
                <a:extLst>
                  <a:ext uri="{FF2B5EF4-FFF2-40B4-BE49-F238E27FC236}">
                    <a16:creationId xmlns:a16="http://schemas.microsoft.com/office/drawing/2014/main" id="{3184FF7B-7BB8-D2D4-9AA2-4C8472E4C630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" name="pg1151">
                <a:extLst>
                  <a:ext uri="{FF2B5EF4-FFF2-40B4-BE49-F238E27FC236}">
                    <a16:creationId xmlns:a16="http://schemas.microsoft.com/office/drawing/2014/main" id="{652D78F0-CFDB-7617-35CA-350DB9BC8AE6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" name="pg1152">
                <a:extLst>
                  <a:ext uri="{FF2B5EF4-FFF2-40B4-BE49-F238E27FC236}">
                    <a16:creationId xmlns:a16="http://schemas.microsoft.com/office/drawing/2014/main" id="{46BEBD24-9FAB-68CD-E211-554492C7EFDA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" name="pg1153">
                <a:extLst>
                  <a:ext uri="{FF2B5EF4-FFF2-40B4-BE49-F238E27FC236}">
                    <a16:creationId xmlns:a16="http://schemas.microsoft.com/office/drawing/2014/main" id="{015CA15C-D9F3-52C9-AFF4-DD55A459B462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" name="pg1154">
                <a:extLst>
                  <a:ext uri="{FF2B5EF4-FFF2-40B4-BE49-F238E27FC236}">
                    <a16:creationId xmlns:a16="http://schemas.microsoft.com/office/drawing/2014/main" id="{B3513394-3175-478D-25D6-0C73EEF41CAF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" name="pg1155">
                <a:extLst>
                  <a:ext uri="{FF2B5EF4-FFF2-40B4-BE49-F238E27FC236}">
                    <a16:creationId xmlns:a16="http://schemas.microsoft.com/office/drawing/2014/main" id="{5743B619-8285-E32E-6544-0435E48D95AF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" name="pg1156">
                <a:extLst>
                  <a:ext uri="{FF2B5EF4-FFF2-40B4-BE49-F238E27FC236}">
                    <a16:creationId xmlns:a16="http://schemas.microsoft.com/office/drawing/2014/main" id="{3B9D305A-853F-CB54-AF45-F187AFDB9BC6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" name="pg1157">
                <a:extLst>
                  <a:ext uri="{FF2B5EF4-FFF2-40B4-BE49-F238E27FC236}">
                    <a16:creationId xmlns:a16="http://schemas.microsoft.com/office/drawing/2014/main" id="{6A5B720E-0CE5-3356-596E-8714D0A5BE44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" name="pg1158">
                <a:extLst>
                  <a:ext uri="{FF2B5EF4-FFF2-40B4-BE49-F238E27FC236}">
                    <a16:creationId xmlns:a16="http://schemas.microsoft.com/office/drawing/2014/main" id="{08D62D8D-060D-7498-A9C1-E307FBC8E40B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" name="pg1159">
                <a:extLst>
                  <a:ext uri="{FF2B5EF4-FFF2-40B4-BE49-F238E27FC236}">
                    <a16:creationId xmlns:a16="http://schemas.microsoft.com/office/drawing/2014/main" id="{F9ECF937-05B5-D3A5-950E-2CF1393E5AA6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" name="pg1160">
                <a:extLst>
                  <a:ext uri="{FF2B5EF4-FFF2-40B4-BE49-F238E27FC236}">
                    <a16:creationId xmlns:a16="http://schemas.microsoft.com/office/drawing/2014/main" id="{09CF2927-FBA6-2E06-2DC1-6825376365F2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" name="pg1161">
                <a:extLst>
                  <a:ext uri="{FF2B5EF4-FFF2-40B4-BE49-F238E27FC236}">
                    <a16:creationId xmlns:a16="http://schemas.microsoft.com/office/drawing/2014/main" id="{CC735996-12B2-FE89-4171-ECE2D968ED04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" name="pg1162">
                <a:extLst>
                  <a:ext uri="{FF2B5EF4-FFF2-40B4-BE49-F238E27FC236}">
                    <a16:creationId xmlns:a16="http://schemas.microsoft.com/office/drawing/2014/main" id="{4EF49D8F-6774-D54F-7666-9EAA51498698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" name="pg1163">
                <a:extLst>
                  <a:ext uri="{FF2B5EF4-FFF2-40B4-BE49-F238E27FC236}">
                    <a16:creationId xmlns:a16="http://schemas.microsoft.com/office/drawing/2014/main" id="{1F399315-EEC4-302D-CAAE-364478E06C7A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" name="pg1164">
                <a:extLst>
                  <a:ext uri="{FF2B5EF4-FFF2-40B4-BE49-F238E27FC236}">
                    <a16:creationId xmlns:a16="http://schemas.microsoft.com/office/drawing/2014/main" id="{E362A762-B4DF-2E62-31C5-5D07200E3D8B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" name="pg1165">
                <a:extLst>
                  <a:ext uri="{FF2B5EF4-FFF2-40B4-BE49-F238E27FC236}">
                    <a16:creationId xmlns:a16="http://schemas.microsoft.com/office/drawing/2014/main" id="{A199F20D-5C10-047A-2EA1-2C1FA919F20E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" name="pg1166">
                <a:extLst>
                  <a:ext uri="{FF2B5EF4-FFF2-40B4-BE49-F238E27FC236}">
                    <a16:creationId xmlns:a16="http://schemas.microsoft.com/office/drawing/2014/main" id="{7D853940-542F-E9BD-E981-D1B232096C2B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" name="pg1167">
                <a:extLst>
                  <a:ext uri="{FF2B5EF4-FFF2-40B4-BE49-F238E27FC236}">
                    <a16:creationId xmlns:a16="http://schemas.microsoft.com/office/drawing/2014/main" id="{CA2CC94E-3374-A381-FC28-756B2BAD44FD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" name="pg1168">
                <a:extLst>
                  <a:ext uri="{FF2B5EF4-FFF2-40B4-BE49-F238E27FC236}">
                    <a16:creationId xmlns:a16="http://schemas.microsoft.com/office/drawing/2014/main" id="{D6F6A270-623D-111B-0425-65E8EB172813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" name="pg1169">
                <a:extLst>
                  <a:ext uri="{FF2B5EF4-FFF2-40B4-BE49-F238E27FC236}">
                    <a16:creationId xmlns:a16="http://schemas.microsoft.com/office/drawing/2014/main" id="{6E3716E4-334D-3624-F859-179C3FDCA545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" name="pg1170">
                <a:extLst>
                  <a:ext uri="{FF2B5EF4-FFF2-40B4-BE49-F238E27FC236}">
                    <a16:creationId xmlns:a16="http://schemas.microsoft.com/office/drawing/2014/main" id="{379050EE-DC20-56C1-B751-9B7CE15C623D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" name="pg1171">
                <a:extLst>
                  <a:ext uri="{FF2B5EF4-FFF2-40B4-BE49-F238E27FC236}">
                    <a16:creationId xmlns:a16="http://schemas.microsoft.com/office/drawing/2014/main" id="{E3836B6C-B56D-D62F-7722-9582F80EB592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" name="pg1172">
                <a:extLst>
                  <a:ext uri="{FF2B5EF4-FFF2-40B4-BE49-F238E27FC236}">
                    <a16:creationId xmlns:a16="http://schemas.microsoft.com/office/drawing/2014/main" id="{9CE199CC-FB3E-2E1F-0A98-150DCE96417D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" name="pg1173">
                <a:extLst>
                  <a:ext uri="{FF2B5EF4-FFF2-40B4-BE49-F238E27FC236}">
                    <a16:creationId xmlns:a16="http://schemas.microsoft.com/office/drawing/2014/main" id="{B81ED25D-E36F-2D2F-EA8D-7F3432BE93E9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" name="pg1174">
                <a:extLst>
                  <a:ext uri="{FF2B5EF4-FFF2-40B4-BE49-F238E27FC236}">
                    <a16:creationId xmlns:a16="http://schemas.microsoft.com/office/drawing/2014/main" id="{05B363D1-455D-7E46-88FD-5D2370F3997E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" name="pg1175">
                <a:extLst>
                  <a:ext uri="{FF2B5EF4-FFF2-40B4-BE49-F238E27FC236}">
                    <a16:creationId xmlns:a16="http://schemas.microsoft.com/office/drawing/2014/main" id="{25AED4F4-0427-9DF7-CDFA-4AA54F9F9769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" name="pg1176">
                <a:extLst>
                  <a:ext uri="{FF2B5EF4-FFF2-40B4-BE49-F238E27FC236}">
                    <a16:creationId xmlns:a16="http://schemas.microsoft.com/office/drawing/2014/main" id="{F3606C7F-EE92-79EC-A481-DFFB18ED21C6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" name="pg1177">
                <a:extLst>
                  <a:ext uri="{FF2B5EF4-FFF2-40B4-BE49-F238E27FC236}">
                    <a16:creationId xmlns:a16="http://schemas.microsoft.com/office/drawing/2014/main" id="{BC68C9DC-013B-8807-1D61-BC970C393C53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" name="pg1178">
                <a:extLst>
                  <a:ext uri="{FF2B5EF4-FFF2-40B4-BE49-F238E27FC236}">
                    <a16:creationId xmlns:a16="http://schemas.microsoft.com/office/drawing/2014/main" id="{578FB2B9-2FBC-8DEF-4A08-4AAA727BD077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" name="pg1179">
                <a:extLst>
                  <a:ext uri="{FF2B5EF4-FFF2-40B4-BE49-F238E27FC236}">
                    <a16:creationId xmlns:a16="http://schemas.microsoft.com/office/drawing/2014/main" id="{897518DE-E74E-5BC0-40A3-B9209948AFB6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" name="pg1180">
                <a:extLst>
                  <a:ext uri="{FF2B5EF4-FFF2-40B4-BE49-F238E27FC236}">
                    <a16:creationId xmlns:a16="http://schemas.microsoft.com/office/drawing/2014/main" id="{A9842F87-6441-E21B-25AF-67EF5157A4B4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" name="pg1181">
                <a:extLst>
                  <a:ext uri="{FF2B5EF4-FFF2-40B4-BE49-F238E27FC236}">
                    <a16:creationId xmlns:a16="http://schemas.microsoft.com/office/drawing/2014/main" id="{6269C9C3-C2A3-CAB2-9397-27A2E4BCC50D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" name="pg1182">
                <a:extLst>
                  <a:ext uri="{FF2B5EF4-FFF2-40B4-BE49-F238E27FC236}">
                    <a16:creationId xmlns:a16="http://schemas.microsoft.com/office/drawing/2014/main" id="{12E87554-70E0-7A3F-B1C4-95D4C1224DC3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" name="pg1183">
                <a:extLst>
                  <a:ext uri="{FF2B5EF4-FFF2-40B4-BE49-F238E27FC236}">
                    <a16:creationId xmlns:a16="http://schemas.microsoft.com/office/drawing/2014/main" id="{AC5C573A-6D36-5AFB-1149-ECE1812936F5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" name="pg1184">
                <a:extLst>
                  <a:ext uri="{FF2B5EF4-FFF2-40B4-BE49-F238E27FC236}">
                    <a16:creationId xmlns:a16="http://schemas.microsoft.com/office/drawing/2014/main" id="{E9E7605C-E556-A4B4-E4AF-A7F228322035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" name="pg1185">
                <a:extLst>
                  <a:ext uri="{FF2B5EF4-FFF2-40B4-BE49-F238E27FC236}">
                    <a16:creationId xmlns:a16="http://schemas.microsoft.com/office/drawing/2014/main" id="{1827BE40-2BC7-7931-9D49-8C115EAA15F1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" name="pg1186">
                <a:extLst>
                  <a:ext uri="{FF2B5EF4-FFF2-40B4-BE49-F238E27FC236}">
                    <a16:creationId xmlns:a16="http://schemas.microsoft.com/office/drawing/2014/main" id="{3784EB5B-2BBB-CEF4-127D-089F3B9B9BE5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" name="pg1187">
                <a:extLst>
                  <a:ext uri="{FF2B5EF4-FFF2-40B4-BE49-F238E27FC236}">
                    <a16:creationId xmlns:a16="http://schemas.microsoft.com/office/drawing/2014/main" id="{964C1280-5F50-495E-DACA-4444FA19451E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" name="pg1188">
                <a:extLst>
                  <a:ext uri="{FF2B5EF4-FFF2-40B4-BE49-F238E27FC236}">
                    <a16:creationId xmlns:a16="http://schemas.microsoft.com/office/drawing/2014/main" id="{222A1A1F-ED5B-65E9-9097-91BDAC549DD2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" name="pg1189">
                <a:extLst>
                  <a:ext uri="{FF2B5EF4-FFF2-40B4-BE49-F238E27FC236}">
                    <a16:creationId xmlns:a16="http://schemas.microsoft.com/office/drawing/2014/main" id="{34F81688-6357-8894-ABA6-AC60A4452F07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" name="pg1190">
                <a:extLst>
                  <a:ext uri="{FF2B5EF4-FFF2-40B4-BE49-F238E27FC236}">
                    <a16:creationId xmlns:a16="http://schemas.microsoft.com/office/drawing/2014/main" id="{71D646B8-D8E7-7477-B8D1-0B07D52E1AE3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" name="pg1191">
                <a:extLst>
                  <a:ext uri="{FF2B5EF4-FFF2-40B4-BE49-F238E27FC236}">
                    <a16:creationId xmlns:a16="http://schemas.microsoft.com/office/drawing/2014/main" id="{4B38A51D-BC26-A2E6-F5E0-D6C9D391B35A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" name="pg1192">
                <a:extLst>
                  <a:ext uri="{FF2B5EF4-FFF2-40B4-BE49-F238E27FC236}">
                    <a16:creationId xmlns:a16="http://schemas.microsoft.com/office/drawing/2014/main" id="{E9027018-6553-5113-D31A-FEC4EC8DEE36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" name="pg1193">
                <a:extLst>
                  <a:ext uri="{FF2B5EF4-FFF2-40B4-BE49-F238E27FC236}">
                    <a16:creationId xmlns:a16="http://schemas.microsoft.com/office/drawing/2014/main" id="{E3A2F396-CDC6-092A-119D-4628829D9064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" name="pg1194">
                <a:extLst>
                  <a:ext uri="{FF2B5EF4-FFF2-40B4-BE49-F238E27FC236}">
                    <a16:creationId xmlns:a16="http://schemas.microsoft.com/office/drawing/2014/main" id="{D045882F-0814-3782-9043-BD505C98B81C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" name="pg1195">
                <a:extLst>
                  <a:ext uri="{FF2B5EF4-FFF2-40B4-BE49-F238E27FC236}">
                    <a16:creationId xmlns:a16="http://schemas.microsoft.com/office/drawing/2014/main" id="{DC835A0E-4B1A-6E1B-BA52-8D8F94F7E17A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" name="pg1196">
                <a:extLst>
                  <a:ext uri="{FF2B5EF4-FFF2-40B4-BE49-F238E27FC236}">
                    <a16:creationId xmlns:a16="http://schemas.microsoft.com/office/drawing/2014/main" id="{AF459FAA-4888-8A32-7647-1BF6A78AC279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" name="pg1197">
                <a:extLst>
                  <a:ext uri="{FF2B5EF4-FFF2-40B4-BE49-F238E27FC236}">
                    <a16:creationId xmlns:a16="http://schemas.microsoft.com/office/drawing/2014/main" id="{6A86C64F-0A5F-2631-5776-46B05DEB8B32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" name="pg1198">
                <a:extLst>
                  <a:ext uri="{FF2B5EF4-FFF2-40B4-BE49-F238E27FC236}">
                    <a16:creationId xmlns:a16="http://schemas.microsoft.com/office/drawing/2014/main" id="{0CE35CC7-A153-0FD4-4664-46FB0861AB2C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" name="pg1199">
                <a:extLst>
                  <a:ext uri="{FF2B5EF4-FFF2-40B4-BE49-F238E27FC236}">
                    <a16:creationId xmlns:a16="http://schemas.microsoft.com/office/drawing/2014/main" id="{8633BACE-69B3-F398-FE8F-627C472686CA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" name="pg1200">
                <a:extLst>
                  <a:ext uri="{FF2B5EF4-FFF2-40B4-BE49-F238E27FC236}">
                    <a16:creationId xmlns:a16="http://schemas.microsoft.com/office/drawing/2014/main" id="{0F359D6B-F64C-64F8-D84C-AB9E687F485F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" name="pg1201">
                <a:extLst>
                  <a:ext uri="{FF2B5EF4-FFF2-40B4-BE49-F238E27FC236}">
                    <a16:creationId xmlns:a16="http://schemas.microsoft.com/office/drawing/2014/main" id="{3B135DED-212B-C886-6EB4-0D97360F9C14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" name="pg1202">
                <a:extLst>
                  <a:ext uri="{FF2B5EF4-FFF2-40B4-BE49-F238E27FC236}">
                    <a16:creationId xmlns:a16="http://schemas.microsoft.com/office/drawing/2014/main" id="{15648A5D-36C4-825A-032D-E4F0FBCC8669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" name="pg1203">
                <a:extLst>
                  <a:ext uri="{FF2B5EF4-FFF2-40B4-BE49-F238E27FC236}">
                    <a16:creationId xmlns:a16="http://schemas.microsoft.com/office/drawing/2014/main" id="{97EBA829-AACD-155B-E460-F0760F14C5EE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" name="pg1204">
                <a:extLst>
                  <a:ext uri="{FF2B5EF4-FFF2-40B4-BE49-F238E27FC236}">
                    <a16:creationId xmlns:a16="http://schemas.microsoft.com/office/drawing/2014/main" id="{F5CE1226-6F7A-547C-AF3B-48984C672B0D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" name="pg1205">
                <a:extLst>
                  <a:ext uri="{FF2B5EF4-FFF2-40B4-BE49-F238E27FC236}">
                    <a16:creationId xmlns:a16="http://schemas.microsoft.com/office/drawing/2014/main" id="{E3EF70C3-6F7B-888E-1A27-44686DC1F039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" name="pg1206">
                <a:extLst>
                  <a:ext uri="{FF2B5EF4-FFF2-40B4-BE49-F238E27FC236}">
                    <a16:creationId xmlns:a16="http://schemas.microsoft.com/office/drawing/2014/main" id="{BFD7845B-45F5-CD6F-664D-7DD2FDADCA23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" name="pg1207">
                <a:extLst>
                  <a:ext uri="{FF2B5EF4-FFF2-40B4-BE49-F238E27FC236}">
                    <a16:creationId xmlns:a16="http://schemas.microsoft.com/office/drawing/2014/main" id="{01552567-17A6-5136-BD4A-CEABFDF11705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" name="pg1208">
                <a:extLst>
                  <a:ext uri="{FF2B5EF4-FFF2-40B4-BE49-F238E27FC236}">
                    <a16:creationId xmlns:a16="http://schemas.microsoft.com/office/drawing/2014/main" id="{35366F90-BC5E-E7C2-DC45-3B72D23A2291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" name="pg1209">
                <a:extLst>
                  <a:ext uri="{FF2B5EF4-FFF2-40B4-BE49-F238E27FC236}">
                    <a16:creationId xmlns:a16="http://schemas.microsoft.com/office/drawing/2014/main" id="{BDF51BA5-C800-00C7-8067-BF95B004A989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" name="pg1210">
                <a:extLst>
                  <a:ext uri="{FF2B5EF4-FFF2-40B4-BE49-F238E27FC236}">
                    <a16:creationId xmlns:a16="http://schemas.microsoft.com/office/drawing/2014/main" id="{5F46976F-72CA-6035-2310-9094D5A3C328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" name="pg1211">
                <a:extLst>
                  <a:ext uri="{FF2B5EF4-FFF2-40B4-BE49-F238E27FC236}">
                    <a16:creationId xmlns:a16="http://schemas.microsoft.com/office/drawing/2014/main" id="{B7E9D894-7D08-FD7A-9F90-BCD80DA2ACAC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" name="pg1212">
                <a:extLst>
                  <a:ext uri="{FF2B5EF4-FFF2-40B4-BE49-F238E27FC236}">
                    <a16:creationId xmlns:a16="http://schemas.microsoft.com/office/drawing/2014/main" id="{E217FCC5-5555-94F1-7BF1-AB5AE1D71D85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" name="pg1213">
                <a:extLst>
                  <a:ext uri="{FF2B5EF4-FFF2-40B4-BE49-F238E27FC236}">
                    <a16:creationId xmlns:a16="http://schemas.microsoft.com/office/drawing/2014/main" id="{E2D6CD66-0924-5F55-8005-1943E996C9F8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" name="pg1214">
                <a:extLst>
                  <a:ext uri="{FF2B5EF4-FFF2-40B4-BE49-F238E27FC236}">
                    <a16:creationId xmlns:a16="http://schemas.microsoft.com/office/drawing/2014/main" id="{7C0DDA9B-8519-E4E5-9A59-5983FD9F700C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" name="pg1215">
                <a:extLst>
                  <a:ext uri="{FF2B5EF4-FFF2-40B4-BE49-F238E27FC236}">
                    <a16:creationId xmlns:a16="http://schemas.microsoft.com/office/drawing/2014/main" id="{D192C9FC-0DBA-6AD7-02BD-26D612A3475E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" name="pg1216">
                <a:extLst>
                  <a:ext uri="{FF2B5EF4-FFF2-40B4-BE49-F238E27FC236}">
                    <a16:creationId xmlns:a16="http://schemas.microsoft.com/office/drawing/2014/main" id="{F2F9BCB4-49D6-6147-6CC1-B0E054C7DB1D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" name="pg1217">
                <a:extLst>
                  <a:ext uri="{FF2B5EF4-FFF2-40B4-BE49-F238E27FC236}">
                    <a16:creationId xmlns:a16="http://schemas.microsoft.com/office/drawing/2014/main" id="{89A7263C-4389-B2F0-59B1-A27ACCFC7AC2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" name="pg1218">
                <a:extLst>
                  <a:ext uri="{FF2B5EF4-FFF2-40B4-BE49-F238E27FC236}">
                    <a16:creationId xmlns:a16="http://schemas.microsoft.com/office/drawing/2014/main" id="{2946E6B8-E8D0-35F1-DA2D-2087B848DCA2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" name="pg1219">
                <a:extLst>
                  <a:ext uri="{FF2B5EF4-FFF2-40B4-BE49-F238E27FC236}">
                    <a16:creationId xmlns:a16="http://schemas.microsoft.com/office/drawing/2014/main" id="{3F35ABFD-5411-746B-5A76-D93AF401B58B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" name="pg1220">
                <a:extLst>
                  <a:ext uri="{FF2B5EF4-FFF2-40B4-BE49-F238E27FC236}">
                    <a16:creationId xmlns:a16="http://schemas.microsoft.com/office/drawing/2014/main" id="{FD7E72A7-60BB-2D63-060E-00C3F3796DD4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" name="pg1221">
                <a:extLst>
                  <a:ext uri="{FF2B5EF4-FFF2-40B4-BE49-F238E27FC236}">
                    <a16:creationId xmlns:a16="http://schemas.microsoft.com/office/drawing/2014/main" id="{8D468229-2DC4-1BD3-E24A-A17EBB595CD8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" name="pg1222">
                <a:extLst>
                  <a:ext uri="{FF2B5EF4-FFF2-40B4-BE49-F238E27FC236}">
                    <a16:creationId xmlns:a16="http://schemas.microsoft.com/office/drawing/2014/main" id="{FB36AFC3-B525-1531-4AD7-D04CF90E5262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" name="pg1223">
                <a:extLst>
                  <a:ext uri="{FF2B5EF4-FFF2-40B4-BE49-F238E27FC236}">
                    <a16:creationId xmlns:a16="http://schemas.microsoft.com/office/drawing/2014/main" id="{0E1C4EEA-A8AC-8B92-2352-025CA58E61F1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" name="pg1224">
                <a:extLst>
                  <a:ext uri="{FF2B5EF4-FFF2-40B4-BE49-F238E27FC236}">
                    <a16:creationId xmlns:a16="http://schemas.microsoft.com/office/drawing/2014/main" id="{8D89F314-E6D7-E15A-A599-3E6078871709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" name="pg1225">
                <a:extLst>
                  <a:ext uri="{FF2B5EF4-FFF2-40B4-BE49-F238E27FC236}">
                    <a16:creationId xmlns:a16="http://schemas.microsoft.com/office/drawing/2014/main" id="{FFA878FF-7CAC-FD0E-C7DD-8FE1528AE8A7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" name="pg1226">
                <a:extLst>
                  <a:ext uri="{FF2B5EF4-FFF2-40B4-BE49-F238E27FC236}">
                    <a16:creationId xmlns:a16="http://schemas.microsoft.com/office/drawing/2014/main" id="{3A6D24E5-2242-223D-2EBE-13F480A85A8D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" name="pg1227">
                <a:extLst>
                  <a:ext uri="{FF2B5EF4-FFF2-40B4-BE49-F238E27FC236}">
                    <a16:creationId xmlns:a16="http://schemas.microsoft.com/office/drawing/2014/main" id="{A766DC2D-9AD8-AAEB-B997-018750FB4067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" name="pg1228">
                <a:extLst>
                  <a:ext uri="{FF2B5EF4-FFF2-40B4-BE49-F238E27FC236}">
                    <a16:creationId xmlns:a16="http://schemas.microsoft.com/office/drawing/2014/main" id="{747B353D-EEA3-60C8-26A2-71742F863235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" name="pg1229">
                <a:extLst>
                  <a:ext uri="{FF2B5EF4-FFF2-40B4-BE49-F238E27FC236}">
                    <a16:creationId xmlns:a16="http://schemas.microsoft.com/office/drawing/2014/main" id="{2F11D383-BE9C-5997-CFE0-4DF35CB9B0EF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" name="pg1230">
                <a:extLst>
                  <a:ext uri="{FF2B5EF4-FFF2-40B4-BE49-F238E27FC236}">
                    <a16:creationId xmlns:a16="http://schemas.microsoft.com/office/drawing/2014/main" id="{AE4568D1-BC24-1DCF-C251-4EB6F19F1878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" name="pg1231">
                <a:extLst>
                  <a:ext uri="{FF2B5EF4-FFF2-40B4-BE49-F238E27FC236}">
                    <a16:creationId xmlns:a16="http://schemas.microsoft.com/office/drawing/2014/main" id="{06DA5943-A931-4E20-129F-D3302E8CE398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" name="pg1232">
                <a:extLst>
                  <a:ext uri="{FF2B5EF4-FFF2-40B4-BE49-F238E27FC236}">
                    <a16:creationId xmlns:a16="http://schemas.microsoft.com/office/drawing/2014/main" id="{9FBAD2E1-0607-611D-BE2D-1BB677298BC3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" name="pg1233">
                <a:extLst>
                  <a:ext uri="{FF2B5EF4-FFF2-40B4-BE49-F238E27FC236}">
                    <a16:creationId xmlns:a16="http://schemas.microsoft.com/office/drawing/2014/main" id="{E8C0871E-2ABB-EA72-F95C-7FE6629EDD5A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" name="pg1234">
                <a:extLst>
                  <a:ext uri="{FF2B5EF4-FFF2-40B4-BE49-F238E27FC236}">
                    <a16:creationId xmlns:a16="http://schemas.microsoft.com/office/drawing/2014/main" id="{98094AEF-C218-1CFC-05B1-F0B08696303B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" name="pg1235">
                <a:extLst>
                  <a:ext uri="{FF2B5EF4-FFF2-40B4-BE49-F238E27FC236}">
                    <a16:creationId xmlns:a16="http://schemas.microsoft.com/office/drawing/2014/main" id="{3B191C4D-DEDA-2BDC-AC8D-37C01C69AEF9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" name="pg1236">
                <a:extLst>
                  <a:ext uri="{FF2B5EF4-FFF2-40B4-BE49-F238E27FC236}">
                    <a16:creationId xmlns:a16="http://schemas.microsoft.com/office/drawing/2014/main" id="{69B995B2-90AB-0DD1-F168-A2C10E698EA1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" name="pg1237">
                <a:extLst>
                  <a:ext uri="{FF2B5EF4-FFF2-40B4-BE49-F238E27FC236}">
                    <a16:creationId xmlns:a16="http://schemas.microsoft.com/office/drawing/2014/main" id="{C037CAA9-5442-8C4A-B191-AD1590A54DCA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" name="pg1238">
                <a:extLst>
                  <a:ext uri="{FF2B5EF4-FFF2-40B4-BE49-F238E27FC236}">
                    <a16:creationId xmlns:a16="http://schemas.microsoft.com/office/drawing/2014/main" id="{FF8411E7-6C3A-FC0D-D033-7844E95E29FF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" name="pg1239">
                <a:extLst>
                  <a:ext uri="{FF2B5EF4-FFF2-40B4-BE49-F238E27FC236}">
                    <a16:creationId xmlns:a16="http://schemas.microsoft.com/office/drawing/2014/main" id="{200C9274-5254-6DAC-1DFB-56152F6016D1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" name="pg1240">
                <a:extLst>
                  <a:ext uri="{FF2B5EF4-FFF2-40B4-BE49-F238E27FC236}">
                    <a16:creationId xmlns:a16="http://schemas.microsoft.com/office/drawing/2014/main" id="{FF30D4AB-8B57-61C4-6662-16E6E9024509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" name="pg1241">
                <a:extLst>
                  <a:ext uri="{FF2B5EF4-FFF2-40B4-BE49-F238E27FC236}">
                    <a16:creationId xmlns:a16="http://schemas.microsoft.com/office/drawing/2014/main" id="{2155EB68-A4AA-B0A3-E1E6-1BB8C8E42704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" name="pg1242">
                <a:extLst>
                  <a:ext uri="{FF2B5EF4-FFF2-40B4-BE49-F238E27FC236}">
                    <a16:creationId xmlns:a16="http://schemas.microsoft.com/office/drawing/2014/main" id="{168CAA28-CF99-E29F-261A-3B46B88FE889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" name="pg1243">
                <a:extLst>
                  <a:ext uri="{FF2B5EF4-FFF2-40B4-BE49-F238E27FC236}">
                    <a16:creationId xmlns:a16="http://schemas.microsoft.com/office/drawing/2014/main" id="{E58CC9B5-18C1-DFC5-E411-66318DA26E80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" name="pg1244">
                <a:extLst>
                  <a:ext uri="{FF2B5EF4-FFF2-40B4-BE49-F238E27FC236}">
                    <a16:creationId xmlns:a16="http://schemas.microsoft.com/office/drawing/2014/main" id="{BDED9A16-E83D-A9C2-33DB-B0FCD0DA2DFD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" name="pg1245">
                <a:extLst>
                  <a:ext uri="{FF2B5EF4-FFF2-40B4-BE49-F238E27FC236}">
                    <a16:creationId xmlns:a16="http://schemas.microsoft.com/office/drawing/2014/main" id="{E068169C-3691-731E-E4C1-C52F6F59F8B2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" name="pg1246">
                <a:extLst>
                  <a:ext uri="{FF2B5EF4-FFF2-40B4-BE49-F238E27FC236}">
                    <a16:creationId xmlns:a16="http://schemas.microsoft.com/office/drawing/2014/main" id="{9816C061-91DD-40B9-9302-AB4C50021E9A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" name="pg1247">
                <a:extLst>
                  <a:ext uri="{FF2B5EF4-FFF2-40B4-BE49-F238E27FC236}">
                    <a16:creationId xmlns:a16="http://schemas.microsoft.com/office/drawing/2014/main" id="{DC35E156-59D0-6FD8-61E5-F2736FCCCEFC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" name="pg1248">
                <a:extLst>
                  <a:ext uri="{FF2B5EF4-FFF2-40B4-BE49-F238E27FC236}">
                    <a16:creationId xmlns:a16="http://schemas.microsoft.com/office/drawing/2014/main" id="{2F43480B-5945-BE9C-26AE-393EC077C7F7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" name="pg1249">
                <a:extLst>
                  <a:ext uri="{FF2B5EF4-FFF2-40B4-BE49-F238E27FC236}">
                    <a16:creationId xmlns:a16="http://schemas.microsoft.com/office/drawing/2014/main" id="{8A7B21C8-156F-BD77-5896-3B7635B08E8B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" name="pg1250">
                <a:extLst>
                  <a:ext uri="{FF2B5EF4-FFF2-40B4-BE49-F238E27FC236}">
                    <a16:creationId xmlns:a16="http://schemas.microsoft.com/office/drawing/2014/main" id="{3DCF6EE9-9763-ECCD-1178-7A52502AACEB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" name="pg1251">
                <a:extLst>
                  <a:ext uri="{FF2B5EF4-FFF2-40B4-BE49-F238E27FC236}">
                    <a16:creationId xmlns:a16="http://schemas.microsoft.com/office/drawing/2014/main" id="{6A467001-9593-ABE3-8EFC-FA68F3BF2FCB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" name="pg1252">
                <a:extLst>
                  <a:ext uri="{FF2B5EF4-FFF2-40B4-BE49-F238E27FC236}">
                    <a16:creationId xmlns:a16="http://schemas.microsoft.com/office/drawing/2014/main" id="{431C071D-784F-CCF0-5967-DE2B117B99CD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9BC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" name="pg1253">
                <a:extLst>
                  <a:ext uri="{FF2B5EF4-FFF2-40B4-BE49-F238E27FC236}">
                    <a16:creationId xmlns:a16="http://schemas.microsoft.com/office/drawing/2014/main" id="{82E95584-2BB4-D15C-1E91-DBACC87119C6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" name="pg1254">
                <a:extLst>
                  <a:ext uri="{FF2B5EF4-FFF2-40B4-BE49-F238E27FC236}">
                    <a16:creationId xmlns:a16="http://schemas.microsoft.com/office/drawing/2014/main" id="{25D3DB64-1468-27A3-053B-499D5EB0E32B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" name="pg1255">
                <a:extLst>
                  <a:ext uri="{FF2B5EF4-FFF2-40B4-BE49-F238E27FC236}">
                    <a16:creationId xmlns:a16="http://schemas.microsoft.com/office/drawing/2014/main" id="{4092FF5C-396E-6E96-298F-B6BDF63E0C88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" name="pg1256">
                <a:extLst>
                  <a:ext uri="{FF2B5EF4-FFF2-40B4-BE49-F238E27FC236}">
                    <a16:creationId xmlns:a16="http://schemas.microsoft.com/office/drawing/2014/main" id="{36A69F5D-28EA-311F-41D8-6E0D8CC8F17D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" name="pg1257">
                <a:extLst>
                  <a:ext uri="{FF2B5EF4-FFF2-40B4-BE49-F238E27FC236}">
                    <a16:creationId xmlns:a16="http://schemas.microsoft.com/office/drawing/2014/main" id="{EF5CF798-83E0-A81F-46FA-33B568D05E02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" name="pg1258">
                <a:extLst>
                  <a:ext uri="{FF2B5EF4-FFF2-40B4-BE49-F238E27FC236}">
                    <a16:creationId xmlns:a16="http://schemas.microsoft.com/office/drawing/2014/main" id="{E113FF47-F37A-31F7-7BD9-4DFC352DF664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" name="pg1259">
                <a:extLst>
                  <a:ext uri="{FF2B5EF4-FFF2-40B4-BE49-F238E27FC236}">
                    <a16:creationId xmlns:a16="http://schemas.microsoft.com/office/drawing/2014/main" id="{362F7773-6F08-838C-E9CC-78F18305AC88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" name="pg1260">
                <a:extLst>
                  <a:ext uri="{FF2B5EF4-FFF2-40B4-BE49-F238E27FC236}">
                    <a16:creationId xmlns:a16="http://schemas.microsoft.com/office/drawing/2014/main" id="{7BF0940B-BA68-C47C-2316-63DAA4021D57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" name="pg1261">
                <a:extLst>
                  <a:ext uri="{FF2B5EF4-FFF2-40B4-BE49-F238E27FC236}">
                    <a16:creationId xmlns:a16="http://schemas.microsoft.com/office/drawing/2014/main" id="{2D97C145-4C7C-571F-276A-1556084316E8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" name="pg1262">
                <a:extLst>
                  <a:ext uri="{FF2B5EF4-FFF2-40B4-BE49-F238E27FC236}">
                    <a16:creationId xmlns:a16="http://schemas.microsoft.com/office/drawing/2014/main" id="{08D3F962-E226-707B-5442-BCD245BDDD89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" name="pg1263">
                <a:extLst>
                  <a:ext uri="{FF2B5EF4-FFF2-40B4-BE49-F238E27FC236}">
                    <a16:creationId xmlns:a16="http://schemas.microsoft.com/office/drawing/2014/main" id="{EA106D6C-E0E3-A46E-165B-0A772882DD34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" name="pg1264">
                <a:extLst>
                  <a:ext uri="{FF2B5EF4-FFF2-40B4-BE49-F238E27FC236}">
                    <a16:creationId xmlns:a16="http://schemas.microsoft.com/office/drawing/2014/main" id="{C9D37245-47E2-745C-CAF2-590732FA1E20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" name="pg1265">
                <a:extLst>
                  <a:ext uri="{FF2B5EF4-FFF2-40B4-BE49-F238E27FC236}">
                    <a16:creationId xmlns:a16="http://schemas.microsoft.com/office/drawing/2014/main" id="{916B6073-0742-F2EC-B197-8B100C551094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" name="pg1266">
                <a:extLst>
                  <a:ext uri="{FF2B5EF4-FFF2-40B4-BE49-F238E27FC236}">
                    <a16:creationId xmlns:a16="http://schemas.microsoft.com/office/drawing/2014/main" id="{3433B855-4C84-BFF1-FA1D-D71036BBAA43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" name="pg1267">
                <a:extLst>
                  <a:ext uri="{FF2B5EF4-FFF2-40B4-BE49-F238E27FC236}">
                    <a16:creationId xmlns:a16="http://schemas.microsoft.com/office/drawing/2014/main" id="{8F4A224B-4DE7-A312-8A1C-56AEC319CC2D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" name="pg1268">
                <a:extLst>
                  <a:ext uri="{FF2B5EF4-FFF2-40B4-BE49-F238E27FC236}">
                    <a16:creationId xmlns:a16="http://schemas.microsoft.com/office/drawing/2014/main" id="{F81E9444-9C5B-365F-8E97-7F1FE7989AE9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" name="pg1269">
                <a:extLst>
                  <a:ext uri="{FF2B5EF4-FFF2-40B4-BE49-F238E27FC236}">
                    <a16:creationId xmlns:a16="http://schemas.microsoft.com/office/drawing/2014/main" id="{43EE5B7E-5BB1-D029-53F9-F17D1EDB11AC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" name="pg1270">
                <a:extLst>
                  <a:ext uri="{FF2B5EF4-FFF2-40B4-BE49-F238E27FC236}">
                    <a16:creationId xmlns:a16="http://schemas.microsoft.com/office/drawing/2014/main" id="{E7FD33E6-400E-63D9-4D43-38D23C98ED1F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" name="pg1271">
                <a:extLst>
                  <a:ext uri="{FF2B5EF4-FFF2-40B4-BE49-F238E27FC236}">
                    <a16:creationId xmlns:a16="http://schemas.microsoft.com/office/drawing/2014/main" id="{78A8210E-1BCB-E415-30DF-0368F7160FE4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" name="pg1272">
                <a:extLst>
                  <a:ext uri="{FF2B5EF4-FFF2-40B4-BE49-F238E27FC236}">
                    <a16:creationId xmlns:a16="http://schemas.microsoft.com/office/drawing/2014/main" id="{A7E3E058-DD59-4AF8-F012-36E6EA5BEA52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" name="pg1273">
                <a:extLst>
                  <a:ext uri="{FF2B5EF4-FFF2-40B4-BE49-F238E27FC236}">
                    <a16:creationId xmlns:a16="http://schemas.microsoft.com/office/drawing/2014/main" id="{53E2F847-9141-8829-874D-3DAF83EEE7BB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" name="pg1274">
                <a:extLst>
                  <a:ext uri="{FF2B5EF4-FFF2-40B4-BE49-F238E27FC236}">
                    <a16:creationId xmlns:a16="http://schemas.microsoft.com/office/drawing/2014/main" id="{5002EE2F-1D84-EFD7-49C8-D9DA17741D2D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" name="pg1275">
                <a:extLst>
                  <a:ext uri="{FF2B5EF4-FFF2-40B4-BE49-F238E27FC236}">
                    <a16:creationId xmlns:a16="http://schemas.microsoft.com/office/drawing/2014/main" id="{A1CAF3F8-9240-253B-ADED-893C99B92BE5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" name="pg1276">
                <a:extLst>
                  <a:ext uri="{FF2B5EF4-FFF2-40B4-BE49-F238E27FC236}">
                    <a16:creationId xmlns:a16="http://schemas.microsoft.com/office/drawing/2014/main" id="{3BBDE4FF-D394-FA2F-484C-FD586F50D581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" name="pg1277">
                <a:extLst>
                  <a:ext uri="{FF2B5EF4-FFF2-40B4-BE49-F238E27FC236}">
                    <a16:creationId xmlns:a16="http://schemas.microsoft.com/office/drawing/2014/main" id="{4EA714ED-BDE1-319C-FB46-275395120AB2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" name="pg1278">
                <a:extLst>
                  <a:ext uri="{FF2B5EF4-FFF2-40B4-BE49-F238E27FC236}">
                    <a16:creationId xmlns:a16="http://schemas.microsoft.com/office/drawing/2014/main" id="{F66AC88F-402E-708D-A5B8-E003689FB41D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" name="pg1279">
                <a:extLst>
                  <a:ext uri="{FF2B5EF4-FFF2-40B4-BE49-F238E27FC236}">
                    <a16:creationId xmlns:a16="http://schemas.microsoft.com/office/drawing/2014/main" id="{208B560F-8536-4F94-A665-A2B3225B07A5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" name="pg1280">
                <a:extLst>
                  <a:ext uri="{FF2B5EF4-FFF2-40B4-BE49-F238E27FC236}">
                    <a16:creationId xmlns:a16="http://schemas.microsoft.com/office/drawing/2014/main" id="{94E2CD2C-25EC-655D-C798-C7703656D293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" name="pg1281">
                <a:extLst>
                  <a:ext uri="{FF2B5EF4-FFF2-40B4-BE49-F238E27FC236}">
                    <a16:creationId xmlns:a16="http://schemas.microsoft.com/office/drawing/2014/main" id="{453D898A-9CB7-D558-EFF4-7AD23D59422B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" name="pg1282">
                <a:extLst>
                  <a:ext uri="{FF2B5EF4-FFF2-40B4-BE49-F238E27FC236}">
                    <a16:creationId xmlns:a16="http://schemas.microsoft.com/office/drawing/2014/main" id="{4D9A509A-F30C-9CF5-35EF-8CE1DEC3FB53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" name="pg1283">
                <a:extLst>
                  <a:ext uri="{FF2B5EF4-FFF2-40B4-BE49-F238E27FC236}">
                    <a16:creationId xmlns:a16="http://schemas.microsoft.com/office/drawing/2014/main" id="{916E916D-25BA-5EB0-1A8A-08CA5C6197F1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" name="pg1284">
                <a:extLst>
                  <a:ext uri="{FF2B5EF4-FFF2-40B4-BE49-F238E27FC236}">
                    <a16:creationId xmlns:a16="http://schemas.microsoft.com/office/drawing/2014/main" id="{561115D5-65CB-CD78-E06E-D700044A212E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" name="pg1285">
                <a:extLst>
                  <a:ext uri="{FF2B5EF4-FFF2-40B4-BE49-F238E27FC236}">
                    <a16:creationId xmlns:a16="http://schemas.microsoft.com/office/drawing/2014/main" id="{C70D0D92-E9EA-9463-F2D0-65AF88426A2B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" name="pg1286">
                <a:extLst>
                  <a:ext uri="{FF2B5EF4-FFF2-40B4-BE49-F238E27FC236}">
                    <a16:creationId xmlns:a16="http://schemas.microsoft.com/office/drawing/2014/main" id="{29115E7D-0344-C3BB-1A31-46C949505204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" name="pg1287">
                <a:extLst>
                  <a:ext uri="{FF2B5EF4-FFF2-40B4-BE49-F238E27FC236}">
                    <a16:creationId xmlns:a16="http://schemas.microsoft.com/office/drawing/2014/main" id="{0E172495-8095-79BC-D365-B8F1F4710792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" name="pg1288">
                <a:extLst>
                  <a:ext uri="{FF2B5EF4-FFF2-40B4-BE49-F238E27FC236}">
                    <a16:creationId xmlns:a16="http://schemas.microsoft.com/office/drawing/2014/main" id="{16A52765-ED67-0529-695F-865803789FB8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" name="pg1289">
                <a:extLst>
                  <a:ext uri="{FF2B5EF4-FFF2-40B4-BE49-F238E27FC236}">
                    <a16:creationId xmlns:a16="http://schemas.microsoft.com/office/drawing/2014/main" id="{CA2FA7AA-B704-3990-43FF-2C14D355B5BA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" name="pg1290">
                <a:extLst>
                  <a:ext uri="{FF2B5EF4-FFF2-40B4-BE49-F238E27FC236}">
                    <a16:creationId xmlns:a16="http://schemas.microsoft.com/office/drawing/2014/main" id="{F37F79F7-85B1-7268-F3DD-8DDDA6AC5EE4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" name="pg1291">
                <a:extLst>
                  <a:ext uri="{FF2B5EF4-FFF2-40B4-BE49-F238E27FC236}">
                    <a16:creationId xmlns:a16="http://schemas.microsoft.com/office/drawing/2014/main" id="{1FE0CC94-3635-4B06-C112-B8F529441F57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" name="pg1292">
                <a:extLst>
                  <a:ext uri="{FF2B5EF4-FFF2-40B4-BE49-F238E27FC236}">
                    <a16:creationId xmlns:a16="http://schemas.microsoft.com/office/drawing/2014/main" id="{C368DA49-71EE-065E-567F-5C9D447CC3E3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" name="pg1293">
                <a:extLst>
                  <a:ext uri="{FF2B5EF4-FFF2-40B4-BE49-F238E27FC236}">
                    <a16:creationId xmlns:a16="http://schemas.microsoft.com/office/drawing/2014/main" id="{B40A2D9B-F3C3-342D-4B7C-40D713B869A2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" name="pg1294">
                <a:extLst>
                  <a:ext uri="{FF2B5EF4-FFF2-40B4-BE49-F238E27FC236}">
                    <a16:creationId xmlns:a16="http://schemas.microsoft.com/office/drawing/2014/main" id="{0501DB66-2E73-33DB-80C0-3D52451EAF68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" name="pg1295">
                <a:extLst>
                  <a:ext uri="{FF2B5EF4-FFF2-40B4-BE49-F238E27FC236}">
                    <a16:creationId xmlns:a16="http://schemas.microsoft.com/office/drawing/2014/main" id="{303D056C-48E7-1577-F4DA-8C4F8B3F1AE5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" name="pg1296">
                <a:extLst>
                  <a:ext uri="{FF2B5EF4-FFF2-40B4-BE49-F238E27FC236}">
                    <a16:creationId xmlns:a16="http://schemas.microsoft.com/office/drawing/2014/main" id="{D04F1070-4F6F-80B0-DE66-DE30A4F1354E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" name="pg1297">
                <a:extLst>
                  <a:ext uri="{FF2B5EF4-FFF2-40B4-BE49-F238E27FC236}">
                    <a16:creationId xmlns:a16="http://schemas.microsoft.com/office/drawing/2014/main" id="{3BB44E58-6D6E-224A-D4BB-7A890B2BD9BC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" name="pg1298">
                <a:extLst>
                  <a:ext uri="{FF2B5EF4-FFF2-40B4-BE49-F238E27FC236}">
                    <a16:creationId xmlns:a16="http://schemas.microsoft.com/office/drawing/2014/main" id="{FE91CE5E-39D6-F98A-5121-A8DFD31A0405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" name="pg1299">
                <a:extLst>
                  <a:ext uri="{FF2B5EF4-FFF2-40B4-BE49-F238E27FC236}">
                    <a16:creationId xmlns:a16="http://schemas.microsoft.com/office/drawing/2014/main" id="{C8446D67-5DBC-7339-B8F9-77C663D4E365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" name="pg1300">
                <a:extLst>
                  <a:ext uri="{FF2B5EF4-FFF2-40B4-BE49-F238E27FC236}">
                    <a16:creationId xmlns:a16="http://schemas.microsoft.com/office/drawing/2014/main" id="{1C77AC47-A0F5-155F-FF32-8E8D77A79E88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" name="pg1301">
                <a:extLst>
                  <a:ext uri="{FF2B5EF4-FFF2-40B4-BE49-F238E27FC236}">
                    <a16:creationId xmlns:a16="http://schemas.microsoft.com/office/drawing/2014/main" id="{D4D5147C-AA53-0E68-ACBE-E96F95254E5C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" name="pg1302">
                <a:extLst>
                  <a:ext uri="{FF2B5EF4-FFF2-40B4-BE49-F238E27FC236}">
                    <a16:creationId xmlns:a16="http://schemas.microsoft.com/office/drawing/2014/main" id="{D47A671C-BE0F-713B-80DB-E31FA00C998E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" name="pg1303">
                <a:extLst>
                  <a:ext uri="{FF2B5EF4-FFF2-40B4-BE49-F238E27FC236}">
                    <a16:creationId xmlns:a16="http://schemas.microsoft.com/office/drawing/2014/main" id="{E5DD19AE-F3D7-BBF8-1D20-C0DD78159CBB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" name="pg1304">
                <a:extLst>
                  <a:ext uri="{FF2B5EF4-FFF2-40B4-BE49-F238E27FC236}">
                    <a16:creationId xmlns:a16="http://schemas.microsoft.com/office/drawing/2014/main" id="{627EC647-50CF-49E2-A82B-E8E31FBFD426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" name="pg1305">
                <a:extLst>
                  <a:ext uri="{FF2B5EF4-FFF2-40B4-BE49-F238E27FC236}">
                    <a16:creationId xmlns:a16="http://schemas.microsoft.com/office/drawing/2014/main" id="{36933D6A-D6BF-545E-9623-2E6B72721619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" name="pg1306">
                <a:extLst>
                  <a:ext uri="{FF2B5EF4-FFF2-40B4-BE49-F238E27FC236}">
                    <a16:creationId xmlns:a16="http://schemas.microsoft.com/office/drawing/2014/main" id="{53D14F77-0540-2E8E-9BAE-B67C9976558C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" name="pg1307">
                <a:extLst>
                  <a:ext uri="{FF2B5EF4-FFF2-40B4-BE49-F238E27FC236}">
                    <a16:creationId xmlns:a16="http://schemas.microsoft.com/office/drawing/2014/main" id="{BB4118D5-A384-5C9F-5BA3-69A0BE60A2F0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" name="pg1308">
                <a:extLst>
                  <a:ext uri="{FF2B5EF4-FFF2-40B4-BE49-F238E27FC236}">
                    <a16:creationId xmlns:a16="http://schemas.microsoft.com/office/drawing/2014/main" id="{36872C43-6EA1-35B7-1E1B-A717A7A62443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" name="pg1309">
                <a:extLst>
                  <a:ext uri="{FF2B5EF4-FFF2-40B4-BE49-F238E27FC236}">
                    <a16:creationId xmlns:a16="http://schemas.microsoft.com/office/drawing/2014/main" id="{5F132D0D-5C3C-8F5E-B1B8-5EAFD94526B9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" name="pg1310">
                <a:extLst>
                  <a:ext uri="{FF2B5EF4-FFF2-40B4-BE49-F238E27FC236}">
                    <a16:creationId xmlns:a16="http://schemas.microsoft.com/office/drawing/2014/main" id="{C7830730-4317-41D7-8D3A-30033A0F3F23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" name="pg1311">
                <a:extLst>
                  <a:ext uri="{FF2B5EF4-FFF2-40B4-BE49-F238E27FC236}">
                    <a16:creationId xmlns:a16="http://schemas.microsoft.com/office/drawing/2014/main" id="{079F1442-E7B3-EC3F-6381-BB102B3C11B3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" name="pg1312">
                <a:extLst>
                  <a:ext uri="{FF2B5EF4-FFF2-40B4-BE49-F238E27FC236}">
                    <a16:creationId xmlns:a16="http://schemas.microsoft.com/office/drawing/2014/main" id="{95F3FC53-E267-D61D-FD65-6803A953F805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" name="pg1313">
                <a:extLst>
                  <a:ext uri="{FF2B5EF4-FFF2-40B4-BE49-F238E27FC236}">
                    <a16:creationId xmlns:a16="http://schemas.microsoft.com/office/drawing/2014/main" id="{4BA5E38C-D898-A9C9-0F2F-580C03F7D01C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" name="pg1314">
                <a:extLst>
                  <a:ext uri="{FF2B5EF4-FFF2-40B4-BE49-F238E27FC236}">
                    <a16:creationId xmlns:a16="http://schemas.microsoft.com/office/drawing/2014/main" id="{3D84B7E2-0F6E-F767-0CB4-929ABFF55DFA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" name="pg1315">
                <a:extLst>
                  <a:ext uri="{FF2B5EF4-FFF2-40B4-BE49-F238E27FC236}">
                    <a16:creationId xmlns:a16="http://schemas.microsoft.com/office/drawing/2014/main" id="{2ABE4588-0EDF-DCFD-3D3B-1B3C06FB17E9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" name="pg1316">
                <a:extLst>
                  <a:ext uri="{FF2B5EF4-FFF2-40B4-BE49-F238E27FC236}">
                    <a16:creationId xmlns:a16="http://schemas.microsoft.com/office/drawing/2014/main" id="{1E197C81-A0D9-58D9-16A7-BDA6D08C3559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" name="pg1317">
                <a:extLst>
                  <a:ext uri="{FF2B5EF4-FFF2-40B4-BE49-F238E27FC236}">
                    <a16:creationId xmlns:a16="http://schemas.microsoft.com/office/drawing/2014/main" id="{CE6BB552-3D09-B2F3-F9BE-36685CD632BD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" name="pg1318">
                <a:extLst>
                  <a:ext uri="{FF2B5EF4-FFF2-40B4-BE49-F238E27FC236}">
                    <a16:creationId xmlns:a16="http://schemas.microsoft.com/office/drawing/2014/main" id="{ABBC7055-DE5A-1B85-B894-355F7A9069F3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" name="pg1319">
                <a:extLst>
                  <a:ext uri="{FF2B5EF4-FFF2-40B4-BE49-F238E27FC236}">
                    <a16:creationId xmlns:a16="http://schemas.microsoft.com/office/drawing/2014/main" id="{1E6D2738-8E5B-6015-70AB-1AB6887FCB29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" name="pg1320">
                <a:extLst>
                  <a:ext uri="{FF2B5EF4-FFF2-40B4-BE49-F238E27FC236}">
                    <a16:creationId xmlns:a16="http://schemas.microsoft.com/office/drawing/2014/main" id="{B36C6CD3-3415-594A-EC4A-31930AAF875A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" name="pg1321">
                <a:extLst>
                  <a:ext uri="{FF2B5EF4-FFF2-40B4-BE49-F238E27FC236}">
                    <a16:creationId xmlns:a16="http://schemas.microsoft.com/office/drawing/2014/main" id="{DE67F903-D6BA-F035-EB63-B466E307B2B6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" name="pg1322">
                <a:extLst>
                  <a:ext uri="{FF2B5EF4-FFF2-40B4-BE49-F238E27FC236}">
                    <a16:creationId xmlns:a16="http://schemas.microsoft.com/office/drawing/2014/main" id="{E836BAE2-97E3-B98A-4F7B-8632911DC518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" name="pg1323">
                <a:extLst>
                  <a:ext uri="{FF2B5EF4-FFF2-40B4-BE49-F238E27FC236}">
                    <a16:creationId xmlns:a16="http://schemas.microsoft.com/office/drawing/2014/main" id="{F8142AA2-14DC-F18D-A69D-6CD8D6693DC4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" name="pg1324">
                <a:extLst>
                  <a:ext uri="{FF2B5EF4-FFF2-40B4-BE49-F238E27FC236}">
                    <a16:creationId xmlns:a16="http://schemas.microsoft.com/office/drawing/2014/main" id="{65F7CD2C-5E11-BBF6-D421-C023417AEA15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" name="pg1325">
                <a:extLst>
                  <a:ext uri="{FF2B5EF4-FFF2-40B4-BE49-F238E27FC236}">
                    <a16:creationId xmlns:a16="http://schemas.microsoft.com/office/drawing/2014/main" id="{BDC0ACCE-C018-4A85-61BA-8CB7F43633EB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" name="pg1326">
                <a:extLst>
                  <a:ext uri="{FF2B5EF4-FFF2-40B4-BE49-F238E27FC236}">
                    <a16:creationId xmlns:a16="http://schemas.microsoft.com/office/drawing/2014/main" id="{8703A42D-64EE-CA8C-2BA3-59659A86F292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" name="pg1327">
                <a:extLst>
                  <a:ext uri="{FF2B5EF4-FFF2-40B4-BE49-F238E27FC236}">
                    <a16:creationId xmlns:a16="http://schemas.microsoft.com/office/drawing/2014/main" id="{AF377685-C0D9-A762-B73A-B41FF08A3560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" name="pg1328">
                <a:extLst>
                  <a:ext uri="{FF2B5EF4-FFF2-40B4-BE49-F238E27FC236}">
                    <a16:creationId xmlns:a16="http://schemas.microsoft.com/office/drawing/2014/main" id="{A05A94B1-4B24-30BE-3112-BEB4A507C37E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" name="pg1329">
                <a:extLst>
                  <a:ext uri="{FF2B5EF4-FFF2-40B4-BE49-F238E27FC236}">
                    <a16:creationId xmlns:a16="http://schemas.microsoft.com/office/drawing/2014/main" id="{062349B9-72F1-CB42-36D1-38BDA9CAB522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" name="pg1330">
                <a:extLst>
                  <a:ext uri="{FF2B5EF4-FFF2-40B4-BE49-F238E27FC236}">
                    <a16:creationId xmlns:a16="http://schemas.microsoft.com/office/drawing/2014/main" id="{B00382B9-1D8C-8BF0-14BE-5C10962DF7AD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" name="pg1331">
                <a:extLst>
                  <a:ext uri="{FF2B5EF4-FFF2-40B4-BE49-F238E27FC236}">
                    <a16:creationId xmlns:a16="http://schemas.microsoft.com/office/drawing/2014/main" id="{B62E052B-90D5-80BF-2C97-B5F2CC3DAE91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" name="pg1332">
                <a:extLst>
                  <a:ext uri="{FF2B5EF4-FFF2-40B4-BE49-F238E27FC236}">
                    <a16:creationId xmlns:a16="http://schemas.microsoft.com/office/drawing/2014/main" id="{A81089FF-2B66-6103-F37D-A344250AA69C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" name="pg1333">
                <a:extLst>
                  <a:ext uri="{FF2B5EF4-FFF2-40B4-BE49-F238E27FC236}">
                    <a16:creationId xmlns:a16="http://schemas.microsoft.com/office/drawing/2014/main" id="{2A1D3847-3122-0F7D-DD57-EDDB1FCDF717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" name="pg1334">
                <a:extLst>
                  <a:ext uri="{FF2B5EF4-FFF2-40B4-BE49-F238E27FC236}">
                    <a16:creationId xmlns:a16="http://schemas.microsoft.com/office/drawing/2014/main" id="{D23C60C7-FFB4-C165-ACB2-E250200C4148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" name="pg1335">
                <a:extLst>
                  <a:ext uri="{FF2B5EF4-FFF2-40B4-BE49-F238E27FC236}">
                    <a16:creationId xmlns:a16="http://schemas.microsoft.com/office/drawing/2014/main" id="{96CFDED4-0522-E173-AFB8-5F5067E3D4A6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" name="pg1336">
                <a:extLst>
                  <a:ext uri="{FF2B5EF4-FFF2-40B4-BE49-F238E27FC236}">
                    <a16:creationId xmlns:a16="http://schemas.microsoft.com/office/drawing/2014/main" id="{6277A1D7-2598-A64E-CF63-177BE7977FEA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" name="pg1337">
                <a:extLst>
                  <a:ext uri="{FF2B5EF4-FFF2-40B4-BE49-F238E27FC236}">
                    <a16:creationId xmlns:a16="http://schemas.microsoft.com/office/drawing/2014/main" id="{AE825EE6-7AAF-6694-F2B2-541AF2F9CC52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" name="pg1338">
                <a:extLst>
                  <a:ext uri="{FF2B5EF4-FFF2-40B4-BE49-F238E27FC236}">
                    <a16:creationId xmlns:a16="http://schemas.microsoft.com/office/drawing/2014/main" id="{D6D9C510-186B-C93A-B40F-60BCEBA3B4A2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" name="pg1339">
                <a:extLst>
                  <a:ext uri="{FF2B5EF4-FFF2-40B4-BE49-F238E27FC236}">
                    <a16:creationId xmlns:a16="http://schemas.microsoft.com/office/drawing/2014/main" id="{0F0E6F3F-B54E-0768-21C5-FC888245023D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" name="pg1340">
                <a:extLst>
                  <a:ext uri="{FF2B5EF4-FFF2-40B4-BE49-F238E27FC236}">
                    <a16:creationId xmlns:a16="http://schemas.microsoft.com/office/drawing/2014/main" id="{6F494071-120D-E0D0-B1DE-2EDDD5DA59EE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" name="pg1341">
                <a:extLst>
                  <a:ext uri="{FF2B5EF4-FFF2-40B4-BE49-F238E27FC236}">
                    <a16:creationId xmlns:a16="http://schemas.microsoft.com/office/drawing/2014/main" id="{C26136BF-9BEA-F411-4FD8-E6AA6F5D712A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" name="pg1342">
                <a:extLst>
                  <a:ext uri="{FF2B5EF4-FFF2-40B4-BE49-F238E27FC236}">
                    <a16:creationId xmlns:a16="http://schemas.microsoft.com/office/drawing/2014/main" id="{92DCDCD7-C3C1-EB86-9AD9-57BDF12D5EC5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" name="pg1343">
                <a:extLst>
                  <a:ext uri="{FF2B5EF4-FFF2-40B4-BE49-F238E27FC236}">
                    <a16:creationId xmlns:a16="http://schemas.microsoft.com/office/drawing/2014/main" id="{56E8C0F7-9D59-984F-ACAF-2FA922FDAFAF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" name="pg1344">
                <a:extLst>
                  <a:ext uri="{FF2B5EF4-FFF2-40B4-BE49-F238E27FC236}">
                    <a16:creationId xmlns:a16="http://schemas.microsoft.com/office/drawing/2014/main" id="{5505553B-C24B-37A9-F669-80CC651F5DB9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" name="pg1345">
                <a:extLst>
                  <a:ext uri="{FF2B5EF4-FFF2-40B4-BE49-F238E27FC236}">
                    <a16:creationId xmlns:a16="http://schemas.microsoft.com/office/drawing/2014/main" id="{2BB13A54-B7EE-03A4-3B80-63907A1A8C60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" name="pg1346">
                <a:extLst>
                  <a:ext uri="{FF2B5EF4-FFF2-40B4-BE49-F238E27FC236}">
                    <a16:creationId xmlns:a16="http://schemas.microsoft.com/office/drawing/2014/main" id="{6AD299F6-6204-953A-72F8-7F1F683DB55A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" name="pg1347">
                <a:extLst>
                  <a:ext uri="{FF2B5EF4-FFF2-40B4-BE49-F238E27FC236}">
                    <a16:creationId xmlns:a16="http://schemas.microsoft.com/office/drawing/2014/main" id="{12CBA280-596F-7229-620E-3896B407322E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" name="pg1348">
                <a:extLst>
                  <a:ext uri="{FF2B5EF4-FFF2-40B4-BE49-F238E27FC236}">
                    <a16:creationId xmlns:a16="http://schemas.microsoft.com/office/drawing/2014/main" id="{5041C9B9-DB9F-BE8B-DB26-AF10C43E204C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" name="pg1349">
                <a:extLst>
                  <a:ext uri="{FF2B5EF4-FFF2-40B4-BE49-F238E27FC236}">
                    <a16:creationId xmlns:a16="http://schemas.microsoft.com/office/drawing/2014/main" id="{82AF487B-49F2-7218-D1DA-F7AA1D699A76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" name="pg1350">
                <a:extLst>
                  <a:ext uri="{FF2B5EF4-FFF2-40B4-BE49-F238E27FC236}">
                    <a16:creationId xmlns:a16="http://schemas.microsoft.com/office/drawing/2014/main" id="{970003BC-F2D9-7091-07C5-A933A1332788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" name="pg1351">
                <a:extLst>
                  <a:ext uri="{FF2B5EF4-FFF2-40B4-BE49-F238E27FC236}">
                    <a16:creationId xmlns:a16="http://schemas.microsoft.com/office/drawing/2014/main" id="{4491A2AC-C8AC-7CFD-809C-44FE1845D044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" name="pg1352">
                <a:extLst>
                  <a:ext uri="{FF2B5EF4-FFF2-40B4-BE49-F238E27FC236}">
                    <a16:creationId xmlns:a16="http://schemas.microsoft.com/office/drawing/2014/main" id="{2D1E060B-C7F9-9DB1-2B0F-6E2F610A1541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" name="pg1353">
                <a:extLst>
                  <a:ext uri="{FF2B5EF4-FFF2-40B4-BE49-F238E27FC236}">
                    <a16:creationId xmlns:a16="http://schemas.microsoft.com/office/drawing/2014/main" id="{A342A59E-51B8-AAF0-9F50-A84DF36D7FA1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" name="pg1354">
                <a:extLst>
                  <a:ext uri="{FF2B5EF4-FFF2-40B4-BE49-F238E27FC236}">
                    <a16:creationId xmlns:a16="http://schemas.microsoft.com/office/drawing/2014/main" id="{E34B32CC-16FE-1565-0F5C-266B073B6F57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" name="pg1355">
                <a:extLst>
                  <a:ext uri="{FF2B5EF4-FFF2-40B4-BE49-F238E27FC236}">
                    <a16:creationId xmlns:a16="http://schemas.microsoft.com/office/drawing/2014/main" id="{49682868-C1FC-7BCB-AACF-CCF071ABA28B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" name="pg1356">
                <a:extLst>
                  <a:ext uri="{FF2B5EF4-FFF2-40B4-BE49-F238E27FC236}">
                    <a16:creationId xmlns:a16="http://schemas.microsoft.com/office/drawing/2014/main" id="{15CB66EE-255D-22D7-E731-07916D18C3D8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" name="pg1357">
                <a:extLst>
                  <a:ext uri="{FF2B5EF4-FFF2-40B4-BE49-F238E27FC236}">
                    <a16:creationId xmlns:a16="http://schemas.microsoft.com/office/drawing/2014/main" id="{BE1144C1-7B07-AD39-B92F-71DF0CED8A29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" name="pg1358">
                <a:extLst>
                  <a:ext uri="{FF2B5EF4-FFF2-40B4-BE49-F238E27FC236}">
                    <a16:creationId xmlns:a16="http://schemas.microsoft.com/office/drawing/2014/main" id="{2D8AB835-0EC5-19E0-672B-399159631918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" name="pg1359">
                <a:extLst>
                  <a:ext uri="{FF2B5EF4-FFF2-40B4-BE49-F238E27FC236}">
                    <a16:creationId xmlns:a16="http://schemas.microsoft.com/office/drawing/2014/main" id="{E8D63BE3-52D3-19DE-E184-86DE78FDFA9E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" name="pg1360">
                <a:extLst>
                  <a:ext uri="{FF2B5EF4-FFF2-40B4-BE49-F238E27FC236}">
                    <a16:creationId xmlns:a16="http://schemas.microsoft.com/office/drawing/2014/main" id="{B1A92D95-2BB5-D14D-1953-2EB12ECF8D52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" name="pg1361">
                <a:extLst>
                  <a:ext uri="{FF2B5EF4-FFF2-40B4-BE49-F238E27FC236}">
                    <a16:creationId xmlns:a16="http://schemas.microsoft.com/office/drawing/2014/main" id="{2588ABA3-12B9-8796-B495-ACB0E4D3300C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" name="pg1362">
                <a:extLst>
                  <a:ext uri="{FF2B5EF4-FFF2-40B4-BE49-F238E27FC236}">
                    <a16:creationId xmlns:a16="http://schemas.microsoft.com/office/drawing/2014/main" id="{A9F54DB4-0EDE-9142-9110-0A4B6639A7FF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" name="pg1363">
                <a:extLst>
                  <a:ext uri="{FF2B5EF4-FFF2-40B4-BE49-F238E27FC236}">
                    <a16:creationId xmlns:a16="http://schemas.microsoft.com/office/drawing/2014/main" id="{CF932FA6-A240-1A46-ECB9-7BF28A8B8230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" name="pg1364">
                <a:extLst>
                  <a:ext uri="{FF2B5EF4-FFF2-40B4-BE49-F238E27FC236}">
                    <a16:creationId xmlns:a16="http://schemas.microsoft.com/office/drawing/2014/main" id="{7C5FDE28-AC85-624A-0F6D-8EABB0E0E830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" name="pg1365">
                <a:extLst>
                  <a:ext uri="{FF2B5EF4-FFF2-40B4-BE49-F238E27FC236}">
                    <a16:creationId xmlns:a16="http://schemas.microsoft.com/office/drawing/2014/main" id="{9CF8AA9B-3CF9-BF08-9869-0F48A1617D17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" name="pg1366">
                <a:extLst>
                  <a:ext uri="{FF2B5EF4-FFF2-40B4-BE49-F238E27FC236}">
                    <a16:creationId xmlns:a16="http://schemas.microsoft.com/office/drawing/2014/main" id="{529C3C5E-B66D-6882-84B5-115FAB45D92B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" name="pg1367">
                <a:extLst>
                  <a:ext uri="{FF2B5EF4-FFF2-40B4-BE49-F238E27FC236}">
                    <a16:creationId xmlns:a16="http://schemas.microsoft.com/office/drawing/2014/main" id="{F428E955-0A3C-0185-142B-BCBEB4FF64BA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" name="pg1368">
                <a:extLst>
                  <a:ext uri="{FF2B5EF4-FFF2-40B4-BE49-F238E27FC236}">
                    <a16:creationId xmlns:a16="http://schemas.microsoft.com/office/drawing/2014/main" id="{30A2E8C7-1991-BDD7-09FF-4C094AD40EB5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" name="pg1369">
                <a:extLst>
                  <a:ext uri="{FF2B5EF4-FFF2-40B4-BE49-F238E27FC236}">
                    <a16:creationId xmlns:a16="http://schemas.microsoft.com/office/drawing/2014/main" id="{42AC2078-616A-1E73-88E8-FBBD029DA78A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" name="pg1370">
                <a:extLst>
                  <a:ext uri="{FF2B5EF4-FFF2-40B4-BE49-F238E27FC236}">
                    <a16:creationId xmlns:a16="http://schemas.microsoft.com/office/drawing/2014/main" id="{E322847D-F1DD-12F1-4006-C165AEA32A5B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" name="pg1371">
                <a:extLst>
                  <a:ext uri="{FF2B5EF4-FFF2-40B4-BE49-F238E27FC236}">
                    <a16:creationId xmlns:a16="http://schemas.microsoft.com/office/drawing/2014/main" id="{85EB78D7-BF21-EE7F-6F50-D8C5D7F6160E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" name="pg1372">
                <a:extLst>
                  <a:ext uri="{FF2B5EF4-FFF2-40B4-BE49-F238E27FC236}">
                    <a16:creationId xmlns:a16="http://schemas.microsoft.com/office/drawing/2014/main" id="{46FFE842-ADE5-E2BB-1E47-B979FCDF14C7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" name="pg1373">
                <a:extLst>
                  <a:ext uri="{FF2B5EF4-FFF2-40B4-BE49-F238E27FC236}">
                    <a16:creationId xmlns:a16="http://schemas.microsoft.com/office/drawing/2014/main" id="{5950C944-E657-23F8-8CE3-F9668F7E97F6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" name="pg1374">
                <a:extLst>
                  <a:ext uri="{FF2B5EF4-FFF2-40B4-BE49-F238E27FC236}">
                    <a16:creationId xmlns:a16="http://schemas.microsoft.com/office/drawing/2014/main" id="{9089D1F4-AE7B-AC8B-6B65-CD7917B52FE1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" name="pg1375">
                <a:extLst>
                  <a:ext uri="{FF2B5EF4-FFF2-40B4-BE49-F238E27FC236}">
                    <a16:creationId xmlns:a16="http://schemas.microsoft.com/office/drawing/2014/main" id="{293F85A5-F758-A521-2FF5-218EA7D82CD6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" name="pg1376">
                <a:extLst>
                  <a:ext uri="{FF2B5EF4-FFF2-40B4-BE49-F238E27FC236}">
                    <a16:creationId xmlns:a16="http://schemas.microsoft.com/office/drawing/2014/main" id="{BDF500FF-614E-922A-2600-ACA87613AA7D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" name="pg1377">
                <a:extLst>
                  <a:ext uri="{FF2B5EF4-FFF2-40B4-BE49-F238E27FC236}">
                    <a16:creationId xmlns:a16="http://schemas.microsoft.com/office/drawing/2014/main" id="{412635E8-9A37-7CFD-2517-3B1AF744B6AD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" name="pg1378">
                <a:extLst>
                  <a:ext uri="{FF2B5EF4-FFF2-40B4-BE49-F238E27FC236}">
                    <a16:creationId xmlns:a16="http://schemas.microsoft.com/office/drawing/2014/main" id="{0BADFB0F-B166-A281-D522-0285F7BF6584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" name="pg1379">
                <a:extLst>
                  <a:ext uri="{FF2B5EF4-FFF2-40B4-BE49-F238E27FC236}">
                    <a16:creationId xmlns:a16="http://schemas.microsoft.com/office/drawing/2014/main" id="{3F4AB7C9-5E9B-811C-6992-08F1BEC21F29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" name="pg1380">
                <a:extLst>
                  <a:ext uri="{FF2B5EF4-FFF2-40B4-BE49-F238E27FC236}">
                    <a16:creationId xmlns:a16="http://schemas.microsoft.com/office/drawing/2014/main" id="{F7574825-B3C1-74CF-F11D-12CDD07F21B8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" name="pg1381">
                <a:extLst>
                  <a:ext uri="{FF2B5EF4-FFF2-40B4-BE49-F238E27FC236}">
                    <a16:creationId xmlns:a16="http://schemas.microsoft.com/office/drawing/2014/main" id="{23C47347-B882-71E0-2CDD-9410F48CEB9C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" name="pg1382">
                <a:extLst>
                  <a:ext uri="{FF2B5EF4-FFF2-40B4-BE49-F238E27FC236}">
                    <a16:creationId xmlns:a16="http://schemas.microsoft.com/office/drawing/2014/main" id="{7CEF4FA9-3F7E-9D90-BCA5-E6EA475A6018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" name="pg1383">
                <a:extLst>
                  <a:ext uri="{FF2B5EF4-FFF2-40B4-BE49-F238E27FC236}">
                    <a16:creationId xmlns:a16="http://schemas.microsoft.com/office/drawing/2014/main" id="{E319470F-7803-1FC8-7D11-3BA653AEB0E8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" name="pg1384">
                <a:extLst>
                  <a:ext uri="{FF2B5EF4-FFF2-40B4-BE49-F238E27FC236}">
                    <a16:creationId xmlns:a16="http://schemas.microsoft.com/office/drawing/2014/main" id="{351E2447-2B42-6B4B-413C-89E00B7CA7D3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" name="pg1385">
                <a:extLst>
                  <a:ext uri="{FF2B5EF4-FFF2-40B4-BE49-F238E27FC236}">
                    <a16:creationId xmlns:a16="http://schemas.microsoft.com/office/drawing/2014/main" id="{E789FAA3-4027-ACDE-0DF5-56321E97B80A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" name="pg1386">
                <a:extLst>
                  <a:ext uri="{FF2B5EF4-FFF2-40B4-BE49-F238E27FC236}">
                    <a16:creationId xmlns:a16="http://schemas.microsoft.com/office/drawing/2014/main" id="{E394AC84-8583-5734-A39D-3A9D2093D96F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" name="pg1387">
                <a:extLst>
                  <a:ext uri="{FF2B5EF4-FFF2-40B4-BE49-F238E27FC236}">
                    <a16:creationId xmlns:a16="http://schemas.microsoft.com/office/drawing/2014/main" id="{599FCA00-C39C-17DB-A1B8-430C67CB6892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" name="pg1388">
                <a:extLst>
                  <a:ext uri="{FF2B5EF4-FFF2-40B4-BE49-F238E27FC236}">
                    <a16:creationId xmlns:a16="http://schemas.microsoft.com/office/drawing/2014/main" id="{425E4C64-AB6D-577F-2AD1-9C19F7760704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" name="pg1389">
                <a:extLst>
                  <a:ext uri="{FF2B5EF4-FFF2-40B4-BE49-F238E27FC236}">
                    <a16:creationId xmlns:a16="http://schemas.microsoft.com/office/drawing/2014/main" id="{509B6F77-2A0F-C7C0-9E12-540C1C80D630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" name="pg1390">
                <a:extLst>
                  <a:ext uri="{FF2B5EF4-FFF2-40B4-BE49-F238E27FC236}">
                    <a16:creationId xmlns:a16="http://schemas.microsoft.com/office/drawing/2014/main" id="{BFB54A89-466A-BE0F-3B03-CD91332BBD0F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" name="pg1391">
                <a:extLst>
                  <a:ext uri="{FF2B5EF4-FFF2-40B4-BE49-F238E27FC236}">
                    <a16:creationId xmlns:a16="http://schemas.microsoft.com/office/drawing/2014/main" id="{E1E7C00D-B46E-A6B4-75F9-799466E4D747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" name="pg1392">
                <a:extLst>
                  <a:ext uri="{FF2B5EF4-FFF2-40B4-BE49-F238E27FC236}">
                    <a16:creationId xmlns:a16="http://schemas.microsoft.com/office/drawing/2014/main" id="{F99C77BF-2D54-284C-1260-6BA9986B8495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" name="pg1393">
                <a:extLst>
                  <a:ext uri="{FF2B5EF4-FFF2-40B4-BE49-F238E27FC236}">
                    <a16:creationId xmlns:a16="http://schemas.microsoft.com/office/drawing/2014/main" id="{F83D7D20-8FA1-9C3D-2638-B477BFFF2B71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" name="pg1394">
                <a:extLst>
                  <a:ext uri="{FF2B5EF4-FFF2-40B4-BE49-F238E27FC236}">
                    <a16:creationId xmlns:a16="http://schemas.microsoft.com/office/drawing/2014/main" id="{D7295EE1-6AC9-F4AC-03DB-8CD870BE3CE6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" name="pg1395">
                <a:extLst>
                  <a:ext uri="{FF2B5EF4-FFF2-40B4-BE49-F238E27FC236}">
                    <a16:creationId xmlns:a16="http://schemas.microsoft.com/office/drawing/2014/main" id="{846226CA-8EE7-6FF0-9AF7-F0C0EE3F2608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" name="pg1396">
                <a:extLst>
                  <a:ext uri="{FF2B5EF4-FFF2-40B4-BE49-F238E27FC236}">
                    <a16:creationId xmlns:a16="http://schemas.microsoft.com/office/drawing/2014/main" id="{9B3B6D4D-9937-71A6-9FDA-1F5A9236008A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" name="pg1397">
                <a:extLst>
                  <a:ext uri="{FF2B5EF4-FFF2-40B4-BE49-F238E27FC236}">
                    <a16:creationId xmlns:a16="http://schemas.microsoft.com/office/drawing/2014/main" id="{A545DD73-356B-B2C5-A482-6ED353871717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" name="pg1398">
                <a:extLst>
                  <a:ext uri="{FF2B5EF4-FFF2-40B4-BE49-F238E27FC236}">
                    <a16:creationId xmlns:a16="http://schemas.microsoft.com/office/drawing/2014/main" id="{EEEDFC77-3459-B4DA-159D-82E647367761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" name="pg1399">
                <a:extLst>
                  <a:ext uri="{FF2B5EF4-FFF2-40B4-BE49-F238E27FC236}">
                    <a16:creationId xmlns:a16="http://schemas.microsoft.com/office/drawing/2014/main" id="{BDA377F6-70D6-6A9A-39D5-ED5483D144BB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" name="pg1400">
                <a:extLst>
                  <a:ext uri="{FF2B5EF4-FFF2-40B4-BE49-F238E27FC236}">
                    <a16:creationId xmlns:a16="http://schemas.microsoft.com/office/drawing/2014/main" id="{29823062-D411-15B5-8232-D13A2347FF8C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" name="pg1401">
                <a:extLst>
                  <a:ext uri="{FF2B5EF4-FFF2-40B4-BE49-F238E27FC236}">
                    <a16:creationId xmlns:a16="http://schemas.microsoft.com/office/drawing/2014/main" id="{56D017F7-9754-A22A-974A-E08C50FC15A5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" name="pg1402">
                <a:extLst>
                  <a:ext uri="{FF2B5EF4-FFF2-40B4-BE49-F238E27FC236}">
                    <a16:creationId xmlns:a16="http://schemas.microsoft.com/office/drawing/2014/main" id="{77520E0E-8770-D334-7DE0-BB3EA4D5D901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" name="pg1403">
                <a:extLst>
                  <a:ext uri="{FF2B5EF4-FFF2-40B4-BE49-F238E27FC236}">
                    <a16:creationId xmlns:a16="http://schemas.microsoft.com/office/drawing/2014/main" id="{FACB8D8C-6296-2BA6-5310-6E4A009DC6A0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" name="pg1404">
                <a:extLst>
                  <a:ext uri="{FF2B5EF4-FFF2-40B4-BE49-F238E27FC236}">
                    <a16:creationId xmlns:a16="http://schemas.microsoft.com/office/drawing/2014/main" id="{0A61EB88-5F7C-6642-BBAD-B986C46A0B61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" name="pg1405">
                <a:extLst>
                  <a:ext uri="{FF2B5EF4-FFF2-40B4-BE49-F238E27FC236}">
                    <a16:creationId xmlns:a16="http://schemas.microsoft.com/office/drawing/2014/main" id="{C2C0EAF7-667E-4ADB-F7E4-E4B16264CB13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" name="pg1406">
                <a:extLst>
                  <a:ext uri="{FF2B5EF4-FFF2-40B4-BE49-F238E27FC236}">
                    <a16:creationId xmlns:a16="http://schemas.microsoft.com/office/drawing/2014/main" id="{F3DADC95-469F-617B-34F0-CD28553F914A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" name="pg1407">
                <a:extLst>
                  <a:ext uri="{FF2B5EF4-FFF2-40B4-BE49-F238E27FC236}">
                    <a16:creationId xmlns:a16="http://schemas.microsoft.com/office/drawing/2014/main" id="{97F56054-A6A7-D341-C107-81C30F856C32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" name="pg1408">
                <a:extLst>
                  <a:ext uri="{FF2B5EF4-FFF2-40B4-BE49-F238E27FC236}">
                    <a16:creationId xmlns:a16="http://schemas.microsoft.com/office/drawing/2014/main" id="{97CDE27D-EDF1-5244-D80D-A1F97FCF44D9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" name="pg1409">
                <a:extLst>
                  <a:ext uri="{FF2B5EF4-FFF2-40B4-BE49-F238E27FC236}">
                    <a16:creationId xmlns:a16="http://schemas.microsoft.com/office/drawing/2014/main" id="{7AAE2020-E85C-26D9-589D-AEDF063F7D27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" name="pg1410">
                <a:extLst>
                  <a:ext uri="{FF2B5EF4-FFF2-40B4-BE49-F238E27FC236}">
                    <a16:creationId xmlns:a16="http://schemas.microsoft.com/office/drawing/2014/main" id="{37D5531B-7029-0A53-DA9E-396C53F55E65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" name="pg1411">
                <a:extLst>
                  <a:ext uri="{FF2B5EF4-FFF2-40B4-BE49-F238E27FC236}">
                    <a16:creationId xmlns:a16="http://schemas.microsoft.com/office/drawing/2014/main" id="{CA1FCCC8-5622-D577-DEC1-17D440E25A22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" name="pg1412">
                <a:extLst>
                  <a:ext uri="{FF2B5EF4-FFF2-40B4-BE49-F238E27FC236}">
                    <a16:creationId xmlns:a16="http://schemas.microsoft.com/office/drawing/2014/main" id="{FFFDAA3D-FBC2-D4F1-5240-E14103280B7D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" name="pg1413">
                <a:extLst>
                  <a:ext uri="{FF2B5EF4-FFF2-40B4-BE49-F238E27FC236}">
                    <a16:creationId xmlns:a16="http://schemas.microsoft.com/office/drawing/2014/main" id="{544BBE35-02CC-F26E-BFE8-7B6D1849C40B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" name="pg1414">
                <a:extLst>
                  <a:ext uri="{FF2B5EF4-FFF2-40B4-BE49-F238E27FC236}">
                    <a16:creationId xmlns:a16="http://schemas.microsoft.com/office/drawing/2014/main" id="{02299BD5-B9FC-DFE3-DD12-255CAFE8717E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" name="pg1415">
                <a:extLst>
                  <a:ext uri="{FF2B5EF4-FFF2-40B4-BE49-F238E27FC236}">
                    <a16:creationId xmlns:a16="http://schemas.microsoft.com/office/drawing/2014/main" id="{A3761908-B705-B3DE-4498-DA75E7BCB0CD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" name="pg1416">
                <a:extLst>
                  <a:ext uri="{FF2B5EF4-FFF2-40B4-BE49-F238E27FC236}">
                    <a16:creationId xmlns:a16="http://schemas.microsoft.com/office/drawing/2014/main" id="{97A989BA-FCC4-FAA4-2245-4DD4E587FE16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" name="pg1417">
                <a:extLst>
                  <a:ext uri="{FF2B5EF4-FFF2-40B4-BE49-F238E27FC236}">
                    <a16:creationId xmlns:a16="http://schemas.microsoft.com/office/drawing/2014/main" id="{0F6CEAAB-0E45-F675-19DD-D132139B9631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" name="pg1418">
                <a:extLst>
                  <a:ext uri="{FF2B5EF4-FFF2-40B4-BE49-F238E27FC236}">
                    <a16:creationId xmlns:a16="http://schemas.microsoft.com/office/drawing/2014/main" id="{EF799390-C539-AA5A-E846-5FC7CA4CC71F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" name="pg1419">
                <a:extLst>
                  <a:ext uri="{FF2B5EF4-FFF2-40B4-BE49-F238E27FC236}">
                    <a16:creationId xmlns:a16="http://schemas.microsoft.com/office/drawing/2014/main" id="{8D5EEE9F-723F-865D-2755-DDD2A82AE442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" name="pg1420">
                <a:extLst>
                  <a:ext uri="{FF2B5EF4-FFF2-40B4-BE49-F238E27FC236}">
                    <a16:creationId xmlns:a16="http://schemas.microsoft.com/office/drawing/2014/main" id="{E0C3877D-FB89-00B1-F2CB-D84161B7EBB7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" name="pg1421">
                <a:extLst>
                  <a:ext uri="{FF2B5EF4-FFF2-40B4-BE49-F238E27FC236}">
                    <a16:creationId xmlns:a16="http://schemas.microsoft.com/office/drawing/2014/main" id="{E6E79A83-3E00-EEBC-3D49-9688CAB0BAD1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" name="pg1422">
                <a:extLst>
                  <a:ext uri="{FF2B5EF4-FFF2-40B4-BE49-F238E27FC236}">
                    <a16:creationId xmlns:a16="http://schemas.microsoft.com/office/drawing/2014/main" id="{0B36D2CB-4506-AC9A-D61C-DFF6E884BE43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" name="pg1423">
                <a:extLst>
                  <a:ext uri="{FF2B5EF4-FFF2-40B4-BE49-F238E27FC236}">
                    <a16:creationId xmlns:a16="http://schemas.microsoft.com/office/drawing/2014/main" id="{C52AE340-EB21-D10D-7760-A4907974B039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" name="pg1424">
                <a:extLst>
                  <a:ext uri="{FF2B5EF4-FFF2-40B4-BE49-F238E27FC236}">
                    <a16:creationId xmlns:a16="http://schemas.microsoft.com/office/drawing/2014/main" id="{869250AB-7EF4-7250-3097-167613A96DFA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" name="pg1425">
                <a:extLst>
                  <a:ext uri="{FF2B5EF4-FFF2-40B4-BE49-F238E27FC236}">
                    <a16:creationId xmlns:a16="http://schemas.microsoft.com/office/drawing/2014/main" id="{7B960C95-ED50-CF67-DA12-76420A2FE30A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" name="pg1426">
                <a:extLst>
                  <a:ext uri="{FF2B5EF4-FFF2-40B4-BE49-F238E27FC236}">
                    <a16:creationId xmlns:a16="http://schemas.microsoft.com/office/drawing/2014/main" id="{BB183259-7B27-3BF8-B391-11D848F04737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" name="pg1427">
                <a:extLst>
                  <a:ext uri="{FF2B5EF4-FFF2-40B4-BE49-F238E27FC236}">
                    <a16:creationId xmlns:a16="http://schemas.microsoft.com/office/drawing/2014/main" id="{DD852D7D-39EB-A6DB-1D12-AD207776815D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" name="pg1428">
                <a:extLst>
                  <a:ext uri="{FF2B5EF4-FFF2-40B4-BE49-F238E27FC236}">
                    <a16:creationId xmlns:a16="http://schemas.microsoft.com/office/drawing/2014/main" id="{A11DF562-043B-FD43-7B92-824A94E6A88D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" name="pg1429">
                <a:extLst>
                  <a:ext uri="{FF2B5EF4-FFF2-40B4-BE49-F238E27FC236}">
                    <a16:creationId xmlns:a16="http://schemas.microsoft.com/office/drawing/2014/main" id="{7772EF07-D7B6-4EFA-92B0-87C4FC2C6483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" name="pg1430">
                <a:extLst>
                  <a:ext uri="{FF2B5EF4-FFF2-40B4-BE49-F238E27FC236}">
                    <a16:creationId xmlns:a16="http://schemas.microsoft.com/office/drawing/2014/main" id="{F4B1F0F2-AD80-8A00-9550-360FB9BDB052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" name="pg1431">
                <a:extLst>
                  <a:ext uri="{FF2B5EF4-FFF2-40B4-BE49-F238E27FC236}">
                    <a16:creationId xmlns:a16="http://schemas.microsoft.com/office/drawing/2014/main" id="{E83DFAA0-8DD0-1B45-C916-57DBAD888647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" name="pg1432">
                <a:extLst>
                  <a:ext uri="{FF2B5EF4-FFF2-40B4-BE49-F238E27FC236}">
                    <a16:creationId xmlns:a16="http://schemas.microsoft.com/office/drawing/2014/main" id="{1DAEDE10-FB49-42B3-A8AD-36CB31A1AB02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" name="pg1433">
                <a:extLst>
                  <a:ext uri="{FF2B5EF4-FFF2-40B4-BE49-F238E27FC236}">
                    <a16:creationId xmlns:a16="http://schemas.microsoft.com/office/drawing/2014/main" id="{1E3F22DD-A53A-9987-6F50-A44C43D3B400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" name="pg1434">
                <a:extLst>
                  <a:ext uri="{FF2B5EF4-FFF2-40B4-BE49-F238E27FC236}">
                    <a16:creationId xmlns:a16="http://schemas.microsoft.com/office/drawing/2014/main" id="{6D45A757-4BBE-552C-79D8-188EBCCEB3A3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" name="pg1435">
                <a:extLst>
                  <a:ext uri="{FF2B5EF4-FFF2-40B4-BE49-F238E27FC236}">
                    <a16:creationId xmlns:a16="http://schemas.microsoft.com/office/drawing/2014/main" id="{8909A189-7D68-83BA-CCB5-F10D3896A60A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" name="pg1436">
                <a:extLst>
                  <a:ext uri="{FF2B5EF4-FFF2-40B4-BE49-F238E27FC236}">
                    <a16:creationId xmlns:a16="http://schemas.microsoft.com/office/drawing/2014/main" id="{DA27123B-19DE-A946-A2AF-AE5AE46FD353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" name="pg1437">
                <a:extLst>
                  <a:ext uri="{FF2B5EF4-FFF2-40B4-BE49-F238E27FC236}">
                    <a16:creationId xmlns:a16="http://schemas.microsoft.com/office/drawing/2014/main" id="{EC04AAF6-C2D7-CDF3-A39D-2BEADD0E4685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" name="pg1438">
                <a:extLst>
                  <a:ext uri="{FF2B5EF4-FFF2-40B4-BE49-F238E27FC236}">
                    <a16:creationId xmlns:a16="http://schemas.microsoft.com/office/drawing/2014/main" id="{F21970B3-7F5B-63FF-95AD-C7BD004404D7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" name="pg1439">
                <a:extLst>
                  <a:ext uri="{FF2B5EF4-FFF2-40B4-BE49-F238E27FC236}">
                    <a16:creationId xmlns:a16="http://schemas.microsoft.com/office/drawing/2014/main" id="{462515EC-949F-5064-5C58-F3177271A485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" name="pg1440">
                <a:extLst>
                  <a:ext uri="{FF2B5EF4-FFF2-40B4-BE49-F238E27FC236}">
                    <a16:creationId xmlns:a16="http://schemas.microsoft.com/office/drawing/2014/main" id="{5DE22BC7-A993-C585-2A67-0FCF2A08992B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" name="pg1441">
                <a:extLst>
                  <a:ext uri="{FF2B5EF4-FFF2-40B4-BE49-F238E27FC236}">
                    <a16:creationId xmlns:a16="http://schemas.microsoft.com/office/drawing/2014/main" id="{3EE200A2-8A2D-E059-D8CD-850EFC87D82A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" name="pg1442">
                <a:extLst>
                  <a:ext uri="{FF2B5EF4-FFF2-40B4-BE49-F238E27FC236}">
                    <a16:creationId xmlns:a16="http://schemas.microsoft.com/office/drawing/2014/main" id="{F5E735A4-D2A0-F1A3-1C3C-693D603238A8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" name="pg1443">
                <a:extLst>
                  <a:ext uri="{FF2B5EF4-FFF2-40B4-BE49-F238E27FC236}">
                    <a16:creationId xmlns:a16="http://schemas.microsoft.com/office/drawing/2014/main" id="{6E236784-27D3-BDEA-0DF3-583D2221E81B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" name="pg1444">
                <a:extLst>
                  <a:ext uri="{FF2B5EF4-FFF2-40B4-BE49-F238E27FC236}">
                    <a16:creationId xmlns:a16="http://schemas.microsoft.com/office/drawing/2014/main" id="{8B81309C-BADC-E39A-E089-517DC10EAA60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" name="pg1445">
                <a:extLst>
                  <a:ext uri="{FF2B5EF4-FFF2-40B4-BE49-F238E27FC236}">
                    <a16:creationId xmlns:a16="http://schemas.microsoft.com/office/drawing/2014/main" id="{037D8C22-E2E8-BFBF-A55B-0215E8C42906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" name="pg1446">
                <a:extLst>
                  <a:ext uri="{FF2B5EF4-FFF2-40B4-BE49-F238E27FC236}">
                    <a16:creationId xmlns:a16="http://schemas.microsoft.com/office/drawing/2014/main" id="{0B46FFF7-8983-22DD-CAC0-AC4743099162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" name="pg1447">
                <a:extLst>
                  <a:ext uri="{FF2B5EF4-FFF2-40B4-BE49-F238E27FC236}">
                    <a16:creationId xmlns:a16="http://schemas.microsoft.com/office/drawing/2014/main" id="{035378B3-76B4-4F8F-DC3E-26E0BC638B9A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" name="pg1448">
                <a:extLst>
                  <a:ext uri="{FF2B5EF4-FFF2-40B4-BE49-F238E27FC236}">
                    <a16:creationId xmlns:a16="http://schemas.microsoft.com/office/drawing/2014/main" id="{BEE91664-5988-E12D-D02A-4D228DBD3DF4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" name="pg1449">
                <a:extLst>
                  <a:ext uri="{FF2B5EF4-FFF2-40B4-BE49-F238E27FC236}">
                    <a16:creationId xmlns:a16="http://schemas.microsoft.com/office/drawing/2014/main" id="{AEFB6A02-BB2D-33CC-7375-6EC72502F5C0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" name="pg1450">
                <a:extLst>
                  <a:ext uri="{FF2B5EF4-FFF2-40B4-BE49-F238E27FC236}">
                    <a16:creationId xmlns:a16="http://schemas.microsoft.com/office/drawing/2014/main" id="{34BA7D73-055E-D9CF-5DF5-81A170FB9B4B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" name="pg1451">
                <a:extLst>
                  <a:ext uri="{FF2B5EF4-FFF2-40B4-BE49-F238E27FC236}">
                    <a16:creationId xmlns:a16="http://schemas.microsoft.com/office/drawing/2014/main" id="{60E55850-4EB2-9CBB-C38C-89DAA5239416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" name="pg1452">
                <a:extLst>
                  <a:ext uri="{FF2B5EF4-FFF2-40B4-BE49-F238E27FC236}">
                    <a16:creationId xmlns:a16="http://schemas.microsoft.com/office/drawing/2014/main" id="{87ABC359-C12F-CC0D-30CB-06E9BDD9874A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" name="pg1453">
                <a:extLst>
                  <a:ext uri="{FF2B5EF4-FFF2-40B4-BE49-F238E27FC236}">
                    <a16:creationId xmlns:a16="http://schemas.microsoft.com/office/drawing/2014/main" id="{7F8D10E9-0FDC-07DF-4923-01BBBEC644CB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" name="pg1454">
                <a:extLst>
                  <a:ext uri="{FF2B5EF4-FFF2-40B4-BE49-F238E27FC236}">
                    <a16:creationId xmlns:a16="http://schemas.microsoft.com/office/drawing/2014/main" id="{F6799BA1-782E-4DB3-618B-6D4AC305D1C7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" name="pg1455">
                <a:extLst>
                  <a:ext uri="{FF2B5EF4-FFF2-40B4-BE49-F238E27FC236}">
                    <a16:creationId xmlns:a16="http://schemas.microsoft.com/office/drawing/2014/main" id="{12A863E0-463D-F8B6-17A9-E3B57216FAA3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" name="pg1456">
                <a:extLst>
                  <a:ext uri="{FF2B5EF4-FFF2-40B4-BE49-F238E27FC236}">
                    <a16:creationId xmlns:a16="http://schemas.microsoft.com/office/drawing/2014/main" id="{CD4DD1A0-F66D-03D6-92EA-533F2DADEDF8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" name="pg1457">
                <a:extLst>
                  <a:ext uri="{FF2B5EF4-FFF2-40B4-BE49-F238E27FC236}">
                    <a16:creationId xmlns:a16="http://schemas.microsoft.com/office/drawing/2014/main" id="{89D8491E-B84D-1DA8-DB97-2FEC15B9E2AC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" name="pg1458">
                <a:extLst>
                  <a:ext uri="{FF2B5EF4-FFF2-40B4-BE49-F238E27FC236}">
                    <a16:creationId xmlns:a16="http://schemas.microsoft.com/office/drawing/2014/main" id="{219C6E73-6842-850B-C183-BAA4BC33BC66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" name="pg1459">
                <a:extLst>
                  <a:ext uri="{FF2B5EF4-FFF2-40B4-BE49-F238E27FC236}">
                    <a16:creationId xmlns:a16="http://schemas.microsoft.com/office/drawing/2014/main" id="{C0751702-0E01-0BBC-E52A-BAB4D913AB49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" name="pg1460">
                <a:extLst>
                  <a:ext uri="{FF2B5EF4-FFF2-40B4-BE49-F238E27FC236}">
                    <a16:creationId xmlns:a16="http://schemas.microsoft.com/office/drawing/2014/main" id="{E7705F41-8C6A-D853-C3BA-900EC64F547B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" name="pg1461">
                <a:extLst>
                  <a:ext uri="{FF2B5EF4-FFF2-40B4-BE49-F238E27FC236}">
                    <a16:creationId xmlns:a16="http://schemas.microsoft.com/office/drawing/2014/main" id="{FBDF259A-0B7E-0F05-F1F9-56E27A6CCA1E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" name="pg1462">
                <a:extLst>
                  <a:ext uri="{FF2B5EF4-FFF2-40B4-BE49-F238E27FC236}">
                    <a16:creationId xmlns:a16="http://schemas.microsoft.com/office/drawing/2014/main" id="{611F04E7-8FC0-A4BF-B448-E71F1FDB1582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" name="pg1463">
                <a:extLst>
                  <a:ext uri="{FF2B5EF4-FFF2-40B4-BE49-F238E27FC236}">
                    <a16:creationId xmlns:a16="http://schemas.microsoft.com/office/drawing/2014/main" id="{CD88FFF9-5DDE-ACE0-A97A-0E3947B5486C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" name="pg1464">
                <a:extLst>
                  <a:ext uri="{FF2B5EF4-FFF2-40B4-BE49-F238E27FC236}">
                    <a16:creationId xmlns:a16="http://schemas.microsoft.com/office/drawing/2014/main" id="{A8C66220-F8B7-609E-0615-41F32383161E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" name="pg1465">
                <a:extLst>
                  <a:ext uri="{FF2B5EF4-FFF2-40B4-BE49-F238E27FC236}">
                    <a16:creationId xmlns:a16="http://schemas.microsoft.com/office/drawing/2014/main" id="{57BD68F8-1591-7ABD-F1D3-68A87921DE3A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" name="pg1466">
                <a:extLst>
                  <a:ext uri="{FF2B5EF4-FFF2-40B4-BE49-F238E27FC236}">
                    <a16:creationId xmlns:a16="http://schemas.microsoft.com/office/drawing/2014/main" id="{DC4DB07E-8A91-B803-B275-CF70F63A00AA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" name="pg1467">
                <a:extLst>
                  <a:ext uri="{FF2B5EF4-FFF2-40B4-BE49-F238E27FC236}">
                    <a16:creationId xmlns:a16="http://schemas.microsoft.com/office/drawing/2014/main" id="{8C41520E-BB11-AD5E-D5A5-9FD3F8861148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" name="pg1468">
                <a:extLst>
                  <a:ext uri="{FF2B5EF4-FFF2-40B4-BE49-F238E27FC236}">
                    <a16:creationId xmlns:a16="http://schemas.microsoft.com/office/drawing/2014/main" id="{428F7864-792C-9621-9A91-7DB1A3812BF3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" name="pg1469">
                <a:extLst>
                  <a:ext uri="{FF2B5EF4-FFF2-40B4-BE49-F238E27FC236}">
                    <a16:creationId xmlns:a16="http://schemas.microsoft.com/office/drawing/2014/main" id="{5EAB0EB8-48B6-657E-044A-35368A874C35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" name="pg1470">
                <a:extLst>
                  <a:ext uri="{FF2B5EF4-FFF2-40B4-BE49-F238E27FC236}">
                    <a16:creationId xmlns:a16="http://schemas.microsoft.com/office/drawing/2014/main" id="{FF81315F-C9E5-4255-E1FF-6C7EDC8ABD3A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" name="pg1471">
                <a:extLst>
                  <a:ext uri="{FF2B5EF4-FFF2-40B4-BE49-F238E27FC236}">
                    <a16:creationId xmlns:a16="http://schemas.microsoft.com/office/drawing/2014/main" id="{4C6F1E2F-8E6F-C591-B586-E6721115B321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" name="pg1472">
                <a:extLst>
                  <a:ext uri="{FF2B5EF4-FFF2-40B4-BE49-F238E27FC236}">
                    <a16:creationId xmlns:a16="http://schemas.microsoft.com/office/drawing/2014/main" id="{9355D8F8-DDA3-F63D-B698-B5111FEFCECE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" name="pg1473">
                <a:extLst>
                  <a:ext uri="{FF2B5EF4-FFF2-40B4-BE49-F238E27FC236}">
                    <a16:creationId xmlns:a16="http://schemas.microsoft.com/office/drawing/2014/main" id="{1C2B4EFB-4781-3A93-BBB6-204A38680584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" name="pg1474">
                <a:extLst>
                  <a:ext uri="{FF2B5EF4-FFF2-40B4-BE49-F238E27FC236}">
                    <a16:creationId xmlns:a16="http://schemas.microsoft.com/office/drawing/2014/main" id="{E331615D-B2A9-3D6B-1B5D-78E18B7E743C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" name="pg1475">
                <a:extLst>
                  <a:ext uri="{FF2B5EF4-FFF2-40B4-BE49-F238E27FC236}">
                    <a16:creationId xmlns:a16="http://schemas.microsoft.com/office/drawing/2014/main" id="{48ACEAB9-82E5-6C18-0B88-4E58EF69F687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" name="pg1476">
                <a:extLst>
                  <a:ext uri="{FF2B5EF4-FFF2-40B4-BE49-F238E27FC236}">
                    <a16:creationId xmlns:a16="http://schemas.microsoft.com/office/drawing/2014/main" id="{C3A5716B-94CF-AC99-2DBA-A326D249A299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" name="pg1477">
                <a:extLst>
                  <a:ext uri="{FF2B5EF4-FFF2-40B4-BE49-F238E27FC236}">
                    <a16:creationId xmlns:a16="http://schemas.microsoft.com/office/drawing/2014/main" id="{643B3819-7545-76EE-DA64-0DD718678AF0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" name="pg1478">
                <a:extLst>
                  <a:ext uri="{FF2B5EF4-FFF2-40B4-BE49-F238E27FC236}">
                    <a16:creationId xmlns:a16="http://schemas.microsoft.com/office/drawing/2014/main" id="{252FF973-747C-F76F-B159-A20388C9BA02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" name="pg1479">
                <a:extLst>
                  <a:ext uri="{FF2B5EF4-FFF2-40B4-BE49-F238E27FC236}">
                    <a16:creationId xmlns:a16="http://schemas.microsoft.com/office/drawing/2014/main" id="{B0990F9F-A425-4E5F-C56D-B08686EE902E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" name="pg1480">
                <a:extLst>
                  <a:ext uri="{FF2B5EF4-FFF2-40B4-BE49-F238E27FC236}">
                    <a16:creationId xmlns:a16="http://schemas.microsoft.com/office/drawing/2014/main" id="{54A56893-34D1-93A6-BA18-74403A63B6DE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" name="pg1481">
                <a:extLst>
                  <a:ext uri="{FF2B5EF4-FFF2-40B4-BE49-F238E27FC236}">
                    <a16:creationId xmlns:a16="http://schemas.microsoft.com/office/drawing/2014/main" id="{49900D34-033B-371C-7B27-A82E6906C67E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" name="pg1482">
                <a:extLst>
                  <a:ext uri="{FF2B5EF4-FFF2-40B4-BE49-F238E27FC236}">
                    <a16:creationId xmlns:a16="http://schemas.microsoft.com/office/drawing/2014/main" id="{F8F0067B-75DB-D7D9-A629-D137880BFCBA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" name="pg1483">
                <a:extLst>
                  <a:ext uri="{FF2B5EF4-FFF2-40B4-BE49-F238E27FC236}">
                    <a16:creationId xmlns:a16="http://schemas.microsoft.com/office/drawing/2014/main" id="{989E48E3-36A1-5A1C-7966-EB100A8606DA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" name="pg1484">
                <a:extLst>
                  <a:ext uri="{FF2B5EF4-FFF2-40B4-BE49-F238E27FC236}">
                    <a16:creationId xmlns:a16="http://schemas.microsoft.com/office/drawing/2014/main" id="{1E199C7A-82A1-9D48-9015-FF4F52B46165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" name="pg1485">
                <a:extLst>
                  <a:ext uri="{FF2B5EF4-FFF2-40B4-BE49-F238E27FC236}">
                    <a16:creationId xmlns:a16="http://schemas.microsoft.com/office/drawing/2014/main" id="{89EBDC50-2783-BBA0-AE2B-23BB845FC0F6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" name="pg1486">
                <a:extLst>
                  <a:ext uri="{FF2B5EF4-FFF2-40B4-BE49-F238E27FC236}">
                    <a16:creationId xmlns:a16="http://schemas.microsoft.com/office/drawing/2014/main" id="{6127426B-49FE-ED98-72F4-7F8D5B143525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" name="pg1487">
                <a:extLst>
                  <a:ext uri="{FF2B5EF4-FFF2-40B4-BE49-F238E27FC236}">
                    <a16:creationId xmlns:a16="http://schemas.microsoft.com/office/drawing/2014/main" id="{B2AEF0A0-CAE5-ADA6-05EC-1A66A53FB68C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" name="pg1488">
                <a:extLst>
                  <a:ext uri="{FF2B5EF4-FFF2-40B4-BE49-F238E27FC236}">
                    <a16:creationId xmlns:a16="http://schemas.microsoft.com/office/drawing/2014/main" id="{FC15531F-5A10-CF7E-5B13-73880EE71E27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" name="pg1489">
                <a:extLst>
                  <a:ext uri="{FF2B5EF4-FFF2-40B4-BE49-F238E27FC236}">
                    <a16:creationId xmlns:a16="http://schemas.microsoft.com/office/drawing/2014/main" id="{FD622854-900F-7624-8D89-4C7161859ED6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" name="pg1490">
                <a:extLst>
                  <a:ext uri="{FF2B5EF4-FFF2-40B4-BE49-F238E27FC236}">
                    <a16:creationId xmlns:a16="http://schemas.microsoft.com/office/drawing/2014/main" id="{5A33E085-4AAF-C408-4E1F-A239027BF067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" name="pg1491">
                <a:extLst>
                  <a:ext uri="{FF2B5EF4-FFF2-40B4-BE49-F238E27FC236}">
                    <a16:creationId xmlns:a16="http://schemas.microsoft.com/office/drawing/2014/main" id="{48067F46-E01A-3750-7A5A-1B5E9270B16E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" name="pg1492">
                <a:extLst>
                  <a:ext uri="{FF2B5EF4-FFF2-40B4-BE49-F238E27FC236}">
                    <a16:creationId xmlns:a16="http://schemas.microsoft.com/office/drawing/2014/main" id="{8EDBEBFD-8A3A-F0D8-8FD8-7ED83EBFA8DD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" name="pg1493">
                <a:extLst>
                  <a:ext uri="{FF2B5EF4-FFF2-40B4-BE49-F238E27FC236}">
                    <a16:creationId xmlns:a16="http://schemas.microsoft.com/office/drawing/2014/main" id="{D48A3835-3A9D-C99E-77D6-EDD71E588066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" name="pg1494">
                <a:extLst>
                  <a:ext uri="{FF2B5EF4-FFF2-40B4-BE49-F238E27FC236}">
                    <a16:creationId xmlns:a16="http://schemas.microsoft.com/office/drawing/2014/main" id="{CB8769F9-9CA6-1F3C-20E8-676BF4C12A53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" name="pg1495">
                <a:extLst>
                  <a:ext uri="{FF2B5EF4-FFF2-40B4-BE49-F238E27FC236}">
                    <a16:creationId xmlns:a16="http://schemas.microsoft.com/office/drawing/2014/main" id="{F99691E8-6FD9-40F5-1D14-849180283905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" name="pg1496">
                <a:extLst>
                  <a:ext uri="{FF2B5EF4-FFF2-40B4-BE49-F238E27FC236}">
                    <a16:creationId xmlns:a16="http://schemas.microsoft.com/office/drawing/2014/main" id="{2B824782-3011-5D5B-F327-0761D5444478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" name="pg1497">
                <a:extLst>
                  <a:ext uri="{FF2B5EF4-FFF2-40B4-BE49-F238E27FC236}">
                    <a16:creationId xmlns:a16="http://schemas.microsoft.com/office/drawing/2014/main" id="{23595069-BAA4-3264-BBCC-7634392F1E69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" name="pg1498">
                <a:extLst>
                  <a:ext uri="{FF2B5EF4-FFF2-40B4-BE49-F238E27FC236}">
                    <a16:creationId xmlns:a16="http://schemas.microsoft.com/office/drawing/2014/main" id="{462797EE-A1BE-8B81-3F92-1E8A8C3FCCBC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" name="pg1499">
                <a:extLst>
                  <a:ext uri="{FF2B5EF4-FFF2-40B4-BE49-F238E27FC236}">
                    <a16:creationId xmlns:a16="http://schemas.microsoft.com/office/drawing/2014/main" id="{A1AB6E31-3BD6-AC11-F832-5483F7D08DB7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" name="pg1500">
                <a:extLst>
                  <a:ext uri="{FF2B5EF4-FFF2-40B4-BE49-F238E27FC236}">
                    <a16:creationId xmlns:a16="http://schemas.microsoft.com/office/drawing/2014/main" id="{F54E8BE0-714D-A4D2-F1F3-1CFD78A7D3A1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" name="pg1501">
                <a:extLst>
                  <a:ext uri="{FF2B5EF4-FFF2-40B4-BE49-F238E27FC236}">
                    <a16:creationId xmlns:a16="http://schemas.microsoft.com/office/drawing/2014/main" id="{0E6FCC13-BB2D-6B85-7529-EAD1DE6E5733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" name="pg1502">
                <a:extLst>
                  <a:ext uri="{FF2B5EF4-FFF2-40B4-BE49-F238E27FC236}">
                    <a16:creationId xmlns:a16="http://schemas.microsoft.com/office/drawing/2014/main" id="{C475E67F-945F-3F3F-C85F-D50EA73A4A7B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" name="pg1503">
                <a:extLst>
                  <a:ext uri="{FF2B5EF4-FFF2-40B4-BE49-F238E27FC236}">
                    <a16:creationId xmlns:a16="http://schemas.microsoft.com/office/drawing/2014/main" id="{EBE103EF-1053-7189-B986-92D7918365B1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" name="pg1504">
                <a:extLst>
                  <a:ext uri="{FF2B5EF4-FFF2-40B4-BE49-F238E27FC236}">
                    <a16:creationId xmlns:a16="http://schemas.microsoft.com/office/drawing/2014/main" id="{19829843-3719-F1B1-C00A-3AE364399BCF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" name="pg1505">
                <a:extLst>
                  <a:ext uri="{FF2B5EF4-FFF2-40B4-BE49-F238E27FC236}">
                    <a16:creationId xmlns:a16="http://schemas.microsoft.com/office/drawing/2014/main" id="{A6E0B97D-96EA-00B0-94B4-FBE9826BE4E3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" name="pg1506">
                <a:extLst>
                  <a:ext uri="{FF2B5EF4-FFF2-40B4-BE49-F238E27FC236}">
                    <a16:creationId xmlns:a16="http://schemas.microsoft.com/office/drawing/2014/main" id="{1F778903-DE74-6E1C-B7F0-08DF6E35221E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" name="pg1507">
                <a:extLst>
                  <a:ext uri="{FF2B5EF4-FFF2-40B4-BE49-F238E27FC236}">
                    <a16:creationId xmlns:a16="http://schemas.microsoft.com/office/drawing/2014/main" id="{5F04305E-FA10-8E6C-5184-2E84A758D587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" name="pg1508">
                <a:extLst>
                  <a:ext uri="{FF2B5EF4-FFF2-40B4-BE49-F238E27FC236}">
                    <a16:creationId xmlns:a16="http://schemas.microsoft.com/office/drawing/2014/main" id="{ABC46606-1D5B-8D3B-9315-9EF87BA9B044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" name="pg1509">
                <a:extLst>
                  <a:ext uri="{FF2B5EF4-FFF2-40B4-BE49-F238E27FC236}">
                    <a16:creationId xmlns:a16="http://schemas.microsoft.com/office/drawing/2014/main" id="{479F99D2-928B-B485-5B96-AE7FB949C323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" name="pg1510">
                <a:extLst>
                  <a:ext uri="{FF2B5EF4-FFF2-40B4-BE49-F238E27FC236}">
                    <a16:creationId xmlns:a16="http://schemas.microsoft.com/office/drawing/2014/main" id="{B84DD4EC-E53E-100C-00CD-83B804F4D4A1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" name="pg1511">
                <a:extLst>
                  <a:ext uri="{FF2B5EF4-FFF2-40B4-BE49-F238E27FC236}">
                    <a16:creationId xmlns:a16="http://schemas.microsoft.com/office/drawing/2014/main" id="{F789D9ED-1053-4303-4B90-0D7088EB9AD1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" name="pg1512">
                <a:extLst>
                  <a:ext uri="{FF2B5EF4-FFF2-40B4-BE49-F238E27FC236}">
                    <a16:creationId xmlns:a16="http://schemas.microsoft.com/office/drawing/2014/main" id="{133DF09B-9F15-5BE6-AEF3-E5968EDA3D75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" name="pg1513">
                <a:extLst>
                  <a:ext uri="{FF2B5EF4-FFF2-40B4-BE49-F238E27FC236}">
                    <a16:creationId xmlns:a16="http://schemas.microsoft.com/office/drawing/2014/main" id="{698E03B3-BBDA-EFC8-0708-F1DF1D026D31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" name="pg1514">
                <a:extLst>
                  <a:ext uri="{FF2B5EF4-FFF2-40B4-BE49-F238E27FC236}">
                    <a16:creationId xmlns:a16="http://schemas.microsoft.com/office/drawing/2014/main" id="{F1B1101E-B563-A2A0-0705-1363E7EE53A6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" name="pg1515">
                <a:extLst>
                  <a:ext uri="{FF2B5EF4-FFF2-40B4-BE49-F238E27FC236}">
                    <a16:creationId xmlns:a16="http://schemas.microsoft.com/office/drawing/2014/main" id="{EBCE4772-367E-AEFC-847E-C56D6264DF98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" name="pg1516">
                <a:extLst>
                  <a:ext uri="{FF2B5EF4-FFF2-40B4-BE49-F238E27FC236}">
                    <a16:creationId xmlns:a16="http://schemas.microsoft.com/office/drawing/2014/main" id="{720B54E0-3A04-13D4-E4D1-F3CDB6CC60E4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" name="pg1517">
                <a:extLst>
                  <a:ext uri="{FF2B5EF4-FFF2-40B4-BE49-F238E27FC236}">
                    <a16:creationId xmlns:a16="http://schemas.microsoft.com/office/drawing/2014/main" id="{B4F6BFB8-EBED-C3AE-5413-72CC5E3D6788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" name="pg1518">
                <a:extLst>
                  <a:ext uri="{FF2B5EF4-FFF2-40B4-BE49-F238E27FC236}">
                    <a16:creationId xmlns:a16="http://schemas.microsoft.com/office/drawing/2014/main" id="{C66465C7-05FE-4D01-8AF6-951CCE6749CA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" name="pg1519">
                <a:extLst>
                  <a:ext uri="{FF2B5EF4-FFF2-40B4-BE49-F238E27FC236}">
                    <a16:creationId xmlns:a16="http://schemas.microsoft.com/office/drawing/2014/main" id="{84EB211E-854E-87F0-1B61-94D5C9FD79F4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" name="pg1520">
                <a:extLst>
                  <a:ext uri="{FF2B5EF4-FFF2-40B4-BE49-F238E27FC236}">
                    <a16:creationId xmlns:a16="http://schemas.microsoft.com/office/drawing/2014/main" id="{CBAFFC00-4DB2-5B60-2D24-BA328E3CD4A4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" name="pg1521">
                <a:extLst>
                  <a:ext uri="{FF2B5EF4-FFF2-40B4-BE49-F238E27FC236}">
                    <a16:creationId xmlns:a16="http://schemas.microsoft.com/office/drawing/2014/main" id="{FE86C592-9ED5-7B18-9306-28C4FF1759F0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" name="pg1522">
                <a:extLst>
                  <a:ext uri="{FF2B5EF4-FFF2-40B4-BE49-F238E27FC236}">
                    <a16:creationId xmlns:a16="http://schemas.microsoft.com/office/drawing/2014/main" id="{CA349E6F-76A7-5134-CA85-F4496DA4A3AE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" name="pg1523">
                <a:extLst>
                  <a:ext uri="{FF2B5EF4-FFF2-40B4-BE49-F238E27FC236}">
                    <a16:creationId xmlns:a16="http://schemas.microsoft.com/office/drawing/2014/main" id="{F6971C67-D713-8D9F-ABA4-FBF3146F5277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" name="pg1524">
                <a:extLst>
                  <a:ext uri="{FF2B5EF4-FFF2-40B4-BE49-F238E27FC236}">
                    <a16:creationId xmlns:a16="http://schemas.microsoft.com/office/drawing/2014/main" id="{A59FC336-620E-705B-48D1-6EA774C7CA06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" name="pg1525">
                <a:extLst>
                  <a:ext uri="{FF2B5EF4-FFF2-40B4-BE49-F238E27FC236}">
                    <a16:creationId xmlns:a16="http://schemas.microsoft.com/office/drawing/2014/main" id="{31DBA67D-95AB-895B-B63E-1CF5FE4D3FE3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" name="pg1526">
                <a:extLst>
                  <a:ext uri="{FF2B5EF4-FFF2-40B4-BE49-F238E27FC236}">
                    <a16:creationId xmlns:a16="http://schemas.microsoft.com/office/drawing/2014/main" id="{4093CDF0-1FB8-BB88-80E8-9D0A43167D82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" name="pg1527">
                <a:extLst>
                  <a:ext uri="{FF2B5EF4-FFF2-40B4-BE49-F238E27FC236}">
                    <a16:creationId xmlns:a16="http://schemas.microsoft.com/office/drawing/2014/main" id="{78C2C78E-DA1C-1D47-DC9F-FE575AF0101B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" name="pg1528">
                <a:extLst>
                  <a:ext uri="{FF2B5EF4-FFF2-40B4-BE49-F238E27FC236}">
                    <a16:creationId xmlns:a16="http://schemas.microsoft.com/office/drawing/2014/main" id="{C906C1E2-6B12-6D73-9AF2-4688BC06EE04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" name="pg1529">
                <a:extLst>
                  <a:ext uri="{FF2B5EF4-FFF2-40B4-BE49-F238E27FC236}">
                    <a16:creationId xmlns:a16="http://schemas.microsoft.com/office/drawing/2014/main" id="{21746AE5-1D40-D6BE-57AC-9D57E448660E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" name="pg1530">
                <a:extLst>
                  <a:ext uri="{FF2B5EF4-FFF2-40B4-BE49-F238E27FC236}">
                    <a16:creationId xmlns:a16="http://schemas.microsoft.com/office/drawing/2014/main" id="{2839D192-79A3-8AB0-3F77-97CFF903FE20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" name="pg1531">
                <a:extLst>
                  <a:ext uri="{FF2B5EF4-FFF2-40B4-BE49-F238E27FC236}">
                    <a16:creationId xmlns:a16="http://schemas.microsoft.com/office/drawing/2014/main" id="{FA4442D5-E45A-101B-A109-5165128220F4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" name="pg1532">
                <a:extLst>
                  <a:ext uri="{FF2B5EF4-FFF2-40B4-BE49-F238E27FC236}">
                    <a16:creationId xmlns:a16="http://schemas.microsoft.com/office/drawing/2014/main" id="{1033ECB1-003B-B761-3AF6-D27B4D300C79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" name="pg1533">
                <a:extLst>
                  <a:ext uri="{FF2B5EF4-FFF2-40B4-BE49-F238E27FC236}">
                    <a16:creationId xmlns:a16="http://schemas.microsoft.com/office/drawing/2014/main" id="{B7CCD903-CE67-6343-7E0C-BE98B015E00A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" name="pg1534">
                <a:extLst>
                  <a:ext uri="{FF2B5EF4-FFF2-40B4-BE49-F238E27FC236}">
                    <a16:creationId xmlns:a16="http://schemas.microsoft.com/office/drawing/2014/main" id="{0073EA49-0FF1-FB48-23B1-EA20E08B446A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" name="pg1535">
                <a:extLst>
                  <a:ext uri="{FF2B5EF4-FFF2-40B4-BE49-F238E27FC236}">
                    <a16:creationId xmlns:a16="http://schemas.microsoft.com/office/drawing/2014/main" id="{AAC486F6-CCF3-F104-4147-EA9434C26369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" name="pg1536">
                <a:extLst>
                  <a:ext uri="{FF2B5EF4-FFF2-40B4-BE49-F238E27FC236}">
                    <a16:creationId xmlns:a16="http://schemas.microsoft.com/office/drawing/2014/main" id="{13B3B9CA-6B12-FF52-D9D8-069E13DDDCA9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" name="pg1537">
                <a:extLst>
                  <a:ext uri="{FF2B5EF4-FFF2-40B4-BE49-F238E27FC236}">
                    <a16:creationId xmlns:a16="http://schemas.microsoft.com/office/drawing/2014/main" id="{F5AB7021-EBB0-F4F3-24B1-CF5E7D268CB1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" name="pg1538">
                <a:extLst>
                  <a:ext uri="{FF2B5EF4-FFF2-40B4-BE49-F238E27FC236}">
                    <a16:creationId xmlns:a16="http://schemas.microsoft.com/office/drawing/2014/main" id="{BB1E7437-1DBA-E3BB-2B5E-92C24A2868EF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" name="pg1539">
                <a:extLst>
                  <a:ext uri="{FF2B5EF4-FFF2-40B4-BE49-F238E27FC236}">
                    <a16:creationId xmlns:a16="http://schemas.microsoft.com/office/drawing/2014/main" id="{B6A44305-2EC4-4F5B-A336-B2833DB3CDFE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" name="pg1540">
                <a:extLst>
                  <a:ext uri="{FF2B5EF4-FFF2-40B4-BE49-F238E27FC236}">
                    <a16:creationId xmlns:a16="http://schemas.microsoft.com/office/drawing/2014/main" id="{412E3702-4369-C257-E218-3DEB51981C52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" name="pg1541">
                <a:extLst>
                  <a:ext uri="{FF2B5EF4-FFF2-40B4-BE49-F238E27FC236}">
                    <a16:creationId xmlns:a16="http://schemas.microsoft.com/office/drawing/2014/main" id="{45E808C7-462F-CBE2-99B5-20C62B10BDBA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" name="pg1542">
                <a:extLst>
                  <a:ext uri="{FF2B5EF4-FFF2-40B4-BE49-F238E27FC236}">
                    <a16:creationId xmlns:a16="http://schemas.microsoft.com/office/drawing/2014/main" id="{C3F6B7A3-849B-2EB8-2812-14F1D27377F2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" name="pg1543">
                <a:extLst>
                  <a:ext uri="{FF2B5EF4-FFF2-40B4-BE49-F238E27FC236}">
                    <a16:creationId xmlns:a16="http://schemas.microsoft.com/office/drawing/2014/main" id="{8D069FD3-B87A-BE66-FBD8-2681EBADA430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" name="pg1544">
                <a:extLst>
                  <a:ext uri="{FF2B5EF4-FFF2-40B4-BE49-F238E27FC236}">
                    <a16:creationId xmlns:a16="http://schemas.microsoft.com/office/drawing/2014/main" id="{CE151D26-3F22-5BE3-D867-9CCB0612E019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" name="pg1545">
                <a:extLst>
                  <a:ext uri="{FF2B5EF4-FFF2-40B4-BE49-F238E27FC236}">
                    <a16:creationId xmlns:a16="http://schemas.microsoft.com/office/drawing/2014/main" id="{23FB5885-A77D-ECE7-963C-6B7067C59CF0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" name="pg1546">
                <a:extLst>
                  <a:ext uri="{FF2B5EF4-FFF2-40B4-BE49-F238E27FC236}">
                    <a16:creationId xmlns:a16="http://schemas.microsoft.com/office/drawing/2014/main" id="{B215DF2C-85A1-CFBA-E593-B12B6C3019DB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" name="pg1547">
                <a:extLst>
                  <a:ext uri="{FF2B5EF4-FFF2-40B4-BE49-F238E27FC236}">
                    <a16:creationId xmlns:a16="http://schemas.microsoft.com/office/drawing/2014/main" id="{48BB21AC-5C67-20E2-0EDA-D8132B437126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" name="pg1548">
                <a:extLst>
                  <a:ext uri="{FF2B5EF4-FFF2-40B4-BE49-F238E27FC236}">
                    <a16:creationId xmlns:a16="http://schemas.microsoft.com/office/drawing/2014/main" id="{2B3B78A3-E616-32DA-B685-C06AE525E3B5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" name="pg1549">
                <a:extLst>
                  <a:ext uri="{FF2B5EF4-FFF2-40B4-BE49-F238E27FC236}">
                    <a16:creationId xmlns:a16="http://schemas.microsoft.com/office/drawing/2014/main" id="{1EBA18AA-C69F-AC60-64DF-09044C105A38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" name="pg1550">
                <a:extLst>
                  <a:ext uri="{FF2B5EF4-FFF2-40B4-BE49-F238E27FC236}">
                    <a16:creationId xmlns:a16="http://schemas.microsoft.com/office/drawing/2014/main" id="{E5D21975-4F0C-E4F9-BEDA-C1EE78C00CD9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" name="pg1551">
                <a:extLst>
                  <a:ext uri="{FF2B5EF4-FFF2-40B4-BE49-F238E27FC236}">
                    <a16:creationId xmlns:a16="http://schemas.microsoft.com/office/drawing/2014/main" id="{A148CDDD-CD69-F28F-654E-ED72CD3C894A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" name="pg1552">
                <a:extLst>
                  <a:ext uri="{FF2B5EF4-FFF2-40B4-BE49-F238E27FC236}">
                    <a16:creationId xmlns:a16="http://schemas.microsoft.com/office/drawing/2014/main" id="{ECDA648C-B6E5-2058-6D94-E3F79716843F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" name="pg1553">
                <a:extLst>
                  <a:ext uri="{FF2B5EF4-FFF2-40B4-BE49-F238E27FC236}">
                    <a16:creationId xmlns:a16="http://schemas.microsoft.com/office/drawing/2014/main" id="{342DDCA5-D212-8127-BA66-3BC1E79ADE7B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" name="pg1554">
                <a:extLst>
                  <a:ext uri="{FF2B5EF4-FFF2-40B4-BE49-F238E27FC236}">
                    <a16:creationId xmlns:a16="http://schemas.microsoft.com/office/drawing/2014/main" id="{2C51DC28-6645-E410-04EC-6D4828A119A4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" name="pg1555">
                <a:extLst>
                  <a:ext uri="{FF2B5EF4-FFF2-40B4-BE49-F238E27FC236}">
                    <a16:creationId xmlns:a16="http://schemas.microsoft.com/office/drawing/2014/main" id="{9FCCBA5E-E01D-848E-7107-8B3A9E4A149E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" name="pg1556">
                <a:extLst>
                  <a:ext uri="{FF2B5EF4-FFF2-40B4-BE49-F238E27FC236}">
                    <a16:creationId xmlns:a16="http://schemas.microsoft.com/office/drawing/2014/main" id="{D93D81AA-47CD-A42E-930A-D524305FC8FC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" name="pg1557">
                <a:extLst>
                  <a:ext uri="{FF2B5EF4-FFF2-40B4-BE49-F238E27FC236}">
                    <a16:creationId xmlns:a16="http://schemas.microsoft.com/office/drawing/2014/main" id="{9CBE65A8-5015-FF3E-2BD9-30AE4A5BBBD4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" name="pg1558">
                <a:extLst>
                  <a:ext uri="{FF2B5EF4-FFF2-40B4-BE49-F238E27FC236}">
                    <a16:creationId xmlns:a16="http://schemas.microsoft.com/office/drawing/2014/main" id="{4683DAD5-F7ED-06E6-2EC6-F2F25620E8B0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" name="pg1559">
                <a:extLst>
                  <a:ext uri="{FF2B5EF4-FFF2-40B4-BE49-F238E27FC236}">
                    <a16:creationId xmlns:a16="http://schemas.microsoft.com/office/drawing/2014/main" id="{5293CC74-116F-CCA0-6DCA-4F8EB4547C12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" name="pg1560">
                <a:extLst>
                  <a:ext uri="{FF2B5EF4-FFF2-40B4-BE49-F238E27FC236}">
                    <a16:creationId xmlns:a16="http://schemas.microsoft.com/office/drawing/2014/main" id="{173175B5-5829-778C-728C-93C29342BB94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" name="pg1561">
                <a:extLst>
                  <a:ext uri="{FF2B5EF4-FFF2-40B4-BE49-F238E27FC236}">
                    <a16:creationId xmlns:a16="http://schemas.microsoft.com/office/drawing/2014/main" id="{A8A0B365-87D3-2564-57E7-2898557E2D5E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" name="pg1562">
                <a:extLst>
                  <a:ext uri="{FF2B5EF4-FFF2-40B4-BE49-F238E27FC236}">
                    <a16:creationId xmlns:a16="http://schemas.microsoft.com/office/drawing/2014/main" id="{7799CB83-EFA0-25A6-CDA0-1BECED286367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" name="pg1563">
                <a:extLst>
                  <a:ext uri="{FF2B5EF4-FFF2-40B4-BE49-F238E27FC236}">
                    <a16:creationId xmlns:a16="http://schemas.microsoft.com/office/drawing/2014/main" id="{14A6AF86-3986-5F91-182B-BF4D25963EE6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" name="pg1564">
                <a:extLst>
                  <a:ext uri="{FF2B5EF4-FFF2-40B4-BE49-F238E27FC236}">
                    <a16:creationId xmlns:a16="http://schemas.microsoft.com/office/drawing/2014/main" id="{E28D2CDE-4A54-AD16-7544-C4191FCCCCB6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" name="pg1565">
                <a:extLst>
                  <a:ext uri="{FF2B5EF4-FFF2-40B4-BE49-F238E27FC236}">
                    <a16:creationId xmlns:a16="http://schemas.microsoft.com/office/drawing/2014/main" id="{64E0913D-4853-1591-6192-AC5E74A275C3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" name="pg1566">
                <a:extLst>
                  <a:ext uri="{FF2B5EF4-FFF2-40B4-BE49-F238E27FC236}">
                    <a16:creationId xmlns:a16="http://schemas.microsoft.com/office/drawing/2014/main" id="{5DC685E4-3AB1-E613-4449-2B9F80B3FABE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" name="pg1567">
                <a:extLst>
                  <a:ext uri="{FF2B5EF4-FFF2-40B4-BE49-F238E27FC236}">
                    <a16:creationId xmlns:a16="http://schemas.microsoft.com/office/drawing/2014/main" id="{8EE3D945-4A28-4CC3-8A32-8D9E57378966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" name="pg1568">
                <a:extLst>
                  <a:ext uri="{FF2B5EF4-FFF2-40B4-BE49-F238E27FC236}">
                    <a16:creationId xmlns:a16="http://schemas.microsoft.com/office/drawing/2014/main" id="{3C1C87DB-8337-1E93-26A0-4010CBDCD063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" name="pg1569">
                <a:extLst>
                  <a:ext uri="{FF2B5EF4-FFF2-40B4-BE49-F238E27FC236}">
                    <a16:creationId xmlns:a16="http://schemas.microsoft.com/office/drawing/2014/main" id="{2D6C6381-63DA-B4AF-8EDB-4FD4E173983A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" name="pg1570">
                <a:extLst>
                  <a:ext uri="{FF2B5EF4-FFF2-40B4-BE49-F238E27FC236}">
                    <a16:creationId xmlns:a16="http://schemas.microsoft.com/office/drawing/2014/main" id="{8787F37E-56FA-1476-12D4-CB25DA436981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" name="pg1571">
                <a:extLst>
                  <a:ext uri="{FF2B5EF4-FFF2-40B4-BE49-F238E27FC236}">
                    <a16:creationId xmlns:a16="http://schemas.microsoft.com/office/drawing/2014/main" id="{502AB5FC-4383-F4B3-48D9-B7E8214AC1A7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" name="pg1572">
                <a:extLst>
                  <a:ext uri="{FF2B5EF4-FFF2-40B4-BE49-F238E27FC236}">
                    <a16:creationId xmlns:a16="http://schemas.microsoft.com/office/drawing/2014/main" id="{86C0CB51-CB31-1313-EBA6-788E915E3C7C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" name="pg1573">
                <a:extLst>
                  <a:ext uri="{FF2B5EF4-FFF2-40B4-BE49-F238E27FC236}">
                    <a16:creationId xmlns:a16="http://schemas.microsoft.com/office/drawing/2014/main" id="{86E9DF70-5018-992B-D038-E083E2B90D47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" name="pg1574">
                <a:extLst>
                  <a:ext uri="{FF2B5EF4-FFF2-40B4-BE49-F238E27FC236}">
                    <a16:creationId xmlns:a16="http://schemas.microsoft.com/office/drawing/2014/main" id="{7B3F7FB4-1559-58CD-ABFE-A8907F1E2C9C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" name="pg1575">
                <a:extLst>
                  <a:ext uri="{FF2B5EF4-FFF2-40B4-BE49-F238E27FC236}">
                    <a16:creationId xmlns:a16="http://schemas.microsoft.com/office/drawing/2014/main" id="{F1309C87-4986-45E1-009E-6CF0E17486FB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" name="pg1576">
                <a:extLst>
                  <a:ext uri="{FF2B5EF4-FFF2-40B4-BE49-F238E27FC236}">
                    <a16:creationId xmlns:a16="http://schemas.microsoft.com/office/drawing/2014/main" id="{12E634C9-1524-8F70-3940-5DC40F92F549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" name="pg1577">
                <a:extLst>
                  <a:ext uri="{FF2B5EF4-FFF2-40B4-BE49-F238E27FC236}">
                    <a16:creationId xmlns:a16="http://schemas.microsoft.com/office/drawing/2014/main" id="{E53B05EA-8E23-06B7-C489-1010A47CF7C3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" name="pg1578">
                <a:extLst>
                  <a:ext uri="{FF2B5EF4-FFF2-40B4-BE49-F238E27FC236}">
                    <a16:creationId xmlns:a16="http://schemas.microsoft.com/office/drawing/2014/main" id="{538CFBED-BEF0-FF55-BBB1-34E992F035A1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" name="pg1579">
                <a:extLst>
                  <a:ext uri="{FF2B5EF4-FFF2-40B4-BE49-F238E27FC236}">
                    <a16:creationId xmlns:a16="http://schemas.microsoft.com/office/drawing/2014/main" id="{BA5B5948-4DE0-E4D9-CCDC-C86DF0FC8E78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" name="pg1580">
                <a:extLst>
                  <a:ext uri="{FF2B5EF4-FFF2-40B4-BE49-F238E27FC236}">
                    <a16:creationId xmlns:a16="http://schemas.microsoft.com/office/drawing/2014/main" id="{6F2F645A-177F-952F-7DE7-7255A1A6FB35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" name="pg1581">
                <a:extLst>
                  <a:ext uri="{FF2B5EF4-FFF2-40B4-BE49-F238E27FC236}">
                    <a16:creationId xmlns:a16="http://schemas.microsoft.com/office/drawing/2014/main" id="{12EC839D-6493-DC5E-D9C5-09589836D6FF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" name="pg1582">
                <a:extLst>
                  <a:ext uri="{FF2B5EF4-FFF2-40B4-BE49-F238E27FC236}">
                    <a16:creationId xmlns:a16="http://schemas.microsoft.com/office/drawing/2014/main" id="{271342DA-2D97-A974-6BD0-57D596388190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" name="pg1583">
                <a:extLst>
                  <a:ext uri="{FF2B5EF4-FFF2-40B4-BE49-F238E27FC236}">
                    <a16:creationId xmlns:a16="http://schemas.microsoft.com/office/drawing/2014/main" id="{46CEEC21-DEE5-1EC9-7603-BE388566FD72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" name="pg1584">
                <a:extLst>
                  <a:ext uri="{FF2B5EF4-FFF2-40B4-BE49-F238E27FC236}">
                    <a16:creationId xmlns:a16="http://schemas.microsoft.com/office/drawing/2014/main" id="{BBB9C155-DD6E-57BE-8291-C53141217B13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" name="pg1585">
                <a:extLst>
                  <a:ext uri="{FF2B5EF4-FFF2-40B4-BE49-F238E27FC236}">
                    <a16:creationId xmlns:a16="http://schemas.microsoft.com/office/drawing/2014/main" id="{971F2CA3-4DEA-6DA9-30D7-ABA31A5A27AF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" name="pg1586">
                <a:extLst>
                  <a:ext uri="{FF2B5EF4-FFF2-40B4-BE49-F238E27FC236}">
                    <a16:creationId xmlns:a16="http://schemas.microsoft.com/office/drawing/2014/main" id="{7984BC52-913B-199B-2587-4C26B2A9F12E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" name="pg1587">
                <a:extLst>
                  <a:ext uri="{FF2B5EF4-FFF2-40B4-BE49-F238E27FC236}">
                    <a16:creationId xmlns:a16="http://schemas.microsoft.com/office/drawing/2014/main" id="{0FC688D8-7379-8988-6C62-4AA97E1996B3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" name="pg1588">
                <a:extLst>
                  <a:ext uri="{FF2B5EF4-FFF2-40B4-BE49-F238E27FC236}">
                    <a16:creationId xmlns:a16="http://schemas.microsoft.com/office/drawing/2014/main" id="{E3E47FC6-4212-34BD-2768-E6FFAAA5FB23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" name="pg1589">
                <a:extLst>
                  <a:ext uri="{FF2B5EF4-FFF2-40B4-BE49-F238E27FC236}">
                    <a16:creationId xmlns:a16="http://schemas.microsoft.com/office/drawing/2014/main" id="{78D03F9E-986F-6303-3246-8228AC0EDCA4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" name="pg1590">
                <a:extLst>
                  <a:ext uri="{FF2B5EF4-FFF2-40B4-BE49-F238E27FC236}">
                    <a16:creationId xmlns:a16="http://schemas.microsoft.com/office/drawing/2014/main" id="{3D887E44-D911-D86B-B8F2-66D9DA44E183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" name="pg1591">
                <a:extLst>
                  <a:ext uri="{FF2B5EF4-FFF2-40B4-BE49-F238E27FC236}">
                    <a16:creationId xmlns:a16="http://schemas.microsoft.com/office/drawing/2014/main" id="{8BE6F19C-1CE7-5271-E4B2-B9CF723FDA60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" name="pg1592">
                <a:extLst>
                  <a:ext uri="{FF2B5EF4-FFF2-40B4-BE49-F238E27FC236}">
                    <a16:creationId xmlns:a16="http://schemas.microsoft.com/office/drawing/2014/main" id="{A4D07DBF-F9C9-81E4-7657-FD3A1EB636B8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" name="pg1593">
                <a:extLst>
                  <a:ext uri="{FF2B5EF4-FFF2-40B4-BE49-F238E27FC236}">
                    <a16:creationId xmlns:a16="http://schemas.microsoft.com/office/drawing/2014/main" id="{F6C1DE28-04A5-95C7-6C15-30C623AD7858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" name="pg1594">
                <a:extLst>
                  <a:ext uri="{FF2B5EF4-FFF2-40B4-BE49-F238E27FC236}">
                    <a16:creationId xmlns:a16="http://schemas.microsoft.com/office/drawing/2014/main" id="{44C70429-8174-FBD9-66F4-557E414BB3CA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" name="pg1595">
                <a:extLst>
                  <a:ext uri="{FF2B5EF4-FFF2-40B4-BE49-F238E27FC236}">
                    <a16:creationId xmlns:a16="http://schemas.microsoft.com/office/drawing/2014/main" id="{641A7EB0-C6AE-1B0D-764B-52374AA251C4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" name="pg1596">
                <a:extLst>
                  <a:ext uri="{FF2B5EF4-FFF2-40B4-BE49-F238E27FC236}">
                    <a16:creationId xmlns:a16="http://schemas.microsoft.com/office/drawing/2014/main" id="{E258E35A-3F46-3DBB-73E3-7E83754B4124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" name="pg1597">
                <a:extLst>
                  <a:ext uri="{FF2B5EF4-FFF2-40B4-BE49-F238E27FC236}">
                    <a16:creationId xmlns:a16="http://schemas.microsoft.com/office/drawing/2014/main" id="{1A0418A8-DFEF-9881-6C0C-BC984F156A82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" name="pg1598">
                <a:extLst>
                  <a:ext uri="{FF2B5EF4-FFF2-40B4-BE49-F238E27FC236}">
                    <a16:creationId xmlns:a16="http://schemas.microsoft.com/office/drawing/2014/main" id="{41CBBAE8-E99B-D42C-4092-C990EDFB0875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" name="pg1599">
                <a:extLst>
                  <a:ext uri="{FF2B5EF4-FFF2-40B4-BE49-F238E27FC236}">
                    <a16:creationId xmlns:a16="http://schemas.microsoft.com/office/drawing/2014/main" id="{7F154430-E62D-151C-7577-6ED704BF6090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" name="pg1600">
                <a:extLst>
                  <a:ext uri="{FF2B5EF4-FFF2-40B4-BE49-F238E27FC236}">
                    <a16:creationId xmlns:a16="http://schemas.microsoft.com/office/drawing/2014/main" id="{72082A21-0878-C038-5BEB-E202EF289B29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" name="pg1601">
                <a:extLst>
                  <a:ext uri="{FF2B5EF4-FFF2-40B4-BE49-F238E27FC236}">
                    <a16:creationId xmlns:a16="http://schemas.microsoft.com/office/drawing/2014/main" id="{FE22546F-5E31-8303-5D16-1705FA6D3818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" name="pg1602">
                <a:extLst>
                  <a:ext uri="{FF2B5EF4-FFF2-40B4-BE49-F238E27FC236}">
                    <a16:creationId xmlns:a16="http://schemas.microsoft.com/office/drawing/2014/main" id="{10E1A913-A964-19F0-5833-FB281423D6E9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" name="pg1603">
                <a:extLst>
                  <a:ext uri="{FF2B5EF4-FFF2-40B4-BE49-F238E27FC236}">
                    <a16:creationId xmlns:a16="http://schemas.microsoft.com/office/drawing/2014/main" id="{C603CAA5-3C15-82F7-EFB9-D0FA5D4DDD14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" name="pg1604">
                <a:extLst>
                  <a:ext uri="{FF2B5EF4-FFF2-40B4-BE49-F238E27FC236}">
                    <a16:creationId xmlns:a16="http://schemas.microsoft.com/office/drawing/2014/main" id="{5DE5503B-1254-BEDA-CE34-7A0ABCCC1F21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" name="pg1605">
                <a:extLst>
                  <a:ext uri="{FF2B5EF4-FFF2-40B4-BE49-F238E27FC236}">
                    <a16:creationId xmlns:a16="http://schemas.microsoft.com/office/drawing/2014/main" id="{94A1E3A6-814D-93C6-B9E8-AA5EFCCFEC39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" name="pg1606">
                <a:extLst>
                  <a:ext uri="{FF2B5EF4-FFF2-40B4-BE49-F238E27FC236}">
                    <a16:creationId xmlns:a16="http://schemas.microsoft.com/office/drawing/2014/main" id="{F64139E7-9E99-5F16-F100-E9B9A328FA42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" name="pg1607">
                <a:extLst>
                  <a:ext uri="{FF2B5EF4-FFF2-40B4-BE49-F238E27FC236}">
                    <a16:creationId xmlns:a16="http://schemas.microsoft.com/office/drawing/2014/main" id="{A0C8E000-4963-E4ED-B037-1D72F685CD33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" name="pg1608">
                <a:extLst>
                  <a:ext uri="{FF2B5EF4-FFF2-40B4-BE49-F238E27FC236}">
                    <a16:creationId xmlns:a16="http://schemas.microsoft.com/office/drawing/2014/main" id="{E0252461-8099-B9C1-027E-1741A84E4CD1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" name="pg1609">
                <a:extLst>
                  <a:ext uri="{FF2B5EF4-FFF2-40B4-BE49-F238E27FC236}">
                    <a16:creationId xmlns:a16="http://schemas.microsoft.com/office/drawing/2014/main" id="{D8BDDC45-5250-0FF5-BDD5-CCD27843F9D4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" name="pg1610">
                <a:extLst>
                  <a:ext uri="{FF2B5EF4-FFF2-40B4-BE49-F238E27FC236}">
                    <a16:creationId xmlns:a16="http://schemas.microsoft.com/office/drawing/2014/main" id="{4173B6D2-3FA0-E38E-553A-5C871FD5F436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" name="pg1611">
                <a:extLst>
                  <a:ext uri="{FF2B5EF4-FFF2-40B4-BE49-F238E27FC236}">
                    <a16:creationId xmlns:a16="http://schemas.microsoft.com/office/drawing/2014/main" id="{69FFA82D-216B-3090-F648-409052CC7002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" name="pg1612">
                <a:extLst>
                  <a:ext uri="{FF2B5EF4-FFF2-40B4-BE49-F238E27FC236}">
                    <a16:creationId xmlns:a16="http://schemas.microsoft.com/office/drawing/2014/main" id="{1C0A8DB4-F232-1DCA-3B3E-547FEBEC044B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" name="pg1613">
                <a:extLst>
                  <a:ext uri="{FF2B5EF4-FFF2-40B4-BE49-F238E27FC236}">
                    <a16:creationId xmlns:a16="http://schemas.microsoft.com/office/drawing/2014/main" id="{7CF2A371-9A0B-1046-0C73-8F1467432615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" name="pg1614">
                <a:extLst>
                  <a:ext uri="{FF2B5EF4-FFF2-40B4-BE49-F238E27FC236}">
                    <a16:creationId xmlns:a16="http://schemas.microsoft.com/office/drawing/2014/main" id="{A6FF928E-ACF2-6FE7-7CDE-98D7D32399EA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" name="pg1615">
                <a:extLst>
                  <a:ext uri="{FF2B5EF4-FFF2-40B4-BE49-F238E27FC236}">
                    <a16:creationId xmlns:a16="http://schemas.microsoft.com/office/drawing/2014/main" id="{C77283AB-AC60-4F68-36AC-AD80AA740995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" name="pg1616">
                <a:extLst>
                  <a:ext uri="{FF2B5EF4-FFF2-40B4-BE49-F238E27FC236}">
                    <a16:creationId xmlns:a16="http://schemas.microsoft.com/office/drawing/2014/main" id="{4A4597D9-41C3-6CA0-D234-DB60853CE4CB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" name="pg1617">
                <a:extLst>
                  <a:ext uri="{FF2B5EF4-FFF2-40B4-BE49-F238E27FC236}">
                    <a16:creationId xmlns:a16="http://schemas.microsoft.com/office/drawing/2014/main" id="{F56FF79E-C631-BAD8-CC37-9982B838121A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" name="pg1618">
                <a:extLst>
                  <a:ext uri="{FF2B5EF4-FFF2-40B4-BE49-F238E27FC236}">
                    <a16:creationId xmlns:a16="http://schemas.microsoft.com/office/drawing/2014/main" id="{5C9A0341-8C23-802C-7C59-7B58D5E87FAD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" name="pg1619">
                <a:extLst>
                  <a:ext uri="{FF2B5EF4-FFF2-40B4-BE49-F238E27FC236}">
                    <a16:creationId xmlns:a16="http://schemas.microsoft.com/office/drawing/2014/main" id="{AA263A4A-80F5-47F8-9C97-80929B169A5D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" name="pg1620">
                <a:extLst>
                  <a:ext uri="{FF2B5EF4-FFF2-40B4-BE49-F238E27FC236}">
                    <a16:creationId xmlns:a16="http://schemas.microsoft.com/office/drawing/2014/main" id="{2D444F82-616C-F2B0-B77C-7437E6D79A01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" name="pg1621">
                <a:extLst>
                  <a:ext uri="{FF2B5EF4-FFF2-40B4-BE49-F238E27FC236}">
                    <a16:creationId xmlns:a16="http://schemas.microsoft.com/office/drawing/2014/main" id="{24CBD08E-BD9E-C19B-9132-9D9DF1C26ADF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" name="pg1622">
                <a:extLst>
                  <a:ext uri="{FF2B5EF4-FFF2-40B4-BE49-F238E27FC236}">
                    <a16:creationId xmlns:a16="http://schemas.microsoft.com/office/drawing/2014/main" id="{A1D58A78-4778-6DD0-39DA-2959CE0942D8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" name="pg1623">
                <a:extLst>
                  <a:ext uri="{FF2B5EF4-FFF2-40B4-BE49-F238E27FC236}">
                    <a16:creationId xmlns:a16="http://schemas.microsoft.com/office/drawing/2014/main" id="{03E3341E-5F5B-F504-2A1F-DB139C78D4B4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" name="pg1624">
                <a:extLst>
                  <a:ext uri="{FF2B5EF4-FFF2-40B4-BE49-F238E27FC236}">
                    <a16:creationId xmlns:a16="http://schemas.microsoft.com/office/drawing/2014/main" id="{141BFEA7-EFF6-A8DE-F4A9-96446E2A2A22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" name="pg1625">
                <a:extLst>
                  <a:ext uri="{FF2B5EF4-FFF2-40B4-BE49-F238E27FC236}">
                    <a16:creationId xmlns:a16="http://schemas.microsoft.com/office/drawing/2014/main" id="{43758319-155C-EB86-C1A3-703B075E90C0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" name="pg1626">
                <a:extLst>
                  <a:ext uri="{FF2B5EF4-FFF2-40B4-BE49-F238E27FC236}">
                    <a16:creationId xmlns:a16="http://schemas.microsoft.com/office/drawing/2014/main" id="{D6A3C2F5-32B2-C810-AC78-AEAC4FB26E06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" name="pg1627">
                <a:extLst>
                  <a:ext uri="{FF2B5EF4-FFF2-40B4-BE49-F238E27FC236}">
                    <a16:creationId xmlns:a16="http://schemas.microsoft.com/office/drawing/2014/main" id="{4F7B1712-EE9F-66BC-902C-107985552891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" name="pg1628">
                <a:extLst>
                  <a:ext uri="{FF2B5EF4-FFF2-40B4-BE49-F238E27FC236}">
                    <a16:creationId xmlns:a16="http://schemas.microsoft.com/office/drawing/2014/main" id="{C2D48428-3421-8662-132E-3820A6E7CD08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" name="pg1629">
                <a:extLst>
                  <a:ext uri="{FF2B5EF4-FFF2-40B4-BE49-F238E27FC236}">
                    <a16:creationId xmlns:a16="http://schemas.microsoft.com/office/drawing/2014/main" id="{052EF5CC-1C91-6084-B43F-8E2BBF977C46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" name="pg1630">
                <a:extLst>
                  <a:ext uri="{FF2B5EF4-FFF2-40B4-BE49-F238E27FC236}">
                    <a16:creationId xmlns:a16="http://schemas.microsoft.com/office/drawing/2014/main" id="{3A349D5D-F25B-46A7-914B-E02BA95EE459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" name="pg1631">
                <a:extLst>
                  <a:ext uri="{FF2B5EF4-FFF2-40B4-BE49-F238E27FC236}">
                    <a16:creationId xmlns:a16="http://schemas.microsoft.com/office/drawing/2014/main" id="{281598A1-87A2-F659-90A8-785020DC2682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" name="pg1632">
                <a:extLst>
                  <a:ext uri="{FF2B5EF4-FFF2-40B4-BE49-F238E27FC236}">
                    <a16:creationId xmlns:a16="http://schemas.microsoft.com/office/drawing/2014/main" id="{44706A45-E474-0C4F-48E5-D5A6902A88B1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" name="pg1633">
                <a:extLst>
                  <a:ext uri="{FF2B5EF4-FFF2-40B4-BE49-F238E27FC236}">
                    <a16:creationId xmlns:a16="http://schemas.microsoft.com/office/drawing/2014/main" id="{1ABB613E-F646-4EED-F6A5-625ECD01C675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" name="pg1634">
                <a:extLst>
                  <a:ext uri="{FF2B5EF4-FFF2-40B4-BE49-F238E27FC236}">
                    <a16:creationId xmlns:a16="http://schemas.microsoft.com/office/drawing/2014/main" id="{71D528FD-7485-7280-0700-F4470C27D88B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" name="pg1635">
                <a:extLst>
                  <a:ext uri="{FF2B5EF4-FFF2-40B4-BE49-F238E27FC236}">
                    <a16:creationId xmlns:a16="http://schemas.microsoft.com/office/drawing/2014/main" id="{2B5B1838-E048-1FC3-F93E-073C6277F2C5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" name="pg1636">
                <a:extLst>
                  <a:ext uri="{FF2B5EF4-FFF2-40B4-BE49-F238E27FC236}">
                    <a16:creationId xmlns:a16="http://schemas.microsoft.com/office/drawing/2014/main" id="{958307F8-C9E3-CD1F-F25A-D15B67A5194F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" name="pg1637">
                <a:extLst>
                  <a:ext uri="{FF2B5EF4-FFF2-40B4-BE49-F238E27FC236}">
                    <a16:creationId xmlns:a16="http://schemas.microsoft.com/office/drawing/2014/main" id="{96B484F7-986C-F489-31FD-BF7C28288CC8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" name="pg1638">
                <a:extLst>
                  <a:ext uri="{FF2B5EF4-FFF2-40B4-BE49-F238E27FC236}">
                    <a16:creationId xmlns:a16="http://schemas.microsoft.com/office/drawing/2014/main" id="{6133D9B5-BAC6-A590-D3DA-5915EC64D130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" name="pg1639">
                <a:extLst>
                  <a:ext uri="{FF2B5EF4-FFF2-40B4-BE49-F238E27FC236}">
                    <a16:creationId xmlns:a16="http://schemas.microsoft.com/office/drawing/2014/main" id="{CF38D834-B278-BE8B-03F7-C2079E22DB47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" name="pg1640">
                <a:extLst>
                  <a:ext uri="{FF2B5EF4-FFF2-40B4-BE49-F238E27FC236}">
                    <a16:creationId xmlns:a16="http://schemas.microsoft.com/office/drawing/2014/main" id="{D055C72F-221C-5973-7490-208099AC88EB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" name="pg1641">
                <a:extLst>
                  <a:ext uri="{FF2B5EF4-FFF2-40B4-BE49-F238E27FC236}">
                    <a16:creationId xmlns:a16="http://schemas.microsoft.com/office/drawing/2014/main" id="{FCFB7CFE-4531-7FCA-9F28-A880C59C6161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" name="pg1642">
                <a:extLst>
                  <a:ext uri="{FF2B5EF4-FFF2-40B4-BE49-F238E27FC236}">
                    <a16:creationId xmlns:a16="http://schemas.microsoft.com/office/drawing/2014/main" id="{3419CC91-AEF7-F809-98D9-2761CA7EB33E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" name="pg1643">
                <a:extLst>
                  <a:ext uri="{FF2B5EF4-FFF2-40B4-BE49-F238E27FC236}">
                    <a16:creationId xmlns:a16="http://schemas.microsoft.com/office/drawing/2014/main" id="{7B4AC856-C720-78A9-DB53-BFBDA92BA8F7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" name="pg1644">
                <a:extLst>
                  <a:ext uri="{FF2B5EF4-FFF2-40B4-BE49-F238E27FC236}">
                    <a16:creationId xmlns:a16="http://schemas.microsoft.com/office/drawing/2014/main" id="{DD473DC0-C24F-ABC4-380E-63026A88B1EE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" name="pg1645">
                <a:extLst>
                  <a:ext uri="{FF2B5EF4-FFF2-40B4-BE49-F238E27FC236}">
                    <a16:creationId xmlns:a16="http://schemas.microsoft.com/office/drawing/2014/main" id="{F8FDD4CF-AEFA-F6EC-1107-CBD80739A4B5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" name="pg1646">
                <a:extLst>
                  <a:ext uri="{FF2B5EF4-FFF2-40B4-BE49-F238E27FC236}">
                    <a16:creationId xmlns:a16="http://schemas.microsoft.com/office/drawing/2014/main" id="{D729DEC9-40E1-6522-1713-29850CDC9ECD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" name="pg1647">
                <a:extLst>
                  <a:ext uri="{FF2B5EF4-FFF2-40B4-BE49-F238E27FC236}">
                    <a16:creationId xmlns:a16="http://schemas.microsoft.com/office/drawing/2014/main" id="{62C8B375-7B57-C9F2-0BAE-0FADB7AE024C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" name="pg1648">
                <a:extLst>
                  <a:ext uri="{FF2B5EF4-FFF2-40B4-BE49-F238E27FC236}">
                    <a16:creationId xmlns:a16="http://schemas.microsoft.com/office/drawing/2014/main" id="{1F3AD1E4-5A38-C237-5333-0CECD8EC2904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" name="pg1649">
                <a:extLst>
                  <a:ext uri="{FF2B5EF4-FFF2-40B4-BE49-F238E27FC236}">
                    <a16:creationId xmlns:a16="http://schemas.microsoft.com/office/drawing/2014/main" id="{BE1B7A5A-D9D3-748A-E202-D40EF65E9194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" name="pg1650">
                <a:extLst>
                  <a:ext uri="{FF2B5EF4-FFF2-40B4-BE49-F238E27FC236}">
                    <a16:creationId xmlns:a16="http://schemas.microsoft.com/office/drawing/2014/main" id="{E9989C7F-5CCB-82D9-86FE-66FBFC5D8877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" name="pg1651">
                <a:extLst>
                  <a:ext uri="{FF2B5EF4-FFF2-40B4-BE49-F238E27FC236}">
                    <a16:creationId xmlns:a16="http://schemas.microsoft.com/office/drawing/2014/main" id="{6A76EDDF-C085-4300-78EE-59E7B419FE5E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" name="pg1652">
                <a:extLst>
                  <a:ext uri="{FF2B5EF4-FFF2-40B4-BE49-F238E27FC236}">
                    <a16:creationId xmlns:a16="http://schemas.microsoft.com/office/drawing/2014/main" id="{DF5D68BD-551D-D44C-943B-906C7074CC8A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" name="pg1653">
                <a:extLst>
                  <a:ext uri="{FF2B5EF4-FFF2-40B4-BE49-F238E27FC236}">
                    <a16:creationId xmlns:a16="http://schemas.microsoft.com/office/drawing/2014/main" id="{31061CED-D68D-95DE-6B5C-DEC6E3164283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" name="pg1654">
                <a:extLst>
                  <a:ext uri="{FF2B5EF4-FFF2-40B4-BE49-F238E27FC236}">
                    <a16:creationId xmlns:a16="http://schemas.microsoft.com/office/drawing/2014/main" id="{A726C36C-9D3F-8723-54CF-9FC1792C3C50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" name="pg1655">
                <a:extLst>
                  <a:ext uri="{FF2B5EF4-FFF2-40B4-BE49-F238E27FC236}">
                    <a16:creationId xmlns:a16="http://schemas.microsoft.com/office/drawing/2014/main" id="{81267B11-CB12-6BF6-1319-6E1DA3E3A563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" name="pg1656">
                <a:extLst>
                  <a:ext uri="{FF2B5EF4-FFF2-40B4-BE49-F238E27FC236}">
                    <a16:creationId xmlns:a16="http://schemas.microsoft.com/office/drawing/2014/main" id="{ADEA101E-42AE-E9F5-5C0C-4F4D0340B610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" name="pg1657">
                <a:extLst>
                  <a:ext uri="{FF2B5EF4-FFF2-40B4-BE49-F238E27FC236}">
                    <a16:creationId xmlns:a16="http://schemas.microsoft.com/office/drawing/2014/main" id="{0BA42553-37D4-EE1E-7C6F-1A550ABD6862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" name="pg1658">
                <a:extLst>
                  <a:ext uri="{FF2B5EF4-FFF2-40B4-BE49-F238E27FC236}">
                    <a16:creationId xmlns:a16="http://schemas.microsoft.com/office/drawing/2014/main" id="{6266BA11-4590-957E-6B43-ECC563F3ED22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" name="pg1659">
                <a:extLst>
                  <a:ext uri="{FF2B5EF4-FFF2-40B4-BE49-F238E27FC236}">
                    <a16:creationId xmlns:a16="http://schemas.microsoft.com/office/drawing/2014/main" id="{5FE66EFA-74C4-EEFD-8A51-0F8071E51B6E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" name="pg1660">
                <a:extLst>
                  <a:ext uri="{FF2B5EF4-FFF2-40B4-BE49-F238E27FC236}">
                    <a16:creationId xmlns:a16="http://schemas.microsoft.com/office/drawing/2014/main" id="{7F970A28-3127-6F81-6033-2227C4A37732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" name="pg1661">
                <a:extLst>
                  <a:ext uri="{FF2B5EF4-FFF2-40B4-BE49-F238E27FC236}">
                    <a16:creationId xmlns:a16="http://schemas.microsoft.com/office/drawing/2014/main" id="{BA78D608-1B96-9A26-7BE2-EF06B9A67B89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" name="pg1662">
                <a:extLst>
                  <a:ext uri="{FF2B5EF4-FFF2-40B4-BE49-F238E27FC236}">
                    <a16:creationId xmlns:a16="http://schemas.microsoft.com/office/drawing/2014/main" id="{F8DD0DC5-FBB1-5423-D7C3-8561C0B3F49A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" name="pg1663">
                <a:extLst>
                  <a:ext uri="{FF2B5EF4-FFF2-40B4-BE49-F238E27FC236}">
                    <a16:creationId xmlns:a16="http://schemas.microsoft.com/office/drawing/2014/main" id="{B81F746C-E3C0-919D-692C-988D6A0CDE89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" name="pg1664">
                <a:extLst>
                  <a:ext uri="{FF2B5EF4-FFF2-40B4-BE49-F238E27FC236}">
                    <a16:creationId xmlns:a16="http://schemas.microsoft.com/office/drawing/2014/main" id="{F95FDA93-3FF3-FB9D-E630-2CC3DA9B3D16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" name="pg1665">
                <a:extLst>
                  <a:ext uri="{FF2B5EF4-FFF2-40B4-BE49-F238E27FC236}">
                    <a16:creationId xmlns:a16="http://schemas.microsoft.com/office/drawing/2014/main" id="{BD5A95D8-D6FA-BAA1-CAAD-F3616FA5F4A0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" name="pg1666">
                <a:extLst>
                  <a:ext uri="{FF2B5EF4-FFF2-40B4-BE49-F238E27FC236}">
                    <a16:creationId xmlns:a16="http://schemas.microsoft.com/office/drawing/2014/main" id="{5A45476C-274A-E1D6-EB9B-089570535AAA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" name="pg1667">
                <a:extLst>
                  <a:ext uri="{FF2B5EF4-FFF2-40B4-BE49-F238E27FC236}">
                    <a16:creationId xmlns:a16="http://schemas.microsoft.com/office/drawing/2014/main" id="{21B4FA0E-DFF2-2305-78CA-EA228B4EFD8D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" name="pg1668">
                <a:extLst>
                  <a:ext uri="{FF2B5EF4-FFF2-40B4-BE49-F238E27FC236}">
                    <a16:creationId xmlns:a16="http://schemas.microsoft.com/office/drawing/2014/main" id="{DFBFE5D1-9A0D-939B-64A8-E08BB188B688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" name="pg1669">
                <a:extLst>
                  <a:ext uri="{FF2B5EF4-FFF2-40B4-BE49-F238E27FC236}">
                    <a16:creationId xmlns:a16="http://schemas.microsoft.com/office/drawing/2014/main" id="{255ABF65-8283-2F07-D3DC-9CC7ED99951B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" name="pg1670">
                <a:extLst>
                  <a:ext uri="{FF2B5EF4-FFF2-40B4-BE49-F238E27FC236}">
                    <a16:creationId xmlns:a16="http://schemas.microsoft.com/office/drawing/2014/main" id="{9268A006-CFFE-7C94-1286-3A0596A1A171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" name="pg1671">
                <a:extLst>
                  <a:ext uri="{FF2B5EF4-FFF2-40B4-BE49-F238E27FC236}">
                    <a16:creationId xmlns:a16="http://schemas.microsoft.com/office/drawing/2014/main" id="{624328B3-6A90-56F3-CEDB-DEC1015ADE5E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" name="pg1672">
                <a:extLst>
                  <a:ext uri="{FF2B5EF4-FFF2-40B4-BE49-F238E27FC236}">
                    <a16:creationId xmlns:a16="http://schemas.microsoft.com/office/drawing/2014/main" id="{0AFA27E1-3474-9D49-CAD4-3E1EDE690DAD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" name="pg1673">
                <a:extLst>
                  <a:ext uri="{FF2B5EF4-FFF2-40B4-BE49-F238E27FC236}">
                    <a16:creationId xmlns:a16="http://schemas.microsoft.com/office/drawing/2014/main" id="{561BF2C1-2902-1851-CC86-70871B8F5339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" name="pg1674">
                <a:extLst>
                  <a:ext uri="{FF2B5EF4-FFF2-40B4-BE49-F238E27FC236}">
                    <a16:creationId xmlns:a16="http://schemas.microsoft.com/office/drawing/2014/main" id="{D125B22E-C43C-55B7-2FEC-F158469B3B55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" name="pg1675">
                <a:extLst>
                  <a:ext uri="{FF2B5EF4-FFF2-40B4-BE49-F238E27FC236}">
                    <a16:creationId xmlns:a16="http://schemas.microsoft.com/office/drawing/2014/main" id="{3E64C613-26D5-D4E4-8908-9F19E31CC974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" name="pg1676">
                <a:extLst>
                  <a:ext uri="{FF2B5EF4-FFF2-40B4-BE49-F238E27FC236}">
                    <a16:creationId xmlns:a16="http://schemas.microsoft.com/office/drawing/2014/main" id="{89BA3C4E-7E38-8891-D803-B6DF6E2B81D3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" name="pg1677">
                <a:extLst>
                  <a:ext uri="{FF2B5EF4-FFF2-40B4-BE49-F238E27FC236}">
                    <a16:creationId xmlns:a16="http://schemas.microsoft.com/office/drawing/2014/main" id="{1CE7D086-5D3F-3814-C98F-5E68E8DE0DE8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" name="pg1678">
                <a:extLst>
                  <a:ext uri="{FF2B5EF4-FFF2-40B4-BE49-F238E27FC236}">
                    <a16:creationId xmlns:a16="http://schemas.microsoft.com/office/drawing/2014/main" id="{3673430F-1CCC-5A31-E152-8873927C4D12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" name="pg1679">
                <a:extLst>
                  <a:ext uri="{FF2B5EF4-FFF2-40B4-BE49-F238E27FC236}">
                    <a16:creationId xmlns:a16="http://schemas.microsoft.com/office/drawing/2014/main" id="{04AD427A-5EF5-2A49-8BC0-3A10305A5B81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" name="pg1680">
                <a:extLst>
                  <a:ext uri="{FF2B5EF4-FFF2-40B4-BE49-F238E27FC236}">
                    <a16:creationId xmlns:a16="http://schemas.microsoft.com/office/drawing/2014/main" id="{68339235-E87E-CA3A-9EDE-1BA3DAC94860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" name="pg1681">
                <a:extLst>
                  <a:ext uri="{FF2B5EF4-FFF2-40B4-BE49-F238E27FC236}">
                    <a16:creationId xmlns:a16="http://schemas.microsoft.com/office/drawing/2014/main" id="{CD02A4C4-AF02-A3DB-40CB-EB40F1BF4091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" name="pg1682">
                <a:extLst>
                  <a:ext uri="{FF2B5EF4-FFF2-40B4-BE49-F238E27FC236}">
                    <a16:creationId xmlns:a16="http://schemas.microsoft.com/office/drawing/2014/main" id="{E795FA64-83BA-29D0-AF8F-817957B3C3DD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" name="pg1683">
                <a:extLst>
                  <a:ext uri="{FF2B5EF4-FFF2-40B4-BE49-F238E27FC236}">
                    <a16:creationId xmlns:a16="http://schemas.microsoft.com/office/drawing/2014/main" id="{E165BB6E-798A-BC45-ECA3-77EE00231B98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" name="pg1684">
                <a:extLst>
                  <a:ext uri="{FF2B5EF4-FFF2-40B4-BE49-F238E27FC236}">
                    <a16:creationId xmlns:a16="http://schemas.microsoft.com/office/drawing/2014/main" id="{A1439334-7D7F-3A57-E466-7CE350AB8BBC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" name="pg1685">
                <a:extLst>
                  <a:ext uri="{FF2B5EF4-FFF2-40B4-BE49-F238E27FC236}">
                    <a16:creationId xmlns:a16="http://schemas.microsoft.com/office/drawing/2014/main" id="{DAA7930B-1F04-0265-34C6-CE8D8861BCDC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" name="pg1686">
                <a:extLst>
                  <a:ext uri="{FF2B5EF4-FFF2-40B4-BE49-F238E27FC236}">
                    <a16:creationId xmlns:a16="http://schemas.microsoft.com/office/drawing/2014/main" id="{461AE860-5BDB-A41D-6986-FEB78674A65B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" name="pg1687">
                <a:extLst>
                  <a:ext uri="{FF2B5EF4-FFF2-40B4-BE49-F238E27FC236}">
                    <a16:creationId xmlns:a16="http://schemas.microsoft.com/office/drawing/2014/main" id="{E4398F12-C98A-2D85-749C-11F4427B877A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" name="pg1688">
                <a:extLst>
                  <a:ext uri="{FF2B5EF4-FFF2-40B4-BE49-F238E27FC236}">
                    <a16:creationId xmlns:a16="http://schemas.microsoft.com/office/drawing/2014/main" id="{4E7FD0B6-0592-FA88-5219-76021D0DE931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" name="pg1689">
                <a:extLst>
                  <a:ext uri="{FF2B5EF4-FFF2-40B4-BE49-F238E27FC236}">
                    <a16:creationId xmlns:a16="http://schemas.microsoft.com/office/drawing/2014/main" id="{8070CF9D-8F9D-3003-927A-C64AC381B4D1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" name="pg1690">
                <a:extLst>
                  <a:ext uri="{FF2B5EF4-FFF2-40B4-BE49-F238E27FC236}">
                    <a16:creationId xmlns:a16="http://schemas.microsoft.com/office/drawing/2014/main" id="{CBD75001-D2F7-5D5E-9670-F8C86478E813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" name="pg1691">
                <a:extLst>
                  <a:ext uri="{FF2B5EF4-FFF2-40B4-BE49-F238E27FC236}">
                    <a16:creationId xmlns:a16="http://schemas.microsoft.com/office/drawing/2014/main" id="{C9C07728-A0E1-2D98-3032-A061D8D313D1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" name="pg1692">
                <a:extLst>
                  <a:ext uri="{FF2B5EF4-FFF2-40B4-BE49-F238E27FC236}">
                    <a16:creationId xmlns:a16="http://schemas.microsoft.com/office/drawing/2014/main" id="{B86BA778-B456-E68B-E6D3-AE36783C4A90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" name="pg1693">
                <a:extLst>
                  <a:ext uri="{FF2B5EF4-FFF2-40B4-BE49-F238E27FC236}">
                    <a16:creationId xmlns:a16="http://schemas.microsoft.com/office/drawing/2014/main" id="{26A7609C-07FF-CF86-E341-7E955D7FA1FF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" name="pg1694">
                <a:extLst>
                  <a:ext uri="{FF2B5EF4-FFF2-40B4-BE49-F238E27FC236}">
                    <a16:creationId xmlns:a16="http://schemas.microsoft.com/office/drawing/2014/main" id="{A7E89C54-C07F-900F-0750-328B2CA7FA63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" name="pg1695">
                <a:extLst>
                  <a:ext uri="{FF2B5EF4-FFF2-40B4-BE49-F238E27FC236}">
                    <a16:creationId xmlns:a16="http://schemas.microsoft.com/office/drawing/2014/main" id="{BBAB7DB5-20BA-7F71-0CEF-2DF3A920BAC7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" name="pg1696">
                <a:extLst>
                  <a:ext uri="{FF2B5EF4-FFF2-40B4-BE49-F238E27FC236}">
                    <a16:creationId xmlns:a16="http://schemas.microsoft.com/office/drawing/2014/main" id="{A7C5E487-10E6-14C3-CEBD-05D1EF2C12E9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" name="pg1697">
                <a:extLst>
                  <a:ext uri="{FF2B5EF4-FFF2-40B4-BE49-F238E27FC236}">
                    <a16:creationId xmlns:a16="http://schemas.microsoft.com/office/drawing/2014/main" id="{4506E846-9D01-7F4D-6557-EDB008BDA658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" name="pg1698">
                <a:extLst>
                  <a:ext uri="{FF2B5EF4-FFF2-40B4-BE49-F238E27FC236}">
                    <a16:creationId xmlns:a16="http://schemas.microsoft.com/office/drawing/2014/main" id="{1AFF9D10-DD72-9072-8970-CF1D9E3097AF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" name="pg1699">
                <a:extLst>
                  <a:ext uri="{FF2B5EF4-FFF2-40B4-BE49-F238E27FC236}">
                    <a16:creationId xmlns:a16="http://schemas.microsoft.com/office/drawing/2014/main" id="{C9BBF8BB-3F8B-C007-0FF3-1E244BFACA31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" name="pg1700">
                <a:extLst>
                  <a:ext uri="{FF2B5EF4-FFF2-40B4-BE49-F238E27FC236}">
                    <a16:creationId xmlns:a16="http://schemas.microsoft.com/office/drawing/2014/main" id="{A0C89882-3B11-E177-D0A6-BA06D308F10F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" name="pg1701">
                <a:extLst>
                  <a:ext uri="{FF2B5EF4-FFF2-40B4-BE49-F238E27FC236}">
                    <a16:creationId xmlns:a16="http://schemas.microsoft.com/office/drawing/2014/main" id="{9CEDC35B-CFD8-1CCF-7B31-2BAC5E9C6860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" name="pg1702">
                <a:extLst>
                  <a:ext uri="{FF2B5EF4-FFF2-40B4-BE49-F238E27FC236}">
                    <a16:creationId xmlns:a16="http://schemas.microsoft.com/office/drawing/2014/main" id="{1787EC59-1B6B-6031-7453-2F7F94A4C882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" name="pg1703">
                <a:extLst>
                  <a:ext uri="{FF2B5EF4-FFF2-40B4-BE49-F238E27FC236}">
                    <a16:creationId xmlns:a16="http://schemas.microsoft.com/office/drawing/2014/main" id="{CA6D4369-10D3-2772-10C3-342511340B00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" name="pg1704">
                <a:extLst>
                  <a:ext uri="{FF2B5EF4-FFF2-40B4-BE49-F238E27FC236}">
                    <a16:creationId xmlns:a16="http://schemas.microsoft.com/office/drawing/2014/main" id="{A59A8F06-88C8-2E94-CD24-F2F96D109082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" name="pg1705">
                <a:extLst>
                  <a:ext uri="{FF2B5EF4-FFF2-40B4-BE49-F238E27FC236}">
                    <a16:creationId xmlns:a16="http://schemas.microsoft.com/office/drawing/2014/main" id="{A101A7CB-508A-955E-0053-C00B39F0266D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" name="pg1706">
                <a:extLst>
                  <a:ext uri="{FF2B5EF4-FFF2-40B4-BE49-F238E27FC236}">
                    <a16:creationId xmlns:a16="http://schemas.microsoft.com/office/drawing/2014/main" id="{2B06890E-9D97-B661-5D86-17BAFDF475B0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" name="pg1707">
                <a:extLst>
                  <a:ext uri="{FF2B5EF4-FFF2-40B4-BE49-F238E27FC236}">
                    <a16:creationId xmlns:a16="http://schemas.microsoft.com/office/drawing/2014/main" id="{BF8274DC-87A9-19D6-9D77-338E3138CFA4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" name="pg1708">
                <a:extLst>
                  <a:ext uri="{FF2B5EF4-FFF2-40B4-BE49-F238E27FC236}">
                    <a16:creationId xmlns:a16="http://schemas.microsoft.com/office/drawing/2014/main" id="{B5CFFA3A-8625-C53C-522F-D5F237DD51DE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" name="pg1709">
                <a:extLst>
                  <a:ext uri="{FF2B5EF4-FFF2-40B4-BE49-F238E27FC236}">
                    <a16:creationId xmlns:a16="http://schemas.microsoft.com/office/drawing/2014/main" id="{BBE1993B-38F4-01CD-13F5-1A124B0171A7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" name="pg1710">
                <a:extLst>
                  <a:ext uri="{FF2B5EF4-FFF2-40B4-BE49-F238E27FC236}">
                    <a16:creationId xmlns:a16="http://schemas.microsoft.com/office/drawing/2014/main" id="{7BD27B10-3EEE-02F3-1B1F-E690F1EBC167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" name="pg1711">
                <a:extLst>
                  <a:ext uri="{FF2B5EF4-FFF2-40B4-BE49-F238E27FC236}">
                    <a16:creationId xmlns:a16="http://schemas.microsoft.com/office/drawing/2014/main" id="{B3AF3A65-7333-ECB3-4E51-C8F3AE76BDBA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" name="pg1712">
                <a:extLst>
                  <a:ext uri="{FF2B5EF4-FFF2-40B4-BE49-F238E27FC236}">
                    <a16:creationId xmlns:a16="http://schemas.microsoft.com/office/drawing/2014/main" id="{39D86EDB-A9D7-9F50-9998-D05D674ED942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" name="pg1713">
                <a:extLst>
                  <a:ext uri="{FF2B5EF4-FFF2-40B4-BE49-F238E27FC236}">
                    <a16:creationId xmlns:a16="http://schemas.microsoft.com/office/drawing/2014/main" id="{8CB8FDE1-A4D9-AF3E-15A2-1654A63CEECF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" name="pg1714">
                <a:extLst>
                  <a:ext uri="{FF2B5EF4-FFF2-40B4-BE49-F238E27FC236}">
                    <a16:creationId xmlns:a16="http://schemas.microsoft.com/office/drawing/2014/main" id="{5E5E73F9-3FDB-F19A-AD80-C67840C39D56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" name="pg1715">
                <a:extLst>
                  <a:ext uri="{FF2B5EF4-FFF2-40B4-BE49-F238E27FC236}">
                    <a16:creationId xmlns:a16="http://schemas.microsoft.com/office/drawing/2014/main" id="{B25E5840-CA56-96FA-1200-D9CD06AC3CFF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" name="pg1716">
                <a:extLst>
                  <a:ext uri="{FF2B5EF4-FFF2-40B4-BE49-F238E27FC236}">
                    <a16:creationId xmlns:a16="http://schemas.microsoft.com/office/drawing/2014/main" id="{1C835D59-5360-BF3B-232B-A5E07AC7B95F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" name="pg1717">
                <a:extLst>
                  <a:ext uri="{FF2B5EF4-FFF2-40B4-BE49-F238E27FC236}">
                    <a16:creationId xmlns:a16="http://schemas.microsoft.com/office/drawing/2014/main" id="{B2B2CA96-F4CA-F275-90BD-6CED39BEE8A7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" name="pg1718">
                <a:extLst>
                  <a:ext uri="{FF2B5EF4-FFF2-40B4-BE49-F238E27FC236}">
                    <a16:creationId xmlns:a16="http://schemas.microsoft.com/office/drawing/2014/main" id="{79F6B45E-F5A2-F37D-E704-041B73D7869E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" name="pg1719">
                <a:extLst>
                  <a:ext uri="{FF2B5EF4-FFF2-40B4-BE49-F238E27FC236}">
                    <a16:creationId xmlns:a16="http://schemas.microsoft.com/office/drawing/2014/main" id="{CE0C9926-D2D8-BAD6-E18F-8306E9A63F40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" name="pg1720">
                <a:extLst>
                  <a:ext uri="{FF2B5EF4-FFF2-40B4-BE49-F238E27FC236}">
                    <a16:creationId xmlns:a16="http://schemas.microsoft.com/office/drawing/2014/main" id="{9D7CF197-3FAC-C0BE-90BB-DF1AF6E03417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" name="pg1721">
                <a:extLst>
                  <a:ext uri="{FF2B5EF4-FFF2-40B4-BE49-F238E27FC236}">
                    <a16:creationId xmlns:a16="http://schemas.microsoft.com/office/drawing/2014/main" id="{6182B4FD-FE2A-71FD-E5E1-ABDC4B616837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" name="pg1722">
                <a:extLst>
                  <a:ext uri="{FF2B5EF4-FFF2-40B4-BE49-F238E27FC236}">
                    <a16:creationId xmlns:a16="http://schemas.microsoft.com/office/drawing/2014/main" id="{298DB550-EB29-DB01-6AC7-9B3FDDAF0DE4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" name="pg1723">
                <a:extLst>
                  <a:ext uri="{FF2B5EF4-FFF2-40B4-BE49-F238E27FC236}">
                    <a16:creationId xmlns:a16="http://schemas.microsoft.com/office/drawing/2014/main" id="{32D30BA5-D88D-6D38-F290-35A9295B61DA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" name="pg1724">
                <a:extLst>
                  <a:ext uri="{FF2B5EF4-FFF2-40B4-BE49-F238E27FC236}">
                    <a16:creationId xmlns:a16="http://schemas.microsoft.com/office/drawing/2014/main" id="{38C3BAFC-9A73-CBD3-6569-A90056110D7A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" name="pg1725">
                <a:extLst>
                  <a:ext uri="{FF2B5EF4-FFF2-40B4-BE49-F238E27FC236}">
                    <a16:creationId xmlns:a16="http://schemas.microsoft.com/office/drawing/2014/main" id="{A13C0A69-67EA-64A5-225F-01AB115EBFEE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" name="pg1726">
                <a:extLst>
                  <a:ext uri="{FF2B5EF4-FFF2-40B4-BE49-F238E27FC236}">
                    <a16:creationId xmlns:a16="http://schemas.microsoft.com/office/drawing/2014/main" id="{4F0C48B1-BC9A-518B-A77C-604228326CD9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" name="pg1727">
                <a:extLst>
                  <a:ext uri="{FF2B5EF4-FFF2-40B4-BE49-F238E27FC236}">
                    <a16:creationId xmlns:a16="http://schemas.microsoft.com/office/drawing/2014/main" id="{49D3CBF4-14E5-2817-F04F-5CB194968581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" name="pg1728">
                <a:extLst>
                  <a:ext uri="{FF2B5EF4-FFF2-40B4-BE49-F238E27FC236}">
                    <a16:creationId xmlns:a16="http://schemas.microsoft.com/office/drawing/2014/main" id="{E1782C89-B89E-C1BF-7ED7-B5F9B3C8003C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" name="pg1729">
                <a:extLst>
                  <a:ext uri="{FF2B5EF4-FFF2-40B4-BE49-F238E27FC236}">
                    <a16:creationId xmlns:a16="http://schemas.microsoft.com/office/drawing/2014/main" id="{E356C6BB-073D-6A1E-5597-EF85AFD0C109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" name="pg1730">
                <a:extLst>
                  <a:ext uri="{FF2B5EF4-FFF2-40B4-BE49-F238E27FC236}">
                    <a16:creationId xmlns:a16="http://schemas.microsoft.com/office/drawing/2014/main" id="{C6416120-D3D0-E34B-7D58-A22B5ED40F10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" name="pg1731">
                <a:extLst>
                  <a:ext uri="{FF2B5EF4-FFF2-40B4-BE49-F238E27FC236}">
                    <a16:creationId xmlns:a16="http://schemas.microsoft.com/office/drawing/2014/main" id="{F421AA0D-7D09-8EAF-920F-C24D5128C858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" name="pg1732">
                <a:extLst>
                  <a:ext uri="{FF2B5EF4-FFF2-40B4-BE49-F238E27FC236}">
                    <a16:creationId xmlns:a16="http://schemas.microsoft.com/office/drawing/2014/main" id="{0AFF463E-187E-B493-D3CE-DFC6C3176F62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" name="pg1733">
                <a:extLst>
                  <a:ext uri="{FF2B5EF4-FFF2-40B4-BE49-F238E27FC236}">
                    <a16:creationId xmlns:a16="http://schemas.microsoft.com/office/drawing/2014/main" id="{B7E128BE-C23D-E928-97FF-04362A28A8FE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" name="pg1734">
                <a:extLst>
                  <a:ext uri="{FF2B5EF4-FFF2-40B4-BE49-F238E27FC236}">
                    <a16:creationId xmlns:a16="http://schemas.microsoft.com/office/drawing/2014/main" id="{91D20E7D-21B1-22F2-24EB-08AA24DB82C9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" name="pg1735">
                <a:extLst>
                  <a:ext uri="{FF2B5EF4-FFF2-40B4-BE49-F238E27FC236}">
                    <a16:creationId xmlns:a16="http://schemas.microsoft.com/office/drawing/2014/main" id="{DD3FD75C-BBC1-3265-1628-66E6FFC09A58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" name="pg1736">
                <a:extLst>
                  <a:ext uri="{FF2B5EF4-FFF2-40B4-BE49-F238E27FC236}">
                    <a16:creationId xmlns:a16="http://schemas.microsoft.com/office/drawing/2014/main" id="{77EC6096-740D-3582-7F63-267ACF110E34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" name="pg1737">
                <a:extLst>
                  <a:ext uri="{FF2B5EF4-FFF2-40B4-BE49-F238E27FC236}">
                    <a16:creationId xmlns:a16="http://schemas.microsoft.com/office/drawing/2014/main" id="{61C6F3E7-954F-9B3C-CD7B-7819E0B49B3E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" name="pg1738">
                <a:extLst>
                  <a:ext uri="{FF2B5EF4-FFF2-40B4-BE49-F238E27FC236}">
                    <a16:creationId xmlns:a16="http://schemas.microsoft.com/office/drawing/2014/main" id="{B0C224B3-CFCE-3B6D-57DA-21402D25D301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" name="pg1739">
                <a:extLst>
                  <a:ext uri="{FF2B5EF4-FFF2-40B4-BE49-F238E27FC236}">
                    <a16:creationId xmlns:a16="http://schemas.microsoft.com/office/drawing/2014/main" id="{A5C938DB-C2F5-98EF-DD7C-A408CAC34074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" name="pg1740">
                <a:extLst>
                  <a:ext uri="{FF2B5EF4-FFF2-40B4-BE49-F238E27FC236}">
                    <a16:creationId xmlns:a16="http://schemas.microsoft.com/office/drawing/2014/main" id="{D4CA8703-8209-911B-B97C-337F0E5DCF3A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" name="pg1741">
                <a:extLst>
                  <a:ext uri="{FF2B5EF4-FFF2-40B4-BE49-F238E27FC236}">
                    <a16:creationId xmlns:a16="http://schemas.microsoft.com/office/drawing/2014/main" id="{E74CF3B0-711C-5812-0FB0-F3B29DDAC181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" name="pg1742">
                <a:extLst>
                  <a:ext uri="{FF2B5EF4-FFF2-40B4-BE49-F238E27FC236}">
                    <a16:creationId xmlns:a16="http://schemas.microsoft.com/office/drawing/2014/main" id="{261C70B6-1289-031D-7E16-4E3A7BC6E859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" name="pg1743">
                <a:extLst>
                  <a:ext uri="{FF2B5EF4-FFF2-40B4-BE49-F238E27FC236}">
                    <a16:creationId xmlns:a16="http://schemas.microsoft.com/office/drawing/2014/main" id="{A8257EC4-1DBD-0A37-1DEF-02FF9745DF3F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" name="pg1744">
                <a:extLst>
                  <a:ext uri="{FF2B5EF4-FFF2-40B4-BE49-F238E27FC236}">
                    <a16:creationId xmlns:a16="http://schemas.microsoft.com/office/drawing/2014/main" id="{FAD72FAA-5842-0085-2D50-9DD269E65B67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" name="pg1745">
                <a:extLst>
                  <a:ext uri="{FF2B5EF4-FFF2-40B4-BE49-F238E27FC236}">
                    <a16:creationId xmlns:a16="http://schemas.microsoft.com/office/drawing/2014/main" id="{458EF045-4D2B-0246-5BD5-FA0DD9C8BAF7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" name="pg1746">
                <a:extLst>
                  <a:ext uri="{FF2B5EF4-FFF2-40B4-BE49-F238E27FC236}">
                    <a16:creationId xmlns:a16="http://schemas.microsoft.com/office/drawing/2014/main" id="{9CE011B0-B4D6-EDF7-B9B1-6491DFC7F5F8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" name="pg1747">
                <a:extLst>
                  <a:ext uri="{FF2B5EF4-FFF2-40B4-BE49-F238E27FC236}">
                    <a16:creationId xmlns:a16="http://schemas.microsoft.com/office/drawing/2014/main" id="{AB179ADD-E1FA-25AC-586E-0604DEACBA03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" name="pg1748">
                <a:extLst>
                  <a:ext uri="{FF2B5EF4-FFF2-40B4-BE49-F238E27FC236}">
                    <a16:creationId xmlns:a16="http://schemas.microsoft.com/office/drawing/2014/main" id="{BB9E9384-DEEC-70BE-235F-7B0F0F037104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" name="pg1749">
                <a:extLst>
                  <a:ext uri="{FF2B5EF4-FFF2-40B4-BE49-F238E27FC236}">
                    <a16:creationId xmlns:a16="http://schemas.microsoft.com/office/drawing/2014/main" id="{3FC7087B-09C6-8C01-304E-A6BBEA681CBA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" name="pg1750">
                <a:extLst>
                  <a:ext uri="{FF2B5EF4-FFF2-40B4-BE49-F238E27FC236}">
                    <a16:creationId xmlns:a16="http://schemas.microsoft.com/office/drawing/2014/main" id="{7A648617-54F0-5CE3-B9F5-7F159E4587DE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" name="pg1751">
                <a:extLst>
                  <a:ext uri="{FF2B5EF4-FFF2-40B4-BE49-F238E27FC236}">
                    <a16:creationId xmlns:a16="http://schemas.microsoft.com/office/drawing/2014/main" id="{E3F4245D-F7B4-2236-17DF-3FD4C3164AC9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" name="pg1752">
                <a:extLst>
                  <a:ext uri="{FF2B5EF4-FFF2-40B4-BE49-F238E27FC236}">
                    <a16:creationId xmlns:a16="http://schemas.microsoft.com/office/drawing/2014/main" id="{5BC1557D-6238-D249-6BBC-427C2ACCBD69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" name="pg1753">
                <a:extLst>
                  <a:ext uri="{FF2B5EF4-FFF2-40B4-BE49-F238E27FC236}">
                    <a16:creationId xmlns:a16="http://schemas.microsoft.com/office/drawing/2014/main" id="{EE060128-FF56-B82A-C5D5-B92B60FFA6BA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" name="pg1754">
                <a:extLst>
                  <a:ext uri="{FF2B5EF4-FFF2-40B4-BE49-F238E27FC236}">
                    <a16:creationId xmlns:a16="http://schemas.microsoft.com/office/drawing/2014/main" id="{9DE1FC29-7054-ABCC-3EE0-38A2C73AEDDF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" name="pg1755">
                <a:extLst>
                  <a:ext uri="{FF2B5EF4-FFF2-40B4-BE49-F238E27FC236}">
                    <a16:creationId xmlns:a16="http://schemas.microsoft.com/office/drawing/2014/main" id="{B8F93BAB-4696-AFA1-4A03-14F613C9758B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" name="pg1756">
                <a:extLst>
                  <a:ext uri="{FF2B5EF4-FFF2-40B4-BE49-F238E27FC236}">
                    <a16:creationId xmlns:a16="http://schemas.microsoft.com/office/drawing/2014/main" id="{B58E687F-2700-D495-0461-693CC1B0B0A2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" name="pg1757">
                <a:extLst>
                  <a:ext uri="{FF2B5EF4-FFF2-40B4-BE49-F238E27FC236}">
                    <a16:creationId xmlns:a16="http://schemas.microsoft.com/office/drawing/2014/main" id="{E84D5DFC-E351-122E-B591-23641C82649F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" name="pg1758">
                <a:extLst>
                  <a:ext uri="{FF2B5EF4-FFF2-40B4-BE49-F238E27FC236}">
                    <a16:creationId xmlns:a16="http://schemas.microsoft.com/office/drawing/2014/main" id="{324C4BFE-0A5F-7C30-AEA4-2A2128D6EFEA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" name="pg1759">
                <a:extLst>
                  <a:ext uri="{FF2B5EF4-FFF2-40B4-BE49-F238E27FC236}">
                    <a16:creationId xmlns:a16="http://schemas.microsoft.com/office/drawing/2014/main" id="{FA5719A0-5936-986E-F4B0-32AB979E3CD3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" name="pg1760">
                <a:extLst>
                  <a:ext uri="{FF2B5EF4-FFF2-40B4-BE49-F238E27FC236}">
                    <a16:creationId xmlns:a16="http://schemas.microsoft.com/office/drawing/2014/main" id="{46DDCAAD-2448-312E-56DE-FDC5EC04A0D2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" name="pg1761">
                <a:extLst>
                  <a:ext uri="{FF2B5EF4-FFF2-40B4-BE49-F238E27FC236}">
                    <a16:creationId xmlns:a16="http://schemas.microsoft.com/office/drawing/2014/main" id="{71CF9BF2-9B74-9F74-48D7-3B543E7B6947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" name="pg1762">
                <a:extLst>
                  <a:ext uri="{FF2B5EF4-FFF2-40B4-BE49-F238E27FC236}">
                    <a16:creationId xmlns:a16="http://schemas.microsoft.com/office/drawing/2014/main" id="{42095F44-B25F-2539-6C0E-A600F01C7B77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" name="pg1763">
                <a:extLst>
                  <a:ext uri="{FF2B5EF4-FFF2-40B4-BE49-F238E27FC236}">
                    <a16:creationId xmlns:a16="http://schemas.microsoft.com/office/drawing/2014/main" id="{EB8B0271-9128-8F40-F7E6-33F81A78BDA8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" name="pg1764">
                <a:extLst>
                  <a:ext uri="{FF2B5EF4-FFF2-40B4-BE49-F238E27FC236}">
                    <a16:creationId xmlns:a16="http://schemas.microsoft.com/office/drawing/2014/main" id="{30E28DAD-3F0F-02E7-69FE-98A7037BD464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" name="pg1765">
                <a:extLst>
                  <a:ext uri="{FF2B5EF4-FFF2-40B4-BE49-F238E27FC236}">
                    <a16:creationId xmlns:a16="http://schemas.microsoft.com/office/drawing/2014/main" id="{C945D41D-0460-52FE-2A22-DCB896AFEE74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" name="pg1766">
                <a:extLst>
                  <a:ext uri="{FF2B5EF4-FFF2-40B4-BE49-F238E27FC236}">
                    <a16:creationId xmlns:a16="http://schemas.microsoft.com/office/drawing/2014/main" id="{BFC11C13-B8C0-F060-D5AE-BBF997C56B27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" name="pg1767">
                <a:extLst>
                  <a:ext uri="{FF2B5EF4-FFF2-40B4-BE49-F238E27FC236}">
                    <a16:creationId xmlns:a16="http://schemas.microsoft.com/office/drawing/2014/main" id="{D815EFEF-5DCA-D221-B4AD-751138391D2E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" name="pg1768">
                <a:extLst>
                  <a:ext uri="{FF2B5EF4-FFF2-40B4-BE49-F238E27FC236}">
                    <a16:creationId xmlns:a16="http://schemas.microsoft.com/office/drawing/2014/main" id="{9B71A58E-4039-5082-B9DB-A113C73BA231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" name="pg1769">
                <a:extLst>
                  <a:ext uri="{FF2B5EF4-FFF2-40B4-BE49-F238E27FC236}">
                    <a16:creationId xmlns:a16="http://schemas.microsoft.com/office/drawing/2014/main" id="{62D5F9BA-37D1-84F0-D84D-9802CAD30B26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" name="pg1770">
                <a:extLst>
                  <a:ext uri="{FF2B5EF4-FFF2-40B4-BE49-F238E27FC236}">
                    <a16:creationId xmlns:a16="http://schemas.microsoft.com/office/drawing/2014/main" id="{D5E282FB-F15A-2305-7531-9566C30D8AEB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" name="pg1771">
                <a:extLst>
                  <a:ext uri="{FF2B5EF4-FFF2-40B4-BE49-F238E27FC236}">
                    <a16:creationId xmlns:a16="http://schemas.microsoft.com/office/drawing/2014/main" id="{6A4ABC29-BBA6-FED0-6D40-3BF11CCE14C6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" name="pg1772">
                <a:extLst>
                  <a:ext uri="{FF2B5EF4-FFF2-40B4-BE49-F238E27FC236}">
                    <a16:creationId xmlns:a16="http://schemas.microsoft.com/office/drawing/2014/main" id="{ECF80E12-494D-16E1-AB19-32EDCCC5A6EA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" name="pg1773">
                <a:extLst>
                  <a:ext uri="{FF2B5EF4-FFF2-40B4-BE49-F238E27FC236}">
                    <a16:creationId xmlns:a16="http://schemas.microsoft.com/office/drawing/2014/main" id="{C2252B48-9929-108D-2735-258665515272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" name="pg1774">
                <a:extLst>
                  <a:ext uri="{FF2B5EF4-FFF2-40B4-BE49-F238E27FC236}">
                    <a16:creationId xmlns:a16="http://schemas.microsoft.com/office/drawing/2014/main" id="{91A13B37-AF4E-EEBC-8599-6E9B632BB6C5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" name="pg1775">
                <a:extLst>
                  <a:ext uri="{FF2B5EF4-FFF2-40B4-BE49-F238E27FC236}">
                    <a16:creationId xmlns:a16="http://schemas.microsoft.com/office/drawing/2014/main" id="{E41F2A79-5E51-3343-F8FC-53CAB132C185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" name="pg1776">
                <a:extLst>
                  <a:ext uri="{FF2B5EF4-FFF2-40B4-BE49-F238E27FC236}">
                    <a16:creationId xmlns:a16="http://schemas.microsoft.com/office/drawing/2014/main" id="{BE88F9E1-642A-3221-F279-72C5928B39E0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" name="pg1777">
                <a:extLst>
                  <a:ext uri="{FF2B5EF4-FFF2-40B4-BE49-F238E27FC236}">
                    <a16:creationId xmlns:a16="http://schemas.microsoft.com/office/drawing/2014/main" id="{ACF7DE13-98BB-06D7-D557-5A84747122B9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" name="pg1778">
                <a:extLst>
                  <a:ext uri="{FF2B5EF4-FFF2-40B4-BE49-F238E27FC236}">
                    <a16:creationId xmlns:a16="http://schemas.microsoft.com/office/drawing/2014/main" id="{206B9A24-7FC4-E30C-216A-356FC699DC95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" name="pg1779">
                <a:extLst>
                  <a:ext uri="{FF2B5EF4-FFF2-40B4-BE49-F238E27FC236}">
                    <a16:creationId xmlns:a16="http://schemas.microsoft.com/office/drawing/2014/main" id="{0409ED65-858F-E8C2-AE81-476E458B3D07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" name="pg1780">
                <a:extLst>
                  <a:ext uri="{FF2B5EF4-FFF2-40B4-BE49-F238E27FC236}">
                    <a16:creationId xmlns:a16="http://schemas.microsoft.com/office/drawing/2014/main" id="{56F6E4F9-1288-143E-1F73-91E13E2872E6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" name="pg1781">
                <a:extLst>
                  <a:ext uri="{FF2B5EF4-FFF2-40B4-BE49-F238E27FC236}">
                    <a16:creationId xmlns:a16="http://schemas.microsoft.com/office/drawing/2014/main" id="{BACF3447-05A1-565D-8ABF-A1684668F562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" name="pg1782">
                <a:extLst>
                  <a:ext uri="{FF2B5EF4-FFF2-40B4-BE49-F238E27FC236}">
                    <a16:creationId xmlns:a16="http://schemas.microsoft.com/office/drawing/2014/main" id="{7A0A2732-9489-6E3A-D585-5C87D271C444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" name="pg1783">
                <a:extLst>
                  <a:ext uri="{FF2B5EF4-FFF2-40B4-BE49-F238E27FC236}">
                    <a16:creationId xmlns:a16="http://schemas.microsoft.com/office/drawing/2014/main" id="{D2F1B744-C3B5-ABF2-8889-D85887040A66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" name="pg1784">
                <a:extLst>
                  <a:ext uri="{FF2B5EF4-FFF2-40B4-BE49-F238E27FC236}">
                    <a16:creationId xmlns:a16="http://schemas.microsoft.com/office/drawing/2014/main" id="{94A6A5FF-7E4A-22D1-5E94-90F7BBFF0789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" name="pg1785">
                <a:extLst>
                  <a:ext uri="{FF2B5EF4-FFF2-40B4-BE49-F238E27FC236}">
                    <a16:creationId xmlns:a16="http://schemas.microsoft.com/office/drawing/2014/main" id="{09C056F5-A585-5D4C-4086-342B8FC00B1C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" name="pg1786">
                <a:extLst>
                  <a:ext uri="{FF2B5EF4-FFF2-40B4-BE49-F238E27FC236}">
                    <a16:creationId xmlns:a16="http://schemas.microsoft.com/office/drawing/2014/main" id="{177934CA-0064-CE42-2AD8-3C73E8A590D3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" name="pg1787">
                <a:extLst>
                  <a:ext uri="{FF2B5EF4-FFF2-40B4-BE49-F238E27FC236}">
                    <a16:creationId xmlns:a16="http://schemas.microsoft.com/office/drawing/2014/main" id="{39918C15-F71B-AF0F-9144-515126A603C3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" name="pg1788">
                <a:extLst>
                  <a:ext uri="{FF2B5EF4-FFF2-40B4-BE49-F238E27FC236}">
                    <a16:creationId xmlns:a16="http://schemas.microsoft.com/office/drawing/2014/main" id="{9181C60A-060C-2AFA-FAF0-05E140A0C451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" name="pg1789">
                <a:extLst>
                  <a:ext uri="{FF2B5EF4-FFF2-40B4-BE49-F238E27FC236}">
                    <a16:creationId xmlns:a16="http://schemas.microsoft.com/office/drawing/2014/main" id="{12B323DA-8E30-24FF-BE3A-0371863A7157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" name="pg1790">
                <a:extLst>
                  <a:ext uri="{FF2B5EF4-FFF2-40B4-BE49-F238E27FC236}">
                    <a16:creationId xmlns:a16="http://schemas.microsoft.com/office/drawing/2014/main" id="{6C14180D-5A81-F13A-C355-ED41BD82B844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" name="pg1791">
                <a:extLst>
                  <a:ext uri="{FF2B5EF4-FFF2-40B4-BE49-F238E27FC236}">
                    <a16:creationId xmlns:a16="http://schemas.microsoft.com/office/drawing/2014/main" id="{2D46FAB3-B0AD-8B71-CD38-A60D8FC3A925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2" name="pg1792">
                <a:extLst>
                  <a:ext uri="{FF2B5EF4-FFF2-40B4-BE49-F238E27FC236}">
                    <a16:creationId xmlns:a16="http://schemas.microsoft.com/office/drawing/2014/main" id="{900B4B24-2C3B-676F-4702-848DFE379D1E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3" name="pg1793">
                <a:extLst>
                  <a:ext uri="{FF2B5EF4-FFF2-40B4-BE49-F238E27FC236}">
                    <a16:creationId xmlns:a16="http://schemas.microsoft.com/office/drawing/2014/main" id="{3201108C-86CA-0AA5-E8E8-C9299F4ECEDC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" name="pg1794">
                <a:extLst>
                  <a:ext uri="{FF2B5EF4-FFF2-40B4-BE49-F238E27FC236}">
                    <a16:creationId xmlns:a16="http://schemas.microsoft.com/office/drawing/2014/main" id="{1AE3F37B-6CEC-B262-E297-3AAF1C1C1D25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5" name="pg1795">
                <a:extLst>
                  <a:ext uri="{FF2B5EF4-FFF2-40B4-BE49-F238E27FC236}">
                    <a16:creationId xmlns:a16="http://schemas.microsoft.com/office/drawing/2014/main" id="{3CB769DB-82D8-04AD-9A92-93E7887F9D42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6" name="pg1796">
                <a:extLst>
                  <a:ext uri="{FF2B5EF4-FFF2-40B4-BE49-F238E27FC236}">
                    <a16:creationId xmlns:a16="http://schemas.microsoft.com/office/drawing/2014/main" id="{74E12FD4-C7BA-8CBF-5872-0A9F66CF92BA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7" name="pg1797">
                <a:extLst>
                  <a:ext uri="{FF2B5EF4-FFF2-40B4-BE49-F238E27FC236}">
                    <a16:creationId xmlns:a16="http://schemas.microsoft.com/office/drawing/2014/main" id="{1841D20D-2C4D-BCD9-FCB7-D88FEE02AA63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" name="pg1798">
                <a:extLst>
                  <a:ext uri="{FF2B5EF4-FFF2-40B4-BE49-F238E27FC236}">
                    <a16:creationId xmlns:a16="http://schemas.microsoft.com/office/drawing/2014/main" id="{B9182796-214D-CE07-A0A6-796684D6A8DB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" name="pg1799">
                <a:extLst>
                  <a:ext uri="{FF2B5EF4-FFF2-40B4-BE49-F238E27FC236}">
                    <a16:creationId xmlns:a16="http://schemas.microsoft.com/office/drawing/2014/main" id="{982176F0-1E8C-A686-0FA6-620ECEE5EA29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" name="pg1800">
                <a:extLst>
                  <a:ext uri="{FF2B5EF4-FFF2-40B4-BE49-F238E27FC236}">
                    <a16:creationId xmlns:a16="http://schemas.microsoft.com/office/drawing/2014/main" id="{5A22CA7F-24D7-C5D1-18E6-FBAEB3963877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" name="pg1801">
                <a:extLst>
                  <a:ext uri="{FF2B5EF4-FFF2-40B4-BE49-F238E27FC236}">
                    <a16:creationId xmlns:a16="http://schemas.microsoft.com/office/drawing/2014/main" id="{FCB7B08F-FF18-56F6-69E7-0FC2884BAD48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" name="pg1802">
                <a:extLst>
                  <a:ext uri="{FF2B5EF4-FFF2-40B4-BE49-F238E27FC236}">
                    <a16:creationId xmlns:a16="http://schemas.microsoft.com/office/drawing/2014/main" id="{3923F96E-7ACC-7DD9-E9BD-011AD3C84DE6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" name="pg1803">
                <a:extLst>
                  <a:ext uri="{FF2B5EF4-FFF2-40B4-BE49-F238E27FC236}">
                    <a16:creationId xmlns:a16="http://schemas.microsoft.com/office/drawing/2014/main" id="{EA709DC8-E8D1-2F17-25E6-6820D988BC70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" name="pg1804">
                <a:extLst>
                  <a:ext uri="{FF2B5EF4-FFF2-40B4-BE49-F238E27FC236}">
                    <a16:creationId xmlns:a16="http://schemas.microsoft.com/office/drawing/2014/main" id="{76F88B60-6FF3-EEE6-79E2-6995BA37454B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" name="pg1805">
                <a:extLst>
                  <a:ext uri="{FF2B5EF4-FFF2-40B4-BE49-F238E27FC236}">
                    <a16:creationId xmlns:a16="http://schemas.microsoft.com/office/drawing/2014/main" id="{603DF60B-290E-CF1D-4BE0-31912F58AB0F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" name="pg1806">
                <a:extLst>
                  <a:ext uri="{FF2B5EF4-FFF2-40B4-BE49-F238E27FC236}">
                    <a16:creationId xmlns:a16="http://schemas.microsoft.com/office/drawing/2014/main" id="{E9A757F8-80F6-3A24-841D-44C8600E33F3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" name="pg1807">
                <a:extLst>
                  <a:ext uri="{FF2B5EF4-FFF2-40B4-BE49-F238E27FC236}">
                    <a16:creationId xmlns:a16="http://schemas.microsoft.com/office/drawing/2014/main" id="{64E7705C-93F3-4422-52A1-97FD0F305672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" name="pg1808">
                <a:extLst>
                  <a:ext uri="{FF2B5EF4-FFF2-40B4-BE49-F238E27FC236}">
                    <a16:creationId xmlns:a16="http://schemas.microsoft.com/office/drawing/2014/main" id="{480F3101-36B4-2DD9-3FA3-190C9878899E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" name="pg1809">
                <a:extLst>
                  <a:ext uri="{FF2B5EF4-FFF2-40B4-BE49-F238E27FC236}">
                    <a16:creationId xmlns:a16="http://schemas.microsoft.com/office/drawing/2014/main" id="{9EE5265B-2CA8-4785-1F4E-36EEFAABA89D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" name="pg1810">
                <a:extLst>
                  <a:ext uri="{FF2B5EF4-FFF2-40B4-BE49-F238E27FC236}">
                    <a16:creationId xmlns:a16="http://schemas.microsoft.com/office/drawing/2014/main" id="{00F47379-A8A2-F2B2-62F2-B9B40CB6DEF5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" name="pg1811">
                <a:extLst>
                  <a:ext uri="{FF2B5EF4-FFF2-40B4-BE49-F238E27FC236}">
                    <a16:creationId xmlns:a16="http://schemas.microsoft.com/office/drawing/2014/main" id="{3EC1F2EC-D7CD-C147-08A8-5AA0E8AFC6D2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" name="pg1812">
                <a:extLst>
                  <a:ext uri="{FF2B5EF4-FFF2-40B4-BE49-F238E27FC236}">
                    <a16:creationId xmlns:a16="http://schemas.microsoft.com/office/drawing/2014/main" id="{14642D26-1730-9B2D-48F5-0591C14A666D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" name="pg1813">
                <a:extLst>
                  <a:ext uri="{FF2B5EF4-FFF2-40B4-BE49-F238E27FC236}">
                    <a16:creationId xmlns:a16="http://schemas.microsoft.com/office/drawing/2014/main" id="{98C0CA04-862E-23EC-84C2-60893D500F5E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" name="pg1814">
                <a:extLst>
                  <a:ext uri="{FF2B5EF4-FFF2-40B4-BE49-F238E27FC236}">
                    <a16:creationId xmlns:a16="http://schemas.microsoft.com/office/drawing/2014/main" id="{97179901-BD99-B466-DBC3-0C3B067270DB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" name="pg1815">
                <a:extLst>
                  <a:ext uri="{FF2B5EF4-FFF2-40B4-BE49-F238E27FC236}">
                    <a16:creationId xmlns:a16="http://schemas.microsoft.com/office/drawing/2014/main" id="{9CD489CE-04B9-3184-444F-5E96279944D2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" name="pg1816">
                <a:extLst>
                  <a:ext uri="{FF2B5EF4-FFF2-40B4-BE49-F238E27FC236}">
                    <a16:creationId xmlns:a16="http://schemas.microsoft.com/office/drawing/2014/main" id="{0C7CE5D1-C30A-7B98-D148-8BA3A21CB0DD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" name="pg1817">
                <a:extLst>
                  <a:ext uri="{FF2B5EF4-FFF2-40B4-BE49-F238E27FC236}">
                    <a16:creationId xmlns:a16="http://schemas.microsoft.com/office/drawing/2014/main" id="{AC9A94D6-D8F7-30A0-5C0E-41EA5197294A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" name="pg1818">
                <a:extLst>
                  <a:ext uri="{FF2B5EF4-FFF2-40B4-BE49-F238E27FC236}">
                    <a16:creationId xmlns:a16="http://schemas.microsoft.com/office/drawing/2014/main" id="{C6390BB4-0FDC-C9BA-FD63-078BCCC36B7A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" name="pg1819">
                <a:extLst>
                  <a:ext uri="{FF2B5EF4-FFF2-40B4-BE49-F238E27FC236}">
                    <a16:creationId xmlns:a16="http://schemas.microsoft.com/office/drawing/2014/main" id="{01CA6FDE-AEBF-F091-5265-931F15447B6B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" name="pg1820">
                <a:extLst>
                  <a:ext uri="{FF2B5EF4-FFF2-40B4-BE49-F238E27FC236}">
                    <a16:creationId xmlns:a16="http://schemas.microsoft.com/office/drawing/2014/main" id="{CDEE93A5-CDD8-864F-04FD-AEF1A9691037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" name="pg1821">
                <a:extLst>
                  <a:ext uri="{FF2B5EF4-FFF2-40B4-BE49-F238E27FC236}">
                    <a16:creationId xmlns:a16="http://schemas.microsoft.com/office/drawing/2014/main" id="{5D3683B9-C576-9AAC-7646-A6E552A2EF2D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" name="pg1822">
                <a:extLst>
                  <a:ext uri="{FF2B5EF4-FFF2-40B4-BE49-F238E27FC236}">
                    <a16:creationId xmlns:a16="http://schemas.microsoft.com/office/drawing/2014/main" id="{CCDF1071-4B9D-FC0B-4C78-872E44512F78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" name="pg1823">
                <a:extLst>
                  <a:ext uri="{FF2B5EF4-FFF2-40B4-BE49-F238E27FC236}">
                    <a16:creationId xmlns:a16="http://schemas.microsoft.com/office/drawing/2014/main" id="{8678AFD0-0A92-4739-2459-C014CF2F173F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" name="pg1824">
                <a:extLst>
                  <a:ext uri="{FF2B5EF4-FFF2-40B4-BE49-F238E27FC236}">
                    <a16:creationId xmlns:a16="http://schemas.microsoft.com/office/drawing/2014/main" id="{79F65662-2CED-84F3-E302-683CB06524FB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" name="pg1825">
                <a:extLst>
                  <a:ext uri="{FF2B5EF4-FFF2-40B4-BE49-F238E27FC236}">
                    <a16:creationId xmlns:a16="http://schemas.microsoft.com/office/drawing/2014/main" id="{6B0333ED-E934-383B-0A16-DEBF7D798D72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" name="pg1826">
                <a:extLst>
                  <a:ext uri="{FF2B5EF4-FFF2-40B4-BE49-F238E27FC236}">
                    <a16:creationId xmlns:a16="http://schemas.microsoft.com/office/drawing/2014/main" id="{9AD98FC1-EDEC-0EE4-B852-3BAFDB4E01A7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" name="pg1827">
                <a:extLst>
                  <a:ext uri="{FF2B5EF4-FFF2-40B4-BE49-F238E27FC236}">
                    <a16:creationId xmlns:a16="http://schemas.microsoft.com/office/drawing/2014/main" id="{193DED37-6DDF-9D53-A0CA-7D5B6C70C6FB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" name="pg1828">
                <a:extLst>
                  <a:ext uri="{FF2B5EF4-FFF2-40B4-BE49-F238E27FC236}">
                    <a16:creationId xmlns:a16="http://schemas.microsoft.com/office/drawing/2014/main" id="{37D2CD85-0ED7-FB27-2FBB-7720A11852D4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" name="pg1829">
                <a:extLst>
                  <a:ext uri="{FF2B5EF4-FFF2-40B4-BE49-F238E27FC236}">
                    <a16:creationId xmlns:a16="http://schemas.microsoft.com/office/drawing/2014/main" id="{1C6032F2-DDAD-EC2F-192C-6D321D787FD4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" name="pg1830">
                <a:extLst>
                  <a:ext uri="{FF2B5EF4-FFF2-40B4-BE49-F238E27FC236}">
                    <a16:creationId xmlns:a16="http://schemas.microsoft.com/office/drawing/2014/main" id="{3D15DC0B-3A6E-DA62-5279-C49B76ED8AE3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" name="pg1831">
                <a:extLst>
                  <a:ext uri="{FF2B5EF4-FFF2-40B4-BE49-F238E27FC236}">
                    <a16:creationId xmlns:a16="http://schemas.microsoft.com/office/drawing/2014/main" id="{6A5C5514-240D-62F5-C5DE-3AA15B1D32E1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" name="pg1832">
                <a:extLst>
                  <a:ext uri="{FF2B5EF4-FFF2-40B4-BE49-F238E27FC236}">
                    <a16:creationId xmlns:a16="http://schemas.microsoft.com/office/drawing/2014/main" id="{94031EF4-C91B-195B-D4A3-117D406A12C0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" name="pg1833">
                <a:extLst>
                  <a:ext uri="{FF2B5EF4-FFF2-40B4-BE49-F238E27FC236}">
                    <a16:creationId xmlns:a16="http://schemas.microsoft.com/office/drawing/2014/main" id="{9EF9ADBD-6E94-3436-D78C-FC585991B430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" name="pg1834">
                <a:extLst>
                  <a:ext uri="{FF2B5EF4-FFF2-40B4-BE49-F238E27FC236}">
                    <a16:creationId xmlns:a16="http://schemas.microsoft.com/office/drawing/2014/main" id="{BB7DFDE8-4B17-9D97-216D-3AF98957E2CE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" name="pg1835">
                <a:extLst>
                  <a:ext uri="{FF2B5EF4-FFF2-40B4-BE49-F238E27FC236}">
                    <a16:creationId xmlns:a16="http://schemas.microsoft.com/office/drawing/2014/main" id="{1A45F818-DDE2-461F-D573-8A1354383CEA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" name="pg1836">
                <a:extLst>
                  <a:ext uri="{FF2B5EF4-FFF2-40B4-BE49-F238E27FC236}">
                    <a16:creationId xmlns:a16="http://schemas.microsoft.com/office/drawing/2014/main" id="{7A9B8614-BAB9-A0F8-461D-872E4C3E29E6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" name="pg1837">
                <a:extLst>
                  <a:ext uri="{FF2B5EF4-FFF2-40B4-BE49-F238E27FC236}">
                    <a16:creationId xmlns:a16="http://schemas.microsoft.com/office/drawing/2014/main" id="{5D268862-86C9-1C55-7419-0854786A3C9C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" name="pg1838">
                <a:extLst>
                  <a:ext uri="{FF2B5EF4-FFF2-40B4-BE49-F238E27FC236}">
                    <a16:creationId xmlns:a16="http://schemas.microsoft.com/office/drawing/2014/main" id="{349DB9E2-6771-D076-63D3-A8EAB5A20633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" name="pg1839">
                <a:extLst>
                  <a:ext uri="{FF2B5EF4-FFF2-40B4-BE49-F238E27FC236}">
                    <a16:creationId xmlns:a16="http://schemas.microsoft.com/office/drawing/2014/main" id="{B142D13D-21DB-FE07-D738-6715B5C0CC47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" name="pg1840">
                <a:extLst>
                  <a:ext uri="{FF2B5EF4-FFF2-40B4-BE49-F238E27FC236}">
                    <a16:creationId xmlns:a16="http://schemas.microsoft.com/office/drawing/2014/main" id="{716A0041-D4A1-69B8-AF53-A10599892409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" name="pg1841">
                <a:extLst>
                  <a:ext uri="{FF2B5EF4-FFF2-40B4-BE49-F238E27FC236}">
                    <a16:creationId xmlns:a16="http://schemas.microsoft.com/office/drawing/2014/main" id="{C6DD79F6-2A25-B10F-9397-4C2282411245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" name="pg1842">
                <a:extLst>
                  <a:ext uri="{FF2B5EF4-FFF2-40B4-BE49-F238E27FC236}">
                    <a16:creationId xmlns:a16="http://schemas.microsoft.com/office/drawing/2014/main" id="{BEF27AEA-72FB-BF65-5264-E594BE8806FA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" name="pg1843">
                <a:extLst>
                  <a:ext uri="{FF2B5EF4-FFF2-40B4-BE49-F238E27FC236}">
                    <a16:creationId xmlns:a16="http://schemas.microsoft.com/office/drawing/2014/main" id="{3397CE55-1786-7168-2874-5C1C0A611A9F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" name="pg1844">
                <a:extLst>
                  <a:ext uri="{FF2B5EF4-FFF2-40B4-BE49-F238E27FC236}">
                    <a16:creationId xmlns:a16="http://schemas.microsoft.com/office/drawing/2014/main" id="{487CB5D3-045F-2479-B50C-7315FBBE4924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" name="pg1845">
                <a:extLst>
                  <a:ext uri="{FF2B5EF4-FFF2-40B4-BE49-F238E27FC236}">
                    <a16:creationId xmlns:a16="http://schemas.microsoft.com/office/drawing/2014/main" id="{13F0FEB3-85D2-E971-8718-14ECE1FB687B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" name="pg1846">
                <a:extLst>
                  <a:ext uri="{FF2B5EF4-FFF2-40B4-BE49-F238E27FC236}">
                    <a16:creationId xmlns:a16="http://schemas.microsoft.com/office/drawing/2014/main" id="{FA0973C3-D27D-0DEA-A450-818E17945E5B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" name="pg1847">
                <a:extLst>
                  <a:ext uri="{FF2B5EF4-FFF2-40B4-BE49-F238E27FC236}">
                    <a16:creationId xmlns:a16="http://schemas.microsoft.com/office/drawing/2014/main" id="{EDC59E44-2CC6-14DF-6487-88C6045C0A07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" name="pg1848">
                <a:extLst>
                  <a:ext uri="{FF2B5EF4-FFF2-40B4-BE49-F238E27FC236}">
                    <a16:creationId xmlns:a16="http://schemas.microsoft.com/office/drawing/2014/main" id="{EC255DE5-CE90-0F63-5964-5114CF9E0AE8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" name="pg1849">
                <a:extLst>
                  <a:ext uri="{FF2B5EF4-FFF2-40B4-BE49-F238E27FC236}">
                    <a16:creationId xmlns:a16="http://schemas.microsoft.com/office/drawing/2014/main" id="{DB0F1528-7F67-175A-4DEE-0903A03DAB5F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" name="pg1850">
                <a:extLst>
                  <a:ext uri="{FF2B5EF4-FFF2-40B4-BE49-F238E27FC236}">
                    <a16:creationId xmlns:a16="http://schemas.microsoft.com/office/drawing/2014/main" id="{BF88FF6E-9B47-65B7-007F-DDCC9F34E58A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" name="pg1851">
                <a:extLst>
                  <a:ext uri="{FF2B5EF4-FFF2-40B4-BE49-F238E27FC236}">
                    <a16:creationId xmlns:a16="http://schemas.microsoft.com/office/drawing/2014/main" id="{F8F00C24-36B0-E990-0A7A-8CFE657C6DCC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" name="pg1852">
                <a:extLst>
                  <a:ext uri="{FF2B5EF4-FFF2-40B4-BE49-F238E27FC236}">
                    <a16:creationId xmlns:a16="http://schemas.microsoft.com/office/drawing/2014/main" id="{024707BB-7E3B-993D-66EE-8F0A29D13B04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" name="pg1853">
                <a:extLst>
                  <a:ext uri="{FF2B5EF4-FFF2-40B4-BE49-F238E27FC236}">
                    <a16:creationId xmlns:a16="http://schemas.microsoft.com/office/drawing/2014/main" id="{A01F3D45-05D7-7BC9-B952-5A42FA16A280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" name="pg1854">
                <a:extLst>
                  <a:ext uri="{FF2B5EF4-FFF2-40B4-BE49-F238E27FC236}">
                    <a16:creationId xmlns:a16="http://schemas.microsoft.com/office/drawing/2014/main" id="{ACF470B1-EBCA-BBA3-B888-D208A304B5A0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" name="pg1855">
                <a:extLst>
                  <a:ext uri="{FF2B5EF4-FFF2-40B4-BE49-F238E27FC236}">
                    <a16:creationId xmlns:a16="http://schemas.microsoft.com/office/drawing/2014/main" id="{7A346EA5-5B81-F2C2-DC34-471A391837DE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" name="pg1856">
                <a:extLst>
                  <a:ext uri="{FF2B5EF4-FFF2-40B4-BE49-F238E27FC236}">
                    <a16:creationId xmlns:a16="http://schemas.microsoft.com/office/drawing/2014/main" id="{80227C46-D627-27E2-270C-7EF9989CDC92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" name="pg1857">
                <a:extLst>
                  <a:ext uri="{FF2B5EF4-FFF2-40B4-BE49-F238E27FC236}">
                    <a16:creationId xmlns:a16="http://schemas.microsoft.com/office/drawing/2014/main" id="{5CCE6980-81AC-0CD9-211D-CD65E7CE62E5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" name="pg1858">
                <a:extLst>
                  <a:ext uri="{FF2B5EF4-FFF2-40B4-BE49-F238E27FC236}">
                    <a16:creationId xmlns:a16="http://schemas.microsoft.com/office/drawing/2014/main" id="{FD5E7A00-5892-252E-38F9-AC0A80E9B619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" name="pg1859">
                <a:extLst>
                  <a:ext uri="{FF2B5EF4-FFF2-40B4-BE49-F238E27FC236}">
                    <a16:creationId xmlns:a16="http://schemas.microsoft.com/office/drawing/2014/main" id="{AEB47CAE-B856-5DF0-7FE4-99AD9D4A890F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" name="pg1860">
                <a:extLst>
                  <a:ext uri="{FF2B5EF4-FFF2-40B4-BE49-F238E27FC236}">
                    <a16:creationId xmlns:a16="http://schemas.microsoft.com/office/drawing/2014/main" id="{312554C1-73E6-EC5E-0FDA-D8E551E5FDA4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" name="pg1861">
                <a:extLst>
                  <a:ext uri="{FF2B5EF4-FFF2-40B4-BE49-F238E27FC236}">
                    <a16:creationId xmlns:a16="http://schemas.microsoft.com/office/drawing/2014/main" id="{5494B706-4FF9-5786-8592-2478808D2842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" name="pg1862">
                <a:extLst>
                  <a:ext uri="{FF2B5EF4-FFF2-40B4-BE49-F238E27FC236}">
                    <a16:creationId xmlns:a16="http://schemas.microsoft.com/office/drawing/2014/main" id="{B71869E7-7654-3697-65FB-CA6FC861A662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" name="pg1863">
                <a:extLst>
                  <a:ext uri="{FF2B5EF4-FFF2-40B4-BE49-F238E27FC236}">
                    <a16:creationId xmlns:a16="http://schemas.microsoft.com/office/drawing/2014/main" id="{91120219-925E-693A-1CF7-95286FBA600A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" name="pg1864">
                <a:extLst>
                  <a:ext uri="{FF2B5EF4-FFF2-40B4-BE49-F238E27FC236}">
                    <a16:creationId xmlns:a16="http://schemas.microsoft.com/office/drawing/2014/main" id="{110DB1E3-CA0B-F738-6861-0729087D1B8C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" name="pg1865">
                <a:extLst>
                  <a:ext uri="{FF2B5EF4-FFF2-40B4-BE49-F238E27FC236}">
                    <a16:creationId xmlns:a16="http://schemas.microsoft.com/office/drawing/2014/main" id="{10B13479-9720-6A68-C9CA-C32B92635E52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" name="pg1866">
                <a:extLst>
                  <a:ext uri="{FF2B5EF4-FFF2-40B4-BE49-F238E27FC236}">
                    <a16:creationId xmlns:a16="http://schemas.microsoft.com/office/drawing/2014/main" id="{7CB21FA2-E775-C0FD-D3C3-001BE13D29A3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" name="pg1867">
                <a:extLst>
                  <a:ext uri="{FF2B5EF4-FFF2-40B4-BE49-F238E27FC236}">
                    <a16:creationId xmlns:a16="http://schemas.microsoft.com/office/drawing/2014/main" id="{FCA30798-AA6C-AE74-8898-220A0C8B47A9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" name="pg1868">
                <a:extLst>
                  <a:ext uri="{FF2B5EF4-FFF2-40B4-BE49-F238E27FC236}">
                    <a16:creationId xmlns:a16="http://schemas.microsoft.com/office/drawing/2014/main" id="{AAADD4F1-03BD-8271-39ED-E42E37498AE7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" name="pg1869">
                <a:extLst>
                  <a:ext uri="{FF2B5EF4-FFF2-40B4-BE49-F238E27FC236}">
                    <a16:creationId xmlns:a16="http://schemas.microsoft.com/office/drawing/2014/main" id="{D6659C1B-A139-6C70-0339-F9FB46F5A638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" name="pg1870">
                <a:extLst>
                  <a:ext uri="{FF2B5EF4-FFF2-40B4-BE49-F238E27FC236}">
                    <a16:creationId xmlns:a16="http://schemas.microsoft.com/office/drawing/2014/main" id="{4EC6ED8F-8668-E4BC-5D7A-FE310F540950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" name="pg1871">
                <a:extLst>
                  <a:ext uri="{FF2B5EF4-FFF2-40B4-BE49-F238E27FC236}">
                    <a16:creationId xmlns:a16="http://schemas.microsoft.com/office/drawing/2014/main" id="{801989A9-317D-50CE-0DB5-EBDD7D5CCE23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" name="pg1872">
                <a:extLst>
                  <a:ext uri="{FF2B5EF4-FFF2-40B4-BE49-F238E27FC236}">
                    <a16:creationId xmlns:a16="http://schemas.microsoft.com/office/drawing/2014/main" id="{E02B79F3-2EB6-9C63-EC7E-9B18F7ED4BC7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" name="pg1873">
                <a:extLst>
                  <a:ext uri="{FF2B5EF4-FFF2-40B4-BE49-F238E27FC236}">
                    <a16:creationId xmlns:a16="http://schemas.microsoft.com/office/drawing/2014/main" id="{855A8D7D-68B5-C747-45BF-54C41B0FBDA7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" name="pg1874">
                <a:extLst>
                  <a:ext uri="{FF2B5EF4-FFF2-40B4-BE49-F238E27FC236}">
                    <a16:creationId xmlns:a16="http://schemas.microsoft.com/office/drawing/2014/main" id="{33D59990-ABA6-7CAD-78A4-5A3E526B800F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" name="pg1875">
                <a:extLst>
                  <a:ext uri="{FF2B5EF4-FFF2-40B4-BE49-F238E27FC236}">
                    <a16:creationId xmlns:a16="http://schemas.microsoft.com/office/drawing/2014/main" id="{A617C0BA-2FA4-09A6-8423-7C7E46DD8618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" name="pg1876">
                <a:extLst>
                  <a:ext uri="{FF2B5EF4-FFF2-40B4-BE49-F238E27FC236}">
                    <a16:creationId xmlns:a16="http://schemas.microsoft.com/office/drawing/2014/main" id="{19ED1B34-571C-8370-45BB-ABE65FA3092F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" name="pg1877">
                <a:extLst>
                  <a:ext uri="{FF2B5EF4-FFF2-40B4-BE49-F238E27FC236}">
                    <a16:creationId xmlns:a16="http://schemas.microsoft.com/office/drawing/2014/main" id="{6E4C1F73-2D49-85CE-2FCD-0CEB29AA4123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" name="pg1878">
                <a:extLst>
                  <a:ext uri="{FF2B5EF4-FFF2-40B4-BE49-F238E27FC236}">
                    <a16:creationId xmlns:a16="http://schemas.microsoft.com/office/drawing/2014/main" id="{6086F0A8-AB6D-51A3-E124-EA2DF89359DD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" name="pg1879">
                <a:extLst>
                  <a:ext uri="{FF2B5EF4-FFF2-40B4-BE49-F238E27FC236}">
                    <a16:creationId xmlns:a16="http://schemas.microsoft.com/office/drawing/2014/main" id="{33B96C45-85C0-D990-675B-4EB84A7B55A8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" name="pg1880">
                <a:extLst>
                  <a:ext uri="{FF2B5EF4-FFF2-40B4-BE49-F238E27FC236}">
                    <a16:creationId xmlns:a16="http://schemas.microsoft.com/office/drawing/2014/main" id="{A1ED73A9-9A5C-F052-C988-478B88C738ED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" name="pg1881">
                <a:extLst>
                  <a:ext uri="{FF2B5EF4-FFF2-40B4-BE49-F238E27FC236}">
                    <a16:creationId xmlns:a16="http://schemas.microsoft.com/office/drawing/2014/main" id="{E4190A38-B1F9-2AEA-4952-BF95FF7008B4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" name="pg1882">
                <a:extLst>
                  <a:ext uri="{FF2B5EF4-FFF2-40B4-BE49-F238E27FC236}">
                    <a16:creationId xmlns:a16="http://schemas.microsoft.com/office/drawing/2014/main" id="{12FA601D-6905-EDEC-12DC-24C55649F9CD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" name="pg1883">
                <a:extLst>
                  <a:ext uri="{FF2B5EF4-FFF2-40B4-BE49-F238E27FC236}">
                    <a16:creationId xmlns:a16="http://schemas.microsoft.com/office/drawing/2014/main" id="{4707A113-0284-5426-E105-0573C68AE17A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" name="pg1884">
                <a:extLst>
                  <a:ext uri="{FF2B5EF4-FFF2-40B4-BE49-F238E27FC236}">
                    <a16:creationId xmlns:a16="http://schemas.microsoft.com/office/drawing/2014/main" id="{E59C9762-2D82-0253-AFA8-136EB98A6ED4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" name="pg1885">
                <a:extLst>
                  <a:ext uri="{FF2B5EF4-FFF2-40B4-BE49-F238E27FC236}">
                    <a16:creationId xmlns:a16="http://schemas.microsoft.com/office/drawing/2014/main" id="{DB2B7DF5-EA45-D53C-F0C4-47026636EC59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" name="pg1886">
                <a:extLst>
                  <a:ext uri="{FF2B5EF4-FFF2-40B4-BE49-F238E27FC236}">
                    <a16:creationId xmlns:a16="http://schemas.microsoft.com/office/drawing/2014/main" id="{18A4AA44-C014-B24E-3954-24F5755FFFF8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" name="pg1887">
                <a:extLst>
                  <a:ext uri="{FF2B5EF4-FFF2-40B4-BE49-F238E27FC236}">
                    <a16:creationId xmlns:a16="http://schemas.microsoft.com/office/drawing/2014/main" id="{15F1993B-83C4-B22B-961F-94406CF99BDA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" name="pg1888">
                <a:extLst>
                  <a:ext uri="{FF2B5EF4-FFF2-40B4-BE49-F238E27FC236}">
                    <a16:creationId xmlns:a16="http://schemas.microsoft.com/office/drawing/2014/main" id="{2137D2BD-BE0D-839E-FD81-83A5B412D984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" name="pg1889">
                <a:extLst>
                  <a:ext uri="{FF2B5EF4-FFF2-40B4-BE49-F238E27FC236}">
                    <a16:creationId xmlns:a16="http://schemas.microsoft.com/office/drawing/2014/main" id="{C0BE4B90-F99C-0F97-18D1-ACD83FFF3B1D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" name="pg1890">
                <a:extLst>
                  <a:ext uri="{FF2B5EF4-FFF2-40B4-BE49-F238E27FC236}">
                    <a16:creationId xmlns:a16="http://schemas.microsoft.com/office/drawing/2014/main" id="{F59ED948-D31E-6E9F-8F29-75D9E0E2C1EC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" name="pg1891">
                <a:extLst>
                  <a:ext uri="{FF2B5EF4-FFF2-40B4-BE49-F238E27FC236}">
                    <a16:creationId xmlns:a16="http://schemas.microsoft.com/office/drawing/2014/main" id="{D8F29396-CEC0-5EAB-038F-9D6A2D03CEE7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" name="pg1892">
                <a:extLst>
                  <a:ext uri="{FF2B5EF4-FFF2-40B4-BE49-F238E27FC236}">
                    <a16:creationId xmlns:a16="http://schemas.microsoft.com/office/drawing/2014/main" id="{4DF3E894-C4C0-9662-06FA-5CA12144C7E4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" name="pg1893">
                <a:extLst>
                  <a:ext uri="{FF2B5EF4-FFF2-40B4-BE49-F238E27FC236}">
                    <a16:creationId xmlns:a16="http://schemas.microsoft.com/office/drawing/2014/main" id="{97DE43D7-AABD-E8F7-1B6F-37FC16031956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" name="pg1894">
                <a:extLst>
                  <a:ext uri="{FF2B5EF4-FFF2-40B4-BE49-F238E27FC236}">
                    <a16:creationId xmlns:a16="http://schemas.microsoft.com/office/drawing/2014/main" id="{587A15B0-AB3F-BFB2-9549-847C88122B11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" name="pg1895">
                <a:extLst>
                  <a:ext uri="{FF2B5EF4-FFF2-40B4-BE49-F238E27FC236}">
                    <a16:creationId xmlns:a16="http://schemas.microsoft.com/office/drawing/2014/main" id="{1E2BF4B2-7950-7F2D-FCBE-5A5625DE82A2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" name="pg1896">
                <a:extLst>
                  <a:ext uri="{FF2B5EF4-FFF2-40B4-BE49-F238E27FC236}">
                    <a16:creationId xmlns:a16="http://schemas.microsoft.com/office/drawing/2014/main" id="{F4A7CF5F-F987-6C9C-F7F5-00248C842ACB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" name="pg1897">
                <a:extLst>
                  <a:ext uri="{FF2B5EF4-FFF2-40B4-BE49-F238E27FC236}">
                    <a16:creationId xmlns:a16="http://schemas.microsoft.com/office/drawing/2014/main" id="{8CF0327C-1650-FEF7-5C10-610EE3807042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" name="pg1898">
                <a:extLst>
                  <a:ext uri="{FF2B5EF4-FFF2-40B4-BE49-F238E27FC236}">
                    <a16:creationId xmlns:a16="http://schemas.microsoft.com/office/drawing/2014/main" id="{49D4D703-90A3-0CDA-0357-27E50F7CDC24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" name="pg1899">
                <a:extLst>
                  <a:ext uri="{FF2B5EF4-FFF2-40B4-BE49-F238E27FC236}">
                    <a16:creationId xmlns:a16="http://schemas.microsoft.com/office/drawing/2014/main" id="{90854944-7E3D-9848-DB11-DEBD52C8A741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" name="pg1900">
                <a:extLst>
                  <a:ext uri="{FF2B5EF4-FFF2-40B4-BE49-F238E27FC236}">
                    <a16:creationId xmlns:a16="http://schemas.microsoft.com/office/drawing/2014/main" id="{1F8FCA4B-905E-FAAD-A89B-84FAA98A25B4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" name="pg1901">
                <a:extLst>
                  <a:ext uri="{FF2B5EF4-FFF2-40B4-BE49-F238E27FC236}">
                    <a16:creationId xmlns:a16="http://schemas.microsoft.com/office/drawing/2014/main" id="{3E3D69BC-D0FF-90F6-934D-1F3014824680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" name="pg1902">
                <a:extLst>
                  <a:ext uri="{FF2B5EF4-FFF2-40B4-BE49-F238E27FC236}">
                    <a16:creationId xmlns:a16="http://schemas.microsoft.com/office/drawing/2014/main" id="{DEAA798E-11E9-83C6-73EC-2B1D991966BA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" name="pg1903">
                <a:extLst>
                  <a:ext uri="{FF2B5EF4-FFF2-40B4-BE49-F238E27FC236}">
                    <a16:creationId xmlns:a16="http://schemas.microsoft.com/office/drawing/2014/main" id="{41392208-28FA-D348-8FC5-74726E216F84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" name="pg1904">
                <a:extLst>
                  <a:ext uri="{FF2B5EF4-FFF2-40B4-BE49-F238E27FC236}">
                    <a16:creationId xmlns:a16="http://schemas.microsoft.com/office/drawing/2014/main" id="{155C2D23-DF50-8DED-A89C-E59D26FE43B9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" name="pg1905">
                <a:extLst>
                  <a:ext uri="{FF2B5EF4-FFF2-40B4-BE49-F238E27FC236}">
                    <a16:creationId xmlns:a16="http://schemas.microsoft.com/office/drawing/2014/main" id="{EC814F4A-521F-F8A2-760A-C802F9EBCFC4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" name="pg1906">
                <a:extLst>
                  <a:ext uri="{FF2B5EF4-FFF2-40B4-BE49-F238E27FC236}">
                    <a16:creationId xmlns:a16="http://schemas.microsoft.com/office/drawing/2014/main" id="{BF0283B0-CDE5-4BD6-ADCB-ACE71B44C045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" name="pg1907">
                <a:extLst>
                  <a:ext uri="{FF2B5EF4-FFF2-40B4-BE49-F238E27FC236}">
                    <a16:creationId xmlns:a16="http://schemas.microsoft.com/office/drawing/2014/main" id="{70BC081E-A3A1-C805-798D-548A199D9442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" name="pg1908">
                <a:extLst>
                  <a:ext uri="{FF2B5EF4-FFF2-40B4-BE49-F238E27FC236}">
                    <a16:creationId xmlns:a16="http://schemas.microsoft.com/office/drawing/2014/main" id="{73D3D51C-68BB-0F80-A931-81C315D0D434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" name="pg1909">
                <a:extLst>
                  <a:ext uri="{FF2B5EF4-FFF2-40B4-BE49-F238E27FC236}">
                    <a16:creationId xmlns:a16="http://schemas.microsoft.com/office/drawing/2014/main" id="{A0081BF6-B1A0-DBD4-8CCA-22F204455C91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" name="pg1910">
                <a:extLst>
                  <a:ext uri="{FF2B5EF4-FFF2-40B4-BE49-F238E27FC236}">
                    <a16:creationId xmlns:a16="http://schemas.microsoft.com/office/drawing/2014/main" id="{B68BA28E-AFBB-05FB-675F-DC858051C71F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" name="pg1911">
                <a:extLst>
                  <a:ext uri="{FF2B5EF4-FFF2-40B4-BE49-F238E27FC236}">
                    <a16:creationId xmlns:a16="http://schemas.microsoft.com/office/drawing/2014/main" id="{A8B0F81D-1A2D-D260-A0BE-E731BF93532E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" name="pg1912">
                <a:extLst>
                  <a:ext uri="{FF2B5EF4-FFF2-40B4-BE49-F238E27FC236}">
                    <a16:creationId xmlns:a16="http://schemas.microsoft.com/office/drawing/2014/main" id="{A8693332-C497-2345-7D72-A311E3BC99A8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" name="pg1913">
                <a:extLst>
                  <a:ext uri="{FF2B5EF4-FFF2-40B4-BE49-F238E27FC236}">
                    <a16:creationId xmlns:a16="http://schemas.microsoft.com/office/drawing/2014/main" id="{F80E5B93-D264-81BE-A293-57ECCCD09DCB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" name="pg1914">
                <a:extLst>
                  <a:ext uri="{FF2B5EF4-FFF2-40B4-BE49-F238E27FC236}">
                    <a16:creationId xmlns:a16="http://schemas.microsoft.com/office/drawing/2014/main" id="{95858172-000C-0F18-E8A0-BA6C8170E4E2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" name="pg1915">
                <a:extLst>
                  <a:ext uri="{FF2B5EF4-FFF2-40B4-BE49-F238E27FC236}">
                    <a16:creationId xmlns:a16="http://schemas.microsoft.com/office/drawing/2014/main" id="{D2B2953D-2C29-2FF9-9868-9BB47B975F04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" name="pg1916">
                <a:extLst>
                  <a:ext uri="{FF2B5EF4-FFF2-40B4-BE49-F238E27FC236}">
                    <a16:creationId xmlns:a16="http://schemas.microsoft.com/office/drawing/2014/main" id="{A1A0EEFD-0981-3B5C-AF0C-973C7B7F1D43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" name="pg1917">
                <a:extLst>
                  <a:ext uri="{FF2B5EF4-FFF2-40B4-BE49-F238E27FC236}">
                    <a16:creationId xmlns:a16="http://schemas.microsoft.com/office/drawing/2014/main" id="{C9DD1092-DF19-33F2-438B-8B30B600D9FD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" name="pg1918">
                <a:extLst>
                  <a:ext uri="{FF2B5EF4-FFF2-40B4-BE49-F238E27FC236}">
                    <a16:creationId xmlns:a16="http://schemas.microsoft.com/office/drawing/2014/main" id="{03DA5873-08CD-BF17-25E5-461D51A5D1E8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" name="pg1919">
                <a:extLst>
                  <a:ext uri="{FF2B5EF4-FFF2-40B4-BE49-F238E27FC236}">
                    <a16:creationId xmlns:a16="http://schemas.microsoft.com/office/drawing/2014/main" id="{88C93CC6-3EB8-F2AB-7DDE-017F1C69A999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" name="pg1920">
                <a:extLst>
                  <a:ext uri="{FF2B5EF4-FFF2-40B4-BE49-F238E27FC236}">
                    <a16:creationId xmlns:a16="http://schemas.microsoft.com/office/drawing/2014/main" id="{0657D43E-9A6B-1DAA-734C-95FEC836BB93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" name="pg1921">
                <a:extLst>
                  <a:ext uri="{FF2B5EF4-FFF2-40B4-BE49-F238E27FC236}">
                    <a16:creationId xmlns:a16="http://schemas.microsoft.com/office/drawing/2014/main" id="{2DB5A9C1-9520-8C6F-9E4E-97E56B7745FD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" name="pg1922">
                <a:extLst>
                  <a:ext uri="{FF2B5EF4-FFF2-40B4-BE49-F238E27FC236}">
                    <a16:creationId xmlns:a16="http://schemas.microsoft.com/office/drawing/2014/main" id="{76DC99D8-9F0F-6C65-2A07-E8DDF9045671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" name="pg1923">
                <a:extLst>
                  <a:ext uri="{FF2B5EF4-FFF2-40B4-BE49-F238E27FC236}">
                    <a16:creationId xmlns:a16="http://schemas.microsoft.com/office/drawing/2014/main" id="{5A67D904-F0A4-7EAC-AD53-5FF7C229F672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" name="pg1924">
                <a:extLst>
                  <a:ext uri="{FF2B5EF4-FFF2-40B4-BE49-F238E27FC236}">
                    <a16:creationId xmlns:a16="http://schemas.microsoft.com/office/drawing/2014/main" id="{27AEC4D3-5955-BDD2-A038-CB88A25097F6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" name="pg1925">
                <a:extLst>
                  <a:ext uri="{FF2B5EF4-FFF2-40B4-BE49-F238E27FC236}">
                    <a16:creationId xmlns:a16="http://schemas.microsoft.com/office/drawing/2014/main" id="{73D437FB-4DBA-9C17-6CB6-1B5DE089F451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" name="pg1926">
                <a:extLst>
                  <a:ext uri="{FF2B5EF4-FFF2-40B4-BE49-F238E27FC236}">
                    <a16:creationId xmlns:a16="http://schemas.microsoft.com/office/drawing/2014/main" id="{282C08B3-5A5A-8F1D-5E27-6924EBC87F73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" name="pg1927">
                <a:extLst>
                  <a:ext uri="{FF2B5EF4-FFF2-40B4-BE49-F238E27FC236}">
                    <a16:creationId xmlns:a16="http://schemas.microsoft.com/office/drawing/2014/main" id="{6DDFCD18-BF34-FE3D-00D6-3FFAEB8B6EC8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" name="pg1928">
                <a:extLst>
                  <a:ext uri="{FF2B5EF4-FFF2-40B4-BE49-F238E27FC236}">
                    <a16:creationId xmlns:a16="http://schemas.microsoft.com/office/drawing/2014/main" id="{A4616C22-ED9A-6416-1A9F-F104D695FBBE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" name="pg1929">
                <a:extLst>
                  <a:ext uri="{FF2B5EF4-FFF2-40B4-BE49-F238E27FC236}">
                    <a16:creationId xmlns:a16="http://schemas.microsoft.com/office/drawing/2014/main" id="{CB44ED16-6533-7F44-6762-0545AB1E96CF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" name="pg1930">
                <a:extLst>
                  <a:ext uri="{FF2B5EF4-FFF2-40B4-BE49-F238E27FC236}">
                    <a16:creationId xmlns:a16="http://schemas.microsoft.com/office/drawing/2014/main" id="{7E60E913-55A5-58C7-9CB9-06CE9D168D6A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" name="pg1931">
                <a:extLst>
                  <a:ext uri="{FF2B5EF4-FFF2-40B4-BE49-F238E27FC236}">
                    <a16:creationId xmlns:a16="http://schemas.microsoft.com/office/drawing/2014/main" id="{793BA190-8025-53EF-DB5D-E470287E1394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" name="pg1932">
                <a:extLst>
                  <a:ext uri="{FF2B5EF4-FFF2-40B4-BE49-F238E27FC236}">
                    <a16:creationId xmlns:a16="http://schemas.microsoft.com/office/drawing/2014/main" id="{DA1D03FC-C6D7-7D91-2275-F81E67D78E2C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" name="pg1933">
                <a:extLst>
                  <a:ext uri="{FF2B5EF4-FFF2-40B4-BE49-F238E27FC236}">
                    <a16:creationId xmlns:a16="http://schemas.microsoft.com/office/drawing/2014/main" id="{D8EC02EC-4AD8-0C3C-B00B-00AF84D8534D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" name="pg1934">
                <a:extLst>
                  <a:ext uri="{FF2B5EF4-FFF2-40B4-BE49-F238E27FC236}">
                    <a16:creationId xmlns:a16="http://schemas.microsoft.com/office/drawing/2014/main" id="{57CE686A-0354-9622-DB0B-05CD37E195B3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5" name="pg1935">
                <a:extLst>
                  <a:ext uri="{FF2B5EF4-FFF2-40B4-BE49-F238E27FC236}">
                    <a16:creationId xmlns:a16="http://schemas.microsoft.com/office/drawing/2014/main" id="{F2B07DB5-E685-A8D9-1109-9D29B0E82752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6" name="pg1936">
                <a:extLst>
                  <a:ext uri="{FF2B5EF4-FFF2-40B4-BE49-F238E27FC236}">
                    <a16:creationId xmlns:a16="http://schemas.microsoft.com/office/drawing/2014/main" id="{AD4B936D-ECF2-35CD-2BC8-7AC4654690C1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7" name="pg1937">
                <a:extLst>
                  <a:ext uri="{FF2B5EF4-FFF2-40B4-BE49-F238E27FC236}">
                    <a16:creationId xmlns:a16="http://schemas.microsoft.com/office/drawing/2014/main" id="{8EAB12FE-DD14-E71A-5A84-C2D78FC57FE1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8" name="pg1938">
                <a:extLst>
                  <a:ext uri="{FF2B5EF4-FFF2-40B4-BE49-F238E27FC236}">
                    <a16:creationId xmlns:a16="http://schemas.microsoft.com/office/drawing/2014/main" id="{C60F7164-9F55-C986-DC2C-2174F59585E6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9" name="pg1939">
                <a:extLst>
                  <a:ext uri="{FF2B5EF4-FFF2-40B4-BE49-F238E27FC236}">
                    <a16:creationId xmlns:a16="http://schemas.microsoft.com/office/drawing/2014/main" id="{F3A88A56-79DD-EEDC-FE6C-F5B6DC4CD395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0" name="pg1940">
                <a:extLst>
                  <a:ext uri="{FF2B5EF4-FFF2-40B4-BE49-F238E27FC236}">
                    <a16:creationId xmlns:a16="http://schemas.microsoft.com/office/drawing/2014/main" id="{48C9F205-C370-E662-A4BF-5B3850FB883C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1" name="pg1941">
                <a:extLst>
                  <a:ext uri="{FF2B5EF4-FFF2-40B4-BE49-F238E27FC236}">
                    <a16:creationId xmlns:a16="http://schemas.microsoft.com/office/drawing/2014/main" id="{82051755-D476-443F-CD96-F42EEBEC5807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2" name="pg1942">
                <a:extLst>
                  <a:ext uri="{FF2B5EF4-FFF2-40B4-BE49-F238E27FC236}">
                    <a16:creationId xmlns:a16="http://schemas.microsoft.com/office/drawing/2014/main" id="{5ECCABA6-76B7-0F55-FFD1-4C0DE5682A60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3" name="pg1943">
                <a:extLst>
                  <a:ext uri="{FF2B5EF4-FFF2-40B4-BE49-F238E27FC236}">
                    <a16:creationId xmlns:a16="http://schemas.microsoft.com/office/drawing/2014/main" id="{FDDC655C-6F36-E0F0-C3BC-34793FABE4EA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4" name="pg1944">
                <a:extLst>
                  <a:ext uri="{FF2B5EF4-FFF2-40B4-BE49-F238E27FC236}">
                    <a16:creationId xmlns:a16="http://schemas.microsoft.com/office/drawing/2014/main" id="{B0505077-D19E-816A-7986-C03A4C2C9DC2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5" name="pg1945">
                <a:extLst>
                  <a:ext uri="{FF2B5EF4-FFF2-40B4-BE49-F238E27FC236}">
                    <a16:creationId xmlns:a16="http://schemas.microsoft.com/office/drawing/2014/main" id="{D0F7485F-F665-62AB-6EB9-A8B6B1716484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6" name="pg1946">
                <a:extLst>
                  <a:ext uri="{FF2B5EF4-FFF2-40B4-BE49-F238E27FC236}">
                    <a16:creationId xmlns:a16="http://schemas.microsoft.com/office/drawing/2014/main" id="{8CFB8B46-6F2D-484A-FC59-BE6862C0C1B4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7" name="pg1947">
                <a:extLst>
                  <a:ext uri="{FF2B5EF4-FFF2-40B4-BE49-F238E27FC236}">
                    <a16:creationId xmlns:a16="http://schemas.microsoft.com/office/drawing/2014/main" id="{ACAC4220-A8C1-38DF-9C73-759DEB191DD4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8" name="pg1948">
                <a:extLst>
                  <a:ext uri="{FF2B5EF4-FFF2-40B4-BE49-F238E27FC236}">
                    <a16:creationId xmlns:a16="http://schemas.microsoft.com/office/drawing/2014/main" id="{6D361407-8740-3387-F6D0-463BEF66F90D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9" name="pg1949">
                <a:extLst>
                  <a:ext uri="{FF2B5EF4-FFF2-40B4-BE49-F238E27FC236}">
                    <a16:creationId xmlns:a16="http://schemas.microsoft.com/office/drawing/2014/main" id="{4D9B714A-CD6D-6B6D-0368-D3818C7C0505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0" name="pg1950">
                <a:extLst>
                  <a:ext uri="{FF2B5EF4-FFF2-40B4-BE49-F238E27FC236}">
                    <a16:creationId xmlns:a16="http://schemas.microsoft.com/office/drawing/2014/main" id="{D32564C6-747A-0362-91BB-0EE2DB90FBB7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1" name="pg1951">
                <a:extLst>
                  <a:ext uri="{FF2B5EF4-FFF2-40B4-BE49-F238E27FC236}">
                    <a16:creationId xmlns:a16="http://schemas.microsoft.com/office/drawing/2014/main" id="{4D5FB836-8B00-C0BF-44C2-037BCD8CEAA3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2" name="pg1952">
                <a:extLst>
                  <a:ext uri="{FF2B5EF4-FFF2-40B4-BE49-F238E27FC236}">
                    <a16:creationId xmlns:a16="http://schemas.microsoft.com/office/drawing/2014/main" id="{C9F1F89A-EDB3-F9A7-E228-E0AB2F495F90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3" name="pg1953">
                <a:extLst>
                  <a:ext uri="{FF2B5EF4-FFF2-40B4-BE49-F238E27FC236}">
                    <a16:creationId xmlns:a16="http://schemas.microsoft.com/office/drawing/2014/main" id="{5281F3ED-67A9-A245-6C9F-A0D3B7026995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4" name="pg1954">
                <a:extLst>
                  <a:ext uri="{FF2B5EF4-FFF2-40B4-BE49-F238E27FC236}">
                    <a16:creationId xmlns:a16="http://schemas.microsoft.com/office/drawing/2014/main" id="{63478213-1D89-2BDF-B223-57A95A579F92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" name="pg1955">
                <a:extLst>
                  <a:ext uri="{FF2B5EF4-FFF2-40B4-BE49-F238E27FC236}">
                    <a16:creationId xmlns:a16="http://schemas.microsoft.com/office/drawing/2014/main" id="{9DB3B726-97FD-1908-ED5E-F2972484A202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" name="pg1956">
                <a:extLst>
                  <a:ext uri="{FF2B5EF4-FFF2-40B4-BE49-F238E27FC236}">
                    <a16:creationId xmlns:a16="http://schemas.microsoft.com/office/drawing/2014/main" id="{A6A7989D-6C81-3ADB-4EF5-501E29E246B6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" name="pg1957">
                <a:extLst>
                  <a:ext uri="{FF2B5EF4-FFF2-40B4-BE49-F238E27FC236}">
                    <a16:creationId xmlns:a16="http://schemas.microsoft.com/office/drawing/2014/main" id="{837A145F-A241-F96D-0B78-23012DF7C237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" name="pg1958">
                <a:extLst>
                  <a:ext uri="{FF2B5EF4-FFF2-40B4-BE49-F238E27FC236}">
                    <a16:creationId xmlns:a16="http://schemas.microsoft.com/office/drawing/2014/main" id="{D57A97FB-331A-6BB2-D033-8AA2A5771EEC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" name="pg1959">
                <a:extLst>
                  <a:ext uri="{FF2B5EF4-FFF2-40B4-BE49-F238E27FC236}">
                    <a16:creationId xmlns:a16="http://schemas.microsoft.com/office/drawing/2014/main" id="{917EC96C-76C7-EC3D-6F3B-2053543DC914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" name="pg1960">
                <a:extLst>
                  <a:ext uri="{FF2B5EF4-FFF2-40B4-BE49-F238E27FC236}">
                    <a16:creationId xmlns:a16="http://schemas.microsoft.com/office/drawing/2014/main" id="{18482C8E-3D5E-AA30-7C5A-E1D12BE502CD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" name="pg1961">
                <a:extLst>
                  <a:ext uri="{FF2B5EF4-FFF2-40B4-BE49-F238E27FC236}">
                    <a16:creationId xmlns:a16="http://schemas.microsoft.com/office/drawing/2014/main" id="{B4B0CA4D-C2A8-96A6-FC0E-3ED42B57E1DC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" name="pg1962">
                <a:extLst>
                  <a:ext uri="{FF2B5EF4-FFF2-40B4-BE49-F238E27FC236}">
                    <a16:creationId xmlns:a16="http://schemas.microsoft.com/office/drawing/2014/main" id="{049F6AB5-12A7-7AEA-A29D-304186432DC9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" name="pg1963">
                <a:extLst>
                  <a:ext uri="{FF2B5EF4-FFF2-40B4-BE49-F238E27FC236}">
                    <a16:creationId xmlns:a16="http://schemas.microsoft.com/office/drawing/2014/main" id="{50E60F50-14FF-0649-7875-2B0DA752FE28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" name="pg1964">
                <a:extLst>
                  <a:ext uri="{FF2B5EF4-FFF2-40B4-BE49-F238E27FC236}">
                    <a16:creationId xmlns:a16="http://schemas.microsoft.com/office/drawing/2014/main" id="{0AF00723-B941-772E-90C5-7E2D546F4EE3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" name="pg1965">
                <a:extLst>
                  <a:ext uri="{FF2B5EF4-FFF2-40B4-BE49-F238E27FC236}">
                    <a16:creationId xmlns:a16="http://schemas.microsoft.com/office/drawing/2014/main" id="{27E99F06-18AA-4D88-2452-B22AF4567637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" name="pg1966">
                <a:extLst>
                  <a:ext uri="{FF2B5EF4-FFF2-40B4-BE49-F238E27FC236}">
                    <a16:creationId xmlns:a16="http://schemas.microsoft.com/office/drawing/2014/main" id="{E636C2BB-AD96-99AE-433E-D9A62FC03887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" name="pg1967">
                <a:extLst>
                  <a:ext uri="{FF2B5EF4-FFF2-40B4-BE49-F238E27FC236}">
                    <a16:creationId xmlns:a16="http://schemas.microsoft.com/office/drawing/2014/main" id="{04F9A432-4A0A-829D-C1C2-2AA0987FE56C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" name="pg1968">
                <a:extLst>
                  <a:ext uri="{FF2B5EF4-FFF2-40B4-BE49-F238E27FC236}">
                    <a16:creationId xmlns:a16="http://schemas.microsoft.com/office/drawing/2014/main" id="{20200A45-CC53-0507-AB10-7DDE3CF41712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" name="pg1969">
                <a:extLst>
                  <a:ext uri="{FF2B5EF4-FFF2-40B4-BE49-F238E27FC236}">
                    <a16:creationId xmlns:a16="http://schemas.microsoft.com/office/drawing/2014/main" id="{6AC3AE8A-DC92-2AAB-8451-C734FACCB9B3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" name="pg1970">
                <a:extLst>
                  <a:ext uri="{FF2B5EF4-FFF2-40B4-BE49-F238E27FC236}">
                    <a16:creationId xmlns:a16="http://schemas.microsoft.com/office/drawing/2014/main" id="{8ACAE898-DAF7-FA3B-54D6-F833E38C0021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" name="pg1971">
                <a:extLst>
                  <a:ext uri="{FF2B5EF4-FFF2-40B4-BE49-F238E27FC236}">
                    <a16:creationId xmlns:a16="http://schemas.microsoft.com/office/drawing/2014/main" id="{2BEDAD49-39FE-5260-41BB-A14FCBA51399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" name="pg1972">
                <a:extLst>
                  <a:ext uri="{FF2B5EF4-FFF2-40B4-BE49-F238E27FC236}">
                    <a16:creationId xmlns:a16="http://schemas.microsoft.com/office/drawing/2014/main" id="{330DEC09-3571-97A0-2DB6-A843A282707D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" name="pg1973">
                <a:extLst>
                  <a:ext uri="{FF2B5EF4-FFF2-40B4-BE49-F238E27FC236}">
                    <a16:creationId xmlns:a16="http://schemas.microsoft.com/office/drawing/2014/main" id="{E609920A-5A77-CCA4-11B5-3CAC60EE672B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" name="pg1974">
                <a:extLst>
                  <a:ext uri="{FF2B5EF4-FFF2-40B4-BE49-F238E27FC236}">
                    <a16:creationId xmlns:a16="http://schemas.microsoft.com/office/drawing/2014/main" id="{1B62C397-0130-5169-B0B6-A2A47C813486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" name="pg1975">
                <a:extLst>
                  <a:ext uri="{FF2B5EF4-FFF2-40B4-BE49-F238E27FC236}">
                    <a16:creationId xmlns:a16="http://schemas.microsoft.com/office/drawing/2014/main" id="{1F5957C4-E979-0A02-1CAF-629B7EC2D2F6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" name="pg1976">
                <a:extLst>
                  <a:ext uri="{FF2B5EF4-FFF2-40B4-BE49-F238E27FC236}">
                    <a16:creationId xmlns:a16="http://schemas.microsoft.com/office/drawing/2014/main" id="{22FB74B9-E4BE-BD28-D003-D2DEAA858B79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" name="pg1977">
                <a:extLst>
                  <a:ext uri="{FF2B5EF4-FFF2-40B4-BE49-F238E27FC236}">
                    <a16:creationId xmlns:a16="http://schemas.microsoft.com/office/drawing/2014/main" id="{3E1B93E1-CAD7-CE32-6631-059927E9293E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" name="pg1978">
                <a:extLst>
                  <a:ext uri="{FF2B5EF4-FFF2-40B4-BE49-F238E27FC236}">
                    <a16:creationId xmlns:a16="http://schemas.microsoft.com/office/drawing/2014/main" id="{54CA7CC4-741A-CFF4-9DA5-C0147A8A44A6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" name="pg1979">
                <a:extLst>
                  <a:ext uri="{FF2B5EF4-FFF2-40B4-BE49-F238E27FC236}">
                    <a16:creationId xmlns:a16="http://schemas.microsoft.com/office/drawing/2014/main" id="{BC6E7D70-7A07-579E-D50B-85A5BDA56504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" name="pg1980">
                <a:extLst>
                  <a:ext uri="{FF2B5EF4-FFF2-40B4-BE49-F238E27FC236}">
                    <a16:creationId xmlns:a16="http://schemas.microsoft.com/office/drawing/2014/main" id="{6289DF3C-2AE5-C9C6-63AD-1E99D9577F2A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" name="pg1981">
                <a:extLst>
                  <a:ext uri="{FF2B5EF4-FFF2-40B4-BE49-F238E27FC236}">
                    <a16:creationId xmlns:a16="http://schemas.microsoft.com/office/drawing/2014/main" id="{48220011-17C1-324E-661F-C4F7F63A7CC8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" name="pg1982">
                <a:extLst>
                  <a:ext uri="{FF2B5EF4-FFF2-40B4-BE49-F238E27FC236}">
                    <a16:creationId xmlns:a16="http://schemas.microsoft.com/office/drawing/2014/main" id="{90EFACCD-8CC2-FA51-D632-4192C250C2A0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" name="pg1983">
                <a:extLst>
                  <a:ext uri="{FF2B5EF4-FFF2-40B4-BE49-F238E27FC236}">
                    <a16:creationId xmlns:a16="http://schemas.microsoft.com/office/drawing/2014/main" id="{8F0C5164-5B12-757A-6807-134A388DE0E4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" name="pg1984">
                <a:extLst>
                  <a:ext uri="{FF2B5EF4-FFF2-40B4-BE49-F238E27FC236}">
                    <a16:creationId xmlns:a16="http://schemas.microsoft.com/office/drawing/2014/main" id="{FEC5583C-7087-04A6-F699-49047A100B99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" name="pg1985">
                <a:extLst>
                  <a:ext uri="{FF2B5EF4-FFF2-40B4-BE49-F238E27FC236}">
                    <a16:creationId xmlns:a16="http://schemas.microsoft.com/office/drawing/2014/main" id="{A35227D9-B377-C894-242F-656930022800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" name="pg1986">
                <a:extLst>
                  <a:ext uri="{FF2B5EF4-FFF2-40B4-BE49-F238E27FC236}">
                    <a16:creationId xmlns:a16="http://schemas.microsoft.com/office/drawing/2014/main" id="{C17B02E7-01EA-9EAF-A6A9-170995D15EE6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" name="pg1987">
                <a:extLst>
                  <a:ext uri="{FF2B5EF4-FFF2-40B4-BE49-F238E27FC236}">
                    <a16:creationId xmlns:a16="http://schemas.microsoft.com/office/drawing/2014/main" id="{49C341C3-2BBE-2FFC-A568-FD5989A22FCE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" name="pg1988">
                <a:extLst>
                  <a:ext uri="{FF2B5EF4-FFF2-40B4-BE49-F238E27FC236}">
                    <a16:creationId xmlns:a16="http://schemas.microsoft.com/office/drawing/2014/main" id="{89B28D64-2B8D-3E7E-4BBB-B894654C1E89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" name="pg1989">
                <a:extLst>
                  <a:ext uri="{FF2B5EF4-FFF2-40B4-BE49-F238E27FC236}">
                    <a16:creationId xmlns:a16="http://schemas.microsoft.com/office/drawing/2014/main" id="{41B2660E-379A-C441-D53D-1B55826095A7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" name="pg1990">
                <a:extLst>
                  <a:ext uri="{FF2B5EF4-FFF2-40B4-BE49-F238E27FC236}">
                    <a16:creationId xmlns:a16="http://schemas.microsoft.com/office/drawing/2014/main" id="{8C3727C8-D8EF-B686-D38F-5E19F0E51E70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" name="pg1991">
                <a:extLst>
                  <a:ext uri="{FF2B5EF4-FFF2-40B4-BE49-F238E27FC236}">
                    <a16:creationId xmlns:a16="http://schemas.microsoft.com/office/drawing/2014/main" id="{A699249C-0107-610B-EA23-AA0B6E20F8B6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" name="pg1992">
                <a:extLst>
                  <a:ext uri="{FF2B5EF4-FFF2-40B4-BE49-F238E27FC236}">
                    <a16:creationId xmlns:a16="http://schemas.microsoft.com/office/drawing/2014/main" id="{09F7CCCC-02C3-D5CE-9C2B-00987C1F8E37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C">
                  <a:alpha val="100000"/>
                </a:srgbClr>
              </a:solidFill>
              <a:ln w="5420" cap="flat">
                <a:solidFill>
                  <a:srgbClr val="87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" name="pg1993">
                <a:extLst>
                  <a:ext uri="{FF2B5EF4-FFF2-40B4-BE49-F238E27FC236}">
                    <a16:creationId xmlns:a16="http://schemas.microsoft.com/office/drawing/2014/main" id="{D7BE6C59-7BC9-36E3-A7BA-4DD510822C47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" name="pg1994">
                <a:extLst>
                  <a:ext uri="{FF2B5EF4-FFF2-40B4-BE49-F238E27FC236}">
                    <a16:creationId xmlns:a16="http://schemas.microsoft.com/office/drawing/2014/main" id="{1664083C-9F79-ACEF-CA69-4141DFECA807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" name="pg1995">
                <a:extLst>
                  <a:ext uri="{FF2B5EF4-FFF2-40B4-BE49-F238E27FC236}">
                    <a16:creationId xmlns:a16="http://schemas.microsoft.com/office/drawing/2014/main" id="{BE7C9EA0-5AD6-B811-8EA0-56BD38C657B5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" name="pg1996">
                <a:extLst>
                  <a:ext uri="{FF2B5EF4-FFF2-40B4-BE49-F238E27FC236}">
                    <a16:creationId xmlns:a16="http://schemas.microsoft.com/office/drawing/2014/main" id="{58E1E976-7DD6-BE58-B384-D37A485ED052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" name="pg1997">
                <a:extLst>
                  <a:ext uri="{FF2B5EF4-FFF2-40B4-BE49-F238E27FC236}">
                    <a16:creationId xmlns:a16="http://schemas.microsoft.com/office/drawing/2014/main" id="{DBA34F0B-4D10-6B1E-F229-D94A824F2ECF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" name="pg1998">
                <a:extLst>
                  <a:ext uri="{FF2B5EF4-FFF2-40B4-BE49-F238E27FC236}">
                    <a16:creationId xmlns:a16="http://schemas.microsoft.com/office/drawing/2014/main" id="{D289868B-DCBF-3147-8744-3F1462E10653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" name="pg1999">
                <a:extLst>
                  <a:ext uri="{FF2B5EF4-FFF2-40B4-BE49-F238E27FC236}">
                    <a16:creationId xmlns:a16="http://schemas.microsoft.com/office/drawing/2014/main" id="{22D717A1-D96C-E691-41E7-8E93A118F6E4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" name="pg2000">
                <a:extLst>
                  <a:ext uri="{FF2B5EF4-FFF2-40B4-BE49-F238E27FC236}">
                    <a16:creationId xmlns:a16="http://schemas.microsoft.com/office/drawing/2014/main" id="{6995A511-D71B-7747-53EE-062495649FE1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" name="pg2001">
                <a:extLst>
                  <a:ext uri="{FF2B5EF4-FFF2-40B4-BE49-F238E27FC236}">
                    <a16:creationId xmlns:a16="http://schemas.microsoft.com/office/drawing/2014/main" id="{63BC2099-2ADA-6649-0FDF-12C65F9F29A9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" name="pg2002">
                <a:extLst>
                  <a:ext uri="{FF2B5EF4-FFF2-40B4-BE49-F238E27FC236}">
                    <a16:creationId xmlns:a16="http://schemas.microsoft.com/office/drawing/2014/main" id="{7D945978-C89C-D844-E9EB-9CF897670AA9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" name="pg2003">
                <a:extLst>
                  <a:ext uri="{FF2B5EF4-FFF2-40B4-BE49-F238E27FC236}">
                    <a16:creationId xmlns:a16="http://schemas.microsoft.com/office/drawing/2014/main" id="{022EBFCD-028E-10D8-2E36-5D4B5A9F9B6F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" name="pg2004">
                <a:extLst>
                  <a:ext uri="{FF2B5EF4-FFF2-40B4-BE49-F238E27FC236}">
                    <a16:creationId xmlns:a16="http://schemas.microsoft.com/office/drawing/2014/main" id="{23CDE857-E62A-AE14-8F06-207E409AACCA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" name="pg2005">
                <a:extLst>
                  <a:ext uri="{FF2B5EF4-FFF2-40B4-BE49-F238E27FC236}">
                    <a16:creationId xmlns:a16="http://schemas.microsoft.com/office/drawing/2014/main" id="{6A6AE765-A6C1-B633-90F7-D44CCB5EA029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" name="pg2006">
                <a:extLst>
                  <a:ext uri="{FF2B5EF4-FFF2-40B4-BE49-F238E27FC236}">
                    <a16:creationId xmlns:a16="http://schemas.microsoft.com/office/drawing/2014/main" id="{5050E28E-1931-BEE4-0EC8-FBED0AE81EC1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" name="pg2007">
                <a:extLst>
                  <a:ext uri="{FF2B5EF4-FFF2-40B4-BE49-F238E27FC236}">
                    <a16:creationId xmlns:a16="http://schemas.microsoft.com/office/drawing/2014/main" id="{D903B1AA-A11F-62DB-5805-A315C0B7E8D3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" name="pg2008">
                <a:extLst>
                  <a:ext uri="{FF2B5EF4-FFF2-40B4-BE49-F238E27FC236}">
                    <a16:creationId xmlns:a16="http://schemas.microsoft.com/office/drawing/2014/main" id="{EAA929A2-9E70-9A01-2308-627BA2B6C993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" name="pg2009">
                <a:extLst>
                  <a:ext uri="{FF2B5EF4-FFF2-40B4-BE49-F238E27FC236}">
                    <a16:creationId xmlns:a16="http://schemas.microsoft.com/office/drawing/2014/main" id="{F7C5A331-D734-CEDD-E2D7-224CBDF5676E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" name="pg2010">
                <a:extLst>
                  <a:ext uri="{FF2B5EF4-FFF2-40B4-BE49-F238E27FC236}">
                    <a16:creationId xmlns:a16="http://schemas.microsoft.com/office/drawing/2014/main" id="{A0424685-5596-20A4-3264-1FE176DFF6FC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" name="pg2011">
                <a:extLst>
                  <a:ext uri="{FF2B5EF4-FFF2-40B4-BE49-F238E27FC236}">
                    <a16:creationId xmlns:a16="http://schemas.microsoft.com/office/drawing/2014/main" id="{5A0411F3-785F-E975-95EF-094AC38C37A9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" name="pg2012">
                <a:extLst>
                  <a:ext uri="{FF2B5EF4-FFF2-40B4-BE49-F238E27FC236}">
                    <a16:creationId xmlns:a16="http://schemas.microsoft.com/office/drawing/2014/main" id="{5E3C134A-E53C-BE5E-D900-5D8697B3875D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" name="pg2013">
                <a:extLst>
                  <a:ext uri="{FF2B5EF4-FFF2-40B4-BE49-F238E27FC236}">
                    <a16:creationId xmlns:a16="http://schemas.microsoft.com/office/drawing/2014/main" id="{359F8DF5-25F8-B004-220A-52C511AE9A65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" name="pg2014">
                <a:extLst>
                  <a:ext uri="{FF2B5EF4-FFF2-40B4-BE49-F238E27FC236}">
                    <a16:creationId xmlns:a16="http://schemas.microsoft.com/office/drawing/2014/main" id="{A918542E-FAAD-D76D-16BB-32B300654FB9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" name="pg2015">
                <a:extLst>
                  <a:ext uri="{FF2B5EF4-FFF2-40B4-BE49-F238E27FC236}">
                    <a16:creationId xmlns:a16="http://schemas.microsoft.com/office/drawing/2014/main" id="{4EFD3382-25CB-C8A8-5EC6-FD30D7332811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" name="pg2016">
                <a:extLst>
                  <a:ext uri="{FF2B5EF4-FFF2-40B4-BE49-F238E27FC236}">
                    <a16:creationId xmlns:a16="http://schemas.microsoft.com/office/drawing/2014/main" id="{4E98F07A-24A1-4AA7-C5D9-4D0174C9035D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" name="pg2017">
                <a:extLst>
                  <a:ext uri="{FF2B5EF4-FFF2-40B4-BE49-F238E27FC236}">
                    <a16:creationId xmlns:a16="http://schemas.microsoft.com/office/drawing/2014/main" id="{FF009131-91B8-2399-9E24-12AF94442758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" name="pg2018">
                <a:extLst>
                  <a:ext uri="{FF2B5EF4-FFF2-40B4-BE49-F238E27FC236}">
                    <a16:creationId xmlns:a16="http://schemas.microsoft.com/office/drawing/2014/main" id="{ABDF8F0A-42FC-B19C-6E72-352E1DE249F6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" name="pg2019">
                <a:extLst>
                  <a:ext uri="{FF2B5EF4-FFF2-40B4-BE49-F238E27FC236}">
                    <a16:creationId xmlns:a16="http://schemas.microsoft.com/office/drawing/2014/main" id="{7F0B309E-1612-DFB6-19D3-474819F652F8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" name="pg2020">
                <a:extLst>
                  <a:ext uri="{FF2B5EF4-FFF2-40B4-BE49-F238E27FC236}">
                    <a16:creationId xmlns:a16="http://schemas.microsoft.com/office/drawing/2014/main" id="{91F36FCE-0F2A-BD22-05D4-1B29EB1008DD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" name="pg2021">
                <a:extLst>
                  <a:ext uri="{FF2B5EF4-FFF2-40B4-BE49-F238E27FC236}">
                    <a16:creationId xmlns:a16="http://schemas.microsoft.com/office/drawing/2014/main" id="{A665E3C4-EC8D-9CE0-3DCB-431E0DB27063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" name="pg2022">
                <a:extLst>
                  <a:ext uri="{FF2B5EF4-FFF2-40B4-BE49-F238E27FC236}">
                    <a16:creationId xmlns:a16="http://schemas.microsoft.com/office/drawing/2014/main" id="{8533E424-FCF7-2503-CDC9-980F345860D7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" name="pg2023">
                <a:extLst>
                  <a:ext uri="{FF2B5EF4-FFF2-40B4-BE49-F238E27FC236}">
                    <a16:creationId xmlns:a16="http://schemas.microsoft.com/office/drawing/2014/main" id="{3E76C687-7935-7C14-1CB0-D0D0F7EB3CB9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" name="pg2024">
                <a:extLst>
                  <a:ext uri="{FF2B5EF4-FFF2-40B4-BE49-F238E27FC236}">
                    <a16:creationId xmlns:a16="http://schemas.microsoft.com/office/drawing/2014/main" id="{187BF8F8-B3BC-75FC-32B8-25295263477F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" name="pg2025">
                <a:extLst>
                  <a:ext uri="{FF2B5EF4-FFF2-40B4-BE49-F238E27FC236}">
                    <a16:creationId xmlns:a16="http://schemas.microsoft.com/office/drawing/2014/main" id="{8E63A4D5-AB4E-6E40-CF9A-4F1B8FF6B268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" name="pg2026">
                <a:extLst>
                  <a:ext uri="{FF2B5EF4-FFF2-40B4-BE49-F238E27FC236}">
                    <a16:creationId xmlns:a16="http://schemas.microsoft.com/office/drawing/2014/main" id="{D438AE4C-7796-561D-6313-7ECA33EA10F1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" name="pg2027">
                <a:extLst>
                  <a:ext uri="{FF2B5EF4-FFF2-40B4-BE49-F238E27FC236}">
                    <a16:creationId xmlns:a16="http://schemas.microsoft.com/office/drawing/2014/main" id="{F678C673-AA04-8946-EA89-9154F7EBFF81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" name="pg2028">
                <a:extLst>
                  <a:ext uri="{FF2B5EF4-FFF2-40B4-BE49-F238E27FC236}">
                    <a16:creationId xmlns:a16="http://schemas.microsoft.com/office/drawing/2014/main" id="{8DCF6929-E074-6EBD-3CDE-C52DDD7334CB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" name="pg2029">
                <a:extLst>
                  <a:ext uri="{FF2B5EF4-FFF2-40B4-BE49-F238E27FC236}">
                    <a16:creationId xmlns:a16="http://schemas.microsoft.com/office/drawing/2014/main" id="{AEA7C8C5-F9CB-1046-ECEE-17B65626CAA0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" name="pg2030">
                <a:extLst>
                  <a:ext uri="{FF2B5EF4-FFF2-40B4-BE49-F238E27FC236}">
                    <a16:creationId xmlns:a16="http://schemas.microsoft.com/office/drawing/2014/main" id="{7B054554-E4BD-0D38-907C-BDD83D709CBF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" name="pg2031">
                <a:extLst>
                  <a:ext uri="{FF2B5EF4-FFF2-40B4-BE49-F238E27FC236}">
                    <a16:creationId xmlns:a16="http://schemas.microsoft.com/office/drawing/2014/main" id="{4E2FE3AE-9F24-E739-994A-85D7E2367E58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" name="pg2032">
                <a:extLst>
                  <a:ext uri="{FF2B5EF4-FFF2-40B4-BE49-F238E27FC236}">
                    <a16:creationId xmlns:a16="http://schemas.microsoft.com/office/drawing/2014/main" id="{3E381B26-F715-0088-E5A0-2E31585AF070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" name="pg2033">
                <a:extLst>
                  <a:ext uri="{FF2B5EF4-FFF2-40B4-BE49-F238E27FC236}">
                    <a16:creationId xmlns:a16="http://schemas.microsoft.com/office/drawing/2014/main" id="{EF7F9451-E5F2-63B6-B197-2080FD326D9E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" name="pg2034">
                <a:extLst>
                  <a:ext uri="{FF2B5EF4-FFF2-40B4-BE49-F238E27FC236}">
                    <a16:creationId xmlns:a16="http://schemas.microsoft.com/office/drawing/2014/main" id="{FEB5219C-792C-2C53-94AA-A421CDD88977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" name="pg2035">
                <a:extLst>
                  <a:ext uri="{FF2B5EF4-FFF2-40B4-BE49-F238E27FC236}">
                    <a16:creationId xmlns:a16="http://schemas.microsoft.com/office/drawing/2014/main" id="{45499475-E64B-E3AC-3AD6-4CFAD6235854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" name="pg2036">
                <a:extLst>
                  <a:ext uri="{FF2B5EF4-FFF2-40B4-BE49-F238E27FC236}">
                    <a16:creationId xmlns:a16="http://schemas.microsoft.com/office/drawing/2014/main" id="{4F2CF5DE-E5AF-D15B-AAF3-FAAFBEBB5F4C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BF">
                  <a:alpha val="100000"/>
                </a:srgbClr>
              </a:solidFill>
              <a:ln w="5420" cap="flat">
                <a:solidFill>
                  <a:srgbClr val="91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" name="pg2037">
                <a:extLst>
                  <a:ext uri="{FF2B5EF4-FFF2-40B4-BE49-F238E27FC236}">
                    <a16:creationId xmlns:a16="http://schemas.microsoft.com/office/drawing/2014/main" id="{4DA7927C-95AB-A597-0222-A97960737C0B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" name="pg2038">
                <a:extLst>
                  <a:ext uri="{FF2B5EF4-FFF2-40B4-BE49-F238E27FC236}">
                    <a16:creationId xmlns:a16="http://schemas.microsoft.com/office/drawing/2014/main" id="{39E77C9B-DB6D-A43A-2D75-47353437E7B7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" name="pg2039">
                <a:extLst>
                  <a:ext uri="{FF2B5EF4-FFF2-40B4-BE49-F238E27FC236}">
                    <a16:creationId xmlns:a16="http://schemas.microsoft.com/office/drawing/2014/main" id="{49D75239-4EDB-C6C8-4101-2BD5541CB0ED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" name="pg2040">
                <a:extLst>
                  <a:ext uri="{FF2B5EF4-FFF2-40B4-BE49-F238E27FC236}">
                    <a16:creationId xmlns:a16="http://schemas.microsoft.com/office/drawing/2014/main" id="{97B98B51-970D-3FD9-A01D-2ECD630757F6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" name="pg2041">
                <a:extLst>
                  <a:ext uri="{FF2B5EF4-FFF2-40B4-BE49-F238E27FC236}">
                    <a16:creationId xmlns:a16="http://schemas.microsoft.com/office/drawing/2014/main" id="{D678C4FB-EF98-74DB-1F78-C736F5157FF3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" name="pg2042">
                <a:extLst>
                  <a:ext uri="{FF2B5EF4-FFF2-40B4-BE49-F238E27FC236}">
                    <a16:creationId xmlns:a16="http://schemas.microsoft.com/office/drawing/2014/main" id="{3F55882F-7660-D044-6644-E3E899043B98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" name="pg2043">
                <a:extLst>
                  <a:ext uri="{FF2B5EF4-FFF2-40B4-BE49-F238E27FC236}">
                    <a16:creationId xmlns:a16="http://schemas.microsoft.com/office/drawing/2014/main" id="{ED209ABF-DD80-A0BD-DD29-802DCD23EB9C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" name="pg2044">
                <a:extLst>
                  <a:ext uri="{FF2B5EF4-FFF2-40B4-BE49-F238E27FC236}">
                    <a16:creationId xmlns:a16="http://schemas.microsoft.com/office/drawing/2014/main" id="{F0F5BB25-58EE-0F77-72FB-25ABDE3231BB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" name="pg2045">
                <a:extLst>
                  <a:ext uri="{FF2B5EF4-FFF2-40B4-BE49-F238E27FC236}">
                    <a16:creationId xmlns:a16="http://schemas.microsoft.com/office/drawing/2014/main" id="{657C7E19-C283-A06A-0A50-C1AA8A15F5FA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" name="pg2046">
                <a:extLst>
                  <a:ext uri="{FF2B5EF4-FFF2-40B4-BE49-F238E27FC236}">
                    <a16:creationId xmlns:a16="http://schemas.microsoft.com/office/drawing/2014/main" id="{2C667733-EDC2-7898-A768-0300F7FA1A71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" name="pg2047">
                <a:extLst>
                  <a:ext uri="{FF2B5EF4-FFF2-40B4-BE49-F238E27FC236}">
                    <a16:creationId xmlns:a16="http://schemas.microsoft.com/office/drawing/2014/main" id="{D1CF55F2-F510-ED01-88A0-C35E0CD59195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" name="pg2048">
                <a:extLst>
                  <a:ext uri="{FF2B5EF4-FFF2-40B4-BE49-F238E27FC236}">
                    <a16:creationId xmlns:a16="http://schemas.microsoft.com/office/drawing/2014/main" id="{585F51E3-826A-FD91-3246-DBA5595EF59A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" name="pg2049">
                <a:extLst>
                  <a:ext uri="{FF2B5EF4-FFF2-40B4-BE49-F238E27FC236}">
                    <a16:creationId xmlns:a16="http://schemas.microsoft.com/office/drawing/2014/main" id="{90123519-1FAE-04AA-926E-C6DD9DF6CBFF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" name="pg2050">
                <a:extLst>
                  <a:ext uri="{FF2B5EF4-FFF2-40B4-BE49-F238E27FC236}">
                    <a16:creationId xmlns:a16="http://schemas.microsoft.com/office/drawing/2014/main" id="{6530D3BC-9BB3-F140-8336-D926F0AD4AEF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" name="pg2051">
                <a:extLst>
                  <a:ext uri="{FF2B5EF4-FFF2-40B4-BE49-F238E27FC236}">
                    <a16:creationId xmlns:a16="http://schemas.microsoft.com/office/drawing/2014/main" id="{AC4C2262-ABEE-7B65-232B-711EF6919D17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" name="pg2052">
                <a:extLst>
                  <a:ext uri="{FF2B5EF4-FFF2-40B4-BE49-F238E27FC236}">
                    <a16:creationId xmlns:a16="http://schemas.microsoft.com/office/drawing/2014/main" id="{33E28144-E43D-7D63-4B96-698F6E4E1EEE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" name="pg2053">
                <a:extLst>
                  <a:ext uri="{FF2B5EF4-FFF2-40B4-BE49-F238E27FC236}">
                    <a16:creationId xmlns:a16="http://schemas.microsoft.com/office/drawing/2014/main" id="{50607EBA-A726-E1A1-5AB4-47901A6A079B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" name="pg2054">
                <a:extLst>
                  <a:ext uri="{FF2B5EF4-FFF2-40B4-BE49-F238E27FC236}">
                    <a16:creationId xmlns:a16="http://schemas.microsoft.com/office/drawing/2014/main" id="{57F91955-60CF-7670-51FA-EF548E9924ED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" name="pg2055">
                <a:extLst>
                  <a:ext uri="{FF2B5EF4-FFF2-40B4-BE49-F238E27FC236}">
                    <a16:creationId xmlns:a16="http://schemas.microsoft.com/office/drawing/2014/main" id="{A7605994-9B94-55FB-DA95-253CBF6C22E0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" name="pg2056">
                <a:extLst>
                  <a:ext uri="{FF2B5EF4-FFF2-40B4-BE49-F238E27FC236}">
                    <a16:creationId xmlns:a16="http://schemas.microsoft.com/office/drawing/2014/main" id="{EFA45C14-F84A-311C-0D99-34E99188F887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" name="pg2057">
                <a:extLst>
                  <a:ext uri="{FF2B5EF4-FFF2-40B4-BE49-F238E27FC236}">
                    <a16:creationId xmlns:a16="http://schemas.microsoft.com/office/drawing/2014/main" id="{EF371F93-FF20-626B-28DC-70730EBF948D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" name="pg2058">
                <a:extLst>
                  <a:ext uri="{FF2B5EF4-FFF2-40B4-BE49-F238E27FC236}">
                    <a16:creationId xmlns:a16="http://schemas.microsoft.com/office/drawing/2014/main" id="{4CB0921A-1F63-AFFF-C659-7C694EEE098D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" name="pg2059">
                <a:extLst>
                  <a:ext uri="{FF2B5EF4-FFF2-40B4-BE49-F238E27FC236}">
                    <a16:creationId xmlns:a16="http://schemas.microsoft.com/office/drawing/2014/main" id="{974A54C7-9A20-E973-21F6-E6F205FBFBCF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" name="pg2060">
                <a:extLst>
                  <a:ext uri="{FF2B5EF4-FFF2-40B4-BE49-F238E27FC236}">
                    <a16:creationId xmlns:a16="http://schemas.microsoft.com/office/drawing/2014/main" id="{E805F7FE-0A46-D1E6-213F-1849B55F561B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" name="pg2061">
                <a:extLst>
                  <a:ext uri="{FF2B5EF4-FFF2-40B4-BE49-F238E27FC236}">
                    <a16:creationId xmlns:a16="http://schemas.microsoft.com/office/drawing/2014/main" id="{7097D937-DB42-8E4A-C1A6-39FDCDB41A45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" name="pg2062">
                <a:extLst>
                  <a:ext uri="{FF2B5EF4-FFF2-40B4-BE49-F238E27FC236}">
                    <a16:creationId xmlns:a16="http://schemas.microsoft.com/office/drawing/2014/main" id="{E6A794C6-E2FA-0196-45B8-213B0804AD9B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" name="pg2063">
                <a:extLst>
                  <a:ext uri="{FF2B5EF4-FFF2-40B4-BE49-F238E27FC236}">
                    <a16:creationId xmlns:a16="http://schemas.microsoft.com/office/drawing/2014/main" id="{647FBC1D-3A14-7414-EF23-6685B859EEB9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" name="pg2064">
                <a:extLst>
                  <a:ext uri="{FF2B5EF4-FFF2-40B4-BE49-F238E27FC236}">
                    <a16:creationId xmlns:a16="http://schemas.microsoft.com/office/drawing/2014/main" id="{DFC171A1-68B3-9B71-6EC3-866E6AB8D535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" name="pg2065">
                <a:extLst>
                  <a:ext uri="{FF2B5EF4-FFF2-40B4-BE49-F238E27FC236}">
                    <a16:creationId xmlns:a16="http://schemas.microsoft.com/office/drawing/2014/main" id="{C98FAFA9-512E-21CC-FC4A-124B5308DB32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" name="pg2066">
                <a:extLst>
                  <a:ext uri="{FF2B5EF4-FFF2-40B4-BE49-F238E27FC236}">
                    <a16:creationId xmlns:a16="http://schemas.microsoft.com/office/drawing/2014/main" id="{78FAA1A2-D119-BDAC-7C3F-346C9B353973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" name="pg2067">
                <a:extLst>
                  <a:ext uri="{FF2B5EF4-FFF2-40B4-BE49-F238E27FC236}">
                    <a16:creationId xmlns:a16="http://schemas.microsoft.com/office/drawing/2014/main" id="{BB356BD2-BF78-CCD0-BB7F-35249E7D1A86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" name="pg2068">
                <a:extLst>
                  <a:ext uri="{FF2B5EF4-FFF2-40B4-BE49-F238E27FC236}">
                    <a16:creationId xmlns:a16="http://schemas.microsoft.com/office/drawing/2014/main" id="{7BA32F67-47EC-7726-CB9A-5367B90E2332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" name="pg2069">
                <a:extLst>
                  <a:ext uri="{FF2B5EF4-FFF2-40B4-BE49-F238E27FC236}">
                    <a16:creationId xmlns:a16="http://schemas.microsoft.com/office/drawing/2014/main" id="{0FA6FC59-FA83-F4D6-9370-7B80806EC674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" name="pg2070">
                <a:extLst>
                  <a:ext uri="{FF2B5EF4-FFF2-40B4-BE49-F238E27FC236}">
                    <a16:creationId xmlns:a16="http://schemas.microsoft.com/office/drawing/2014/main" id="{978498AB-4408-895E-653C-E23CAE69421C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" name="pg2071">
                <a:extLst>
                  <a:ext uri="{FF2B5EF4-FFF2-40B4-BE49-F238E27FC236}">
                    <a16:creationId xmlns:a16="http://schemas.microsoft.com/office/drawing/2014/main" id="{6E798D50-9326-BD63-5B9A-721C602710FA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" name="pg2072">
                <a:extLst>
                  <a:ext uri="{FF2B5EF4-FFF2-40B4-BE49-F238E27FC236}">
                    <a16:creationId xmlns:a16="http://schemas.microsoft.com/office/drawing/2014/main" id="{20DCFD28-29F3-D7D2-CFEB-3287558A55C1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" name="pg2073">
                <a:extLst>
                  <a:ext uri="{FF2B5EF4-FFF2-40B4-BE49-F238E27FC236}">
                    <a16:creationId xmlns:a16="http://schemas.microsoft.com/office/drawing/2014/main" id="{3E3A7216-ABC6-3C2E-1BCA-ECCC8930A3EF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" name="pg2074">
                <a:extLst>
                  <a:ext uri="{FF2B5EF4-FFF2-40B4-BE49-F238E27FC236}">
                    <a16:creationId xmlns:a16="http://schemas.microsoft.com/office/drawing/2014/main" id="{EADD84E1-4712-7F60-31A2-EDF0C4123A4C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" name="pg2075">
                <a:extLst>
                  <a:ext uri="{FF2B5EF4-FFF2-40B4-BE49-F238E27FC236}">
                    <a16:creationId xmlns:a16="http://schemas.microsoft.com/office/drawing/2014/main" id="{09921266-F988-E97A-E1B2-A7B8D3801FD4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" name="pg2076">
                <a:extLst>
                  <a:ext uri="{FF2B5EF4-FFF2-40B4-BE49-F238E27FC236}">
                    <a16:creationId xmlns:a16="http://schemas.microsoft.com/office/drawing/2014/main" id="{6624C5F7-FD1E-68B1-9C10-4C32A87B7BA8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" name="pg2077">
                <a:extLst>
                  <a:ext uri="{FF2B5EF4-FFF2-40B4-BE49-F238E27FC236}">
                    <a16:creationId xmlns:a16="http://schemas.microsoft.com/office/drawing/2014/main" id="{ABA116B0-AA8E-74EB-8F55-5B3648FCB800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" name="pg2078">
                <a:extLst>
                  <a:ext uri="{FF2B5EF4-FFF2-40B4-BE49-F238E27FC236}">
                    <a16:creationId xmlns:a16="http://schemas.microsoft.com/office/drawing/2014/main" id="{55A270EA-10D3-B09A-CBFB-F9AF661462EF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" name="pg2079">
                <a:extLst>
                  <a:ext uri="{FF2B5EF4-FFF2-40B4-BE49-F238E27FC236}">
                    <a16:creationId xmlns:a16="http://schemas.microsoft.com/office/drawing/2014/main" id="{644221B6-7807-C820-6708-CE995D7E68C8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" name="pg2080">
                <a:extLst>
                  <a:ext uri="{FF2B5EF4-FFF2-40B4-BE49-F238E27FC236}">
                    <a16:creationId xmlns:a16="http://schemas.microsoft.com/office/drawing/2014/main" id="{952E1831-6EAC-8108-1CD5-BE1D46061E26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" name="pg2081">
                <a:extLst>
                  <a:ext uri="{FF2B5EF4-FFF2-40B4-BE49-F238E27FC236}">
                    <a16:creationId xmlns:a16="http://schemas.microsoft.com/office/drawing/2014/main" id="{8F219A16-AC87-B776-B19D-E0ADFC8BA09A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" name="pg2082">
                <a:extLst>
                  <a:ext uri="{FF2B5EF4-FFF2-40B4-BE49-F238E27FC236}">
                    <a16:creationId xmlns:a16="http://schemas.microsoft.com/office/drawing/2014/main" id="{603CC1FC-2076-9BD0-FD55-65E0A0A1299B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" name="pg2083">
                <a:extLst>
                  <a:ext uri="{FF2B5EF4-FFF2-40B4-BE49-F238E27FC236}">
                    <a16:creationId xmlns:a16="http://schemas.microsoft.com/office/drawing/2014/main" id="{6219396D-EFD4-EC28-9D70-D2FAF3907FF6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" name="pg2084">
                <a:extLst>
                  <a:ext uri="{FF2B5EF4-FFF2-40B4-BE49-F238E27FC236}">
                    <a16:creationId xmlns:a16="http://schemas.microsoft.com/office/drawing/2014/main" id="{60544146-4DAB-9F75-3EE2-D20377F44F20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" name="pg2085">
                <a:extLst>
                  <a:ext uri="{FF2B5EF4-FFF2-40B4-BE49-F238E27FC236}">
                    <a16:creationId xmlns:a16="http://schemas.microsoft.com/office/drawing/2014/main" id="{4749D420-9D2B-E1D3-93EE-AC1A3689207D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" name="pg2086">
                <a:extLst>
                  <a:ext uri="{FF2B5EF4-FFF2-40B4-BE49-F238E27FC236}">
                    <a16:creationId xmlns:a16="http://schemas.microsoft.com/office/drawing/2014/main" id="{E7DF1DCB-5C8B-9F57-40BD-7C8B98184E55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" name="pg2087">
                <a:extLst>
                  <a:ext uri="{FF2B5EF4-FFF2-40B4-BE49-F238E27FC236}">
                    <a16:creationId xmlns:a16="http://schemas.microsoft.com/office/drawing/2014/main" id="{DC1591C2-6E3A-ED37-1830-1B3AE6179055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" name="pg2088">
                <a:extLst>
                  <a:ext uri="{FF2B5EF4-FFF2-40B4-BE49-F238E27FC236}">
                    <a16:creationId xmlns:a16="http://schemas.microsoft.com/office/drawing/2014/main" id="{E9D54866-567E-8BF9-C4D0-6FE0531C1A76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" name="pg2089">
                <a:extLst>
                  <a:ext uri="{FF2B5EF4-FFF2-40B4-BE49-F238E27FC236}">
                    <a16:creationId xmlns:a16="http://schemas.microsoft.com/office/drawing/2014/main" id="{C8D1DEFC-2F61-614B-5869-CE933BA53613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" name="pg2090">
                <a:extLst>
                  <a:ext uri="{FF2B5EF4-FFF2-40B4-BE49-F238E27FC236}">
                    <a16:creationId xmlns:a16="http://schemas.microsoft.com/office/drawing/2014/main" id="{0BDCD0CB-11DF-0B28-63FD-9DD2B944C9F4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" name="pg2091">
                <a:extLst>
                  <a:ext uri="{FF2B5EF4-FFF2-40B4-BE49-F238E27FC236}">
                    <a16:creationId xmlns:a16="http://schemas.microsoft.com/office/drawing/2014/main" id="{94C48640-D43F-9F4C-A6FA-44260A0BD218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" name="pg2092">
                <a:extLst>
                  <a:ext uri="{FF2B5EF4-FFF2-40B4-BE49-F238E27FC236}">
                    <a16:creationId xmlns:a16="http://schemas.microsoft.com/office/drawing/2014/main" id="{AD6F4740-1756-CB97-20F6-7415BCFCE81B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" name="pg2093">
                <a:extLst>
                  <a:ext uri="{FF2B5EF4-FFF2-40B4-BE49-F238E27FC236}">
                    <a16:creationId xmlns:a16="http://schemas.microsoft.com/office/drawing/2014/main" id="{AA73204F-3A9E-20BF-3A70-E11F70877466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" name="pg2094">
                <a:extLst>
                  <a:ext uri="{FF2B5EF4-FFF2-40B4-BE49-F238E27FC236}">
                    <a16:creationId xmlns:a16="http://schemas.microsoft.com/office/drawing/2014/main" id="{B4FC3612-C536-AA74-A58F-C65B1B5F7885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" name="pg2095">
                <a:extLst>
                  <a:ext uri="{FF2B5EF4-FFF2-40B4-BE49-F238E27FC236}">
                    <a16:creationId xmlns:a16="http://schemas.microsoft.com/office/drawing/2014/main" id="{E48014DF-F765-6CC9-5B03-DE69B0B44A42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" name="pg2096">
                <a:extLst>
                  <a:ext uri="{FF2B5EF4-FFF2-40B4-BE49-F238E27FC236}">
                    <a16:creationId xmlns:a16="http://schemas.microsoft.com/office/drawing/2014/main" id="{725D0829-36AB-5D6D-2477-C792D9A6FEAE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" name="pg2097">
                <a:extLst>
                  <a:ext uri="{FF2B5EF4-FFF2-40B4-BE49-F238E27FC236}">
                    <a16:creationId xmlns:a16="http://schemas.microsoft.com/office/drawing/2014/main" id="{56B8C956-31FC-E240-BA8F-E773A4B1948A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" name="pg2098">
                <a:extLst>
                  <a:ext uri="{FF2B5EF4-FFF2-40B4-BE49-F238E27FC236}">
                    <a16:creationId xmlns:a16="http://schemas.microsoft.com/office/drawing/2014/main" id="{116259FA-752F-800F-7B95-339C12D03102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" name="pg2099">
                <a:extLst>
                  <a:ext uri="{FF2B5EF4-FFF2-40B4-BE49-F238E27FC236}">
                    <a16:creationId xmlns:a16="http://schemas.microsoft.com/office/drawing/2014/main" id="{538176FC-BEAC-D745-E695-6D6F65D30692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" name="pg2100">
                <a:extLst>
                  <a:ext uri="{FF2B5EF4-FFF2-40B4-BE49-F238E27FC236}">
                    <a16:creationId xmlns:a16="http://schemas.microsoft.com/office/drawing/2014/main" id="{726C449D-6F8C-A038-2F46-24F25341A316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" name="pg2101">
                <a:extLst>
                  <a:ext uri="{FF2B5EF4-FFF2-40B4-BE49-F238E27FC236}">
                    <a16:creationId xmlns:a16="http://schemas.microsoft.com/office/drawing/2014/main" id="{ABF34EC5-5A73-9480-CAC6-5A537FBB8031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" name="pg2102">
                <a:extLst>
                  <a:ext uri="{FF2B5EF4-FFF2-40B4-BE49-F238E27FC236}">
                    <a16:creationId xmlns:a16="http://schemas.microsoft.com/office/drawing/2014/main" id="{CE755DA3-DEC9-FBEC-1C37-AB4C0A7DD84A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" name="pg2103">
                <a:extLst>
                  <a:ext uri="{FF2B5EF4-FFF2-40B4-BE49-F238E27FC236}">
                    <a16:creationId xmlns:a16="http://schemas.microsoft.com/office/drawing/2014/main" id="{AC426737-CA59-1EF3-1632-721B71EA731D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" name="pg2104">
                <a:extLst>
                  <a:ext uri="{FF2B5EF4-FFF2-40B4-BE49-F238E27FC236}">
                    <a16:creationId xmlns:a16="http://schemas.microsoft.com/office/drawing/2014/main" id="{BF46EE1E-BFD7-43D8-8634-86A775EA2C86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" name="pg2105">
                <a:extLst>
                  <a:ext uri="{FF2B5EF4-FFF2-40B4-BE49-F238E27FC236}">
                    <a16:creationId xmlns:a16="http://schemas.microsoft.com/office/drawing/2014/main" id="{7EE88C3F-DBD4-C995-6F3A-4C45EAD0F938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" name="pg2106">
                <a:extLst>
                  <a:ext uri="{FF2B5EF4-FFF2-40B4-BE49-F238E27FC236}">
                    <a16:creationId xmlns:a16="http://schemas.microsoft.com/office/drawing/2014/main" id="{87ABA7B0-0827-C078-E95B-CEAC222E8FF6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" name="pg2107">
                <a:extLst>
                  <a:ext uri="{FF2B5EF4-FFF2-40B4-BE49-F238E27FC236}">
                    <a16:creationId xmlns:a16="http://schemas.microsoft.com/office/drawing/2014/main" id="{5B6F53C3-930C-5FF3-44B0-31FF00A6FAF3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" name="pg2108">
                <a:extLst>
                  <a:ext uri="{FF2B5EF4-FFF2-40B4-BE49-F238E27FC236}">
                    <a16:creationId xmlns:a16="http://schemas.microsoft.com/office/drawing/2014/main" id="{07B7CB1D-24A8-94FF-996D-488AC32EC547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" name="pg2109">
                <a:extLst>
                  <a:ext uri="{FF2B5EF4-FFF2-40B4-BE49-F238E27FC236}">
                    <a16:creationId xmlns:a16="http://schemas.microsoft.com/office/drawing/2014/main" id="{24DEEC39-7C4C-BD7D-8089-30C75195D4DB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" name="pg2110">
                <a:extLst>
                  <a:ext uri="{FF2B5EF4-FFF2-40B4-BE49-F238E27FC236}">
                    <a16:creationId xmlns:a16="http://schemas.microsoft.com/office/drawing/2014/main" id="{AC8D97AF-2C26-2303-C9A3-EB48380240E6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" name="pg2111">
                <a:extLst>
                  <a:ext uri="{FF2B5EF4-FFF2-40B4-BE49-F238E27FC236}">
                    <a16:creationId xmlns:a16="http://schemas.microsoft.com/office/drawing/2014/main" id="{C6B1E8EE-1153-9882-DC13-1FDD49C9AD95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" name="pg2112">
                <a:extLst>
                  <a:ext uri="{FF2B5EF4-FFF2-40B4-BE49-F238E27FC236}">
                    <a16:creationId xmlns:a16="http://schemas.microsoft.com/office/drawing/2014/main" id="{F19FC7BC-729A-C401-099B-5E6AD5CFBB01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" name="pg2113">
                <a:extLst>
                  <a:ext uri="{FF2B5EF4-FFF2-40B4-BE49-F238E27FC236}">
                    <a16:creationId xmlns:a16="http://schemas.microsoft.com/office/drawing/2014/main" id="{7519E81D-892E-40B6-72F3-3E83BD523216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" name="pg2114">
                <a:extLst>
                  <a:ext uri="{FF2B5EF4-FFF2-40B4-BE49-F238E27FC236}">
                    <a16:creationId xmlns:a16="http://schemas.microsoft.com/office/drawing/2014/main" id="{40ACA9F5-3FD4-2251-D688-C9BB7ECEB449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" name="pg2115">
                <a:extLst>
                  <a:ext uri="{FF2B5EF4-FFF2-40B4-BE49-F238E27FC236}">
                    <a16:creationId xmlns:a16="http://schemas.microsoft.com/office/drawing/2014/main" id="{E38F277F-82B6-095B-5383-70FD13E9ECA9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" name="pg2116">
                <a:extLst>
                  <a:ext uri="{FF2B5EF4-FFF2-40B4-BE49-F238E27FC236}">
                    <a16:creationId xmlns:a16="http://schemas.microsoft.com/office/drawing/2014/main" id="{4145A1DE-DDFC-0030-35DA-EC8FDA02855F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" name="pg2117">
                <a:extLst>
                  <a:ext uri="{FF2B5EF4-FFF2-40B4-BE49-F238E27FC236}">
                    <a16:creationId xmlns:a16="http://schemas.microsoft.com/office/drawing/2014/main" id="{74ED2A7E-612E-916E-76DE-6A7EF694E79E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" name="pg2118">
                <a:extLst>
                  <a:ext uri="{FF2B5EF4-FFF2-40B4-BE49-F238E27FC236}">
                    <a16:creationId xmlns:a16="http://schemas.microsoft.com/office/drawing/2014/main" id="{9A1C9937-5A61-A81F-C430-2D901EEBBE55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" name="pg2119">
                <a:extLst>
                  <a:ext uri="{FF2B5EF4-FFF2-40B4-BE49-F238E27FC236}">
                    <a16:creationId xmlns:a16="http://schemas.microsoft.com/office/drawing/2014/main" id="{8A83CACE-27F4-130D-CA06-395FB66C3384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" name="pg2120">
                <a:extLst>
                  <a:ext uri="{FF2B5EF4-FFF2-40B4-BE49-F238E27FC236}">
                    <a16:creationId xmlns:a16="http://schemas.microsoft.com/office/drawing/2014/main" id="{1B5E1EEB-787A-F21C-8B09-802D178E2F33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" name="pg2121">
                <a:extLst>
                  <a:ext uri="{FF2B5EF4-FFF2-40B4-BE49-F238E27FC236}">
                    <a16:creationId xmlns:a16="http://schemas.microsoft.com/office/drawing/2014/main" id="{C4C5A8FD-D3EE-167A-09FA-87A999A75D17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" name="pg2122">
                <a:extLst>
                  <a:ext uri="{FF2B5EF4-FFF2-40B4-BE49-F238E27FC236}">
                    <a16:creationId xmlns:a16="http://schemas.microsoft.com/office/drawing/2014/main" id="{EF376216-4FC7-F9C2-E2C0-B0850690A8DE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" name="pg2123">
                <a:extLst>
                  <a:ext uri="{FF2B5EF4-FFF2-40B4-BE49-F238E27FC236}">
                    <a16:creationId xmlns:a16="http://schemas.microsoft.com/office/drawing/2014/main" id="{7910FE44-79C1-2021-83EE-9B55C214477D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" name="pg2124">
                <a:extLst>
                  <a:ext uri="{FF2B5EF4-FFF2-40B4-BE49-F238E27FC236}">
                    <a16:creationId xmlns:a16="http://schemas.microsoft.com/office/drawing/2014/main" id="{91D409B2-3F76-CE18-0997-428FA0C88010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" name="pg2125">
                <a:extLst>
                  <a:ext uri="{FF2B5EF4-FFF2-40B4-BE49-F238E27FC236}">
                    <a16:creationId xmlns:a16="http://schemas.microsoft.com/office/drawing/2014/main" id="{218D74EE-2C4F-1B5C-07C7-021586C815B3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" name="pg2126">
                <a:extLst>
                  <a:ext uri="{FF2B5EF4-FFF2-40B4-BE49-F238E27FC236}">
                    <a16:creationId xmlns:a16="http://schemas.microsoft.com/office/drawing/2014/main" id="{B9BBEE2C-9663-8540-1F67-DE763FD06EAE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" name="pg2127">
                <a:extLst>
                  <a:ext uri="{FF2B5EF4-FFF2-40B4-BE49-F238E27FC236}">
                    <a16:creationId xmlns:a16="http://schemas.microsoft.com/office/drawing/2014/main" id="{D42BBF2F-E3AA-817A-DE53-8AC89EA8B6F3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" name="pg2128">
                <a:extLst>
                  <a:ext uri="{FF2B5EF4-FFF2-40B4-BE49-F238E27FC236}">
                    <a16:creationId xmlns:a16="http://schemas.microsoft.com/office/drawing/2014/main" id="{005EE5EC-C3AA-6CE9-37F8-29161391FF21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" name="pg2129">
                <a:extLst>
                  <a:ext uri="{FF2B5EF4-FFF2-40B4-BE49-F238E27FC236}">
                    <a16:creationId xmlns:a16="http://schemas.microsoft.com/office/drawing/2014/main" id="{96768201-16AC-4F6E-82DA-418E0A621316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" name="pg2130">
                <a:extLst>
                  <a:ext uri="{FF2B5EF4-FFF2-40B4-BE49-F238E27FC236}">
                    <a16:creationId xmlns:a16="http://schemas.microsoft.com/office/drawing/2014/main" id="{87FC0D00-6AC2-7781-86BA-C116FBF48219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" name="pg2131">
                <a:extLst>
                  <a:ext uri="{FF2B5EF4-FFF2-40B4-BE49-F238E27FC236}">
                    <a16:creationId xmlns:a16="http://schemas.microsoft.com/office/drawing/2014/main" id="{8302A3FC-E4BC-D1EB-86FD-C77349CEA16E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" name="pg2132">
                <a:extLst>
                  <a:ext uri="{FF2B5EF4-FFF2-40B4-BE49-F238E27FC236}">
                    <a16:creationId xmlns:a16="http://schemas.microsoft.com/office/drawing/2014/main" id="{B61E89B6-8E52-478F-9709-A5D6B9AF6BD7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" name="pg2133">
                <a:extLst>
                  <a:ext uri="{FF2B5EF4-FFF2-40B4-BE49-F238E27FC236}">
                    <a16:creationId xmlns:a16="http://schemas.microsoft.com/office/drawing/2014/main" id="{E7081118-4CA5-22C3-54B5-668B675831DC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" name="pg2134">
                <a:extLst>
                  <a:ext uri="{FF2B5EF4-FFF2-40B4-BE49-F238E27FC236}">
                    <a16:creationId xmlns:a16="http://schemas.microsoft.com/office/drawing/2014/main" id="{16C6784B-0BE3-32F3-6512-05F8A2DF44CA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" name="pg2135">
                <a:extLst>
                  <a:ext uri="{FF2B5EF4-FFF2-40B4-BE49-F238E27FC236}">
                    <a16:creationId xmlns:a16="http://schemas.microsoft.com/office/drawing/2014/main" id="{A558E52C-4D94-17C9-4E98-169FCCD3EAF8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" name="pg2136">
                <a:extLst>
                  <a:ext uri="{FF2B5EF4-FFF2-40B4-BE49-F238E27FC236}">
                    <a16:creationId xmlns:a16="http://schemas.microsoft.com/office/drawing/2014/main" id="{3D1D811F-C431-861E-97B0-CF4A018470FC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" name="pg2137">
                <a:extLst>
                  <a:ext uri="{FF2B5EF4-FFF2-40B4-BE49-F238E27FC236}">
                    <a16:creationId xmlns:a16="http://schemas.microsoft.com/office/drawing/2014/main" id="{4C8D4151-5A5D-5276-AA15-6A661151B2A3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" name="pg2138">
                <a:extLst>
                  <a:ext uri="{FF2B5EF4-FFF2-40B4-BE49-F238E27FC236}">
                    <a16:creationId xmlns:a16="http://schemas.microsoft.com/office/drawing/2014/main" id="{16446D6E-FCBF-5927-D362-1E3FBB1D488D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" name="pg2139">
                <a:extLst>
                  <a:ext uri="{FF2B5EF4-FFF2-40B4-BE49-F238E27FC236}">
                    <a16:creationId xmlns:a16="http://schemas.microsoft.com/office/drawing/2014/main" id="{9F572A91-420F-D81A-35AA-3674A572BBE6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" name="pg2140">
                <a:extLst>
                  <a:ext uri="{FF2B5EF4-FFF2-40B4-BE49-F238E27FC236}">
                    <a16:creationId xmlns:a16="http://schemas.microsoft.com/office/drawing/2014/main" id="{7D19088A-3D13-0B8F-A48D-B9FBD39A01CC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" name="pg2141">
                <a:extLst>
                  <a:ext uri="{FF2B5EF4-FFF2-40B4-BE49-F238E27FC236}">
                    <a16:creationId xmlns:a16="http://schemas.microsoft.com/office/drawing/2014/main" id="{FC922904-A95C-2A7F-F53C-DF554A4418EE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" name="pg2142">
                <a:extLst>
                  <a:ext uri="{FF2B5EF4-FFF2-40B4-BE49-F238E27FC236}">
                    <a16:creationId xmlns:a16="http://schemas.microsoft.com/office/drawing/2014/main" id="{913D761F-FFCA-78E2-D2A8-8D5ED0FD2CEB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" name="pg2143">
                <a:extLst>
                  <a:ext uri="{FF2B5EF4-FFF2-40B4-BE49-F238E27FC236}">
                    <a16:creationId xmlns:a16="http://schemas.microsoft.com/office/drawing/2014/main" id="{9400DECD-1069-AA74-25E1-E18E5B8DF788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" name="pg2144">
                <a:extLst>
                  <a:ext uri="{FF2B5EF4-FFF2-40B4-BE49-F238E27FC236}">
                    <a16:creationId xmlns:a16="http://schemas.microsoft.com/office/drawing/2014/main" id="{22547036-EA2A-6CA8-243B-87F1FA3C1C3C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" name="pg2145">
                <a:extLst>
                  <a:ext uri="{FF2B5EF4-FFF2-40B4-BE49-F238E27FC236}">
                    <a16:creationId xmlns:a16="http://schemas.microsoft.com/office/drawing/2014/main" id="{0BAFDA64-1429-81AE-1A44-58919E86EBEA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" name="pg2146">
                <a:extLst>
                  <a:ext uri="{FF2B5EF4-FFF2-40B4-BE49-F238E27FC236}">
                    <a16:creationId xmlns:a16="http://schemas.microsoft.com/office/drawing/2014/main" id="{C74FBAE6-40CB-D537-FB8E-1F176618E107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" name="pg2147">
                <a:extLst>
                  <a:ext uri="{FF2B5EF4-FFF2-40B4-BE49-F238E27FC236}">
                    <a16:creationId xmlns:a16="http://schemas.microsoft.com/office/drawing/2014/main" id="{0D5BDC1A-AE03-FE5C-FFF3-7F5051E20397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" name="pg2148">
                <a:extLst>
                  <a:ext uri="{FF2B5EF4-FFF2-40B4-BE49-F238E27FC236}">
                    <a16:creationId xmlns:a16="http://schemas.microsoft.com/office/drawing/2014/main" id="{447C6B5A-CFE7-0998-017B-032C2DB46BAD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" name="pg2149">
                <a:extLst>
                  <a:ext uri="{FF2B5EF4-FFF2-40B4-BE49-F238E27FC236}">
                    <a16:creationId xmlns:a16="http://schemas.microsoft.com/office/drawing/2014/main" id="{31BC6A43-8C9A-3A38-50B8-38456DADA034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" name="pg2150">
                <a:extLst>
                  <a:ext uri="{FF2B5EF4-FFF2-40B4-BE49-F238E27FC236}">
                    <a16:creationId xmlns:a16="http://schemas.microsoft.com/office/drawing/2014/main" id="{C26C503B-C4C6-3E62-7CAB-82246736BD2B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" name="pg2151">
                <a:extLst>
                  <a:ext uri="{FF2B5EF4-FFF2-40B4-BE49-F238E27FC236}">
                    <a16:creationId xmlns:a16="http://schemas.microsoft.com/office/drawing/2014/main" id="{24A8822F-2252-91CC-42FA-783516DE5389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" name="pg2152">
                <a:extLst>
                  <a:ext uri="{FF2B5EF4-FFF2-40B4-BE49-F238E27FC236}">
                    <a16:creationId xmlns:a16="http://schemas.microsoft.com/office/drawing/2014/main" id="{8CE04C79-56E7-2DDB-EA44-6362517FE95F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" name="pg2153">
                <a:extLst>
                  <a:ext uri="{FF2B5EF4-FFF2-40B4-BE49-F238E27FC236}">
                    <a16:creationId xmlns:a16="http://schemas.microsoft.com/office/drawing/2014/main" id="{3B6493EF-DDE6-6B8E-E715-A509E64B4AEE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" name="pg2154">
                <a:extLst>
                  <a:ext uri="{FF2B5EF4-FFF2-40B4-BE49-F238E27FC236}">
                    <a16:creationId xmlns:a16="http://schemas.microsoft.com/office/drawing/2014/main" id="{113455AF-C153-70CD-57D2-9B7E38252351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" name="pg2155">
                <a:extLst>
                  <a:ext uri="{FF2B5EF4-FFF2-40B4-BE49-F238E27FC236}">
                    <a16:creationId xmlns:a16="http://schemas.microsoft.com/office/drawing/2014/main" id="{54D11493-810A-E6D3-F3B8-F122DA2A8D04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" name="pg2156">
                <a:extLst>
                  <a:ext uri="{FF2B5EF4-FFF2-40B4-BE49-F238E27FC236}">
                    <a16:creationId xmlns:a16="http://schemas.microsoft.com/office/drawing/2014/main" id="{D5140A67-7E10-A377-6D22-1189CA9AC5EE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" name="pg2157">
                <a:extLst>
                  <a:ext uri="{FF2B5EF4-FFF2-40B4-BE49-F238E27FC236}">
                    <a16:creationId xmlns:a16="http://schemas.microsoft.com/office/drawing/2014/main" id="{6AECD87F-5420-DC74-E3B7-C4A8D433C2BE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" name="pg2158">
                <a:extLst>
                  <a:ext uri="{FF2B5EF4-FFF2-40B4-BE49-F238E27FC236}">
                    <a16:creationId xmlns:a16="http://schemas.microsoft.com/office/drawing/2014/main" id="{E7541FA0-1E50-F855-DF71-68DFD12FBEF7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" name="pg2159">
                <a:extLst>
                  <a:ext uri="{FF2B5EF4-FFF2-40B4-BE49-F238E27FC236}">
                    <a16:creationId xmlns:a16="http://schemas.microsoft.com/office/drawing/2014/main" id="{6892B9E9-08EB-553E-5F24-9A070E1A33A6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" name="pg2160">
                <a:extLst>
                  <a:ext uri="{FF2B5EF4-FFF2-40B4-BE49-F238E27FC236}">
                    <a16:creationId xmlns:a16="http://schemas.microsoft.com/office/drawing/2014/main" id="{786A4F6B-5136-08B0-0192-749682DECA11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" name="pg2161">
                <a:extLst>
                  <a:ext uri="{FF2B5EF4-FFF2-40B4-BE49-F238E27FC236}">
                    <a16:creationId xmlns:a16="http://schemas.microsoft.com/office/drawing/2014/main" id="{792398A1-7B6B-872C-7C2A-F91FFF1DFDFA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" name="pg2162">
                <a:extLst>
                  <a:ext uri="{FF2B5EF4-FFF2-40B4-BE49-F238E27FC236}">
                    <a16:creationId xmlns:a16="http://schemas.microsoft.com/office/drawing/2014/main" id="{5BBACDA1-4E50-74B4-9CF3-B8EC8FF36DF1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" name="pg2163">
                <a:extLst>
                  <a:ext uri="{FF2B5EF4-FFF2-40B4-BE49-F238E27FC236}">
                    <a16:creationId xmlns:a16="http://schemas.microsoft.com/office/drawing/2014/main" id="{DBB7D796-5D1A-A2D9-646A-2CD19710EDB5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" name="pg2164">
                <a:extLst>
                  <a:ext uri="{FF2B5EF4-FFF2-40B4-BE49-F238E27FC236}">
                    <a16:creationId xmlns:a16="http://schemas.microsoft.com/office/drawing/2014/main" id="{16AAD827-33CA-68D3-4EBF-89A303FA862D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" name="pg2165">
                <a:extLst>
                  <a:ext uri="{FF2B5EF4-FFF2-40B4-BE49-F238E27FC236}">
                    <a16:creationId xmlns:a16="http://schemas.microsoft.com/office/drawing/2014/main" id="{C11386E9-9CC8-5D91-C9D9-1D04C4A081C0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" name="pg2166">
                <a:extLst>
                  <a:ext uri="{FF2B5EF4-FFF2-40B4-BE49-F238E27FC236}">
                    <a16:creationId xmlns:a16="http://schemas.microsoft.com/office/drawing/2014/main" id="{7E92E01F-2E3A-164C-8438-40ADEEF2FF71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" name="pg2167">
                <a:extLst>
                  <a:ext uri="{FF2B5EF4-FFF2-40B4-BE49-F238E27FC236}">
                    <a16:creationId xmlns:a16="http://schemas.microsoft.com/office/drawing/2014/main" id="{FAF33263-0DFD-7720-CEE9-250DF1E4E95C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" name="pg2168">
                <a:extLst>
                  <a:ext uri="{FF2B5EF4-FFF2-40B4-BE49-F238E27FC236}">
                    <a16:creationId xmlns:a16="http://schemas.microsoft.com/office/drawing/2014/main" id="{48FA009F-11E1-D0B8-82A8-94A8E3327336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" name="pg2169">
                <a:extLst>
                  <a:ext uri="{FF2B5EF4-FFF2-40B4-BE49-F238E27FC236}">
                    <a16:creationId xmlns:a16="http://schemas.microsoft.com/office/drawing/2014/main" id="{129DCC9A-3E68-17E7-00F7-3A0C2EF2B71B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" name="pg2170">
                <a:extLst>
                  <a:ext uri="{FF2B5EF4-FFF2-40B4-BE49-F238E27FC236}">
                    <a16:creationId xmlns:a16="http://schemas.microsoft.com/office/drawing/2014/main" id="{FCE05D8F-1C64-4637-340A-800E5A7DB7BF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" name="pg2171">
                <a:extLst>
                  <a:ext uri="{FF2B5EF4-FFF2-40B4-BE49-F238E27FC236}">
                    <a16:creationId xmlns:a16="http://schemas.microsoft.com/office/drawing/2014/main" id="{D7B20BC0-DFEF-5E7C-BC21-96D8C195D3FC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" name="pg2172">
                <a:extLst>
                  <a:ext uri="{FF2B5EF4-FFF2-40B4-BE49-F238E27FC236}">
                    <a16:creationId xmlns:a16="http://schemas.microsoft.com/office/drawing/2014/main" id="{A1710039-ACAE-6C95-BF75-7E5B96F8F5F6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" name="pg2173">
                <a:extLst>
                  <a:ext uri="{FF2B5EF4-FFF2-40B4-BE49-F238E27FC236}">
                    <a16:creationId xmlns:a16="http://schemas.microsoft.com/office/drawing/2014/main" id="{BBFB8700-C849-150A-EBF5-48DEB69C3D91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" name="pg2174">
                <a:extLst>
                  <a:ext uri="{FF2B5EF4-FFF2-40B4-BE49-F238E27FC236}">
                    <a16:creationId xmlns:a16="http://schemas.microsoft.com/office/drawing/2014/main" id="{12931B1F-31BF-6B6B-E649-215DEA16842A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" name="pg2175">
                <a:extLst>
                  <a:ext uri="{FF2B5EF4-FFF2-40B4-BE49-F238E27FC236}">
                    <a16:creationId xmlns:a16="http://schemas.microsoft.com/office/drawing/2014/main" id="{9C0D257D-B8DA-70FF-E4BD-DC9E3C772F4E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" name="pg2176">
                <a:extLst>
                  <a:ext uri="{FF2B5EF4-FFF2-40B4-BE49-F238E27FC236}">
                    <a16:creationId xmlns:a16="http://schemas.microsoft.com/office/drawing/2014/main" id="{480E9AF7-C52E-BDF3-E72A-335C9A76AB5D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" name="pg2177">
                <a:extLst>
                  <a:ext uri="{FF2B5EF4-FFF2-40B4-BE49-F238E27FC236}">
                    <a16:creationId xmlns:a16="http://schemas.microsoft.com/office/drawing/2014/main" id="{AB6D471E-F1E9-3352-5072-31EB36E008DB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" name="pg2178">
                <a:extLst>
                  <a:ext uri="{FF2B5EF4-FFF2-40B4-BE49-F238E27FC236}">
                    <a16:creationId xmlns:a16="http://schemas.microsoft.com/office/drawing/2014/main" id="{687E1141-72CB-89DA-5946-AE9AB6A36466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" name="pg2179">
                <a:extLst>
                  <a:ext uri="{FF2B5EF4-FFF2-40B4-BE49-F238E27FC236}">
                    <a16:creationId xmlns:a16="http://schemas.microsoft.com/office/drawing/2014/main" id="{15AEB7ED-A88C-3323-F050-CC84A999B42B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" name="pg2180">
                <a:extLst>
                  <a:ext uri="{FF2B5EF4-FFF2-40B4-BE49-F238E27FC236}">
                    <a16:creationId xmlns:a16="http://schemas.microsoft.com/office/drawing/2014/main" id="{4EB0F3FA-267A-B496-2034-86D0A07E3D87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" name="pg2181">
                <a:extLst>
                  <a:ext uri="{FF2B5EF4-FFF2-40B4-BE49-F238E27FC236}">
                    <a16:creationId xmlns:a16="http://schemas.microsoft.com/office/drawing/2014/main" id="{15468F5B-5E79-F279-E162-7EA402AFE009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" name="pg2182">
                <a:extLst>
                  <a:ext uri="{FF2B5EF4-FFF2-40B4-BE49-F238E27FC236}">
                    <a16:creationId xmlns:a16="http://schemas.microsoft.com/office/drawing/2014/main" id="{F91FBAA5-3609-61D7-790A-09D4B6E465AE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" name="pg2183">
                <a:extLst>
                  <a:ext uri="{FF2B5EF4-FFF2-40B4-BE49-F238E27FC236}">
                    <a16:creationId xmlns:a16="http://schemas.microsoft.com/office/drawing/2014/main" id="{D2197A4D-3B7A-CBA2-8BDE-E3CA4102C495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" name="pg2184">
                <a:extLst>
                  <a:ext uri="{FF2B5EF4-FFF2-40B4-BE49-F238E27FC236}">
                    <a16:creationId xmlns:a16="http://schemas.microsoft.com/office/drawing/2014/main" id="{799DBDD3-D758-158B-7782-B6904ACD0077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" name="pg2185">
                <a:extLst>
                  <a:ext uri="{FF2B5EF4-FFF2-40B4-BE49-F238E27FC236}">
                    <a16:creationId xmlns:a16="http://schemas.microsoft.com/office/drawing/2014/main" id="{90B0FCF7-02B4-7E33-6734-B14CD3836CEB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" name="pg2186">
                <a:extLst>
                  <a:ext uri="{FF2B5EF4-FFF2-40B4-BE49-F238E27FC236}">
                    <a16:creationId xmlns:a16="http://schemas.microsoft.com/office/drawing/2014/main" id="{6F1BBF74-F4D4-38CC-D0AD-9D4EB72CCE1A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" name="pg2187">
                <a:extLst>
                  <a:ext uri="{FF2B5EF4-FFF2-40B4-BE49-F238E27FC236}">
                    <a16:creationId xmlns:a16="http://schemas.microsoft.com/office/drawing/2014/main" id="{EB522F51-66DA-BEC3-E284-8007A0D47D33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" name="pg2188">
                <a:extLst>
                  <a:ext uri="{FF2B5EF4-FFF2-40B4-BE49-F238E27FC236}">
                    <a16:creationId xmlns:a16="http://schemas.microsoft.com/office/drawing/2014/main" id="{3CFFB1B8-E1A0-092C-DF87-5CB08F828BCE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" name="pg2189">
                <a:extLst>
                  <a:ext uri="{FF2B5EF4-FFF2-40B4-BE49-F238E27FC236}">
                    <a16:creationId xmlns:a16="http://schemas.microsoft.com/office/drawing/2014/main" id="{AE6B6BA1-A06D-1730-35FE-7BDA3F011575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" name="pg2190">
                <a:extLst>
                  <a:ext uri="{FF2B5EF4-FFF2-40B4-BE49-F238E27FC236}">
                    <a16:creationId xmlns:a16="http://schemas.microsoft.com/office/drawing/2014/main" id="{435C7288-841D-8894-EE26-E251A8EB300B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" name="pg2191">
                <a:extLst>
                  <a:ext uri="{FF2B5EF4-FFF2-40B4-BE49-F238E27FC236}">
                    <a16:creationId xmlns:a16="http://schemas.microsoft.com/office/drawing/2014/main" id="{F03BCDD8-76F0-4EEC-2ED6-512461F3AD9A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" name="pg2192">
                <a:extLst>
                  <a:ext uri="{FF2B5EF4-FFF2-40B4-BE49-F238E27FC236}">
                    <a16:creationId xmlns:a16="http://schemas.microsoft.com/office/drawing/2014/main" id="{7703C75C-E333-FA37-D822-CE8F9AC33C3B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" name="pg2193">
                <a:extLst>
                  <a:ext uri="{FF2B5EF4-FFF2-40B4-BE49-F238E27FC236}">
                    <a16:creationId xmlns:a16="http://schemas.microsoft.com/office/drawing/2014/main" id="{F25A025D-8242-EB18-5487-33A34182C74F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" name="pg2194">
                <a:extLst>
                  <a:ext uri="{FF2B5EF4-FFF2-40B4-BE49-F238E27FC236}">
                    <a16:creationId xmlns:a16="http://schemas.microsoft.com/office/drawing/2014/main" id="{F7373D1C-CED3-6646-0B79-864B19D693D4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" name="pg2195">
                <a:extLst>
                  <a:ext uri="{FF2B5EF4-FFF2-40B4-BE49-F238E27FC236}">
                    <a16:creationId xmlns:a16="http://schemas.microsoft.com/office/drawing/2014/main" id="{99DD3EA3-242C-8CA0-2476-1DB391396638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" name="pg2196">
                <a:extLst>
                  <a:ext uri="{FF2B5EF4-FFF2-40B4-BE49-F238E27FC236}">
                    <a16:creationId xmlns:a16="http://schemas.microsoft.com/office/drawing/2014/main" id="{141B9672-EBFF-93C8-A2AA-D23463CA6A98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" name="pg2197">
                <a:extLst>
                  <a:ext uri="{FF2B5EF4-FFF2-40B4-BE49-F238E27FC236}">
                    <a16:creationId xmlns:a16="http://schemas.microsoft.com/office/drawing/2014/main" id="{81DBA2E1-95EE-A441-4FF4-DC7418AA3284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" name="pg2198">
                <a:extLst>
                  <a:ext uri="{FF2B5EF4-FFF2-40B4-BE49-F238E27FC236}">
                    <a16:creationId xmlns:a16="http://schemas.microsoft.com/office/drawing/2014/main" id="{507EFD46-D052-2FF4-93D0-C43DB5D1D8A0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" name="pg2199">
                <a:extLst>
                  <a:ext uri="{FF2B5EF4-FFF2-40B4-BE49-F238E27FC236}">
                    <a16:creationId xmlns:a16="http://schemas.microsoft.com/office/drawing/2014/main" id="{6A36F94A-3818-A9E9-B14A-ECFBAC92BB30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" name="pg2200">
                <a:extLst>
                  <a:ext uri="{FF2B5EF4-FFF2-40B4-BE49-F238E27FC236}">
                    <a16:creationId xmlns:a16="http://schemas.microsoft.com/office/drawing/2014/main" id="{A2B2566F-73FD-DAB7-6D49-7CFE6B114601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" name="pg2201">
                <a:extLst>
                  <a:ext uri="{FF2B5EF4-FFF2-40B4-BE49-F238E27FC236}">
                    <a16:creationId xmlns:a16="http://schemas.microsoft.com/office/drawing/2014/main" id="{C27FC800-5FE7-173F-8F33-E3A8E5E08097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" name="pg2202">
                <a:extLst>
                  <a:ext uri="{FF2B5EF4-FFF2-40B4-BE49-F238E27FC236}">
                    <a16:creationId xmlns:a16="http://schemas.microsoft.com/office/drawing/2014/main" id="{6C783F82-226B-0FC7-F615-771FC66E9592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" name="pg2203">
                <a:extLst>
                  <a:ext uri="{FF2B5EF4-FFF2-40B4-BE49-F238E27FC236}">
                    <a16:creationId xmlns:a16="http://schemas.microsoft.com/office/drawing/2014/main" id="{E42A6199-A03E-3CE6-F74E-C3F20606EF3E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" name="pg2204">
                <a:extLst>
                  <a:ext uri="{FF2B5EF4-FFF2-40B4-BE49-F238E27FC236}">
                    <a16:creationId xmlns:a16="http://schemas.microsoft.com/office/drawing/2014/main" id="{9F460F38-63F0-609E-69E1-3CD9AA64F7C5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" name="pg2205">
                <a:extLst>
                  <a:ext uri="{FF2B5EF4-FFF2-40B4-BE49-F238E27FC236}">
                    <a16:creationId xmlns:a16="http://schemas.microsoft.com/office/drawing/2014/main" id="{C9753082-6BBC-4963-3736-6C2CF29DC47E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" name="pg2206">
                <a:extLst>
                  <a:ext uri="{FF2B5EF4-FFF2-40B4-BE49-F238E27FC236}">
                    <a16:creationId xmlns:a16="http://schemas.microsoft.com/office/drawing/2014/main" id="{E17C034B-BCF6-D9E2-9803-4585C71081CD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" name="pg2207">
                <a:extLst>
                  <a:ext uri="{FF2B5EF4-FFF2-40B4-BE49-F238E27FC236}">
                    <a16:creationId xmlns:a16="http://schemas.microsoft.com/office/drawing/2014/main" id="{B9F948CC-7972-5800-50F0-624528695E2E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" name="pg2208">
                <a:extLst>
                  <a:ext uri="{FF2B5EF4-FFF2-40B4-BE49-F238E27FC236}">
                    <a16:creationId xmlns:a16="http://schemas.microsoft.com/office/drawing/2014/main" id="{3FFD150F-AF31-AFE1-991B-6048A8BD2D71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" name="pg2209">
                <a:extLst>
                  <a:ext uri="{FF2B5EF4-FFF2-40B4-BE49-F238E27FC236}">
                    <a16:creationId xmlns:a16="http://schemas.microsoft.com/office/drawing/2014/main" id="{394C9DDF-DF11-EC37-C373-05C496CBDF50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" name="pg2210">
                <a:extLst>
                  <a:ext uri="{FF2B5EF4-FFF2-40B4-BE49-F238E27FC236}">
                    <a16:creationId xmlns:a16="http://schemas.microsoft.com/office/drawing/2014/main" id="{EE4AF82C-9C8D-8628-61CD-DC964EEA69AA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" name="pg2211">
                <a:extLst>
                  <a:ext uri="{FF2B5EF4-FFF2-40B4-BE49-F238E27FC236}">
                    <a16:creationId xmlns:a16="http://schemas.microsoft.com/office/drawing/2014/main" id="{585C3563-D92E-D87A-2773-AFF6B9D9846D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" name="pg2212">
                <a:extLst>
                  <a:ext uri="{FF2B5EF4-FFF2-40B4-BE49-F238E27FC236}">
                    <a16:creationId xmlns:a16="http://schemas.microsoft.com/office/drawing/2014/main" id="{3A71B12A-60CF-6C7A-C31D-0F403B19E8E6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" name="pg2213">
                <a:extLst>
                  <a:ext uri="{FF2B5EF4-FFF2-40B4-BE49-F238E27FC236}">
                    <a16:creationId xmlns:a16="http://schemas.microsoft.com/office/drawing/2014/main" id="{87B502A8-2C0E-898F-20DD-84A9F4E90D0B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" name="pg2214">
                <a:extLst>
                  <a:ext uri="{FF2B5EF4-FFF2-40B4-BE49-F238E27FC236}">
                    <a16:creationId xmlns:a16="http://schemas.microsoft.com/office/drawing/2014/main" id="{6CF75EBF-7549-4DFB-ED32-659BD23911DD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" name="pg2215">
                <a:extLst>
                  <a:ext uri="{FF2B5EF4-FFF2-40B4-BE49-F238E27FC236}">
                    <a16:creationId xmlns:a16="http://schemas.microsoft.com/office/drawing/2014/main" id="{D6FE2430-2564-596A-145D-E554DD29C19D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" name="pg2216">
                <a:extLst>
                  <a:ext uri="{FF2B5EF4-FFF2-40B4-BE49-F238E27FC236}">
                    <a16:creationId xmlns:a16="http://schemas.microsoft.com/office/drawing/2014/main" id="{32FB2681-3FEC-717E-BAA6-CBB3B9DA73E4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" name="pg2217">
                <a:extLst>
                  <a:ext uri="{FF2B5EF4-FFF2-40B4-BE49-F238E27FC236}">
                    <a16:creationId xmlns:a16="http://schemas.microsoft.com/office/drawing/2014/main" id="{A6D57EEB-00AD-06E6-BEFF-BC753BDB2DCB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" name="pg2218">
                <a:extLst>
                  <a:ext uri="{FF2B5EF4-FFF2-40B4-BE49-F238E27FC236}">
                    <a16:creationId xmlns:a16="http://schemas.microsoft.com/office/drawing/2014/main" id="{51380CD2-F48C-E7BA-9917-5F625105318E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" name="pg2219">
                <a:extLst>
                  <a:ext uri="{FF2B5EF4-FFF2-40B4-BE49-F238E27FC236}">
                    <a16:creationId xmlns:a16="http://schemas.microsoft.com/office/drawing/2014/main" id="{D4C55C49-1CE8-B55E-1AB4-9CEA8E94CC8E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" name="pg2220">
                <a:extLst>
                  <a:ext uri="{FF2B5EF4-FFF2-40B4-BE49-F238E27FC236}">
                    <a16:creationId xmlns:a16="http://schemas.microsoft.com/office/drawing/2014/main" id="{C493875A-56D2-53F0-1C2F-583728381FE0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" name="pg2221">
                <a:extLst>
                  <a:ext uri="{FF2B5EF4-FFF2-40B4-BE49-F238E27FC236}">
                    <a16:creationId xmlns:a16="http://schemas.microsoft.com/office/drawing/2014/main" id="{ED8842F4-0A55-9C8C-4C45-30D7D5E7EE88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" name="pg2222">
                <a:extLst>
                  <a:ext uri="{FF2B5EF4-FFF2-40B4-BE49-F238E27FC236}">
                    <a16:creationId xmlns:a16="http://schemas.microsoft.com/office/drawing/2014/main" id="{C5378D3F-4573-D6C0-157E-7B5B294230F4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" name="pg2223">
                <a:extLst>
                  <a:ext uri="{FF2B5EF4-FFF2-40B4-BE49-F238E27FC236}">
                    <a16:creationId xmlns:a16="http://schemas.microsoft.com/office/drawing/2014/main" id="{9544E2EB-5680-A6DF-5370-C495B8D73C7F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" name="pg2224">
                <a:extLst>
                  <a:ext uri="{FF2B5EF4-FFF2-40B4-BE49-F238E27FC236}">
                    <a16:creationId xmlns:a16="http://schemas.microsoft.com/office/drawing/2014/main" id="{45C73C69-2741-D187-7959-DFA662348FF6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" name="pg2225">
                <a:extLst>
                  <a:ext uri="{FF2B5EF4-FFF2-40B4-BE49-F238E27FC236}">
                    <a16:creationId xmlns:a16="http://schemas.microsoft.com/office/drawing/2014/main" id="{F4E790D2-C8A2-0F88-3CED-AE286B54EFDE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" name="pg2226">
                <a:extLst>
                  <a:ext uri="{FF2B5EF4-FFF2-40B4-BE49-F238E27FC236}">
                    <a16:creationId xmlns:a16="http://schemas.microsoft.com/office/drawing/2014/main" id="{2C8D2F61-E6A1-E522-0213-7EC0DBE0781A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" name="pg2227">
                <a:extLst>
                  <a:ext uri="{FF2B5EF4-FFF2-40B4-BE49-F238E27FC236}">
                    <a16:creationId xmlns:a16="http://schemas.microsoft.com/office/drawing/2014/main" id="{D9F8D715-B25E-332A-F572-343EC0D22F3D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" name="pg2228">
                <a:extLst>
                  <a:ext uri="{FF2B5EF4-FFF2-40B4-BE49-F238E27FC236}">
                    <a16:creationId xmlns:a16="http://schemas.microsoft.com/office/drawing/2014/main" id="{B782EE63-EAC6-F265-F34B-A1F017A888B3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" name="pg2229">
                <a:extLst>
                  <a:ext uri="{FF2B5EF4-FFF2-40B4-BE49-F238E27FC236}">
                    <a16:creationId xmlns:a16="http://schemas.microsoft.com/office/drawing/2014/main" id="{6691ADC4-6195-C90B-C091-5CF5D5206AB2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" name="pg2230">
                <a:extLst>
                  <a:ext uri="{FF2B5EF4-FFF2-40B4-BE49-F238E27FC236}">
                    <a16:creationId xmlns:a16="http://schemas.microsoft.com/office/drawing/2014/main" id="{551B0AFF-33E3-B0C5-7C71-D898DEE4CBA5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" name="pg2231">
                <a:extLst>
                  <a:ext uri="{FF2B5EF4-FFF2-40B4-BE49-F238E27FC236}">
                    <a16:creationId xmlns:a16="http://schemas.microsoft.com/office/drawing/2014/main" id="{CF41D6FD-9E29-1F0A-171D-4536450202DA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" name="pg2232">
                <a:extLst>
                  <a:ext uri="{FF2B5EF4-FFF2-40B4-BE49-F238E27FC236}">
                    <a16:creationId xmlns:a16="http://schemas.microsoft.com/office/drawing/2014/main" id="{8206A7EA-13E0-A092-2813-D34108CA7733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" name="pg2233">
                <a:extLst>
                  <a:ext uri="{FF2B5EF4-FFF2-40B4-BE49-F238E27FC236}">
                    <a16:creationId xmlns:a16="http://schemas.microsoft.com/office/drawing/2014/main" id="{0D991FCF-B349-E393-D8D9-B3FBA5BFA6E7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" name="pg2234">
                <a:extLst>
                  <a:ext uri="{FF2B5EF4-FFF2-40B4-BE49-F238E27FC236}">
                    <a16:creationId xmlns:a16="http://schemas.microsoft.com/office/drawing/2014/main" id="{5C55F70F-286E-D496-3314-9DADFBEC9EA2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" name="pg2235">
                <a:extLst>
                  <a:ext uri="{FF2B5EF4-FFF2-40B4-BE49-F238E27FC236}">
                    <a16:creationId xmlns:a16="http://schemas.microsoft.com/office/drawing/2014/main" id="{3EB6EBF0-8428-C0EB-225E-AB6024B9B4B5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" name="pg2236">
                <a:extLst>
                  <a:ext uri="{FF2B5EF4-FFF2-40B4-BE49-F238E27FC236}">
                    <a16:creationId xmlns:a16="http://schemas.microsoft.com/office/drawing/2014/main" id="{75310E99-BD14-20B3-9FC3-8DDE7FFE9BF4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" name="pg2237">
                <a:extLst>
                  <a:ext uri="{FF2B5EF4-FFF2-40B4-BE49-F238E27FC236}">
                    <a16:creationId xmlns:a16="http://schemas.microsoft.com/office/drawing/2014/main" id="{7AC23802-3AEE-1826-2582-D3AB87BDC913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" name="pg2238">
                <a:extLst>
                  <a:ext uri="{FF2B5EF4-FFF2-40B4-BE49-F238E27FC236}">
                    <a16:creationId xmlns:a16="http://schemas.microsoft.com/office/drawing/2014/main" id="{73B9BAA1-90FF-57FB-3386-AE003A9972F2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" name="pg2239">
                <a:extLst>
                  <a:ext uri="{FF2B5EF4-FFF2-40B4-BE49-F238E27FC236}">
                    <a16:creationId xmlns:a16="http://schemas.microsoft.com/office/drawing/2014/main" id="{8C8964BF-AC2B-1567-4B77-EB9DF249D52C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" name="pg2240">
                <a:extLst>
                  <a:ext uri="{FF2B5EF4-FFF2-40B4-BE49-F238E27FC236}">
                    <a16:creationId xmlns:a16="http://schemas.microsoft.com/office/drawing/2014/main" id="{FBEE8AE0-319E-17BC-767F-2789DC132351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" name="pg2241">
                <a:extLst>
                  <a:ext uri="{FF2B5EF4-FFF2-40B4-BE49-F238E27FC236}">
                    <a16:creationId xmlns:a16="http://schemas.microsoft.com/office/drawing/2014/main" id="{6DD4E898-F44B-0838-3210-3ABAB2D019C8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" name="pg2242">
                <a:extLst>
                  <a:ext uri="{FF2B5EF4-FFF2-40B4-BE49-F238E27FC236}">
                    <a16:creationId xmlns:a16="http://schemas.microsoft.com/office/drawing/2014/main" id="{8FC15723-16EE-C3CC-FE27-538A2D9176B5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" name="pg2243">
                <a:extLst>
                  <a:ext uri="{FF2B5EF4-FFF2-40B4-BE49-F238E27FC236}">
                    <a16:creationId xmlns:a16="http://schemas.microsoft.com/office/drawing/2014/main" id="{3BE599D6-DF03-9B04-5609-CF9314BA5F7C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" name="pg2244">
                <a:extLst>
                  <a:ext uri="{FF2B5EF4-FFF2-40B4-BE49-F238E27FC236}">
                    <a16:creationId xmlns:a16="http://schemas.microsoft.com/office/drawing/2014/main" id="{4F9EB2A6-56ED-E2B8-C054-30D86662F2D4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" name="pg2245">
                <a:extLst>
                  <a:ext uri="{FF2B5EF4-FFF2-40B4-BE49-F238E27FC236}">
                    <a16:creationId xmlns:a16="http://schemas.microsoft.com/office/drawing/2014/main" id="{BE9B2A2C-17EA-7D2C-0E00-1EE3A20C8E9B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" name="pg2246">
                <a:extLst>
                  <a:ext uri="{FF2B5EF4-FFF2-40B4-BE49-F238E27FC236}">
                    <a16:creationId xmlns:a16="http://schemas.microsoft.com/office/drawing/2014/main" id="{720269DC-6F38-4FCB-087D-B5FD652F1486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" name="pg2247">
                <a:extLst>
                  <a:ext uri="{FF2B5EF4-FFF2-40B4-BE49-F238E27FC236}">
                    <a16:creationId xmlns:a16="http://schemas.microsoft.com/office/drawing/2014/main" id="{9DC3C73E-680F-9EB7-96FD-4525C6784567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" name="pg2248">
                <a:extLst>
                  <a:ext uri="{FF2B5EF4-FFF2-40B4-BE49-F238E27FC236}">
                    <a16:creationId xmlns:a16="http://schemas.microsoft.com/office/drawing/2014/main" id="{094291E3-2538-C002-C089-E72CA5625B96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" name="pg2249">
                <a:extLst>
                  <a:ext uri="{FF2B5EF4-FFF2-40B4-BE49-F238E27FC236}">
                    <a16:creationId xmlns:a16="http://schemas.microsoft.com/office/drawing/2014/main" id="{8A854078-0158-1690-7C06-9AB7647B0600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" name="pg2250">
                <a:extLst>
                  <a:ext uri="{FF2B5EF4-FFF2-40B4-BE49-F238E27FC236}">
                    <a16:creationId xmlns:a16="http://schemas.microsoft.com/office/drawing/2014/main" id="{E733AED2-5D09-B4FB-1B42-F32C3BACCB99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" name="pg2251">
                <a:extLst>
                  <a:ext uri="{FF2B5EF4-FFF2-40B4-BE49-F238E27FC236}">
                    <a16:creationId xmlns:a16="http://schemas.microsoft.com/office/drawing/2014/main" id="{C1F6D34A-E4AE-BA82-AEB2-A2D686F69B4E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" name="pg2252">
                <a:extLst>
                  <a:ext uri="{FF2B5EF4-FFF2-40B4-BE49-F238E27FC236}">
                    <a16:creationId xmlns:a16="http://schemas.microsoft.com/office/drawing/2014/main" id="{60B44128-C2EF-B41A-3D1D-21BC28FCAAEB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" name="pg2253">
                <a:extLst>
                  <a:ext uri="{FF2B5EF4-FFF2-40B4-BE49-F238E27FC236}">
                    <a16:creationId xmlns:a16="http://schemas.microsoft.com/office/drawing/2014/main" id="{AA22ABFF-A167-6B7F-9FEF-EBAFAB0A1EFB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" name="pg2254">
                <a:extLst>
                  <a:ext uri="{FF2B5EF4-FFF2-40B4-BE49-F238E27FC236}">
                    <a16:creationId xmlns:a16="http://schemas.microsoft.com/office/drawing/2014/main" id="{FBC209D3-9895-CE41-BB16-5FAC15BFFCDC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" name="pg2255">
                <a:extLst>
                  <a:ext uri="{FF2B5EF4-FFF2-40B4-BE49-F238E27FC236}">
                    <a16:creationId xmlns:a16="http://schemas.microsoft.com/office/drawing/2014/main" id="{8944073E-5A0B-4CA2-0E37-AFE1ED6F1B58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" name="pg2256">
                <a:extLst>
                  <a:ext uri="{FF2B5EF4-FFF2-40B4-BE49-F238E27FC236}">
                    <a16:creationId xmlns:a16="http://schemas.microsoft.com/office/drawing/2014/main" id="{3015A4B2-EA23-8AAC-3111-F784B2E6A0B5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" name="pg2257">
                <a:extLst>
                  <a:ext uri="{FF2B5EF4-FFF2-40B4-BE49-F238E27FC236}">
                    <a16:creationId xmlns:a16="http://schemas.microsoft.com/office/drawing/2014/main" id="{FE9643ED-0215-42F1-DFDA-9C6AC4000CDA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" name="pg2258">
                <a:extLst>
                  <a:ext uri="{FF2B5EF4-FFF2-40B4-BE49-F238E27FC236}">
                    <a16:creationId xmlns:a16="http://schemas.microsoft.com/office/drawing/2014/main" id="{CDE04B94-459C-61EA-2C33-FD5177A4A2C2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" name="pg2259">
                <a:extLst>
                  <a:ext uri="{FF2B5EF4-FFF2-40B4-BE49-F238E27FC236}">
                    <a16:creationId xmlns:a16="http://schemas.microsoft.com/office/drawing/2014/main" id="{0EE2C080-B24B-4574-BEBF-EBE9BB7B4231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" name="pg2260">
                <a:extLst>
                  <a:ext uri="{FF2B5EF4-FFF2-40B4-BE49-F238E27FC236}">
                    <a16:creationId xmlns:a16="http://schemas.microsoft.com/office/drawing/2014/main" id="{CC0A60CC-6460-953B-C2F9-9E2ED1F8DA73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" name="pg2261">
                <a:extLst>
                  <a:ext uri="{FF2B5EF4-FFF2-40B4-BE49-F238E27FC236}">
                    <a16:creationId xmlns:a16="http://schemas.microsoft.com/office/drawing/2014/main" id="{60E1C7E5-0789-EA84-8106-E2A1D844D4ED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" name="pg2262">
                <a:extLst>
                  <a:ext uri="{FF2B5EF4-FFF2-40B4-BE49-F238E27FC236}">
                    <a16:creationId xmlns:a16="http://schemas.microsoft.com/office/drawing/2014/main" id="{D557B5DD-0D28-9953-992E-0976FC56E41E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" name="pg2263">
                <a:extLst>
                  <a:ext uri="{FF2B5EF4-FFF2-40B4-BE49-F238E27FC236}">
                    <a16:creationId xmlns:a16="http://schemas.microsoft.com/office/drawing/2014/main" id="{2E9A4625-139D-8034-1E8E-57951E978092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" name="pg2264">
                <a:extLst>
                  <a:ext uri="{FF2B5EF4-FFF2-40B4-BE49-F238E27FC236}">
                    <a16:creationId xmlns:a16="http://schemas.microsoft.com/office/drawing/2014/main" id="{A2B75D54-E213-92A8-3B6F-5A9117BB3DD9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" name="pg2265">
                <a:extLst>
                  <a:ext uri="{FF2B5EF4-FFF2-40B4-BE49-F238E27FC236}">
                    <a16:creationId xmlns:a16="http://schemas.microsoft.com/office/drawing/2014/main" id="{EA5C89CB-FDD7-E8E6-35E6-6505B2FCFA6A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" name="pg2266">
                <a:extLst>
                  <a:ext uri="{FF2B5EF4-FFF2-40B4-BE49-F238E27FC236}">
                    <a16:creationId xmlns:a16="http://schemas.microsoft.com/office/drawing/2014/main" id="{72F0D59B-5BB7-7175-4F49-35A68177B30B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" name="pg2267">
                <a:extLst>
                  <a:ext uri="{FF2B5EF4-FFF2-40B4-BE49-F238E27FC236}">
                    <a16:creationId xmlns:a16="http://schemas.microsoft.com/office/drawing/2014/main" id="{2367E2C7-5D0C-237C-6CD5-76B1B1ADB405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" name="pg2268">
                <a:extLst>
                  <a:ext uri="{FF2B5EF4-FFF2-40B4-BE49-F238E27FC236}">
                    <a16:creationId xmlns:a16="http://schemas.microsoft.com/office/drawing/2014/main" id="{8B6CEC63-1331-D953-4C56-7A8C0B97F521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" name="pg2269">
                <a:extLst>
                  <a:ext uri="{FF2B5EF4-FFF2-40B4-BE49-F238E27FC236}">
                    <a16:creationId xmlns:a16="http://schemas.microsoft.com/office/drawing/2014/main" id="{B3F03FBD-B201-4E87-E01A-22926EB44B79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" name="pg2270">
                <a:extLst>
                  <a:ext uri="{FF2B5EF4-FFF2-40B4-BE49-F238E27FC236}">
                    <a16:creationId xmlns:a16="http://schemas.microsoft.com/office/drawing/2014/main" id="{C3243473-9144-D910-12A2-1D7DAE375923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" name="pg2271">
                <a:extLst>
                  <a:ext uri="{FF2B5EF4-FFF2-40B4-BE49-F238E27FC236}">
                    <a16:creationId xmlns:a16="http://schemas.microsoft.com/office/drawing/2014/main" id="{6FC1F71A-9CF8-A4AD-D04F-6125866EE41B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" name="pg2272">
                <a:extLst>
                  <a:ext uri="{FF2B5EF4-FFF2-40B4-BE49-F238E27FC236}">
                    <a16:creationId xmlns:a16="http://schemas.microsoft.com/office/drawing/2014/main" id="{BB463DCD-CCC5-9957-536E-10E359754B28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" name="pg2273">
                <a:extLst>
                  <a:ext uri="{FF2B5EF4-FFF2-40B4-BE49-F238E27FC236}">
                    <a16:creationId xmlns:a16="http://schemas.microsoft.com/office/drawing/2014/main" id="{D1D4FF32-44F1-FE44-B94D-3864B63B48CA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" name="pg2274">
                <a:extLst>
                  <a:ext uri="{FF2B5EF4-FFF2-40B4-BE49-F238E27FC236}">
                    <a16:creationId xmlns:a16="http://schemas.microsoft.com/office/drawing/2014/main" id="{9CE80554-F977-7F41-238B-90E408DBFF4D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" name="pg2275">
                <a:extLst>
                  <a:ext uri="{FF2B5EF4-FFF2-40B4-BE49-F238E27FC236}">
                    <a16:creationId xmlns:a16="http://schemas.microsoft.com/office/drawing/2014/main" id="{C9D5EFFD-C016-D168-F9BD-5532CD26CD58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" name="pg2276">
                <a:extLst>
                  <a:ext uri="{FF2B5EF4-FFF2-40B4-BE49-F238E27FC236}">
                    <a16:creationId xmlns:a16="http://schemas.microsoft.com/office/drawing/2014/main" id="{80CA05A9-BC46-2659-159A-60BBB94B3AF6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" name="pg2277">
                <a:extLst>
                  <a:ext uri="{FF2B5EF4-FFF2-40B4-BE49-F238E27FC236}">
                    <a16:creationId xmlns:a16="http://schemas.microsoft.com/office/drawing/2014/main" id="{09C9E2F9-6AD8-A990-99FF-BD3B83F0CEF7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" name="pg2278">
                <a:extLst>
                  <a:ext uri="{FF2B5EF4-FFF2-40B4-BE49-F238E27FC236}">
                    <a16:creationId xmlns:a16="http://schemas.microsoft.com/office/drawing/2014/main" id="{8CC5DB8B-A3F7-1AB6-23F5-DB3FA11A24BA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" name="pg2279">
                <a:extLst>
                  <a:ext uri="{FF2B5EF4-FFF2-40B4-BE49-F238E27FC236}">
                    <a16:creationId xmlns:a16="http://schemas.microsoft.com/office/drawing/2014/main" id="{E1B5DDE0-AC25-1C28-B179-A4616294AF7D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" name="pg2280">
                <a:extLst>
                  <a:ext uri="{FF2B5EF4-FFF2-40B4-BE49-F238E27FC236}">
                    <a16:creationId xmlns:a16="http://schemas.microsoft.com/office/drawing/2014/main" id="{7320D255-B3A2-9666-9561-7A6CE0F8E97F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" name="pg2281">
                <a:extLst>
                  <a:ext uri="{FF2B5EF4-FFF2-40B4-BE49-F238E27FC236}">
                    <a16:creationId xmlns:a16="http://schemas.microsoft.com/office/drawing/2014/main" id="{F7CCAF1D-CB64-E470-8D94-B9E24F729267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" name="pg2282">
                <a:extLst>
                  <a:ext uri="{FF2B5EF4-FFF2-40B4-BE49-F238E27FC236}">
                    <a16:creationId xmlns:a16="http://schemas.microsoft.com/office/drawing/2014/main" id="{AC953A31-6B91-4238-C266-8F6DAF0BD1E3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" name="pg2283">
                <a:extLst>
                  <a:ext uri="{FF2B5EF4-FFF2-40B4-BE49-F238E27FC236}">
                    <a16:creationId xmlns:a16="http://schemas.microsoft.com/office/drawing/2014/main" id="{A1D63160-7358-AFFC-B0B0-97C08AEB7509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" name="pg2284">
                <a:extLst>
                  <a:ext uri="{FF2B5EF4-FFF2-40B4-BE49-F238E27FC236}">
                    <a16:creationId xmlns:a16="http://schemas.microsoft.com/office/drawing/2014/main" id="{B3253B49-E1FA-4436-0BD5-176D7FFA2139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" name="pg2285">
                <a:extLst>
                  <a:ext uri="{FF2B5EF4-FFF2-40B4-BE49-F238E27FC236}">
                    <a16:creationId xmlns:a16="http://schemas.microsoft.com/office/drawing/2014/main" id="{C511B3CC-B781-F133-5F97-F6A670A51529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" name="pg2286">
                <a:extLst>
                  <a:ext uri="{FF2B5EF4-FFF2-40B4-BE49-F238E27FC236}">
                    <a16:creationId xmlns:a16="http://schemas.microsoft.com/office/drawing/2014/main" id="{A735EED9-F625-F238-7CE7-1529403AADEC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" name="pg2287">
                <a:extLst>
                  <a:ext uri="{FF2B5EF4-FFF2-40B4-BE49-F238E27FC236}">
                    <a16:creationId xmlns:a16="http://schemas.microsoft.com/office/drawing/2014/main" id="{22EC1EED-E03B-49CE-9523-8D6C7172A57F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" name="pg2288">
                <a:extLst>
                  <a:ext uri="{FF2B5EF4-FFF2-40B4-BE49-F238E27FC236}">
                    <a16:creationId xmlns:a16="http://schemas.microsoft.com/office/drawing/2014/main" id="{F05C6C9E-4E8B-798F-C5C6-00C94742245A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" name="pg2289">
                <a:extLst>
                  <a:ext uri="{FF2B5EF4-FFF2-40B4-BE49-F238E27FC236}">
                    <a16:creationId xmlns:a16="http://schemas.microsoft.com/office/drawing/2014/main" id="{0B3F3FD7-D242-1464-5AE9-DBBC81D273C7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" name="pg2290">
                <a:extLst>
                  <a:ext uri="{FF2B5EF4-FFF2-40B4-BE49-F238E27FC236}">
                    <a16:creationId xmlns:a16="http://schemas.microsoft.com/office/drawing/2014/main" id="{183FE1D5-556C-67F5-A042-BD962E7F85D3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" name="pg2291">
                <a:extLst>
                  <a:ext uri="{FF2B5EF4-FFF2-40B4-BE49-F238E27FC236}">
                    <a16:creationId xmlns:a16="http://schemas.microsoft.com/office/drawing/2014/main" id="{F849A8DB-FE91-A01E-29E0-BE89B73295E7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" name="pg2292">
                <a:extLst>
                  <a:ext uri="{FF2B5EF4-FFF2-40B4-BE49-F238E27FC236}">
                    <a16:creationId xmlns:a16="http://schemas.microsoft.com/office/drawing/2014/main" id="{1D43C3EB-C72D-53CF-2A9F-B1AE5EA4E828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" name="pg2293">
                <a:extLst>
                  <a:ext uri="{FF2B5EF4-FFF2-40B4-BE49-F238E27FC236}">
                    <a16:creationId xmlns:a16="http://schemas.microsoft.com/office/drawing/2014/main" id="{D53CF7E8-4362-BCF9-F24D-1F86125AD727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" name="pg2294">
                <a:extLst>
                  <a:ext uri="{FF2B5EF4-FFF2-40B4-BE49-F238E27FC236}">
                    <a16:creationId xmlns:a16="http://schemas.microsoft.com/office/drawing/2014/main" id="{E00FBA45-CBA6-0D2B-2912-82ABBB95F7D4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" name="pg2295">
                <a:extLst>
                  <a:ext uri="{FF2B5EF4-FFF2-40B4-BE49-F238E27FC236}">
                    <a16:creationId xmlns:a16="http://schemas.microsoft.com/office/drawing/2014/main" id="{A1263E00-38FB-7B82-2EDB-6A096FD859DD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" name="pg2296">
                <a:extLst>
                  <a:ext uri="{FF2B5EF4-FFF2-40B4-BE49-F238E27FC236}">
                    <a16:creationId xmlns:a16="http://schemas.microsoft.com/office/drawing/2014/main" id="{C3595BE5-FDA2-C52B-43A3-7EE72DA5D2FE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" name="pg2297">
                <a:extLst>
                  <a:ext uri="{FF2B5EF4-FFF2-40B4-BE49-F238E27FC236}">
                    <a16:creationId xmlns:a16="http://schemas.microsoft.com/office/drawing/2014/main" id="{856863BF-CAC2-579B-5F3F-171713427800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" name="pg2298">
                <a:extLst>
                  <a:ext uri="{FF2B5EF4-FFF2-40B4-BE49-F238E27FC236}">
                    <a16:creationId xmlns:a16="http://schemas.microsoft.com/office/drawing/2014/main" id="{6A7CA3EB-E009-FD8C-D48D-AE6050778538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" name="pg2299">
                <a:extLst>
                  <a:ext uri="{FF2B5EF4-FFF2-40B4-BE49-F238E27FC236}">
                    <a16:creationId xmlns:a16="http://schemas.microsoft.com/office/drawing/2014/main" id="{13E14894-A41E-11F8-C4F1-EBA74CB7652E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" name="pg2300">
                <a:extLst>
                  <a:ext uri="{FF2B5EF4-FFF2-40B4-BE49-F238E27FC236}">
                    <a16:creationId xmlns:a16="http://schemas.microsoft.com/office/drawing/2014/main" id="{A529FC74-01CE-2DC9-7D28-C22B6BAA0EF6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" name="pg2301">
                <a:extLst>
                  <a:ext uri="{FF2B5EF4-FFF2-40B4-BE49-F238E27FC236}">
                    <a16:creationId xmlns:a16="http://schemas.microsoft.com/office/drawing/2014/main" id="{06AD478A-6D47-48FE-4B77-11AC9695EA8E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" name="pg2302">
                <a:extLst>
                  <a:ext uri="{FF2B5EF4-FFF2-40B4-BE49-F238E27FC236}">
                    <a16:creationId xmlns:a16="http://schemas.microsoft.com/office/drawing/2014/main" id="{04BFB6D7-1382-F54A-AFA1-61F7D9965411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" name="pg2303">
                <a:extLst>
                  <a:ext uri="{FF2B5EF4-FFF2-40B4-BE49-F238E27FC236}">
                    <a16:creationId xmlns:a16="http://schemas.microsoft.com/office/drawing/2014/main" id="{C029E8EA-4536-FDE8-B14A-7CFA6998B2BC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" name="pg2304">
                <a:extLst>
                  <a:ext uri="{FF2B5EF4-FFF2-40B4-BE49-F238E27FC236}">
                    <a16:creationId xmlns:a16="http://schemas.microsoft.com/office/drawing/2014/main" id="{B2D23E8E-F61D-17FF-0444-4DB134FF885E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" name="pg2305">
                <a:extLst>
                  <a:ext uri="{FF2B5EF4-FFF2-40B4-BE49-F238E27FC236}">
                    <a16:creationId xmlns:a16="http://schemas.microsoft.com/office/drawing/2014/main" id="{0F824A75-621A-6EA0-5F87-9BCEC9B62CB4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" name="pg2306">
                <a:extLst>
                  <a:ext uri="{FF2B5EF4-FFF2-40B4-BE49-F238E27FC236}">
                    <a16:creationId xmlns:a16="http://schemas.microsoft.com/office/drawing/2014/main" id="{2578DBB9-FABE-8FA2-DA13-3211B034D7C6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" name="pg2307">
                <a:extLst>
                  <a:ext uri="{FF2B5EF4-FFF2-40B4-BE49-F238E27FC236}">
                    <a16:creationId xmlns:a16="http://schemas.microsoft.com/office/drawing/2014/main" id="{499DC243-BF8E-F26D-15CE-5837FEC0D5C2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" name="pg2308">
                <a:extLst>
                  <a:ext uri="{FF2B5EF4-FFF2-40B4-BE49-F238E27FC236}">
                    <a16:creationId xmlns:a16="http://schemas.microsoft.com/office/drawing/2014/main" id="{F1253A9F-8721-BCBD-2D1F-1DE45A464752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" name="pg2309">
                <a:extLst>
                  <a:ext uri="{FF2B5EF4-FFF2-40B4-BE49-F238E27FC236}">
                    <a16:creationId xmlns:a16="http://schemas.microsoft.com/office/drawing/2014/main" id="{6BE61509-3C19-50A5-A270-BDCD97FF1BDF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" name="pg2310">
                <a:extLst>
                  <a:ext uri="{FF2B5EF4-FFF2-40B4-BE49-F238E27FC236}">
                    <a16:creationId xmlns:a16="http://schemas.microsoft.com/office/drawing/2014/main" id="{185D0EC2-6725-0249-1619-2D930CCEE767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" name="pg2311">
                <a:extLst>
                  <a:ext uri="{FF2B5EF4-FFF2-40B4-BE49-F238E27FC236}">
                    <a16:creationId xmlns:a16="http://schemas.microsoft.com/office/drawing/2014/main" id="{0ACFF14D-5916-DB88-7854-5AB857E2AAFD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" name="pg2312">
                <a:extLst>
                  <a:ext uri="{FF2B5EF4-FFF2-40B4-BE49-F238E27FC236}">
                    <a16:creationId xmlns:a16="http://schemas.microsoft.com/office/drawing/2014/main" id="{8E782E08-473F-AAD5-34D1-1999813FB690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" name="pg2313">
                <a:extLst>
                  <a:ext uri="{FF2B5EF4-FFF2-40B4-BE49-F238E27FC236}">
                    <a16:creationId xmlns:a16="http://schemas.microsoft.com/office/drawing/2014/main" id="{D0735FEA-2723-BC6D-CC76-A2259702D000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" name="pg2314">
                <a:extLst>
                  <a:ext uri="{FF2B5EF4-FFF2-40B4-BE49-F238E27FC236}">
                    <a16:creationId xmlns:a16="http://schemas.microsoft.com/office/drawing/2014/main" id="{5B90F37F-B80A-C701-3767-47906CF024A6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" name="pg2315">
                <a:extLst>
                  <a:ext uri="{FF2B5EF4-FFF2-40B4-BE49-F238E27FC236}">
                    <a16:creationId xmlns:a16="http://schemas.microsoft.com/office/drawing/2014/main" id="{9864B479-289D-BE39-122F-D8F1FF33504B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" name="pg2316">
                <a:extLst>
                  <a:ext uri="{FF2B5EF4-FFF2-40B4-BE49-F238E27FC236}">
                    <a16:creationId xmlns:a16="http://schemas.microsoft.com/office/drawing/2014/main" id="{357C2EFB-1ECC-805A-5F6E-EA96FF09627C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" name="pg2317">
                <a:extLst>
                  <a:ext uri="{FF2B5EF4-FFF2-40B4-BE49-F238E27FC236}">
                    <a16:creationId xmlns:a16="http://schemas.microsoft.com/office/drawing/2014/main" id="{ADAF8540-2D57-C37E-1EFD-2FA4622D5C7F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" name="pg2318">
                <a:extLst>
                  <a:ext uri="{FF2B5EF4-FFF2-40B4-BE49-F238E27FC236}">
                    <a16:creationId xmlns:a16="http://schemas.microsoft.com/office/drawing/2014/main" id="{505EBE16-DDCF-5943-7CA1-A5A5769036BC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" name="pg2319">
                <a:extLst>
                  <a:ext uri="{FF2B5EF4-FFF2-40B4-BE49-F238E27FC236}">
                    <a16:creationId xmlns:a16="http://schemas.microsoft.com/office/drawing/2014/main" id="{BDD651AD-3671-421D-9626-CF73A3F6F2B1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" name="pg2320">
                <a:extLst>
                  <a:ext uri="{FF2B5EF4-FFF2-40B4-BE49-F238E27FC236}">
                    <a16:creationId xmlns:a16="http://schemas.microsoft.com/office/drawing/2014/main" id="{A2D20DBA-C0E5-9D33-5750-7C7704698F46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" name="pg2321">
                <a:extLst>
                  <a:ext uri="{FF2B5EF4-FFF2-40B4-BE49-F238E27FC236}">
                    <a16:creationId xmlns:a16="http://schemas.microsoft.com/office/drawing/2014/main" id="{6E70F860-95F1-6271-E8D4-BFA3598B62FE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" name="pg2322">
                <a:extLst>
                  <a:ext uri="{FF2B5EF4-FFF2-40B4-BE49-F238E27FC236}">
                    <a16:creationId xmlns:a16="http://schemas.microsoft.com/office/drawing/2014/main" id="{CEB96299-4BF0-796B-1E9B-2337FAFE5A28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" name="pg2323">
                <a:extLst>
                  <a:ext uri="{FF2B5EF4-FFF2-40B4-BE49-F238E27FC236}">
                    <a16:creationId xmlns:a16="http://schemas.microsoft.com/office/drawing/2014/main" id="{15F6115D-D396-2493-70E1-2A44ED99677B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" name="pg2324">
                <a:extLst>
                  <a:ext uri="{FF2B5EF4-FFF2-40B4-BE49-F238E27FC236}">
                    <a16:creationId xmlns:a16="http://schemas.microsoft.com/office/drawing/2014/main" id="{E4A09D2A-9711-5FE5-5DF1-13A5BDD234A4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" name="pg2325">
                <a:extLst>
                  <a:ext uri="{FF2B5EF4-FFF2-40B4-BE49-F238E27FC236}">
                    <a16:creationId xmlns:a16="http://schemas.microsoft.com/office/drawing/2014/main" id="{ABBC114F-5290-811C-7839-20397A2612CF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" name="pg2326">
                <a:extLst>
                  <a:ext uri="{FF2B5EF4-FFF2-40B4-BE49-F238E27FC236}">
                    <a16:creationId xmlns:a16="http://schemas.microsoft.com/office/drawing/2014/main" id="{FB9E5586-03C5-F4CF-57B4-C3EB36199C20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" name="pg2327">
                <a:extLst>
                  <a:ext uri="{FF2B5EF4-FFF2-40B4-BE49-F238E27FC236}">
                    <a16:creationId xmlns:a16="http://schemas.microsoft.com/office/drawing/2014/main" id="{EBF77144-ABA2-59B1-602E-29614BF08618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" name="pg2328">
                <a:extLst>
                  <a:ext uri="{FF2B5EF4-FFF2-40B4-BE49-F238E27FC236}">
                    <a16:creationId xmlns:a16="http://schemas.microsoft.com/office/drawing/2014/main" id="{529D3CD5-F585-6DA9-C791-DAABC5AAA022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" name="pg2329">
                <a:extLst>
                  <a:ext uri="{FF2B5EF4-FFF2-40B4-BE49-F238E27FC236}">
                    <a16:creationId xmlns:a16="http://schemas.microsoft.com/office/drawing/2014/main" id="{4BAFE4D2-FA88-67E7-8392-62B36C9F2D86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" name="pg2330">
                <a:extLst>
                  <a:ext uri="{FF2B5EF4-FFF2-40B4-BE49-F238E27FC236}">
                    <a16:creationId xmlns:a16="http://schemas.microsoft.com/office/drawing/2014/main" id="{6E711E33-9648-FD91-0914-DC3B0974C913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" name="pg2331">
                <a:extLst>
                  <a:ext uri="{FF2B5EF4-FFF2-40B4-BE49-F238E27FC236}">
                    <a16:creationId xmlns:a16="http://schemas.microsoft.com/office/drawing/2014/main" id="{7689CF36-959C-75A2-DB7F-48E037AEF9A0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" name="pg2332">
                <a:extLst>
                  <a:ext uri="{FF2B5EF4-FFF2-40B4-BE49-F238E27FC236}">
                    <a16:creationId xmlns:a16="http://schemas.microsoft.com/office/drawing/2014/main" id="{B328828E-22A0-E9D0-668B-614C59EA413B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" name="pg2333">
                <a:extLst>
                  <a:ext uri="{FF2B5EF4-FFF2-40B4-BE49-F238E27FC236}">
                    <a16:creationId xmlns:a16="http://schemas.microsoft.com/office/drawing/2014/main" id="{BA5698E1-3B3B-29FA-F9DB-4E1194B32666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" name="pg2334">
                <a:extLst>
                  <a:ext uri="{FF2B5EF4-FFF2-40B4-BE49-F238E27FC236}">
                    <a16:creationId xmlns:a16="http://schemas.microsoft.com/office/drawing/2014/main" id="{570D6D6F-CD9E-6A6E-AD1B-60C982C9F121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" name="pg2335">
                <a:extLst>
                  <a:ext uri="{FF2B5EF4-FFF2-40B4-BE49-F238E27FC236}">
                    <a16:creationId xmlns:a16="http://schemas.microsoft.com/office/drawing/2014/main" id="{6C739656-1AAE-7461-3C9C-824C9E427238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" name="pg2336">
                <a:extLst>
                  <a:ext uri="{FF2B5EF4-FFF2-40B4-BE49-F238E27FC236}">
                    <a16:creationId xmlns:a16="http://schemas.microsoft.com/office/drawing/2014/main" id="{CB638B30-DE7D-B4E4-264B-B511AAEDCF9B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" name="pg2337">
                <a:extLst>
                  <a:ext uri="{FF2B5EF4-FFF2-40B4-BE49-F238E27FC236}">
                    <a16:creationId xmlns:a16="http://schemas.microsoft.com/office/drawing/2014/main" id="{8AE4DF6F-1E45-DE27-3E95-2A0CC4EFA162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" name="pg2338">
                <a:extLst>
                  <a:ext uri="{FF2B5EF4-FFF2-40B4-BE49-F238E27FC236}">
                    <a16:creationId xmlns:a16="http://schemas.microsoft.com/office/drawing/2014/main" id="{7D6A3D8C-6FE7-0837-BA1F-F3BB3337D5C3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" name="pg2339">
                <a:extLst>
                  <a:ext uri="{FF2B5EF4-FFF2-40B4-BE49-F238E27FC236}">
                    <a16:creationId xmlns:a16="http://schemas.microsoft.com/office/drawing/2014/main" id="{EC56257D-571C-8D21-52B1-7D1F7C11DA2A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" name="pg2340">
                <a:extLst>
                  <a:ext uri="{FF2B5EF4-FFF2-40B4-BE49-F238E27FC236}">
                    <a16:creationId xmlns:a16="http://schemas.microsoft.com/office/drawing/2014/main" id="{D426DFC4-B713-A2C1-DF75-4F5AD2D2553F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" name="pg2341">
                <a:extLst>
                  <a:ext uri="{FF2B5EF4-FFF2-40B4-BE49-F238E27FC236}">
                    <a16:creationId xmlns:a16="http://schemas.microsoft.com/office/drawing/2014/main" id="{09EDF89E-8294-A5FE-9B97-4C791874075D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" name="pg2342">
                <a:extLst>
                  <a:ext uri="{FF2B5EF4-FFF2-40B4-BE49-F238E27FC236}">
                    <a16:creationId xmlns:a16="http://schemas.microsoft.com/office/drawing/2014/main" id="{BBEBF619-A54F-B7E2-3DFE-D6643904521D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" name="pg2343">
                <a:extLst>
                  <a:ext uri="{FF2B5EF4-FFF2-40B4-BE49-F238E27FC236}">
                    <a16:creationId xmlns:a16="http://schemas.microsoft.com/office/drawing/2014/main" id="{4AD6CE17-4C49-F6BC-4E6C-5AC5772525E0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" name="pg2344">
                <a:extLst>
                  <a:ext uri="{FF2B5EF4-FFF2-40B4-BE49-F238E27FC236}">
                    <a16:creationId xmlns:a16="http://schemas.microsoft.com/office/drawing/2014/main" id="{7EA693A1-E090-3568-08E4-5ED5A3436220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" name="pg2345">
                <a:extLst>
                  <a:ext uri="{FF2B5EF4-FFF2-40B4-BE49-F238E27FC236}">
                    <a16:creationId xmlns:a16="http://schemas.microsoft.com/office/drawing/2014/main" id="{EE38861C-8983-EBB5-C651-86D7F6924FFE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" name="pg2346">
                <a:extLst>
                  <a:ext uri="{FF2B5EF4-FFF2-40B4-BE49-F238E27FC236}">
                    <a16:creationId xmlns:a16="http://schemas.microsoft.com/office/drawing/2014/main" id="{96E73B0B-084E-B33F-A71B-DD56426E17DD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" name="pg2347">
                <a:extLst>
                  <a:ext uri="{FF2B5EF4-FFF2-40B4-BE49-F238E27FC236}">
                    <a16:creationId xmlns:a16="http://schemas.microsoft.com/office/drawing/2014/main" id="{FC68D0D6-F23B-DE98-84F3-EF7FAE963F93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" name="pg2348">
                <a:extLst>
                  <a:ext uri="{FF2B5EF4-FFF2-40B4-BE49-F238E27FC236}">
                    <a16:creationId xmlns:a16="http://schemas.microsoft.com/office/drawing/2014/main" id="{B8D012FA-E248-9003-E812-E3BFC46340E3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" name="pg2349">
                <a:extLst>
                  <a:ext uri="{FF2B5EF4-FFF2-40B4-BE49-F238E27FC236}">
                    <a16:creationId xmlns:a16="http://schemas.microsoft.com/office/drawing/2014/main" id="{182FB1FE-07D4-64C9-B2F1-9CC1D823E4D4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" name="pg2350">
                <a:extLst>
                  <a:ext uri="{FF2B5EF4-FFF2-40B4-BE49-F238E27FC236}">
                    <a16:creationId xmlns:a16="http://schemas.microsoft.com/office/drawing/2014/main" id="{90DFAF56-8D74-2B23-0239-0FCF7E9370DF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" name="pg2351">
                <a:extLst>
                  <a:ext uri="{FF2B5EF4-FFF2-40B4-BE49-F238E27FC236}">
                    <a16:creationId xmlns:a16="http://schemas.microsoft.com/office/drawing/2014/main" id="{FEE760FA-594E-FB4A-6784-797ADF9542DE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" name="pg2352">
                <a:extLst>
                  <a:ext uri="{FF2B5EF4-FFF2-40B4-BE49-F238E27FC236}">
                    <a16:creationId xmlns:a16="http://schemas.microsoft.com/office/drawing/2014/main" id="{9DE7D15F-A977-5B91-1331-2A92B980AC3E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" name="pg2353">
                <a:extLst>
                  <a:ext uri="{FF2B5EF4-FFF2-40B4-BE49-F238E27FC236}">
                    <a16:creationId xmlns:a16="http://schemas.microsoft.com/office/drawing/2014/main" id="{BA8E8D0C-6D39-E98C-B552-54B9412D8A32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" name="pg2354">
                <a:extLst>
                  <a:ext uri="{FF2B5EF4-FFF2-40B4-BE49-F238E27FC236}">
                    <a16:creationId xmlns:a16="http://schemas.microsoft.com/office/drawing/2014/main" id="{7D294DF8-66ED-582D-BB8F-A4B77046392B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" name="pg2355">
                <a:extLst>
                  <a:ext uri="{FF2B5EF4-FFF2-40B4-BE49-F238E27FC236}">
                    <a16:creationId xmlns:a16="http://schemas.microsoft.com/office/drawing/2014/main" id="{405D121F-97D5-EF91-C1E5-3967247353CD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" name="pg2356">
                <a:extLst>
                  <a:ext uri="{FF2B5EF4-FFF2-40B4-BE49-F238E27FC236}">
                    <a16:creationId xmlns:a16="http://schemas.microsoft.com/office/drawing/2014/main" id="{6898DFDF-1042-FB53-96D4-1E75DE45A184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" name="pg2357">
                <a:extLst>
                  <a:ext uri="{FF2B5EF4-FFF2-40B4-BE49-F238E27FC236}">
                    <a16:creationId xmlns:a16="http://schemas.microsoft.com/office/drawing/2014/main" id="{3EA19320-8394-E7E7-6B5B-4CACDD541A39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" name="pg2358">
                <a:extLst>
                  <a:ext uri="{FF2B5EF4-FFF2-40B4-BE49-F238E27FC236}">
                    <a16:creationId xmlns:a16="http://schemas.microsoft.com/office/drawing/2014/main" id="{710D011B-A489-73A3-2F6E-0135DCD6C7F8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" name="pg2359">
                <a:extLst>
                  <a:ext uri="{FF2B5EF4-FFF2-40B4-BE49-F238E27FC236}">
                    <a16:creationId xmlns:a16="http://schemas.microsoft.com/office/drawing/2014/main" id="{4CEF7DC2-76BA-496B-B809-39E719BDC831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" name="pg2360">
                <a:extLst>
                  <a:ext uri="{FF2B5EF4-FFF2-40B4-BE49-F238E27FC236}">
                    <a16:creationId xmlns:a16="http://schemas.microsoft.com/office/drawing/2014/main" id="{58916DE5-2DAF-A48E-F178-2A52339E9446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" name="pg2361">
                <a:extLst>
                  <a:ext uri="{FF2B5EF4-FFF2-40B4-BE49-F238E27FC236}">
                    <a16:creationId xmlns:a16="http://schemas.microsoft.com/office/drawing/2014/main" id="{49702EF6-8EC1-0AEC-0406-8078556EA3BB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" name="pg2362">
                <a:extLst>
                  <a:ext uri="{FF2B5EF4-FFF2-40B4-BE49-F238E27FC236}">
                    <a16:creationId xmlns:a16="http://schemas.microsoft.com/office/drawing/2014/main" id="{45796E20-863B-24DE-4622-46982DD0C046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" name="pg2363">
                <a:extLst>
                  <a:ext uri="{FF2B5EF4-FFF2-40B4-BE49-F238E27FC236}">
                    <a16:creationId xmlns:a16="http://schemas.microsoft.com/office/drawing/2014/main" id="{77972849-4CFD-820D-8779-2C0C13CFEB5A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" name="pg2364">
                <a:extLst>
                  <a:ext uri="{FF2B5EF4-FFF2-40B4-BE49-F238E27FC236}">
                    <a16:creationId xmlns:a16="http://schemas.microsoft.com/office/drawing/2014/main" id="{F37B153E-BC49-FF1A-E396-B467EEFB97AD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" name="pg2365">
                <a:extLst>
                  <a:ext uri="{FF2B5EF4-FFF2-40B4-BE49-F238E27FC236}">
                    <a16:creationId xmlns:a16="http://schemas.microsoft.com/office/drawing/2014/main" id="{363C979B-2A68-5853-A017-A6AB287F16FA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" name="pg2366">
                <a:extLst>
                  <a:ext uri="{FF2B5EF4-FFF2-40B4-BE49-F238E27FC236}">
                    <a16:creationId xmlns:a16="http://schemas.microsoft.com/office/drawing/2014/main" id="{2F016197-2EC4-83C0-B162-A8EEBF6B89A9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" name="pg2367">
                <a:extLst>
                  <a:ext uri="{FF2B5EF4-FFF2-40B4-BE49-F238E27FC236}">
                    <a16:creationId xmlns:a16="http://schemas.microsoft.com/office/drawing/2014/main" id="{AD63B88C-E19D-FAAF-549B-EE12E6D1267A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" name="pg2368">
                <a:extLst>
                  <a:ext uri="{FF2B5EF4-FFF2-40B4-BE49-F238E27FC236}">
                    <a16:creationId xmlns:a16="http://schemas.microsoft.com/office/drawing/2014/main" id="{32DF191F-7F6B-91B9-8A2D-20AF60500046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" name="pg2369">
                <a:extLst>
                  <a:ext uri="{FF2B5EF4-FFF2-40B4-BE49-F238E27FC236}">
                    <a16:creationId xmlns:a16="http://schemas.microsoft.com/office/drawing/2014/main" id="{A7727994-780C-825F-16D5-AEB06FD9111C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" name="pg2370">
                <a:extLst>
                  <a:ext uri="{FF2B5EF4-FFF2-40B4-BE49-F238E27FC236}">
                    <a16:creationId xmlns:a16="http://schemas.microsoft.com/office/drawing/2014/main" id="{A0CF4038-EF44-9F60-37EE-F0EF3446EF64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" name="pg2371">
                <a:extLst>
                  <a:ext uri="{FF2B5EF4-FFF2-40B4-BE49-F238E27FC236}">
                    <a16:creationId xmlns:a16="http://schemas.microsoft.com/office/drawing/2014/main" id="{1C1DBD9A-64C1-3BA2-7E3B-232F999232A8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" name="pg2372">
                <a:extLst>
                  <a:ext uri="{FF2B5EF4-FFF2-40B4-BE49-F238E27FC236}">
                    <a16:creationId xmlns:a16="http://schemas.microsoft.com/office/drawing/2014/main" id="{EA9E1C97-2F58-8106-5D80-BF6DD4732C21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" name="pg2373">
                <a:extLst>
                  <a:ext uri="{FF2B5EF4-FFF2-40B4-BE49-F238E27FC236}">
                    <a16:creationId xmlns:a16="http://schemas.microsoft.com/office/drawing/2014/main" id="{40765C34-7CA0-56C5-D732-0AF8A5BD1CC6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" name="pg2374">
                <a:extLst>
                  <a:ext uri="{FF2B5EF4-FFF2-40B4-BE49-F238E27FC236}">
                    <a16:creationId xmlns:a16="http://schemas.microsoft.com/office/drawing/2014/main" id="{FAB7F11B-52BA-874E-F6DF-607C2F34273E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" name="pg2375">
                <a:extLst>
                  <a:ext uri="{FF2B5EF4-FFF2-40B4-BE49-F238E27FC236}">
                    <a16:creationId xmlns:a16="http://schemas.microsoft.com/office/drawing/2014/main" id="{C8BDC878-AF3D-187B-0AA0-E19923CCFF7D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" name="pg2376">
                <a:extLst>
                  <a:ext uri="{FF2B5EF4-FFF2-40B4-BE49-F238E27FC236}">
                    <a16:creationId xmlns:a16="http://schemas.microsoft.com/office/drawing/2014/main" id="{D3418875-D640-F824-058A-8EB5805D9366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" name="pg2377">
                <a:extLst>
                  <a:ext uri="{FF2B5EF4-FFF2-40B4-BE49-F238E27FC236}">
                    <a16:creationId xmlns:a16="http://schemas.microsoft.com/office/drawing/2014/main" id="{BAFF2DB6-0EBD-80C5-D649-2062CA85123E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" name="pg2378">
                <a:extLst>
                  <a:ext uri="{FF2B5EF4-FFF2-40B4-BE49-F238E27FC236}">
                    <a16:creationId xmlns:a16="http://schemas.microsoft.com/office/drawing/2014/main" id="{52CF6296-05D9-0B70-8CEC-62381368FC87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" name="pg2379">
                <a:extLst>
                  <a:ext uri="{FF2B5EF4-FFF2-40B4-BE49-F238E27FC236}">
                    <a16:creationId xmlns:a16="http://schemas.microsoft.com/office/drawing/2014/main" id="{A6350B44-66CC-558F-CD19-E9B259C53C1F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" name="pg2380">
                <a:extLst>
                  <a:ext uri="{FF2B5EF4-FFF2-40B4-BE49-F238E27FC236}">
                    <a16:creationId xmlns:a16="http://schemas.microsoft.com/office/drawing/2014/main" id="{18486CD1-59D8-2215-F3A8-5393A36523B3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" name="pg2381">
                <a:extLst>
                  <a:ext uri="{FF2B5EF4-FFF2-40B4-BE49-F238E27FC236}">
                    <a16:creationId xmlns:a16="http://schemas.microsoft.com/office/drawing/2014/main" id="{3BA76400-8410-DFDD-EB60-71F86E1FE378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" name="pg2382">
                <a:extLst>
                  <a:ext uri="{FF2B5EF4-FFF2-40B4-BE49-F238E27FC236}">
                    <a16:creationId xmlns:a16="http://schemas.microsoft.com/office/drawing/2014/main" id="{39CC149D-5BD7-DDB3-4021-7FE6F5FB63BA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" name="pg2383">
                <a:extLst>
                  <a:ext uri="{FF2B5EF4-FFF2-40B4-BE49-F238E27FC236}">
                    <a16:creationId xmlns:a16="http://schemas.microsoft.com/office/drawing/2014/main" id="{F59DE6C3-87EB-43BE-9DFB-7458A405BE63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" name="pg2384">
                <a:extLst>
                  <a:ext uri="{FF2B5EF4-FFF2-40B4-BE49-F238E27FC236}">
                    <a16:creationId xmlns:a16="http://schemas.microsoft.com/office/drawing/2014/main" id="{1664C989-E2CD-7A15-F77A-4CF401F2BD30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" name="pg2385">
                <a:extLst>
                  <a:ext uri="{FF2B5EF4-FFF2-40B4-BE49-F238E27FC236}">
                    <a16:creationId xmlns:a16="http://schemas.microsoft.com/office/drawing/2014/main" id="{7AB8BE47-7E3B-0974-9813-BC78C29F6C61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" name="pg2386">
                <a:extLst>
                  <a:ext uri="{FF2B5EF4-FFF2-40B4-BE49-F238E27FC236}">
                    <a16:creationId xmlns:a16="http://schemas.microsoft.com/office/drawing/2014/main" id="{A44225EA-8BD7-CFA8-0D04-65212CE9B0CC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" name="pg2387">
                <a:extLst>
                  <a:ext uri="{FF2B5EF4-FFF2-40B4-BE49-F238E27FC236}">
                    <a16:creationId xmlns:a16="http://schemas.microsoft.com/office/drawing/2014/main" id="{A892EF57-D80A-A333-1600-12E44D2D20AD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" name="pg2388">
                <a:extLst>
                  <a:ext uri="{FF2B5EF4-FFF2-40B4-BE49-F238E27FC236}">
                    <a16:creationId xmlns:a16="http://schemas.microsoft.com/office/drawing/2014/main" id="{3355727C-D6B5-1DCD-5E4F-DF6285688D87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" name="pg2389">
                <a:extLst>
                  <a:ext uri="{FF2B5EF4-FFF2-40B4-BE49-F238E27FC236}">
                    <a16:creationId xmlns:a16="http://schemas.microsoft.com/office/drawing/2014/main" id="{FC20F54C-CB14-B96A-05BA-44CB5D98F161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" name="pg2390">
                <a:extLst>
                  <a:ext uri="{FF2B5EF4-FFF2-40B4-BE49-F238E27FC236}">
                    <a16:creationId xmlns:a16="http://schemas.microsoft.com/office/drawing/2014/main" id="{04B74970-E261-69EE-0C92-091F6434FDB5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" name="pg2391">
                <a:extLst>
                  <a:ext uri="{FF2B5EF4-FFF2-40B4-BE49-F238E27FC236}">
                    <a16:creationId xmlns:a16="http://schemas.microsoft.com/office/drawing/2014/main" id="{66278885-15E9-70C5-C657-BC8E34AFAC10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" name="pg2392">
                <a:extLst>
                  <a:ext uri="{FF2B5EF4-FFF2-40B4-BE49-F238E27FC236}">
                    <a16:creationId xmlns:a16="http://schemas.microsoft.com/office/drawing/2014/main" id="{33C04F29-0DDF-FD5A-8DAF-BF2E1717EED3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" name="pg2393">
                <a:extLst>
                  <a:ext uri="{FF2B5EF4-FFF2-40B4-BE49-F238E27FC236}">
                    <a16:creationId xmlns:a16="http://schemas.microsoft.com/office/drawing/2014/main" id="{FE93CBD2-3BC1-94B2-3C4A-C6932F69BBC0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" name="pg2394">
                <a:extLst>
                  <a:ext uri="{FF2B5EF4-FFF2-40B4-BE49-F238E27FC236}">
                    <a16:creationId xmlns:a16="http://schemas.microsoft.com/office/drawing/2014/main" id="{B944BF09-E2E0-C1E6-7D32-C4D9CC745745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" name="pg2395">
                <a:extLst>
                  <a:ext uri="{FF2B5EF4-FFF2-40B4-BE49-F238E27FC236}">
                    <a16:creationId xmlns:a16="http://schemas.microsoft.com/office/drawing/2014/main" id="{16691685-9499-2B17-2AA0-1FF1E7AA1A0F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" name="pg2396">
                <a:extLst>
                  <a:ext uri="{FF2B5EF4-FFF2-40B4-BE49-F238E27FC236}">
                    <a16:creationId xmlns:a16="http://schemas.microsoft.com/office/drawing/2014/main" id="{72E38CA7-F6B8-3729-0F17-4560690BBB38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" name="pg2397">
                <a:extLst>
                  <a:ext uri="{FF2B5EF4-FFF2-40B4-BE49-F238E27FC236}">
                    <a16:creationId xmlns:a16="http://schemas.microsoft.com/office/drawing/2014/main" id="{C386289F-C061-9A9D-DEF1-6E312E15FD60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" name="pg2398">
                <a:extLst>
                  <a:ext uri="{FF2B5EF4-FFF2-40B4-BE49-F238E27FC236}">
                    <a16:creationId xmlns:a16="http://schemas.microsoft.com/office/drawing/2014/main" id="{03D724B2-EB80-16C6-41EC-977F0DE59B49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" name="pg2399">
                <a:extLst>
                  <a:ext uri="{FF2B5EF4-FFF2-40B4-BE49-F238E27FC236}">
                    <a16:creationId xmlns:a16="http://schemas.microsoft.com/office/drawing/2014/main" id="{A86A6FCE-988C-993E-FE31-DB18129EE081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" name="pg2400">
                <a:extLst>
                  <a:ext uri="{FF2B5EF4-FFF2-40B4-BE49-F238E27FC236}">
                    <a16:creationId xmlns:a16="http://schemas.microsoft.com/office/drawing/2014/main" id="{50B19B0F-B8C7-ED3E-F19F-2824B7615A66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" name="pg2401">
                <a:extLst>
                  <a:ext uri="{FF2B5EF4-FFF2-40B4-BE49-F238E27FC236}">
                    <a16:creationId xmlns:a16="http://schemas.microsoft.com/office/drawing/2014/main" id="{B1920A44-4B58-D92D-F9E8-DA6ECBE75159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" name="pg2402">
                <a:extLst>
                  <a:ext uri="{FF2B5EF4-FFF2-40B4-BE49-F238E27FC236}">
                    <a16:creationId xmlns:a16="http://schemas.microsoft.com/office/drawing/2014/main" id="{4CB7FD8C-DC98-8898-CF42-F8CF8FB7720A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" name="pg2403">
                <a:extLst>
                  <a:ext uri="{FF2B5EF4-FFF2-40B4-BE49-F238E27FC236}">
                    <a16:creationId xmlns:a16="http://schemas.microsoft.com/office/drawing/2014/main" id="{DDCD0AFA-B9B5-7409-B000-0B48B1F4F225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" name="pg2404">
                <a:extLst>
                  <a:ext uri="{FF2B5EF4-FFF2-40B4-BE49-F238E27FC236}">
                    <a16:creationId xmlns:a16="http://schemas.microsoft.com/office/drawing/2014/main" id="{B9923C7D-6A42-019E-2052-84B0EAEFF644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" name="pg2405">
                <a:extLst>
                  <a:ext uri="{FF2B5EF4-FFF2-40B4-BE49-F238E27FC236}">
                    <a16:creationId xmlns:a16="http://schemas.microsoft.com/office/drawing/2014/main" id="{D2BE4BC3-054D-6AB1-CC34-C7EBBE397A15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" name="pg2406">
                <a:extLst>
                  <a:ext uri="{FF2B5EF4-FFF2-40B4-BE49-F238E27FC236}">
                    <a16:creationId xmlns:a16="http://schemas.microsoft.com/office/drawing/2014/main" id="{0D69E031-3EC6-0B34-C160-3D39BA5A53AA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" name="pg2407">
                <a:extLst>
                  <a:ext uri="{FF2B5EF4-FFF2-40B4-BE49-F238E27FC236}">
                    <a16:creationId xmlns:a16="http://schemas.microsoft.com/office/drawing/2014/main" id="{7A860721-5523-EABC-3E80-364D4797E518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" name="pg2408">
                <a:extLst>
                  <a:ext uri="{FF2B5EF4-FFF2-40B4-BE49-F238E27FC236}">
                    <a16:creationId xmlns:a16="http://schemas.microsoft.com/office/drawing/2014/main" id="{2B5CCBAA-524E-73EA-480F-75C53D47D7D1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" name="pg2409">
                <a:extLst>
                  <a:ext uri="{FF2B5EF4-FFF2-40B4-BE49-F238E27FC236}">
                    <a16:creationId xmlns:a16="http://schemas.microsoft.com/office/drawing/2014/main" id="{FD01E001-BA90-837D-424A-E5E3247EF07D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" name="pg2410">
                <a:extLst>
                  <a:ext uri="{FF2B5EF4-FFF2-40B4-BE49-F238E27FC236}">
                    <a16:creationId xmlns:a16="http://schemas.microsoft.com/office/drawing/2014/main" id="{E1DCEB08-D5C9-4C5B-806F-DB37748A3F04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" name="pg2411">
                <a:extLst>
                  <a:ext uri="{FF2B5EF4-FFF2-40B4-BE49-F238E27FC236}">
                    <a16:creationId xmlns:a16="http://schemas.microsoft.com/office/drawing/2014/main" id="{599BFA73-89A9-2119-B298-993A7F482AC1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" name="pg2412">
                <a:extLst>
                  <a:ext uri="{FF2B5EF4-FFF2-40B4-BE49-F238E27FC236}">
                    <a16:creationId xmlns:a16="http://schemas.microsoft.com/office/drawing/2014/main" id="{71CB86CE-B774-07BF-3A40-84DE18D86220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" name="pg2413">
                <a:extLst>
                  <a:ext uri="{FF2B5EF4-FFF2-40B4-BE49-F238E27FC236}">
                    <a16:creationId xmlns:a16="http://schemas.microsoft.com/office/drawing/2014/main" id="{4FCF8956-0BF0-EAA8-D61C-3AF9512A657F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" name="pg2414">
                <a:extLst>
                  <a:ext uri="{FF2B5EF4-FFF2-40B4-BE49-F238E27FC236}">
                    <a16:creationId xmlns:a16="http://schemas.microsoft.com/office/drawing/2014/main" id="{85FA0D1D-CC51-A2A8-992C-571282DECD4A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" name="pg2415">
                <a:extLst>
                  <a:ext uri="{FF2B5EF4-FFF2-40B4-BE49-F238E27FC236}">
                    <a16:creationId xmlns:a16="http://schemas.microsoft.com/office/drawing/2014/main" id="{EAE2F542-B081-83B1-0DCA-4C098BE879E0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" name="pg2416">
                <a:extLst>
                  <a:ext uri="{FF2B5EF4-FFF2-40B4-BE49-F238E27FC236}">
                    <a16:creationId xmlns:a16="http://schemas.microsoft.com/office/drawing/2014/main" id="{3D37B7E4-07DF-27F5-2950-6CE1AC8D5199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" name="pg2417">
                <a:extLst>
                  <a:ext uri="{FF2B5EF4-FFF2-40B4-BE49-F238E27FC236}">
                    <a16:creationId xmlns:a16="http://schemas.microsoft.com/office/drawing/2014/main" id="{3D794094-B17C-4F55-FCED-051753F51947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" name="pg2418">
                <a:extLst>
                  <a:ext uri="{FF2B5EF4-FFF2-40B4-BE49-F238E27FC236}">
                    <a16:creationId xmlns:a16="http://schemas.microsoft.com/office/drawing/2014/main" id="{DDE07A89-33F3-ED46-6589-53ABBAD622CD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" name="pg2419">
                <a:extLst>
                  <a:ext uri="{FF2B5EF4-FFF2-40B4-BE49-F238E27FC236}">
                    <a16:creationId xmlns:a16="http://schemas.microsoft.com/office/drawing/2014/main" id="{55B75F3A-0F5A-B38B-736E-43DBCF86312D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" name="pg2420">
                <a:extLst>
                  <a:ext uri="{FF2B5EF4-FFF2-40B4-BE49-F238E27FC236}">
                    <a16:creationId xmlns:a16="http://schemas.microsoft.com/office/drawing/2014/main" id="{9E6CA292-7F87-9AD1-84C5-D860283E52F4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" name="pg2421">
                <a:extLst>
                  <a:ext uri="{FF2B5EF4-FFF2-40B4-BE49-F238E27FC236}">
                    <a16:creationId xmlns:a16="http://schemas.microsoft.com/office/drawing/2014/main" id="{25432679-D60E-AD52-E6BE-DE847D459FDC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" name="pg2422">
                <a:extLst>
                  <a:ext uri="{FF2B5EF4-FFF2-40B4-BE49-F238E27FC236}">
                    <a16:creationId xmlns:a16="http://schemas.microsoft.com/office/drawing/2014/main" id="{2A24EDA0-8665-0AF2-9F39-26A7B6CEE04C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" name="pg2423">
                <a:extLst>
                  <a:ext uri="{FF2B5EF4-FFF2-40B4-BE49-F238E27FC236}">
                    <a16:creationId xmlns:a16="http://schemas.microsoft.com/office/drawing/2014/main" id="{319EA93F-AE72-FD6A-4C9C-8B44BA84CCBB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" name="pg2424">
                <a:extLst>
                  <a:ext uri="{FF2B5EF4-FFF2-40B4-BE49-F238E27FC236}">
                    <a16:creationId xmlns:a16="http://schemas.microsoft.com/office/drawing/2014/main" id="{1D27DBDF-23A2-5449-2A54-5E48622B9510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" name="pg2425">
                <a:extLst>
                  <a:ext uri="{FF2B5EF4-FFF2-40B4-BE49-F238E27FC236}">
                    <a16:creationId xmlns:a16="http://schemas.microsoft.com/office/drawing/2014/main" id="{F6C02F89-5763-2D28-A5B3-C869A298FA84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" name="pg2426">
                <a:extLst>
                  <a:ext uri="{FF2B5EF4-FFF2-40B4-BE49-F238E27FC236}">
                    <a16:creationId xmlns:a16="http://schemas.microsoft.com/office/drawing/2014/main" id="{40E254FB-4E0C-849F-000A-1DE23B017725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" name="pg2427">
                <a:extLst>
                  <a:ext uri="{FF2B5EF4-FFF2-40B4-BE49-F238E27FC236}">
                    <a16:creationId xmlns:a16="http://schemas.microsoft.com/office/drawing/2014/main" id="{E95F9B5B-B6E2-332A-A2C9-38125A720082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" name="pg2428">
                <a:extLst>
                  <a:ext uri="{FF2B5EF4-FFF2-40B4-BE49-F238E27FC236}">
                    <a16:creationId xmlns:a16="http://schemas.microsoft.com/office/drawing/2014/main" id="{548CDC72-9837-6BDC-174B-E835DAC8348A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" name="pg2429">
                <a:extLst>
                  <a:ext uri="{FF2B5EF4-FFF2-40B4-BE49-F238E27FC236}">
                    <a16:creationId xmlns:a16="http://schemas.microsoft.com/office/drawing/2014/main" id="{2BCBA81D-B9EC-404A-379F-582CCD195A99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" name="pg2430">
                <a:extLst>
                  <a:ext uri="{FF2B5EF4-FFF2-40B4-BE49-F238E27FC236}">
                    <a16:creationId xmlns:a16="http://schemas.microsoft.com/office/drawing/2014/main" id="{ABD57D6E-26AF-E37D-395D-5B93967905DD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" name="pg2431">
                <a:extLst>
                  <a:ext uri="{FF2B5EF4-FFF2-40B4-BE49-F238E27FC236}">
                    <a16:creationId xmlns:a16="http://schemas.microsoft.com/office/drawing/2014/main" id="{7BE2C61E-704B-D837-A1A7-26866C68D04C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" name="pg2432">
                <a:extLst>
                  <a:ext uri="{FF2B5EF4-FFF2-40B4-BE49-F238E27FC236}">
                    <a16:creationId xmlns:a16="http://schemas.microsoft.com/office/drawing/2014/main" id="{86E5C122-D66C-3BE9-5758-15E5B38D9E0A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" name="pg2433">
                <a:extLst>
                  <a:ext uri="{FF2B5EF4-FFF2-40B4-BE49-F238E27FC236}">
                    <a16:creationId xmlns:a16="http://schemas.microsoft.com/office/drawing/2014/main" id="{057D3825-6EFC-169C-775B-8B30E52ACC05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" name="pg2434">
                <a:extLst>
                  <a:ext uri="{FF2B5EF4-FFF2-40B4-BE49-F238E27FC236}">
                    <a16:creationId xmlns:a16="http://schemas.microsoft.com/office/drawing/2014/main" id="{98649E14-E72A-4B17-6BA2-3B9CEE76E52F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" name="pg2435">
                <a:extLst>
                  <a:ext uri="{FF2B5EF4-FFF2-40B4-BE49-F238E27FC236}">
                    <a16:creationId xmlns:a16="http://schemas.microsoft.com/office/drawing/2014/main" id="{A8F5B981-1218-E3D9-E584-B1A6BF6FEEEA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" name="pg2436">
                <a:extLst>
                  <a:ext uri="{FF2B5EF4-FFF2-40B4-BE49-F238E27FC236}">
                    <a16:creationId xmlns:a16="http://schemas.microsoft.com/office/drawing/2014/main" id="{DC429CAF-05C7-C0ED-7F4A-3FCCF7B3D10B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" name="pg2437">
                <a:extLst>
                  <a:ext uri="{FF2B5EF4-FFF2-40B4-BE49-F238E27FC236}">
                    <a16:creationId xmlns:a16="http://schemas.microsoft.com/office/drawing/2014/main" id="{CD7E4B7E-BFD5-890E-F240-83FBD638B509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" name="pg2438">
                <a:extLst>
                  <a:ext uri="{FF2B5EF4-FFF2-40B4-BE49-F238E27FC236}">
                    <a16:creationId xmlns:a16="http://schemas.microsoft.com/office/drawing/2014/main" id="{53C95B0E-BC90-56C4-863C-74301818A293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" name="pg2439">
                <a:extLst>
                  <a:ext uri="{FF2B5EF4-FFF2-40B4-BE49-F238E27FC236}">
                    <a16:creationId xmlns:a16="http://schemas.microsoft.com/office/drawing/2014/main" id="{AB6F8F01-8ECF-800C-ECAC-19253D7523FC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" name="pg2440">
                <a:extLst>
                  <a:ext uri="{FF2B5EF4-FFF2-40B4-BE49-F238E27FC236}">
                    <a16:creationId xmlns:a16="http://schemas.microsoft.com/office/drawing/2014/main" id="{91A07821-E746-A557-113F-CB6122BF1EA7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" name="pg2441">
                <a:extLst>
                  <a:ext uri="{FF2B5EF4-FFF2-40B4-BE49-F238E27FC236}">
                    <a16:creationId xmlns:a16="http://schemas.microsoft.com/office/drawing/2014/main" id="{B5001424-3A69-7186-E307-41C51BE0E592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" name="pg2442">
                <a:extLst>
                  <a:ext uri="{FF2B5EF4-FFF2-40B4-BE49-F238E27FC236}">
                    <a16:creationId xmlns:a16="http://schemas.microsoft.com/office/drawing/2014/main" id="{B2A1ED8A-16F7-727F-A5F6-FBD8737FCEAC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" name="pg2443">
                <a:extLst>
                  <a:ext uri="{FF2B5EF4-FFF2-40B4-BE49-F238E27FC236}">
                    <a16:creationId xmlns:a16="http://schemas.microsoft.com/office/drawing/2014/main" id="{8655C221-F480-25C0-ADF8-D6EECF1AE3A0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" name="pg2444">
                <a:extLst>
                  <a:ext uri="{FF2B5EF4-FFF2-40B4-BE49-F238E27FC236}">
                    <a16:creationId xmlns:a16="http://schemas.microsoft.com/office/drawing/2014/main" id="{48EB880D-078C-ACFB-C374-14964BB462D6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" name="pg2445">
                <a:extLst>
                  <a:ext uri="{FF2B5EF4-FFF2-40B4-BE49-F238E27FC236}">
                    <a16:creationId xmlns:a16="http://schemas.microsoft.com/office/drawing/2014/main" id="{32E38D45-DAE2-3333-0A5E-DB2B8B25CF62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" name="pg2446">
                <a:extLst>
                  <a:ext uri="{FF2B5EF4-FFF2-40B4-BE49-F238E27FC236}">
                    <a16:creationId xmlns:a16="http://schemas.microsoft.com/office/drawing/2014/main" id="{07124EDD-5D4C-B855-E7E4-039A61D39145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" name="pg2447">
                <a:extLst>
                  <a:ext uri="{FF2B5EF4-FFF2-40B4-BE49-F238E27FC236}">
                    <a16:creationId xmlns:a16="http://schemas.microsoft.com/office/drawing/2014/main" id="{FB75ED5F-C782-FDBD-FF06-77BBF1AFF5E7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" name="pg2448">
                <a:extLst>
                  <a:ext uri="{FF2B5EF4-FFF2-40B4-BE49-F238E27FC236}">
                    <a16:creationId xmlns:a16="http://schemas.microsoft.com/office/drawing/2014/main" id="{382EB388-DECB-65B8-1B6F-07EC44DF3D4D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" name="pg2449">
                <a:extLst>
                  <a:ext uri="{FF2B5EF4-FFF2-40B4-BE49-F238E27FC236}">
                    <a16:creationId xmlns:a16="http://schemas.microsoft.com/office/drawing/2014/main" id="{38D36A76-A6A4-2AE3-995D-77C049EFDE46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" name="pg2450">
                <a:extLst>
                  <a:ext uri="{FF2B5EF4-FFF2-40B4-BE49-F238E27FC236}">
                    <a16:creationId xmlns:a16="http://schemas.microsoft.com/office/drawing/2014/main" id="{7E0C52E1-C00C-8005-472B-EB5FE5749CCD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" name="pg2451">
                <a:extLst>
                  <a:ext uri="{FF2B5EF4-FFF2-40B4-BE49-F238E27FC236}">
                    <a16:creationId xmlns:a16="http://schemas.microsoft.com/office/drawing/2014/main" id="{584A6C34-344B-0BBB-9798-6D9BE43B2688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" name="pg2452">
                <a:extLst>
                  <a:ext uri="{FF2B5EF4-FFF2-40B4-BE49-F238E27FC236}">
                    <a16:creationId xmlns:a16="http://schemas.microsoft.com/office/drawing/2014/main" id="{A1769A90-98B7-8531-1DCB-CE2A0E148AC2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" name="pg2453">
                <a:extLst>
                  <a:ext uri="{FF2B5EF4-FFF2-40B4-BE49-F238E27FC236}">
                    <a16:creationId xmlns:a16="http://schemas.microsoft.com/office/drawing/2014/main" id="{E18AE1B3-517B-5A49-C75A-370FAA93281E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" name="pg2454">
                <a:extLst>
                  <a:ext uri="{FF2B5EF4-FFF2-40B4-BE49-F238E27FC236}">
                    <a16:creationId xmlns:a16="http://schemas.microsoft.com/office/drawing/2014/main" id="{FF9B1B65-2694-94C7-565E-375B5BE9A020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" name="pg2455">
                <a:extLst>
                  <a:ext uri="{FF2B5EF4-FFF2-40B4-BE49-F238E27FC236}">
                    <a16:creationId xmlns:a16="http://schemas.microsoft.com/office/drawing/2014/main" id="{9BB9A02C-DFA1-879F-2B45-F2D8AC29DFC0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" name="pg2456">
                <a:extLst>
                  <a:ext uri="{FF2B5EF4-FFF2-40B4-BE49-F238E27FC236}">
                    <a16:creationId xmlns:a16="http://schemas.microsoft.com/office/drawing/2014/main" id="{26339EAC-9E0D-F524-7860-E0A4CB665E3F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" name="pg2457">
                <a:extLst>
                  <a:ext uri="{FF2B5EF4-FFF2-40B4-BE49-F238E27FC236}">
                    <a16:creationId xmlns:a16="http://schemas.microsoft.com/office/drawing/2014/main" id="{D1491C19-99B7-859F-8A23-4F91D5CCDCD9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" name="pg2458">
                <a:extLst>
                  <a:ext uri="{FF2B5EF4-FFF2-40B4-BE49-F238E27FC236}">
                    <a16:creationId xmlns:a16="http://schemas.microsoft.com/office/drawing/2014/main" id="{C2231FAB-02DD-7C1D-E581-06A8D8FBE15E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" name="pg2459">
                <a:extLst>
                  <a:ext uri="{FF2B5EF4-FFF2-40B4-BE49-F238E27FC236}">
                    <a16:creationId xmlns:a16="http://schemas.microsoft.com/office/drawing/2014/main" id="{56B0EED4-FD75-687B-44DF-FD7AF67FDEB5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" name="pg2460">
                <a:extLst>
                  <a:ext uri="{FF2B5EF4-FFF2-40B4-BE49-F238E27FC236}">
                    <a16:creationId xmlns:a16="http://schemas.microsoft.com/office/drawing/2014/main" id="{30C6FEDB-3B78-7639-9DE0-45C8B4BDD5D1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" name="pg2461">
                <a:extLst>
                  <a:ext uri="{FF2B5EF4-FFF2-40B4-BE49-F238E27FC236}">
                    <a16:creationId xmlns:a16="http://schemas.microsoft.com/office/drawing/2014/main" id="{F9DE9F85-96A6-D3D3-82CE-A6A3EC6B9EDE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" name="pg2462">
                <a:extLst>
                  <a:ext uri="{FF2B5EF4-FFF2-40B4-BE49-F238E27FC236}">
                    <a16:creationId xmlns:a16="http://schemas.microsoft.com/office/drawing/2014/main" id="{46D180AA-28B9-7084-EEDD-26EFEFD4C79F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" name="pg2463">
                <a:extLst>
                  <a:ext uri="{FF2B5EF4-FFF2-40B4-BE49-F238E27FC236}">
                    <a16:creationId xmlns:a16="http://schemas.microsoft.com/office/drawing/2014/main" id="{FDDCE44C-A8C7-D4C0-3EEF-7686C0F83C16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" name="pg2464">
                <a:extLst>
                  <a:ext uri="{FF2B5EF4-FFF2-40B4-BE49-F238E27FC236}">
                    <a16:creationId xmlns:a16="http://schemas.microsoft.com/office/drawing/2014/main" id="{23CD7DFA-B0BD-71B8-F023-174B11FB2E40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" name="pg2465">
                <a:extLst>
                  <a:ext uri="{FF2B5EF4-FFF2-40B4-BE49-F238E27FC236}">
                    <a16:creationId xmlns:a16="http://schemas.microsoft.com/office/drawing/2014/main" id="{2B7201ED-2136-02BD-C1C6-9F315EED4460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" name="pg2466">
                <a:extLst>
                  <a:ext uri="{FF2B5EF4-FFF2-40B4-BE49-F238E27FC236}">
                    <a16:creationId xmlns:a16="http://schemas.microsoft.com/office/drawing/2014/main" id="{518DF1E7-60AD-52D1-C684-C92D5AAE900F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" name="pg2467">
                <a:extLst>
                  <a:ext uri="{FF2B5EF4-FFF2-40B4-BE49-F238E27FC236}">
                    <a16:creationId xmlns:a16="http://schemas.microsoft.com/office/drawing/2014/main" id="{32D9578E-6515-737E-3AFE-725C0E8ED890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" name="pg2468">
                <a:extLst>
                  <a:ext uri="{FF2B5EF4-FFF2-40B4-BE49-F238E27FC236}">
                    <a16:creationId xmlns:a16="http://schemas.microsoft.com/office/drawing/2014/main" id="{0EF5D3F1-0629-93DF-F3DD-82FDEFCB602B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" name="pg2469">
                <a:extLst>
                  <a:ext uri="{FF2B5EF4-FFF2-40B4-BE49-F238E27FC236}">
                    <a16:creationId xmlns:a16="http://schemas.microsoft.com/office/drawing/2014/main" id="{9A7FC254-AF23-5FB9-6EA9-5C05DA52855E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" name="pg2470">
                <a:extLst>
                  <a:ext uri="{FF2B5EF4-FFF2-40B4-BE49-F238E27FC236}">
                    <a16:creationId xmlns:a16="http://schemas.microsoft.com/office/drawing/2014/main" id="{2449AFED-7A37-3A9B-EE6B-B4E39DBD057B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" name="pg2471">
                <a:extLst>
                  <a:ext uri="{FF2B5EF4-FFF2-40B4-BE49-F238E27FC236}">
                    <a16:creationId xmlns:a16="http://schemas.microsoft.com/office/drawing/2014/main" id="{17479057-0199-2EAE-89BE-18B39BF4FE5C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" name="pg2472">
                <a:extLst>
                  <a:ext uri="{FF2B5EF4-FFF2-40B4-BE49-F238E27FC236}">
                    <a16:creationId xmlns:a16="http://schemas.microsoft.com/office/drawing/2014/main" id="{C4D2A9F5-DE06-A01D-43B5-6F0952B2C010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" name="pg2473">
                <a:extLst>
                  <a:ext uri="{FF2B5EF4-FFF2-40B4-BE49-F238E27FC236}">
                    <a16:creationId xmlns:a16="http://schemas.microsoft.com/office/drawing/2014/main" id="{F092FD69-C081-0ABF-4548-9B452DDC85A8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" name="pg2474">
                <a:extLst>
                  <a:ext uri="{FF2B5EF4-FFF2-40B4-BE49-F238E27FC236}">
                    <a16:creationId xmlns:a16="http://schemas.microsoft.com/office/drawing/2014/main" id="{EC047C70-6C7A-DB14-4833-5FCDB53802DD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" name="pg2475">
                <a:extLst>
                  <a:ext uri="{FF2B5EF4-FFF2-40B4-BE49-F238E27FC236}">
                    <a16:creationId xmlns:a16="http://schemas.microsoft.com/office/drawing/2014/main" id="{75D4405B-D6DA-5129-0CF1-67E4E7716FAE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" name="pg2476">
                <a:extLst>
                  <a:ext uri="{FF2B5EF4-FFF2-40B4-BE49-F238E27FC236}">
                    <a16:creationId xmlns:a16="http://schemas.microsoft.com/office/drawing/2014/main" id="{49AAC0C2-01C5-AA6A-193A-28D46D1A9BC3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" name="pg2477">
                <a:extLst>
                  <a:ext uri="{FF2B5EF4-FFF2-40B4-BE49-F238E27FC236}">
                    <a16:creationId xmlns:a16="http://schemas.microsoft.com/office/drawing/2014/main" id="{0649B22B-A031-B63B-3A15-26E454F83527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" name="pg2478">
                <a:extLst>
                  <a:ext uri="{FF2B5EF4-FFF2-40B4-BE49-F238E27FC236}">
                    <a16:creationId xmlns:a16="http://schemas.microsoft.com/office/drawing/2014/main" id="{9D69A1BE-B3D2-9F08-3107-8DACD5AF1698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" name="pg2479">
                <a:extLst>
                  <a:ext uri="{FF2B5EF4-FFF2-40B4-BE49-F238E27FC236}">
                    <a16:creationId xmlns:a16="http://schemas.microsoft.com/office/drawing/2014/main" id="{7A99BF7B-A9E0-25C5-056A-400B9D384C4A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" name="pg2480">
                <a:extLst>
                  <a:ext uri="{FF2B5EF4-FFF2-40B4-BE49-F238E27FC236}">
                    <a16:creationId xmlns:a16="http://schemas.microsoft.com/office/drawing/2014/main" id="{89BF6A78-1422-2FAA-16D3-18659CF6C05D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" name="pg2481">
                <a:extLst>
                  <a:ext uri="{FF2B5EF4-FFF2-40B4-BE49-F238E27FC236}">
                    <a16:creationId xmlns:a16="http://schemas.microsoft.com/office/drawing/2014/main" id="{D5D086C5-2A8B-DF6A-E0C8-CD258FC50AF5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" name="pg2482">
                <a:extLst>
                  <a:ext uri="{FF2B5EF4-FFF2-40B4-BE49-F238E27FC236}">
                    <a16:creationId xmlns:a16="http://schemas.microsoft.com/office/drawing/2014/main" id="{08D81AAD-A47A-7A38-3C26-3A697D5CE648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" name="pg2483">
                <a:extLst>
                  <a:ext uri="{FF2B5EF4-FFF2-40B4-BE49-F238E27FC236}">
                    <a16:creationId xmlns:a16="http://schemas.microsoft.com/office/drawing/2014/main" id="{5C2E9A2F-2909-EE38-C3A0-5E8094AF3F6C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" name="pg2484">
                <a:extLst>
                  <a:ext uri="{FF2B5EF4-FFF2-40B4-BE49-F238E27FC236}">
                    <a16:creationId xmlns:a16="http://schemas.microsoft.com/office/drawing/2014/main" id="{11FABADB-E818-28D4-20A8-E81B0CB4254F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" name="pg2485">
                <a:extLst>
                  <a:ext uri="{FF2B5EF4-FFF2-40B4-BE49-F238E27FC236}">
                    <a16:creationId xmlns:a16="http://schemas.microsoft.com/office/drawing/2014/main" id="{96279938-FE0B-C50C-21B5-E162E0894414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" name="pg2486">
                <a:extLst>
                  <a:ext uri="{FF2B5EF4-FFF2-40B4-BE49-F238E27FC236}">
                    <a16:creationId xmlns:a16="http://schemas.microsoft.com/office/drawing/2014/main" id="{B3A0E7F9-319A-DDD9-01D5-A12DF9361DBB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" name="pg2487">
                <a:extLst>
                  <a:ext uri="{FF2B5EF4-FFF2-40B4-BE49-F238E27FC236}">
                    <a16:creationId xmlns:a16="http://schemas.microsoft.com/office/drawing/2014/main" id="{680C2A7F-696E-01A9-0788-872BA8F84C9D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" name="pg2488">
                <a:extLst>
                  <a:ext uri="{FF2B5EF4-FFF2-40B4-BE49-F238E27FC236}">
                    <a16:creationId xmlns:a16="http://schemas.microsoft.com/office/drawing/2014/main" id="{70F4043C-DE01-220D-F0A6-1F81D1436CFF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" name="pg2489">
                <a:extLst>
                  <a:ext uri="{FF2B5EF4-FFF2-40B4-BE49-F238E27FC236}">
                    <a16:creationId xmlns:a16="http://schemas.microsoft.com/office/drawing/2014/main" id="{893252A8-7703-4FE2-7F2E-2C5576E019C8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" name="pg2490">
                <a:extLst>
                  <a:ext uri="{FF2B5EF4-FFF2-40B4-BE49-F238E27FC236}">
                    <a16:creationId xmlns:a16="http://schemas.microsoft.com/office/drawing/2014/main" id="{FA8A2B41-410D-EF7D-49A2-BEE68B492A0D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" name="pg2491">
                <a:extLst>
                  <a:ext uri="{FF2B5EF4-FFF2-40B4-BE49-F238E27FC236}">
                    <a16:creationId xmlns:a16="http://schemas.microsoft.com/office/drawing/2014/main" id="{13D31C86-56BE-4985-0C7B-9FF45B7F4C47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" name="pg2492">
                <a:extLst>
                  <a:ext uri="{FF2B5EF4-FFF2-40B4-BE49-F238E27FC236}">
                    <a16:creationId xmlns:a16="http://schemas.microsoft.com/office/drawing/2014/main" id="{0E3366EE-E989-A80D-CDE4-3EE41EDBE11F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" name="pg2493">
                <a:extLst>
                  <a:ext uri="{FF2B5EF4-FFF2-40B4-BE49-F238E27FC236}">
                    <a16:creationId xmlns:a16="http://schemas.microsoft.com/office/drawing/2014/main" id="{F2C7C66A-E693-ACFF-D43F-07AC8492DC1B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" name="pg2494">
                <a:extLst>
                  <a:ext uri="{FF2B5EF4-FFF2-40B4-BE49-F238E27FC236}">
                    <a16:creationId xmlns:a16="http://schemas.microsoft.com/office/drawing/2014/main" id="{8C4BD20A-979A-04BB-CF90-711CB5D5DECD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" name="pg2495">
                <a:extLst>
                  <a:ext uri="{FF2B5EF4-FFF2-40B4-BE49-F238E27FC236}">
                    <a16:creationId xmlns:a16="http://schemas.microsoft.com/office/drawing/2014/main" id="{738FD0A2-121D-DEF8-D3BD-B960C79E54B2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" name="pg2496">
                <a:extLst>
                  <a:ext uri="{FF2B5EF4-FFF2-40B4-BE49-F238E27FC236}">
                    <a16:creationId xmlns:a16="http://schemas.microsoft.com/office/drawing/2014/main" id="{3B02EC25-9D71-7B5E-DE74-611E09D72EDC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" name="pg2497">
                <a:extLst>
                  <a:ext uri="{FF2B5EF4-FFF2-40B4-BE49-F238E27FC236}">
                    <a16:creationId xmlns:a16="http://schemas.microsoft.com/office/drawing/2014/main" id="{1CF4719A-6C1B-B66E-80F5-A211BD376C38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" name="pg2498">
                <a:extLst>
                  <a:ext uri="{FF2B5EF4-FFF2-40B4-BE49-F238E27FC236}">
                    <a16:creationId xmlns:a16="http://schemas.microsoft.com/office/drawing/2014/main" id="{B7C4241D-3F77-545E-B3AF-8561F6FBC54B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" name="pg2499">
                <a:extLst>
                  <a:ext uri="{FF2B5EF4-FFF2-40B4-BE49-F238E27FC236}">
                    <a16:creationId xmlns:a16="http://schemas.microsoft.com/office/drawing/2014/main" id="{731A0756-F9D8-DE19-7134-C832877AB348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" name="pg2500">
                <a:extLst>
                  <a:ext uri="{FF2B5EF4-FFF2-40B4-BE49-F238E27FC236}">
                    <a16:creationId xmlns:a16="http://schemas.microsoft.com/office/drawing/2014/main" id="{5E154CF9-EA27-92AD-ADAD-03C39DA9A5DF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3">
                  <a:alpha val="100000"/>
                </a:srgbClr>
              </a:solidFill>
              <a:ln w="5420" cap="flat">
                <a:solidFill>
                  <a:srgbClr val="3A34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" name="pg2501">
                <a:extLst>
                  <a:ext uri="{FF2B5EF4-FFF2-40B4-BE49-F238E27FC236}">
                    <a16:creationId xmlns:a16="http://schemas.microsoft.com/office/drawing/2014/main" id="{B763E9A0-0CEB-5351-115B-5270F0188C6D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" name="pg2502">
                <a:extLst>
                  <a:ext uri="{FF2B5EF4-FFF2-40B4-BE49-F238E27FC236}">
                    <a16:creationId xmlns:a16="http://schemas.microsoft.com/office/drawing/2014/main" id="{D11D62EC-8340-2C7A-8EBE-D7C83B06D237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" name="pg2503">
                <a:extLst>
                  <a:ext uri="{FF2B5EF4-FFF2-40B4-BE49-F238E27FC236}">
                    <a16:creationId xmlns:a16="http://schemas.microsoft.com/office/drawing/2014/main" id="{AE564709-887F-09EB-B62D-FCB15E058B6F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" name="pg2504">
                <a:extLst>
                  <a:ext uri="{FF2B5EF4-FFF2-40B4-BE49-F238E27FC236}">
                    <a16:creationId xmlns:a16="http://schemas.microsoft.com/office/drawing/2014/main" id="{920E8D5D-2E9C-0367-70F7-96CBC530FF66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" name="pg2505">
                <a:extLst>
                  <a:ext uri="{FF2B5EF4-FFF2-40B4-BE49-F238E27FC236}">
                    <a16:creationId xmlns:a16="http://schemas.microsoft.com/office/drawing/2014/main" id="{578C802B-2941-5BCF-B7B9-005C9A8254B7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" name="pg2506">
                <a:extLst>
                  <a:ext uri="{FF2B5EF4-FFF2-40B4-BE49-F238E27FC236}">
                    <a16:creationId xmlns:a16="http://schemas.microsoft.com/office/drawing/2014/main" id="{903873E3-A6B0-4412-24A1-94079ACF3EFA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" name="pg2507">
                <a:extLst>
                  <a:ext uri="{FF2B5EF4-FFF2-40B4-BE49-F238E27FC236}">
                    <a16:creationId xmlns:a16="http://schemas.microsoft.com/office/drawing/2014/main" id="{DD471ED5-6385-43AC-D377-8B82BCB964C7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" name="pg2508">
                <a:extLst>
                  <a:ext uri="{FF2B5EF4-FFF2-40B4-BE49-F238E27FC236}">
                    <a16:creationId xmlns:a16="http://schemas.microsoft.com/office/drawing/2014/main" id="{718F35B1-17B3-949F-5BA5-3326AF22C110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" name="pg2509">
                <a:extLst>
                  <a:ext uri="{FF2B5EF4-FFF2-40B4-BE49-F238E27FC236}">
                    <a16:creationId xmlns:a16="http://schemas.microsoft.com/office/drawing/2014/main" id="{B83CBEEF-F1A1-A17B-9546-AE20A3F090D8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" name="pg2510">
                <a:extLst>
                  <a:ext uri="{FF2B5EF4-FFF2-40B4-BE49-F238E27FC236}">
                    <a16:creationId xmlns:a16="http://schemas.microsoft.com/office/drawing/2014/main" id="{F1D6B922-B791-6BBF-DA92-4DCA2FE456DE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" name="pg2511">
                <a:extLst>
                  <a:ext uri="{FF2B5EF4-FFF2-40B4-BE49-F238E27FC236}">
                    <a16:creationId xmlns:a16="http://schemas.microsoft.com/office/drawing/2014/main" id="{0C551EEB-4A7B-551F-F0A5-43E40F960B76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" name="pg2512">
                <a:extLst>
                  <a:ext uri="{FF2B5EF4-FFF2-40B4-BE49-F238E27FC236}">
                    <a16:creationId xmlns:a16="http://schemas.microsoft.com/office/drawing/2014/main" id="{A3CDC0C8-0E69-5813-92FD-953C62AE86F6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" name="pg2513">
                <a:extLst>
                  <a:ext uri="{FF2B5EF4-FFF2-40B4-BE49-F238E27FC236}">
                    <a16:creationId xmlns:a16="http://schemas.microsoft.com/office/drawing/2014/main" id="{6DB79058-E0E8-93D0-F871-252433E24DF8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" name="pg2514">
                <a:extLst>
                  <a:ext uri="{FF2B5EF4-FFF2-40B4-BE49-F238E27FC236}">
                    <a16:creationId xmlns:a16="http://schemas.microsoft.com/office/drawing/2014/main" id="{33483797-F5BC-74B2-FF58-B8D43BDA9ADC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" name="pg2515">
                <a:extLst>
                  <a:ext uri="{FF2B5EF4-FFF2-40B4-BE49-F238E27FC236}">
                    <a16:creationId xmlns:a16="http://schemas.microsoft.com/office/drawing/2014/main" id="{D150C24C-4923-0208-4168-EA173A7B1504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" name="pg2516">
                <a:extLst>
                  <a:ext uri="{FF2B5EF4-FFF2-40B4-BE49-F238E27FC236}">
                    <a16:creationId xmlns:a16="http://schemas.microsoft.com/office/drawing/2014/main" id="{39846184-3789-5CD4-B2B7-9BCBE56BD7FD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" name="pg2517">
                <a:extLst>
                  <a:ext uri="{FF2B5EF4-FFF2-40B4-BE49-F238E27FC236}">
                    <a16:creationId xmlns:a16="http://schemas.microsoft.com/office/drawing/2014/main" id="{2829E69D-0D95-0B01-353E-C73A9AE4CFCA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" name="pg2518">
                <a:extLst>
                  <a:ext uri="{FF2B5EF4-FFF2-40B4-BE49-F238E27FC236}">
                    <a16:creationId xmlns:a16="http://schemas.microsoft.com/office/drawing/2014/main" id="{2E62C991-772C-394C-2052-46FB72B55B63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" name="pg2519">
                <a:extLst>
                  <a:ext uri="{FF2B5EF4-FFF2-40B4-BE49-F238E27FC236}">
                    <a16:creationId xmlns:a16="http://schemas.microsoft.com/office/drawing/2014/main" id="{158AD8DA-B382-2730-4396-5CDE7CCB8875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" name="pg2520">
                <a:extLst>
                  <a:ext uri="{FF2B5EF4-FFF2-40B4-BE49-F238E27FC236}">
                    <a16:creationId xmlns:a16="http://schemas.microsoft.com/office/drawing/2014/main" id="{E83671A8-01C3-5344-FE9E-93AF88713BDF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" name="pg2521">
                <a:extLst>
                  <a:ext uri="{FF2B5EF4-FFF2-40B4-BE49-F238E27FC236}">
                    <a16:creationId xmlns:a16="http://schemas.microsoft.com/office/drawing/2014/main" id="{AE4D9EDD-D363-5386-5AF6-0D81781684FD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" name="pg2522">
                <a:extLst>
                  <a:ext uri="{FF2B5EF4-FFF2-40B4-BE49-F238E27FC236}">
                    <a16:creationId xmlns:a16="http://schemas.microsoft.com/office/drawing/2014/main" id="{808FBA8F-9CD0-2FE2-7765-D82C605FDE45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" name="pg2523">
                <a:extLst>
                  <a:ext uri="{FF2B5EF4-FFF2-40B4-BE49-F238E27FC236}">
                    <a16:creationId xmlns:a16="http://schemas.microsoft.com/office/drawing/2014/main" id="{66B43AD5-FE97-533C-33AA-674AF09E67C1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" name="pg2524">
                <a:extLst>
                  <a:ext uri="{FF2B5EF4-FFF2-40B4-BE49-F238E27FC236}">
                    <a16:creationId xmlns:a16="http://schemas.microsoft.com/office/drawing/2014/main" id="{4BFCA76D-50EB-D6C0-AAA3-E1180958F322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" name="pg2525">
                <a:extLst>
                  <a:ext uri="{FF2B5EF4-FFF2-40B4-BE49-F238E27FC236}">
                    <a16:creationId xmlns:a16="http://schemas.microsoft.com/office/drawing/2014/main" id="{2F6A9F4B-16E9-30CC-7309-36B12256C56A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" name="pg2526">
                <a:extLst>
                  <a:ext uri="{FF2B5EF4-FFF2-40B4-BE49-F238E27FC236}">
                    <a16:creationId xmlns:a16="http://schemas.microsoft.com/office/drawing/2014/main" id="{00B50021-E4AC-BD2D-8687-6C644EDD226A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" name="pg2527">
                <a:extLst>
                  <a:ext uri="{FF2B5EF4-FFF2-40B4-BE49-F238E27FC236}">
                    <a16:creationId xmlns:a16="http://schemas.microsoft.com/office/drawing/2014/main" id="{4BFDB4BE-D7CD-63D2-27AC-22B80494A272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" name="pg2528">
                <a:extLst>
                  <a:ext uri="{FF2B5EF4-FFF2-40B4-BE49-F238E27FC236}">
                    <a16:creationId xmlns:a16="http://schemas.microsoft.com/office/drawing/2014/main" id="{66FD71C5-3D3E-FE86-3430-40F888EBEFFE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" name="pg2529">
                <a:extLst>
                  <a:ext uri="{FF2B5EF4-FFF2-40B4-BE49-F238E27FC236}">
                    <a16:creationId xmlns:a16="http://schemas.microsoft.com/office/drawing/2014/main" id="{074FEBED-C062-96A9-40D8-4C19EDDBD1CA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" name="pg2530">
                <a:extLst>
                  <a:ext uri="{FF2B5EF4-FFF2-40B4-BE49-F238E27FC236}">
                    <a16:creationId xmlns:a16="http://schemas.microsoft.com/office/drawing/2014/main" id="{68A04F1A-778D-F8FD-D18D-35EFE5886730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" name="pg2531">
                <a:extLst>
                  <a:ext uri="{FF2B5EF4-FFF2-40B4-BE49-F238E27FC236}">
                    <a16:creationId xmlns:a16="http://schemas.microsoft.com/office/drawing/2014/main" id="{2A135F7D-74F3-7E93-2946-E4AC7FD2ACB2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" name="pg2532">
                <a:extLst>
                  <a:ext uri="{FF2B5EF4-FFF2-40B4-BE49-F238E27FC236}">
                    <a16:creationId xmlns:a16="http://schemas.microsoft.com/office/drawing/2014/main" id="{C4C8FF2F-742C-398C-78B1-F5CECAD88622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" name="pg2533">
                <a:extLst>
                  <a:ext uri="{FF2B5EF4-FFF2-40B4-BE49-F238E27FC236}">
                    <a16:creationId xmlns:a16="http://schemas.microsoft.com/office/drawing/2014/main" id="{838D845D-B4CF-135C-DF0A-728A96D502A8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" name="pg2534">
                <a:extLst>
                  <a:ext uri="{FF2B5EF4-FFF2-40B4-BE49-F238E27FC236}">
                    <a16:creationId xmlns:a16="http://schemas.microsoft.com/office/drawing/2014/main" id="{DFB5C871-AF0A-B535-EC8B-A59679045AED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" name="pg2535">
                <a:extLst>
                  <a:ext uri="{FF2B5EF4-FFF2-40B4-BE49-F238E27FC236}">
                    <a16:creationId xmlns:a16="http://schemas.microsoft.com/office/drawing/2014/main" id="{5970EF56-5D62-9894-90E7-78376E7485B5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" name="pg2536">
                <a:extLst>
                  <a:ext uri="{FF2B5EF4-FFF2-40B4-BE49-F238E27FC236}">
                    <a16:creationId xmlns:a16="http://schemas.microsoft.com/office/drawing/2014/main" id="{890B7807-EE41-CB75-6CF9-1FBBFF61E8E0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" name="pg2537">
                <a:extLst>
                  <a:ext uri="{FF2B5EF4-FFF2-40B4-BE49-F238E27FC236}">
                    <a16:creationId xmlns:a16="http://schemas.microsoft.com/office/drawing/2014/main" id="{8E3A5F7F-1EBE-FB86-C257-82C873EB0DB6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" name="pg2538">
                <a:extLst>
                  <a:ext uri="{FF2B5EF4-FFF2-40B4-BE49-F238E27FC236}">
                    <a16:creationId xmlns:a16="http://schemas.microsoft.com/office/drawing/2014/main" id="{7281A161-928F-C26B-001D-741FA5E6C6D9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" name="pg2539">
                <a:extLst>
                  <a:ext uri="{FF2B5EF4-FFF2-40B4-BE49-F238E27FC236}">
                    <a16:creationId xmlns:a16="http://schemas.microsoft.com/office/drawing/2014/main" id="{217A3B81-7535-8302-F3D4-6EAA71E9FEBE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" name="pg2540">
                <a:extLst>
                  <a:ext uri="{FF2B5EF4-FFF2-40B4-BE49-F238E27FC236}">
                    <a16:creationId xmlns:a16="http://schemas.microsoft.com/office/drawing/2014/main" id="{9C657829-33E9-46C6-E896-9C44D3DA5CDF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" name="pg2541">
                <a:extLst>
                  <a:ext uri="{FF2B5EF4-FFF2-40B4-BE49-F238E27FC236}">
                    <a16:creationId xmlns:a16="http://schemas.microsoft.com/office/drawing/2014/main" id="{99FF5C5B-A004-3E5E-D2B9-2881B0F0F27D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" name="pg2542">
                <a:extLst>
                  <a:ext uri="{FF2B5EF4-FFF2-40B4-BE49-F238E27FC236}">
                    <a16:creationId xmlns:a16="http://schemas.microsoft.com/office/drawing/2014/main" id="{4095D7A1-ABA7-85E7-89DC-602E67B10CEA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" name="pg2543">
                <a:extLst>
                  <a:ext uri="{FF2B5EF4-FFF2-40B4-BE49-F238E27FC236}">
                    <a16:creationId xmlns:a16="http://schemas.microsoft.com/office/drawing/2014/main" id="{BFA91C04-5C82-8481-C176-AF0C63457A93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" name="pg2544">
                <a:extLst>
                  <a:ext uri="{FF2B5EF4-FFF2-40B4-BE49-F238E27FC236}">
                    <a16:creationId xmlns:a16="http://schemas.microsoft.com/office/drawing/2014/main" id="{D8F1817E-E46D-020E-D7E3-A03499C49558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" name="pg2545">
                <a:extLst>
                  <a:ext uri="{FF2B5EF4-FFF2-40B4-BE49-F238E27FC236}">
                    <a16:creationId xmlns:a16="http://schemas.microsoft.com/office/drawing/2014/main" id="{A963DA50-5FE3-BFF4-7FA8-6826DAA3B4FB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" name="pg2546">
                <a:extLst>
                  <a:ext uri="{FF2B5EF4-FFF2-40B4-BE49-F238E27FC236}">
                    <a16:creationId xmlns:a16="http://schemas.microsoft.com/office/drawing/2014/main" id="{1805DE6A-430B-E275-398A-847F815C6B59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" name="pg2547">
                <a:extLst>
                  <a:ext uri="{FF2B5EF4-FFF2-40B4-BE49-F238E27FC236}">
                    <a16:creationId xmlns:a16="http://schemas.microsoft.com/office/drawing/2014/main" id="{2E4C3FCE-A9E8-60F5-622A-B0F919585091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" name="pg2548">
                <a:extLst>
                  <a:ext uri="{FF2B5EF4-FFF2-40B4-BE49-F238E27FC236}">
                    <a16:creationId xmlns:a16="http://schemas.microsoft.com/office/drawing/2014/main" id="{42D0451E-20E5-FF08-8C4D-83E7B0CDC9CC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" name="pg2549">
                <a:extLst>
                  <a:ext uri="{FF2B5EF4-FFF2-40B4-BE49-F238E27FC236}">
                    <a16:creationId xmlns:a16="http://schemas.microsoft.com/office/drawing/2014/main" id="{7D81B566-6016-4706-FDD8-BC3467084686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" name="pg2550">
                <a:extLst>
                  <a:ext uri="{FF2B5EF4-FFF2-40B4-BE49-F238E27FC236}">
                    <a16:creationId xmlns:a16="http://schemas.microsoft.com/office/drawing/2014/main" id="{E37AAFAE-1797-B7D3-2D78-605B54C53D9F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" name="pg2551">
                <a:extLst>
                  <a:ext uri="{FF2B5EF4-FFF2-40B4-BE49-F238E27FC236}">
                    <a16:creationId xmlns:a16="http://schemas.microsoft.com/office/drawing/2014/main" id="{CF52DABD-D4A8-E3E8-E08C-38DCE688D891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" name="pg2552">
                <a:extLst>
                  <a:ext uri="{FF2B5EF4-FFF2-40B4-BE49-F238E27FC236}">
                    <a16:creationId xmlns:a16="http://schemas.microsoft.com/office/drawing/2014/main" id="{D1193342-3778-9A6B-DA28-7B694A5FC323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" name="pg2553">
                <a:extLst>
                  <a:ext uri="{FF2B5EF4-FFF2-40B4-BE49-F238E27FC236}">
                    <a16:creationId xmlns:a16="http://schemas.microsoft.com/office/drawing/2014/main" id="{EFA8582B-7CC8-B70F-7107-0F3135B0E7D0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" name="pg2554">
                <a:extLst>
                  <a:ext uri="{FF2B5EF4-FFF2-40B4-BE49-F238E27FC236}">
                    <a16:creationId xmlns:a16="http://schemas.microsoft.com/office/drawing/2014/main" id="{131E0B8E-FAD7-FE06-070E-7B8D41F95F39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" name="pg2555">
                <a:extLst>
                  <a:ext uri="{FF2B5EF4-FFF2-40B4-BE49-F238E27FC236}">
                    <a16:creationId xmlns:a16="http://schemas.microsoft.com/office/drawing/2014/main" id="{4ABBD975-3EE7-DAA7-A1F6-2FE4D5229163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" name="pg2556">
                <a:extLst>
                  <a:ext uri="{FF2B5EF4-FFF2-40B4-BE49-F238E27FC236}">
                    <a16:creationId xmlns:a16="http://schemas.microsoft.com/office/drawing/2014/main" id="{A289CA9B-6170-DD20-04D9-5F54D702AAFC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" name="pg2557">
                <a:extLst>
                  <a:ext uri="{FF2B5EF4-FFF2-40B4-BE49-F238E27FC236}">
                    <a16:creationId xmlns:a16="http://schemas.microsoft.com/office/drawing/2014/main" id="{177C32E0-A489-2320-222B-00A8325F97FD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" name="pg2558">
                <a:extLst>
                  <a:ext uri="{FF2B5EF4-FFF2-40B4-BE49-F238E27FC236}">
                    <a16:creationId xmlns:a16="http://schemas.microsoft.com/office/drawing/2014/main" id="{DAD40A22-E898-80B4-B496-61C6D9303AAC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" name="pg2559">
                <a:extLst>
                  <a:ext uri="{FF2B5EF4-FFF2-40B4-BE49-F238E27FC236}">
                    <a16:creationId xmlns:a16="http://schemas.microsoft.com/office/drawing/2014/main" id="{58F3A1D8-14F5-3DB3-9B0D-6071F5DB4FF0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" name="pg2560">
                <a:extLst>
                  <a:ext uri="{FF2B5EF4-FFF2-40B4-BE49-F238E27FC236}">
                    <a16:creationId xmlns:a16="http://schemas.microsoft.com/office/drawing/2014/main" id="{12D730CD-6984-01CF-4589-8E7D977D88A7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" name="pg2561">
                <a:extLst>
                  <a:ext uri="{FF2B5EF4-FFF2-40B4-BE49-F238E27FC236}">
                    <a16:creationId xmlns:a16="http://schemas.microsoft.com/office/drawing/2014/main" id="{AE900632-D4C1-5BA7-7C3D-9FE6F3EF2A0C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" name="pg2562">
                <a:extLst>
                  <a:ext uri="{FF2B5EF4-FFF2-40B4-BE49-F238E27FC236}">
                    <a16:creationId xmlns:a16="http://schemas.microsoft.com/office/drawing/2014/main" id="{E26127E3-C1FF-9199-E97B-020AAEE402B1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" name="pg2563">
                <a:extLst>
                  <a:ext uri="{FF2B5EF4-FFF2-40B4-BE49-F238E27FC236}">
                    <a16:creationId xmlns:a16="http://schemas.microsoft.com/office/drawing/2014/main" id="{52DDAB02-1ED6-C537-3C8A-866A50308273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" name="pg2564">
                <a:extLst>
                  <a:ext uri="{FF2B5EF4-FFF2-40B4-BE49-F238E27FC236}">
                    <a16:creationId xmlns:a16="http://schemas.microsoft.com/office/drawing/2014/main" id="{18735419-F680-E81D-C2D8-239EFC1ED686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" name="pg2565">
                <a:extLst>
                  <a:ext uri="{FF2B5EF4-FFF2-40B4-BE49-F238E27FC236}">
                    <a16:creationId xmlns:a16="http://schemas.microsoft.com/office/drawing/2014/main" id="{4E527CA6-6AAA-3CE4-9E20-D0E2164909EC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" name="pg2566">
                <a:extLst>
                  <a:ext uri="{FF2B5EF4-FFF2-40B4-BE49-F238E27FC236}">
                    <a16:creationId xmlns:a16="http://schemas.microsoft.com/office/drawing/2014/main" id="{9E033796-20E1-2362-44E1-D4FBB24AE463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" name="pg2567">
                <a:extLst>
                  <a:ext uri="{FF2B5EF4-FFF2-40B4-BE49-F238E27FC236}">
                    <a16:creationId xmlns:a16="http://schemas.microsoft.com/office/drawing/2014/main" id="{A07415F9-AAB5-F86F-0F28-DE31285D732F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" name="pg2568">
                <a:extLst>
                  <a:ext uri="{FF2B5EF4-FFF2-40B4-BE49-F238E27FC236}">
                    <a16:creationId xmlns:a16="http://schemas.microsoft.com/office/drawing/2014/main" id="{C98C0A79-F0BB-F16A-0C6A-ED108BDD4BEA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" name="pg2569">
                <a:extLst>
                  <a:ext uri="{FF2B5EF4-FFF2-40B4-BE49-F238E27FC236}">
                    <a16:creationId xmlns:a16="http://schemas.microsoft.com/office/drawing/2014/main" id="{D51B5F67-5F0A-FB15-BE8A-B9F1C72EAFD1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" name="pg2570">
                <a:extLst>
                  <a:ext uri="{FF2B5EF4-FFF2-40B4-BE49-F238E27FC236}">
                    <a16:creationId xmlns:a16="http://schemas.microsoft.com/office/drawing/2014/main" id="{68675006-6769-92D2-12C5-452EBB50D020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" name="pg2571">
                <a:extLst>
                  <a:ext uri="{FF2B5EF4-FFF2-40B4-BE49-F238E27FC236}">
                    <a16:creationId xmlns:a16="http://schemas.microsoft.com/office/drawing/2014/main" id="{23E5FC54-A3FD-0095-C831-16741D6A1CCB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" name="pg2572">
                <a:extLst>
                  <a:ext uri="{FF2B5EF4-FFF2-40B4-BE49-F238E27FC236}">
                    <a16:creationId xmlns:a16="http://schemas.microsoft.com/office/drawing/2014/main" id="{79DAC6D2-B6C1-4B01-7E0A-E0ACECA0A517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" name="pg2573">
                <a:extLst>
                  <a:ext uri="{FF2B5EF4-FFF2-40B4-BE49-F238E27FC236}">
                    <a16:creationId xmlns:a16="http://schemas.microsoft.com/office/drawing/2014/main" id="{576FBAAD-4ACF-10FF-49A4-33CEFE17C97B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" name="pg2574">
                <a:extLst>
                  <a:ext uri="{FF2B5EF4-FFF2-40B4-BE49-F238E27FC236}">
                    <a16:creationId xmlns:a16="http://schemas.microsoft.com/office/drawing/2014/main" id="{C4A741CE-E577-3E7F-2DD3-1580E547FAC5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" name="pg2575">
                <a:extLst>
                  <a:ext uri="{FF2B5EF4-FFF2-40B4-BE49-F238E27FC236}">
                    <a16:creationId xmlns:a16="http://schemas.microsoft.com/office/drawing/2014/main" id="{1777D6D7-98AB-D897-D6AD-9A74F25D05AC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" name="pg2576">
                <a:extLst>
                  <a:ext uri="{FF2B5EF4-FFF2-40B4-BE49-F238E27FC236}">
                    <a16:creationId xmlns:a16="http://schemas.microsoft.com/office/drawing/2014/main" id="{9816EB7C-B355-B044-522E-571EF760A114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" name="pg2577">
                <a:extLst>
                  <a:ext uri="{FF2B5EF4-FFF2-40B4-BE49-F238E27FC236}">
                    <a16:creationId xmlns:a16="http://schemas.microsoft.com/office/drawing/2014/main" id="{BE064D24-B29D-6B64-939C-94E1F51CE96B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" name="pg2578">
                <a:extLst>
                  <a:ext uri="{FF2B5EF4-FFF2-40B4-BE49-F238E27FC236}">
                    <a16:creationId xmlns:a16="http://schemas.microsoft.com/office/drawing/2014/main" id="{BEF92986-DE3A-82A1-F85B-475E89F32D7D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" name="pg2579">
                <a:extLst>
                  <a:ext uri="{FF2B5EF4-FFF2-40B4-BE49-F238E27FC236}">
                    <a16:creationId xmlns:a16="http://schemas.microsoft.com/office/drawing/2014/main" id="{D157F6BA-0CB3-8F64-0754-042C62E39080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" name="pg2580">
                <a:extLst>
                  <a:ext uri="{FF2B5EF4-FFF2-40B4-BE49-F238E27FC236}">
                    <a16:creationId xmlns:a16="http://schemas.microsoft.com/office/drawing/2014/main" id="{2E61492F-EC0B-6884-7837-3A3C748EAD9C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" name="pg2581">
                <a:extLst>
                  <a:ext uri="{FF2B5EF4-FFF2-40B4-BE49-F238E27FC236}">
                    <a16:creationId xmlns:a16="http://schemas.microsoft.com/office/drawing/2014/main" id="{7A5F1CFF-69CB-2898-24A2-EC32B9919EBE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" name="pg2582">
                <a:extLst>
                  <a:ext uri="{FF2B5EF4-FFF2-40B4-BE49-F238E27FC236}">
                    <a16:creationId xmlns:a16="http://schemas.microsoft.com/office/drawing/2014/main" id="{C66D8AC3-149C-538D-9350-91E2F7278D07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" name="pg2583">
                <a:extLst>
                  <a:ext uri="{FF2B5EF4-FFF2-40B4-BE49-F238E27FC236}">
                    <a16:creationId xmlns:a16="http://schemas.microsoft.com/office/drawing/2014/main" id="{3AFE97FA-B329-A15A-5249-0EC6F299389D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" name="pg2584">
                <a:extLst>
                  <a:ext uri="{FF2B5EF4-FFF2-40B4-BE49-F238E27FC236}">
                    <a16:creationId xmlns:a16="http://schemas.microsoft.com/office/drawing/2014/main" id="{A0AEE905-37EB-7B3D-9C89-817D3E711291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" name="pg2585">
                <a:extLst>
                  <a:ext uri="{FF2B5EF4-FFF2-40B4-BE49-F238E27FC236}">
                    <a16:creationId xmlns:a16="http://schemas.microsoft.com/office/drawing/2014/main" id="{259C87D8-6733-A81C-DCD0-A3B09EABA1D5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" name="pg2586">
                <a:extLst>
                  <a:ext uri="{FF2B5EF4-FFF2-40B4-BE49-F238E27FC236}">
                    <a16:creationId xmlns:a16="http://schemas.microsoft.com/office/drawing/2014/main" id="{0D652309-64EF-B032-A20D-6507CC468E06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" name="pg2587">
                <a:extLst>
                  <a:ext uri="{FF2B5EF4-FFF2-40B4-BE49-F238E27FC236}">
                    <a16:creationId xmlns:a16="http://schemas.microsoft.com/office/drawing/2014/main" id="{7046F816-5A08-BC71-A590-CC2AF057688D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" name="pg2588">
                <a:extLst>
                  <a:ext uri="{FF2B5EF4-FFF2-40B4-BE49-F238E27FC236}">
                    <a16:creationId xmlns:a16="http://schemas.microsoft.com/office/drawing/2014/main" id="{F91FF039-CA2F-D444-850A-208224BD91CA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" name="pg2589">
                <a:extLst>
                  <a:ext uri="{FF2B5EF4-FFF2-40B4-BE49-F238E27FC236}">
                    <a16:creationId xmlns:a16="http://schemas.microsoft.com/office/drawing/2014/main" id="{E6DACCEB-A984-4A1F-82E1-EDA65A52E3FE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" name="pg2590">
                <a:extLst>
                  <a:ext uri="{FF2B5EF4-FFF2-40B4-BE49-F238E27FC236}">
                    <a16:creationId xmlns:a16="http://schemas.microsoft.com/office/drawing/2014/main" id="{5117C2F8-24FC-267E-F452-DD1A5D16086B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" name="pg2591">
                <a:extLst>
                  <a:ext uri="{FF2B5EF4-FFF2-40B4-BE49-F238E27FC236}">
                    <a16:creationId xmlns:a16="http://schemas.microsoft.com/office/drawing/2014/main" id="{291AC6CC-91FF-EFA2-4703-4EF111F11A3C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" name="pg2592">
                <a:extLst>
                  <a:ext uri="{FF2B5EF4-FFF2-40B4-BE49-F238E27FC236}">
                    <a16:creationId xmlns:a16="http://schemas.microsoft.com/office/drawing/2014/main" id="{CCECB599-75C2-6071-F493-01315DA99E06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" name="pg2593">
                <a:extLst>
                  <a:ext uri="{FF2B5EF4-FFF2-40B4-BE49-F238E27FC236}">
                    <a16:creationId xmlns:a16="http://schemas.microsoft.com/office/drawing/2014/main" id="{EC918048-78B6-D698-3D5C-F6A8DB0AB4F2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" name="pg2594">
                <a:extLst>
                  <a:ext uri="{FF2B5EF4-FFF2-40B4-BE49-F238E27FC236}">
                    <a16:creationId xmlns:a16="http://schemas.microsoft.com/office/drawing/2014/main" id="{9F41F9E1-2BBB-28AB-B253-8D64FE6392AE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" name="pg2595">
                <a:extLst>
                  <a:ext uri="{FF2B5EF4-FFF2-40B4-BE49-F238E27FC236}">
                    <a16:creationId xmlns:a16="http://schemas.microsoft.com/office/drawing/2014/main" id="{99E32F1C-A9C0-92D3-2A05-6873D233EC57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" name="pg2596">
                <a:extLst>
                  <a:ext uri="{FF2B5EF4-FFF2-40B4-BE49-F238E27FC236}">
                    <a16:creationId xmlns:a16="http://schemas.microsoft.com/office/drawing/2014/main" id="{E8044070-E1B4-BC84-3C85-BDB2F6C16A9D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" name="pg2597">
                <a:extLst>
                  <a:ext uri="{FF2B5EF4-FFF2-40B4-BE49-F238E27FC236}">
                    <a16:creationId xmlns:a16="http://schemas.microsoft.com/office/drawing/2014/main" id="{8F725DAC-18ED-6FC1-E3C6-9EEC1C96A380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" name="pg2598">
                <a:extLst>
                  <a:ext uri="{FF2B5EF4-FFF2-40B4-BE49-F238E27FC236}">
                    <a16:creationId xmlns:a16="http://schemas.microsoft.com/office/drawing/2014/main" id="{8D66F0B3-7695-06FD-B363-851168629C63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" name="pg2599">
                <a:extLst>
                  <a:ext uri="{FF2B5EF4-FFF2-40B4-BE49-F238E27FC236}">
                    <a16:creationId xmlns:a16="http://schemas.microsoft.com/office/drawing/2014/main" id="{B24DB4F6-4CC4-A118-7FAB-026E5C9D0647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" name="pg2600">
                <a:extLst>
                  <a:ext uri="{FF2B5EF4-FFF2-40B4-BE49-F238E27FC236}">
                    <a16:creationId xmlns:a16="http://schemas.microsoft.com/office/drawing/2014/main" id="{7B93AE1C-B077-A5A9-2E16-096663283D5E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" name="pg2601">
                <a:extLst>
                  <a:ext uri="{FF2B5EF4-FFF2-40B4-BE49-F238E27FC236}">
                    <a16:creationId xmlns:a16="http://schemas.microsoft.com/office/drawing/2014/main" id="{F755C38D-2140-C810-B77B-C457D33E9F3F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" name="pg2602">
                <a:extLst>
                  <a:ext uri="{FF2B5EF4-FFF2-40B4-BE49-F238E27FC236}">
                    <a16:creationId xmlns:a16="http://schemas.microsoft.com/office/drawing/2014/main" id="{630FB31D-CEAF-5972-5CBF-7829FCB1CCCB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" name="pg2603">
                <a:extLst>
                  <a:ext uri="{FF2B5EF4-FFF2-40B4-BE49-F238E27FC236}">
                    <a16:creationId xmlns:a16="http://schemas.microsoft.com/office/drawing/2014/main" id="{1DDFD05E-EEDC-036C-703A-A2B154F8FA92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" name="pg2604">
                <a:extLst>
                  <a:ext uri="{FF2B5EF4-FFF2-40B4-BE49-F238E27FC236}">
                    <a16:creationId xmlns:a16="http://schemas.microsoft.com/office/drawing/2014/main" id="{1AFBCBE5-3B41-9AF7-E454-CAB0138B20A0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" name="pg2605">
                <a:extLst>
                  <a:ext uri="{FF2B5EF4-FFF2-40B4-BE49-F238E27FC236}">
                    <a16:creationId xmlns:a16="http://schemas.microsoft.com/office/drawing/2014/main" id="{3D83802D-3548-50C4-A44B-CF17E1179669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" name="pg2606">
                <a:extLst>
                  <a:ext uri="{FF2B5EF4-FFF2-40B4-BE49-F238E27FC236}">
                    <a16:creationId xmlns:a16="http://schemas.microsoft.com/office/drawing/2014/main" id="{6C49702F-FD08-7E15-EDBE-D8A231972371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" name="pg2607">
                <a:extLst>
                  <a:ext uri="{FF2B5EF4-FFF2-40B4-BE49-F238E27FC236}">
                    <a16:creationId xmlns:a16="http://schemas.microsoft.com/office/drawing/2014/main" id="{FCF4F6CC-68EF-24C6-F59C-0B9536B55C1F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" name="pg2608">
                <a:extLst>
                  <a:ext uri="{FF2B5EF4-FFF2-40B4-BE49-F238E27FC236}">
                    <a16:creationId xmlns:a16="http://schemas.microsoft.com/office/drawing/2014/main" id="{4803A060-242A-8D33-0FBA-A3ECC7597D52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" name="pg2609">
                <a:extLst>
                  <a:ext uri="{FF2B5EF4-FFF2-40B4-BE49-F238E27FC236}">
                    <a16:creationId xmlns:a16="http://schemas.microsoft.com/office/drawing/2014/main" id="{6D82177E-8ED0-C104-65EB-CB71FAA2ECA7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" name="pg2610">
                <a:extLst>
                  <a:ext uri="{FF2B5EF4-FFF2-40B4-BE49-F238E27FC236}">
                    <a16:creationId xmlns:a16="http://schemas.microsoft.com/office/drawing/2014/main" id="{301C7134-C090-47EA-A8C8-2208AA1DC417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" name="pg2611">
                <a:extLst>
                  <a:ext uri="{FF2B5EF4-FFF2-40B4-BE49-F238E27FC236}">
                    <a16:creationId xmlns:a16="http://schemas.microsoft.com/office/drawing/2014/main" id="{C3A0EBFF-938A-E068-BCDE-BD8D4F58BD9D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" name="pg2612">
                <a:extLst>
                  <a:ext uri="{FF2B5EF4-FFF2-40B4-BE49-F238E27FC236}">
                    <a16:creationId xmlns:a16="http://schemas.microsoft.com/office/drawing/2014/main" id="{5313067D-5A5C-4518-4DE3-86E1BBA18C41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" name="pg2613">
                <a:extLst>
                  <a:ext uri="{FF2B5EF4-FFF2-40B4-BE49-F238E27FC236}">
                    <a16:creationId xmlns:a16="http://schemas.microsoft.com/office/drawing/2014/main" id="{DFF287C8-3759-0D6F-8474-8198788596BB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" name="pg2614">
                <a:extLst>
                  <a:ext uri="{FF2B5EF4-FFF2-40B4-BE49-F238E27FC236}">
                    <a16:creationId xmlns:a16="http://schemas.microsoft.com/office/drawing/2014/main" id="{2DBA492A-31F5-DB91-E179-B95377134461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" name="pg2615">
                <a:extLst>
                  <a:ext uri="{FF2B5EF4-FFF2-40B4-BE49-F238E27FC236}">
                    <a16:creationId xmlns:a16="http://schemas.microsoft.com/office/drawing/2014/main" id="{6F43C7F0-9774-D954-ACC0-C629B59BA86E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" name="pg2616">
                <a:extLst>
                  <a:ext uri="{FF2B5EF4-FFF2-40B4-BE49-F238E27FC236}">
                    <a16:creationId xmlns:a16="http://schemas.microsoft.com/office/drawing/2014/main" id="{08BDDCC4-5425-FF39-54CC-4AFCFBC73178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" name="pg2617">
                <a:extLst>
                  <a:ext uri="{FF2B5EF4-FFF2-40B4-BE49-F238E27FC236}">
                    <a16:creationId xmlns:a16="http://schemas.microsoft.com/office/drawing/2014/main" id="{7BBA84E0-5985-3CE6-1467-0DACF00DFFD3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" name="pg2618">
                <a:extLst>
                  <a:ext uri="{FF2B5EF4-FFF2-40B4-BE49-F238E27FC236}">
                    <a16:creationId xmlns:a16="http://schemas.microsoft.com/office/drawing/2014/main" id="{0DA33576-9B96-60E3-D1E1-15345AFD7AA5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" name="pg2619">
                <a:extLst>
                  <a:ext uri="{FF2B5EF4-FFF2-40B4-BE49-F238E27FC236}">
                    <a16:creationId xmlns:a16="http://schemas.microsoft.com/office/drawing/2014/main" id="{393079A3-146A-31CB-F1BF-39D629907750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" name="pg2620">
                <a:extLst>
                  <a:ext uri="{FF2B5EF4-FFF2-40B4-BE49-F238E27FC236}">
                    <a16:creationId xmlns:a16="http://schemas.microsoft.com/office/drawing/2014/main" id="{77E20D50-1FE0-15A6-F50E-825DD3DF7E8E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" name="pg2621">
                <a:extLst>
                  <a:ext uri="{FF2B5EF4-FFF2-40B4-BE49-F238E27FC236}">
                    <a16:creationId xmlns:a16="http://schemas.microsoft.com/office/drawing/2014/main" id="{7FFE02AD-34F3-A93E-9267-5C4D65967961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" name="pg2622">
                <a:extLst>
                  <a:ext uri="{FF2B5EF4-FFF2-40B4-BE49-F238E27FC236}">
                    <a16:creationId xmlns:a16="http://schemas.microsoft.com/office/drawing/2014/main" id="{595089C9-F4AA-A686-96F9-B0F9C8C40440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" name="pg2623">
                <a:extLst>
                  <a:ext uri="{FF2B5EF4-FFF2-40B4-BE49-F238E27FC236}">
                    <a16:creationId xmlns:a16="http://schemas.microsoft.com/office/drawing/2014/main" id="{28EB2E4E-C0C2-B102-0B4F-4BFB54AAE05E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" name="pg2624">
                <a:extLst>
                  <a:ext uri="{FF2B5EF4-FFF2-40B4-BE49-F238E27FC236}">
                    <a16:creationId xmlns:a16="http://schemas.microsoft.com/office/drawing/2014/main" id="{0987B435-19CF-D955-4FC3-184024B989C6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" name="pg2625">
                <a:extLst>
                  <a:ext uri="{FF2B5EF4-FFF2-40B4-BE49-F238E27FC236}">
                    <a16:creationId xmlns:a16="http://schemas.microsoft.com/office/drawing/2014/main" id="{10D109CB-2590-8AE2-4917-840C650E15EF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" name="pg2626">
                <a:extLst>
                  <a:ext uri="{FF2B5EF4-FFF2-40B4-BE49-F238E27FC236}">
                    <a16:creationId xmlns:a16="http://schemas.microsoft.com/office/drawing/2014/main" id="{F4B36320-C376-2B02-B0A6-DCA8345F8735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" name="pg2627">
                <a:extLst>
                  <a:ext uri="{FF2B5EF4-FFF2-40B4-BE49-F238E27FC236}">
                    <a16:creationId xmlns:a16="http://schemas.microsoft.com/office/drawing/2014/main" id="{317EAA21-32D8-FB46-4314-4D22EE9A9D61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" name="pg2628">
                <a:extLst>
                  <a:ext uri="{FF2B5EF4-FFF2-40B4-BE49-F238E27FC236}">
                    <a16:creationId xmlns:a16="http://schemas.microsoft.com/office/drawing/2014/main" id="{C2D8B386-DC18-8717-C626-9EBFB87232C3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" name="pg2629">
                <a:extLst>
                  <a:ext uri="{FF2B5EF4-FFF2-40B4-BE49-F238E27FC236}">
                    <a16:creationId xmlns:a16="http://schemas.microsoft.com/office/drawing/2014/main" id="{B5B7B8CC-4EBD-36C9-687D-3FBCDF4EE795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" name="pg2630">
                <a:extLst>
                  <a:ext uri="{FF2B5EF4-FFF2-40B4-BE49-F238E27FC236}">
                    <a16:creationId xmlns:a16="http://schemas.microsoft.com/office/drawing/2014/main" id="{4E424E8C-EF19-D297-6B7F-BB379101C671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" name="pg2631">
                <a:extLst>
                  <a:ext uri="{FF2B5EF4-FFF2-40B4-BE49-F238E27FC236}">
                    <a16:creationId xmlns:a16="http://schemas.microsoft.com/office/drawing/2014/main" id="{89206347-AEF8-0C8E-0F5A-163F510C9308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" name="pg2632">
                <a:extLst>
                  <a:ext uri="{FF2B5EF4-FFF2-40B4-BE49-F238E27FC236}">
                    <a16:creationId xmlns:a16="http://schemas.microsoft.com/office/drawing/2014/main" id="{1318D20F-C1A4-B23F-DF4C-04E301E6A7D0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" name="pg2633">
                <a:extLst>
                  <a:ext uri="{FF2B5EF4-FFF2-40B4-BE49-F238E27FC236}">
                    <a16:creationId xmlns:a16="http://schemas.microsoft.com/office/drawing/2014/main" id="{B29DD468-2C68-C329-1088-A6D5FD74649E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" name="pg2634">
                <a:extLst>
                  <a:ext uri="{FF2B5EF4-FFF2-40B4-BE49-F238E27FC236}">
                    <a16:creationId xmlns:a16="http://schemas.microsoft.com/office/drawing/2014/main" id="{FF0C04F9-DC7C-307E-65AB-28DB9371BA25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" name="pg2635">
                <a:extLst>
                  <a:ext uri="{FF2B5EF4-FFF2-40B4-BE49-F238E27FC236}">
                    <a16:creationId xmlns:a16="http://schemas.microsoft.com/office/drawing/2014/main" id="{B71BB275-2E0F-03B7-27B6-B582EF7920C5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" name="pg2636">
                <a:extLst>
                  <a:ext uri="{FF2B5EF4-FFF2-40B4-BE49-F238E27FC236}">
                    <a16:creationId xmlns:a16="http://schemas.microsoft.com/office/drawing/2014/main" id="{E3288C2D-F5B2-D088-ADCB-99B385D6D45B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" name="pg2637">
                <a:extLst>
                  <a:ext uri="{FF2B5EF4-FFF2-40B4-BE49-F238E27FC236}">
                    <a16:creationId xmlns:a16="http://schemas.microsoft.com/office/drawing/2014/main" id="{247720CF-1567-1D02-26CB-BB1F73107299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" name="pg2638">
                <a:extLst>
                  <a:ext uri="{FF2B5EF4-FFF2-40B4-BE49-F238E27FC236}">
                    <a16:creationId xmlns:a16="http://schemas.microsoft.com/office/drawing/2014/main" id="{46EF0B38-E9BD-7023-94EE-8372F90036CE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" name="pg2639">
                <a:extLst>
                  <a:ext uri="{FF2B5EF4-FFF2-40B4-BE49-F238E27FC236}">
                    <a16:creationId xmlns:a16="http://schemas.microsoft.com/office/drawing/2014/main" id="{954B2DE6-75D2-F760-E78D-466E5D803A5D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" name="pg2640">
                <a:extLst>
                  <a:ext uri="{FF2B5EF4-FFF2-40B4-BE49-F238E27FC236}">
                    <a16:creationId xmlns:a16="http://schemas.microsoft.com/office/drawing/2014/main" id="{31D3F8C8-389F-9101-78B1-C1A39803DCA2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" name="pg2641">
                <a:extLst>
                  <a:ext uri="{FF2B5EF4-FFF2-40B4-BE49-F238E27FC236}">
                    <a16:creationId xmlns:a16="http://schemas.microsoft.com/office/drawing/2014/main" id="{07DD7829-F35E-FB15-60D5-0E8710E2EDC1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" name="pg2642">
                <a:extLst>
                  <a:ext uri="{FF2B5EF4-FFF2-40B4-BE49-F238E27FC236}">
                    <a16:creationId xmlns:a16="http://schemas.microsoft.com/office/drawing/2014/main" id="{5C6FE60E-BEAB-C816-331C-AB4F5E0DB812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" name="pg2643">
                <a:extLst>
                  <a:ext uri="{FF2B5EF4-FFF2-40B4-BE49-F238E27FC236}">
                    <a16:creationId xmlns:a16="http://schemas.microsoft.com/office/drawing/2014/main" id="{73552A42-E6B1-D349-BC9E-1020ED75761A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" name="pg2644">
                <a:extLst>
                  <a:ext uri="{FF2B5EF4-FFF2-40B4-BE49-F238E27FC236}">
                    <a16:creationId xmlns:a16="http://schemas.microsoft.com/office/drawing/2014/main" id="{512F2C63-0E46-0376-E7FF-262012CB9AE4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" name="pg2645">
                <a:extLst>
                  <a:ext uri="{FF2B5EF4-FFF2-40B4-BE49-F238E27FC236}">
                    <a16:creationId xmlns:a16="http://schemas.microsoft.com/office/drawing/2014/main" id="{52B7805C-CA0B-C34F-9625-E27C3AE4340D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" name="pg2646">
                <a:extLst>
                  <a:ext uri="{FF2B5EF4-FFF2-40B4-BE49-F238E27FC236}">
                    <a16:creationId xmlns:a16="http://schemas.microsoft.com/office/drawing/2014/main" id="{8CD24A02-0174-F08D-1DA7-642B9FED1476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" name="pg2647">
                <a:extLst>
                  <a:ext uri="{FF2B5EF4-FFF2-40B4-BE49-F238E27FC236}">
                    <a16:creationId xmlns:a16="http://schemas.microsoft.com/office/drawing/2014/main" id="{D5C51B34-BBAC-E146-B41F-60544797A4D7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" name="pg2648">
                <a:extLst>
                  <a:ext uri="{FF2B5EF4-FFF2-40B4-BE49-F238E27FC236}">
                    <a16:creationId xmlns:a16="http://schemas.microsoft.com/office/drawing/2014/main" id="{526A2FCC-48D9-5A1B-62B1-D1ACA4A5E6FB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" name="pg2649">
                <a:extLst>
                  <a:ext uri="{FF2B5EF4-FFF2-40B4-BE49-F238E27FC236}">
                    <a16:creationId xmlns:a16="http://schemas.microsoft.com/office/drawing/2014/main" id="{39CC9ADD-0A11-1879-9374-5A2B48D313ED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" name="pg2650">
                <a:extLst>
                  <a:ext uri="{FF2B5EF4-FFF2-40B4-BE49-F238E27FC236}">
                    <a16:creationId xmlns:a16="http://schemas.microsoft.com/office/drawing/2014/main" id="{3FB2F5DD-50CB-E407-1487-69FCD27D9D0A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" name="pg2651">
                <a:extLst>
                  <a:ext uri="{FF2B5EF4-FFF2-40B4-BE49-F238E27FC236}">
                    <a16:creationId xmlns:a16="http://schemas.microsoft.com/office/drawing/2014/main" id="{B5BA4C9D-FE0F-9CED-72D5-718A686FDB4B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" name="pg2652">
                <a:extLst>
                  <a:ext uri="{FF2B5EF4-FFF2-40B4-BE49-F238E27FC236}">
                    <a16:creationId xmlns:a16="http://schemas.microsoft.com/office/drawing/2014/main" id="{E5B55852-1968-7D91-94F1-4FDD69E90867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" name="pg2653">
                <a:extLst>
                  <a:ext uri="{FF2B5EF4-FFF2-40B4-BE49-F238E27FC236}">
                    <a16:creationId xmlns:a16="http://schemas.microsoft.com/office/drawing/2014/main" id="{E57299EB-7ED7-F4CB-6941-148253FFB925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" name="pg2654">
                <a:extLst>
                  <a:ext uri="{FF2B5EF4-FFF2-40B4-BE49-F238E27FC236}">
                    <a16:creationId xmlns:a16="http://schemas.microsoft.com/office/drawing/2014/main" id="{70C0792D-9EB0-BB65-4A7F-16017B00F4B2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" name="pg2655">
                <a:extLst>
                  <a:ext uri="{FF2B5EF4-FFF2-40B4-BE49-F238E27FC236}">
                    <a16:creationId xmlns:a16="http://schemas.microsoft.com/office/drawing/2014/main" id="{04745026-D3AD-300D-5058-AFC546C2B22F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" name="pg2656">
                <a:extLst>
                  <a:ext uri="{FF2B5EF4-FFF2-40B4-BE49-F238E27FC236}">
                    <a16:creationId xmlns:a16="http://schemas.microsoft.com/office/drawing/2014/main" id="{6C30BBCD-6D7C-4186-D06B-A33003890FB9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" name="pg2657">
                <a:extLst>
                  <a:ext uri="{FF2B5EF4-FFF2-40B4-BE49-F238E27FC236}">
                    <a16:creationId xmlns:a16="http://schemas.microsoft.com/office/drawing/2014/main" id="{22CDD543-F99D-8C50-72EA-EBEF78B1FF66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" name="pg2658">
                <a:extLst>
                  <a:ext uri="{FF2B5EF4-FFF2-40B4-BE49-F238E27FC236}">
                    <a16:creationId xmlns:a16="http://schemas.microsoft.com/office/drawing/2014/main" id="{38C562F2-8671-8D5A-BA40-5C6576D7F16D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" name="pg2659">
                <a:extLst>
                  <a:ext uri="{FF2B5EF4-FFF2-40B4-BE49-F238E27FC236}">
                    <a16:creationId xmlns:a16="http://schemas.microsoft.com/office/drawing/2014/main" id="{C3B731E8-E320-D0FA-5796-CF22D3C02604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" name="pg2660">
                <a:extLst>
                  <a:ext uri="{FF2B5EF4-FFF2-40B4-BE49-F238E27FC236}">
                    <a16:creationId xmlns:a16="http://schemas.microsoft.com/office/drawing/2014/main" id="{D9285FAA-8527-B9E3-E013-FB4B603EDA20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" name="pg2661">
                <a:extLst>
                  <a:ext uri="{FF2B5EF4-FFF2-40B4-BE49-F238E27FC236}">
                    <a16:creationId xmlns:a16="http://schemas.microsoft.com/office/drawing/2014/main" id="{D5A6FE90-BCFE-4F38-C616-98EFF28E59BB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" name="pg2662">
                <a:extLst>
                  <a:ext uri="{FF2B5EF4-FFF2-40B4-BE49-F238E27FC236}">
                    <a16:creationId xmlns:a16="http://schemas.microsoft.com/office/drawing/2014/main" id="{54FA0E26-BB98-5F40-5BA3-BF4E72D68381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" name="pg2663">
                <a:extLst>
                  <a:ext uri="{FF2B5EF4-FFF2-40B4-BE49-F238E27FC236}">
                    <a16:creationId xmlns:a16="http://schemas.microsoft.com/office/drawing/2014/main" id="{63F470FD-6882-4437-4D0F-64B2FD4F2205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" name="pg2664">
                <a:extLst>
                  <a:ext uri="{FF2B5EF4-FFF2-40B4-BE49-F238E27FC236}">
                    <a16:creationId xmlns:a16="http://schemas.microsoft.com/office/drawing/2014/main" id="{C6D65930-12FB-9776-BA28-62B1BC9596BB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" name="pg2665">
                <a:extLst>
                  <a:ext uri="{FF2B5EF4-FFF2-40B4-BE49-F238E27FC236}">
                    <a16:creationId xmlns:a16="http://schemas.microsoft.com/office/drawing/2014/main" id="{A2B9A6FA-B08C-D43D-115A-2B8AA8F37811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" name="pg2666">
                <a:extLst>
                  <a:ext uri="{FF2B5EF4-FFF2-40B4-BE49-F238E27FC236}">
                    <a16:creationId xmlns:a16="http://schemas.microsoft.com/office/drawing/2014/main" id="{217AD4F5-450D-F15F-54F5-C081E0F3A977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" name="pg2667">
                <a:extLst>
                  <a:ext uri="{FF2B5EF4-FFF2-40B4-BE49-F238E27FC236}">
                    <a16:creationId xmlns:a16="http://schemas.microsoft.com/office/drawing/2014/main" id="{603ED690-BF89-F42A-74ED-F204DE0FBB76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" name="pg2668">
                <a:extLst>
                  <a:ext uri="{FF2B5EF4-FFF2-40B4-BE49-F238E27FC236}">
                    <a16:creationId xmlns:a16="http://schemas.microsoft.com/office/drawing/2014/main" id="{586ECF3B-B7D1-A4DB-ADE5-4C9C3A1DA6CB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" name="pg2669">
                <a:extLst>
                  <a:ext uri="{FF2B5EF4-FFF2-40B4-BE49-F238E27FC236}">
                    <a16:creationId xmlns:a16="http://schemas.microsoft.com/office/drawing/2014/main" id="{029981C4-B485-DCF2-F437-246699DE377D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" name="pg2670">
                <a:extLst>
                  <a:ext uri="{FF2B5EF4-FFF2-40B4-BE49-F238E27FC236}">
                    <a16:creationId xmlns:a16="http://schemas.microsoft.com/office/drawing/2014/main" id="{302DF57A-EBB0-A3FA-CF8D-45601DFBE6C3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" name="pg2671">
                <a:extLst>
                  <a:ext uri="{FF2B5EF4-FFF2-40B4-BE49-F238E27FC236}">
                    <a16:creationId xmlns:a16="http://schemas.microsoft.com/office/drawing/2014/main" id="{5D9DC9FE-B240-424A-2EA3-9C3E14DD6ABC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" name="pg2672">
                <a:extLst>
                  <a:ext uri="{FF2B5EF4-FFF2-40B4-BE49-F238E27FC236}">
                    <a16:creationId xmlns:a16="http://schemas.microsoft.com/office/drawing/2014/main" id="{18B8E409-8AE1-A0B9-A645-F20A7C803EE9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" name="pg2673">
                <a:extLst>
                  <a:ext uri="{FF2B5EF4-FFF2-40B4-BE49-F238E27FC236}">
                    <a16:creationId xmlns:a16="http://schemas.microsoft.com/office/drawing/2014/main" id="{0DA40CC8-F453-2012-2D61-CE59400B8037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" name="pg2674">
                <a:extLst>
                  <a:ext uri="{FF2B5EF4-FFF2-40B4-BE49-F238E27FC236}">
                    <a16:creationId xmlns:a16="http://schemas.microsoft.com/office/drawing/2014/main" id="{B4D8DD20-DE5E-7149-7BA9-7A0F3A3E55D0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" name="pg2675">
                <a:extLst>
                  <a:ext uri="{FF2B5EF4-FFF2-40B4-BE49-F238E27FC236}">
                    <a16:creationId xmlns:a16="http://schemas.microsoft.com/office/drawing/2014/main" id="{779AC5D3-1C38-B687-285B-77E5C4359070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" name="pg2676">
                <a:extLst>
                  <a:ext uri="{FF2B5EF4-FFF2-40B4-BE49-F238E27FC236}">
                    <a16:creationId xmlns:a16="http://schemas.microsoft.com/office/drawing/2014/main" id="{B9170E87-8DC7-20FA-3C58-954EA3A7FC88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" name="pg2677">
                <a:extLst>
                  <a:ext uri="{FF2B5EF4-FFF2-40B4-BE49-F238E27FC236}">
                    <a16:creationId xmlns:a16="http://schemas.microsoft.com/office/drawing/2014/main" id="{E2C3E281-863B-3485-C1C1-004F7B9E9A0A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" name="pg2678">
                <a:extLst>
                  <a:ext uri="{FF2B5EF4-FFF2-40B4-BE49-F238E27FC236}">
                    <a16:creationId xmlns:a16="http://schemas.microsoft.com/office/drawing/2014/main" id="{1E3418E8-2F27-435C-B468-BF5BE9F4CD19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" name="pg2679">
                <a:extLst>
                  <a:ext uri="{FF2B5EF4-FFF2-40B4-BE49-F238E27FC236}">
                    <a16:creationId xmlns:a16="http://schemas.microsoft.com/office/drawing/2014/main" id="{D3FCC756-8C53-3FAB-B757-79588C449481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" name="pg2680">
                <a:extLst>
                  <a:ext uri="{FF2B5EF4-FFF2-40B4-BE49-F238E27FC236}">
                    <a16:creationId xmlns:a16="http://schemas.microsoft.com/office/drawing/2014/main" id="{D9D7E89C-C025-EEB0-B1CB-33F1899B5570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" name="pg2681">
                <a:extLst>
                  <a:ext uri="{FF2B5EF4-FFF2-40B4-BE49-F238E27FC236}">
                    <a16:creationId xmlns:a16="http://schemas.microsoft.com/office/drawing/2014/main" id="{99EBCACD-6942-F33B-2613-AA8E4DB65BD1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" name="pg2682">
                <a:extLst>
                  <a:ext uri="{FF2B5EF4-FFF2-40B4-BE49-F238E27FC236}">
                    <a16:creationId xmlns:a16="http://schemas.microsoft.com/office/drawing/2014/main" id="{0E477F53-DD38-CA94-5BED-B9ED2BCCE031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" name="pg2683">
                <a:extLst>
                  <a:ext uri="{FF2B5EF4-FFF2-40B4-BE49-F238E27FC236}">
                    <a16:creationId xmlns:a16="http://schemas.microsoft.com/office/drawing/2014/main" id="{5521B9EA-F42C-BABD-9D4C-F417752E78DA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" name="pg2684">
                <a:extLst>
                  <a:ext uri="{FF2B5EF4-FFF2-40B4-BE49-F238E27FC236}">
                    <a16:creationId xmlns:a16="http://schemas.microsoft.com/office/drawing/2014/main" id="{C43B3A98-D025-7319-6FF5-A6E025380A26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" name="pg2685">
                <a:extLst>
                  <a:ext uri="{FF2B5EF4-FFF2-40B4-BE49-F238E27FC236}">
                    <a16:creationId xmlns:a16="http://schemas.microsoft.com/office/drawing/2014/main" id="{DBA49AB4-150A-9755-081C-200A6AA9D151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" name="pg2686">
                <a:extLst>
                  <a:ext uri="{FF2B5EF4-FFF2-40B4-BE49-F238E27FC236}">
                    <a16:creationId xmlns:a16="http://schemas.microsoft.com/office/drawing/2014/main" id="{394D87F1-2CF5-6FF8-0BEB-AB3241AC21FD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" name="pg2687">
                <a:extLst>
                  <a:ext uri="{FF2B5EF4-FFF2-40B4-BE49-F238E27FC236}">
                    <a16:creationId xmlns:a16="http://schemas.microsoft.com/office/drawing/2014/main" id="{6E86262F-B16E-1223-6B57-39BCB6B4C128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" name="pg2688">
                <a:extLst>
                  <a:ext uri="{FF2B5EF4-FFF2-40B4-BE49-F238E27FC236}">
                    <a16:creationId xmlns:a16="http://schemas.microsoft.com/office/drawing/2014/main" id="{DFEF94F1-936B-D7E8-C8A8-BE4A451E7B06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" name="pg2689">
                <a:extLst>
                  <a:ext uri="{FF2B5EF4-FFF2-40B4-BE49-F238E27FC236}">
                    <a16:creationId xmlns:a16="http://schemas.microsoft.com/office/drawing/2014/main" id="{CEFE473A-FF6D-77B6-61BA-8188ED1F6AE4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" name="pg2690">
                <a:extLst>
                  <a:ext uri="{FF2B5EF4-FFF2-40B4-BE49-F238E27FC236}">
                    <a16:creationId xmlns:a16="http://schemas.microsoft.com/office/drawing/2014/main" id="{A4D408B2-5DB7-016E-5092-0FBD25B4646C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" name="pg2691">
                <a:extLst>
                  <a:ext uri="{FF2B5EF4-FFF2-40B4-BE49-F238E27FC236}">
                    <a16:creationId xmlns:a16="http://schemas.microsoft.com/office/drawing/2014/main" id="{AB708FDD-672C-A187-3ECE-7B77FDCFC8AA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" name="pg2692">
                <a:extLst>
                  <a:ext uri="{FF2B5EF4-FFF2-40B4-BE49-F238E27FC236}">
                    <a16:creationId xmlns:a16="http://schemas.microsoft.com/office/drawing/2014/main" id="{D309C273-E66C-2ED2-0D01-0C58C669DF34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" name="pg2693">
                <a:extLst>
                  <a:ext uri="{FF2B5EF4-FFF2-40B4-BE49-F238E27FC236}">
                    <a16:creationId xmlns:a16="http://schemas.microsoft.com/office/drawing/2014/main" id="{450A4830-AB67-F59D-DF61-B42F20C8BDC3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" name="pg2694">
                <a:extLst>
                  <a:ext uri="{FF2B5EF4-FFF2-40B4-BE49-F238E27FC236}">
                    <a16:creationId xmlns:a16="http://schemas.microsoft.com/office/drawing/2014/main" id="{D7D7007E-5200-E631-74F8-6A1BD3DD255B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" name="pg2695">
                <a:extLst>
                  <a:ext uri="{FF2B5EF4-FFF2-40B4-BE49-F238E27FC236}">
                    <a16:creationId xmlns:a16="http://schemas.microsoft.com/office/drawing/2014/main" id="{9AE049A7-9178-EF14-EA96-000CEED1D272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" name="pg2696">
                <a:extLst>
                  <a:ext uri="{FF2B5EF4-FFF2-40B4-BE49-F238E27FC236}">
                    <a16:creationId xmlns:a16="http://schemas.microsoft.com/office/drawing/2014/main" id="{1ACFBBA1-63F2-0624-C9E3-FD412C004CA4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" name="pg2697">
                <a:extLst>
                  <a:ext uri="{FF2B5EF4-FFF2-40B4-BE49-F238E27FC236}">
                    <a16:creationId xmlns:a16="http://schemas.microsoft.com/office/drawing/2014/main" id="{074C35D3-4E58-8D70-1AC9-FD5094F857A0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" name="pg2698">
                <a:extLst>
                  <a:ext uri="{FF2B5EF4-FFF2-40B4-BE49-F238E27FC236}">
                    <a16:creationId xmlns:a16="http://schemas.microsoft.com/office/drawing/2014/main" id="{A04A8F79-0657-963F-E3E2-D131E51E8BD7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" name="pg2699">
                <a:extLst>
                  <a:ext uri="{FF2B5EF4-FFF2-40B4-BE49-F238E27FC236}">
                    <a16:creationId xmlns:a16="http://schemas.microsoft.com/office/drawing/2014/main" id="{89CB5A3C-C1D3-1A4E-A40E-D1305F81F882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" name="pg2700">
                <a:extLst>
                  <a:ext uri="{FF2B5EF4-FFF2-40B4-BE49-F238E27FC236}">
                    <a16:creationId xmlns:a16="http://schemas.microsoft.com/office/drawing/2014/main" id="{71ABC051-823F-1D36-9A0C-383E9A5F6379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" name="pg2701">
                <a:extLst>
                  <a:ext uri="{FF2B5EF4-FFF2-40B4-BE49-F238E27FC236}">
                    <a16:creationId xmlns:a16="http://schemas.microsoft.com/office/drawing/2014/main" id="{BA4C65DA-CB0E-62EB-359D-B072304E458A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" name="pg2702">
                <a:extLst>
                  <a:ext uri="{FF2B5EF4-FFF2-40B4-BE49-F238E27FC236}">
                    <a16:creationId xmlns:a16="http://schemas.microsoft.com/office/drawing/2014/main" id="{243A8AD5-FAD6-221F-71BD-7759A17CDFFE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A">
                  <a:alpha val="100000"/>
                </a:srgbClr>
              </a:solidFill>
              <a:ln w="5420" cap="flat">
                <a:solidFill>
                  <a:srgbClr val="33264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" name="pg2703">
                <a:extLst>
                  <a:ext uri="{FF2B5EF4-FFF2-40B4-BE49-F238E27FC236}">
                    <a16:creationId xmlns:a16="http://schemas.microsoft.com/office/drawing/2014/main" id="{E64527DE-FA27-C888-09D3-158467B414CD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A">
                  <a:alpha val="100000"/>
                </a:srgbClr>
              </a:solidFill>
              <a:ln w="5420" cap="flat">
                <a:solidFill>
                  <a:srgbClr val="33264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" name="pg2704">
                <a:extLst>
                  <a:ext uri="{FF2B5EF4-FFF2-40B4-BE49-F238E27FC236}">
                    <a16:creationId xmlns:a16="http://schemas.microsoft.com/office/drawing/2014/main" id="{5217E194-6FF6-96C9-A91B-4DEE6D54F7A1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B">
                  <a:alpha val="100000"/>
                </a:srgbClr>
              </a:solidFill>
              <a:ln w="5420" cap="flat">
                <a:solidFill>
                  <a:srgbClr val="33264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" name="pg2705">
                <a:extLst>
                  <a:ext uri="{FF2B5EF4-FFF2-40B4-BE49-F238E27FC236}">
                    <a16:creationId xmlns:a16="http://schemas.microsoft.com/office/drawing/2014/main" id="{047311C0-29EE-2B46-5BE1-9B4E76FB943D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" name="pg2706">
                <a:extLst>
                  <a:ext uri="{FF2B5EF4-FFF2-40B4-BE49-F238E27FC236}">
                    <a16:creationId xmlns:a16="http://schemas.microsoft.com/office/drawing/2014/main" id="{D23748BA-F3E0-F424-D8DD-01EA852DB44F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" name="pg2707">
                <a:extLst>
                  <a:ext uri="{FF2B5EF4-FFF2-40B4-BE49-F238E27FC236}">
                    <a16:creationId xmlns:a16="http://schemas.microsoft.com/office/drawing/2014/main" id="{552CFEF0-4F5F-37C5-39ED-C1A0106FCB08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3">
                  <a:alpha val="100000"/>
                </a:srgbClr>
              </a:solidFill>
              <a:ln w="5420" cap="flat">
                <a:solidFill>
                  <a:srgbClr val="3729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" name="pg2708">
                <a:extLst>
                  <a:ext uri="{FF2B5EF4-FFF2-40B4-BE49-F238E27FC236}">
                    <a16:creationId xmlns:a16="http://schemas.microsoft.com/office/drawing/2014/main" id="{340D0717-822A-9C86-1E8F-DEB03D321C6F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" name="pg2709">
                <a:extLst>
                  <a:ext uri="{FF2B5EF4-FFF2-40B4-BE49-F238E27FC236}">
                    <a16:creationId xmlns:a16="http://schemas.microsoft.com/office/drawing/2014/main" id="{8A0C73E7-3426-84C1-0471-96A2A812F3C2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" name="pg2710">
                <a:extLst>
                  <a:ext uri="{FF2B5EF4-FFF2-40B4-BE49-F238E27FC236}">
                    <a16:creationId xmlns:a16="http://schemas.microsoft.com/office/drawing/2014/main" id="{48063D8D-084B-8F75-29DD-9B857F95E4F3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" name="pg2711">
                <a:extLst>
                  <a:ext uri="{FF2B5EF4-FFF2-40B4-BE49-F238E27FC236}">
                    <a16:creationId xmlns:a16="http://schemas.microsoft.com/office/drawing/2014/main" id="{B63109A8-3293-2749-CEEB-025BF320F173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" name="pg2712">
                <a:extLst>
                  <a:ext uri="{FF2B5EF4-FFF2-40B4-BE49-F238E27FC236}">
                    <a16:creationId xmlns:a16="http://schemas.microsoft.com/office/drawing/2014/main" id="{BD0752B9-46DE-CB0B-AADB-CA5699B50D4B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" name="pg2713">
                <a:extLst>
                  <a:ext uri="{FF2B5EF4-FFF2-40B4-BE49-F238E27FC236}">
                    <a16:creationId xmlns:a16="http://schemas.microsoft.com/office/drawing/2014/main" id="{97B5D656-8279-A309-94F9-B0CB7F4FB507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" name="pg2714">
                <a:extLst>
                  <a:ext uri="{FF2B5EF4-FFF2-40B4-BE49-F238E27FC236}">
                    <a16:creationId xmlns:a16="http://schemas.microsoft.com/office/drawing/2014/main" id="{DA96E726-9BA2-2B21-5D7B-E2BA40D65CA0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" name="pg2715">
                <a:extLst>
                  <a:ext uri="{FF2B5EF4-FFF2-40B4-BE49-F238E27FC236}">
                    <a16:creationId xmlns:a16="http://schemas.microsoft.com/office/drawing/2014/main" id="{2C71918C-86AF-990C-CF6F-5ABA39C11219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" name="pg2716">
                <a:extLst>
                  <a:ext uri="{FF2B5EF4-FFF2-40B4-BE49-F238E27FC236}">
                    <a16:creationId xmlns:a16="http://schemas.microsoft.com/office/drawing/2014/main" id="{8A7626AA-8234-CB27-9A1B-EB17FA78DEE8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" name="pg2717">
                <a:extLst>
                  <a:ext uri="{FF2B5EF4-FFF2-40B4-BE49-F238E27FC236}">
                    <a16:creationId xmlns:a16="http://schemas.microsoft.com/office/drawing/2014/main" id="{0F7E48BA-D418-475F-F2F2-666CC0087E57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" name="pg2718">
                <a:extLst>
                  <a:ext uri="{FF2B5EF4-FFF2-40B4-BE49-F238E27FC236}">
                    <a16:creationId xmlns:a16="http://schemas.microsoft.com/office/drawing/2014/main" id="{7634095B-2E4C-C0F9-BC86-27758A130439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" name="pg2719">
                <a:extLst>
                  <a:ext uri="{FF2B5EF4-FFF2-40B4-BE49-F238E27FC236}">
                    <a16:creationId xmlns:a16="http://schemas.microsoft.com/office/drawing/2014/main" id="{9B6FC414-27BF-F2BC-A350-D0187DAE801D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" name="pg2720">
                <a:extLst>
                  <a:ext uri="{FF2B5EF4-FFF2-40B4-BE49-F238E27FC236}">
                    <a16:creationId xmlns:a16="http://schemas.microsoft.com/office/drawing/2014/main" id="{90849E8C-4464-739F-0D41-5B675D43B9C5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" name="pg2721">
                <a:extLst>
                  <a:ext uri="{FF2B5EF4-FFF2-40B4-BE49-F238E27FC236}">
                    <a16:creationId xmlns:a16="http://schemas.microsoft.com/office/drawing/2014/main" id="{B3B36D58-D93B-DF29-90EB-45E93D5522CB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" name="pg2722">
                <a:extLst>
                  <a:ext uri="{FF2B5EF4-FFF2-40B4-BE49-F238E27FC236}">
                    <a16:creationId xmlns:a16="http://schemas.microsoft.com/office/drawing/2014/main" id="{49497F22-34C5-AE14-4B27-D4F3D6FF3219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" name="pg2723">
                <a:extLst>
                  <a:ext uri="{FF2B5EF4-FFF2-40B4-BE49-F238E27FC236}">
                    <a16:creationId xmlns:a16="http://schemas.microsoft.com/office/drawing/2014/main" id="{6F18FC2B-50A9-5892-82BB-39D159CB7354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" name="pg2724">
                <a:extLst>
                  <a:ext uri="{FF2B5EF4-FFF2-40B4-BE49-F238E27FC236}">
                    <a16:creationId xmlns:a16="http://schemas.microsoft.com/office/drawing/2014/main" id="{06BD008D-6B40-DF05-95E6-620CCF20E0E3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" name="pg2725">
                <a:extLst>
                  <a:ext uri="{FF2B5EF4-FFF2-40B4-BE49-F238E27FC236}">
                    <a16:creationId xmlns:a16="http://schemas.microsoft.com/office/drawing/2014/main" id="{C151A7CE-994E-E8DA-FA84-B4F9BA128763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" name="pg2726">
                <a:extLst>
                  <a:ext uri="{FF2B5EF4-FFF2-40B4-BE49-F238E27FC236}">
                    <a16:creationId xmlns:a16="http://schemas.microsoft.com/office/drawing/2014/main" id="{19204FD8-BB0E-5065-CC13-FBCB532E84FA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" name="pg2727">
                <a:extLst>
                  <a:ext uri="{FF2B5EF4-FFF2-40B4-BE49-F238E27FC236}">
                    <a16:creationId xmlns:a16="http://schemas.microsoft.com/office/drawing/2014/main" id="{4F956004-D91F-B5C4-305B-1982059924DF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" name="pg2728">
                <a:extLst>
                  <a:ext uri="{FF2B5EF4-FFF2-40B4-BE49-F238E27FC236}">
                    <a16:creationId xmlns:a16="http://schemas.microsoft.com/office/drawing/2014/main" id="{FD70321A-96E3-38C2-5BE4-DC275A184359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" name="pg2729">
                <a:extLst>
                  <a:ext uri="{FF2B5EF4-FFF2-40B4-BE49-F238E27FC236}">
                    <a16:creationId xmlns:a16="http://schemas.microsoft.com/office/drawing/2014/main" id="{69B719DC-FF47-0E75-16C1-9C7E7E1A0330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" name="pg2730">
                <a:extLst>
                  <a:ext uri="{FF2B5EF4-FFF2-40B4-BE49-F238E27FC236}">
                    <a16:creationId xmlns:a16="http://schemas.microsoft.com/office/drawing/2014/main" id="{4B00B8FB-FA64-9D69-577A-566E23AEAFFB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" name="pg2731">
                <a:extLst>
                  <a:ext uri="{FF2B5EF4-FFF2-40B4-BE49-F238E27FC236}">
                    <a16:creationId xmlns:a16="http://schemas.microsoft.com/office/drawing/2014/main" id="{02CA2972-3BDD-3B2E-A97C-B5526BC3988A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" name="pg2732">
                <a:extLst>
                  <a:ext uri="{FF2B5EF4-FFF2-40B4-BE49-F238E27FC236}">
                    <a16:creationId xmlns:a16="http://schemas.microsoft.com/office/drawing/2014/main" id="{AA491814-9E19-D085-74EF-60BE95C6C69B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" name="pg2733">
                <a:extLst>
                  <a:ext uri="{FF2B5EF4-FFF2-40B4-BE49-F238E27FC236}">
                    <a16:creationId xmlns:a16="http://schemas.microsoft.com/office/drawing/2014/main" id="{9EE0B723-8E5B-9E6C-6B94-0C983876BE58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" name="pg2734">
                <a:extLst>
                  <a:ext uri="{FF2B5EF4-FFF2-40B4-BE49-F238E27FC236}">
                    <a16:creationId xmlns:a16="http://schemas.microsoft.com/office/drawing/2014/main" id="{BA246ED4-8192-D345-F3A8-58C72FC5AB5F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" name="pg2735">
                <a:extLst>
                  <a:ext uri="{FF2B5EF4-FFF2-40B4-BE49-F238E27FC236}">
                    <a16:creationId xmlns:a16="http://schemas.microsoft.com/office/drawing/2014/main" id="{E557A3CA-CBC8-FA50-7C92-8C0BC5730549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" name="pg2736">
                <a:extLst>
                  <a:ext uri="{FF2B5EF4-FFF2-40B4-BE49-F238E27FC236}">
                    <a16:creationId xmlns:a16="http://schemas.microsoft.com/office/drawing/2014/main" id="{82891493-5AB5-7997-586A-BAD24EE65E82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" name="pg2737">
                <a:extLst>
                  <a:ext uri="{FF2B5EF4-FFF2-40B4-BE49-F238E27FC236}">
                    <a16:creationId xmlns:a16="http://schemas.microsoft.com/office/drawing/2014/main" id="{C188E68A-C990-57B1-C1CF-2B86182D6029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" name="pg2738">
                <a:extLst>
                  <a:ext uri="{FF2B5EF4-FFF2-40B4-BE49-F238E27FC236}">
                    <a16:creationId xmlns:a16="http://schemas.microsoft.com/office/drawing/2014/main" id="{37D7C4F1-251B-D490-E808-E5F5C917AD36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" name="pg2739">
                <a:extLst>
                  <a:ext uri="{FF2B5EF4-FFF2-40B4-BE49-F238E27FC236}">
                    <a16:creationId xmlns:a16="http://schemas.microsoft.com/office/drawing/2014/main" id="{4C8B0BE8-BD60-9453-A42C-913EF01B10E6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" name="pg2740">
                <a:extLst>
                  <a:ext uri="{FF2B5EF4-FFF2-40B4-BE49-F238E27FC236}">
                    <a16:creationId xmlns:a16="http://schemas.microsoft.com/office/drawing/2014/main" id="{5D7E9DFB-4B70-DC65-4962-E432CE3F27DF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" name="pg2741">
                <a:extLst>
                  <a:ext uri="{FF2B5EF4-FFF2-40B4-BE49-F238E27FC236}">
                    <a16:creationId xmlns:a16="http://schemas.microsoft.com/office/drawing/2014/main" id="{C207B17B-7BB9-CA96-7C1B-5A4120F21FEF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" name="pg2742">
                <a:extLst>
                  <a:ext uri="{FF2B5EF4-FFF2-40B4-BE49-F238E27FC236}">
                    <a16:creationId xmlns:a16="http://schemas.microsoft.com/office/drawing/2014/main" id="{0098002E-49A8-911A-9D6A-6AF0C12BDF46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" name="pg2743">
                <a:extLst>
                  <a:ext uri="{FF2B5EF4-FFF2-40B4-BE49-F238E27FC236}">
                    <a16:creationId xmlns:a16="http://schemas.microsoft.com/office/drawing/2014/main" id="{7CF68A69-BCE1-4F7B-2637-1DE6921B454D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" name="pg2744">
                <a:extLst>
                  <a:ext uri="{FF2B5EF4-FFF2-40B4-BE49-F238E27FC236}">
                    <a16:creationId xmlns:a16="http://schemas.microsoft.com/office/drawing/2014/main" id="{2294D576-40DC-455E-52C3-178F404CBBAD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" name="pg2745">
                <a:extLst>
                  <a:ext uri="{FF2B5EF4-FFF2-40B4-BE49-F238E27FC236}">
                    <a16:creationId xmlns:a16="http://schemas.microsoft.com/office/drawing/2014/main" id="{C6236B89-78E6-F151-F362-F51AA46AC3D3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" name="pg2746">
                <a:extLst>
                  <a:ext uri="{FF2B5EF4-FFF2-40B4-BE49-F238E27FC236}">
                    <a16:creationId xmlns:a16="http://schemas.microsoft.com/office/drawing/2014/main" id="{0E0B0C40-8C2D-DD94-55F8-C9EF22C6C19A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" name="pg2747">
                <a:extLst>
                  <a:ext uri="{FF2B5EF4-FFF2-40B4-BE49-F238E27FC236}">
                    <a16:creationId xmlns:a16="http://schemas.microsoft.com/office/drawing/2014/main" id="{1EC44B17-1D3E-98E0-93AD-5866ED557383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" name="pg2748">
                <a:extLst>
                  <a:ext uri="{FF2B5EF4-FFF2-40B4-BE49-F238E27FC236}">
                    <a16:creationId xmlns:a16="http://schemas.microsoft.com/office/drawing/2014/main" id="{27E34E5D-2152-668F-2F76-05DD6B9619E5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" name="pg2749">
                <a:extLst>
                  <a:ext uri="{FF2B5EF4-FFF2-40B4-BE49-F238E27FC236}">
                    <a16:creationId xmlns:a16="http://schemas.microsoft.com/office/drawing/2014/main" id="{41EDACA8-3305-B1A4-C3F9-84F7D0535358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" name="pg2750">
                <a:extLst>
                  <a:ext uri="{FF2B5EF4-FFF2-40B4-BE49-F238E27FC236}">
                    <a16:creationId xmlns:a16="http://schemas.microsoft.com/office/drawing/2014/main" id="{14FB9DF1-A21D-A5B0-A6C8-0FDCFFF4B8FC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" name="pg2751">
                <a:extLst>
                  <a:ext uri="{FF2B5EF4-FFF2-40B4-BE49-F238E27FC236}">
                    <a16:creationId xmlns:a16="http://schemas.microsoft.com/office/drawing/2014/main" id="{EC6FCF6B-9BE7-5265-8C5C-47ADB6359C33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" name="pg2752">
                <a:extLst>
                  <a:ext uri="{FF2B5EF4-FFF2-40B4-BE49-F238E27FC236}">
                    <a16:creationId xmlns:a16="http://schemas.microsoft.com/office/drawing/2014/main" id="{779B3AE9-0BF7-EFBC-3617-A531CF8A35FF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" name="pg2753">
                <a:extLst>
                  <a:ext uri="{FF2B5EF4-FFF2-40B4-BE49-F238E27FC236}">
                    <a16:creationId xmlns:a16="http://schemas.microsoft.com/office/drawing/2014/main" id="{A64082FA-1861-F1AC-7391-5E9FCAE2F1FC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" name="pg2754">
                <a:extLst>
                  <a:ext uri="{FF2B5EF4-FFF2-40B4-BE49-F238E27FC236}">
                    <a16:creationId xmlns:a16="http://schemas.microsoft.com/office/drawing/2014/main" id="{3869C855-F223-DFF4-5CD1-3A47047BC218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" name="pg2755">
                <a:extLst>
                  <a:ext uri="{FF2B5EF4-FFF2-40B4-BE49-F238E27FC236}">
                    <a16:creationId xmlns:a16="http://schemas.microsoft.com/office/drawing/2014/main" id="{163AF7C8-2EBE-E4F6-3A98-D2E1DD03228A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" name="pg2756">
                <a:extLst>
                  <a:ext uri="{FF2B5EF4-FFF2-40B4-BE49-F238E27FC236}">
                    <a16:creationId xmlns:a16="http://schemas.microsoft.com/office/drawing/2014/main" id="{DE0745B1-105D-22AC-0456-86A4499147AF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" name="pg2757">
                <a:extLst>
                  <a:ext uri="{FF2B5EF4-FFF2-40B4-BE49-F238E27FC236}">
                    <a16:creationId xmlns:a16="http://schemas.microsoft.com/office/drawing/2014/main" id="{ADB018EF-8BB9-459A-2BCA-BC26ED2BDEFF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" name="pg2758">
                <a:extLst>
                  <a:ext uri="{FF2B5EF4-FFF2-40B4-BE49-F238E27FC236}">
                    <a16:creationId xmlns:a16="http://schemas.microsoft.com/office/drawing/2014/main" id="{433F7A21-8992-E089-BDA6-1F47DCB631BD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" name="pg2759">
                <a:extLst>
                  <a:ext uri="{FF2B5EF4-FFF2-40B4-BE49-F238E27FC236}">
                    <a16:creationId xmlns:a16="http://schemas.microsoft.com/office/drawing/2014/main" id="{C9A4D8A2-A907-2D58-C7AB-E766C72AED29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" name="pg2760">
                <a:extLst>
                  <a:ext uri="{FF2B5EF4-FFF2-40B4-BE49-F238E27FC236}">
                    <a16:creationId xmlns:a16="http://schemas.microsoft.com/office/drawing/2014/main" id="{023A1B8F-40A7-6AE6-4DD7-8DF99E3646C9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" name="pg2761">
                <a:extLst>
                  <a:ext uri="{FF2B5EF4-FFF2-40B4-BE49-F238E27FC236}">
                    <a16:creationId xmlns:a16="http://schemas.microsoft.com/office/drawing/2014/main" id="{73AF9FA3-552C-77E7-37BC-1FE2300A2F9C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" name="pg2762">
                <a:extLst>
                  <a:ext uri="{FF2B5EF4-FFF2-40B4-BE49-F238E27FC236}">
                    <a16:creationId xmlns:a16="http://schemas.microsoft.com/office/drawing/2014/main" id="{8CC5FE54-00B1-AD17-1639-42EA88A6E8F9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" name="pg2763">
                <a:extLst>
                  <a:ext uri="{FF2B5EF4-FFF2-40B4-BE49-F238E27FC236}">
                    <a16:creationId xmlns:a16="http://schemas.microsoft.com/office/drawing/2014/main" id="{B78E8C12-F7CD-56DA-0904-034742E20C7D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" name="pg2764">
                <a:extLst>
                  <a:ext uri="{FF2B5EF4-FFF2-40B4-BE49-F238E27FC236}">
                    <a16:creationId xmlns:a16="http://schemas.microsoft.com/office/drawing/2014/main" id="{8A65E185-E0A0-33D6-D7B2-6398768F4F85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" name="pg2765">
                <a:extLst>
                  <a:ext uri="{FF2B5EF4-FFF2-40B4-BE49-F238E27FC236}">
                    <a16:creationId xmlns:a16="http://schemas.microsoft.com/office/drawing/2014/main" id="{618B0EA3-2B15-E674-8AA4-7761E5C25EF0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" name="pg2766">
                <a:extLst>
                  <a:ext uri="{FF2B5EF4-FFF2-40B4-BE49-F238E27FC236}">
                    <a16:creationId xmlns:a16="http://schemas.microsoft.com/office/drawing/2014/main" id="{C96C4B52-09BA-8FFD-21DB-77C136892EA9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" name="pg2767">
                <a:extLst>
                  <a:ext uri="{FF2B5EF4-FFF2-40B4-BE49-F238E27FC236}">
                    <a16:creationId xmlns:a16="http://schemas.microsoft.com/office/drawing/2014/main" id="{EC6E7175-23BE-EECE-71AC-64085A5D3A8E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" name="pg2768">
                <a:extLst>
                  <a:ext uri="{FF2B5EF4-FFF2-40B4-BE49-F238E27FC236}">
                    <a16:creationId xmlns:a16="http://schemas.microsoft.com/office/drawing/2014/main" id="{F80E26D3-5FCC-A243-3185-8C1A6991A88B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2">
                  <a:alpha val="100000"/>
                </a:srgbClr>
              </a:solidFill>
              <a:ln w="5420" cap="flat">
                <a:solidFill>
                  <a:srgbClr val="3C4A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" name="pg2769">
                <a:extLst>
                  <a:ext uri="{FF2B5EF4-FFF2-40B4-BE49-F238E27FC236}">
                    <a16:creationId xmlns:a16="http://schemas.microsoft.com/office/drawing/2014/main" id="{CCDA71C4-6B67-F616-2AFF-6183D21D52AD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" name="pg2770">
                <a:extLst>
                  <a:ext uri="{FF2B5EF4-FFF2-40B4-BE49-F238E27FC236}">
                    <a16:creationId xmlns:a16="http://schemas.microsoft.com/office/drawing/2014/main" id="{ECE4998C-9837-67AF-123A-39319A2DAD19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" name="pg2771">
                <a:extLst>
                  <a:ext uri="{FF2B5EF4-FFF2-40B4-BE49-F238E27FC236}">
                    <a16:creationId xmlns:a16="http://schemas.microsoft.com/office/drawing/2014/main" id="{769FFFD5-3BAF-89BC-03DB-E526123AE5B5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" name="pg2772">
                <a:extLst>
                  <a:ext uri="{FF2B5EF4-FFF2-40B4-BE49-F238E27FC236}">
                    <a16:creationId xmlns:a16="http://schemas.microsoft.com/office/drawing/2014/main" id="{54B1BD11-2E21-E986-D7D8-114CDF228CD4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" name="pg2773">
                <a:extLst>
                  <a:ext uri="{FF2B5EF4-FFF2-40B4-BE49-F238E27FC236}">
                    <a16:creationId xmlns:a16="http://schemas.microsoft.com/office/drawing/2014/main" id="{89E06FD5-13D2-EBA2-DEB6-61F817ED9801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" name="pg2774">
                <a:extLst>
                  <a:ext uri="{FF2B5EF4-FFF2-40B4-BE49-F238E27FC236}">
                    <a16:creationId xmlns:a16="http://schemas.microsoft.com/office/drawing/2014/main" id="{4FF8DB02-CD46-3995-1D2A-18F9E1BE58B9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" name="pg2775">
                <a:extLst>
                  <a:ext uri="{FF2B5EF4-FFF2-40B4-BE49-F238E27FC236}">
                    <a16:creationId xmlns:a16="http://schemas.microsoft.com/office/drawing/2014/main" id="{34C445AB-13D6-6D84-B409-DBE81EAE6215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5">
                  <a:alpha val="100000"/>
                </a:srgbClr>
              </a:solidFill>
              <a:ln w="5420" cap="flat">
                <a:solidFill>
                  <a:srgbClr val="30244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" name="pg2776">
                <a:extLst>
                  <a:ext uri="{FF2B5EF4-FFF2-40B4-BE49-F238E27FC236}">
                    <a16:creationId xmlns:a16="http://schemas.microsoft.com/office/drawing/2014/main" id="{606BFF78-4BFD-4395-CBAB-BC43A6B2BEFC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F2343">
                  <a:alpha val="100000"/>
                </a:srgbClr>
              </a:solidFill>
              <a:ln w="5420" cap="flat">
                <a:solidFill>
                  <a:srgbClr val="2F234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" name="pg2777">
                <a:extLst>
                  <a:ext uri="{FF2B5EF4-FFF2-40B4-BE49-F238E27FC236}">
                    <a16:creationId xmlns:a16="http://schemas.microsoft.com/office/drawing/2014/main" id="{AFC19CF3-B307-3A0C-34ED-27C800DF081F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E2342">
                  <a:alpha val="100000"/>
                </a:srgbClr>
              </a:solidFill>
              <a:ln w="5420" cap="flat">
                <a:solidFill>
                  <a:srgbClr val="2E234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" name="pg2778">
                <a:extLst>
                  <a:ext uri="{FF2B5EF4-FFF2-40B4-BE49-F238E27FC236}">
                    <a16:creationId xmlns:a16="http://schemas.microsoft.com/office/drawing/2014/main" id="{A32172CD-7555-FB60-DCAE-CFDB1E81A6D3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F2344">
                  <a:alpha val="100000"/>
                </a:srgbClr>
              </a:solidFill>
              <a:ln w="5420" cap="flat">
                <a:solidFill>
                  <a:srgbClr val="2F234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" name="pg2779">
                <a:extLst>
                  <a:ext uri="{FF2B5EF4-FFF2-40B4-BE49-F238E27FC236}">
                    <a16:creationId xmlns:a16="http://schemas.microsoft.com/office/drawing/2014/main" id="{12196999-5A3D-799F-0DA5-9FA67D454404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548">
                  <a:alpha val="100000"/>
                </a:srgbClr>
              </a:solidFill>
              <a:ln w="5420" cap="flat">
                <a:solidFill>
                  <a:srgbClr val="31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" name="pg2780">
                <a:extLst>
                  <a:ext uri="{FF2B5EF4-FFF2-40B4-BE49-F238E27FC236}">
                    <a16:creationId xmlns:a16="http://schemas.microsoft.com/office/drawing/2014/main" id="{46C411F7-7939-E3B0-28BD-9D70313A0CD1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C">
                  <a:alpha val="100000"/>
                </a:srgbClr>
              </a:solidFill>
              <a:ln w="5420" cap="flat">
                <a:solidFill>
                  <a:srgbClr val="34274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" name="pg2781">
                <a:extLst>
                  <a:ext uri="{FF2B5EF4-FFF2-40B4-BE49-F238E27FC236}">
                    <a16:creationId xmlns:a16="http://schemas.microsoft.com/office/drawing/2014/main" id="{382063CD-413B-1845-4817-F8A1C2D4D87D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" name="pg2782">
                <a:extLst>
                  <a:ext uri="{FF2B5EF4-FFF2-40B4-BE49-F238E27FC236}">
                    <a16:creationId xmlns:a16="http://schemas.microsoft.com/office/drawing/2014/main" id="{1ADCCDB9-33FF-AD1E-901F-1D85F2F688BC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" name="pg2783">
                <a:extLst>
                  <a:ext uri="{FF2B5EF4-FFF2-40B4-BE49-F238E27FC236}">
                    <a16:creationId xmlns:a16="http://schemas.microsoft.com/office/drawing/2014/main" id="{768DBFAD-2B56-C57E-8F15-F7434CE2B562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" name="pg2784">
                <a:extLst>
                  <a:ext uri="{FF2B5EF4-FFF2-40B4-BE49-F238E27FC236}">
                    <a16:creationId xmlns:a16="http://schemas.microsoft.com/office/drawing/2014/main" id="{03C975A0-0C80-96F1-019C-72AA3D253DEA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" name="pg2785">
                <a:extLst>
                  <a:ext uri="{FF2B5EF4-FFF2-40B4-BE49-F238E27FC236}">
                    <a16:creationId xmlns:a16="http://schemas.microsoft.com/office/drawing/2014/main" id="{BF003D1D-3D87-A4CB-F070-046F263E6719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" name="pg2786">
                <a:extLst>
                  <a:ext uri="{FF2B5EF4-FFF2-40B4-BE49-F238E27FC236}">
                    <a16:creationId xmlns:a16="http://schemas.microsoft.com/office/drawing/2014/main" id="{B1AC3474-CB64-8990-5417-7452A259996E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" name="pg2787">
                <a:extLst>
                  <a:ext uri="{FF2B5EF4-FFF2-40B4-BE49-F238E27FC236}">
                    <a16:creationId xmlns:a16="http://schemas.microsoft.com/office/drawing/2014/main" id="{429B09C0-2CFB-5169-4B86-0DBC5A6E7B96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" name="pg2788">
                <a:extLst>
                  <a:ext uri="{FF2B5EF4-FFF2-40B4-BE49-F238E27FC236}">
                    <a16:creationId xmlns:a16="http://schemas.microsoft.com/office/drawing/2014/main" id="{1EB17958-32CF-4A36-51C9-9AE0ABAFE6F0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" name="pg2789">
                <a:extLst>
                  <a:ext uri="{FF2B5EF4-FFF2-40B4-BE49-F238E27FC236}">
                    <a16:creationId xmlns:a16="http://schemas.microsoft.com/office/drawing/2014/main" id="{3BBFF048-2D93-DC36-45C1-10049CA3C751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" name="pg2790">
                <a:extLst>
                  <a:ext uri="{FF2B5EF4-FFF2-40B4-BE49-F238E27FC236}">
                    <a16:creationId xmlns:a16="http://schemas.microsoft.com/office/drawing/2014/main" id="{F3269301-04A6-AF67-7158-90CA030E7FCA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" name="pg2791">
                <a:extLst>
                  <a:ext uri="{FF2B5EF4-FFF2-40B4-BE49-F238E27FC236}">
                    <a16:creationId xmlns:a16="http://schemas.microsoft.com/office/drawing/2014/main" id="{6B211BBA-9448-A974-1CC0-A54FDD3FC030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" name="pg2792">
                <a:extLst>
                  <a:ext uri="{FF2B5EF4-FFF2-40B4-BE49-F238E27FC236}">
                    <a16:creationId xmlns:a16="http://schemas.microsoft.com/office/drawing/2014/main" id="{AAD195C5-3467-02BD-C74E-97856B8D2E81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" name="pg2793">
                <a:extLst>
                  <a:ext uri="{FF2B5EF4-FFF2-40B4-BE49-F238E27FC236}">
                    <a16:creationId xmlns:a16="http://schemas.microsoft.com/office/drawing/2014/main" id="{BC7C530D-89D6-231B-5689-2C33207B1B5D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" name="pg2794">
                <a:extLst>
                  <a:ext uri="{FF2B5EF4-FFF2-40B4-BE49-F238E27FC236}">
                    <a16:creationId xmlns:a16="http://schemas.microsoft.com/office/drawing/2014/main" id="{80B1CFAA-7DC0-E33C-EE91-107A87385063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" name="pg2795">
                <a:extLst>
                  <a:ext uri="{FF2B5EF4-FFF2-40B4-BE49-F238E27FC236}">
                    <a16:creationId xmlns:a16="http://schemas.microsoft.com/office/drawing/2014/main" id="{45C455F1-C18E-BA8B-0522-C7E9EFAE9D83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" name="pg2796">
                <a:extLst>
                  <a:ext uri="{FF2B5EF4-FFF2-40B4-BE49-F238E27FC236}">
                    <a16:creationId xmlns:a16="http://schemas.microsoft.com/office/drawing/2014/main" id="{33240515-0AE0-9892-1E09-7B6B927ABBED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" name="pg2797">
                <a:extLst>
                  <a:ext uri="{FF2B5EF4-FFF2-40B4-BE49-F238E27FC236}">
                    <a16:creationId xmlns:a16="http://schemas.microsoft.com/office/drawing/2014/main" id="{B18420E4-88BB-0518-CEA8-37B27139BC97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" name="pg2798">
                <a:extLst>
                  <a:ext uri="{FF2B5EF4-FFF2-40B4-BE49-F238E27FC236}">
                    <a16:creationId xmlns:a16="http://schemas.microsoft.com/office/drawing/2014/main" id="{C22683F2-81C3-B074-81D3-1B71C6A5151A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" name="pg2799">
                <a:extLst>
                  <a:ext uri="{FF2B5EF4-FFF2-40B4-BE49-F238E27FC236}">
                    <a16:creationId xmlns:a16="http://schemas.microsoft.com/office/drawing/2014/main" id="{02FA0C03-D12E-4F23-9661-7FFFDB03C7CB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" name="pg2800">
                <a:extLst>
                  <a:ext uri="{FF2B5EF4-FFF2-40B4-BE49-F238E27FC236}">
                    <a16:creationId xmlns:a16="http://schemas.microsoft.com/office/drawing/2014/main" id="{51CE22A8-BAD7-D19C-19A5-C0D0C1000CCA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" name="pg2801">
                <a:extLst>
                  <a:ext uri="{FF2B5EF4-FFF2-40B4-BE49-F238E27FC236}">
                    <a16:creationId xmlns:a16="http://schemas.microsoft.com/office/drawing/2014/main" id="{3BA0E825-B884-8DD9-B15C-F18DD3463333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" name="pg2802">
                <a:extLst>
                  <a:ext uri="{FF2B5EF4-FFF2-40B4-BE49-F238E27FC236}">
                    <a16:creationId xmlns:a16="http://schemas.microsoft.com/office/drawing/2014/main" id="{34C26F4C-1260-23CB-B76E-5ED8065EF4E7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" name="pg2803">
                <a:extLst>
                  <a:ext uri="{FF2B5EF4-FFF2-40B4-BE49-F238E27FC236}">
                    <a16:creationId xmlns:a16="http://schemas.microsoft.com/office/drawing/2014/main" id="{A7F7ECB6-8F5F-60DE-C68E-B598E0744920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" name="pg2804">
                <a:extLst>
                  <a:ext uri="{FF2B5EF4-FFF2-40B4-BE49-F238E27FC236}">
                    <a16:creationId xmlns:a16="http://schemas.microsoft.com/office/drawing/2014/main" id="{A75B6EBA-8696-C659-5F78-AB5D00FE3571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" name="pg2805">
                <a:extLst>
                  <a:ext uri="{FF2B5EF4-FFF2-40B4-BE49-F238E27FC236}">
                    <a16:creationId xmlns:a16="http://schemas.microsoft.com/office/drawing/2014/main" id="{E7F346F5-A2EE-38BB-54BA-C5B1D1B32921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" name="pg2806">
                <a:extLst>
                  <a:ext uri="{FF2B5EF4-FFF2-40B4-BE49-F238E27FC236}">
                    <a16:creationId xmlns:a16="http://schemas.microsoft.com/office/drawing/2014/main" id="{7C0C729F-3466-B6E8-C58B-D1B9599F82FE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" name="pg2807">
                <a:extLst>
                  <a:ext uri="{FF2B5EF4-FFF2-40B4-BE49-F238E27FC236}">
                    <a16:creationId xmlns:a16="http://schemas.microsoft.com/office/drawing/2014/main" id="{EDBDDC3C-27ED-4032-CAA4-F42F53981F31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" name="pg2808">
                <a:extLst>
                  <a:ext uri="{FF2B5EF4-FFF2-40B4-BE49-F238E27FC236}">
                    <a16:creationId xmlns:a16="http://schemas.microsoft.com/office/drawing/2014/main" id="{77106DCD-CA40-380D-1E5D-88569CE0A27A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" name="pg2809">
                <a:extLst>
                  <a:ext uri="{FF2B5EF4-FFF2-40B4-BE49-F238E27FC236}">
                    <a16:creationId xmlns:a16="http://schemas.microsoft.com/office/drawing/2014/main" id="{225C5538-D490-3B83-41A3-60940F801189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" name="pg2810">
                <a:extLst>
                  <a:ext uri="{FF2B5EF4-FFF2-40B4-BE49-F238E27FC236}">
                    <a16:creationId xmlns:a16="http://schemas.microsoft.com/office/drawing/2014/main" id="{3A0DCF7F-19D3-6DC0-62B4-D80B91B55ABC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" name="pg2811">
                <a:extLst>
                  <a:ext uri="{FF2B5EF4-FFF2-40B4-BE49-F238E27FC236}">
                    <a16:creationId xmlns:a16="http://schemas.microsoft.com/office/drawing/2014/main" id="{D250FEF2-784E-18F9-AC2F-077BD0672C19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" name="pg2812">
                <a:extLst>
                  <a:ext uri="{FF2B5EF4-FFF2-40B4-BE49-F238E27FC236}">
                    <a16:creationId xmlns:a16="http://schemas.microsoft.com/office/drawing/2014/main" id="{5DF89BF6-BE2B-AE6F-A531-693D080CD847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" name="pg2813">
                <a:extLst>
                  <a:ext uri="{FF2B5EF4-FFF2-40B4-BE49-F238E27FC236}">
                    <a16:creationId xmlns:a16="http://schemas.microsoft.com/office/drawing/2014/main" id="{522373DF-1D84-11D9-D5DA-412EB5A6566E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" name="pg2814">
                <a:extLst>
                  <a:ext uri="{FF2B5EF4-FFF2-40B4-BE49-F238E27FC236}">
                    <a16:creationId xmlns:a16="http://schemas.microsoft.com/office/drawing/2014/main" id="{EC7905D7-082E-8C77-4E23-8655068081F5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" name="pg2815">
                <a:extLst>
                  <a:ext uri="{FF2B5EF4-FFF2-40B4-BE49-F238E27FC236}">
                    <a16:creationId xmlns:a16="http://schemas.microsoft.com/office/drawing/2014/main" id="{F28C69BA-47CC-DE79-EE54-7AA207718EF2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" name="pg2816">
                <a:extLst>
                  <a:ext uri="{FF2B5EF4-FFF2-40B4-BE49-F238E27FC236}">
                    <a16:creationId xmlns:a16="http://schemas.microsoft.com/office/drawing/2014/main" id="{D528EE17-EB81-2C61-A3D2-D0F73ED73635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" name="pg2817">
                <a:extLst>
                  <a:ext uri="{FF2B5EF4-FFF2-40B4-BE49-F238E27FC236}">
                    <a16:creationId xmlns:a16="http://schemas.microsoft.com/office/drawing/2014/main" id="{6C65FB81-678D-A446-FE95-D7B6C462E381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" name="pg2818">
                <a:extLst>
                  <a:ext uri="{FF2B5EF4-FFF2-40B4-BE49-F238E27FC236}">
                    <a16:creationId xmlns:a16="http://schemas.microsoft.com/office/drawing/2014/main" id="{1F9F3D1F-AD68-58F3-EED9-AFE8DE9EC224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" name="pg2819">
                <a:extLst>
                  <a:ext uri="{FF2B5EF4-FFF2-40B4-BE49-F238E27FC236}">
                    <a16:creationId xmlns:a16="http://schemas.microsoft.com/office/drawing/2014/main" id="{169A16F8-580C-3358-C0AD-EFFA95F6350A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" name="pg2820">
                <a:extLst>
                  <a:ext uri="{FF2B5EF4-FFF2-40B4-BE49-F238E27FC236}">
                    <a16:creationId xmlns:a16="http://schemas.microsoft.com/office/drawing/2014/main" id="{211DC153-3BBC-D183-007B-10CBDD9C92E9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" name="pg2821">
                <a:extLst>
                  <a:ext uri="{FF2B5EF4-FFF2-40B4-BE49-F238E27FC236}">
                    <a16:creationId xmlns:a16="http://schemas.microsoft.com/office/drawing/2014/main" id="{21A80F53-D290-26F8-97A7-BE335C4F3B00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" name="pg2822">
                <a:extLst>
                  <a:ext uri="{FF2B5EF4-FFF2-40B4-BE49-F238E27FC236}">
                    <a16:creationId xmlns:a16="http://schemas.microsoft.com/office/drawing/2014/main" id="{811F5D50-41CE-01F3-3A9E-E1395A39CEB5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" name="pg2823">
                <a:extLst>
                  <a:ext uri="{FF2B5EF4-FFF2-40B4-BE49-F238E27FC236}">
                    <a16:creationId xmlns:a16="http://schemas.microsoft.com/office/drawing/2014/main" id="{EB704E65-0916-5D7E-E6D5-DEFA15D15877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" name="pg2824">
                <a:extLst>
                  <a:ext uri="{FF2B5EF4-FFF2-40B4-BE49-F238E27FC236}">
                    <a16:creationId xmlns:a16="http://schemas.microsoft.com/office/drawing/2014/main" id="{388CEB9B-0D4B-CCC8-C296-00C59C01E3F5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" name="pg2825">
                <a:extLst>
                  <a:ext uri="{FF2B5EF4-FFF2-40B4-BE49-F238E27FC236}">
                    <a16:creationId xmlns:a16="http://schemas.microsoft.com/office/drawing/2014/main" id="{C0BE1B72-6AFF-57D2-E4C0-65BE0C5EB9E0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" name="pg2826">
                <a:extLst>
                  <a:ext uri="{FF2B5EF4-FFF2-40B4-BE49-F238E27FC236}">
                    <a16:creationId xmlns:a16="http://schemas.microsoft.com/office/drawing/2014/main" id="{0DAED7BB-8596-E7C1-3F69-F105391CE942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" name="pg2827">
                <a:extLst>
                  <a:ext uri="{FF2B5EF4-FFF2-40B4-BE49-F238E27FC236}">
                    <a16:creationId xmlns:a16="http://schemas.microsoft.com/office/drawing/2014/main" id="{01A9FC67-062B-10B6-9DD2-1285DAA1F4A5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" name="pg2828">
                <a:extLst>
                  <a:ext uri="{FF2B5EF4-FFF2-40B4-BE49-F238E27FC236}">
                    <a16:creationId xmlns:a16="http://schemas.microsoft.com/office/drawing/2014/main" id="{95FBB6A5-E788-9AF7-7D8D-48FEE94FBC30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" name="pg2829">
                <a:extLst>
                  <a:ext uri="{FF2B5EF4-FFF2-40B4-BE49-F238E27FC236}">
                    <a16:creationId xmlns:a16="http://schemas.microsoft.com/office/drawing/2014/main" id="{DCD8D133-3EB0-8AD2-67B8-580B833B468B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" name="pg2830">
                <a:extLst>
                  <a:ext uri="{FF2B5EF4-FFF2-40B4-BE49-F238E27FC236}">
                    <a16:creationId xmlns:a16="http://schemas.microsoft.com/office/drawing/2014/main" id="{29460A8E-B3AB-EB02-526C-3F7E3AE0F5D1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" name="pg2831">
                <a:extLst>
                  <a:ext uri="{FF2B5EF4-FFF2-40B4-BE49-F238E27FC236}">
                    <a16:creationId xmlns:a16="http://schemas.microsoft.com/office/drawing/2014/main" id="{4F214088-835D-372C-EF3D-9A4FA882633E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" name="pg2832">
                <a:extLst>
                  <a:ext uri="{FF2B5EF4-FFF2-40B4-BE49-F238E27FC236}">
                    <a16:creationId xmlns:a16="http://schemas.microsoft.com/office/drawing/2014/main" id="{63041F16-3355-F14D-00E7-0EFF5FE0E0AC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" name="pg2833">
                <a:extLst>
                  <a:ext uri="{FF2B5EF4-FFF2-40B4-BE49-F238E27FC236}">
                    <a16:creationId xmlns:a16="http://schemas.microsoft.com/office/drawing/2014/main" id="{42E188B8-EA49-B675-7138-2BA92E5F8E5E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" name="pg2834">
                <a:extLst>
                  <a:ext uri="{FF2B5EF4-FFF2-40B4-BE49-F238E27FC236}">
                    <a16:creationId xmlns:a16="http://schemas.microsoft.com/office/drawing/2014/main" id="{C12D375E-6B4F-5A4A-6875-03605E4C1EF4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" name="pg2835">
                <a:extLst>
                  <a:ext uri="{FF2B5EF4-FFF2-40B4-BE49-F238E27FC236}">
                    <a16:creationId xmlns:a16="http://schemas.microsoft.com/office/drawing/2014/main" id="{76E7B2C4-24E2-4F6F-666F-9F4F1224423E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" name="pg2836">
                <a:extLst>
                  <a:ext uri="{FF2B5EF4-FFF2-40B4-BE49-F238E27FC236}">
                    <a16:creationId xmlns:a16="http://schemas.microsoft.com/office/drawing/2014/main" id="{E5F3346C-8634-28E2-AF1D-8CBDC3FCCD7C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" name="pg2837">
                <a:extLst>
                  <a:ext uri="{FF2B5EF4-FFF2-40B4-BE49-F238E27FC236}">
                    <a16:creationId xmlns:a16="http://schemas.microsoft.com/office/drawing/2014/main" id="{40ED2CB6-5EE7-511B-B92F-966A3D924576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" name="pg2838">
                <a:extLst>
                  <a:ext uri="{FF2B5EF4-FFF2-40B4-BE49-F238E27FC236}">
                    <a16:creationId xmlns:a16="http://schemas.microsoft.com/office/drawing/2014/main" id="{5636406E-9725-953D-9B3E-B67AC61D1885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" name="pg2839">
                <a:extLst>
                  <a:ext uri="{FF2B5EF4-FFF2-40B4-BE49-F238E27FC236}">
                    <a16:creationId xmlns:a16="http://schemas.microsoft.com/office/drawing/2014/main" id="{6B50947A-1B7E-FC7F-F82A-02BA048274C2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" name="pg2840">
                <a:extLst>
                  <a:ext uri="{FF2B5EF4-FFF2-40B4-BE49-F238E27FC236}">
                    <a16:creationId xmlns:a16="http://schemas.microsoft.com/office/drawing/2014/main" id="{034AE23F-DDD6-2343-9A2A-3769AC81A24C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" name="pg2841">
                <a:extLst>
                  <a:ext uri="{FF2B5EF4-FFF2-40B4-BE49-F238E27FC236}">
                    <a16:creationId xmlns:a16="http://schemas.microsoft.com/office/drawing/2014/main" id="{7F6F5736-BE14-D6D5-644E-A8C27DC69459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" name="pg2842">
                <a:extLst>
                  <a:ext uri="{FF2B5EF4-FFF2-40B4-BE49-F238E27FC236}">
                    <a16:creationId xmlns:a16="http://schemas.microsoft.com/office/drawing/2014/main" id="{955F29DD-4098-D388-BF18-45EAE1B4293D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" name="pg2843">
                <a:extLst>
                  <a:ext uri="{FF2B5EF4-FFF2-40B4-BE49-F238E27FC236}">
                    <a16:creationId xmlns:a16="http://schemas.microsoft.com/office/drawing/2014/main" id="{1644F40B-FE5C-5CF2-A044-89EE841E3300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" name="pg2844">
                <a:extLst>
                  <a:ext uri="{FF2B5EF4-FFF2-40B4-BE49-F238E27FC236}">
                    <a16:creationId xmlns:a16="http://schemas.microsoft.com/office/drawing/2014/main" id="{320303FA-8A2C-FF3F-AAAB-365041086525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" name="pg2845">
                <a:extLst>
                  <a:ext uri="{FF2B5EF4-FFF2-40B4-BE49-F238E27FC236}">
                    <a16:creationId xmlns:a16="http://schemas.microsoft.com/office/drawing/2014/main" id="{00FDF706-2BC0-221F-5082-FEAA0127A4A7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548">
                  <a:alpha val="100000"/>
                </a:srgbClr>
              </a:solidFill>
              <a:ln w="5420" cap="flat">
                <a:solidFill>
                  <a:srgbClr val="31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" name="pg2846">
                <a:extLst>
                  <a:ext uri="{FF2B5EF4-FFF2-40B4-BE49-F238E27FC236}">
                    <a16:creationId xmlns:a16="http://schemas.microsoft.com/office/drawing/2014/main" id="{EC3F9688-9251-A09E-470D-7407034CEF05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1F3B">
                  <a:alpha val="100000"/>
                </a:srgbClr>
              </a:solidFill>
              <a:ln w="5420" cap="flat">
                <a:solidFill>
                  <a:srgbClr val="2A1F3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" name="pg2847">
                <a:extLst>
                  <a:ext uri="{FF2B5EF4-FFF2-40B4-BE49-F238E27FC236}">
                    <a16:creationId xmlns:a16="http://schemas.microsoft.com/office/drawing/2014/main" id="{20387584-75A6-C32E-1AD8-B5904766DD1E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81E37">
                  <a:alpha val="100000"/>
                </a:srgbClr>
              </a:solidFill>
              <a:ln w="5420" cap="flat">
                <a:solidFill>
                  <a:srgbClr val="281E3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" name="pg2848">
                <a:extLst>
                  <a:ext uri="{FF2B5EF4-FFF2-40B4-BE49-F238E27FC236}">
                    <a16:creationId xmlns:a16="http://schemas.microsoft.com/office/drawing/2014/main" id="{ED3635B9-173A-FE2F-C1AB-D925E1AACE01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81E37">
                  <a:alpha val="100000"/>
                </a:srgbClr>
              </a:solidFill>
              <a:ln w="5420" cap="flat">
                <a:solidFill>
                  <a:srgbClr val="281E3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" name="pg2849">
                <a:extLst>
                  <a:ext uri="{FF2B5EF4-FFF2-40B4-BE49-F238E27FC236}">
                    <a16:creationId xmlns:a16="http://schemas.microsoft.com/office/drawing/2014/main" id="{44D2272E-5A15-8B46-4BD3-4D0C5FFE7B92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1F39">
                  <a:alpha val="100000"/>
                </a:srgbClr>
              </a:solidFill>
              <a:ln w="5420" cap="flat">
                <a:solidFill>
                  <a:srgbClr val="2A1F3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" name="pg2850">
                <a:extLst>
                  <a:ext uri="{FF2B5EF4-FFF2-40B4-BE49-F238E27FC236}">
                    <a16:creationId xmlns:a16="http://schemas.microsoft.com/office/drawing/2014/main" id="{D464DD8C-3C72-9970-5EAC-87DD51EB1F60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D213F">
                  <a:alpha val="100000"/>
                </a:srgbClr>
              </a:solidFill>
              <a:ln w="5420" cap="flat">
                <a:solidFill>
                  <a:srgbClr val="2D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" name="pg2851">
                <a:extLst>
                  <a:ext uri="{FF2B5EF4-FFF2-40B4-BE49-F238E27FC236}">
                    <a16:creationId xmlns:a16="http://schemas.microsoft.com/office/drawing/2014/main" id="{0A8DDB94-D3A6-FC0C-5C56-E871B5736CDD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446">
                  <a:alpha val="100000"/>
                </a:srgbClr>
              </a:solidFill>
              <a:ln w="5420" cap="flat">
                <a:solidFill>
                  <a:srgbClr val="31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" name="pg2852">
                <a:extLst>
                  <a:ext uri="{FF2B5EF4-FFF2-40B4-BE49-F238E27FC236}">
                    <a16:creationId xmlns:a16="http://schemas.microsoft.com/office/drawing/2014/main" id="{F3F8E89C-0896-F679-D563-CC693F4D8F6A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" name="pg2853">
                <a:extLst>
                  <a:ext uri="{FF2B5EF4-FFF2-40B4-BE49-F238E27FC236}">
                    <a16:creationId xmlns:a16="http://schemas.microsoft.com/office/drawing/2014/main" id="{74EC9CFD-A44B-FC33-1CD6-59F79E0DB678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" name="pg2854">
                <a:extLst>
                  <a:ext uri="{FF2B5EF4-FFF2-40B4-BE49-F238E27FC236}">
                    <a16:creationId xmlns:a16="http://schemas.microsoft.com/office/drawing/2014/main" id="{8571CE73-E679-22FD-74FB-E69E3D3BC97E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" name="pg2855">
                <a:extLst>
                  <a:ext uri="{FF2B5EF4-FFF2-40B4-BE49-F238E27FC236}">
                    <a16:creationId xmlns:a16="http://schemas.microsoft.com/office/drawing/2014/main" id="{989E49FD-7D22-8D55-A920-A14F710B16B0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" name="pg2856">
                <a:extLst>
                  <a:ext uri="{FF2B5EF4-FFF2-40B4-BE49-F238E27FC236}">
                    <a16:creationId xmlns:a16="http://schemas.microsoft.com/office/drawing/2014/main" id="{D6B02E2F-77D2-CEA7-83B1-C996C8E8B66F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" name="pg2857">
                <a:extLst>
                  <a:ext uri="{FF2B5EF4-FFF2-40B4-BE49-F238E27FC236}">
                    <a16:creationId xmlns:a16="http://schemas.microsoft.com/office/drawing/2014/main" id="{76F7ED5C-3BF6-E0BA-2E73-01B9E8843FC8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" name="pg2858">
                <a:extLst>
                  <a:ext uri="{FF2B5EF4-FFF2-40B4-BE49-F238E27FC236}">
                    <a16:creationId xmlns:a16="http://schemas.microsoft.com/office/drawing/2014/main" id="{FB493143-F47A-CE3A-ECB3-CFD65905BE06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A53">
                  <a:alpha val="100000"/>
                </a:srgbClr>
              </a:solidFill>
              <a:ln w="5420" cap="flat">
                <a:solidFill>
                  <a:srgbClr val="37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" name="pg2859">
                <a:extLst>
                  <a:ext uri="{FF2B5EF4-FFF2-40B4-BE49-F238E27FC236}">
                    <a16:creationId xmlns:a16="http://schemas.microsoft.com/office/drawing/2014/main" id="{277D9D79-FA3C-B82F-720E-B4C3BD205E76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1">
                  <a:alpha val="100000"/>
                </a:srgbClr>
              </a:solidFill>
              <a:ln w="5420" cap="flat">
                <a:solidFill>
                  <a:srgbClr val="37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" name="pg2860">
                <a:extLst>
                  <a:ext uri="{FF2B5EF4-FFF2-40B4-BE49-F238E27FC236}">
                    <a16:creationId xmlns:a16="http://schemas.microsoft.com/office/drawing/2014/main" id="{40E07EA4-FDB6-053F-FEF5-A14B923D4DC5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" name="pg2861">
                <a:extLst>
                  <a:ext uri="{FF2B5EF4-FFF2-40B4-BE49-F238E27FC236}">
                    <a16:creationId xmlns:a16="http://schemas.microsoft.com/office/drawing/2014/main" id="{4B377C58-FFE3-8FBB-CE3E-C459A6B393D8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" name="pg2862">
                <a:extLst>
                  <a:ext uri="{FF2B5EF4-FFF2-40B4-BE49-F238E27FC236}">
                    <a16:creationId xmlns:a16="http://schemas.microsoft.com/office/drawing/2014/main" id="{AA77CF7A-5C86-0932-ACD4-F7F210059122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" name="pg2863">
                <a:extLst>
                  <a:ext uri="{FF2B5EF4-FFF2-40B4-BE49-F238E27FC236}">
                    <a16:creationId xmlns:a16="http://schemas.microsoft.com/office/drawing/2014/main" id="{11196C97-DF72-BDFB-ED53-7CF50F8FF802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" name="pg2864">
                <a:extLst>
                  <a:ext uri="{FF2B5EF4-FFF2-40B4-BE49-F238E27FC236}">
                    <a16:creationId xmlns:a16="http://schemas.microsoft.com/office/drawing/2014/main" id="{E233D424-C7AA-2DFF-59B9-8A1CDFA64AAE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" name="pg2865">
                <a:extLst>
                  <a:ext uri="{FF2B5EF4-FFF2-40B4-BE49-F238E27FC236}">
                    <a16:creationId xmlns:a16="http://schemas.microsoft.com/office/drawing/2014/main" id="{6CF71491-6E7F-D111-53A6-9A130D5E40E2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" name="pg2866">
                <a:extLst>
                  <a:ext uri="{FF2B5EF4-FFF2-40B4-BE49-F238E27FC236}">
                    <a16:creationId xmlns:a16="http://schemas.microsoft.com/office/drawing/2014/main" id="{399DFAA3-7C6F-91AD-DB3C-F4DF85305347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" name="pg2867">
                <a:extLst>
                  <a:ext uri="{FF2B5EF4-FFF2-40B4-BE49-F238E27FC236}">
                    <a16:creationId xmlns:a16="http://schemas.microsoft.com/office/drawing/2014/main" id="{F5A2543D-EA3E-8A6E-BA94-C3F897304785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" name="pg2868">
                <a:extLst>
                  <a:ext uri="{FF2B5EF4-FFF2-40B4-BE49-F238E27FC236}">
                    <a16:creationId xmlns:a16="http://schemas.microsoft.com/office/drawing/2014/main" id="{AE2E1E00-27E2-1B77-20D6-43554E8599BF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" name="pg2869">
                <a:extLst>
                  <a:ext uri="{FF2B5EF4-FFF2-40B4-BE49-F238E27FC236}">
                    <a16:creationId xmlns:a16="http://schemas.microsoft.com/office/drawing/2014/main" id="{E1CD4DF5-82E1-E5B0-2D0D-381CDE789F84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" name="pg2870">
                <a:extLst>
                  <a:ext uri="{FF2B5EF4-FFF2-40B4-BE49-F238E27FC236}">
                    <a16:creationId xmlns:a16="http://schemas.microsoft.com/office/drawing/2014/main" id="{30D2A236-AD4E-E222-AB6C-9A80C9982817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" name="pg2871">
                <a:extLst>
                  <a:ext uri="{FF2B5EF4-FFF2-40B4-BE49-F238E27FC236}">
                    <a16:creationId xmlns:a16="http://schemas.microsoft.com/office/drawing/2014/main" id="{2E2B520A-7815-163B-753B-7EE32A1B7863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" name="pg2872">
                <a:extLst>
                  <a:ext uri="{FF2B5EF4-FFF2-40B4-BE49-F238E27FC236}">
                    <a16:creationId xmlns:a16="http://schemas.microsoft.com/office/drawing/2014/main" id="{9AD32289-7532-DEAA-83F2-BD9CEE4C6E1F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" name="pg2873">
                <a:extLst>
                  <a:ext uri="{FF2B5EF4-FFF2-40B4-BE49-F238E27FC236}">
                    <a16:creationId xmlns:a16="http://schemas.microsoft.com/office/drawing/2014/main" id="{AB78ADE8-E57F-04CD-8029-7AA18E675B68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" name="pg2874">
                <a:extLst>
                  <a:ext uri="{FF2B5EF4-FFF2-40B4-BE49-F238E27FC236}">
                    <a16:creationId xmlns:a16="http://schemas.microsoft.com/office/drawing/2014/main" id="{FE519CC3-9BFB-3357-4C07-5A240D8837D9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" name="pg2875">
                <a:extLst>
                  <a:ext uri="{FF2B5EF4-FFF2-40B4-BE49-F238E27FC236}">
                    <a16:creationId xmlns:a16="http://schemas.microsoft.com/office/drawing/2014/main" id="{3D4BCC78-0708-4F70-3EF6-FC6D1C98A0DC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" name="pg2876">
                <a:extLst>
                  <a:ext uri="{FF2B5EF4-FFF2-40B4-BE49-F238E27FC236}">
                    <a16:creationId xmlns:a16="http://schemas.microsoft.com/office/drawing/2014/main" id="{C934C885-518B-2C07-B933-52B66023A2F6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" name="pg2877">
                <a:extLst>
                  <a:ext uri="{FF2B5EF4-FFF2-40B4-BE49-F238E27FC236}">
                    <a16:creationId xmlns:a16="http://schemas.microsoft.com/office/drawing/2014/main" id="{C5DF417A-EA72-ABA2-B0CE-16E16ACD2D01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" name="pg2878">
                <a:extLst>
                  <a:ext uri="{FF2B5EF4-FFF2-40B4-BE49-F238E27FC236}">
                    <a16:creationId xmlns:a16="http://schemas.microsoft.com/office/drawing/2014/main" id="{7FF2463A-93FE-B3BA-0C72-F3BA56B931B6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" name="pg2879">
                <a:extLst>
                  <a:ext uri="{FF2B5EF4-FFF2-40B4-BE49-F238E27FC236}">
                    <a16:creationId xmlns:a16="http://schemas.microsoft.com/office/drawing/2014/main" id="{2FAC70B5-C8F6-1ABB-4FC6-F9E22CF2533F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" name="pg2880">
                <a:extLst>
                  <a:ext uri="{FF2B5EF4-FFF2-40B4-BE49-F238E27FC236}">
                    <a16:creationId xmlns:a16="http://schemas.microsoft.com/office/drawing/2014/main" id="{BF907760-7290-5D4F-894C-B4696BA4BF2C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" name="pg2881">
                <a:extLst>
                  <a:ext uri="{FF2B5EF4-FFF2-40B4-BE49-F238E27FC236}">
                    <a16:creationId xmlns:a16="http://schemas.microsoft.com/office/drawing/2014/main" id="{598FA0A4-DF50-C2D5-1792-CD28F12ED002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" name="pg2882">
                <a:extLst>
                  <a:ext uri="{FF2B5EF4-FFF2-40B4-BE49-F238E27FC236}">
                    <a16:creationId xmlns:a16="http://schemas.microsoft.com/office/drawing/2014/main" id="{A2C2792F-E419-DA72-588C-1F899201A5C1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" name="pg2883">
                <a:extLst>
                  <a:ext uri="{FF2B5EF4-FFF2-40B4-BE49-F238E27FC236}">
                    <a16:creationId xmlns:a16="http://schemas.microsoft.com/office/drawing/2014/main" id="{97C57BEB-5CE3-2FF0-443D-47B483EC5F74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" name="pg2884">
                <a:extLst>
                  <a:ext uri="{FF2B5EF4-FFF2-40B4-BE49-F238E27FC236}">
                    <a16:creationId xmlns:a16="http://schemas.microsoft.com/office/drawing/2014/main" id="{D5F50A3D-1287-BDE3-6244-214E7169F99D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" name="pg2885">
                <a:extLst>
                  <a:ext uri="{FF2B5EF4-FFF2-40B4-BE49-F238E27FC236}">
                    <a16:creationId xmlns:a16="http://schemas.microsoft.com/office/drawing/2014/main" id="{83DD2A4C-861B-C2FD-2E97-9941A8DF5ADA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" name="pg2886">
                <a:extLst>
                  <a:ext uri="{FF2B5EF4-FFF2-40B4-BE49-F238E27FC236}">
                    <a16:creationId xmlns:a16="http://schemas.microsoft.com/office/drawing/2014/main" id="{A62E9DC2-0A35-8B6F-11D9-B0064709B879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" name="pg2887">
                <a:extLst>
                  <a:ext uri="{FF2B5EF4-FFF2-40B4-BE49-F238E27FC236}">
                    <a16:creationId xmlns:a16="http://schemas.microsoft.com/office/drawing/2014/main" id="{C7A75664-5958-D9B4-0003-CB0F912FCB1D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8" name="pg2888">
                <a:extLst>
                  <a:ext uri="{FF2B5EF4-FFF2-40B4-BE49-F238E27FC236}">
                    <a16:creationId xmlns:a16="http://schemas.microsoft.com/office/drawing/2014/main" id="{3236FA59-CDAE-E12F-81DA-6969570CDBAD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9" name="pg2889">
                <a:extLst>
                  <a:ext uri="{FF2B5EF4-FFF2-40B4-BE49-F238E27FC236}">
                    <a16:creationId xmlns:a16="http://schemas.microsoft.com/office/drawing/2014/main" id="{C94A44D6-586B-FA3A-3555-61C17B837FA0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" name="pg2890">
                <a:extLst>
                  <a:ext uri="{FF2B5EF4-FFF2-40B4-BE49-F238E27FC236}">
                    <a16:creationId xmlns:a16="http://schemas.microsoft.com/office/drawing/2014/main" id="{4B3EDBF5-1377-FD12-F4F0-AA1EF6DC2601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1" name="pg2891">
                <a:extLst>
                  <a:ext uri="{FF2B5EF4-FFF2-40B4-BE49-F238E27FC236}">
                    <a16:creationId xmlns:a16="http://schemas.microsoft.com/office/drawing/2014/main" id="{EC63E8B2-6006-16E9-14B6-C598DC218309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2" name="pg2892">
                <a:extLst>
                  <a:ext uri="{FF2B5EF4-FFF2-40B4-BE49-F238E27FC236}">
                    <a16:creationId xmlns:a16="http://schemas.microsoft.com/office/drawing/2014/main" id="{F641D3CD-BA22-D049-F320-E0E811C6E54A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3" name="pg2893">
                <a:extLst>
                  <a:ext uri="{FF2B5EF4-FFF2-40B4-BE49-F238E27FC236}">
                    <a16:creationId xmlns:a16="http://schemas.microsoft.com/office/drawing/2014/main" id="{DC7736D3-9432-1382-5E07-E25E0F9CCB95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" name="pg2894">
                <a:extLst>
                  <a:ext uri="{FF2B5EF4-FFF2-40B4-BE49-F238E27FC236}">
                    <a16:creationId xmlns:a16="http://schemas.microsoft.com/office/drawing/2014/main" id="{F2A4FCED-15E1-B63B-8499-322367107ECE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5" name="pg2895">
                <a:extLst>
                  <a:ext uri="{FF2B5EF4-FFF2-40B4-BE49-F238E27FC236}">
                    <a16:creationId xmlns:a16="http://schemas.microsoft.com/office/drawing/2014/main" id="{386AF405-DDC0-E20E-DB8D-A1678C886BBC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6" name="pg2896">
                <a:extLst>
                  <a:ext uri="{FF2B5EF4-FFF2-40B4-BE49-F238E27FC236}">
                    <a16:creationId xmlns:a16="http://schemas.microsoft.com/office/drawing/2014/main" id="{98C012BB-2F10-7B61-E575-4FD8ACF356AC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7" name="pg2897">
                <a:extLst>
                  <a:ext uri="{FF2B5EF4-FFF2-40B4-BE49-F238E27FC236}">
                    <a16:creationId xmlns:a16="http://schemas.microsoft.com/office/drawing/2014/main" id="{896358EB-0941-6D9C-2F24-7B0B5DE38CD3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8" name="pg2898">
                <a:extLst>
                  <a:ext uri="{FF2B5EF4-FFF2-40B4-BE49-F238E27FC236}">
                    <a16:creationId xmlns:a16="http://schemas.microsoft.com/office/drawing/2014/main" id="{C5305765-BB4F-BBC9-7A74-F6CEAD43D8AD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9" name="pg2899">
                <a:extLst>
                  <a:ext uri="{FF2B5EF4-FFF2-40B4-BE49-F238E27FC236}">
                    <a16:creationId xmlns:a16="http://schemas.microsoft.com/office/drawing/2014/main" id="{1AC94E23-BEE0-8C2F-A143-6AD0F8AD838F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0" name="pg2900">
                <a:extLst>
                  <a:ext uri="{FF2B5EF4-FFF2-40B4-BE49-F238E27FC236}">
                    <a16:creationId xmlns:a16="http://schemas.microsoft.com/office/drawing/2014/main" id="{1215FFE7-7EB2-6E46-8223-9CCB235BE54B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1" name="pg2901">
                <a:extLst>
                  <a:ext uri="{FF2B5EF4-FFF2-40B4-BE49-F238E27FC236}">
                    <a16:creationId xmlns:a16="http://schemas.microsoft.com/office/drawing/2014/main" id="{42490F48-18D8-543E-4EF4-CE522C652512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2" name="pg2902">
                <a:extLst>
                  <a:ext uri="{FF2B5EF4-FFF2-40B4-BE49-F238E27FC236}">
                    <a16:creationId xmlns:a16="http://schemas.microsoft.com/office/drawing/2014/main" id="{B9A39362-CB0B-6F59-5CB5-425BD939D8FB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3" name="pg2903">
                <a:extLst>
                  <a:ext uri="{FF2B5EF4-FFF2-40B4-BE49-F238E27FC236}">
                    <a16:creationId xmlns:a16="http://schemas.microsoft.com/office/drawing/2014/main" id="{D416C3D6-FF2B-3EAC-4DCA-B26A39791ACC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4" name="pg2904">
                <a:extLst>
                  <a:ext uri="{FF2B5EF4-FFF2-40B4-BE49-F238E27FC236}">
                    <a16:creationId xmlns:a16="http://schemas.microsoft.com/office/drawing/2014/main" id="{151055D0-74CF-825B-52CF-4AC2CCBCB97F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5" name="pg2905">
                <a:extLst>
                  <a:ext uri="{FF2B5EF4-FFF2-40B4-BE49-F238E27FC236}">
                    <a16:creationId xmlns:a16="http://schemas.microsoft.com/office/drawing/2014/main" id="{8C8219CD-80B4-24C6-3736-70B7DF01D1D6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6" name="pg2906">
                <a:extLst>
                  <a:ext uri="{FF2B5EF4-FFF2-40B4-BE49-F238E27FC236}">
                    <a16:creationId xmlns:a16="http://schemas.microsoft.com/office/drawing/2014/main" id="{F0AAC8E6-3D1A-45A7-A235-0ACB1E9F534B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7" name="pg2907">
                <a:extLst>
                  <a:ext uri="{FF2B5EF4-FFF2-40B4-BE49-F238E27FC236}">
                    <a16:creationId xmlns:a16="http://schemas.microsoft.com/office/drawing/2014/main" id="{A3EF091C-4FD5-E6AF-188A-90A44BB59752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8" name="pg2908">
                <a:extLst>
                  <a:ext uri="{FF2B5EF4-FFF2-40B4-BE49-F238E27FC236}">
                    <a16:creationId xmlns:a16="http://schemas.microsoft.com/office/drawing/2014/main" id="{4DC71FEB-3346-27FE-F3ED-8D16A264621D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9" name="pg2909">
                <a:extLst>
                  <a:ext uri="{FF2B5EF4-FFF2-40B4-BE49-F238E27FC236}">
                    <a16:creationId xmlns:a16="http://schemas.microsoft.com/office/drawing/2014/main" id="{27B60D07-D3A8-911E-77E6-A60ABC81E194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446">
                  <a:alpha val="100000"/>
                </a:srgbClr>
              </a:solidFill>
              <a:ln w="5420" cap="flat">
                <a:solidFill>
                  <a:srgbClr val="31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0" name="pg2910">
                <a:extLst>
                  <a:ext uri="{FF2B5EF4-FFF2-40B4-BE49-F238E27FC236}">
                    <a16:creationId xmlns:a16="http://schemas.microsoft.com/office/drawing/2014/main" id="{101F18BE-8EBA-5543-2513-E910E74305D1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1F3B">
                  <a:alpha val="100000"/>
                </a:srgbClr>
              </a:solidFill>
              <a:ln w="5420" cap="flat">
                <a:solidFill>
                  <a:srgbClr val="2A1F3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1" name="pg2911">
                <a:extLst>
                  <a:ext uri="{FF2B5EF4-FFF2-40B4-BE49-F238E27FC236}">
                    <a16:creationId xmlns:a16="http://schemas.microsoft.com/office/drawing/2014/main" id="{539BE50C-064D-1776-08BC-5CC80FB623CC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71D35">
                  <a:alpha val="100000"/>
                </a:srgbClr>
              </a:solidFill>
              <a:ln w="5420" cap="flat">
                <a:solidFill>
                  <a:srgbClr val="271D3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2" name="pg2912">
                <a:extLst>
                  <a:ext uri="{FF2B5EF4-FFF2-40B4-BE49-F238E27FC236}">
                    <a16:creationId xmlns:a16="http://schemas.microsoft.com/office/drawing/2014/main" id="{9B7FD502-9674-32C7-2BD4-608D967C588D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E38">
                  <a:alpha val="100000"/>
                </a:srgbClr>
              </a:solidFill>
              <a:ln w="5420" cap="flat">
                <a:solidFill>
                  <a:srgbClr val="291E3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3" name="pg2913">
                <a:extLst>
                  <a:ext uri="{FF2B5EF4-FFF2-40B4-BE49-F238E27FC236}">
                    <a16:creationId xmlns:a16="http://schemas.microsoft.com/office/drawing/2014/main" id="{AC8DF2BF-0DB1-67E0-1B4F-C0E417E7563C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C213F">
                  <a:alpha val="100000"/>
                </a:srgbClr>
              </a:solidFill>
              <a:ln w="5420" cap="flat">
                <a:solidFill>
                  <a:srgbClr val="2C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4" name="pg2914">
                <a:extLst>
                  <a:ext uri="{FF2B5EF4-FFF2-40B4-BE49-F238E27FC236}">
                    <a16:creationId xmlns:a16="http://schemas.microsoft.com/office/drawing/2014/main" id="{AD9B3AD5-95B8-D963-6650-29C656F0C028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446">
                  <a:alpha val="100000"/>
                </a:srgbClr>
              </a:solidFill>
              <a:ln w="5420" cap="flat">
                <a:solidFill>
                  <a:srgbClr val="31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5" name="pg2915">
                <a:extLst>
                  <a:ext uri="{FF2B5EF4-FFF2-40B4-BE49-F238E27FC236}">
                    <a16:creationId xmlns:a16="http://schemas.microsoft.com/office/drawing/2014/main" id="{CB9693F8-1798-67AE-D453-B199A884B63F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6" name="pg2916">
                <a:extLst>
                  <a:ext uri="{FF2B5EF4-FFF2-40B4-BE49-F238E27FC236}">
                    <a16:creationId xmlns:a16="http://schemas.microsoft.com/office/drawing/2014/main" id="{965DBB17-72CF-1C9B-3ABA-7947D92BBCA0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7" name="pg2917">
                <a:extLst>
                  <a:ext uri="{FF2B5EF4-FFF2-40B4-BE49-F238E27FC236}">
                    <a16:creationId xmlns:a16="http://schemas.microsoft.com/office/drawing/2014/main" id="{8006C11A-0071-54DE-5B4C-70141FD7573B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5">
                  <a:alpha val="100000"/>
                </a:srgbClr>
              </a:solidFill>
              <a:ln w="5420" cap="flat">
                <a:solidFill>
                  <a:srgbClr val="382A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8" name="pg2918">
                <a:extLst>
                  <a:ext uri="{FF2B5EF4-FFF2-40B4-BE49-F238E27FC236}">
                    <a16:creationId xmlns:a16="http://schemas.microsoft.com/office/drawing/2014/main" id="{92A2D865-4F5D-071F-EA96-B51CEBF11C7E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9" name="pg2919">
                <a:extLst>
                  <a:ext uri="{FF2B5EF4-FFF2-40B4-BE49-F238E27FC236}">
                    <a16:creationId xmlns:a16="http://schemas.microsoft.com/office/drawing/2014/main" id="{652F1769-4610-9AC1-C4AA-A9DCE53EDF12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0" name="pg2920">
                <a:extLst>
                  <a:ext uri="{FF2B5EF4-FFF2-40B4-BE49-F238E27FC236}">
                    <a16:creationId xmlns:a16="http://schemas.microsoft.com/office/drawing/2014/main" id="{3D9F5E3A-6C9F-1351-B8CD-ACA7C690D667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1" name="pg2921">
                <a:extLst>
                  <a:ext uri="{FF2B5EF4-FFF2-40B4-BE49-F238E27FC236}">
                    <a16:creationId xmlns:a16="http://schemas.microsoft.com/office/drawing/2014/main" id="{35ABA62C-17AE-B5A7-AF40-7256297D28D0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2" name="pg2922">
                <a:extLst>
                  <a:ext uri="{FF2B5EF4-FFF2-40B4-BE49-F238E27FC236}">
                    <a16:creationId xmlns:a16="http://schemas.microsoft.com/office/drawing/2014/main" id="{B93D1DCC-6D16-97A0-5CAA-2719F47CA7DF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3" name="pg2923">
                <a:extLst>
                  <a:ext uri="{FF2B5EF4-FFF2-40B4-BE49-F238E27FC236}">
                    <a16:creationId xmlns:a16="http://schemas.microsoft.com/office/drawing/2014/main" id="{A9447084-746E-A549-5D96-874DA2C146AC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5">
                  <a:alpha val="100000"/>
                </a:srgbClr>
              </a:solidFill>
              <a:ln w="5420" cap="flat">
                <a:solidFill>
                  <a:srgbClr val="382A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4" name="pg2924">
                <a:extLst>
                  <a:ext uri="{FF2B5EF4-FFF2-40B4-BE49-F238E27FC236}">
                    <a16:creationId xmlns:a16="http://schemas.microsoft.com/office/drawing/2014/main" id="{86DAA3D0-9AEA-7279-9DEF-17176C6159E4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5" name="pg2925">
                <a:extLst>
                  <a:ext uri="{FF2B5EF4-FFF2-40B4-BE49-F238E27FC236}">
                    <a16:creationId xmlns:a16="http://schemas.microsoft.com/office/drawing/2014/main" id="{973CB491-F794-A0FD-C518-6C302FD3B841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6" name="pg2926">
                <a:extLst>
                  <a:ext uri="{FF2B5EF4-FFF2-40B4-BE49-F238E27FC236}">
                    <a16:creationId xmlns:a16="http://schemas.microsoft.com/office/drawing/2014/main" id="{234F1120-969D-DFE8-DE60-333EA540413A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7" name="pg2927">
                <a:extLst>
                  <a:ext uri="{FF2B5EF4-FFF2-40B4-BE49-F238E27FC236}">
                    <a16:creationId xmlns:a16="http://schemas.microsoft.com/office/drawing/2014/main" id="{2E2F689F-8872-8C36-1719-D654B7C77BDB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3">
                  <a:alpha val="100000"/>
                </a:srgbClr>
              </a:solidFill>
              <a:ln w="5420" cap="flat">
                <a:solidFill>
                  <a:srgbClr val="3729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8" name="pg2928">
                <a:extLst>
                  <a:ext uri="{FF2B5EF4-FFF2-40B4-BE49-F238E27FC236}">
                    <a16:creationId xmlns:a16="http://schemas.microsoft.com/office/drawing/2014/main" id="{B2BC42B4-9C43-BECE-6D6E-B2948B50C713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9" name="pg2929">
                <a:extLst>
                  <a:ext uri="{FF2B5EF4-FFF2-40B4-BE49-F238E27FC236}">
                    <a16:creationId xmlns:a16="http://schemas.microsoft.com/office/drawing/2014/main" id="{7DE8CEE2-3C13-0E70-46D0-45F140687BF0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0" name="pg2930">
                <a:extLst>
                  <a:ext uri="{FF2B5EF4-FFF2-40B4-BE49-F238E27FC236}">
                    <a16:creationId xmlns:a16="http://schemas.microsoft.com/office/drawing/2014/main" id="{7C91782F-1FFA-5CFF-20FF-9802E919307A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1" name="pg2931">
                <a:extLst>
                  <a:ext uri="{FF2B5EF4-FFF2-40B4-BE49-F238E27FC236}">
                    <a16:creationId xmlns:a16="http://schemas.microsoft.com/office/drawing/2014/main" id="{487B0537-B28C-ABB8-B01E-20B0FE9459DB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2" name="pg2932">
                <a:extLst>
                  <a:ext uri="{FF2B5EF4-FFF2-40B4-BE49-F238E27FC236}">
                    <a16:creationId xmlns:a16="http://schemas.microsoft.com/office/drawing/2014/main" id="{F911BABB-D1B1-3B50-1E99-2DB12C733EED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3" name="pg2933">
                <a:extLst>
                  <a:ext uri="{FF2B5EF4-FFF2-40B4-BE49-F238E27FC236}">
                    <a16:creationId xmlns:a16="http://schemas.microsoft.com/office/drawing/2014/main" id="{85FAD395-F347-C489-0665-B77625BA82C8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4" name="pg2934">
                <a:extLst>
                  <a:ext uri="{FF2B5EF4-FFF2-40B4-BE49-F238E27FC236}">
                    <a16:creationId xmlns:a16="http://schemas.microsoft.com/office/drawing/2014/main" id="{CE8A59A8-9D8A-543D-C9EB-BBBDF6377D32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5" name="pg2935">
                <a:extLst>
                  <a:ext uri="{FF2B5EF4-FFF2-40B4-BE49-F238E27FC236}">
                    <a16:creationId xmlns:a16="http://schemas.microsoft.com/office/drawing/2014/main" id="{DBC8046D-BCD8-5B2F-9C10-5D7083214A4C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6" name="pg2936">
                <a:extLst>
                  <a:ext uri="{FF2B5EF4-FFF2-40B4-BE49-F238E27FC236}">
                    <a16:creationId xmlns:a16="http://schemas.microsoft.com/office/drawing/2014/main" id="{FEC9EE62-FC6B-93E7-C428-815518016985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7" name="pg2937">
                <a:extLst>
                  <a:ext uri="{FF2B5EF4-FFF2-40B4-BE49-F238E27FC236}">
                    <a16:creationId xmlns:a16="http://schemas.microsoft.com/office/drawing/2014/main" id="{45847B59-B9B4-AADA-9A52-627A552EF836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8" name="pg2938">
                <a:extLst>
                  <a:ext uri="{FF2B5EF4-FFF2-40B4-BE49-F238E27FC236}">
                    <a16:creationId xmlns:a16="http://schemas.microsoft.com/office/drawing/2014/main" id="{FA734A39-5E24-1EAE-10EA-482A6A95D715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9" name="pg2939">
                <a:extLst>
                  <a:ext uri="{FF2B5EF4-FFF2-40B4-BE49-F238E27FC236}">
                    <a16:creationId xmlns:a16="http://schemas.microsoft.com/office/drawing/2014/main" id="{4D47A467-21A2-2900-82F3-8664AE0BC185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0" name="pg2940">
                <a:extLst>
                  <a:ext uri="{FF2B5EF4-FFF2-40B4-BE49-F238E27FC236}">
                    <a16:creationId xmlns:a16="http://schemas.microsoft.com/office/drawing/2014/main" id="{08FB63FE-D0AE-1CA1-F115-89786ABDB999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1" name="pg2941">
                <a:extLst>
                  <a:ext uri="{FF2B5EF4-FFF2-40B4-BE49-F238E27FC236}">
                    <a16:creationId xmlns:a16="http://schemas.microsoft.com/office/drawing/2014/main" id="{F404EAE5-C439-31AD-DE6E-B96274D14ED0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2" name="pg2942">
                <a:extLst>
                  <a:ext uri="{FF2B5EF4-FFF2-40B4-BE49-F238E27FC236}">
                    <a16:creationId xmlns:a16="http://schemas.microsoft.com/office/drawing/2014/main" id="{8EE8575E-16EB-E979-98E7-F3E8A64C9BAC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3" name="pg2943">
                <a:extLst>
                  <a:ext uri="{FF2B5EF4-FFF2-40B4-BE49-F238E27FC236}">
                    <a16:creationId xmlns:a16="http://schemas.microsoft.com/office/drawing/2014/main" id="{53B3BB42-FA30-3D55-79BF-41430B3CB722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4" name="pg2944">
                <a:extLst>
                  <a:ext uri="{FF2B5EF4-FFF2-40B4-BE49-F238E27FC236}">
                    <a16:creationId xmlns:a16="http://schemas.microsoft.com/office/drawing/2014/main" id="{05AF808B-E15A-84D0-2382-ACD6AEECD731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5" name="pg2945">
                <a:extLst>
                  <a:ext uri="{FF2B5EF4-FFF2-40B4-BE49-F238E27FC236}">
                    <a16:creationId xmlns:a16="http://schemas.microsoft.com/office/drawing/2014/main" id="{2E3F5E5C-0C54-B61F-7B06-3557A7D59A5F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6" name="pg2946">
                <a:extLst>
                  <a:ext uri="{FF2B5EF4-FFF2-40B4-BE49-F238E27FC236}">
                    <a16:creationId xmlns:a16="http://schemas.microsoft.com/office/drawing/2014/main" id="{7EF597F4-86BD-BA5A-2DA0-E8668D5B0B62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7" name="pg2947">
                <a:extLst>
                  <a:ext uri="{FF2B5EF4-FFF2-40B4-BE49-F238E27FC236}">
                    <a16:creationId xmlns:a16="http://schemas.microsoft.com/office/drawing/2014/main" id="{4F63E25F-D4FF-57BE-2A72-5E37D0A400DA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8" name="pg2948">
                <a:extLst>
                  <a:ext uri="{FF2B5EF4-FFF2-40B4-BE49-F238E27FC236}">
                    <a16:creationId xmlns:a16="http://schemas.microsoft.com/office/drawing/2014/main" id="{E82767B5-15D3-FCEE-E974-DCEDB0061170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9" name="pg2949">
                <a:extLst>
                  <a:ext uri="{FF2B5EF4-FFF2-40B4-BE49-F238E27FC236}">
                    <a16:creationId xmlns:a16="http://schemas.microsoft.com/office/drawing/2014/main" id="{984748C6-EE07-3BB9-A1B3-6F65FA09243C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0" name="pg2950">
                <a:extLst>
                  <a:ext uri="{FF2B5EF4-FFF2-40B4-BE49-F238E27FC236}">
                    <a16:creationId xmlns:a16="http://schemas.microsoft.com/office/drawing/2014/main" id="{5CB4A442-397F-EF0C-92CA-64D6C0990384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1" name="pg2951">
                <a:extLst>
                  <a:ext uri="{FF2B5EF4-FFF2-40B4-BE49-F238E27FC236}">
                    <a16:creationId xmlns:a16="http://schemas.microsoft.com/office/drawing/2014/main" id="{1BBDFCA8-8829-D180-F88B-BEEE34A86ECC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2" name="pg2952">
                <a:extLst>
                  <a:ext uri="{FF2B5EF4-FFF2-40B4-BE49-F238E27FC236}">
                    <a16:creationId xmlns:a16="http://schemas.microsoft.com/office/drawing/2014/main" id="{823FB486-8DA3-A481-414A-E5E2D0CEE233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3" name="pg2953">
                <a:extLst>
                  <a:ext uri="{FF2B5EF4-FFF2-40B4-BE49-F238E27FC236}">
                    <a16:creationId xmlns:a16="http://schemas.microsoft.com/office/drawing/2014/main" id="{19B0E9DC-B09E-79A8-60D1-A3C1142E92EB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4" name="pg2954">
                <a:extLst>
                  <a:ext uri="{FF2B5EF4-FFF2-40B4-BE49-F238E27FC236}">
                    <a16:creationId xmlns:a16="http://schemas.microsoft.com/office/drawing/2014/main" id="{296FD227-7CD2-1159-047E-71619A1B51CD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5" name="pg2955">
                <a:extLst>
                  <a:ext uri="{FF2B5EF4-FFF2-40B4-BE49-F238E27FC236}">
                    <a16:creationId xmlns:a16="http://schemas.microsoft.com/office/drawing/2014/main" id="{3176F466-173C-A580-19E5-1FB63105DCFB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6" name="pg2956">
                <a:extLst>
                  <a:ext uri="{FF2B5EF4-FFF2-40B4-BE49-F238E27FC236}">
                    <a16:creationId xmlns:a16="http://schemas.microsoft.com/office/drawing/2014/main" id="{5CDA7232-C931-C5D6-3B63-7ACDA58319B2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7" name="pg2957">
                <a:extLst>
                  <a:ext uri="{FF2B5EF4-FFF2-40B4-BE49-F238E27FC236}">
                    <a16:creationId xmlns:a16="http://schemas.microsoft.com/office/drawing/2014/main" id="{CDD99C55-7E2E-ACA9-22FB-C6575D2ECE7C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8" name="pg2958">
                <a:extLst>
                  <a:ext uri="{FF2B5EF4-FFF2-40B4-BE49-F238E27FC236}">
                    <a16:creationId xmlns:a16="http://schemas.microsoft.com/office/drawing/2014/main" id="{FDD18005-3C41-4EF4-9C1D-002E2FEA4926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9" name="pg2959">
                <a:extLst>
                  <a:ext uri="{FF2B5EF4-FFF2-40B4-BE49-F238E27FC236}">
                    <a16:creationId xmlns:a16="http://schemas.microsoft.com/office/drawing/2014/main" id="{72519450-1875-C363-110C-BBACD66251FB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0" name="pg2960">
                <a:extLst>
                  <a:ext uri="{FF2B5EF4-FFF2-40B4-BE49-F238E27FC236}">
                    <a16:creationId xmlns:a16="http://schemas.microsoft.com/office/drawing/2014/main" id="{5E73F399-2A85-F2A8-A40F-68A886AD5C96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1" name="pg2961">
                <a:extLst>
                  <a:ext uri="{FF2B5EF4-FFF2-40B4-BE49-F238E27FC236}">
                    <a16:creationId xmlns:a16="http://schemas.microsoft.com/office/drawing/2014/main" id="{24B6C5BF-9B46-7D86-FFA4-A71C38C6F567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203B">
                  <a:alpha val="100000"/>
                </a:srgbClr>
              </a:solidFill>
              <a:ln w="5420" cap="flat">
                <a:solidFill>
                  <a:srgbClr val="2A203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2" name="pg2962">
                <a:extLst>
                  <a:ext uri="{FF2B5EF4-FFF2-40B4-BE49-F238E27FC236}">
                    <a16:creationId xmlns:a16="http://schemas.microsoft.com/office/drawing/2014/main" id="{ACBADD87-0ACB-48FE-5E64-F4A264B434C0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E2241">
                  <a:alpha val="100000"/>
                </a:srgbClr>
              </a:solidFill>
              <a:ln w="5420" cap="flat">
                <a:solidFill>
                  <a:srgbClr val="2E224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3" name="pg2963">
                <a:extLst>
                  <a:ext uri="{FF2B5EF4-FFF2-40B4-BE49-F238E27FC236}">
                    <a16:creationId xmlns:a16="http://schemas.microsoft.com/office/drawing/2014/main" id="{F615EC86-AB3B-591D-80EE-5CCE04D8FE28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22548">
                  <a:alpha val="100000"/>
                </a:srgbClr>
              </a:solidFill>
              <a:ln w="5420" cap="flat">
                <a:solidFill>
                  <a:srgbClr val="32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4" name="pg2964">
                <a:extLst>
                  <a:ext uri="{FF2B5EF4-FFF2-40B4-BE49-F238E27FC236}">
                    <a16:creationId xmlns:a16="http://schemas.microsoft.com/office/drawing/2014/main" id="{876DD20C-D404-3E1C-0452-C9552DA5151E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5" name="pg2965">
                <a:extLst>
                  <a:ext uri="{FF2B5EF4-FFF2-40B4-BE49-F238E27FC236}">
                    <a16:creationId xmlns:a16="http://schemas.microsoft.com/office/drawing/2014/main" id="{241ECE69-131A-5D22-31E4-63FA36D35FEE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6" name="pg2966">
                <a:extLst>
                  <a:ext uri="{FF2B5EF4-FFF2-40B4-BE49-F238E27FC236}">
                    <a16:creationId xmlns:a16="http://schemas.microsoft.com/office/drawing/2014/main" id="{91D7C6BA-DC4D-7439-A7C5-5A1E4603A02B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7" name="pg2967">
                <a:extLst>
                  <a:ext uri="{FF2B5EF4-FFF2-40B4-BE49-F238E27FC236}">
                    <a16:creationId xmlns:a16="http://schemas.microsoft.com/office/drawing/2014/main" id="{CC4F2880-5796-5D17-1211-A049D6DF1755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8" name="pg2968">
                <a:extLst>
                  <a:ext uri="{FF2B5EF4-FFF2-40B4-BE49-F238E27FC236}">
                    <a16:creationId xmlns:a16="http://schemas.microsoft.com/office/drawing/2014/main" id="{933C83A1-AD97-82AF-EF1E-623A3D6F2282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9" name="pg2969">
                <a:extLst>
                  <a:ext uri="{FF2B5EF4-FFF2-40B4-BE49-F238E27FC236}">
                    <a16:creationId xmlns:a16="http://schemas.microsoft.com/office/drawing/2014/main" id="{1F02E49E-CDAC-E650-5203-FB99D7721887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0" name="pg2970">
                <a:extLst>
                  <a:ext uri="{FF2B5EF4-FFF2-40B4-BE49-F238E27FC236}">
                    <a16:creationId xmlns:a16="http://schemas.microsoft.com/office/drawing/2014/main" id="{744CA99E-5090-D16D-B16E-EAF7C9BB414B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1" name="pg2971">
                <a:extLst>
                  <a:ext uri="{FF2B5EF4-FFF2-40B4-BE49-F238E27FC236}">
                    <a16:creationId xmlns:a16="http://schemas.microsoft.com/office/drawing/2014/main" id="{34AFF752-F939-E6AA-FD6D-190228E4417F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2" name="pg2972">
                <a:extLst>
                  <a:ext uri="{FF2B5EF4-FFF2-40B4-BE49-F238E27FC236}">
                    <a16:creationId xmlns:a16="http://schemas.microsoft.com/office/drawing/2014/main" id="{CE6A6FFA-5EF5-7018-5848-16D65B652457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3" name="pg2973">
                <a:extLst>
                  <a:ext uri="{FF2B5EF4-FFF2-40B4-BE49-F238E27FC236}">
                    <a16:creationId xmlns:a16="http://schemas.microsoft.com/office/drawing/2014/main" id="{9291E723-9C77-7E86-4873-4E906E44B7D5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4" name="pg2974">
                <a:extLst>
                  <a:ext uri="{FF2B5EF4-FFF2-40B4-BE49-F238E27FC236}">
                    <a16:creationId xmlns:a16="http://schemas.microsoft.com/office/drawing/2014/main" id="{3BC2FDB9-3FE2-C2AC-CD4B-C0791581DFC5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5" name="pg2975">
                <a:extLst>
                  <a:ext uri="{FF2B5EF4-FFF2-40B4-BE49-F238E27FC236}">
                    <a16:creationId xmlns:a16="http://schemas.microsoft.com/office/drawing/2014/main" id="{25E6CB49-CA2F-1BE0-F4E5-0A9AA9338286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6" name="pg2976">
                <a:extLst>
                  <a:ext uri="{FF2B5EF4-FFF2-40B4-BE49-F238E27FC236}">
                    <a16:creationId xmlns:a16="http://schemas.microsoft.com/office/drawing/2014/main" id="{F08E5E4B-E2AC-CDEE-03F5-5E8CCFC2774F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7" name="pg2977">
                <a:extLst>
                  <a:ext uri="{FF2B5EF4-FFF2-40B4-BE49-F238E27FC236}">
                    <a16:creationId xmlns:a16="http://schemas.microsoft.com/office/drawing/2014/main" id="{D774FCE4-2C66-6BE1-53D0-68B7E6E31A17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8" name="pg2978">
                <a:extLst>
                  <a:ext uri="{FF2B5EF4-FFF2-40B4-BE49-F238E27FC236}">
                    <a16:creationId xmlns:a16="http://schemas.microsoft.com/office/drawing/2014/main" id="{BF022979-0E9E-771A-BC8A-7023A766DAE2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9" name="pg2979">
                <a:extLst>
                  <a:ext uri="{FF2B5EF4-FFF2-40B4-BE49-F238E27FC236}">
                    <a16:creationId xmlns:a16="http://schemas.microsoft.com/office/drawing/2014/main" id="{2484E6E1-4E05-D5BE-7E35-EF6A0C6AF8C4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0" name="pg2980">
                <a:extLst>
                  <a:ext uri="{FF2B5EF4-FFF2-40B4-BE49-F238E27FC236}">
                    <a16:creationId xmlns:a16="http://schemas.microsoft.com/office/drawing/2014/main" id="{D272BBC2-19FB-1E9F-49A3-378C56F7F8C9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1" name="pg2981">
                <a:extLst>
                  <a:ext uri="{FF2B5EF4-FFF2-40B4-BE49-F238E27FC236}">
                    <a16:creationId xmlns:a16="http://schemas.microsoft.com/office/drawing/2014/main" id="{E61CD945-C9E1-9575-728C-24AA34F06EF1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2" name="pg2982">
                <a:extLst>
                  <a:ext uri="{FF2B5EF4-FFF2-40B4-BE49-F238E27FC236}">
                    <a16:creationId xmlns:a16="http://schemas.microsoft.com/office/drawing/2014/main" id="{78D5334A-EFAF-5577-E41B-53D9E157A420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3" name="pg2983">
                <a:extLst>
                  <a:ext uri="{FF2B5EF4-FFF2-40B4-BE49-F238E27FC236}">
                    <a16:creationId xmlns:a16="http://schemas.microsoft.com/office/drawing/2014/main" id="{7C06EB6A-8A16-06AE-D4FF-BE1ED9EB4341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4" name="pg2984">
                <a:extLst>
                  <a:ext uri="{FF2B5EF4-FFF2-40B4-BE49-F238E27FC236}">
                    <a16:creationId xmlns:a16="http://schemas.microsoft.com/office/drawing/2014/main" id="{4E7F06ED-B9B5-01C0-C038-E9D2D4C26008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5" name="pg2985">
                <a:extLst>
                  <a:ext uri="{FF2B5EF4-FFF2-40B4-BE49-F238E27FC236}">
                    <a16:creationId xmlns:a16="http://schemas.microsoft.com/office/drawing/2014/main" id="{149463C7-1A2A-CE11-12D9-9A0CC1316507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6" name="pg2986">
                <a:extLst>
                  <a:ext uri="{FF2B5EF4-FFF2-40B4-BE49-F238E27FC236}">
                    <a16:creationId xmlns:a16="http://schemas.microsoft.com/office/drawing/2014/main" id="{B95902AD-D499-28F8-7D9F-E3B6C3AD869B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7" name="pg2987">
                <a:extLst>
                  <a:ext uri="{FF2B5EF4-FFF2-40B4-BE49-F238E27FC236}">
                    <a16:creationId xmlns:a16="http://schemas.microsoft.com/office/drawing/2014/main" id="{F2E46586-A83A-F33F-88B9-4CD345B5AE8E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8" name="pg2988">
                <a:extLst>
                  <a:ext uri="{FF2B5EF4-FFF2-40B4-BE49-F238E27FC236}">
                    <a16:creationId xmlns:a16="http://schemas.microsoft.com/office/drawing/2014/main" id="{1E0DB637-FC96-59B4-42AC-D4F74D254A3C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9" name="pg2989">
                <a:extLst>
                  <a:ext uri="{FF2B5EF4-FFF2-40B4-BE49-F238E27FC236}">
                    <a16:creationId xmlns:a16="http://schemas.microsoft.com/office/drawing/2014/main" id="{232F8D03-199C-AB17-EB32-C4888DB1AF65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0" name="pg2990">
                <a:extLst>
                  <a:ext uri="{FF2B5EF4-FFF2-40B4-BE49-F238E27FC236}">
                    <a16:creationId xmlns:a16="http://schemas.microsoft.com/office/drawing/2014/main" id="{D017D621-D141-75A8-D0AA-CB1CE797595E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1" name="pg2991">
                <a:extLst>
                  <a:ext uri="{FF2B5EF4-FFF2-40B4-BE49-F238E27FC236}">
                    <a16:creationId xmlns:a16="http://schemas.microsoft.com/office/drawing/2014/main" id="{2A25D604-99EA-F649-455B-CC0B93AC0664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2" name="pg2992">
                <a:extLst>
                  <a:ext uri="{FF2B5EF4-FFF2-40B4-BE49-F238E27FC236}">
                    <a16:creationId xmlns:a16="http://schemas.microsoft.com/office/drawing/2014/main" id="{472E5F17-B019-62D9-D654-03612C848DFE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3" name="pg2993">
                <a:extLst>
                  <a:ext uri="{FF2B5EF4-FFF2-40B4-BE49-F238E27FC236}">
                    <a16:creationId xmlns:a16="http://schemas.microsoft.com/office/drawing/2014/main" id="{977C4507-7D26-B2FA-4E90-5A11DBA3CFAF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4" name="pg2994">
                <a:extLst>
                  <a:ext uri="{FF2B5EF4-FFF2-40B4-BE49-F238E27FC236}">
                    <a16:creationId xmlns:a16="http://schemas.microsoft.com/office/drawing/2014/main" id="{D61FDADA-9A70-97D4-6A00-0871401F6AA5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5" name="pg2995">
                <a:extLst>
                  <a:ext uri="{FF2B5EF4-FFF2-40B4-BE49-F238E27FC236}">
                    <a16:creationId xmlns:a16="http://schemas.microsoft.com/office/drawing/2014/main" id="{DFA64464-97A6-D40C-5026-F1C284561531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6" name="pg2996">
                <a:extLst>
                  <a:ext uri="{FF2B5EF4-FFF2-40B4-BE49-F238E27FC236}">
                    <a16:creationId xmlns:a16="http://schemas.microsoft.com/office/drawing/2014/main" id="{8F270B57-2621-0165-470B-58A75F861A4A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7" name="pg2997">
                <a:extLst>
                  <a:ext uri="{FF2B5EF4-FFF2-40B4-BE49-F238E27FC236}">
                    <a16:creationId xmlns:a16="http://schemas.microsoft.com/office/drawing/2014/main" id="{07C3C7E4-E549-937D-0117-2D67299BCD0B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8" name="pg2998">
                <a:extLst>
                  <a:ext uri="{FF2B5EF4-FFF2-40B4-BE49-F238E27FC236}">
                    <a16:creationId xmlns:a16="http://schemas.microsoft.com/office/drawing/2014/main" id="{87676631-BFFD-9964-036D-849E9631D19F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9" name="pg2999">
                <a:extLst>
                  <a:ext uri="{FF2B5EF4-FFF2-40B4-BE49-F238E27FC236}">
                    <a16:creationId xmlns:a16="http://schemas.microsoft.com/office/drawing/2014/main" id="{33856575-C5CC-F066-21EA-63B9AF53C860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0" name="pg3000">
                <a:extLst>
                  <a:ext uri="{FF2B5EF4-FFF2-40B4-BE49-F238E27FC236}">
                    <a16:creationId xmlns:a16="http://schemas.microsoft.com/office/drawing/2014/main" id="{B8EF49EB-72BB-BFAA-101B-278C50D3B99A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1" name="pg3001">
                <a:extLst>
                  <a:ext uri="{FF2B5EF4-FFF2-40B4-BE49-F238E27FC236}">
                    <a16:creationId xmlns:a16="http://schemas.microsoft.com/office/drawing/2014/main" id="{4060D05F-60AC-3837-DDF9-42CD11B7601A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2" name="pg3002">
                <a:extLst>
                  <a:ext uri="{FF2B5EF4-FFF2-40B4-BE49-F238E27FC236}">
                    <a16:creationId xmlns:a16="http://schemas.microsoft.com/office/drawing/2014/main" id="{D377E31F-0192-8EAE-2B18-5E0D2660F7E2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3" name="pg3003">
                <a:extLst>
                  <a:ext uri="{FF2B5EF4-FFF2-40B4-BE49-F238E27FC236}">
                    <a16:creationId xmlns:a16="http://schemas.microsoft.com/office/drawing/2014/main" id="{6C4435BE-6487-E56C-6E79-B10F4597B1B7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4" name="pg3004">
                <a:extLst>
                  <a:ext uri="{FF2B5EF4-FFF2-40B4-BE49-F238E27FC236}">
                    <a16:creationId xmlns:a16="http://schemas.microsoft.com/office/drawing/2014/main" id="{ADF1AF1F-BF89-E646-9685-A710A2DC105D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5" name="pg3005">
                <a:extLst>
                  <a:ext uri="{FF2B5EF4-FFF2-40B4-BE49-F238E27FC236}">
                    <a16:creationId xmlns:a16="http://schemas.microsoft.com/office/drawing/2014/main" id="{EFC95790-C3D5-B623-AA00-DEB6C523FA41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6" name="pg3006">
                <a:extLst>
                  <a:ext uri="{FF2B5EF4-FFF2-40B4-BE49-F238E27FC236}">
                    <a16:creationId xmlns:a16="http://schemas.microsoft.com/office/drawing/2014/main" id="{02989C16-7FF3-A9D3-F79E-3D1B6AE160C0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7" name="pg3007">
                <a:extLst>
                  <a:ext uri="{FF2B5EF4-FFF2-40B4-BE49-F238E27FC236}">
                    <a16:creationId xmlns:a16="http://schemas.microsoft.com/office/drawing/2014/main" id="{64F8FE4D-2420-3107-6A29-DD1544A57F73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8" name="pg3008">
                <a:extLst>
                  <a:ext uri="{FF2B5EF4-FFF2-40B4-BE49-F238E27FC236}">
                    <a16:creationId xmlns:a16="http://schemas.microsoft.com/office/drawing/2014/main" id="{F5687669-4599-4A16-E035-03F86C75CE21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B">
                  <a:alpha val="100000"/>
                </a:srgbClr>
              </a:solidFill>
              <a:ln w="5420" cap="flat">
                <a:solidFill>
                  <a:srgbClr val="33264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9" name="pg3009">
                <a:extLst>
                  <a:ext uri="{FF2B5EF4-FFF2-40B4-BE49-F238E27FC236}">
                    <a16:creationId xmlns:a16="http://schemas.microsoft.com/office/drawing/2014/main" id="{A166E847-3E00-1F08-6F67-19F401697C54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0" name="pg3010">
                <a:extLst>
                  <a:ext uri="{FF2B5EF4-FFF2-40B4-BE49-F238E27FC236}">
                    <a16:creationId xmlns:a16="http://schemas.microsoft.com/office/drawing/2014/main" id="{6C2A0F82-E8F0-4F5B-A7DD-53E9E92272FE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1" name="pg3011">
                <a:extLst>
                  <a:ext uri="{FF2B5EF4-FFF2-40B4-BE49-F238E27FC236}">
                    <a16:creationId xmlns:a16="http://schemas.microsoft.com/office/drawing/2014/main" id="{DFD609E2-683C-E138-AC42-CC29695FCB72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2" name="pg3012">
                <a:extLst>
                  <a:ext uri="{FF2B5EF4-FFF2-40B4-BE49-F238E27FC236}">
                    <a16:creationId xmlns:a16="http://schemas.microsoft.com/office/drawing/2014/main" id="{23EB6B8F-D985-C74C-06FA-B93BA83A1BAD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3" name="pg3013">
                <a:extLst>
                  <a:ext uri="{FF2B5EF4-FFF2-40B4-BE49-F238E27FC236}">
                    <a16:creationId xmlns:a16="http://schemas.microsoft.com/office/drawing/2014/main" id="{92AD5C6F-FBCE-B3C1-3E5F-10E08C489FDD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4" name="pg3014">
                <a:extLst>
                  <a:ext uri="{FF2B5EF4-FFF2-40B4-BE49-F238E27FC236}">
                    <a16:creationId xmlns:a16="http://schemas.microsoft.com/office/drawing/2014/main" id="{AA647752-8298-2D49-B54D-987F7AD57E85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5" name="pg3015">
                <a:extLst>
                  <a:ext uri="{FF2B5EF4-FFF2-40B4-BE49-F238E27FC236}">
                    <a16:creationId xmlns:a16="http://schemas.microsoft.com/office/drawing/2014/main" id="{D75247EF-E929-ACBB-927E-5823897D3F11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6" name="pg3016">
                <a:extLst>
                  <a:ext uri="{FF2B5EF4-FFF2-40B4-BE49-F238E27FC236}">
                    <a16:creationId xmlns:a16="http://schemas.microsoft.com/office/drawing/2014/main" id="{2ACF3667-9E68-558B-1164-ADAD76F769A2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7" name="pg3017">
                <a:extLst>
                  <a:ext uri="{FF2B5EF4-FFF2-40B4-BE49-F238E27FC236}">
                    <a16:creationId xmlns:a16="http://schemas.microsoft.com/office/drawing/2014/main" id="{BCE6DC4D-4E63-40A0-3828-C1A5864A38EB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8" name="pg3018">
                <a:extLst>
                  <a:ext uri="{FF2B5EF4-FFF2-40B4-BE49-F238E27FC236}">
                    <a16:creationId xmlns:a16="http://schemas.microsoft.com/office/drawing/2014/main" id="{E08CB02F-E5C7-686D-FC5B-DC1EA07A87F0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9" name="pg3019">
                <a:extLst>
                  <a:ext uri="{FF2B5EF4-FFF2-40B4-BE49-F238E27FC236}">
                    <a16:creationId xmlns:a16="http://schemas.microsoft.com/office/drawing/2014/main" id="{7D516018-8F50-9701-14D1-21A7CD32730C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0" name="pg3020">
                <a:extLst>
                  <a:ext uri="{FF2B5EF4-FFF2-40B4-BE49-F238E27FC236}">
                    <a16:creationId xmlns:a16="http://schemas.microsoft.com/office/drawing/2014/main" id="{B7533D53-6CEF-6670-4157-19EC88E314F3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1" name="pg3021">
                <a:extLst>
                  <a:ext uri="{FF2B5EF4-FFF2-40B4-BE49-F238E27FC236}">
                    <a16:creationId xmlns:a16="http://schemas.microsoft.com/office/drawing/2014/main" id="{21965CF1-90DF-5004-60AB-30CE947397E7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2" name="pg3022">
                <a:extLst>
                  <a:ext uri="{FF2B5EF4-FFF2-40B4-BE49-F238E27FC236}">
                    <a16:creationId xmlns:a16="http://schemas.microsoft.com/office/drawing/2014/main" id="{5FC309F4-95D3-D8F2-AB95-E13529A2863A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3" name="pg3023">
                <a:extLst>
                  <a:ext uri="{FF2B5EF4-FFF2-40B4-BE49-F238E27FC236}">
                    <a16:creationId xmlns:a16="http://schemas.microsoft.com/office/drawing/2014/main" id="{0E89B727-4EBC-74C1-7A59-4DDB0ECCB11A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4" name="pg3024">
                <a:extLst>
                  <a:ext uri="{FF2B5EF4-FFF2-40B4-BE49-F238E27FC236}">
                    <a16:creationId xmlns:a16="http://schemas.microsoft.com/office/drawing/2014/main" id="{CD73E420-B461-7738-8BAF-B0DC866F08F4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5" name="pg3025">
                <a:extLst>
                  <a:ext uri="{FF2B5EF4-FFF2-40B4-BE49-F238E27FC236}">
                    <a16:creationId xmlns:a16="http://schemas.microsoft.com/office/drawing/2014/main" id="{300AD8F6-3A74-CBCB-4631-C3AD21DEDBE6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6" name="pg3026">
                <a:extLst>
                  <a:ext uri="{FF2B5EF4-FFF2-40B4-BE49-F238E27FC236}">
                    <a16:creationId xmlns:a16="http://schemas.microsoft.com/office/drawing/2014/main" id="{5873F5D7-DB81-9711-6BAC-8B3AF7A210A9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7" name="pg3027">
                <a:extLst>
                  <a:ext uri="{FF2B5EF4-FFF2-40B4-BE49-F238E27FC236}">
                    <a16:creationId xmlns:a16="http://schemas.microsoft.com/office/drawing/2014/main" id="{D6A96196-61F8-8F56-61B9-C4F06BE20B03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8" name="pg3028">
                <a:extLst>
                  <a:ext uri="{FF2B5EF4-FFF2-40B4-BE49-F238E27FC236}">
                    <a16:creationId xmlns:a16="http://schemas.microsoft.com/office/drawing/2014/main" id="{A5019E7E-C0F4-D89E-4E27-CBAE14E1BD2D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9" name="pg3029">
                <a:extLst>
                  <a:ext uri="{FF2B5EF4-FFF2-40B4-BE49-F238E27FC236}">
                    <a16:creationId xmlns:a16="http://schemas.microsoft.com/office/drawing/2014/main" id="{79F85AA7-84E2-101A-9E24-C40A7458A94B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0" name="pg3030">
                <a:extLst>
                  <a:ext uri="{FF2B5EF4-FFF2-40B4-BE49-F238E27FC236}">
                    <a16:creationId xmlns:a16="http://schemas.microsoft.com/office/drawing/2014/main" id="{94B19218-E0A2-7355-9C58-ECF422611542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1" name="pg3031">
                <a:extLst>
                  <a:ext uri="{FF2B5EF4-FFF2-40B4-BE49-F238E27FC236}">
                    <a16:creationId xmlns:a16="http://schemas.microsoft.com/office/drawing/2014/main" id="{6CE60FCD-AE08-40A5-CE79-C1561FA06C51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2" name="pg3032">
                <a:extLst>
                  <a:ext uri="{FF2B5EF4-FFF2-40B4-BE49-F238E27FC236}">
                    <a16:creationId xmlns:a16="http://schemas.microsoft.com/office/drawing/2014/main" id="{CE063D38-F5F1-07D4-37D0-EE85D443DB4A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3" name="pg3033">
                <a:extLst>
                  <a:ext uri="{FF2B5EF4-FFF2-40B4-BE49-F238E27FC236}">
                    <a16:creationId xmlns:a16="http://schemas.microsoft.com/office/drawing/2014/main" id="{FFB70004-B005-5EE3-62C5-EF42EC15EC34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4" name="pg3034">
                <a:extLst>
                  <a:ext uri="{FF2B5EF4-FFF2-40B4-BE49-F238E27FC236}">
                    <a16:creationId xmlns:a16="http://schemas.microsoft.com/office/drawing/2014/main" id="{9CAB8D8E-1DAD-EB9D-79AC-402832E55356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5" name="pg3035">
                <a:extLst>
                  <a:ext uri="{FF2B5EF4-FFF2-40B4-BE49-F238E27FC236}">
                    <a16:creationId xmlns:a16="http://schemas.microsoft.com/office/drawing/2014/main" id="{CAF3B4AA-CDD5-7DB1-87C9-BCF9C8DF3D32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6" name="pg3036">
                <a:extLst>
                  <a:ext uri="{FF2B5EF4-FFF2-40B4-BE49-F238E27FC236}">
                    <a16:creationId xmlns:a16="http://schemas.microsoft.com/office/drawing/2014/main" id="{01902090-5EBE-FF1D-EFF1-C5F78E995509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7" name="pg3037">
                <a:extLst>
                  <a:ext uri="{FF2B5EF4-FFF2-40B4-BE49-F238E27FC236}">
                    <a16:creationId xmlns:a16="http://schemas.microsoft.com/office/drawing/2014/main" id="{80B27E08-CE0C-3A51-3B1B-912DD0929125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8" name="pg3038">
                <a:extLst>
                  <a:ext uri="{FF2B5EF4-FFF2-40B4-BE49-F238E27FC236}">
                    <a16:creationId xmlns:a16="http://schemas.microsoft.com/office/drawing/2014/main" id="{FC22FDAC-685D-DC93-D48E-64970971D901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9" name="pg3039">
                <a:extLst>
                  <a:ext uri="{FF2B5EF4-FFF2-40B4-BE49-F238E27FC236}">
                    <a16:creationId xmlns:a16="http://schemas.microsoft.com/office/drawing/2014/main" id="{84AFE15E-4DB6-0B7D-D80A-1053741BE8B6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0" name="pg3040">
                <a:extLst>
                  <a:ext uri="{FF2B5EF4-FFF2-40B4-BE49-F238E27FC236}">
                    <a16:creationId xmlns:a16="http://schemas.microsoft.com/office/drawing/2014/main" id="{BAB98CDB-CB63-FAFA-462C-C13A659458A8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1" name="pg3041">
                <a:extLst>
                  <a:ext uri="{FF2B5EF4-FFF2-40B4-BE49-F238E27FC236}">
                    <a16:creationId xmlns:a16="http://schemas.microsoft.com/office/drawing/2014/main" id="{E2EEDB24-5BA9-E63E-BBCC-652C82C6FADE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2" name="pg3042">
                <a:extLst>
                  <a:ext uri="{FF2B5EF4-FFF2-40B4-BE49-F238E27FC236}">
                    <a16:creationId xmlns:a16="http://schemas.microsoft.com/office/drawing/2014/main" id="{9937225F-9C65-BA4B-2479-B6D571F69AD2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3" name="pg3043">
                <a:extLst>
                  <a:ext uri="{FF2B5EF4-FFF2-40B4-BE49-F238E27FC236}">
                    <a16:creationId xmlns:a16="http://schemas.microsoft.com/office/drawing/2014/main" id="{5BDEB81A-9686-2CEF-EDCB-F6EE04630290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4" name="pg3044">
                <a:extLst>
                  <a:ext uri="{FF2B5EF4-FFF2-40B4-BE49-F238E27FC236}">
                    <a16:creationId xmlns:a16="http://schemas.microsoft.com/office/drawing/2014/main" id="{BA20C352-4CBB-9E3D-B3F4-D1B38F0AECDC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5" name="pg3045">
                <a:extLst>
                  <a:ext uri="{FF2B5EF4-FFF2-40B4-BE49-F238E27FC236}">
                    <a16:creationId xmlns:a16="http://schemas.microsoft.com/office/drawing/2014/main" id="{3DD4392C-F1DD-2464-C6BB-FF33A6E52A8F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6" name="pg3046">
                <a:extLst>
                  <a:ext uri="{FF2B5EF4-FFF2-40B4-BE49-F238E27FC236}">
                    <a16:creationId xmlns:a16="http://schemas.microsoft.com/office/drawing/2014/main" id="{D102FC7F-032D-2D87-8176-C059751E3085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7" name="pg3047">
                <a:extLst>
                  <a:ext uri="{FF2B5EF4-FFF2-40B4-BE49-F238E27FC236}">
                    <a16:creationId xmlns:a16="http://schemas.microsoft.com/office/drawing/2014/main" id="{D38B6CA4-8A0F-C572-0017-D9D4030EF032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8" name="pg3048">
                <a:extLst>
                  <a:ext uri="{FF2B5EF4-FFF2-40B4-BE49-F238E27FC236}">
                    <a16:creationId xmlns:a16="http://schemas.microsoft.com/office/drawing/2014/main" id="{81C8A35F-4CBA-9682-F805-90180941B7C8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9" name="pg3049">
                <a:extLst>
                  <a:ext uri="{FF2B5EF4-FFF2-40B4-BE49-F238E27FC236}">
                    <a16:creationId xmlns:a16="http://schemas.microsoft.com/office/drawing/2014/main" id="{D30B3B24-9C85-121D-7365-97B9DD7BE79C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0" name="pg3050">
                <a:extLst>
                  <a:ext uri="{FF2B5EF4-FFF2-40B4-BE49-F238E27FC236}">
                    <a16:creationId xmlns:a16="http://schemas.microsoft.com/office/drawing/2014/main" id="{0C645E4F-A2CD-3028-9E58-D4CF7A549245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1" name="pg3051">
                <a:extLst>
                  <a:ext uri="{FF2B5EF4-FFF2-40B4-BE49-F238E27FC236}">
                    <a16:creationId xmlns:a16="http://schemas.microsoft.com/office/drawing/2014/main" id="{684555F4-734D-E8F8-8B2D-E367FC2A95DC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2" name="pg3052">
                <a:extLst>
                  <a:ext uri="{FF2B5EF4-FFF2-40B4-BE49-F238E27FC236}">
                    <a16:creationId xmlns:a16="http://schemas.microsoft.com/office/drawing/2014/main" id="{591CDAB1-79F8-F92B-285C-913FA7478C43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3" name="pg3053">
                <a:extLst>
                  <a:ext uri="{FF2B5EF4-FFF2-40B4-BE49-F238E27FC236}">
                    <a16:creationId xmlns:a16="http://schemas.microsoft.com/office/drawing/2014/main" id="{44CB3434-B315-7C8C-A29F-EB2F67603210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4" name="pg3054">
                <a:extLst>
                  <a:ext uri="{FF2B5EF4-FFF2-40B4-BE49-F238E27FC236}">
                    <a16:creationId xmlns:a16="http://schemas.microsoft.com/office/drawing/2014/main" id="{8853EF50-551B-FCC6-BBDD-AE49D0690E63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5" name="pg3055">
                <a:extLst>
                  <a:ext uri="{FF2B5EF4-FFF2-40B4-BE49-F238E27FC236}">
                    <a16:creationId xmlns:a16="http://schemas.microsoft.com/office/drawing/2014/main" id="{33B90EE8-3336-F822-99D2-6DEE8F08621D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6" name="pg3056">
                <a:extLst>
                  <a:ext uri="{FF2B5EF4-FFF2-40B4-BE49-F238E27FC236}">
                    <a16:creationId xmlns:a16="http://schemas.microsoft.com/office/drawing/2014/main" id="{7B2FD13C-67CD-6D93-4AC0-037015829CFE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7" name="pg3057">
                <a:extLst>
                  <a:ext uri="{FF2B5EF4-FFF2-40B4-BE49-F238E27FC236}">
                    <a16:creationId xmlns:a16="http://schemas.microsoft.com/office/drawing/2014/main" id="{17EDB615-655C-2AF9-09F9-C091C1D13450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8" name="pg3058">
                <a:extLst>
                  <a:ext uri="{FF2B5EF4-FFF2-40B4-BE49-F238E27FC236}">
                    <a16:creationId xmlns:a16="http://schemas.microsoft.com/office/drawing/2014/main" id="{8A54C62F-B339-3BF0-1CF5-73202ECD671C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9" name="pg3059">
                <a:extLst>
                  <a:ext uri="{FF2B5EF4-FFF2-40B4-BE49-F238E27FC236}">
                    <a16:creationId xmlns:a16="http://schemas.microsoft.com/office/drawing/2014/main" id="{E29FDCCC-8A57-1DF2-1690-B46CD3EAD546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0" name="pg3060">
                <a:extLst>
                  <a:ext uri="{FF2B5EF4-FFF2-40B4-BE49-F238E27FC236}">
                    <a16:creationId xmlns:a16="http://schemas.microsoft.com/office/drawing/2014/main" id="{48B9B6CD-4222-BB7A-F747-D1F35BE9655A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1" name="pg3061">
                <a:extLst>
                  <a:ext uri="{FF2B5EF4-FFF2-40B4-BE49-F238E27FC236}">
                    <a16:creationId xmlns:a16="http://schemas.microsoft.com/office/drawing/2014/main" id="{6BAC5F0A-77D3-A0EF-7237-3D688588B882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2" name="pg3062">
                <a:extLst>
                  <a:ext uri="{FF2B5EF4-FFF2-40B4-BE49-F238E27FC236}">
                    <a16:creationId xmlns:a16="http://schemas.microsoft.com/office/drawing/2014/main" id="{08878289-E2BC-A8D2-4F11-B974C778ACCE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3" name="pg3063">
                <a:extLst>
                  <a:ext uri="{FF2B5EF4-FFF2-40B4-BE49-F238E27FC236}">
                    <a16:creationId xmlns:a16="http://schemas.microsoft.com/office/drawing/2014/main" id="{B5824CE6-A3D3-2F8E-5970-53B26E441D43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4" name="pg3064">
                <a:extLst>
                  <a:ext uri="{FF2B5EF4-FFF2-40B4-BE49-F238E27FC236}">
                    <a16:creationId xmlns:a16="http://schemas.microsoft.com/office/drawing/2014/main" id="{706F81BF-C7C8-18E2-1674-13C9EC37DB15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5" name="pg3065">
                <a:extLst>
                  <a:ext uri="{FF2B5EF4-FFF2-40B4-BE49-F238E27FC236}">
                    <a16:creationId xmlns:a16="http://schemas.microsoft.com/office/drawing/2014/main" id="{042E8EB6-F5AA-593E-93F1-238E025F507D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6" name="pg3066">
                <a:extLst>
                  <a:ext uri="{FF2B5EF4-FFF2-40B4-BE49-F238E27FC236}">
                    <a16:creationId xmlns:a16="http://schemas.microsoft.com/office/drawing/2014/main" id="{1D6263A4-963A-8B41-5F5F-251262762076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7" name="pg3067">
                <a:extLst>
                  <a:ext uri="{FF2B5EF4-FFF2-40B4-BE49-F238E27FC236}">
                    <a16:creationId xmlns:a16="http://schemas.microsoft.com/office/drawing/2014/main" id="{898C8D34-7947-C856-9DFF-AE22F4DCC603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8" name="pg3068">
                <a:extLst>
                  <a:ext uri="{FF2B5EF4-FFF2-40B4-BE49-F238E27FC236}">
                    <a16:creationId xmlns:a16="http://schemas.microsoft.com/office/drawing/2014/main" id="{EB317FE5-1AB9-B6A0-5047-EFE68E3299B1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9" name="pg3069">
                <a:extLst>
                  <a:ext uri="{FF2B5EF4-FFF2-40B4-BE49-F238E27FC236}">
                    <a16:creationId xmlns:a16="http://schemas.microsoft.com/office/drawing/2014/main" id="{777EF2AB-AB5E-AFC5-95D1-4377E694A5EE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0" name="pg3070">
                <a:extLst>
                  <a:ext uri="{FF2B5EF4-FFF2-40B4-BE49-F238E27FC236}">
                    <a16:creationId xmlns:a16="http://schemas.microsoft.com/office/drawing/2014/main" id="{98293EE3-9AD8-E991-8A56-DC38C66062AF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1" name="pg3071">
                <a:extLst>
                  <a:ext uri="{FF2B5EF4-FFF2-40B4-BE49-F238E27FC236}">
                    <a16:creationId xmlns:a16="http://schemas.microsoft.com/office/drawing/2014/main" id="{4E7727B3-16A4-AD5A-F183-C6AE0A891105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2" name="pg3072">
                <a:extLst>
                  <a:ext uri="{FF2B5EF4-FFF2-40B4-BE49-F238E27FC236}">
                    <a16:creationId xmlns:a16="http://schemas.microsoft.com/office/drawing/2014/main" id="{DBE754DF-80F6-11C6-D588-51E457D07ABC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3" name="pg3073">
                <a:extLst>
                  <a:ext uri="{FF2B5EF4-FFF2-40B4-BE49-F238E27FC236}">
                    <a16:creationId xmlns:a16="http://schemas.microsoft.com/office/drawing/2014/main" id="{F42EFC48-8A44-3788-D44B-2D03A49E0CFF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4" name="pg3074">
                <a:extLst>
                  <a:ext uri="{FF2B5EF4-FFF2-40B4-BE49-F238E27FC236}">
                    <a16:creationId xmlns:a16="http://schemas.microsoft.com/office/drawing/2014/main" id="{2CD0F5B8-A065-8060-6CB3-71B0CE28F560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5" name="pg3075">
                <a:extLst>
                  <a:ext uri="{FF2B5EF4-FFF2-40B4-BE49-F238E27FC236}">
                    <a16:creationId xmlns:a16="http://schemas.microsoft.com/office/drawing/2014/main" id="{1C462422-56F7-EFA8-75A4-36DF947B1AD4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6" name="pg3076">
                <a:extLst>
                  <a:ext uri="{FF2B5EF4-FFF2-40B4-BE49-F238E27FC236}">
                    <a16:creationId xmlns:a16="http://schemas.microsoft.com/office/drawing/2014/main" id="{EAC0F061-0A26-A1BA-87A5-6F3032FBAB7A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7" name="pg3077">
                <a:extLst>
                  <a:ext uri="{FF2B5EF4-FFF2-40B4-BE49-F238E27FC236}">
                    <a16:creationId xmlns:a16="http://schemas.microsoft.com/office/drawing/2014/main" id="{CCEBAF47-DFFF-9F24-2EDF-C35DC904D8C9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8" name="pg3078">
                <a:extLst>
                  <a:ext uri="{FF2B5EF4-FFF2-40B4-BE49-F238E27FC236}">
                    <a16:creationId xmlns:a16="http://schemas.microsoft.com/office/drawing/2014/main" id="{ABE46478-B579-46E2-90D7-A96C520756F2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9" name="pg3079">
                <a:extLst>
                  <a:ext uri="{FF2B5EF4-FFF2-40B4-BE49-F238E27FC236}">
                    <a16:creationId xmlns:a16="http://schemas.microsoft.com/office/drawing/2014/main" id="{84DC8BAD-4F31-5915-A84A-A2F08253902F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0" name="pg3080">
                <a:extLst>
                  <a:ext uri="{FF2B5EF4-FFF2-40B4-BE49-F238E27FC236}">
                    <a16:creationId xmlns:a16="http://schemas.microsoft.com/office/drawing/2014/main" id="{1AC4D5DE-CEED-1D31-C6AA-8D97B3616C35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1" name="pg3081">
                <a:extLst>
                  <a:ext uri="{FF2B5EF4-FFF2-40B4-BE49-F238E27FC236}">
                    <a16:creationId xmlns:a16="http://schemas.microsoft.com/office/drawing/2014/main" id="{6581FDA0-B2BB-D456-8837-F86AF8D7E054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2" name="pg3082">
                <a:extLst>
                  <a:ext uri="{FF2B5EF4-FFF2-40B4-BE49-F238E27FC236}">
                    <a16:creationId xmlns:a16="http://schemas.microsoft.com/office/drawing/2014/main" id="{6D00D14C-32F7-48FF-D696-C98BAD5B4AA3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3" name="pg3083">
                <a:extLst>
                  <a:ext uri="{FF2B5EF4-FFF2-40B4-BE49-F238E27FC236}">
                    <a16:creationId xmlns:a16="http://schemas.microsoft.com/office/drawing/2014/main" id="{53FF04B9-6877-6BC5-BE48-87185AC4CCBD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4" name="pg3084">
                <a:extLst>
                  <a:ext uri="{FF2B5EF4-FFF2-40B4-BE49-F238E27FC236}">
                    <a16:creationId xmlns:a16="http://schemas.microsoft.com/office/drawing/2014/main" id="{02B2A780-3F83-E61F-6BDD-40312B91FCA2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5" name="pg3085">
                <a:extLst>
                  <a:ext uri="{FF2B5EF4-FFF2-40B4-BE49-F238E27FC236}">
                    <a16:creationId xmlns:a16="http://schemas.microsoft.com/office/drawing/2014/main" id="{22535A7C-E86A-9A47-DA29-F94F93BFE7E4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6" name="pg3086">
                <a:extLst>
                  <a:ext uri="{FF2B5EF4-FFF2-40B4-BE49-F238E27FC236}">
                    <a16:creationId xmlns:a16="http://schemas.microsoft.com/office/drawing/2014/main" id="{600B74AF-63B5-4365-2D97-FD170ED88F02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7" name="pg3087">
                <a:extLst>
                  <a:ext uri="{FF2B5EF4-FFF2-40B4-BE49-F238E27FC236}">
                    <a16:creationId xmlns:a16="http://schemas.microsoft.com/office/drawing/2014/main" id="{820FB119-2AF7-F2C2-683D-9CD3F1964604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8" name="pg3088">
                <a:extLst>
                  <a:ext uri="{FF2B5EF4-FFF2-40B4-BE49-F238E27FC236}">
                    <a16:creationId xmlns:a16="http://schemas.microsoft.com/office/drawing/2014/main" id="{D67224AB-6D40-7A63-3080-236926AF1ABD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9" name="pg3089">
                <a:extLst>
                  <a:ext uri="{FF2B5EF4-FFF2-40B4-BE49-F238E27FC236}">
                    <a16:creationId xmlns:a16="http://schemas.microsoft.com/office/drawing/2014/main" id="{C73D7FF3-3789-4574-20B7-08FAE873A2DA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0" name="pg3090">
                <a:extLst>
                  <a:ext uri="{FF2B5EF4-FFF2-40B4-BE49-F238E27FC236}">
                    <a16:creationId xmlns:a16="http://schemas.microsoft.com/office/drawing/2014/main" id="{1A650C40-B49C-EFB2-8BB8-3BB1D6F30A8E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1" name="pg3091">
                <a:extLst>
                  <a:ext uri="{FF2B5EF4-FFF2-40B4-BE49-F238E27FC236}">
                    <a16:creationId xmlns:a16="http://schemas.microsoft.com/office/drawing/2014/main" id="{B7212A3F-A3D1-6EDE-2B80-D1449174F5F7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2" name="pg3092">
                <a:extLst>
                  <a:ext uri="{FF2B5EF4-FFF2-40B4-BE49-F238E27FC236}">
                    <a16:creationId xmlns:a16="http://schemas.microsoft.com/office/drawing/2014/main" id="{FDD36174-D9D9-311B-1200-9DA93AD112E4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3" name="pg3093">
                <a:extLst>
                  <a:ext uri="{FF2B5EF4-FFF2-40B4-BE49-F238E27FC236}">
                    <a16:creationId xmlns:a16="http://schemas.microsoft.com/office/drawing/2014/main" id="{DF9A9CD8-52BC-A0EC-B38B-6A9768A576A5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4" name="pg3094">
                <a:extLst>
                  <a:ext uri="{FF2B5EF4-FFF2-40B4-BE49-F238E27FC236}">
                    <a16:creationId xmlns:a16="http://schemas.microsoft.com/office/drawing/2014/main" id="{AA331851-11FA-C3CE-D238-6A7B81898205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5" name="pg3095">
                <a:extLst>
                  <a:ext uri="{FF2B5EF4-FFF2-40B4-BE49-F238E27FC236}">
                    <a16:creationId xmlns:a16="http://schemas.microsoft.com/office/drawing/2014/main" id="{A725FC1E-AE13-6FE6-EB47-8FD24F0036EC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6" name="pg3096">
                <a:extLst>
                  <a:ext uri="{FF2B5EF4-FFF2-40B4-BE49-F238E27FC236}">
                    <a16:creationId xmlns:a16="http://schemas.microsoft.com/office/drawing/2014/main" id="{00DF5C92-3379-D3BE-2299-2D14B2302637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7" name="pg3097">
                <a:extLst>
                  <a:ext uri="{FF2B5EF4-FFF2-40B4-BE49-F238E27FC236}">
                    <a16:creationId xmlns:a16="http://schemas.microsoft.com/office/drawing/2014/main" id="{D8F7A4E3-ECBB-3871-4753-B7717C1B09DC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8" name="pg3098">
                <a:extLst>
                  <a:ext uri="{FF2B5EF4-FFF2-40B4-BE49-F238E27FC236}">
                    <a16:creationId xmlns:a16="http://schemas.microsoft.com/office/drawing/2014/main" id="{AA4CC3F7-5EA7-A633-B9C8-BDBEF2649BBE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9" name="pg3099">
                <a:extLst>
                  <a:ext uri="{FF2B5EF4-FFF2-40B4-BE49-F238E27FC236}">
                    <a16:creationId xmlns:a16="http://schemas.microsoft.com/office/drawing/2014/main" id="{E224AED3-6845-8630-DE89-909DC38C772D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0" name="pg3100">
                <a:extLst>
                  <a:ext uri="{FF2B5EF4-FFF2-40B4-BE49-F238E27FC236}">
                    <a16:creationId xmlns:a16="http://schemas.microsoft.com/office/drawing/2014/main" id="{BD37D30D-5D3E-E96C-CECB-8DE06D4429A7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1" name="pg3101">
                <a:extLst>
                  <a:ext uri="{FF2B5EF4-FFF2-40B4-BE49-F238E27FC236}">
                    <a16:creationId xmlns:a16="http://schemas.microsoft.com/office/drawing/2014/main" id="{9F80584F-5734-01C1-6F6B-1C421DFF666D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2" name="pg3102">
                <a:extLst>
                  <a:ext uri="{FF2B5EF4-FFF2-40B4-BE49-F238E27FC236}">
                    <a16:creationId xmlns:a16="http://schemas.microsoft.com/office/drawing/2014/main" id="{69401486-8B48-ADE4-73B9-BA007369AC22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3" name="pg3103">
                <a:extLst>
                  <a:ext uri="{FF2B5EF4-FFF2-40B4-BE49-F238E27FC236}">
                    <a16:creationId xmlns:a16="http://schemas.microsoft.com/office/drawing/2014/main" id="{80400611-F3BB-8C53-8D14-ECE107E51D83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4" name="pg3104">
                <a:extLst>
                  <a:ext uri="{FF2B5EF4-FFF2-40B4-BE49-F238E27FC236}">
                    <a16:creationId xmlns:a16="http://schemas.microsoft.com/office/drawing/2014/main" id="{F7B4DBCD-20D8-3B08-8AA4-29A377628B5E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5" name="pg3105">
                <a:extLst>
                  <a:ext uri="{FF2B5EF4-FFF2-40B4-BE49-F238E27FC236}">
                    <a16:creationId xmlns:a16="http://schemas.microsoft.com/office/drawing/2014/main" id="{D37D0332-7718-23A2-41B0-078535D05B42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6" name="pg3106">
                <a:extLst>
                  <a:ext uri="{FF2B5EF4-FFF2-40B4-BE49-F238E27FC236}">
                    <a16:creationId xmlns:a16="http://schemas.microsoft.com/office/drawing/2014/main" id="{860587CD-36FF-6E9E-0F18-4F475AB51D21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7" name="pg3107">
                <a:extLst>
                  <a:ext uri="{FF2B5EF4-FFF2-40B4-BE49-F238E27FC236}">
                    <a16:creationId xmlns:a16="http://schemas.microsoft.com/office/drawing/2014/main" id="{E3F94258-E3C6-B1F5-E01A-CC6507BA7C77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8" name="pg3108">
                <a:extLst>
                  <a:ext uri="{FF2B5EF4-FFF2-40B4-BE49-F238E27FC236}">
                    <a16:creationId xmlns:a16="http://schemas.microsoft.com/office/drawing/2014/main" id="{F54349F2-D4C3-1A99-29AA-E92CA46B80EF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9" name="pg3109">
                <a:extLst>
                  <a:ext uri="{FF2B5EF4-FFF2-40B4-BE49-F238E27FC236}">
                    <a16:creationId xmlns:a16="http://schemas.microsoft.com/office/drawing/2014/main" id="{B8C9D6C0-787B-D793-2C78-83EFD32AE63D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0" name="pg3110">
                <a:extLst>
                  <a:ext uri="{FF2B5EF4-FFF2-40B4-BE49-F238E27FC236}">
                    <a16:creationId xmlns:a16="http://schemas.microsoft.com/office/drawing/2014/main" id="{9E0FADF8-A7EB-6920-EC07-C23852C45A9E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1" name="pg3111">
                <a:extLst>
                  <a:ext uri="{FF2B5EF4-FFF2-40B4-BE49-F238E27FC236}">
                    <a16:creationId xmlns:a16="http://schemas.microsoft.com/office/drawing/2014/main" id="{5B8A46E8-57AE-5E87-8810-0882D527ACCB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2" name="pg3112">
                <a:extLst>
                  <a:ext uri="{FF2B5EF4-FFF2-40B4-BE49-F238E27FC236}">
                    <a16:creationId xmlns:a16="http://schemas.microsoft.com/office/drawing/2014/main" id="{BBE3395F-CA9D-DB12-EE8C-443D1A4353AC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3" name="pg3113">
                <a:extLst>
                  <a:ext uri="{FF2B5EF4-FFF2-40B4-BE49-F238E27FC236}">
                    <a16:creationId xmlns:a16="http://schemas.microsoft.com/office/drawing/2014/main" id="{07FA7B66-3C99-E7E4-D857-2DAE37654FBC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4" name="pg3114">
                <a:extLst>
                  <a:ext uri="{FF2B5EF4-FFF2-40B4-BE49-F238E27FC236}">
                    <a16:creationId xmlns:a16="http://schemas.microsoft.com/office/drawing/2014/main" id="{69A1C74C-8545-6183-CD34-A60D00F2639A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5" name="pg3115">
                <a:extLst>
                  <a:ext uri="{FF2B5EF4-FFF2-40B4-BE49-F238E27FC236}">
                    <a16:creationId xmlns:a16="http://schemas.microsoft.com/office/drawing/2014/main" id="{774B6143-AAF3-F94C-BE12-8D96A1418895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6" name="pg3116">
                <a:extLst>
                  <a:ext uri="{FF2B5EF4-FFF2-40B4-BE49-F238E27FC236}">
                    <a16:creationId xmlns:a16="http://schemas.microsoft.com/office/drawing/2014/main" id="{2D53FED8-412C-8AA3-2E8F-E5621CE1DFA7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7" name="pg3117">
                <a:extLst>
                  <a:ext uri="{FF2B5EF4-FFF2-40B4-BE49-F238E27FC236}">
                    <a16:creationId xmlns:a16="http://schemas.microsoft.com/office/drawing/2014/main" id="{C90D1A71-AF14-8CA8-D5DE-BF4AAD7C6A63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8" name="pg3118">
                <a:extLst>
                  <a:ext uri="{FF2B5EF4-FFF2-40B4-BE49-F238E27FC236}">
                    <a16:creationId xmlns:a16="http://schemas.microsoft.com/office/drawing/2014/main" id="{6877DD71-895E-3E47-6C8F-1DC5597AF1DE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9" name="pg3119">
                <a:extLst>
                  <a:ext uri="{FF2B5EF4-FFF2-40B4-BE49-F238E27FC236}">
                    <a16:creationId xmlns:a16="http://schemas.microsoft.com/office/drawing/2014/main" id="{E149E0BB-1D59-8365-A37A-59444E181EA4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0" name="pg3120">
                <a:extLst>
                  <a:ext uri="{FF2B5EF4-FFF2-40B4-BE49-F238E27FC236}">
                    <a16:creationId xmlns:a16="http://schemas.microsoft.com/office/drawing/2014/main" id="{2510B07B-753C-5B8F-36DE-45E3F1850A49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1" name="pg3121">
                <a:extLst>
                  <a:ext uri="{FF2B5EF4-FFF2-40B4-BE49-F238E27FC236}">
                    <a16:creationId xmlns:a16="http://schemas.microsoft.com/office/drawing/2014/main" id="{0E813521-4599-2064-898B-CD77456EE085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2" name="pg3122">
                <a:extLst>
                  <a:ext uri="{FF2B5EF4-FFF2-40B4-BE49-F238E27FC236}">
                    <a16:creationId xmlns:a16="http://schemas.microsoft.com/office/drawing/2014/main" id="{8264AC15-DB4A-A6F7-3427-F827997C3019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3" name="pg3123">
                <a:extLst>
                  <a:ext uri="{FF2B5EF4-FFF2-40B4-BE49-F238E27FC236}">
                    <a16:creationId xmlns:a16="http://schemas.microsoft.com/office/drawing/2014/main" id="{0097D083-4C83-8B8A-79AD-BA22B31B4A6F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4" name="pg3124">
                <a:extLst>
                  <a:ext uri="{FF2B5EF4-FFF2-40B4-BE49-F238E27FC236}">
                    <a16:creationId xmlns:a16="http://schemas.microsoft.com/office/drawing/2014/main" id="{8BA37483-6F21-96F2-F64B-E141FCD512A2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5" name="pg3125">
                <a:extLst>
                  <a:ext uri="{FF2B5EF4-FFF2-40B4-BE49-F238E27FC236}">
                    <a16:creationId xmlns:a16="http://schemas.microsoft.com/office/drawing/2014/main" id="{3D3B7970-A9DF-3A9D-FB53-8E1376D59F22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6" name="pg3126">
                <a:extLst>
                  <a:ext uri="{FF2B5EF4-FFF2-40B4-BE49-F238E27FC236}">
                    <a16:creationId xmlns:a16="http://schemas.microsoft.com/office/drawing/2014/main" id="{77D80E3A-164B-B211-328C-34029389C330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7" name="pg3127">
                <a:extLst>
                  <a:ext uri="{FF2B5EF4-FFF2-40B4-BE49-F238E27FC236}">
                    <a16:creationId xmlns:a16="http://schemas.microsoft.com/office/drawing/2014/main" id="{110FCB70-8954-2B47-7B39-6CA396044AA6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8" name="pg3128">
                <a:extLst>
                  <a:ext uri="{FF2B5EF4-FFF2-40B4-BE49-F238E27FC236}">
                    <a16:creationId xmlns:a16="http://schemas.microsoft.com/office/drawing/2014/main" id="{0801D072-1222-8C68-929B-EECE4A17A400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9" name="pg3129">
                <a:extLst>
                  <a:ext uri="{FF2B5EF4-FFF2-40B4-BE49-F238E27FC236}">
                    <a16:creationId xmlns:a16="http://schemas.microsoft.com/office/drawing/2014/main" id="{53247868-E99B-F87E-3164-AE9E24EB05C2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0" name="pg3130">
                <a:extLst>
                  <a:ext uri="{FF2B5EF4-FFF2-40B4-BE49-F238E27FC236}">
                    <a16:creationId xmlns:a16="http://schemas.microsoft.com/office/drawing/2014/main" id="{8174E0AF-39AF-D0EF-613C-B2F9D138F246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1" name="pg3131">
                <a:extLst>
                  <a:ext uri="{FF2B5EF4-FFF2-40B4-BE49-F238E27FC236}">
                    <a16:creationId xmlns:a16="http://schemas.microsoft.com/office/drawing/2014/main" id="{D973197D-631E-087E-7E0E-25418FA27CCA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2" name="pg3132">
                <a:extLst>
                  <a:ext uri="{FF2B5EF4-FFF2-40B4-BE49-F238E27FC236}">
                    <a16:creationId xmlns:a16="http://schemas.microsoft.com/office/drawing/2014/main" id="{8313DDC1-41B4-C809-072F-C72BCCEF5A33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3" name="pg3133">
                <a:extLst>
                  <a:ext uri="{FF2B5EF4-FFF2-40B4-BE49-F238E27FC236}">
                    <a16:creationId xmlns:a16="http://schemas.microsoft.com/office/drawing/2014/main" id="{3F1B93DF-5253-AC6B-F6AC-BE543E2A00FF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4" name="pg3134">
                <a:extLst>
                  <a:ext uri="{FF2B5EF4-FFF2-40B4-BE49-F238E27FC236}">
                    <a16:creationId xmlns:a16="http://schemas.microsoft.com/office/drawing/2014/main" id="{9E6089CD-B14B-D77B-3865-E24E7CCF7484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5" name="pg3135">
                <a:extLst>
                  <a:ext uri="{FF2B5EF4-FFF2-40B4-BE49-F238E27FC236}">
                    <a16:creationId xmlns:a16="http://schemas.microsoft.com/office/drawing/2014/main" id="{D00BA141-D32A-B625-D0C6-EA3C10D9A439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6" name="pg3136">
                <a:extLst>
                  <a:ext uri="{FF2B5EF4-FFF2-40B4-BE49-F238E27FC236}">
                    <a16:creationId xmlns:a16="http://schemas.microsoft.com/office/drawing/2014/main" id="{3DD16A06-78CD-840F-D9E6-CE11C892264C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7" name="pg3137">
                <a:extLst>
                  <a:ext uri="{FF2B5EF4-FFF2-40B4-BE49-F238E27FC236}">
                    <a16:creationId xmlns:a16="http://schemas.microsoft.com/office/drawing/2014/main" id="{3AA473EE-102E-969B-581D-E93878C77F3E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8" name="pg3138">
                <a:extLst>
                  <a:ext uri="{FF2B5EF4-FFF2-40B4-BE49-F238E27FC236}">
                    <a16:creationId xmlns:a16="http://schemas.microsoft.com/office/drawing/2014/main" id="{26E18948-90B2-6C8F-68E6-B346FE006101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9" name="pg3139">
                <a:extLst>
                  <a:ext uri="{FF2B5EF4-FFF2-40B4-BE49-F238E27FC236}">
                    <a16:creationId xmlns:a16="http://schemas.microsoft.com/office/drawing/2014/main" id="{FF2AB26A-0001-5F57-28A1-3DA9CAD1841F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0" name="pg3140">
                <a:extLst>
                  <a:ext uri="{FF2B5EF4-FFF2-40B4-BE49-F238E27FC236}">
                    <a16:creationId xmlns:a16="http://schemas.microsoft.com/office/drawing/2014/main" id="{9433C4B7-79C7-D6BE-8899-3FE4C90C6FEF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1" name="pg3141">
                <a:extLst>
                  <a:ext uri="{FF2B5EF4-FFF2-40B4-BE49-F238E27FC236}">
                    <a16:creationId xmlns:a16="http://schemas.microsoft.com/office/drawing/2014/main" id="{B1962E69-3D31-9062-124E-94CDE932249F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2" name="pg3142">
                <a:extLst>
                  <a:ext uri="{FF2B5EF4-FFF2-40B4-BE49-F238E27FC236}">
                    <a16:creationId xmlns:a16="http://schemas.microsoft.com/office/drawing/2014/main" id="{DEDFA2AC-BF0D-811F-BCD1-47BF360D93AA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3" name="pg3143">
                <a:extLst>
                  <a:ext uri="{FF2B5EF4-FFF2-40B4-BE49-F238E27FC236}">
                    <a16:creationId xmlns:a16="http://schemas.microsoft.com/office/drawing/2014/main" id="{0AD948A6-E6CA-AD8C-C2EF-4C5EE88241B5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4" name="pg3144">
                <a:extLst>
                  <a:ext uri="{FF2B5EF4-FFF2-40B4-BE49-F238E27FC236}">
                    <a16:creationId xmlns:a16="http://schemas.microsoft.com/office/drawing/2014/main" id="{40B8D972-95FC-7063-6730-6F0D715536CB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5" name="pg3145">
                <a:extLst>
                  <a:ext uri="{FF2B5EF4-FFF2-40B4-BE49-F238E27FC236}">
                    <a16:creationId xmlns:a16="http://schemas.microsoft.com/office/drawing/2014/main" id="{9E8FD18B-860E-6E35-AC86-85DAA694FFF7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6" name="pg3146">
                <a:extLst>
                  <a:ext uri="{FF2B5EF4-FFF2-40B4-BE49-F238E27FC236}">
                    <a16:creationId xmlns:a16="http://schemas.microsoft.com/office/drawing/2014/main" id="{F6A920B7-6897-E5F9-8549-8BE3750C85C3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7" name="pg3147">
                <a:extLst>
                  <a:ext uri="{FF2B5EF4-FFF2-40B4-BE49-F238E27FC236}">
                    <a16:creationId xmlns:a16="http://schemas.microsoft.com/office/drawing/2014/main" id="{EC1C6FF8-3A3C-3AAD-5C98-D0F8FB0E41EF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8" name="pg3148">
                <a:extLst>
                  <a:ext uri="{FF2B5EF4-FFF2-40B4-BE49-F238E27FC236}">
                    <a16:creationId xmlns:a16="http://schemas.microsoft.com/office/drawing/2014/main" id="{8D7AEC89-FAA0-68DE-D10A-F142F175B9F4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9" name="pg3149">
                <a:extLst>
                  <a:ext uri="{FF2B5EF4-FFF2-40B4-BE49-F238E27FC236}">
                    <a16:creationId xmlns:a16="http://schemas.microsoft.com/office/drawing/2014/main" id="{74D5A55C-BEE1-547C-39FD-BADDCC6F80E6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0" name="pg3150">
                <a:extLst>
                  <a:ext uri="{FF2B5EF4-FFF2-40B4-BE49-F238E27FC236}">
                    <a16:creationId xmlns:a16="http://schemas.microsoft.com/office/drawing/2014/main" id="{42690238-33C1-02DD-57C2-998D7BDE551B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1" name="pg3151">
                <a:extLst>
                  <a:ext uri="{FF2B5EF4-FFF2-40B4-BE49-F238E27FC236}">
                    <a16:creationId xmlns:a16="http://schemas.microsoft.com/office/drawing/2014/main" id="{4EDB29B1-EFCF-2123-7118-350CD8146290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2" name="pg3152">
                <a:extLst>
                  <a:ext uri="{FF2B5EF4-FFF2-40B4-BE49-F238E27FC236}">
                    <a16:creationId xmlns:a16="http://schemas.microsoft.com/office/drawing/2014/main" id="{38FA577C-C025-570E-8FCD-6A2E8CC81243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3" name="pg3153">
                <a:extLst>
                  <a:ext uri="{FF2B5EF4-FFF2-40B4-BE49-F238E27FC236}">
                    <a16:creationId xmlns:a16="http://schemas.microsoft.com/office/drawing/2014/main" id="{B9300C11-9B0F-FFEE-59AE-E2D512C3D3C4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4" name="pg3154">
                <a:extLst>
                  <a:ext uri="{FF2B5EF4-FFF2-40B4-BE49-F238E27FC236}">
                    <a16:creationId xmlns:a16="http://schemas.microsoft.com/office/drawing/2014/main" id="{9DAE06F1-D82C-32CB-4C5B-BD8CDCF7B84E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5" name="pg3155">
                <a:extLst>
                  <a:ext uri="{FF2B5EF4-FFF2-40B4-BE49-F238E27FC236}">
                    <a16:creationId xmlns:a16="http://schemas.microsoft.com/office/drawing/2014/main" id="{8D3BB434-2E95-9485-4FBC-5858A44AC30E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6" name="pg3156">
                <a:extLst>
                  <a:ext uri="{FF2B5EF4-FFF2-40B4-BE49-F238E27FC236}">
                    <a16:creationId xmlns:a16="http://schemas.microsoft.com/office/drawing/2014/main" id="{296C9076-ED99-C3AF-7F88-8CDBB9169A6F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7" name="pg3157">
                <a:extLst>
                  <a:ext uri="{FF2B5EF4-FFF2-40B4-BE49-F238E27FC236}">
                    <a16:creationId xmlns:a16="http://schemas.microsoft.com/office/drawing/2014/main" id="{9D68614B-58A5-3BF6-FECF-D9BA705753F4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8" name="pg3158">
                <a:extLst>
                  <a:ext uri="{FF2B5EF4-FFF2-40B4-BE49-F238E27FC236}">
                    <a16:creationId xmlns:a16="http://schemas.microsoft.com/office/drawing/2014/main" id="{1B7EE734-56BE-F22D-7146-273206BD0280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9" name="pg3159">
                <a:extLst>
                  <a:ext uri="{FF2B5EF4-FFF2-40B4-BE49-F238E27FC236}">
                    <a16:creationId xmlns:a16="http://schemas.microsoft.com/office/drawing/2014/main" id="{213FDA3C-EF18-F40B-9C81-F7F423B49AE8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0" name="pg3160">
                <a:extLst>
                  <a:ext uri="{FF2B5EF4-FFF2-40B4-BE49-F238E27FC236}">
                    <a16:creationId xmlns:a16="http://schemas.microsoft.com/office/drawing/2014/main" id="{1C896E8F-135E-A85F-4BC6-37749183C331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1" name="pg3161">
                <a:extLst>
                  <a:ext uri="{FF2B5EF4-FFF2-40B4-BE49-F238E27FC236}">
                    <a16:creationId xmlns:a16="http://schemas.microsoft.com/office/drawing/2014/main" id="{B89D448A-7505-B22A-6231-13BEAE0F1B1C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2" name="pg3162">
                <a:extLst>
                  <a:ext uri="{FF2B5EF4-FFF2-40B4-BE49-F238E27FC236}">
                    <a16:creationId xmlns:a16="http://schemas.microsoft.com/office/drawing/2014/main" id="{5D919BFA-9822-0CAD-5F37-86B788E1C44B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3" name="pg3163">
                <a:extLst>
                  <a:ext uri="{FF2B5EF4-FFF2-40B4-BE49-F238E27FC236}">
                    <a16:creationId xmlns:a16="http://schemas.microsoft.com/office/drawing/2014/main" id="{6EA60C06-78C3-B09D-5519-039D4B635CB2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4" name="pg3164">
                <a:extLst>
                  <a:ext uri="{FF2B5EF4-FFF2-40B4-BE49-F238E27FC236}">
                    <a16:creationId xmlns:a16="http://schemas.microsoft.com/office/drawing/2014/main" id="{5B94ED58-878E-1944-EA7C-466CC060178C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5" name="pg3165">
                <a:extLst>
                  <a:ext uri="{FF2B5EF4-FFF2-40B4-BE49-F238E27FC236}">
                    <a16:creationId xmlns:a16="http://schemas.microsoft.com/office/drawing/2014/main" id="{F55911BF-B20E-2A65-3947-51DD8A525AAA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6" name="pg3166">
                <a:extLst>
                  <a:ext uri="{FF2B5EF4-FFF2-40B4-BE49-F238E27FC236}">
                    <a16:creationId xmlns:a16="http://schemas.microsoft.com/office/drawing/2014/main" id="{BC00C50A-3A53-0D88-28EC-B8D5BC3F6596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7" name="pg3167">
                <a:extLst>
                  <a:ext uri="{FF2B5EF4-FFF2-40B4-BE49-F238E27FC236}">
                    <a16:creationId xmlns:a16="http://schemas.microsoft.com/office/drawing/2014/main" id="{425F72CA-2A38-8A93-F54D-8F097F1FA82A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8" name="pg3168">
                <a:extLst>
                  <a:ext uri="{FF2B5EF4-FFF2-40B4-BE49-F238E27FC236}">
                    <a16:creationId xmlns:a16="http://schemas.microsoft.com/office/drawing/2014/main" id="{FFEF60D0-2BF5-9E6B-A6F8-88F59ACE58A6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9" name="pg3169">
                <a:extLst>
                  <a:ext uri="{FF2B5EF4-FFF2-40B4-BE49-F238E27FC236}">
                    <a16:creationId xmlns:a16="http://schemas.microsoft.com/office/drawing/2014/main" id="{2FD35CD9-0B41-DB3F-0D5E-628A1AB75418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0" name="pg3170">
                <a:extLst>
                  <a:ext uri="{FF2B5EF4-FFF2-40B4-BE49-F238E27FC236}">
                    <a16:creationId xmlns:a16="http://schemas.microsoft.com/office/drawing/2014/main" id="{50F08898-D657-FCC2-D82E-32AD93425D5A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1" name="pg3171">
                <a:extLst>
                  <a:ext uri="{FF2B5EF4-FFF2-40B4-BE49-F238E27FC236}">
                    <a16:creationId xmlns:a16="http://schemas.microsoft.com/office/drawing/2014/main" id="{9DC08A5A-80FA-EFE0-07D7-90FE7EA53E75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2" name="pg3172">
                <a:extLst>
                  <a:ext uri="{FF2B5EF4-FFF2-40B4-BE49-F238E27FC236}">
                    <a16:creationId xmlns:a16="http://schemas.microsoft.com/office/drawing/2014/main" id="{19C77DD5-B4E2-9280-5421-ED0AB4799311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3" name="pg3173">
                <a:extLst>
                  <a:ext uri="{FF2B5EF4-FFF2-40B4-BE49-F238E27FC236}">
                    <a16:creationId xmlns:a16="http://schemas.microsoft.com/office/drawing/2014/main" id="{2E1CA249-64AA-0A0B-EE90-8261EAD2B87A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4" name="pg3174">
                <a:extLst>
                  <a:ext uri="{FF2B5EF4-FFF2-40B4-BE49-F238E27FC236}">
                    <a16:creationId xmlns:a16="http://schemas.microsoft.com/office/drawing/2014/main" id="{0F00AD2E-5C72-06E5-B13F-72D0EF93F0B9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5" name="pg3175">
                <a:extLst>
                  <a:ext uri="{FF2B5EF4-FFF2-40B4-BE49-F238E27FC236}">
                    <a16:creationId xmlns:a16="http://schemas.microsoft.com/office/drawing/2014/main" id="{86DD83D3-5F22-54A2-D0F7-10CE38E1F083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6" name="pg3176">
                <a:extLst>
                  <a:ext uri="{FF2B5EF4-FFF2-40B4-BE49-F238E27FC236}">
                    <a16:creationId xmlns:a16="http://schemas.microsoft.com/office/drawing/2014/main" id="{73C78EA3-B586-2357-458D-9001F526ED21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7" name="pg3177">
                <a:extLst>
                  <a:ext uri="{FF2B5EF4-FFF2-40B4-BE49-F238E27FC236}">
                    <a16:creationId xmlns:a16="http://schemas.microsoft.com/office/drawing/2014/main" id="{EBBBCC2E-4E24-26CF-268D-89F0929D8CCA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8" name="pg3178">
                <a:extLst>
                  <a:ext uri="{FF2B5EF4-FFF2-40B4-BE49-F238E27FC236}">
                    <a16:creationId xmlns:a16="http://schemas.microsoft.com/office/drawing/2014/main" id="{B68ABBE5-4D06-EC7B-CDF8-65B2DD5C6218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9" name="pg3179">
                <a:extLst>
                  <a:ext uri="{FF2B5EF4-FFF2-40B4-BE49-F238E27FC236}">
                    <a16:creationId xmlns:a16="http://schemas.microsoft.com/office/drawing/2014/main" id="{34174A77-4EA7-13C0-5EFE-8311436C02B3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0" name="pg3180">
                <a:extLst>
                  <a:ext uri="{FF2B5EF4-FFF2-40B4-BE49-F238E27FC236}">
                    <a16:creationId xmlns:a16="http://schemas.microsoft.com/office/drawing/2014/main" id="{0BEA4CD2-7E15-A01F-B135-05C7E9889AC0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1" name="pg3181">
                <a:extLst>
                  <a:ext uri="{FF2B5EF4-FFF2-40B4-BE49-F238E27FC236}">
                    <a16:creationId xmlns:a16="http://schemas.microsoft.com/office/drawing/2014/main" id="{696B405F-E72F-56D5-76C4-EFC0AE4E800F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2" name="pg3182">
                <a:extLst>
                  <a:ext uri="{FF2B5EF4-FFF2-40B4-BE49-F238E27FC236}">
                    <a16:creationId xmlns:a16="http://schemas.microsoft.com/office/drawing/2014/main" id="{8AD8B24D-EC9A-6E6D-7CC9-8739C8EC2833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3" name="pg3183">
                <a:extLst>
                  <a:ext uri="{FF2B5EF4-FFF2-40B4-BE49-F238E27FC236}">
                    <a16:creationId xmlns:a16="http://schemas.microsoft.com/office/drawing/2014/main" id="{60B96C0C-060C-48B2-D5D6-E406B71085D1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4" name="pg3184">
                <a:extLst>
                  <a:ext uri="{FF2B5EF4-FFF2-40B4-BE49-F238E27FC236}">
                    <a16:creationId xmlns:a16="http://schemas.microsoft.com/office/drawing/2014/main" id="{52150CC9-0C8F-63FC-1E86-F85C852A16DE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5" name="pg3185">
                <a:extLst>
                  <a:ext uri="{FF2B5EF4-FFF2-40B4-BE49-F238E27FC236}">
                    <a16:creationId xmlns:a16="http://schemas.microsoft.com/office/drawing/2014/main" id="{3E97A54F-C5F4-CF08-FB06-69753794EDC9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6" name="pg3186">
                <a:extLst>
                  <a:ext uri="{FF2B5EF4-FFF2-40B4-BE49-F238E27FC236}">
                    <a16:creationId xmlns:a16="http://schemas.microsoft.com/office/drawing/2014/main" id="{6ECD2F49-3BD5-378C-2AE1-6D7F66640435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7" name="pg3187">
                <a:extLst>
                  <a:ext uri="{FF2B5EF4-FFF2-40B4-BE49-F238E27FC236}">
                    <a16:creationId xmlns:a16="http://schemas.microsoft.com/office/drawing/2014/main" id="{ACD16ABD-F3DC-47F8-EB47-A91BA674B2EB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8" name="pg3188">
                <a:extLst>
                  <a:ext uri="{FF2B5EF4-FFF2-40B4-BE49-F238E27FC236}">
                    <a16:creationId xmlns:a16="http://schemas.microsoft.com/office/drawing/2014/main" id="{4F386190-079D-904E-6A76-951B57AB63CD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9" name="pg3189">
                <a:extLst>
                  <a:ext uri="{FF2B5EF4-FFF2-40B4-BE49-F238E27FC236}">
                    <a16:creationId xmlns:a16="http://schemas.microsoft.com/office/drawing/2014/main" id="{B9EAB653-12F4-82CF-2AB9-E7F56E01B8A3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0" name="pg3190">
                <a:extLst>
                  <a:ext uri="{FF2B5EF4-FFF2-40B4-BE49-F238E27FC236}">
                    <a16:creationId xmlns:a16="http://schemas.microsoft.com/office/drawing/2014/main" id="{EAEB463F-16D9-130A-2F82-6AE53A4D5409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1" name="pg3191">
                <a:extLst>
                  <a:ext uri="{FF2B5EF4-FFF2-40B4-BE49-F238E27FC236}">
                    <a16:creationId xmlns:a16="http://schemas.microsoft.com/office/drawing/2014/main" id="{C9CF0B2F-594C-F5D6-46F1-B54B94B6FFAB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2" name="pg3192">
                <a:extLst>
                  <a:ext uri="{FF2B5EF4-FFF2-40B4-BE49-F238E27FC236}">
                    <a16:creationId xmlns:a16="http://schemas.microsoft.com/office/drawing/2014/main" id="{7B00C005-25C5-45B4-0689-4F2B927CE23C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3" name="pg3193">
                <a:extLst>
                  <a:ext uri="{FF2B5EF4-FFF2-40B4-BE49-F238E27FC236}">
                    <a16:creationId xmlns:a16="http://schemas.microsoft.com/office/drawing/2014/main" id="{9045B841-48BF-82D2-8604-4A77FC86BFC8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4" name="pg3194">
                <a:extLst>
                  <a:ext uri="{FF2B5EF4-FFF2-40B4-BE49-F238E27FC236}">
                    <a16:creationId xmlns:a16="http://schemas.microsoft.com/office/drawing/2014/main" id="{C6A31D6B-2258-7D40-1DE0-BE6ABAA5CFD2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5" name="pg3195">
                <a:extLst>
                  <a:ext uri="{FF2B5EF4-FFF2-40B4-BE49-F238E27FC236}">
                    <a16:creationId xmlns:a16="http://schemas.microsoft.com/office/drawing/2014/main" id="{1CF498A4-A44E-CF7A-0202-0DF32C082498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6" name="pg3196">
                <a:extLst>
                  <a:ext uri="{FF2B5EF4-FFF2-40B4-BE49-F238E27FC236}">
                    <a16:creationId xmlns:a16="http://schemas.microsoft.com/office/drawing/2014/main" id="{77DBF790-98DF-6CD7-A076-F86A7227C8AD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7" name="pg3197">
                <a:extLst>
                  <a:ext uri="{FF2B5EF4-FFF2-40B4-BE49-F238E27FC236}">
                    <a16:creationId xmlns:a16="http://schemas.microsoft.com/office/drawing/2014/main" id="{F014476F-6AE4-807D-132B-5AA2F9B44C7B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8" name="pg3198">
                <a:extLst>
                  <a:ext uri="{FF2B5EF4-FFF2-40B4-BE49-F238E27FC236}">
                    <a16:creationId xmlns:a16="http://schemas.microsoft.com/office/drawing/2014/main" id="{BDF9358C-D86B-C446-7B76-5257092A2DB9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9" name="pg3199">
                <a:extLst>
                  <a:ext uri="{FF2B5EF4-FFF2-40B4-BE49-F238E27FC236}">
                    <a16:creationId xmlns:a16="http://schemas.microsoft.com/office/drawing/2014/main" id="{37D69A0C-1F9D-F765-3C06-A43859A90F40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0" name="pg3200">
                <a:extLst>
                  <a:ext uri="{FF2B5EF4-FFF2-40B4-BE49-F238E27FC236}">
                    <a16:creationId xmlns:a16="http://schemas.microsoft.com/office/drawing/2014/main" id="{A2B8AE38-6DBE-83DF-5230-0E9D7A607459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1" name="pg3201">
                <a:extLst>
                  <a:ext uri="{FF2B5EF4-FFF2-40B4-BE49-F238E27FC236}">
                    <a16:creationId xmlns:a16="http://schemas.microsoft.com/office/drawing/2014/main" id="{742FC3BB-2C60-A743-C4A6-290BCCF2A42B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2" name="pg3202">
                <a:extLst>
                  <a:ext uri="{FF2B5EF4-FFF2-40B4-BE49-F238E27FC236}">
                    <a16:creationId xmlns:a16="http://schemas.microsoft.com/office/drawing/2014/main" id="{16956EA3-CC71-2364-CA6D-22EFEBB5208A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3" name="pg3203">
                <a:extLst>
                  <a:ext uri="{FF2B5EF4-FFF2-40B4-BE49-F238E27FC236}">
                    <a16:creationId xmlns:a16="http://schemas.microsoft.com/office/drawing/2014/main" id="{CFB00286-E471-3587-C1FC-76D7CD72BB86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4" name="pg3204">
                <a:extLst>
                  <a:ext uri="{FF2B5EF4-FFF2-40B4-BE49-F238E27FC236}">
                    <a16:creationId xmlns:a16="http://schemas.microsoft.com/office/drawing/2014/main" id="{E5CED895-A5B3-1EF2-7CB6-04D5E2F5ABB0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5" name="pg3205">
                <a:extLst>
                  <a:ext uri="{FF2B5EF4-FFF2-40B4-BE49-F238E27FC236}">
                    <a16:creationId xmlns:a16="http://schemas.microsoft.com/office/drawing/2014/main" id="{BCFC950B-BCA8-C9EF-E619-3B547A913B7F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6" name="pg3206">
                <a:extLst>
                  <a:ext uri="{FF2B5EF4-FFF2-40B4-BE49-F238E27FC236}">
                    <a16:creationId xmlns:a16="http://schemas.microsoft.com/office/drawing/2014/main" id="{BFDDA7E7-ECE7-7CD2-F9FD-6A4BB231D99A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7" name="pg3207">
                <a:extLst>
                  <a:ext uri="{FF2B5EF4-FFF2-40B4-BE49-F238E27FC236}">
                    <a16:creationId xmlns:a16="http://schemas.microsoft.com/office/drawing/2014/main" id="{68596DEA-C01F-667B-665A-07B333FEE0F1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8" name="pg3208">
                <a:extLst>
                  <a:ext uri="{FF2B5EF4-FFF2-40B4-BE49-F238E27FC236}">
                    <a16:creationId xmlns:a16="http://schemas.microsoft.com/office/drawing/2014/main" id="{0C81077D-98EC-C082-78D4-8DAD1A9ADBE2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9" name="pg3209">
                <a:extLst>
                  <a:ext uri="{FF2B5EF4-FFF2-40B4-BE49-F238E27FC236}">
                    <a16:creationId xmlns:a16="http://schemas.microsoft.com/office/drawing/2014/main" id="{8B9D5CDA-B629-DE80-8D8F-32D5E6E3DA9C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0" name="pg3210">
                <a:extLst>
                  <a:ext uri="{FF2B5EF4-FFF2-40B4-BE49-F238E27FC236}">
                    <a16:creationId xmlns:a16="http://schemas.microsoft.com/office/drawing/2014/main" id="{05E10ED2-81B5-ECC6-0B0F-9B4A41E4D87A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1" name="pg3211">
                <a:extLst>
                  <a:ext uri="{FF2B5EF4-FFF2-40B4-BE49-F238E27FC236}">
                    <a16:creationId xmlns:a16="http://schemas.microsoft.com/office/drawing/2014/main" id="{392DA54A-833F-2E49-132F-5EA1C112673F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2" name="pg3212">
                <a:extLst>
                  <a:ext uri="{FF2B5EF4-FFF2-40B4-BE49-F238E27FC236}">
                    <a16:creationId xmlns:a16="http://schemas.microsoft.com/office/drawing/2014/main" id="{68EEBDD4-059F-F574-4D2F-96187204CB11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3" name="pg3213">
                <a:extLst>
                  <a:ext uri="{FF2B5EF4-FFF2-40B4-BE49-F238E27FC236}">
                    <a16:creationId xmlns:a16="http://schemas.microsoft.com/office/drawing/2014/main" id="{7959EE39-94AB-7191-C0CA-A24979C49355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4" name="pg3214">
                <a:extLst>
                  <a:ext uri="{FF2B5EF4-FFF2-40B4-BE49-F238E27FC236}">
                    <a16:creationId xmlns:a16="http://schemas.microsoft.com/office/drawing/2014/main" id="{602CE4F2-DA42-9AA4-15AD-2FED8DDAD394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5" name="pg3215">
                <a:extLst>
                  <a:ext uri="{FF2B5EF4-FFF2-40B4-BE49-F238E27FC236}">
                    <a16:creationId xmlns:a16="http://schemas.microsoft.com/office/drawing/2014/main" id="{FC1A0B09-0E2F-3E05-DF38-51A1B4A894AA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6" name="pg3216">
                <a:extLst>
                  <a:ext uri="{FF2B5EF4-FFF2-40B4-BE49-F238E27FC236}">
                    <a16:creationId xmlns:a16="http://schemas.microsoft.com/office/drawing/2014/main" id="{EF0203B6-D9D6-710A-9501-38D56025B110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7" name="pg3217">
                <a:extLst>
                  <a:ext uri="{FF2B5EF4-FFF2-40B4-BE49-F238E27FC236}">
                    <a16:creationId xmlns:a16="http://schemas.microsoft.com/office/drawing/2014/main" id="{5227A656-ABBC-73A2-882B-BBE9E2E153ED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8" name="pg3218">
                <a:extLst>
                  <a:ext uri="{FF2B5EF4-FFF2-40B4-BE49-F238E27FC236}">
                    <a16:creationId xmlns:a16="http://schemas.microsoft.com/office/drawing/2014/main" id="{F294EA68-CF94-C818-A971-E5D134AE0AB5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9" name="pg3219">
                <a:extLst>
                  <a:ext uri="{FF2B5EF4-FFF2-40B4-BE49-F238E27FC236}">
                    <a16:creationId xmlns:a16="http://schemas.microsoft.com/office/drawing/2014/main" id="{E33C8FCB-B6DA-D63D-FD31-1AAF19915000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0" name="pg3220">
                <a:extLst>
                  <a:ext uri="{FF2B5EF4-FFF2-40B4-BE49-F238E27FC236}">
                    <a16:creationId xmlns:a16="http://schemas.microsoft.com/office/drawing/2014/main" id="{0338E442-4C37-49E7-7D3E-3170E6F717A6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1" name="pg3221">
                <a:extLst>
                  <a:ext uri="{FF2B5EF4-FFF2-40B4-BE49-F238E27FC236}">
                    <a16:creationId xmlns:a16="http://schemas.microsoft.com/office/drawing/2014/main" id="{557156AD-502D-AD7A-109C-D3F3737818BA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2" name="pg3222">
                <a:extLst>
                  <a:ext uri="{FF2B5EF4-FFF2-40B4-BE49-F238E27FC236}">
                    <a16:creationId xmlns:a16="http://schemas.microsoft.com/office/drawing/2014/main" id="{3C3EC974-6E39-D657-7195-59868C13E626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3" name="pg3223">
                <a:extLst>
                  <a:ext uri="{FF2B5EF4-FFF2-40B4-BE49-F238E27FC236}">
                    <a16:creationId xmlns:a16="http://schemas.microsoft.com/office/drawing/2014/main" id="{603FABA4-F740-B64E-5AB8-4638E2F1A615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4" name="pg3224">
                <a:extLst>
                  <a:ext uri="{FF2B5EF4-FFF2-40B4-BE49-F238E27FC236}">
                    <a16:creationId xmlns:a16="http://schemas.microsoft.com/office/drawing/2014/main" id="{59AFB821-8943-A50C-049E-76D996E55E4E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5" name="pg3225">
                <a:extLst>
                  <a:ext uri="{FF2B5EF4-FFF2-40B4-BE49-F238E27FC236}">
                    <a16:creationId xmlns:a16="http://schemas.microsoft.com/office/drawing/2014/main" id="{87325C7A-F236-097F-A21D-CFE19835CBAB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6" name="pg3226">
                <a:extLst>
                  <a:ext uri="{FF2B5EF4-FFF2-40B4-BE49-F238E27FC236}">
                    <a16:creationId xmlns:a16="http://schemas.microsoft.com/office/drawing/2014/main" id="{C04AAF6E-C5CC-EBFA-8BC7-AC2EAAAE49C4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7" name="pg3227">
                <a:extLst>
                  <a:ext uri="{FF2B5EF4-FFF2-40B4-BE49-F238E27FC236}">
                    <a16:creationId xmlns:a16="http://schemas.microsoft.com/office/drawing/2014/main" id="{30B02154-FD16-3389-141D-AD6D5D2AA3EE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8" name="pg3228">
                <a:extLst>
                  <a:ext uri="{FF2B5EF4-FFF2-40B4-BE49-F238E27FC236}">
                    <a16:creationId xmlns:a16="http://schemas.microsoft.com/office/drawing/2014/main" id="{66923F8E-4A2F-4CDF-B7CB-97E614308D78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9" name="pg3229">
                <a:extLst>
                  <a:ext uri="{FF2B5EF4-FFF2-40B4-BE49-F238E27FC236}">
                    <a16:creationId xmlns:a16="http://schemas.microsoft.com/office/drawing/2014/main" id="{4D2DD6AE-4871-B25A-6037-DCBBBA21F006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0" name="pg3230">
                <a:extLst>
                  <a:ext uri="{FF2B5EF4-FFF2-40B4-BE49-F238E27FC236}">
                    <a16:creationId xmlns:a16="http://schemas.microsoft.com/office/drawing/2014/main" id="{4AFFEF7D-BD73-3C1A-4DBE-669C0517214C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1" name="pg3231">
                <a:extLst>
                  <a:ext uri="{FF2B5EF4-FFF2-40B4-BE49-F238E27FC236}">
                    <a16:creationId xmlns:a16="http://schemas.microsoft.com/office/drawing/2014/main" id="{FD238093-C22A-D6C9-2054-95D8C8A83DC3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2" name="pg3232">
                <a:extLst>
                  <a:ext uri="{FF2B5EF4-FFF2-40B4-BE49-F238E27FC236}">
                    <a16:creationId xmlns:a16="http://schemas.microsoft.com/office/drawing/2014/main" id="{E31C4B5D-0145-55C7-18E9-E98642477CBC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3" name="pg3233">
                <a:extLst>
                  <a:ext uri="{FF2B5EF4-FFF2-40B4-BE49-F238E27FC236}">
                    <a16:creationId xmlns:a16="http://schemas.microsoft.com/office/drawing/2014/main" id="{089C50FD-1562-F4F6-E83D-3D9C50DDD863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4" name="pg3234">
                <a:extLst>
                  <a:ext uri="{FF2B5EF4-FFF2-40B4-BE49-F238E27FC236}">
                    <a16:creationId xmlns:a16="http://schemas.microsoft.com/office/drawing/2014/main" id="{89F5BBD1-81CF-CAF3-1723-DF1A7E2FDA4C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5" name="pg3235">
                <a:extLst>
                  <a:ext uri="{FF2B5EF4-FFF2-40B4-BE49-F238E27FC236}">
                    <a16:creationId xmlns:a16="http://schemas.microsoft.com/office/drawing/2014/main" id="{0853BFDB-3410-D920-D3DC-CB37E0A8F216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6" name="pg3236">
                <a:extLst>
                  <a:ext uri="{FF2B5EF4-FFF2-40B4-BE49-F238E27FC236}">
                    <a16:creationId xmlns:a16="http://schemas.microsoft.com/office/drawing/2014/main" id="{2C281C38-4A67-C56E-23D8-31C1C2DB6346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7" name="pg3237">
                <a:extLst>
                  <a:ext uri="{FF2B5EF4-FFF2-40B4-BE49-F238E27FC236}">
                    <a16:creationId xmlns:a16="http://schemas.microsoft.com/office/drawing/2014/main" id="{BD5C24A7-7EE2-DAB5-52B1-087D823FD437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8" name="pg3238">
                <a:extLst>
                  <a:ext uri="{FF2B5EF4-FFF2-40B4-BE49-F238E27FC236}">
                    <a16:creationId xmlns:a16="http://schemas.microsoft.com/office/drawing/2014/main" id="{1D65E283-9BDD-3266-CF25-1EC6DABB3CC5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9" name="pg3239">
                <a:extLst>
                  <a:ext uri="{FF2B5EF4-FFF2-40B4-BE49-F238E27FC236}">
                    <a16:creationId xmlns:a16="http://schemas.microsoft.com/office/drawing/2014/main" id="{EC494293-547B-94EC-7575-BF5F60F76756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0" name="pg3240">
                <a:extLst>
                  <a:ext uri="{FF2B5EF4-FFF2-40B4-BE49-F238E27FC236}">
                    <a16:creationId xmlns:a16="http://schemas.microsoft.com/office/drawing/2014/main" id="{40987E79-440D-9A97-277A-FC0B7ACF315B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1" name="pg3241">
                <a:extLst>
                  <a:ext uri="{FF2B5EF4-FFF2-40B4-BE49-F238E27FC236}">
                    <a16:creationId xmlns:a16="http://schemas.microsoft.com/office/drawing/2014/main" id="{B998BC1F-81E5-29E5-6BE3-65CA275FCBCC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2" name="pg3242">
                <a:extLst>
                  <a:ext uri="{FF2B5EF4-FFF2-40B4-BE49-F238E27FC236}">
                    <a16:creationId xmlns:a16="http://schemas.microsoft.com/office/drawing/2014/main" id="{1728F104-8E29-B9E6-629D-6C3B23F3F3B2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3" name="pg3243">
                <a:extLst>
                  <a:ext uri="{FF2B5EF4-FFF2-40B4-BE49-F238E27FC236}">
                    <a16:creationId xmlns:a16="http://schemas.microsoft.com/office/drawing/2014/main" id="{9650ECDE-1908-18AF-767F-47C0600B681A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4" name="pg3244">
                <a:extLst>
                  <a:ext uri="{FF2B5EF4-FFF2-40B4-BE49-F238E27FC236}">
                    <a16:creationId xmlns:a16="http://schemas.microsoft.com/office/drawing/2014/main" id="{89409356-2A85-BC67-42D9-2CAD9BF8B6FA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5" name="pg3245">
                <a:extLst>
                  <a:ext uri="{FF2B5EF4-FFF2-40B4-BE49-F238E27FC236}">
                    <a16:creationId xmlns:a16="http://schemas.microsoft.com/office/drawing/2014/main" id="{F3F75905-D239-0E16-EED0-6E875974CDC0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6" name="pg3246">
                <a:extLst>
                  <a:ext uri="{FF2B5EF4-FFF2-40B4-BE49-F238E27FC236}">
                    <a16:creationId xmlns:a16="http://schemas.microsoft.com/office/drawing/2014/main" id="{3114AF82-F2A5-113F-BF99-2A060AD43E23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7" name="pg3247">
                <a:extLst>
                  <a:ext uri="{FF2B5EF4-FFF2-40B4-BE49-F238E27FC236}">
                    <a16:creationId xmlns:a16="http://schemas.microsoft.com/office/drawing/2014/main" id="{99A9D0DA-586D-8267-B898-96D2F92697DE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8" name="pg3248">
                <a:extLst>
                  <a:ext uri="{FF2B5EF4-FFF2-40B4-BE49-F238E27FC236}">
                    <a16:creationId xmlns:a16="http://schemas.microsoft.com/office/drawing/2014/main" id="{A5BEECB4-B32F-1181-34E3-E0364A1180A5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9" name="pg3249">
                <a:extLst>
                  <a:ext uri="{FF2B5EF4-FFF2-40B4-BE49-F238E27FC236}">
                    <a16:creationId xmlns:a16="http://schemas.microsoft.com/office/drawing/2014/main" id="{4974A206-09BC-15F0-0826-C2E80C8ADE95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0" name="pg3250">
                <a:extLst>
                  <a:ext uri="{FF2B5EF4-FFF2-40B4-BE49-F238E27FC236}">
                    <a16:creationId xmlns:a16="http://schemas.microsoft.com/office/drawing/2014/main" id="{EE094961-88E3-C7E7-A919-FDAD95799E0F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1" name="pg3251">
                <a:extLst>
                  <a:ext uri="{FF2B5EF4-FFF2-40B4-BE49-F238E27FC236}">
                    <a16:creationId xmlns:a16="http://schemas.microsoft.com/office/drawing/2014/main" id="{DA13711D-BB3F-A5ED-D9F9-76064C8CF080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2" name="pg3252">
                <a:extLst>
                  <a:ext uri="{FF2B5EF4-FFF2-40B4-BE49-F238E27FC236}">
                    <a16:creationId xmlns:a16="http://schemas.microsoft.com/office/drawing/2014/main" id="{4B778B8D-93CC-8E28-0F95-3D7F0D4CBB94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3" name="pg3253">
                <a:extLst>
                  <a:ext uri="{FF2B5EF4-FFF2-40B4-BE49-F238E27FC236}">
                    <a16:creationId xmlns:a16="http://schemas.microsoft.com/office/drawing/2014/main" id="{F087C05D-3796-584F-D274-941164438163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4" name="pg3254">
                <a:extLst>
                  <a:ext uri="{FF2B5EF4-FFF2-40B4-BE49-F238E27FC236}">
                    <a16:creationId xmlns:a16="http://schemas.microsoft.com/office/drawing/2014/main" id="{FBD9FCFF-DEAF-6979-7AF6-F1E3B94F7F4E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5" name="pg3255">
                <a:extLst>
                  <a:ext uri="{FF2B5EF4-FFF2-40B4-BE49-F238E27FC236}">
                    <a16:creationId xmlns:a16="http://schemas.microsoft.com/office/drawing/2014/main" id="{DF127901-966E-BCBF-170D-8DA287E2088B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6" name="pg3256">
                <a:extLst>
                  <a:ext uri="{FF2B5EF4-FFF2-40B4-BE49-F238E27FC236}">
                    <a16:creationId xmlns:a16="http://schemas.microsoft.com/office/drawing/2014/main" id="{AC0649E3-6A1A-F127-1B9B-59E8478C2B77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7" name="pg3257">
                <a:extLst>
                  <a:ext uri="{FF2B5EF4-FFF2-40B4-BE49-F238E27FC236}">
                    <a16:creationId xmlns:a16="http://schemas.microsoft.com/office/drawing/2014/main" id="{0A91100A-3B37-96E5-07E8-4536292C7341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8" name="pg3258">
                <a:extLst>
                  <a:ext uri="{FF2B5EF4-FFF2-40B4-BE49-F238E27FC236}">
                    <a16:creationId xmlns:a16="http://schemas.microsoft.com/office/drawing/2014/main" id="{DD3C8BCE-FE98-B8B0-DB39-D20A2C23E60B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9" name="pg3259">
                <a:extLst>
                  <a:ext uri="{FF2B5EF4-FFF2-40B4-BE49-F238E27FC236}">
                    <a16:creationId xmlns:a16="http://schemas.microsoft.com/office/drawing/2014/main" id="{20D66F40-53CF-8549-F612-B7A64578D083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0" name="pg3260">
                <a:extLst>
                  <a:ext uri="{FF2B5EF4-FFF2-40B4-BE49-F238E27FC236}">
                    <a16:creationId xmlns:a16="http://schemas.microsoft.com/office/drawing/2014/main" id="{887E3469-6C5F-2718-5CF1-E8FA898BDEE9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1" name="pg3261">
                <a:extLst>
                  <a:ext uri="{FF2B5EF4-FFF2-40B4-BE49-F238E27FC236}">
                    <a16:creationId xmlns:a16="http://schemas.microsoft.com/office/drawing/2014/main" id="{1E0F5676-0E1E-3BCC-FDF8-394FD59381C3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2" name="pg3262">
                <a:extLst>
                  <a:ext uri="{FF2B5EF4-FFF2-40B4-BE49-F238E27FC236}">
                    <a16:creationId xmlns:a16="http://schemas.microsoft.com/office/drawing/2014/main" id="{98B39FFC-4F9B-FF20-54D0-927CADE56597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3" name="pg3263">
                <a:extLst>
                  <a:ext uri="{FF2B5EF4-FFF2-40B4-BE49-F238E27FC236}">
                    <a16:creationId xmlns:a16="http://schemas.microsoft.com/office/drawing/2014/main" id="{BC4A6600-E366-708D-642F-6C9514C5CDEF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4" name="pg3264">
                <a:extLst>
                  <a:ext uri="{FF2B5EF4-FFF2-40B4-BE49-F238E27FC236}">
                    <a16:creationId xmlns:a16="http://schemas.microsoft.com/office/drawing/2014/main" id="{9F7A4FCC-3492-5221-54AE-0CC641FEC2F6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5" name="pg3265">
                <a:extLst>
                  <a:ext uri="{FF2B5EF4-FFF2-40B4-BE49-F238E27FC236}">
                    <a16:creationId xmlns:a16="http://schemas.microsoft.com/office/drawing/2014/main" id="{6516561D-C7C9-E2D7-E1AC-F034EB001F6F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6" name="pg3266">
                <a:extLst>
                  <a:ext uri="{FF2B5EF4-FFF2-40B4-BE49-F238E27FC236}">
                    <a16:creationId xmlns:a16="http://schemas.microsoft.com/office/drawing/2014/main" id="{FDF4361E-D6B1-6FA4-291C-9C107FD9C750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7" name="pg3267">
                <a:extLst>
                  <a:ext uri="{FF2B5EF4-FFF2-40B4-BE49-F238E27FC236}">
                    <a16:creationId xmlns:a16="http://schemas.microsoft.com/office/drawing/2014/main" id="{DD8B6B8D-5165-7A7C-52FB-4689547C5E86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8" name="pg3268">
                <a:extLst>
                  <a:ext uri="{FF2B5EF4-FFF2-40B4-BE49-F238E27FC236}">
                    <a16:creationId xmlns:a16="http://schemas.microsoft.com/office/drawing/2014/main" id="{B304A63C-131A-B440-B6ED-987E79095050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9" name="pg3269">
                <a:extLst>
                  <a:ext uri="{FF2B5EF4-FFF2-40B4-BE49-F238E27FC236}">
                    <a16:creationId xmlns:a16="http://schemas.microsoft.com/office/drawing/2014/main" id="{261013AF-B2CE-90A8-C260-1FD205FC3BBC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0" name="pg3270">
                <a:extLst>
                  <a:ext uri="{FF2B5EF4-FFF2-40B4-BE49-F238E27FC236}">
                    <a16:creationId xmlns:a16="http://schemas.microsoft.com/office/drawing/2014/main" id="{6ED12A97-1741-8A25-EA21-E2B66D2419B1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1" name="pg3271">
                <a:extLst>
                  <a:ext uri="{FF2B5EF4-FFF2-40B4-BE49-F238E27FC236}">
                    <a16:creationId xmlns:a16="http://schemas.microsoft.com/office/drawing/2014/main" id="{6548C519-DA5B-0A29-574F-4CB141DAF750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2" name="pg3272">
                <a:extLst>
                  <a:ext uri="{FF2B5EF4-FFF2-40B4-BE49-F238E27FC236}">
                    <a16:creationId xmlns:a16="http://schemas.microsoft.com/office/drawing/2014/main" id="{CDD7B289-AB60-019A-2EBE-06EF7CA56F20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3" name="pg3273">
                <a:extLst>
                  <a:ext uri="{FF2B5EF4-FFF2-40B4-BE49-F238E27FC236}">
                    <a16:creationId xmlns:a16="http://schemas.microsoft.com/office/drawing/2014/main" id="{3D1A01D6-0F5B-E270-1A0E-5E9E713D58B9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4" name="pg3274">
                <a:extLst>
                  <a:ext uri="{FF2B5EF4-FFF2-40B4-BE49-F238E27FC236}">
                    <a16:creationId xmlns:a16="http://schemas.microsoft.com/office/drawing/2014/main" id="{D69396D7-A811-0EDC-08D2-2756DC5D7F3C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5" name="pg3275">
                <a:extLst>
                  <a:ext uri="{FF2B5EF4-FFF2-40B4-BE49-F238E27FC236}">
                    <a16:creationId xmlns:a16="http://schemas.microsoft.com/office/drawing/2014/main" id="{08621348-E14E-F853-6103-FEA58B17086F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6" name="pg3276">
                <a:extLst>
                  <a:ext uri="{FF2B5EF4-FFF2-40B4-BE49-F238E27FC236}">
                    <a16:creationId xmlns:a16="http://schemas.microsoft.com/office/drawing/2014/main" id="{15AC1B14-1085-AB8D-BFF8-698F918740CE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7" name="pg3277">
                <a:extLst>
                  <a:ext uri="{FF2B5EF4-FFF2-40B4-BE49-F238E27FC236}">
                    <a16:creationId xmlns:a16="http://schemas.microsoft.com/office/drawing/2014/main" id="{A3BA3447-480D-56DA-2348-7F503326F64E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8" name="pg3278">
                <a:extLst>
                  <a:ext uri="{FF2B5EF4-FFF2-40B4-BE49-F238E27FC236}">
                    <a16:creationId xmlns:a16="http://schemas.microsoft.com/office/drawing/2014/main" id="{E010901C-FE47-6B26-CBAF-4A03966879E5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9" name="pg3279">
                <a:extLst>
                  <a:ext uri="{FF2B5EF4-FFF2-40B4-BE49-F238E27FC236}">
                    <a16:creationId xmlns:a16="http://schemas.microsoft.com/office/drawing/2014/main" id="{A5F4A447-8229-3296-66C4-E8B7CC7E799F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0" name="pg3280">
                <a:extLst>
                  <a:ext uri="{FF2B5EF4-FFF2-40B4-BE49-F238E27FC236}">
                    <a16:creationId xmlns:a16="http://schemas.microsoft.com/office/drawing/2014/main" id="{BC84A8BB-0B74-71AD-A814-158793261C4B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1" name="pg3281">
                <a:extLst>
                  <a:ext uri="{FF2B5EF4-FFF2-40B4-BE49-F238E27FC236}">
                    <a16:creationId xmlns:a16="http://schemas.microsoft.com/office/drawing/2014/main" id="{E545CB1D-C778-7A65-3ADA-125D7B24EDCE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2" name="pg3282">
                <a:extLst>
                  <a:ext uri="{FF2B5EF4-FFF2-40B4-BE49-F238E27FC236}">
                    <a16:creationId xmlns:a16="http://schemas.microsoft.com/office/drawing/2014/main" id="{5808B04B-ED78-5968-CE35-7C25ADEADD63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3" name="pg3283">
                <a:extLst>
                  <a:ext uri="{FF2B5EF4-FFF2-40B4-BE49-F238E27FC236}">
                    <a16:creationId xmlns:a16="http://schemas.microsoft.com/office/drawing/2014/main" id="{4B55A4BA-3AAA-8BDA-D410-E9C908EAF2F8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4" name="pg3284">
                <a:extLst>
                  <a:ext uri="{FF2B5EF4-FFF2-40B4-BE49-F238E27FC236}">
                    <a16:creationId xmlns:a16="http://schemas.microsoft.com/office/drawing/2014/main" id="{7BD18141-A8CF-73C0-38DF-820D5AB8066F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5" name="pg3285">
                <a:extLst>
                  <a:ext uri="{FF2B5EF4-FFF2-40B4-BE49-F238E27FC236}">
                    <a16:creationId xmlns:a16="http://schemas.microsoft.com/office/drawing/2014/main" id="{DE744429-1DD6-9F48-ADCE-73693A74835C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6" name="pg3286">
                <a:extLst>
                  <a:ext uri="{FF2B5EF4-FFF2-40B4-BE49-F238E27FC236}">
                    <a16:creationId xmlns:a16="http://schemas.microsoft.com/office/drawing/2014/main" id="{041A0B12-7F03-BBAB-9D99-6CA788A0D503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7" name="pg3287">
                <a:extLst>
                  <a:ext uri="{FF2B5EF4-FFF2-40B4-BE49-F238E27FC236}">
                    <a16:creationId xmlns:a16="http://schemas.microsoft.com/office/drawing/2014/main" id="{C8C0D58B-4D0E-1192-44EC-BA831B49EDC2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8" name="pg3288">
                <a:extLst>
                  <a:ext uri="{FF2B5EF4-FFF2-40B4-BE49-F238E27FC236}">
                    <a16:creationId xmlns:a16="http://schemas.microsoft.com/office/drawing/2014/main" id="{0C9D93D9-C148-7D92-8AB4-74539AA37A2F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9" name="pg3289">
                <a:extLst>
                  <a:ext uri="{FF2B5EF4-FFF2-40B4-BE49-F238E27FC236}">
                    <a16:creationId xmlns:a16="http://schemas.microsoft.com/office/drawing/2014/main" id="{9601D671-C34E-93A0-BB70-B442E2543698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0" name="pg3290">
                <a:extLst>
                  <a:ext uri="{FF2B5EF4-FFF2-40B4-BE49-F238E27FC236}">
                    <a16:creationId xmlns:a16="http://schemas.microsoft.com/office/drawing/2014/main" id="{4BF20F2E-62C7-E8C9-6867-F5E96DD523F6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1" name="pg3291">
                <a:extLst>
                  <a:ext uri="{FF2B5EF4-FFF2-40B4-BE49-F238E27FC236}">
                    <a16:creationId xmlns:a16="http://schemas.microsoft.com/office/drawing/2014/main" id="{1A289A60-2EF0-E906-E2B3-FD11C9DF4C06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2" name="pg3292">
                <a:extLst>
                  <a:ext uri="{FF2B5EF4-FFF2-40B4-BE49-F238E27FC236}">
                    <a16:creationId xmlns:a16="http://schemas.microsoft.com/office/drawing/2014/main" id="{DD46E567-FCE0-942B-E4FE-0BC4B114DE78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3" name="pg3293">
                <a:extLst>
                  <a:ext uri="{FF2B5EF4-FFF2-40B4-BE49-F238E27FC236}">
                    <a16:creationId xmlns:a16="http://schemas.microsoft.com/office/drawing/2014/main" id="{47467894-EA48-DECC-F546-7F34E87B263E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4" name="pg3294">
                <a:extLst>
                  <a:ext uri="{FF2B5EF4-FFF2-40B4-BE49-F238E27FC236}">
                    <a16:creationId xmlns:a16="http://schemas.microsoft.com/office/drawing/2014/main" id="{0449C1C8-B89D-6906-20A1-5C1DD9D0CFEA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5" name="pg3295">
                <a:extLst>
                  <a:ext uri="{FF2B5EF4-FFF2-40B4-BE49-F238E27FC236}">
                    <a16:creationId xmlns:a16="http://schemas.microsoft.com/office/drawing/2014/main" id="{35C1C542-7B7D-3FBC-3F3E-C80E1F3B6C84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6" name="pg3296">
                <a:extLst>
                  <a:ext uri="{FF2B5EF4-FFF2-40B4-BE49-F238E27FC236}">
                    <a16:creationId xmlns:a16="http://schemas.microsoft.com/office/drawing/2014/main" id="{1BED52B5-2291-80F3-DDEB-230CC1AFCC15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7" name="pg3297">
                <a:extLst>
                  <a:ext uri="{FF2B5EF4-FFF2-40B4-BE49-F238E27FC236}">
                    <a16:creationId xmlns:a16="http://schemas.microsoft.com/office/drawing/2014/main" id="{1C26D077-B3AC-FAB6-8D1D-C843B01F8AC3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8" name="pg3298">
                <a:extLst>
                  <a:ext uri="{FF2B5EF4-FFF2-40B4-BE49-F238E27FC236}">
                    <a16:creationId xmlns:a16="http://schemas.microsoft.com/office/drawing/2014/main" id="{869755EE-D907-DB90-CEB7-AD8737AFE206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9" name="pg3299">
                <a:extLst>
                  <a:ext uri="{FF2B5EF4-FFF2-40B4-BE49-F238E27FC236}">
                    <a16:creationId xmlns:a16="http://schemas.microsoft.com/office/drawing/2014/main" id="{8B3B256D-7C36-9E9D-53B9-4D093C32066B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0" name="pg3300">
                <a:extLst>
                  <a:ext uri="{FF2B5EF4-FFF2-40B4-BE49-F238E27FC236}">
                    <a16:creationId xmlns:a16="http://schemas.microsoft.com/office/drawing/2014/main" id="{11FD1ECB-6B9F-046B-3BAA-A868030A881A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1" name="pg3301">
                <a:extLst>
                  <a:ext uri="{FF2B5EF4-FFF2-40B4-BE49-F238E27FC236}">
                    <a16:creationId xmlns:a16="http://schemas.microsoft.com/office/drawing/2014/main" id="{CDD01014-59C9-FEBE-5AF5-610D63DBEE92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2" name="pg3302">
                <a:extLst>
                  <a:ext uri="{FF2B5EF4-FFF2-40B4-BE49-F238E27FC236}">
                    <a16:creationId xmlns:a16="http://schemas.microsoft.com/office/drawing/2014/main" id="{5CA9CF3C-73AA-94B7-B19C-3D556F917B2B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3" name="pg3303">
                <a:extLst>
                  <a:ext uri="{FF2B5EF4-FFF2-40B4-BE49-F238E27FC236}">
                    <a16:creationId xmlns:a16="http://schemas.microsoft.com/office/drawing/2014/main" id="{AC21C881-0B1B-54A7-AA5E-083FFB1E50F8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4" name="pg3304">
                <a:extLst>
                  <a:ext uri="{FF2B5EF4-FFF2-40B4-BE49-F238E27FC236}">
                    <a16:creationId xmlns:a16="http://schemas.microsoft.com/office/drawing/2014/main" id="{74676DDD-1C64-3E63-EBB8-3FEC98F445D6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5" name="pg3305">
                <a:extLst>
                  <a:ext uri="{FF2B5EF4-FFF2-40B4-BE49-F238E27FC236}">
                    <a16:creationId xmlns:a16="http://schemas.microsoft.com/office/drawing/2014/main" id="{CA29259B-3BBA-4F36-3A30-30009B031288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6" name="pg3306">
                <a:extLst>
                  <a:ext uri="{FF2B5EF4-FFF2-40B4-BE49-F238E27FC236}">
                    <a16:creationId xmlns:a16="http://schemas.microsoft.com/office/drawing/2014/main" id="{9B11DE34-4B15-26CA-C5B9-653E6CBA69A1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7" name="pg3307">
                <a:extLst>
                  <a:ext uri="{FF2B5EF4-FFF2-40B4-BE49-F238E27FC236}">
                    <a16:creationId xmlns:a16="http://schemas.microsoft.com/office/drawing/2014/main" id="{A35BAEBC-329C-028A-1162-FDBB56AC4D6F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8" name="pg3308">
                <a:extLst>
                  <a:ext uri="{FF2B5EF4-FFF2-40B4-BE49-F238E27FC236}">
                    <a16:creationId xmlns:a16="http://schemas.microsoft.com/office/drawing/2014/main" id="{EEC02383-E450-F387-9C9C-E10068BBC180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9" name="pg3309">
                <a:extLst>
                  <a:ext uri="{FF2B5EF4-FFF2-40B4-BE49-F238E27FC236}">
                    <a16:creationId xmlns:a16="http://schemas.microsoft.com/office/drawing/2014/main" id="{CCC26E4D-7CF8-930F-F9F0-54D1B71D4D47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0" name="pg3310">
                <a:extLst>
                  <a:ext uri="{FF2B5EF4-FFF2-40B4-BE49-F238E27FC236}">
                    <a16:creationId xmlns:a16="http://schemas.microsoft.com/office/drawing/2014/main" id="{79EDF16D-B436-B537-52AC-971A1E5AF07F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1" name="pg3311">
                <a:extLst>
                  <a:ext uri="{FF2B5EF4-FFF2-40B4-BE49-F238E27FC236}">
                    <a16:creationId xmlns:a16="http://schemas.microsoft.com/office/drawing/2014/main" id="{362D8B9C-D9F9-5D76-83A5-AA0BF017E31A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2" name="pg3312">
                <a:extLst>
                  <a:ext uri="{FF2B5EF4-FFF2-40B4-BE49-F238E27FC236}">
                    <a16:creationId xmlns:a16="http://schemas.microsoft.com/office/drawing/2014/main" id="{E3A71A42-FB6D-108E-3105-FC289A119FA3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3" name="pg3313">
                <a:extLst>
                  <a:ext uri="{FF2B5EF4-FFF2-40B4-BE49-F238E27FC236}">
                    <a16:creationId xmlns:a16="http://schemas.microsoft.com/office/drawing/2014/main" id="{4D01A241-A616-4303-ABDB-1F4A9D6B76AE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4" name="pg3314">
                <a:extLst>
                  <a:ext uri="{FF2B5EF4-FFF2-40B4-BE49-F238E27FC236}">
                    <a16:creationId xmlns:a16="http://schemas.microsoft.com/office/drawing/2014/main" id="{3541401E-4AF5-7912-5C70-38FD0780C21D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5" name="pg3315">
                <a:extLst>
                  <a:ext uri="{FF2B5EF4-FFF2-40B4-BE49-F238E27FC236}">
                    <a16:creationId xmlns:a16="http://schemas.microsoft.com/office/drawing/2014/main" id="{855D2A65-166B-AF0C-01BF-19469684E257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6" name="pg3316">
                <a:extLst>
                  <a:ext uri="{FF2B5EF4-FFF2-40B4-BE49-F238E27FC236}">
                    <a16:creationId xmlns:a16="http://schemas.microsoft.com/office/drawing/2014/main" id="{0E752BA2-AD1E-6439-B64D-935F7A22D8FC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7" name="pg3317">
                <a:extLst>
                  <a:ext uri="{FF2B5EF4-FFF2-40B4-BE49-F238E27FC236}">
                    <a16:creationId xmlns:a16="http://schemas.microsoft.com/office/drawing/2014/main" id="{63F39399-74B1-1611-0DF9-92750211CE99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8" name="pg3318">
                <a:extLst>
                  <a:ext uri="{FF2B5EF4-FFF2-40B4-BE49-F238E27FC236}">
                    <a16:creationId xmlns:a16="http://schemas.microsoft.com/office/drawing/2014/main" id="{CCEEB5F3-1F6B-DDE8-8CB9-2D1B822E1000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9" name="pg3319">
                <a:extLst>
                  <a:ext uri="{FF2B5EF4-FFF2-40B4-BE49-F238E27FC236}">
                    <a16:creationId xmlns:a16="http://schemas.microsoft.com/office/drawing/2014/main" id="{F0BA1A97-6AB5-F50E-26CE-40C97DC11A4F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0" name="pg3320">
                <a:extLst>
                  <a:ext uri="{FF2B5EF4-FFF2-40B4-BE49-F238E27FC236}">
                    <a16:creationId xmlns:a16="http://schemas.microsoft.com/office/drawing/2014/main" id="{5265897A-3F8E-F4A0-55BC-6B9E6D567D70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1" name="pg3321">
                <a:extLst>
                  <a:ext uri="{FF2B5EF4-FFF2-40B4-BE49-F238E27FC236}">
                    <a16:creationId xmlns:a16="http://schemas.microsoft.com/office/drawing/2014/main" id="{8791B154-4688-08A4-AD44-762BC81D163A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2" name="pg3322">
                <a:extLst>
                  <a:ext uri="{FF2B5EF4-FFF2-40B4-BE49-F238E27FC236}">
                    <a16:creationId xmlns:a16="http://schemas.microsoft.com/office/drawing/2014/main" id="{D72F1E58-7EB2-9E3B-A750-F597E66C39A8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3" name="pg3323">
                <a:extLst>
                  <a:ext uri="{FF2B5EF4-FFF2-40B4-BE49-F238E27FC236}">
                    <a16:creationId xmlns:a16="http://schemas.microsoft.com/office/drawing/2014/main" id="{8EC65819-EED5-9795-58B5-28BD120B539A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4" name="pg3324">
                <a:extLst>
                  <a:ext uri="{FF2B5EF4-FFF2-40B4-BE49-F238E27FC236}">
                    <a16:creationId xmlns:a16="http://schemas.microsoft.com/office/drawing/2014/main" id="{0565BBEF-927E-DC99-6235-78C4D10B9A03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5" name="pg3325">
                <a:extLst>
                  <a:ext uri="{FF2B5EF4-FFF2-40B4-BE49-F238E27FC236}">
                    <a16:creationId xmlns:a16="http://schemas.microsoft.com/office/drawing/2014/main" id="{5A706DD6-6F9B-AA3A-0111-D26FB34C903C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6" name="pg3326">
                <a:extLst>
                  <a:ext uri="{FF2B5EF4-FFF2-40B4-BE49-F238E27FC236}">
                    <a16:creationId xmlns:a16="http://schemas.microsoft.com/office/drawing/2014/main" id="{C6FB54B3-94EC-4A80-A1E0-4BF89E96EFD5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7" name="pg3327">
                <a:extLst>
                  <a:ext uri="{FF2B5EF4-FFF2-40B4-BE49-F238E27FC236}">
                    <a16:creationId xmlns:a16="http://schemas.microsoft.com/office/drawing/2014/main" id="{3CC00329-4BAA-CA97-B522-0CC0A5E2D8AB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8" name="pg3328">
                <a:extLst>
                  <a:ext uri="{FF2B5EF4-FFF2-40B4-BE49-F238E27FC236}">
                    <a16:creationId xmlns:a16="http://schemas.microsoft.com/office/drawing/2014/main" id="{B48FC216-3B16-F99E-4115-FE60FE35B5CB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9" name="pg3329">
                <a:extLst>
                  <a:ext uri="{FF2B5EF4-FFF2-40B4-BE49-F238E27FC236}">
                    <a16:creationId xmlns:a16="http://schemas.microsoft.com/office/drawing/2014/main" id="{72DA89FF-F8C1-D3C2-CB35-95458AAB997F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0" name="pg3330">
                <a:extLst>
                  <a:ext uri="{FF2B5EF4-FFF2-40B4-BE49-F238E27FC236}">
                    <a16:creationId xmlns:a16="http://schemas.microsoft.com/office/drawing/2014/main" id="{D0103B82-FBA6-2E8D-E045-09217FBD82FB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1" name="pg3331">
                <a:extLst>
                  <a:ext uri="{FF2B5EF4-FFF2-40B4-BE49-F238E27FC236}">
                    <a16:creationId xmlns:a16="http://schemas.microsoft.com/office/drawing/2014/main" id="{167A8056-F29B-C527-904A-DE44CDE2259A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2" name="pg3332">
                <a:extLst>
                  <a:ext uri="{FF2B5EF4-FFF2-40B4-BE49-F238E27FC236}">
                    <a16:creationId xmlns:a16="http://schemas.microsoft.com/office/drawing/2014/main" id="{3FFA68CF-9C6F-B27C-248E-E6C8F147FD6D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3" name="pg3333">
                <a:extLst>
                  <a:ext uri="{FF2B5EF4-FFF2-40B4-BE49-F238E27FC236}">
                    <a16:creationId xmlns:a16="http://schemas.microsoft.com/office/drawing/2014/main" id="{2A6CCCBC-7869-A729-A994-D7A94AA7EBA4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4" name="pg3334">
                <a:extLst>
                  <a:ext uri="{FF2B5EF4-FFF2-40B4-BE49-F238E27FC236}">
                    <a16:creationId xmlns:a16="http://schemas.microsoft.com/office/drawing/2014/main" id="{2ECF9EFE-AED5-7EB4-FC31-6FBE783F079E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5" name="pg3335">
                <a:extLst>
                  <a:ext uri="{FF2B5EF4-FFF2-40B4-BE49-F238E27FC236}">
                    <a16:creationId xmlns:a16="http://schemas.microsoft.com/office/drawing/2014/main" id="{51785F2A-1224-8A3B-A293-AF9A36918CDB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6" name="pg3336">
                <a:extLst>
                  <a:ext uri="{FF2B5EF4-FFF2-40B4-BE49-F238E27FC236}">
                    <a16:creationId xmlns:a16="http://schemas.microsoft.com/office/drawing/2014/main" id="{702EB8B0-8C90-EDBB-4C62-B85DEE0588F2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7" name="pg3337">
                <a:extLst>
                  <a:ext uri="{FF2B5EF4-FFF2-40B4-BE49-F238E27FC236}">
                    <a16:creationId xmlns:a16="http://schemas.microsoft.com/office/drawing/2014/main" id="{5E7A7813-BF6F-1AF4-4D4C-F875404A8640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8" name="pg3338">
                <a:extLst>
                  <a:ext uri="{FF2B5EF4-FFF2-40B4-BE49-F238E27FC236}">
                    <a16:creationId xmlns:a16="http://schemas.microsoft.com/office/drawing/2014/main" id="{B756F8E0-488C-761E-63AE-600BC10514FA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9" name="pg3339">
                <a:extLst>
                  <a:ext uri="{FF2B5EF4-FFF2-40B4-BE49-F238E27FC236}">
                    <a16:creationId xmlns:a16="http://schemas.microsoft.com/office/drawing/2014/main" id="{CC43B5F5-1F1B-E51A-1054-155B742A847B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0" name="pg3340">
                <a:extLst>
                  <a:ext uri="{FF2B5EF4-FFF2-40B4-BE49-F238E27FC236}">
                    <a16:creationId xmlns:a16="http://schemas.microsoft.com/office/drawing/2014/main" id="{4C6DEC64-1BA7-B65F-224F-4BBD85F95683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1" name="pg3341">
                <a:extLst>
                  <a:ext uri="{FF2B5EF4-FFF2-40B4-BE49-F238E27FC236}">
                    <a16:creationId xmlns:a16="http://schemas.microsoft.com/office/drawing/2014/main" id="{5E8C1CF7-BDBE-33FE-EDD1-FF9730526224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2" name="pg3342">
                <a:extLst>
                  <a:ext uri="{FF2B5EF4-FFF2-40B4-BE49-F238E27FC236}">
                    <a16:creationId xmlns:a16="http://schemas.microsoft.com/office/drawing/2014/main" id="{59DB1536-F63A-DAB5-63FC-6BFDD54914B9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3" name="pg3343">
                <a:extLst>
                  <a:ext uri="{FF2B5EF4-FFF2-40B4-BE49-F238E27FC236}">
                    <a16:creationId xmlns:a16="http://schemas.microsoft.com/office/drawing/2014/main" id="{069F1D95-4A0A-9237-4578-8BCE547978C9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4" name="pg3344">
                <a:extLst>
                  <a:ext uri="{FF2B5EF4-FFF2-40B4-BE49-F238E27FC236}">
                    <a16:creationId xmlns:a16="http://schemas.microsoft.com/office/drawing/2014/main" id="{A3EC5273-92C5-CC45-92CE-1DA0606F184D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5" name="pg3345">
                <a:extLst>
                  <a:ext uri="{FF2B5EF4-FFF2-40B4-BE49-F238E27FC236}">
                    <a16:creationId xmlns:a16="http://schemas.microsoft.com/office/drawing/2014/main" id="{45A32AC8-4BCD-DB39-0E5E-1829CFD584E6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6" name="pg3346">
                <a:extLst>
                  <a:ext uri="{FF2B5EF4-FFF2-40B4-BE49-F238E27FC236}">
                    <a16:creationId xmlns:a16="http://schemas.microsoft.com/office/drawing/2014/main" id="{67578D73-5EE3-184E-A429-0B544F3D5BCD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7" name="pg3347">
                <a:extLst>
                  <a:ext uri="{FF2B5EF4-FFF2-40B4-BE49-F238E27FC236}">
                    <a16:creationId xmlns:a16="http://schemas.microsoft.com/office/drawing/2014/main" id="{C9B9FC98-C3C3-795E-CE15-0E80CA4CF68B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8" name="pg3348">
                <a:extLst>
                  <a:ext uri="{FF2B5EF4-FFF2-40B4-BE49-F238E27FC236}">
                    <a16:creationId xmlns:a16="http://schemas.microsoft.com/office/drawing/2014/main" id="{52493F57-5AE4-E3C8-51F3-49DCF714DA42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9" name="pg3349">
                <a:extLst>
                  <a:ext uri="{FF2B5EF4-FFF2-40B4-BE49-F238E27FC236}">
                    <a16:creationId xmlns:a16="http://schemas.microsoft.com/office/drawing/2014/main" id="{A68B250E-A896-1EB4-5518-82E515915521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0" name="pg3350">
                <a:extLst>
                  <a:ext uri="{FF2B5EF4-FFF2-40B4-BE49-F238E27FC236}">
                    <a16:creationId xmlns:a16="http://schemas.microsoft.com/office/drawing/2014/main" id="{6151A420-D7AA-D1C0-B64C-B633B48D7170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1" name="pg3351">
                <a:extLst>
                  <a:ext uri="{FF2B5EF4-FFF2-40B4-BE49-F238E27FC236}">
                    <a16:creationId xmlns:a16="http://schemas.microsoft.com/office/drawing/2014/main" id="{514EB498-38F8-48E3-8728-320182A7B72C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2" name="pg3352">
                <a:extLst>
                  <a:ext uri="{FF2B5EF4-FFF2-40B4-BE49-F238E27FC236}">
                    <a16:creationId xmlns:a16="http://schemas.microsoft.com/office/drawing/2014/main" id="{838F8D40-DFFA-16C0-46C9-38E9E4D416A8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3" name="pg3353">
                <a:extLst>
                  <a:ext uri="{FF2B5EF4-FFF2-40B4-BE49-F238E27FC236}">
                    <a16:creationId xmlns:a16="http://schemas.microsoft.com/office/drawing/2014/main" id="{4E6E0DEC-DF74-77FF-E5FE-EBD4141F8B97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4" name="pg3354">
                <a:extLst>
                  <a:ext uri="{FF2B5EF4-FFF2-40B4-BE49-F238E27FC236}">
                    <a16:creationId xmlns:a16="http://schemas.microsoft.com/office/drawing/2014/main" id="{0EE4C5D3-0648-FE53-7B7E-16E6FBB21F9D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5" name="pg3355">
                <a:extLst>
                  <a:ext uri="{FF2B5EF4-FFF2-40B4-BE49-F238E27FC236}">
                    <a16:creationId xmlns:a16="http://schemas.microsoft.com/office/drawing/2014/main" id="{FDF61E18-EB5B-79C7-150E-0A0F695E5B3A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6" name="pg3356">
                <a:extLst>
                  <a:ext uri="{FF2B5EF4-FFF2-40B4-BE49-F238E27FC236}">
                    <a16:creationId xmlns:a16="http://schemas.microsoft.com/office/drawing/2014/main" id="{777A6EF1-1EF7-B329-60F7-76900F0CCC5C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7" name="pg3357">
                <a:extLst>
                  <a:ext uri="{FF2B5EF4-FFF2-40B4-BE49-F238E27FC236}">
                    <a16:creationId xmlns:a16="http://schemas.microsoft.com/office/drawing/2014/main" id="{9824A112-7B1A-AE50-BE53-937EE4CAB688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8" name="pg3358">
                <a:extLst>
                  <a:ext uri="{FF2B5EF4-FFF2-40B4-BE49-F238E27FC236}">
                    <a16:creationId xmlns:a16="http://schemas.microsoft.com/office/drawing/2014/main" id="{9D1F2EEA-BBA0-126D-43C3-E0518F832C95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9" name="pg3359">
                <a:extLst>
                  <a:ext uri="{FF2B5EF4-FFF2-40B4-BE49-F238E27FC236}">
                    <a16:creationId xmlns:a16="http://schemas.microsoft.com/office/drawing/2014/main" id="{27B4AE02-5AE6-5EDC-D8F4-9503AB1AF949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0" name="pg3360">
                <a:extLst>
                  <a:ext uri="{FF2B5EF4-FFF2-40B4-BE49-F238E27FC236}">
                    <a16:creationId xmlns:a16="http://schemas.microsoft.com/office/drawing/2014/main" id="{B0A34C74-902A-B2D4-D1A7-2BD70C66F0A4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1" name="pg3361">
                <a:extLst>
                  <a:ext uri="{FF2B5EF4-FFF2-40B4-BE49-F238E27FC236}">
                    <a16:creationId xmlns:a16="http://schemas.microsoft.com/office/drawing/2014/main" id="{88002888-A7F2-842B-B0E7-6B77BFB430DB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2" name="pg3362">
                <a:extLst>
                  <a:ext uri="{FF2B5EF4-FFF2-40B4-BE49-F238E27FC236}">
                    <a16:creationId xmlns:a16="http://schemas.microsoft.com/office/drawing/2014/main" id="{937726AB-8216-5D00-9634-B6F55E88FE70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3" name="pg3363">
                <a:extLst>
                  <a:ext uri="{FF2B5EF4-FFF2-40B4-BE49-F238E27FC236}">
                    <a16:creationId xmlns:a16="http://schemas.microsoft.com/office/drawing/2014/main" id="{288C7B1C-2073-CAC2-D2A0-C24E4A8871A3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4" name="pg3364">
                <a:extLst>
                  <a:ext uri="{FF2B5EF4-FFF2-40B4-BE49-F238E27FC236}">
                    <a16:creationId xmlns:a16="http://schemas.microsoft.com/office/drawing/2014/main" id="{550B6FCF-0568-66E7-0509-B7B00EA2FB95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5" name="pg3365">
                <a:extLst>
                  <a:ext uri="{FF2B5EF4-FFF2-40B4-BE49-F238E27FC236}">
                    <a16:creationId xmlns:a16="http://schemas.microsoft.com/office/drawing/2014/main" id="{475F76CB-1C91-3BA0-3B9A-8C9A1C348BCE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6" name="pg3366">
                <a:extLst>
                  <a:ext uri="{FF2B5EF4-FFF2-40B4-BE49-F238E27FC236}">
                    <a16:creationId xmlns:a16="http://schemas.microsoft.com/office/drawing/2014/main" id="{D8E93828-7B75-8FDE-AE9E-6AA9E63DBB6A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7" name="pg3367">
                <a:extLst>
                  <a:ext uri="{FF2B5EF4-FFF2-40B4-BE49-F238E27FC236}">
                    <a16:creationId xmlns:a16="http://schemas.microsoft.com/office/drawing/2014/main" id="{AF1F16B5-E529-39CB-291D-42CC53701A2A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8" name="pg3368">
                <a:extLst>
                  <a:ext uri="{FF2B5EF4-FFF2-40B4-BE49-F238E27FC236}">
                    <a16:creationId xmlns:a16="http://schemas.microsoft.com/office/drawing/2014/main" id="{EDA1AFDE-6D58-E689-181C-79E9C5AF704D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9" name="pg3369">
                <a:extLst>
                  <a:ext uri="{FF2B5EF4-FFF2-40B4-BE49-F238E27FC236}">
                    <a16:creationId xmlns:a16="http://schemas.microsoft.com/office/drawing/2014/main" id="{27972053-CCF6-F4CC-0A08-345BE3B14DF0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0" name="pg3370">
                <a:extLst>
                  <a:ext uri="{FF2B5EF4-FFF2-40B4-BE49-F238E27FC236}">
                    <a16:creationId xmlns:a16="http://schemas.microsoft.com/office/drawing/2014/main" id="{64442824-E4E6-055C-8ABC-DC31DEA3A145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1" name="pg3371">
                <a:extLst>
                  <a:ext uri="{FF2B5EF4-FFF2-40B4-BE49-F238E27FC236}">
                    <a16:creationId xmlns:a16="http://schemas.microsoft.com/office/drawing/2014/main" id="{83919718-323A-E861-F7F3-1A48E54C29CC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2" name="pg3372">
                <a:extLst>
                  <a:ext uri="{FF2B5EF4-FFF2-40B4-BE49-F238E27FC236}">
                    <a16:creationId xmlns:a16="http://schemas.microsoft.com/office/drawing/2014/main" id="{61340A13-7609-F208-DDF3-BFBFB0B5FEFF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3" name="pg3373">
                <a:extLst>
                  <a:ext uri="{FF2B5EF4-FFF2-40B4-BE49-F238E27FC236}">
                    <a16:creationId xmlns:a16="http://schemas.microsoft.com/office/drawing/2014/main" id="{0F14F4BF-4055-C810-44D5-E674C2AC4C3E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4" name="pg3374">
                <a:extLst>
                  <a:ext uri="{FF2B5EF4-FFF2-40B4-BE49-F238E27FC236}">
                    <a16:creationId xmlns:a16="http://schemas.microsoft.com/office/drawing/2014/main" id="{D7F75859-D56C-D9E9-ED4E-99370BA9FC35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5" name="pg3375">
                <a:extLst>
                  <a:ext uri="{FF2B5EF4-FFF2-40B4-BE49-F238E27FC236}">
                    <a16:creationId xmlns:a16="http://schemas.microsoft.com/office/drawing/2014/main" id="{18E3DC95-A9D1-C689-F551-C32D566B95DD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6" name="pg3376">
                <a:extLst>
                  <a:ext uri="{FF2B5EF4-FFF2-40B4-BE49-F238E27FC236}">
                    <a16:creationId xmlns:a16="http://schemas.microsoft.com/office/drawing/2014/main" id="{9D859762-832E-656C-2871-2AA2F8D50A75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7" name="pg3377">
                <a:extLst>
                  <a:ext uri="{FF2B5EF4-FFF2-40B4-BE49-F238E27FC236}">
                    <a16:creationId xmlns:a16="http://schemas.microsoft.com/office/drawing/2014/main" id="{D5A01E57-C0A5-6872-41EC-5CA32873D618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8" name="pg3378">
                <a:extLst>
                  <a:ext uri="{FF2B5EF4-FFF2-40B4-BE49-F238E27FC236}">
                    <a16:creationId xmlns:a16="http://schemas.microsoft.com/office/drawing/2014/main" id="{B816AA9B-C61A-0856-D666-8E6338F331C7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9" name="pg3379">
                <a:extLst>
                  <a:ext uri="{FF2B5EF4-FFF2-40B4-BE49-F238E27FC236}">
                    <a16:creationId xmlns:a16="http://schemas.microsoft.com/office/drawing/2014/main" id="{0ACCB660-2233-159E-5938-E8661533D453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0" name="pg3380">
                <a:extLst>
                  <a:ext uri="{FF2B5EF4-FFF2-40B4-BE49-F238E27FC236}">
                    <a16:creationId xmlns:a16="http://schemas.microsoft.com/office/drawing/2014/main" id="{035977B7-9EAE-B3BC-40E0-EB83E93838D5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1" name="pg3381">
                <a:extLst>
                  <a:ext uri="{FF2B5EF4-FFF2-40B4-BE49-F238E27FC236}">
                    <a16:creationId xmlns:a16="http://schemas.microsoft.com/office/drawing/2014/main" id="{D29A2D64-9BA0-DF7A-3530-B3166062A2CC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2" name="pg3382">
                <a:extLst>
                  <a:ext uri="{FF2B5EF4-FFF2-40B4-BE49-F238E27FC236}">
                    <a16:creationId xmlns:a16="http://schemas.microsoft.com/office/drawing/2014/main" id="{4AEB97C8-9599-C469-B34C-202BA92E450D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3" name="pg3383">
                <a:extLst>
                  <a:ext uri="{FF2B5EF4-FFF2-40B4-BE49-F238E27FC236}">
                    <a16:creationId xmlns:a16="http://schemas.microsoft.com/office/drawing/2014/main" id="{5EBF65AD-FBA0-0985-974D-E77C8B1C007E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4" name="pg3384">
                <a:extLst>
                  <a:ext uri="{FF2B5EF4-FFF2-40B4-BE49-F238E27FC236}">
                    <a16:creationId xmlns:a16="http://schemas.microsoft.com/office/drawing/2014/main" id="{53702AB5-BD51-3586-7EDB-AF1C7F006C8B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5" name="pg3385">
                <a:extLst>
                  <a:ext uri="{FF2B5EF4-FFF2-40B4-BE49-F238E27FC236}">
                    <a16:creationId xmlns:a16="http://schemas.microsoft.com/office/drawing/2014/main" id="{733C244A-AB29-C9D5-A7C1-E2334D93B9AF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6" name="pg3386">
                <a:extLst>
                  <a:ext uri="{FF2B5EF4-FFF2-40B4-BE49-F238E27FC236}">
                    <a16:creationId xmlns:a16="http://schemas.microsoft.com/office/drawing/2014/main" id="{D5F09BB7-15DA-75BD-72B7-8EC23FA3D188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7" name="pg3387">
                <a:extLst>
                  <a:ext uri="{FF2B5EF4-FFF2-40B4-BE49-F238E27FC236}">
                    <a16:creationId xmlns:a16="http://schemas.microsoft.com/office/drawing/2014/main" id="{E58A250D-F1CE-B3B8-A6CB-6A9D12E6CE4E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8" name="pg3388">
                <a:extLst>
                  <a:ext uri="{FF2B5EF4-FFF2-40B4-BE49-F238E27FC236}">
                    <a16:creationId xmlns:a16="http://schemas.microsoft.com/office/drawing/2014/main" id="{28816EC8-7BC5-E793-CBBA-7F393FE344FA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9" name="pg3389">
                <a:extLst>
                  <a:ext uri="{FF2B5EF4-FFF2-40B4-BE49-F238E27FC236}">
                    <a16:creationId xmlns:a16="http://schemas.microsoft.com/office/drawing/2014/main" id="{09EBE430-4D6E-1E9C-A16B-74A65E14132C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0" name="pg3390">
                <a:extLst>
                  <a:ext uri="{FF2B5EF4-FFF2-40B4-BE49-F238E27FC236}">
                    <a16:creationId xmlns:a16="http://schemas.microsoft.com/office/drawing/2014/main" id="{28E094D3-80F9-2040-9CE1-FC39AAB35B1F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1" name="pg3391">
                <a:extLst>
                  <a:ext uri="{FF2B5EF4-FFF2-40B4-BE49-F238E27FC236}">
                    <a16:creationId xmlns:a16="http://schemas.microsoft.com/office/drawing/2014/main" id="{C2012391-4142-F391-6C09-E6E49D88EEE1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2" name="pg3392">
                <a:extLst>
                  <a:ext uri="{FF2B5EF4-FFF2-40B4-BE49-F238E27FC236}">
                    <a16:creationId xmlns:a16="http://schemas.microsoft.com/office/drawing/2014/main" id="{44AC0D4E-3F3D-BC11-E450-0E12FE7FA35D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3" name="pg3393">
                <a:extLst>
                  <a:ext uri="{FF2B5EF4-FFF2-40B4-BE49-F238E27FC236}">
                    <a16:creationId xmlns:a16="http://schemas.microsoft.com/office/drawing/2014/main" id="{50B864FA-59D8-292C-3BAB-30C1B9B7BDA7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4" name="pg3394">
                <a:extLst>
                  <a:ext uri="{FF2B5EF4-FFF2-40B4-BE49-F238E27FC236}">
                    <a16:creationId xmlns:a16="http://schemas.microsoft.com/office/drawing/2014/main" id="{64CD72BE-3587-01AD-3FDD-1808367F2594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5" name="pg3395">
                <a:extLst>
                  <a:ext uri="{FF2B5EF4-FFF2-40B4-BE49-F238E27FC236}">
                    <a16:creationId xmlns:a16="http://schemas.microsoft.com/office/drawing/2014/main" id="{4B5E06E9-A93D-FCD1-547F-D697309EE68D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6" name="pg3396">
                <a:extLst>
                  <a:ext uri="{FF2B5EF4-FFF2-40B4-BE49-F238E27FC236}">
                    <a16:creationId xmlns:a16="http://schemas.microsoft.com/office/drawing/2014/main" id="{BC21846D-FF8F-6F8B-CB9F-C81B4AAF0603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7" name="pg3397">
                <a:extLst>
                  <a:ext uri="{FF2B5EF4-FFF2-40B4-BE49-F238E27FC236}">
                    <a16:creationId xmlns:a16="http://schemas.microsoft.com/office/drawing/2014/main" id="{041529F9-1CB3-657E-AE3B-A823B275E0F5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8" name="pg3398">
                <a:extLst>
                  <a:ext uri="{FF2B5EF4-FFF2-40B4-BE49-F238E27FC236}">
                    <a16:creationId xmlns:a16="http://schemas.microsoft.com/office/drawing/2014/main" id="{F77ED256-D8F9-EFED-8C00-775C42AD7AAC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9" name="pg3399">
                <a:extLst>
                  <a:ext uri="{FF2B5EF4-FFF2-40B4-BE49-F238E27FC236}">
                    <a16:creationId xmlns:a16="http://schemas.microsoft.com/office/drawing/2014/main" id="{62A955CC-C4CD-6B45-9BAE-7A9F0B1A5934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0" name="pg3400">
                <a:extLst>
                  <a:ext uri="{FF2B5EF4-FFF2-40B4-BE49-F238E27FC236}">
                    <a16:creationId xmlns:a16="http://schemas.microsoft.com/office/drawing/2014/main" id="{884B3457-B2ED-4B97-2EFF-E9B844BC462B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1" name="pg3401">
                <a:extLst>
                  <a:ext uri="{FF2B5EF4-FFF2-40B4-BE49-F238E27FC236}">
                    <a16:creationId xmlns:a16="http://schemas.microsoft.com/office/drawing/2014/main" id="{B1C51B22-BAD8-FCE1-19E2-88E27E47D139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2" name="pg3402">
                <a:extLst>
                  <a:ext uri="{FF2B5EF4-FFF2-40B4-BE49-F238E27FC236}">
                    <a16:creationId xmlns:a16="http://schemas.microsoft.com/office/drawing/2014/main" id="{64027FFF-4769-46D6-82A5-27F44DF6B320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3" name="pg3403">
                <a:extLst>
                  <a:ext uri="{FF2B5EF4-FFF2-40B4-BE49-F238E27FC236}">
                    <a16:creationId xmlns:a16="http://schemas.microsoft.com/office/drawing/2014/main" id="{17448BCA-2B0C-F76D-85F1-96CAF91ABFFA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4" name="pg3404">
                <a:extLst>
                  <a:ext uri="{FF2B5EF4-FFF2-40B4-BE49-F238E27FC236}">
                    <a16:creationId xmlns:a16="http://schemas.microsoft.com/office/drawing/2014/main" id="{E8B0C14D-F71D-03D1-5962-80958F5080C5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5" name="pg3405">
                <a:extLst>
                  <a:ext uri="{FF2B5EF4-FFF2-40B4-BE49-F238E27FC236}">
                    <a16:creationId xmlns:a16="http://schemas.microsoft.com/office/drawing/2014/main" id="{7A292D64-1D84-CA03-B6FC-889C48A02ABE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6" name="pg3406">
                <a:extLst>
                  <a:ext uri="{FF2B5EF4-FFF2-40B4-BE49-F238E27FC236}">
                    <a16:creationId xmlns:a16="http://schemas.microsoft.com/office/drawing/2014/main" id="{C77D2A9F-3712-D568-7121-9EA67B8CCF2A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7" name="pg3407">
                <a:extLst>
                  <a:ext uri="{FF2B5EF4-FFF2-40B4-BE49-F238E27FC236}">
                    <a16:creationId xmlns:a16="http://schemas.microsoft.com/office/drawing/2014/main" id="{2CD3E95A-036B-9884-E7DB-6A1E73CC4640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8" name="pg3408">
                <a:extLst>
                  <a:ext uri="{FF2B5EF4-FFF2-40B4-BE49-F238E27FC236}">
                    <a16:creationId xmlns:a16="http://schemas.microsoft.com/office/drawing/2014/main" id="{98B8D157-2535-96FD-3B73-DB97B76EFC90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9" name="pg3409">
                <a:extLst>
                  <a:ext uri="{FF2B5EF4-FFF2-40B4-BE49-F238E27FC236}">
                    <a16:creationId xmlns:a16="http://schemas.microsoft.com/office/drawing/2014/main" id="{6CBB15A7-763C-5B38-F304-51617AE5B7B5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0" name="pg3410">
                <a:extLst>
                  <a:ext uri="{FF2B5EF4-FFF2-40B4-BE49-F238E27FC236}">
                    <a16:creationId xmlns:a16="http://schemas.microsoft.com/office/drawing/2014/main" id="{FAEDAA79-3AC4-6E20-E80A-04D338ECA06F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1" name="pg3411">
                <a:extLst>
                  <a:ext uri="{FF2B5EF4-FFF2-40B4-BE49-F238E27FC236}">
                    <a16:creationId xmlns:a16="http://schemas.microsoft.com/office/drawing/2014/main" id="{6E4C3D69-CD5B-1B8D-2E08-384E6E0B0642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2" name="pg3412">
                <a:extLst>
                  <a:ext uri="{FF2B5EF4-FFF2-40B4-BE49-F238E27FC236}">
                    <a16:creationId xmlns:a16="http://schemas.microsoft.com/office/drawing/2014/main" id="{D22CB47C-272F-49FB-7F07-B311E3139EE1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3" name="pg3413">
                <a:extLst>
                  <a:ext uri="{FF2B5EF4-FFF2-40B4-BE49-F238E27FC236}">
                    <a16:creationId xmlns:a16="http://schemas.microsoft.com/office/drawing/2014/main" id="{C6BC8AE9-5827-6F02-32CC-C7A1FC28088C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4" name="pg3414">
                <a:extLst>
                  <a:ext uri="{FF2B5EF4-FFF2-40B4-BE49-F238E27FC236}">
                    <a16:creationId xmlns:a16="http://schemas.microsoft.com/office/drawing/2014/main" id="{1E70B408-4C8C-9837-29A4-F10BE57D11ED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5" name="pg3415">
                <a:extLst>
                  <a:ext uri="{FF2B5EF4-FFF2-40B4-BE49-F238E27FC236}">
                    <a16:creationId xmlns:a16="http://schemas.microsoft.com/office/drawing/2014/main" id="{15306989-9A49-FA84-0F18-494A5343F1CA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6" name="pg3416">
                <a:extLst>
                  <a:ext uri="{FF2B5EF4-FFF2-40B4-BE49-F238E27FC236}">
                    <a16:creationId xmlns:a16="http://schemas.microsoft.com/office/drawing/2014/main" id="{30BF6786-7228-6F62-B062-5098E739B3F7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7" name="pg3417">
                <a:extLst>
                  <a:ext uri="{FF2B5EF4-FFF2-40B4-BE49-F238E27FC236}">
                    <a16:creationId xmlns:a16="http://schemas.microsoft.com/office/drawing/2014/main" id="{EA994C78-B91D-DCAB-F402-C988F872C15D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8" name="pg3418">
                <a:extLst>
                  <a:ext uri="{FF2B5EF4-FFF2-40B4-BE49-F238E27FC236}">
                    <a16:creationId xmlns:a16="http://schemas.microsoft.com/office/drawing/2014/main" id="{D3A10C94-62B7-736A-705A-D90978B82B4B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9" name="pg3419">
                <a:extLst>
                  <a:ext uri="{FF2B5EF4-FFF2-40B4-BE49-F238E27FC236}">
                    <a16:creationId xmlns:a16="http://schemas.microsoft.com/office/drawing/2014/main" id="{2DFE8AFA-279D-585E-AF54-41EB685549C6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0" name="pg3420">
                <a:extLst>
                  <a:ext uri="{FF2B5EF4-FFF2-40B4-BE49-F238E27FC236}">
                    <a16:creationId xmlns:a16="http://schemas.microsoft.com/office/drawing/2014/main" id="{F0AF7EF9-37CF-A22D-1A2B-7270171D215F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1" name="pg3421">
                <a:extLst>
                  <a:ext uri="{FF2B5EF4-FFF2-40B4-BE49-F238E27FC236}">
                    <a16:creationId xmlns:a16="http://schemas.microsoft.com/office/drawing/2014/main" id="{39875667-62D7-1CBB-9C97-B18684E103AD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2" name="pg3422">
                <a:extLst>
                  <a:ext uri="{FF2B5EF4-FFF2-40B4-BE49-F238E27FC236}">
                    <a16:creationId xmlns:a16="http://schemas.microsoft.com/office/drawing/2014/main" id="{17ED5A59-2690-B82E-722C-1C8CCB2ECAE7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3" name="pg3423">
                <a:extLst>
                  <a:ext uri="{FF2B5EF4-FFF2-40B4-BE49-F238E27FC236}">
                    <a16:creationId xmlns:a16="http://schemas.microsoft.com/office/drawing/2014/main" id="{39540C52-0A59-5C06-99AB-CC1C3C52B7DB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4" name="pg3424">
                <a:extLst>
                  <a:ext uri="{FF2B5EF4-FFF2-40B4-BE49-F238E27FC236}">
                    <a16:creationId xmlns:a16="http://schemas.microsoft.com/office/drawing/2014/main" id="{7CF5B17C-88AD-5E1E-EDCA-5B3BDCA7B376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5" name="pg3425">
                <a:extLst>
                  <a:ext uri="{FF2B5EF4-FFF2-40B4-BE49-F238E27FC236}">
                    <a16:creationId xmlns:a16="http://schemas.microsoft.com/office/drawing/2014/main" id="{31DF5C77-33F9-8A54-1A3A-C2B1296FC2D4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6" name="pg3426">
                <a:extLst>
                  <a:ext uri="{FF2B5EF4-FFF2-40B4-BE49-F238E27FC236}">
                    <a16:creationId xmlns:a16="http://schemas.microsoft.com/office/drawing/2014/main" id="{A7DBE7C3-59CA-F9F7-CAE3-0D33DA777DD7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7" name="pg3427">
                <a:extLst>
                  <a:ext uri="{FF2B5EF4-FFF2-40B4-BE49-F238E27FC236}">
                    <a16:creationId xmlns:a16="http://schemas.microsoft.com/office/drawing/2014/main" id="{CF7CF674-975E-42DA-1427-7071AFFFC92E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8" name="pg3428">
                <a:extLst>
                  <a:ext uri="{FF2B5EF4-FFF2-40B4-BE49-F238E27FC236}">
                    <a16:creationId xmlns:a16="http://schemas.microsoft.com/office/drawing/2014/main" id="{FE1901EB-C5EF-59EF-8A2B-CDA6B357A53E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9" name="pg3429">
                <a:extLst>
                  <a:ext uri="{FF2B5EF4-FFF2-40B4-BE49-F238E27FC236}">
                    <a16:creationId xmlns:a16="http://schemas.microsoft.com/office/drawing/2014/main" id="{E40A6DA8-EC40-2F32-E7EA-0757544A9EDC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0" name="pg3430">
                <a:extLst>
                  <a:ext uri="{FF2B5EF4-FFF2-40B4-BE49-F238E27FC236}">
                    <a16:creationId xmlns:a16="http://schemas.microsoft.com/office/drawing/2014/main" id="{BBF21845-B44B-6572-33FF-06C37A7DC98B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1" name="pg3431">
                <a:extLst>
                  <a:ext uri="{FF2B5EF4-FFF2-40B4-BE49-F238E27FC236}">
                    <a16:creationId xmlns:a16="http://schemas.microsoft.com/office/drawing/2014/main" id="{3611C766-B1E4-7F5B-ED4A-FCE17B9DB9C5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2" name="pg3432">
                <a:extLst>
                  <a:ext uri="{FF2B5EF4-FFF2-40B4-BE49-F238E27FC236}">
                    <a16:creationId xmlns:a16="http://schemas.microsoft.com/office/drawing/2014/main" id="{CBF9934D-2D2D-638E-DDB6-E901642689EB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3" name="pg3433">
                <a:extLst>
                  <a:ext uri="{FF2B5EF4-FFF2-40B4-BE49-F238E27FC236}">
                    <a16:creationId xmlns:a16="http://schemas.microsoft.com/office/drawing/2014/main" id="{F959AD04-1163-DABE-E15F-82ECFFB14E43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4" name="pg3434">
                <a:extLst>
                  <a:ext uri="{FF2B5EF4-FFF2-40B4-BE49-F238E27FC236}">
                    <a16:creationId xmlns:a16="http://schemas.microsoft.com/office/drawing/2014/main" id="{97702664-3BBF-6F53-3C40-285D3CAD2658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5" name="pg3435">
                <a:extLst>
                  <a:ext uri="{FF2B5EF4-FFF2-40B4-BE49-F238E27FC236}">
                    <a16:creationId xmlns:a16="http://schemas.microsoft.com/office/drawing/2014/main" id="{9DD44D29-C78B-FF24-28EA-137366B445C9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6" name="pg3436">
                <a:extLst>
                  <a:ext uri="{FF2B5EF4-FFF2-40B4-BE49-F238E27FC236}">
                    <a16:creationId xmlns:a16="http://schemas.microsoft.com/office/drawing/2014/main" id="{A07D59AD-A327-80FE-E5E0-B4A8E7A45E71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7" name="pg3437">
                <a:extLst>
                  <a:ext uri="{FF2B5EF4-FFF2-40B4-BE49-F238E27FC236}">
                    <a16:creationId xmlns:a16="http://schemas.microsoft.com/office/drawing/2014/main" id="{639634DF-987E-0ECC-901E-51CBE19C1DA5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8" name="pg3438">
                <a:extLst>
                  <a:ext uri="{FF2B5EF4-FFF2-40B4-BE49-F238E27FC236}">
                    <a16:creationId xmlns:a16="http://schemas.microsoft.com/office/drawing/2014/main" id="{C07B3430-1019-7305-A62D-6820FE700AC0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9" name="pg3439">
                <a:extLst>
                  <a:ext uri="{FF2B5EF4-FFF2-40B4-BE49-F238E27FC236}">
                    <a16:creationId xmlns:a16="http://schemas.microsoft.com/office/drawing/2014/main" id="{087FD159-DB70-5ABB-1420-0B9E6BF83700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0" name="pg3440">
                <a:extLst>
                  <a:ext uri="{FF2B5EF4-FFF2-40B4-BE49-F238E27FC236}">
                    <a16:creationId xmlns:a16="http://schemas.microsoft.com/office/drawing/2014/main" id="{E040FC54-890B-143D-2846-7AF8FA843458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1" name="pg3441">
                <a:extLst>
                  <a:ext uri="{FF2B5EF4-FFF2-40B4-BE49-F238E27FC236}">
                    <a16:creationId xmlns:a16="http://schemas.microsoft.com/office/drawing/2014/main" id="{2412EE65-70A8-EC2C-4D31-50C4BF17A2D0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2" name="pg3442">
                <a:extLst>
                  <a:ext uri="{FF2B5EF4-FFF2-40B4-BE49-F238E27FC236}">
                    <a16:creationId xmlns:a16="http://schemas.microsoft.com/office/drawing/2014/main" id="{ACEF8C71-5070-A66E-574B-6434A724E1BE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3" name="pg3443">
                <a:extLst>
                  <a:ext uri="{FF2B5EF4-FFF2-40B4-BE49-F238E27FC236}">
                    <a16:creationId xmlns:a16="http://schemas.microsoft.com/office/drawing/2014/main" id="{5132013A-78F5-A08E-2464-7101D52906B8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4" name="pg3444">
                <a:extLst>
                  <a:ext uri="{FF2B5EF4-FFF2-40B4-BE49-F238E27FC236}">
                    <a16:creationId xmlns:a16="http://schemas.microsoft.com/office/drawing/2014/main" id="{C0204C3C-BE24-7DC1-BA90-B9B652C05C62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5" name="pg3445">
                <a:extLst>
                  <a:ext uri="{FF2B5EF4-FFF2-40B4-BE49-F238E27FC236}">
                    <a16:creationId xmlns:a16="http://schemas.microsoft.com/office/drawing/2014/main" id="{32C47B41-2CDC-09FA-0663-895F60630C2B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6" name="pg3446">
                <a:extLst>
                  <a:ext uri="{FF2B5EF4-FFF2-40B4-BE49-F238E27FC236}">
                    <a16:creationId xmlns:a16="http://schemas.microsoft.com/office/drawing/2014/main" id="{6D2BE32B-B457-3C8A-E146-9C208D4499D5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7" name="pg3447">
                <a:extLst>
                  <a:ext uri="{FF2B5EF4-FFF2-40B4-BE49-F238E27FC236}">
                    <a16:creationId xmlns:a16="http://schemas.microsoft.com/office/drawing/2014/main" id="{D80E44B9-5FCE-BCCD-7587-6B5A447E26AD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8" name="pg3448">
                <a:extLst>
                  <a:ext uri="{FF2B5EF4-FFF2-40B4-BE49-F238E27FC236}">
                    <a16:creationId xmlns:a16="http://schemas.microsoft.com/office/drawing/2014/main" id="{A0133116-817F-FCC9-E660-EEBA79AFE948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9" name="pg3449">
                <a:extLst>
                  <a:ext uri="{FF2B5EF4-FFF2-40B4-BE49-F238E27FC236}">
                    <a16:creationId xmlns:a16="http://schemas.microsoft.com/office/drawing/2014/main" id="{C603E2E5-253D-3F37-1A9C-3B305E1BF2EA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0" name="pg3450">
                <a:extLst>
                  <a:ext uri="{FF2B5EF4-FFF2-40B4-BE49-F238E27FC236}">
                    <a16:creationId xmlns:a16="http://schemas.microsoft.com/office/drawing/2014/main" id="{CC589E4C-0414-317A-FE80-43D75FFD2669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1" name="pg3451">
                <a:extLst>
                  <a:ext uri="{FF2B5EF4-FFF2-40B4-BE49-F238E27FC236}">
                    <a16:creationId xmlns:a16="http://schemas.microsoft.com/office/drawing/2014/main" id="{8ED154FC-DBCD-712A-B0AD-F5950A32B620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2" name="pg3452">
                <a:extLst>
                  <a:ext uri="{FF2B5EF4-FFF2-40B4-BE49-F238E27FC236}">
                    <a16:creationId xmlns:a16="http://schemas.microsoft.com/office/drawing/2014/main" id="{8429F95D-8645-C7D8-B838-B632898876D1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3" name="pg3453">
                <a:extLst>
                  <a:ext uri="{FF2B5EF4-FFF2-40B4-BE49-F238E27FC236}">
                    <a16:creationId xmlns:a16="http://schemas.microsoft.com/office/drawing/2014/main" id="{CBDC1738-A419-B3FC-202D-97AAE262E21D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4" name="pg3454">
                <a:extLst>
                  <a:ext uri="{FF2B5EF4-FFF2-40B4-BE49-F238E27FC236}">
                    <a16:creationId xmlns:a16="http://schemas.microsoft.com/office/drawing/2014/main" id="{A04E0024-B3DC-A103-DEF3-99E3A40BFA59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5" name="pg3455">
                <a:extLst>
                  <a:ext uri="{FF2B5EF4-FFF2-40B4-BE49-F238E27FC236}">
                    <a16:creationId xmlns:a16="http://schemas.microsoft.com/office/drawing/2014/main" id="{9D9E239B-532D-ADFB-C9F0-0B5EDCE3B497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6" name="pg3456">
                <a:extLst>
                  <a:ext uri="{FF2B5EF4-FFF2-40B4-BE49-F238E27FC236}">
                    <a16:creationId xmlns:a16="http://schemas.microsoft.com/office/drawing/2014/main" id="{15BE1345-CD2B-455B-4E5E-FA2823872640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7" name="pg3457">
                <a:extLst>
                  <a:ext uri="{FF2B5EF4-FFF2-40B4-BE49-F238E27FC236}">
                    <a16:creationId xmlns:a16="http://schemas.microsoft.com/office/drawing/2014/main" id="{35347666-232A-B2BB-D537-76AFC8034088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8" name="pg3458">
                <a:extLst>
                  <a:ext uri="{FF2B5EF4-FFF2-40B4-BE49-F238E27FC236}">
                    <a16:creationId xmlns:a16="http://schemas.microsoft.com/office/drawing/2014/main" id="{61166F79-DD40-D0DE-BD87-AFA846F6C17E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9" name="pg3459">
                <a:extLst>
                  <a:ext uri="{FF2B5EF4-FFF2-40B4-BE49-F238E27FC236}">
                    <a16:creationId xmlns:a16="http://schemas.microsoft.com/office/drawing/2014/main" id="{1D634495-02CD-6DF9-A67E-6D4150C49A46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0" name="pg3460">
                <a:extLst>
                  <a:ext uri="{FF2B5EF4-FFF2-40B4-BE49-F238E27FC236}">
                    <a16:creationId xmlns:a16="http://schemas.microsoft.com/office/drawing/2014/main" id="{211958BF-2D9D-F97F-3A4F-8EF8A530B96C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1" name="pg3461">
                <a:extLst>
                  <a:ext uri="{FF2B5EF4-FFF2-40B4-BE49-F238E27FC236}">
                    <a16:creationId xmlns:a16="http://schemas.microsoft.com/office/drawing/2014/main" id="{BAB0A733-91D1-A1E4-E35B-8ABEAC6A3935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2" name="pg3462">
                <a:extLst>
                  <a:ext uri="{FF2B5EF4-FFF2-40B4-BE49-F238E27FC236}">
                    <a16:creationId xmlns:a16="http://schemas.microsoft.com/office/drawing/2014/main" id="{F90BBEEA-F954-AD0D-9560-0E7BA58A3CD2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3" name="pg3463">
                <a:extLst>
                  <a:ext uri="{FF2B5EF4-FFF2-40B4-BE49-F238E27FC236}">
                    <a16:creationId xmlns:a16="http://schemas.microsoft.com/office/drawing/2014/main" id="{A957F36C-234C-EA73-8298-A6C15FCB895C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4" name="pg3464">
                <a:extLst>
                  <a:ext uri="{FF2B5EF4-FFF2-40B4-BE49-F238E27FC236}">
                    <a16:creationId xmlns:a16="http://schemas.microsoft.com/office/drawing/2014/main" id="{498C2DAB-B974-CD8C-2257-E46B5FC34624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5" name="pg3465">
                <a:extLst>
                  <a:ext uri="{FF2B5EF4-FFF2-40B4-BE49-F238E27FC236}">
                    <a16:creationId xmlns:a16="http://schemas.microsoft.com/office/drawing/2014/main" id="{D0E7DEBE-AF23-438F-0CEA-9E94022EFB5E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6" name="pg3466">
                <a:extLst>
                  <a:ext uri="{FF2B5EF4-FFF2-40B4-BE49-F238E27FC236}">
                    <a16:creationId xmlns:a16="http://schemas.microsoft.com/office/drawing/2014/main" id="{314DAB88-06EE-6C8F-0145-4C4887020806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7" name="pg3467">
                <a:extLst>
                  <a:ext uri="{FF2B5EF4-FFF2-40B4-BE49-F238E27FC236}">
                    <a16:creationId xmlns:a16="http://schemas.microsoft.com/office/drawing/2014/main" id="{B2B7E4D7-D62F-894E-09E1-6C53A4BF62B6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8" name="pg3468">
                <a:extLst>
                  <a:ext uri="{FF2B5EF4-FFF2-40B4-BE49-F238E27FC236}">
                    <a16:creationId xmlns:a16="http://schemas.microsoft.com/office/drawing/2014/main" id="{F7F861C7-7FBC-5C1B-F041-36FF2A3CC44B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9" name="pg3469">
                <a:extLst>
                  <a:ext uri="{FF2B5EF4-FFF2-40B4-BE49-F238E27FC236}">
                    <a16:creationId xmlns:a16="http://schemas.microsoft.com/office/drawing/2014/main" id="{CBBC98BF-7D7F-B905-774E-F23BBC4A81C5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0" name="pg3470">
                <a:extLst>
                  <a:ext uri="{FF2B5EF4-FFF2-40B4-BE49-F238E27FC236}">
                    <a16:creationId xmlns:a16="http://schemas.microsoft.com/office/drawing/2014/main" id="{B7F4B346-B4AE-4F2C-B853-06AED9DCA083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1" name="pg3471">
                <a:extLst>
                  <a:ext uri="{FF2B5EF4-FFF2-40B4-BE49-F238E27FC236}">
                    <a16:creationId xmlns:a16="http://schemas.microsoft.com/office/drawing/2014/main" id="{C9DACFC1-EFAC-2C79-421D-25A6FE280AB0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2" name="pg3472">
                <a:extLst>
                  <a:ext uri="{FF2B5EF4-FFF2-40B4-BE49-F238E27FC236}">
                    <a16:creationId xmlns:a16="http://schemas.microsoft.com/office/drawing/2014/main" id="{73F822FA-1528-4BB0-9D41-66D9E715DA76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3" name="pg3473">
                <a:extLst>
                  <a:ext uri="{FF2B5EF4-FFF2-40B4-BE49-F238E27FC236}">
                    <a16:creationId xmlns:a16="http://schemas.microsoft.com/office/drawing/2014/main" id="{F8629933-0A10-33A7-D8A2-F81EA3919476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4" name="pg3474">
                <a:extLst>
                  <a:ext uri="{FF2B5EF4-FFF2-40B4-BE49-F238E27FC236}">
                    <a16:creationId xmlns:a16="http://schemas.microsoft.com/office/drawing/2014/main" id="{818E3934-FD0C-E2A8-E188-06B3161D3473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5" name="pg3475">
                <a:extLst>
                  <a:ext uri="{FF2B5EF4-FFF2-40B4-BE49-F238E27FC236}">
                    <a16:creationId xmlns:a16="http://schemas.microsoft.com/office/drawing/2014/main" id="{69C09F26-28B9-2D67-C3FF-8F9EC52EFB16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6" name="pg3476">
                <a:extLst>
                  <a:ext uri="{FF2B5EF4-FFF2-40B4-BE49-F238E27FC236}">
                    <a16:creationId xmlns:a16="http://schemas.microsoft.com/office/drawing/2014/main" id="{6903760B-B51D-E969-5B70-44C21E5D958C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7" name="pg3477">
                <a:extLst>
                  <a:ext uri="{FF2B5EF4-FFF2-40B4-BE49-F238E27FC236}">
                    <a16:creationId xmlns:a16="http://schemas.microsoft.com/office/drawing/2014/main" id="{DBD43FD4-751A-A915-1B87-F60F8874820C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8" name="pg3478">
                <a:extLst>
                  <a:ext uri="{FF2B5EF4-FFF2-40B4-BE49-F238E27FC236}">
                    <a16:creationId xmlns:a16="http://schemas.microsoft.com/office/drawing/2014/main" id="{8D06449A-B405-FFCF-33BA-A888A750CFF3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9" name="pg3479">
                <a:extLst>
                  <a:ext uri="{FF2B5EF4-FFF2-40B4-BE49-F238E27FC236}">
                    <a16:creationId xmlns:a16="http://schemas.microsoft.com/office/drawing/2014/main" id="{C63123E5-92BE-725C-48F9-B70A53043E09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0" name="pg3480">
                <a:extLst>
                  <a:ext uri="{FF2B5EF4-FFF2-40B4-BE49-F238E27FC236}">
                    <a16:creationId xmlns:a16="http://schemas.microsoft.com/office/drawing/2014/main" id="{EEA661D5-1A13-38A2-E530-48BFFAD9518D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1" name="pg3481">
                <a:extLst>
                  <a:ext uri="{FF2B5EF4-FFF2-40B4-BE49-F238E27FC236}">
                    <a16:creationId xmlns:a16="http://schemas.microsoft.com/office/drawing/2014/main" id="{EB15B749-D1A1-2E9A-76DA-2E271872695F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2" name="pg3482">
                <a:extLst>
                  <a:ext uri="{FF2B5EF4-FFF2-40B4-BE49-F238E27FC236}">
                    <a16:creationId xmlns:a16="http://schemas.microsoft.com/office/drawing/2014/main" id="{F3278A5E-2CF9-13A7-6DF7-69EDBF9D6277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3" name="pg3483">
                <a:extLst>
                  <a:ext uri="{FF2B5EF4-FFF2-40B4-BE49-F238E27FC236}">
                    <a16:creationId xmlns:a16="http://schemas.microsoft.com/office/drawing/2014/main" id="{946D14B9-EE11-626A-E3A1-A507B9AF7976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4" name="pg3484">
                <a:extLst>
                  <a:ext uri="{FF2B5EF4-FFF2-40B4-BE49-F238E27FC236}">
                    <a16:creationId xmlns:a16="http://schemas.microsoft.com/office/drawing/2014/main" id="{F93FE0A0-F8CE-E690-E063-7F00DF0AD89B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5" name="pg3485">
                <a:extLst>
                  <a:ext uri="{FF2B5EF4-FFF2-40B4-BE49-F238E27FC236}">
                    <a16:creationId xmlns:a16="http://schemas.microsoft.com/office/drawing/2014/main" id="{94ED428B-8C75-494A-D7DA-00B2E81FA723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6" name="pg3486">
                <a:extLst>
                  <a:ext uri="{FF2B5EF4-FFF2-40B4-BE49-F238E27FC236}">
                    <a16:creationId xmlns:a16="http://schemas.microsoft.com/office/drawing/2014/main" id="{B65E3CDF-998A-B265-8188-C20E01D0DC29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7" name="pg3487">
                <a:extLst>
                  <a:ext uri="{FF2B5EF4-FFF2-40B4-BE49-F238E27FC236}">
                    <a16:creationId xmlns:a16="http://schemas.microsoft.com/office/drawing/2014/main" id="{52500EFF-A1B8-B960-90C2-F0068F5B0DA8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8" name="pg3488">
                <a:extLst>
                  <a:ext uri="{FF2B5EF4-FFF2-40B4-BE49-F238E27FC236}">
                    <a16:creationId xmlns:a16="http://schemas.microsoft.com/office/drawing/2014/main" id="{3B016CE6-688A-A3B4-0270-F5A8F624785D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9" name="pg3489">
                <a:extLst>
                  <a:ext uri="{FF2B5EF4-FFF2-40B4-BE49-F238E27FC236}">
                    <a16:creationId xmlns:a16="http://schemas.microsoft.com/office/drawing/2014/main" id="{40A483B4-0DF5-754C-7010-0434F778918D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0" name="pg3490">
                <a:extLst>
                  <a:ext uri="{FF2B5EF4-FFF2-40B4-BE49-F238E27FC236}">
                    <a16:creationId xmlns:a16="http://schemas.microsoft.com/office/drawing/2014/main" id="{1857A138-15F2-C8F2-FD9F-91C3E6459FB8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1" name="pg3491">
                <a:extLst>
                  <a:ext uri="{FF2B5EF4-FFF2-40B4-BE49-F238E27FC236}">
                    <a16:creationId xmlns:a16="http://schemas.microsoft.com/office/drawing/2014/main" id="{2254A611-5BF2-801C-6D92-5985CBB6817F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2" name="pg3492">
                <a:extLst>
                  <a:ext uri="{FF2B5EF4-FFF2-40B4-BE49-F238E27FC236}">
                    <a16:creationId xmlns:a16="http://schemas.microsoft.com/office/drawing/2014/main" id="{0375EC09-8917-DA25-5665-DCB8DC46DFBD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3" name="pg3493">
                <a:extLst>
                  <a:ext uri="{FF2B5EF4-FFF2-40B4-BE49-F238E27FC236}">
                    <a16:creationId xmlns:a16="http://schemas.microsoft.com/office/drawing/2014/main" id="{AC3EC6EE-4459-0182-BCB8-C128A4BA3BB0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4" name="pg3494">
                <a:extLst>
                  <a:ext uri="{FF2B5EF4-FFF2-40B4-BE49-F238E27FC236}">
                    <a16:creationId xmlns:a16="http://schemas.microsoft.com/office/drawing/2014/main" id="{E8932E6B-DD53-EF60-D443-17FB89E71FCD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5" name="pg3495">
                <a:extLst>
                  <a:ext uri="{FF2B5EF4-FFF2-40B4-BE49-F238E27FC236}">
                    <a16:creationId xmlns:a16="http://schemas.microsoft.com/office/drawing/2014/main" id="{56BA9422-DDBD-C7D3-C9AC-633174D57571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6" name="pg3496">
                <a:extLst>
                  <a:ext uri="{FF2B5EF4-FFF2-40B4-BE49-F238E27FC236}">
                    <a16:creationId xmlns:a16="http://schemas.microsoft.com/office/drawing/2014/main" id="{22346033-B2AF-2255-E759-8C6E94577916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7" name="pg3497">
                <a:extLst>
                  <a:ext uri="{FF2B5EF4-FFF2-40B4-BE49-F238E27FC236}">
                    <a16:creationId xmlns:a16="http://schemas.microsoft.com/office/drawing/2014/main" id="{2C412D69-C4D6-2022-38EC-1DCB1EFF1FCE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8" name="pg3498">
                <a:extLst>
                  <a:ext uri="{FF2B5EF4-FFF2-40B4-BE49-F238E27FC236}">
                    <a16:creationId xmlns:a16="http://schemas.microsoft.com/office/drawing/2014/main" id="{653E7B77-1ED7-AE9C-C193-5AA3CF065747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9" name="pg3499">
                <a:extLst>
                  <a:ext uri="{FF2B5EF4-FFF2-40B4-BE49-F238E27FC236}">
                    <a16:creationId xmlns:a16="http://schemas.microsoft.com/office/drawing/2014/main" id="{3A4F90F7-3423-8CF1-940C-7689C10492AB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0" name="pg3500">
                <a:extLst>
                  <a:ext uri="{FF2B5EF4-FFF2-40B4-BE49-F238E27FC236}">
                    <a16:creationId xmlns:a16="http://schemas.microsoft.com/office/drawing/2014/main" id="{0F20D328-F5DE-49B1-0FE5-F27362FA0535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1" name="pg3501">
                <a:extLst>
                  <a:ext uri="{FF2B5EF4-FFF2-40B4-BE49-F238E27FC236}">
                    <a16:creationId xmlns:a16="http://schemas.microsoft.com/office/drawing/2014/main" id="{E72EDC5D-9E42-B7AC-A6C8-316E6FCE9697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2" name="pg3502">
                <a:extLst>
                  <a:ext uri="{FF2B5EF4-FFF2-40B4-BE49-F238E27FC236}">
                    <a16:creationId xmlns:a16="http://schemas.microsoft.com/office/drawing/2014/main" id="{0478CF29-FA3A-5886-A4C3-F16777FA1834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3" name="pg3503">
                <a:extLst>
                  <a:ext uri="{FF2B5EF4-FFF2-40B4-BE49-F238E27FC236}">
                    <a16:creationId xmlns:a16="http://schemas.microsoft.com/office/drawing/2014/main" id="{8042EC4C-63D7-7650-FEEA-4BBB45DD6672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4" name="pg3504">
                <a:extLst>
                  <a:ext uri="{FF2B5EF4-FFF2-40B4-BE49-F238E27FC236}">
                    <a16:creationId xmlns:a16="http://schemas.microsoft.com/office/drawing/2014/main" id="{E56D7477-05B3-76F3-1DCE-33A73FDE8D72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5" name="pg3505">
                <a:extLst>
                  <a:ext uri="{FF2B5EF4-FFF2-40B4-BE49-F238E27FC236}">
                    <a16:creationId xmlns:a16="http://schemas.microsoft.com/office/drawing/2014/main" id="{FF8BF0F6-AED8-606A-BE96-7F0B4D502302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6" name="pg3506">
                <a:extLst>
                  <a:ext uri="{FF2B5EF4-FFF2-40B4-BE49-F238E27FC236}">
                    <a16:creationId xmlns:a16="http://schemas.microsoft.com/office/drawing/2014/main" id="{A1C2CB84-0440-5070-F1F5-C8525EF8507F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7" name="pg3507">
                <a:extLst>
                  <a:ext uri="{FF2B5EF4-FFF2-40B4-BE49-F238E27FC236}">
                    <a16:creationId xmlns:a16="http://schemas.microsoft.com/office/drawing/2014/main" id="{15C153EA-47D8-CB8F-29D0-2FDE2F5B0BA4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8" name="pg3508">
                <a:extLst>
                  <a:ext uri="{FF2B5EF4-FFF2-40B4-BE49-F238E27FC236}">
                    <a16:creationId xmlns:a16="http://schemas.microsoft.com/office/drawing/2014/main" id="{62DCB9E0-BA7F-B7F2-117D-D4C38F6A6310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9" name="pg3509">
                <a:extLst>
                  <a:ext uri="{FF2B5EF4-FFF2-40B4-BE49-F238E27FC236}">
                    <a16:creationId xmlns:a16="http://schemas.microsoft.com/office/drawing/2014/main" id="{218E5283-2DB8-BE4D-9425-D73D8F855E4C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0" name="pg3510">
                <a:extLst>
                  <a:ext uri="{FF2B5EF4-FFF2-40B4-BE49-F238E27FC236}">
                    <a16:creationId xmlns:a16="http://schemas.microsoft.com/office/drawing/2014/main" id="{31109435-649B-0374-1561-5579C08E5867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1" name="pg3511">
                <a:extLst>
                  <a:ext uri="{FF2B5EF4-FFF2-40B4-BE49-F238E27FC236}">
                    <a16:creationId xmlns:a16="http://schemas.microsoft.com/office/drawing/2014/main" id="{8CA3FBC5-0FA3-65EB-BAC6-31479F462200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2" name="pg3512">
                <a:extLst>
                  <a:ext uri="{FF2B5EF4-FFF2-40B4-BE49-F238E27FC236}">
                    <a16:creationId xmlns:a16="http://schemas.microsoft.com/office/drawing/2014/main" id="{4F04DA71-6C64-8FCF-2EA5-86C7818E0674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3" name="pg3513">
                <a:extLst>
                  <a:ext uri="{FF2B5EF4-FFF2-40B4-BE49-F238E27FC236}">
                    <a16:creationId xmlns:a16="http://schemas.microsoft.com/office/drawing/2014/main" id="{E8C9A5CF-20B7-05BF-BE08-D0BC8F0EF612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4" name="pg3514">
                <a:extLst>
                  <a:ext uri="{FF2B5EF4-FFF2-40B4-BE49-F238E27FC236}">
                    <a16:creationId xmlns:a16="http://schemas.microsoft.com/office/drawing/2014/main" id="{FF0764FE-7115-125D-C4C4-5E0122F98BBC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5" name="pg3515">
                <a:extLst>
                  <a:ext uri="{FF2B5EF4-FFF2-40B4-BE49-F238E27FC236}">
                    <a16:creationId xmlns:a16="http://schemas.microsoft.com/office/drawing/2014/main" id="{EB1B3C32-DF09-7644-8536-815B73315D97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6" name="pg3516">
                <a:extLst>
                  <a:ext uri="{FF2B5EF4-FFF2-40B4-BE49-F238E27FC236}">
                    <a16:creationId xmlns:a16="http://schemas.microsoft.com/office/drawing/2014/main" id="{9B5B9812-1B1A-1464-5474-1DDBA08AE64B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7" name="pg3517">
                <a:extLst>
                  <a:ext uri="{FF2B5EF4-FFF2-40B4-BE49-F238E27FC236}">
                    <a16:creationId xmlns:a16="http://schemas.microsoft.com/office/drawing/2014/main" id="{E79EA3CD-761C-E28E-45CD-A5D2C59A797B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8" name="pg3518">
                <a:extLst>
                  <a:ext uri="{FF2B5EF4-FFF2-40B4-BE49-F238E27FC236}">
                    <a16:creationId xmlns:a16="http://schemas.microsoft.com/office/drawing/2014/main" id="{393B57FB-4157-EC47-BE61-FC99428B84EE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9" name="pg3519">
                <a:extLst>
                  <a:ext uri="{FF2B5EF4-FFF2-40B4-BE49-F238E27FC236}">
                    <a16:creationId xmlns:a16="http://schemas.microsoft.com/office/drawing/2014/main" id="{48FE7918-87B9-1669-9156-D9EC53F67736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0" name="pg3520">
                <a:extLst>
                  <a:ext uri="{FF2B5EF4-FFF2-40B4-BE49-F238E27FC236}">
                    <a16:creationId xmlns:a16="http://schemas.microsoft.com/office/drawing/2014/main" id="{73723BA5-4F2D-8C70-02FD-94862A93F307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1" name="pg3521">
                <a:extLst>
                  <a:ext uri="{FF2B5EF4-FFF2-40B4-BE49-F238E27FC236}">
                    <a16:creationId xmlns:a16="http://schemas.microsoft.com/office/drawing/2014/main" id="{A56C8211-D875-ABE1-70E9-4FE4AD0FD517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2" name="pg3522">
                <a:extLst>
                  <a:ext uri="{FF2B5EF4-FFF2-40B4-BE49-F238E27FC236}">
                    <a16:creationId xmlns:a16="http://schemas.microsoft.com/office/drawing/2014/main" id="{0570863A-4637-D8E4-06E9-122F7DAF9BF7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3" name="pg3523">
                <a:extLst>
                  <a:ext uri="{FF2B5EF4-FFF2-40B4-BE49-F238E27FC236}">
                    <a16:creationId xmlns:a16="http://schemas.microsoft.com/office/drawing/2014/main" id="{2CA465F4-C140-3A6B-BE49-F780B9D34E6D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4" name="pg3524">
                <a:extLst>
                  <a:ext uri="{FF2B5EF4-FFF2-40B4-BE49-F238E27FC236}">
                    <a16:creationId xmlns:a16="http://schemas.microsoft.com/office/drawing/2014/main" id="{52C10176-0F3D-F8F7-C8D1-8BB9568718CC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5" name="pg3525">
                <a:extLst>
                  <a:ext uri="{FF2B5EF4-FFF2-40B4-BE49-F238E27FC236}">
                    <a16:creationId xmlns:a16="http://schemas.microsoft.com/office/drawing/2014/main" id="{02B8ABEE-7880-463F-1A18-F13CEC94BAE1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6" name="pg3526">
                <a:extLst>
                  <a:ext uri="{FF2B5EF4-FFF2-40B4-BE49-F238E27FC236}">
                    <a16:creationId xmlns:a16="http://schemas.microsoft.com/office/drawing/2014/main" id="{F85666DB-42D1-E4D7-4F90-4BE59969D940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7" name="pg3527">
                <a:extLst>
                  <a:ext uri="{FF2B5EF4-FFF2-40B4-BE49-F238E27FC236}">
                    <a16:creationId xmlns:a16="http://schemas.microsoft.com/office/drawing/2014/main" id="{96B9CC2A-A75A-DCC5-2406-0DD6889C7DC4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8" name="pg3528">
                <a:extLst>
                  <a:ext uri="{FF2B5EF4-FFF2-40B4-BE49-F238E27FC236}">
                    <a16:creationId xmlns:a16="http://schemas.microsoft.com/office/drawing/2014/main" id="{ED0D2A1D-CE2B-453D-C399-76EC5AAF792E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9" name="pg3529">
                <a:extLst>
                  <a:ext uri="{FF2B5EF4-FFF2-40B4-BE49-F238E27FC236}">
                    <a16:creationId xmlns:a16="http://schemas.microsoft.com/office/drawing/2014/main" id="{CEC5D224-1F2A-394F-DAEC-AB824A97B8E6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0" name="pg3530">
                <a:extLst>
                  <a:ext uri="{FF2B5EF4-FFF2-40B4-BE49-F238E27FC236}">
                    <a16:creationId xmlns:a16="http://schemas.microsoft.com/office/drawing/2014/main" id="{D3E2BD07-3210-4BAF-FC77-D21ECFDDD8B2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1" name="pg3531">
                <a:extLst>
                  <a:ext uri="{FF2B5EF4-FFF2-40B4-BE49-F238E27FC236}">
                    <a16:creationId xmlns:a16="http://schemas.microsoft.com/office/drawing/2014/main" id="{BA96DA91-442B-E6AC-9EE7-994032C62B4F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2" name="pg3532">
                <a:extLst>
                  <a:ext uri="{FF2B5EF4-FFF2-40B4-BE49-F238E27FC236}">
                    <a16:creationId xmlns:a16="http://schemas.microsoft.com/office/drawing/2014/main" id="{B0E1DDDE-B856-2DB4-8058-5BBF590AFA20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3" name="pg3533">
                <a:extLst>
                  <a:ext uri="{FF2B5EF4-FFF2-40B4-BE49-F238E27FC236}">
                    <a16:creationId xmlns:a16="http://schemas.microsoft.com/office/drawing/2014/main" id="{44FB335D-44AD-FEA9-DCCA-C5AFED862605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4" name="pg3534">
                <a:extLst>
                  <a:ext uri="{FF2B5EF4-FFF2-40B4-BE49-F238E27FC236}">
                    <a16:creationId xmlns:a16="http://schemas.microsoft.com/office/drawing/2014/main" id="{E5A99D75-C0B1-2AB4-90E4-51A2F6718755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5" name="pg3535">
                <a:extLst>
                  <a:ext uri="{FF2B5EF4-FFF2-40B4-BE49-F238E27FC236}">
                    <a16:creationId xmlns:a16="http://schemas.microsoft.com/office/drawing/2014/main" id="{03EDC726-9EA4-6694-EFD5-537DF9D33713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6" name="pg3536">
                <a:extLst>
                  <a:ext uri="{FF2B5EF4-FFF2-40B4-BE49-F238E27FC236}">
                    <a16:creationId xmlns:a16="http://schemas.microsoft.com/office/drawing/2014/main" id="{64635C63-51F0-8C31-E373-96228E0C7398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7" name="pg3537">
                <a:extLst>
                  <a:ext uri="{FF2B5EF4-FFF2-40B4-BE49-F238E27FC236}">
                    <a16:creationId xmlns:a16="http://schemas.microsoft.com/office/drawing/2014/main" id="{7769EB25-D701-D8BC-3311-ECEC07611286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8" name="pg3538">
                <a:extLst>
                  <a:ext uri="{FF2B5EF4-FFF2-40B4-BE49-F238E27FC236}">
                    <a16:creationId xmlns:a16="http://schemas.microsoft.com/office/drawing/2014/main" id="{AD7105C4-F7DB-11C7-3192-A85C92FBECCE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9" name="pg3539">
                <a:extLst>
                  <a:ext uri="{FF2B5EF4-FFF2-40B4-BE49-F238E27FC236}">
                    <a16:creationId xmlns:a16="http://schemas.microsoft.com/office/drawing/2014/main" id="{1B4F6EA3-3B49-2CEB-E354-338A943BE269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0" name="pg3540">
                <a:extLst>
                  <a:ext uri="{FF2B5EF4-FFF2-40B4-BE49-F238E27FC236}">
                    <a16:creationId xmlns:a16="http://schemas.microsoft.com/office/drawing/2014/main" id="{77EFA380-8690-B0C8-F84C-276A030088E0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1" name="pg3541">
                <a:extLst>
                  <a:ext uri="{FF2B5EF4-FFF2-40B4-BE49-F238E27FC236}">
                    <a16:creationId xmlns:a16="http://schemas.microsoft.com/office/drawing/2014/main" id="{3FE0A9E1-5985-95C7-926D-8D7C7F4E144B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2" name="pg3542">
                <a:extLst>
                  <a:ext uri="{FF2B5EF4-FFF2-40B4-BE49-F238E27FC236}">
                    <a16:creationId xmlns:a16="http://schemas.microsoft.com/office/drawing/2014/main" id="{9021E20D-7CF0-FB2E-4585-B7E4357E0EA9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3" name="pg3543">
                <a:extLst>
                  <a:ext uri="{FF2B5EF4-FFF2-40B4-BE49-F238E27FC236}">
                    <a16:creationId xmlns:a16="http://schemas.microsoft.com/office/drawing/2014/main" id="{2324A095-2463-832C-D9A0-883375E505A7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4" name="pg3544">
                <a:extLst>
                  <a:ext uri="{FF2B5EF4-FFF2-40B4-BE49-F238E27FC236}">
                    <a16:creationId xmlns:a16="http://schemas.microsoft.com/office/drawing/2014/main" id="{9F273F74-8620-F3EE-A674-0E7FFD9AC8AB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5" name="pg3545">
                <a:extLst>
                  <a:ext uri="{FF2B5EF4-FFF2-40B4-BE49-F238E27FC236}">
                    <a16:creationId xmlns:a16="http://schemas.microsoft.com/office/drawing/2014/main" id="{CA249D51-6CE1-5BFA-7DB1-22BDDFB7FA72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6" name="pg3546">
                <a:extLst>
                  <a:ext uri="{FF2B5EF4-FFF2-40B4-BE49-F238E27FC236}">
                    <a16:creationId xmlns:a16="http://schemas.microsoft.com/office/drawing/2014/main" id="{53DFDAEA-3368-C225-61BD-1FA82FE2299D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7" name="pg3547">
                <a:extLst>
                  <a:ext uri="{FF2B5EF4-FFF2-40B4-BE49-F238E27FC236}">
                    <a16:creationId xmlns:a16="http://schemas.microsoft.com/office/drawing/2014/main" id="{4C308787-8522-03E2-6EDD-EBB77D4DC9FB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8" name="pg3548">
                <a:extLst>
                  <a:ext uri="{FF2B5EF4-FFF2-40B4-BE49-F238E27FC236}">
                    <a16:creationId xmlns:a16="http://schemas.microsoft.com/office/drawing/2014/main" id="{53199BEB-E4DD-613D-9C22-422C60AE44DE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9" name="pg3549">
                <a:extLst>
                  <a:ext uri="{FF2B5EF4-FFF2-40B4-BE49-F238E27FC236}">
                    <a16:creationId xmlns:a16="http://schemas.microsoft.com/office/drawing/2014/main" id="{11057DEB-136D-FFA6-7282-2FFB58B6A33B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0" name="pg3550">
                <a:extLst>
                  <a:ext uri="{FF2B5EF4-FFF2-40B4-BE49-F238E27FC236}">
                    <a16:creationId xmlns:a16="http://schemas.microsoft.com/office/drawing/2014/main" id="{C9DAF6E0-C20C-2109-EE8F-2BB19C627469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1" name="pg3551">
                <a:extLst>
                  <a:ext uri="{FF2B5EF4-FFF2-40B4-BE49-F238E27FC236}">
                    <a16:creationId xmlns:a16="http://schemas.microsoft.com/office/drawing/2014/main" id="{23CE7E2C-5A0F-031B-C9BB-BE268C456CCB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2" name="pg3552">
                <a:extLst>
                  <a:ext uri="{FF2B5EF4-FFF2-40B4-BE49-F238E27FC236}">
                    <a16:creationId xmlns:a16="http://schemas.microsoft.com/office/drawing/2014/main" id="{5EEA903B-0C83-E4AA-2237-3E58AB16BF13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3" name="pg3553">
                <a:extLst>
                  <a:ext uri="{FF2B5EF4-FFF2-40B4-BE49-F238E27FC236}">
                    <a16:creationId xmlns:a16="http://schemas.microsoft.com/office/drawing/2014/main" id="{9B8AACA9-503D-5509-B8A5-E8A1851E3A4F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4" name="pg3554">
                <a:extLst>
                  <a:ext uri="{FF2B5EF4-FFF2-40B4-BE49-F238E27FC236}">
                    <a16:creationId xmlns:a16="http://schemas.microsoft.com/office/drawing/2014/main" id="{FCF1CEC5-479F-2BAF-1919-7BC1131D6955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5" name="pg3555">
                <a:extLst>
                  <a:ext uri="{FF2B5EF4-FFF2-40B4-BE49-F238E27FC236}">
                    <a16:creationId xmlns:a16="http://schemas.microsoft.com/office/drawing/2014/main" id="{3F76C1FE-F57A-8067-25A2-DE7D4B6A4D3D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6" name="pg3556">
                <a:extLst>
                  <a:ext uri="{FF2B5EF4-FFF2-40B4-BE49-F238E27FC236}">
                    <a16:creationId xmlns:a16="http://schemas.microsoft.com/office/drawing/2014/main" id="{FCF33715-A99C-CF8A-F699-1FC5894CFE3F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7" name="pg3557">
                <a:extLst>
                  <a:ext uri="{FF2B5EF4-FFF2-40B4-BE49-F238E27FC236}">
                    <a16:creationId xmlns:a16="http://schemas.microsoft.com/office/drawing/2014/main" id="{668E4494-7C1D-253B-9FF1-2AEF20DE28EC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8" name="pg3558">
                <a:extLst>
                  <a:ext uri="{FF2B5EF4-FFF2-40B4-BE49-F238E27FC236}">
                    <a16:creationId xmlns:a16="http://schemas.microsoft.com/office/drawing/2014/main" id="{16F950E1-A5EF-B1E0-A76F-B17012F38104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9" name="pg3559">
                <a:extLst>
                  <a:ext uri="{FF2B5EF4-FFF2-40B4-BE49-F238E27FC236}">
                    <a16:creationId xmlns:a16="http://schemas.microsoft.com/office/drawing/2014/main" id="{D451E101-0573-343F-7109-47693494785D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0" name="pg3560">
                <a:extLst>
                  <a:ext uri="{FF2B5EF4-FFF2-40B4-BE49-F238E27FC236}">
                    <a16:creationId xmlns:a16="http://schemas.microsoft.com/office/drawing/2014/main" id="{6AB39F9D-E78A-CB4C-B902-C927662F4165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1" name="pg3561">
                <a:extLst>
                  <a:ext uri="{FF2B5EF4-FFF2-40B4-BE49-F238E27FC236}">
                    <a16:creationId xmlns:a16="http://schemas.microsoft.com/office/drawing/2014/main" id="{641B2C40-3065-D265-41CF-D4481E98C717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2" name="pg3562">
                <a:extLst>
                  <a:ext uri="{FF2B5EF4-FFF2-40B4-BE49-F238E27FC236}">
                    <a16:creationId xmlns:a16="http://schemas.microsoft.com/office/drawing/2014/main" id="{9C7E897C-5036-A204-3F86-48C88C2A4560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3" name="pg3563">
                <a:extLst>
                  <a:ext uri="{FF2B5EF4-FFF2-40B4-BE49-F238E27FC236}">
                    <a16:creationId xmlns:a16="http://schemas.microsoft.com/office/drawing/2014/main" id="{B0CFD21F-84FF-420A-2679-FC163F92D6B6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4" name="pg3564">
                <a:extLst>
                  <a:ext uri="{FF2B5EF4-FFF2-40B4-BE49-F238E27FC236}">
                    <a16:creationId xmlns:a16="http://schemas.microsoft.com/office/drawing/2014/main" id="{0416A46E-7163-4596-BA2F-3B668861FB8E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5" name="pg3565">
                <a:extLst>
                  <a:ext uri="{FF2B5EF4-FFF2-40B4-BE49-F238E27FC236}">
                    <a16:creationId xmlns:a16="http://schemas.microsoft.com/office/drawing/2014/main" id="{E97E3FEA-BE0A-7375-0319-E819A7D7E9BB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6" name="pg3566">
                <a:extLst>
                  <a:ext uri="{FF2B5EF4-FFF2-40B4-BE49-F238E27FC236}">
                    <a16:creationId xmlns:a16="http://schemas.microsoft.com/office/drawing/2014/main" id="{010787DD-A9DA-514E-A76A-EC6951B6964A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7" name="pg3567">
                <a:extLst>
                  <a:ext uri="{FF2B5EF4-FFF2-40B4-BE49-F238E27FC236}">
                    <a16:creationId xmlns:a16="http://schemas.microsoft.com/office/drawing/2014/main" id="{A58E83DC-FA48-E536-A0A2-60E034B7FADB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8" name="pg3568">
                <a:extLst>
                  <a:ext uri="{FF2B5EF4-FFF2-40B4-BE49-F238E27FC236}">
                    <a16:creationId xmlns:a16="http://schemas.microsoft.com/office/drawing/2014/main" id="{EF51224A-CFF8-010D-BA1F-19203459B757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9" name="pg3569">
                <a:extLst>
                  <a:ext uri="{FF2B5EF4-FFF2-40B4-BE49-F238E27FC236}">
                    <a16:creationId xmlns:a16="http://schemas.microsoft.com/office/drawing/2014/main" id="{F480EF8E-A9D2-9391-073D-ABE5578EC46E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0" name="pg3570">
                <a:extLst>
                  <a:ext uri="{FF2B5EF4-FFF2-40B4-BE49-F238E27FC236}">
                    <a16:creationId xmlns:a16="http://schemas.microsoft.com/office/drawing/2014/main" id="{716B1A70-C0E0-1F08-3B7C-97B090FED8D2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1" name="pg3571">
                <a:extLst>
                  <a:ext uri="{FF2B5EF4-FFF2-40B4-BE49-F238E27FC236}">
                    <a16:creationId xmlns:a16="http://schemas.microsoft.com/office/drawing/2014/main" id="{E7DCA0E9-CCF2-26CD-7AAA-D044267C8DD4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2" name="pg3572">
                <a:extLst>
                  <a:ext uri="{FF2B5EF4-FFF2-40B4-BE49-F238E27FC236}">
                    <a16:creationId xmlns:a16="http://schemas.microsoft.com/office/drawing/2014/main" id="{5814F07A-D75C-4D54-A8B8-C2216441BF20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3" name="pg3573">
                <a:extLst>
                  <a:ext uri="{FF2B5EF4-FFF2-40B4-BE49-F238E27FC236}">
                    <a16:creationId xmlns:a16="http://schemas.microsoft.com/office/drawing/2014/main" id="{E40C63EB-A14E-D8DA-9588-AE7433466493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4" name="pg3574">
                <a:extLst>
                  <a:ext uri="{FF2B5EF4-FFF2-40B4-BE49-F238E27FC236}">
                    <a16:creationId xmlns:a16="http://schemas.microsoft.com/office/drawing/2014/main" id="{F62FE176-754B-896E-5610-3D47701FFD6F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5" name="pg3575">
                <a:extLst>
                  <a:ext uri="{FF2B5EF4-FFF2-40B4-BE49-F238E27FC236}">
                    <a16:creationId xmlns:a16="http://schemas.microsoft.com/office/drawing/2014/main" id="{77E69BC5-4A0C-D0A5-F665-D8AC3580EE5A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6" name="pg3576">
                <a:extLst>
                  <a:ext uri="{FF2B5EF4-FFF2-40B4-BE49-F238E27FC236}">
                    <a16:creationId xmlns:a16="http://schemas.microsoft.com/office/drawing/2014/main" id="{557B7072-2769-C9A2-6C1D-5C07255F8ACC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7" name="pg3577">
                <a:extLst>
                  <a:ext uri="{FF2B5EF4-FFF2-40B4-BE49-F238E27FC236}">
                    <a16:creationId xmlns:a16="http://schemas.microsoft.com/office/drawing/2014/main" id="{A0F13A84-A95B-585D-FFB8-A24120977634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8" name="pg3578">
                <a:extLst>
                  <a:ext uri="{FF2B5EF4-FFF2-40B4-BE49-F238E27FC236}">
                    <a16:creationId xmlns:a16="http://schemas.microsoft.com/office/drawing/2014/main" id="{D57CE76B-4766-9747-5D95-B1046A3B4D45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9" name="pg3579">
                <a:extLst>
                  <a:ext uri="{FF2B5EF4-FFF2-40B4-BE49-F238E27FC236}">
                    <a16:creationId xmlns:a16="http://schemas.microsoft.com/office/drawing/2014/main" id="{0420746E-89DA-6044-05C5-FC4F84FF96C3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0" name="pg3580">
                <a:extLst>
                  <a:ext uri="{FF2B5EF4-FFF2-40B4-BE49-F238E27FC236}">
                    <a16:creationId xmlns:a16="http://schemas.microsoft.com/office/drawing/2014/main" id="{18A264B9-2AA5-8990-D240-B43D00C96F35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1" name="pg3581">
                <a:extLst>
                  <a:ext uri="{FF2B5EF4-FFF2-40B4-BE49-F238E27FC236}">
                    <a16:creationId xmlns:a16="http://schemas.microsoft.com/office/drawing/2014/main" id="{CE52F8D2-690D-F67D-EFF2-F41550FFA806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2" name="pg3582">
                <a:extLst>
                  <a:ext uri="{FF2B5EF4-FFF2-40B4-BE49-F238E27FC236}">
                    <a16:creationId xmlns:a16="http://schemas.microsoft.com/office/drawing/2014/main" id="{F1F183CD-D22D-BB28-C9DC-9DD1A10DE8DF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3" name="pg3583">
                <a:extLst>
                  <a:ext uri="{FF2B5EF4-FFF2-40B4-BE49-F238E27FC236}">
                    <a16:creationId xmlns:a16="http://schemas.microsoft.com/office/drawing/2014/main" id="{CF83542C-9CC6-332A-F414-659FC9BABCCD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4" name="pg3584">
                <a:extLst>
                  <a:ext uri="{FF2B5EF4-FFF2-40B4-BE49-F238E27FC236}">
                    <a16:creationId xmlns:a16="http://schemas.microsoft.com/office/drawing/2014/main" id="{31275B20-F481-289A-D58F-FD84C3997C65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5" name="pg3585">
                <a:extLst>
                  <a:ext uri="{FF2B5EF4-FFF2-40B4-BE49-F238E27FC236}">
                    <a16:creationId xmlns:a16="http://schemas.microsoft.com/office/drawing/2014/main" id="{258896BE-4473-409F-7063-909CAF904C9D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6" name="pg3586">
                <a:extLst>
                  <a:ext uri="{FF2B5EF4-FFF2-40B4-BE49-F238E27FC236}">
                    <a16:creationId xmlns:a16="http://schemas.microsoft.com/office/drawing/2014/main" id="{A0E9E6CF-7089-F7D5-D8A4-30C3AED73A86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7" name="pg3587">
                <a:extLst>
                  <a:ext uri="{FF2B5EF4-FFF2-40B4-BE49-F238E27FC236}">
                    <a16:creationId xmlns:a16="http://schemas.microsoft.com/office/drawing/2014/main" id="{957D18FA-C5D8-DC5B-6887-1EA30E537A87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8" name="pg3588">
                <a:extLst>
                  <a:ext uri="{FF2B5EF4-FFF2-40B4-BE49-F238E27FC236}">
                    <a16:creationId xmlns:a16="http://schemas.microsoft.com/office/drawing/2014/main" id="{39A80340-3184-4506-BB6D-B58ED5D0A83B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9" name="pg3589">
                <a:extLst>
                  <a:ext uri="{FF2B5EF4-FFF2-40B4-BE49-F238E27FC236}">
                    <a16:creationId xmlns:a16="http://schemas.microsoft.com/office/drawing/2014/main" id="{EA3D2EA8-70BF-181B-6A12-3E8762A8FC36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0" name="pg3590">
                <a:extLst>
                  <a:ext uri="{FF2B5EF4-FFF2-40B4-BE49-F238E27FC236}">
                    <a16:creationId xmlns:a16="http://schemas.microsoft.com/office/drawing/2014/main" id="{0931BFED-060D-92AE-89D6-474F8D91FB73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1" name="pg3591">
                <a:extLst>
                  <a:ext uri="{FF2B5EF4-FFF2-40B4-BE49-F238E27FC236}">
                    <a16:creationId xmlns:a16="http://schemas.microsoft.com/office/drawing/2014/main" id="{AABCF047-20E5-4BE6-5CFC-790917820310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2" name="pg3592">
                <a:extLst>
                  <a:ext uri="{FF2B5EF4-FFF2-40B4-BE49-F238E27FC236}">
                    <a16:creationId xmlns:a16="http://schemas.microsoft.com/office/drawing/2014/main" id="{1A5EB803-CE06-C739-D6A8-C8AFF233B70A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3" name="pg3593">
                <a:extLst>
                  <a:ext uri="{FF2B5EF4-FFF2-40B4-BE49-F238E27FC236}">
                    <a16:creationId xmlns:a16="http://schemas.microsoft.com/office/drawing/2014/main" id="{A687CBD4-1D91-AC38-1A85-25FD5B917073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4" name="pg3594">
                <a:extLst>
                  <a:ext uri="{FF2B5EF4-FFF2-40B4-BE49-F238E27FC236}">
                    <a16:creationId xmlns:a16="http://schemas.microsoft.com/office/drawing/2014/main" id="{72EF2785-077D-EF13-045B-FC9F34C13DAA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5" name="pg3595">
                <a:extLst>
                  <a:ext uri="{FF2B5EF4-FFF2-40B4-BE49-F238E27FC236}">
                    <a16:creationId xmlns:a16="http://schemas.microsoft.com/office/drawing/2014/main" id="{D7AABAF4-CD1F-EF6D-57C4-93D7676E8764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6" name="pg3596">
                <a:extLst>
                  <a:ext uri="{FF2B5EF4-FFF2-40B4-BE49-F238E27FC236}">
                    <a16:creationId xmlns:a16="http://schemas.microsoft.com/office/drawing/2014/main" id="{E9B86521-6D7C-274E-859E-C10A37FB3A33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7" name="pg3597">
                <a:extLst>
                  <a:ext uri="{FF2B5EF4-FFF2-40B4-BE49-F238E27FC236}">
                    <a16:creationId xmlns:a16="http://schemas.microsoft.com/office/drawing/2014/main" id="{F0CC8D00-0B56-E5A4-3764-ED512347EEFE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8" name="pg3598">
                <a:extLst>
                  <a:ext uri="{FF2B5EF4-FFF2-40B4-BE49-F238E27FC236}">
                    <a16:creationId xmlns:a16="http://schemas.microsoft.com/office/drawing/2014/main" id="{C301BE38-6266-22EF-47A3-06BCD5815E8A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9" name="pg3599">
                <a:extLst>
                  <a:ext uri="{FF2B5EF4-FFF2-40B4-BE49-F238E27FC236}">
                    <a16:creationId xmlns:a16="http://schemas.microsoft.com/office/drawing/2014/main" id="{A70BBF1F-D8BB-9E3A-F422-31F10AE68E13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0" name="pg3600">
                <a:extLst>
                  <a:ext uri="{FF2B5EF4-FFF2-40B4-BE49-F238E27FC236}">
                    <a16:creationId xmlns:a16="http://schemas.microsoft.com/office/drawing/2014/main" id="{740F6F4F-899C-B39B-6000-ED0B32428B22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1" name="pg3601">
                <a:extLst>
                  <a:ext uri="{FF2B5EF4-FFF2-40B4-BE49-F238E27FC236}">
                    <a16:creationId xmlns:a16="http://schemas.microsoft.com/office/drawing/2014/main" id="{4640CBE6-5E8A-61A8-2540-6FCE21DF8EC7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2" name="pg3602">
                <a:extLst>
                  <a:ext uri="{FF2B5EF4-FFF2-40B4-BE49-F238E27FC236}">
                    <a16:creationId xmlns:a16="http://schemas.microsoft.com/office/drawing/2014/main" id="{B15D4955-20F9-F021-036D-29B542FA03CD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3" name="pg3603">
                <a:extLst>
                  <a:ext uri="{FF2B5EF4-FFF2-40B4-BE49-F238E27FC236}">
                    <a16:creationId xmlns:a16="http://schemas.microsoft.com/office/drawing/2014/main" id="{80D6FBE9-700B-F89E-7014-26F48588D346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4" name="pg3604">
                <a:extLst>
                  <a:ext uri="{FF2B5EF4-FFF2-40B4-BE49-F238E27FC236}">
                    <a16:creationId xmlns:a16="http://schemas.microsoft.com/office/drawing/2014/main" id="{8D3502A0-344D-A763-7424-6FEB07161F3C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5" name="pg3605">
                <a:extLst>
                  <a:ext uri="{FF2B5EF4-FFF2-40B4-BE49-F238E27FC236}">
                    <a16:creationId xmlns:a16="http://schemas.microsoft.com/office/drawing/2014/main" id="{CDFAFB02-25D2-D592-5BAC-D451366EB244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6" name="pg3606">
                <a:extLst>
                  <a:ext uri="{FF2B5EF4-FFF2-40B4-BE49-F238E27FC236}">
                    <a16:creationId xmlns:a16="http://schemas.microsoft.com/office/drawing/2014/main" id="{4405FA51-624B-CB9F-0EFA-635BBC9E2606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7" name="pg3607">
                <a:extLst>
                  <a:ext uri="{FF2B5EF4-FFF2-40B4-BE49-F238E27FC236}">
                    <a16:creationId xmlns:a16="http://schemas.microsoft.com/office/drawing/2014/main" id="{52D56389-2EC4-2D59-FA1F-74D2C53CEEF8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8" name="pg3608">
                <a:extLst>
                  <a:ext uri="{FF2B5EF4-FFF2-40B4-BE49-F238E27FC236}">
                    <a16:creationId xmlns:a16="http://schemas.microsoft.com/office/drawing/2014/main" id="{08308ABF-1C0A-7A6E-1F43-9F65CB6FD726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9" name="pg3609">
                <a:extLst>
                  <a:ext uri="{FF2B5EF4-FFF2-40B4-BE49-F238E27FC236}">
                    <a16:creationId xmlns:a16="http://schemas.microsoft.com/office/drawing/2014/main" id="{F2E2B8FF-02F6-4412-533F-1593E500911C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0" name="pg3610">
                <a:extLst>
                  <a:ext uri="{FF2B5EF4-FFF2-40B4-BE49-F238E27FC236}">
                    <a16:creationId xmlns:a16="http://schemas.microsoft.com/office/drawing/2014/main" id="{294187CD-90C3-F36A-992C-5548C483C887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1" name="pg3611">
                <a:extLst>
                  <a:ext uri="{FF2B5EF4-FFF2-40B4-BE49-F238E27FC236}">
                    <a16:creationId xmlns:a16="http://schemas.microsoft.com/office/drawing/2014/main" id="{4FA9ED73-1A65-809C-9159-E04D43FAA6EA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2" name="pg3612">
                <a:extLst>
                  <a:ext uri="{FF2B5EF4-FFF2-40B4-BE49-F238E27FC236}">
                    <a16:creationId xmlns:a16="http://schemas.microsoft.com/office/drawing/2014/main" id="{D584810A-BEF6-DB0C-3770-38694894664B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3" name="pg3613">
                <a:extLst>
                  <a:ext uri="{FF2B5EF4-FFF2-40B4-BE49-F238E27FC236}">
                    <a16:creationId xmlns:a16="http://schemas.microsoft.com/office/drawing/2014/main" id="{42249DD8-2619-2920-80BC-5700045C1517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4" name="pg3614">
                <a:extLst>
                  <a:ext uri="{FF2B5EF4-FFF2-40B4-BE49-F238E27FC236}">
                    <a16:creationId xmlns:a16="http://schemas.microsoft.com/office/drawing/2014/main" id="{679EEAE1-156C-98EC-B075-EC91B76E365A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5" name="pg3615">
                <a:extLst>
                  <a:ext uri="{FF2B5EF4-FFF2-40B4-BE49-F238E27FC236}">
                    <a16:creationId xmlns:a16="http://schemas.microsoft.com/office/drawing/2014/main" id="{1EA0E61C-03B0-89A1-2236-60B829CC6E78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6" name="pg3616">
                <a:extLst>
                  <a:ext uri="{FF2B5EF4-FFF2-40B4-BE49-F238E27FC236}">
                    <a16:creationId xmlns:a16="http://schemas.microsoft.com/office/drawing/2014/main" id="{B043A74F-C96F-396C-EC31-1FFB7DCB2294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7" name="pg3617">
                <a:extLst>
                  <a:ext uri="{FF2B5EF4-FFF2-40B4-BE49-F238E27FC236}">
                    <a16:creationId xmlns:a16="http://schemas.microsoft.com/office/drawing/2014/main" id="{A29520AD-A1BF-2F00-C61F-6770E3301305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8" name="pg3618">
                <a:extLst>
                  <a:ext uri="{FF2B5EF4-FFF2-40B4-BE49-F238E27FC236}">
                    <a16:creationId xmlns:a16="http://schemas.microsoft.com/office/drawing/2014/main" id="{5A32FC9F-97E1-DD3D-1022-5FA0F10EAFE9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9" name="pg3619">
                <a:extLst>
                  <a:ext uri="{FF2B5EF4-FFF2-40B4-BE49-F238E27FC236}">
                    <a16:creationId xmlns:a16="http://schemas.microsoft.com/office/drawing/2014/main" id="{7A8F0EEE-B229-E56D-5247-0CDFDD6C8CBD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0" name="pg3620">
                <a:extLst>
                  <a:ext uri="{FF2B5EF4-FFF2-40B4-BE49-F238E27FC236}">
                    <a16:creationId xmlns:a16="http://schemas.microsoft.com/office/drawing/2014/main" id="{30DC2853-987E-AA4A-D82D-53985A5EEF67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1" name="pg3621">
                <a:extLst>
                  <a:ext uri="{FF2B5EF4-FFF2-40B4-BE49-F238E27FC236}">
                    <a16:creationId xmlns:a16="http://schemas.microsoft.com/office/drawing/2014/main" id="{36BBD793-AE9B-A887-3207-A84EBFB60448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2" name="pg3622">
                <a:extLst>
                  <a:ext uri="{FF2B5EF4-FFF2-40B4-BE49-F238E27FC236}">
                    <a16:creationId xmlns:a16="http://schemas.microsoft.com/office/drawing/2014/main" id="{EC240DC4-06B9-8412-118C-1FD7212D0D5E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3" name="pg3623">
                <a:extLst>
                  <a:ext uri="{FF2B5EF4-FFF2-40B4-BE49-F238E27FC236}">
                    <a16:creationId xmlns:a16="http://schemas.microsoft.com/office/drawing/2014/main" id="{41D70E29-D9AE-AE99-DE32-7E27E1470966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4" name="pg3624">
                <a:extLst>
                  <a:ext uri="{FF2B5EF4-FFF2-40B4-BE49-F238E27FC236}">
                    <a16:creationId xmlns:a16="http://schemas.microsoft.com/office/drawing/2014/main" id="{F5057FA8-202D-D654-C929-B7EC0691521D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5" name="pg3625">
                <a:extLst>
                  <a:ext uri="{FF2B5EF4-FFF2-40B4-BE49-F238E27FC236}">
                    <a16:creationId xmlns:a16="http://schemas.microsoft.com/office/drawing/2014/main" id="{AE277AC4-60F0-8B79-F256-C42FF3D276F5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6" name="pg3626">
                <a:extLst>
                  <a:ext uri="{FF2B5EF4-FFF2-40B4-BE49-F238E27FC236}">
                    <a16:creationId xmlns:a16="http://schemas.microsoft.com/office/drawing/2014/main" id="{B108F1C3-7C29-2048-C4DA-8188CEB45308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7" name="pg3627">
                <a:extLst>
                  <a:ext uri="{FF2B5EF4-FFF2-40B4-BE49-F238E27FC236}">
                    <a16:creationId xmlns:a16="http://schemas.microsoft.com/office/drawing/2014/main" id="{8BC06AE0-3E2E-5637-6527-6685F379BD64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8" name="pg3628">
                <a:extLst>
                  <a:ext uri="{FF2B5EF4-FFF2-40B4-BE49-F238E27FC236}">
                    <a16:creationId xmlns:a16="http://schemas.microsoft.com/office/drawing/2014/main" id="{C43C62E3-A32E-A6DC-1A63-8CA26F2089DF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9" name="pg3629">
                <a:extLst>
                  <a:ext uri="{FF2B5EF4-FFF2-40B4-BE49-F238E27FC236}">
                    <a16:creationId xmlns:a16="http://schemas.microsoft.com/office/drawing/2014/main" id="{023B7B11-64EC-8296-73C7-9451EA187A97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0" name="pg3630">
                <a:extLst>
                  <a:ext uri="{FF2B5EF4-FFF2-40B4-BE49-F238E27FC236}">
                    <a16:creationId xmlns:a16="http://schemas.microsoft.com/office/drawing/2014/main" id="{FB6A7D9E-B76F-CFA1-0C3A-BFB7F27D2883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1" name="pg3631">
                <a:extLst>
                  <a:ext uri="{FF2B5EF4-FFF2-40B4-BE49-F238E27FC236}">
                    <a16:creationId xmlns:a16="http://schemas.microsoft.com/office/drawing/2014/main" id="{51289BFE-E32F-4294-2292-6638F8220053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2" name="pg3632">
                <a:extLst>
                  <a:ext uri="{FF2B5EF4-FFF2-40B4-BE49-F238E27FC236}">
                    <a16:creationId xmlns:a16="http://schemas.microsoft.com/office/drawing/2014/main" id="{71C83F9B-572C-D5B2-E92A-4A4512F3A533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3" name="pg3633">
                <a:extLst>
                  <a:ext uri="{FF2B5EF4-FFF2-40B4-BE49-F238E27FC236}">
                    <a16:creationId xmlns:a16="http://schemas.microsoft.com/office/drawing/2014/main" id="{FD13D0F7-12C3-1089-EF90-55356BC483F1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4" name="pg3634">
                <a:extLst>
                  <a:ext uri="{FF2B5EF4-FFF2-40B4-BE49-F238E27FC236}">
                    <a16:creationId xmlns:a16="http://schemas.microsoft.com/office/drawing/2014/main" id="{70F3C20A-3AB2-C9EF-3AB0-E6807EDA8E80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5" name="pg3635">
                <a:extLst>
                  <a:ext uri="{FF2B5EF4-FFF2-40B4-BE49-F238E27FC236}">
                    <a16:creationId xmlns:a16="http://schemas.microsoft.com/office/drawing/2014/main" id="{C7701151-C1EC-6AF5-3B20-7602D604D19A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6" name="pg3636">
                <a:extLst>
                  <a:ext uri="{FF2B5EF4-FFF2-40B4-BE49-F238E27FC236}">
                    <a16:creationId xmlns:a16="http://schemas.microsoft.com/office/drawing/2014/main" id="{E55BD6FA-0E14-FEBF-3C3B-A80AF45B2691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7" name="pg3637">
                <a:extLst>
                  <a:ext uri="{FF2B5EF4-FFF2-40B4-BE49-F238E27FC236}">
                    <a16:creationId xmlns:a16="http://schemas.microsoft.com/office/drawing/2014/main" id="{E4ACEDF1-8447-4312-E1FA-8B7AD819F2A5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8" name="pg3638">
                <a:extLst>
                  <a:ext uri="{FF2B5EF4-FFF2-40B4-BE49-F238E27FC236}">
                    <a16:creationId xmlns:a16="http://schemas.microsoft.com/office/drawing/2014/main" id="{C6306FA3-DBA9-42FB-6DAD-648A655BD0C1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9" name="pg3639">
                <a:extLst>
                  <a:ext uri="{FF2B5EF4-FFF2-40B4-BE49-F238E27FC236}">
                    <a16:creationId xmlns:a16="http://schemas.microsoft.com/office/drawing/2014/main" id="{D1945D81-9ED0-4886-C3F9-7950C01A8FAE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0" name="pg3640">
                <a:extLst>
                  <a:ext uri="{FF2B5EF4-FFF2-40B4-BE49-F238E27FC236}">
                    <a16:creationId xmlns:a16="http://schemas.microsoft.com/office/drawing/2014/main" id="{BE830266-3F19-D4FA-0E64-C792AB62D17A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1" name="pg3641">
                <a:extLst>
                  <a:ext uri="{FF2B5EF4-FFF2-40B4-BE49-F238E27FC236}">
                    <a16:creationId xmlns:a16="http://schemas.microsoft.com/office/drawing/2014/main" id="{3E8BC9D3-BA18-E7B3-6A3F-43EA102EA1E2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2" name="pg3642">
                <a:extLst>
                  <a:ext uri="{FF2B5EF4-FFF2-40B4-BE49-F238E27FC236}">
                    <a16:creationId xmlns:a16="http://schemas.microsoft.com/office/drawing/2014/main" id="{4F6E156F-8B20-B8BF-EFB2-DA5ECBD118FB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3" name="pg3643">
                <a:extLst>
                  <a:ext uri="{FF2B5EF4-FFF2-40B4-BE49-F238E27FC236}">
                    <a16:creationId xmlns:a16="http://schemas.microsoft.com/office/drawing/2014/main" id="{B4406932-B320-459E-307F-2BC1A4745FBD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4" name="pg3644">
                <a:extLst>
                  <a:ext uri="{FF2B5EF4-FFF2-40B4-BE49-F238E27FC236}">
                    <a16:creationId xmlns:a16="http://schemas.microsoft.com/office/drawing/2014/main" id="{AB875032-0AB0-4CEE-13F4-34E616959B32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5" name="pg3645">
                <a:extLst>
                  <a:ext uri="{FF2B5EF4-FFF2-40B4-BE49-F238E27FC236}">
                    <a16:creationId xmlns:a16="http://schemas.microsoft.com/office/drawing/2014/main" id="{99B8C027-4071-BB96-ABCC-0902C6E45B62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6" name="pg3646">
                <a:extLst>
                  <a:ext uri="{FF2B5EF4-FFF2-40B4-BE49-F238E27FC236}">
                    <a16:creationId xmlns:a16="http://schemas.microsoft.com/office/drawing/2014/main" id="{390F77E5-A3F4-D0D2-9729-B883169250A4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7" name="pg3647">
                <a:extLst>
                  <a:ext uri="{FF2B5EF4-FFF2-40B4-BE49-F238E27FC236}">
                    <a16:creationId xmlns:a16="http://schemas.microsoft.com/office/drawing/2014/main" id="{44280FEE-7C1F-F277-44EE-B3427AA3FCE9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8" name="pg3648">
                <a:extLst>
                  <a:ext uri="{FF2B5EF4-FFF2-40B4-BE49-F238E27FC236}">
                    <a16:creationId xmlns:a16="http://schemas.microsoft.com/office/drawing/2014/main" id="{634E75C1-4287-1DEC-D3E1-275A2F1FBE9B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9" name="pg3649">
                <a:extLst>
                  <a:ext uri="{FF2B5EF4-FFF2-40B4-BE49-F238E27FC236}">
                    <a16:creationId xmlns:a16="http://schemas.microsoft.com/office/drawing/2014/main" id="{E8F50A1B-9149-B237-9865-945FBC608081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0" name="pg3650">
                <a:extLst>
                  <a:ext uri="{FF2B5EF4-FFF2-40B4-BE49-F238E27FC236}">
                    <a16:creationId xmlns:a16="http://schemas.microsoft.com/office/drawing/2014/main" id="{5625A4DA-BAE9-2B8F-ADA6-9519F8AEC651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1" name="pg3651">
                <a:extLst>
                  <a:ext uri="{FF2B5EF4-FFF2-40B4-BE49-F238E27FC236}">
                    <a16:creationId xmlns:a16="http://schemas.microsoft.com/office/drawing/2014/main" id="{A51B2257-4F53-0552-9E90-BAE5E90F1733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2" name="pg3652">
                <a:extLst>
                  <a:ext uri="{FF2B5EF4-FFF2-40B4-BE49-F238E27FC236}">
                    <a16:creationId xmlns:a16="http://schemas.microsoft.com/office/drawing/2014/main" id="{CEF62901-6D65-F659-F8EA-F7F0842182B0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3" name="pg3653">
                <a:extLst>
                  <a:ext uri="{FF2B5EF4-FFF2-40B4-BE49-F238E27FC236}">
                    <a16:creationId xmlns:a16="http://schemas.microsoft.com/office/drawing/2014/main" id="{33DBBB9E-E4ED-7C29-3516-F5FF5A9FE109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4" name="pg3654">
                <a:extLst>
                  <a:ext uri="{FF2B5EF4-FFF2-40B4-BE49-F238E27FC236}">
                    <a16:creationId xmlns:a16="http://schemas.microsoft.com/office/drawing/2014/main" id="{E1650B95-018E-2CAF-28EA-5CBFCD967E3C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5" name="pg3655">
                <a:extLst>
                  <a:ext uri="{FF2B5EF4-FFF2-40B4-BE49-F238E27FC236}">
                    <a16:creationId xmlns:a16="http://schemas.microsoft.com/office/drawing/2014/main" id="{31BE0DD7-6B29-6DEA-4131-86414FD9650A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6" name="pg3656">
                <a:extLst>
                  <a:ext uri="{FF2B5EF4-FFF2-40B4-BE49-F238E27FC236}">
                    <a16:creationId xmlns:a16="http://schemas.microsoft.com/office/drawing/2014/main" id="{12AF0689-57A4-E6B7-25F4-D1E2EC85FF8C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7" name="pg3657">
                <a:extLst>
                  <a:ext uri="{FF2B5EF4-FFF2-40B4-BE49-F238E27FC236}">
                    <a16:creationId xmlns:a16="http://schemas.microsoft.com/office/drawing/2014/main" id="{1C40B2D9-B01C-C37A-D8A5-847139B9EFBC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8" name="pg3658">
                <a:extLst>
                  <a:ext uri="{FF2B5EF4-FFF2-40B4-BE49-F238E27FC236}">
                    <a16:creationId xmlns:a16="http://schemas.microsoft.com/office/drawing/2014/main" id="{FB986C6D-80D1-832B-7FF2-DB484CB9FA55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9" name="pg3659">
                <a:extLst>
                  <a:ext uri="{FF2B5EF4-FFF2-40B4-BE49-F238E27FC236}">
                    <a16:creationId xmlns:a16="http://schemas.microsoft.com/office/drawing/2014/main" id="{260B37EE-7049-F5EB-3935-0411106BE1EA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0" name="pg3660">
                <a:extLst>
                  <a:ext uri="{FF2B5EF4-FFF2-40B4-BE49-F238E27FC236}">
                    <a16:creationId xmlns:a16="http://schemas.microsoft.com/office/drawing/2014/main" id="{BA36336B-7855-98CB-6F7B-1FCB594556E7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1" name="pg3661">
                <a:extLst>
                  <a:ext uri="{FF2B5EF4-FFF2-40B4-BE49-F238E27FC236}">
                    <a16:creationId xmlns:a16="http://schemas.microsoft.com/office/drawing/2014/main" id="{D0A382A5-FB19-89A0-EAAE-9CE1434F7C34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2" name="pg3662">
                <a:extLst>
                  <a:ext uri="{FF2B5EF4-FFF2-40B4-BE49-F238E27FC236}">
                    <a16:creationId xmlns:a16="http://schemas.microsoft.com/office/drawing/2014/main" id="{26571C9F-90BF-17D2-9AF6-3207B888EED2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3" name="pg3663">
                <a:extLst>
                  <a:ext uri="{FF2B5EF4-FFF2-40B4-BE49-F238E27FC236}">
                    <a16:creationId xmlns:a16="http://schemas.microsoft.com/office/drawing/2014/main" id="{EF623AA0-C89E-F359-53DA-9BB350584357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4" name="pg3664">
                <a:extLst>
                  <a:ext uri="{FF2B5EF4-FFF2-40B4-BE49-F238E27FC236}">
                    <a16:creationId xmlns:a16="http://schemas.microsoft.com/office/drawing/2014/main" id="{A35F26F3-4700-3866-86B8-56E557FC12FA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5" name="pg3665">
                <a:extLst>
                  <a:ext uri="{FF2B5EF4-FFF2-40B4-BE49-F238E27FC236}">
                    <a16:creationId xmlns:a16="http://schemas.microsoft.com/office/drawing/2014/main" id="{A8FFB59E-7C3F-EC46-2B2D-3C58ADC086D7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6" name="pg3666">
                <a:extLst>
                  <a:ext uri="{FF2B5EF4-FFF2-40B4-BE49-F238E27FC236}">
                    <a16:creationId xmlns:a16="http://schemas.microsoft.com/office/drawing/2014/main" id="{2EEC9CCC-F4D2-06FC-3054-0D9D76D7E009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7" name="pg3667">
                <a:extLst>
                  <a:ext uri="{FF2B5EF4-FFF2-40B4-BE49-F238E27FC236}">
                    <a16:creationId xmlns:a16="http://schemas.microsoft.com/office/drawing/2014/main" id="{1A1E1801-00CF-932E-428B-6D0396E26951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8" name="pg3668">
                <a:extLst>
                  <a:ext uri="{FF2B5EF4-FFF2-40B4-BE49-F238E27FC236}">
                    <a16:creationId xmlns:a16="http://schemas.microsoft.com/office/drawing/2014/main" id="{E6521D0F-15F2-FE16-5A89-589FCF06E51D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9" name="pg3669">
                <a:extLst>
                  <a:ext uri="{FF2B5EF4-FFF2-40B4-BE49-F238E27FC236}">
                    <a16:creationId xmlns:a16="http://schemas.microsoft.com/office/drawing/2014/main" id="{3FA26025-70B1-217B-0944-3F88361F3695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0" name="pg3670">
                <a:extLst>
                  <a:ext uri="{FF2B5EF4-FFF2-40B4-BE49-F238E27FC236}">
                    <a16:creationId xmlns:a16="http://schemas.microsoft.com/office/drawing/2014/main" id="{3263FF64-AFBB-C23A-A584-B428539597D3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1" name="pg3671">
                <a:extLst>
                  <a:ext uri="{FF2B5EF4-FFF2-40B4-BE49-F238E27FC236}">
                    <a16:creationId xmlns:a16="http://schemas.microsoft.com/office/drawing/2014/main" id="{11AB5EEE-F430-EFCB-12DD-F2B7EFBA6D83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2" name="pg3672">
                <a:extLst>
                  <a:ext uri="{FF2B5EF4-FFF2-40B4-BE49-F238E27FC236}">
                    <a16:creationId xmlns:a16="http://schemas.microsoft.com/office/drawing/2014/main" id="{B7E9B45C-CA7F-EE6E-A758-089727FF76A9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3" name="pg3673">
                <a:extLst>
                  <a:ext uri="{FF2B5EF4-FFF2-40B4-BE49-F238E27FC236}">
                    <a16:creationId xmlns:a16="http://schemas.microsoft.com/office/drawing/2014/main" id="{509720E2-779B-AFE2-65A8-ABAEF3568352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4" name="pg3674">
                <a:extLst>
                  <a:ext uri="{FF2B5EF4-FFF2-40B4-BE49-F238E27FC236}">
                    <a16:creationId xmlns:a16="http://schemas.microsoft.com/office/drawing/2014/main" id="{08F9E5F3-75AF-8404-DEF9-1E162F0AF590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5" name="pg3675">
                <a:extLst>
                  <a:ext uri="{FF2B5EF4-FFF2-40B4-BE49-F238E27FC236}">
                    <a16:creationId xmlns:a16="http://schemas.microsoft.com/office/drawing/2014/main" id="{B74E5C42-A182-0784-0B62-D909937578C9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6" name="pg3676">
                <a:extLst>
                  <a:ext uri="{FF2B5EF4-FFF2-40B4-BE49-F238E27FC236}">
                    <a16:creationId xmlns:a16="http://schemas.microsoft.com/office/drawing/2014/main" id="{E54A3169-BE16-995D-95DA-7583922D644F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7" name="pg3677">
                <a:extLst>
                  <a:ext uri="{FF2B5EF4-FFF2-40B4-BE49-F238E27FC236}">
                    <a16:creationId xmlns:a16="http://schemas.microsoft.com/office/drawing/2014/main" id="{4B2B7C52-25DF-9622-E0A2-1E6420588CA5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8" name="pg3678">
                <a:extLst>
                  <a:ext uri="{FF2B5EF4-FFF2-40B4-BE49-F238E27FC236}">
                    <a16:creationId xmlns:a16="http://schemas.microsoft.com/office/drawing/2014/main" id="{22E9D974-DE4D-901E-C1F4-AFFC9294A8A7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9" name="pg3679">
                <a:extLst>
                  <a:ext uri="{FF2B5EF4-FFF2-40B4-BE49-F238E27FC236}">
                    <a16:creationId xmlns:a16="http://schemas.microsoft.com/office/drawing/2014/main" id="{D576AD60-2674-FB40-ED3F-4FDA772D1002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0" name="pg3680">
                <a:extLst>
                  <a:ext uri="{FF2B5EF4-FFF2-40B4-BE49-F238E27FC236}">
                    <a16:creationId xmlns:a16="http://schemas.microsoft.com/office/drawing/2014/main" id="{9DED2AF0-B923-18E4-CFF7-8711C263ADCA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1" name="pg3681">
                <a:extLst>
                  <a:ext uri="{FF2B5EF4-FFF2-40B4-BE49-F238E27FC236}">
                    <a16:creationId xmlns:a16="http://schemas.microsoft.com/office/drawing/2014/main" id="{0670C50B-DF6B-284D-3ACD-EB5893FAB8EE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2" name="pg3682">
                <a:extLst>
                  <a:ext uri="{FF2B5EF4-FFF2-40B4-BE49-F238E27FC236}">
                    <a16:creationId xmlns:a16="http://schemas.microsoft.com/office/drawing/2014/main" id="{5A31BC46-0900-D4D4-B255-67FE9100394F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3" name="pg3683">
                <a:extLst>
                  <a:ext uri="{FF2B5EF4-FFF2-40B4-BE49-F238E27FC236}">
                    <a16:creationId xmlns:a16="http://schemas.microsoft.com/office/drawing/2014/main" id="{5479C782-1790-5EF5-6F48-D306608167B1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4" name="pg3684">
                <a:extLst>
                  <a:ext uri="{FF2B5EF4-FFF2-40B4-BE49-F238E27FC236}">
                    <a16:creationId xmlns:a16="http://schemas.microsoft.com/office/drawing/2014/main" id="{30ADD8CD-D6B7-CCE7-5CB4-37D70663EC7F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5" name="pg3685">
                <a:extLst>
                  <a:ext uri="{FF2B5EF4-FFF2-40B4-BE49-F238E27FC236}">
                    <a16:creationId xmlns:a16="http://schemas.microsoft.com/office/drawing/2014/main" id="{87D80293-6A12-DCFA-7090-E31D87E1FFA9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6" name="pg3686">
                <a:extLst>
                  <a:ext uri="{FF2B5EF4-FFF2-40B4-BE49-F238E27FC236}">
                    <a16:creationId xmlns:a16="http://schemas.microsoft.com/office/drawing/2014/main" id="{43DA32D9-422E-7EFF-F376-C374DCD97B9A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7" name="pg3687">
                <a:extLst>
                  <a:ext uri="{FF2B5EF4-FFF2-40B4-BE49-F238E27FC236}">
                    <a16:creationId xmlns:a16="http://schemas.microsoft.com/office/drawing/2014/main" id="{85AF0DD8-83F0-77DC-3984-E0328F73E1D0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8" name="pg3688">
                <a:extLst>
                  <a:ext uri="{FF2B5EF4-FFF2-40B4-BE49-F238E27FC236}">
                    <a16:creationId xmlns:a16="http://schemas.microsoft.com/office/drawing/2014/main" id="{7433AAFE-6316-C636-91C7-BD88EAEE1E56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9" name="pg3689">
                <a:extLst>
                  <a:ext uri="{FF2B5EF4-FFF2-40B4-BE49-F238E27FC236}">
                    <a16:creationId xmlns:a16="http://schemas.microsoft.com/office/drawing/2014/main" id="{DA0C7E80-69C6-5EBC-E0F2-405C6798571A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0" name="pg3690">
                <a:extLst>
                  <a:ext uri="{FF2B5EF4-FFF2-40B4-BE49-F238E27FC236}">
                    <a16:creationId xmlns:a16="http://schemas.microsoft.com/office/drawing/2014/main" id="{B772463B-333B-7F19-F6A2-BB47EF1B9C31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1" name="pg3691">
                <a:extLst>
                  <a:ext uri="{FF2B5EF4-FFF2-40B4-BE49-F238E27FC236}">
                    <a16:creationId xmlns:a16="http://schemas.microsoft.com/office/drawing/2014/main" id="{59C59C90-9432-DADF-C65F-B87BECA416A4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2" name="pg3692">
                <a:extLst>
                  <a:ext uri="{FF2B5EF4-FFF2-40B4-BE49-F238E27FC236}">
                    <a16:creationId xmlns:a16="http://schemas.microsoft.com/office/drawing/2014/main" id="{3D164B9A-6C7B-BDF3-290B-9264EBC223F7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3" name="pg3693">
                <a:extLst>
                  <a:ext uri="{FF2B5EF4-FFF2-40B4-BE49-F238E27FC236}">
                    <a16:creationId xmlns:a16="http://schemas.microsoft.com/office/drawing/2014/main" id="{BCF199A3-994E-AF24-74BB-219B5AE10FD3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4" name="pg3694">
                <a:extLst>
                  <a:ext uri="{FF2B5EF4-FFF2-40B4-BE49-F238E27FC236}">
                    <a16:creationId xmlns:a16="http://schemas.microsoft.com/office/drawing/2014/main" id="{6A30318D-D9E1-8F8E-F697-E30540A648FC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5" name="pg3695">
                <a:extLst>
                  <a:ext uri="{FF2B5EF4-FFF2-40B4-BE49-F238E27FC236}">
                    <a16:creationId xmlns:a16="http://schemas.microsoft.com/office/drawing/2014/main" id="{9AC3BC08-08E4-E1ED-2EFA-B574C81B9F51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6" name="pg3696">
                <a:extLst>
                  <a:ext uri="{FF2B5EF4-FFF2-40B4-BE49-F238E27FC236}">
                    <a16:creationId xmlns:a16="http://schemas.microsoft.com/office/drawing/2014/main" id="{651E470B-4474-C596-38A1-CEFFD762A50D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7" name="pg3697">
                <a:extLst>
                  <a:ext uri="{FF2B5EF4-FFF2-40B4-BE49-F238E27FC236}">
                    <a16:creationId xmlns:a16="http://schemas.microsoft.com/office/drawing/2014/main" id="{5EAA593B-6FF5-A26D-A8CD-A57666DED793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8" name="pg3698">
                <a:extLst>
                  <a:ext uri="{FF2B5EF4-FFF2-40B4-BE49-F238E27FC236}">
                    <a16:creationId xmlns:a16="http://schemas.microsoft.com/office/drawing/2014/main" id="{B927BC7E-17EC-8C35-9863-F92F98D0F419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9" name="pg3699">
                <a:extLst>
                  <a:ext uri="{FF2B5EF4-FFF2-40B4-BE49-F238E27FC236}">
                    <a16:creationId xmlns:a16="http://schemas.microsoft.com/office/drawing/2014/main" id="{99E4C0F3-961F-48FC-634B-E4EEDBD0AFC2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0" name="pg3700">
                <a:extLst>
                  <a:ext uri="{FF2B5EF4-FFF2-40B4-BE49-F238E27FC236}">
                    <a16:creationId xmlns:a16="http://schemas.microsoft.com/office/drawing/2014/main" id="{39FBD201-0F20-8F85-E7B8-85969869DF3C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1" name="pg3701">
                <a:extLst>
                  <a:ext uri="{FF2B5EF4-FFF2-40B4-BE49-F238E27FC236}">
                    <a16:creationId xmlns:a16="http://schemas.microsoft.com/office/drawing/2014/main" id="{A51E0AB4-2B27-0B90-6D49-09732EF385E6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2" name="pg3702">
                <a:extLst>
                  <a:ext uri="{FF2B5EF4-FFF2-40B4-BE49-F238E27FC236}">
                    <a16:creationId xmlns:a16="http://schemas.microsoft.com/office/drawing/2014/main" id="{8450B39D-5921-1381-1AB6-660C095B42D5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3" name="pg3703">
                <a:extLst>
                  <a:ext uri="{FF2B5EF4-FFF2-40B4-BE49-F238E27FC236}">
                    <a16:creationId xmlns:a16="http://schemas.microsoft.com/office/drawing/2014/main" id="{9F2634AA-2937-5A43-D1B1-E7C7DB5B2F1E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4" name="pg3704">
                <a:extLst>
                  <a:ext uri="{FF2B5EF4-FFF2-40B4-BE49-F238E27FC236}">
                    <a16:creationId xmlns:a16="http://schemas.microsoft.com/office/drawing/2014/main" id="{3FFAB033-B906-67ED-6816-11A8620F0AC8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5" name="pg3705">
                <a:extLst>
                  <a:ext uri="{FF2B5EF4-FFF2-40B4-BE49-F238E27FC236}">
                    <a16:creationId xmlns:a16="http://schemas.microsoft.com/office/drawing/2014/main" id="{E37F66B4-1D29-26E8-6A42-EF6264E05AAE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6" name="pg3706">
                <a:extLst>
                  <a:ext uri="{FF2B5EF4-FFF2-40B4-BE49-F238E27FC236}">
                    <a16:creationId xmlns:a16="http://schemas.microsoft.com/office/drawing/2014/main" id="{A1082CE4-21E3-E668-4B24-756D43000B61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7" name="pg3707">
                <a:extLst>
                  <a:ext uri="{FF2B5EF4-FFF2-40B4-BE49-F238E27FC236}">
                    <a16:creationId xmlns:a16="http://schemas.microsoft.com/office/drawing/2014/main" id="{1FA8B357-975D-A222-9E24-8A3A68D8866A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8" name="pg3708">
                <a:extLst>
                  <a:ext uri="{FF2B5EF4-FFF2-40B4-BE49-F238E27FC236}">
                    <a16:creationId xmlns:a16="http://schemas.microsoft.com/office/drawing/2014/main" id="{9739317A-317A-814C-D27A-6C5A4819FB3D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9" name="pg3709">
                <a:extLst>
                  <a:ext uri="{FF2B5EF4-FFF2-40B4-BE49-F238E27FC236}">
                    <a16:creationId xmlns:a16="http://schemas.microsoft.com/office/drawing/2014/main" id="{9772ADCD-D0A7-3D38-B1C0-8A61E81DD41C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0" name="pg3710">
                <a:extLst>
                  <a:ext uri="{FF2B5EF4-FFF2-40B4-BE49-F238E27FC236}">
                    <a16:creationId xmlns:a16="http://schemas.microsoft.com/office/drawing/2014/main" id="{36F917A6-7C43-CF37-02AF-CE5D7083E502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1" name="pg3711">
                <a:extLst>
                  <a:ext uri="{FF2B5EF4-FFF2-40B4-BE49-F238E27FC236}">
                    <a16:creationId xmlns:a16="http://schemas.microsoft.com/office/drawing/2014/main" id="{F54686A5-72AA-F38A-C344-46B3D3C79B45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2" name="pg3712">
                <a:extLst>
                  <a:ext uri="{FF2B5EF4-FFF2-40B4-BE49-F238E27FC236}">
                    <a16:creationId xmlns:a16="http://schemas.microsoft.com/office/drawing/2014/main" id="{39B44BE8-447F-4707-5A10-820E8EB8D3BB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3" name="pg3713">
                <a:extLst>
                  <a:ext uri="{FF2B5EF4-FFF2-40B4-BE49-F238E27FC236}">
                    <a16:creationId xmlns:a16="http://schemas.microsoft.com/office/drawing/2014/main" id="{5DE826F2-CCA3-677C-717B-36D50EEFE625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4" name="pg3714">
                <a:extLst>
                  <a:ext uri="{FF2B5EF4-FFF2-40B4-BE49-F238E27FC236}">
                    <a16:creationId xmlns:a16="http://schemas.microsoft.com/office/drawing/2014/main" id="{07966F90-58C2-40FE-EB92-8533DE184DB3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5" name="pg3715">
                <a:extLst>
                  <a:ext uri="{FF2B5EF4-FFF2-40B4-BE49-F238E27FC236}">
                    <a16:creationId xmlns:a16="http://schemas.microsoft.com/office/drawing/2014/main" id="{204CD8B9-81F6-4859-ED7F-7A66D18540BC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6" name="pg3716">
                <a:extLst>
                  <a:ext uri="{FF2B5EF4-FFF2-40B4-BE49-F238E27FC236}">
                    <a16:creationId xmlns:a16="http://schemas.microsoft.com/office/drawing/2014/main" id="{AC694BAF-A67E-CE90-FA8E-022580E10EB9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7" name="pg3717">
                <a:extLst>
                  <a:ext uri="{FF2B5EF4-FFF2-40B4-BE49-F238E27FC236}">
                    <a16:creationId xmlns:a16="http://schemas.microsoft.com/office/drawing/2014/main" id="{A6C49358-9654-08EE-F874-D87EAE028E2C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8" name="pg3718">
                <a:extLst>
                  <a:ext uri="{FF2B5EF4-FFF2-40B4-BE49-F238E27FC236}">
                    <a16:creationId xmlns:a16="http://schemas.microsoft.com/office/drawing/2014/main" id="{D4CECD05-9EA9-862C-D331-85D061DB8DD0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9" name="pg3719">
                <a:extLst>
                  <a:ext uri="{FF2B5EF4-FFF2-40B4-BE49-F238E27FC236}">
                    <a16:creationId xmlns:a16="http://schemas.microsoft.com/office/drawing/2014/main" id="{7453312A-1C73-6A7B-C963-DB7067AEEC8D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0" name="pg3720">
                <a:extLst>
                  <a:ext uri="{FF2B5EF4-FFF2-40B4-BE49-F238E27FC236}">
                    <a16:creationId xmlns:a16="http://schemas.microsoft.com/office/drawing/2014/main" id="{DE231805-8D74-B1DE-1D7B-56B4DC51F1FB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1" name="pg3721">
                <a:extLst>
                  <a:ext uri="{FF2B5EF4-FFF2-40B4-BE49-F238E27FC236}">
                    <a16:creationId xmlns:a16="http://schemas.microsoft.com/office/drawing/2014/main" id="{419E78DC-1C85-8D00-6F4B-F936EA8C3DA9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2" name="pg3722">
                <a:extLst>
                  <a:ext uri="{FF2B5EF4-FFF2-40B4-BE49-F238E27FC236}">
                    <a16:creationId xmlns:a16="http://schemas.microsoft.com/office/drawing/2014/main" id="{463A7B61-A5D7-B65E-3FD6-205B93DD2A8F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3" name="pg3723">
                <a:extLst>
                  <a:ext uri="{FF2B5EF4-FFF2-40B4-BE49-F238E27FC236}">
                    <a16:creationId xmlns:a16="http://schemas.microsoft.com/office/drawing/2014/main" id="{26ADD26C-0F3B-2741-66BE-632FFED7A623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4" name="pg3724">
                <a:extLst>
                  <a:ext uri="{FF2B5EF4-FFF2-40B4-BE49-F238E27FC236}">
                    <a16:creationId xmlns:a16="http://schemas.microsoft.com/office/drawing/2014/main" id="{542BA017-E48C-1C5D-A7B3-0BCE1D9FA539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5" name="pg3725">
                <a:extLst>
                  <a:ext uri="{FF2B5EF4-FFF2-40B4-BE49-F238E27FC236}">
                    <a16:creationId xmlns:a16="http://schemas.microsoft.com/office/drawing/2014/main" id="{2D47D2E6-0C77-9EAB-C12C-2F94053EAA8F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6" name="pg3726">
                <a:extLst>
                  <a:ext uri="{FF2B5EF4-FFF2-40B4-BE49-F238E27FC236}">
                    <a16:creationId xmlns:a16="http://schemas.microsoft.com/office/drawing/2014/main" id="{DE049304-0302-6BDD-9A3C-63EA17753325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7" name="pg3727">
                <a:extLst>
                  <a:ext uri="{FF2B5EF4-FFF2-40B4-BE49-F238E27FC236}">
                    <a16:creationId xmlns:a16="http://schemas.microsoft.com/office/drawing/2014/main" id="{610B6415-8EDC-C57D-30B6-406D30BFB495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8" name="pg3728">
                <a:extLst>
                  <a:ext uri="{FF2B5EF4-FFF2-40B4-BE49-F238E27FC236}">
                    <a16:creationId xmlns:a16="http://schemas.microsoft.com/office/drawing/2014/main" id="{C6247596-B850-C53E-103F-9023CFD0D1DD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9" name="pg3729">
                <a:extLst>
                  <a:ext uri="{FF2B5EF4-FFF2-40B4-BE49-F238E27FC236}">
                    <a16:creationId xmlns:a16="http://schemas.microsoft.com/office/drawing/2014/main" id="{035F96C9-5A97-38F3-EAEF-B1E3BE7346E7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0" name="pg3730">
                <a:extLst>
                  <a:ext uri="{FF2B5EF4-FFF2-40B4-BE49-F238E27FC236}">
                    <a16:creationId xmlns:a16="http://schemas.microsoft.com/office/drawing/2014/main" id="{D29EF301-9DD9-FEC3-EE98-281E675624CD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1" name="pg3731">
                <a:extLst>
                  <a:ext uri="{FF2B5EF4-FFF2-40B4-BE49-F238E27FC236}">
                    <a16:creationId xmlns:a16="http://schemas.microsoft.com/office/drawing/2014/main" id="{C0305A8A-0089-F08E-F2D3-6D31C61A752B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2" name="pg3732">
                <a:extLst>
                  <a:ext uri="{FF2B5EF4-FFF2-40B4-BE49-F238E27FC236}">
                    <a16:creationId xmlns:a16="http://schemas.microsoft.com/office/drawing/2014/main" id="{B391F33F-8AD7-6607-FE5F-F7DBB00BA722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3" name="pg3733">
                <a:extLst>
                  <a:ext uri="{FF2B5EF4-FFF2-40B4-BE49-F238E27FC236}">
                    <a16:creationId xmlns:a16="http://schemas.microsoft.com/office/drawing/2014/main" id="{0891C1D4-5903-8E04-A028-9BBD3B6099EA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4" name="pg3734">
                <a:extLst>
                  <a:ext uri="{FF2B5EF4-FFF2-40B4-BE49-F238E27FC236}">
                    <a16:creationId xmlns:a16="http://schemas.microsoft.com/office/drawing/2014/main" id="{684F9596-AE6A-CB77-7F56-33264F63D7C8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5" name="pg3735">
                <a:extLst>
                  <a:ext uri="{FF2B5EF4-FFF2-40B4-BE49-F238E27FC236}">
                    <a16:creationId xmlns:a16="http://schemas.microsoft.com/office/drawing/2014/main" id="{E3E16E4F-D19B-0871-49E6-03417AC49A15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6" name="pg3736">
                <a:extLst>
                  <a:ext uri="{FF2B5EF4-FFF2-40B4-BE49-F238E27FC236}">
                    <a16:creationId xmlns:a16="http://schemas.microsoft.com/office/drawing/2014/main" id="{07780267-C348-6BF0-9986-03585C81FFBB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7" name="pg3737">
                <a:extLst>
                  <a:ext uri="{FF2B5EF4-FFF2-40B4-BE49-F238E27FC236}">
                    <a16:creationId xmlns:a16="http://schemas.microsoft.com/office/drawing/2014/main" id="{27DB74E8-E5F4-9836-807D-AD5E573A0BE7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8" name="pg3738">
                <a:extLst>
                  <a:ext uri="{FF2B5EF4-FFF2-40B4-BE49-F238E27FC236}">
                    <a16:creationId xmlns:a16="http://schemas.microsoft.com/office/drawing/2014/main" id="{83BCB57C-22B9-0338-91DE-B07508EB00FD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9" name="pg3739">
                <a:extLst>
                  <a:ext uri="{FF2B5EF4-FFF2-40B4-BE49-F238E27FC236}">
                    <a16:creationId xmlns:a16="http://schemas.microsoft.com/office/drawing/2014/main" id="{BBEAF7AE-AB45-1BFF-258A-D28E32369155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0" name="pg3740">
                <a:extLst>
                  <a:ext uri="{FF2B5EF4-FFF2-40B4-BE49-F238E27FC236}">
                    <a16:creationId xmlns:a16="http://schemas.microsoft.com/office/drawing/2014/main" id="{B8B7B9A8-FB68-5F35-D002-3DEC265539CA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1" name="pg3741">
                <a:extLst>
                  <a:ext uri="{FF2B5EF4-FFF2-40B4-BE49-F238E27FC236}">
                    <a16:creationId xmlns:a16="http://schemas.microsoft.com/office/drawing/2014/main" id="{1E0B3FE9-763F-6D88-65A3-C21DC1D4E40C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2" name="pg3742">
                <a:extLst>
                  <a:ext uri="{FF2B5EF4-FFF2-40B4-BE49-F238E27FC236}">
                    <a16:creationId xmlns:a16="http://schemas.microsoft.com/office/drawing/2014/main" id="{8542ECAD-1C56-F533-5F96-81F076383BA4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3" name="pg3743">
                <a:extLst>
                  <a:ext uri="{FF2B5EF4-FFF2-40B4-BE49-F238E27FC236}">
                    <a16:creationId xmlns:a16="http://schemas.microsoft.com/office/drawing/2014/main" id="{A2E888DB-92E8-EC13-A766-2CD846134ECC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4" name="pg3744">
                <a:extLst>
                  <a:ext uri="{FF2B5EF4-FFF2-40B4-BE49-F238E27FC236}">
                    <a16:creationId xmlns:a16="http://schemas.microsoft.com/office/drawing/2014/main" id="{07814EFD-C2E4-B7DD-80A1-9D4E9247450F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5" name="pg3745">
                <a:extLst>
                  <a:ext uri="{FF2B5EF4-FFF2-40B4-BE49-F238E27FC236}">
                    <a16:creationId xmlns:a16="http://schemas.microsoft.com/office/drawing/2014/main" id="{6577F036-A044-A1E4-1973-0A043E65ED6E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6" name="pg3746">
                <a:extLst>
                  <a:ext uri="{FF2B5EF4-FFF2-40B4-BE49-F238E27FC236}">
                    <a16:creationId xmlns:a16="http://schemas.microsoft.com/office/drawing/2014/main" id="{45035839-14EA-476E-D083-D465FD2121B3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7" name="pg3747">
                <a:extLst>
                  <a:ext uri="{FF2B5EF4-FFF2-40B4-BE49-F238E27FC236}">
                    <a16:creationId xmlns:a16="http://schemas.microsoft.com/office/drawing/2014/main" id="{DF530F19-71B9-6640-DBBD-6086DB6C7BC0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8" name="pg3748">
                <a:extLst>
                  <a:ext uri="{FF2B5EF4-FFF2-40B4-BE49-F238E27FC236}">
                    <a16:creationId xmlns:a16="http://schemas.microsoft.com/office/drawing/2014/main" id="{FF23F425-47F2-FBA0-5C64-2CF6D27D2B07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9" name="pg3749">
                <a:extLst>
                  <a:ext uri="{FF2B5EF4-FFF2-40B4-BE49-F238E27FC236}">
                    <a16:creationId xmlns:a16="http://schemas.microsoft.com/office/drawing/2014/main" id="{9CB75DDD-32D5-D00B-44DC-4043BC5E104D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0" name="pg3750">
                <a:extLst>
                  <a:ext uri="{FF2B5EF4-FFF2-40B4-BE49-F238E27FC236}">
                    <a16:creationId xmlns:a16="http://schemas.microsoft.com/office/drawing/2014/main" id="{383EEBFA-EB39-1AF7-F5F9-057E3EFF98B1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1" name="pg3751">
                <a:extLst>
                  <a:ext uri="{FF2B5EF4-FFF2-40B4-BE49-F238E27FC236}">
                    <a16:creationId xmlns:a16="http://schemas.microsoft.com/office/drawing/2014/main" id="{9585EB72-333F-1691-5830-B780BADD99A5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2" name="pg3752">
                <a:extLst>
                  <a:ext uri="{FF2B5EF4-FFF2-40B4-BE49-F238E27FC236}">
                    <a16:creationId xmlns:a16="http://schemas.microsoft.com/office/drawing/2014/main" id="{56786A25-FCC3-38EA-D5E8-C35AEA498F5B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3" name="pg3753">
                <a:extLst>
                  <a:ext uri="{FF2B5EF4-FFF2-40B4-BE49-F238E27FC236}">
                    <a16:creationId xmlns:a16="http://schemas.microsoft.com/office/drawing/2014/main" id="{FE58AA82-3DA8-C739-5045-3A40E96C8B16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4" name="pg3754">
                <a:extLst>
                  <a:ext uri="{FF2B5EF4-FFF2-40B4-BE49-F238E27FC236}">
                    <a16:creationId xmlns:a16="http://schemas.microsoft.com/office/drawing/2014/main" id="{D427C8F5-7FF4-6544-5CF3-ED6C720F2507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5" name="pg3755">
                <a:extLst>
                  <a:ext uri="{FF2B5EF4-FFF2-40B4-BE49-F238E27FC236}">
                    <a16:creationId xmlns:a16="http://schemas.microsoft.com/office/drawing/2014/main" id="{97573BC5-F848-F9DE-23D8-5396AF556268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6" name="pg3756">
                <a:extLst>
                  <a:ext uri="{FF2B5EF4-FFF2-40B4-BE49-F238E27FC236}">
                    <a16:creationId xmlns:a16="http://schemas.microsoft.com/office/drawing/2014/main" id="{F0D518D8-3BEE-87ED-5C3A-0A63340CF407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7" name="pg3757">
                <a:extLst>
                  <a:ext uri="{FF2B5EF4-FFF2-40B4-BE49-F238E27FC236}">
                    <a16:creationId xmlns:a16="http://schemas.microsoft.com/office/drawing/2014/main" id="{588FA2DD-E77F-5656-8881-41A8EB30D45F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8" name="pg3758">
                <a:extLst>
                  <a:ext uri="{FF2B5EF4-FFF2-40B4-BE49-F238E27FC236}">
                    <a16:creationId xmlns:a16="http://schemas.microsoft.com/office/drawing/2014/main" id="{02A59D20-AEE0-ABAB-5A64-F88660236454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9" name="pg3759">
                <a:extLst>
                  <a:ext uri="{FF2B5EF4-FFF2-40B4-BE49-F238E27FC236}">
                    <a16:creationId xmlns:a16="http://schemas.microsoft.com/office/drawing/2014/main" id="{3E1E6584-C99B-A6AC-FD38-798EF41200A4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0" name="pg3760">
                <a:extLst>
                  <a:ext uri="{FF2B5EF4-FFF2-40B4-BE49-F238E27FC236}">
                    <a16:creationId xmlns:a16="http://schemas.microsoft.com/office/drawing/2014/main" id="{966636FD-A532-20D9-3AB8-B1F06CCA7917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1" name="pg3761">
                <a:extLst>
                  <a:ext uri="{FF2B5EF4-FFF2-40B4-BE49-F238E27FC236}">
                    <a16:creationId xmlns:a16="http://schemas.microsoft.com/office/drawing/2014/main" id="{60151120-076B-9357-8DA7-A27553AB76FA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2" name="pg3762">
                <a:extLst>
                  <a:ext uri="{FF2B5EF4-FFF2-40B4-BE49-F238E27FC236}">
                    <a16:creationId xmlns:a16="http://schemas.microsoft.com/office/drawing/2014/main" id="{673BFAE5-714D-A129-D26F-25D6CCC46A2C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3" name="pg3763">
                <a:extLst>
                  <a:ext uri="{FF2B5EF4-FFF2-40B4-BE49-F238E27FC236}">
                    <a16:creationId xmlns:a16="http://schemas.microsoft.com/office/drawing/2014/main" id="{F6A85F22-CBED-C3DB-1989-C28DA791856B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4" name="pg3764">
                <a:extLst>
                  <a:ext uri="{FF2B5EF4-FFF2-40B4-BE49-F238E27FC236}">
                    <a16:creationId xmlns:a16="http://schemas.microsoft.com/office/drawing/2014/main" id="{2EDDD129-7175-CA42-CF17-23CFE72A688A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5" name="pg3765">
                <a:extLst>
                  <a:ext uri="{FF2B5EF4-FFF2-40B4-BE49-F238E27FC236}">
                    <a16:creationId xmlns:a16="http://schemas.microsoft.com/office/drawing/2014/main" id="{B03B36E2-06D5-3FC7-A1EA-7440120718C5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6" name="pg3766">
                <a:extLst>
                  <a:ext uri="{FF2B5EF4-FFF2-40B4-BE49-F238E27FC236}">
                    <a16:creationId xmlns:a16="http://schemas.microsoft.com/office/drawing/2014/main" id="{832909B9-9070-2BC3-2810-4154A8BC0F84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7" name="pg3767">
                <a:extLst>
                  <a:ext uri="{FF2B5EF4-FFF2-40B4-BE49-F238E27FC236}">
                    <a16:creationId xmlns:a16="http://schemas.microsoft.com/office/drawing/2014/main" id="{C4A6D52A-920D-35F0-D12E-4F180C3491BD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8" name="pg3768">
                <a:extLst>
                  <a:ext uri="{FF2B5EF4-FFF2-40B4-BE49-F238E27FC236}">
                    <a16:creationId xmlns:a16="http://schemas.microsoft.com/office/drawing/2014/main" id="{A44DA01C-CAF8-E00C-BE42-9A7819B2DB71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9" name="pg3769">
                <a:extLst>
                  <a:ext uri="{FF2B5EF4-FFF2-40B4-BE49-F238E27FC236}">
                    <a16:creationId xmlns:a16="http://schemas.microsoft.com/office/drawing/2014/main" id="{F9E0F1F3-AB6E-12C1-8957-F16E027E0B59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0" name="pg3770">
                <a:extLst>
                  <a:ext uri="{FF2B5EF4-FFF2-40B4-BE49-F238E27FC236}">
                    <a16:creationId xmlns:a16="http://schemas.microsoft.com/office/drawing/2014/main" id="{0CAC2981-F582-91B5-CFCA-65E0E7805C9D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1" name="pg3771">
                <a:extLst>
                  <a:ext uri="{FF2B5EF4-FFF2-40B4-BE49-F238E27FC236}">
                    <a16:creationId xmlns:a16="http://schemas.microsoft.com/office/drawing/2014/main" id="{202B7FAE-2AB8-4673-8779-D163132BEA46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2" name="pg3772">
                <a:extLst>
                  <a:ext uri="{FF2B5EF4-FFF2-40B4-BE49-F238E27FC236}">
                    <a16:creationId xmlns:a16="http://schemas.microsoft.com/office/drawing/2014/main" id="{14A088CA-D981-6826-7F21-4F2AA89CB7BC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3" name="pg3773">
                <a:extLst>
                  <a:ext uri="{FF2B5EF4-FFF2-40B4-BE49-F238E27FC236}">
                    <a16:creationId xmlns:a16="http://schemas.microsoft.com/office/drawing/2014/main" id="{C4959736-9A5C-3EE2-A554-3B3CF7DB53BC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4" name="pg3774">
                <a:extLst>
                  <a:ext uri="{FF2B5EF4-FFF2-40B4-BE49-F238E27FC236}">
                    <a16:creationId xmlns:a16="http://schemas.microsoft.com/office/drawing/2014/main" id="{B137981C-AD13-8B88-13B0-98A54BEFE752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5" name="pg3775">
                <a:extLst>
                  <a:ext uri="{FF2B5EF4-FFF2-40B4-BE49-F238E27FC236}">
                    <a16:creationId xmlns:a16="http://schemas.microsoft.com/office/drawing/2014/main" id="{BC1A7606-B2A6-49B6-23F2-1C55AF0346E1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6" name="pg3776">
                <a:extLst>
                  <a:ext uri="{FF2B5EF4-FFF2-40B4-BE49-F238E27FC236}">
                    <a16:creationId xmlns:a16="http://schemas.microsoft.com/office/drawing/2014/main" id="{D1C6B46F-D469-F992-7914-7A2627C4B9E2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7" name="pg3777">
                <a:extLst>
                  <a:ext uri="{FF2B5EF4-FFF2-40B4-BE49-F238E27FC236}">
                    <a16:creationId xmlns:a16="http://schemas.microsoft.com/office/drawing/2014/main" id="{AEE78D5F-5E86-CB77-F338-B39C1EBBC131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8" name="pg3778">
                <a:extLst>
                  <a:ext uri="{FF2B5EF4-FFF2-40B4-BE49-F238E27FC236}">
                    <a16:creationId xmlns:a16="http://schemas.microsoft.com/office/drawing/2014/main" id="{F1699ABB-DF09-ED61-235E-3B3C5B9D01A2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9" name="pg3779">
                <a:extLst>
                  <a:ext uri="{FF2B5EF4-FFF2-40B4-BE49-F238E27FC236}">
                    <a16:creationId xmlns:a16="http://schemas.microsoft.com/office/drawing/2014/main" id="{EA982361-D6AC-F5E9-6C52-02782F8F2BB6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0" name="pg3780">
                <a:extLst>
                  <a:ext uri="{FF2B5EF4-FFF2-40B4-BE49-F238E27FC236}">
                    <a16:creationId xmlns:a16="http://schemas.microsoft.com/office/drawing/2014/main" id="{2307E6B2-B772-3EE1-1D41-491A4DE2DC81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1" name="pg3781">
                <a:extLst>
                  <a:ext uri="{FF2B5EF4-FFF2-40B4-BE49-F238E27FC236}">
                    <a16:creationId xmlns:a16="http://schemas.microsoft.com/office/drawing/2014/main" id="{E5C5A464-4A16-1182-97BA-7C242E683149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2" name="pg3782">
                <a:extLst>
                  <a:ext uri="{FF2B5EF4-FFF2-40B4-BE49-F238E27FC236}">
                    <a16:creationId xmlns:a16="http://schemas.microsoft.com/office/drawing/2014/main" id="{BC0EE3E9-5704-20E5-3A9C-DEC03DAB1E34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3" name="pg3783">
                <a:extLst>
                  <a:ext uri="{FF2B5EF4-FFF2-40B4-BE49-F238E27FC236}">
                    <a16:creationId xmlns:a16="http://schemas.microsoft.com/office/drawing/2014/main" id="{A222E7E4-6E4A-C601-415D-7C5FFDD341EE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4" name="pg3784">
                <a:extLst>
                  <a:ext uri="{FF2B5EF4-FFF2-40B4-BE49-F238E27FC236}">
                    <a16:creationId xmlns:a16="http://schemas.microsoft.com/office/drawing/2014/main" id="{AED8A126-82D9-E10C-1BE6-4164CDD9E093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5" name="pg3785">
                <a:extLst>
                  <a:ext uri="{FF2B5EF4-FFF2-40B4-BE49-F238E27FC236}">
                    <a16:creationId xmlns:a16="http://schemas.microsoft.com/office/drawing/2014/main" id="{FDDFE3E9-451F-470C-EB27-F6C92FBF9547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6" name="pg3786">
                <a:extLst>
                  <a:ext uri="{FF2B5EF4-FFF2-40B4-BE49-F238E27FC236}">
                    <a16:creationId xmlns:a16="http://schemas.microsoft.com/office/drawing/2014/main" id="{F96572F8-A7CE-BE4F-7EAE-20A7C27350B9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7" name="pg3787">
                <a:extLst>
                  <a:ext uri="{FF2B5EF4-FFF2-40B4-BE49-F238E27FC236}">
                    <a16:creationId xmlns:a16="http://schemas.microsoft.com/office/drawing/2014/main" id="{E4B4ACCF-E910-9530-CEB3-5D760DDD8020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8" name="pg3788">
                <a:extLst>
                  <a:ext uri="{FF2B5EF4-FFF2-40B4-BE49-F238E27FC236}">
                    <a16:creationId xmlns:a16="http://schemas.microsoft.com/office/drawing/2014/main" id="{F5364031-017C-AD8C-32F6-E79654D26D4F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9" name="pg3789">
                <a:extLst>
                  <a:ext uri="{FF2B5EF4-FFF2-40B4-BE49-F238E27FC236}">
                    <a16:creationId xmlns:a16="http://schemas.microsoft.com/office/drawing/2014/main" id="{8D8FD6F1-7114-0F26-8BA4-5F0D0EDE7C57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0" name="pg3790">
                <a:extLst>
                  <a:ext uri="{FF2B5EF4-FFF2-40B4-BE49-F238E27FC236}">
                    <a16:creationId xmlns:a16="http://schemas.microsoft.com/office/drawing/2014/main" id="{56969471-650E-D1C1-D195-D3AB1A608F89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1" name="pg3791">
                <a:extLst>
                  <a:ext uri="{FF2B5EF4-FFF2-40B4-BE49-F238E27FC236}">
                    <a16:creationId xmlns:a16="http://schemas.microsoft.com/office/drawing/2014/main" id="{CB2706FE-AA1E-EAD7-6C32-53CDEC4727C6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2" name="pg3792">
                <a:extLst>
                  <a:ext uri="{FF2B5EF4-FFF2-40B4-BE49-F238E27FC236}">
                    <a16:creationId xmlns:a16="http://schemas.microsoft.com/office/drawing/2014/main" id="{B1EDAC23-D0FC-53BC-530B-021EBEDAD1C8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3" name="pg3793">
                <a:extLst>
                  <a:ext uri="{FF2B5EF4-FFF2-40B4-BE49-F238E27FC236}">
                    <a16:creationId xmlns:a16="http://schemas.microsoft.com/office/drawing/2014/main" id="{56BA174C-E2FF-34F9-AAA8-E1C10580F43B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4" name="pg3794">
                <a:extLst>
                  <a:ext uri="{FF2B5EF4-FFF2-40B4-BE49-F238E27FC236}">
                    <a16:creationId xmlns:a16="http://schemas.microsoft.com/office/drawing/2014/main" id="{CBAFF4B6-1861-956F-3D86-62A457AFC871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5" name="pg3795">
                <a:extLst>
                  <a:ext uri="{FF2B5EF4-FFF2-40B4-BE49-F238E27FC236}">
                    <a16:creationId xmlns:a16="http://schemas.microsoft.com/office/drawing/2014/main" id="{17B78AD0-F553-9238-0FA0-9BDAE45E47B9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6" name="pg3796">
                <a:extLst>
                  <a:ext uri="{FF2B5EF4-FFF2-40B4-BE49-F238E27FC236}">
                    <a16:creationId xmlns:a16="http://schemas.microsoft.com/office/drawing/2014/main" id="{020F859E-C17E-23CC-1D68-B462D15A8533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7" name="pg3797">
                <a:extLst>
                  <a:ext uri="{FF2B5EF4-FFF2-40B4-BE49-F238E27FC236}">
                    <a16:creationId xmlns:a16="http://schemas.microsoft.com/office/drawing/2014/main" id="{5EBD01B5-897E-CD89-100B-69F9FB26AD45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8" name="pg3798">
                <a:extLst>
                  <a:ext uri="{FF2B5EF4-FFF2-40B4-BE49-F238E27FC236}">
                    <a16:creationId xmlns:a16="http://schemas.microsoft.com/office/drawing/2014/main" id="{D067FDA9-67FE-8F67-BBE3-D8F4C1170FFE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9" name="pg3799">
                <a:extLst>
                  <a:ext uri="{FF2B5EF4-FFF2-40B4-BE49-F238E27FC236}">
                    <a16:creationId xmlns:a16="http://schemas.microsoft.com/office/drawing/2014/main" id="{A52E3E81-33F1-70B7-73DB-197490A2A2E6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0" name="pg3800">
                <a:extLst>
                  <a:ext uri="{FF2B5EF4-FFF2-40B4-BE49-F238E27FC236}">
                    <a16:creationId xmlns:a16="http://schemas.microsoft.com/office/drawing/2014/main" id="{1E941699-4C5A-B49C-B1B8-40510538D9C5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1" name="pg3801">
                <a:extLst>
                  <a:ext uri="{FF2B5EF4-FFF2-40B4-BE49-F238E27FC236}">
                    <a16:creationId xmlns:a16="http://schemas.microsoft.com/office/drawing/2014/main" id="{C5CD1179-19A4-C5AE-410A-CD008E0B5839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2" name="pg3802">
                <a:extLst>
                  <a:ext uri="{FF2B5EF4-FFF2-40B4-BE49-F238E27FC236}">
                    <a16:creationId xmlns:a16="http://schemas.microsoft.com/office/drawing/2014/main" id="{2A304944-D135-D836-C21D-662B5BC31263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3" name="pg3803">
                <a:extLst>
                  <a:ext uri="{FF2B5EF4-FFF2-40B4-BE49-F238E27FC236}">
                    <a16:creationId xmlns:a16="http://schemas.microsoft.com/office/drawing/2014/main" id="{EE323064-ADEA-BF6F-7CED-9C9C9B68E2BC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4" name="pg3804">
                <a:extLst>
                  <a:ext uri="{FF2B5EF4-FFF2-40B4-BE49-F238E27FC236}">
                    <a16:creationId xmlns:a16="http://schemas.microsoft.com/office/drawing/2014/main" id="{99169735-855C-370D-F5FF-23D2C6CB5971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5" name="pg3805">
                <a:extLst>
                  <a:ext uri="{FF2B5EF4-FFF2-40B4-BE49-F238E27FC236}">
                    <a16:creationId xmlns:a16="http://schemas.microsoft.com/office/drawing/2014/main" id="{976DEF6D-181B-1F23-973B-A7B1068690DE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6" name="pg3806">
                <a:extLst>
                  <a:ext uri="{FF2B5EF4-FFF2-40B4-BE49-F238E27FC236}">
                    <a16:creationId xmlns:a16="http://schemas.microsoft.com/office/drawing/2014/main" id="{2F4D1FE7-6FBE-35E4-BAFD-4B73D3E87F54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7" name="pg3807">
                <a:extLst>
                  <a:ext uri="{FF2B5EF4-FFF2-40B4-BE49-F238E27FC236}">
                    <a16:creationId xmlns:a16="http://schemas.microsoft.com/office/drawing/2014/main" id="{018D9267-EEEA-4C70-67C6-6B3D0149949E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8" name="pg3808">
                <a:extLst>
                  <a:ext uri="{FF2B5EF4-FFF2-40B4-BE49-F238E27FC236}">
                    <a16:creationId xmlns:a16="http://schemas.microsoft.com/office/drawing/2014/main" id="{51E5C2C8-EE7A-B26A-37FE-2C7608C24781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9" name="pg3809">
                <a:extLst>
                  <a:ext uri="{FF2B5EF4-FFF2-40B4-BE49-F238E27FC236}">
                    <a16:creationId xmlns:a16="http://schemas.microsoft.com/office/drawing/2014/main" id="{51E8E553-F75B-7697-332C-EC972D522789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0" name="pg3810">
                <a:extLst>
                  <a:ext uri="{FF2B5EF4-FFF2-40B4-BE49-F238E27FC236}">
                    <a16:creationId xmlns:a16="http://schemas.microsoft.com/office/drawing/2014/main" id="{F1316866-21E6-7163-266C-33F986546AC4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1" name="pg3811">
                <a:extLst>
                  <a:ext uri="{FF2B5EF4-FFF2-40B4-BE49-F238E27FC236}">
                    <a16:creationId xmlns:a16="http://schemas.microsoft.com/office/drawing/2014/main" id="{AC70B4FF-3779-DF6A-3E81-C40AEB76B5CC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2" name="pg3812">
                <a:extLst>
                  <a:ext uri="{FF2B5EF4-FFF2-40B4-BE49-F238E27FC236}">
                    <a16:creationId xmlns:a16="http://schemas.microsoft.com/office/drawing/2014/main" id="{B49C0CB9-B484-8204-B349-EC831C16D218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3" name="pg3813">
                <a:extLst>
                  <a:ext uri="{FF2B5EF4-FFF2-40B4-BE49-F238E27FC236}">
                    <a16:creationId xmlns:a16="http://schemas.microsoft.com/office/drawing/2014/main" id="{2F4D0E17-E77A-2779-9C86-C94E40F54C8E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4" name="pg3814">
                <a:extLst>
                  <a:ext uri="{FF2B5EF4-FFF2-40B4-BE49-F238E27FC236}">
                    <a16:creationId xmlns:a16="http://schemas.microsoft.com/office/drawing/2014/main" id="{E8C5DE3F-0ED7-6179-1502-A7FDDB320066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5" name="pg3815">
                <a:extLst>
                  <a:ext uri="{FF2B5EF4-FFF2-40B4-BE49-F238E27FC236}">
                    <a16:creationId xmlns:a16="http://schemas.microsoft.com/office/drawing/2014/main" id="{6D99072C-B044-0B92-2DD4-859A2D19E286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6" name="pg3816">
                <a:extLst>
                  <a:ext uri="{FF2B5EF4-FFF2-40B4-BE49-F238E27FC236}">
                    <a16:creationId xmlns:a16="http://schemas.microsoft.com/office/drawing/2014/main" id="{1B7B95D9-A002-65FA-3E9C-BE049056E1C0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7" name="pg3817">
                <a:extLst>
                  <a:ext uri="{FF2B5EF4-FFF2-40B4-BE49-F238E27FC236}">
                    <a16:creationId xmlns:a16="http://schemas.microsoft.com/office/drawing/2014/main" id="{234A3D70-878F-9507-9421-B700C519AD53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8" name="pg3818">
                <a:extLst>
                  <a:ext uri="{FF2B5EF4-FFF2-40B4-BE49-F238E27FC236}">
                    <a16:creationId xmlns:a16="http://schemas.microsoft.com/office/drawing/2014/main" id="{18E52363-4000-4F3E-486B-F21D99E4ADCA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9" name="pg3819">
                <a:extLst>
                  <a:ext uri="{FF2B5EF4-FFF2-40B4-BE49-F238E27FC236}">
                    <a16:creationId xmlns:a16="http://schemas.microsoft.com/office/drawing/2014/main" id="{B5125FF4-FA98-3703-83BC-C0941F4858DA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0" name="pg3820">
                <a:extLst>
                  <a:ext uri="{FF2B5EF4-FFF2-40B4-BE49-F238E27FC236}">
                    <a16:creationId xmlns:a16="http://schemas.microsoft.com/office/drawing/2014/main" id="{0FF2C90F-89C9-F631-4322-9508304CB08C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1" name="pg3821">
                <a:extLst>
                  <a:ext uri="{FF2B5EF4-FFF2-40B4-BE49-F238E27FC236}">
                    <a16:creationId xmlns:a16="http://schemas.microsoft.com/office/drawing/2014/main" id="{09F37CC4-26C1-3D59-010E-59FE82708043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2" name="pg3822">
                <a:extLst>
                  <a:ext uri="{FF2B5EF4-FFF2-40B4-BE49-F238E27FC236}">
                    <a16:creationId xmlns:a16="http://schemas.microsoft.com/office/drawing/2014/main" id="{16E75981-8F48-25FE-5D44-1EA272BEE15D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3" name="pg3823">
                <a:extLst>
                  <a:ext uri="{FF2B5EF4-FFF2-40B4-BE49-F238E27FC236}">
                    <a16:creationId xmlns:a16="http://schemas.microsoft.com/office/drawing/2014/main" id="{F9FC92B5-FA3B-AB9B-2750-6148DB8276D4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4" name="pg3824">
                <a:extLst>
                  <a:ext uri="{FF2B5EF4-FFF2-40B4-BE49-F238E27FC236}">
                    <a16:creationId xmlns:a16="http://schemas.microsoft.com/office/drawing/2014/main" id="{8AB4230E-715C-F9EE-74BF-6371AE1D65DB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5" name="pg3825">
                <a:extLst>
                  <a:ext uri="{FF2B5EF4-FFF2-40B4-BE49-F238E27FC236}">
                    <a16:creationId xmlns:a16="http://schemas.microsoft.com/office/drawing/2014/main" id="{4B8FA1D1-CA92-1EE3-C563-4178D2355ABD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6" name="pg3826">
                <a:extLst>
                  <a:ext uri="{FF2B5EF4-FFF2-40B4-BE49-F238E27FC236}">
                    <a16:creationId xmlns:a16="http://schemas.microsoft.com/office/drawing/2014/main" id="{4D91ED7A-8479-6436-0134-8BAFDBC615F3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7" name="pg3827">
                <a:extLst>
                  <a:ext uri="{FF2B5EF4-FFF2-40B4-BE49-F238E27FC236}">
                    <a16:creationId xmlns:a16="http://schemas.microsoft.com/office/drawing/2014/main" id="{F037DFBF-D71E-E322-E570-052FFE8321DF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8" name="pg3828">
                <a:extLst>
                  <a:ext uri="{FF2B5EF4-FFF2-40B4-BE49-F238E27FC236}">
                    <a16:creationId xmlns:a16="http://schemas.microsoft.com/office/drawing/2014/main" id="{E2F0D9EC-0032-F3F0-6719-AB1E80E420EE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9" name="pg3829">
                <a:extLst>
                  <a:ext uri="{FF2B5EF4-FFF2-40B4-BE49-F238E27FC236}">
                    <a16:creationId xmlns:a16="http://schemas.microsoft.com/office/drawing/2014/main" id="{3AC55E12-983B-3F7E-0BB3-F8D3F6DDC002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0" name="pg3830">
                <a:extLst>
                  <a:ext uri="{FF2B5EF4-FFF2-40B4-BE49-F238E27FC236}">
                    <a16:creationId xmlns:a16="http://schemas.microsoft.com/office/drawing/2014/main" id="{217B1B6A-CEAB-0AF4-E697-EE9FA39AE092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1" name="pg3831">
                <a:extLst>
                  <a:ext uri="{FF2B5EF4-FFF2-40B4-BE49-F238E27FC236}">
                    <a16:creationId xmlns:a16="http://schemas.microsoft.com/office/drawing/2014/main" id="{37B05441-C79C-984B-AD0C-5578046375F5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2" name="pg3832">
                <a:extLst>
                  <a:ext uri="{FF2B5EF4-FFF2-40B4-BE49-F238E27FC236}">
                    <a16:creationId xmlns:a16="http://schemas.microsoft.com/office/drawing/2014/main" id="{E37CAFDC-09AD-7300-CED4-7E8D1C5FB2C5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3" name="pg3833">
                <a:extLst>
                  <a:ext uri="{FF2B5EF4-FFF2-40B4-BE49-F238E27FC236}">
                    <a16:creationId xmlns:a16="http://schemas.microsoft.com/office/drawing/2014/main" id="{BB7FD55D-B77B-2C4B-EAA9-2D98C0BA2150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4" name="pg3834">
                <a:extLst>
                  <a:ext uri="{FF2B5EF4-FFF2-40B4-BE49-F238E27FC236}">
                    <a16:creationId xmlns:a16="http://schemas.microsoft.com/office/drawing/2014/main" id="{712E427D-79E9-7A49-F7E4-7DCE511B75BE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5" name="pg3835">
                <a:extLst>
                  <a:ext uri="{FF2B5EF4-FFF2-40B4-BE49-F238E27FC236}">
                    <a16:creationId xmlns:a16="http://schemas.microsoft.com/office/drawing/2014/main" id="{04E717A4-A741-B63F-DA85-DF6C43C1AEF6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6" name="pg3836">
                <a:extLst>
                  <a:ext uri="{FF2B5EF4-FFF2-40B4-BE49-F238E27FC236}">
                    <a16:creationId xmlns:a16="http://schemas.microsoft.com/office/drawing/2014/main" id="{E3BE4AF4-C5A3-F1B2-06F6-8730EB4E9480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7" name="pg3837">
                <a:extLst>
                  <a:ext uri="{FF2B5EF4-FFF2-40B4-BE49-F238E27FC236}">
                    <a16:creationId xmlns:a16="http://schemas.microsoft.com/office/drawing/2014/main" id="{B934FE1A-B4C9-D627-F8EB-3021FF7E955C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8" name="pg3838">
                <a:extLst>
                  <a:ext uri="{FF2B5EF4-FFF2-40B4-BE49-F238E27FC236}">
                    <a16:creationId xmlns:a16="http://schemas.microsoft.com/office/drawing/2014/main" id="{640AF139-765B-3B22-5CEC-2C74C1AB896D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9" name="pg3839">
                <a:extLst>
                  <a:ext uri="{FF2B5EF4-FFF2-40B4-BE49-F238E27FC236}">
                    <a16:creationId xmlns:a16="http://schemas.microsoft.com/office/drawing/2014/main" id="{DDEB2752-BFE9-C4F1-57A2-A03148ECFF0E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0" name="pg3840">
                <a:extLst>
                  <a:ext uri="{FF2B5EF4-FFF2-40B4-BE49-F238E27FC236}">
                    <a16:creationId xmlns:a16="http://schemas.microsoft.com/office/drawing/2014/main" id="{DC90D35B-7D53-3DC7-79E0-CBCF73889CD0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1" name="pg3841">
                <a:extLst>
                  <a:ext uri="{FF2B5EF4-FFF2-40B4-BE49-F238E27FC236}">
                    <a16:creationId xmlns:a16="http://schemas.microsoft.com/office/drawing/2014/main" id="{0E6C9932-8923-2832-794D-AB1A79B87B54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2" name="pg3842">
                <a:extLst>
                  <a:ext uri="{FF2B5EF4-FFF2-40B4-BE49-F238E27FC236}">
                    <a16:creationId xmlns:a16="http://schemas.microsoft.com/office/drawing/2014/main" id="{A82458E0-BE39-E193-A941-A8AF3BE7DFCE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3" name="pg3843">
                <a:extLst>
                  <a:ext uri="{FF2B5EF4-FFF2-40B4-BE49-F238E27FC236}">
                    <a16:creationId xmlns:a16="http://schemas.microsoft.com/office/drawing/2014/main" id="{03097E51-5EA0-C0A3-CBE3-56DD3497D268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4" name="pg3844">
                <a:extLst>
                  <a:ext uri="{FF2B5EF4-FFF2-40B4-BE49-F238E27FC236}">
                    <a16:creationId xmlns:a16="http://schemas.microsoft.com/office/drawing/2014/main" id="{27120F18-DCC6-39A5-CE0C-1E5CCBD8A5DB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5" name="pg3845">
                <a:extLst>
                  <a:ext uri="{FF2B5EF4-FFF2-40B4-BE49-F238E27FC236}">
                    <a16:creationId xmlns:a16="http://schemas.microsoft.com/office/drawing/2014/main" id="{55C270BE-1D0D-86DC-F39A-22CFABEC1359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6" name="pg3846">
                <a:extLst>
                  <a:ext uri="{FF2B5EF4-FFF2-40B4-BE49-F238E27FC236}">
                    <a16:creationId xmlns:a16="http://schemas.microsoft.com/office/drawing/2014/main" id="{CF81800A-9FB3-BF74-DDBF-A2570A84C03C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7" name="pg3847">
                <a:extLst>
                  <a:ext uri="{FF2B5EF4-FFF2-40B4-BE49-F238E27FC236}">
                    <a16:creationId xmlns:a16="http://schemas.microsoft.com/office/drawing/2014/main" id="{A777513C-3D31-78C1-6CFC-C1F4177960F4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8" name="pg3848">
                <a:extLst>
                  <a:ext uri="{FF2B5EF4-FFF2-40B4-BE49-F238E27FC236}">
                    <a16:creationId xmlns:a16="http://schemas.microsoft.com/office/drawing/2014/main" id="{FA6476AE-0C37-DDCD-AFB4-2CFD9AB2FE1E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9" name="pg3849">
                <a:extLst>
                  <a:ext uri="{FF2B5EF4-FFF2-40B4-BE49-F238E27FC236}">
                    <a16:creationId xmlns:a16="http://schemas.microsoft.com/office/drawing/2014/main" id="{FAAD0DDA-E5ED-DA53-DC73-4DDE8D25775D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0" name="pg3850">
                <a:extLst>
                  <a:ext uri="{FF2B5EF4-FFF2-40B4-BE49-F238E27FC236}">
                    <a16:creationId xmlns:a16="http://schemas.microsoft.com/office/drawing/2014/main" id="{DE8A682E-58C1-2366-168A-6DE166DCE2D2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1" name="pg3851">
                <a:extLst>
                  <a:ext uri="{FF2B5EF4-FFF2-40B4-BE49-F238E27FC236}">
                    <a16:creationId xmlns:a16="http://schemas.microsoft.com/office/drawing/2014/main" id="{CFEF2070-63F5-CB09-C293-8DD22ECF4477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2" name="pg3852">
                <a:extLst>
                  <a:ext uri="{FF2B5EF4-FFF2-40B4-BE49-F238E27FC236}">
                    <a16:creationId xmlns:a16="http://schemas.microsoft.com/office/drawing/2014/main" id="{A6EBA4F0-D89E-2D21-AE2E-BA70379F2732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3" name="pg3853">
                <a:extLst>
                  <a:ext uri="{FF2B5EF4-FFF2-40B4-BE49-F238E27FC236}">
                    <a16:creationId xmlns:a16="http://schemas.microsoft.com/office/drawing/2014/main" id="{0AD68690-3796-26CA-4FF1-8C08BFEE76D0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4" name="pg3854">
                <a:extLst>
                  <a:ext uri="{FF2B5EF4-FFF2-40B4-BE49-F238E27FC236}">
                    <a16:creationId xmlns:a16="http://schemas.microsoft.com/office/drawing/2014/main" id="{1FF03ACC-8E45-E0D3-645F-AA73CC93EAB1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5" name="pg3855">
                <a:extLst>
                  <a:ext uri="{FF2B5EF4-FFF2-40B4-BE49-F238E27FC236}">
                    <a16:creationId xmlns:a16="http://schemas.microsoft.com/office/drawing/2014/main" id="{E945A525-ABE6-6407-C93E-6CC0BADC2557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6" name="pg3856">
                <a:extLst>
                  <a:ext uri="{FF2B5EF4-FFF2-40B4-BE49-F238E27FC236}">
                    <a16:creationId xmlns:a16="http://schemas.microsoft.com/office/drawing/2014/main" id="{F1C001D4-BB74-924B-52DA-B8E3AA06AFB5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7" name="pg3857">
                <a:extLst>
                  <a:ext uri="{FF2B5EF4-FFF2-40B4-BE49-F238E27FC236}">
                    <a16:creationId xmlns:a16="http://schemas.microsoft.com/office/drawing/2014/main" id="{D66038A7-E4BB-758A-164C-ECAB64ED3675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8" name="pg3858">
                <a:extLst>
                  <a:ext uri="{FF2B5EF4-FFF2-40B4-BE49-F238E27FC236}">
                    <a16:creationId xmlns:a16="http://schemas.microsoft.com/office/drawing/2014/main" id="{2E28E7DE-D648-F0FE-63E6-44E57CA6410D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9" name="pg3859">
                <a:extLst>
                  <a:ext uri="{FF2B5EF4-FFF2-40B4-BE49-F238E27FC236}">
                    <a16:creationId xmlns:a16="http://schemas.microsoft.com/office/drawing/2014/main" id="{D42BA27B-599B-F54E-D560-E12160458D0E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0" name="pg3860">
                <a:extLst>
                  <a:ext uri="{FF2B5EF4-FFF2-40B4-BE49-F238E27FC236}">
                    <a16:creationId xmlns:a16="http://schemas.microsoft.com/office/drawing/2014/main" id="{91A3404D-BEBF-D7B3-EECE-7D0F1663B4D7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1" name="pg3861">
                <a:extLst>
                  <a:ext uri="{FF2B5EF4-FFF2-40B4-BE49-F238E27FC236}">
                    <a16:creationId xmlns:a16="http://schemas.microsoft.com/office/drawing/2014/main" id="{9F255502-A9A2-F225-61FC-A1F63572C802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2" name="pg3862">
                <a:extLst>
                  <a:ext uri="{FF2B5EF4-FFF2-40B4-BE49-F238E27FC236}">
                    <a16:creationId xmlns:a16="http://schemas.microsoft.com/office/drawing/2014/main" id="{96470B66-0733-5C12-F661-A068ABEDA2F3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3" name="pg3863">
                <a:extLst>
                  <a:ext uri="{FF2B5EF4-FFF2-40B4-BE49-F238E27FC236}">
                    <a16:creationId xmlns:a16="http://schemas.microsoft.com/office/drawing/2014/main" id="{7596E7C1-2EDE-2952-D746-F809BC752F0E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4" name="pg3864">
                <a:extLst>
                  <a:ext uri="{FF2B5EF4-FFF2-40B4-BE49-F238E27FC236}">
                    <a16:creationId xmlns:a16="http://schemas.microsoft.com/office/drawing/2014/main" id="{454B52D8-F98C-A979-50CD-A9EDCAD87389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5" name="pg3865">
                <a:extLst>
                  <a:ext uri="{FF2B5EF4-FFF2-40B4-BE49-F238E27FC236}">
                    <a16:creationId xmlns:a16="http://schemas.microsoft.com/office/drawing/2014/main" id="{80C89040-A66C-3515-8E73-9B47F220B431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6" name="pg3866">
                <a:extLst>
                  <a:ext uri="{FF2B5EF4-FFF2-40B4-BE49-F238E27FC236}">
                    <a16:creationId xmlns:a16="http://schemas.microsoft.com/office/drawing/2014/main" id="{F27D1196-DF1A-9687-7A94-CA5DCDA3F068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7" name="pg3867">
                <a:extLst>
                  <a:ext uri="{FF2B5EF4-FFF2-40B4-BE49-F238E27FC236}">
                    <a16:creationId xmlns:a16="http://schemas.microsoft.com/office/drawing/2014/main" id="{F1EC6C47-6E80-7B92-A203-D1D3F0092BBC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8" name="pg3868">
                <a:extLst>
                  <a:ext uri="{FF2B5EF4-FFF2-40B4-BE49-F238E27FC236}">
                    <a16:creationId xmlns:a16="http://schemas.microsoft.com/office/drawing/2014/main" id="{7DA9E2B1-548D-70D2-5E41-BFFB77283641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9" name="pg3869">
                <a:extLst>
                  <a:ext uri="{FF2B5EF4-FFF2-40B4-BE49-F238E27FC236}">
                    <a16:creationId xmlns:a16="http://schemas.microsoft.com/office/drawing/2014/main" id="{98BE18F3-750A-6DC9-5D1D-7AE00AC6C7C5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0" name="pg3870">
                <a:extLst>
                  <a:ext uri="{FF2B5EF4-FFF2-40B4-BE49-F238E27FC236}">
                    <a16:creationId xmlns:a16="http://schemas.microsoft.com/office/drawing/2014/main" id="{A931E33C-7FDE-D7CA-D0B9-8FEE4824FCF1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1" name="pg3871">
                <a:extLst>
                  <a:ext uri="{FF2B5EF4-FFF2-40B4-BE49-F238E27FC236}">
                    <a16:creationId xmlns:a16="http://schemas.microsoft.com/office/drawing/2014/main" id="{397F94B3-3169-3801-7144-C81673684C34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2" name="pg3872">
                <a:extLst>
                  <a:ext uri="{FF2B5EF4-FFF2-40B4-BE49-F238E27FC236}">
                    <a16:creationId xmlns:a16="http://schemas.microsoft.com/office/drawing/2014/main" id="{07365046-C3E5-80EE-366E-07F0913ED070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3" name="pg3873">
                <a:extLst>
                  <a:ext uri="{FF2B5EF4-FFF2-40B4-BE49-F238E27FC236}">
                    <a16:creationId xmlns:a16="http://schemas.microsoft.com/office/drawing/2014/main" id="{51782C22-8FC5-012A-4B8E-209A2FB9D63E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4" name="pg3874">
                <a:extLst>
                  <a:ext uri="{FF2B5EF4-FFF2-40B4-BE49-F238E27FC236}">
                    <a16:creationId xmlns:a16="http://schemas.microsoft.com/office/drawing/2014/main" id="{CE9067E9-DBD8-0349-869C-5DD114F7F886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5" name="pg3875">
                <a:extLst>
                  <a:ext uri="{FF2B5EF4-FFF2-40B4-BE49-F238E27FC236}">
                    <a16:creationId xmlns:a16="http://schemas.microsoft.com/office/drawing/2014/main" id="{33279F91-B5C6-41B7-218B-9822F0E002A8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6" name="pg3876">
                <a:extLst>
                  <a:ext uri="{FF2B5EF4-FFF2-40B4-BE49-F238E27FC236}">
                    <a16:creationId xmlns:a16="http://schemas.microsoft.com/office/drawing/2014/main" id="{29BC6432-A85A-2FF3-FDD2-6797FB41A13E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7" name="pg3877">
                <a:extLst>
                  <a:ext uri="{FF2B5EF4-FFF2-40B4-BE49-F238E27FC236}">
                    <a16:creationId xmlns:a16="http://schemas.microsoft.com/office/drawing/2014/main" id="{AA6A32F7-F6D3-49C9-8555-92D4CDCA10B2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8" name="pg3878">
                <a:extLst>
                  <a:ext uri="{FF2B5EF4-FFF2-40B4-BE49-F238E27FC236}">
                    <a16:creationId xmlns:a16="http://schemas.microsoft.com/office/drawing/2014/main" id="{9AAB2775-E856-8B82-8162-533A8C7A440B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9" name="pg3879">
                <a:extLst>
                  <a:ext uri="{FF2B5EF4-FFF2-40B4-BE49-F238E27FC236}">
                    <a16:creationId xmlns:a16="http://schemas.microsoft.com/office/drawing/2014/main" id="{16E65ACB-C299-02A3-55EC-1D602695938F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0" name="pg3880">
                <a:extLst>
                  <a:ext uri="{FF2B5EF4-FFF2-40B4-BE49-F238E27FC236}">
                    <a16:creationId xmlns:a16="http://schemas.microsoft.com/office/drawing/2014/main" id="{79A84839-17A6-41B9-ECE8-C089C3F01915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1" name="pg3881">
                <a:extLst>
                  <a:ext uri="{FF2B5EF4-FFF2-40B4-BE49-F238E27FC236}">
                    <a16:creationId xmlns:a16="http://schemas.microsoft.com/office/drawing/2014/main" id="{558FA31F-CBB1-1EF3-EF00-21921CF017ED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2" name="pg3882">
                <a:extLst>
                  <a:ext uri="{FF2B5EF4-FFF2-40B4-BE49-F238E27FC236}">
                    <a16:creationId xmlns:a16="http://schemas.microsoft.com/office/drawing/2014/main" id="{7D124776-F5C0-7696-3A77-2CEE7A4B5193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3" name="pg3883">
                <a:extLst>
                  <a:ext uri="{FF2B5EF4-FFF2-40B4-BE49-F238E27FC236}">
                    <a16:creationId xmlns:a16="http://schemas.microsoft.com/office/drawing/2014/main" id="{D35A75E2-BCC5-1BE4-0ADE-A02B41DE43B3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4" name="pg3884">
                <a:extLst>
                  <a:ext uri="{FF2B5EF4-FFF2-40B4-BE49-F238E27FC236}">
                    <a16:creationId xmlns:a16="http://schemas.microsoft.com/office/drawing/2014/main" id="{10C04DFB-A5D8-F277-0082-8B89B26AF6F5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5" name="pg3885">
                <a:extLst>
                  <a:ext uri="{FF2B5EF4-FFF2-40B4-BE49-F238E27FC236}">
                    <a16:creationId xmlns:a16="http://schemas.microsoft.com/office/drawing/2014/main" id="{61402C25-5D18-0DEA-0B4B-30E3C4A5CB5E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6" name="pg3886">
                <a:extLst>
                  <a:ext uri="{FF2B5EF4-FFF2-40B4-BE49-F238E27FC236}">
                    <a16:creationId xmlns:a16="http://schemas.microsoft.com/office/drawing/2014/main" id="{A0FB81EA-4385-8221-2CC7-CC7171439027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7" name="pg3887">
                <a:extLst>
                  <a:ext uri="{FF2B5EF4-FFF2-40B4-BE49-F238E27FC236}">
                    <a16:creationId xmlns:a16="http://schemas.microsoft.com/office/drawing/2014/main" id="{CD1ED48B-C9B8-6100-724B-2436E415760F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8" name="pg3888">
                <a:extLst>
                  <a:ext uri="{FF2B5EF4-FFF2-40B4-BE49-F238E27FC236}">
                    <a16:creationId xmlns:a16="http://schemas.microsoft.com/office/drawing/2014/main" id="{2AE53861-550E-C98F-66C2-34804E681860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9" name="pg3889">
                <a:extLst>
                  <a:ext uri="{FF2B5EF4-FFF2-40B4-BE49-F238E27FC236}">
                    <a16:creationId xmlns:a16="http://schemas.microsoft.com/office/drawing/2014/main" id="{D5EDB2DA-8DE2-3F41-4141-AB020B7676F8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0" name="pg3890">
                <a:extLst>
                  <a:ext uri="{FF2B5EF4-FFF2-40B4-BE49-F238E27FC236}">
                    <a16:creationId xmlns:a16="http://schemas.microsoft.com/office/drawing/2014/main" id="{A955F93F-0914-0AED-8103-A2E4D3A21EF7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1" name="pg3891">
                <a:extLst>
                  <a:ext uri="{FF2B5EF4-FFF2-40B4-BE49-F238E27FC236}">
                    <a16:creationId xmlns:a16="http://schemas.microsoft.com/office/drawing/2014/main" id="{267F3A08-506D-F813-13B5-6287A2E1C8CB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2" name="pg3892">
                <a:extLst>
                  <a:ext uri="{FF2B5EF4-FFF2-40B4-BE49-F238E27FC236}">
                    <a16:creationId xmlns:a16="http://schemas.microsoft.com/office/drawing/2014/main" id="{57CF9B8C-EDBB-876A-24CD-576089A182D7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3" name="pg3893">
                <a:extLst>
                  <a:ext uri="{FF2B5EF4-FFF2-40B4-BE49-F238E27FC236}">
                    <a16:creationId xmlns:a16="http://schemas.microsoft.com/office/drawing/2014/main" id="{017E66F4-9981-63BD-424D-350C4DB49D2D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4" name="pg3894">
                <a:extLst>
                  <a:ext uri="{FF2B5EF4-FFF2-40B4-BE49-F238E27FC236}">
                    <a16:creationId xmlns:a16="http://schemas.microsoft.com/office/drawing/2014/main" id="{0EF99623-E89C-EC29-4F3B-9BF25B1222E7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5" name="pg3895">
                <a:extLst>
                  <a:ext uri="{FF2B5EF4-FFF2-40B4-BE49-F238E27FC236}">
                    <a16:creationId xmlns:a16="http://schemas.microsoft.com/office/drawing/2014/main" id="{3BF71231-9F68-0BC7-E649-787E77754591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6" name="pg3896">
                <a:extLst>
                  <a:ext uri="{FF2B5EF4-FFF2-40B4-BE49-F238E27FC236}">
                    <a16:creationId xmlns:a16="http://schemas.microsoft.com/office/drawing/2014/main" id="{1BA80257-E062-B7C8-B32F-6C2AF06A0F91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7" name="pg3897">
                <a:extLst>
                  <a:ext uri="{FF2B5EF4-FFF2-40B4-BE49-F238E27FC236}">
                    <a16:creationId xmlns:a16="http://schemas.microsoft.com/office/drawing/2014/main" id="{871E3E37-D5A4-EFA7-AB8B-46471251004D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8" name="pg3898">
                <a:extLst>
                  <a:ext uri="{FF2B5EF4-FFF2-40B4-BE49-F238E27FC236}">
                    <a16:creationId xmlns:a16="http://schemas.microsoft.com/office/drawing/2014/main" id="{0B3C5300-F7FE-8218-EE34-087B1972AAB8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9" name="pg3899">
                <a:extLst>
                  <a:ext uri="{FF2B5EF4-FFF2-40B4-BE49-F238E27FC236}">
                    <a16:creationId xmlns:a16="http://schemas.microsoft.com/office/drawing/2014/main" id="{00D3ACE3-E485-1C95-66EA-E42DE8489FA8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0" name="pg3900">
                <a:extLst>
                  <a:ext uri="{FF2B5EF4-FFF2-40B4-BE49-F238E27FC236}">
                    <a16:creationId xmlns:a16="http://schemas.microsoft.com/office/drawing/2014/main" id="{C905F239-1985-71D7-4A52-ACF9E5D93165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1" name="pg3901">
                <a:extLst>
                  <a:ext uri="{FF2B5EF4-FFF2-40B4-BE49-F238E27FC236}">
                    <a16:creationId xmlns:a16="http://schemas.microsoft.com/office/drawing/2014/main" id="{431ADFCE-25BC-29F5-AE0F-ECEFC895DFB9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2" name="pg3902">
                <a:extLst>
                  <a:ext uri="{FF2B5EF4-FFF2-40B4-BE49-F238E27FC236}">
                    <a16:creationId xmlns:a16="http://schemas.microsoft.com/office/drawing/2014/main" id="{25ABAC35-A4FB-CB6C-E67B-8B386AECE407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3" name="pg3903">
                <a:extLst>
                  <a:ext uri="{FF2B5EF4-FFF2-40B4-BE49-F238E27FC236}">
                    <a16:creationId xmlns:a16="http://schemas.microsoft.com/office/drawing/2014/main" id="{9DB33BF3-892D-AED8-6021-007541CECEA0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4" name="pg3904">
                <a:extLst>
                  <a:ext uri="{FF2B5EF4-FFF2-40B4-BE49-F238E27FC236}">
                    <a16:creationId xmlns:a16="http://schemas.microsoft.com/office/drawing/2014/main" id="{34299B9D-5C92-100C-FC03-4F201B0B5EA3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5" name="pg3905">
                <a:extLst>
                  <a:ext uri="{FF2B5EF4-FFF2-40B4-BE49-F238E27FC236}">
                    <a16:creationId xmlns:a16="http://schemas.microsoft.com/office/drawing/2014/main" id="{C7B51046-1914-588D-4159-C78CBFD3D3EB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6" name="pg3906">
                <a:extLst>
                  <a:ext uri="{FF2B5EF4-FFF2-40B4-BE49-F238E27FC236}">
                    <a16:creationId xmlns:a16="http://schemas.microsoft.com/office/drawing/2014/main" id="{7DF7CBC0-FD1E-6D83-77B4-67E519972B35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7" name="pg3907">
                <a:extLst>
                  <a:ext uri="{FF2B5EF4-FFF2-40B4-BE49-F238E27FC236}">
                    <a16:creationId xmlns:a16="http://schemas.microsoft.com/office/drawing/2014/main" id="{DD3FB074-F741-46DB-B1B5-E097A378504D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8" name="pg3908">
                <a:extLst>
                  <a:ext uri="{FF2B5EF4-FFF2-40B4-BE49-F238E27FC236}">
                    <a16:creationId xmlns:a16="http://schemas.microsoft.com/office/drawing/2014/main" id="{D7D5E959-6EA3-D35A-AD15-755FBBAB7607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9" name="pg3909">
                <a:extLst>
                  <a:ext uri="{FF2B5EF4-FFF2-40B4-BE49-F238E27FC236}">
                    <a16:creationId xmlns:a16="http://schemas.microsoft.com/office/drawing/2014/main" id="{DA5E91D2-6896-C525-57C2-29E6FD4C0857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0" name="pg3910">
                <a:extLst>
                  <a:ext uri="{FF2B5EF4-FFF2-40B4-BE49-F238E27FC236}">
                    <a16:creationId xmlns:a16="http://schemas.microsoft.com/office/drawing/2014/main" id="{D604BC80-94A5-BFA8-A998-DABEBC28BC9A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1" name="pg3911">
                <a:extLst>
                  <a:ext uri="{FF2B5EF4-FFF2-40B4-BE49-F238E27FC236}">
                    <a16:creationId xmlns:a16="http://schemas.microsoft.com/office/drawing/2014/main" id="{D902EEC4-F834-7150-459B-C5508D723DD1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2" name="pg3912">
                <a:extLst>
                  <a:ext uri="{FF2B5EF4-FFF2-40B4-BE49-F238E27FC236}">
                    <a16:creationId xmlns:a16="http://schemas.microsoft.com/office/drawing/2014/main" id="{39ED919C-553D-2A11-15E4-C7CD081DF3A6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3" name="pg3913">
                <a:extLst>
                  <a:ext uri="{FF2B5EF4-FFF2-40B4-BE49-F238E27FC236}">
                    <a16:creationId xmlns:a16="http://schemas.microsoft.com/office/drawing/2014/main" id="{1475ACE4-C17F-E524-49A9-C8D1573CE51F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4" name="pg3914">
                <a:extLst>
                  <a:ext uri="{FF2B5EF4-FFF2-40B4-BE49-F238E27FC236}">
                    <a16:creationId xmlns:a16="http://schemas.microsoft.com/office/drawing/2014/main" id="{90739002-0742-2AF9-9CA4-672963C66EFC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5" name="pg3915">
                <a:extLst>
                  <a:ext uri="{FF2B5EF4-FFF2-40B4-BE49-F238E27FC236}">
                    <a16:creationId xmlns:a16="http://schemas.microsoft.com/office/drawing/2014/main" id="{C61A96E8-FDCA-DD6E-7977-BC5EBCC8CA08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6" name="pg3916">
                <a:extLst>
                  <a:ext uri="{FF2B5EF4-FFF2-40B4-BE49-F238E27FC236}">
                    <a16:creationId xmlns:a16="http://schemas.microsoft.com/office/drawing/2014/main" id="{C02C4351-6CBC-AAA3-6688-D847FF27519D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7" name="pg3917">
                <a:extLst>
                  <a:ext uri="{FF2B5EF4-FFF2-40B4-BE49-F238E27FC236}">
                    <a16:creationId xmlns:a16="http://schemas.microsoft.com/office/drawing/2014/main" id="{3EC97CBA-A348-49F4-4D25-2B8361B628EE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8" name="pg3918">
                <a:extLst>
                  <a:ext uri="{FF2B5EF4-FFF2-40B4-BE49-F238E27FC236}">
                    <a16:creationId xmlns:a16="http://schemas.microsoft.com/office/drawing/2014/main" id="{ECBC9382-CDC7-EB7B-7FE0-1FA6CC990187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9" name="pg3919">
                <a:extLst>
                  <a:ext uri="{FF2B5EF4-FFF2-40B4-BE49-F238E27FC236}">
                    <a16:creationId xmlns:a16="http://schemas.microsoft.com/office/drawing/2014/main" id="{7999F5DC-300E-599D-6167-86C6B89B55FD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0" name="pg3920">
                <a:extLst>
                  <a:ext uri="{FF2B5EF4-FFF2-40B4-BE49-F238E27FC236}">
                    <a16:creationId xmlns:a16="http://schemas.microsoft.com/office/drawing/2014/main" id="{B58375CF-2ED2-0332-6689-E634BE4C31C0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1" name="pg3921">
                <a:extLst>
                  <a:ext uri="{FF2B5EF4-FFF2-40B4-BE49-F238E27FC236}">
                    <a16:creationId xmlns:a16="http://schemas.microsoft.com/office/drawing/2014/main" id="{BDB45EE6-CE05-EE46-326C-AA78CA8A5624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2" name="pg3922">
                <a:extLst>
                  <a:ext uri="{FF2B5EF4-FFF2-40B4-BE49-F238E27FC236}">
                    <a16:creationId xmlns:a16="http://schemas.microsoft.com/office/drawing/2014/main" id="{BCEBD129-F527-8152-9B3E-03F7BA378D9A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3" name="pg3923">
                <a:extLst>
                  <a:ext uri="{FF2B5EF4-FFF2-40B4-BE49-F238E27FC236}">
                    <a16:creationId xmlns:a16="http://schemas.microsoft.com/office/drawing/2014/main" id="{B1B53274-D097-4A4E-6F61-BF7D2B64BBFE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4" name="pt3924">
                <a:extLst>
                  <a:ext uri="{FF2B5EF4-FFF2-40B4-BE49-F238E27FC236}">
                    <a16:creationId xmlns:a16="http://schemas.microsoft.com/office/drawing/2014/main" id="{BDE25F1D-3D4D-7B13-44BE-B978D521ECA5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A4E2C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5" name="pt3925">
                <a:extLst>
                  <a:ext uri="{FF2B5EF4-FFF2-40B4-BE49-F238E27FC236}">
                    <a16:creationId xmlns:a16="http://schemas.microsoft.com/office/drawing/2014/main" id="{1338A18D-CEFB-8239-D318-DB98127BE40F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3A61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6" name="pt3926">
                <a:extLst>
                  <a:ext uri="{FF2B5EF4-FFF2-40B4-BE49-F238E27FC236}">
                    <a16:creationId xmlns:a16="http://schemas.microsoft.com/office/drawing/2014/main" id="{31A50DA8-221D-CD0E-FC3A-CA1EBD1479B4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3A6E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7" name="pt3927">
                <a:extLst>
                  <a:ext uri="{FF2B5EF4-FFF2-40B4-BE49-F238E27FC236}">
                    <a16:creationId xmlns:a16="http://schemas.microsoft.com/office/drawing/2014/main" id="{A88550C9-8B9B-0D72-D53E-68D5882A9912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6B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8" name="pt3928">
                <a:extLst>
                  <a:ext uri="{FF2B5EF4-FFF2-40B4-BE49-F238E27FC236}">
                    <a16:creationId xmlns:a16="http://schemas.microsoft.com/office/drawing/2014/main" id="{93C59CF4-A220-AA64-E5EE-5A59C522DC4C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3981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9" name="pt3929">
                <a:extLst>
                  <a:ext uri="{FF2B5EF4-FFF2-40B4-BE49-F238E27FC236}">
                    <a16:creationId xmlns:a16="http://schemas.microsoft.com/office/drawing/2014/main" id="{56D2A1EF-F3C4-713E-6FF1-C92DC8819EF6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C6EDD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0" name="pt3930">
                <a:extLst>
                  <a:ext uri="{FF2B5EF4-FFF2-40B4-BE49-F238E27FC236}">
                    <a16:creationId xmlns:a16="http://schemas.microsoft.com/office/drawing/2014/main" id="{52DF61DE-DFC4-B927-2B97-6E49599F7CEF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36285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1" name="pt3931">
                <a:extLst>
                  <a:ext uri="{FF2B5EF4-FFF2-40B4-BE49-F238E27FC236}">
                    <a16:creationId xmlns:a16="http://schemas.microsoft.com/office/drawing/2014/main" id="{02B0CE1D-A799-A663-348B-D78742DE3BA4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78E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2" name="pt3932">
                <a:extLst>
                  <a:ext uri="{FF2B5EF4-FFF2-40B4-BE49-F238E27FC236}">
                    <a16:creationId xmlns:a16="http://schemas.microsoft.com/office/drawing/2014/main" id="{25542251-3F2E-7F10-0EF6-1A0991C0363A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3B72A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3" name="pt3933">
                <a:extLst>
                  <a:ext uri="{FF2B5EF4-FFF2-40B4-BE49-F238E27FC236}">
                    <a16:creationId xmlns:a16="http://schemas.microsoft.com/office/drawing/2014/main" id="{A4B3AA08-DAF4-297F-6A9E-BF95B3934287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56BF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4" name="pt3934">
                <a:extLst>
                  <a:ext uri="{FF2B5EF4-FFF2-40B4-BE49-F238E27FC236}">
                    <a16:creationId xmlns:a16="http://schemas.microsoft.com/office/drawing/2014/main" id="{335AF3B2-63EB-0463-6E01-70B5D486FAD6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3A79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5" name="pt3935">
                <a:extLst>
                  <a:ext uri="{FF2B5EF4-FFF2-40B4-BE49-F238E27FC236}">
                    <a16:creationId xmlns:a16="http://schemas.microsoft.com/office/drawing/2014/main" id="{BB2A54BE-3C10-1C32-D865-771BC197F035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A7E3C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6" name="pt3936">
                <a:extLst>
                  <a:ext uri="{FF2B5EF4-FFF2-40B4-BE49-F238E27FC236}">
                    <a16:creationId xmlns:a16="http://schemas.microsoft.com/office/drawing/2014/main" id="{84007EA5-E976-583E-D092-7724930D3D1A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AFE6C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7" name="pt3937">
                <a:extLst>
                  <a:ext uri="{FF2B5EF4-FFF2-40B4-BE49-F238E27FC236}">
                    <a16:creationId xmlns:a16="http://schemas.microsoft.com/office/drawing/2014/main" id="{E356817B-A43D-8130-F48A-0C582D6A5B33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57C1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8" name="pt3938">
                <a:extLst>
                  <a:ext uri="{FF2B5EF4-FFF2-40B4-BE49-F238E27FC236}">
                    <a16:creationId xmlns:a16="http://schemas.microsoft.com/office/drawing/2014/main" id="{795A51CE-BF93-4EF0-39A3-441078019E2A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3B72A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9" name="pt3939">
                <a:extLst>
                  <a:ext uri="{FF2B5EF4-FFF2-40B4-BE49-F238E27FC236}">
                    <a16:creationId xmlns:a16="http://schemas.microsoft.com/office/drawing/2014/main" id="{30FE6312-F815-43D9-F4E1-405F01BB4032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0" name="pt3940">
                <a:extLst>
                  <a:ext uri="{FF2B5EF4-FFF2-40B4-BE49-F238E27FC236}">
                    <a16:creationId xmlns:a16="http://schemas.microsoft.com/office/drawing/2014/main" id="{8BC0827F-947E-B0BA-E49C-10DDCCDA5452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1" name="pt3941">
                <a:extLst>
                  <a:ext uri="{FF2B5EF4-FFF2-40B4-BE49-F238E27FC236}">
                    <a16:creationId xmlns:a16="http://schemas.microsoft.com/office/drawing/2014/main" id="{4000E592-8144-46F5-498F-C290F17710D0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2" name="pt3942">
                <a:extLst>
                  <a:ext uri="{FF2B5EF4-FFF2-40B4-BE49-F238E27FC236}">
                    <a16:creationId xmlns:a16="http://schemas.microsoft.com/office/drawing/2014/main" id="{9F49438F-BA86-09DB-770E-ADED669B44C7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44A7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3" name="pt3943">
                <a:extLst>
                  <a:ext uri="{FF2B5EF4-FFF2-40B4-BE49-F238E27FC236}">
                    <a16:creationId xmlns:a16="http://schemas.microsoft.com/office/drawing/2014/main" id="{615E1D67-D12B-2AEB-06E1-4D84E3CC68F6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51B8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4" name="pt3944">
                <a:extLst>
                  <a:ext uri="{FF2B5EF4-FFF2-40B4-BE49-F238E27FC236}">
                    <a16:creationId xmlns:a16="http://schemas.microsoft.com/office/drawing/2014/main" id="{61421F2E-FED9-8C58-CD90-D14BF4711E5E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271D3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5" name="pt3945">
                <a:extLst>
                  <a:ext uri="{FF2B5EF4-FFF2-40B4-BE49-F238E27FC236}">
                    <a16:creationId xmlns:a16="http://schemas.microsoft.com/office/drawing/2014/main" id="{B5579672-0820-1CC2-F606-3812B173A4EA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B9E9D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6" name="pt3946">
                <a:extLst>
                  <a:ext uri="{FF2B5EF4-FFF2-40B4-BE49-F238E27FC236}">
                    <a16:creationId xmlns:a16="http://schemas.microsoft.com/office/drawing/2014/main" id="{78130CC9-B9A7-F115-C2BF-2124D46B028F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D9F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7" name="pt3947">
                <a:extLst>
                  <a:ext uri="{FF2B5EF4-FFF2-40B4-BE49-F238E27FC236}">
                    <a16:creationId xmlns:a16="http://schemas.microsoft.com/office/drawing/2014/main" id="{29E3C300-9140-F47B-AE77-94574617FFA6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3B538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8" name="pt3948">
                <a:extLst>
                  <a:ext uri="{FF2B5EF4-FFF2-40B4-BE49-F238E27FC236}">
                    <a16:creationId xmlns:a16="http://schemas.microsoft.com/office/drawing/2014/main" id="{5CC2FBE4-8C3E-C6E1-8C34-8AB8B27B31BB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9" name="pt3949">
                <a:extLst>
                  <a:ext uri="{FF2B5EF4-FFF2-40B4-BE49-F238E27FC236}">
                    <a16:creationId xmlns:a16="http://schemas.microsoft.com/office/drawing/2014/main" id="{8F6B56BA-AE6E-D390-E095-E9395518D933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5DCA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0" name="pt3950">
                <a:extLst>
                  <a:ext uri="{FF2B5EF4-FFF2-40B4-BE49-F238E27FC236}">
                    <a16:creationId xmlns:a16="http://schemas.microsoft.com/office/drawing/2014/main" id="{130FFEA8-2D5A-685E-516F-63DB500A81D5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8CDBB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1" name="pt3951">
                <a:extLst>
                  <a:ext uri="{FF2B5EF4-FFF2-40B4-BE49-F238E27FC236}">
                    <a16:creationId xmlns:a16="http://schemas.microsoft.com/office/drawing/2014/main" id="{8A6D8A56-69B2-B746-2E8B-CD2E35EE43B6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2" name="pt3952">
                <a:extLst>
                  <a:ext uri="{FF2B5EF4-FFF2-40B4-BE49-F238E27FC236}">
                    <a16:creationId xmlns:a16="http://schemas.microsoft.com/office/drawing/2014/main" id="{CBC9B68C-83E7-9B66-EE4D-44D82ED6568F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3" name="pt3953">
                <a:extLst>
                  <a:ext uri="{FF2B5EF4-FFF2-40B4-BE49-F238E27FC236}">
                    <a16:creationId xmlns:a16="http://schemas.microsoft.com/office/drawing/2014/main" id="{8D3C05DE-651F-46E2-7EE2-55255C282DD4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95DD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4" name="pt3954">
                <a:extLst>
                  <a:ext uri="{FF2B5EF4-FFF2-40B4-BE49-F238E27FC236}">
                    <a16:creationId xmlns:a16="http://schemas.microsoft.com/office/drawing/2014/main" id="{797B31D2-1C7E-0D4C-E5C8-7D92D5CF4CE6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395E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5" name="pt3955">
                <a:extLst>
                  <a:ext uri="{FF2B5EF4-FFF2-40B4-BE49-F238E27FC236}">
                    <a16:creationId xmlns:a16="http://schemas.microsoft.com/office/drawing/2014/main" id="{0770BE2E-360B-578C-EB08-38E0DEF45C6D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5ECB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6" name="pt3956">
                <a:extLst>
                  <a:ext uri="{FF2B5EF4-FFF2-40B4-BE49-F238E27FC236}">
                    <a16:creationId xmlns:a16="http://schemas.microsoft.com/office/drawing/2014/main" id="{2731E833-9761-8140-746F-F842EB4D92B3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A6E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7" name="pt3957">
                <a:extLst>
                  <a:ext uri="{FF2B5EF4-FFF2-40B4-BE49-F238E27FC236}">
                    <a16:creationId xmlns:a16="http://schemas.microsoft.com/office/drawing/2014/main" id="{295B11E2-34B8-D89D-FCEC-1FD2A18DF478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78E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8" name="pt3958">
                <a:extLst>
                  <a:ext uri="{FF2B5EF4-FFF2-40B4-BE49-F238E27FC236}">
                    <a16:creationId xmlns:a16="http://schemas.microsoft.com/office/drawing/2014/main" id="{20C0A1F6-CC45-9CAD-33FE-2ADC333BE8C4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9" name="pt3959">
                <a:extLst>
                  <a:ext uri="{FF2B5EF4-FFF2-40B4-BE49-F238E27FC236}">
                    <a16:creationId xmlns:a16="http://schemas.microsoft.com/office/drawing/2014/main" id="{AB02870B-20D2-4A6E-7AD9-C18847744FE2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0" name="pt3960">
                <a:extLst>
                  <a:ext uri="{FF2B5EF4-FFF2-40B4-BE49-F238E27FC236}">
                    <a16:creationId xmlns:a16="http://schemas.microsoft.com/office/drawing/2014/main" id="{63292D32-1C02-B99B-ACCA-8994B42F01CE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95DD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1" name="pl3961">
                <a:extLst>
                  <a:ext uri="{FF2B5EF4-FFF2-40B4-BE49-F238E27FC236}">
                    <a16:creationId xmlns:a16="http://schemas.microsoft.com/office/drawing/2014/main" id="{D3D11159-BC53-7920-5485-4D9301F4FFB7}"/>
                  </a:ext>
                </a:extLst>
              </p:cNvPr>
              <p:cNvSpPr/>
              <p:nvPr/>
            </p:nvSpPr>
            <p:spPr>
              <a:xfrm>
                <a:off x="2850433" y="4909087"/>
                <a:ext cx="52380" cy="84441"/>
              </a:xfrm>
              <a:custGeom>
                <a:avLst/>
                <a:gdLst/>
                <a:ahLst/>
                <a:cxnLst/>
                <a:rect l="0" t="0" r="0" b="0"/>
                <a:pathLst>
                  <a:path w="52380" h="84441">
                    <a:moveTo>
                      <a:pt x="0" y="0"/>
                    </a:moveTo>
                    <a:lnTo>
                      <a:pt x="52380" y="8444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2" name="pl3962">
                <a:extLst>
                  <a:ext uri="{FF2B5EF4-FFF2-40B4-BE49-F238E27FC236}">
                    <a16:creationId xmlns:a16="http://schemas.microsoft.com/office/drawing/2014/main" id="{4A7E1AB7-CA79-EE21-7DA5-643A065E4257}"/>
                  </a:ext>
                </a:extLst>
              </p:cNvPr>
              <p:cNvSpPr/>
              <p:nvPr/>
            </p:nvSpPr>
            <p:spPr>
              <a:xfrm>
                <a:off x="5732476" y="2845384"/>
                <a:ext cx="91851" cy="78616"/>
              </a:xfrm>
              <a:custGeom>
                <a:avLst/>
                <a:gdLst/>
                <a:ahLst/>
                <a:cxnLst/>
                <a:rect l="0" t="0" r="0" b="0"/>
                <a:pathLst>
                  <a:path w="91851" h="78616">
                    <a:moveTo>
                      <a:pt x="0" y="0"/>
                    </a:moveTo>
                    <a:lnTo>
                      <a:pt x="91851" y="7861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3" name="pl3963">
                <a:extLst>
                  <a:ext uri="{FF2B5EF4-FFF2-40B4-BE49-F238E27FC236}">
                    <a16:creationId xmlns:a16="http://schemas.microsoft.com/office/drawing/2014/main" id="{2CEFBDF1-1F93-5A42-1DE4-D51E47A2AEC4}"/>
                  </a:ext>
                </a:extLst>
              </p:cNvPr>
              <p:cNvSpPr/>
              <p:nvPr/>
            </p:nvSpPr>
            <p:spPr>
              <a:xfrm>
                <a:off x="4513520" y="4609365"/>
                <a:ext cx="54307" cy="79533"/>
              </a:xfrm>
              <a:custGeom>
                <a:avLst/>
                <a:gdLst/>
                <a:ahLst/>
                <a:cxnLst/>
                <a:rect l="0" t="0" r="0" b="0"/>
                <a:pathLst>
                  <a:path w="54307" h="79533">
                    <a:moveTo>
                      <a:pt x="0" y="0"/>
                    </a:moveTo>
                    <a:lnTo>
                      <a:pt x="54307" y="7953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4" name="pl3964">
                <a:extLst>
                  <a:ext uri="{FF2B5EF4-FFF2-40B4-BE49-F238E27FC236}">
                    <a16:creationId xmlns:a16="http://schemas.microsoft.com/office/drawing/2014/main" id="{3CBCEAF0-CE48-E4DB-5851-E7AC1876088C}"/>
                  </a:ext>
                </a:extLst>
              </p:cNvPr>
              <p:cNvSpPr/>
              <p:nvPr/>
            </p:nvSpPr>
            <p:spPr>
              <a:xfrm>
                <a:off x="3511768" y="4762591"/>
                <a:ext cx="53564" cy="82273"/>
              </a:xfrm>
              <a:custGeom>
                <a:avLst/>
                <a:gdLst/>
                <a:ahLst/>
                <a:cxnLst/>
                <a:rect l="0" t="0" r="0" b="0"/>
                <a:pathLst>
                  <a:path w="53564" h="82273">
                    <a:moveTo>
                      <a:pt x="0" y="0"/>
                    </a:moveTo>
                    <a:lnTo>
                      <a:pt x="53564" y="8227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5" name="pl3965">
                <a:extLst>
                  <a:ext uri="{FF2B5EF4-FFF2-40B4-BE49-F238E27FC236}">
                    <a16:creationId xmlns:a16="http://schemas.microsoft.com/office/drawing/2014/main" id="{D2351E7E-13EE-1596-9EA4-E33A02CEF355}"/>
                  </a:ext>
                </a:extLst>
              </p:cNvPr>
              <p:cNvSpPr/>
              <p:nvPr/>
            </p:nvSpPr>
            <p:spPr>
              <a:xfrm>
                <a:off x="5518569" y="3032887"/>
                <a:ext cx="154602" cy="24384"/>
              </a:xfrm>
              <a:custGeom>
                <a:avLst/>
                <a:gdLst/>
                <a:ahLst/>
                <a:cxnLst/>
                <a:rect l="0" t="0" r="0" b="0"/>
                <a:pathLst>
                  <a:path w="154602" h="24384">
                    <a:moveTo>
                      <a:pt x="0" y="0"/>
                    </a:moveTo>
                    <a:lnTo>
                      <a:pt x="154602" y="2438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6" name="pg3966">
                <a:extLst>
                  <a:ext uri="{FF2B5EF4-FFF2-40B4-BE49-F238E27FC236}">
                    <a16:creationId xmlns:a16="http://schemas.microsoft.com/office/drawing/2014/main" id="{0D94CC35-3FB0-738F-B75C-6AABDC5B2B62}"/>
                  </a:ext>
                </a:extLst>
              </p:cNvPr>
              <p:cNvSpPr/>
              <p:nvPr/>
            </p:nvSpPr>
            <p:spPr>
              <a:xfrm>
                <a:off x="2291917" y="4760396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7" name="tx3967">
                <a:extLst>
                  <a:ext uri="{FF2B5EF4-FFF2-40B4-BE49-F238E27FC236}">
                    <a16:creationId xmlns:a16="http://schemas.microsoft.com/office/drawing/2014/main" id="{26949879-E711-456F-8809-6EDB48439C18}"/>
                  </a:ext>
                </a:extLst>
              </p:cNvPr>
              <p:cNvSpPr/>
              <p:nvPr/>
            </p:nvSpPr>
            <p:spPr>
              <a:xfrm>
                <a:off x="2337637" y="4806116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3968" name="pg3968">
                <a:extLst>
                  <a:ext uri="{FF2B5EF4-FFF2-40B4-BE49-F238E27FC236}">
                    <a16:creationId xmlns:a16="http://schemas.microsoft.com/office/drawing/2014/main" id="{E782E9AE-E991-CFE7-BC9F-53FC5AC29768}"/>
                  </a:ext>
                </a:extLst>
              </p:cNvPr>
              <p:cNvSpPr/>
              <p:nvPr/>
            </p:nvSpPr>
            <p:spPr>
              <a:xfrm>
                <a:off x="5297539" y="2653451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1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9" name="tx3969">
                <a:extLst>
                  <a:ext uri="{FF2B5EF4-FFF2-40B4-BE49-F238E27FC236}">
                    <a16:creationId xmlns:a16="http://schemas.microsoft.com/office/drawing/2014/main" id="{5B23A968-1C2B-18D7-EA9D-E2E43FBD557D}"/>
                  </a:ext>
                </a:extLst>
              </p:cNvPr>
              <p:cNvSpPr/>
              <p:nvPr/>
            </p:nvSpPr>
            <p:spPr>
              <a:xfrm>
                <a:off x="5343259" y="2699171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3970" name="pg3970">
                <a:extLst>
                  <a:ext uri="{FF2B5EF4-FFF2-40B4-BE49-F238E27FC236}">
                    <a16:creationId xmlns:a16="http://schemas.microsoft.com/office/drawing/2014/main" id="{198DBD83-88B7-5A6F-F1A6-CB54B69CFEE9}"/>
                  </a:ext>
                </a:extLst>
              </p:cNvPr>
              <p:cNvSpPr/>
              <p:nvPr/>
            </p:nvSpPr>
            <p:spPr>
              <a:xfrm>
                <a:off x="3970550" y="4460415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2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1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1" name="tx3971">
                <a:extLst>
                  <a:ext uri="{FF2B5EF4-FFF2-40B4-BE49-F238E27FC236}">
                    <a16:creationId xmlns:a16="http://schemas.microsoft.com/office/drawing/2014/main" id="{C7ACB08C-7A81-9E9B-E4A1-E6655967B313}"/>
                  </a:ext>
                </a:extLst>
              </p:cNvPr>
              <p:cNvSpPr/>
              <p:nvPr/>
            </p:nvSpPr>
            <p:spPr>
              <a:xfrm>
                <a:off x="4016270" y="4506135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3972" name="pg3972">
                <a:extLst>
                  <a:ext uri="{FF2B5EF4-FFF2-40B4-BE49-F238E27FC236}">
                    <a16:creationId xmlns:a16="http://schemas.microsoft.com/office/drawing/2014/main" id="{8184D1BA-E33F-4455-CC6B-C40E817D5A31}"/>
                  </a:ext>
                </a:extLst>
              </p:cNvPr>
              <p:cNvSpPr/>
              <p:nvPr/>
            </p:nvSpPr>
            <p:spPr>
              <a:xfrm>
                <a:off x="2960933" y="4613847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1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3" name="tx3973">
                <a:extLst>
                  <a:ext uri="{FF2B5EF4-FFF2-40B4-BE49-F238E27FC236}">
                    <a16:creationId xmlns:a16="http://schemas.microsoft.com/office/drawing/2014/main" id="{B1B314AD-C8E0-72CD-FED7-34CEFB22C8E8}"/>
                  </a:ext>
                </a:extLst>
              </p:cNvPr>
              <p:cNvSpPr/>
              <p:nvPr/>
            </p:nvSpPr>
            <p:spPr>
              <a:xfrm>
                <a:off x="3006653" y="4659567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3974" name="pg3974">
                <a:extLst>
                  <a:ext uri="{FF2B5EF4-FFF2-40B4-BE49-F238E27FC236}">
                    <a16:creationId xmlns:a16="http://schemas.microsoft.com/office/drawing/2014/main" id="{8290D6C8-967C-0B74-F4AC-5323976D3D5A}"/>
                  </a:ext>
                </a:extLst>
              </p:cNvPr>
              <p:cNvSpPr/>
              <p:nvPr/>
            </p:nvSpPr>
            <p:spPr>
              <a:xfrm>
                <a:off x="4936828" y="2936345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1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5" name="tx3975">
                <a:extLst>
                  <a:ext uri="{FF2B5EF4-FFF2-40B4-BE49-F238E27FC236}">
                    <a16:creationId xmlns:a16="http://schemas.microsoft.com/office/drawing/2014/main" id="{EA2AD5AE-E2BD-C7F7-929B-430F56739F91}"/>
                  </a:ext>
                </a:extLst>
              </p:cNvPr>
              <p:cNvSpPr/>
              <p:nvPr/>
            </p:nvSpPr>
            <p:spPr>
              <a:xfrm>
                <a:off x="4982548" y="2982065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3976" name="rc3976">
                <a:extLst>
                  <a:ext uri="{FF2B5EF4-FFF2-40B4-BE49-F238E27FC236}">
                    <a16:creationId xmlns:a16="http://schemas.microsoft.com/office/drawing/2014/main" id="{037D8D2B-FE23-ED83-C63D-921980A1A163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7" name="tx3977">
                <a:extLst>
                  <a:ext uri="{FF2B5EF4-FFF2-40B4-BE49-F238E27FC236}">
                    <a16:creationId xmlns:a16="http://schemas.microsoft.com/office/drawing/2014/main" id="{A5BC16CE-2FA9-0E77-1A89-F51AE40959D2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3978" name="tx3978">
                <a:extLst>
                  <a:ext uri="{FF2B5EF4-FFF2-40B4-BE49-F238E27FC236}">
                    <a16:creationId xmlns:a16="http://schemas.microsoft.com/office/drawing/2014/main" id="{A95FFB2C-4CFE-296D-4124-A767338EA938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79" name="tx3979">
                <a:extLst>
                  <a:ext uri="{FF2B5EF4-FFF2-40B4-BE49-F238E27FC236}">
                    <a16:creationId xmlns:a16="http://schemas.microsoft.com/office/drawing/2014/main" id="{53C1D47D-D285-8B13-A4B7-5667D7ACA2FA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0" name="tx3980">
                <a:extLst>
                  <a:ext uri="{FF2B5EF4-FFF2-40B4-BE49-F238E27FC236}">
                    <a16:creationId xmlns:a16="http://schemas.microsoft.com/office/drawing/2014/main" id="{80688775-FB31-EF7A-BB90-C6E08BCED19E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3981" name="tx3981">
                <a:extLst>
                  <a:ext uri="{FF2B5EF4-FFF2-40B4-BE49-F238E27FC236}">
                    <a16:creationId xmlns:a16="http://schemas.microsoft.com/office/drawing/2014/main" id="{6DA1885C-771A-4909-B2C1-C9BB612B266C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2" name="tx3982">
                <a:extLst>
                  <a:ext uri="{FF2B5EF4-FFF2-40B4-BE49-F238E27FC236}">
                    <a16:creationId xmlns:a16="http://schemas.microsoft.com/office/drawing/2014/main" id="{77A44C27-0A1C-33D3-8743-493BBD57869D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3" name="tx3983">
                <a:extLst>
                  <a:ext uri="{FF2B5EF4-FFF2-40B4-BE49-F238E27FC236}">
                    <a16:creationId xmlns:a16="http://schemas.microsoft.com/office/drawing/2014/main" id="{43EAD865-A44E-57D6-0026-AA2D7F27D2F3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3984" name="tx3984">
                <a:extLst>
                  <a:ext uri="{FF2B5EF4-FFF2-40B4-BE49-F238E27FC236}">
                    <a16:creationId xmlns:a16="http://schemas.microsoft.com/office/drawing/2014/main" id="{180BEAD9-5324-FD7E-D556-86F59D8A2409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5" name="tx3985">
                <a:extLst>
                  <a:ext uri="{FF2B5EF4-FFF2-40B4-BE49-F238E27FC236}">
                    <a16:creationId xmlns:a16="http://schemas.microsoft.com/office/drawing/2014/main" id="{E4C2EBA2-3555-6658-766F-0E0A31F053EA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6" name="tx3986">
                <a:extLst>
                  <a:ext uri="{FF2B5EF4-FFF2-40B4-BE49-F238E27FC236}">
                    <a16:creationId xmlns:a16="http://schemas.microsoft.com/office/drawing/2014/main" id="{92C45E7C-B9C2-2278-D17E-AD788A55799E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3987" name="tx3987">
                <a:extLst>
                  <a:ext uri="{FF2B5EF4-FFF2-40B4-BE49-F238E27FC236}">
                    <a16:creationId xmlns:a16="http://schemas.microsoft.com/office/drawing/2014/main" id="{D78BECE3-5421-95FB-A0F1-A7706CC23ACA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8" name="tx3988">
                <a:extLst>
                  <a:ext uri="{FF2B5EF4-FFF2-40B4-BE49-F238E27FC236}">
                    <a16:creationId xmlns:a16="http://schemas.microsoft.com/office/drawing/2014/main" id="{77DB4192-8FA0-CEC4-D3B9-51CB507396C5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9" name="tx3989">
                <a:extLst>
                  <a:ext uri="{FF2B5EF4-FFF2-40B4-BE49-F238E27FC236}">
                    <a16:creationId xmlns:a16="http://schemas.microsoft.com/office/drawing/2014/main" id="{07ADFD7A-4FDF-4AF5-6338-2ED23329F5CA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3990" name="tx3990">
                <a:extLst>
                  <a:ext uri="{FF2B5EF4-FFF2-40B4-BE49-F238E27FC236}">
                    <a16:creationId xmlns:a16="http://schemas.microsoft.com/office/drawing/2014/main" id="{2E96A833-C032-008B-1290-CFD5E6152786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91" name="tx3991">
                <a:extLst>
                  <a:ext uri="{FF2B5EF4-FFF2-40B4-BE49-F238E27FC236}">
                    <a16:creationId xmlns:a16="http://schemas.microsoft.com/office/drawing/2014/main" id="{527F2A14-D7DD-823A-A7FD-22949784CD2F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92" name="pl3992">
                <a:extLst>
                  <a:ext uri="{FF2B5EF4-FFF2-40B4-BE49-F238E27FC236}">
                    <a16:creationId xmlns:a16="http://schemas.microsoft.com/office/drawing/2014/main" id="{C176D474-EBF5-5D79-D1E9-BDAB813EC5ED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3" name="pl3993">
                <a:extLst>
                  <a:ext uri="{FF2B5EF4-FFF2-40B4-BE49-F238E27FC236}">
                    <a16:creationId xmlns:a16="http://schemas.microsoft.com/office/drawing/2014/main" id="{F63228D0-B0FD-4FD9-1F43-1AECE916DA6F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4" name="pl3994">
                <a:extLst>
                  <a:ext uri="{FF2B5EF4-FFF2-40B4-BE49-F238E27FC236}">
                    <a16:creationId xmlns:a16="http://schemas.microsoft.com/office/drawing/2014/main" id="{4CA38EF0-E455-C384-4FF5-DA1CB083A3C3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5" name="pl3995">
                <a:extLst>
                  <a:ext uri="{FF2B5EF4-FFF2-40B4-BE49-F238E27FC236}">
                    <a16:creationId xmlns:a16="http://schemas.microsoft.com/office/drawing/2014/main" id="{161D059F-19BC-966C-2066-C775F18C6F1C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6" name="pl3996">
                <a:extLst>
                  <a:ext uri="{FF2B5EF4-FFF2-40B4-BE49-F238E27FC236}">
                    <a16:creationId xmlns:a16="http://schemas.microsoft.com/office/drawing/2014/main" id="{8AEBB121-B106-C718-9D9A-EF6AECC957E2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7" name="pl3997">
                <a:extLst>
                  <a:ext uri="{FF2B5EF4-FFF2-40B4-BE49-F238E27FC236}">
                    <a16:creationId xmlns:a16="http://schemas.microsoft.com/office/drawing/2014/main" id="{45D8B953-4D2E-7137-9015-DB6E590D5485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8" name="pl3998">
                <a:extLst>
                  <a:ext uri="{FF2B5EF4-FFF2-40B4-BE49-F238E27FC236}">
                    <a16:creationId xmlns:a16="http://schemas.microsoft.com/office/drawing/2014/main" id="{9D901084-9E6F-C7B7-EEAB-0F03C41CE286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9" name="pl3999">
                <a:extLst>
                  <a:ext uri="{FF2B5EF4-FFF2-40B4-BE49-F238E27FC236}">
                    <a16:creationId xmlns:a16="http://schemas.microsoft.com/office/drawing/2014/main" id="{B914E9C1-49D7-DC2B-2B06-57D27FF5D98F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0" name="pl4000">
                <a:extLst>
                  <a:ext uri="{FF2B5EF4-FFF2-40B4-BE49-F238E27FC236}">
                    <a16:creationId xmlns:a16="http://schemas.microsoft.com/office/drawing/2014/main" id="{564B9F69-A211-9CF5-8766-2F29D3C95EE6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1" name="pl4001">
                <a:extLst>
                  <a:ext uri="{FF2B5EF4-FFF2-40B4-BE49-F238E27FC236}">
                    <a16:creationId xmlns:a16="http://schemas.microsoft.com/office/drawing/2014/main" id="{96E9D578-FDD8-7CEE-0635-EB096D2B3E58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2" name="pl4002">
                <a:extLst>
                  <a:ext uri="{FF2B5EF4-FFF2-40B4-BE49-F238E27FC236}">
                    <a16:creationId xmlns:a16="http://schemas.microsoft.com/office/drawing/2014/main" id="{5A24B33D-7B62-4928-461A-398140AE5683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3" name="pl4003">
                <a:extLst>
                  <a:ext uri="{FF2B5EF4-FFF2-40B4-BE49-F238E27FC236}">
                    <a16:creationId xmlns:a16="http://schemas.microsoft.com/office/drawing/2014/main" id="{3C4E2922-C290-AA1C-72E1-6F35E1F9F3F9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4" name="pl4004">
                <a:extLst>
                  <a:ext uri="{FF2B5EF4-FFF2-40B4-BE49-F238E27FC236}">
                    <a16:creationId xmlns:a16="http://schemas.microsoft.com/office/drawing/2014/main" id="{3404B7AB-04F1-9FF2-17BC-78B9CD909E3A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5" name="tx4005">
                <a:extLst>
                  <a:ext uri="{FF2B5EF4-FFF2-40B4-BE49-F238E27FC236}">
                    <a16:creationId xmlns:a16="http://schemas.microsoft.com/office/drawing/2014/main" id="{D5F61301-CF08-FD73-A52A-FCDC7E057125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4006" name="tx4006">
                <a:extLst>
                  <a:ext uri="{FF2B5EF4-FFF2-40B4-BE49-F238E27FC236}">
                    <a16:creationId xmlns:a16="http://schemas.microsoft.com/office/drawing/2014/main" id="{5B2952AB-BEF2-FE74-F3A6-F0A7994039D3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07" name="tx4007">
                <a:extLst>
                  <a:ext uri="{FF2B5EF4-FFF2-40B4-BE49-F238E27FC236}">
                    <a16:creationId xmlns:a16="http://schemas.microsoft.com/office/drawing/2014/main" id="{1EA5E219-5C53-80E3-350D-F731A3E378D7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08" name="tx4008">
                <a:extLst>
                  <a:ext uri="{FF2B5EF4-FFF2-40B4-BE49-F238E27FC236}">
                    <a16:creationId xmlns:a16="http://schemas.microsoft.com/office/drawing/2014/main" id="{3B3C55B4-1085-D81C-4B17-530DBD31CF1B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4009" name="tx4009">
                <a:extLst>
                  <a:ext uri="{FF2B5EF4-FFF2-40B4-BE49-F238E27FC236}">
                    <a16:creationId xmlns:a16="http://schemas.microsoft.com/office/drawing/2014/main" id="{6AC1ED51-1991-4B0F-321F-E6D02A9C3530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0" name="tx4010">
                <a:extLst>
                  <a:ext uri="{FF2B5EF4-FFF2-40B4-BE49-F238E27FC236}">
                    <a16:creationId xmlns:a16="http://schemas.microsoft.com/office/drawing/2014/main" id="{8C9FDE6B-5C88-70E2-3813-909F0A03F24B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1" name="tx4011">
                <a:extLst>
                  <a:ext uri="{FF2B5EF4-FFF2-40B4-BE49-F238E27FC236}">
                    <a16:creationId xmlns:a16="http://schemas.microsoft.com/office/drawing/2014/main" id="{A3585DA4-6642-6EC2-CFB4-C867AABCE012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4012" name="tx4012">
                <a:extLst>
                  <a:ext uri="{FF2B5EF4-FFF2-40B4-BE49-F238E27FC236}">
                    <a16:creationId xmlns:a16="http://schemas.microsoft.com/office/drawing/2014/main" id="{74F60036-8B28-C4BA-A937-0F93B06258B6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3" name="tx4013">
                <a:extLst>
                  <a:ext uri="{FF2B5EF4-FFF2-40B4-BE49-F238E27FC236}">
                    <a16:creationId xmlns:a16="http://schemas.microsoft.com/office/drawing/2014/main" id="{1ED30A13-EBD7-390A-2D31-040D0620431B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4" name="tx4014">
                <a:extLst>
                  <a:ext uri="{FF2B5EF4-FFF2-40B4-BE49-F238E27FC236}">
                    <a16:creationId xmlns:a16="http://schemas.microsoft.com/office/drawing/2014/main" id="{72D9A3CA-ABC1-D735-AC42-D8CAD1FA6D1B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4015" name="tx4015">
                <a:extLst>
                  <a:ext uri="{FF2B5EF4-FFF2-40B4-BE49-F238E27FC236}">
                    <a16:creationId xmlns:a16="http://schemas.microsoft.com/office/drawing/2014/main" id="{E2F1C6F9-E652-7151-1488-AA85713A5616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6" name="tx4016">
                <a:extLst>
                  <a:ext uri="{FF2B5EF4-FFF2-40B4-BE49-F238E27FC236}">
                    <a16:creationId xmlns:a16="http://schemas.microsoft.com/office/drawing/2014/main" id="{0C70E409-B089-0BA1-098B-3522854D85DC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7" name="tx4017">
                <a:extLst>
                  <a:ext uri="{FF2B5EF4-FFF2-40B4-BE49-F238E27FC236}">
                    <a16:creationId xmlns:a16="http://schemas.microsoft.com/office/drawing/2014/main" id="{9AB332F2-F9CF-9D5A-8A95-3CF9B3925AA6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4018" name="tx4018">
                <a:extLst>
                  <a:ext uri="{FF2B5EF4-FFF2-40B4-BE49-F238E27FC236}">
                    <a16:creationId xmlns:a16="http://schemas.microsoft.com/office/drawing/2014/main" id="{1A54F93B-9D51-8E60-6084-29371FECBF5B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9" name="tx4019">
                <a:extLst>
                  <a:ext uri="{FF2B5EF4-FFF2-40B4-BE49-F238E27FC236}">
                    <a16:creationId xmlns:a16="http://schemas.microsoft.com/office/drawing/2014/main" id="{86093FDD-19ED-6591-7124-433628B91F5E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0" name="tx4020">
                <a:extLst>
                  <a:ext uri="{FF2B5EF4-FFF2-40B4-BE49-F238E27FC236}">
                    <a16:creationId xmlns:a16="http://schemas.microsoft.com/office/drawing/2014/main" id="{3EEAAE1D-4ABD-5881-CCEB-ED9739CCC9A3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4021" name="tx4021">
                <a:extLst>
                  <a:ext uri="{FF2B5EF4-FFF2-40B4-BE49-F238E27FC236}">
                    <a16:creationId xmlns:a16="http://schemas.microsoft.com/office/drawing/2014/main" id="{E20F52E4-2600-1B7F-311D-48F8FA093939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2" name="tx4022">
                <a:extLst>
                  <a:ext uri="{FF2B5EF4-FFF2-40B4-BE49-F238E27FC236}">
                    <a16:creationId xmlns:a16="http://schemas.microsoft.com/office/drawing/2014/main" id="{02494449-A0CE-8E28-E183-35CF98815CF8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3" name="tx4023">
                <a:extLst>
                  <a:ext uri="{FF2B5EF4-FFF2-40B4-BE49-F238E27FC236}">
                    <a16:creationId xmlns:a16="http://schemas.microsoft.com/office/drawing/2014/main" id="{31091ABF-1F29-DDA8-F895-2BD86C4122E3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4024" name="tx4024">
                <a:extLst>
                  <a:ext uri="{FF2B5EF4-FFF2-40B4-BE49-F238E27FC236}">
                    <a16:creationId xmlns:a16="http://schemas.microsoft.com/office/drawing/2014/main" id="{1B545CD6-EE9F-9EA2-F2E8-F713C08D9A7A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5" name="tx4025">
                <a:extLst>
                  <a:ext uri="{FF2B5EF4-FFF2-40B4-BE49-F238E27FC236}">
                    <a16:creationId xmlns:a16="http://schemas.microsoft.com/office/drawing/2014/main" id="{471F1326-AB4A-52B6-7917-B9F3257FFBE0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6" name="tx4026">
                <a:extLst>
                  <a:ext uri="{FF2B5EF4-FFF2-40B4-BE49-F238E27FC236}">
                    <a16:creationId xmlns:a16="http://schemas.microsoft.com/office/drawing/2014/main" id="{F942CE56-9258-9BC9-2B96-9D40F8085633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4027" name="tx4027">
                <a:extLst>
                  <a:ext uri="{FF2B5EF4-FFF2-40B4-BE49-F238E27FC236}">
                    <a16:creationId xmlns:a16="http://schemas.microsoft.com/office/drawing/2014/main" id="{2B1C443E-4421-4DB6-7B98-8FDF8563A8A6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8" name="tx4028">
                <a:extLst>
                  <a:ext uri="{FF2B5EF4-FFF2-40B4-BE49-F238E27FC236}">
                    <a16:creationId xmlns:a16="http://schemas.microsoft.com/office/drawing/2014/main" id="{870DC196-0724-A5C2-9D85-42E067868E96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9" name="tx4029">
                <a:extLst>
                  <a:ext uri="{FF2B5EF4-FFF2-40B4-BE49-F238E27FC236}">
                    <a16:creationId xmlns:a16="http://schemas.microsoft.com/office/drawing/2014/main" id="{3475CEA4-7AFC-7745-19C2-1A814B64BD8E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4030" name="tx4030">
                <a:extLst>
                  <a:ext uri="{FF2B5EF4-FFF2-40B4-BE49-F238E27FC236}">
                    <a16:creationId xmlns:a16="http://schemas.microsoft.com/office/drawing/2014/main" id="{A93E43A4-7A79-3EFF-DE96-05ADD050308E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4031" name="rc4031">
                <a:extLst>
                  <a:ext uri="{FF2B5EF4-FFF2-40B4-BE49-F238E27FC236}">
                    <a16:creationId xmlns:a16="http://schemas.microsoft.com/office/drawing/2014/main" id="{3D6285A5-3165-7833-7378-DAD802611C13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2" name="tx4032">
                <a:extLst>
                  <a:ext uri="{FF2B5EF4-FFF2-40B4-BE49-F238E27FC236}">
                    <a16:creationId xmlns:a16="http://schemas.microsoft.com/office/drawing/2014/main" id="{FE459F60-4B3E-EDA7-0BD5-0621729F43DD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4033" name="tx4033">
                <a:extLst>
                  <a:ext uri="{FF2B5EF4-FFF2-40B4-BE49-F238E27FC236}">
                    <a16:creationId xmlns:a16="http://schemas.microsoft.com/office/drawing/2014/main" id="{AD615F2D-BADB-DC40-6DB1-CCEE7D202E74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4034" name="pic4034">
                <a:extLst>
                  <a:ext uri="{FF2B5EF4-FFF2-40B4-BE49-F238E27FC236}">
                    <a16:creationId xmlns:a16="http://schemas.microsoft.com/office/drawing/2014/main" id="{960E3F23-20B9-C966-3EB7-5B5C828324A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4035" name="pl4035">
                <a:extLst>
                  <a:ext uri="{FF2B5EF4-FFF2-40B4-BE49-F238E27FC236}">
                    <a16:creationId xmlns:a16="http://schemas.microsoft.com/office/drawing/2014/main" id="{3C603589-6FAB-C6BA-EF5D-716E60FAC41F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6" name="pl4036">
                <a:extLst>
                  <a:ext uri="{FF2B5EF4-FFF2-40B4-BE49-F238E27FC236}">
                    <a16:creationId xmlns:a16="http://schemas.microsoft.com/office/drawing/2014/main" id="{EDFC84DF-34C7-F154-B969-1910824E179C}"/>
                  </a:ext>
                </a:extLst>
              </p:cNvPr>
              <p:cNvSpPr/>
              <p:nvPr/>
            </p:nvSpPr>
            <p:spPr>
              <a:xfrm>
                <a:off x="6928496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7" name="pl4037">
                <a:extLst>
                  <a:ext uri="{FF2B5EF4-FFF2-40B4-BE49-F238E27FC236}">
                    <a16:creationId xmlns:a16="http://schemas.microsoft.com/office/drawing/2014/main" id="{E306D725-0DA5-249C-B68D-496C73AFCBA9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8" name="pl4038">
                <a:extLst>
                  <a:ext uri="{FF2B5EF4-FFF2-40B4-BE49-F238E27FC236}">
                    <a16:creationId xmlns:a16="http://schemas.microsoft.com/office/drawing/2014/main" id="{24DE0B27-8452-B0F6-79DC-4FAA7DF6609D}"/>
                  </a:ext>
                </a:extLst>
              </p:cNvPr>
              <p:cNvSpPr/>
              <p:nvPr/>
            </p:nvSpPr>
            <p:spPr>
              <a:xfrm>
                <a:off x="6928496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9" name="pl4039">
                <a:extLst>
                  <a:ext uri="{FF2B5EF4-FFF2-40B4-BE49-F238E27FC236}">
                    <a16:creationId xmlns:a16="http://schemas.microsoft.com/office/drawing/2014/main" id="{6D6DAB9C-DD3E-FED6-E291-8BC7E4C098ED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0" name="pl4040">
                <a:extLst>
                  <a:ext uri="{FF2B5EF4-FFF2-40B4-BE49-F238E27FC236}">
                    <a16:creationId xmlns:a16="http://schemas.microsoft.com/office/drawing/2014/main" id="{E19B20D9-4CAA-DCEB-18A1-1060DA29FAE8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1" name="pl4041">
                <a:extLst>
                  <a:ext uri="{FF2B5EF4-FFF2-40B4-BE49-F238E27FC236}">
                    <a16:creationId xmlns:a16="http://schemas.microsoft.com/office/drawing/2014/main" id="{6C8E8E10-5BAA-90EE-97B7-81549800E830}"/>
                  </a:ext>
                </a:extLst>
              </p:cNvPr>
              <p:cNvSpPr/>
              <p:nvPr/>
            </p:nvSpPr>
            <p:spPr>
              <a:xfrm>
                <a:off x="6752931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2" name="pl4042">
                <a:extLst>
                  <a:ext uri="{FF2B5EF4-FFF2-40B4-BE49-F238E27FC236}">
                    <a16:creationId xmlns:a16="http://schemas.microsoft.com/office/drawing/2014/main" id="{A93178FE-9C24-D60C-23F3-96BCCCA442E9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3" name="pl4043">
                <a:extLst>
                  <a:ext uri="{FF2B5EF4-FFF2-40B4-BE49-F238E27FC236}">
                    <a16:creationId xmlns:a16="http://schemas.microsoft.com/office/drawing/2014/main" id="{1DBAAED3-4DC9-3592-8B0A-9D3BB8102AED}"/>
                  </a:ext>
                </a:extLst>
              </p:cNvPr>
              <p:cNvSpPr/>
              <p:nvPr/>
            </p:nvSpPr>
            <p:spPr>
              <a:xfrm>
                <a:off x="6752931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4" name="pl4044">
                <a:extLst>
                  <a:ext uri="{FF2B5EF4-FFF2-40B4-BE49-F238E27FC236}">
                    <a16:creationId xmlns:a16="http://schemas.microsoft.com/office/drawing/2014/main" id="{A1E74ABB-1736-7D47-72DF-822F41C4F845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5" name="tx4045">
                <a:extLst>
                  <a:ext uri="{FF2B5EF4-FFF2-40B4-BE49-F238E27FC236}">
                    <a16:creationId xmlns:a16="http://schemas.microsoft.com/office/drawing/2014/main" id="{263FD652-6F97-1141-918F-270D51BEE874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</a:t>
                </a:r>
              </a:p>
            </p:txBody>
          </p:sp>
          <p:sp>
            <p:nvSpPr>
              <p:cNvPr id="4046" name="tx4046">
                <a:extLst>
                  <a:ext uri="{FF2B5EF4-FFF2-40B4-BE49-F238E27FC236}">
                    <a16:creationId xmlns:a16="http://schemas.microsoft.com/office/drawing/2014/main" id="{40980104-C3AC-071B-CDF5-6DFC0A58D8A6}"/>
                  </a:ext>
                </a:extLst>
              </p:cNvPr>
              <p:cNvSpPr/>
              <p:nvPr/>
            </p:nvSpPr>
            <p:spPr>
              <a:xfrm>
                <a:off x="7041976" y="4446917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</a:t>
                </a:r>
              </a:p>
            </p:txBody>
          </p:sp>
          <p:sp>
            <p:nvSpPr>
              <p:cNvPr id="4047" name="tx4047">
                <a:extLst>
                  <a:ext uri="{FF2B5EF4-FFF2-40B4-BE49-F238E27FC236}">
                    <a16:creationId xmlns:a16="http://schemas.microsoft.com/office/drawing/2014/main" id="{68E22999-D504-76FD-5482-7A8B27E726C1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2</a:t>
                </a:r>
              </a:p>
            </p:txBody>
          </p:sp>
          <p:sp>
            <p:nvSpPr>
              <p:cNvPr id="4048" name="tx4048">
                <a:extLst>
                  <a:ext uri="{FF2B5EF4-FFF2-40B4-BE49-F238E27FC236}">
                    <a16:creationId xmlns:a16="http://schemas.microsoft.com/office/drawing/2014/main" id="{A9C470A8-0E11-5FD7-19CC-4DF0F5D7B458}"/>
                  </a:ext>
                </a:extLst>
              </p:cNvPr>
              <p:cNvSpPr/>
              <p:nvPr/>
            </p:nvSpPr>
            <p:spPr>
              <a:xfrm>
                <a:off x="7041976" y="3900105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3</a:t>
                </a:r>
              </a:p>
            </p:txBody>
          </p:sp>
          <p:sp>
            <p:nvSpPr>
              <p:cNvPr id="4049" name="tx4049">
                <a:extLst>
                  <a:ext uri="{FF2B5EF4-FFF2-40B4-BE49-F238E27FC236}">
                    <a16:creationId xmlns:a16="http://schemas.microsoft.com/office/drawing/2014/main" id="{9DDD214F-5FB3-6339-2D77-43B08A22C2F4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4</a:t>
                </a:r>
              </a:p>
            </p:txBody>
          </p:sp>
          <p:sp>
            <p:nvSpPr>
              <p:cNvPr id="4050" name="tx4050">
                <a:extLst>
                  <a:ext uri="{FF2B5EF4-FFF2-40B4-BE49-F238E27FC236}">
                    <a16:creationId xmlns:a16="http://schemas.microsoft.com/office/drawing/2014/main" id="{E4C67CF3-6A5A-9796-7218-6D923D2596C3}"/>
                  </a:ext>
                </a:extLst>
              </p:cNvPr>
              <p:cNvSpPr/>
              <p:nvPr/>
            </p:nvSpPr>
            <p:spPr>
              <a:xfrm>
                <a:off x="2201917" y="1669789"/>
                <a:ext cx="2541117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Offset to </a:t>
                </a:r>
              </a:p>
            </p:txBody>
          </p:sp>
          <p:sp>
            <p:nvSpPr>
              <p:cNvPr id="4051" name="tx4051">
                <a:extLst>
                  <a:ext uri="{FF2B5EF4-FFF2-40B4-BE49-F238E27FC236}">
                    <a16:creationId xmlns:a16="http://schemas.microsoft.com/office/drawing/2014/main" id="{FCBFD3E9-6FA7-F967-726A-69910F60BBF0}"/>
                  </a:ext>
                </a:extLst>
              </p:cNvPr>
              <p:cNvSpPr/>
              <p:nvPr/>
            </p:nvSpPr>
            <p:spPr>
              <a:xfrm>
                <a:off x="2201917" y="1998973"/>
                <a:ext cx="2353848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 (RDA)</a:t>
                </a:r>
              </a:p>
            </p:txBody>
          </p:sp>
        </p:grpSp>
        <p:grpSp>
          <p:nvGrpSpPr>
            <p:cNvPr id="4052" name="Group 4051">
              <a:extLst>
                <a:ext uri="{FF2B5EF4-FFF2-40B4-BE49-F238E27FC236}">
                  <a16:creationId xmlns:a16="http://schemas.microsoft.com/office/drawing/2014/main" id="{3D6964D3-45B0-F40A-A5C2-95982B46FAE8}"/>
                </a:ext>
              </a:extLst>
            </p:cNvPr>
            <p:cNvGrpSpPr/>
            <p:nvPr/>
          </p:nvGrpSpPr>
          <p:grpSpPr>
            <a:xfrm>
              <a:off x="11457432" y="16962120"/>
              <a:ext cx="1920240" cy="1728216"/>
              <a:chOff x="2301906" y="1853932"/>
              <a:chExt cx="4149766" cy="3667707"/>
            </a:xfrm>
          </p:grpSpPr>
          <p:sp>
            <p:nvSpPr>
              <p:cNvPr id="4053" name="rc5">
                <a:extLst>
                  <a:ext uri="{FF2B5EF4-FFF2-40B4-BE49-F238E27FC236}">
                    <a16:creationId xmlns:a16="http://schemas.microsoft.com/office/drawing/2014/main" id="{DE7E4A26-C373-81D4-AABD-5A34BC943521}"/>
                  </a:ext>
                </a:extLst>
              </p:cNvPr>
              <p:cNvSpPr/>
              <p:nvPr/>
            </p:nvSpPr>
            <p:spPr>
              <a:xfrm>
                <a:off x="2483768" y="1859856"/>
                <a:ext cx="3967903" cy="3657376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4" name="pl13">
                <a:extLst>
                  <a:ext uri="{FF2B5EF4-FFF2-40B4-BE49-F238E27FC236}">
                    <a16:creationId xmlns:a16="http://schemas.microsoft.com/office/drawing/2014/main" id="{2E8A5B9F-F6A3-32BD-78FB-FC8F2E6B7AC5}"/>
                  </a:ext>
                </a:extLst>
              </p:cNvPr>
              <p:cNvSpPr/>
              <p:nvPr/>
            </p:nvSpPr>
            <p:spPr>
              <a:xfrm>
                <a:off x="2301906" y="4615577"/>
                <a:ext cx="4149766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5" name="pl14">
                <a:extLst>
                  <a:ext uri="{FF2B5EF4-FFF2-40B4-BE49-F238E27FC236}">
                    <a16:creationId xmlns:a16="http://schemas.microsoft.com/office/drawing/2014/main" id="{8C319746-3452-AC05-FD35-9B897C41590A}"/>
                  </a:ext>
                </a:extLst>
              </p:cNvPr>
              <p:cNvSpPr/>
              <p:nvPr/>
            </p:nvSpPr>
            <p:spPr>
              <a:xfrm>
                <a:off x="2301906" y="3675975"/>
                <a:ext cx="4149766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6" name="pl15">
                <a:extLst>
                  <a:ext uri="{FF2B5EF4-FFF2-40B4-BE49-F238E27FC236}">
                    <a16:creationId xmlns:a16="http://schemas.microsoft.com/office/drawing/2014/main" id="{342EB65C-7C05-BF99-A03A-BF5E0FBAB870}"/>
                  </a:ext>
                </a:extLst>
              </p:cNvPr>
              <p:cNvSpPr/>
              <p:nvPr/>
            </p:nvSpPr>
            <p:spPr>
              <a:xfrm>
                <a:off x="2301906" y="2736372"/>
                <a:ext cx="4149766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7" name="pg29">
                <a:extLst>
                  <a:ext uri="{FF2B5EF4-FFF2-40B4-BE49-F238E27FC236}">
                    <a16:creationId xmlns:a16="http://schemas.microsoft.com/office/drawing/2014/main" id="{87C6E494-081F-7DC6-18A0-5AEA54AD621D}"/>
                  </a:ext>
                </a:extLst>
              </p:cNvPr>
              <p:cNvSpPr/>
              <p:nvPr/>
            </p:nvSpPr>
            <p:spPr>
              <a:xfrm>
                <a:off x="408979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8" name="pg30">
                <a:extLst>
                  <a:ext uri="{FF2B5EF4-FFF2-40B4-BE49-F238E27FC236}">
                    <a16:creationId xmlns:a16="http://schemas.microsoft.com/office/drawing/2014/main" id="{A6497752-587C-5190-5975-5F75AF6EAD26}"/>
                  </a:ext>
                </a:extLst>
              </p:cNvPr>
              <p:cNvSpPr/>
              <p:nvPr/>
            </p:nvSpPr>
            <p:spPr>
              <a:xfrm>
                <a:off x="4171236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9" name="pg31">
                <a:extLst>
                  <a:ext uri="{FF2B5EF4-FFF2-40B4-BE49-F238E27FC236}">
                    <a16:creationId xmlns:a16="http://schemas.microsoft.com/office/drawing/2014/main" id="{9ED0A4BC-A057-6605-A160-267FFCE75EA8}"/>
                  </a:ext>
                </a:extLst>
              </p:cNvPr>
              <p:cNvSpPr/>
              <p:nvPr/>
            </p:nvSpPr>
            <p:spPr>
              <a:xfrm>
                <a:off x="425267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0" name="pg32">
                <a:extLst>
                  <a:ext uri="{FF2B5EF4-FFF2-40B4-BE49-F238E27FC236}">
                    <a16:creationId xmlns:a16="http://schemas.microsoft.com/office/drawing/2014/main" id="{34D2E780-3C1B-2CFA-D00D-6E8703801A96}"/>
                  </a:ext>
                </a:extLst>
              </p:cNvPr>
              <p:cNvSpPr/>
              <p:nvPr/>
            </p:nvSpPr>
            <p:spPr>
              <a:xfrm>
                <a:off x="4334110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1" name="pg33">
                <a:extLst>
                  <a:ext uri="{FF2B5EF4-FFF2-40B4-BE49-F238E27FC236}">
                    <a16:creationId xmlns:a16="http://schemas.microsoft.com/office/drawing/2014/main" id="{ECF134D7-5A03-1378-D868-1337047B64C4}"/>
                  </a:ext>
                </a:extLst>
              </p:cNvPr>
              <p:cNvSpPr/>
              <p:nvPr/>
            </p:nvSpPr>
            <p:spPr>
              <a:xfrm>
                <a:off x="4415547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2" name="pg34">
                <a:extLst>
                  <a:ext uri="{FF2B5EF4-FFF2-40B4-BE49-F238E27FC236}">
                    <a16:creationId xmlns:a16="http://schemas.microsoft.com/office/drawing/2014/main" id="{959530E3-31A3-D5DB-C17E-A480B5AAA83B}"/>
                  </a:ext>
                </a:extLst>
              </p:cNvPr>
              <p:cNvSpPr/>
              <p:nvPr/>
            </p:nvSpPr>
            <p:spPr>
              <a:xfrm>
                <a:off x="449698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3" name="pg35">
                <a:extLst>
                  <a:ext uri="{FF2B5EF4-FFF2-40B4-BE49-F238E27FC236}">
                    <a16:creationId xmlns:a16="http://schemas.microsoft.com/office/drawing/2014/main" id="{52125609-1A19-E384-C6DC-AC5D9795D4E4}"/>
                  </a:ext>
                </a:extLst>
              </p:cNvPr>
              <p:cNvSpPr/>
              <p:nvPr/>
            </p:nvSpPr>
            <p:spPr>
              <a:xfrm>
                <a:off x="457842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4" name="pg36">
                <a:extLst>
                  <a:ext uri="{FF2B5EF4-FFF2-40B4-BE49-F238E27FC236}">
                    <a16:creationId xmlns:a16="http://schemas.microsoft.com/office/drawing/2014/main" id="{F36EE303-43F2-D885-3698-012780070C61}"/>
                  </a:ext>
                </a:extLst>
              </p:cNvPr>
              <p:cNvSpPr/>
              <p:nvPr/>
            </p:nvSpPr>
            <p:spPr>
              <a:xfrm>
                <a:off x="465985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5" name="pg37">
                <a:extLst>
                  <a:ext uri="{FF2B5EF4-FFF2-40B4-BE49-F238E27FC236}">
                    <a16:creationId xmlns:a16="http://schemas.microsoft.com/office/drawing/2014/main" id="{5F1A61F0-F3E0-68A2-9649-78023599AD5D}"/>
                  </a:ext>
                </a:extLst>
              </p:cNvPr>
              <p:cNvSpPr/>
              <p:nvPr/>
            </p:nvSpPr>
            <p:spPr>
              <a:xfrm>
                <a:off x="506704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6" name="pg38">
                <a:extLst>
                  <a:ext uri="{FF2B5EF4-FFF2-40B4-BE49-F238E27FC236}">
                    <a16:creationId xmlns:a16="http://schemas.microsoft.com/office/drawing/2014/main" id="{66D50B9B-DBA1-EF14-8104-D64BD192C520}"/>
                  </a:ext>
                </a:extLst>
              </p:cNvPr>
              <p:cNvSpPr/>
              <p:nvPr/>
            </p:nvSpPr>
            <p:spPr>
              <a:xfrm>
                <a:off x="514848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7" name="pg39">
                <a:extLst>
                  <a:ext uri="{FF2B5EF4-FFF2-40B4-BE49-F238E27FC236}">
                    <a16:creationId xmlns:a16="http://schemas.microsoft.com/office/drawing/2014/main" id="{F6BA7E97-816F-FD00-32AF-FF5DC64F371B}"/>
                  </a:ext>
                </a:extLst>
              </p:cNvPr>
              <p:cNvSpPr/>
              <p:nvPr/>
            </p:nvSpPr>
            <p:spPr>
              <a:xfrm>
                <a:off x="522991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8" name="pg40">
                <a:extLst>
                  <a:ext uri="{FF2B5EF4-FFF2-40B4-BE49-F238E27FC236}">
                    <a16:creationId xmlns:a16="http://schemas.microsoft.com/office/drawing/2014/main" id="{85BB5BD0-4E6E-6938-F46D-517D75174418}"/>
                  </a:ext>
                </a:extLst>
              </p:cNvPr>
              <p:cNvSpPr/>
              <p:nvPr/>
            </p:nvSpPr>
            <p:spPr>
              <a:xfrm>
                <a:off x="5311355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9" name="pg41">
                <a:extLst>
                  <a:ext uri="{FF2B5EF4-FFF2-40B4-BE49-F238E27FC236}">
                    <a16:creationId xmlns:a16="http://schemas.microsoft.com/office/drawing/2014/main" id="{568E44B6-E37D-11EB-412A-EC07C05E9AF2}"/>
                  </a:ext>
                </a:extLst>
              </p:cNvPr>
              <p:cNvSpPr/>
              <p:nvPr/>
            </p:nvSpPr>
            <p:spPr>
              <a:xfrm>
                <a:off x="539279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0" name="pg42">
                <a:extLst>
                  <a:ext uri="{FF2B5EF4-FFF2-40B4-BE49-F238E27FC236}">
                    <a16:creationId xmlns:a16="http://schemas.microsoft.com/office/drawing/2014/main" id="{3DB79956-2CB8-1E1C-8EC8-2E4D48E8629D}"/>
                  </a:ext>
                </a:extLst>
              </p:cNvPr>
              <p:cNvSpPr/>
              <p:nvPr/>
            </p:nvSpPr>
            <p:spPr>
              <a:xfrm>
                <a:off x="368261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1" name="pg43">
                <a:extLst>
                  <a:ext uri="{FF2B5EF4-FFF2-40B4-BE49-F238E27FC236}">
                    <a16:creationId xmlns:a16="http://schemas.microsoft.com/office/drawing/2014/main" id="{146BC28F-D345-511C-A110-31C9AF396990}"/>
                  </a:ext>
                </a:extLst>
              </p:cNvPr>
              <p:cNvSpPr/>
              <p:nvPr/>
            </p:nvSpPr>
            <p:spPr>
              <a:xfrm>
                <a:off x="376405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2" name="pg44">
                <a:extLst>
                  <a:ext uri="{FF2B5EF4-FFF2-40B4-BE49-F238E27FC236}">
                    <a16:creationId xmlns:a16="http://schemas.microsoft.com/office/drawing/2014/main" id="{BA8FE616-F110-F17D-CA82-367EA9AB29B0}"/>
                  </a:ext>
                </a:extLst>
              </p:cNvPr>
              <p:cNvSpPr/>
              <p:nvPr/>
            </p:nvSpPr>
            <p:spPr>
              <a:xfrm>
                <a:off x="384548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3" name="pg45">
                <a:extLst>
                  <a:ext uri="{FF2B5EF4-FFF2-40B4-BE49-F238E27FC236}">
                    <a16:creationId xmlns:a16="http://schemas.microsoft.com/office/drawing/2014/main" id="{45F828D1-5033-1BF2-DC20-C6B147AF2B51}"/>
                  </a:ext>
                </a:extLst>
              </p:cNvPr>
              <p:cNvSpPr/>
              <p:nvPr/>
            </p:nvSpPr>
            <p:spPr>
              <a:xfrm>
                <a:off x="392692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4" name="pg46">
                <a:extLst>
                  <a:ext uri="{FF2B5EF4-FFF2-40B4-BE49-F238E27FC236}">
                    <a16:creationId xmlns:a16="http://schemas.microsoft.com/office/drawing/2014/main" id="{BD50564A-5742-AA4C-E401-F111AA5284CA}"/>
                  </a:ext>
                </a:extLst>
              </p:cNvPr>
              <p:cNvSpPr/>
              <p:nvPr/>
            </p:nvSpPr>
            <p:spPr>
              <a:xfrm>
                <a:off x="400836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5" name="pg47">
                <a:extLst>
                  <a:ext uri="{FF2B5EF4-FFF2-40B4-BE49-F238E27FC236}">
                    <a16:creationId xmlns:a16="http://schemas.microsoft.com/office/drawing/2014/main" id="{88F209BA-69C2-8EC4-874D-E03D9086BC06}"/>
                  </a:ext>
                </a:extLst>
              </p:cNvPr>
              <p:cNvSpPr/>
              <p:nvPr/>
            </p:nvSpPr>
            <p:spPr>
              <a:xfrm>
                <a:off x="408979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6" name="pg48">
                <a:extLst>
                  <a:ext uri="{FF2B5EF4-FFF2-40B4-BE49-F238E27FC236}">
                    <a16:creationId xmlns:a16="http://schemas.microsoft.com/office/drawing/2014/main" id="{22B3018D-E8A7-BE1E-0C55-6B4A46431567}"/>
                  </a:ext>
                </a:extLst>
              </p:cNvPr>
              <p:cNvSpPr/>
              <p:nvPr/>
            </p:nvSpPr>
            <p:spPr>
              <a:xfrm>
                <a:off x="4171236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7" name="pg49">
                <a:extLst>
                  <a:ext uri="{FF2B5EF4-FFF2-40B4-BE49-F238E27FC236}">
                    <a16:creationId xmlns:a16="http://schemas.microsoft.com/office/drawing/2014/main" id="{7A26B2DB-007F-53B7-8B98-A6C938F9194C}"/>
                  </a:ext>
                </a:extLst>
              </p:cNvPr>
              <p:cNvSpPr/>
              <p:nvPr/>
            </p:nvSpPr>
            <p:spPr>
              <a:xfrm>
                <a:off x="425267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8" name="pg50">
                <a:extLst>
                  <a:ext uri="{FF2B5EF4-FFF2-40B4-BE49-F238E27FC236}">
                    <a16:creationId xmlns:a16="http://schemas.microsoft.com/office/drawing/2014/main" id="{4968C219-6756-E251-B10F-A3EB1DBA2CFF}"/>
                  </a:ext>
                </a:extLst>
              </p:cNvPr>
              <p:cNvSpPr/>
              <p:nvPr/>
            </p:nvSpPr>
            <p:spPr>
              <a:xfrm>
                <a:off x="433411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9" name="pg51">
                <a:extLst>
                  <a:ext uri="{FF2B5EF4-FFF2-40B4-BE49-F238E27FC236}">
                    <a16:creationId xmlns:a16="http://schemas.microsoft.com/office/drawing/2014/main" id="{D7050FDE-49D2-22BD-EA4F-44861FF29728}"/>
                  </a:ext>
                </a:extLst>
              </p:cNvPr>
              <p:cNvSpPr/>
              <p:nvPr/>
            </p:nvSpPr>
            <p:spPr>
              <a:xfrm>
                <a:off x="441554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0" name="pg52">
                <a:extLst>
                  <a:ext uri="{FF2B5EF4-FFF2-40B4-BE49-F238E27FC236}">
                    <a16:creationId xmlns:a16="http://schemas.microsoft.com/office/drawing/2014/main" id="{C82331EC-2960-B12E-50FA-DF2420E67B09}"/>
                  </a:ext>
                </a:extLst>
              </p:cNvPr>
              <p:cNvSpPr/>
              <p:nvPr/>
            </p:nvSpPr>
            <p:spPr>
              <a:xfrm>
                <a:off x="449698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1" name="pg53">
                <a:extLst>
                  <a:ext uri="{FF2B5EF4-FFF2-40B4-BE49-F238E27FC236}">
                    <a16:creationId xmlns:a16="http://schemas.microsoft.com/office/drawing/2014/main" id="{411F7347-C9A8-9825-A205-9A0031C880EF}"/>
                  </a:ext>
                </a:extLst>
              </p:cNvPr>
              <p:cNvSpPr/>
              <p:nvPr/>
            </p:nvSpPr>
            <p:spPr>
              <a:xfrm>
                <a:off x="457842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2" name="pg54">
                <a:extLst>
                  <a:ext uri="{FF2B5EF4-FFF2-40B4-BE49-F238E27FC236}">
                    <a16:creationId xmlns:a16="http://schemas.microsoft.com/office/drawing/2014/main" id="{C3BD8587-2C47-F4E6-0421-849D9F70CEAE}"/>
                  </a:ext>
                </a:extLst>
              </p:cNvPr>
              <p:cNvSpPr/>
              <p:nvPr/>
            </p:nvSpPr>
            <p:spPr>
              <a:xfrm>
                <a:off x="498560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3" name="pg55">
                <a:extLst>
                  <a:ext uri="{FF2B5EF4-FFF2-40B4-BE49-F238E27FC236}">
                    <a16:creationId xmlns:a16="http://schemas.microsoft.com/office/drawing/2014/main" id="{A0107AAA-2B1E-7491-70D6-716960053447}"/>
                  </a:ext>
                </a:extLst>
              </p:cNvPr>
              <p:cNvSpPr/>
              <p:nvPr/>
            </p:nvSpPr>
            <p:spPr>
              <a:xfrm>
                <a:off x="506704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4" name="pg56">
                <a:extLst>
                  <a:ext uri="{FF2B5EF4-FFF2-40B4-BE49-F238E27FC236}">
                    <a16:creationId xmlns:a16="http://schemas.microsoft.com/office/drawing/2014/main" id="{966452FA-D6E7-F210-105A-8F4BC6EDBC5C}"/>
                  </a:ext>
                </a:extLst>
              </p:cNvPr>
              <p:cNvSpPr/>
              <p:nvPr/>
            </p:nvSpPr>
            <p:spPr>
              <a:xfrm>
                <a:off x="514848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5" name="pg57">
                <a:extLst>
                  <a:ext uri="{FF2B5EF4-FFF2-40B4-BE49-F238E27FC236}">
                    <a16:creationId xmlns:a16="http://schemas.microsoft.com/office/drawing/2014/main" id="{F066A133-C06F-B6DB-1EAE-D9B1CE69E9CC}"/>
                  </a:ext>
                </a:extLst>
              </p:cNvPr>
              <p:cNvSpPr/>
              <p:nvPr/>
            </p:nvSpPr>
            <p:spPr>
              <a:xfrm>
                <a:off x="522991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6" name="pg58">
                <a:extLst>
                  <a:ext uri="{FF2B5EF4-FFF2-40B4-BE49-F238E27FC236}">
                    <a16:creationId xmlns:a16="http://schemas.microsoft.com/office/drawing/2014/main" id="{57DDAA89-02A3-8505-3E7D-86F5993BD476}"/>
                  </a:ext>
                </a:extLst>
              </p:cNvPr>
              <p:cNvSpPr/>
              <p:nvPr/>
            </p:nvSpPr>
            <p:spPr>
              <a:xfrm>
                <a:off x="5311355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7" name="pg59">
                <a:extLst>
                  <a:ext uri="{FF2B5EF4-FFF2-40B4-BE49-F238E27FC236}">
                    <a16:creationId xmlns:a16="http://schemas.microsoft.com/office/drawing/2014/main" id="{5EEB170F-A88C-C511-4FD4-0B5E377A17AC}"/>
                  </a:ext>
                </a:extLst>
              </p:cNvPr>
              <p:cNvSpPr/>
              <p:nvPr/>
            </p:nvSpPr>
            <p:spPr>
              <a:xfrm>
                <a:off x="539279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8" name="pg60">
                <a:extLst>
                  <a:ext uri="{FF2B5EF4-FFF2-40B4-BE49-F238E27FC236}">
                    <a16:creationId xmlns:a16="http://schemas.microsoft.com/office/drawing/2014/main" id="{88C073DA-7A39-ECA0-BC45-41FE5FF8FDF7}"/>
                  </a:ext>
                </a:extLst>
              </p:cNvPr>
              <p:cNvSpPr/>
              <p:nvPr/>
            </p:nvSpPr>
            <p:spPr>
              <a:xfrm>
                <a:off x="360117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9" name="pg61">
                <a:extLst>
                  <a:ext uri="{FF2B5EF4-FFF2-40B4-BE49-F238E27FC236}">
                    <a16:creationId xmlns:a16="http://schemas.microsoft.com/office/drawing/2014/main" id="{16ABEE99-C40B-7AF0-99D4-62894ACEAA59}"/>
                  </a:ext>
                </a:extLst>
              </p:cNvPr>
              <p:cNvSpPr/>
              <p:nvPr/>
            </p:nvSpPr>
            <p:spPr>
              <a:xfrm>
                <a:off x="368261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0" name="pg62">
                <a:extLst>
                  <a:ext uri="{FF2B5EF4-FFF2-40B4-BE49-F238E27FC236}">
                    <a16:creationId xmlns:a16="http://schemas.microsoft.com/office/drawing/2014/main" id="{3A9087B8-564D-B811-6031-82A435C70433}"/>
                  </a:ext>
                </a:extLst>
              </p:cNvPr>
              <p:cNvSpPr/>
              <p:nvPr/>
            </p:nvSpPr>
            <p:spPr>
              <a:xfrm>
                <a:off x="376405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1" name="pg63">
                <a:extLst>
                  <a:ext uri="{FF2B5EF4-FFF2-40B4-BE49-F238E27FC236}">
                    <a16:creationId xmlns:a16="http://schemas.microsoft.com/office/drawing/2014/main" id="{0116C596-5ED3-4789-BB4F-895A583D5F04}"/>
                  </a:ext>
                </a:extLst>
              </p:cNvPr>
              <p:cNvSpPr/>
              <p:nvPr/>
            </p:nvSpPr>
            <p:spPr>
              <a:xfrm>
                <a:off x="384548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2" name="pg64">
                <a:extLst>
                  <a:ext uri="{FF2B5EF4-FFF2-40B4-BE49-F238E27FC236}">
                    <a16:creationId xmlns:a16="http://schemas.microsoft.com/office/drawing/2014/main" id="{FD915CF1-0B9F-07AA-AA9E-CF45EF964FA8}"/>
                  </a:ext>
                </a:extLst>
              </p:cNvPr>
              <p:cNvSpPr/>
              <p:nvPr/>
            </p:nvSpPr>
            <p:spPr>
              <a:xfrm>
                <a:off x="392692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3" name="pg65">
                <a:extLst>
                  <a:ext uri="{FF2B5EF4-FFF2-40B4-BE49-F238E27FC236}">
                    <a16:creationId xmlns:a16="http://schemas.microsoft.com/office/drawing/2014/main" id="{1BA55E0F-10DE-BD03-07B4-DD3E66C31A4B}"/>
                  </a:ext>
                </a:extLst>
              </p:cNvPr>
              <p:cNvSpPr/>
              <p:nvPr/>
            </p:nvSpPr>
            <p:spPr>
              <a:xfrm>
                <a:off x="400836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4" name="pg66">
                <a:extLst>
                  <a:ext uri="{FF2B5EF4-FFF2-40B4-BE49-F238E27FC236}">
                    <a16:creationId xmlns:a16="http://schemas.microsoft.com/office/drawing/2014/main" id="{4761BA14-09E0-FC47-D2D0-0C89331BAFD0}"/>
                  </a:ext>
                </a:extLst>
              </p:cNvPr>
              <p:cNvSpPr/>
              <p:nvPr/>
            </p:nvSpPr>
            <p:spPr>
              <a:xfrm>
                <a:off x="408979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5" name="pg67">
                <a:extLst>
                  <a:ext uri="{FF2B5EF4-FFF2-40B4-BE49-F238E27FC236}">
                    <a16:creationId xmlns:a16="http://schemas.microsoft.com/office/drawing/2014/main" id="{70532792-AB75-0574-D94F-956C6F9D0CF1}"/>
                  </a:ext>
                </a:extLst>
              </p:cNvPr>
              <p:cNvSpPr/>
              <p:nvPr/>
            </p:nvSpPr>
            <p:spPr>
              <a:xfrm>
                <a:off x="417123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6" name="pg68">
                <a:extLst>
                  <a:ext uri="{FF2B5EF4-FFF2-40B4-BE49-F238E27FC236}">
                    <a16:creationId xmlns:a16="http://schemas.microsoft.com/office/drawing/2014/main" id="{8A89D354-7782-D6D7-B961-FB251E7918C7}"/>
                  </a:ext>
                </a:extLst>
              </p:cNvPr>
              <p:cNvSpPr/>
              <p:nvPr/>
            </p:nvSpPr>
            <p:spPr>
              <a:xfrm>
                <a:off x="425267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7" name="pg69">
                <a:extLst>
                  <a:ext uri="{FF2B5EF4-FFF2-40B4-BE49-F238E27FC236}">
                    <a16:creationId xmlns:a16="http://schemas.microsoft.com/office/drawing/2014/main" id="{1E3FB3B6-457E-901E-ABD3-E204EA1020A6}"/>
                  </a:ext>
                </a:extLst>
              </p:cNvPr>
              <p:cNvSpPr/>
              <p:nvPr/>
            </p:nvSpPr>
            <p:spPr>
              <a:xfrm>
                <a:off x="433411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8" name="pg70">
                <a:extLst>
                  <a:ext uri="{FF2B5EF4-FFF2-40B4-BE49-F238E27FC236}">
                    <a16:creationId xmlns:a16="http://schemas.microsoft.com/office/drawing/2014/main" id="{4829A1AA-DB80-AF4D-A074-88879DBDB360}"/>
                  </a:ext>
                </a:extLst>
              </p:cNvPr>
              <p:cNvSpPr/>
              <p:nvPr/>
            </p:nvSpPr>
            <p:spPr>
              <a:xfrm>
                <a:off x="441554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9" name="pg71">
                <a:extLst>
                  <a:ext uri="{FF2B5EF4-FFF2-40B4-BE49-F238E27FC236}">
                    <a16:creationId xmlns:a16="http://schemas.microsoft.com/office/drawing/2014/main" id="{7BE3B30B-F11C-DB6A-3175-A110167B0D04}"/>
                  </a:ext>
                </a:extLst>
              </p:cNvPr>
              <p:cNvSpPr/>
              <p:nvPr/>
            </p:nvSpPr>
            <p:spPr>
              <a:xfrm>
                <a:off x="449698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0" name="pg72">
                <a:extLst>
                  <a:ext uri="{FF2B5EF4-FFF2-40B4-BE49-F238E27FC236}">
                    <a16:creationId xmlns:a16="http://schemas.microsoft.com/office/drawing/2014/main" id="{9A2FCD8C-D8B2-E512-BCB4-E1B3C7967F47}"/>
                  </a:ext>
                </a:extLst>
              </p:cNvPr>
              <p:cNvSpPr/>
              <p:nvPr/>
            </p:nvSpPr>
            <p:spPr>
              <a:xfrm>
                <a:off x="490417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1" name="pg73">
                <a:extLst>
                  <a:ext uri="{FF2B5EF4-FFF2-40B4-BE49-F238E27FC236}">
                    <a16:creationId xmlns:a16="http://schemas.microsoft.com/office/drawing/2014/main" id="{466F2ADD-79A9-91E3-16D1-4E4020C981E3}"/>
                  </a:ext>
                </a:extLst>
              </p:cNvPr>
              <p:cNvSpPr/>
              <p:nvPr/>
            </p:nvSpPr>
            <p:spPr>
              <a:xfrm>
                <a:off x="498560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2" name="pg74">
                <a:extLst>
                  <a:ext uri="{FF2B5EF4-FFF2-40B4-BE49-F238E27FC236}">
                    <a16:creationId xmlns:a16="http://schemas.microsoft.com/office/drawing/2014/main" id="{0F11C42C-AB50-897A-A1C7-137D0601C42B}"/>
                  </a:ext>
                </a:extLst>
              </p:cNvPr>
              <p:cNvSpPr/>
              <p:nvPr/>
            </p:nvSpPr>
            <p:spPr>
              <a:xfrm>
                <a:off x="506704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3" name="pg75">
                <a:extLst>
                  <a:ext uri="{FF2B5EF4-FFF2-40B4-BE49-F238E27FC236}">
                    <a16:creationId xmlns:a16="http://schemas.microsoft.com/office/drawing/2014/main" id="{4D6D2E37-01AC-C451-74FE-487C0B1E9289}"/>
                  </a:ext>
                </a:extLst>
              </p:cNvPr>
              <p:cNvSpPr/>
              <p:nvPr/>
            </p:nvSpPr>
            <p:spPr>
              <a:xfrm>
                <a:off x="514848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4" name="pg76">
                <a:extLst>
                  <a:ext uri="{FF2B5EF4-FFF2-40B4-BE49-F238E27FC236}">
                    <a16:creationId xmlns:a16="http://schemas.microsoft.com/office/drawing/2014/main" id="{7BAFFC19-8F6E-CCD7-9A8E-2CB8DE919A8C}"/>
                  </a:ext>
                </a:extLst>
              </p:cNvPr>
              <p:cNvSpPr/>
              <p:nvPr/>
            </p:nvSpPr>
            <p:spPr>
              <a:xfrm>
                <a:off x="522991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5" name="pg77">
                <a:extLst>
                  <a:ext uri="{FF2B5EF4-FFF2-40B4-BE49-F238E27FC236}">
                    <a16:creationId xmlns:a16="http://schemas.microsoft.com/office/drawing/2014/main" id="{1A0FBCDD-5E01-78D7-4ACC-D5CF144F41B7}"/>
                  </a:ext>
                </a:extLst>
              </p:cNvPr>
              <p:cNvSpPr/>
              <p:nvPr/>
            </p:nvSpPr>
            <p:spPr>
              <a:xfrm>
                <a:off x="5311355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6" name="pg78">
                <a:extLst>
                  <a:ext uri="{FF2B5EF4-FFF2-40B4-BE49-F238E27FC236}">
                    <a16:creationId xmlns:a16="http://schemas.microsoft.com/office/drawing/2014/main" id="{E7E83AF5-7E91-EB15-EAF8-F89836D4AAB4}"/>
                  </a:ext>
                </a:extLst>
              </p:cNvPr>
              <p:cNvSpPr/>
              <p:nvPr/>
            </p:nvSpPr>
            <p:spPr>
              <a:xfrm>
                <a:off x="539279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7" name="pg79">
                <a:extLst>
                  <a:ext uri="{FF2B5EF4-FFF2-40B4-BE49-F238E27FC236}">
                    <a16:creationId xmlns:a16="http://schemas.microsoft.com/office/drawing/2014/main" id="{8046D82F-A68B-3843-C670-A9BE0FF749DB}"/>
                  </a:ext>
                </a:extLst>
              </p:cNvPr>
              <p:cNvSpPr/>
              <p:nvPr/>
            </p:nvSpPr>
            <p:spPr>
              <a:xfrm>
                <a:off x="343830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8" name="pg80">
                <a:extLst>
                  <a:ext uri="{FF2B5EF4-FFF2-40B4-BE49-F238E27FC236}">
                    <a16:creationId xmlns:a16="http://schemas.microsoft.com/office/drawing/2014/main" id="{7B2B7479-A1FA-85E8-BBD0-4B251CEFF174}"/>
                  </a:ext>
                </a:extLst>
              </p:cNvPr>
              <p:cNvSpPr/>
              <p:nvPr/>
            </p:nvSpPr>
            <p:spPr>
              <a:xfrm>
                <a:off x="351973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9" name="pg81">
                <a:extLst>
                  <a:ext uri="{FF2B5EF4-FFF2-40B4-BE49-F238E27FC236}">
                    <a16:creationId xmlns:a16="http://schemas.microsoft.com/office/drawing/2014/main" id="{F4B70A6D-7B7C-41C1-72A6-E45ACC054BA4}"/>
                  </a:ext>
                </a:extLst>
              </p:cNvPr>
              <p:cNvSpPr/>
              <p:nvPr/>
            </p:nvSpPr>
            <p:spPr>
              <a:xfrm>
                <a:off x="360117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0" name="pg82">
                <a:extLst>
                  <a:ext uri="{FF2B5EF4-FFF2-40B4-BE49-F238E27FC236}">
                    <a16:creationId xmlns:a16="http://schemas.microsoft.com/office/drawing/2014/main" id="{9D3E39D6-DBF2-2C8D-EF6C-926B69DF2186}"/>
                  </a:ext>
                </a:extLst>
              </p:cNvPr>
              <p:cNvSpPr/>
              <p:nvPr/>
            </p:nvSpPr>
            <p:spPr>
              <a:xfrm>
                <a:off x="368261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1" name="pg83">
                <a:extLst>
                  <a:ext uri="{FF2B5EF4-FFF2-40B4-BE49-F238E27FC236}">
                    <a16:creationId xmlns:a16="http://schemas.microsoft.com/office/drawing/2014/main" id="{1ADA204E-982E-63DD-8C4D-2DC32AB1F5C4}"/>
                  </a:ext>
                </a:extLst>
              </p:cNvPr>
              <p:cNvSpPr/>
              <p:nvPr/>
            </p:nvSpPr>
            <p:spPr>
              <a:xfrm>
                <a:off x="376405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2" name="pg84">
                <a:extLst>
                  <a:ext uri="{FF2B5EF4-FFF2-40B4-BE49-F238E27FC236}">
                    <a16:creationId xmlns:a16="http://schemas.microsoft.com/office/drawing/2014/main" id="{0E202D2C-07B4-32B7-FD8C-41EDAAE47D3F}"/>
                  </a:ext>
                </a:extLst>
              </p:cNvPr>
              <p:cNvSpPr/>
              <p:nvPr/>
            </p:nvSpPr>
            <p:spPr>
              <a:xfrm>
                <a:off x="384548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3" name="pg85">
                <a:extLst>
                  <a:ext uri="{FF2B5EF4-FFF2-40B4-BE49-F238E27FC236}">
                    <a16:creationId xmlns:a16="http://schemas.microsoft.com/office/drawing/2014/main" id="{B029E695-F935-D10E-7FB3-B40F7BDFF0D0}"/>
                  </a:ext>
                </a:extLst>
              </p:cNvPr>
              <p:cNvSpPr/>
              <p:nvPr/>
            </p:nvSpPr>
            <p:spPr>
              <a:xfrm>
                <a:off x="392692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4" name="pg86">
                <a:extLst>
                  <a:ext uri="{FF2B5EF4-FFF2-40B4-BE49-F238E27FC236}">
                    <a16:creationId xmlns:a16="http://schemas.microsoft.com/office/drawing/2014/main" id="{B3141D21-754E-E4AE-7B3A-4225C6A145FD}"/>
                  </a:ext>
                </a:extLst>
              </p:cNvPr>
              <p:cNvSpPr/>
              <p:nvPr/>
            </p:nvSpPr>
            <p:spPr>
              <a:xfrm>
                <a:off x="400836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5" name="pg87">
                <a:extLst>
                  <a:ext uri="{FF2B5EF4-FFF2-40B4-BE49-F238E27FC236}">
                    <a16:creationId xmlns:a16="http://schemas.microsoft.com/office/drawing/2014/main" id="{CB13141C-904F-F870-A5F7-8AC147C809AC}"/>
                  </a:ext>
                </a:extLst>
              </p:cNvPr>
              <p:cNvSpPr/>
              <p:nvPr/>
            </p:nvSpPr>
            <p:spPr>
              <a:xfrm>
                <a:off x="408979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6" name="pg88">
                <a:extLst>
                  <a:ext uri="{FF2B5EF4-FFF2-40B4-BE49-F238E27FC236}">
                    <a16:creationId xmlns:a16="http://schemas.microsoft.com/office/drawing/2014/main" id="{4CC1C0D1-B13E-4FBC-EB48-EA79D46769AA}"/>
                  </a:ext>
                </a:extLst>
              </p:cNvPr>
              <p:cNvSpPr/>
              <p:nvPr/>
            </p:nvSpPr>
            <p:spPr>
              <a:xfrm>
                <a:off x="417123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7" name="pg89">
                <a:extLst>
                  <a:ext uri="{FF2B5EF4-FFF2-40B4-BE49-F238E27FC236}">
                    <a16:creationId xmlns:a16="http://schemas.microsoft.com/office/drawing/2014/main" id="{3F94A044-2B6B-332B-9EE7-F7D9B609A06C}"/>
                  </a:ext>
                </a:extLst>
              </p:cNvPr>
              <p:cNvSpPr/>
              <p:nvPr/>
            </p:nvSpPr>
            <p:spPr>
              <a:xfrm>
                <a:off x="425267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8" name="pg90">
                <a:extLst>
                  <a:ext uri="{FF2B5EF4-FFF2-40B4-BE49-F238E27FC236}">
                    <a16:creationId xmlns:a16="http://schemas.microsoft.com/office/drawing/2014/main" id="{83AA0A2E-7D4C-4E90-4C19-0F1C02360E16}"/>
                  </a:ext>
                </a:extLst>
              </p:cNvPr>
              <p:cNvSpPr/>
              <p:nvPr/>
            </p:nvSpPr>
            <p:spPr>
              <a:xfrm>
                <a:off x="433411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9" name="pg91">
                <a:extLst>
                  <a:ext uri="{FF2B5EF4-FFF2-40B4-BE49-F238E27FC236}">
                    <a16:creationId xmlns:a16="http://schemas.microsoft.com/office/drawing/2014/main" id="{FF52460C-1AA0-7AAD-F459-01D67A59AD5C}"/>
                  </a:ext>
                </a:extLst>
              </p:cNvPr>
              <p:cNvSpPr/>
              <p:nvPr/>
            </p:nvSpPr>
            <p:spPr>
              <a:xfrm>
                <a:off x="482273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0" name="pg92">
                <a:extLst>
                  <a:ext uri="{FF2B5EF4-FFF2-40B4-BE49-F238E27FC236}">
                    <a16:creationId xmlns:a16="http://schemas.microsoft.com/office/drawing/2014/main" id="{8BD94502-A850-887F-FFBF-D72E9724F4C1}"/>
                  </a:ext>
                </a:extLst>
              </p:cNvPr>
              <p:cNvSpPr/>
              <p:nvPr/>
            </p:nvSpPr>
            <p:spPr>
              <a:xfrm>
                <a:off x="490417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1" name="pg93">
                <a:extLst>
                  <a:ext uri="{FF2B5EF4-FFF2-40B4-BE49-F238E27FC236}">
                    <a16:creationId xmlns:a16="http://schemas.microsoft.com/office/drawing/2014/main" id="{A80847DB-5002-6A78-F440-9D448CC66EF4}"/>
                  </a:ext>
                </a:extLst>
              </p:cNvPr>
              <p:cNvSpPr/>
              <p:nvPr/>
            </p:nvSpPr>
            <p:spPr>
              <a:xfrm>
                <a:off x="498560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2" name="pg94">
                <a:extLst>
                  <a:ext uri="{FF2B5EF4-FFF2-40B4-BE49-F238E27FC236}">
                    <a16:creationId xmlns:a16="http://schemas.microsoft.com/office/drawing/2014/main" id="{E0F06F92-F7F2-F43A-3EFE-FEC6697AF970}"/>
                  </a:ext>
                </a:extLst>
              </p:cNvPr>
              <p:cNvSpPr/>
              <p:nvPr/>
            </p:nvSpPr>
            <p:spPr>
              <a:xfrm>
                <a:off x="506704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3" name="pg95">
                <a:extLst>
                  <a:ext uri="{FF2B5EF4-FFF2-40B4-BE49-F238E27FC236}">
                    <a16:creationId xmlns:a16="http://schemas.microsoft.com/office/drawing/2014/main" id="{AC6E28B2-FF47-7EFD-E6C9-AA6A699D00D7}"/>
                  </a:ext>
                </a:extLst>
              </p:cNvPr>
              <p:cNvSpPr/>
              <p:nvPr/>
            </p:nvSpPr>
            <p:spPr>
              <a:xfrm>
                <a:off x="514848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4" name="pg96">
                <a:extLst>
                  <a:ext uri="{FF2B5EF4-FFF2-40B4-BE49-F238E27FC236}">
                    <a16:creationId xmlns:a16="http://schemas.microsoft.com/office/drawing/2014/main" id="{C25621E5-0C2B-3282-9B03-A4024DD4D56A}"/>
                  </a:ext>
                </a:extLst>
              </p:cNvPr>
              <p:cNvSpPr/>
              <p:nvPr/>
            </p:nvSpPr>
            <p:spPr>
              <a:xfrm>
                <a:off x="522991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5" name="pg97">
                <a:extLst>
                  <a:ext uri="{FF2B5EF4-FFF2-40B4-BE49-F238E27FC236}">
                    <a16:creationId xmlns:a16="http://schemas.microsoft.com/office/drawing/2014/main" id="{C24D1879-696D-DE3E-95D0-FF1B6133E985}"/>
                  </a:ext>
                </a:extLst>
              </p:cNvPr>
              <p:cNvSpPr/>
              <p:nvPr/>
            </p:nvSpPr>
            <p:spPr>
              <a:xfrm>
                <a:off x="327542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6" name="pg98">
                <a:extLst>
                  <a:ext uri="{FF2B5EF4-FFF2-40B4-BE49-F238E27FC236}">
                    <a16:creationId xmlns:a16="http://schemas.microsoft.com/office/drawing/2014/main" id="{4A4CE807-121D-2910-8542-32D6700DACC1}"/>
                  </a:ext>
                </a:extLst>
              </p:cNvPr>
              <p:cNvSpPr/>
              <p:nvPr/>
            </p:nvSpPr>
            <p:spPr>
              <a:xfrm>
                <a:off x="335686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7" name="pg99">
                <a:extLst>
                  <a:ext uri="{FF2B5EF4-FFF2-40B4-BE49-F238E27FC236}">
                    <a16:creationId xmlns:a16="http://schemas.microsoft.com/office/drawing/2014/main" id="{BE5C751D-46A6-CF0C-15B0-83EA13BB5FED}"/>
                  </a:ext>
                </a:extLst>
              </p:cNvPr>
              <p:cNvSpPr/>
              <p:nvPr/>
            </p:nvSpPr>
            <p:spPr>
              <a:xfrm>
                <a:off x="343830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8" name="pg100">
                <a:extLst>
                  <a:ext uri="{FF2B5EF4-FFF2-40B4-BE49-F238E27FC236}">
                    <a16:creationId xmlns:a16="http://schemas.microsoft.com/office/drawing/2014/main" id="{1F22077B-9F55-7447-9D93-DB7AF1295E33}"/>
                  </a:ext>
                </a:extLst>
              </p:cNvPr>
              <p:cNvSpPr/>
              <p:nvPr/>
            </p:nvSpPr>
            <p:spPr>
              <a:xfrm>
                <a:off x="351973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9" name="pg101">
                <a:extLst>
                  <a:ext uri="{FF2B5EF4-FFF2-40B4-BE49-F238E27FC236}">
                    <a16:creationId xmlns:a16="http://schemas.microsoft.com/office/drawing/2014/main" id="{77FA4DE1-E4D6-0A46-9EEE-3E86487DA7D6}"/>
                  </a:ext>
                </a:extLst>
              </p:cNvPr>
              <p:cNvSpPr/>
              <p:nvPr/>
            </p:nvSpPr>
            <p:spPr>
              <a:xfrm>
                <a:off x="360117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0" name="pg102">
                <a:extLst>
                  <a:ext uri="{FF2B5EF4-FFF2-40B4-BE49-F238E27FC236}">
                    <a16:creationId xmlns:a16="http://schemas.microsoft.com/office/drawing/2014/main" id="{424528B0-4B15-A4B9-921A-D18F760D0D70}"/>
                  </a:ext>
                </a:extLst>
              </p:cNvPr>
              <p:cNvSpPr/>
              <p:nvPr/>
            </p:nvSpPr>
            <p:spPr>
              <a:xfrm>
                <a:off x="368261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1" name="pg103">
                <a:extLst>
                  <a:ext uri="{FF2B5EF4-FFF2-40B4-BE49-F238E27FC236}">
                    <a16:creationId xmlns:a16="http://schemas.microsoft.com/office/drawing/2014/main" id="{5954B1C7-50CF-C2B6-CDFD-534DAC8563D3}"/>
                  </a:ext>
                </a:extLst>
              </p:cNvPr>
              <p:cNvSpPr/>
              <p:nvPr/>
            </p:nvSpPr>
            <p:spPr>
              <a:xfrm>
                <a:off x="376405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2" name="pg104">
                <a:extLst>
                  <a:ext uri="{FF2B5EF4-FFF2-40B4-BE49-F238E27FC236}">
                    <a16:creationId xmlns:a16="http://schemas.microsoft.com/office/drawing/2014/main" id="{03F7BDD5-9BC3-28B1-8751-A2B5204D4157}"/>
                  </a:ext>
                </a:extLst>
              </p:cNvPr>
              <p:cNvSpPr/>
              <p:nvPr/>
            </p:nvSpPr>
            <p:spPr>
              <a:xfrm>
                <a:off x="384548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3" name="pg105">
                <a:extLst>
                  <a:ext uri="{FF2B5EF4-FFF2-40B4-BE49-F238E27FC236}">
                    <a16:creationId xmlns:a16="http://schemas.microsoft.com/office/drawing/2014/main" id="{17284A88-555F-3C89-849A-EB1D2DE44845}"/>
                  </a:ext>
                </a:extLst>
              </p:cNvPr>
              <p:cNvSpPr/>
              <p:nvPr/>
            </p:nvSpPr>
            <p:spPr>
              <a:xfrm>
                <a:off x="392692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4" name="pg106">
                <a:extLst>
                  <a:ext uri="{FF2B5EF4-FFF2-40B4-BE49-F238E27FC236}">
                    <a16:creationId xmlns:a16="http://schemas.microsoft.com/office/drawing/2014/main" id="{2B3115E0-9B02-4284-BD55-BA2D17280F5E}"/>
                  </a:ext>
                </a:extLst>
              </p:cNvPr>
              <p:cNvSpPr/>
              <p:nvPr/>
            </p:nvSpPr>
            <p:spPr>
              <a:xfrm>
                <a:off x="400836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5" name="pg107">
                <a:extLst>
                  <a:ext uri="{FF2B5EF4-FFF2-40B4-BE49-F238E27FC236}">
                    <a16:creationId xmlns:a16="http://schemas.microsoft.com/office/drawing/2014/main" id="{86CDE941-E40E-78AA-127B-F10714B64E56}"/>
                  </a:ext>
                </a:extLst>
              </p:cNvPr>
              <p:cNvSpPr/>
              <p:nvPr/>
            </p:nvSpPr>
            <p:spPr>
              <a:xfrm>
                <a:off x="408979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6" name="pg108">
                <a:extLst>
                  <a:ext uri="{FF2B5EF4-FFF2-40B4-BE49-F238E27FC236}">
                    <a16:creationId xmlns:a16="http://schemas.microsoft.com/office/drawing/2014/main" id="{4D80EA48-FBB6-6112-5DEE-F91695482583}"/>
                  </a:ext>
                </a:extLst>
              </p:cNvPr>
              <p:cNvSpPr/>
              <p:nvPr/>
            </p:nvSpPr>
            <p:spPr>
              <a:xfrm>
                <a:off x="417123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7" name="pg109">
                <a:extLst>
                  <a:ext uri="{FF2B5EF4-FFF2-40B4-BE49-F238E27FC236}">
                    <a16:creationId xmlns:a16="http://schemas.microsoft.com/office/drawing/2014/main" id="{5E11B582-9688-3C29-81F9-A9BE7ABEE7D5}"/>
                  </a:ext>
                </a:extLst>
              </p:cNvPr>
              <p:cNvSpPr/>
              <p:nvPr/>
            </p:nvSpPr>
            <p:spPr>
              <a:xfrm>
                <a:off x="425267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8" name="pg110">
                <a:extLst>
                  <a:ext uri="{FF2B5EF4-FFF2-40B4-BE49-F238E27FC236}">
                    <a16:creationId xmlns:a16="http://schemas.microsoft.com/office/drawing/2014/main" id="{1A197109-61A7-8F49-7384-1CB2FDED32BC}"/>
                  </a:ext>
                </a:extLst>
              </p:cNvPr>
              <p:cNvSpPr/>
              <p:nvPr/>
            </p:nvSpPr>
            <p:spPr>
              <a:xfrm>
                <a:off x="433411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9" name="pg111">
                <a:extLst>
                  <a:ext uri="{FF2B5EF4-FFF2-40B4-BE49-F238E27FC236}">
                    <a16:creationId xmlns:a16="http://schemas.microsoft.com/office/drawing/2014/main" id="{806A575D-D96F-4CB3-CBDE-A0F501D24C6D}"/>
                  </a:ext>
                </a:extLst>
              </p:cNvPr>
              <p:cNvSpPr/>
              <p:nvPr/>
            </p:nvSpPr>
            <p:spPr>
              <a:xfrm>
                <a:off x="441554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0" name="pg112">
                <a:extLst>
                  <a:ext uri="{FF2B5EF4-FFF2-40B4-BE49-F238E27FC236}">
                    <a16:creationId xmlns:a16="http://schemas.microsoft.com/office/drawing/2014/main" id="{CA5F4F00-E035-6B80-3E29-9D64074B6D1C}"/>
                  </a:ext>
                </a:extLst>
              </p:cNvPr>
              <p:cNvSpPr/>
              <p:nvPr/>
            </p:nvSpPr>
            <p:spPr>
              <a:xfrm>
                <a:off x="449698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1" name="pg113">
                <a:extLst>
                  <a:ext uri="{FF2B5EF4-FFF2-40B4-BE49-F238E27FC236}">
                    <a16:creationId xmlns:a16="http://schemas.microsoft.com/office/drawing/2014/main" id="{7F02FA60-68E2-F934-89B4-3C89537E4057}"/>
                  </a:ext>
                </a:extLst>
              </p:cNvPr>
              <p:cNvSpPr/>
              <p:nvPr/>
            </p:nvSpPr>
            <p:spPr>
              <a:xfrm>
                <a:off x="457842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2" name="pg114">
                <a:extLst>
                  <a:ext uri="{FF2B5EF4-FFF2-40B4-BE49-F238E27FC236}">
                    <a16:creationId xmlns:a16="http://schemas.microsoft.com/office/drawing/2014/main" id="{E3FFF82A-C33E-FC3F-7E9A-6616D7A95664}"/>
                  </a:ext>
                </a:extLst>
              </p:cNvPr>
              <p:cNvSpPr/>
              <p:nvPr/>
            </p:nvSpPr>
            <p:spPr>
              <a:xfrm>
                <a:off x="474129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3" name="pg115">
                <a:extLst>
                  <a:ext uri="{FF2B5EF4-FFF2-40B4-BE49-F238E27FC236}">
                    <a16:creationId xmlns:a16="http://schemas.microsoft.com/office/drawing/2014/main" id="{34F2F354-BBA8-D341-AF73-E9146194A7FC}"/>
                  </a:ext>
                </a:extLst>
              </p:cNvPr>
              <p:cNvSpPr/>
              <p:nvPr/>
            </p:nvSpPr>
            <p:spPr>
              <a:xfrm>
                <a:off x="482273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4" name="pg116">
                <a:extLst>
                  <a:ext uri="{FF2B5EF4-FFF2-40B4-BE49-F238E27FC236}">
                    <a16:creationId xmlns:a16="http://schemas.microsoft.com/office/drawing/2014/main" id="{62480969-CF7A-DC72-A5FB-FD352629748F}"/>
                  </a:ext>
                </a:extLst>
              </p:cNvPr>
              <p:cNvSpPr/>
              <p:nvPr/>
            </p:nvSpPr>
            <p:spPr>
              <a:xfrm>
                <a:off x="490417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5" name="pg117">
                <a:extLst>
                  <a:ext uri="{FF2B5EF4-FFF2-40B4-BE49-F238E27FC236}">
                    <a16:creationId xmlns:a16="http://schemas.microsoft.com/office/drawing/2014/main" id="{70086144-45C5-6282-A8BE-1AADCDCD9AE3}"/>
                  </a:ext>
                </a:extLst>
              </p:cNvPr>
              <p:cNvSpPr/>
              <p:nvPr/>
            </p:nvSpPr>
            <p:spPr>
              <a:xfrm>
                <a:off x="498560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6" name="pg118">
                <a:extLst>
                  <a:ext uri="{FF2B5EF4-FFF2-40B4-BE49-F238E27FC236}">
                    <a16:creationId xmlns:a16="http://schemas.microsoft.com/office/drawing/2014/main" id="{3B12ADB5-DBEB-B76C-A00C-A50BB58A2596}"/>
                  </a:ext>
                </a:extLst>
              </p:cNvPr>
              <p:cNvSpPr/>
              <p:nvPr/>
            </p:nvSpPr>
            <p:spPr>
              <a:xfrm>
                <a:off x="506704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7" name="pg119">
                <a:extLst>
                  <a:ext uri="{FF2B5EF4-FFF2-40B4-BE49-F238E27FC236}">
                    <a16:creationId xmlns:a16="http://schemas.microsoft.com/office/drawing/2014/main" id="{ACFA7289-60FC-2942-0EDF-D70E8880BA1D}"/>
                  </a:ext>
                </a:extLst>
              </p:cNvPr>
              <p:cNvSpPr/>
              <p:nvPr/>
            </p:nvSpPr>
            <p:spPr>
              <a:xfrm>
                <a:off x="514848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8" name="pg120">
                <a:extLst>
                  <a:ext uri="{FF2B5EF4-FFF2-40B4-BE49-F238E27FC236}">
                    <a16:creationId xmlns:a16="http://schemas.microsoft.com/office/drawing/2014/main" id="{52B04751-1252-E5D9-8BAA-269770FB884B}"/>
                  </a:ext>
                </a:extLst>
              </p:cNvPr>
              <p:cNvSpPr/>
              <p:nvPr/>
            </p:nvSpPr>
            <p:spPr>
              <a:xfrm>
                <a:off x="522991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9" name="pg121">
                <a:extLst>
                  <a:ext uri="{FF2B5EF4-FFF2-40B4-BE49-F238E27FC236}">
                    <a16:creationId xmlns:a16="http://schemas.microsoft.com/office/drawing/2014/main" id="{36D9CE14-E70D-4A75-F52A-7A326E2BA27B}"/>
                  </a:ext>
                </a:extLst>
              </p:cNvPr>
              <p:cNvSpPr/>
              <p:nvPr/>
            </p:nvSpPr>
            <p:spPr>
              <a:xfrm>
                <a:off x="327542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0" name="pg122">
                <a:extLst>
                  <a:ext uri="{FF2B5EF4-FFF2-40B4-BE49-F238E27FC236}">
                    <a16:creationId xmlns:a16="http://schemas.microsoft.com/office/drawing/2014/main" id="{D1F54D3D-85E0-5A6F-CAAF-08FDAB677C8F}"/>
                  </a:ext>
                </a:extLst>
              </p:cNvPr>
              <p:cNvSpPr/>
              <p:nvPr/>
            </p:nvSpPr>
            <p:spPr>
              <a:xfrm>
                <a:off x="335686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1" name="pg123">
                <a:extLst>
                  <a:ext uri="{FF2B5EF4-FFF2-40B4-BE49-F238E27FC236}">
                    <a16:creationId xmlns:a16="http://schemas.microsoft.com/office/drawing/2014/main" id="{06DEF7A3-8740-7D25-9869-1BDECE134584}"/>
                  </a:ext>
                </a:extLst>
              </p:cNvPr>
              <p:cNvSpPr/>
              <p:nvPr/>
            </p:nvSpPr>
            <p:spPr>
              <a:xfrm>
                <a:off x="343830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2" name="pg124">
                <a:extLst>
                  <a:ext uri="{FF2B5EF4-FFF2-40B4-BE49-F238E27FC236}">
                    <a16:creationId xmlns:a16="http://schemas.microsoft.com/office/drawing/2014/main" id="{E07E0887-C6C7-1D56-5384-68BE4AF015F8}"/>
                  </a:ext>
                </a:extLst>
              </p:cNvPr>
              <p:cNvSpPr/>
              <p:nvPr/>
            </p:nvSpPr>
            <p:spPr>
              <a:xfrm>
                <a:off x="351973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3" name="pg125">
                <a:extLst>
                  <a:ext uri="{FF2B5EF4-FFF2-40B4-BE49-F238E27FC236}">
                    <a16:creationId xmlns:a16="http://schemas.microsoft.com/office/drawing/2014/main" id="{906B526E-F5D4-3B87-FC36-227F5A9417B5}"/>
                  </a:ext>
                </a:extLst>
              </p:cNvPr>
              <p:cNvSpPr/>
              <p:nvPr/>
            </p:nvSpPr>
            <p:spPr>
              <a:xfrm>
                <a:off x="360117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4" name="pg126">
                <a:extLst>
                  <a:ext uri="{FF2B5EF4-FFF2-40B4-BE49-F238E27FC236}">
                    <a16:creationId xmlns:a16="http://schemas.microsoft.com/office/drawing/2014/main" id="{70BA73F0-FF2B-19CF-CFB5-D703A5C3C39A}"/>
                  </a:ext>
                </a:extLst>
              </p:cNvPr>
              <p:cNvSpPr/>
              <p:nvPr/>
            </p:nvSpPr>
            <p:spPr>
              <a:xfrm>
                <a:off x="368261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5" name="pg127">
                <a:extLst>
                  <a:ext uri="{FF2B5EF4-FFF2-40B4-BE49-F238E27FC236}">
                    <a16:creationId xmlns:a16="http://schemas.microsoft.com/office/drawing/2014/main" id="{F6E99653-089C-13EB-C3BF-A37F283A667F}"/>
                  </a:ext>
                </a:extLst>
              </p:cNvPr>
              <p:cNvSpPr/>
              <p:nvPr/>
            </p:nvSpPr>
            <p:spPr>
              <a:xfrm>
                <a:off x="376405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6" name="pg128">
                <a:extLst>
                  <a:ext uri="{FF2B5EF4-FFF2-40B4-BE49-F238E27FC236}">
                    <a16:creationId xmlns:a16="http://schemas.microsoft.com/office/drawing/2014/main" id="{A6C3083A-7A4A-24A6-0DF4-03FDC51F3E1F}"/>
                  </a:ext>
                </a:extLst>
              </p:cNvPr>
              <p:cNvSpPr/>
              <p:nvPr/>
            </p:nvSpPr>
            <p:spPr>
              <a:xfrm>
                <a:off x="384548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7" name="pg129">
                <a:extLst>
                  <a:ext uri="{FF2B5EF4-FFF2-40B4-BE49-F238E27FC236}">
                    <a16:creationId xmlns:a16="http://schemas.microsoft.com/office/drawing/2014/main" id="{7723940A-2861-A3D7-E65E-0A1B1518D0BA}"/>
                  </a:ext>
                </a:extLst>
              </p:cNvPr>
              <p:cNvSpPr/>
              <p:nvPr/>
            </p:nvSpPr>
            <p:spPr>
              <a:xfrm>
                <a:off x="392692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8" name="pg130">
                <a:extLst>
                  <a:ext uri="{FF2B5EF4-FFF2-40B4-BE49-F238E27FC236}">
                    <a16:creationId xmlns:a16="http://schemas.microsoft.com/office/drawing/2014/main" id="{7E98FD34-3E02-1251-56A2-3332A08DA048}"/>
                  </a:ext>
                </a:extLst>
              </p:cNvPr>
              <p:cNvSpPr/>
              <p:nvPr/>
            </p:nvSpPr>
            <p:spPr>
              <a:xfrm>
                <a:off x="400836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9" name="pg131">
                <a:extLst>
                  <a:ext uri="{FF2B5EF4-FFF2-40B4-BE49-F238E27FC236}">
                    <a16:creationId xmlns:a16="http://schemas.microsoft.com/office/drawing/2014/main" id="{A7A3D1E7-A356-C1BE-38CE-22F77F7C4DA1}"/>
                  </a:ext>
                </a:extLst>
              </p:cNvPr>
              <p:cNvSpPr/>
              <p:nvPr/>
            </p:nvSpPr>
            <p:spPr>
              <a:xfrm>
                <a:off x="408979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0" name="pg132">
                <a:extLst>
                  <a:ext uri="{FF2B5EF4-FFF2-40B4-BE49-F238E27FC236}">
                    <a16:creationId xmlns:a16="http://schemas.microsoft.com/office/drawing/2014/main" id="{0D698519-AFE3-84C8-20A9-AFBBC10D5732}"/>
                  </a:ext>
                </a:extLst>
              </p:cNvPr>
              <p:cNvSpPr/>
              <p:nvPr/>
            </p:nvSpPr>
            <p:spPr>
              <a:xfrm>
                <a:off x="417123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1" name="pg133">
                <a:extLst>
                  <a:ext uri="{FF2B5EF4-FFF2-40B4-BE49-F238E27FC236}">
                    <a16:creationId xmlns:a16="http://schemas.microsoft.com/office/drawing/2014/main" id="{13F21CD1-DA44-76D5-C892-DB1C3E40AF48}"/>
                  </a:ext>
                </a:extLst>
              </p:cNvPr>
              <p:cNvSpPr/>
              <p:nvPr/>
            </p:nvSpPr>
            <p:spPr>
              <a:xfrm>
                <a:off x="425267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2" name="pg134">
                <a:extLst>
                  <a:ext uri="{FF2B5EF4-FFF2-40B4-BE49-F238E27FC236}">
                    <a16:creationId xmlns:a16="http://schemas.microsoft.com/office/drawing/2014/main" id="{E06CF314-F7B4-F306-1519-B2F17B8DDE2C}"/>
                  </a:ext>
                </a:extLst>
              </p:cNvPr>
              <p:cNvSpPr/>
              <p:nvPr/>
            </p:nvSpPr>
            <p:spPr>
              <a:xfrm>
                <a:off x="433411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3" name="pg135">
                <a:extLst>
                  <a:ext uri="{FF2B5EF4-FFF2-40B4-BE49-F238E27FC236}">
                    <a16:creationId xmlns:a16="http://schemas.microsoft.com/office/drawing/2014/main" id="{2F314BE5-1662-E57E-5CE8-CB9D48466580}"/>
                  </a:ext>
                </a:extLst>
              </p:cNvPr>
              <p:cNvSpPr/>
              <p:nvPr/>
            </p:nvSpPr>
            <p:spPr>
              <a:xfrm>
                <a:off x="441554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4" name="pg136">
                <a:extLst>
                  <a:ext uri="{FF2B5EF4-FFF2-40B4-BE49-F238E27FC236}">
                    <a16:creationId xmlns:a16="http://schemas.microsoft.com/office/drawing/2014/main" id="{689A646C-2429-39B3-BE8E-743B7F0E42D4}"/>
                  </a:ext>
                </a:extLst>
              </p:cNvPr>
              <p:cNvSpPr/>
              <p:nvPr/>
            </p:nvSpPr>
            <p:spPr>
              <a:xfrm>
                <a:off x="449698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5" name="pg137">
                <a:extLst>
                  <a:ext uri="{FF2B5EF4-FFF2-40B4-BE49-F238E27FC236}">
                    <a16:creationId xmlns:a16="http://schemas.microsoft.com/office/drawing/2014/main" id="{9F55D22C-3118-CFE7-D57C-2FC729D95EBC}"/>
                  </a:ext>
                </a:extLst>
              </p:cNvPr>
              <p:cNvSpPr/>
              <p:nvPr/>
            </p:nvSpPr>
            <p:spPr>
              <a:xfrm>
                <a:off x="457842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6" name="pg138">
                <a:extLst>
                  <a:ext uri="{FF2B5EF4-FFF2-40B4-BE49-F238E27FC236}">
                    <a16:creationId xmlns:a16="http://schemas.microsoft.com/office/drawing/2014/main" id="{A0BEE1AB-A537-4C6D-D145-094E8AC38A88}"/>
                  </a:ext>
                </a:extLst>
              </p:cNvPr>
              <p:cNvSpPr/>
              <p:nvPr/>
            </p:nvSpPr>
            <p:spPr>
              <a:xfrm>
                <a:off x="465985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7" name="pg139">
                <a:extLst>
                  <a:ext uri="{FF2B5EF4-FFF2-40B4-BE49-F238E27FC236}">
                    <a16:creationId xmlns:a16="http://schemas.microsoft.com/office/drawing/2014/main" id="{3D8CDFFB-316A-C90D-691D-BFC066424568}"/>
                  </a:ext>
                </a:extLst>
              </p:cNvPr>
              <p:cNvSpPr/>
              <p:nvPr/>
            </p:nvSpPr>
            <p:spPr>
              <a:xfrm>
                <a:off x="474129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8" name="pg140">
                <a:extLst>
                  <a:ext uri="{FF2B5EF4-FFF2-40B4-BE49-F238E27FC236}">
                    <a16:creationId xmlns:a16="http://schemas.microsoft.com/office/drawing/2014/main" id="{FACF5256-1C23-61A1-403F-31D3C4C54992}"/>
                  </a:ext>
                </a:extLst>
              </p:cNvPr>
              <p:cNvSpPr/>
              <p:nvPr/>
            </p:nvSpPr>
            <p:spPr>
              <a:xfrm>
                <a:off x="482273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9" name="pg141">
                <a:extLst>
                  <a:ext uri="{FF2B5EF4-FFF2-40B4-BE49-F238E27FC236}">
                    <a16:creationId xmlns:a16="http://schemas.microsoft.com/office/drawing/2014/main" id="{6FE0450A-BA30-E2CA-317C-95AEF90AD8BC}"/>
                  </a:ext>
                </a:extLst>
              </p:cNvPr>
              <p:cNvSpPr/>
              <p:nvPr/>
            </p:nvSpPr>
            <p:spPr>
              <a:xfrm>
                <a:off x="490417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0" name="pg142">
                <a:extLst>
                  <a:ext uri="{FF2B5EF4-FFF2-40B4-BE49-F238E27FC236}">
                    <a16:creationId xmlns:a16="http://schemas.microsoft.com/office/drawing/2014/main" id="{CB5A6B5F-DABD-700E-4AD2-E0F2782E07BC}"/>
                  </a:ext>
                </a:extLst>
              </p:cNvPr>
              <p:cNvSpPr/>
              <p:nvPr/>
            </p:nvSpPr>
            <p:spPr>
              <a:xfrm>
                <a:off x="498560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1" name="pg143">
                <a:extLst>
                  <a:ext uri="{FF2B5EF4-FFF2-40B4-BE49-F238E27FC236}">
                    <a16:creationId xmlns:a16="http://schemas.microsoft.com/office/drawing/2014/main" id="{46FCD1C9-3C73-07CF-90DE-8E171C87DAE1}"/>
                  </a:ext>
                </a:extLst>
              </p:cNvPr>
              <p:cNvSpPr/>
              <p:nvPr/>
            </p:nvSpPr>
            <p:spPr>
              <a:xfrm>
                <a:off x="506704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2" name="pg144">
                <a:extLst>
                  <a:ext uri="{FF2B5EF4-FFF2-40B4-BE49-F238E27FC236}">
                    <a16:creationId xmlns:a16="http://schemas.microsoft.com/office/drawing/2014/main" id="{8E26B204-9C8C-883D-7FE0-F9A7699CD549}"/>
                  </a:ext>
                </a:extLst>
              </p:cNvPr>
              <p:cNvSpPr/>
              <p:nvPr/>
            </p:nvSpPr>
            <p:spPr>
              <a:xfrm>
                <a:off x="514848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3" name="pg145">
                <a:extLst>
                  <a:ext uri="{FF2B5EF4-FFF2-40B4-BE49-F238E27FC236}">
                    <a16:creationId xmlns:a16="http://schemas.microsoft.com/office/drawing/2014/main" id="{2BB87E65-C15C-4A32-9B36-94CD05664267}"/>
                  </a:ext>
                </a:extLst>
              </p:cNvPr>
              <p:cNvSpPr/>
              <p:nvPr/>
            </p:nvSpPr>
            <p:spPr>
              <a:xfrm>
                <a:off x="327542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4" name="pg146">
                <a:extLst>
                  <a:ext uri="{FF2B5EF4-FFF2-40B4-BE49-F238E27FC236}">
                    <a16:creationId xmlns:a16="http://schemas.microsoft.com/office/drawing/2014/main" id="{67847B36-7316-810E-6D6E-B2441C205629}"/>
                  </a:ext>
                </a:extLst>
              </p:cNvPr>
              <p:cNvSpPr/>
              <p:nvPr/>
            </p:nvSpPr>
            <p:spPr>
              <a:xfrm>
                <a:off x="335686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5" name="pg147">
                <a:extLst>
                  <a:ext uri="{FF2B5EF4-FFF2-40B4-BE49-F238E27FC236}">
                    <a16:creationId xmlns:a16="http://schemas.microsoft.com/office/drawing/2014/main" id="{51C29A2C-7F6F-6C4B-106B-EC2A8B9F1244}"/>
                  </a:ext>
                </a:extLst>
              </p:cNvPr>
              <p:cNvSpPr/>
              <p:nvPr/>
            </p:nvSpPr>
            <p:spPr>
              <a:xfrm>
                <a:off x="343830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6" name="pg148">
                <a:extLst>
                  <a:ext uri="{FF2B5EF4-FFF2-40B4-BE49-F238E27FC236}">
                    <a16:creationId xmlns:a16="http://schemas.microsoft.com/office/drawing/2014/main" id="{F7608156-01F5-29C1-26C1-2E854233D8A4}"/>
                  </a:ext>
                </a:extLst>
              </p:cNvPr>
              <p:cNvSpPr/>
              <p:nvPr/>
            </p:nvSpPr>
            <p:spPr>
              <a:xfrm>
                <a:off x="351973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7" name="pg149">
                <a:extLst>
                  <a:ext uri="{FF2B5EF4-FFF2-40B4-BE49-F238E27FC236}">
                    <a16:creationId xmlns:a16="http://schemas.microsoft.com/office/drawing/2014/main" id="{6C1D24FB-045E-E67F-1F5B-F580284BC720}"/>
                  </a:ext>
                </a:extLst>
              </p:cNvPr>
              <p:cNvSpPr/>
              <p:nvPr/>
            </p:nvSpPr>
            <p:spPr>
              <a:xfrm>
                <a:off x="360117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8" name="pg150">
                <a:extLst>
                  <a:ext uri="{FF2B5EF4-FFF2-40B4-BE49-F238E27FC236}">
                    <a16:creationId xmlns:a16="http://schemas.microsoft.com/office/drawing/2014/main" id="{43EC00FE-5DA8-150E-8CF0-934E1CE480C3}"/>
                  </a:ext>
                </a:extLst>
              </p:cNvPr>
              <p:cNvSpPr/>
              <p:nvPr/>
            </p:nvSpPr>
            <p:spPr>
              <a:xfrm>
                <a:off x="368261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9" name="pg151">
                <a:extLst>
                  <a:ext uri="{FF2B5EF4-FFF2-40B4-BE49-F238E27FC236}">
                    <a16:creationId xmlns:a16="http://schemas.microsoft.com/office/drawing/2014/main" id="{405C6A25-2824-5A0F-6061-D2FB15E030AD}"/>
                  </a:ext>
                </a:extLst>
              </p:cNvPr>
              <p:cNvSpPr/>
              <p:nvPr/>
            </p:nvSpPr>
            <p:spPr>
              <a:xfrm>
                <a:off x="376405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0" name="pg152">
                <a:extLst>
                  <a:ext uri="{FF2B5EF4-FFF2-40B4-BE49-F238E27FC236}">
                    <a16:creationId xmlns:a16="http://schemas.microsoft.com/office/drawing/2014/main" id="{B42B22F1-0BDD-D59D-6CF6-7954C9D83038}"/>
                  </a:ext>
                </a:extLst>
              </p:cNvPr>
              <p:cNvSpPr/>
              <p:nvPr/>
            </p:nvSpPr>
            <p:spPr>
              <a:xfrm>
                <a:off x="384548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1" name="pg153">
                <a:extLst>
                  <a:ext uri="{FF2B5EF4-FFF2-40B4-BE49-F238E27FC236}">
                    <a16:creationId xmlns:a16="http://schemas.microsoft.com/office/drawing/2014/main" id="{9CF0B9EC-01A9-7E85-8D5D-D1F04E1E9D6D}"/>
                  </a:ext>
                </a:extLst>
              </p:cNvPr>
              <p:cNvSpPr/>
              <p:nvPr/>
            </p:nvSpPr>
            <p:spPr>
              <a:xfrm>
                <a:off x="392692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2" name="pg154">
                <a:extLst>
                  <a:ext uri="{FF2B5EF4-FFF2-40B4-BE49-F238E27FC236}">
                    <a16:creationId xmlns:a16="http://schemas.microsoft.com/office/drawing/2014/main" id="{E2EEEE4F-2463-0833-6ED8-3D8C98AA2207}"/>
                  </a:ext>
                </a:extLst>
              </p:cNvPr>
              <p:cNvSpPr/>
              <p:nvPr/>
            </p:nvSpPr>
            <p:spPr>
              <a:xfrm>
                <a:off x="400836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3" name="pg155">
                <a:extLst>
                  <a:ext uri="{FF2B5EF4-FFF2-40B4-BE49-F238E27FC236}">
                    <a16:creationId xmlns:a16="http://schemas.microsoft.com/office/drawing/2014/main" id="{FFA07CAD-B932-9BCB-A1C1-A981D3E11D49}"/>
                  </a:ext>
                </a:extLst>
              </p:cNvPr>
              <p:cNvSpPr/>
              <p:nvPr/>
            </p:nvSpPr>
            <p:spPr>
              <a:xfrm>
                <a:off x="408979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4" name="pg156">
                <a:extLst>
                  <a:ext uri="{FF2B5EF4-FFF2-40B4-BE49-F238E27FC236}">
                    <a16:creationId xmlns:a16="http://schemas.microsoft.com/office/drawing/2014/main" id="{3FC2BD90-6F83-73DB-F3BB-9081E3C01157}"/>
                  </a:ext>
                </a:extLst>
              </p:cNvPr>
              <p:cNvSpPr/>
              <p:nvPr/>
            </p:nvSpPr>
            <p:spPr>
              <a:xfrm>
                <a:off x="417123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5" name="pg157">
                <a:extLst>
                  <a:ext uri="{FF2B5EF4-FFF2-40B4-BE49-F238E27FC236}">
                    <a16:creationId xmlns:a16="http://schemas.microsoft.com/office/drawing/2014/main" id="{DDFF362E-9F3F-8F55-C401-3E0008463D47}"/>
                  </a:ext>
                </a:extLst>
              </p:cNvPr>
              <p:cNvSpPr/>
              <p:nvPr/>
            </p:nvSpPr>
            <p:spPr>
              <a:xfrm>
                <a:off x="425267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6" name="pg158">
                <a:extLst>
                  <a:ext uri="{FF2B5EF4-FFF2-40B4-BE49-F238E27FC236}">
                    <a16:creationId xmlns:a16="http://schemas.microsoft.com/office/drawing/2014/main" id="{1BF8600F-F1AD-E594-E4A0-38BADD108C9E}"/>
                  </a:ext>
                </a:extLst>
              </p:cNvPr>
              <p:cNvSpPr/>
              <p:nvPr/>
            </p:nvSpPr>
            <p:spPr>
              <a:xfrm>
                <a:off x="433411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7" name="pg159">
                <a:extLst>
                  <a:ext uri="{FF2B5EF4-FFF2-40B4-BE49-F238E27FC236}">
                    <a16:creationId xmlns:a16="http://schemas.microsoft.com/office/drawing/2014/main" id="{2FE6ADE3-D2AE-8A66-47F4-674756A63B00}"/>
                  </a:ext>
                </a:extLst>
              </p:cNvPr>
              <p:cNvSpPr/>
              <p:nvPr/>
            </p:nvSpPr>
            <p:spPr>
              <a:xfrm>
                <a:off x="441554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8" name="pg160">
                <a:extLst>
                  <a:ext uri="{FF2B5EF4-FFF2-40B4-BE49-F238E27FC236}">
                    <a16:creationId xmlns:a16="http://schemas.microsoft.com/office/drawing/2014/main" id="{72A89E00-E80A-8755-F6F7-399BB0E95784}"/>
                  </a:ext>
                </a:extLst>
              </p:cNvPr>
              <p:cNvSpPr/>
              <p:nvPr/>
            </p:nvSpPr>
            <p:spPr>
              <a:xfrm>
                <a:off x="449698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9" name="pg161">
                <a:extLst>
                  <a:ext uri="{FF2B5EF4-FFF2-40B4-BE49-F238E27FC236}">
                    <a16:creationId xmlns:a16="http://schemas.microsoft.com/office/drawing/2014/main" id="{F4CA716C-99FB-A3C2-6807-1B774D497B40}"/>
                  </a:ext>
                </a:extLst>
              </p:cNvPr>
              <p:cNvSpPr/>
              <p:nvPr/>
            </p:nvSpPr>
            <p:spPr>
              <a:xfrm>
                <a:off x="457842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0" name="pg162">
                <a:extLst>
                  <a:ext uri="{FF2B5EF4-FFF2-40B4-BE49-F238E27FC236}">
                    <a16:creationId xmlns:a16="http://schemas.microsoft.com/office/drawing/2014/main" id="{B759D129-6555-AFCD-9503-DD8743C96817}"/>
                  </a:ext>
                </a:extLst>
              </p:cNvPr>
              <p:cNvSpPr/>
              <p:nvPr/>
            </p:nvSpPr>
            <p:spPr>
              <a:xfrm>
                <a:off x="465985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1" name="pg163">
                <a:extLst>
                  <a:ext uri="{FF2B5EF4-FFF2-40B4-BE49-F238E27FC236}">
                    <a16:creationId xmlns:a16="http://schemas.microsoft.com/office/drawing/2014/main" id="{83025183-6DBB-5C5B-5D09-8E7E96941F04}"/>
                  </a:ext>
                </a:extLst>
              </p:cNvPr>
              <p:cNvSpPr/>
              <p:nvPr/>
            </p:nvSpPr>
            <p:spPr>
              <a:xfrm>
                <a:off x="474129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2" name="pg164">
                <a:extLst>
                  <a:ext uri="{FF2B5EF4-FFF2-40B4-BE49-F238E27FC236}">
                    <a16:creationId xmlns:a16="http://schemas.microsoft.com/office/drawing/2014/main" id="{CAC9124A-3D78-B980-CA17-6B745E6086FD}"/>
                  </a:ext>
                </a:extLst>
              </p:cNvPr>
              <p:cNvSpPr/>
              <p:nvPr/>
            </p:nvSpPr>
            <p:spPr>
              <a:xfrm>
                <a:off x="482273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3" name="pg165">
                <a:extLst>
                  <a:ext uri="{FF2B5EF4-FFF2-40B4-BE49-F238E27FC236}">
                    <a16:creationId xmlns:a16="http://schemas.microsoft.com/office/drawing/2014/main" id="{F1AF1780-4761-79B0-65E8-6D94BF856EE5}"/>
                  </a:ext>
                </a:extLst>
              </p:cNvPr>
              <p:cNvSpPr/>
              <p:nvPr/>
            </p:nvSpPr>
            <p:spPr>
              <a:xfrm>
                <a:off x="490417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4" name="pg166">
                <a:extLst>
                  <a:ext uri="{FF2B5EF4-FFF2-40B4-BE49-F238E27FC236}">
                    <a16:creationId xmlns:a16="http://schemas.microsoft.com/office/drawing/2014/main" id="{A91A3DE9-1C1B-4E55-C1DE-08AC1D313952}"/>
                  </a:ext>
                </a:extLst>
              </p:cNvPr>
              <p:cNvSpPr/>
              <p:nvPr/>
            </p:nvSpPr>
            <p:spPr>
              <a:xfrm>
                <a:off x="498560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5" name="pg167">
                <a:extLst>
                  <a:ext uri="{FF2B5EF4-FFF2-40B4-BE49-F238E27FC236}">
                    <a16:creationId xmlns:a16="http://schemas.microsoft.com/office/drawing/2014/main" id="{82750249-FA07-9851-F56C-70155B895B0D}"/>
                  </a:ext>
                </a:extLst>
              </p:cNvPr>
              <p:cNvSpPr/>
              <p:nvPr/>
            </p:nvSpPr>
            <p:spPr>
              <a:xfrm>
                <a:off x="506704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6" name="pg168">
                <a:extLst>
                  <a:ext uri="{FF2B5EF4-FFF2-40B4-BE49-F238E27FC236}">
                    <a16:creationId xmlns:a16="http://schemas.microsoft.com/office/drawing/2014/main" id="{9F6BA0F2-88D4-A219-CDF0-63FA27F0F514}"/>
                  </a:ext>
                </a:extLst>
              </p:cNvPr>
              <p:cNvSpPr/>
              <p:nvPr/>
            </p:nvSpPr>
            <p:spPr>
              <a:xfrm>
                <a:off x="303111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7" name="pg169">
                <a:extLst>
                  <a:ext uri="{FF2B5EF4-FFF2-40B4-BE49-F238E27FC236}">
                    <a16:creationId xmlns:a16="http://schemas.microsoft.com/office/drawing/2014/main" id="{10D64D53-D2B9-9508-E5E6-6878548E1193}"/>
                  </a:ext>
                </a:extLst>
              </p:cNvPr>
              <p:cNvSpPr/>
              <p:nvPr/>
            </p:nvSpPr>
            <p:spPr>
              <a:xfrm>
                <a:off x="311255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8" name="pg170">
                <a:extLst>
                  <a:ext uri="{FF2B5EF4-FFF2-40B4-BE49-F238E27FC236}">
                    <a16:creationId xmlns:a16="http://schemas.microsoft.com/office/drawing/2014/main" id="{1B9FF187-BFAB-3578-67BA-8EE9A1206D2F}"/>
                  </a:ext>
                </a:extLst>
              </p:cNvPr>
              <p:cNvSpPr/>
              <p:nvPr/>
            </p:nvSpPr>
            <p:spPr>
              <a:xfrm>
                <a:off x="327542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9" name="pg171">
                <a:extLst>
                  <a:ext uri="{FF2B5EF4-FFF2-40B4-BE49-F238E27FC236}">
                    <a16:creationId xmlns:a16="http://schemas.microsoft.com/office/drawing/2014/main" id="{1F4F2DD3-9455-0EED-81E0-21FA7ED6923B}"/>
                  </a:ext>
                </a:extLst>
              </p:cNvPr>
              <p:cNvSpPr/>
              <p:nvPr/>
            </p:nvSpPr>
            <p:spPr>
              <a:xfrm>
                <a:off x="335686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0" name="pg172">
                <a:extLst>
                  <a:ext uri="{FF2B5EF4-FFF2-40B4-BE49-F238E27FC236}">
                    <a16:creationId xmlns:a16="http://schemas.microsoft.com/office/drawing/2014/main" id="{CFB1489C-12E9-BE76-6683-FE313F7F428E}"/>
                  </a:ext>
                </a:extLst>
              </p:cNvPr>
              <p:cNvSpPr/>
              <p:nvPr/>
            </p:nvSpPr>
            <p:spPr>
              <a:xfrm>
                <a:off x="343830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1" name="pg173">
                <a:extLst>
                  <a:ext uri="{FF2B5EF4-FFF2-40B4-BE49-F238E27FC236}">
                    <a16:creationId xmlns:a16="http://schemas.microsoft.com/office/drawing/2014/main" id="{89166DD7-729F-CE17-2955-EFC02F274E8E}"/>
                  </a:ext>
                </a:extLst>
              </p:cNvPr>
              <p:cNvSpPr/>
              <p:nvPr/>
            </p:nvSpPr>
            <p:spPr>
              <a:xfrm>
                <a:off x="351973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2" name="pg174">
                <a:extLst>
                  <a:ext uri="{FF2B5EF4-FFF2-40B4-BE49-F238E27FC236}">
                    <a16:creationId xmlns:a16="http://schemas.microsoft.com/office/drawing/2014/main" id="{FD8A2161-5357-ACB1-ACCC-346A71826D14}"/>
                  </a:ext>
                </a:extLst>
              </p:cNvPr>
              <p:cNvSpPr/>
              <p:nvPr/>
            </p:nvSpPr>
            <p:spPr>
              <a:xfrm>
                <a:off x="360117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3" name="pg175">
                <a:extLst>
                  <a:ext uri="{FF2B5EF4-FFF2-40B4-BE49-F238E27FC236}">
                    <a16:creationId xmlns:a16="http://schemas.microsoft.com/office/drawing/2014/main" id="{08D8596C-70D9-CDF5-D23B-6B2EEED41B72}"/>
                  </a:ext>
                </a:extLst>
              </p:cNvPr>
              <p:cNvSpPr/>
              <p:nvPr/>
            </p:nvSpPr>
            <p:spPr>
              <a:xfrm>
                <a:off x="368261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4" name="pg176">
                <a:extLst>
                  <a:ext uri="{FF2B5EF4-FFF2-40B4-BE49-F238E27FC236}">
                    <a16:creationId xmlns:a16="http://schemas.microsoft.com/office/drawing/2014/main" id="{0501EBF8-5826-8763-A231-0015BE850F58}"/>
                  </a:ext>
                </a:extLst>
              </p:cNvPr>
              <p:cNvSpPr/>
              <p:nvPr/>
            </p:nvSpPr>
            <p:spPr>
              <a:xfrm>
                <a:off x="376405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5" name="pg177">
                <a:extLst>
                  <a:ext uri="{FF2B5EF4-FFF2-40B4-BE49-F238E27FC236}">
                    <a16:creationId xmlns:a16="http://schemas.microsoft.com/office/drawing/2014/main" id="{3D3943C4-73A1-A6F9-F74C-8E63E2A04015}"/>
                  </a:ext>
                </a:extLst>
              </p:cNvPr>
              <p:cNvSpPr/>
              <p:nvPr/>
            </p:nvSpPr>
            <p:spPr>
              <a:xfrm>
                <a:off x="384548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6" name="pg178">
                <a:extLst>
                  <a:ext uri="{FF2B5EF4-FFF2-40B4-BE49-F238E27FC236}">
                    <a16:creationId xmlns:a16="http://schemas.microsoft.com/office/drawing/2014/main" id="{7BD87074-4169-C2DF-0E67-6CF35226FB8B}"/>
                  </a:ext>
                </a:extLst>
              </p:cNvPr>
              <p:cNvSpPr/>
              <p:nvPr/>
            </p:nvSpPr>
            <p:spPr>
              <a:xfrm>
                <a:off x="408979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7" name="pg179">
                <a:extLst>
                  <a:ext uri="{FF2B5EF4-FFF2-40B4-BE49-F238E27FC236}">
                    <a16:creationId xmlns:a16="http://schemas.microsoft.com/office/drawing/2014/main" id="{234239D0-1B35-B17E-2E30-A2D2257C069D}"/>
                  </a:ext>
                </a:extLst>
              </p:cNvPr>
              <p:cNvSpPr/>
              <p:nvPr/>
            </p:nvSpPr>
            <p:spPr>
              <a:xfrm>
                <a:off x="417123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8" name="pg180">
                <a:extLst>
                  <a:ext uri="{FF2B5EF4-FFF2-40B4-BE49-F238E27FC236}">
                    <a16:creationId xmlns:a16="http://schemas.microsoft.com/office/drawing/2014/main" id="{0C2609D3-3162-C4FD-B179-AC38AF354D3A}"/>
                  </a:ext>
                </a:extLst>
              </p:cNvPr>
              <p:cNvSpPr/>
              <p:nvPr/>
            </p:nvSpPr>
            <p:spPr>
              <a:xfrm>
                <a:off x="425267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9" name="pg181">
                <a:extLst>
                  <a:ext uri="{FF2B5EF4-FFF2-40B4-BE49-F238E27FC236}">
                    <a16:creationId xmlns:a16="http://schemas.microsoft.com/office/drawing/2014/main" id="{B3191689-A4A0-7655-5E2E-5588BE415F8F}"/>
                  </a:ext>
                </a:extLst>
              </p:cNvPr>
              <p:cNvSpPr/>
              <p:nvPr/>
            </p:nvSpPr>
            <p:spPr>
              <a:xfrm>
                <a:off x="433411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0" name="pg182">
                <a:extLst>
                  <a:ext uri="{FF2B5EF4-FFF2-40B4-BE49-F238E27FC236}">
                    <a16:creationId xmlns:a16="http://schemas.microsoft.com/office/drawing/2014/main" id="{CC147E26-50A4-51E9-8E50-5735169708DB}"/>
                  </a:ext>
                </a:extLst>
              </p:cNvPr>
              <p:cNvSpPr/>
              <p:nvPr/>
            </p:nvSpPr>
            <p:spPr>
              <a:xfrm>
                <a:off x="441554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1" name="pg183">
                <a:extLst>
                  <a:ext uri="{FF2B5EF4-FFF2-40B4-BE49-F238E27FC236}">
                    <a16:creationId xmlns:a16="http://schemas.microsoft.com/office/drawing/2014/main" id="{B67248C9-584F-2E21-5FC6-15F9918AFB69}"/>
                  </a:ext>
                </a:extLst>
              </p:cNvPr>
              <p:cNvSpPr/>
              <p:nvPr/>
            </p:nvSpPr>
            <p:spPr>
              <a:xfrm>
                <a:off x="449698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2" name="pg184">
                <a:extLst>
                  <a:ext uri="{FF2B5EF4-FFF2-40B4-BE49-F238E27FC236}">
                    <a16:creationId xmlns:a16="http://schemas.microsoft.com/office/drawing/2014/main" id="{383018C0-D1B9-777D-7256-F03F2C615C02}"/>
                  </a:ext>
                </a:extLst>
              </p:cNvPr>
              <p:cNvSpPr/>
              <p:nvPr/>
            </p:nvSpPr>
            <p:spPr>
              <a:xfrm>
                <a:off x="457842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3" name="pg185">
                <a:extLst>
                  <a:ext uri="{FF2B5EF4-FFF2-40B4-BE49-F238E27FC236}">
                    <a16:creationId xmlns:a16="http://schemas.microsoft.com/office/drawing/2014/main" id="{CF41FF26-7E11-EC7A-DDA8-CAC53C2C91D1}"/>
                  </a:ext>
                </a:extLst>
              </p:cNvPr>
              <p:cNvSpPr/>
              <p:nvPr/>
            </p:nvSpPr>
            <p:spPr>
              <a:xfrm>
                <a:off x="465985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4" name="pg186">
                <a:extLst>
                  <a:ext uri="{FF2B5EF4-FFF2-40B4-BE49-F238E27FC236}">
                    <a16:creationId xmlns:a16="http://schemas.microsoft.com/office/drawing/2014/main" id="{C007C427-50AF-AA39-46B3-92276F5C95DC}"/>
                  </a:ext>
                </a:extLst>
              </p:cNvPr>
              <p:cNvSpPr/>
              <p:nvPr/>
            </p:nvSpPr>
            <p:spPr>
              <a:xfrm>
                <a:off x="474129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5" name="pg187">
                <a:extLst>
                  <a:ext uri="{FF2B5EF4-FFF2-40B4-BE49-F238E27FC236}">
                    <a16:creationId xmlns:a16="http://schemas.microsoft.com/office/drawing/2014/main" id="{6E89C13D-12BF-2DC2-3115-FC3D787BB7F6}"/>
                  </a:ext>
                </a:extLst>
              </p:cNvPr>
              <p:cNvSpPr/>
              <p:nvPr/>
            </p:nvSpPr>
            <p:spPr>
              <a:xfrm>
                <a:off x="482273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6" name="pg188">
                <a:extLst>
                  <a:ext uri="{FF2B5EF4-FFF2-40B4-BE49-F238E27FC236}">
                    <a16:creationId xmlns:a16="http://schemas.microsoft.com/office/drawing/2014/main" id="{EF4E2FDA-06AE-5FA2-371D-C28062675C30}"/>
                  </a:ext>
                </a:extLst>
              </p:cNvPr>
              <p:cNvSpPr/>
              <p:nvPr/>
            </p:nvSpPr>
            <p:spPr>
              <a:xfrm>
                <a:off x="490417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7" name="pg189">
                <a:extLst>
                  <a:ext uri="{FF2B5EF4-FFF2-40B4-BE49-F238E27FC236}">
                    <a16:creationId xmlns:a16="http://schemas.microsoft.com/office/drawing/2014/main" id="{3CADDB2E-9C21-585B-DE9D-6F52672FFFED}"/>
                  </a:ext>
                </a:extLst>
              </p:cNvPr>
              <p:cNvSpPr/>
              <p:nvPr/>
            </p:nvSpPr>
            <p:spPr>
              <a:xfrm>
                <a:off x="498560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8" name="pg190">
                <a:extLst>
                  <a:ext uri="{FF2B5EF4-FFF2-40B4-BE49-F238E27FC236}">
                    <a16:creationId xmlns:a16="http://schemas.microsoft.com/office/drawing/2014/main" id="{94735F57-D8FF-A52C-0698-2FE92DC0ED2E}"/>
                  </a:ext>
                </a:extLst>
              </p:cNvPr>
              <p:cNvSpPr/>
              <p:nvPr/>
            </p:nvSpPr>
            <p:spPr>
              <a:xfrm>
                <a:off x="294967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9" name="pg191">
                <a:extLst>
                  <a:ext uri="{FF2B5EF4-FFF2-40B4-BE49-F238E27FC236}">
                    <a16:creationId xmlns:a16="http://schemas.microsoft.com/office/drawing/2014/main" id="{862E89B0-5B9E-5B4A-4409-B5E5DF520AE8}"/>
                  </a:ext>
                </a:extLst>
              </p:cNvPr>
              <p:cNvSpPr/>
              <p:nvPr/>
            </p:nvSpPr>
            <p:spPr>
              <a:xfrm>
                <a:off x="303111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0" name="pg192">
                <a:extLst>
                  <a:ext uri="{FF2B5EF4-FFF2-40B4-BE49-F238E27FC236}">
                    <a16:creationId xmlns:a16="http://schemas.microsoft.com/office/drawing/2014/main" id="{32A4188C-7C6D-C623-BFCA-BBC1856BEE73}"/>
                  </a:ext>
                </a:extLst>
              </p:cNvPr>
              <p:cNvSpPr/>
              <p:nvPr/>
            </p:nvSpPr>
            <p:spPr>
              <a:xfrm>
                <a:off x="311255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1" name="pg193">
                <a:extLst>
                  <a:ext uri="{FF2B5EF4-FFF2-40B4-BE49-F238E27FC236}">
                    <a16:creationId xmlns:a16="http://schemas.microsoft.com/office/drawing/2014/main" id="{34ADA72C-0C28-B3F1-C92E-E691DC22E036}"/>
                  </a:ext>
                </a:extLst>
              </p:cNvPr>
              <p:cNvSpPr/>
              <p:nvPr/>
            </p:nvSpPr>
            <p:spPr>
              <a:xfrm>
                <a:off x="319399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2" name="pg194">
                <a:extLst>
                  <a:ext uri="{FF2B5EF4-FFF2-40B4-BE49-F238E27FC236}">
                    <a16:creationId xmlns:a16="http://schemas.microsoft.com/office/drawing/2014/main" id="{452F3127-BB48-6248-2C75-D6E61E2CEE56}"/>
                  </a:ext>
                </a:extLst>
              </p:cNvPr>
              <p:cNvSpPr/>
              <p:nvPr/>
            </p:nvSpPr>
            <p:spPr>
              <a:xfrm>
                <a:off x="327542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3" name="pg195">
                <a:extLst>
                  <a:ext uri="{FF2B5EF4-FFF2-40B4-BE49-F238E27FC236}">
                    <a16:creationId xmlns:a16="http://schemas.microsoft.com/office/drawing/2014/main" id="{D1864231-A22E-CFA7-7D4B-2767BC95C081}"/>
                  </a:ext>
                </a:extLst>
              </p:cNvPr>
              <p:cNvSpPr/>
              <p:nvPr/>
            </p:nvSpPr>
            <p:spPr>
              <a:xfrm>
                <a:off x="335686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4" name="pg196">
                <a:extLst>
                  <a:ext uri="{FF2B5EF4-FFF2-40B4-BE49-F238E27FC236}">
                    <a16:creationId xmlns:a16="http://schemas.microsoft.com/office/drawing/2014/main" id="{94DF4411-DF3C-D77B-2C1F-9E9471CD8507}"/>
                  </a:ext>
                </a:extLst>
              </p:cNvPr>
              <p:cNvSpPr/>
              <p:nvPr/>
            </p:nvSpPr>
            <p:spPr>
              <a:xfrm>
                <a:off x="343830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5" name="pg197">
                <a:extLst>
                  <a:ext uri="{FF2B5EF4-FFF2-40B4-BE49-F238E27FC236}">
                    <a16:creationId xmlns:a16="http://schemas.microsoft.com/office/drawing/2014/main" id="{6BB471B9-4B99-1D0B-C506-62EDF7C55B28}"/>
                  </a:ext>
                </a:extLst>
              </p:cNvPr>
              <p:cNvSpPr/>
              <p:nvPr/>
            </p:nvSpPr>
            <p:spPr>
              <a:xfrm>
                <a:off x="351973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6" name="pg198">
                <a:extLst>
                  <a:ext uri="{FF2B5EF4-FFF2-40B4-BE49-F238E27FC236}">
                    <a16:creationId xmlns:a16="http://schemas.microsoft.com/office/drawing/2014/main" id="{7B10E003-3415-0E76-97DE-32A36AADFACE}"/>
                  </a:ext>
                </a:extLst>
              </p:cNvPr>
              <p:cNvSpPr/>
              <p:nvPr/>
            </p:nvSpPr>
            <p:spPr>
              <a:xfrm>
                <a:off x="360117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7" name="pg199">
                <a:extLst>
                  <a:ext uri="{FF2B5EF4-FFF2-40B4-BE49-F238E27FC236}">
                    <a16:creationId xmlns:a16="http://schemas.microsoft.com/office/drawing/2014/main" id="{652163F9-A99C-8FBC-9DDA-BC39E5EF9964}"/>
                  </a:ext>
                </a:extLst>
              </p:cNvPr>
              <p:cNvSpPr/>
              <p:nvPr/>
            </p:nvSpPr>
            <p:spPr>
              <a:xfrm>
                <a:off x="368261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8" name="pg200">
                <a:extLst>
                  <a:ext uri="{FF2B5EF4-FFF2-40B4-BE49-F238E27FC236}">
                    <a16:creationId xmlns:a16="http://schemas.microsoft.com/office/drawing/2014/main" id="{91DE9D7C-8F55-43FB-9650-3E376DA5EC9F}"/>
                  </a:ext>
                </a:extLst>
              </p:cNvPr>
              <p:cNvSpPr/>
              <p:nvPr/>
            </p:nvSpPr>
            <p:spPr>
              <a:xfrm>
                <a:off x="376405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9" name="pg201">
                <a:extLst>
                  <a:ext uri="{FF2B5EF4-FFF2-40B4-BE49-F238E27FC236}">
                    <a16:creationId xmlns:a16="http://schemas.microsoft.com/office/drawing/2014/main" id="{AF231B4E-A7EA-76DF-D0FA-765E9220BA17}"/>
                  </a:ext>
                </a:extLst>
              </p:cNvPr>
              <p:cNvSpPr/>
              <p:nvPr/>
            </p:nvSpPr>
            <p:spPr>
              <a:xfrm>
                <a:off x="384548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0" name="pg202">
                <a:extLst>
                  <a:ext uri="{FF2B5EF4-FFF2-40B4-BE49-F238E27FC236}">
                    <a16:creationId xmlns:a16="http://schemas.microsoft.com/office/drawing/2014/main" id="{1824FC1C-355E-8365-DC72-CBB98A23BFC3}"/>
                  </a:ext>
                </a:extLst>
              </p:cNvPr>
              <p:cNvSpPr/>
              <p:nvPr/>
            </p:nvSpPr>
            <p:spPr>
              <a:xfrm>
                <a:off x="417123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1" name="pg203">
                <a:extLst>
                  <a:ext uri="{FF2B5EF4-FFF2-40B4-BE49-F238E27FC236}">
                    <a16:creationId xmlns:a16="http://schemas.microsoft.com/office/drawing/2014/main" id="{2CD16C5B-58BC-926C-8A0E-0125BAAB1CE2}"/>
                  </a:ext>
                </a:extLst>
              </p:cNvPr>
              <p:cNvSpPr/>
              <p:nvPr/>
            </p:nvSpPr>
            <p:spPr>
              <a:xfrm>
                <a:off x="425267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2" name="pg204">
                <a:extLst>
                  <a:ext uri="{FF2B5EF4-FFF2-40B4-BE49-F238E27FC236}">
                    <a16:creationId xmlns:a16="http://schemas.microsoft.com/office/drawing/2014/main" id="{82E90202-F7D6-8E6E-D9BF-2679D16790D4}"/>
                  </a:ext>
                </a:extLst>
              </p:cNvPr>
              <p:cNvSpPr/>
              <p:nvPr/>
            </p:nvSpPr>
            <p:spPr>
              <a:xfrm>
                <a:off x="433411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3" name="pg205">
                <a:extLst>
                  <a:ext uri="{FF2B5EF4-FFF2-40B4-BE49-F238E27FC236}">
                    <a16:creationId xmlns:a16="http://schemas.microsoft.com/office/drawing/2014/main" id="{4FC5906D-42A6-D081-C10B-A21C220BC8BD}"/>
                  </a:ext>
                </a:extLst>
              </p:cNvPr>
              <p:cNvSpPr/>
              <p:nvPr/>
            </p:nvSpPr>
            <p:spPr>
              <a:xfrm>
                <a:off x="441554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4" name="pg206">
                <a:extLst>
                  <a:ext uri="{FF2B5EF4-FFF2-40B4-BE49-F238E27FC236}">
                    <a16:creationId xmlns:a16="http://schemas.microsoft.com/office/drawing/2014/main" id="{998F5AE0-CCA6-53AE-825B-93E305A01474}"/>
                  </a:ext>
                </a:extLst>
              </p:cNvPr>
              <p:cNvSpPr/>
              <p:nvPr/>
            </p:nvSpPr>
            <p:spPr>
              <a:xfrm>
                <a:off x="449698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5" name="pg207">
                <a:extLst>
                  <a:ext uri="{FF2B5EF4-FFF2-40B4-BE49-F238E27FC236}">
                    <a16:creationId xmlns:a16="http://schemas.microsoft.com/office/drawing/2014/main" id="{1C23DF16-E048-7BC9-6206-761D5583364E}"/>
                  </a:ext>
                </a:extLst>
              </p:cNvPr>
              <p:cNvSpPr/>
              <p:nvPr/>
            </p:nvSpPr>
            <p:spPr>
              <a:xfrm>
                <a:off x="457842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6" name="pg208">
                <a:extLst>
                  <a:ext uri="{FF2B5EF4-FFF2-40B4-BE49-F238E27FC236}">
                    <a16:creationId xmlns:a16="http://schemas.microsoft.com/office/drawing/2014/main" id="{E11007AA-02C0-D86A-62C8-F04817C9150F}"/>
                  </a:ext>
                </a:extLst>
              </p:cNvPr>
              <p:cNvSpPr/>
              <p:nvPr/>
            </p:nvSpPr>
            <p:spPr>
              <a:xfrm>
                <a:off x="465985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7" name="pg209">
                <a:extLst>
                  <a:ext uri="{FF2B5EF4-FFF2-40B4-BE49-F238E27FC236}">
                    <a16:creationId xmlns:a16="http://schemas.microsoft.com/office/drawing/2014/main" id="{E6A539F6-2395-4ECA-75A2-501B492FAAB2}"/>
                  </a:ext>
                </a:extLst>
              </p:cNvPr>
              <p:cNvSpPr/>
              <p:nvPr/>
            </p:nvSpPr>
            <p:spPr>
              <a:xfrm>
                <a:off x="474129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8" name="pg210">
                <a:extLst>
                  <a:ext uri="{FF2B5EF4-FFF2-40B4-BE49-F238E27FC236}">
                    <a16:creationId xmlns:a16="http://schemas.microsoft.com/office/drawing/2014/main" id="{6FF27B41-2BE5-EE3E-1563-BD39CE9EED9E}"/>
                  </a:ext>
                </a:extLst>
              </p:cNvPr>
              <p:cNvSpPr/>
              <p:nvPr/>
            </p:nvSpPr>
            <p:spPr>
              <a:xfrm>
                <a:off x="482273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9" name="pg211">
                <a:extLst>
                  <a:ext uri="{FF2B5EF4-FFF2-40B4-BE49-F238E27FC236}">
                    <a16:creationId xmlns:a16="http://schemas.microsoft.com/office/drawing/2014/main" id="{2187AF72-C90B-1463-D20B-8A24A5E57A65}"/>
                  </a:ext>
                </a:extLst>
              </p:cNvPr>
              <p:cNvSpPr/>
              <p:nvPr/>
            </p:nvSpPr>
            <p:spPr>
              <a:xfrm>
                <a:off x="490417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0" name="pg212">
                <a:extLst>
                  <a:ext uri="{FF2B5EF4-FFF2-40B4-BE49-F238E27FC236}">
                    <a16:creationId xmlns:a16="http://schemas.microsoft.com/office/drawing/2014/main" id="{75DA3352-EAC7-1F0B-BA09-A691160B4652}"/>
                  </a:ext>
                </a:extLst>
              </p:cNvPr>
              <p:cNvSpPr/>
              <p:nvPr/>
            </p:nvSpPr>
            <p:spPr>
              <a:xfrm>
                <a:off x="286824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1" name="pg213">
                <a:extLst>
                  <a:ext uri="{FF2B5EF4-FFF2-40B4-BE49-F238E27FC236}">
                    <a16:creationId xmlns:a16="http://schemas.microsoft.com/office/drawing/2014/main" id="{4A78FDFC-5F15-F600-6A23-9096CDBDA09E}"/>
                  </a:ext>
                </a:extLst>
              </p:cNvPr>
              <p:cNvSpPr/>
              <p:nvPr/>
            </p:nvSpPr>
            <p:spPr>
              <a:xfrm>
                <a:off x="294967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2" name="pg214">
                <a:extLst>
                  <a:ext uri="{FF2B5EF4-FFF2-40B4-BE49-F238E27FC236}">
                    <a16:creationId xmlns:a16="http://schemas.microsoft.com/office/drawing/2014/main" id="{C3914B08-3E60-A8C9-394B-29E6EB9B34B1}"/>
                  </a:ext>
                </a:extLst>
              </p:cNvPr>
              <p:cNvSpPr/>
              <p:nvPr/>
            </p:nvSpPr>
            <p:spPr>
              <a:xfrm>
                <a:off x="303111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3" name="pg215">
                <a:extLst>
                  <a:ext uri="{FF2B5EF4-FFF2-40B4-BE49-F238E27FC236}">
                    <a16:creationId xmlns:a16="http://schemas.microsoft.com/office/drawing/2014/main" id="{1B6CF523-1684-D4ED-6EE1-7B75BA5EA9B9}"/>
                  </a:ext>
                </a:extLst>
              </p:cNvPr>
              <p:cNvSpPr/>
              <p:nvPr/>
            </p:nvSpPr>
            <p:spPr>
              <a:xfrm>
                <a:off x="311255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4" name="pg216">
                <a:extLst>
                  <a:ext uri="{FF2B5EF4-FFF2-40B4-BE49-F238E27FC236}">
                    <a16:creationId xmlns:a16="http://schemas.microsoft.com/office/drawing/2014/main" id="{C4DB5A56-DA62-A8BB-3C93-B8F59DFADAE6}"/>
                  </a:ext>
                </a:extLst>
              </p:cNvPr>
              <p:cNvSpPr/>
              <p:nvPr/>
            </p:nvSpPr>
            <p:spPr>
              <a:xfrm>
                <a:off x="319399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5" name="pg217">
                <a:extLst>
                  <a:ext uri="{FF2B5EF4-FFF2-40B4-BE49-F238E27FC236}">
                    <a16:creationId xmlns:a16="http://schemas.microsoft.com/office/drawing/2014/main" id="{1F3DBB3A-BD2C-EF1D-61C4-7B268AF272CD}"/>
                  </a:ext>
                </a:extLst>
              </p:cNvPr>
              <p:cNvSpPr/>
              <p:nvPr/>
            </p:nvSpPr>
            <p:spPr>
              <a:xfrm>
                <a:off x="327542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6" name="pg218">
                <a:extLst>
                  <a:ext uri="{FF2B5EF4-FFF2-40B4-BE49-F238E27FC236}">
                    <a16:creationId xmlns:a16="http://schemas.microsoft.com/office/drawing/2014/main" id="{F325EF15-8530-05D2-D229-45225CA7CD5C}"/>
                  </a:ext>
                </a:extLst>
              </p:cNvPr>
              <p:cNvSpPr/>
              <p:nvPr/>
            </p:nvSpPr>
            <p:spPr>
              <a:xfrm>
                <a:off x="335686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7" name="pg219">
                <a:extLst>
                  <a:ext uri="{FF2B5EF4-FFF2-40B4-BE49-F238E27FC236}">
                    <a16:creationId xmlns:a16="http://schemas.microsoft.com/office/drawing/2014/main" id="{3D80B0D9-C46D-2A0F-90FC-AAB6D0F21141}"/>
                  </a:ext>
                </a:extLst>
              </p:cNvPr>
              <p:cNvSpPr/>
              <p:nvPr/>
            </p:nvSpPr>
            <p:spPr>
              <a:xfrm>
                <a:off x="343830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8" name="pg220">
                <a:extLst>
                  <a:ext uri="{FF2B5EF4-FFF2-40B4-BE49-F238E27FC236}">
                    <a16:creationId xmlns:a16="http://schemas.microsoft.com/office/drawing/2014/main" id="{FF3F821F-AD2D-BEB1-8E1B-DDA748349C99}"/>
                  </a:ext>
                </a:extLst>
              </p:cNvPr>
              <p:cNvSpPr/>
              <p:nvPr/>
            </p:nvSpPr>
            <p:spPr>
              <a:xfrm>
                <a:off x="351973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9" name="pg221">
                <a:extLst>
                  <a:ext uri="{FF2B5EF4-FFF2-40B4-BE49-F238E27FC236}">
                    <a16:creationId xmlns:a16="http://schemas.microsoft.com/office/drawing/2014/main" id="{4A38E31B-7AA5-9180-2FD2-665DED5BE242}"/>
                  </a:ext>
                </a:extLst>
              </p:cNvPr>
              <p:cNvSpPr/>
              <p:nvPr/>
            </p:nvSpPr>
            <p:spPr>
              <a:xfrm>
                <a:off x="360117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0" name="pg222">
                <a:extLst>
                  <a:ext uri="{FF2B5EF4-FFF2-40B4-BE49-F238E27FC236}">
                    <a16:creationId xmlns:a16="http://schemas.microsoft.com/office/drawing/2014/main" id="{D5065877-B3D3-09E6-86AE-E37820617521}"/>
                  </a:ext>
                </a:extLst>
              </p:cNvPr>
              <p:cNvSpPr/>
              <p:nvPr/>
            </p:nvSpPr>
            <p:spPr>
              <a:xfrm>
                <a:off x="368261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1" name="pg223">
                <a:extLst>
                  <a:ext uri="{FF2B5EF4-FFF2-40B4-BE49-F238E27FC236}">
                    <a16:creationId xmlns:a16="http://schemas.microsoft.com/office/drawing/2014/main" id="{F7F71C7E-E8B7-8021-9505-D535DEEC298E}"/>
                  </a:ext>
                </a:extLst>
              </p:cNvPr>
              <p:cNvSpPr/>
              <p:nvPr/>
            </p:nvSpPr>
            <p:spPr>
              <a:xfrm>
                <a:off x="376405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2" name="pg224">
                <a:extLst>
                  <a:ext uri="{FF2B5EF4-FFF2-40B4-BE49-F238E27FC236}">
                    <a16:creationId xmlns:a16="http://schemas.microsoft.com/office/drawing/2014/main" id="{584CBA50-3F21-B699-164D-D31480CA8C69}"/>
                  </a:ext>
                </a:extLst>
              </p:cNvPr>
              <p:cNvSpPr/>
              <p:nvPr/>
            </p:nvSpPr>
            <p:spPr>
              <a:xfrm>
                <a:off x="384548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3" name="pg225">
                <a:extLst>
                  <a:ext uri="{FF2B5EF4-FFF2-40B4-BE49-F238E27FC236}">
                    <a16:creationId xmlns:a16="http://schemas.microsoft.com/office/drawing/2014/main" id="{A07674EA-31C8-95CA-317E-8C0EAFC1881F}"/>
                  </a:ext>
                </a:extLst>
              </p:cNvPr>
              <p:cNvSpPr/>
              <p:nvPr/>
            </p:nvSpPr>
            <p:spPr>
              <a:xfrm>
                <a:off x="417123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4" name="pg226">
                <a:extLst>
                  <a:ext uri="{FF2B5EF4-FFF2-40B4-BE49-F238E27FC236}">
                    <a16:creationId xmlns:a16="http://schemas.microsoft.com/office/drawing/2014/main" id="{43EF7581-68A3-C43E-9662-FAD92F01B7FF}"/>
                  </a:ext>
                </a:extLst>
              </p:cNvPr>
              <p:cNvSpPr/>
              <p:nvPr/>
            </p:nvSpPr>
            <p:spPr>
              <a:xfrm>
                <a:off x="425267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5" name="pg227">
                <a:extLst>
                  <a:ext uri="{FF2B5EF4-FFF2-40B4-BE49-F238E27FC236}">
                    <a16:creationId xmlns:a16="http://schemas.microsoft.com/office/drawing/2014/main" id="{5FDB7564-5CE2-2194-5680-A8EFD450BDDF}"/>
                  </a:ext>
                </a:extLst>
              </p:cNvPr>
              <p:cNvSpPr/>
              <p:nvPr/>
            </p:nvSpPr>
            <p:spPr>
              <a:xfrm>
                <a:off x="433411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6" name="pg228">
                <a:extLst>
                  <a:ext uri="{FF2B5EF4-FFF2-40B4-BE49-F238E27FC236}">
                    <a16:creationId xmlns:a16="http://schemas.microsoft.com/office/drawing/2014/main" id="{2C962B8F-91FD-9237-2726-D684884ABEE3}"/>
                  </a:ext>
                </a:extLst>
              </p:cNvPr>
              <p:cNvSpPr/>
              <p:nvPr/>
            </p:nvSpPr>
            <p:spPr>
              <a:xfrm>
                <a:off x="441554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7" name="pg229">
                <a:extLst>
                  <a:ext uri="{FF2B5EF4-FFF2-40B4-BE49-F238E27FC236}">
                    <a16:creationId xmlns:a16="http://schemas.microsoft.com/office/drawing/2014/main" id="{A2C4A641-5B18-ECE5-3B51-DE70690705BF}"/>
                  </a:ext>
                </a:extLst>
              </p:cNvPr>
              <p:cNvSpPr/>
              <p:nvPr/>
            </p:nvSpPr>
            <p:spPr>
              <a:xfrm>
                <a:off x="449698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8" name="pg230">
                <a:extLst>
                  <a:ext uri="{FF2B5EF4-FFF2-40B4-BE49-F238E27FC236}">
                    <a16:creationId xmlns:a16="http://schemas.microsoft.com/office/drawing/2014/main" id="{CAFD469C-B217-1EAF-9D43-670BDC93FF4A}"/>
                  </a:ext>
                </a:extLst>
              </p:cNvPr>
              <p:cNvSpPr/>
              <p:nvPr/>
            </p:nvSpPr>
            <p:spPr>
              <a:xfrm>
                <a:off x="457842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9" name="pg231">
                <a:extLst>
                  <a:ext uri="{FF2B5EF4-FFF2-40B4-BE49-F238E27FC236}">
                    <a16:creationId xmlns:a16="http://schemas.microsoft.com/office/drawing/2014/main" id="{E4BC59C1-EE1A-381A-4CEB-C08932F101C4}"/>
                  </a:ext>
                </a:extLst>
              </p:cNvPr>
              <p:cNvSpPr/>
              <p:nvPr/>
            </p:nvSpPr>
            <p:spPr>
              <a:xfrm>
                <a:off x="465985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0" name="pg232">
                <a:extLst>
                  <a:ext uri="{FF2B5EF4-FFF2-40B4-BE49-F238E27FC236}">
                    <a16:creationId xmlns:a16="http://schemas.microsoft.com/office/drawing/2014/main" id="{2E216737-48C1-6152-D1C5-230984CE4CC2}"/>
                  </a:ext>
                </a:extLst>
              </p:cNvPr>
              <p:cNvSpPr/>
              <p:nvPr/>
            </p:nvSpPr>
            <p:spPr>
              <a:xfrm>
                <a:off x="474129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1" name="pg233">
                <a:extLst>
                  <a:ext uri="{FF2B5EF4-FFF2-40B4-BE49-F238E27FC236}">
                    <a16:creationId xmlns:a16="http://schemas.microsoft.com/office/drawing/2014/main" id="{8EF428B4-108A-1439-A032-7CCBB6EBC9E1}"/>
                  </a:ext>
                </a:extLst>
              </p:cNvPr>
              <p:cNvSpPr/>
              <p:nvPr/>
            </p:nvSpPr>
            <p:spPr>
              <a:xfrm>
                <a:off x="482273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2" name="pg234">
                <a:extLst>
                  <a:ext uri="{FF2B5EF4-FFF2-40B4-BE49-F238E27FC236}">
                    <a16:creationId xmlns:a16="http://schemas.microsoft.com/office/drawing/2014/main" id="{9F11D5F6-8A1B-50EE-D9C4-EE35F8187B46}"/>
                  </a:ext>
                </a:extLst>
              </p:cNvPr>
              <p:cNvSpPr/>
              <p:nvPr/>
            </p:nvSpPr>
            <p:spPr>
              <a:xfrm>
                <a:off x="278680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3" name="pg235">
                <a:extLst>
                  <a:ext uri="{FF2B5EF4-FFF2-40B4-BE49-F238E27FC236}">
                    <a16:creationId xmlns:a16="http://schemas.microsoft.com/office/drawing/2014/main" id="{3DB2A241-1E68-6207-B1ED-BE64626D3188}"/>
                  </a:ext>
                </a:extLst>
              </p:cNvPr>
              <p:cNvSpPr/>
              <p:nvPr/>
            </p:nvSpPr>
            <p:spPr>
              <a:xfrm>
                <a:off x="286824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4" name="pg236">
                <a:extLst>
                  <a:ext uri="{FF2B5EF4-FFF2-40B4-BE49-F238E27FC236}">
                    <a16:creationId xmlns:a16="http://schemas.microsoft.com/office/drawing/2014/main" id="{DA3F6AE1-56B2-F4B2-BE38-80D98F262785}"/>
                  </a:ext>
                </a:extLst>
              </p:cNvPr>
              <p:cNvSpPr/>
              <p:nvPr/>
            </p:nvSpPr>
            <p:spPr>
              <a:xfrm>
                <a:off x="294967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5" name="pg237">
                <a:extLst>
                  <a:ext uri="{FF2B5EF4-FFF2-40B4-BE49-F238E27FC236}">
                    <a16:creationId xmlns:a16="http://schemas.microsoft.com/office/drawing/2014/main" id="{7FADAB5D-6E82-9D40-69CA-E77F18E99A7C}"/>
                  </a:ext>
                </a:extLst>
              </p:cNvPr>
              <p:cNvSpPr/>
              <p:nvPr/>
            </p:nvSpPr>
            <p:spPr>
              <a:xfrm>
                <a:off x="303111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6" name="pg238">
                <a:extLst>
                  <a:ext uri="{FF2B5EF4-FFF2-40B4-BE49-F238E27FC236}">
                    <a16:creationId xmlns:a16="http://schemas.microsoft.com/office/drawing/2014/main" id="{FBEB3A08-F6BF-6390-8694-E4B82CBD98EC}"/>
                  </a:ext>
                </a:extLst>
              </p:cNvPr>
              <p:cNvSpPr/>
              <p:nvPr/>
            </p:nvSpPr>
            <p:spPr>
              <a:xfrm>
                <a:off x="311255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7" name="pg239">
                <a:extLst>
                  <a:ext uri="{FF2B5EF4-FFF2-40B4-BE49-F238E27FC236}">
                    <a16:creationId xmlns:a16="http://schemas.microsoft.com/office/drawing/2014/main" id="{E89C463A-F515-EF53-0F3A-09843AD7FF19}"/>
                  </a:ext>
                </a:extLst>
              </p:cNvPr>
              <p:cNvSpPr/>
              <p:nvPr/>
            </p:nvSpPr>
            <p:spPr>
              <a:xfrm>
                <a:off x="319399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8" name="pg240">
                <a:extLst>
                  <a:ext uri="{FF2B5EF4-FFF2-40B4-BE49-F238E27FC236}">
                    <a16:creationId xmlns:a16="http://schemas.microsoft.com/office/drawing/2014/main" id="{EB48ECD1-E55A-3CC7-247C-CC68380486F7}"/>
                  </a:ext>
                </a:extLst>
              </p:cNvPr>
              <p:cNvSpPr/>
              <p:nvPr/>
            </p:nvSpPr>
            <p:spPr>
              <a:xfrm>
                <a:off x="327542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9" name="pg241">
                <a:extLst>
                  <a:ext uri="{FF2B5EF4-FFF2-40B4-BE49-F238E27FC236}">
                    <a16:creationId xmlns:a16="http://schemas.microsoft.com/office/drawing/2014/main" id="{EC60196E-FCE5-20E2-BA6F-AC76DDA2962D}"/>
                  </a:ext>
                </a:extLst>
              </p:cNvPr>
              <p:cNvSpPr/>
              <p:nvPr/>
            </p:nvSpPr>
            <p:spPr>
              <a:xfrm>
                <a:off x="335686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0" name="pg242">
                <a:extLst>
                  <a:ext uri="{FF2B5EF4-FFF2-40B4-BE49-F238E27FC236}">
                    <a16:creationId xmlns:a16="http://schemas.microsoft.com/office/drawing/2014/main" id="{12DB8F66-C2B8-7DB1-90FB-BCE741184079}"/>
                  </a:ext>
                </a:extLst>
              </p:cNvPr>
              <p:cNvSpPr/>
              <p:nvPr/>
            </p:nvSpPr>
            <p:spPr>
              <a:xfrm>
                <a:off x="343830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1" name="pg243">
                <a:extLst>
                  <a:ext uri="{FF2B5EF4-FFF2-40B4-BE49-F238E27FC236}">
                    <a16:creationId xmlns:a16="http://schemas.microsoft.com/office/drawing/2014/main" id="{B81C65EB-C2ED-4FAA-1BE7-EA0892681CD1}"/>
                  </a:ext>
                </a:extLst>
              </p:cNvPr>
              <p:cNvSpPr/>
              <p:nvPr/>
            </p:nvSpPr>
            <p:spPr>
              <a:xfrm>
                <a:off x="351973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2" name="pg244">
                <a:extLst>
                  <a:ext uri="{FF2B5EF4-FFF2-40B4-BE49-F238E27FC236}">
                    <a16:creationId xmlns:a16="http://schemas.microsoft.com/office/drawing/2014/main" id="{87EB8AA1-747C-2025-A3A4-9A4FF34A5D70}"/>
                  </a:ext>
                </a:extLst>
              </p:cNvPr>
              <p:cNvSpPr/>
              <p:nvPr/>
            </p:nvSpPr>
            <p:spPr>
              <a:xfrm>
                <a:off x="360117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3" name="pg245">
                <a:extLst>
                  <a:ext uri="{FF2B5EF4-FFF2-40B4-BE49-F238E27FC236}">
                    <a16:creationId xmlns:a16="http://schemas.microsoft.com/office/drawing/2014/main" id="{8CA19255-8805-911A-6374-03932E77E5D9}"/>
                  </a:ext>
                </a:extLst>
              </p:cNvPr>
              <p:cNvSpPr/>
              <p:nvPr/>
            </p:nvSpPr>
            <p:spPr>
              <a:xfrm>
                <a:off x="368261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4" name="pg246">
                <a:extLst>
                  <a:ext uri="{FF2B5EF4-FFF2-40B4-BE49-F238E27FC236}">
                    <a16:creationId xmlns:a16="http://schemas.microsoft.com/office/drawing/2014/main" id="{CD48E095-5BEF-2640-3C30-4CF03D446B2E}"/>
                  </a:ext>
                </a:extLst>
              </p:cNvPr>
              <p:cNvSpPr/>
              <p:nvPr/>
            </p:nvSpPr>
            <p:spPr>
              <a:xfrm>
                <a:off x="376405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5" name="pg247">
                <a:extLst>
                  <a:ext uri="{FF2B5EF4-FFF2-40B4-BE49-F238E27FC236}">
                    <a16:creationId xmlns:a16="http://schemas.microsoft.com/office/drawing/2014/main" id="{916B8EEF-9316-F143-AC3E-91E8EF9CADDE}"/>
                  </a:ext>
                </a:extLst>
              </p:cNvPr>
              <p:cNvSpPr/>
              <p:nvPr/>
            </p:nvSpPr>
            <p:spPr>
              <a:xfrm>
                <a:off x="384548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6" name="pg248">
                <a:extLst>
                  <a:ext uri="{FF2B5EF4-FFF2-40B4-BE49-F238E27FC236}">
                    <a16:creationId xmlns:a16="http://schemas.microsoft.com/office/drawing/2014/main" id="{BCAB34BE-6E51-E4AC-57E1-B8CEC39E1DEA}"/>
                  </a:ext>
                </a:extLst>
              </p:cNvPr>
              <p:cNvSpPr/>
              <p:nvPr/>
            </p:nvSpPr>
            <p:spPr>
              <a:xfrm>
                <a:off x="392692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7" name="pg249">
                <a:extLst>
                  <a:ext uri="{FF2B5EF4-FFF2-40B4-BE49-F238E27FC236}">
                    <a16:creationId xmlns:a16="http://schemas.microsoft.com/office/drawing/2014/main" id="{D3AAC528-B0AA-B4BA-034A-731443106789}"/>
                  </a:ext>
                </a:extLst>
              </p:cNvPr>
              <p:cNvSpPr/>
              <p:nvPr/>
            </p:nvSpPr>
            <p:spPr>
              <a:xfrm>
                <a:off x="425267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8" name="pg250">
                <a:extLst>
                  <a:ext uri="{FF2B5EF4-FFF2-40B4-BE49-F238E27FC236}">
                    <a16:creationId xmlns:a16="http://schemas.microsoft.com/office/drawing/2014/main" id="{6574E3F2-0016-CB23-60B1-B6F26E40801B}"/>
                  </a:ext>
                </a:extLst>
              </p:cNvPr>
              <p:cNvSpPr/>
              <p:nvPr/>
            </p:nvSpPr>
            <p:spPr>
              <a:xfrm>
                <a:off x="433411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9" name="pg251">
                <a:extLst>
                  <a:ext uri="{FF2B5EF4-FFF2-40B4-BE49-F238E27FC236}">
                    <a16:creationId xmlns:a16="http://schemas.microsoft.com/office/drawing/2014/main" id="{C76E394E-F092-CCDD-4A76-D0F68A1A0405}"/>
                  </a:ext>
                </a:extLst>
              </p:cNvPr>
              <p:cNvSpPr/>
              <p:nvPr/>
            </p:nvSpPr>
            <p:spPr>
              <a:xfrm>
                <a:off x="441554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0" name="pg252">
                <a:extLst>
                  <a:ext uri="{FF2B5EF4-FFF2-40B4-BE49-F238E27FC236}">
                    <a16:creationId xmlns:a16="http://schemas.microsoft.com/office/drawing/2014/main" id="{60110C6B-A364-15C3-A2CA-C230BA87C613}"/>
                  </a:ext>
                </a:extLst>
              </p:cNvPr>
              <p:cNvSpPr/>
              <p:nvPr/>
            </p:nvSpPr>
            <p:spPr>
              <a:xfrm>
                <a:off x="449698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1" name="pg253">
                <a:extLst>
                  <a:ext uri="{FF2B5EF4-FFF2-40B4-BE49-F238E27FC236}">
                    <a16:creationId xmlns:a16="http://schemas.microsoft.com/office/drawing/2014/main" id="{01B77745-977C-75D9-91FD-D49786DFF971}"/>
                  </a:ext>
                </a:extLst>
              </p:cNvPr>
              <p:cNvSpPr/>
              <p:nvPr/>
            </p:nvSpPr>
            <p:spPr>
              <a:xfrm>
                <a:off x="457842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2" name="pg254">
                <a:extLst>
                  <a:ext uri="{FF2B5EF4-FFF2-40B4-BE49-F238E27FC236}">
                    <a16:creationId xmlns:a16="http://schemas.microsoft.com/office/drawing/2014/main" id="{32CB344F-966D-8C30-AE9B-04DE7E211D22}"/>
                  </a:ext>
                </a:extLst>
              </p:cNvPr>
              <p:cNvSpPr/>
              <p:nvPr/>
            </p:nvSpPr>
            <p:spPr>
              <a:xfrm>
                <a:off x="465985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3" name="pg255">
                <a:extLst>
                  <a:ext uri="{FF2B5EF4-FFF2-40B4-BE49-F238E27FC236}">
                    <a16:creationId xmlns:a16="http://schemas.microsoft.com/office/drawing/2014/main" id="{34828D28-4F84-15AC-C8DA-607FA38B2B83}"/>
                  </a:ext>
                </a:extLst>
              </p:cNvPr>
              <p:cNvSpPr/>
              <p:nvPr/>
            </p:nvSpPr>
            <p:spPr>
              <a:xfrm>
                <a:off x="474129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4" name="pg256">
                <a:extLst>
                  <a:ext uri="{FF2B5EF4-FFF2-40B4-BE49-F238E27FC236}">
                    <a16:creationId xmlns:a16="http://schemas.microsoft.com/office/drawing/2014/main" id="{66D6A7A7-65CC-9380-DF1A-1DAEB753DED4}"/>
                  </a:ext>
                </a:extLst>
              </p:cNvPr>
              <p:cNvSpPr/>
              <p:nvPr/>
            </p:nvSpPr>
            <p:spPr>
              <a:xfrm>
                <a:off x="278680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5" name="pg257">
                <a:extLst>
                  <a:ext uri="{FF2B5EF4-FFF2-40B4-BE49-F238E27FC236}">
                    <a16:creationId xmlns:a16="http://schemas.microsoft.com/office/drawing/2014/main" id="{61FF1002-3E3A-2C5B-7C3F-E69233FEFCEA}"/>
                  </a:ext>
                </a:extLst>
              </p:cNvPr>
              <p:cNvSpPr/>
              <p:nvPr/>
            </p:nvSpPr>
            <p:spPr>
              <a:xfrm>
                <a:off x="286824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6" name="pg258">
                <a:extLst>
                  <a:ext uri="{FF2B5EF4-FFF2-40B4-BE49-F238E27FC236}">
                    <a16:creationId xmlns:a16="http://schemas.microsoft.com/office/drawing/2014/main" id="{BF28DF12-8A71-EDC2-08DD-C1DF1940F508}"/>
                  </a:ext>
                </a:extLst>
              </p:cNvPr>
              <p:cNvSpPr/>
              <p:nvPr/>
            </p:nvSpPr>
            <p:spPr>
              <a:xfrm>
                <a:off x="294967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7" name="pg259">
                <a:extLst>
                  <a:ext uri="{FF2B5EF4-FFF2-40B4-BE49-F238E27FC236}">
                    <a16:creationId xmlns:a16="http://schemas.microsoft.com/office/drawing/2014/main" id="{90F19ADE-14D6-B7D0-B0E3-FBB67D370C27}"/>
                  </a:ext>
                </a:extLst>
              </p:cNvPr>
              <p:cNvSpPr/>
              <p:nvPr/>
            </p:nvSpPr>
            <p:spPr>
              <a:xfrm>
                <a:off x="303111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8" name="pg260">
                <a:extLst>
                  <a:ext uri="{FF2B5EF4-FFF2-40B4-BE49-F238E27FC236}">
                    <a16:creationId xmlns:a16="http://schemas.microsoft.com/office/drawing/2014/main" id="{DC7AA3C0-AD7B-03CD-167A-4CE50123CDB5}"/>
                  </a:ext>
                </a:extLst>
              </p:cNvPr>
              <p:cNvSpPr/>
              <p:nvPr/>
            </p:nvSpPr>
            <p:spPr>
              <a:xfrm>
                <a:off x="311255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9" name="pg261">
                <a:extLst>
                  <a:ext uri="{FF2B5EF4-FFF2-40B4-BE49-F238E27FC236}">
                    <a16:creationId xmlns:a16="http://schemas.microsoft.com/office/drawing/2014/main" id="{30CCE1C5-2D31-654E-A96B-1DB7890311DC}"/>
                  </a:ext>
                </a:extLst>
              </p:cNvPr>
              <p:cNvSpPr/>
              <p:nvPr/>
            </p:nvSpPr>
            <p:spPr>
              <a:xfrm>
                <a:off x="319399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0" name="pg262">
                <a:extLst>
                  <a:ext uri="{FF2B5EF4-FFF2-40B4-BE49-F238E27FC236}">
                    <a16:creationId xmlns:a16="http://schemas.microsoft.com/office/drawing/2014/main" id="{83B6FCC1-D53D-1E5A-AEA0-EFFA0B4B0847}"/>
                  </a:ext>
                </a:extLst>
              </p:cNvPr>
              <p:cNvSpPr/>
              <p:nvPr/>
            </p:nvSpPr>
            <p:spPr>
              <a:xfrm>
                <a:off x="327542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1" name="pg263">
                <a:extLst>
                  <a:ext uri="{FF2B5EF4-FFF2-40B4-BE49-F238E27FC236}">
                    <a16:creationId xmlns:a16="http://schemas.microsoft.com/office/drawing/2014/main" id="{1C3226A0-B982-2B3C-9836-5C0C410EDE44}"/>
                  </a:ext>
                </a:extLst>
              </p:cNvPr>
              <p:cNvSpPr/>
              <p:nvPr/>
            </p:nvSpPr>
            <p:spPr>
              <a:xfrm>
                <a:off x="335686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2" name="pg264">
                <a:extLst>
                  <a:ext uri="{FF2B5EF4-FFF2-40B4-BE49-F238E27FC236}">
                    <a16:creationId xmlns:a16="http://schemas.microsoft.com/office/drawing/2014/main" id="{E21C7CF3-F5EE-9C60-B78D-347AB55142A8}"/>
                  </a:ext>
                </a:extLst>
              </p:cNvPr>
              <p:cNvSpPr/>
              <p:nvPr/>
            </p:nvSpPr>
            <p:spPr>
              <a:xfrm>
                <a:off x="343830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3" name="pg265">
                <a:extLst>
                  <a:ext uri="{FF2B5EF4-FFF2-40B4-BE49-F238E27FC236}">
                    <a16:creationId xmlns:a16="http://schemas.microsoft.com/office/drawing/2014/main" id="{C74C2D58-10E8-F515-56EF-929BAC638DB8}"/>
                  </a:ext>
                </a:extLst>
              </p:cNvPr>
              <p:cNvSpPr/>
              <p:nvPr/>
            </p:nvSpPr>
            <p:spPr>
              <a:xfrm>
                <a:off x="351973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4" name="pg266">
                <a:extLst>
                  <a:ext uri="{FF2B5EF4-FFF2-40B4-BE49-F238E27FC236}">
                    <a16:creationId xmlns:a16="http://schemas.microsoft.com/office/drawing/2014/main" id="{CEE73659-6694-7F66-84D3-15A45925346F}"/>
                  </a:ext>
                </a:extLst>
              </p:cNvPr>
              <p:cNvSpPr/>
              <p:nvPr/>
            </p:nvSpPr>
            <p:spPr>
              <a:xfrm>
                <a:off x="360117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5" name="pg267">
                <a:extLst>
                  <a:ext uri="{FF2B5EF4-FFF2-40B4-BE49-F238E27FC236}">
                    <a16:creationId xmlns:a16="http://schemas.microsoft.com/office/drawing/2014/main" id="{63E73638-B278-CD75-C069-CA4A3AB5A1E9}"/>
                  </a:ext>
                </a:extLst>
              </p:cNvPr>
              <p:cNvSpPr/>
              <p:nvPr/>
            </p:nvSpPr>
            <p:spPr>
              <a:xfrm>
                <a:off x="368261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6" name="pg268">
                <a:extLst>
                  <a:ext uri="{FF2B5EF4-FFF2-40B4-BE49-F238E27FC236}">
                    <a16:creationId xmlns:a16="http://schemas.microsoft.com/office/drawing/2014/main" id="{C33F7DC6-D066-2086-4FEA-FD8A7581FEAB}"/>
                  </a:ext>
                </a:extLst>
              </p:cNvPr>
              <p:cNvSpPr/>
              <p:nvPr/>
            </p:nvSpPr>
            <p:spPr>
              <a:xfrm>
                <a:off x="376405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7" name="pg269">
                <a:extLst>
                  <a:ext uri="{FF2B5EF4-FFF2-40B4-BE49-F238E27FC236}">
                    <a16:creationId xmlns:a16="http://schemas.microsoft.com/office/drawing/2014/main" id="{A45CA141-3B3D-2144-BC74-A370855ABEE0}"/>
                  </a:ext>
                </a:extLst>
              </p:cNvPr>
              <p:cNvSpPr/>
              <p:nvPr/>
            </p:nvSpPr>
            <p:spPr>
              <a:xfrm>
                <a:off x="384548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8" name="pg270">
                <a:extLst>
                  <a:ext uri="{FF2B5EF4-FFF2-40B4-BE49-F238E27FC236}">
                    <a16:creationId xmlns:a16="http://schemas.microsoft.com/office/drawing/2014/main" id="{115E96AE-B29C-9DA9-B4DF-44C64DF9E780}"/>
                  </a:ext>
                </a:extLst>
              </p:cNvPr>
              <p:cNvSpPr/>
              <p:nvPr/>
            </p:nvSpPr>
            <p:spPr>
              <a:xfrm>
                <a:off x="392692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9" name="pg271">
                <a:extLst>
                  <a:ext uri="{FF2B5EF4-FFF2-40B4-BE49-F238E27FC236}">
                    <a16:creationId xmlns:a16="http://schemas.microsoft.com/office/drawing/2014/main" id="{4DF561D8-954E-B55F-F96C-B34CED4088BC}"/>
                  </a:ext>
                </a:extLst>
              </p:cNvPr>
              <p:cNvSpPr/>
              <p:nvPr/>
            </p:nvSpPr>
            <p:spPr>
              <a:xfrm>
                <a:off x="425267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0" name="pg272">
                <a:extLst>
                  <a:ext uri="{FF2B5EF4-FFF2-40B4-BE49-F238E27FC236}">
                    <a16:creationId xmlns:a16="http://schemas.microsoft.com/office/drawing/2014/main" id="{2B60C3E1-6FB8-EA33-717F-FA5ADAC2C46D}"/>
                  </a:ext>
                </a:extLst>
              </p:cNvPr>
              <p:cNvSpPr/>
              <p:nvPr/>
            </p:nvSpPr>
            <p:spPr>
              <a:xfrm>
                <a:off x="433411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1" name="pg273">
                <a:extLst>
                  <a:ext uri="{FF2B5EF4-FFF2-40B4-BE49-F238E27FC236}">
                    <a16:creationId xmlns:a16="http://schemas.microsoft.com/office/drawing/2014/main" id="{901EE456-5276-F8C2-35A6-B06C4E0EBEEA}"/>
                  </a:ext>
                </a:extLst>
              </p:cNvPr>
              <p:cNvSpPr/>
              <p:nvPr/>
            </p:nvSpPr>
            <p:spPr>
              <a:xfrm>
                <a:off x="441554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2" name="pg274">
                <a:extLst>
                  <a:ext uri="{FF2B5EF4-FFF2-40B4-BE49-F238E27FC236}">
                    <a16:creationId xmlns:a16="http://schemas.microsoft.com/office/drawing/2014/main" id="{C59B7751-FDBC-00F0-DAF5-E4132156542A}"/>
                  </a:ext>
                </a:extLst>
              </p:cNvPr>
              <p:cNvSpPr/>
              <p:nvPr/>
            </p:nvSpPr>
            <p:spPr>
              <a:xfrm>
                <a:off x="449698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3" name="pg275">
                <a:extLst>
                  <a:ext uri="{FF2B5EF4-FFF2-40B4-BE49-F238E27FC236}">
                    <a16:creationId xmlns:a16="http://schemas.microsoft.com/office/drawing/2014/main" id="{11B3D5C9-B7F9-C1FB-A198-7246B0F8A2FF}"/>
                  </a:ext>
                </a:extLst>
              </p:cNvPr>
              <p:cNvSpPr/>
              <p:nvPr/>
            </p:nvSpPr>
            <p:spPr>
              <a:xfrm>
                <a:off x="457842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4" name="pg276">
                <a:extLst>
                  <a:ext uri="{FF2B5EF4-FFF2-40B4-BE49-F238E27FC236}">
                    <a16:creationId xmlns:a16="http://schemas.microsoft.com/office/drawing/2014/main" id="{D538B0CE-0218-7AAD-A2EA-9C6FEC419734}"/>
                  </a:ext>
                </a:extLst>
              </p:cNvPr>
              <p:cNvSpPr/>
              <p:nvPr/>
            </p:nvSpPr>
            <p:spPr>
              <a:xfrm>
                <a:off x="465985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5" name="pg277">
                <a:extLst>
                  <a:ext uri="{FF2B5EF4-FFF2-40B4-BE49-F238E27FC236}">
                    <a16:creationId xmlns:a16="http://schemas.microsoft.com/office/drawing/2014/main" id="{CC030ADE-DDAE-845B-7392-4D383E45E6B0}"/>
                  </a:ext>
                </a:extLst>
              </p:cNvPr>
              <p:cNvSpPr/>
              <p:nvPr/>
            </p:nvSpPr>
            <p:spPr>
              <a:xfrm>
                <a:off x="270536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6" name="pg278">
                <a:extLst>
                  <a:ext uri="{FF2B5EF4-FFF2-40B4-BE49-F238E27FC236}">
                    <a16:creationId xmlns:a16="http://schemas.microsoft.com/office/drawing/2014/main" id="{ADF96026-8740-8E01-08A3-C2E7E1D8E02B}"/>
                  </a:ext>
                </a:extLst>
              </p:cNvPr>
              <p:cNvSpPr/>
              <p:nvPr/>
            </p:nvSpPr>
            <p:spPr>
              <a:xfrm>
                <a:off x="278680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7" name="pg279">
                <a:extLst>
                  <a:ext uri="{FF2B5EF4-FFF2-40B4-BE49-F238E27FC236}">
                    <a16:creationId xmlns:a16="http://schemas.microsoft.com/office/drawing/2014/main" id="{0BA73C26-0D2F-C7DC-2C45-C18CF684AFB0}"/>
                  </a:ext>
                </a:extLst>
              </p:cNvPr>
              <p:cNvSpPr/>
              <p:nvPr/>
            </p:nvSpPr>
            <p:spPr>
              <a:xfrm>
                <a:off x="286824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8" name="pg280">
                <a:extLst>
                  <a:ext uri="{FF2B5EF4-FFF2-40B4-BE49-F238E27FC236}">
                    <a16:creationId xmlns:a16="http://schemas.microsoft.com/office/drawing/2014/main" id="{96486E66-2642-07BF-1840-C617A9D07D0D}"/>
                  </a:ext>
                </a:extLst>
              </p:cNvPr>
              <p:cNvSpPr/>
              <p:nvPr/>
            </p:nvSpPr>
            <p:spPr>
              <a:xfrm>
                <a:off x="294967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9" name="pg281">
                <a:extLst>
                  <a:ext uri="{FF2B5EF4-FFF2-40B4-BE49-F238E27FC236}">
                    <a16:creationId xmlns:a16="http://schemas.microsoft.com/office/drawing/2014/main" id="{F2A128FF-DD27-4793-514F-36EA45320892}"/>
                  </a:ext>
                </a:extLst>
              </p:cNvPr>
              <p:cNvSpPr/>
              <p:nvPr/>
            </p:nvSpPr>
            <p:spPr>
              <a:xfrm>
                <a:off x="303111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0" name="pg282">
                <a:extLst>
                  <a:ext uri="{FF2B5EF4-FFF2-40B4-BE49-F238E27FC236}">
                    <a16:creationId xmlns:a16="http://schemas.microsoft.com/office/drawing/2014/main" id="{D19EB183-760F-7020-C858-7BFA021F97D2}"/>
                  </a:ext>
                </a:extLst>
              </p:cNvPr>
              <p:cNvSpPr/>
              <p:nvPr/>
            </p:nvSpPr>
            <p:spPr>
              <a:xfrm>
                <a:off x="311255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1" name="pg283">
                <a:extLst>
                  <a:ext uri="{FF2B5EF4-FFF2-40B4-BE49-F238E27FC236}">
                    <a16:creationId xmlns:a16="http://schemas.microsoft.com/office/drawing/2014/main" id="{5B4DA987-2BA6-EF56-2A7B-6C9BEB25E7F4}"/>
                  </a:ext>
                </a:extLst>
              </p:cNvPr>
              <p:cNvSpPr/>
              <p:nvPr/>
            </p:nvSpPr>
            <p:spPr>
              <a:xfrm>
                <a:off x="319399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2" name="pg284">
                <a:extLst>
                  <a:ext uri="{FF2B5EF4-FFF2-40B4-BE49-F238E27FC236}">
                    <a16:creationId xmlns:a16="http://schemas.microsoft.com/office/drawing/2014/main" id="{00D6E2DA-733D-DB8C-7548-3689B03FF1B0}"/>
                  </a:ext>
                </a:extLst>
              </p:cNvPr>
              <p:cNvSpPr/>
              <p:nvPr/>
            </p:nvSpPr>
            <p:spPr>
              <a:xfrm>
                <a:off x="327542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3" name="pg285">
                <a:extLst>
                  <a:ext uri="{FF2B5EF4-FFF2-40B4-BE49-F238E27FC236}">
                    <a16:creationId xmlns:a16="http://schemas.microsoft.com/office/drawing/2014/main" id="{74D757ED-620A-86DD-3BDC-E323A1394FC8}"/>
                  </a:ext>
                </a:extLst>
              </p:cNvPr>
              <p:cNvSpPr/>
              <p:nvPr/>
            </p:nvSpPr>
            <p:spPr>
              <a:xfrm>
                <a:off x="335686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4" name="pg286">
                <a:extLst>
                  <a:ext uri="{FF2B5EF4-FFF2-40B4-BE49-F238E27FC236}">
                    <a16:creationId xmlns:a16="http://schemas.microsoft.com/office/drawing/2014/main" id="{EDCE27B9-8EF3-F930-15AC-986D87B0FE21}"/>
                  </a:ext>
                </a:extLst>
              </p:cNvPr>
              <p:cNvSpPr/>
              <p:nvPr/>
            </p:nvSpPr>
            <p:spPr>
              <a:xfrm>
                <a:off x="343830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5" name="pg287">
                <a:extLst>
                  <a:ext uri="{FF2B5EF4-FFF2-40B4-BE49-F238E27FC236}">
                    <a16:creationId xmlns:a16="http://schemas.microsoft.com/office/drawing/2014/main" id="{0A982BEE-05C0-E693-9142-C43CF7D999C4}"/>
                  </a:ext>
                </a:extLst>
              </p:cNvPr>
              <p:cNvSpPr/>
              <p:nvPr/>
            </p:nvSpPr>
            <p:spPr>
              <a:xfrm>
                <a:off x="351973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6" name="pg288">
                <a:extLst>
                  <a:ext uri="{FF2B5EF4-FFF2-40B4-BE49-F238E27FC236}">
                    <a16:creationId xmlns:a16="http://schemas.microsoft.com/office/drawing/2014/main" id="{815A7572-8262-30C9-FC15-607AE14AC904}"/>
                  </a:ext>
                </a:extLst>
              </p:cNvPr>
              <p:cNvSpPr/>
              <p:nvPr/>
            </p:nvSpPr>
            <p:spPr>
              <a:xfrm>
                <a:off x="360117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7" name="pg289">
                <a:extLst>
                  <a:ext uri="{FF2B5EF4-FFF2-40B4-BE49-F238E27FC236}">
                    <a16:creationId xmlns:a16="http://schemas.microsoft.com/office/drawing/2014/main" id="{570D5D4E-C672-501B-EF86-BAF192165F28}"/>
                  </a:ext>
                </a:extLst>
              </p:cNvPr>
              <p:cNvSpPr/>
              <p:nvPr/>
            </p:nvSpPr>
            <p:spPr>
              <a:xfrm>
                <a:off x="368261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8" name="pg290">
                <a:extLst>
                  <a:ext uri="{FF2B5EF4-FFF2-40B4-BE49-F238E27FC236}">
                    <a16:creationId xmlns:a16="http://schemas.microsoft.com/office/drawing/2014/main" id="{6AF5CFA4-F19C-6836-5E03-A2470591D6FD}"/>
                  </a:ext>
                </a:extLst>
              </p:cNvPr>
              <p:cNvSpPr/>
              <p:nvPr/>
            </p:nvSpPr>
            <p:spPr>
              <a:xfrm>
                <a:off x="376405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9" name="pg291">
                <a:extLst>
                  <a:ext uri="{FF2B5EF4-FFF2-40B4-BE49-F238E27FC236}">
                    <a16:creationId xmlns:a16="http://schemas.microsoft.com/office/drawing/2014/main" id="{4C4D0243-3E17-7DEA-8AC2-D23656D74E29}"/>
                  </a:ext>
                </a:extLst>
              </p:cNvPr>
              <p:cNvSpPr/>
              <p:nvPr/>
            </p:nvSpPr>
            <p:spPr>
              <a:xfrm>
                <a:off x="384548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0" name="pg292">
                <a:extLst>
                  <a:ext uri="{FF2B5EF4-FFF2-40B4-BE49-F238E27FC236}">
                    <a16:creationId xmlns:a16="http://schemas.microsoft.com/office/drawing/2014/main" id="{958D0BF2-489E-6670-B6A4-41414CFAD45B}"/>
                  </a:ext>
                </a:extLst>
              </p:cNvPr>
              <p:cNvSpPr/>
              <p:nvPr/>
            </p:nvSpPr>
            <p:spPr>
              <a:xfrm>
                <a:off x="392692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1" name="pg293">
                <a:extLst>
                  <a:ext uri="{FF2B5EF4-FFF2-40B4-BE49-F238E27FC236}">
                    <a16:creationId xmlns:a16="http://schemas.microsoft.com/office/drawing/2014/main" id="{6462B454-1F49-3715-9242-1318EEE28AC4}"/>
                  </a:ext>
                </a:extLst>
              </p:cNvPr>
              <p:cNvSpPr/>
              <p:nvPr/>
            </p:nvSpPr>
            <p:spPr>
              <a:xfrm>
                <a:off x="400836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2" name="pg294">
                <a:extLst>
                  <a:ext uri="{FF2B5EF4-FFF2-40B4-BE49-F238E27FC236}">
                    <a16:creationId xmlns:a16="http://schemas.microsoft.com/office/drawing/2014/main" id="{07F259B7-1B6B-F1F2-77A6-39CEA10BA859}"/>
                  </a:ext>
                </a:extLst>
              </p:cNvPr>
              <p:cNvSpPr/>
              <p:nvPr/>
            </p:nvSpPr>
            <p:spPr>
              <a:xfrm>
                <a:off x="425267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3" name="pg295">
                <a:extLst>
                  <a:ext uri="{FF2B5EF4-FFF2-40B4-BE49-F238E27FC236}">
                    <a16:creationId xmlns:a16="http://schemas.microsoft.com/office/drawing/2014/main" id="{4C90A507-4395-A3BD-CCBD-DC38D20C154F}"/>
                  </a:ext>
                </a:extLst>
              </p:cNvPr>
              <p:cNvSpPr/>
              <p:nvPr/>
            </p:nvSpPr>
            <p:spPr>
              <a:xfrm>
                <a:off x="433411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4" name="pg296">
                <a:extLst>
                  <a:ext uri="{FF2B5EF4-FFF2-40B4-BE49-F238E27FC236}">
                    <a16:creationId xmlns:a16="http://schemas.microsoft.com/office/drawing/2014/main" id="{550932BD-AAEC-59A4-D88C-4515DF66109A}"/>
                  </a:ext>
                </a:extLst>
              </p:cNvPr>
              <p:cNvSpPr/>
              <p:nvPr/>
            </p:nvSpPr>
            <p:spPr>
              <a:xfrm>
                <a:off x="441554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5" name="pg297">
                <a:extLst>
                  <a:ext uri="{FF2B5EF4-FFF2-40B4-BE49-F238E27FC236}">
                    <a16:creationId xmlns:a16="http://schemas.microsoft.com/office/drawing/2014/main" id="{D4308D35-7CF0-FAF7-DBFE-3F18746975F8}"/>
                  </a:ext>
                </a:extLst>
              </p:cNvPr>
              <p:cNvSpPr/>
              <p:nvPr/>
            </p:nvSpPr>
            <p:spPr>
              <a:xfrm>
                <a:off x="449698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6" name="pg298">
                <a:extLst>
                  <a:ext uri="{FF2B5EF4-FFF2-40B4-BE49-F238E27FC236}">
                    <a16:creationId xmlns:a16="http://schemas.microsoft.com/office/drawing/2014/main" id="{5609CD81-A7F0-0EE1-BA87-FC27E6BA33F1}"/>
                  </a:ext>
                </a:extLst>
              </p:cNvPr>
              <p:cNvSpPr/>
              <p:nvPr/>
            </p:nvSpPr>
            <p:spPr>
              <a:xfrm>
                <a:off x="457842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7" name="pg299">
                <a:extLst>
                  <a:ext uri="{FF2B5EF4-FFF2-40B4-BE49-F238E27FC236}">
                    <a16:creationId xmlns:a16="http://schemas.microsoft.com/office/drawing/2014/main" id="{AAC1F171-A280-6E07-1980-EA85762DAF3D}"/>
                  </a:ext>
                </a:extLst>
              </p:cNvPr>
              <p:cNvSpPr/>
              <p:nvPr/>
            </p:nvSpPr>
            <p:spPr>
              <a:xfrm>
                <a:off x="465985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8" name="pg300">
                <a:extLst>
                  <a:ext uri="{FF2B5EF4-FFF2-40B4-BE49-F238E27FC236}">
                    <a16:creationId xmlns:a16="http://schemas.microsoft.com/office/drawing/2014/main" id="{9E19210C-D30D-55BD-3125-F9A094D429ED}"/>
                  </a:ext>
                </a:extLst>
              </p:cNvPr>
              <p:cNvSpPr/>
              <p:nvPr/>
            </p:nvSpPr>
            <p:spPr>
              <a:xfrm>
                <a:off x="270536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9" name="pg301">
                <a:extLst>
                  <a:ext uri="{FF2B5EF4-FFF2-40B4-BE49-F238E27FC236}">
                    <a16:creationId xmlns:a16="http://schemas.microsoft.com/office/drawing/2014/main" id="{1A907572-9770-5986-DBDE-F1A37DAC8CB8}"/>
                  </a:ext>
                </a:extLst>
              </p:cNvPr>
              <p:cNvSpPr/>
              <p:nvPr/>
            </p:nvSpPr>
            <p:spPr>
              <a:xfrm>
                <a:off x="278680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0" name="pg302">
                <a:extLst>
                  <a:ext uri="{FF2B5EF4-FFF2-40B4-BE49-F238E27FC236}">
                    <a16:creationId xmlns:a16="http://schemas.microsoft.com/office/drawing/2014/main" id="{8950E28B-CF53-B4F2-A898-C67FCB3E0E7F}"/>
                  </a:ext>
                </a:extLst>
              </p:cNvPr>
              <p:cNvSpPr/>
              <p:nvPr/>
            </p:nvSpPr>
            <p:spPr>
              <a:xfrm>
                <a:off x="286824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1" name="pg303">
                <a:extLst>
                  <a:ext uri="{FF2B5EF4-FFF2-40B4-BE49-F238E27FC236}">
                    <a16:creationId xmlns:a16="http://schemas.microsoft.com/office/drawing/2014/main" id="{A8622D5F-1B53-1303-D85A-7CBEBFB48AC0}"/>
                  </a:ext>
                </a:extLst>
              </p:cNvPr>
              <p:cNvSpPr/>
              <p:nvPr/>
            </p:nvSpPr>
            <p:spPr>
              <a:xfrm>
                <a:off x="294967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2" name="pg304">
                <a:extLst>
                  <a:ext uri="{FF2B5EF4-FFF2-40B4-BE49-F238E27FC236}">
                    <a16:creationId xmlns:a16="http://schemas.microsoft.com/office/drawing/2014/main" id="{8271162B-D7BA-F256-D29D-5F8609183BA4}"/>
                  </a:ext>
                </a:extLst>
              </p:cNvPr>
              <p:cNvSpPr/>
              <p:nvPr/>
            </p:nvSpPr>
            <p:spPr>
              <a:xfrm>
                <a:off x="303111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3" name="pg305">
                <a:extLst>
                  <a:ext uri="{FF2B5EF4-FFF2-40B4-BE49-F238E27FC236}">
                    <a16:creationId xmlns:a16="http://schemas.microsoft.com/office/drawing/2014/main" id="{0910870D-A054-2216-B9D9-7ADAAAF53F26}"/>
                  </a:ext>
                </a:extLst>
              </p:cNvPr>
              <p:cNvSpPr/>
              <p:nvPr/>
            </p:nvSpPr>
            <p:spPr>
              <a:xfrm>
                <a:off x="311255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4" name="pg306">
                <a:extLst>
                  <a:ext uri="{FF2B5EF4-FFF2-40B4-BE49-F238E27FC236}">
                    <a16:creationId xmlns:a16="http://schemas.microsoft.com/office/drawing/2014/main" id="{9C74EB74-21C7-8B21-F831-D76339D55771}"/>
                  </a:ext>
                </a:extLst>
              </p:cNvPr>
              <p:cNvSpPr/>
              <p:nvPr/>
            </p:nvSpPr>
            <p:spPr>
              <a:xfrm>
                <a:off x="319399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5" name="pg307">
                <a:extLst>
                  <a:ext uri="{FF2B5EF4-FFF2-40B4-BE49-F238E27FC236}">
                    <a16:creationId xmlns:a16="http://schemas.microsoft.com/office/drawing/2014/main" id="{007F97D4-015C-C75E-31C6-F533D3402098}"/>
                  </a:ext>
                </a:extLst>
              </p:cNvPr>
              <p:cNvSpPr/>
              <p:nvPr/>
            </p:nvSpPr>
            <p:spPr>
              <a:xfrm>
                <a:off x="327542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6" name="pg308">
                <a:extLst>
                  <a:ext uri="{FF2B5EF4-FFF2-40B4-BE49-F238E27FC236}">
                    <a16:creationId xmlns:a16="http://schemas.microsoft.com/office/drawing/2014/main" id="{3DD2B676-141E-00AC-9C85-324D76558C03}"/>
                  </a:ext>
                </a:extLst>
              </p:cNvPr>
              <p:cNvSpPr/>
              <p:nvPr/>
            </p:nvSpPr>
            <p:spPr>
              <a:xfrm>
                <a:off x="335686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7" name="pg309">
                <a:extLst>
                  <a:ext uri="{FF2B5EF4-FFF2-40B4-BE49-F238E27FC236}">
                    <a16:creationId xmlns:a16="http://schemas.microsoft.com/office/drawing/2014/main" id="{2C3EDE5B-11E8-1639-8A73-31A96BA84008}"/>
                  </a:ext>
                </a:extLst>
              </p:cNvPr>
              <p:cNvSpPr/>
              <p:nvPr/>
            </p:nvSpPr>
            <p:spPr>
              <a:xfrm>
                <a:off x="343830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8" name="pg310">
                <a:extLst>
                  <a:ext uri="{FF2B5EF4-FFF2-40B4-BE49-F238E27FC236}">
                    <a16:creationId xmlns:a16="http://schemas.microsoft.com/office/drawing/2014/main" id="{1947C3E7-26A2-A5EE-0279-095720C5CC23}"/>
                  </a:ext>
                </a:extLst>
              </p:cNvPr>
              <p:cNvSpPr/>
              <p:nvPr/>
            </p:nvSpPr>
            <p:spPr>
              <a:xfrm>
                <a:off x="351973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9" name="pg311">
                <a:extLst>
                  <a:ext uri="{FF2B5EF4-FFF2-40B4-BE49-F238E27FC236}">
                    <a16:creationId xmlns:a16="http://schemas.microsoft.com/office/drawing/2014/main" id="{1AD0F974-E516-43A2-6E30-EEE4A9DA9DD1}"/>
                  </a:ext>
                </a:extLst>
              </p:cNvPr>
              <p:cNvSpPr/>
              <p:nvPr/>
            </p:nvSpPr>
            <p:spPr>
              <a:xfrm>
                <a:off x="360117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0" name="pg312">
                <a:extLst>
                  <a:ext uri="{FF2B5EF4-FFF2-40B4-BE49-F238E27FC236}">
                    <a16:creationId xmlns:a16="http://schemas.microsoft.com/office/drawing/2014/main" id="{7A5732BB-D69D-73D5-C026-4F758FD987FC}"/>
                  </a:ext>
                </a:extLst>
              </p:cNvPr>
              <p:cNvSpPr/>
              <p:nvPr/>
            </p:nvSpPr>
            <p:spPr>
              <a:xfrm>
                <a:off x="368261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1" name="pg313">
                <a:extLst>
                  <a:ext uri="{FF2B5EF4-FFF2-40B4-BE49-F238E27FC236}">
                    <a16:creationId xmlns:a16="http://schemas.microsoft.com/office/drawing/2014/main" id="{951EF86F-6C0A-A8A5-6264-3B9189CD6529}"/>
                  </a:ext>
                </a:extLst>
              </p:cNvPr>
              <p:cNvSpPr/>
              <p:nvPr/>
            </p:nvSpPr>
            <p:spPr>
              <a:xfrm>
                <a:off x="376405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2" name="pg314">
                <a:extLst>
                  <a:ext uri="{FF2B5EF4-FFF2-40B4-BE49-F238E27FC236}">
                    <a16:creationId xmlns:a16="http://schemas.microsoft.com/office/drawing/2014/main" id="{715F3793-558A-5157-4C9D-813B8C30F0FB}"/>
                  </a:ext>
                </a:extLst>
              </p:cNvPr>
              <p:cNvSpPr/>
              <p:nvPr/>
            </p:nvSpPr>
            <p:spPr>
              <a:xfrm>
                <a:off x="384548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3" name="pg315">
                <a:extLst>
                  <a:ext uri="{FF2B5EF4-FFF2-40B4-BE49-F238E27FC236}">
                    <a16:creationId xmlns:a16="http://schemas.microsoft.com/office/drawing/2014/main" id="{08DAAC23-C4B9-A2E1-4BB8-ED6271D3C108}"/>
                  </a:ext>
                </a:extLst>
              </p:cNvPr>
              <p:cNvSpPr/>
              <p:nvPr/>
            </p:nvSpPr>
            <p:spPr>
              <a:xfrm>
                <a:off x="392692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4" name="pg316">
                <a:extLst>
                  <a:ext uri="{FF2B5EF4-FFF2-40B4-BE49-F238E27FC236}">
                    <a16:creationId xmlns:a16="http://schemas.microsoft.com/office/drawing/2014/main" id="{61CCAA32-3D48-5D92-CA65-62A2595663CA}"/>
                  </a:ext>
                </a:extLst>
              </p:cNvPr>
              <p:cNvSpPr/>
              <p:nvPr/>
            </p:nvSpPr>
            <p:spPr>
              <a:xfrm>
                <a:off x="400836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5" name="pg317">
                <a:extLst>
                  <a:ext uri="{FF2B5EF4-FFF2-40B4-BE49-F238E27FC236}">
                    <a16:creationId xmlns:a16="http://schemas.microsoft.com/office/drawing/2014/main" id="{79E408A4-D0B8-0AC3-A012-527DEA091F11}"/>
                  </a:ext>
                </a:extLst>
              </p:cNvPr>
              <p:cNvSpPr/>
              <p:nvPr/>
            </p:nvSpPr>
            <p:spPr>
              <a:xfrm>
                <a:off x="408979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6" name="pg318">
                <a:extLst>
                  <a:ext uri="{FF2B5EF4-FFF2-40B4-BE49-F238E27FC236}">
                    <a16:creationId xmlns:a16="http://schemas.microsoft.com/office/drawing/2014/main" id="{613E8AE7-1B43-CB4A-9ED5-77904A4B8DF9}"/>
                  </a:ext>
                </a:extLst>
              </p:cNvPr>
              <p:cNvSpPr/>
              <p:nvPr/>
            </p:nvSpPr>
            <p:spPr>
              <a:xfrm>
                <a:off x="433411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7" name="pg319">
                <a:extLst>
                  <a:ext uri="{FF2B5EF4-FFF2-40B4-BE49-F238E27FC236}">
                    <a16:creationId xmlns:a16="http://schemas.microsoft.com/office/drawing/2014/main" id="{4660AC49-05EB-2FB2-5D80-FCC25906BF32}"/>
                  </a:ext>
                </a:extLst>
              </p:cNvPr>
              <p:cNvSpPr/>
              <p:nvPr/>
            </p:nvSpPr>
            <p:spPr>
              <a:xfrm>
                <a:off x="441554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8" name="pg320">
                <a:extLst>
                  <a:ext uri="{FF2B5EF4-FFF2-40B4-BE49-F238E27FC236}">
                    <a16:creationId xmlns:a16="http://schemas.microsoft.com/office/drawing/2014/main" id="{AB8C3D48-3C4B-B200-E235-D5FB5DBA20E1}"/>
                  </a:ext>
                </a:extLst>
              </p:cNvPr>
              <p:cNvSpPr/>
              <p:nvPr/>
            </p:nvSpPr>
            <p:spPr>
              <a:xfrm>
                <a:off x="449698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9" name="pg321">
                <a:extLst>
                  <a:ext uri="{FF2B5EF4-FFF2-40B4-BE49-F238E27FC236}">
                    <a16:creationId xmlns:a16="http://schemas.microsoft.com/office/drawing/2014/main" id="{4385FE18-7D5C-5368-C2F1-62942673E11C}"/>
                  </a:ext>
                </a:extLst>
              </p:cNvPr>
              <p:cNvSpPr/>
              <p:nvPr/>
            </p:nvSpPr>
            <p:spPr>
              <a:xfrm>
                <a:off x="457842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0" name="pg322">
                <a:extLst>
                  <a:ext uri="{FF2B5EF4-FFF2-40B4-BE49-F238E27FC236}">
                    <a16:creationId xmlns:a16="http://schemas.microsoft.com/office/drawing/2014/main" id="{198A468B-3108-CAFE-10B6-087047584A93}"/>
                  </a:ext>
                </a:extLst>
              </p:cNvPr>
              <p:cNvSpPr/>
              <p:nvPr/>
            </p:nvSpPr>
            <p:spPr>
              <a:xfrm>
                <a:off x="465985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1" name="pg323">
                <a:extLst>
                  <a:ext uri="{FF2B5EF4-FFF2-40B4-BE49-F238E27FC236}">
                    <a16:creationId xmlns:a16="http://schemas.microsoft.com/office/drawing/2014/main" id="{2CD4A21C-7D34-51E2-B1F6-40A0C7596EB5}"/>
                  </a:ext>
                </a:extLst>
              </p:cNvPr>
              <p:cNvSpPr/>
              <p:nvPr/>
            </p:nvSpPr>
            <p:spPr>
              <a:xfrm>
                <a:off x="270536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2" name="pg324">
                <a:extLst>
                  <a:ext uri="{FF2B5EF4-FFF2-40B4-BE49-F238E27FC236}">
                    <a16:creationId xmlns:a16="http://schemas.microsoft.com/office/drawing/2014/main" id="{AF56BD31-B93B-9799-7CC6-03283930675D}"/>
                  </a:ext>
                </a:extLst>
              </p:cNvPr>
              <p:cNvSpPr/>
              <p:nvPr/>
            </p:nvSpPr>
            <p:spPr>
              <a:xfrm>
                <a:off x="278680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3" name="pg325">
                <a:extLst>
                  <a:ext uri="{FF2B5EF4-FFF2-40B4-BE49-F238E27FC236}">
                    <a16:creationId xmlns:a16="http://schemas.microsoft.com/office/drawing/2014/main" id="{BCB09257-22B7-24E5-9E17-98B4C93A96C6}"/>
                  </a:ext>
                </a:extLst>
              </p:cNvPr>
              <p:cNvSpPr/>
              <p:nvPr/>
            </p:nvSpPr>
            <p:spPr>
              <a:xfrm>
                <a:off x="286824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4" name="pg326">
                <a:extLst>
                  <a:ext uri="{FF2B5EF4-FFF2-40B4-BE49-F238E27FC236}">
                    <a16:creationId xmlns:a16="http://schemas.microsoft.com/office/drawing/2014/main" id="{9B9D2D74-2BF4-7476-C285-A2E0CBFA363D}"/>
                  </a:ext>
                </a:extLst>
              </p:cNvPr>
              <p:cNvSpPr/>
              <p:nvPr/>
            </p:nvSpPr>
            <p:spPr>
              <a:xfrm>
                <a:off x="294967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5" name="pg327">
                <a:extLst>
                  <a:ext uri="{FF2B5EF4-FFF2-40B4-BE49-F238E27FC236}">
                    <a16:creationId xmlns:a16="http://schemas.microsoft.com/office/drawing/2014/main" id="{6975810A-BAF6-E416-24A3-F51F6C344156}"/>
                  </a:ext>
                </a:extLst>
              </p:cNvPr>
              <p:cNvSpPr/>
              <p:nvPr/>
            </p:nvSpPr>
            <p:spPr>
              <a:xfrm>
                <a:off x="303111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6" name="pg328">
                <a:extLst>
                  <a:ext uri="{FF2B5EF4-FFF2-40B4-BE49-F238E27FC236}">
                    <a16:creationId xmlns:a16="http://schemas.microsoft.com/office/drawing/2014/main" id="{92D82794-5319-AF6D-E221-870D07838FE3}"/>
                  </a:ext>
                </a:extLst>
              </p:cNvPr>
              <p:cNvSpPr/>
              <p:nvPr/>
            </p:nvSpPr>
            <p:spPr>
              <a:xfrm>
                <a:off x="311255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7" name="pg329">
                <a:extLst>
                  <a:ext uri="{FF2B5EF4-FFF2-40B4-BE49-F238E27FC236}">
                    <a16:creationId xmlns:a16="http://schemas.microsoft.com/office/drawing/2014/main" id="{E9CF55AC-4EC2-1B70-45A7-F637D7B90448}"/>
                  </a:ext>
                </a:extLst>
              </p:cNvPr>
              <p:cNvSpPr/>
              <p:nvPr/>
            </p:nvSpPr>
            <p:spPr>
              <a:xfrm>
                <a:off x="319399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8" name="pg330">
                <a:extLst>
                  <a:ext uri="{FF2B5EF4-FFF2-40B4-BE49-F238E27FC236}">
                    <a16:creationId xmlns:a16="http://schemas.microsoft.com/office/drawing/2014/main" id="{683968A4-9BDF-B178-6763-A3E32F296D58}"/>
                  </a:ext>
                </a:extLst>
              </p:cNvPr>
              <p:cNvSpPr/>
              <p:nvPr/>
            </p:nvSpPr>
            <p:spPr>
              <a:xfrm>
                <a:off x="327542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9" name="pg331">
                <a:extLst>
                  <a:ext uri="{FF2B5EF4-FFF2-40B4-BE49-F238E27FC236}">
                    <a16:creationId xmlns:a16="http://schemas.microsoft.com/office/drawing/2014/main" id="{5A4A8E1F-73D9-AA7A-C33C-2B0D388AA6E0}"/>
                  </a:ext>
                </a:extLst>
              </p:cNvPr>
              <p:cNvSpPr/>
              <p:nvPr/>
            </p:nvSpPr>
            <p:spPr>
              <a:xfrm>
                <a:off x="335686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0" name="pg332">
                <a:extLst>
                  <a:ext uri="{FF2B5EF4-FFF2-40B4-BE49-F238E27FC236}">
                    <a16:creationId xmlns:a16="http://schemas.microsoft.com/office/drawing/2014/main" id="{1CF615A1-51F0-982F-3430-FDB565225321}"/>
                  </a:ext>
                </a:extLst>
              </p:cNvPr>
              <p:cNvSpPr/>
              <p:nvPr/>
            </p:nvSpPr>
            <p:spPr>
              <a:xfrm>
                <a:off x="343830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1" name="pg333">
                <a:extLst>
                  <a:ext uri="{FF2B5EF4-FFF2-40B4-BE49-F238E27FC236}">
                    <a16:creationId xmlns:a16="http://schemas.microsoft.com/office/drawing/2014/main" id="{A4D2B189-4DFF-39CF-39A1-70E2392CC38B}"/>
                  </a:ext>
                </a:extLst>
              </p:cNvPr>
              <p:cNvSpPr/>
              <p:nvPr/>
            </p:nvSpPr>
            <p:spPr>
              <a:xfrm>
                <a:off x="351973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2" name="pg334">
                <a:extLst>
                  <a:ext uri="{FF2B5EF4-FFF2-40B4-BE49-F238E27FC236}">
                    <a16:creationId xmlns:a16="http://schemas.microsoft.com/office/drawing/2014/main" id="{D00F769B-1749-CB83-2AAA-38C9C477BAE2}"/>
                  </a:ext>
                </a:extLst>
              </p:cNvPr>
              <p:cNvSpPr/>
              <p:nvPr/>
            </p:nvSpPr>
            <p:spPr>
              <a:xfrm>
                <a:off x="360117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3" name="pg335">
                <a:extLst>
                  <a:ext uri="{FF2B5EF4-FFF2-40B4-BE49-F238E27FC236}">
                    <a16:creationId xmlns:a16="http://schemas.microsoft.com/office/drawing/2014/main" id="{9B208652-5733-6C9A-1D20-669492CBEEBB}"/>
                  </a:ext>
                </a:extLst>
              </p:cNvPr>
              <p:cNvSpPr/>
              <p:nvPr/>
            </p:nvSpPr>
            <p:spPr>
              <a:xfrm>
                <a:off x="368261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4" name="pg336">
                <a:extLst>
                  <a:ext uri="{FF2B5EF4-FFF2-40B4-BE49-F238E27FC236}">
                    <a16:creationId xmlns:a16="http://schemas.microsoft.com/office/drawing/2014/main" id="{11A01998-B602-5F0C-EB54-E3002357688F}"/>
                  </a:ext>
                </a:extLst>
              </p:cNvPr>
              <p:cNvSpPr/>
              <p:nvPr/>
            </p:nvSpPr>
            <p:spPr>
              <a:xfrm>
                <a:off x="376405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5" name="pg337">
                <a:extLst>
                  <a:ext uri="{FF2B5EF4-FFF2-40B4-BE49-F238E27FC236}">
                    <a16:creationId xmlns:a16="http://schemas.microsoft.com/office/drawing/2014/main" id="{E59B8D5E-5F52-F3A3-C8FB-2EBA0E7FA277}"/>
                  </a:ext>
                </a:extLst>
              </p:cNvPr>
              <p:cNvSpPr/>
              <p:nvPr/>
            </p:nvSpPr>
            <p:spPr>
              <a:xfrm>
                <a:off x="384548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6" name="pg338">
                <a:extLst>
                  <a:ext uri="{FF2B5EF4-FFF2-40B4-BE49-F238E27FC236}">
                    <a16:creationId xmlns:a16="http://schemas.microsoft.com/office/drawing/2014/main" id="{046A722E-542E-8BF7-6DAE-7BCA66BD8C79}"/>
                  </a:ext>
                </a:extLst>
              </p:cNvPr>
              <p:cNvSpPr/>
              <p:nvPr/>
            </p:nvSpPr>
            <p:spPr>
              <a:xfrm>
                <a:off x="392692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7" name="pg339">
                <a:extLst>
                  <a:ext uri="{FF2B5EF4-FFF2-40B4-BE49-F238E27FC236}">
                    <a16:creationId xmlns:a16="http://schemas.microsoft.com/office/drawing/2014/main" id="{8D2FD5E6-F617-0B86-3923-8FC1099B80C2}"/>
                  </a:ext>
                </a:extLst>
              </p:cNvPr>
              <p:cNvSpPr/>
              <p:nvPr/>
            </p:nvSpPr>
            <p:spPr>
              <a:xfrm>
                <a:off x="400836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8" name="pg340">
                <a:extLst>
                  <a:ext uri="{FF2B5EF4-FFF2-40B4-BE49-F238E27FC236}">
                    <a16:creationId xmlns:a16="http://schemas.microsoft.com/office/drawing/2014/main" id="{31D067F1-77E8-1912-863B-067C2E9482BE}"/>
                  </a:ext>
                </a:extLst>
              </p:cNvPr>
              <p:cNvSpPr/>
              <p:nvPr/>
            </p:nvSpPr>
            <p:spPr>
              <a:xfrm>
                <a:off x="408979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9" name="pg341">
                <a:extLst>
                  <a:ext uri="{FF2B5EF4-FFF2-40B4-BE49-F238E27FC236}">
                    <a16:creationId xmlns:a16="http://schemas.microsoft.com/office/drawing/2014/main" id="{F8579072-FEDE-0195-DD1A-D17012C107EA}"/>
                  </a:ext>
                </a:extLst>
              </p:cNvPr>
              <p:cNvSpPr/>
              <p:nvPr/>
            </p:nvSpPr>
            <p:spPr>
              <a:xfrm>
                <a:off x="425267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0" name="pg342">
                <a:extLst>
                  <a:ext uri="{FF2B5EF4-FFF2-40B4-BE49-F238E27FC236}">
                    <a16:creationId xmlns:a16="http://schemas.microsoft.com/office/drawing/2014/main" id="{D102F25F-3E5D-D1E8-1F27-693349A6F350}"/>
                  </a:ext>
                </a:extLst>
              </p:cNvPr>
              <p:cNvSpPr/>
              <p:nvPr/>
            </p:nvSpPr>
            <p:spPr>
              <a:xfrm>
                <a:off x="433411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1" name="pg343">
                <a:extLst>
                  <a:ext uri="{FF2B5EF4-FFF2-40B4-BE49-F238E27FC236}">
                    <a16:creationId xmlns:a16="http://schemas.microsoft.com/office/drawing/2014/main" id="{77222211-8CA3-502B-6D84-6542072CC0CB}"/>
                  </a:ext>
                </a:extLst>
              </p:cNvPr>
              <p:cNvSpPr/>
              <p:nvPr/>
            </p:nvSpPr>
            <p:spPr>
              <a:xfrm>
                <a:off x="441554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2" name="pg344">
                <a:extLst>
                  <a:ext uri="{FF2B5EF4-FFF2-40B4-BE49-F238E27FC236}">
                    <a16:creationId xmlns:a16="http://schemas.microsoft.com/office/drawing/2014/main" id="{BF54612D-97E8-5E59-9C19-23FD29BEAECB}"/>
                  </a:ext>
                </a:extLst>
              </p:cNvPr>
              <p:cNvSpPr/>
              <p:nvPr/>
            </p:nvSpPr>
            <p:spPr>
              <a:xfrm>
                <a:off x="449698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3" name="pg345">
                <a:extLst>
                  <a:ext uri="{FF2B5EF4-FFF2-40B4-BE49-F238E27FC236}">
                    <a16:creationId xmlns:a16="http://schemas.microsoft.com/office/drawing/2014/main" id="{13AC78EF-8019-DB31-9146-069EAAD2AEC6}"/>
                  </a:ext>
                </a:extLst>
              </p:cNvPr>
              <p:cNvSpPr/>
              <p:nvPr/>
            </p:nvSpPr>
            <p:spPr>
              <a:xfrm>
                <a:off x="457842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4" name="pg346">
                <a:extLst>
                  <a:ext uri="{FF2B5EF4-FFF2-40B4-BE49-F238E27FC236}">
                    <a16:creationId xmlns:a16="http://schemas.microsoft.com/office/drawing/2014/main" id="{0904959C-6A77-5229-00F0-44B629DE8C23}"/>
                  </a:ext>
                </a:extLst>
              </p:cNvPr>
              <p:cNvSpPr/>
              <p:nvPr/>
            </p:nvSpPr>
            <p:spPr>
              <a:xfrm>
                <a:off x="465985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5" name="pg347">
                <a:extLst>
                  <a:ext uri="{FF2B5EF4-FFF2-40B4-BE49-F238E27FC236}">
                    <a16:creationId xmlns:a16="http://schemas.microsoft.com/office/drawing/2014/main" id="{751AD471-BE8F-6645-23AD-60336463A638}"/>
                  </a:ext>
                </a:extLst>
              </p:cNvPr>
              <p:cNvSpPr/>
              <p:nvPr/>
            </p:nvSpPr>
            <p:spPr>
              <a:xfrm>
                <a:off x="278680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6" name="pg348">
                <a:extLst>
                  <a:ext uri="{FF2B5EF4-FFF2-40B4-BE49-F238E27FC236}">
                    <a16:creationId xmlns:a16="http://schemas.microsoft.com/office/drawing/2014/main" id="{11C1CFFD-5092-2652-64F1-282EBE1BEEB2}"/>
                  </a:ext>
                </a:extLst>
              </p:cNvPr>
              <p:cNvSpPr/>
              <p:nvPr/>
            </p:nvSpPr>
            <p:spPr>
              <a:xfrm>
                <a:off x="286824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7" name="pg349">
                <a:extLst>
                  <a:ext uri="{FF2B5EF4-FFF2-40B4-BE49-F238E27FC236}">
                    <a16:creationId xmlns:a16="http://schemas.microsoft.com/office/drawing/2014/main" id="{E068C258-96FD-3B5A-362A-337BF7F5DFF7}"/>
                  </a:ext>
                </a:extLst>
              </p:cNvPr>
              <p:cNvSpPr/>
              <p:nvPr/>
            </p:nvSpPr>
            <p:spPr>
              <a:xfrm>
                <a:off x="294967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8" name="pg350">
                <a:extLst>
                  <a:ext uri="{FF2B5EF4-FFF2-40B4-BE49-F238E27FC236}">
                    <a16:creationId xmlns:a16="http://schemas.microsoft.com/office/drawing/2014/main" id="{8050740E-513C-8B26-BFAC-228948CE325C}"/>
                  </a:ext>
                </a:extLst>
              </p:cNvPr>
              <p:cNvSpPr/>
              <p:nvPr/>
            </p:nvSpPr>
            <p:spPr>
              <a:xfrm>
                <a:off x="303111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9" name="pg351">
                <a:extLst>
                  <a:ext uri="{FF2B5EF4-FFF2-40B4-BE49-F238E27FC236}">
                    <a16:creationId xmlns:a16="http://schemas.microsoft.com/office/drawing/2014/main" id="{73498E22-9216-C79A-7C64-27BE05FF017D}"/>
                  </a:ext>
                </a:extLst>
              </p:cNvPr>
              <p:cNvSpPr/>
              <p:nvPr/>
            </p:nvSpPr>
            <p:spPr>
              <a:xfrm>
                <a:off x="311255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0" name="pg352">
                <a:extLst>
                  <a:ext uri="{FF2B5EF4-FFF2-40B4-BE49-F238E27FC236}">
                    <a16:creationId xmlns:a16="http://schemas.microsoft.com/office/drawing/2014/main" id="{B9685423-7EF5-DA57-F009-CCE4486254C2}"/>
                  </a:ext>
                </a:extLst>
              </p:cNvPr>
              <p:cNvSpPr/>
              <p:nvPr/>
            </p:nvSpPr>
            <p:spPr>
              <a:xfrm>
                <a:off x="319399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1" name="pg353">
                <a:extLst>
                  <a:ext uri="{FF2B5EF4-FFF2-40B4-BE49-F238E27FC236}">
                    <a16:creationId xmlns:a16="http://schemas.microsoft.com/office/drawing/2014/main" id="{DD0A9436-D33A-EEA2-ED07-CEDA18E249D9}"/>
                  </a:ext>
                </a:extLst>
              </p:cNvPr>
              <p:cNvSpPr/>
              <p:nvPr/>
            </p:nvSpPr>
            <p:spPr>
              <a:xfrm>
                <a:off x="327542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2" name="pg354">
                <a:extLst>
                  <a:ext uri="{FF2B5EF4-FFF2-40B4-BE49-F238E27FC236}">
                    <a16:creationId xmlns:a16="http://schemas.microsoft.com/office/drawing/2014/main" id="{EE337EA3-2A59-A4C5-B002-32153075FFB5}"/>
                  </a:ext>
                </a:extLst>
              </p:cNvPr>
              <p:cNvSpPr/>
              <p:nvPr/>
            </p:nvSpPr>
            <p:spPr>
              <a:xfrm>
                <a:off x="335686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3" name="pg355">
                <a:extLst>
                  <a:ext uri="{FF2B5EF4-FFF2-40B4-BE49-F238E27FC236}">
                    <a16:creationId xmlns:a16="http://schemas.microsoft.com/office/drawing/2014/main" id="{DEB1C394-8C26-C7AF-8154-CCDC451C00AD}"/>
                  </a:ext>
                </a:extLst>
              </p:cNvPr>
              <p:cNvSpPr/>
              <p:nvPr/>
            </p:nvSpPr>
            <p:spPr>
              <a:xfrm>
                <a:off x="343830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4" name="pg356">
                <a:extLst>
                  <a:ext uri="{FF2B5EF4-FFF2-40B4-BE49-F238E27FC236}">
                    <a16:creationId xmlns:a16="http://schemas.microsoft.com/office/drawing/2014/main" id="{88C18B1B-7AC5-9CAE-1486-131BEB4B6C4A}"/>
                  </a:ext>
                </a:extLst>
              </p:cNvPr>
              <p:cNvSpPr/>
              <p:nvPr/>
            </p:nvSpPr>
            <p:spPr>
              <a:xfrm>
                <a:off x="351973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5" name="pg357">
                <a:extLst>
                  <a:ext uri="{FF2B5EF4-FFF2-40B4-BE49-F238E27FC236}">
                    <a16:creationId xmlns:a16="http://schemas.microsoft.com/office/drawing/2014/main" id="{7FCCDECF-1A7F-0C0B-4DBA-2718FC63ED1F}"/>
                  </a:ext>
                </a:extLst>
              </p:cNvPr>
              <p:cNvSpPr/>
              <p:nvPr/>
            </p:nvSpPr>
            <p:spPr>
              <a:xfrm>
                <a:off x="360117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6" name="pg358">
                <a:extLst>
                  <a:ext uri="{FF2B5EF4-FFF2-40B4-BE49-F238E27FC236}">
                    <a16:creationId xmlns:a16="http://schemas.microsoft.com/office/drawing/2014/main" id="{63BB92E7-2FBF-6B5F-53AF-842E16A78091}"/>
                  </a:ext>
                </a:extLst>
              </p:cNvPr>
              <p:cNvSpPr/>
              <p:nvPr/>
            </p:nvSpPr>
            <p:spPr>
              <a:xfrm>
                <a:off x="368261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7" name="pg359">
                <a:extLst>
                  <a:ext uri="{FF2B5EF4-FFF2-40B4-BE49-F238E27FC236}">
                    <a16:creationId xmlns:a16="http://schemas.microsoft.com/office/drawing/2014/main" id="{D18BEB24-31B3-DAF6-F9CD-3993E97423BE}"/>
                  </a:ext>
                </a:extLst>
              </p:cNvPr>
              <p:cNvSpPr/>
              <p:nvPr/>
            </p:nvSpPr>
            <p:spPr>
              <a:xfrm>
                <a:off x="376405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8" name="pg360">
                <a:extLst>
                  <a:ext uri="{FF2B5EF4-FFF2-40B4-BE49-F238E27FC236}">
                    <a16:creationId xmlns:a16="http://schemas.microsoft.com/office/drawing/2014/main" id="{0371DE5A-E397-639E-FCB1-ADAAAA08B28C}"/>
                  </a:ext>
                </a:extLst>
              </p:cNvPr>
              <p:cNvSpPr/>
              <p:nvPr/>
            </p:nvSpPr>
            <p:spPr>
              <a:xfrm>
                <a:off x="384548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9" name="pg361">
                <a:extLst>
                  <a:ext uri="{FF2B5EF4-FFF2-40B4-BE49-F238E27FC236}">
                    <a16:creationId xmlns:a16="http://schemas.microsoft.com/office/drawing/2014/main" id="{A13B982F-858B-746D-E6ED-721DD81C4F3D}"/>
                  </a:ext>
                </a:extLst>
              </p:cNvPr>
              <p:cNvSpPr/>
              <p:nvPr/>
            </p:nvSpPr>
            <p:spPr>
              <a:xfrm>
                <a:off x="392692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0" name="pg362">
                <a:extLst>
                  <a:ext uri="{FF2B5EF4-FFF2-40B4-BE49-F238E27FC236}">
                    <a16:creationId xmlns:a16="http://schemas.microsoft.com/office/drawing/2014/main" id="{10998E0C-6197-8BC9-A20F-6BD3AB5307C4}"/>
                  </a:ext>
                </a:extLst>
              </p:cNvPr>
              <p:cNvSpPr/>
              <p:nvPr/>
            </p:nvSpPr>
            <p:spPr>
              <a:xfrm>
                <a:off x="400836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1" name="pg363">
                <a:extLst>
                  <a:ext uri="{FF2B5EF4-FFF2-40B4-BE49-F238E27FC236}">
                    <a16:creationId xmlns:a16="http://schemas.microsoft.com/office/drawing/2014/main" id="{A355145E-74D4-DEE9-7E01-C79FA10C3685}"/>
                  </a:ext>
                </a:extLst>
              </p:cNvPr>
              <p:cNvSpPr/>
              <p:nvPr/>
            </p:nvSpPr>
            <p:spPr>
              <a:xfrm>
                <a:off x="408979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2" name="pg364">
                <a:extLst>
                  <a:ext uri="{FF2B5EF4-FFF2-40B4-BE49-F238E27FC236}">
                    <a16:creationId xmlns:a16="http://schemas.microsoft.com/office/drawing/2014/main" id="{138DC506-2EF7-B831-3CE2-3E3C297C0A85}"/>
                  </a:ext>
                </a:extLst>
              </p:cNvPr>
              <p:cNvSpPr/>
              <p:nvPr/>
            </p:nvSpPr>
            <p:spPr>
              <a:xfrm>
                <a:off x="417123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3" name="pg365">
                <a:extLst>
                  <a:ext uri="{FF2B5EF4-FFF2-40B4-BE49-F238E27FC236}">
                    <a16:creationId xmlns:a16="http://schemas.microsoft.com/office/drawing/2014/main" id="{4E365CCD-6618-836C-27C2-F341510539B6}"/>
                  </a:ext>
                </a:extLst>
              </p:cNvPr>
              <p:cNvSpPr/>
              <p:nvPr/>
            </p:nvSpPr>
            <p:spPr>
              <a:xfrm>
                <a:off x="425267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4" name="pg366">
                <a:extLst>
                  <a:ext uri="{FF2B5EF4-FFF2-40B4-BE49-F238E27FC236}">
                    <a16:creationId xmlns:a16="http://schemas.microsoft.com/office/drawing/2014/main" id="{9421CF05-C736-3DA9-0CB9-58451DE03C59}"/>
                  </a:ext>
                </a:extLst>
              </p:cNvPr>
              <p:cNvSpPr/>
              <p:nvPr/>
            </p:nvSpPr>
            <p:spPr>
              <a:xfrm>
                <a:off x="433411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5" name="pg367">
                <a:extLst>
                  <a:ext uri="{FF2B5EF4-FFF2-40B4-BE49-F238E27FC236}">
                    <a16:creationId xmlns:a16="http://schemas.microsoft.com/office/drawing/2014/main" id="{F24EC50D-A1A4-B873-61D3-FFF24888E006}"/>
                  </a:ext>
                </a:extLst>
              </p:cNvPr>
              <p:cNvSpPr/>
              <p:nvPr/>
            </p:nvSpPr>
            <p:spPr>
              <a:xfrm>
                <a:off x="441554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6" name="pg368">
                <a:extLst>
                  <a:ext uri="{FF2B5EF4-FFF2-40B4-BE49-F238E27FC236}">
                    <a16:creationId xmlns:a16="http://schemas.microsoft.com/office/drawing/2014/main" id="{514C5A0F-A4E3-FC9E-9F1A-798C4D85E970}"/>
                  </a:ext>
                </a:extLst>
              </p:cNvPr>
              <p:cNvSpPr/>
              <p:nvPr/>
            </p:nvSpPr>
            <p:spPr>
              <a:xfrm>
                <a:off x="449698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7" name="pg369">
                <a:extLst>
                  <a:ext uri="{FF2B5EF4-FFF2-40B4-BE49-F238E27FC236}">
                    <a16:creationId xmlns:a16="http://schemas.microsoft.com/office/drawing/2014/main" id="{7A94B263-5A05-BB1A-327F-65180A80A020}"/>
                  </a:ext>
                </a:extLst>
              </p:cNvPr>
              <p:cNvSpPr/>
              <p:nvPr/>
            </p:nvSpPr>
            <p:spPr>
              <a:xfrm>
                <a:off x="457842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8" name="pg370">
                <a:extLst>
                  <a:ext uri="{FF2B5EF4-FFF2-40B4-BE49-F238E27FC236}">
                    <a16:creationId xmlns:a16="http://schemas.microsoft.com/office/drawing/2014/main" id="{D9D9E24D-F90E-2FCA-172F-EC808F43A2AA}"/>
                  </a:ext>
                </a:extLst>
              </p:cNvPr>
              <p:cNvSpPr/>
              <p:nvPr/>
            </p:nvSpPr>
            <p:spPr>
              <a:xfrm>
                <a:off x="465985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9" name="pg371">
                <a:extLst>
                  <a:ext uri="{FF2B5EF4-FFF2-40B4-BE49-F238E27FC236}">
                    <a16:creationId xmlns:a16="http://schemas.microsoft.com/office/drawing/2014/main" id="{EDCA795F-8A73-20F3-EB31-0BF55A99E816}"/>
                  </a:ext>
                </a:extLst>
              </p:cNvPr>
              <p:cNvSpPr/>
              <p:nvPr/>
            </p:nvSpPr>
            <p:spPr>
              <a:xfrm>
                <a:off x="286824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0" name="pg372">
                <a:extLst>
                  <a:ext uri="{FF2B5EF4-FFF2-40B4-BE49-F238E27FC236}">
                    <a16:creationId xmlns:a16="http://schemas.microsoft.com/office/drawing/2014/main" id="{AC1B41DF-ABC9-F44F-46D1-28A88CC2B488}"/>
                  </a:ext>
                </a:extLst>
              </p:cNvPr>
              <p:cNvSpPr/>
              <p:nvPr/>
            </p:nvSpPr>
            <p:spPr>
              <a:xfrm>
                <a:off x="294967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1" name="pg373">
                <a:extLst>
                  <a:ext uri="{FF2B5EF4-FFF2-40B4-BE49-F238E27FC236}">
                    <a16:creationId xmlns:a16="http://schemas.microsoft.com/office/drawing/2014/main" id="{BAC1714A-ED91-78B6-383B-7C22738C7C48}"/>
                  </a:ext>
                </a:extLst>
              </p:cNvPr>
              <p:cNvSpPr/>
              <p:nvPr/>
            </p:nvSpPr>
            <p:spPr>
              <a:xfrm>
                <a:off x="303111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2" name="pg374">
                <a:extLst>
                  <a:ext uri="{FF2B5EF4-FFF2-40B4-BE49-F238E27FC236}">
                    <a16:creationId xmlns:a16="http://schemas.microsoft.com/office/drawing/2014/main" id="{8519D9DA-3477-1E77-3486-18CF14C6D47F}"/>
                  </a:ext>
                </a:extLst>
              </p:cNvPr>
              <p:cNvSpPr/>
              <p:nvPr/>
            </p:nvSpPr>
            <p:spPr>
              <a:xfrm>
                <a:off x="311255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3" name="pg375">
                <a:extLst>
                  <a:ext uri="{FF2B5EF4-FFF2-40B4-BE49-F238E27FC236}">
                    <a16:creationId xmlns:a16="http://schemas.microsoft.com/office/drawing/2014/main" id="{ABB7E175-14B4-99A2-87A3-CD893E0C6B1A}"/>
                  </a:ext>
                </a:extLst>
              </p:cNvPr>
              <p:cNvSpPr/>
              <p:nvPr/>
            </p:nvSpPr>
            <p:spPr>
              <a:xfrm>
                <a:off x="319399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4" name="pg376">
                <a:extLst>
                  <a:ext uri="{FF2B5EF4-FFF2-40B4-BE49-F238E27FC236}">
                    <a16:creationId xmlns:a16="http://schemas.microsoft.com/office/drawing/2014/main" id="{1962F4CF-9C58-A1E3-B62D-082372064D09}"/>
                  </a:ext>
                </a:extLst>
              </p:cNvPr>
              <p:cNvSpPr/>
              <p:nvPr/>
            </p:nvSpPr>
            <p:spPr>
              <a:xfrm>
                <a:off x="327542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5" name="pg377">
                <a:extLst>
                  <a:ext uri="{FF2B5EF4-FFF2-40B4-BE49-F238E27FC236}">
                    <a16:creationId xmlns:a16="http://schemas.microsoft.com/office/drawing/2014/main" id="{BA94FE35-5FEE-5761-C5E8-C171DADB3560}"/>
                  </a:ext>
                </a:extLst>
              </p:cNvPr>
              <p:cNvSpPr/>
              <p:nvPr/>
            </p:nvSpPr>
            <p:spPr>
              <a:xfrm>
                <a:off x="335686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6" name="pg378">
                <a:extLst>
                  <a:ext uri="{FF2B5EF4-FFF2-40B4-BE49-F238E27FC236}">
                    <a16:creationId xmlns:a16="http://schemas.microsoft.com/office/drawing/2014/main" id="{D4A7BE58-DC4C-1E04-1BCC-D371D2CC6D18}"/>
                  </a:ext>
                </a:extLst>
              </p:cNvPr>
              <p:cNvSpPr/>
              <p:nvPr/>
            </p:nvSpPr>
            <p:spPr>
              <a:xfrm>
                <a:off x="343830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7" name="pg379">
                <a:extLst>
                  <a:ext uri="{FF2B5EF4-FFF2-40B4-BE49-F238E27FC236}">
                    <a16:creationId xmlns:a16="http://schemas.microsoft.com/office/drawing/2014/main" id="{FDCD6D60-948A-23FD-0557-D6109DD674AB}"/>
                  </a:ext>
                </a:extLst>
              </p:cNvPr>
              <p:cNvSpPr/>
              <p:nvPr/>
            </p:nvSpPr>
            <p:spPr>
              <a:xfrm>
                <a:off x="351973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8" name="pg380">
                <a:extLst>
                  <a:ext uri="{FF2B5EF4-FFF2-40B4-BE49-F238E27FC236}">
                    <a16:creationId xmlns:a16="http://schemas.microsoft.com/office/drawing/2014/main" id="{79A41620-2945-CBA8-270B-0EAD088BF842}"/>
                  </a:ext>
                </a:extLst>
              </p:cNvPr>
              <p:cNvSpPr/>
              <p:nvPr/>
            </p:nvSpPr>
            <p:spPr>
              <a:xfrm>
                <a:off x="360117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9" name="pg381">
                <a:extLst>
                  <a:ext uri="{FF2B5EF4-FFF2-40B4-BE49-F238E27FC236}">
                    <a16:creationId xmlns:a16="http://schemas.microsoft.com/office/drawing/2014/main" id="{E0F7635D-39B1-467E-618D-226286BE7ADB}"/>
                  </a:ext>
                </a:extLst>
              </p:cNvPr>
              <p:cNvSpPr/>
              <p:nvPr/>
            </p:nvSpPr>
            <p:spPr>
              <a:xfrm>
                <a:off x="368261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0" name="pg382">
                <a:extLst>
                  <a:ext uri="{FF2B5EF4-FFF2-40B4-BE49-F238E27FC236}">
                    <a16:creationId xmlns:a16="http://schemas.microsoft.com/office/drawing/2014/main" id="{670CD346-BE25-48B1-6847-3EC5ACD28AF2}"/>
                  </a:ext>
                </a:extLst>
              </p:cNvPr>
              <p:cNvSpPr/>
              <p:nvPr/>
            </p:nvSpPr>
            <p:spPr>
              <a:xfrm>
                <a:off x="376405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1" name="pg383">
                <a:extLst>
                  <a:ext uri="{FF2B5EF4-FFF2-40B4-BE49-F238E27FC236}">
                    <a16:creationId xmlns:a16="http://schemas.microsoft.com/office/drawing/2014/main" id="{C8677D59-922C-B4C9-3E87-9B6B23D6BFF6}"/>
                  </a:ext>
                </a:extLst>
              </p:cNvPr>
              <p:cNvSpPr/>
              <p:nvPr/>
            </p:nvSpPr>
            <p:spPr>
              <a:xfrm>
                <a:off x="384548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2" name="pg384">
                <a:extLst>
                  <a:ext uri="{FF2B5EF4-FFF2-40B4-BE49-F238E27FC236}">
                    <a16:creationId xmlns:a16="http://schemas.microsoft.com/office/drawing/2014/main" id="{AF52C848-3438-B3E4-CD86-C42C4C06B437}"/>
                  </a:ext>
                </a:extLst>
              </p:cNvPr>
              <p:cNvSpPr/>
              <p:nvPr/>
            </p:nvSpPr>
            <p:spPr>
              <a:xfrm>
                <a:off x="392692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3" name="pg385">
                <a:extLst>
                  <a:ext uri="{FF2B5EF4-FFF2-40B4-BE49-F238E27FC236}">
                    <a16:creationId xmlns:a16="http://schemas.microsoft.com/office/drawing/2014/main" id="{9030F76C-ACA5-4DA0-F9B6-180FB89B47CC}"/>
                  </a:ext>
                </a:extLst>
              </p:cNvPr>
              <p:cNvSpPr/>
              <p:nvPr/>
            </p:nvSpPr>
            <p:spPr>
              <a:xfrm>
                <a:off x="400836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4" name="pg386">
                <a:extLst>
                  <a:ext uri="{FF2B5EF4-FFF2-40B4-BE49-F238E27FC236}">
                    <a16:creationId xmlns:a16="http://schemas.microsoft.com/office/drawing/2014/main" id="{50E2E265-330F-B3FB-6B30-5AB7694622F6}"/>
                  </a:ext>
                </a:extLst>
              </p:cNvPr>
              <p:cNvSpPr/>
              <p:nvPr/>
            </p:nvSpPr>
            <p:spPr>
              <a:xfrm>
                <a:off x="408979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5" name="pg387">
                <a:extLst>
                  <a:ext uri="{FF2B5EF4-FFF2-40B4-BE49-F238E27FC236}">
                    <a16:creationId xmlns:a16="http://schemas.microsoft.com/office/drawing/2014/main" id="{A7218C8F-1301-B10C-6B24-3C00B8242650}"/>
                  </a:ext>
                </a:extLst>
              </p:cNvPr>
              <p:cNvSpPr/>
              <p:nvPr/>
            </p:nvSpPr>
            <p:spPr>
              <a:xfrm>
                <a:off x="417123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6" name="pg388">
                <a:extLst>
                  <a:ext uri="{FF2B5EF4-FFF2-40B4-BE49-F238E27FC236}">
                    <a16:creationId xmlns:a16="http://schemas.microsoft.com/office/drawing/2014/main" id="{63C406E4-9BAA-2E5D-B297-745F1A9A48EA}"/>
                  </a:ext>
                </a:extLst>
              </p:cNvPr>
              <p:cNvSpPr/>
              <p:nvPr/>
            </p:nvSpPr>
            <p:spPr>
              <a:xfrm>
                <a:off x="425267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7" name="pg389">
                <a:extLst>
                  <a:ext uri="{FF2B5EF4-FFF2-40B4-BE49-F238E27FC236}">
                    <a16:creationId xmlns:a16="http://schemas.microsoft.com/office/drawing/2014/main" id="{9AA83AC9-2DF1-0C1F-F8CD-CD9BDCBB7D79}"/>
                  </a:ext>
                </a:extLst>
              </p:cNvPr>
              <p:cNvSpPr/>
              <p:nvPr/>
            </p:nvSpPr>
            <p:spPr>
              <a:xfrm>
                <a:off x="433411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8" name="pg390">
                <a:extLst>
                  <a:ext uri="{FF2B5EF4-FFF2-40B4-BE49-F238E27FC236}">
                    <a16:creationId xmlns:a16="http://schemas.microsoft.com/office/drawing/2014/main" id="{CC7C47FA-2AF7-B736-CCEC-9D98B3BA5D57}"/>
                  </a:ext>
                </a:extLst>
              </p:cNvPr>
              <p:cNvSpPr/>
              <p:nvPr/>
            </p:nvSpPr>
            <p:spPr>
              <a:xfrm>
                <a:off x="441554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9" name="pg391">
                <a:extLst>
                  <a:ext uri="{FF2B5EF4-FFF2-40B4-BE49-F238E27FC236}">
                    <a16:creationId xmlns:a16="http://schemas.microsoft.com/office/drawing/2014/main" id="{5A6C9B30-78B5-BFBC-FF3C-BDFA3D4CED49}"/>
                  </a:ext>
                </a:extLst>
              </p:cNvPr>
              <p:cNvSpPr/>
              <p:nvPr/>
            </p:nvSpPr>
            <p:spPr>
              <a:xfrm>
                <a:off x="449698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0" name="pg392">
                <a:extLst>
                  <a:ext uri="{FF2B5EF4-FFF2-40B4-BE49-F238E27FC236}">
                    <a16:creationId xmlns:a16="http://schemas.microsoft.com/office/drawing/2014/main" id="{02E00BED-5384-7A76-C37E-4752D0C18AF5}"/>
                  </a:ext>
                </a:extLst>
              </p:cNvPr>
              <p:cNvSpPr/>
              <p:nvPr/>
            </p:nvSpPr>
            <p:spPr>
              <a:xfrm>
                <a:off x="457842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1" name="pg393">
                <a:extLst>
                  <a:ext uri="{FF2B5EF4-FFF2-40B4-BE49-F238E27FC236}">
                    <a16:creationId xmlns:a16="http://schemas.microsoft.com/office/drawing/2014/main" id="{B3A0EA0A-9EE9-C1A7-4C09-3208C39E9DE4}"/>
                  </a:ext>
                </a:extLst>
              </p:cNvPr>
              <p:cNvSpPr/>
              <p:nvPr/>
            </p:nvSpPr>
            <p:spPr>
              <a:xfrm>
                <a:off x="286824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2" name="pg394">
                <a:extLst>
                  <a:ext uri="{FF2B5EF4-FFF2-40B4-BE49-F238E27FC236}">
                    <a16:creationId xmlns:a16="http://schemas.microsoft.com/office/drawing/2014/main" id="{6A83D8F3-8DCF-11B9-C2CD-DEC7D307D0C5}"/>
                  </a:ext>
                </a:extLst>
              </p:cNvPr>
              <p:cNvSpPr/>
              <p:nvPr/>
            </p:nvSpPr>
            <p:spPr>
              <a:xfrm>
                <a:off x="294967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3" name="pg395">
                <a:extLst>
                  <a:ext uri="{FF2B5EF4-FFF2-40B4-BE49-F238E27FC236}">
                    <a16:creationId xmlns:a16="http://schemas.microsoft.com/office/drawing/2014/main" id="{8EC27A97-7412-4FC1-1D3D-85C9763D56A6}"/>
                  </a:ext>
                </a:extLst>
              </p:cNvPr>
              <p:cNvSpPr/>
              <p:nvPr/>
            </p:nvSpPr>
            <p:spPr>
              <a:xfrm>
                <a:off x="303111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4" name="pg396">
                <a:extLst>
                  <a:ext uri="{FF2B5EF4-FFF2-40B4-BE49-F238E27FC236}">
                    <a16:creationId xmlns:a16="http://schemas.microsoft.com/office/drawing/2014/main" id="{DA1BAA37-24F0-4F1D-712F-D58C916F0EAD}"/>
                  </a:ext>
                </a:extLst>
              </p:cNvPr>
              <p:cNvSpPr/>
              <p:nvPr/>
            </p:nvSpPr>
            <p:spPr>
              <a:xfrm>
                <a:off x="311255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5" name="pg397">
                <a:extLst>
                  <a:ext uri="{FF2B5EF4-FFF2-40B4-BE49-F238E27FC236}">
                    <a16:creationId xmlns:a16="http://schemas.microsoft.com/office/drawing/2014/main" id="{AACF30CD-C534-9E2A-24CB-4C8244B13974}"/>
                  </a:ext>
                </a:extLst>
              </p:cNvPr>
              <p:cNvSpPr/>
              <p:nvPr/>
            </p:nvSpPr>
            <p:spPr>
              <a:xfrm>
                <a:off x="319399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6" name="pg398">
                <a:extLst>
                  <a:ext uri="{FF2B5EF4-FFF2-40B4-BE49-F238E27FC236}">
                    <a16:creationId xmlns:a16="http://schemas.microsoft.com/office/drawing/2014/main" id="{AA288BB8-830E-FF25-F813-680737735DD5}"/>
                  </a:ext>
                </a:extLst>
              </p:cNvPr>
              <p:cNvSpPr/>
              <p:nvPr/>
            </p:nvSpPr>
            <p:spPr>
              <a:xfrm>
                <a:off x="327542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7" name="pg399">
                <a:extLst>
                  <a:ext uri="{FF2B5EF4-FFF2-40B4-BE49-F238E27FC236}">
                    <a16:creationId xmlns:a16="http://schemas.microsoft.com/office/drawing/2014/main" id="{17E1325B-F100-224E-8EDD-ED9C04CAC4A7}"/>
                  </a:ext>
                </a:extLst>
              </p:cNvPr>
              <p:cNvSpPr/>
              <p:nvPr/>
            </p:nvSpPr>
            <p:spPr>
              <a:xfrm>
                <a:off x="335686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8" name="pg400">
                <a:extLst>
                  <a:ext uri="{FF2B5EF4-FFF2-40B4-BE49-F238E27FC236}">
                    <a16:creationId xmlns:a16="http://schemas.microsoft.com/office/drawing/2014/main" id="{1ACA4CF3-C693-CA53-F4C9-9BE1C6CA91AF}"/>
                  </a:ext>
                </a:extLst>
              </p:cNvPr>
              <p:cNvSpPr/>
              <p:nvPr/>
            </p:nvSpPr>
            <p:spPr>
              <a:xfrm>
                <a:off x="343830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9" name="pg401">
                <a:extLst>
                  <a:ext uri="{FF2B5EF4-FFF2-40B4-BE49-F238E27FC236}">
                    <a16:creationId xmlns:a16="http://schemas.microsoft.com/office/drawing/2014/main" id="{2BC0A75E-E5A5-8321-6412-F2039BF766E7}"/>
                  </a:ext>
                </a:extLst>
              </p:cNvPr>
              <p:cNvSpPr/>
              <p:nvPr/>
            </p:nvSpPr>
            <p:spPr>
              <a:xfrm>
                <a:off x="351973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0" name="pg402">
                <a:extLst>
                  <a:ext uri="{FF2B5EF4-FFF2-40B4-BE49-F238E27FC236}">
                    <a16:creationId xmlns:a16="http://schemas.microsoft.com/office/drawing/2014/main" id="{28F41D66-E9AE-18A5-1855-2D649532E5E8}"/>
                  </a:ext>
                </a:extLst>
              </p:cNvPr>
              <p:cNvSpPr/>
              <p:nvPr/>
            </p:nvSpPr>
            <p:spPr>
              <a:xfrm>
                <a:off x="360117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1" name="pg403">
                <a:extLst>
                  <a:ext uri="{FF2B5EF4-FFF2-40B4-BE49-F238E27FC236}">
                    <a16:creationId xmlns:a16="http://schemas.microsoft.com/office/drawing/2014/main" id="{077F126D-6A6A-C466-B146-29E33202AD65}"/>
                  </a:ext>
                </a:extLst>
              </p:cNvPr>
              <p:cNvSpPr/>
              <p:nvPr/>
            </p:nvSpPr>
            <p:spPr>
              <a:xfrm>
                <a:off x="368261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2" name="pg404">
                <a:extLst>
                  <a:ext uri="{FF2B5EF4-FFF2-40B4-BE49-F238E27FC236}">
                    <a16:creationId xmlns:a16="http://schemas.microsoft.com/office/drawing/2014/main" id="{399FA9CD-3FDA-0145-EEFC-8DDC679EC96B}"/>
                  </a:ext>
                </a:extLst>
              </p:cNvPr>
              <p:cNvSpPr/>
              <p:nvPr/>
            </p:nvSpPr>
            <p:spPr>
              <a:xfrm>
                <a:off x="376405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3" name="pg405">
                <a:extLst>
                  <a:ext uri="{FF2B5EF4-FFF2-40B4-BE49-F238E27FC236}">
                    <a16:creationId xmlns:a16="http://schemas.microsoft.com/office/drawing/2014/main" id="{BA03BB80-7C5E-A76C-2033-C719835D85DF}"/>
                  </a:ext>
                </a:extLst>
              </p:cNvPr>
              <p:cNvSpPr/>
              <p:nvPr/>
            </p:nvSpPr>
            <p:spPr>
              <a:xfrm>
                <a:off x="384548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4" name="pg406">
                <a:extLst>
                  <a:ext uri="{FF2B5EF4-FFF2-40B4-BE49-F238E27FC236}">
                    <a16:creationId xmlns:a16="http://schemas.microsoft.com/office/drawing/2014/main" id="{0B60E176-1D68-396C-6645-9DC07A37E3E3}"/>
                  </a:ext>
                </a:extLst>
              </p:cNvPr>
              <p:cNvSpPr/>
              <p:nvPr/>
            </p:nvSpPr>
            <p:spPr>
              <a:xfrm>
                <a:off x="392692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5" name="pg407">
                <a:extLst>
                  <a:ext uri="{FF2B5EF4-FFF2-40B4-BE49-F238E27FC236}">
                    <a16:creationId xmlns:a16="http://schemas.microsoft.com/office/drawing/2014/main" id="{0FFBE918-57E3-CD78-C986-C80230E7E3A5}"/>
                  </a:ext>
                </a:extLst>
              </p:cNvPr>
              <p:cNvSpPr/>
              <p:nvPr/>
            </p:nvSpPr>
            <p:spPr>
              <a:xfrm>
                <a:off x="400836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6" name="pg408">
                <a:extLst>
                  <a:ext uri="{FF2B5EF4-FFF2-40B4-BE49-F238E27FC236}">
                    <a16:creationId xmlns:a16="http://schemas.microsoft.com/office/drawing/2014/main" id="{967CBFF1-73EA-ED8B-EA3D-4FDF1A0C051A}"/>
                  </a:ext>
                </a:extLst>
              </p:cNvPr>
              <p:cNvSpPr/>
              <p:nvPr/>
            </p:nvSpPr>
            <p:spPr>
              <a:xfrm>
                <a:off x="408979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7" name="pg409">
                <a:extLst>
                  <a:ext uri="{FF2B5EF4-FFF2-40B4-BE49-F238E27FC236}">
                    <a16:creationId xmlns:a16="http://schemas.microsoft.com/office/drawing/2014/main" id="{D7255C23-46B4-F48E-01B0-A0CB626B4ECF}"/>
                  </a:ext>
                </a:extLst>
              </p:cNvPr>
              <p:cNvSpPr/>
              <p:nvPr/>
            </p:nvSpPr>
            <p:spPr>
              <a:xfrm>
                <a:off x="417123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8" name="pg410">
                <a:extLst>
                  <a:ext uri="{FF2B5EF4-FFF2-40B4-BE49-F238E27FC236}">
                    <a16:creationId xmlns:a16="http://schemas.microsoft.com/office/drawing/2014/main" id="{D7D90913-42DC-D711-A439-936BD807CD17}"/>
                  </a:ext>
                </a:extLst>
              </p:cNvPr>
              <p:cNvSpPr/>
              <p:nvPr/>
            </p:nvSpPr>
            <p:spPr>
              <a:xfrm>
                <a:off x="425267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9" name="pg411">
                <a:extLst>
                  <a:ext uri="{FF2B5EF4-FFF2-40B4-BE49-F238E27FC236}">
                    <a16:creationId xmlns:a16="http://schemas.microsoft.com/office/drawing/2014/main" id="{17E2D31D-ED37-8C0C-E524-76E5940AEB38}"/>
                  </a:ext>
                </a:extLst>
              </p:cNvPr>
              <p:cNvSpPr/>
              <p:nvPr/>
            </p:nvSpPr>
            <p:spPr>
              <a:xfrm>
                <a:off x="433411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0" name="pg412">
                <a:extLst>
                  <a:ext uri="{FF2B5EF4-FFF2-40B4-BE49-F238E27FC236}">
                    <a16:creationId xmlns:a16="http://schemas.microsoft.com/office/drawing/2014/main" id="{76F4CE51-8D83-6C0E-1A15-10FC63265A1D}"/>
                  </a:ext>
                </a:extLst>
              </p:cNvPr>
              <p:cNvSpPr/>
              <p:nvPr/>
            </p:nvSpPr>
            <p:spPr>
              <a:xfrm>
                <a:off x="441554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1" name="pg413">
                <a:extLst>
                  <a:ext uri="{FF2B5EF4-FFF2-40B4-BE49-F238E27FC236}">
                    <a16:creationId xmlns:a16="http://schemas.microsoft.com/office/drawing/2014/main" id="{A363C3D8-A62E-3502-F3E5-7070C8036C1F}"/>
                  </a:ext>
                </a:extLst>
              </p:cNvPr>
              <p:cNvSpPr/>
              <p:nvPr/>
            </p:nvSpPr>
            <p:spPr>
              <a:xfrm>
                <a:off x="449698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2" name="pg414">
                <a:extLst>
                  <a:ext uri="{FF2B5EF4-FFF2-40B4-BE49-F238E27FC236}">
                    <a16:creationId xmlns:a16="http://schemas.microsoft.com/office/drawing/2014/main" id="{EB51EDEB-E64D-099E-5D1B-21B51EB9AF2B}"/>
                  </a:ext>
                </a:extLst>
              </p:cNvPr>
              <p:cNvSpPr/>
              <p:nvPr/>
            </p:nvSpPr>
            <p:spPr>
              <a:xfrm>
                <a:off x="303111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3" name="pg415">
                <a:extLst>
                  <a:ext uri="{FF2B5EF4-FFF2-40B4-BE49-F238E27FC236}">
                    <a16:creationId xmlns:a16="http://schemas.microsoft.com/office/drawing/2014/main" id="{A94DB5F1-1E76-B150-1DF8-217E80284D8F}"/>
                  </a:ext>
                </a:extLst>
              </p:cNvPr>
              <p:cNvSpPr/>
              <p:nvPr/>
            </p:nvSpPr>
            <p:spPr>
              <a:xfrm>
                <a:off x="311255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4" name="pg416">
                <a:extLst>
                  <a:ext uri="{FF2B5EF4-FFF2-40B4-BE49-F238E27FC236}">
                    <a16:creationId xmlns:a16="http://schemas.microsoft.com/office/drawing/2014/main" id="{31A0034B-7A18-C9F8-0AAC-5E1BB25CC508}"/>
                  </a:ext>
                </a:extLst>
              </p:cNvPr>
              <p:cNvSpPr/>
              <p:nvPr/>
            </p:nvSpPr>
            <p:spPr>
              <a:xfrm>
                <a:off x="319399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5" name="pg417">
                <a:extLst>
                  <a:ext uri="{FF2B5EF4-FFF2-40B4-BE49-F238E27FC236}">
                    <a16:creationId xmlns:a16="http://schemas.microsoft.com/office/drawing/2014/main" id="{441C0558-BBF6-4F57-873D-5F849A16AD81}"/>
                  </a:ext>
                </a:extLst>
              </p:cNvPr>
              <p:cNvSpPr/>
              <p:nvPr/>
            </p:nvSpPr>
            <p:spPr>
              <a:xfrm>
                <a:off x="327542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6" name="pg418">
                <a:extLst>
                  <a:ext uri="{FF2B5EF4-FFF2-40B4-BE49-F238E27FC236}">
                    <a16:creationId xmlns:a16="http://schemas.microsoft.com/office/drawing/2014/main" id="{2C5BD53B-2368-4AC6-E6DD-9A6B3AB050C6}"/>
                  </a:ext>
                </a:extLst>
              </p:cNvPr>
              <p:cNvSpPr/>
              <p:nvPr/>
            </p:nvSpPr>
            <p:spPr>
              <a:xfrm>
                <a:off x="335686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7" name="pg419">
                <a:extLst>
                  <a:ext uri="{FF2B5EF4-FFF2-40B4-BE49-F238E27FC236}">
                    <a16:creationId xmlns:a16="http://schemas.microsoft.com/office/drawing/2014/main" id="{15C80B4D-5DF1-C606-5E36-6439282CF9F2}"/>
                  </a:ext>
                </a:extLst>
              </p:cNvPr>
              <p:cNvSpPr/>
              <p:nvPr/>
            </p:nvSpPr>
            <p:spPr>
              <a:xfrm>
                <a:off x="343830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8" name="pg420">
                <a:extLst>
                  <a:ext uri="{FF2B5EF4-FFF2-40B4-BE49-F238E27FC236}">
                    <a16:creationId xmlns:a16="http://schemas.microsoft.com/office/drawing/2014/main" id="{CAD3222E-58C6-8BD9-32FD-CDE82D73A345}"/>
                  </a:ext>
                </a:extLst>
              </p:cNvPr>
              <p:cNvSpPr/>
              <p:nvPr/>
            </p:nvSpPr>
            <p:spPr>
              <a:xfrm>
                <a:off x="351973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9" name="pg421">
                <a:extLst>
                  <a:ext uri="{FF2B5EF4-FFF2-40B4-BE49-F238E27FC236}">
                    <a16:creationId xmlns:a16="http://schemas.microsoft.com/office/drawing/2014/main" id="{8F0AC967-2282-9414-86CA-D705A728A8BE}"/>
                  </a:ext>
                </a:extLst>
              </p:cNvPr>
              <p:cNvSpPr/>
              <p:nvPr/>
            </p:nvSpPr>
            <p:spPr>
              <a:xfrm>
                <a:off x="360117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0" name="pg422">
                <a:extLst>
                  <a:ext uri="{FF2B5EF4-FFF2-40B4-BE49-F238E27FC236}">
                    <a16:creationId xmlns:a16="http://schemas.microsoft.com/office/drawing/2014/main" id="{D76D9028-1DD5-B78B-0231-34EA83726516}"/>
                  </a:ext>
                </a:extLst>
              </p:cNvPr>
              <p:cNvSpPr/>
              <p:nvPr/>
            </p:nvSpPr>
            <p:spPr>
              <a:xfrm>
                <a:off x="368261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1" name="pg423">
                <a:extLst>
                  <a:ext uri="{FF2B5EF4-FFF2-40B4-BE49-F238E27FC236}">
                    <a16:creationId xmlns:a16="http://schemas.microsoft.com/office/drawing/2014/main" id="{B8B11201-112C-9846-D46A-EE8EBD595607}"/>
                  </a:ext>
                </a:extLst>
              </p:cNvPr>
              <p:cNvSpPr/>
              <p:nvPr/>
            </p:nvSpPr>
            <p:spPr>
              <a:xfrm>
                <a:off x="376405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2" name="pg424">
                <a:extLst>
                  <a:ext uri="{FF2B5EF4-FFF2-40B4-BE49-F238E27FC236}">
                    <a16:creationId xmlns:a16="http://schemas.microsoft.com/office/drawing/2014/main" id="{63462311-7FEB-E266-A8C8-7794D29B5278}"/>
                  </a:ext>
                </a:extLst>
              </p:cNvPr>
              <p:cNvSpPr/>
              <p:nvPr/>
            </p:nvSpPr>
            <p:spPr>
              <a:xfrm>
                <a:off x="384548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3" name="pg425">
                <a:extLst>
                  <a:ext uri="{FF2B5EF4-FFF2-40B4-BE49-F238E27FC236}">
                    <a16:creationId xmlns:a16="http://schemas.microsoft.com/office/drawing/2014/main" id="{8EAF7580-078B-F853-DED5-4BBD96165EDE}"/>
                  </a:ext>
                </a:extLst>
              </p:cNvPr>
              <p:cNvSpPr/>
              <p:nvPr/>
            </p:nvSpPr>
            <p:spPr>
              <a:xfrm>
                <a:off x="392692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4" name="pg426">
                <a:extLst>
                  <a:ext uri="{FF2B5EF4-FFF2-40B4-BE49-F238E27FC236}">
                    <a16:creationId xmlns:a16="http://schemas.microsoft.com/office/drawing/2014/main" id="{F282DDEC-9843-619D-42CA-66EAC3661567}"/>
                  </a:ext>
                </a:extLst>
              </p:cNvPr>
              <p:cNvSpPr/>
              <p:nvPr/>
            </p:nvSpPr>
            <p:spPr>
              <a:xfrm>
                <a:off x="400836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5" name="pg427">
                <a:extLst>
                  <a:ext uri="{FF2B5EF4-FFF2-40B4-BE49-F238E27FC236}">
                    <a16:creationId xmlns:a16="http://schemas.microsoft.com/office/drawing/2014/main" id="{276AF0CD-B5AF-F72A-3F91-89BD7AA74289}"/>
                  </a:ext>
                </a:extLst>
              </p:cNvPr>
              <p:cNvSpPr/>
              <p:nvPr/>
            </p:nvSpPr>
            <p:spPr>
              <a:xfrm>
                <a:off x="408979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6" name="pg428">
                <a:extLst>
                  <a:ext uri="{FF2B5EF4-FFF2-40B4-BE49-F238E27FC236}">
                    <a16:creationId xmlns:a16="http://schemas.microsoft.com/office/drawing/2014/main" id="{91E259CC-5229-34E3-751B-DE542CE2658E}"/>
                  </a:ext>
                </a:extLst>
              </p:cNvPr>
              <p:cNvSpPr/>
              <p:nvPr/>
            </p:nvSpPr>
            <p:spPr>
              <a:xfrm>
                <a:off x="417123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7" name="pg429">
                <a:extLst>
                  <a:ext uri="{FF2B5EF4-FFF2-40B4-BE49-F238E27FC236}">
                    <a16:creationId xmlns:a16="http://schemas.microsoft.com/office/drawing/2014/main" id="{336141E2-BBB2-5FD8-5E73-A3DD1907196C}"/>
                  </a:ext>
                </a:extLst>
              </p:cNvPr>
              <p:cNvSpPr/>
              <p:nvPr/>
            </p:nvSpPr>
            <p:spPr>
              <a:xfrm>
                <a:off x="425267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8" name="pg430">
                <a:extLst>
                  <a:ext uri="{FF2B5EF4-FFF2-40B4-BE49-F238E27FC236}">
                    <a16:creationId xmlns:a16="http://schemas.microsoft.com/office/drawing/2014/main" id="{45D70F14-A4FA-94C9-2EA6-4D439F43D75B}"/>
                  </a:ext>
                </a:extLst>
              </p:cNvPr>
              <p:cNvSpPr/>
              <p:nvPr/>
            </p:nvSpPr>
            <p:spPr>
              <a:xfrm>
                <a:off x="433411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9" name="pg431">
                <a:extLst>
                  <a:ext uri="{FF2B5EF4-FFF2-40B4-BE49-F238E27FC236}">
                    <a16:creationId xmlns:a16="http://schemas.microsoft.com/office/drawing/2014/main" id="{A466CF03-CAE3-1BF6-527E-13587C6CE382}"/>
                  </a:ext>
                </a:extLst>
              </p:cNvPr>
              <p:cNvSpPr/>
              <p:nvPr/>
            </p:nvSpPr>
            <p:spPr>
              <a:xfrm>
                <a:off x="441554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0" name="pg432">
                <a:extLst>
                  <a:ext uri="{FF2B5EF4-FFF2-40B4-BE49-F238E27FC236}">
                    <a16:creationId xmlns:a16="http://schemas.microsoft.com/office/drawing/2014/main" id="{8348E62C-3979-256F-043E-CA204E34602E}"/>
                  </a:ext>
                </a:extLst>
              </p:cNvPr>
              <p:cNvSpPr/>
              <p:nvPr/>
            </p:nvSpPr>
            <p:spPr>
              <a:xfrm>
                <a:off x="311255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1" name="pg433">
                <a:extLst>
                  <a:ext uri="{FF2B5EF4-FFF2-40B4-BE49-F238E27FC236}">
                    <a16:creationId xmlns:a16="http://schemas.microsoft.com/office/drawing/2014/main" id="{6C3886D7-9A11-2E47-928E-2AE81C3CF79A}"/>
                  </a:ext>
                </a:extLst>
              </p:cNvPr>
              <p:cNvSpPr/>
              <p:nvPr/>
            </p:nvSpPr>
            <p:spPr>
              <a:xfrm>
                <a:off x="319399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2" name="pg434">
                <a:extLst>
                  <a:ext uri="{FF2B5EF4-FFF2-40B4-BE49-F238E27FC236}">
                    <a16:creationId xmlns:a16="http://schemas.microsoft.com/office/drawing/2014/main" id="{64B14F18-B070-532F-7934-677D5EC2590B}"/>
                  </a:ext>
                </a:extLst>
              </p:cNvPr>
              <p:cNvSpPr/>
              <p:nvPr/>
            </p:nvSpPr>
            <p:spPr>
              <a:xfrm>
                <a:off x="327542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3" name="pg435">
                <a:extLst>
                  <a:ext uri="{FF2B5EF4-FFF2-40B4-BE49-F238E27FC236}">
                    <a16:creationId xmlns:a16="http://schemas.microsoft.com/office/drawing/2014/main" id="{23DFAD84-023E-4921-19D6-AD3006E076F1}"/>
                  </a:ext>
                </a:extLst>
              </p:cNvPr>
              <p:cNvSpPr/>
              <p:nvPr/>
            </p:nvSpPr>
            <p:spPr>
              <a:xfrm>
                <a:off x="335686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4" name="pg436">
                <a:extLst>
                  <a:ext uri="{FF2B5EF4-FFF2-40B4-BE49-F238E27FC236}">
                    <a16:creationId xmlns:a16="http://schemas.microsoft.com/office/drawing/2014/main" id="{9FE7E5C2-4098-F3DE-CB47-24524A65140F}"/>
                  </a:ext>
                </a:extLst>
              </p:cNvPr>
              <p:cNvSpPr/>
              <p:nvPr/>
            </p:nvSpPr>
            <p:spPr>
              <a:xfrm>
                <a:off x="343830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5" name="pg437">
                <a:extLst>
                  <a:ext uri="{FF2B5EF4-FFF2-40B4-BE49-F238E27FC236}">
                    <a16:creationId xmlns:a16="http://schemas.microsoft.com/office/drawing/2014/main" id="{4876D364-97A0-2274-9B7A-0437BBB348E5}"/>
                  </a:ext>
                </a:extLst>
              </p:cNvPr>
              <p:cNvSpPr/>
              <p:nvPr/>
            </p:nvSpPr>
            <p:spPr>
              <a:xfrm>
                <a:off x="351973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6" name="pg438">
                <a:extLst>
                  <a:ext uri="{FF2B5EF4-FFF2-40B4-BE49-F238E27FC236}">
                    <a16:creationId xmlns:a16="http://schemas.microsoft.com/office/drawing/2014/main" id="{7C44E483-40A2-3500-AE8F-B9812208E101}"/>
                  </a:ext>
                </a:extLst>
              </p:cNvPr>
              <p:cNvSpPr/>
              <p:nvPr/>
            </p:nvSpPr>
            <p:spPr>
              <a:xfrm>
                <a:off x="360117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7" name="pg439">
                <a:extLst>
                  <a:ext uri="{FF2B5EF4-FFF2-40B4-BE49-F238E27FC236}">
                    <a16:creationId xmlns:a16="http://schemas.microsoft.com/office/drawing/2014/main" id="{DCE7DD92-4C57-5D32-5D11-42F08CAEA3CE}"/>
                  </a:ext>
                </a:extLst>
              </p:cNvPr>
              <p:cNvSpPr/>
              <p:nvPr/>
            </p:nvSpPr>
            <p:spPr>
              <a:xfrm>
                <a:off x="368261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8" name="pg440">
                <a:extLst>
                  <a:ext uri="{FF2B5EF4-FFF2-40B4-BE49-F238E27FC236}">
                    <a16:creationId xmlns:a16="http://schemas.microsoft.com/office/drawing/2014/main" id="{DEF8EC26-1BBB-A90D-B111-9BBBD4CDEDC4}"/>
                  </a:ext>
                </a:extLst>
              </p:cNvPr>
              <p:cNvSpPr/>
              <p:nvPr/>
            </p:nvSpPr>
            <p:spPr>
              <a:xfrm>
                <a:off x="376405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9" name="pg441">
                <a:extLst>
                  <a:ext uri="{FF2B5EF4-FFF2-40B4-BE49-F238E27FC236}">
                    <a16:creationId xmlns:a16="http://schemas.microsoft.com/office/drawing/2014/main" id="{B3B2A8FF-C4AB-3B36-A2E6-585E8F0AADA3}"/>
                  </a:ext>
                </a:extLst>
              </p:cNvPr>
              <p:cNvSpPr/>
              <p:nvPr/>
            </p:nvSpPr>
            <p:spPr>
              <a:xfrm>
                <a:off x="384548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0" name="pg442">
                <a:extLst>
                  <a:ext uri="{FF2B5EF4-FFF2-40B4-BE49-F238E27FC236}">
                    <a16:creationId xmlns:a16="http://schemas.microsoft.com/office/drawing/2014/main" id="{507D0E58-1ACF-782C-A9C5-58ECA1226D32}"/>
                  </a:ext>
                </a:extLst>
              </p:cNvPr>
              <p:cNvSpPr/>
              <p:nvPr/>
            </p:nvSpPr>
            <p:spPr>
              <a:xfrm>
                <a:off x="392692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1" name="pg443">
                <a:extLst>
                  <a:ext uri="{FF2B5EF4-FFF2-40B4-BE49-F238E27FC236}">
                    <a16:creationId xmlns:a16="http://schemas.microsoft.com/office/drawing/2014/main" id="{0F01DF33-05E8-D5C2-946E-DD816675CD34}"/>
                  </a:ext>
                </a:extLst>
              </p:cNvPr>
              <p:cNvSpPr/>
              <p:nvPr/>
            </p:nvSpPr>
            <p:spPr>
              <a:xfrm>
                <a:off x="400836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2" name="pg444">
                <a:extLst>
                  <a:ext uri="{FF2B5EF4-FFF2-40B4-BE49-F238E27FC236}">
                    <a16:creationId xmlns:a16="http://schemas.microsoft.com/office/drawing/2014/main" id="{4EB75CFE-376B-5942-B502-F918969A5C4D}"/>
                  </a:ext>
                </a:extLst>
              </p:cNvPr>
              <p:cNvSpPr/>
              <p:nvPr/>
            </p:nvSpPr>
            <p:spPr>
              <a:xfrm>
                <a:off x="408979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3" name="pg445">
                <a:extLst>
                  <a:ext uri="{FF2B5EF4-FFF2-40B4-BE49-F238E27FC236}">
                    <a16:creationId xmlns:a16="http://schemas.microsoft.com/office/drawing/2014/main" id="{81A80960-5598-0968-FF78-6FC6F9E8A175}"/>
                  </a:ext>
                </a:extLst>
              </p:cNvPr>
              <p:cNvSpPr/>
              <p:nvPr/>
            </p:nvSpPr>
            <p:spPr>
              <a:xfrm>
                <a:off x="417123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4" name="pg446">
                <a:extLst>
                  <a:ext uri="{FF2B5EF4-FFF2-40B4-BE49-F238E27FC236}">
                    <a16:creationId xmlns:a16="http://schemas.microsoft.com/office/drawing/2014/main" id="{99E7B22D-CF17-5D96-4EEE-177C000B1F4D}"/>
                  </a:ext>
                </a:extLst>
              </p:cNvPr>
              <p:cNvSpPr/>
              <p:nvPr/>
            </p:nvSpPr>
            <p:spPr>
              <a:xfrm>
                <a:off x="425267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5" name="pg447">
                <a:extLst>
                  <a:ext uri="{FF2B5EF4-FFF2-40B4-BE49-F238E27FC236}">
                    <a16:creationId xmlns:a16="http://schemas.microsoft.com/office/drawing/2014/main" id="{7F2F5418-4350-4010-EE97-7BC38043B5C4}"/>
                  </a:ext>
                </a:extLst>
              </p:cNvPr>
              <p:cNvSpPr/>
              <p:nvPr/>
            </p:nvSpPr>
            <p:spPr>
              <a:xfrm>
                <a:off x="433411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6" name="pg448">
                <a:extLst>
                  <a:ext uri="{FF2B5EF4-FFF2-40B4-BE49-F238E27FC236}">
                    <a16:creationId xmlns:a16="http://schemas.microsoft.com/office/drawing/2014/main" id="{0B214EF3-441B-5732-6EF4-5CA3FEAD9D8E}"/>
                  </a:ext>
                </a:extLst>
              </p:cNvPr>
              <p:cNvSpPr/>
              <p:nvPr/>
            </p:nvSpPr>
            <p:spPr>
              <a:xfrm>
                <a:off x="319399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7" name="pg449">
                <a:extLst>
                  <a:ext uri="{FF2B5EF4-FFF2-40B4-BE49-F238E27FC236}">
                    <a16:creationId xmlns:a16="http://schemas.microsoft.com/office/drawing/2014/main" id="{8A305143-45C0-F86C-6666-A936753867B0}"/>
                  </a:ext>
                </a:extLst>
              </p:cNvPr>
              <p:cNvSpPr/>
              <p:nvPr/>
            </p:nvSpPr>
            <p:spPr>
              <a:xfrm>
                <a:off x="327542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8" name="pg450">
                <a:extLst>
                  <a:ext uri="{FF2B5EF4-FFF2-40B4-BE49-F238E27FC236}">
                    <a16:creationId xmlns:a16="http://schemas.microsoft.com/office/drawing/2014/main" id="{7FEFDD91-AB3C-4C89-4547-F342B60A6B22}"/>
                  </a:ext>
                </a:extLst>
              </p:cNvPr>
              <p:cNvSpPr/>
              <p:nvPr/>
            </p:nvSpPr>
            <p:spPr>
              <a:xfrm>
                <a:off x="335686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9" name="pg451">
                <a:extLst>
                  <a:ext uri="{FF2B5EF4-FFF2-40B4-BE49-F238E27FC236}">
                    <a16:creationId xmlns:a16="http://schemas.microsoft.com/office/drawing/2014/main" id="{1427E0A0-2E60-41DE-E66B-D919C3B4B2D7}"/>
                  </a:ext>
                </a:extLst>
              </p:cNvPr>
              <p:cNvSpPr/>
              <p:nvPr/>
            </p:nvSpPr>
            <p:spPr>
              <a:xfrm>
                <a:off x="343830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0" name="pg452">
                <a:extLst>
                  <a:ext uri="{FF2B5EF4-FFF2-40B4-BE49-F238E27FC236}">
                    <a16:creationId xmlns:a16="http://schemas.microsoft.com/office/drawing/2014/main" id="{BB91ED18-B8EC-1100-4135-EF75CA54949E}"/>
                  </a:ext>
                </a:extLst>
              </p:cNvPr>
              <p:cNvSpPr/>
              <p:nvPr/>
            </p:nvSpPr>
            <p:spPr>
              <a:xfrm>
                <a:off x="351973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1" name="pg453">
                <a:extLst>
                  <a:ext uri="{FF2B5EF4-FFF2-40B4-BE49-F238E27FC236}">
                    <a16:creationId xmlns:a16="http://schemas.microsoft.com/office/drawing/2014/main" id="{0F90F430-90A7-7E44-1347-F2CB43C71E54}"/>
                  </a:ext>
                </a:extLst>
              </p:cNvPr>
              <p:cNvSpPr/>
              <p:nvPr/>
            </p:nvSpPr>
            <p:spPr>
              <a:xfrm>
                <a:off x="360117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2" name="pg454">
                <a:extLst>
                  <a:ext uri="{FF2B5EF4-FFF2-40B4-BE49-F238E27FC236}">
                    <a16:creationId xmlns:a16="http://schemas.microsoft.com/office/drawing/2014/main" id="{6A0EA49F-3192-0C00-EA2B-7FA18533DF1F}"/>
                  </a:ext>
                </a:extLst>
              </p:cNvPr>
              <p:cNvSpPr/>
              <p:nvPr/>
            </p:nvSpPr>
            <p:spPr>
              <a:xfrm>
                <a:off x="368261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3" name="pg455">
                <a:extLst>
                  <a:ext uri="{FF2B5EF4-FFF2-40B4-BE49-F238E27FC236}">
                    <a16:creationId xmlns:a16="http://schemas.microsoft.com/office/drawing/2014/main" id="{59BE093C-DD72-2DB5-F645-D47C98ECE179}"/>
                  </a:ext>
                </a:extLst>
              </p:cNvPr>
              <p:cNvSpPr/>
              <p:nvPr/>
            </p:nvSpPr>
            <p:spPr>
              <a:xfrm>
                <a:off x="376405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4" name="pg456">
                <a:extLst>
                  <a:ext uri="{FF2B5EF4-FFF2-40B4-BE49-F238E27FC236}">
                    <a16:creationId xmlns:a16="http://schemas.microsoft.com/office/drawing/2014/main" id="{2417AA6C-5CFA-A811-005A-C29B2730B2AB}"/>
                  </a:ext>
                </a:extLst>
              </p:cNvPr>
              <p:cNvSpPr/>
              <p:nvPr/>
            </p:nvSpPr>
            <p:spPr>
              <a:xfrm>
                <a:off x="384548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5" name="pg457">
                <a:extLst>
                  <a:ext uri="{FF2B5EF4-FFF2-40B4-BE49-F238E27FC236}">
                    <a16:creationId xmlns:a16="http://schemas.microsoft.com/office/drawing/2014/main" id="{80D8D2AE-6109-DE71-8597-EAE2FC7016BC}"/>
                  </a:ext>
                </a:extLst>
              </p:cNvPr>
              <p:cNvSpPr/>
              <p:nvPr/>
            </p:nvSpPr>
            <p:spPr>
              <a:xfrm>
                <a:off x="392692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6" name="pg458">
                <a:extLst>
                  <a:ext uri="{FF2B5EF4-FFF2-40B4-BE49-F238E27FC236}">
                    <a16:creationId xmlns:a16="http://schemas.microsoft.com/office/drawing/2014/main" id="{DB22972A-A7EF-43DE-B601-AC3F68E2CA27}"/>
                  </a:ext>
                </a:extLst>
              </p:cNvPr>
              <p:cNvSpPr/>
              <p:nvPr/>
            </p:nvSpPr>
            <p:spPr>
              <a:xfrm>
                <a:off x="400836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7" name="pg459">
                <a:extLst>
                  <a:ext uri="{FF2B5EF4-FFF2-40B4-BE49-F238E27FC236}">
                    <a16:creationId xmlns:a16="http://schemas.microsoft.com/office/drawing/2014/main" id="{C2C09A6F-F580-7E63-8A50-075D1116CD71}"/>
                  </a:ext>
                </a:extLst>
              </p:cNvPr>
              <p:cNvSpPr/>
              <p:nvPr/>
            </p:nvSpPr>
            <p:spPr>
              <a:xfrm>
                <a:off x="408979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8" name="pg460">
                <a:extLst>
                  <a:ext uri="{FF2B5EF4-FFF2-40B4-BE49-F238E27FC236}">
                    <a16:creationId xmlns:a16="http://schemas.microsoft.com/office/drawing/2014/main" id="{1C85D6D6-7BD2-0939-7D48-5254C01A6FE3}"/>
                  </a:ext>
                </a:extLst>
              </p:cNvPr>
              <p:cNvSpPr/>
              <p:nvPr/>
            </p:nvSpPr>
            <p:spPr>
              <a:xfrm>
                <a:off x="417123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9" name="pg461">
                <a:extLst>
                  <a:ext uri="{FF2B5EF4-FFF2-40B4-BE49-F238E27FC236}">
                    <a16:creationId xmlns:a16="http://schemas.microsoft.com/office/drawing/2014/main" id="{590692CC-758C-4E84-6F68-0F3961F7B6F1}"/>
                  </a:ext>
                </a:extLst>
              </p:cNvPr>
              <p:cNvSpPr/>
              <p:nvPr/>
            </p:nvSpPr>
            <p:spPr>
              <a:xfrm>
                <a:off x="425267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0" name="pg462">
                <a:extLst>
                  <a:ext uri="{FF2B5EF4-FFF2-40B4-BE49-F238E27FC236}">
                    <a16:creationId xmlns:a16="http://schemas.microsoft.com/office/drawing/2014/main" id="{63285472-EA65-2C71-974B-705B6175DF1A}"/>
                  </a:ext>
                </a:extLst>
              </p:cNvPr>
              <p:cNvSpPr/>
              <p:nvPr/>
            </p:nvSpPr>
            <p:spPr>
              <a:xfrm>
                <a:off x="433411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1" name="pg463">
                <a:extLst>
                  <a:ext uri="{FF2B5EF4-FFF2-40B4-BE49-F238E27FC236}">
                    <a16:creationId xmlns:a16="http://schemas.microsoft.com/office/drawing/2014/main" id="{44B14D29-2B77-E2AA-AE5B-2DD4458F9022}"/>
                  </a:ext>
                </a:extLst>
              </p:cNvPr>
              <p:cNvSpPr/>
              <p:nvPr/>
            </p:nvSpPr>
            <p:spPr>
              <a:xfrm>
                <a:off x="286824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2" name="pg464">
                <a:extLst>
                  <a:ext uri="{FF2B5EF4-FFF2-40B4-BE49-F238E27FC236}">
                    <a16:creationId xmlns:a16="http://schemas.microsoft.com/office/drawing/2014/main" id="{D27E65BE-6353-E739-BB7A-9C0FA4457CB5}"/>
                  </a:ext>
                </a:extLst>
              </p:cNvPr>
              <p:cNvSpPr/>
              <p:nvPr/>
            </p:nvSpPr>
            <p:spPr>
              <a:xfrm>
                <a:off x="294967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3" name="pg465">
                <a:extLst>
                  <a:ext uri="{FF2B5EF4-FFF2-40B4-BE49-F238E27FC236}">
                    <a16:creationId xmlns:a16="http://schemas.microsoft.com/office/drawing/2014/main" id="{2A87CF5B-9683-1498-194C-D48450BE0E47}"/>
                  </a:ext>
                </a:extLst>
              </p:cNvPr>
              <p:cNvSpPr/>
              <p:nvPr/>
            </p:nvSpPr>
            <p:spPr>
              <a:xfrm>
                <a:off x="303111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4" name="pg466">
                <a:extLst>
                  <a:ext uri="{FF2B5EF4-FFF2-40B4-BE49-F238E27FC236}">
                    <a16:creationId xmlns:a16="http://schemas.microsoft.com/office/drawing/2014/main" id="{FDEBE96E-B167-BC95-198E-22DB8126FA57}"/>
                  </a:ext>
                </a:extLst>
              </p:cNvPr>
              <p:cNvSpPr/>
              <p:nvPr/>
            </p:nvSpPr>
            <p:spPr>
              <a:xfrm>
                <a:off x="311255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5" name="pg467">
                <a:extLst>
                  <a:ext uri="{FF2B5EF4-FFF2-40B4-BE49-F238E27FC236}">
                    <a16:creationId xmlns:a16="http://schemas.microsoft.com/office/drawing/2014/main" id="{8169363B-6A52-49D3-A800-3C932FC02651}"/>
                  </a:ext>
                </a:extLst>
              </p:cNvPr>
              <p:cNvSpPr/>
              <p:nvPr/>
            </p:nvSpPr>
            <p:spPr>
              <a:xfrm>
                <a:off x="319399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6" name="pg468">
                <a:extLst>
                  <a:ext uri="{FF2B5EF4-FFF2-40B4-BE49-F238E27FC236}">
                    <a16:creationId xmlns:a16="http://schemas.microsoft.com/office/drawing/2014/main" id="{052AA407-1378-9CCC-72A1-5E86A7AB61B7}"/>
                  </a:ext>
                </a:extLst>
              </p:cNvPr>
              <p:cNvSpPr/>
              <p:nvPr/>
            </p:nvSpPr>
            <p:spPr>
              <a:xfrm>
                <a:off x="327542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7" name="pg469">
                <a:extLst>
                  <a:ext uri="{FF2B5EF4-FFF2-40B4-BE49-F238E27FC236}">
                    <a16:creationId xmlns:a16="http://schemas.microsoft.com/office/drawing/2014/main" id="{EB0B007B-B33E-FD3E-7005-460CCEFE89FA}"/>
                  </a:ext>
                </a:extLst>
              </p:cNvPr>
              <p:cNvSpPr/>
              <p:nvPr/>
            </p:nvSpPr>
            <p:spPr>
              <a:xfrm>
                <a:off x="335686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8" name="pg470">
                <a:extLst>
                  <a:ext uri="{FF2B5EF4-FFF2-40B4-BE49-F238E27FC236}">
                    <a16:creationId xmlns:a16="http://schemas.microsoft.com/office/drawing/2014/main" id="{B4D843A3-6057-CB55-3CD3-1ABF127ACCF2}"/>
                  </a:ext>
                </a:extLst>
              </p:cNvPr>
              <p:cNvSpPr/>
              <p:nvPr/>
            </p:nvSpPr>
            <p:spPr>
              <a:xfrm>
                <a:off x="343830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9" name="pg471">
                <a:extLst>
                  <a:ext uri="{FF2B5EF4-FFF2-40B4-BE49-F238E27FC236}">
                    <a16:creationId xmlns:a16="http://schemas.microsoft.com/office/drawing/2014/main" id="{0CC25708-E27C-3097-A7A5-2A14397E13B4}"/>
                  </a:ext>
                </a:extLst>
              </p:cNvPr>
              <p:cNvSpPr/>
              <p:nvPr/>
            </p:nvSpPr>
            <p:spPr>
              <a:xfrm>
                <a:off x="351973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0" name="pg472">
                <a:extLst>
                  <a:ext uri="{FF2B5EF4-FFF2-40B4-BE49-F238E27FC236}">
                    <a16:creationId xmlns:a16="http://schemas.microsoft.com/office/drawing/2014/main" id="{3E196C2E-2AFD-F726-E29D-29D0E36E5A01}"/>
                  </a:ext>
                </a:extLst>
              </p:cNvPr>
              <p:cNvSpPr/>
              <p:nvPr/>
            </p:nvSpPr>
            <p:spPr>
              <a:xfrm>
                <a:off x="360117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1" name="pg473">
                <a:extLst>
                  <a:ext uri="{FF2B5EF4-FFF2-40B4-BE49-F238E27FC236}">
                    <a16:creationId xmlns:a16="http://schemas.microsoft.com/office/drawing/2014/main" id="{BE61C060-CE80-BEAD-65B9-207EFF6335A2}"/>
                  </a:ext>
                </a:extLst>
              </p:cNvPr>
              <p:cNvSpPr/>
              <p:nvPr/>
            </p:nvSpPr>
            <p:spPr>
              <a:xfrm>
                <a:off x="368261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2" name="pg474">
                <a:extLst>
                  <a:ext uri="{FF2B5EF4-FFF2-40B4-BE49-F238E27FC236}">
                    <a16:creationId xmlns:a16="http://schemas.microsoft.com/office/drawing/2014/main" id="{6419FF22-09E2-7B81-CDEB-D0AACE51718F}"/>
                  </a:ext>
                </a:extLst>
              </p:cNvPr>
              <p:cNvSpPr/>
              <p:nvPr/>
            </p:nvSpPr>
            <p:spPr>
              <a:xfrm>
                <a:off x="376405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3" name="pg475">
                <a:extLst>
                  <a:ext uri="{FF2B5EF4-FFF2-40B4-BE49-F238E27FC236}">
                    <a16:creationId xmlns:a16="http://schemas.microsoft.com/office/drawing/2014/main" id="{3D1DB711-7CE5-1104-55F6-7010D97B4545}"/>
                  </a:ext>
                </a:extLst>
              </p:cNvPr>
              <p:cNvSpPr/>
              <p:nvPr/>
            </p:nvSpPr>
            <p:spPr>
              <a:xfrm>
                <a:off x="384548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4" name="pg476">
                <a:extLst>
                  <a:ext uri="{FF2B5EF4-FFF2-40B4-BE49-F238E27FC236}">
                    <a16:creationId xmlns:a16="http://schemas.microsoft.com/office/drawing/2014/main" id="{5D616883-DAE7-02B9-B918-F55FDB15B256}"/>
                  </a:ext>
                </a:extLst>
              </p:cNvPr>
              <p:cNvSpPr/>
              <p:nvPr/>
            </p:nvSpPr>
            <p:spPr>
              <a:xfrm>
                <a:off x="392692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5" name="pg477">
                <a:extLst>
                  <a:ext uri="{FF2B5EF4-FFF2-40B4-BE49-F238E27FC236}">
                    <a16:creationId xmlns:a16="http://schemas.microsoft.com/office/drawing/2014/main" id="{F120DD7D-9633-8EC6-F182-F6F336B0CE31}"/>
                  </a:ext>
                </a:extLst>
              </p:cNvPr>
              <p:cNvSpPr/>
              <p:nvPr/>
            </p:nvSpPr>
            <p:spPr>
              <a:xfrm>
                <a:off x="400836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6" name="pg478">
                <a:extLst>
                  <a:ext uri="{FF2B5EF4-FFF2-40B4-BE49-F238E27FC236}">
                    <a16:creationId xmlns:a16="http://schemas.microsoft.com/office/drawing/2014/main" id="{73A8B8DF-7B91-BFE4-9652-4A970B5746C9}"/>
                  </a:ext>
                </a:extLst>
              </p:cNvPr>
              <p:cNvSpPr/>
              <p:nvPr/>
            </p:nvSpPr>
            <p:spPr>
              <a:xfrm>
                <a:off x="408979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7" name="pg479">
                <a:extLst>
                  <a:ext uri="{FF2B5EF4-FFF2-40B4-BE49-F238E27FC236}">
                    <a16:creationId xmlns:a16="http://schemas.microsoft.com/office/drawing/2014/main" id="{02590C05-C0B3-E57F-F54A-9B93B877834F}"/>
                  </a:ext>
                </a:extLst>
              </p:cNvPr>
              <p:cNvSpPr/>
              <p:nvPr/>
            </p:nvSpPr>
            <p:spPr>
              <a:xfrm>
                <a:off x="417123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8" name="pg480">
                <a:extLst>
                  <a:ext uri="{FF2B5EF4-FFF2-40B4-BE49-F238E27FC236}">
                    <a16:creationId xmlns:a16="http://schemas.microsoft.com/office/drawing/2014/main" id="{0A3FE4DB-9212-F11C-3D8E-A353A70691A0}"/>
                  </a:ext>
                </a:extLst>
              </p:cNvPr>
              <p:cNvSpPr/>
              <p:nvPr/>
            </p:nvSpPr>
            <p:spPr>
              <a:xfrm>
                <a:off x="425267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9" name="pg481">
                <a:extLst>
                  <a:ext uri="{FF2B5EF4-FFF2-40B4-BE49-F238E27FC236}">
                    <a16:creationId xmlns:a16="http://schemas.microsoft.com/office/drawing/2014/main" id="{93A3C46D-B039-6520-D049-BBDABDB40C28}"/>
                  </a:ext>
                </a:extLst>
              </p:cNvPr>
              <p:cNvSpPr/>
              <p:nvPr/>
            </p:nvSpPr>
            <p:spPr>
              <a:xfrm>
                <a:off x="278680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0" name="pg482">
                <a:extLst>
                  <a:ext uri="{FF2B5EF4-FFF2-40B4-BE49-F238E27FC236}">
                    <a16:creationId xmlns:a16="http://schemas.microsoft.com/office/drawing/2014/main" id="{AC6EFAEB-7249-FFE6-5E32-D4D8320EE018}"/>
                  </a:ext>
                </a:extLst>
              </p:cNvPr>
              <p:cNvSpPr/>
              <p:nvPr/>
            </p:nvSpPr>
            <p:spPr>
              <a:xfrm>
                <a:off x="286824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1" name="pg483">
                <a:extLst>
                  <a:ext uri="{FF2B5EF4-FFF2-40B4-BE49-F238E27FC236}">
                    <a16:creationId xmlns:a16="http://schemas.microsoft.com/office/drawing/2014/main" id="{F2876EEB-E8F2-9A60-CC0F-84900A1C0473}"/>
                  </a:ext>
                </a:extLst>
              </p:cNvPr>
              <p:cNvSpPr/>
              <p:nvPr/>
            </p:nvSpPr>
            <p:spPr>
              <a:xfrm>
                <a:off x="294967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2" name="pg484">
                <a:extLst>
                  <a:ext uri="{FF2B5EF4-FFF2-40B4-BE49-F238E27FC236}">
                    <a16:creationId xmlns:a16="http://schemas.microsoft.com/office/drawing/2014/main" id="{5F5847C1-733F-F401-5B12-997ECB5CC23D}"/>
                  </a:ext>
                </a:extLst>
              </p:cNvPr>
              <p:cNvSpPr/>
              <p:nvPr/>
            </p:nvSpPr>
            <p:spPr>
              <a:xfrm>
                <a:off x="303111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3" name="pg485">
                <a:extLst>
                  <a:ext uri="{FF2B5EF4-FFF2-40B4-BE49-F238E27FC236}">
                    <a16:creationId xmlns:a16="http://schemas.microsoft.com/office/drawing/2014/main" id="{055F4FF2-4382-10B9-836E-52CBD43863E8}"/>
                  </a:ext>
                </a:extLst>
              </p:cNvPr>
              <p:cNvSpPr/>
              <p:nvPr/>
            </p:nvSpPr>
            <p:spPr>
              <a:xfrm>
                <a:off x="311255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4" name="pg486">
                <a:extLst>
                  <a:ext uri="{FF2B5EF4-FFF2-40B4-BE49-F238E27FC236}">
                    <a16:creationId xmlns:a16="http://schemas.microsoft.com/office/drawing/2014/main" id="{F5456904-1581-166C-32DE-A58794AC82EC}"/>
                  </a:ext>
                </a:extLst>
              </p:cNvPr>
              <p:cNvSpPr/>
              <p:nvPr/>
            </p:nvSpPr>
            <p:spPr>
              <a:xfrm>
                <a:off x="319399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5" name="pg487">
                <a:extLst>
                  <a:ext uri="{FF2B5EF4-FFF2-40B4-BE49-F238E27FC236}">
                    <a16:creationId xmlns:a16="http://schemas.microsoft.com/office/drawing/2014/main" id="{3C1A21F8-FB72-CFA2-147B-D891D73779C9}"/>
                  </a:ext>
                </a:extLst>
              </p:cNvPr>
              <p:cNvSpPr/>
              <p:nvPr/>
            </p:nvSpPr>
            <p:spPr>
              <a:xfrm>
                <a:off x="327542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6" name="pg488">
                <a:extLst>
                  <a:ext uri="{FF2B5EF4-FFF2-40B4-BE49-F238E27FC236}">
                    <a16:creationId xmlns:a16="http://schemas.microsoft.com/office/drawing/2014/main" id="{17FDA581-A10B-5DA1-E057-515876A616A7}"/>
                  </a:ext>
                </a:extLst>
              </p:cNvPr>
              <p:cNvSpPr/>
              <p:nvPr/>
            </p:nvSpPr>
            <p:spPr>
              <a:xfrm>
                <a:off x="335686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7" name="pg489">
                <a:extLst>
                  <a:ext uri="{FF2B5EF4-FFF2-40B4-BE49-F238E27FC236}">
                    <a16:creationId xmlns:a16="http://schemas.microsoft.com/office/drawing/2014/main" id="{5F0F9692-A45F-A9BB-9534-83290248C49E}"/>
                  </a:ext>
                </a:extLst>
              </p:cNvPr>
              <p:cNvSpPr/>
              <p:nvPr/>
            </p:nvSpPr>
            <p:spPr>
              <a:xfrm>
                <a:off x="343830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8" name="pg490">
                <a:extLst>
                  <a:ext uri="{FF2B5EF4-FFF2-40B4-BE49-F238E27FC236}">
                    <a16:creationId xmlns:a16="http://schemas.microsoft.com/office/drawing/2014/main" id="{4DB503B0-EE79-288E-E957-9DA59241AB67}"/>
                  </a:ext>
                </a:extLst>
              </p:cNvPr>
              <p:cNvSpPr/>
              <p:nvPr/>
            </p:nvSpPr>
            <p:spPr>
              <a:xfrm>
                <a:off x="351973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9" name="pg491">
                <a:extLst>
                  <a:ext uri="{FF2B5EF4-FFF2-40B4-BE49-F238E27FC236}">
                    <a16:creationId xmlns:a16="http://schemas.microsoft.com/office/drawing/2014/main" id="{E041EC03-C8D6-2376-C72D-25F2B6BB2A33}"/>
                  </a:ext>
                </a:extLst>
              </p:cNvPr>
              <p:cNvSpPr/>
              <p:nvPr/>
            </p:nvSpPr>
            <p:spPr>
              <a:xfrm>
                <a:off x="360117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0" name="pg492">
                <a:extLst>
                  <a:ext uri="{FF2B5EF4-FFF2-40B4-BE49-F238E27FC236}">
                    <a16:creationId xmlns:a16="http://schemas.microsoft.com/office/drawing/2014/main" id="{F8EA944E-77AA-19DD-881F-7400E5A80727}"/>
                  </a:ext>
                </a:extLst>
              </p:cNvPr>
              <p:cNvSpPr/>
              <p:nvPr/>
            </p:nvSpPr>
            <p:spPr>
              <a:xfrm>
                <a:off x="368261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1" name="pg493">
                <a:extLst>
                  <a:ext uri="{FF2B5EF4-FFF2-40B4-BE49-F238E27FC236}">
                    <a16:creationId xmlns:a16="http://schemas.microsoft.com/office/drawing/2014/main" id="{453D5188-828F-35D1-BFBF-9215F7A254E7}"/>
                  </a:ext>
                </a:extLst>
              </p:cNvPr>
              <p:cNvSpPr/>
              <p:nvPr/>
            </p:nvSpPr>
            <p:spPr>
              <a:xfrm>
                <a:off x="376405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2" name="pg494">
                <a:extLst>
                  <a:ext uri="{FF2B5EF4-FFF2-40B4-BE49-F238E27FC236}">
                    <a16:creationId xmlns:a16="http://schemas.microsoft.com/office/drawing/2014/main" id="{973DCC17-563A-F244-B0AD-B6C1B3CA9953}"/>
                  </a:ext>
                </a:extLst>
              </p:cNvPr>
              <p:cNvSpPr/>
              <p:nvPr/>
            </p:nvSpPr>
            <p:spPr>
              <a:xfrm>
                <a:off x="384548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3" name="pg495">
                <a:extLst>
                  <a:ext uri="{FF2B5EF4-FFF2-40B4-BE49-F238E27FC236}">
                    <a16:creationId xmlns:a16="http://schemas.microsoft.com/office/drawing/2014/main" id="{BD48ED3A-7551-1D23-CC59-E4D05FD225E6}"/>
                  </a:ext>
                </a:extLst>
              </p:cNvPr>
              <p:cNvSpPr/>
              <p:nvPr/>
            </p:nvSpPr>
            <p:spPr>
              <a:xfrm>
                <a:off x="392692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4" name="pg496">
                <a:extLst>
                  <a:ext uri="{FF2B5EF4-FFF2-40B4-BE49-F238E27FC236}">
                    <a16:creationId xmlns:a16="http://schemas.microsoft.com/office/drawing/2014/main" id="{D6E6DDF3-E292-2000-06E0-8F55099838C1}"/>
                  </a:ext>
                </a:extLst>
              </p:cNvPr>
              <p:cNvSpPr/>
              <p:nvPr/>
            </p:nvSpPr>
            <p:spPr>
              <a:xfrm>
                <a:off x="400836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5" name="pg497">
                <a:extLst>
                  <a:ext uri="{FF2B5EF4-FFF2-40B4-BE49-F238E27FC236}">
                    <a16:creationId xmlns:a16="http://schemas.microsoft.com/office/drawing/2014/main" id="{654BFDEA-F7AA-6311-424E-46C8FDBC82D8}"/>
                  </a:ext>
                </a:extLst>
              </p:cNvPr>
              <p:cNvSpPr/>
              <p:nvPr/>
            </p:nvSpPr>
            <p:spPr>
              <a:xfrm>
                <a:off x="408979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6" name="pg498">
                <a:extLst>
                  <a:ext uri="{FF2B5EF4-FFF2-40B4-BE49-F238E27FC236}">
                    <a16:creationId xmlns:a16="http://schemas.microsoft.com/office/drawing/2014/main" id="{7BF008B4-D684-351D-B548-2E0CCE244696}"/>
                  </a:ext>
                </a:extLst>
              </p:cNvPr>
              <p:cNvSpPr/>
              <p:nvPr/>
            </p:nvSpPr>
            <p:spPr>
              <a:xfrm>
                <a:off x="417123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7" name="pg499">
                <a:extLst>
                  <a:ext uri="{FF2B5EF4-FFF2-40B4-BE49-F238E27FC236}">
                    <a16:creationId xmlns:a16="http://schemas.microsoft.com/office/drawing/2014/main" id="{105FE0C2-8583-A6D6-477D-A78B00C334BD}"/>
                  </a:ext>
                </a:extLst>
              </p:cNvPr>
              <p:cNvSpPr/>
              <p:nvPr/>
            </p:nvSpPr>
            <p:spPr>
              <a:xfrm>
                <a:off x="425267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8" name="pg500">
                <a:extLst>
                  <a:ext uri="{FF2B5EF4-FFF2-40B4-BE49-F238E27FC236}">
                    <a16:creationId xmlns:a16="http://schemas.microsoft.com/office/drawing/2014/main" id="{D6A5D05C-B381-820C-96E6-91A974ED4146}"/>
                  </a:ext>
                </a:extLst>
              </p:cNvPr>
              <p:cNvSpPr/>
              <p:nvPr/>
            </p:nvSpPr>
            <p:spPr>
              <a:xfrm>
                <a:off x="278680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9" name="pg501">
                <a:extLst>
                  <a:ext uri="{FF2B5EF4-FFF2-40B4-BE49-F238E27FC236}">
                    <a16:creationId xmlns:a16="http://schemas.microsoft.com/office/drawing/2014/main" id="{4E8EDCCF-D087-A2EC-05D5-E48E709A4025}"/>
                  </a:ext>
                </a:extLst>
              </p:cNvPr>
              <p:cNvSpPr/>
              <p:nvPr/>
            </p:nvSpPr>
            <p:spPr>
              <a:xfrm>
                <a:off x="286824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0" name="pg502">
                <a:extLst>
                  <a:ext uri="{FF2B5EF4-FFF2-40B4-BE49-F238E27FC236}">
                    <a16:creationId xmlns:a16="http://schemas.microsoft.com/office/drawing/2014/main" id="{AE37D8EE-1560-35A5-F9D1-818A623B86A2}"/>
                  </a:ext>
                </a:extLst>
              </p:cNvPr>
              <p:cNvSpPr/>
              <p:nvPr/>
            </p:nvSpPr>
            <p:spPr>
              <a:xfrm>
                <a:off x="294967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1" name="pg503">
                <a:extLst>
                  <a:ext uri="{FF2B5EF4-FFF2-40B4-BE49-F238E27FC236}">
                    <a16:creationId xmlns:a16="http://schemas.microsoft.com/office/drawing/2014/main" id="{23BF62C9-3E07-179D-740C-D01F49BA0A1B}"/>
                  </a:ext>
                </a:extLst>
              </p:cNvPr>
              <p:cNvSpPr/>
              <p:nvPr/>
            </p:nvSpPr>
            <p:spPr>
              <a:xfrm>
                <a:off x="303111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2" name="pg504">
                <a:extLst>
                  <a:ext uri="{FF2B5EF4-FFF2-40B4-BE49-F238E27FC236}">
                    <a16:creationId xmlns:a16="http://schemas.microsoft.com/office/drawing/2014/main" id="{1FE89A57-AD11-3067-9880-5231595058DE}"/>
                  </a:ext>
                </a:extLst>
              </p:cNvPr>
              <p:cNvSpPr/>
              <p:nvPr/>
            </p:nvSpPr>
            <p:spPr>
              <a:xfrm>
                <a:off x="311255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3" name="pg505">
                <a:extLst>
                  <a:ext uri="{FF2B5EF4-FFF2-40B4-BE49-F238E27FC236}">
                    <a16:creationId xmlns:a16="http://schemas.microsoft.com/office/drawing/2014/main" id="{94AE94F5-7E4D-E787-AA32-28A701688D17}"/>
                  </a:ext>
                </a:extLst>
              </p:cNvPr>
              <p:cNvSpPr/>
              <p:nvPr/>
            </p:nvSpPr>
            <p:spPr>
              <a:xfrm>
                <a:off x="319399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4" name="pg506">
                <a:extLst>
                  <a:ext uri="{FF2B5EF4-FFF2-40B4-BE49-F238E27FC236}">
                    <a16:creationId xmlns:a16="http://schemas.microsoft.com/office/drawing/2014/main" id="{E75A7974-5964-CD1B-4A97-7C280F5C3727}"/>
                  </a:ext>
                </a:extLst>
              </p:cNvPr>
              <p:cNvSpPr/>
              <p:nvPr/>
            </p:nvSpPr>
            <p:spPr>
              <a:xfrm>
                <a:off x="327542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5" name="pg507">
                <a:extLst>
                  <a:ext uri="{FF2B5EF4-FFF2-40B4-BE49-F238E27FC236}">
                    <a16:creationId xmlns:a16="http://schemas.microsoft.com/office/drawing/2014/main" id="{6ACDDE7F-BAFE-F8C2-E1FB-E17AD5106AC6}"/>
                  </a:ext>
                </a:extLst>
              </p:cNvPr>
              <p:cNvSpPr/>
              <p:nvPr/>
            </p:nvSpPr>
            <p:spPr>
              <a:xfrm>
                <a:off x="335686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6" name="pg508">
                <a:extLst>
                  <a:ext uri="{FF2B5EF4-FFF2-40B4-BE49-F238E27FC236}">
                    <a16:creationId xmlns:a16="http://schemas.microsoft.com/office/drawing/2014/main" id="{B96F353E-5F48-F52C-D25A-8069AB92F7D4}"/>
                  </a:ext>
                </a:extLst>
              </p:cNvPr>
              <p:cNvSpPr/>
              <p:nvPr/>
            </p:nvSpPr>
            <p:spPr>
              <a:xfrm>
                <a:off x="343830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7" name="pg509">
                <a:extLst>
                  <a:ext uri="{FF2B5EF4-FFF2-40B4-BE49-F238E27FC236}">
                    <a16:creationId xmlns:a16="http://schemas.microsoft.com/office/drawing/2014/main" id="{3E90894D-8562-F18A-5B7F-3D1498789951}"/>
                  </a:ext>
                </a:extLst>
              </p:cNvPr>
              <p:cNvSpPr/>
              <p:nvPr/>
            </p:nvSpPr>
            <p:spPr>
              <a:xfrm>
                <a:off x="351973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8" name="pg510">
                <a:extLst>
                  <a:ext uri="{FF2B5EF4-FFF2-40B4-BE49-F238E27FC236}">
                    <a16:creationId xmlns:a16="http://schemas.microsoft.com/office/drawing/2014/main" id="{40819550-1FF6-CA04-DD14-5083DF2FEAA8}"/>
                  </a:ext>
                </a:extLst>
              </p:cNvPr>
              <p:cNvSpPr/>
              <p:nvPr/>
            </p:nvSpPr>
            <p:spPr>
              <a:xfrm>
                <a:off x="360117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9" name="pg511">
                <a:extLst>
                  <a:ext uri="{FF2B5EF4-FFF2-40B4-BE49-F238E27FC236}">
                    <a16:creationId xmlns:a16="http://schemas.microsoft.com/office/drawing/2014/main" id="{77D2EA08-E66B-0012-E425-53B7587C6986}"/>
                  </a:ext>
                </a:extLst>
              </p:cNvPr>
              <p:cNvSpPr/>
              <p:nvPr/>
            </p:nvSpPr>
            <p:spPr>
              <a:xfrm>
                <a:off x="368261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0" name="pg512">
                <a:extLst>
                  <a:ext uri="{FF2B5EF4-FFF2-40B4-BE49-F238E27FC236}">
                    <a16:creationId xmlns:a16="http://schemas.microsoft.com/office/drawing/2014/main" id="{C47FFCCE-46F8-DBC6-70A1-9F70C3DF7BB6}"/>
                  </a:ext>
                </a:extLst>
              </p:cNvPr>
              <p:cNvSpPr/>
              <p:nvPr/>
            </p:nvSpPr>
            <p:spPr>
              <a:xfrm>
                <a:off x="376405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1" name="pg513">
                <a:extLst>
                  <a:ext uri="{FF2B5EF4-FFF2-40B4-BE49-F238E27FC236}">
                    <a16:creationId xmlns:a16="http://schemas.microsoft.com/office/drawing/2014/main" id="{B4DAED05-4B18-09E6-C50E-8C542AE8AC86}"/>
                  </a:ext>
                </a:extLst>
              </p:cNvPr>
              <p:cNvSpPr/>
              <p:nvPr/>
            </p:nvSpPr>
            <p:spPr>
              <a:xfrm>
                <a:off x="384548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2" name="pg514">
                <a:extLst>
                  <a:ext uri="{FF2B5EF4-FFF2-40B4-BE49-F238E27FC236}">
                    <a16:creationId xmlns:a16="http://schemas.microsoft.com/office/drawing/2014/main" id="{5E72D962-2BD3-3FEF-6940-A47B1664FC2F}"/>
                  </a:ext>
                </a:extLst>
              </p:cNvPr>
              <p:cNvSpPr/>
              <p:nvPr/>
            </p:nvSpPr>
            <p:spPr>
              <a:xfrm>
                <a:off x="392692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3" name="pg515">
                <a:extLst>
                  <a:ext uri="{FF2B5EF4-FFF2-40B4-BE49-F238E27FC236}">
                    <a16:creationId xmlns:a16="http://schemas.microsoft.com/office/drawing/2014/main" id="{3B316540-ED5F-464D-F318-294DEB8EC73C}"/>
                  </a:ext>
                </a:extLst>
              </p:cNvPr>
              <p:cNvSpPr/>
              <p:nvPr/>
            </p:nvSpPr>
            <p:spPr>
              <a:xfrm>
                <a:off x="400836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4" name="pg516">
                <a:extLst>
                  <a:ext uri="{FF2B5EF4-FFF2-40B4-BE49-F238E27FC236}">
                    <a16:creationId xmlns:a16="http://schemas.microsoft.com/office/drawing/2014/main" id="{CC9BA1EC-5E8D-742D-C2B1-FDE096D3F3BD}"/>
                  </a:ext>
                </a:extLst>
              </p:cNvPr>
              <p:cNvSpPr/>
              <p:nvPr/>
            </p:nvSpPr>
            <p:spPr>
              <a:xfrm>
                <a:off x="408979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5" name="pg517">
                <a:extLst>
                  <a:ext uri="{FF2B5EF4-FFF2-40B4-BE49-F238E27FC236}">
                    <a16:creationId xmlns:a16="http://schemas.microsoft.com/office/drawing/2014/main" id="{F885A681-B260-6562-B772-FC099D4D296A}"/>
                  </a:ext>
                </a:extLst>
              </p:cNvPr>
              <p:cNvSpPr/>
              <p:nvPr/>
            </p:nvSpPr>
            <p:spPr>
              <a:xfrm>
                <a:off x="417123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6" name="pg518">
                <a:extLst>
                  <a:ext uri="{FF2B5EF4-FFF2-40B4-BE49-F238E27FC236}">
                    <a16:creationId xmlns:a16="http://schemas.microsoft.com/office/drawing/2014/main" id="{9AF59FE0-00B8-8057-8067-6CF52968E255}"/>
                  </a:ext>
                </a:extLst>
              </p:cNvPr>
              <p:cNvSpPr/>
              <p:nvPr/>
            </p:nvSpPr>
            <p:spPr>
              <a:xfrm>
                <a:off x="278680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7" name="pg519">
                <a:extLst>
                  <a:ext uri="{FF2B5EF4-FFF2-40B4-BE49-F238E27FC236}">
                    <a16:creationId xmlns:a16="http://schemas.microsoft.com/office/drawing/2014/main" id="{05683438-C65D-E68C-10B7-27203BB7D7F1}"/>
                  </a:ext>
                </a:extLst>
              </p:cNvPr>
              <p:cNvSpPr/>
              <p:nvPr/>
            </p:nvSpPr>
            <p:spPr>
              <a:xfrm>
                <a:off x="286824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8" name="pg520">
                <a:extLst>
                  <a:ext uri="{FF2B5EF4-FFF2-40B4-BE49-F238E27FC236}">
                    <a16:creationId xmlns:a16="http://schemas.microsoft.com/office/drawing/2014/main" id="{8FCCD1F4-42BE-C18A-7D7C-23BE548F7A75}"/>
                  </a:ext>
                </a:extLst>
              </p:cNvPr>
              <p:cNvSpPr/>
              <p:nvPr/>
            </p:nvSpPr>
            <p:spPr>
              <a:xfrm>
                <a:off x="294967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9" name="pg521">
                <a:extLst>
                  <a:ext uri="{FF2B5EF4-FFF2-40B4-BE49-F238E27FC236}">
                    <a16:creationId xmlns:a16="http://schemas.microsoft.com/office/drawing/2014/main" id="{7C7054B4-1BD8-B433-116A-BFAF48C34CA1}"/>
                  </a:ext>
                </a:extLst>
              </p:cNvPr>
              <p:cNvSpPr/>
              <p:nvPr/>
            </p:nvSpPr>
            <p:spPr>
              <a:xfrm>
                <a:off x="303111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0" name="pg522">
                <a:extLst>
                  <a:ext uri="{FF2B5EF4-FFF2-40B4-BE49-F238E27FC236}">
                    <a16:creationId xmlns:a16="http://schemas.microsoft.com/office/drawing/2014/main" id="{355462AA-27A5-A853-113D-DC176AECE73A}"/>
                  </a:ext>
                </a:extLst>
              </p:cNvPr>
              <p:cNvSpPr/>
              <p:nvPr/>
            </p:nvSpPr>
            <p:spPr>
              <a:xfrm>
                <a:off x="311255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1" name="pg523">
                <a:extLst>
                  <a:ext uri="{FF2B5EF4-FFF2-40B4-BE49-F238E27FC236}">
                    <a16:creationId xmlns:a16="http://schemas.microsoft.com/office/drawing/2014/main" id="{C442A7B1-54AE-1AF0-932C-B416FFFBBEAC}"/>
                  </a:ext>
                </a:extLst>
              </p:cNvPr>
              <p:cNvSpPr/>
              <p:nvPr/>
            </p:nvSpPr>
            <p:spPr>
              <a:xfrm>
                <a:off x="319399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2" name="pg524">
                <a:extLst>
                  <a:ext uri="{FF2B5EF4-FFF2-40B4-BE49-F238E27FC236}">
                    <a16:creationId xmlns:a16="http://schemas.microsoft.com/office/drawing/2014/main" id="{9F375D3E-B86F-F3B0-D53C-22CEE096EF4C}"/>
                  </a:ext>
                </a:extLst>
              </p:cNvPr>
              <p:cNvSpPr/>
              <p:nvPr/>
            </p:nvSpPr>
            <p:spPr>
              <a:xfrm>
                <a:off x="327542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3" name="pg525">
                <a:extLst>
                  <a:ext uri="{FF2B5EF4-FFF2-40B4-BE49-F238E27FC236}">
                    <a16:creationId xmlns:a16="http://schemas.microsoft.com/office/drawing/2014/main" id="{23172812-65E2-CEB8-6B7B-F1599236122C}"/>
                  </a:ext>
                </a:extLst>
              </p:cNvPr>
              <p:cNvSpPr/>
              <p:nvPr/>
            </p:nvSpPr>
            <p:spPr>
              <a:xfrm>
                <a:off x="335686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4" name="pg526">
                <a:extLst>
                  <a:ext uri="{FF2B5EF4-FFF2-40B4-BE49-F238E27FC236}">
                    <a16:creationId xmlns:a16="http://schemas.microsoft.com/office/drawing/2014/main" id="{6A6B4E70-C4A4-1696-E91A-782D56465190}"/>
                  </a:ext>
                </a:extLst>
              </p:cNvPr>
              <p:cNvSpPr/>
              <p:nvPr/>
            </p:nvSpPr>
            <p:spPr>
              <a:xfrm>
                <a:off x="343830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5" name="pg527">
                <a:extLst>
                  <a:ext uri="{FF2B5EF4-FFF2-40B4-BE49-F238E27FC236}">
                    <a16:creationId xmlns:a16="http://schemas.microsoft.com/office/drawing/2014/main" id="{199CFBD3-D2A1-B055-15FB-EEE9BFC9BAB6}"/>
                  </a:ext>
                </a:extLst>
              </p:cNvPr>
              <p:cNvSpPr/>
              <p:nvPr/>
            </p:nvSpPr>
            <p:spPr>
              <a:xfrm>
                <a:off x="351973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6" name="pg528">
                <a:extLst>
                  <a:ext uri="{FF2B5EF4-FFF2-40B4-BE49-F238E27FC236}">
                    <a16:creationId xmlns:a16="http://schemas.microsoft.com/office/drawing/2014/main" id="{E8704B80-0FE8-8F8A-1890-615C66AE61BD}"/>
                  </a:ext>
                </a:extLst>
              </p:cNvPr>
              <p:cNvSpPr/>
              <p:nvPr/>
            </p:nvSpPr>
            <p:spPr>
              <a:xfrm>
                <a:off x="360117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7" name="pg529">
                <a:extLst>
                  <a:ext uri="{FF2B5EF4-FFF2-40B4-BE49-F238E27FC236}">
                    <a16:creationId xmlns:a16="http://schemas.microsoft.com/office/drawing/2014/main" id="{2C5477CE-D50E-34E3-654F-148219C499DF}"/>
                  </a:ext>
                </a:extLst>
              </p:cNvPr>
              <p:cNvSpPr/>
              <p:nvPr/>
            </p:nvSpPr>
            <p:spPr>
              <a:xfrm>
                <a:off x="368261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8" name="pg530">
                <a:extLst>
                  <a:ext uri="{FF2B5EF4-FFF2-40B4-BE49-F238E27FC236}">
                    <a16:creationId xmlns:a16="http://schemas.microsoft.com/office/drawing/2014/main" id="{B359C505-8109-C6FB-043F-21FA5E6A8167}"/>
                  </a:ext>
                </a:extLst>
              </p:cNvPr>
              <p:cNvSpPr/>
              <p:nvPr/>
            </p:nvSpPr>
            <p:spPr>
              <a:xfrm>
                <a:off x="376405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9" name="pg531">
                <a:extLst>
                  <a:ext uri="{FF2B5EF4-FFF2-40B4-BE49-F238E27FC236}">
                    <a16:creationId xmlns:a16="http://schemas.microsoft.com/office/drawing/2014/main" id="{23FA552E-640A-AC09-808B-5EF89EA62C3E}"/>
                  </a:ext>
                </a:extLst>
              </p:cNvPr>
              <p:cNvSpPr/>
              <p:nvPr/>
            </p:nvSpPr>
            <p:spPr>
              <a:xfrm>
                <a:off x="384548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0" name="pg532">
                <a:extLst>
                  <a:ext uri="{FF2B5EF4-FFF2-40B4-BE49-F238E27FC236}">
                    <a16:creationId xmlns:a16="http://schemas.microsoft.com/office/drawing/2014/main" id="{D920C4F2-577F-1C25-B73C-D051467CF865}"/>
                  </a:ext>
                </a:extLst>
              </p:cNvPr>
              <p:cNvSpPr/>
              <p:nvPr/>
            </p:nvSpPr>
            <p:spPr>
              <a:xfrm>
                <a:off x="392692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1" name="pg533">
                <a:extLst>
                  <a:ext uri="{FF2B5EF4-FFF2-40B4-BE49-F238E27FC236}">
                    <a16:creationId xmlns:a16="http://schemas.microsoft.com/office/drawing/2014/main" id="{31731F98-56E5-BF01-550A-F6E12955D732}"/>
                  </a:ext>
                </a:extLst>
              </p:cNvPr>
              <p:cNvSpPr/>
              <p:nvPr/>
            </p:nvSpPr>
            <p:spPr>
              <a:xfrm>
                <a:off x="400836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2" name="pg534">
                <a:extLst>
                  <a:ext uri="{FF2B5EF4-FFF2-40B4-BE49-F238E27FC236}">
                    <a16:creationId xmlns:a16="http://schemas.microsoft.com/office/drawing/2014/main" id="{23E5BBD8-581B-A703-0AED-91A5EB7D1068}"/>
                  </a:ext>
                </a:extLst>
              </p:cNvPr>
              <p:cNvSpPr/>
              <p:nvPr/>
            </p:nvSpPr>
            <p:spPr>
              <a:xfrm>
                <a:off x="408979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3" name="pg535">
                <a:extLst>
                  <a:ext uri="{FF2B5EF4-FFF2-40B4-BE49-F238E27FC236}">
                    <a16:creationId xmlns:a16="http://schemas.microsoft.com/office/drawing/2014/main" id="{EE8C77A4-FDE0-DA8F-F9BD-C21EA5EC023E}"/>
                  </a:ext>
                </a:extLst>
              </p:cNvPr>
              <p:cNvSpPr/>
              <p:nvPr/>
            </p:nvSpPr>
            <p:spPr>
              <a:xfrm>
                <a:off x="286824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4" name="pg536">
                <a:extLst>
                  <a:ext uri="{FF2B5EF4-FFF2-40B4-BE49-F238E27FC236}">
                    <a16:creationId xmlns:a16="http://schemas.microsoft.com/office/drawing/2014/main" id="{DEF54C1B-B2FA-DF23-2363-747E19CBACAA}"/>
                  </a:ext>
                </a:extLst>
              </p:cNvPr>
              <p:cNvSpPr/>
              <p:nvPr/>
            </p:nvSpPr>
            <p:spPr>
              <a:xfrm>
                <a:off x="294967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5" name="pg537">
                <a:extLst>
                  <a:ext uri="{FF2B5EF4-FFF2-40B4-BE49-F238E27FC236}">
                    <a16:creationId xmlns:a16="http://schemas.microsoft.com/office/drawing/2014/main" id="{02F5FE44-AD92-EF62-4B60-760DB66B4631}"/>
                  </a:ext>
                </a:extLst>
              </p:cNvPr>
              <p:cNvSpPr/>
              <p:nvPr/>
            </p:nvSpPr>
            <p:spPr>
              <a:xfrm>
                <a:off x="303111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6" name="pg538">
                <a:extLst>
                  <a:ext uri="{FF2B5EF4-FFF2-40B4-BE49-F238E27FC236}">
                    <a16:creationId xmlns:a16="http://schemas.microsoft.com/office/drawing/2014/main" id="{91CD04B2-B95A-7EBD-8DE4-8F0118042F52}"/>
                  </a:ext>
                </a:extLst>
              </p:cNvPr>
              <p:cNvSpPr/>
              <p:nvPr/>
            </p:nvSpPr>
            <p:spPr>
              <a:xfrm>
                <a:off x="311255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7" name="pg539">
                <a:extLst>
                  <a:ext uri="{FF2B5EF4-FFF2-40B4-BE49-F238E27FC236}">
                    <a16:creationId xmlns:a16="http://schemas.microsoft.com/office/drawing/2014/main" id="{AAA6E09D-E8FD-C35E-55F0-C110B9EE51C4}"/>
                  </a:ext>
                </a:extLst>
              </p:cNvPr>
              <p:cNvSpPr/>
              <p:nvPr/>
            </p:nvSpPr>
            <p:spPr>
              <a:xfrm>
                <a:off x="319399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8" name="pg540">
                <a:extLst>
                  <a:ext uri="{FF2B5EF4-FFF2-40B4-BE49-F238E27FC236}">
                    <a16:creationId xmlns:a16="http://schemas.microsoft.com/office/drawing/2014/main" id="{FC17B0C8-A42C-57F4-B56D-2DE326C426DA}"/>
                  </a:ext>
                </a:extLst>
              </p:cNvPr>
              <p:cNvSpPr/>
              <p:nvPr/>
            </p:nvSpPr>
            <p:spPr>
              <a:xfrm>
                <a:off x="327542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9" name="pg541">
                <a:extLst>
                  <a:ext uri="{FF2B5EF4-FFF2-40B4-BE49-F238E27FC236}">
                    <a16:creationId xmlns:a16="http://schemas.microsoft.com/office/drawing/2014/main" id="{FD291D81-2887-BE9D-499B-425E87EF59A1}"/>
                  </a:ext>
                </a:extLst>
              </p:cNvPr>
              <p:cNvSpPr/>
              <p:nvPr/>
            </p:nvSpPr>
            <p:spPr>
              <a:xfrm>
                <a:off x="335686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0" name="pg542">
                <a:extLst>
                  <a:ext uri="{FF2B5EF4-FFF2-40B4-BE49-F238E27FC236}">
                    <a16:creationId xmlns:a16="http://schemas.microsoft.com/office/drawing/2014/main" id="{1103D365-8009-6ED8-D3B8-159AE5D823BB}"/>
                  </a:ext>
                </a:extLst>
              </p:cNvPr>
              <p:cNvSpPr/>
              <p:nvPr/>
            </p:nvSpPr>
            <p:spPr>
              <a:xfrm>
                <a:off x="343830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1" name="pg543">
                <a:extLst>
                  <a:ext uri="{FF2B5EF4-FFF2-40B4-BE49-F238E27FC236}">
                    <a16:creationId xmlns:a16="http://schemas.microsoft.com/office/drawing/2014/main" id="{7B0920D5-2C67-CCC9-9A87-56F12A5211FD}"/>
                  </a:ext>
                </a:extLst>
              </p:cNvPr>
              <p:cNvSpPr/>
              <p:nvPr/>
            </p:nvSpPr>
            <p:spPr>
              <a:xfrm>
                <a:off x="351973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2" name="pg544">
                <a:extLst>
                  <a:ext uri="{FF2B5EF4-FFF2-40B4-BE49-F238E27FC236}">
                    <a16:creationId xmlns:a16="http://schemas.microsoft.com/office/drawing/2014/main" id="{B3CD5DDD-D160-1C6A-8346-2FAEF13E73B0}"/>
                  </a:ext>
                </a:extLst>
              </p:cNvPr>
              <p:cNvSpPr/>
              <p:nvPr/>
            </p:nvSpPr>
            <p:spPr>
              <a:xfrm>
                <a:off x="360117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3" name="pg545">
                <a:extLst>
                  <a:ext uri="{FF2B5EF4-FFF2-40B4-BE49-F238E27FC236}">
                    <a16:creationId xmlns:a16="http://schemas.microsoft.com/office/drawing/2014/main" id="{22B4B777-C5C5-5B92-F600-FACCEF84BC4C}"/>
                  </a:ext>
                </a:extLst>
              </p:cNvPr>
              <p:cNvSpPr/>
              <p:nvPr/>
            </p:nvSpPr>
            <p:spPr>
              <a:xfrm>
                <a:off x="368261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4" name="pg546">
                <a:extLst>
                  <a:ext uri="{FF2B5EF4-FFF2-40B4-BE49-F238E27FC236}">
                    <a16:creationId xmlns:a16="http://schemas.microsoft.com/office/drawing/2014/main" id="{E1D28BEC-2FE7-E679-3231-3835A9EF3C92}"/>
                  </a:ext>
                </a:extLst>
              </p:cNvPr>
              <p:cNvSpPr/>
              <p:nvPr/>
            </p:nvSpPr>
            <p:spPr>
              <a:xfrm>
                <a:off x="376405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5" name="pg547">
                <a:extLst>
                  <a:ext uri="{FF2B5EF4-FFF2-40B4-BE49-F238E27FC236}">
                    <a16:creationId xmlns:a16="http://schemas.microsoft.com/office/drawing/2014/main" id="{FC219B01-1B23-884E-C476-D32967772766}"/>
                  </a:ext>
                </a:extLst>
              </p:cNvPr>
              <p:cNvSpPr/>
              <p:nvPr/>
            </p:nvSpPr>
            <p:spPr>
              <a:xfrm>
                <a:off x="384548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6" name="pg548">
                <a:extLst>
                  <a:ext uri="{FF2B5EF4-FFF2-40B4-BE49-F238E27FC236}">
                    <a16:creationId xmlns:a16="http://schemas.microsoft.com/office/drawing/2014/main" id="{CE35720D-F8F3-BD8B-B878-C021A42DBF16}"/>
                  </a:ext>
                </a:extLst>
              </p:cNvPr>
              <p:cNvSpPr/>
              <p:nvPr/>
            </p:nvSpPr>
            <p:spPr>
              <a:xfrm>
                <a:off x="392692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7" name="pg549">
                <a:extLst>
                  <a:ext uri="{FF2B5EF4-FFF2-40B4-BE49-F238E27FC236}">
                    <a16:creationId xmlns:a16="http://schemas.microsoft.com/office/drawing/2014/main" id="{C1501CE8-6C66-504A-4445-02AC934C1126}"/>
                  </a:ext>
                </a:extLst>
              </p:cNvPr>
              <p:cNvSpPr/>
              <p:nvPr/>
            </p:nvSpPr>
            <p:spPr>
              <a:xfrm>
                <a:off x="400836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8" name="pg550">
                <a:extLst>
                  <a:ext uri="{FF2B5EF4-FFF2-40B4-BE49-F238E27FC236}">
                    <a16:creationId xmlns:a16="http://schemas.microsoft.com/office/drawing/2014/main" id="{34F89BA2-B418-B952-2968-DF77FF845BEB}"/>
                  </a:ext>
                </a:extLst>
              </p:cNvPr>
              <p:cNvSpPr/>
              <p:nvPr/>
            </p:nvSpPr>
            <p:spPr>
              <a:xfrm>
                <a:off x="311255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9" name="pg551">
                <a:extLst>
                  <a:ext uri="{FF2B5EF4-FFF2-40B4-BE49-F238E27FC236}">
                    <a16:creationId xmlns:a16="http://schemas.microsoft.com/office/drawing/2014/main" id="{8DAFA725-9096-C601-470F-A1B0DCFB0EF1}"/>
                  </a:ext>
                </a:extLst>
              </p:cNvPr>
              <p:cNvSpPr/>
              <p:nvPr/>
            </p:nvSpPr>
            <p:spPr>
              <a:xfrm>
                <a:off x="319399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0" name="pg552">
                <a:extLst>
                  <a:ext uri="{FF2B5EF4-FFF2-40B4-BE49-F238E27FC236}">
                    <a16:creationId xmlns:a16="http://schemas.microsoft.com/office/drawing/2014/main" id="{EE8B6E86-85A6-BDE9-784F-CFF95AC7A35A}"/>
                  </a:ext>
                </a:extLst>
              </p:cNvPr>
              <p:cNvSpPr/>
              <p:nvPr/>
            </p:nvSpPr>
            <p:spPr>
              <a:xfrm>
                <a:off x="327542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1" name="pg553">
                <a:extLst>
                  <a:ext uri="{FF2B5EF4-FFF2-40B4-BE49-F238E27FC236}">
                    <a16:creationId xmlns:a16="http://schemas.microsoft.com/office/drawing/2014/main" id="{FD464406-CBF5-560F-E02F-1BC3E6FB6509}"/>
                  </a:ext>
                </a:extLst>
              </p:cNvPr>
              <p:cNvSpPr/>
              <p:nvPr/>
            </p:nvSpPr>
            <p:spPr>
              <a:xfrm>
                <a:off x="335686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2" name="pg554">
                <a:extLst>
                  <a:ext uri="{FF2B5EF4-FFF2-40B4-BE49-F238E27FC236}">
                    <a16:creationId xmlns:a16="http://schemas.microsoft.com/office/drawing/2014/main" id="{8980A6BF-7A0F-12C3-F33F-6882A6F6758E}"/>
                  </a:ext>
                </a:extLst>
              </p:cNvPr>
              <p:cNvSpPr/>
              <p:nvPr/>
            </p:nvSpPr>
            <p:spPr>
              <a:xfrm>
                <a:off x="343830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3" name="pg555">
                <a:extLst>
                  <a:ext uri="{FF2B5EF4-FFF2-40B4-BE49-F238E27FC236}">
                    <a16:creationId xmlns:a16="http://schemas.microsoft.com/office/drawing/2014/main" id="{A327C021-314E-C039-ED13-046AFB151D40}"/>
                  </a:ext>
                </a:extLst>
              </p:cNvPr>
              <p:cNvSpPr/>
              <p:nvPr/>
            </p:nvSpPr>
            <p:spPr>
              <a:xfrm>
                <a:off x="3519738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4" name="pg556">
                <a:extLst>
                  <a:ext uri="{FF2B5EF4-FFF2-40B4-BE49-F238E27FC236}">
                    <a16:creationId xmlns:a16="http://schemas.microsoft.com/office/drawing/2014/main" id="{062BC826-5AA7-B9C8-9EC0-A10797B8A6C8}"/>
                  </a:ext>
                </a:extLst>
              </p:cNvPr>
              <p:cNvSpPr/>
              <p:nvPr/>
            </p:nvSpPr>
            <p:spPr>
              <a:xfrm>
                <a:off x="3601176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5" name="pg557">
                <a:extLst>
                  <a:ext uri="{FF2B5EF4-FFF2-40B4-BE49-F238E27FC236}">
                    <a16:creationId xmlns:a16="http://schemas.microsoft.com/office/drawing/2014/main" id="{8AFDD367-22E5-2A99-C8B0-B739D9D076EF}"/>
                  </a:ext>
                </a:extLst>
              </p:cNvPr>
              <p:cNvSpPr/>
              <p:nvPr/>
            </p:nvSpPr>
            <p:spPr>
              <a:xfrm>
                <a:off x="368261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6" name="pg558">
                <a:extLst>
                  <a:ext uri="{FF2B5EF4-FFF2-40B4-BE49-F238E27FC236}">
                    <a16:creationId xmlns:a16="http://schemas.microsoft.com/office/drawing/2014/main" id="{E0D0AB7F-ADE4-8F8B-6579-993CB5698497}"/>
                  </a:ext>
                </a:extLst>
              </p:cNvPr>
              <p:cNvSpPr/>
              <p:nvPr/>
            </p:nvSpPr>
            <p:spPr>
              <a:xfrm>
                <a:off x="376405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7" name="pg559">
                <a:extLst>
                  <a:ext uri="{FF2B5EF4-FFF2-40B4-BE49-F238E27FC236}">
                    <a16:creationId xmlns:a16="http://schemas.microsoft.com/office/drawing/2014/main" id="{083400DA-194D-3962-DCDE-43D8CD92D1B2}"/>
                  </a:ext>
                </a:extLst>
              </p:cNvPr>
              <p:cNvSpPr/>
              <p:nvPr/>
            </p:nvSpPr>
            <p:spPr>
              <a:xfrm>
                <a:off x="384548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8" name="pg560">
                <a:extLst>
                  <a:ext uri="{FF2B5EF4-FFF2-40B4-BE49-F238E27FC236}">
                    <a16:creationId xmlns:a16="http://schemas.microsoft.com/office/drawing/2014/main" id="{05733BBC-C18B-9FB7-3BF8-CAA3359A1CF1}"/>
                  </a:ext>
                </a:extLst>
              </p:cNvPr>
              <p:cNvSpPr/>
              <p:nvPr/>
            </p:nvSpPr>
            <p:spPr>
              <a:xfrm>
                <a:off x="392692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9" name="pg561">
                <a:extLst>
                  <a:ext uri="{FF2B5EF4-FFF2-40B4-BE49-F238E27FC236}">
                    <a16:creationId xmlns:a16="http://schemas.microsoft.com/office/drawing/2014/main" id="{E56078A6-CFBC-4003-D16A-518C00634229}"/>
                  </a:ext>
                </a:extLst>
              </p:cNvPr>
              <p:cNvSpPr/>
              <p:nvPr/>
            </p:nvSpPr>
            <p:spPr>
              <a:xfrm>
                <a:off x="400836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0" name="pg562">
                <a:extLst>
                  <a:ext uri="{FF2B5EF4-FFF2-40B4-BE49-F238E27FC236}">
                    <a16:creationId xmlns:a16="http://schemas.microsoft.com/office/drawing/2014/main" id="{3F90AE96-FD49-3A04-0BB1-5A56ABC85AED}"/>
                  </a:ext>
                </a:extLst>
              </p:cNvPr>
              <p:cNvSpPr/>
              <p:nvPr/>
            </p:nvSpPr>
            <p:spPr>
              <a:xfrm>
                <a:off x="327542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1" name="pg563">
                <a:extLst>
                  <a:ext uri="{FF2B5EF4-FFF2-40B4-BE49-F238E27FC236}">
                    <a16:creationId xmlns:a16="http://schemas.microsoft.com/office/drawing/2014/main" id="{5C7E2617-852E-8B04-A185-527C1D9A5620}"/>
                  </a:ext>
                </a:extLst>
              </p:cNvPr>
              <p:cNvSpPr/>
              <p:nvPr/>
            </p:nvSpPr>
            <p:spPr>
              <a:xfrm>
                <a:off x="335686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2" name="pg564">
                <a:extLst>
                  <a:ext uri="{FF2B5EF4-FFF2-40B4-BE49-F238E27FC236}">
                    <a16:creationId xmlns:a16="http://schemas.microsoft.com/office/drawing/2014/main" id="{7216D8F4-CEC4-52B2-CBBF-5D309B2569BA}"/>
                  </a:ext>
                </a:extLst>
              </p:cNvPr>
              <p:cNvSpPr/>
              <p:nvPr/>
            </p:nvSpPr>
            <p:spPr>
              <a:xfrm>
                <a:off x="343830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3" name="pg565">
                <a:extLst>
                  <a:ext uri="{FF2B5EF4-FFF2-40B4-BE49-F238E27FC236}">
                    <a16:creationId xmlns:a16="http://schemas.microsoft.com/office/drawing/2014/main" id="{D55BF8AE-BF35-B580-CB70-42A4C3F268CF}"/>
                  </a:ext>
                </a:extLst>
              </p:cNvPr>
              <p:cNvSpPr/>
              <p:nvPr/>
            </p:nvSpPr>
            <p:spPr>
              <a:xfrm>
                <a:off x="3519738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4" name="pg566">
                <a:extLst>
                  <a:ext uri="{FF2B5EF4-FFF2-40B4-BE49-F238E27FC236}">
                    <a16:creationId xmlns:a16="http://schemas.microsoft.com/office/drawing/2014/main" id="{FFBE206F-E096-095C-1313-B75254FB1026}"/>
                  </a:ext>
                </a:extLst>
              </p:cNvPr>
              <p:cNvSpPr/>
              <p:nvPr/>
            </p:nvSpPr>
            <p:spPr>
              <a:xfrm>
                <a:off x="3601176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5" name="pg567">
                <a:extLst>
                  <a:ext uri="{FF2B5EF4-FFF2-40B4-BE49-F238E27FC236}">
                    <a16:creationId xmlns:a16="http://schemas.microsoft.com/office/drawing/2014/main" id="{4E7DBCBB-87C8-0B36-F36C-EFF43348AACD}"/>
                  </a:ext>
                </a:extLst>
              </p:cNvPr>
              <p:cNvSpPr/>
              <p:nvPr/>
            </p:nvSpPr>
            <p:spPr>
              <a:xfrm>
                <a:off x="3682613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6" name="pg568">
                <a:extLst>
                  <a:ext uri="{FF2B5EF4-FFF2-40B4-BE49-F238E27FC236}">
                    <a16:creationId xmlns:a16="http://schemas.microsoft.com/office/drawing/2014/main" id="{F2A639A3-493E-1CDF-8472-107CE010D0B5}"/>
                  </a:ext>
                </a:extLst>
              </p:cNvPr>
              <p:cNvSpPr/>
              <p:nvPr/>
            </p:nvSpPr>
            <p:spPr>
              <a:xfrm>
                <a:off x="3764050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7" name="pg569">
                <a:extLst>
                  <a:ext uri="{FF2B5EF4-FFF2-40B4-BE49-F238E27FC236}">
                    <a16:creationId xmlns:a16="http://schemas.microsoft.com/office/drawing/2014/main" id="{65D723BE-D6BA-535C-71E9-BD2806BB4FEF}"/>
                  </a:ext>
                </a:extLst>
              </p:cNvPr>
              <p:cNvSpPr/>
              <p:nvPr/>
            </p:nvSpPr>
            <p:spPr>
              <a:xfrm>
                <a:off x="384548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8" name="pg570">
                <a:extLst>
                  <a:ext uri="{FF2B5EF4-FFF2-40B4-BE49-F238E27FC236}">
                    <a16:creationId xmlns:a16="http://schemas.microsoft.com/office/drawing/2014/main" id="{3B56F57B-653A-184D-1FC8-152F5AE463BE}"/>
                  </a:ext>
                </a:extLst>
              </p:cNvPr>
              <p:cNvSpPr/>
              <p:nvPr/>
            </p:nvSpPr>
            <p:spPr>
              <a:xfrm>
                <a:off x="392692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9" name="pg571">
                <a:extLst>
                  <a:ext uri="{FF2B5EF4-FFF2-40B4-BE49-F238E27FC236}">
                    <a16:creationId xmlns:a16="http://schemas.microsoft.com/office/drawing/2014/main" id="{4801103C-DB71-0ECC-D77C-B0FCA75BA409}"/>
                  </a:ext>
                </a:extLst>
              </p:cNvPr>
              <p:cNvSpPr/>
              <p:nvPr/>
            </p:nvSpPr>
            <p:spPr>
              <a:xfrm>
                <a:off x="400836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0" name="pg572">
                <a:extLst>
                  <a:ext uri="{FF2B5EF4-FFF2-40B4-BE49-F238E27FC236}">
                    <a16:creationId xmlns:a16="http://schemas.microsoft.com/office/drawing/2014/main" id="{276A2B9B-0AA9-BC3F-6EDF-93472B1D83D6}"/>
                  </a:ext>
                </a:extLst>
              </p:cNvPr>
              <p:cNvSpPr/>
              <p:nvPr/>
            </p:nvSpPr>
            <p:spPr>
              <a:xfrm>
                <a:off x="335686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1" name="pg573">
                <a:extLst>
                  <a:ext uri="{FF2B5EF4-FFF2-40B4-BE49-F238E27FC236}">
                    <a16:creationId xmlns:a16="http://schemas.microsoft.com/office/drawing/2014/main" id="{57C92226-315D-52FC-1777-79ECF7CAC1B3}"/>
                  </a:ext>
                </a:extLst>
              </p:cNvPr>
              <p:cNvSpPr/>
              <p:nvPr/>
            </p:nvSpPr>
            <p:spPr>
              <a:xfrm>
                <a:off x="343830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2" name="pg574">
                <a:extLst>
                  <a:ext uri="{FF2B5EF4-FFF2-40B4-BE49-F238E27FC236}">
                    <a16:creationId xmlns:a16="http://schemas.microsoft.com/office/drawing/2014/main" id="{05F5184E-73AE-E668-53E6-AF491A846D90}"/>
                  </a:ext>
                </a:extLst>
              </p:cNvPr>
              <p:cNvSpPr/>
              <p:nvPr/>
            </p:nvSpPr>
            <p:spPr>
              <a:xfrm>
                <a:off x="3519738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3" name="pg575">
                <a:extLst>
                  <a:ext uri="{FF2B5EF4-FFF2-40B4-BE49-F238E27FC236}">
                    <a16:creationId xmlns:a16="http://schemas.microsoft.com/office/drawing/2014/main" id="{FC9C43FE-7601-A1F1-4BBF-9913D9CF654C}"/>
                  </a:ext>
                </a:extLst>
              </p:cNvPr>
              <p:cNvSpPr/>
              <p:nvPr/>
            </p:nvSpPr>
            <p:spPr>
              <a:xfrm>
                <a:off x="3601176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4" name="pg576">
                <a:extLst>
                  <a:ext uri="{FF2B5EF4-FFF2-40B4-BE49-F238E27FC236}">
                    <a16:creationId xmlns:a16="http://schemas.microsoft.com/office/drawing/2014/main" id="{B30D2988-86B5-534B-376D-DFF91BC29E6F}"/>
                  </a:ext>
                </a:extLst>
              </p:cNvPr>
              <p:cNvSpPr/>
              <p:nvPr/>
            </p:nvSpPr>
            <p:spPr>
              <a:xfrm>
                <a:off x="3682613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5" name="pg577">
                <a:extLst>
                  <a:ext uri="{FF2B5EF4-FFF2-40B4-BE49-F238E27FC236}">
                    <a16:creationId xmlns:a16="http://schemas.microsoft.com/office/drawing/2014/main" id="{F6120EB3-F8AF-2ADE-32B2-73829262234D}"/>
                  </a:ext>
                </a:extLst>
              </p:cNvPr>
              <p:cNvSpPr/>
              <p:nvPr/>
            </p:nvSpPr>
            <p:spPr>
              <a:xfrm>
                <a:off x="3764050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6" name="pg578">
                <a:extLst>
                  <a:ext uri="{FF2B5EF4-FFF2-40B4-BE49-F238E27FC236}">
                    <a16:creationId xmlns:a16="http://schemas.microsoft.com/office/drawing/2014/main" id="{4D911086-6E51-8CB7-933D-1DF0569ADBEE}"/>
                  </a:ext>
                </a:extLst>
              </p:cNvPr>
              <p:cNvSpPr/>
              <p:nvPr/>
            </p:nvSpPr>
            <p:spPr>
              <a:xfrm>
                <a:off x="3845487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7" name="pg579">
                <a:extLst>
                  <a:ext uri="{FF2B5EF4-FFF2-40B4-BE49-F238E27FC236}">
                    <a16:creationId xmlns:a16="http://schemas.microsoft.com/office/drawing/2014/main" id="{2890E1E2-3423-75BB-5661-3F5BE647FDBD}"/>
                  </a:ext>
                </a:extLst>
              </p:cNvPr>
              <p:cNvSpPr/>
              <p:nvPr/>
            </p:nvSpPr>
            <p:spPr>
              <a:xfrm>
                <a:off x="392692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8" name="pg580">
                <a:extLst>
                  <a:ext uri="{FF2B5EF4-FFF2-40B4-BE49-F238E27FC236}">
                    <a16:creationId xmlns:a16="http://schemas.microsoft.com/office/drawing/2014/main" id="{01700B70-CE92-A0E4-6423-177AB2BDD2B2}"/>
                  </a:ext>
                </a:extLst>
              </p:cNvPr>
              <p:cNvSpPr/>
              <p:nvPr/>
            </p:nvSpPr>
            <p:spPr>
              <a:xfrm>
                <a:off x="400836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9" name="pg581">
                <a:extLst>
                  <a:ext uri="{FF2B5EF4-FFF2-40B4-BE49-F238E27FC236}">
                    <a16:creationId xmlns:a16="http://schemas.microsoft.com/office/drawing/2014/main" id="{D046B474-5F18-06E6-B2AD-E83B99C123AD}"/>
                  </a:ext>
                </a:extLst>
              </p:cNvPr>
              <p:cNvSpPr/>
              <p:nvPr/>
            </p:nvSpPr>
            <p:spPr>
              <a:xfrm>
                <a:off x="343830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0" name="pg582">
                <a:extLst>
                  <a:ext uri="{FF2B5EF4-FFF2-40B4-BE49-F238E27FC236}">
                    <a16:creationId xmlns:a16="http://schemas.microsoft.com/office/drawing/2014/main" id="{B9E5DFC3-85B1-AF4E-CA6E-995DB569F519}"/>
                  </a:ext>
                </a:extLst>
              </p:cNvPr>
              <p:cNvSpPr/>
              <p:nvPr/>
            </p:nvSpPr>
            <p:spPr>
              <a:xfrm>
                <a:off x="351973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1" name="pg583">
                <a:extLst>
                  <a:ext uri="{FF2B5EF4-FFF2-40B4-BE49-F238E27FC236}">
                    <a16:creationId xmlns:a16="http://schemas.microsoft.com/office/drawing/2014/main" id="{47CAFA9C-E6EC-1EE7-F227-D440D37D554E}"/>
                  </a:ext>
                </a:extLst>
              </p:cNvPr>
              <p:cNvSpPr/>
              <p:nvPr/>
            </p:nvSpPr>
            <p:spPr>
              <a:xfrm>
                <a:off x="3601176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2" name="pg584">
                <a:extLst>
                  <a:ext uri="{FF2B5EF4-FFF2-40B4-BE49-F238E27FC236}">
                    <a16:creationId xmlns:a16="http://schemas.microsoft.com/office/drawing/2014/main" id="{947AB7EF-929B-6F70-F116-775554E1BB4A}"/>
                  </a:ext>
                </a:extLst>
              </p:cNvPr>
              <p:cNvSpPr/>
              <p:nvPr/>
            </p:nvSpPr>
            <p:spPr>
              <a:xfrm>
                <a:off x="3682613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3" name="pg585">
                <a:extLst>
                  <a:ext uri="{FF2B5EF4-FFF2-40B4-BE49-F238E27FC236}">
                    <a16:creationId xmlns:a16="http://schemas.microsoft.com/office/drawing/2014/main" id="{B7EE03B7-63FB-40B2-9B84-A498A48DFD05}"/>
                  </a:ext>
                </a:extLst>
              </p:cNvPr>
              <p:cNvSpPr/>
              <p:nvPr/>
            </p:nvSpPr>
            <p:spPr>
              <a:xfrm>
                <a:off x="3764050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4" name="pg586">
                <a:extLst>
                  <a:ext uri="{FF2B5EF4-FFF2-40B4-BE49-F238E27FC236}">
                    <a16:creationId xmlns:a16="http://schemas.microsoft.com/office/drawing/2014/main" id="{FADF35CB-14D1-FBD5-ADA9-6B06907F7311}"/>
                  </a:ext>
                </a:extLst>
              </p:cNvPr>
              <p:cNvSpPr/>
              <p:nvPr/>
            </p:nvSpPr>
            <p:spPr>
              <a:xfrm>
                <a:off x="3845487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5" name="pg587">
                <a:extLst>
                  <a:ext uri="{FF2B5EF4-FFF2-40B4-BE49-F238E27FC236}">
                    <a16:creationId xmlns:a16="http://schemas.microsoft.com/office/drawing/2014/main" id="{12D1BF5B-2577-2E67-1543-90E77EFC5148}"/>
                  </a:ext>
                </a:extLst>
              </p:cNvPr>
              <p:cNvSpPr/>
              <p:nvPr/>
            </p:nvSpPr>
            <p:spPr>
              <a:xfrm>
                <a:off x="3926924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6" name="pg588">
                <a:extLst>
                  <a:ext uri="{FF2B5EF4-FFF2-40B4-BE49-F238E27FC236}">
                    <a16:creationId xmlns:a16="http://schemas.microsoft.com/office/drawing/2014/main" id="{03ACBEBD-545D-F2C6-6217-92E21F18B839}"/>
                  </a:ext>
                </a:extLst>
              </p:cNvPr>
              <p:cNvSpPr/>
              <p:nvPr/>
            </p:nvSpPr>
            <p:spPr>
              <a:xfrm>
                <a:off x="400836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7" name="pg589">
                <a:extLst>
                  <a:ext uri="{FF2B5EF4-FFF2-40B4-BE49-F238E27FC236}">
                    <a16:creationId xmlns:a16="http://schemas.microsoft.com/office/drawing/2014/main" id="{6E3F3575-0B6B-326E-0287-248D08F8D6AB}"/>
                  </a:ext>
                </a:extLst>
              </p:cNvPr>
              <p:cNvSpPr/>
              <p:nvPr/>
            </p:nvSpPr>
            <p:spPr>
              <a:xfrm>
                <a:off x="408979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8" name="pg590">
                <a:extLst>
                  <a:ext uri="{FF2B5EF4-FFF2-40B4-BE49-F238E27FC236}">
                    <a16:creationId xmlns:a16="http://schemas.microsoft.com/office/drawing/2014/main" id="{C60C0BC6-3C78-5A66-99C5-9155A847168C}"/>
                  </a:ext>
                </a:extLst>
              </p:cNvPr>
              <p:cNvSpPr/>
              <p:nvPr/>
            </p:nvSpPr>
            <p:spPr>
              <a:xfrm>
                <a:off x="3682613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9" name="pg591">
                <a:extLst>
                  <a:ext uri="{FF2B5EF4-FFF2-40B4-BE49-F238E27FC236}">
                    <a16:creationId xmlns:a16="http://schemas.microsoft.com/office/drawing/2014/main" id="{61E5EDA4-2852-E042-8146-64EFC046EA0B}"/>
                  </a:ext>
                </a:extLst>
              </p:cNvPr>
              <p:cNvSpPr/>
              <p:nvPr/>
            </p:nvSpPr>
            <p:spPr>
              <a:xfrm>
                <a:off x="3764050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0" name="pg592">
                <a:extLst>
                  <a:ext uri="{FF2B5EF4-FFF2-40B4-BE49-F238E27FC236}">
                    <a16:creationId xmlns:a16="http://schemas.microsoft.com/office/drawing/2014/main" id="{01812FCA-F7ED-431E-1CBF-EDD78EE9E7E5}"/>
                  </a:ext>
                </a:extLst>
              </p:cNvPr>
              <p:cNvSpPr/>
              <p:nvPr/>
            </p:nvSpPr>
            <p:spPr>
              <a:xfrm>
                <a:off x="3845487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1" name="pg593">
                <a:extLst>
                  <a:ext uri="{FF2B5EF4-FFF2-40B4-BE49-F238E27FC236}">
                    <a16:creationId xmlns:a16="http://schemas.microsoft.com/office/drawing/2014/main" id="{3791A956-992F-D0FC-988C-416B4393AD22}"/>
                  </a:ext>
                </a:extLst>
              </p:cNvPr>
              <p:cNvSpPr/>
              <p:nvPr/>
            </p:nvSpPr>
            <p:spPr>
              <a:xfrm>
                <a:off x="3926924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2" name="pg594">
                <a:extLst>
                  <a:ext uri="{FF2B5EF4-FFF2-40B4-BE49-F238E27FC236}">
                    <a16:creationId xmlns:a16="http://schemas.microsoft.com/office/drawing/2014/main" id="{642B81DB-E8D9-AB90-67CB-D8D34D4B8B15}"/>
                  </a:ext>
                </a:extLst>
              </p:cNvPr>
              <p:cNvSpPr/>
              <p:nvPr/>
            </p:nvSpPr>
            <p:spPr>
              <a:xfrm>
                <a:off x="4008361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3" name="pg595">
                <a:extLst>
                  <a:ext uri="{FF2B5EF4-FFF2-40B4-BE49-F238E27FC236}">
                    <a16:creationId xmlns:a16="http://schemas.microsoft.com/office/drawing/2014/main" id="{E007DA39-02CF-BA65-040F-11676841FEF6}"/>
                  </a:ext>
                </a:extLst>
              </p:cNvPr>
              <p:cNvSpPr/>
              <p:nvPr/>
            </p:nvSpPr>
            <p:spPr>
              <a:xfrm>
                <a:off x="4089798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4" name="pg596">
                <a:extLst>
                  <a:ext uri="{FF2B5EF4-FFF2-40B4-BE49-F238E27FC236}">
                    <a16:creationId xmlns:a16="http://schemas.microsoft.com/office/drawing/2014/main" id="{670F2B7F-0321-CE24-DFD1-7A3643D273BB}"/>
                  </a:ext>
                </a:extLst>
              </p:cNvPr>
              <p:cNvSpPr/>
              <p:nvPr/>
            </p:nvSpPr>
            <p:spPr>
              <a:xfrm>
                <a:off x="327542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5" name="pg597">
                <a:extLst>
                  <a:ext uri="{FF2B5EF4-FFF2-40B4-BE49-F238E27FC236}">
                    <a16:creationId xmlns:a16="http://schemas.microsoft.com/office/drawing/2014/main" id="{8C86D0C9-F888-E25C-D8C0-9FBAC4216D60}"/>
                  </a:ext>
                </a:extLst>
              </p:cNvPr>
              <p:cNvSpPr/>
              <p:nvPr/>
            </p:nvSpPr>
            <p:spPr>
              <a:xfrm>
                <a:off x="3601176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6" name="pg598">
                <a:extLst>
                  <a:ext uri="{FF2B5EF4-FFF2-40B4-BE49-F238E27FC236}">
                    <a16:creationId xmlns:a16="http://schemas.microsoft.com/office/drawing/2014/main" id="{24AA4A2C-48A7-CF61-97E4-35347088F099}"/>
                  </a:ext>
                </a:extLst>
              </p:cNvPr>
              <p:cNvSpPr/>
              <p:nvPr/>
            </p:nvSpPr>
            <p:spPr>
              <a:xfrm>
                <a:off x="3682613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7" name="pg599">
                <a:extLst>
                  <a:ext uri="{FF2B5EF4-FFF2-40B4-BE49-F238E27FC236}">
                    <a16:creationId xmlns:a16="http://schemas.microsoft.com/office/drawing/2014/main" id="{4EEF517A-C1A5-17D5-0390-C3D31B4B9BE9}"/>
                  </a:ext>
                </a:extLst>
              </p:cNvPr>
              <p:cNvSpPr/>
              <p:nvPr/>
            </p:nvSpPr>
            <p:spPr>
              <a:xfrm>
                <a:off x="3764050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8" name="pg600">
                <a:extLst>
                  <a:ext uri="{FF2B5EF4-FFF2-40B4-BE49-F238E27FC236}">
                    <a16:creationId xmlns:a16="http://schemas.microsoft.com/office/drawing/2014/main" id="{626E6114-B5FF-882E-29EE-BF0F36B4AB3D}"/>
                  </a:ext>
                </a:extLst>
              </p:cNvPr>
              <p:cNvSpPr/>
              <p:nvPr/>
            </p:nvSpPr>
            <p:spPr>
              <a:xfrm>
                <a:off x="384548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9" name="pg601">
                <a:extLst>
                  <a:ext uri="{FF2B5EF4-FFF2-40B4-BE49-F238E27FC236}">
                    <a16:creationId xmlns:a16="http://schemas.microsoft.com/office/drawing/2014/main" id="{3649DC5D-C1CF-6A61-04FE-A4F7ED89F5F3}"/>
                  </a:ext>
                </a:extLst>
              </p:cNvPr>
              <p:cNvSpPr/>
              <p:nvPr/>
            </p:nvSpPr>
            <p:spPr>
              <a:xfrm>
                <a:off x="3926924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0" name="pg602">
                <a:extLst>
                  <a:ext uri="{FF2B5EF4-FFF2-40B4-BE49-F238E27FC236}">
                    <a16:creationId xmlns:a16="http://schemas.microsoft.com/office/drawing/2014/main" id="{CC93E337-6CE0-9BD4-0E4D-E14FB5F79894}"/>
                  </a:ext>
                </a:extLst>
              </p:cNvPr>
              <p:cNvSpPr/>
              <p:nvPr/>
            </p:nvSpPr>
            <p:spPr>
              <a:xfrm>
                <a:off x="4008361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1" name="pg603">
                <a:extLst>
                  <a:ext uri="{FF2B5EF4-FFF2-40B4-BE49-F238E27FC236}">
                    <a16:creationId xmlns:a16="http://schemas.microsoft.com/office/drawing/2014/main" id="{5C64BBFD-192C-2956-1843-CB2073069E1E}"/>
                  </a:ext>
                </a:extLst>
              </p:cNvPr>
              <p:cNvSpPr/>
              <p:nvPr/>
            </p:nvSpPr>
            <p:spPr>
              <a:xfrm>
                <a:off x="4089798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2" name="pg604">
                <a:extLst>
                  <a:ext uri="{FF2B5EF4-FFF2-40B4-BE49-F238E27FC236}">
                    <a16:creationId xmlns:a16="http://schemas.microsoft.com/office/drawing/2014/main" id="{536CA9F1-1D95-D566-6FFD-9ED5BD56A74E}"/>
                  </a:ext>
                </a:extLst>
              </p:cNvPr>
              <p:cNvSpPr/>
              <p:nvPr/>
            </p:nvSpPr>
            <p:spPr>
              <a:xfrm>
                <a:off x="319399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3" name="pg605">
                <a:extLst>
                  <a:ext uri="{FF2B5EF4-FFF2-40B4-BE49-F238E27FC236}">
                    <a16:creationId xmlns:a16="http://schemas.microsoft.com/office/drawing/2014/main" id="{079B5CAC-B9A7-E4DD-2708-F35D691ECFAB}"/>
                  </a:ext>
                </a:extLst>
              </p:cNvPr>
              <p:cNvSpPr/>
              <p:nvPr/>
            </p:nvSpPr>
            <p:spPr>
              <a:xfrm>
                <a:off x="327542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4" name="pg606">
                <a:extLst>
                  <a:ext uri="{FF2B5EF4-FFF2-40B4-BE49-F238E27FC236}">
                    <a16:creationId xmlns:a16="http://schemas.microsoft.com/office/drawing/2014/main" id="{C9CFD680-36DE-008B-7691-C902F6A60A58}"/>
                  </a:ext>
                </a:extLst>
              </p:cNvPr>
              <p:cNvSpPr/>
              <p:nvPr/>
            </p:nvSpPr>
            <p:spPr>
              <a:xfrm>
                <a:off x="335686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5" name="pg607">
                <a:extLst>
                  <a:ext uri="{FF2B5EF4-FFF2-40B4-BE49-F238E27FC236}">
                    <a16:creationId xmlns:a16="http://schemas.microsoft.com/office/drawing/2014/main" id="{3804C7DE-E33C-888E-5D5C-EADAE5B63704}"/>
                  </a:ext>
                </a:extLst>
              </p:cNvPr>
              <p:cNvSpPr/>
              <p:nvPr/>
            </p:nvSpPr>
            <p:spPr>
              <a:xfrm>
                <a:off x="343830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6" name="pg608">
                <a:extLst>
                  <a:ext uri="{FF2B5EF4-FFF2-40B4-BE49-F238E27FC236}">
                    <a16:creationId xmlns:a16="http://schemas.microsoft.com/office/drawing/2014/main" id="{1BAB7054-1EF2-2BAE-01E7-0AA715278059}"/>
                  </a:ext>
                </a:extLst>
              </p:cNvPr>
              <p:cNvSpPr/>
              <p:nvPr/>
            </p:nvSpPr>
            <p:spPr>
              <a:xfrm>
                <a:off x="351973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7" name="pg609">
                <a:extLst>
                  <a:ext uri="{FF2B5EF4-FFF2-40B4-BE49-F238E27FC236}">
                    <a16:creationId xmlns:a16="http://schemas.microsoft.com/office/drawing/2014/main" id="{1A680706-914C-6DC3-0C89-C534D6ADE9B6}"/>
                  </a:ext>
                </a:extLst>
              </p:cNvPr>
              <p:cNvSpPr/>
              <p:nvPr/>
            </p:nvSpPr>
            <p:spPr>
              <a:xfrm>
                <a:off x="3601176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8" name="pg610">
                <a:extLst>
                  <a:ext uri="{FF2B5EF4-FFF2-40B4-BE49-F238E27FC236}">
                    <a16:creationId xmlns:a16="http://schemas.microsoft.com/office/drawing/2014/main" id="{163D9FD1-770C-296E-59B0-63A959664105}"/>
                  </a:ext>
                </a:extLst>
              </p:cNvPr>
              <p:cNvSpPr/>
              <p:nvPr/>
            </p:nvSpPr>
            <p:spPr>
              <a:xfrm>
                <a:off x="3682613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9" name="pg611">
                <a:extLst>
                  <a:ext uri="{FF2B5EF4-FFF2-40B4-BE49-F238E27FC236}">
                    <a16:creationId xmlns:a16="http://schemas.microsoft.com/office/drawing/2014/main" id="{020EEF06-DF82-6B62-AD63-170957C4C080}"/>
                  </a:ext>
                </a:extLst>
              </p:cNvPr>
              <p:cNvSpPr/>
              <p:nvPr/>
            </p:nvSpPr>
            <p:spPr>
              <a:xfrm>
                <a:off x="376405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0" name="pg612">
                <a:extLst>
                  <a:ext uri="{FF2B5EF4-FFF2-40B4-BE49-F238E27FC236}">
                    <a16:creationId xmlns:a16="http://schemas.microsoft.com/office/drawing/2014/main" id="{A65E816B-6AF2-87DF-59D7-AE7AEAB68937}"/>
                  </a:ext>
                </a:extLst>
              </p:cNvPr>
              <p:cNvSpPr/>
              <p:nvPr/>
            </p:nvSpPr>
            <p:spPr>
              <a:xfrm>
                <a:off x="384548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1" name="pg613">
                <a:extLst>
                  <a:ext uri="{FF2B5EF4-FFF2-40B4-BE49-F238E27FC236}">
                    <a16:creationId xmlns:a16="http://schemas.microsoft.com/office/drawing/2014/main" id="{CD36C259-F87D-3C24-CD8C-40060CA9ED98}"/>
                  </a:ext>
                </a:extLst>
              </p:cNvPr>
              <p:cNvSpPr/>
              <p:nvPr/>
            </p:nvSpPr>
            <p:spPr>
              <a:xfrm>
                <a:off x="392692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2" name="pg614">
                <a:extLst>
                  <a:ext uri="{FF2B5EF4-FFF2-40B4-BE49-F238E27FC236}">
                    <a16:creationId xmlns:a16="http://schemas.microsoft.com/office/drawing/2014/main" id="{AD421E17-249A-44AA-924B-5D55C7386605}"/>
                  </a:ext>
                </a:extLst>
              </p:cNvPr>
              <p:cNvSpPr/>
              <p:nvPr/>
            </p:nvSpPr>
            <p:spPr>
              <a:xfrm>
                <a:off x="400836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3" name="pg615">
                <a:extLst>
                  <a:ext uri="{FF2B5EF4-FFF2-40B4-BE49-F238E27FC236}">
                    <a16:creationId xmlns:a16="http://schemas.microsoft.com/office/drawing/2014/main" id="{5C98F679-CA13-0DF5-C30D-5DB08388B4FF}"/>
                  </a:ext>
                </a:extLst>
              </p:cNvPr>
              <p:cNvSpPr/>
              <p:nvPr/>
            </p:nvSpPr>
            <p:spPr>
              <a:xfrm>
                <a:off x="408979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4" name="pg616">
                <a:extLst>
                  <a:ext uri="{FF2B5EF4-FFF2-40B4-BE49-F238E27FC236}">
                    <a16:creationId xmlns:a16="http://schemas.microsoft.com/office/drawing/2014/main" id="{FF465789-0520-05EB-4C7D-C7A616677B8A}"/>
                  </a:ext>
                </a:extLst>
              </p:cNvPr>
              <p:cNvSpPr/>
              <p:nvPr/>
            </p:nvSpPr>
            <p:spPr>
              <a:xfrm>
                <a:off x="311255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5" name="pg617">
                <a:extLst>
                  <a:ext uri="{FF2B5EF4-FFF2-40B4-BE49-F238E27FC236}">
                    <a16:creationId xmlns:a16="http://schemas.microsoft.com/office/drawing/2014/main" id="{2AD48C67-BB04-8B3B-E068-24BA398FFFE4}"/>
                  </a:ext>
                </a:extLst>
              </p:cNvPr>
              <p:cNvSpPr/>
              <p:nvPr/>
            </p:nvSpPr>
            <p:spPr>
              <a:xfrm>
                <a:off x="319399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6" name="pg618">
                <a:extLst>
                  <a:ext uri="{FF2B5EF4-FFF2-40B4-BE49-F238E27FC236}">
                    <a16:creationId xmlns:a16="http://schemas.microsoft.com/office/drawing/2014/main" id="{D93029FB-5F0B-0481-1785-B1258D8CD135}"/>
                  </a:ext>
                </a:extLst>
              </p:cNvPr>
              <p:cNvSpPr/>
              <p:nvPr/>
            </p:nvSpPr>
            <p:spPr>
              <a:xfrm>
                <a:off x="327542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7" name="pg619">
                <a:extLst>
                  <a:ext uri="{FF2B5EF4-FFF2-40B4-BE49-F238E27FC236}">
                    <a16:creationId xmlns:a16="http://schemas.microsoft.com/office/drawing/2014/main" id="{17F7F881-4117-7B39-7BEE-EDF39FD17DAE}"/>
                  </a:ext>
                </a:extLst>
              </p:cNvPr>
              <p:cNvSpPr/>
              <p:nvPr/>
            </p:nvSpPr>
            <p:spPr>
              <a:xfrm>
                <a:off x="335686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8" name="pg620">
                <a:extLst>
                  <a:ext uri="{FF2B5EF4-FFF2-40B4-BE49-F238E27FC236}">
                    <a16:creationId xmlns:a16="http://schemas.microsoft.com/office/drawing/2014/main" id="{25EDDA48-35D4-5827-62CF-25F3B5ECD528}"/>
                  </a:ext>
                </a:extLst>
              </p:cNvPr>
              <p:cNvSpPr/>
              <p:nvPr/>
            </p:nvSpPr>
            <p:spPr>
              <a:xfrm>
                <a:off x="343830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9" name="pg621">
                <a:extLst>
                  <a:ext uri="{FF2B5EF4-FFF2-40B4-BE49-F238E27FC236}">
                    <a16:creationId xmlns:a16="http://schemas.microsoft.com/office/drawing/2014/main" id="{5D9869C2-E15C-EF50-608D-34F8A992EAD6}"/>
                  </a:ext>
                </a:extLst>
              </p:cNvPr>
              <p:cNvSpPr/>
              <p:nvPr/>
            </p:nvSpPr>
            <p:spPr>
              <a:xfrm>
                <a:off x="351973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0" name="pg622">
                <a:extLst>
                  <a:ext uri="{FF2B5EF4-FFF2-40B4-BE49-F238E27FC236}">
                    <a16:creationId xmlns:a16="http://schemas.microsoft.com/office/drawing/2014/main" id="{AC8BA9B1-268B-3EE6-6A72-EDA8F19DC81E}"/>
                  </a:ext>
                </a:extLst>
              </p:cNvPr>
              <p:cNvSpPr/>
              <p:nvPr/>
            </p:nvSpPr>
            <p:spPr>
              <a:xfrm>
                <a:off x="360117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1" name="pg623">
                <a:extLst>
                  <a:ext uri="{FF2B5EF4-FFF2-40B4-BE49-F238E27FC236}">
                    <a16:creationId xmlns:a16="http://schemas.microsoft.com/office/drawing/2014/main" id="{0CB1803E-A164-0BA0-442B-D26C3885FE1A}"/>
                  </a:ext>
                </a:extLst>
              </p:cNvPr>
              <p:cNvSpPr/>
              <p:nvPr/>
            </p:nvSpPr>
            <p:spPr>
              <a:xfrm>
                <a:off x="368261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2" name="pg624">
                <a:extLst>
                  <a:ext uri="{FF2B5EF4-FFF2-40B4-BE49-F238E27FC236}">
                    <a16:creationId xmlns:a16="http://schemas.microsoft.com/office/drawing/2014/main" id="{9357610F-0981-9ED2-055B-0CD8D5583B95}"/>
                  </a:ext>
                </a:extLst>
              </p:cNvPr>
              <p:cNvSpPr/>
              <p:nvPr/>
            </p:nvSpPr>
            <p:spPr>
              <a:xfrm>
                <a:off x="376405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3" name="pg625">
                <a:extLst>
                  <a:ext uri="{FF2B5EF4-FFF2-40B4-BE49-F238E27FC236}">
                    <a16:creationId xmlns:a16="http://schemas.microsoft.com/office/drawing/2014/main" id="{8482D1E0-EF09-4D57-7785-E0046F18A0CB}"/>
                  </a:ext>
                </a:extLst>
              </p:cNvPr>
              <p:cNvSpPr/>
              <p:nvPr/>
            </p:nvSpPr>
            <p:spPr>
              <a:xfrm>
                <a:off x="384548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4" name="pg626">
                <a:extLst>
                  <a:ext uri="{FF2B5EF4-FFF2-40B4-BE49-F238E27FC236}">
                    <a16:creationId xmlns:a16="http://schemas.microsoft.com/office/drawing/2014/main" id="{FF90762D-0C60-FC3C-C8F3-54847C8648DF}"/>
                  </a:ext>
                </a:extLst>
              </p:cNvPr>
              <p:cNvSpPr/>
              <p:nvPr/>
            </p:nvSpPr>
            <p:spPr>
              <a:xfrm>
                <a:off x="392692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5" name="pg627">
                <a:extLst>
                  <a:ext uri="{FF2B5EF4-FFF2-40B4-BE49-F238E27FC236}">
                    <a16:creationId xmlns:a16="http://schemas.microsoft.com/office/drawing/2014/main" id="{0E8A8DA7-93C1-4C9E-3958-F6FC720E95CF}"/>
                  </a:ext>
                </a:extLst>
              </p:cNvPr>
              <p:cNvSpPr/>
              <p:nvPr/>
            </p:nvSpPr>
            <p:spPr>
              <a:xfrm>
                <a:off x="400836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6" name="pg628">
                <a:extLst>
                  <a:ext uri="{FF2B5EF4-FFF2-40B4-BE49-F238E27FC236}">
                    <a16:creationId xmlns:a16="http://schemas.microsoft.com/office/drawing/2014/main" id="{228D8995-EA6F-F753-F00A-FDF9AAE2107E}"/>
                  </a:ext>
                </a:extLst>
              </p:cNvPr>
              <p:cNvSpPr/>
              <p:nvPr/>
            </p:nvSpPr>
            <p:spPr>
              <a:xfrm>
                <a:off x="408979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7" name="pg629">
                <a:extLst>
                  <a:ext uri="{FF2B5EF4-FFF2-40B4-BE49-F238E27FC236}">
                    <a16:creationId xmlns:a16="http://schemas.microsoft.com/office/drawing/2014/main" id="{8FA1C9B3-ABDC-FCDD-AE69-73B2C43C461B}"/>
                  </a:ext>
                </a:extLst>
              </p:cNvPr>
              <p:cNvSpPr/>
              <p:nvPr/>
            </p:nvSpPr>
            <p:spPr>
              <a:xfrm>
                <a:off x="417123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8" name="pg630">
                <a:extLst>
                  <a:ext uri="{FF2B5EF4-FFF2-40B4-BE49-F238E27FC236}">
                    <a16:creationId xmlns:a16="http://schemas.microsoft.com/office/drawing/2014/main" id="{101F5E02-45DF-7D26-7E60-D5BCEDEF84D1}"/>
                  </a:ext>
                </a:extLst>
              </p:cNvPr>
              <p:cNvSpPr/>
              <p:nvPr/>
            </p:nvSpPr>
            <p:spPr>
              <a:xfrm>
                <a:off x="311255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9" name="pg631">
                <a:extLst>
                  <a:ext uri="{FF2B5EF4-FFF2-40B4-BE49-F238E27FC236}">
                    <a16:creationId xmlns:a16="http://schemas.microsoft.com/office/drawing/2014/main" id="{7AC0FDE8-8A6A-671A-747F-EE5F250381BF}"/>
                  </a:ext>
                </a:extLst>
              </p:cNvPr>
              <p:cNvSpPr/>
              <p:nvPr/>
            </p:nvSpPr>
            <p:spPr>
              <a:xfrm>
                <a:off x="319399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0" name="pg632">
                <a:extLst>
                  <a:ext uri="{FF2B5EF4-FFF2-40B4-BE49-F238E27FC236}">
                    <a16:creationId xmlns:a16="http://schemas.microsoft.com/office/drawing/2014/main" id="{7F0DF273-8CEF-2030-3154-AAD96450EAC9}"/>
                  </a:ext>
                </a:extLst>
              </p:cNvPr>
              <p:cNvSpPr/>
              <p:nvPr/>
            </p:nvSpPr>
            <p:spPr>
              <a:xfrm>
                <a:off x="327542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1" name="pg633">
                <a:extLst>
                  <a:ext uri="{FF2B5EF4-FFF2-40B4-BE49-F238E27FC236}">
                    <a16:creationId xmlns:a16="http://schemas.microsoft.com/office/drawing/2014/main" id="{C66734F2-ED07-43DC-9002-8E76EB09B1F4}"/>
                  </a:ext>
                </a:extLst>
              </p:cNvPr>
              <p:cNvSpPr/>
              <p:nvPr/>
            </p:nvSpPr>
            <p:spPr>
              <a:xfrm>
                <a:off x="335686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2" name="pg634">
                <a:extLst>
                  <a:ext uri="{FF2B5EF4-FFF2-40B4-BE49-F238E27FC236}">
                    <a16:creationId xmlns:a16="http://schemas.microsoft.com/office/drawing/2014/main" id="{45ECDF51-23E6-655B-E81A-BB4B2E8E1D68}"/>
                  </a:ext>
                </a:extLst>
              </p:cNvPr>
              <p:cNvSpPr/>
              <p:nvPr/>
            </p:nvSpPr>
            <p:spPr>
              <a:xfrm>
                <a:off x="343830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3" name="pg635">
                <a:extLst>
                  <a:ext uri="{FF2B5EF4-FFF2-40B4-BE49-F238E27FC236}">
                    <a16:creationId xmlns:a16="http://schemas.microsoft.com/office/drawing/2014/main" id="{80CC5228-B15D-9758-C4DC-2DD5543DB550}"/>
                  </a:ext>
                </a:extLst>
              </p:cNvPr>
              <p:cNvSpPr/>
              <p:nvPr/>
            </p:nvSpPr>
            <p:spPr>
              <a:xfrm>
                <a:off x="351973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4" name="pg636">
                <a:extLst>
                  <a:ext uri="{FF2B5EF4-FFF2-40B4-BE49-F238E27FC236}">
                    <a16:creationId xmlns:a16="http://schemas.microsoft.com/office/drawing/2014/main" id="{EA7F1695-659F-292C-3F04-8A7001E191A6}"/>
                  </a:ext>
                </a:extLst>
              </p:cNvPr>
              <p:cNvSpPr/>
              <p:nvPr/>
            </p:nvSpPr>
            <p:spPr>
              <a:xfrm>
                <a:off x="360117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5" name="pg637">
                <a:extLst>
                  <a:ext uri="{FF2B5EF4-FFF2-40B4-BE49-F238E27FC236}">
                    <a16:creationId xmlns:a16="http://schemas.microsoft.com/office/drawing/2014/main" id="{9AB597E3-D5DF-5DBE-8D6F-D7C4D414F0CD}"/>
                  </a:ext>
                </a:extLst>
              </p:cNvPr>
              <p:cNvSpPr/>
              <p:nvPr/>
            </p:nvSpPr>
            <p:spPr>
              <a:xfrm>
                <a:off x="368261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6" name="pg638">
                <a:extLst>
                  <a:ext uri="{FF2B5EF4-FFF2-40B4-BE49-F238E27FC236}">
                    <a16:creationId xmlns:a16="http://schemas.microsoft.com/office/drawing/2014/main" id="{EADC1E89-09E4-462D-492F-508284F3DC22}"/>
                  </a:ext>
                </a:extLst>
              </p:cNvPr>
              <p:cNvSpPr/>
              <p:nvPr/>
            </p:nvSpPr>
            <p:spPr>
              <a:xfrm>
                <a:off x="376405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7" name="pg639">
                <a:extLst>
                  <a:ext uri="{FF2B5EF4-FFF2-40B4-BE49-F238E27FC236}">
                    <a16:creationId xmlns:a16="http://schemas.microsoft.com/office/drawing/2014/main" id="{6AEAFCF6-E43B-941B-3832-3998C620DCFE}"/>
                  </a:ext>
                </a:extLst>
              </p:cNvPr>
              <p:cNvSpPr/>
              <p:nvPr/>
            </p:nvSpPr>
            <p:spPr>
              <a:xfrm>
                <a:off x="384548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8" name="pg640">
                <a:extLst>
                  <a:ext uri="{FF2B5EF4-FFF2-40B4-BE49-F238E27FC236}">
                    <a16:creationId xmlns:a16="http://schemas.microsoft.com/office/drawing/2014/main" id="{4469652E-5740-A8DC-DF63-1BD92FB71B67}"/>
                  </a:ext>
                </a:extLst>
              </p:cNvPr>
              <p:cNvSpPr/>
              <p:nvPr/>
            </p:nvSpPr>
            <p:spPr>
              <a:xfrm>
                <a:off x="392692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9" name="pg641">
                <a:extLst>
                  <a:ext uri="{FF2B5EF4-FFF2-40B4-BE49-F238E27FC236}">
                    <a16:creationId xmlns:a16="http://schemas.microsoft.com/office/drawing/2014/main" id="{A09B4B84-AA01-69E6-7146-FEC628AD8672}"/>
                  </a:ext>
                </a:extLst>
              </p:cNvPr>
              <p:cNvSpPr/>
              <p:nvPr/>
            </p:nvSpPr>
            <p:spPr>
              <a:xfrm>
                <a:off x="400836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0" name="pg642">
                <a:extLst>
                  <a:ext uri="{FF2B5EF4-FFF2-40B4-BE49-F238E27FC236}">
                    <a16:creationId xmlns:a16="http://schemas.microsoft.com/office/drawing/2014/main" id="{371120D7-EB82-CCD0-E770-E7EFA6B954FF}"/>
                  </a:ext>
                </a:extLst>
              </p:cNvPr>
              <p:cNvSpPr/>
              <p:nvPr/>
            </p:nvSpPr>
            <p:spPr>
              <a:xfrm>
                <a:off x="408979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1" name="pg643">
                <a:extLst>
                  <a:ext uri="{FF2B5EF4-FFF2-40B4-BE49-F238E27FC236}">
                    <a16:creationId xmlns:a16="http://schemas.microsoft.com/office/drawing/2014/main" id="{C4FAF197-8BC2-E882-67DC-39E1C842A88A}"/>
                  </a:ext>
                </a:extLst>
              </p:cNvPr>
              <p:cNvSpPr/>
              <p:nvPr/>
            </p:nvSpPr>
            <p:spPr>
              <a:xfrm>
                <a:off x="417123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2" name="pg644">
                <a:extLst>
                  <a:ext uri="{FF2B5EF4-FFF2-40B4-BE49-F238E27FC236}">
                    <a16:creationId xmlns:a16="http://schemas.microsoft.com/office/drawing/2014/main" id="{572143A8-6D8E-8682-C4CD-BCDE5E5E7F9E}"/>
                  </a:ext>
                </a:extLst>
              </p:cNvPr>
              <p:cNvSpPr/>
              <p:nvPr/>
            </p:nvSpPr>
            <p:spPr>
              <a:xfrm>
                <a:off x="425267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3" name="pg645">
                <a:extLst>
                  <a:ext uri="{FF2B5EF4-FFF2-40B4-BE49-F238E27FC236}">
                    <a16:creationId xmlns:a16="http://schemas.microsoft.com/office/drawing/2014/main" id="{236D2F7E-82E0-91EA-2E76-FFAE70C13770}"/>
                  </a:ext>
                </a:extLst>
              </p:cNvPr>
              <p:cNvSpPr/>
              <p:nvPr/>
            </p:nvSpPr>
            <p:spPr>
              <a:xfrm>
                <a:off x="311255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4" name="pg646">
                <a:extLst>
                  <a:ext uri="{FF2B5EF4-FFF2-40B4-BE49-F238E27FC236}">
                    <a16:creationId xmlns:a16="http://schemas.microsoft.com/office/drawing/2014/main" id="{58B989AA-C5E8-75EE-9528-55B80ACCB9EE}"/>
                  </a:ext>
                </a:extLst>
              </p:cNvPr>
              <p:cNvSpPr/>
              <p:nvPr/>
            </p:nvSpPr>
            <p:spPr>
              <a:xfrm>
                <a:off x="319399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5" name="pg647">
                <a:extLst>
                  <a:ext uri="{FF2B5EF4-FFF2-40B4-BE49-F238E27FC236}">
                    <a16:creationId xmlns:a16="http://schemas.microsoft.com/office/drawing/2014/main" id="{369C3DC5-1988-2C80-FD3B-5A1DEE753438}"/>
                  </a:ext>
                </a:extLst>
              </p:cNvPr>
              <p:cNvSpPr/>
              <p:nvPr/>
            </p:nvSpPr>
            <p:spPr>
              <a:xfrm>
                <a:off x="327542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6" name="pg648">
                <a:extLst>
                  <a:ext uri="{FF2B5EF4-FFF2-40B4-BE49-F238E27FC236}">
                    <a16:creationId xmlns:a16="http://schemas.microsoft.com/office/drawing/2014/main" id="{F14040FA-7909-F1D2-93A6-B4A95EA9FF5E}"/>
                  </a:ext>
                </a:extLst>
              </p:cNvPr>
              <p:cNvSpPr/>
              <p:nvPr/>
            </p:nvSpPr>
            <p:spPr>
              <a:xfrm>
                <a:off x="335686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7" name="pg649">
                <a:extLst>
                  <a:ext uri="{FF2B5EF4-FFF2-40B4-BE49-F238E27FC236}">
                    <a16:creationId xmlns:a16="http://schemas.microsoft.com/office/drawing/2014/main" id="{72C8DE0B-BBD0-859C-1DE4-6FF52A72775D}"/>
                  </a:ext>
                </a:extLst>
              </p:cNvPr>
              <p:cNvSpPr/>
              <p:nvPr/>
            </p:nvSpPr>
            <p:spPr>
              <a:xfrm>
                <a:off x="343830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8" name="pg650">
                <a:extLst>
                  <a:ext uri="{FF2B5EF4-FFF2-40B4-BE49-F238E27FC236}">
                    <a16:creationId xmlns:a16="http://schemas.microsoft.com/office/drawing/2014/main" id="{A3428C84-4F48-8B7F-8454-4F51FEA3BD44}"/>
                  </a:ext>
                </a:extLst>
              </p:cNvPr>
              <p:cNvSpPr/>
              <p:nvPr/>
            </p:nvSpPr>
            <p:spPr>
              <a:xfrm>
                <a:off x="351973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9" name="pg651">
                <a:extLst>
                  <a:ext uri="{FF2B5EF4-FFF2-40B4-BE49-F238E27FC236}">
                    <a16:creationId xmlns:a16="http://schemas.microsoft.com/office/drawing/2014/main" id="{F9F9C28F-B141-EB75-A810-F0FB70D69952}"/>
                  </a:ext>
                </a:extLst>
              </p:cNvPr>
              <p:cNvSpPr/>
              <p:nvPr/>
            </p:nvSpPr>
            <p:spPr>
              <a:xfrm>
                <a:off x="360117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0" name="pg652">
                <a:extLst>
                  <a:ext uri="{FF2B5EF4-FFF2-40B4-BE49-F238E27FC236}">
                    <a16:creationId xmlns:a16="http://schemas.microsoft.com/office/drawing/2014/main" id="{4957E037-82C3-664B-8B24-B839B1E49AA6}"/>
                  </a:ext>
                </a:extLst>
              </p:cNvPr>
              <p:cNvSpPr/>
              <p:nvPr/>
            </p:nvSpPr>
            <p:spPr>
              <a:xfrm>
                <a:off x="368261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1" name="pg653">
                <a:extLst>
                  <a:ext uri="{FF2B5EF4-FFF2-40B4-BE49-F238E27FC236}">
                    <a16:creationId xmlns:a16="http://schemas.microsoft.com/office/drawing/2014/main" id="{FEBE9913-FB7B-5DE1-6456-E34933EA2AF4}"/>
                  </a:ext>
                </a:extLst>
              </p:cNvPr>
              <p:cNvSpPr/>
              <p:nvPr/>
            </p:nvSpPr>
            <p:spPr>
              <a:xfrm>
                <a:off x="376405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2" name="pg654">
                <a:extLst>
                  <a:ext uri="{FF2B5EF4-FFF2-40B4-BE49-F238E27FC236}">
                    <a16:creationId xmlns:a16="http://schemas.microsoft.com/office/drawing/2014/main" id="{E8BFCB47-5C44-1E83-EE99-01B05F890442}"/>
                  </a:ext>
                </a:extLst>
              </p:cNvPr>
              <p:cNvSpPr/>
              <p:nvPr/>
            </p:nvSpPr>
            <p:spPr>
              <a:xfrm>
                <a:off x="384548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3" name="pg655">
                <a:extLst>
                  <a:ext uri="{FF2B5EF4-FFF2-40B4-BE49-F238E27FC236}">
                    <a16:creationId xmlns:a16="http://schemas.microsoft.com/office/drawing/2014/main" id="{6AC6A418-BA9F-A7DB-C9E6-7B4320C6C63A}"/>
                  </a:ext>
                </a:extLst>
              </p:cNvPr>
              <p:cNvSpPr/>
              <p:nvPr/>
            </p:nvSpPr>
            <p:spPr>
              <a:xfrm>
                <a:off x="392692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4" name="pg656">
                <a:extLst>
                  <a:ext uri="{FF2B5EF4-FFF2-40B4-BE49-F238E27FC236}">
                    <a16:creationId xmlns:a16="http://schemas.microsoft.com/office/drawing/2014/main" id="{B806E371-0AD3-0572-7601-0A28B67561C2}"/>
                  </a:ext>
                </a:extLst>
              </p:cNvPr>
              <p:cNvSpPr/>
              <p:nvPr/>
            </p:nvSpPr>
            <p:spPr>
              <a:xfrm>
                <a:off x="400836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5" name="pg657">
                <a:extLst>
                  <a:ext uri="{FF2B5EF4-FFF2-40B4-BE49-F238E27FC236}">
                    <a16:creationId xmlns:a16="http://schemas.microsoft.com/office/drawing/2014/main" id="{D88676E9-C21C-A410-26E3-4E96F72417B2}"/>
                  </a:ext>
                </a:extLst>
              </p:cNvPr>
              <p:cNvSpPr/>
              <p:nvPr/>
            </p:nvSpPr>
            <p:spPr>
              <a:xfrm>
                <a:off x="408979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6" name="pg658">
                <a:extLst>
                  <a:ext uri="{FF2B5EF4-FFF2-40B4-BE49-F238E27FC236}">
                    <a16:creationId xmlns:a16="http://schemas.microsoft.com/office/drawing/2014/main" id="{7DB8F8B0-B905-72EF-B783-02D8A687E64A}"/>
                  </a:ext>
                </a:extLst>
              </p:cNvPr>
              <p:cNvSpPr/>
              <p:nvPr/>
            </p:nvSpPr>
            <p:spPr>
              <a:xfrm>
                <a:off x="417123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7" name="pg660">
                <a:extLst>
                  <a:ext uri="{FF2B5EF4-FFF2-40B4-BE49-F238E27FC236}">
                    <a16:creationId xmlns:a16="http://schemas.microsoft.com/office/drawing/2014/main" id="{A10A95DE-4B5D-BBED-5A93-9242991B9058}"/>
                  </a:ext>
                </a:extLst>
              </p:cNvPr>
              <p:cNvSpPr/>
              <p:nvPr/>
            </p:nvSpPr>
            <p:spPr>
              <a:xfrm>
                <a:off x="5284534" y="1853932"/>
                <a:ext cx="27605" cy="141906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8" name="pg661">
                <a:extLst>
                  <a:ext uri="{FF2B5EF4-FFF2-40B4-BE49-F238E27FC236}">
                    <a16:creationId xmlns:a16="http://schemas.microsoft.com/office/drawing/2014/main" id="{92F7533C-F8A8-324F-0735-927E653D7329}"/>
                  </a:ext>
                </a:extLst>
              </p:cNvPr>
              <p:cNvSpPr/>
              <p:nvPr/>
            </p:nvSpPr>
            <p:spPr>
              <a:xfrm>
                <a:off x="4217860" y="1853932"/>
                <a:ext cx="1042192" cy="937770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9" name="pg662">
                <a:extLst>
                  <a:ext uri="{FF2B5EF4-FFF2-40B4-BE49-F238E27FC236}">
                    <a16:creationId xmlns:a16="http://schemas.microsoft.com/office/drawing/2014/main" id="{F204CFBD-3D50-2E21-939B-25F153E9A65A}"/>
                  </a:ext>
                </a:extLst>
              </p:cNvPr>
              <p:cNvSpPr/>
              <p:nvPr/>
            </p:nvSpPr>
            <p:spPr>
              <a:xfrm>
                <a:off x="2490532" y="1853932"/>
                <a:ext cx="2088998" cy="3657377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0" name="pg663">
                <a:extLst>
                  <a:ext uri="{FF2B5EF4-FFF2-40B4-BE49-F238E27FC236}">
                    <a16:creationId xmlns:a16="http://schemas.microsoft.com/office/drawing/2014/main" id="{79BE59B7-386C-5EDC-8DA2-8CA7E55142D8}"/>
                  </a:ext>
                </a:extLst>
              </p:cNvPr>
              <p:cNvSpPr/>
              <p:nvPr/>
            </p:nvSpPr>
            <p:spPr>
              <a:xfrm>
                <a:off x="5159228" y="2035019"/>
                <a:ext cx="108453" cy="203932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1" name="pg664">
                <a:extLst>
                  <a:ext uri="{FF2B5EF4-FFF2-40B4-BE49-F238E27FC236}">
                    <a16:creationId xmlns:a16="http://schemas.microsoft.com/office/drawing/2014/main" id="{8439B2C7-8CE8-E835-0FBA-F2620CFA3C02}"/>
                  </a:ext>
                </a:extLst>
              </p:cNvPr>
              <p:cNvSpPr/>
              <p:nvPr/>
            </p:nvSpPr>
            <p:spPr>
              <a:xfrm>
                <a:off x="4325772" y="3395883"/>
                <a:ext cx="207830" cy="400294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2" name="pt665">
                <a:extLst>
                  <a:ext uri="{FF2B5EF4-FFF2-40B4-BE49-F238E27FC236}">
                    <a16:creationId xmlns:a16="http://schemas.microsoft.com/office/drawing/2014/main" id="{B810FDE0-AB42-81D3-D316-84A129572005}"/>
                  </a:ext>
                </a:extLst>
              </p:cNvPr>
              <p:cNvSpPr/>
              <p:nvPr/>
            </p:nvSpPr>
            <p:spPr>
              <a:xfrm>
                <a:off x="4042131" y="3963949"/>
                <a:ext cx="144506" cy="144506"/>
              </a:xfrm>
              <a:prstGeom prst="ellipse">
                <a:avLst/>
              </a:prstGeom>
              <a:solidFill>
                <a:srgbClr val="5ECB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3" name="pt666">
                <a:extLst>
                  <a:ext uri="{FF2B5EF4-FFF2-40B4-BE49-F238E27FC236}">
                    <a16:creationId xmlns:a16="http://schemas.microsoft.com/office/drawing/2014/main" id="{F2703E2F-A0F9-4EF1-0B3B-2FCCF04E1FF6}"/>
                  </a:ext>
                </a:extLst>
              </p:cNvPr>
              <p:cNvSpPr/>
              <p:nvPr/>
            </p:nvSpPr>
            <p:spPr>
              <a:xfrm>
                <a:off x="4598279" y="2594972"/>
                <a:ext cx="144506" cy="144506"/>
              </a:xfrm>
              <a:prstGeom prst="ellipse">
                <a:avLst/>
              </a:prstGeom>
              <a:solidFill>
                <a:srgbClr val="C3ECD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4" name="pt667">
                <a:extLst>
                  <a:ext uri="{FF2B5EF4-FFF2-40B4-BE49-F238E27FC236}">
                    <a16:creationId xmlns:a16="http://schemas.microsoft.com/office/drawing/2014/main" id="{64FD227C-64B5-09E9-C4C9-8C3B657CE1FE}"/>
                  </a:ext>
                </a:extLst>
              </p:cNvPr>
              <p:cNvSpPr/>
              <p:nvPr/>
            </p:nvSpPr>
            <p:spPr>
              <a:xfrm>
                <a:off x="3322535" y="4403436"/>
                <a:ext cx="144506" cy="144506"/>
              </a:xfrm>
              <a:prstGeom prst="ellipse">
                <a:avLst/>
              </a:prstGeom>
              <a:solidFill>
                <a:srgbClr val="4FB5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5" name="pt668">
                <a:extLst>
                  <a:ext uri="{FF2B5EF4-FFF2-40B4-BE49-F238E27FC236}">
                    <a16:creationId xmlns:a16="http://schemas.microsoft.com/office/drawing/2014/main" id="{61D9152C-E7F0-CB53-F53F-D4A375307C3F}"/>
                  </a:ext>
                </a:extLst>
              </p:cNvPr>
              <p:cNvSpPr/>
              <p:nvPr/>
            </p:nvSpPr>
            <p:spPr>
              <a:xfrm>
                <a:off x="4150995" y="2255653"/>
                <a:ext cx="144506" cy="144506"/>
              </a:xfrm>
              <a:prstGeom prst="ellipse">
                <a:avLst/>
              </a:prstGeom>
              <a:solidFill>
                <a:srgbClr val="395D9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6" name="pt669">
                <a:extLst>
                  <a:ext uri="{FF2B5EF4-FFF2-40B4-BE49-F238E27FC236}">
                    <a16:creationId xmlns:a16="http://schemas.microsoft.com/office/drawing/2014/main" id="{95C18D8D-A9DC-FD3A-6968-E72771F527B6}"/>
                  </a:ext>
                </a:extLst>
              </p:cNvPr>
              <p:cNvSpPr/>
              <p:nvPr/>
            </p:nvSpPr>
            <p:spPr>
              <a:xfrm>
                <a:off x="3069870" y="3287113"/>
                <a:ext cx="144506" cy="144506"/>
              </a:xfrm>
              <a:prstGeom prst="ellipse">
                <a:avLst/>
              </a:prstGeom>
              <a:solidFill>
                <a:srgbClr val="379A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7" name="pt670">
                <a:extLst>
                  <a:ext uri="{FF2B5EF4-FFF2-40B4-BE49-F238E27FC236}">
                    <a16:creationId xmlns:a16="http://schemas.microsoft.com/office/drawing/2014/main" id="{EC3E459F-7615-5575-D4C4-DA500FF6E77D}"/>
                  </a:ext>
                </a:extLst>
              </p:cNvPr>
              <p:cNvSpPr/>
              <p:nvPr/>
            </p:nvSpPr>
            <p:spPr>
              <a:xfrm>
                <a:off x="3268332" y="4349234"/>
                <a:ext cx="252911" cy="252911"/>
              </a:xfrm>
              <a:prstGeom prst="ellipse">
                <a:avLst/>
              </a:prstGeom>
              <a:solidFill>
                <a:srgbClr val="4FB5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8" name="pt671">
                <a:extLst>
                  <a:ext uri="{FF2B5EF4-FFF2-40B4-BE49-F238E27FC236}">
                    <a16:creationId xmlns:a16="http://schemas.microsoft.com/office/drawing/2014/main" id="{A4649EB3-C9BF-EFD5-EB1C-35841849C432}"/>
                  </a:ext>
                </a:extLst>
              </p:cNvPr>
              <p:cNvSpPr/>
              <p:nvPr/>
            </p:nvSpPr>
            <p:spPr>
              <a:xfrm>
                <a:off x="3396934" y="3568029"/>
                <a:ext cx="252911" cy="252911"/>
              </a:xfrm>
              <a:prstGeom prst="ellipse">
                <a:avLst/>
              </a:prstGeom>
              <a:solidFill>
                <a:srgbClr val="379A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9" name="pt672">
                <a:extLst>
                  <a:ext uri="{FF2B5EF4-FFF2-40B4-BE49-F238E27FC236}">
                    <a16:creationId xmlns:a16="http://schemas.microsoft.com/office/drawing/2014/main" id="{3B1BE2D8-3ED2-134F-3A5F-5CEB64764862}"/>
                  </a:ext>
                </a:extLst>
              </p:cNvPr>
              <p:cNvSpPr/>
              <p:nvPr/>
            </p:nvSpPr>
            <p:spPr>
              <a:xfrm>
                <a:off x="3369183" y="4256777"/>
                <a:ext cx="252911" cy="252911"/>
              </a:xfrm>
              <a:prstGeom prst="ellipse">
                <a:avLst/>
              </a:prstGeom>
              <a:solidFill>
                <a:srgbClr val="ACE5C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2" name="pl675">
                <a:extLst>
                  <a:ext uri="{FF2B5EF4-FFF2-40B4-BE49-F238E27FC236}">
                    <a16:creationId xmlns:a16="http://schemas.microsoft.com/office/drawing/2014/main" id="{94E98DAC-6D78-2446-DC20-5BD2A4AE27A3}"/>
                  </a:ext>
                </a:extLst>
              </p:cNvPr>
              <p:cNvSpPr/>
              <p:nvPr/>
            </p:nvSpPr>
            <p:spPr>
              <a:xfrm>
                <a:off x="3535687" y="3046619"/>
                <a:ext cx="1088780" cy="640630"/>
              </a:xfrm>
              <a:custGeom>
                <a:avLst/>
                <a:gdLst/>
                <a:ahLst/>
                <a:cxnLst/>
                <a:rect l="0" t="0" r="0" b="0"/>
                <a:pathLst>
                  <a:path w="1088780" h="640630">
                    <a:moveTo>
                      <a:pt x="1088780" y="0"/>
                    </a:moveTo>
                    <a:lnTo>
                      <a:pt x="0" y="64063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3" name="pl676">
                <a:extLst>
                  <a:ext uri="{FF2B5EF4-FFF2-40B4-BE49-F238E27FC236}">
                    <a16:creationId xmlns:a16="http://schemas.microsoft.com/office/drawing/2014/main" id="{9FC1CCAB-D400-5174-6380-2079288E2B59}"/>
                  </a:ext>
                </a:extLst>
              </p:cNvPr>
              <p:cNvSpPr/>
              <p:nvPr/>
            </p:nvSpPr>
            <p:spPr>
              <a:xfrm>
                <a:off x="3507507" y="3545424"/>
                <a:ext cx="1248569" cy="829919"/>
              </a:xfrm>
              <a:custGeom>
                <a:avLst/>
                <a:gdLst/>
                <a:ahLst/>
                <a:cxnLst/>
                <a:rect l="0" t="0" r="0" b="0"/>
                <a:pathLst>
                  <a:path w="1248569" h="829919">
                    <a:moveTo>
                      <a:pt x="1248569" y="0"/>
                    </a:moveTo>
                    <a:lnTo>
                      <a:pt x="0" y="82991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10" name="rc683">
                <a:extLst>
                  <a:ext uri="{FF2B5EF4-FFF2-40B4-BE49-F238E27FC236}">
                    <a16:creationId xmlns:a16="http://schemas.microsoft.com/office/drawing/2014/main" id="{2D62352C-176C-BD40-D833-52C43D146AD3}"/>
                  </a:ext>
                </a:extLst>
              </p:cNvPr>
              <p:cNvSpPr/>
              <p:nvPr/>
            </p:nvSpPr>
            <p:spPr>
              <a:xfrm>
                <a:off x="2483768" y="1859856"/>
                <a:ext cx="3967904" cy="3657376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712" name="pl677">
              <a:extLst>
                <a:ext uri="{FF2B5EF4-FFF2-40B4-BE49-F238E27FC236}">
                  <a16:creationId xmlns:a16="http://schemas.microsoft.com/office/drawing/2014/main" id="{7153D7D5-6C78-D742-CE29-14FE12A1B850}"/>
                </a:ext>
              </a:extLst>
            </p:cNvPr>
            <p:cNvSpPr/>
            <p:nvPr/>
          </p:nvSpPr>
          <p:spPr>
            <a:xfrm>
              <a:off x="11771090" y="18113250"/>
              <a:ext cx="153868" cy="288032"/>
            </a:xfrm>
            <a:custGeom>
              <a:avLst/>
              <a:gdLst/>
              <a:ahLst/>
              <a:cxnLst/>
              <a:rect l="0" t="0" r="0" b="0"/>
              <a:pathLst>
                <a:path w="1087883" h="456649">
                  <a:moveTo>
                    <a:pt x="1087883" y="0"/>
                  </a:moveTo>
                  <a:lnTo>
                    <a:pt x="0" y="4566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sp>
          <p:nvSpPr>
            <p:cNvPr id="4714" name="pg675">
              <a:extLst>
                <a:ext uri="{FF2B5EF4-FFF2-40B4-BE49-F238E27FC236}">
                  <a16:creationId xmlns:a16="http://schemas.microsoft.com/office/drawing/2014/main" id="{AD06C8B7-A0BA-87B6-A218-D86A706A155A}"/>
                </a:ext>
              </a:extLst>
            </p:cNvPr>
            <p:cNvSpPr/>
            <p:nvPr/>
          </p:nvSpPr>
          <p:spPr>
            <a:xfrm>
              <a:off x="11864334" y="18030153"/>
              <a:ext cx="123475" cy="106933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6" name="pg681">
              <a:extLst>
                <a:ext uri="{FF2B5EF4-FFF2-40B4-BE49-F238E27FC236}">
                  <a16:creationId xmlns:a16="http://schemas.microsoft.com/office/drawing/2014/main" id="{A041F564-0A36-D192-A288-0FECECA2E0B8}"/>
                </a:ext>
              </a:extLst>
            </p:cNvPr>
            <p:cNvSpPr/>
            <p:nvPr/>
          </p:nvSpPr>
          <p:spPr>
            <a:xfrm>
              <a:off x="11640844" y="18401282"/>
              <a:ext cx="717348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York River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4718" name="pl674">
              <a:extLst>
                <a:ext uri="{FF2B5EF4-FFF2-40B4-BE49-F238E27FC236}">
                  <a16:creationId xmlns:a16="http://schemas.microsoft.com/office/drawing/2014/main" id="{9BFB523C-D11D-3558-9B3A-0EE78F846E02}"/>
                </a:ext>
              </a:extLst>
            </p:cNvPr>
            <p:cNvSpPr/>
            <p:nvPr/>
          </p:nvSpPr>
          <p:spPr>
            <a:xfrm flipV="1">
              <a:off x="11960983" y="18218998"/>
              <a:ext cx="580713" cy="6900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0" name="pg679">
              <a:extLst>
                <a:ext uri="{FF2B5EF4-FFF2-40B4-BE49-F238E27FC236}">
                  <a16:creationId xmlns:a16="http://schemas.microsoft.com/office/drawing/2014/main" id="{1B19C227-8395-858A-2596-13A2DEDEC59E}"/>
                </a:ext>
              </a:extLst>
            </p:cNvPr>
            <p:cNvSpPr/>
            <p:nvPr/>
          </p:nvSpPr>
          <p:spPr>
            <a:xfrm>
              <a:off x="12504218" y="18171812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4721" name="pg683">
              <a:extLst>
                <a:ext uri="{FF2B5EF4-FFF2-40B4-BE49-F238E27FC236}">
                  <a16:creationId xmlns:a16="http://schemas.microsoft.com/office/drawing/2014/main" id="{3380BCF3-43FC-9886-82D3-92397A4C81F4}"/>
                </a:ext>
              </a:extLst>
            </p:cNvPr>
            <p:cNvSpPr/>
            <p:nvPr/>
          </p:nvSpPr>
          <p:spPr>
            <a:xfrm>
              <a:off x="12563276" y="17711936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S2-DEBY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4722" name="pg681">
              <a:extLst>
                <a:ext uri="{FF2B5EF4-FFF2-40B4-BE49-F238E27FC236}">
                  <a16:creationId xmlns:a16="http://schemas.microsoft.com/office/drawing/2014/main" id="{87CFDDAC-3302-8B9F-01A8-44865B778657}"/>
                </a:ext>
              </a:extLst>
            </p:cNvPr>
            <p:cNvSpPr/>
            <p:nvPr/>
          </p:nvSpPr>
          <p:spPr>
            <a:xfrm>
              <a:off x="12541695" y="17425796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S1-LOLA</a:t>
              </a:r>
              <a:endParaRPr sz="1100" dirty="0">
                <a:latin typeface="Helvetica" pitchFamily="2" charset="0"/>
              </a:endParaRPr>
            </a:p>
          </p:txBody>
        </p:sp>
        <p:pic>
          <p:nvPicPr>
            <p:cNvPr id="4723" name="Picture 4722">
              <a:extLst>
                <a:ext uri="{FF2B5EF4-FFF2-40B4-BE49-F238E27FC236}">
                  <a16:creationId xmlns:a16="http://schemas.microsoft.com/office/drawing/2014/main" id="{95E7BD05-570F-5CD3-7E98-DCA0A2D59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16938" y="16876253"/>
              <a:ext cx="1799263" cy="84869"/>
            </a:xfrm>
            <a:prstGeom prst="rect">
              <a:avLst/>
            </a:prstGeom>
          </p:spPr>
        </p:pic>
        <p:sp>
          <p:nvSpPr>
            <p:cNvPr id="4724" name="Rectangle 4723">
              <a:extLst>
                <a:ext uri="{FF2B5EF4-FFF2-40B4-BE49-F238E27FC236}">
                  <a16:creationId xmlns:a16="http://schemas.microsoft.com/office/drawing/2014/main" id="{74F50407-53ED-846F-55AA-691DB5E3D21C}"/>
                </a:ext>
              </a:extLst>
            </p:cNvPr>
            <p:cNvSpPr/>
            <p:nvPr/>
          </p:nvSpPr>
          <p:spPr>
            <a:xfrm>
              <a:off x="14061232" y="17897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25" name="Straight Connector 4724">
              <a:extLst>
                <a:ext uri="{FF2B5EF4-FFF2-40B4-BE49-F238E27FC236}">
                  <a16:creationId xmlns:a16="http://schemas.microsoft.com/office/drawing/2014/main" id="{36358F2A-4A39-D5FF-BF44-6D7A80E30760}"/>
                </a:ext>
              </a:extLst>
            </p:cNvPr>
            <p:cNvCxnSpPr>
              <a:cxnSpLocks/>
            </p:cNvCxnSpPr>
            <p:nvPr/>
          </p:nvCxnSpPr>
          <p:spPr>
            <a:xfrm>
              <a:off x="13382674" y="16961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26" name="Straight Connector 4725">
              <a:extLst>
                <a:ext uri="{FF2B5EF4-FFF2-40B4-BE49-F238E27FC236}">
                  <a16:creationId xmlns:a16="http://schemas.microsoft.com/office/drawing/2014/main" id="{24778856-C586-55AC-ECBB-D0D0AB2DD4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82674" y="18401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5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A9D5C-C17E-2082-46C2-181107E15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>
            <a:extLst>
              <a:ext uri="{FF2B5EF4-FFF2-40B4-BE49-F238E27FC236}">
                <a16:creationId xmlns:a16="http://schemas.microsoft.com/office/drawing/2014/main" id="{528C3280-7D36-4DC5-09CA-C829A334E19E}"/>
              </a:ext>
            </a:extLst>
          </p:cNvPr>
          <p:cNvGrpSpPr/>
          <p:nvPr/>
        </p:nvGrpSpPr>
        <p:grpSpPr>
          <a:xfrm>
            <a:off x="9601200" y="16025019"/>
            <a:ext cx="8229600" cy="4525963"/>
            <a:chOff x="457200" y="1600200"/>
            <a:chExt cx="8229600" cy="4525963"/>
          </a:xfrm>
        </p:grpSpPr>
        <p:sp>
          <p:nvSpPr>
            <p:cNvPr id="3" name="rc3">
              <a:extLst>
                <a:ext uri="{FF2B5EF4-FFF2-40B4-BE49-F238E27FC236}">
                  <a16:creationId xmlns:a16="http://schemas.microsoft.com/office/drawing/2014/main" id="{C7C07AAB-DF65-DBBD-53C4-D88EAAF8ADE3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>
              <a:extLst>
                <a:ext uri="{FF2B5EF4-FFF2-40B4-BE49-F238E27FC236}">
                  <a16:creationId xmlns:a16="http://schemas.microsoft.com/office/drawing/2014/main" id="{B7316FCE-BE4E-ACE2-ED6A-820B63EDB0E7}"/>
                </a:ext>
              </a:extLst>
            </p:cNvPr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>
              <a:extLst>
                <a:ext uri="{FF2B5EF4-FFF2-40B4-BE49-F238E27FC236}">
                  <a16:creationId xmlns:a16="http://schemas.microsoft.com/office/drawing/2014/main" id="{3E2A5397-F562-9286-D606-8F8FC44C764A}"/>
                </a:ext>
              </a:extLst>
            </p:cNvPr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707B5633-6AC5-CDB4-B65F-5D1064E4A392}"/>
                </a:ext>
              </a:extLst>
            </p:cNvPr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68DC1AEA-6AC6-229E-14EA-9B24B5F68A82}"/>
                </a:ext>
              </a:extLst>
            </p:cNvPr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6428D5C5-694E-1CC6-9D91-04D15B740359}"/>
                </a:ext>
              </a:extLst>
            </p:cNvPr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2BD20CD1-1EEF-7A82-1DAF-7F55F650AB4F}"/>
                </a:ext>
              </a:extLst>
            </p:cNvPr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C5A6B19E-C556-B069-CAC9-1C46F9B5BA9B}"/>
                </a:ext>
              </a:extLst>
            </p:cNvPr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D383087C-E801-6611-3A2A-CA738C596BAC}"/>
                </a:ext>
              </a:extLst>
            </p:cNvPr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C9C2EE32-2CAB-4814-22B5-5827FEB59CD7}"/>
                </a:ext>
              </a:extLst>
            </p:cNvPr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>
              <a:extLst>
                <a:ext uri="{FF2B5EF4-FFF2-40B4-BE49-F238E27FC236}">
                  <a16:creationId xmlns:a16="http://schemas.microsoft.com/office/drawing/2014/main" id="{22B69488-D1F3-88D2-AE26-A9884189AB61}"/>
                </a:ext>
              </a:extLst>
            </p:cNvPr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>
              <a:extLst>
                <a:ext uri="{FF2B5EF4-FFF2-40B4-BE49-F238E27FC236}">
                  <a16:creationId xmlns:a16="http://schemas.microsoft.com/office/drawing/2014/main" id="{05E4C115-612D-C51A-A60B-EDF271F7CA9D}"/>
                </a:ext>
              </a:extLst>
            </p:cNvPr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>
              <a:extLst>
                <a:ext uri="{FF2B5EF4-FFF2-40B4-BE49-F238E27FC236}">
                  <a16:creationId xmlns:a16="http://schemas.microsoft.com/office/drawing/2014/main" id="{620CDB9E-6D14-44B0-0ABC-EA51E43D4B40}"/>
                </a:ext>
              </a:extLst>
            </p:cNvPr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>
              <a:extLst>
                <a:ext uri="{FF2B5EF4-FFF2-40B4-BE49-F238E27FC236}">
                  <a16:creationId xmlns:a16="http://schemas.microsoft.com/office/drawing/2014/main" id="{1FBBE755-54AC-B98E-D1F1-2E4307993271}"/>
                </a:ext>
              </a:extLst>
            </p:cNvPr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>
              <a:extLst>
                <a:ext uri="{FF2B5EF4-FFF2-40B4-BE49-F238E27FC236}">
                  <a16:creationId xmlns:a16="http://schemas.microsoft.com/office/drawing/2014/main" id="{DDB99A13-B60E-BBAD-3141-E0B18C5A5122}"/>
                </a:ext>
              </a:extLst>
            </p:cNvPr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>
              <a:extLst>
                <a:ext uri="{FF2B5EF4-FFF2-40B4-BE49-F238E27FC236}">
                  <a16:creationId xmlns:a16="http://schemas.microsoft.com/office/drawing/2014/main" id="{11408D8F-B666-68E0-3ADE-368EE28E9B09}"/>
                </a:ext>
              </a:extLst>
            </p:cNvPr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>
              <a:extLst>
                <a:ext uri="{FF2B5EF4-FFF2-40B4-BE49-F238E27FC236}">
                  <a16:creationId xmlns:a16="http://schemas.microsoft.com/office/drawing/2014/main" id="{C8742B4E-BF52-7B4F-4EB7-5F8501F3E125}"/>
                </a:ext>
              </a:extLst>
            </p:cNvPr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>
              <a:extLst>
                <a:ext uri="{FF2B5EF4-FFF2-40B4-BE49-F238E27FC236}">
                  <a16:creationId xmlns:a16="http://schemas.microsoft.com/office/drawing/2014/main" id="{E5748C6E-1911-F5BB-68D1-BF38597329C8}"/>
                </a:ext>
              </a:extLst>
            </p:cNvPr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>
              <a:extLst>
                <a:ext uri="{FF2B5EF4-FFF2-40B4-BE49-F238E27FC236}">
                  <a16:creationId xmlns:a16="http://schemas.microsoft.com/office/drawing/2014/main" id="{267AE7D4-4ECD-B0E4-7919-95CF72508E7D}"/>
                </a:ext>
              </a:extLst>
            </p:cNvPr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9A66133F-5A9D-70CA-827B-0EAF8B6DC26C}"/>
                </a:ext>
              </a:extLst>
            </p:cNvPr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0E07CFA0-4A6B-9596-4037-60CB8045A1D8}"/>
                </a:ext>
              </a:extLst>
            </p:cNvPr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>
              <a:extLst>
                <a:ext uri="{FF2B5EF4-FFF2-40B4-BE49-F238E27FC236}">
                  <a16:creationId xmlns:a16="http://schemas.microsoft.com/office/drawing/2014/main" id="{472EB0E7-9D61-588F-EBE1-75998EDC7FC3}"/>
                </a:ext>
              </a:extLst>
            </p:cNvPr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>
              <a:extLst>
                <a:ext uri="{FF2B5EF4-FFF2-40B4-BE49-F238E27FC236}">
                  <a16:creationId xmlns:a16="http://schemas.microsoft.com/office/drawing/2014/main" id="{1477FA51-A485-3A42-84F5-21D11B730455}"/>
                </a:ext>
              </a:extLst>
            </p:cNvPr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>
              <a:extLst>
                <a:ext uri="{FF2B5EF4-FFF2-40B4-BE49-F238E27FC236}">
                  <a16:creationId xmlns:a16="http://schemas.microsoft.com/office/drawing/2014/main" id="{694F5A7A-46CF-AFB2-454D-94AAF32C77C9}"/>
                </a:ext>
              </a:extLst>
            </p:cNvPr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>
              <a:extLst>
                <a:ext uri="{FF2B5EF4-FFF2-40B4-BE49-F238E27FC236}">
                  <a16:creationId xmlns:a16="http://schemas.microsoft.com/office/drawing/2014/main" id="{E945B22F-7881-D8AD-0925-152116755FFE}"/>
                </a:ext>
              </a:extLst>
            </p:cNvPr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>
              <a:extLst>
                <a:ext uri="{FF2B5EF4-FFF2-40B4-BE49-F238E27FC236}">
                  <a16:creationId xmlns:a16="http://schemas.microsoft.com/office/drawing/2014/main" id="{9C1AD1F2-555E-2A2F-1EC0-1F931FC0673B}"/>
                </a:ext>
              </a:extLst>
            </p:cNvPr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>
              <a:extLst>
                <a:ext uri="{FF2B5EF4-FFF2-40B4-BE49-F238E27FC236}">
                  <a16:creationId xmlns:a16="http://schemas.microsoft.com/office/drawing/2014/main" id="{367E1BCF-75AB-0305-9C4D-BC9219F9ED94}"/>
                </a:ext>
              </a:extLst>
            </p:cNvPr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>
              <a:extLst>
                <a:ext uri="{FF2B5EF4-FFF2-40B4-BE49-F238E27FC236}">
                  <a16:creationId xmlns:a16="http://schemas.microsoft.com/office/drawing/2014/main" id="{C26DCA0A-7270-42C1-B611-308ED5747B27}"/>
                </a:ext>
              </a:extLst>
            </p:cNvPr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>
              <a:extLst>
                <a:ext uri="{FF2B5EF4-FFF2-40B4-BE49-F238E27FC236}">
                  <a16:creationId xmlns:a16="http://schemas.microsoft.com/office/drawing/2014/main" id="{32286EF4-BFFD-7BDE-D65C-094A3E862FCC}"/>
                </a:ext>
              </a:extLst>
            </p:cNvPr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>
              <a:extLst>
                <a:ext uri="{FF2B5EF4-FFF2-40B4-BE49-F238E27FC236}">
                  <a16:creationId xmlns:a16="http://schemas.microsoft.com/office/drawing/2014/main" id="{12770782-3CFA-6AD5-63AD-F5B25FAACE5A}"/>
                </a:ext>
              </a:extLst>
            </p:cNvPr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>
              <a:extLst>
                <a:ext uri="{FF2B5EF4-FFF2-40B4-BE49-F238E27FC236}">
                  <a16:creationId xmlns:a16="http://schemas.microsoft.com/office/drawing/2014/main" id="{2486B8C4-3F47-28CB-200D-19C44C4DC308}"/>
                </a:ext>
              </a:extLst>
            </p:cNvPr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>
              <a:extLst>
                <a:ext uri="{FF2B5EF4-FFF2-40B4-BE49-F238E27FC236}">
                  <a16:creationId xmlns:a16="http://schemas.microsoft.com/office/drawing/2014/main" id="{77F1EE21-37E9-C447-C7A6-E57DBAF748D1}"/>
                </a:ext>
              </a:extLst>
            </p:cNvPr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>
              <a:extLst>
                <a:ext uri="{FF2B5EF4-FFF2-40B4-BE49-F238E27FC236}">
                  <a16:creationId xmlns:a16="http://schemas.microsoft.com/office/drawing/2014/main" id="{2E2D6D98-FFDA-15BC-8DDF-F8F76F360669}"/>
                </a:ext>
              </a:extLst>
            </p:cNvPr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>
              <a:extLst>
                <a:ext uri="{FF2B5EF4-FFF2-40B4-BE49-F238E27FC236}">
                  <a16:creationId xmlns:a16="http://schemas.microsoft.com/office/drawing/2014/main" id="{8DFE3C6B-2CFF-EB19-2B85-2387A7192727}"/>
                </a:ext>
              </a:extLst>
            </p:cNvPr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>
              <a:extLst>
                <a:ext uri="{FF2B5EF4-FFF2-40B4-BE49-F238E27FC236}">
                  <a16:creationId xmlns:a16="http://schemas.microsoft.com/office/drawing/2014/main" id="{EC345C81-A46D-49CD-6F19-9554ACE465E5}"/>
                </a:ext>
              </a:extLst>
            </p:cNvPr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>
              <a:extLst>
                <a:ext uri="{FF2B5EF4-FFF2-40B4-BE49-F238E27FC236}">
                  <a16:creationId xmlns:a16="http://schemas.microsoft.com/office/drawing/2014/main" id="{BA221FFB-CA9A-7002-4243-D91A83200944}"/>
                </a:ext>
              </a:extLst>
            </p:cNvPr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>
              <a:extLst>
                <a:ext uri="{FF2B5EF4-FFF2-40B4-BE49-F238E27FC236}">
                  <a16:creationId xmlns:a16="http://schemas.microsoft.com/office/drawing/2014/main" id="{D87851DB-3763-DC2E-3E58-DA1E8EF387A8}"/>
                </a:ext>
              </a:extLst>
            </p:cNvPr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>
              <a:extLst>
                <a:ext uri="{FF2B5EF4-FFF2-40B4-BE49-F238E27FC236}">
                  <a16:creationId xmlns:a16="http://schemas.microsoft.com/office/drawing/2014/main" id="{0D61E635-2537-6B04-778C-F6844D2B94E6}"/>
                </a:ext>
              </a:extLst>
            </p:cNvPr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>
              <a:extLst>
                <a:ext uri="{FF2B5EF4-FFF2-40B4-BE49-F238E27FC236}">
                  <a16:creationId xmlns:a16="http://schemas.microsoft.com/office/drawing/2014/main" id="{8CADF48F-CF81-BC9D-95E4-F1401278A49B}"/>
                </a:ext>
              </a:extLst>
            </p:cNvPr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>
              <a:extLst>
                <a:ext uri="{FF2B5EF4-FFF2-40B4-BE49-F238E27FC236}">
                  <a16:creationId xmlns:a16="http://schemas.microsoft.com/office/drawing/2014/main" id="{A30B12A6-0DDF-CA0C-A748-656DAF01B721}"/>
                </a:ext>
              </a:extLst>
            </p:cNvPr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>
              <a:extLst>
                <a:ext uri="{FF2B5EF4-FFF2-40B4-BE49-F238E27FC236}">
                  <a16:creationId xmlns:a16="http://schemas.microsoft.com/office/drawing/2014/main" id="{2EBE25BD-FF0D-8EEF-116C-80296CA21729}"/>
                </a:ext>
              </a:extLst>
            </p:cNvPr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>
              <a:extLst>
                <a:ext uri="{FF2B5EF4-FFF2-40B4-BE49-F238E27FC236}">
                  <a16:creationId xmlns:a16="http://schemas.microsoft.com/office/drawing/2014/main" id="{1C835948-3C59-A460-FEB9-13A398E8BA2A}"/>
                </a:ext>
              </a:extLst>
            </p:cNvPr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>
              <a:extLst>
                <a:ext uri="{FF2B5EF4-FFF2-40B4-BE49-F238E27FC236}">
                  <a16:creationId xmlns:a16="http://schemas.microsoft.com/office/drawing/2014/main" id="{767C7FC0-F47A-7F25-0F01-5151C63FD719}"/>
                </a:ext>
              </a:extLst>
            </p:cNvPr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>
              <a:extLst>
                <a:ext uri="{FF2B5EF4-FFF2-40B4-BE49-F238E27FC236}">
                  <a16:creationId xmlns:a16="http://schemas.microsoft.com/office/drawing/2014/main" id="{B2219591-6ECC-BEF7-6178-F267953EB190}"/>
                </a:ext>
              </a:extLst>
            </p:cNvPr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>
              <a:extLst>
                <a:ext uri="{FF2B5EF4-FFF2-40B4-BE49-F238E27FC236}">
                  <a16:creationId xmlns:a16="http://schemas.microsoft.com/office/drawing/2014/main" id="{C69A46C0-67BB-172F-19A6-21C34A6581DA}"/>
                </a:ext>
              </a:extLst>
            </p:cNvPr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>
              <a:extLst>
                <a:ext uri="{FF2B5EF4-FFF2-40B4-BE49-F238E27FC236}">
                  <a16:creationId xmlns:a16="http://schemas.microsoft.com/office/drawing/2014/main" id="{2C98C6F5-84F9-1AED-C332-C06110102DB9}"/>
                </a:ext>
              </a:extLst>
            </p:cNvPr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>
              <a:extLst>
                <a:ext uri="{FF2B5EF4-FFF2-40B4-BE49-F238E27FC236}">
                  <a16:creationId xmlns:a16="http://schemas.microsoft.com/office/drawing/2014/main" id="{9EEA7857-83B9-8709-7A0C-424D6F166DBC}"/>
                </a:ext>
              </a:extLst>
            </p:cNvPr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>
              <a:extLst>
                <a:ext uri="{FF2B5EF4-FFF2-40B4-BE49-F238E27FC236}">
                  <a16:creationId xmlns:a16="http://schemas.microsoft.com/office/drawing/2014/main" id="{7AA9F007-D51E-5CF3-4F3C-DCF7439DC094}"/>
                </a:ext>
              </a:extLst>
            </p:cNvPr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>
              <a:extLst>
                <a:ext uri="{FF2B5EF4-FFF2-40B4-BE49-F238E27FC236}">
                  <a16:creationId xmlns:a16="http://schemas.microsoft.com/office/drawing/2014/main" id="{A5E25A41-DC58-DC0D-9978-7A0EB6281006}"/>
                </a:ext>
              </a:extLst>
            </p:cNvPr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>
              <a:extLst>
                <a:ext uri="{FF2B5EF4-FFF2-40B4-BE49-F238E27FC236}">
                  <a16:creationId xmlns:a16="http://schemas.microsoft.com/office/drawing/2014/main" id="{046D1F6D-7509-D1D8-C109-22A21BA45E49}"/>
                </a:ext>
              </a:extLst>
            </p:cNvPr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>
              <a:extLst>
                <a:ext uri="{FF2B5EF4-FFF2-40B4-BE49-F238E27FC236}">
                  <a16:creationId xmlns:a16="http://schemas.microsoft.com/office/drawing/2014/main" id="{BC4404D8-5649-00D0-9E3F-FB1B1F12C444}"/>
                </a:ext>
              </a:extLst>
            </p:cNvPr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>
              <a:extLst>
                <a:ext uri="{FF2B5EF4-FFF2-40B4-BE49-F238E27FC236}">
                  <a16:creationId xmlns:a16="http://schemas.microsoft.com/office/drawing/2014/main" id="{A0E76481-365E-0EE2-4056-8444234AA954}"/>
                </a:ext>
              </a:extLst>
            </p:cNvPr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>
              <a:extLst>
                <a:ext uri="{FF2B5EF4-FFF2-40B4-BE49-F238E27FC236}">
                  <a16:creationId xmlns:a16="http://schemas.microsoft.com/office/drawing/2014/main" id="{A32B3A8B-3FB5-DB9D-45F2-DA617D9E361A}"/>
                </a:ext>
              </a:extLst>
            </p:cNvPr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>
              <a:extLst>
                <a:ext uri="{FF2B5EF4-FFF2-40B4-BE49-F238E27FC236}">
                  <a16:creationId xmlns:a16="http://schemas.microsoft.com/office/drawing/2014/main" id="{64826399-B4D5-EB88-B70A-9824A5402C46}"/>
                </a:ext>
              </a:extLst>
            </p:cNvPr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>
              <a:extLst>
                <a:ext uri="{FF2B5EF4-FFF2-40B4-BE49-F238E27FC236}">
                  <a16:creationId xmlns:a16="http://schemas.microsoft.com/office/drawing/2014/main" id="{0A1A299E-23C9-CAF2-2AA4-18F14E249118}"/>
                </a:ext>
              </a:extLst>
            </p:cNvPr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>
              <a:extLst>
                <a:ext uri="{FF2B5EF4-FFF2-40B4-BE49-F238E27FC236}">
                  <a16:creationId xmlns:a16="http://schemas.microsoft.com/office/drawing/2014/main" id="{FEEC5A67-F809-64A2-F10B-008EFD28460E}"/>
                </a:ext>
              </a:extLst>
            </p:cNvPr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>
              <a:extLst>
                <a:ext uri="{FF2B5EF4-FFF2-40B4-BE49-F238E27FC236}">
                  <a16:creationId xmlns:a16="http://schemas.microsoft.com/office/drawing/2014/main" id="{C46BABA6-3736-30EF-528A-9EC3743B7757}"/>
                </a:ext>
              </a:extLst>
            </p:cNvPr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>
              <a:extLst>
                <a:ext uri="{FF2B5EF4-FFF2-40B4-BE49-F238E27FC236}">
                  <a16:creationId xmlns:a16="http://schemas.microsoft.com/office/drawing/2014/main" id="{1614BA78-BA3B-E7DC-5A76-9B343306BD37}"/>
                </a:ext>
              </a:extLst>
            </p:cNvPr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>
              <a:extLst>
                <a:ext uri="{FF2B5EF4-FFF2-40B4-BE49-F238E27FC236}">
                  <a16:creationId xmlns:a16="http://schemas.microsoft.com/office/drawing/2014/main" id="{B4001A9E-6B43-5F0B-D87F-228B85983C72}"/>
                </a:ext>
              </a:extLst>
            </p:cNvPr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>
              <a:extLst>
                <a:ext uri="{FF2B5EF4-FFF2-40B4-BE49-F238E27FC236}">
                  <a16:creationId xmlns:a16="http://schemas.microsoft.com/office/drawing/2014/main" id="{7AE97C4A-40E7-CA18-8381-FF08DFFDCCDD}"/>
                </a:ext>
              </a:extLst>
            </p:cNvPr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>
              <a:extLst>
                <a:ext uri="{FF2B5EF4-FFF2-40B4-BE49-F238E27FC236}">
                  <a16:creationId xmlns:a16="http://schemas.microsoft.com/office/drawing/2014/main" id="{7B9B9022-F9AC-4A60-B0EB-91F694E0F34A}"/>
                </a:ext>
              </a:extLst>
            </p:cNvPr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>
              <a:extLst>
                <a:ext uri="{FF2B5EF4-FFF2-40B4-BE49-F238E27FC236}">
                  <a16:creationId xmlns:a16="http://schemas.microsoft.com/office/drawing/2014/main" id="{E46C1E67-7B3B-D315-18FB-AD0F5872EF69}"/>
                </a:ext>
              </a:extLst>
            </p:cNvPr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>
              <a:extLst>
                <a:ext uri="{FF2B5EF4-FFF2-40B4-BE49-F238E27FC236}">
                  <a16:creationId xmlns:a16="http://schemas.microsoft.com/office/drawing/2014/main" id="{79105EFD-9DA3-8EF8-C2DC-2D38D6315B85}"/>
                </a:ext>
              </a:extLst>
            </p:cNvPr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>
              <a:extLst>
                <a:ext uri="{FF2B5EF4-FFF2-40B4-BE49-F238E27FC236}">
                  <a16:creationId xmlns:a16="http://schemas.microsoft.com/office/drawing/2014/main" id="{2166624A-BC9F-ABA9-E68D-C397C60C2604}"/>
                </a:ext>
              </a:extLst>
            </p:cNvPr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>
              <a:extLst>
                <a:ext uri="{FF2B5EF4-FFF2-40B4-BE49-F238E27FC236}">
                  <a16:creationId xmlns:a16="http://schemas.microsoft.com/office/drawing/2014/main" id="{EF426670-4E7B-1EA8-1710-B0B99A2C3D3C}"/>
                </a:ext>
              </a:extLst>
            </p:cNvPr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>
              <a:extLst>
                <a:ext uri="{FF2B5EF4-FFF2-40B4-BE49-F238E27FC236}">
                  <a16:creationId xmlns:a16="http://schemas.microsoft.com/office/drawing/2014/main" id="{AE643A33-CF87-2BE6-1B2A-DE765102C5C2}"/>
                </a:ext>
              </a:extLst>
            </p:cNvPr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>
              <a:extLst>
                <a:ext uri="{FF2B5EF4-FFF2-40B4-BE49-F238E27FC236}">
                  <a16:creationId xmlns:a16="http://schemas.microsoft.com/office/drawing/2014/main" id="{B805D859-82CE-ED69-F287-74DBDE5E7EF4}"/>
                </a:ext>
              </a:extLst>
            </p:cNvPr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>
              <a:extLst>
                <a:ext uri="{FF2B5EF4-FFF2-40B4-BE49-F238E27FC236}">
                  <a16:creationId xmlns:a16="http://schemas.microsoft.com/office/drawing/2014/main" id="{3D569F5F-804D-1A39-7343-0C3E1938FB16}"/>
                </a:ext>
              </a:extLst>
            </p:cNvPr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>
              <a:extLst>
                <a:ext uri="{FF2B5EF4-FFF2-40B4-BE49-F238E27FC236}">
                  <a16:creationId xmlns:a16="http://schemas.microsoft.com/office/drawing/2014/main" id="{85498146-505B-97C9-03F2-491DF23089B9}"/>
                </a:ext>
              </a:extLst>
            </p:cNvPr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>
              <a:extLst>
                <a:ext uri="{FF2B5EF4-FFF2-40B4-BE49-F238E27FC236}">
                  <a16:creationId xmlns:a16="http://schemas.microsoft.com/office/drawing/2014/main" id="{60016CFE-6C4C-685B-7233-3EDC24F95176}"/>
                </a:ext>
              </a:extLst>
            </p:cNvPr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>
              <a:extLst>
                <a:ext uri="{FF2B5EF4-FFF2-40B4-BE49-F238E27FC236}">
                  <a16:creationId xmlns:a16="http://schemas.microsoft.com/office/drawing/2014/main" id="{0C6B2ABC-862F-C3AF-DCDD-27270231EB2F}"/>
                </a:ext>
              </a:extLst>
            </p:cNvPr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>
              <a:extLst>
                <a:ext uri="{FF2B5EF4-FFF2-40B4-BE49-F238E27FC236}">
                  <a16:creationId xmlns:a16="http://schemas.microsoft.com/office/drawing/2014/main" id="{33BC127C-2A5A-4D45-116D-1F806778552B}"/>
                </a:ext>
              </a:extLst>
            </p:cNvPr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>
              <a:extLst>
                <a:ext uri="{FF2B5EF4-FFF2-40B4-BE49-F238E27FC236}">
                  <a16:creationId xmlns:a16="http://schemas.microsoft.com/office/drawing/2014/main" id="{A4D5DBF3-4407-C16C-E744-996C35E26501}"/>
                </a:ext>
              </a:extLst>
            </p:cNvPr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>
              <a:extLst>
                <a:ext uri="{FF2B5EF4-FFF2-40B4-BE49-F238E27FC236}">
                  <a16:creationId xmlns:a16="http://schemas.microsoft.com/office/drawing/2014/main" id="{76856B37-419B-A7EE-783E-6AAB1A52F5A9}"/>
                </a:ext>
              </a:extLst>
            </p:cNvPr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>
              <a:extLst>
                <a:ext uri="{FF2B5EF4-FFF2-40B4-BE49-F238E27FC236}">
                  <a16:creationId xmlns:a16="http://schemas.microsoft.com/office/drawing/2014/main" id="{FA9404F2-B999-6924-9564-F6C990EF214C}"/>
                </a:ext>
              </a:extLst>
            </p:cNvPr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>
              <a:extLst>
                <a:ext uri="{FF2B5EF4-FFF2-40B4-BE49-F238E27FC236}">
                  <a16:creationId xmlns:a16="http://schemas.microsoft.com/office/drawing/2014/main" id="{8E86BD4C-43B5-8554-70AC-897A0DE18802}"/>
                </a:ext>
              </a:extLst>
            </p:cNvPr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>
              <a:extLst>
                <a:ext uri="{FF2B5EF4-FFF2-40B4-BE49-F238E27FC236}">
                  <a16:creationId xmlns:a16="http://schemas.microsoft.com/office/drawing/2014/main" id="{E901C9F0-3A95-0C29-741E-65B38E22CDEA}"/>
                </a:ext>
              </a:extLst>
            </p:cNvPr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>
              <a:extLst>
                <a:ext uri="{FF2B5EF4-FFF2-40B4-BE49-F238E27FC236}">
                  <a16:creationId xmlns:a16="http://schemas.microsoft.com/office/drawing/2014/main" id="{57B2E1D9-D42D-0F71-5E3D-86BE3FBD879C}"/>
                </a:ext>
              </a:extLst>
            </p:cNvPr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>
              <a:extLst>
                <a:ext uri="{FF2B5EF4-FFF2-40B4-BE49-F238E27FC236}">
                  <a16:creationId xmlns:a16="http://schemas.microsoft.com/office/drawing/2014/main" id="{CEF1C133-3352-9201-FE6A-F6FB17689A7E}"/>
                </a:ext>
              </a:extLst>
            </p:cNvPr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>
              <a:extLst>
                <a:ext uri="{FF2B5EF4-FFF2-40B4-BE49-F238E27FC236}">
                  <a16:creationId xmlns:a16="http://schemas.microsoft.com/office/drawing/2014/main" id="{59AC62B3-0E51-EB70-4CDC-302FE2FB84C3}"/>
                </a:ext>
              </a:extLst>
            </p:cNvPr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>
              <a:extLst>
                <a:ext uri="{FF2B5EF4-FFF2-40B4-BE49-F238E27FC236}">
                  <a16:creationId xmlns:a16="http://schemas.microsoft.com/office/drawing/2014/main" id="{850D4F6B-4037-9949-54A9-D9819D5CEA86}"/>
                </a:ext>
              </a:extLst>
            </p:cNvPr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>
              <a:extLst>
                <a:ext uri="{FF2B5EF4-FFF2-40B4-BE49-F238E27FC236}">
                  <a16:creationId xmlns:a16="http://schemas.microsoft.com/office/drawing/2014/main" id="{9D1E225F-30D7-CA69-157E-3848A517E040}"/>
                </a:ext>
              </a:extLst>
            </p:cNvPr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>
              <a:extLst>
                <a:ext uri="{FF2B5EF4-FFF2-40B4-BE49-F238E27FC236}">
                  <a16:creationId xmlns:a16="http://schemas.microsoft.com/office/drawing/2014/main" id="{8CD2E232-15A3-D253-BE41-1C09C7A987A1}"/>
                </a:ext>
              </a:extLst>
            </p:cNvPr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>
              <a:extLst>
                <a:ext uri="{FF2B5EF4-FFF2-40B4-BE49-F238E27FC236}">
                  <a16:creationId xmlns:a16="http://schemas.microsoft.com/office/drawing/2014/main" id="{C871C66D-A761-6D28-26E5-D54D3894EF9B}"/>
                </a:ext>
              </a:extLst>
            </p:cNvPr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>
              <a:extLst>
                <a:ext uri="{FF2B5EF4-FFF2-40B4-BE49-F238E27FC236}">
                  <a16:creationId xmlns:a16="http://schemas.microsoft.com/office/drawing/2014/main" id="{698B8754-370B-D3F1-DDA3-7B306A004986}"/>
                </a:ext>
              </a:extLst>
            </p:cNvPr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>
              <a:extLst>
                <a:ext uri="{FF2B5EF4-FFF2-40B4-BE49-F238E27FC236}">
                  <a16:creationId xmlns:a16="http://schemas.microsoft.com/office/drawing/2014/main" id="{B4DD452B-EC8C-A89B-3864-869A3C7239DC}"/>
                </a:ext>
              </a:extLst>
            </p:cNvPr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>
              <a:extLst>
                <a:ext uri="{FF2B5EF4-FFF2-40B4-BE49-F238E27FC236}">
                  <a16:creationId xmlns:a16="http://schemas.microsoft.com/office/drawing/2014/main" id="{3097A322-894E-2581-E5DF-BFAE0EB24AD1}"/>
                </a:ext>
              </a:extLst>
            </p:cNvPr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>
              <a:extLst>
                <a:ext uri="{FF2B5EF4-FFF2-40B4-BE49-F238E27FC236}">
                  <a16:creationId xmlns:a16="http://schemas.microsoft.com/office/drawing/2014/main" id="{B5AEA8FA-25B0-C19D-5AC1-E26992327CAB}"/>
                </a:ext>
              </a:extLst>
            </p:cNvPr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>
              <a:extLst>
                <a:ext uri="{FF2B5EF4-FFF2-40B4-BE49-F238E27FC236}">
                  <a16:creationId xmlns:a16="http://schemas.microsoft.com/office/drawing/2014/main" id="{4D1FAB05-8A46-D3B9-25F8-EDC2F9B401CE}"/>
                </a:ext>
              </a:extLst>
            </p:cNvPr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>
              <a:extLst>
                <a:ext uri="{FF2B5EF4-FFF2-40B4-BE49-F238E27FC236}">
                  <a16:creationId xmlns:a16="http://schemas.microsoft.com/office/drawing/2014/main" id="{58366EA1-0A7D-E366-7075-8EF305B9DCC2}"/>
                </a:ext>
              </a:extLst>
            </p:cNvPr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>
              <a:extLst>
                <a:ext uri="{FF2B5EF4-FFF2-40B4-BE49-F238E27FC236}">
                  <a16:creationId xmlns:a16="http://schemas.microsoft.com/office/drawing/2014/main" id="{7507798C-78C8-01B1-2B4A-A6F5CBAA1005}"/>
                </a:ext>
              </a:extLst>
            </p:cNvPr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>
              <a:extLst>
                <a:ext uri="{FF2B5EF4-FFF2-40B4-BE49-F238E27FC236}">
                  <a16:creationId xmlns:a16="http://schemas.microsoft.com/office/drawing/2014/main" id="{DE3008B4-4ECF-909C-1C3B-FD80AD3A0270}"/>
                </a:ext>
              </a:extLst>
            </p:cNvPr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>
              <a:extLst>
                <a:ext uri="{FF2B5EF4-FFF2-40B4-BE49-F238E27FC236}">
                  <a16:creationId xmlns:a16="http://schemas.microsoft.com/office/drawing/2014/main" id="{DBBC5D65-F044-02AA-809F-0F9927870974}"/>
                </a:ext>
              </a:extLst>
            </p:cNvPr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>
              <a:extLst>
                <a:ext uri="{FF2B5EF4-FFF2-40B4-BE49-F238E27FC236}">
                  <a16:creationId xmlns:a16="http://schemas.microsoft.com/office/drawing/2014/main" id="{E0CCC8B1-BD86-0B12-5A2C-F833709A538C}"/>
                </a:ext>
              </a:extLst>
            </p:cNvPr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>
              <a:extLst>
                <a:ext uri="{FF2B5EF4-FFF2-40B4-BE49-F238E27FC236}">
                  <a16:creationId xmlns:a16="http://schemas.microsoft.com/office/drawing/2014/main" id="{60F958E8-58F3-EDAE-171D-EA5043339293}"/>
                </a:ext>
              </a:extLst>
            </p:cNvPr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>
              <a:extLst>
                <a:ext uri="{FF2B5EF4-FFF2-40B4-BE49-F238E27FC236}">
                  <a16:creationId xmlns:a16="http://schemas.microsoft.com/office/drawing/2014/main" id="{124FF515-425E-3659-377A-5F9F6C6FBC1E}"/>
                </a:ext>
              </a:extLst>
            </p:cNvPr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>
              <a:extLst>
                <a:ext uri="{FF2B5EF4-FFF2-40B4-BE49-F238E27FC236}">
                  <a16:creationId xmlns:a16="http://schemas.microsoft.com/office/drawing/2014/main" id="{56F1C422-CAA6-BB01-065E-4FBD3828315D}"/>
                </a:ext>
              </a:extLst>
            </p:cNvPr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>
              <a:extLst>
                <a:ext uri="{FF2B5EF4-FFF2-40B4-BE49-F238E27FC236}">
                  <a16:creationId xmlns:a16="http://schemas.microsoft.com/office/drawing/2014/main" id="{853205EF-C041-BEA7-8A84-8DF5CB7DFD94}"/>
                </a:ext>
              </a:extLst>
            </p:cNvPr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>
              <a:extLst>
                <a:ext uri="{FF2B5EF4-FFF2-40B4-BE49-F238E27FC236}">
                  <a16:creationId xmlns:a16="http://schemas.microsoft.com/office/drawing/2014/main" id="{6A2E1FAE-CECE-1DCF-0694-83F7EF6AF6BB}"/>
                </a:ext>
              </a:extLst>
            </p:cNvPr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>
              <a:extLst>
                <a:ext uri="{FF2B5EF4-FFF2-40B4-BE49-F238E27FC236}">
                  <a16:creationId xmlns:a16="http://schemas.microsoft.com/office/drawing/2014/main" id="{B8AF5A28-689D-AAF7-8C93-BAC0099EFE9F}"/>
                </a:ext>
              </a:extLst>
            </p:cNvPr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>
              <a:extLst>
                <a:ext uri="{FF2B5EF4-FFF2-40B4-BE49-F238E27FC236}">
                  <a16:creationId xmlns:a16="http://schemas.microsoft.com/office/drawing/2014/main" id="{EE0D54E0-F679-3CE9-53E7-2118534246AC}"/>
                </a:ext>
              </a:extLst>
            </p:cNvPr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>
              <a:extLst>
                <a:ext uri="{FF2B5EF4-FFF2-40B4-BE49-F238E27FC236}">
                  <a16:creationId xmlns:a16="http://schemas.microsoft.com/office/drawing/2014/main" id="{7E913B85-DE1E-478E-F9E4-FE22B3276272}"/>
                </a:ext>
              </a:extLst>
            </p:cNvPr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>
              <a:extLst>
                <a:ext uri="{FF2B5EF4-FFF2-40B4-BE49-F238E27FC236}">
                  <a16:creationId xmlns:a16="http://schemas.microsoft.com/office/drawing/2014/main" id="{09410459-45B4-59BF-26B6-72FD66A96654}"/>
                </a:ext>
              </a:extLst>
            </p:cNvPr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>
              <a:extLst>
                <a:ext uri="{FF2B5EF4-FFF2-40B4-BE49-F238E27FC236}">
                  <a16:creationId xmlns:a16="http://schemas.microsoft.com/office/drawing/2014/main" id="{2E04A63D-326F-D4FB-E43E-65E302E1F325}"/>
                </a:ext>
              </a:extLst>
            </p:cNvPr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>
              <a:extLst>
                <a:ext uri="{FF2B5EF4-FFF2-40B4-BE49-F238E27FC236}">
                  <a16:creationId xmlns:a16="http://schemas.microsoft.com/office/drawing/2014/main" id="{8378DF1D-2FDA-FDBE-D5CF-B4737A1D6057}"/>
                </a:ext>
              </a:extLst>
            </p:cNvPr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>
              <a:extLst>
                <a:ext uri="{FF2B5EF4-FFF2-40B4-BE49-F238E27FC236}">
                  <a16:creationId xmlns:a16="http://schemas.microsoft.com/office/drawing/2014/main" id="{EB4EBB44-2759-BD52-0F12-F3F799756316}"/>
                </a:ext>
              </a:extLst>
            </p:cNvPr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>
              <a:extLst>
                <a:ext uri="{FF2B5EF4-FFF2-40B4-BE49-F238E27FC236}">
                  <a16:creationId xmlns:a16="http://schemas.microsoft.com/office/drawing/2014/main" id="{3FE28D77-1A0C-D74D-984F-EBEA2C919F85}"/>
                </a:ext>
              </a:extLst>
            </p:cNvPr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>
              <a:extLst>
                <a:ext uri="{FF2B5EF4-FFF2-40B4-BE49-F238E27FC236}">
                  <a16:creationId xmlns:a16="http://schemas.microsoft.com/office/drawing/2014/main" id="{3585C233-C6BF-BDC4-F55B-DDEF1F4CEF65}"/>
                </a:ext>
              </a:extLst>
            </p:cNvPr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>
              <a:extLst>
                <a:ext uri="{FF2B5EF4-FFF2-40B4-BE49-F238E27FC236}">
                  <a16:creationId xmlns:a16="http://schemas.microsoft.com/office/drawing/2014/main" id="{47077377-6E05-8B19-C448-C2AD7D6126B0}"/>
                </a:ext>
              </a:extLst>
            </p:cNvPr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>
              <a:extLst>
                <a:ext uri="{FF2B5EF4-FFF2-40B4-BE49-F238E27FC236}">
                  <a16:creationId xmlns:a16="http://schemas.microsoft.com/office/drawing/2014/main" id="{4C50F1BC-F184-79E9-DA87-1B86F2AE7152}"/>
                </a:ext>
              </a:extLst>
            </p:cNvPr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>
              <a:extLst>
                <a:ext uri="{FF2B5EF4-FFF2-40B4-BE49-F238E27FC236}">
                  <a16:creationId xmlns:a16="http://schemas.microsoft.com/office/drawing/2014/main" id="{6AE8C5AA-9AE7-6181-132B-A07D10599168}"/>
                </a:ext>
              </a:extLst>
            </p:cNvPr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>
              <a:extLst>
                <a:ext uri="{FF2B5EF4-FFF2-40B4-BE49-F238E27FC236}">
                  <a16:creationId xmlns:a16="http://schemas.microsoft.com/office/drawing/2014/main" id="{700E1DBE-4A7E-48F4-9036-72C2321707E8}"/>
                </a:ext>
              </a:extLst>
            </p:cNvPr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>
              <a:extLst>
                <a:ext uri="{FF2B5EF4-FFF2-40B4-BE49-F238E27FC236}">
                  <a16:creationId xmlns:a16="http://schemas.microsoft.com/office/drawing/2014/main" id="{11290A7C-6ADB-EFA4-0D85-A1CF50E4B871}"/>
                </a:ext>
              </a:extLst>
            </p:cNvPr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>
              <a:extLst>
                <a:ext uri="{FF2B5EF4-FFF2-40B4-BE49-F238E27FC236}">
                  <a16:creationId xmlns:a16="http://schemas.microsoft.com/office/drawing/2014/main" id="{20987419-834E-F5D2-F850-2C1946B361C8}"/>
                </a:ext>
              </a:extLst>
            </p:cNvPr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>
              <a:extLst>
                <a:ext uri="{FF2B5EF4-FFF2-40B4-BE49-F238E27FC236}">
                  <a16:creationId xmlns:a16="http://schemas.microsoft.com/office/drawing/2014/main" id="{ACC5E458-D9AD-6765-1324-A2179089CF4E}"/>
                </a:ext>
              </a:extLst>
            </p:cNvPr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>
              <a:extLst>
                <a:ext uri="{FF2B5EF4-FFF2-40B4-BE49-F238E27FC236}">
                  <a16:creationId xmlns:a16="http://schemas.microsoft.com/office/drawing/2014/main" id="{FA373742-1C4B-B1C3-A59C-39D87E62D3F6}"/>
                </a:ext>
              </a:extLst>
            </p:cNvPr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>
              <a:extLst>
                <a:ext uri="{FF2B5EF4-FFF2-40B4-BE49-F238E27FC236}">
                  <a16:creationId xmlns:a16="http://schemas.microsoft.com/office/drawing/2014/main" id="{0A967B0D-352E-1A25-46E3-00EE7675B08F}"/>
                </a:ext>
              </a:extLst>
            </p:cNvPr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>
              <a:extLst>
                <a:ext uri="{FF2B5EF4-FFF2-40B4-BE49-F238E27FC236}">
                  <a16:creationId xmlns:a16="http://schemas.microsoft.com/office/drawing/2014/main" id="{2FF6B4E6-737A-5DA4-8345-A25BDF90140E}"/>
                </a:ext>
              </a:extLst>
            </p:cNvPr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>
              <a:extLst>
                <a:ext uri="{FF2B5EF4-FFF2-40B4-BE49-F238E27FC236}">
                  <a16:creationId xmlns:a16="http://schemas.microsoft.com/office/drawing/2014/main" id="{E0D5A255-0D92-4B1C-F3E9-221F0360613D}"/>
                </a:ext>
              </a:extLst>
            </p:cNvPr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>
              <a:extLst>
                <a:ext uri="{FF2B5EF4-FFF2-40B4-BE49-F238E27FC236}">
                  <a16:creationId xmlns:a16="http://schemas.microsoft.com/office/drawing/2014/main" id="{84E0F6A4-0CE6-B934-BE71-82A4C84078A3}"/>
                </a:ext>
              </a:extLst>
            </p:cNvPr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>
              <a:extLst>
                <a:ext uri="{FF2B5EF4-FFF2-40B4-BE49-F238E27FC236}">
                  <a16:creationId xmlns:a16="http://schemas.microsoft.com/office/drawing/2014/main" id="{72A0F4CB-0394-E674-A532-04A9B4A448F4}"/>
                </a:ext>
              </a:extLst>
            </p:cNvPr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>
              <a:extLst>
                <a:ext uri="{FF2B5EF4-FFF2-40B4-BE49-F238E27FC236}">
                  <a16:creationId xmlns:a16="http://schemas.microsoft.com/office/drawing/2014/main" id="{E3F7EB49-85EE-DA1B-A9F4-BBE5209362F5}"/>
                </a:ext>
              </a:extLst>
            </p:cNvPr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>
              <a:extLst>
                <a:ext uri="{FF2B5EF4-FFF2-40B4-BE49-F238E27FC236}">
                  <a16:creationId xmlns:a16="http://schemas.microsoft.com/office/drawing/2014/main" id="{6C320D05-8991-E0D0-19C7-94EE575EA560}"/>
                </a:ext>
              </a:extLst>
            </p:cNvPr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>
              <a:extLst>
                <a:ext uri="{FF2B5EF4-FFF2-40B4-BE49-F238E27FC236}">
                  <a16:creationId xmlns:a16="http://schemas.microsoft.com/office/drawing/2014/main" id="{A333CF56-C714-14DF-C391-AC9978B3FA43}"/>
                </a:ext>
              </a:extLst>
            </p:cNvPr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>
              <a:extLst>
                <a:ext uri="{FF2B5EF4-FFF2-40B4-BE49-F238E27FC236}">
                  <a16:creationId xmlns:a16="http://schemas.microsoft.com/office/drawing/2014/main" id="{499B6449-20F0-E3E2-D521-D7EE3553A764}"/>
                </a:ext>
              </a:extLst>
            </p:cNvPr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>
              <a:extLst>
                <a:ext uri="{FF2B5EF4-FFF2-40B4-BE49-F238E27FC236}">
                  <a16:creationId xmlns:a16="http://schemas.microsoft.com/office/drawing/2014/main" id="{27C8DAC9-AECA-0090-4075-347FDAACA2C2}"/>
                </a:ext>
              </a:extLst>
            </p:cNvPr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>
              <a:extLst>
                <a:ext uri="{FF2B5EF4-FFF2-40B4-BE49-F238E27FC236}">
                  <a16:creationId xmlns:a16="http://schemas.microsoft.com/office/drawing/2014/main" id="{8A66A44C-D61D-E2A8-FCF5-9317C182171F}"/>
                </a:ext>
              </a:extLst>
            </p:cNvPr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>
              <a:extLst>
                <a:ext uri="{FF2B5EF4-FFF2-40B4-BE49-F238E27FC236}">
                  <a16:creationId xmlns:a16="http://schemas.microsoft.com/office/drawing/2014/main" id="{A2E16BDB-1E42-CB61-794B-5C1380E8B036}"/>
                </a:ext>
              </a:extLst>
            </p:cNvPr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>
              <a:extLst>
                <a:ext uri="{FF2B5EF4-FFF2-40B4-BE49-F238E27FC236}">
                  <a16:creationId xmlns:a16="http://schemas.microsoft.com/office/drawing/2014/main" id="{5ADFDD7F-9164-0B78-5FAE-379F9A38CA2C}"/>
                </a:ext>
              </a:extLst>
            </p:cNvPr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>
              <a:extLst>
                <a:ext uri="{FF2B5EF4-FFF2-40B4-BE49-F238E27FC236}">
                  <a16:creationId xmlns:a16="http://schemas.microsoft.com/office/drawing/2014/main" id="{D641EE63-A191-1DD1-51FC-5E29576FF276}"/>
                </a:ext>
              </a:extLst>
            </p:cNvPr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>
              <a:extLst>
                <a:ext uri="{FF2B5EF4-FFF2-40B4-BE49-F238E27FC236}">
                  <a16:creationId xmlns:a16="http://schemas.microsoft.com/office/drawing/2014/main" id="{FEC9DF03-A1D5-879F-7341-C955BFAFBBAD}"/>
                </a:ext>
              </a:extLst>
            </p:cNvPr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>
              <a:extLst>
                <a:ext uri="{FF2B5EF4-FFF2-40B4-BE49-F238E27FC236}">
                  <a16:creationId xmlns:a16="http://schemas.microsoft.com/office/drawing/2014/main" id="{F2993DF6-066B-6608-0AE7-864FB36897C9}"/>
                </a:ext>
              </a:extLst>
            </p:cNvPr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>
              <a:extLst>
                <a:ext uri="{FF2B5EF4-FFF2-40B4-BE49-F238E27FC236}">
                  <a16:creationId xmlns:a16="http://schemas.microsoft.com/office/drawing/2014/main" id="{D4DB6E6C-211A-1F39-0CFC-5AAFA8F205F5}"/>
                </a:ext>
              </a:extLst>
            </p:cNvPr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>
              <a:extLst>
                <a:ext uri="{FF2B5EF4-FFF2-40B4-BE49-F238E27FC236}">
                  <a16:creationId xmlns:a16="http://schemas.microsoft.com/office/drawing/2014/main" id="{60C4E857-83DF-64B0-2CAA-C0CCA84F584A}"/>
                </a:ext>
              </a:extLst>
            </p:cNvPr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>
              <a:extLst>
                <a:ext uri="{FF2B5EF4-FFF2-40B4-BE49-F238E27FC236}">
                  <a16:creationId xmlns:a16="http://schemas.microsoft.com/office/drawing/2014/main" id="{ED4397FE-8ACC-19A0-CFE2-39ECC366BFE2}"/>
                </a:ext>
              </a:extLst>
            </p:cNvPr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>
              <a:extLst>
                <a:ext uri="{FF2B5EF4-FFF2-40B4-BE49-F238E27FC236}">
                  <a16:creationId xmlns:a16="http://schemas.microsoft.com/office/drawing/2014/main" id="{5B81C21B-3425-A3D8-769A-8D928E95625B}"/>
                </a:ext>
              </a:extLst>
            </p:cNvPr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>
              <a:extLst>
                <a:ext uri="{FF2B5EF4-FFF2-40B4-BE49-F238E27FC236}">
                  <a16:creationId xmlns:a16="http://schemas.microsoft.com/office/drawing/2014/main" id="{229A98F9-149C-2FC3-D4B3-C9BA16952BD1}"/>
                </a:ext>
              </a:extLst>
            </p:cNvPr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>
              <a:extLst>
                <a:ext uri="{FF2B5EF4-FFF2-40B4-BE49-F238E27FC236}">
                  <a16:creationId xmlns:a16="http://schemas.microsoft.com/office/drawing/2014/main" id="{F2185CF0-23A5-2B0B-BE2C-A2A7D0EDD712}"/>
                </a:ext>
              </a:extLst>
            </p:cNvPr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>
              <a:extLst>
                <a:ext uri="{FF2B5EF4-FFF2-40B4-BE49-F238E27FC236}">
                  <a16:creationId xmlns:a16="http://schemas.microsoft.com/office/drawing/2014/main" id="{03EEEA47-4344-CCE6-2482-2AD1DB024A8D}"/>
                </a:ext>
              </a:extLst>
            </p:cNvPr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>
              <a:extLst>
                <a:ext uri="{FF2B5EF4-FFF2-40B4-BE49-F238E27FC236}">
                  <a16:creationId xmlns:a16="http://schemas.microsoft.com/office/drawing/2014/main" id="{AE3A4459-12A0-241D-94C7-288608F6455D}"/>
                </a:ext>
              </a:extLst>
            </p:cNvPr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>
              <a:extLst>
                <a:ext uri="{FF2B5EF4-FFF2-40B4-BE49-F238E27FC236}">
                  <a16:creationId xmlns:a16="http://schemas.microsoft.com/office/drawing/2014/main" id="{BAD70849-AB39-5054-01C9-53FA57063687}"/>
                </a:ext>
              </a:extLst>
            </p:cNvPr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>
              <a:extLst>
                <a:ext uri="{FF2B5EF4-FFF2-40B4-BE49-F238E27FC236}">
                  <a16:creationId xmlns:a16="http://schemas.microsoft.com/office/drawing/2014/main" id="{327F0559-C9B2-47BD-04DB-E1DA57A2879A}"/>
                </a:ext>
              </a:extLst>
            </p:cNvPr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>
              <a:extLst>
                <a:ext uri="{FF2B5EF4-FFF2-40B4-BE49-F238E27FC236}">
                  <a16:creationId xmlns:a16="http://schemas.microsoft.com/office/drawing/2014/main" id="{1D75CB82-4B67-8AC4-5DFB-24E021BA3BC7}"/>
                </a:ext>
              </a:extLst>
            </p:cNvPr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>
              <a:extLst>
                <a:ext uri="{FF2B5EF4-FFF2-40B4-BE49-F238E27FC236}">
                  <a16:creationId xmlns:a16="http://schemas.microsoft.com/office/drawing/2014/main" id="{3FC6CFA2-6018-967C-BCE8-96FF3E0360DC}"/>
                </a:ext>
              </a:extLst>
            </p:cNvPr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>
              <a:extLst>
                <a:ext uri="{FF2B5EF4-FFF2-40B4-BE49-F238E27FC236}">
                  <a16:creationId xmlns:a16="http://schemas.microsoft.com/office/drawing/2014/main" id="{71D0A9BE-F0A2-5001-D0CF-0F7196FE136F}"/>
                </a:ext>
              </a:extLst>
            </p:cNvPr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>
              <a:extLst>
                <a:ext uri="{FF2B5EF4-FFF2-40B4-BE49-F238E27FC236}">
                  <a16:creationId xmlns:a16="http://schemas.microsoft.com/office/drawing/2014/main" id="{BAD62A2F-161C-5978-0EB2-FFA20FEE355A}"/>
                </a:ext>
              </a:extLst>
            </p:cNvPr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>
              <a:extLst>
                <a:ext uri="{FF2B5EF4-FFF2-40B4-BE49-F238E27FC236}">
                  <a16:creationId xmlns:a16="http://schemas.microsoft.com/office/drawing/2014/main" id="{1E72BD7A-0B48-7687-01F2-DC6B361A468D}"/>
                </a:ext>
              </a:extLst>
            </p:cNvPr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>
              <a:extLst>
                <a:ext uri="{FF2B5EF4-FFF2-40B4-BE49-F238E27FC236}">
                  <a16:creationId xmlns:a16="http://schemas.microsoft.com/office/drawing/2014/main" id="{11EB096C-02A8-7D01-E52A-D25EE4EC61C6}"/>
                </a:ext>
              </a:extLst>
            </p:cNvPr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>
              <a:extLst>
                <a:ext uri="{FF2B5EF4-FFF2-40B4-BE49-F238E27FC236}">
                  <a16:creationId xmlns:a16="http://schemas.microsoft.com/office/drawing/2014/main" id="{76788271-22D8-12AD-22F3-7A211C9107DB}"/>
                </a:ext>
              </a:extLst>
            </p:cNvPr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>
              <a:extLst>
                <a:ext uri="{FF2B5EF4-FFF2-40B4-BE49-F238E27FC236}">
                  <a16:creationId xmlns:a16="http://schemas.microsoft.com/office/drawing/2014/main" id="{D08DFE4E-EF72-F573-9A1D-C5E84EE4C677}"/>
                </a:ext>
              </a:extLst>
            </p:cNvPr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>
              <a:extLst>
                <a:ext uri="{FF2B5EF4-FFF2-40B4-BE49-F238E27FC236}">
                  <a16:creationId xmlns:a16="http://schemas.microsoft.com/office/drawing/2014/main" id="{32E662F8-23CB-7755-D814-CB361957FE60}"/>
                </a:ext>
              </a:extLst>
            </p:cNvPr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>
              <a:extLst>
                <a:ext uri="{FF2B5EF4-FFF2-40B4-BE49-F238E27FC236}">
                  <a16:creationId xmlns:a16="http://schemas.microsoft.com/office/drawing/2014/main" id="{74E18E9C-2713-531D-0F37-99B58F15FD44}"/>
                </a:ext>
              </a:extLst>
            </p:cNvPr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>
              <a:extLst>
                <a:ext uri="{FF2B5EF4-FFF2-40B4-BE49-F238E27FC236}">
                  <a16:creationId xmlns:a16="http://schemas.microsoft.com/office/drawing/2014/main" id="{69A2F4E0-846D-85A8-80A4-8BBE095454A4}"/>
                </a:ext>
              </a:extLst>
            </p:cNvPr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>
              <a:extLst>
                <a:ext uri="{FF2B5EF4-FFF2-40B4-BE49-F238E27FC236}">
                  <a16:creationId xmlns:a16="http://schemas.microsoft.com/office/drawing/2014/main" id="{18A3912F-D073-FBC4-C97D-B47298F0AAAC}"/>
                </a:ext>
              </a:extLst>
            </p:cNvPr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>
              <a:extLst>
                <a:ext uri="{FF2B5EF4-FFF2-40B4-BE49-F238E27FC236}">
                  <a16:creationId xmlns:a16="http://schemas.microsoft.com/office/drawing/2014/main" id="{25685984-98D2-2391-9EE1-43BEC14119FA}"/>
                </a:ext>
              </a:extLst>
            </p:cNvPr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>
              <a:extLst>
                <a:ext uri="{FF2B5EF4-FFF2-40B4-BE49-F238E27FC236}">
                  <a16:creationId xmlns:a16="http://schemas.microsoft.com/office/drawing/2014/main" id="{A8312303-1C32-E768-4D47-124F1472F38C}"/>
                </a:ext>
              </a:extLst>
            </p:cNvPr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>
              <a:extLst>
                <a:ext uri="{FF2B5EF4-FFF2-40B4-BE49-F238E27FC236}">
                  <a16:creationId xmlns:a16="http://schemas.microsoft.com/office/drawing/2014/main" id="{C005F9DB-7A96-8571-D35F-87085320BE25}"/>
                </a:ext>
              </a:extLst>
            </p:cNvPr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>
              <a:extLst>
                <a:ext uri="{FF2B5EF4-FFF2-40B4-BE49-F238E27FC236}">
                  <a16:creationId xmlns:a16="http://schemas.microsoft.com/office/drawing/2014/main" id="{88697E8C-1804-A747-AAAD-C5E50701905C}"/>
                </a:ext>
              </a:extLst>
            </p:cNvPr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>
              <a:extLst>
                <a:ext uri="{FF2B5EF4-FFF2-40B4-BE49-F238E27FC236}">
                  <a16:creationId xmlns:a16="http://schemas.microsoft.com/office/drawing/2014/main" id="{2609915A-BDD9-D70A-C21F-F402E4155488}"/>
                </a:ext>
              </a:extLst>
            </p:cNvPr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>
              <a:extLst>
                <a:ext uri="{FF2B5EF4-FFF2-40B4-BE49-F238E27FC236}">
                  <a16:creationId xmlns:a16="http://schemas.microsoft.com/office/drawing/2014/main" id="{709555B8-2AF6-CCCB-AA09-871220F604E4}"/>
                </a:ext>
              </a:extLst>
            </p:cNvPr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>
              <a:extLst>
                <a:ext uri="{FF2B5EF4-FFF2-40B4-BE49-F238E27FC236}">
                  <a16:creationId xmlns:a16="http://schemas.microsoft.com/office/drawing/2014/main" id="{0552A06A-273F-0162-5531-E092FC6C715F}"/>
                </a:ext>
              </a:extLst>
            </p:cNvPr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>
              <a:extLst>
                <a:ext uri="{FF2B5EF4-FFF2-40B4-BE49-F238E27FC236}">
                  <a16:creationId xmlns:a16="http://schemas.microsoft.com/office/drawing/2014/main" id="{16C46D4A-BD7B-8DAC-179D-F56A4DAEE877}"/>
                </a:ext>
              </a:extLst>
            </p:cNvPr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>
              <a:extLst>
                <a:ext uri="{FF2B5EF4-FFF2-40B4-BE49-F238E27FC236}">
                  <a16:creationId xmlns:a16="http://schemas.microsoft.com/office/drawing/2014/main" id="{D02F585E-8E38-C4E4-73AA-8164B4EACF73}"/>
                </a:ext>
              </a:extLst>
            </p:cNvPr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>
              <a:extLst>
                <a:ext uri="{FF2B5EF4-FFF2-40B4-BE49-F238E27FC236}">
                  <a16:creationId xmlns:a16="http://schemas.microsoft.com/office/drawing/2014/main" id="{C373980C-B872-BFAD-5BE8-3DBCF71AF4B2}"/>
                </a:ext>
              </a:extLst>
            </p:cNvPr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>
              <a:extLst>
                <a:ext uri="{FF2B5EF4-FFF2-40B4-BE49-F238E27FC236}">
                  <a16:creationId xmlns:a16="http://schemas.microsoft.com/office/drawing/2014/main" id="{A6BCED4A-4EBA-1E6E-EA23-9E237AF825F8}"/>
                </a:ext>
              </a:extLst>
            </p:cNvPr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>
              <a:extLst>
                <a:ext uri="{FF2B5EF4-FFF2-40B4-BE49-F238E27FC236}">
                  <a16:creationId xmlns:a16="http://schemas.microsoft.com/office/drawing/2014/main" id="{4A3F0F82-A507-8E19-1BEE-68C14750193E}"/>
                </a:ext>
              </a:extLst>
            </p:cNvPr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>
              <a:extLst>
                <a:ext uri="{FF2B5EF4-FFF2-40B4-BE49-F238E27FC236}">
                  <a16:creationId xmlns:a16="http://schemas.microsoft.com/office/drawing/2014/main" id="{6102D3B1-39C4-00C4-044D-D25BE0B98789}"/>
                </a:ext>
              </a:extLst>
            </p:cNvPr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>
              <a:extLst>
                <a:ext uri="{FF2B5EF4-FFF2-40B4-BE49-F238E27FC236}">
                  <a16:creationId xmlns:a16="http://schemas.microsoft.com/office/drawing/2014/main" id="{771DC342-B521-FDCC-6D7C-29F8D0A23E0D}"/>
                </a:ext>
              </a:extLst>
            </p:cNvPr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>
              <a:extLst>
                <a:ext uri="{FF2B5EF4-FFF2-40B4-BE49-F238E27FC236}">
                  <a16:creationId xmlns:a16="http://schemas.microsoft.com/office/drawing/2014/main" id="{AEF2DF93-7638-C098-5FE8-96055F3BF678}"/>
                </a:ext>
              </a:extLst>
            </p:cNvPr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>
              <a:extLst>
                <a:ext uri="{FF2B5EF4-FFF2-40B4-BE49-F238E27FC236}">
                  <a16:creationId xmlns:a16="http://schemas.microsoft.com/office/drawing/2014/main" id="{358D9375-F7A0-88F8-8218-7336C34684EE}"/>
                </a:ext>
              </a:extLst>
            </p:cNvPr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>
              <a:extLst>
                <a:ext uri="{FF2B5EF4-FFF2-40B4-BE49-F238E27FC236}">
                  <a16:creationId xmlns:a16="http://schemas.microsoft.com/office/drawing/2014/main" id="{E23C1033-7C73-9516-AB6D-FF5D1F5B5776}"/>
                </a:ext>
              </a:extLst>
            </p:cNvPr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>
              <a:extLst>
                <a:ext uri="{FF2B5EF4-FFF2-40B4-BE49-F238E27FC236}">
                  <a16:creationId xmlns:a16="http://schemas.microsoft.com/office/drawing/2014/main" id="{CEBDA7D1-E794-1BBF-D739-D65102504032}"/>
                </a:ext>
              </a:extLst>
            </p:cNvPr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>
              <a:extLst>
                <a:ext uri="{FF2B5EF4-FFF2-40B4-BE49-F238E27FC236}">
                  <a16:creationId xmlns:a16="http://schemas.microsoft.com/office/drawing/2014/main" id="{432DA8CC-66B9-96BE-8FCB-4D2D2E347E0F}"/>
                </a:ext>
              </a:extLst>
            </p:cNvPr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>
              <a:extLst>
                <a:ext uri="{FF2B5EF4-FFF2-40B4-BE49-F238E27FC236}">
                  <a16:creationId xmlns:a16="http://schemas.microsoft.com/office/drawing/2014/main" id="{A552DDA8-D471-683B-2B94-DE66CE28D02D}"/>
                </a:ext>
              </a:extLst>
            </p:cNvPr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>
              <a:extLst>
                <a:ext uri="{FF2B5EF4-FFF2-40B4-BE49-F238E27FC236}">
                  <a16:creationId xmlns:a16="http://schemas.microsoft.com/office/drawing/2014/main" id="{615EABC9-E2E4-4AE5-2D62-C159EBA09F61}"/>
                </a:ext>
              </a:extLst>
            </p:cNvPr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>
              <a:extLst>
                <a:ext uri="{FF2B5EF4-FFF2-40B4-BE49-F238E27FC236}">
                  <a16:creationId xmlns:a16="http://schemas.microsoft.com/office/drawing/2014/main" id="{43A1660E-2EC7-4F3C-74D1-4597D943C1A2}"/>
                </a:ext>
              </a:extLst>
            </p:cNvPr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>
              <a:extLst>
                <a:ext uri="{FF2B5EF4-FFF2-40B4-BE49-F238E27FC236}">
                  <a16:creationId xmlns:a16="http://schemas.microsoft.com/office/drawing/2014/main" id="{044041D5-A593-AD5E-C9EF-5F82EF0B420C}"/>
                </a:ext>
              </a:extLst>
            </p:cNvPr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>
              <a:extLst>
                <a:ext uri="{FF2B5EF4-FFF2-40B4-BE49-F238E27FC236}">
                  <a16:creationId xmlns:a16="http://schemas.microsoft.com/office/drawing/2014/main" id="{F3BA482F-387B-D11C-3BED-5D3F0179D686}"/>
                </a:ext>
              </a:extLst>
            </p:cNvPr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>
              <a:extLst>
                <a:ext uri="{FF2B5EF4-FFF2-40B4-BE49-F238E27FC236}">
                  <a16:creationId xmlns:a16="http://schemas.microsoft.com/office/drawing/2014/main" id="{9A2F1526-7167-470B-6513-A3006D020018}"/>
                </a:ext>
              </a:extLst>
            </p:cNvPr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>
              <a:extLst>
                <a:ext uri="{FF2B5EF4-FFF2-40B4-BE49-F238E27FC236}">
                  <a16:creationId xmlns:a16="http://schemas.microsoft.com/office/drawing/2014/main" id="{662CCA30-27FA-540D-E088-12DFE058173E}"/>
                </a:ext>
              </a:extLst>
            </p:cNvPr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>
              <a:extLst>
                <a:ext uri="{FF2B5EF4-FFF2-40B4-BE49-F238E27FC236}">
                  <a16:creationId xmlns:a16="http://schemas.microsoft.com/office/drawing/2014/main" id="{D9BCA6B6-2C34-3634-23E9-EFD2808620D5}"/>
                </a:ext>
              </a:extLst>
            </p:cNvPr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>
              <a:extLst>
                <a:ext uri="{FF2B5EF4-FFF2-40B4-BE49-F238E27FC236}">
                  <a16:creationId xmlns:a16="http://schemas.microsoft.com/office/drawing/2014/main" id="{459F4DEB-44B7-1BA6-6283-96BB678C1B8C}"/>
                </a:ext>
              </a:extLst>
            </p:cNvPr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>
              <a:extLst>
                <a:ext uri="{FF2B5EF4-FFF2-40B4-BE49-F238E27FC236}">
                  <a16:creationId xmlns:a16="http://schemas.microsoft.com/office/drawing/2014/main" id="{259462B4-0E62-E882-2A1D-DBB647669A68}"/>
                </a:ext>
              </a:extLst>
            </p:cNvPr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>
              <a:extLst>
                <a:ext uri="{FF2B5EF4-FFF2-40B4-BE49-F238E27FC236}">
                  <a16:creationId xmlns:a16="http://schemas.microsoft.com/office/drawing/2014/main" id="{A1779C10-7C1C-ADAC-19BB-F64381967D01}"/>
                </a:ext>
              </a:extLst>
            </p:cNvPr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>
              <a:extLst>
                <a:ext uri="{FF2B5EF4-FFF2-40B4-BE49-F238E27FC236}">
                  <a16:creationId xmlns:a16="http://schemas.microsoft.com/office/drawing/2014/main" id="{A1AA81DF-4C2B-4AD9-4447-34B841532EDD}"/>
                </a:ext>
              </a:extLst>
            </p:cNvPr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>
              <a:extLst>
                <a:ext uri="{FF2B5EF4-FFF2-40B4-BE49-F238E27FC236}">
                  <a16:creationId xmlns:a16="http://schemas.microsoft.com/office/drawing/2014/main" id="{10AD1E6F-51DC-E2E8-286A-D40C21B5666E}"/>
                </a:ext>
              </a:extLst>
            </p:cNvPr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>
              <a:extLst>
                <a:ext uri="{FF2B5EF4-FFF2-40B4-BE49-F238E27FC236}">
                  <a16:creationId xmlns:a16="http://schemas.microsoft.com/office/drawing/2014/main" id="{77E728C2-073E-ECE1-C2C3-79075FD8257C}"/>
                </a:ext>
              </a:extLst>
            </p:cNvPr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>
              <a:extLst>
                <a:ext uri="{FF2B5EF4-FFF2-40B4-BE49-F238E27FC236}">
                  <a16:creationId xmlns:a16="http://schemas.microsoft.com/office/drawing/2014/main" id="{6585D2BC-40EE-3565-02BC-421CDADF5D72}"/>
                </a:ext>
              </a:extLst>
            </p:cNvPr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>
              <a:extLst>
                <a:ext uri="{FF2B5EF4-FFF2-40B4-BE49-F238E27FC236}">
                  <a16:creationId xmlns:a16="http://schemas.microsoft.com/office/drawing/2014/main" id="{F80240A0-6A0B-914A-D44E-4CB7BFD2F438}"/>
                </a:ext>
              </a:extLst>
            </p:cNvPr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>
              <a:extLst>
                <a:ext uri="{FF2B5EF4-FFF2-40B4-BE49-F238E27FC236}">
                  <a16:creationId xmlns:a16="http://schemas.microsoft.com/office/drawing/2014/main" id="{90022C7C-B5AD-0245-FC33-9E54EC45C831}"/>
                </a:ext>
              </a:extLst>
            </p:cNvPr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>
              <a:extLst>
                <a:ext uri="{FF2B5EF4-FFF2-40B4-BE49-F238E27FC236}">
                  <a16:creationId xmlns:a16="http://schemas.microsoft.com/office/drawing/2014/main" id="{FDEA4E7E-67B7-E4DC-8F1B-75A603AC643B}"/>
                </a:ext>
              </a:extLst>
            </p:cNvPr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>
              <a:extLst>
                <a:ext uri="{FF2B5EF4-FFF2-40B4-BE49-F238E27FC236}">
                  <a16:creationId xmlns:a16="http://schemas.microsoft.com/office/drawing/2014/main" id="{15FDDDBA-B2E5-19E6-690A-EF05797C6815}"/>
                </a:ext>
              </a:extLst>
            </p:cNvPr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>
              <a:extLst>
                <a:ext uri="{FF2B5EF4-FFF2-40B4-BE49-F238E27FC236}">
                  <a16:creationId xmlns:a16="http://schemas.microsoft.com/office/drawing/2014/main" id="{A0B4D32F-4E16-5DC5-C9A7-0234A01A4A64}"/>
                </a:ext>
              </a:extLst>
            </p:cNvPr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>
              <a:extLst>
                <a:ext uri="{FF2B5EF4-FFF2-40B4-BE49-F238E27FC236}">
                  <a16:creationId xmlns:a16="http://schemas.microsoft.com/office/drawing/2014/main" id="{3E44D27B-E19C-0A7C-826C-0141FD7E28B6}"/>
                </a:ext>
              </a:extLst>
            </p:cNvPr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>
              <a:extLst>
                <a:ext uri="{FF2B5EF4-FFF2-40B4-BE49-F238E27FC236}">
                  <a16:creationId xmlns:a16="http://schemas.microsoft.com/office/drawing/2014/main" id="{978ADB97-2451-154B-1F02-65D2ACD7480E}"/>
                </a:ext>
              </a:extLst>
            </p:cNvPr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>
              <a:extLst>
                <a:ext uri="{FF2B5EF4-FFF2-40B4-BE49-F238E27FC236}">
                  <a16:creationId xmlns:a16="http://schemas.microsoft.com/office/drawing/2014/main" id="{5B0AF390-3960-60BB-0F8E-0BFCBBB5EF30}"/>
                </a:ext>
              </a:extLst>
            </p:cNvPr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>
              <a:extLst>
                <a:ext uri="{FF2B5EF4-FFF2-40B4-BE49-F238E27FC236}">
                  <a16:creationId xmlns:a16="http://schemas.microsoft.com/office/drawing/2014/main" id="{71468187-B2A6-3C15-BC1B-EA1902A82623}"/>
                </a:ext>
              </a:extLst>
            </p:cNvPr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>
              <a:extLst>
                <a:ext uri="{FF2B5EF4-FFF2-40B4-BE49-F238E27FC236}">
                  <a16:creationId xmlns:a16="http://schemas.microsoft.com/office/drawing/2014/main" id="{088A7C39-3E97-416D-C688-2BF9B7507E3D}"/>
                </a:ext>
              </a:extLst>
            </p:cNvPr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>
              <a:extLst>
                <a:ext uri="{FF2B5EF4-FFF2-40B4-BE49-F238E27FC236}">
                  <a16:creationId xmlns:a16="http://schemas.microsoft.com/office/drawing/2014/main" id="{74135AD5-7C36-A592-9465-23A3BD155BCA}"/>
                </a:ext>
              </a:extLst>
            </p:cNvPr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>
              <a:extLst>
                <a:ext uri="{FF2B5EF4-FFF2-40B4-BE49-F238E27FC236}">
                  <a16:creationId xmlns:a16="http://schemas.microsoft.com/office/drawing/2014/main" id="{D68002D7-CFD5-B72B-57E2-7DE3D88F7352}"/>
                </a:ext>
              </a:extLst>
            </p:cNvPr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>
              <a:extLst>
                <a:ext uri="{FF2B5EF4-FFF2-40B4-BE49-F238E27FC236}">
                  <a16:creationId xmlns:a16="http://schemas.microsoft.com/office/drawing/2014/main" id="{5A63C363-D7AB-05CC-9733-86F92ED371BD}"/>
                </a:ext>
              </a:extLst>
            </p:cNvPr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>
              <a:extLst>
                <a:ext uri="{FF2B5EF4-FFF2-40B4-BE49-F238E27FC236}">
                  <a16:creationId xmlns:a16="http://schemas.microsoft.com/office/drawing/2014/main" id="{F3CAD687-7738-A9A3-9DF6-37714FF75E67}"/>
                </a:ext>
              </a:extLst>
            </p:cNvPr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>
              <a:extLst>
                <a:ext uri="{FF2B5EF4-FFF2-40B4-BE49-F238E27FC236}">
                  <a16:creationId xmlns:a16="http://schemas.microsoft.com/office/drawing/2014/main" id="{F334A90E-7A56-0934-8D80-CD93F12AD4D4}"/>
                </a:ext>
              </a:extLst>
            </p:cNvPr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>
              <a:extLst>
                <a:ext uri="{FF2B5EF4-FFF2-40B4-BE49-F238E27FC236}">
                  <a16:creationId xmlns:a16="http://schemas.microsoft.com/office/drawing/2014/main" id="{4F179DA0-F082-70B4-523F-653C0CF14269}"/>
                </a:ext>
              </a:extLst>
            </p:cNvPr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>
              <a:extLst>
                <a:ext uri="{FF2B5EF4-FFF2-40B4-BE49-F238E27FC236}">
                  <a16:creationId xmlns:a16="http://schemas.microsoft.com/office/drawing/2014/main" id="{6EAF00CF-3449-E050-872F-F387452CE487}"/>
                </a:ext>
              </a:extLst>
            </p:cNvPr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>
              <a:extLst>
                <a:ext uri="{FF2B5EF4-FFF2-40B4-BE49-F238E27FC236}">
                  <a16:creationId xmlns:a16="http://schemas.microsoft.com/office/drawing/2014/main" id="{DEE54381-1C1A-6CFE-C32D-E6B28C34484D}"/>
                </a:ext>
              </a:extLst>
            </p:cNvPr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>
              <a:extLst>
                <a:ext uri="{FF2B5EF4-FFF2-40B4-BE49-F238E27FC236}">
                  <a16:creationId xmlns:a16="http://schemas.microsoft.com/office/drawing/2014/main" id="{C04AC3D9-E122-2BF2-6151-511A76A6F7A7}"/>
                </a:ext>
              </a:extLst>
            </p:cNvPr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>
              <a:extLst>
                <a:ext uri="{FF2B5EF4-FFF2-40B4-BE49-F238E27FC236}">
                  <a16:creationId xmlns:a16="http://schemas.microsoft.com/office/drawing/2014/main" id="{9B33D8B7-FA36-808A-63E5-6133383E54F4}"/>
                </a:ext>
              </a:extLst>
            </p:cNvPr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>
              <a:extLst>
                <a:ext uri="{FF2B5EF4-FFF2-40B4-BE49-F238E27FC236}">
                  <a16:creationId xmlns:a16="http://schemas.microsoft.com/office/drawing/2014/main" id="{DD251AD2-1D3E-9505-E07E-E170065FFA16}"/>
                </a:ext>
              </a:extLst>
            </p:cNvPr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>
              <a:extLst>
                <a:ext uri="{FF2B5EF4-FFF2-40B4-BE49-F238E27FC236}">
                  <a16:creationId xmlns:a16="http://schemas.microsoft.com/office/drawing/2014/main" id="{8BA09C80-CDD3-7E64-F6E2-193E97ABC2B6}"/>
                </a:ext>
              </a:extLst>
            </p:cNvPr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>
              <a:extLst>
                <a:ext uri="{FF2B5EF4-FFF2-40B4-BE49-F238E27FC236}">
                  <a16:creationId xmlns:a16="http://schemas.microsoft.com/office/drawing/2014/main" id="{EC1EED23-D612-F798-5072-61749C0F13E4}"/>
                </a:ext>
              </a:extLst>
            </p:cNvPr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>
              <a:extLst>
                <a:ext uri="{FF2B5EF4-FFF2-40B4-BE49-F238E27FC236}">
                  <a16:creationId xmlns:a16="http://schemas.microsoft.com/office/drawing/2014/main" id="{880CE0BB-C0C9-A831-260D-DF6418E314C2}"/>
                </a:ext>
              </a:extLst>
            </p:cNvPr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>
              <a:extLst>
                <a:ext uri="{FF2B5EF4-FFF2-40B4-BE49-F238E27FC236}">
                  <a16:creationId xmlns:a16="http://schemas.microsoft.com/office/drawing/2014/main" id="{6874CBF4-58E5-955E-C863-6F8E63393952}"/>
                </a:ext>
              </a:extLst>
            </p:cNvPr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>
              <a:extLst>
                <a:ext uri="{FF2B5EF4-FFF2-40B4-BE49-F238E27FC236}">
                  <a16:creationId xmlns:a16="http://schemas.microsoft.com/office/drawing/2014/main" id="{C6699612-E6DF-5EB7-3447-24A0ED4C82A2}"/>
                </a:ext>
              </a:extLst>
            </p:cNvPr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>
              <a:extLst>
                <a:ext uri="{FF2B5EF4-FFF2-40B4-BE49-F238E27FC236}">
                  <a16:creationId xmlns:a16="http://schemas.microsoft.com/office/drawing/2014/main" id="{91F565F9-20CB-CAD8-505A-6294BBA11FF5}"/>
                </a:ext>
              </a:extLst>
            </p:cNvPr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>
              <a:extLst>
                <a:ext uri="{FF2B5EF4-FFF2-40B4-BE49-F238E27FC236}">
                  <a16:creationId xmlns:a16="http://schemas.microsoft.com/office/drawing/2014/main" id="{248515BE-DEEF-3AA3-153C-8B100F792FF6}"/>
                </a:ext>
              </a:extLst>
            </p:cNvPr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>
              <a:extLst>
                <a:ext uri="{FF2B5EF4-FFF2-40B4-BE49-F238E27FC236}">
                  <a16:creationId xmlns:a16="http://schemas.microsoft.com/office/drawing/2014/main" id="{53CAC24E-AF90-8DAD-3F34-A8FEAA8DB489}"/>
                </a:ext>
              </a:extLst>
            </p:cNvPr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>
              <a:extLst>
                <a:ext uri="{FF2B5EF4-FFF2-40B4-BE49-F238E27FC236}">
                  <a16:creationId xmlns:a16="http://schemas.microsoft.com/office/drawing/2014/main" id="{737EDF09-583E-00F5-2748-38F57880B51E}"/>
                </a:ext>
              </a:extLst>
            </p:cNvPr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>
              <a:extLst>
                <a:ext uri="{FF2B5EF4-FFF2-40B4-BE49-F238E27FC236}">
                  <a16:creationId xmlns:a16="http://schemas.microsoft.com/office/drawing/2014/main" id="{70C7ACA8-5FA0-B665-065E-909C72463E45}"/>
                </a:ext>
              </a:extLst>
            </p:cNvPr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>
              <a:extLst>
                <a:ext uri="{FF2B5EF4-FFF2-40B4-BE49-F238E27FC236}">
                  <a16:creationId xmlns:a16="http://schemas.microsoft.com/office/drawing/2014/main" id="{DC3EF587-072A-2C9C-72E6-6BEE275032CF}"/>
                </a:ext>
              </a:extLst>
            </p:cNvPr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>
              <a:extLst>
                <a:ext uri="{FF2B5EF4-FFF2-40B4-BE49-F238E27FC236}">
                  <a16:creationId xmlns:a16="http://schemas.microsoft.com/office/drawing/2014/main" id="{B2363020-315D-F22A-D2AA-D2A7CDD400F2}"/>
                </a:ext>
              </a:extLst>
            </p:cNvPr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>
              <a:extLst>
                <a:ext uri="{FF2B5EF4-FFF2-40B4-BE49-F238E27FC236}">
                  <a16:creationId xmlns:a16="http://schemas.microsoft.com/office/drawing/2014/main" id="{D668FE83-04C0-84DA-1A72-D7C716B71C75}"/>
                </a:ext>
              </a:extLst>
            </p:cNvPr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>
              <a:extLst>
                <a:ext uri="{FF2B5EF4-FFF2-40B4-BE49-F238E27FC236}">
                  <a16:creationId xmlns:a16="http://schemas.microsoft.com/office/drawing/2014/main" id="{28A45589-8FFA-026F-3A9E-4FFE214BCF00}"/>
                </a:ext>
              </a:extLst>
            </p:cNvPr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>
              <a:extLst>
                <a:ext uri="{FF2B5EF4-FFF2-40B4-BE49-F238E27FC236}">
                  <a16:creationId xmlns:a16="http://schemas.microsoft.com/office/drawing/2014/main" id="{C359804A-9A80-738A-AFB2-F5310E8F1365}"/>
                </a:ext>
              </a:extLst>
            </p:cNvPr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>
              <a:extLst>
                <a:ext uri="{FF2B5EF4-FFF2-40B4-BE49-F238E27FC236}">
                  <a16:creationId xmlns:a16="http://schemas.microsoft.com/office/drawing/2014/main" id="{8991EC00-E006-B0C1-140E-A38D80940D6D}"/>
                </a:ext>
              </a:extLst>
            </p:cNvPr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>
              <a:extLst>
                <a:ext uri="{FF2B5EF4-FFF2-40B4-BE49-F238E27FC236}">
                  <a16:creationId xmlns:a16="http://schemas.microsoft.com/office/drawing/2014/main" id="{17B17D80-0E95-6696-6FBF-5A288DA4251A}"/>
                </a:ext>
              </a:extLst>
            </p:cNvPr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>
              <a:extLst>
                <a:ext uri="{FF2B5EF4-FFF2-40B4-BE49-F238E27FC236}">
                  <a16:creationId xmlns:a16="http://schemas.microsoft.com/office/drawing/2014/main" id="{08DB2DD9-9B72-B12B-BB06-19B65CCC1594}"/>
                </a:ext>
              </a:extLst>
            </p:cNvPr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>
              <a:extLst>
                <a:ext uri="{FF2B5EF4-FFF2-40B4-BE49-F238E27FC236}">
                  <a16:creationId xmlns:a16="http://schemas.microsoft.com/office/drawing/2014/main" id="{2A690DE1-4905-FD50-94FB-BB8359EECFCE}"/>
                </a:ext>
              </a:extLst>
            </p:cNvPr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>
              <a:extLst>
                <a:ext uri="{FF2B5EF4-FFF2-40B4-BE49-F238E27FC236}">
                  <a16:creationId xmlns:a16="http://schemas.microsoft.com/office/drawing/2014/main" id="{C5CD9D94-8C84-C7DB-245C-25CCB690E47E}"/>
                </a:ext>
              </a:extLst>
            </p:cNvPr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>
              <a:extLst>
                <a:ext uri="{FF2B5EF4-FFF2-40B4-BE49-F238E27FC236}">
                  <a16:creationId xmlns:a16="http://schemas.microsoft.com/office/drawing/2014/main" id="{B2EEBACC-A528-BA64-2077-C08C8375C4CA}"/>
                </a:ext>
              </a:extLst>
            </p:cNvPr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>
              <a:extLst>
                <a:ext uri="{FF2B5EF4-FFF2-40B4-BE49-F238E27FC236}">
                  <a16:creationId xmlns:a16="http://schemas.microsoft.com/office/drawing/2014/main" id="{1DE7AB2D-D328-2E5D-9956-5CFC034737B2}"/>
                </a:ext>
              </a:extLst>
            </p:cNvPr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>
              <a:extLst>
                <a:ext uri="{FF2B5EF4-FFF2-40B4-BE49-F238E27FC236}">
                  <a16:creationId xmlns:a16="http://schemas.microsoft.com/office/drawing/2014/main" id="{85D18DC9-3AEF-62D4-B82A-45DB5E13D9E4}"/>
                </a:ext>
              </a:extLst>
            </p:cNvPr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>
              <a:extLst>
                <a:ext uri="{FF2B5EF4-FFF2-40B4-BE49-F238E27FC236}">
                  <a16:creationId xmlns:a16="http://schemas.microsoft.com/office/drawing/2014/main" id="{F65D7B02-C49E-9FBE-99DB-080D7A9FCCFF}"/>
                </a:ext>
              </a:extLst>
            </p:cNvPr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>
              <a:extLst>
                <a:ext uri="{FF2B5EF4-FFF2-40B4-BE49-F238E27FC236}">
                  <a16:creationId xmlns:a16="http://schemas.microsoft.com/office/drawing/2014/main" id="{3A2EF380-901F-AFC5-3222-64F910F9F5D9}"/>
                </a:ext>
              </a:extLst>
            </p:cNvPr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>
              <a:extLst>
                <a:ext uri="{FF2B5EF4-FFF2-40B4-BE49-F238E27FC236}">
                  <a16:creationId xmlns:a16="http://schemas.microsoft.com/office/drawing/2014/main" id="{D4491FFF-7F9C-E5A3-C552-CBB025DAE3A8}"/>
                </a:ext>
              </a:extLst>
            </p:cNvPr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>
              <a:extLst>
                <a:ext uri="{FF2B5EF4-FFF2-40B4-BE49-F238E27FC236}">
                  <a16:creationId xmlns:a16="http://schemas.microsoft.com/office/drawing/2014/main" id="{0C29184C-F15E-20FD-5BE0-482D817F525D}"/>
                </a:ext>
              </a:extLst>
            </p:cNvPr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>
              <a:extLst>
                <a:ext uri="{FF2B5EF4-FFF2-40B4-BE49-F238E27FC236}">
                  <a16:creationId xmlns:a16="http://schemas.microsoft.com/office/drawing/2014/main" id="{2F05EF5D-1952-AFAA-814E-AAC267BEBF72}"/>
                </a:ext>
              </a:extLst>
            </p:cNvPr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>
              <a:extLst>
                <a:ext uri="{FF2B5EF4-FFF2-40B4-BE49-F238E27FC236}">
                  <a16:creationId xmlns:a16="http://schemas.microsoft.com/office/drawing/2014/main" id="{443B35D0-A49F-9BEC-6EA4-F121B0AD3D34}"/>
                </a:ext>
              </a:extLst>
            </p:cNvPr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>
              <a:extLst>
                <a:ext uri="{FF2B5EF4-FFF2-40B4-BE49-F238E27FC236}">
                  <a16:creationId xmlns:a16="http://schemas.microsoft.com/office/drawing/2014/main" id="{A864ECB9-5777-54FC-754F-4A33AE750A25}"/>
                </a:ext>
              </a:extLst>
            </p:cNvPr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>
              <a:extLst>
                <a:ext uri="{FF2B5EF4-FFF2-40B4-BE49-F238E27FC236}">
                  <a16:creationId xmlns:a16="http://schemas.microsoft.com/office/drawing/2014/main" id="{2BDCD4B8-FD34-58A7-D8EB-0CB2D310C5E0}"/>
                </a:ext>
              </a:extLst>
            </p:cNvPr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>
              <a:extLst>
                <a:ext uri="{FF2B5EF4-FFF2-40B4-BE49-F238E27FC236}">
                  <a16:creationId xmlns:a16="http://schemas.microsoft.com/office/drawing/2014/main" id="{4B627824-6D8B-96BF-8E34-A8BD76E0E210}"/>
                </a:ext>
              </a:extLst>
            </p:cNvPr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>
              <a:extLst>
                <a:ext uri="{FF2B5EF4-FFF2-40B4-BE49-F238E27FC236}">
                  <a16:creationId xmlns:a16="http://schemas.microsoft.com/office/drawing/2014/main" id="{FEB299CC-7AE6-9AD1-E2F9-A651A154751D}"/>
                </a:ext>
              </a:extLst>
            </p:cNvPr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>
              <a:extLst>
                <a:ext uri="{FF2B5EF4-FFF2-40B4-BE49-F238E27FC236}">
                  <a16:creationId xmlns:a16="http://schemas.microsoft.com/office/drawing/2014/main" id="{714CD74B-2C19-835B-7C14-2AD7629C25D4}"/>
                </a:ext>
              </a:extLst>
            </p:cNvPr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>
              <a:extLst>
                <a:ext uri="{FF2B5EF4-FFF2-40B4-BE49-F238E27FC236}">
                  <a16:creationId xmlns:a16="http://schemas.microsoft.com/office/drawing/2014/main" id="{4FECD8F8-8A91-07DA-8A97-FF6A2211D116}"/>
                </a:ext>
              </a:extLst>
            </p:cNvPr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>
              <a:extLst>
                <a:ext uri="{FF2B5EF4-FFF2-40B4-BE49-F238E27FC236}">
                  <a16:creationId xmlns:a16="http://schemas.microsoft.com/office/drawing/2014/main" id="{96654321-8E48-1F34-387D-94752014BA0D}"/>
                </a:ext>
              </a:extLst>
            </p:cNvPr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>
              <a:extLst>
                <a:ext uri="{FF2B5EF4-FFF2-40B4-BE49-F238E27FC236}">
                  <a16:creationId xmlns:a16="http://schemas.microsoft.com/office/drawing/2014/main" id="{F4E33809-D8E7-0ADA-1C94-97C58FF5A51C}"/>
                </a:ext>
              </a:extLst>
            </p:cNvPr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>
              <a:extLst>
                <a:ext uri="{FF2B5EF4-FFF2-40B4-BE49-F238E27FC236}">
                  <a16:creationId xmlns:a16="http://schemas.microsoft.com/office/drawing/2014/main" id="{C885F7B4-B763-2872-FC24-C407C1D82F86}"/>
                </a:ext>
              </a:extLst>
            </p:cNvPr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>
              <a:extLst>
                <a:ext uri="{FF2B5EF4-FFF2-40B4-BE49-F238E27FC236}">
                  <a16:creationId xmlns:a16="http://schemas.microsoft.com/office/drawing/2014/main" id="{A0C60DEA-691A-524B-B7DD-6465CB45BC4C}"/>
                </a:ext>
              </a:extLst>
            </p:cNvPr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>
              <a:extLst>
                <a:ext uri="{FF2B5EF4-FFF2-40B4-BE49-F238E27FC236}">
                  <a16:creationId xmlns:a16="http://schemas.microsoft.com/office/drawing/2014/main" id="{0176888E-4A4B-CC1B-3090-EBDE9A080B86}"/>
                </a:ext>
              </a:extLst>
            </p:cNvPr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>
              <a:extLst>
                <a:ext uri="{FF2B5EF4-FFF2-40B4-BE49-F238E27FC236}">
                  <a16:creationId xmlns:a16="http://schemas.microsoft.com/office/drawing/2014/main" id="{6D3EE993-D232-A5A6-4C01-A4A6F8FEE1CC}"/>
                </a:ext>
              </a:extLst>
            </p:cNvPr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>
              <a:extLst>
                <a:ext uri="{FF2B5EF4-FFF2-40B4-BE49-F238E27FC236}">
                  <a16:creationId xmlns:a16="http://schemas.microsoft.com/office/drawing/2014/main" id="{9D7A554F-F01F-72FF-0956-BD3D60A650A7}"/>
                </a:ext>
              </a:extLst>
            </p:cNvPr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>
              <a:extLst>
                <a:ext uri="{FF2B5EF4-FFF2-40B4-BE49-F238E27FC236}">
                  <a16:creationId xmlns:a16="http://schemas.microsoft.com/office/drawing/2014/main" id="{838A6F8B-69B2-45BF-CAC4-A43D19F08F31}"/>
                </a:ext>
              </a:extLst>
            </p:cNvPr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>
              <a:extLst>
                <a:ext uri="{FF2B5EF4-FFF2-40B4-BE49-F238E27FC236}">
                  <a16:creationId xmlns:a16="http://schemas.microsoft.com/office/drawing/2014/main" id="{6E6BF889-A898-CB27-218E-D6C8C843542A}"/>
                </a:ext>
              </a:extLst>
            </p:cNvPr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>
              <a:extLst>
                <a:ext uri="{FF2B5EF4-FFF2-40B4-BE49-F238E27FC236}">
                  <a16:creationId xmlns:a16="http://schemas.microsoft.com/office/drawing/2014/main" id="{2B01BD38-5AEA-1346-10B7-D02558CA66FF}"/>
                </a:ext>
              </a:extLst>
            </p:cNvPr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>
              <a:extLst>
                <a:ext uri="{FF2B5EF4-FFF2-40B4-BE49-F238E27FC236}">
                  <a16:creationId xmlns:a16="http://schemas.microsoft.com/office/drawing/2014/main" id="{40BC041E-16B1-FFFB-A83A-7A69F4F00221}"/>
                </a:ext>
              </a:extLst>
            </p:cNvPr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>
              <a:extLst>
                <a:ext uri="{FF2B5EF4-FFF2-40B4-BE49-F238E27FC236}">
                  <a16:creationId xmlns:a16="http://schemas.microsoft.com/office/drawing/2014/main" id="{1CA9C45D-9F3B-5C81-BAC8-A32AFCD54068}"/>
                </a:ext>
              </a:extLst>
            </p:cNvPr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>
              <a:extLst>
                <a:ext uri="{FF2B5EF4-FFF2-40B4-BE49-F238E27FC236}">
                  <a16:creationId xmlns:a16="http://schemas.microsoft.com/office/drawing/2014/main" id="{B96E0DD0-8C9D-2EC8-4471-A924532E5A63}"/>
                </a:ext>
              </a:extLst>
            </p:cNvPr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>
              <a:extLst>
                <a:ext uri="{FF2B5EF4-FFF2-40B4-BE49-F238E27FC236}">
                  <a16:creationId xmlns:a16="http://schemas.microsoft.com/office/drawing/2014/main" id="{026A4FAC-C4A3-AB1B-B4E5-B4EAED5BE150}"/>
                </a:ext>
              </a:extLst>
            </p:cNvPr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>
              <a:extLst>
                <a:ext uri="{FF2B5EF4-FFF2-40B4-BE49-F238E27FC236}">
                  <a16:creationId xmlns:a16="http://schemas.microsoft.com/office/drawing/2014/main" id="{908B0935-8B4F-E242-C0DD-14191C260531}"/>
                </a:ext>
              </a:extLst>
            </p:cNvPr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>
              <a:extLst>
                <a:ext uri="{FF2B5EF4-FFF2-40B4-BE49-F238E27FC236}">
                  <a16:creationId xmlns:a16="http://schemas.microsoft.com/office/drawing/2014/main" id="{F5EDA0AD-7A9E-1FF5-F746-FA1DF0718C00}"/>
                </a:ext>
              </a:extLst>
            </p:cNvPr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>
              <a:extLst>
                <a:ext uri="{FF2B5EF4-FFF2-40B4-BE49-F238E27FC236}">
                  <a16:creationId xmlns:a16="http://schemas.microsoft.com/office/drawing/2014/main" id="{45500F4D-CCC9-ED96-835E-CADA2EFCD349}"/>
                </a:ext>
              </a:extLst>
            </p:cNvPr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>
              <a:extLst>
                <a:ext uri="{FF2B5EF4-FFF2-40B4-BE49-F238E27FC236}">
                  <a16:creationId xmlns:a16="http://schemas.microsoft.com/office/drawing/2014/main" id="{973C6346-7EFF-ED68-1CA9-27A603209105}"/>
                </a:ext>
              </a:extLst>
            </p:cNvPr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>
              <a:extLst>
                <a:ext uri="{FF2B5EF4-FFF2-40B4-BE49-F238E27FC236}">
                  <a16:creationId xmlns:a16="http://schemas.microsoft.com/office/drawing/2014/main" id="{AFEE01C2-5E96-00B7-559E-60E4B435709F}"/>
                </a:ext>
              </a:extLst>
            </p:cNvPr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>
              <a:extLst>
                <a:ext uri="{FF2B5EF4-FFF2-40B4-BE49-F238E27FC236}">
                  <a16:creationId xmlns:a16="http://schemas.microsoft.com/office/drawing/2014/main" id="{A00735B4-6EA3-2820-9868-E345381F50E3}"/>
                </a:ext>
              </a:extLst>
            </p:cNvPr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>
              <a:extLst>
                <a:ext uri="{FF2B5EF4-FFF2-40B4-BE49-F238E27FC236}">
                  <a16:creationId xmlns:a16="http://schemas.microsoft.com/office/drawing/2014/main" id="{5CE0635A-2140-CC00-7CC3-397F342DE92E}"/>
                </a:ext>
              </a:extLst>
            </p:cNvPr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>
              <a:extLst>
                <a:ext uri="{FF2B5EF4-FFF2-40B4-BE49-F238E27FC236}">
                  <a16:creationId xmlns:a16="http://schemas.microsoft.com/office/drawing/2014/main" id="{983C5733-05EC-84BA-6C29-8F57B1F52953}"/>
                </a:ext>
              </a:extLst>
            </p:cNvPr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>
              <a:extLst>
                <a:ext uri="{FF2B5EF4-FFF2-40B4-BE49-F238E27FC236}">
                  <a16:creationId xmlns:a16="http://schemas.microsoft.com/office/drawing/2014/main" id="{48FF6A36-3EFA-1427-42EC-A1B824AABE02}"/>
                </a:ext>
              </a:extLst>
            </p:cNvPr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>
              <a:extLst>
                <a:ext uri="{FF2B5EF4-FFF2-40B4-BE49-F238E27FC236}">
                  <a16:creationId xmlns:a16="http://schemas.microsoft.com/office/drawing/2014/main" id="{B164A6B0-6B87-FBB9-4F8A-71CF7F2E6493}"/>
                </a:ext>
              </a:extLst>
            </p:cNvPr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>
              <a:extLst>
                <a:ext uri="{FF2B5EF4-FFF2-40B4-BE49-F238E27FC236}">
                  <a16:creationId xmlns:a16="http://schemas.microsoft.com/office/drawing/2014/main" id="{9BDD49DE-5B10-B8C2-C69D-A95A0FA903A4}"/>
                </a:ext>
              </a:extLst>
            </p:cNvPr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>
              <a:extLst>
                <a:ext uri="{FF2B5EF4-FFF2-40B4-BE49-F238E27FC236}">
                  <a16:creationId xmlns:a16="http://schemas.microsoft.com/office/drawing/2014/main" id="{27197A79-B9F4-92D2-B1A7-EA305E1F4B64}"/>
                </a:ext>
              </a:extLst>
            </p:cNvPr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>
              <a:extLst>
                <a:ext uri="{FF2B5EF4-FFF2-40B4-BE49-F238E27FC236}">
                  <a16:creationId xmlns:a16="http://schemas.microsoft.com/office/drawing/2014/main" id="{03C20F85-A719-2EFF-7B15-D99B1B7D27C3}"/>
                </a:ext>
              </a:extLst>
            </p:cNvPr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>
              <a:extLst>
                <a:ext uri="{FF2B5EF4-FFF2-40B4-BE49-F238E27FC236}">
                  <a16:creationId xmlns:a16="http://schemas.microsoft.com/office/drawing/2014/main" id="{E68F821A-6640-DD21-7B26-DEBEB9FB3C9B}"/>
                </a:ext>
              </a:extLst>
            </p:cNvPr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>
              <a:extLst>
                <a:ext uri="{FF2B5EF4-FFF2-40B4-BE49-F238E27FC236}">
                  <a16:creationId xmlns:a16="http://schemas.microsoft.com/office/drawing/2014/main" id="{55444D81-0C60-60F3-55B2-8D9A7547C074}"/>
                </a:ext>
              </a:extLst>
            </p:cNvPr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>
              <a:extLst>
                <a:ext uri="{FF2B5EF4-FFF2-40B4-BE49-F238E27FC236}">
                  <a16:creationId xmlns:a16="http://schemas.microsoft.com/office/drawing/2014/main" id="{DE5B7B31-BF68-0673-C2B9-B1280F19CBFF}"/>
                </a:ext>
              </a:extLst>
            </p:cNvPr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>
              <a:extLst>
                <a:ext uri="{FF2B5EF4-FFF2-40B4-BE49-F238E27FC236}">
                  <a16:creationId xmlns:a16="http://schemas.microsoft.com/office/drawing/2014/main" id="{7863C7AF-BF02-CCEB-1084-EC88A2CD0006}"/>
                </a:ext>
              </a:extLst>
            </p:cNvPr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>
              <a:extLst>
                <a:ext uri="{FF2B5EF4-FFF2-40B4-BE49-F238E27FC236}">
                  <a16:creationId xmlns:a16="http://schemas.microsoft.com/office/drawing/2014/main" id="{3166A24F-DF95-E333-6C85-477CEE982226}"/>
                </a:ext>
              </a:extLst>
            </p:cNvPr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>
              <a:extLst>
                <a:ext uri="{FF2B5EF4-FFF2-40B4-BE49-F238E27FC236}">
                  <a16:creationId xmlns:a16="http://schemas.microsoft.com/office/drawing/2014/main" id="{7AA5A71F-D925-C89C-2BDE-45AFB9100F9C}"/>
                </a:ext>
              </a:extLst>
            </p:cNvPr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>
              <a:extLst>
                <a:ext uri="{FF2B5EF4-FFF2-40B4-BE49-F238E27FC236}">
                  <a16:creationId xmlns:a16="http://schemas.microsoft.com/office/drawing/2014/main" id="{F0FF2F50-998B-B514-C562-9BF8359E666B}"/>
                </a:ext>
              </a:extLst>
            </p:cNvPr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>
              <a:extLst>
                <a:ext uri="{FF2B5EF4-FFF2-40B4-BE49-F238E27FC236}">
                  <a16:creationId xmlns:a16="http://schemas.microsoft.com/office/drawing/2014/main" id="{F053214A-88C2-B998-4F8B-F752E1825FD8}"/>
                </a:ext>
              </a:extLst>
            </p:cNvPr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>
              <a:extLst>
                <a:ext uri="{FF2B5EF4-FFF2-40B4-BE49-F238E27FC236}">
                  <a16:creationId xmlns:a16="http://schemas.microsoft.com/office/drawing/2014/main" id="{496AF00D-C5A1-914E-F53A-518316269A43}"/>
                </a:ext>
              </a:extLst>
            </p:cNvPr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>
              <a:extLst>
                <a:ext uri="{FF2B5EF4-FFF2-40B4-BE49-F238E27FC236}">
                  <a16:creationId xmlns:a16="http://schemas.microsoft.com/office/drawing/2014/main" id="{B4CB4BAE-2BBE-54F7-7B18-37DAE06765B0}"/>
                </a:ext>
              </a:extLst>
            </p:cNvPr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>
              <a:extLst>
                <a:ext uri="{FF2B5EF4-FFF2-40B4-BE49-F238E27FC236}">
                  <a16:creationId xmlns:a16="http://schemas.microsoft.com/office/drawing/2014/main" id="{515F0C30-7EF8-4097-E354-D57181779F4C}"/>
                </a:ext>
              </a:extLst>
            </p:cNvPr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>
              <a:extLst>
                <a:ext uri="{FF2B5EF4-FFF2-40B4-BE49-F238E27FC236}">
                  <a16:creationId xmlns:a16="http://schemas.microsoft.com/office/drawing/2014/main" id="{A5C2F437-71A5-FE78-0D89-F6EEB202D6DC}"/>
                </a:ext>
              </a:extLst>
            </p:cNvPr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>
              <a:extLst>
                <a:ext uri="{FF2B5EF4-FFF2-40B4-BE49-F238E27FC236}">
                  <a16:creationId xmlns:a16="http://schemas.microsoft.com/office/drawing/2014/main" id="{4E5DF458-2A23-2164-1610-9D1967459EAB}"/>
                </a:ext>
              </a:extLst>
            </p:cNvPr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>
              <a:extLst>
                <a:ext uri="{FF2B5EF4-FFF2-40B4-BE49-F238E27FC236}">
                  <a16:creationId xmlns:a16="http://schemas.microsoft.com/office/drawing/2014/main" id="{4270575E-E890-D987-A6C9-FCD63BCD0C72}"/>
                </a:ext>
              </a:extLst>
            </p:cNvPr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>
              <a:extLst>
                <a:ext uri="{FF2B5EF4-FFF2-40B4-BE49-F238E27FC236}">
                  <a16:creationId xmlns:a16="http://schemas.microsoft.com/office/drawing/2014/main" id="{EA075BB5-3443-C457-53F9-7A50056F7D9F}"/>
                </a:ext>
              </a:extLst>
            </p:cNvPr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>
              <a:extLst>
                <a:ext uri="{FF2B5EF4-FFF2-40B4-BE49-F238E27FC236}">
                  <a16:creationId xmlns:a16="http://schemas.microsoft.com/office/drawing/2014/main" id="{02D91805-89D0-ACBD-92A3-115393C962C3}"/>
                </a:ext>
              </a:extLst>
            </p:cNvPr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>
              <a:extLst>
                <a:ext uri="{FF2B5EF4-FFF2-40B4-BE49-F238E27FC236}">
                  <a16:creationId xmlns:a16="http://schemas.microsoft.com/office/drawing/2014/main" id="{8B22A97A-D6D0-3199-1F2F-68E0E0CC6533}"/>
                </a:ext>
              </a:extLst>
            </p:cNvPr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>
              <a:extLst>
                <a:ext uri="{FF2B5EF4-FFF2-40B4-BE49-F238E27FC236}">
                  <a16:creationId xmlns:a16="http://schemas.microsoft.com/office/drawing/2014/main" id="{E21513FC-5C1C-49D9-0E21-C125F6E54006}"/>
                </a:ext>
              </a:extLst>
            </p:cNvPr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>
              <a:extLst>
                <a:ext uri="{FF2B5EF4-FFF2-40B4-BE49-F238E27FC236}">
                  <a16:creationId xmlns:a16="http://schemas.microsoft.com/office/drawing/2014/main" id="{633F112D-8246-BCEB-2002-6779937D7777}"/>
                </a:ext>
              </a:extLst>
            </p:cNvPr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>
              <a:extLst>
                <a:ext uri="{FF2B5EF4-FFF2-40B4-BE49-F238E27FC236}">
                  <a16:creationId xmlns:a16="http://schemas.microsoft.com/office/drawing/2014/main" id="{3A20EEFB-0F72-44F4-15E6-AF11E0E55913}"/>
                </a:ext>
              </a:extLst>
            </p:cNvPr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>
              <a:extLst>
                <a:ext uri="{FF2B5EF4-FFF2-40B4-BE49-F238E27FC236}">
                  <a16:creationId xmlns:a16="http://schemas.microsoft.com/office/drawing/2014/main" id="{B8F85C7E-0AAB-9A97-F1E8-F26B588DF08E}"/>
                </a:ext>
              </a:extLst>
            </p:cNvPr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>
              <a:extLst>
                <a:ext uri="{FF2B5EF4-FFF2-40B4-BE49-F238E27FC236}">
                  <a16:creationId xmlns:a16="http://schemas.microsoft.com/office/drawing/2014/main" id="{3CF1D9FB-919F-E87E-45F7-032A968FBB76}"/>
                </a:ext>
              </a:extLst>
            </p:cNvPr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>
              <a:extLst>
                <a:ext uri="{FF2B5EF4-FFF2-40B4-BE49-F238E27FC236}">
                  <a16:creationId xmlns:a16="http://schemas.microsoft.com/office/drawing/2014/main" id="{C62D96B2-E519-D1AE-C845-FE8D056ED401}"/>
                </a:ext>
              </a:extLst>
            </p:cNvPr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>
              <a:extLst>
                <a:ext uri="{FF2B5EF4-FFF2-40B4-BE49-F238E27FC236}">
                  <a16:creationId xmlns:a16="http://schemas.microsoft.com/office/drawing/2014/main" id="{F40191F2-777A-B8F2-E109-CD24240D10E6}"/>
                </a:ext>
              </a:extLst>
            </p:cNvPr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>
              <a:extLst>
                <a:ext uri="{FF2B5EF4-FFF2-40B4-BE49-F238E27FC236}">
                  <a16:creationId xmlns:a16="http://schemas.microsoft.com/office/drawing/2014/main" id="{ED8A248F-78D7-7692-8AB0-090E4405B4BF}"/>
                </a:ext>
              </a:extLst>
            </p:cNvPr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>
              <a:extLst>
                <a:ext uri="{FF2B5EF4-FFF2-40B4-BE49-F238E27FC236}">
                  <a16:creationId xmlns:a16="http://schemas.microsoft.com/office/drawing/2014/main" id="{9D4A4A42-AB47-B2D0-73D9-FC0A1FF30882}"/>
                </a:ext>
              </a:extLst>
            </p:cNvPr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>
              <a:extLst>
                <a:ext uri="{FF2B5EF4-FFF2-40B4-BE49-F238E27FC236}">
                  <a16:creationId xmlns:a16="http://schemas.microsoft.com/office/drawing/2014/main" id="{071DC494-11C6-F048-6DD6-FAA2591B0488}"/>
                </a:ext>
              </a:extLst>
            </p:cNvPr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>
              <a:extLst>
                <a:ext uri="{FF2B5EF4-FFF2-40B4-BE49-F238E27FC236}">
                  <a16:creationId xmlns:a16="http://schemas.microsoft.com/office/drawing/2014/main" id="{7F006D6B-8969-D938-0643-8AF711A1D450}"/>
                </a:ext>
              </a:extLst>
            </p:cNvPr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>
              <a:extLst>
                <a:ext uri="{FF2B5EF4-FFF2-40B4-BE49-F238E27FC236}">
                  <a16:creationId xmlns:a16="http://schemas.microsoft.com/office/drawing/2014/main" id="{9DA900C8-A625-5ED3-3ADC-EBE81EF1A1C0}"/>
                </a:ext>
              </a:extLst>
            </p:cNvPr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>
              <a:extLst>
                <a:ext uri="{FF2B5EF4-FFF2-40B4-BE49-F238E27FC236}">
                  <a16:creationId xmlns:a16="http://schemas.microsoft.com/office/drawing/2014/main" id="{B392A63D-BBA0-4886-B2F6-57ADE4D57AB6}"/>
                </a:ext>
              </a:extLst>
            </p:cNvPr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>
              <a:extLst>
                <a:ext uri="{FF2B5EF4-FFF2-40B4-BE49-F238E27FC236}">
                  <a16:creationId xmlns:a16="http://schemas.microsoft.com/office/drawing/2014/main" id="{23053634-1F87-C3FD-440B-18AE0170BD6D}"/>
                </a:ext>
              </a:extLst>
            </p:cNvPr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>
              <a:extLst>
                <a:ext uri="{FF2B5EF4-FFF2-40B4-BE49-F238E27FC236}">
                  <a16:creationId xmlns:a16="http://schemas.microsoft.com/office/drawing/2014/main" id="{76CDB906-170D-C39A-E627-60792CE82189}"/>
                </a:ext>
              </a:extLst>
            </p:cNvPr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>
              <a:extLst>
                <a:ext uri="{FF2B5EF4-FFF2-40B4-BE49-F238E27FC236}">
                  <a16:creationId xmlns:a16="http://schemas.microsoft.com/office/drawing/2014/main" id="{BA1469EF-977E-3645-1673-130AE94E126B}"/>
                </a:ext>
              </a:extLst>
            </p:cNvPr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>
              <a:extLst>
                <a:ext uri="{FF2B5EF4-FFF2-40B4-BE49-F238E27FC236}">
                  <a16:creationId xmlns:a16="http://schemas.microsoft.com/office/drawing/2014/main" id="{DC5AEE2F-2AF8-1889-F490-139123FC4B65}"/>
                </a:ext>
              </a:extLst>
            </p:cNvPr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>
              <a:extLst>
                <a:ext uri="{FF2B5EF4-FFF2-40B4-BE49-F238E27FC236}">
                  <a16:creationId xmlns:a16="http://schemas.microsoft.com/office/drawing/2014/main" id="{F1E369F9-DFB0-1C7F-A3A1-ED77F43A22F4}"/>
                </a:ext>
              </a:extLst>
            </p:cNvPr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>
              <a:extLst>
                <a:ext uri="{FF2B5EF4-FFF2-40B4-BE49-F238E27FC236}">
                  <a16:creationId xmlns:a16="http://schemas.microsoft.com/office/drawing/2014/main" id="{F92D730A-D344-E241-1424-5D819C58683A}"/>
                </a:ext>
              </a:extLst>
            </p:cNvPr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>
              <a:extLst>
                <a:ext uri="{FF2B5EF4-FFF2-40B4-BE49-F238E27FC236}">
                  <a16:creationId xmlns:a16="http://schemas.microsoft.com/office/drawing/2014/main" id="{71F8F229-7847-4D0E-13CE-0D9AF873723D}"/>
                </a:ext>
              </a:extLst>
            </p:cNvPr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>
              <a:extLst>
                <a:ext uri="{FF2B5EF4-FFF2-40B4-BE49-F238E27FC236}">
                  <a16:creationId xmlns:a16="http://schemas.microsoft.com/office/drawing/2014/main" id="{D0D80362-6014-793E-844A-8BB829BE31F4}"/>
                </a:ext>
              </a:extLst>
            </p:cNvPr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>
              <a:extLst>
                <a:ext uri="{FF2B5EF4-FFF2-40B4-BE49-F238E27FC236}">
                  <a16:creationId xmlns:a16="http://schemas.microsoft.com/office/drawing/2014/main" id="{270C02F9-8BF0-E8DC-8654-5BD8BE01F4B7}"/>
                </a:ext>
              </a:extLst>
            </p:cNvPr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>
              <a:extLst>
                <a:ext uri="{FF2B5EF4-FFF2-40B4-BE49-F238E27FC236}">
                  <a16:creationId xmlns:a16="http://schemas.microsoft.com/office/drawing/2014/main" id="{6C59D2BA-89C6-03F1-2D13-71EDD50E115B}"/>
                </a:ext>
              </a:extLst>
            </p:cNvPr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>
              <a:extLst>
                <a:ext uri="{FF2B5EF4-FFF2-40B4-BE49-F238E27FC236}">
                  <a16:creationId xmlns:a16="http://schemas.microsoft.com/office/drawing/2014/main" id="{23FF686A-E6E3-F937-A03E-713A2533B360}"/>
                </a:ext>
              </a:extLst>
            </p:cNvPr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>
              <a:extLst>
                <a:ext uri="{FF2B5EF4-FFF2-40B4-BE49-F238E27FC236}">
                  <a16:creationId xmlns:a16="http://schemas.microsoft.com/office/drawing/2014/main" id="{5289F32A-21D4-6087-F128-E46C38F53C16}"/>
                </a:ext>
              </a:extLst>
            </p:cNvPr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>
              <a:extLst>
                <a:ext uri="{FF2B5EF4-FFF2-40B4-BE49-F238E27FC236}">
                  <a16:creationId xmlns:a16="http://schemas.microsoft.com/office/drawing/2014/main" id="{BAC4BDA7-28EC-D880-28AE-384EFF007745}"/>
                </a:ext>
              </a:extLst>
            </p:cNvPr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>
              <a:extLst>
                <a:ext uri="{FF2B5EF4-FFF2-40B4-BE49-F238E27FC236}">
                  <a16:creationId xmlns:a16="http://schemas.microsoft.com/office/drawing/2014/main" id="{B26E2FA5-6144-E0C1-3890-B98A79D43779}"/>
                </a:ext>
              </a:extLst>
            </p:cNvPr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>
              <a:extLst>
                <a:ext uri="{FF2B5EF4-FFF2-40B4-BE49-F238E27FC236}">
                  <a16:creationId xmlns:a16="http://schemas.microsoft.com/office/drawing/2014/main" id="{F748A898-6FA2-6CD3-2E61-F7578C385C3A}"/>
                </a:ext>
              </a:extLst>
            </p:cNvPr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>
              <a:extLst>
                <a:ext uri="{FF2B5EF4-FFF2-40B4-BE49-F238E27FC236}">
                  <a16:creationId xmlns:a16="http://schemas.microsoft.com/office/drawing/2014/main" id="{CF625F38-054C-4780-8BA1-2607C6BD06C5}"/>
                </a:ext>
              </a:extLst>
            </p:cNvPr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>
              <a:extLst>
                <a:ext uri="{FF2B5EF4-FFF2-40B4-BE49-F238E27FC236}">
                  <a16:creationId xmlns:a16="http://schemas.microsoft.com/office/drawing/2014/main" id="{B3AF167C-2C0D-4E2F-AC87-60F141CDD6FE}"/>
                </a:ext>
              </a:extLst>
            </p:cNvPr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>
              <a:extLst>
                <a:ext uri="{FF2B5EF4-FFF2-40B4-BE49-F238E27FC236}">
                  <a16:creationId xmlns:a16="http://schemas.microsoft.com/office/drawing/2014/main" id="{6A85F7A1-69AA-5133-EDB0-B1A163D73F39}"/>
                </a:ext>
              </a:extLst>
            </p:cNvPr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>
              <a:extLst>
                <a:ext uri="{FF2B5EF4-FFF2-40B4-BE49-F238E27FC236}">
                  <a16:creationId xmlns:a16="http://schemas.microsoft.com/office/drawing/2014/main" id="{D71042DA-3060-018A-51FB-1BEFD716C413}"/>
                </a:ext>
              </a:extLst>
            </p:cNvPr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>
              <a:extLst>
                <a:ext uri="{FF2B5EF4-FFF2-40B4-BE49-F238E27FC236}">
                  <a16:creationId xmlns:a16="http://schemas.microsoft.com/office/drawing/2014/main" id="{3A7EAA64-3AD0-E012-2678-8765139AF4CF}"/>
                </a:ext>
              </a:extLst>
            </p:cNvPr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>
              <a:extLst>
                <a:ext uri="{FF2B5EF4-FFF2-40B4-BE49-F238E27FC236}">
                  <a16:creationId xmlns:a16="http://schemas.microsoft.com/office/drawing/2014/main" id="{A2BCDA73-7B9D-A499-AB7C-A04A1A2ADC59}"/>
                </a:ext>
              </a:extLst>
            </p:cNvPr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>
              <a:extLst>
                <a:ext uri="{FF2B5EF4-FFF2-40B4-BE49-F238E27FC236}">
                  <a16:creationId xmlns:a16="http://schemas.microsoft.com/office/drawing/2014/main" id="{6019B4E4-315D-58D7-D088-187EE718F173}"/>
                </a:ext>
              </a:extLst>
            </p:cNvPr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>
              <a:extLst>
                <a:ext uri="{FF2B5EF4-FFF2-40B4-BE49-F238E27FC236}">
                  <a16:creationId xmlns:a16="http://schemas.microsoft.com/office/drawing/2014/main" id="{997B1D5D-1DC1-3845-1289-8E91DDBF1836}"/>
                </a:ext>
              </a:extLst>
            </p:cNvPr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>
              <a:extLst>
                <a:ext uri="{FF2B5EF4-FFF2-40B4-BE49-F238E27FC236}">
                  <a16:creationId xmlns:a16="http://schemas.microsoft.com/office/drawing/2014/main" id="{33C2F124-10E6-3C13-8902-605838FA01E8}"/>
                </a:ext>
              </a:extLst>
            </p:cNvPr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>
              <a:extLst>
                <a:ext uri="{FF2B5EF4-FFF2-40B4-BE49-F238E27FC236}">
                  <a16:creationId xmlns:a16="http://schemas.microsoft.com/office/drawing/2014/main" id="{B0A0FAD4-AD5A-7E0E-788B-58536C6660F1}"/>
                </a:ext>
              </a:extLst>
            </p:cNvPr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>
              <a:extLst>
                <a:ext uri="{FF2B5EF4-FFF2-40B4-BE49-F238E27FC236}">
                  <a16:creationId xmlns:a16="http://schemas.microsoft.com/office/drawing/2014/main" id="{09E3354E-9EE3-CF60-64E6-2AE9F8A0E04F}"/>
                </a:ext>
              </a:extLst>
            </p:cNvPr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>
              <a:extLst>
                <a:ext uri="{FF2B5EF4-FFF2-40B4-BE49-F238E27FC236}">
                  <a16:creationId xmlns:a16="http://schemas.microsoft.com/office/drawing/2014/main" id="{33FE7578-DA42-37AC-72C3-659B1CBADB7B}"/>
                </a:ext>
              </a:extLst>
            </p:cNvPr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>
              <a:extLst>
                <a:ext uri="{FF2B5EF4-FFF2-40B4-BE49-F238E27FC236}">
                  <a16:creationId xmlns:a16="http://schemas.microsoft.com/office/drawing/2014/main" id="{6F694B4E-6885-04C6-DB4D-41B0FF486BCA}"/>
                </a:ext>
              </a:extLst>
            </p:cNvPr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>
              <a:extLst>
                <a:ext uri="{FF2B5EF4-FFF2-40B4-BE49-F238E27FC236}">
                  <a16:creationId xmlns:a16="http://schemas.microsoft.com/office/drawing/2014/main" id="{8CBBBAE5-DD8E-5D5A-B8F4-4ACF47DCA775}"/>
                </a:ext>
              </a:extLst>
            </p:cNvPr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>
              <a:extLst>
                <a:ext uri="{FF2B5EF4-FFF2-40B4-BE49-F238E27FC236}">
                  <a16:creationId xmlns:a16="http://schemas.microsoft.com/office/drawing/2014/main" id="{01CCB81B-602E-64F9-957E-B268BC21460D}"/>
                </a:ext>
              </a:extLst>
            </p:cNvPr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>
              <a:extLst>
                <a:ext uri="{FF2B5EF4-FFF2-40B4-BE49-F238E27FC236}">
                  <a16:creationId xmlns:a16="http://schemas.microsoft.com/office/drawing/2014/main" id="{D5751E9A-53C2-940C-3ECE-F0F4D3358BF8}"/>
                </a:ext>
              </a:extLst>
            </p:cNvPr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>
              <a:extLst>
                <a:ext uri="{FF2B5EF4-FFF2-40B4-BE49-F238E27FC236}">
                  <a16:creationId xmlns:a16="http://schemas.microsoft.com/office/drawing/2014/main" id="{590558BD-7B00-B43D-B1A2-919E99220D9B}"/>
                </a:ext>
              </a:extLst>
            </p:cNvPr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>
              <a:extLst>
                <a:ext uri="{FF2B5EF4-FFF2-40B4-BE49-F238E27FC236}">
                  <a16:creationId xmlns:a16="http://schemas.microsoft.com/office/drawing/2014/main" id="{BCEFBB17-35DA-849A-08FD-49542B3F30C7}"/>
                </a:ext>
              </a:extLst>
            </p:cNvPr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>
              <a:extLst>
                <a:ext uri="{FF2B5EF4-FFF2-40B4-BE49-F238E27FC236}">
                  <a16:creationId xmlns:a16="http://schemas.microsoft.com/office/drawing/2014/main" id="{EEED1D76-8D8C-A025-4197-49DBB658B730}"/>
                </a:ext>
              </a:extLst>
            </p:cNvPr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>
              <a:extLst>
                <a:ext uri="{FF2B5EF4-FFF2-40B4-BE49-F238E27FC236}">
                  <a16:creationId xmlns:a16="http://schemas.microsoft.com/office/drawing/2014/main" id="{F749491A-7E3F-90DF-DB9D-1EEE7D565C4C}"/>
                </a:ext>
              </a:extLst>
            </p:cNvPr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>
              <a:extLst>
                <a:ext uri="{FF2B5EF4-FFF2-40B4-BE49-F238E27FC236}">
                  <a16:creationId xmlns:a16="http://schemas.microsoft.com/office/drawing/2014/main" id="{701D7715-60B5-2ACC-E90C-AAAF465B5C6A}"/>
                </a:ext>
              </a:extLst>
            </p:cNvPr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>
              <a:extLst>
                <a:ext uri="{FF2B5EF4-FFF2-40B4-BE49-F238E27FC236}">
                  <a16:creationId xmlns:a16="http://schemas.microsoft.com/office/drawing/2014/main" id="{45EB24BD-DB00-5A5B-5C0B-96CD7EC21077}"/>
                </a:ext>
              </a:extLst>
            </p:cNvPr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>
              <a:extLst>
                <a:ext uri="{FF2B5EF4-FFF2-40B4-BE49-F238E27FC236}">
                  <a16:creationId xmlns:a16="http://schemas.microsoft.com/office/drawing/2014/main" id="{74282D8A-624F-0C95-680F-967AF823DD79}"/>
                </a:ext>
              </a:extLst>
            </p:cNvPr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>
              <a:extLst>
                <a:ext uri="{FF2B5EF4-FFF2-40B4-BE49-F238E27FC236}">
                  <a16:creationId xmlns:a16="http://schemas.microsoft.com/office/drawing/2014/main" id="{36E6E0E1-7D7B-86C8-1027-176B29DA2018}"/>
                </a:ext>
              </a:extLst>
            </p:cNvPr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>
              <a:extLst>
                <a:ext uri="{FF2B5EF4-FFF2-40B4-BE49-F238E27FC236}">
                  <a16:creationId xmlns:a16="http://schemas.microsoft.com/office/drawing/2014/main" id="{BEFB48E3-CE59-65A1-F387-AD02DEEAF69A}"/>
                </a:ext>
              </a:extLst>
            </p:cNvPr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>
              <a:extLst>
                <a:ext uri="{FF2B5EF4-FFF2-40B4-BE49-F238E27FC236}">
                  <a16:creationId xmlns:a16="http://schemas.microsoft.com/office/drawing/2014/main" id="{54C5ADDF-63F9-3479-D75E-70E0A6472473}"/>
                </a:ext>
              </a:extLst>
            </p:cNvPr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>
              <a:extLst>
                <a:ext uri="{FF2B5EF4-FFF2-40B4-BE49-F238E27FC236}">
                  <a16:creationId xmlns:a16="http://schemas.microsoft.com/office/drawing/2014/main" id="{A7255D1E-6465-6723-21D4-4295910B873C}"/>
                </a:ext>
              </a:extLst>
            </p:cNvPr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>
              <a:extLst>
                <a:ext uri="{FF2B5EF4-FFF2-40B4-BE49-F238E27FC236}">
                  <a16:creationId xmlns:a16="http://schemas.microsoft.com/office/drawing/2014/main" id="{4052A0EA-F9CB-BC33-8434-B203589F02E8}"/>
                </a:ext>
              </a:extLst>
            </p:cNvPr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>
              <a:extLst>
                <a:ext uri="{FF2B5EF4-FFF2-40B4-BE49-F238E27FC236}">
                  <a16:creationId xmlns:a16="http://schemas.microsoft.com/office/drawing/2014/main" id="{71CCCD6A-6704-A14E-59AF-946BEF25F6BF}"/>
                </a:ext>
              </a:extLst>
            </p:cNvPr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>
              <a:extLst>
                <a:ext uri="{FF2B5EF4-FFF2-40B4-BE49-F238E27FC236}">
                  <a16:creationId xmlns:a16="http://schemas.microsoft.com/office/drawing/2014/main" id="{767AE9F6-2E43-0271-9146-15A531B87200}"/>
                </a:ext>
              </a:extLst>
            </p:cNvPr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>
              <a:extLst>
                <a:ext uri="{FF2B5EF4-FFF2-40B4-BE49-F238E27FC236}">
                  <a16:creationId xmlns:a16="http://schemas.microsoft.com/office/drawing/2014/main" id="{8BE60E1C-B66A-31F8-EF38-AC20AFE242D2}"/>
                </a:ext>
              </a:extLst>
            </p:cNvPr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>
              <a:extLst>
                <a:ext uri="{FF2B5EF4-FFF2-40B4-BE49-F238E27FC236}">
                  <a16:creationId xmlns:a16="http://schemas.microsoft.com/office/drawing/2014/main" id="{3CE9705D-B031-CD8C-3E5E-A54E82CDB07F}"/>
                </a:ext>
              </a:extLst>
            </p:cNvPr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>
              <a:extLst>
                <a:ext uri="{FF2B5EF4-FFF2-40B4-BE49-F238E27FC236}">
                  <a16:creationId xmlns:a16="http://schemas.microsoft.com/office/drawing/2014/main" id="{933F8476-6178-8E39-9038-ED8A2CAF1C6C}"/>
                </a:ext>
              </a:extLst>
            </p:cNvPr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>
              <a:extLst>
                <a:ext uri="{FF2B5EF4-FFF2-40B4-BE49-F238E27FC236}">
                  <a16:creationId xmlns:a16="http://schemas.microsoft.com/office/drawing/2014/main" id="{482958DB-8EDD-85FF-AB88-80CB15D84CE5}"/>
                </a:ext>
              </a:extLst>
            </p:cNvPr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>
              <a:extLst>
                <a:ext uri="{FF2B5EF4-FFF2-40B4-BE49-F238E27FC236}">
                  <a16:creationId xmlns:a16="http://schemas.microsoft.com/office/drawing/2014/main" id="{9BE5E3B5-BB89-3DA7-E44A-49F0C7E5AC8D}"/>
                </a:ext>
              </a:extLst>
            </p:cNvPr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>
              <a:extLst>
                <a:ext uri="{FF2B5EF4-FFF2-40B4-BE49-F238E27FC236}">
                  <a16:creationId xmlns:a16="http://schemas.microsoft.com/office/drawing/2014/main" id="{FAE1FDB7-A08F-9D8A-4BBB-32E41B44064C}"/>
                </a:ext>
              </a:extLst>
            </p:cNvPr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>
              <a:extLst>
                <a:ext uri="{FF2B5EF4-FFF2-40B4-BE49-F238E27FC236}">
                  <a16:creationId xmlns:a16="http://schemas.microsoft.com/office/drawing/2014/main" id="{CF218970-B075-9617-CB93-A05081AC2B69}"/>
                </a:ext>
              </a:extLst>
            </p:cNvPr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>
              <a:extLst>
                <a:ext uri="{FF2B5EF4-FFF2-40B4-BE49-F238E27FC236}">
                  <a16:creationId xmlns:a16="http://schemas.microsoft.com/office/drawing/2014/main" id="{72213835-8B1F-254E-CB74-B059F3C13D90}"/>
                </a:ext>
              </a:extLst>
            </p:cNvPr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>
              <a:extLst>
                <a:ext uri="{FF2B5EF4-FFF2-40B4-BE49-F238E27FC236}">
                  <a16:creationId xmlns:a16="http://schemas.microsoft.com/office/drawing/2014/main" id="{FE6C927D-2AE7-52E9-1143-627635AED162}"/>
                </a:ext>
              </a:extLst>
            </p:cNvPr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>
              <a:extLst>
                <a:ext uri="{FF2B5EF4-FFF2-40B4-BE49-F238E27FC236}">
                  <a16:creationId xmlns:a16="http://schemas.microsoft.com/office/drawing/2014/main" id="{74DDABFA-04A5-7731-D0DC-729FDC69E13D}"/>
                </a:ext>
              </a:extLst>
            </p:cNvPr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>
              <a:extLst>
                <a:ext uri="{FF2B5EF4-FFF2-40B4-BE49-F238E27FC236}">
                  <a16:creationId xmlns:a16="http://schemas.microsoft.com/office/drawing/2014/main" id="{C406A581-7470-3B73-CCB6-5963743694A5}"/>
                </a:ext>
              </a:extLst>
            </p:cNvPr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>
              <a:extLst>
                <a:ext uri="{FF2B5EF4-FFF2-40B4-BE49-F238E27FC236}">
                  <a16:creationId xmlns:a16="http://schemas.microsoft.com/office/drawing/2014/main" id="{29952DD3-4F90-E551-E2F4-7FFB74388627}"/>
                </a:ext>
              </a:extLst>
            </p:cNvPr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>
              <a:extLst>
                <a:ext uri="{FF2B5EF4-FFF2-40B4-BE49-F238E27FC236}">
                  <a16:creationId xmlns:a16="http://schemas.microsoft.com/office/drawing/2014/main" id="{51AD5895-8DDA-EDEB-A737-503C44479614}"/>
                </a:ext>
              </a:extLst>
            </p:cNvPr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>
              <a:extLst>
                <a:ext uri="{FF2B5EF4-FFF2-40B4-BE49-F238E27FC236}">
                  <a16:creationId xmlns:a16="http://schemas.microsoft.com/office/drawing/2014/main" id="{E0E366D5-79D3-9470-7E18-2D4591B0568F}"/>
                </a:ext>
              </a:extLst>
            </p:cNvPr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>
              <a:extLst>
                <a:ext uri="{FF2B5EF4-FFF2-40B4-BE49-F238E27FC236}">
                  <a16:creationId xmlns:a16="http://schemas.microsoft.com/office/drawing/2014/main" id="{C1ECE192-1925-2327-93B9-B24CE67C3678}"/>
                </a:ext>
              </a:extLst>
            </p:cNvPr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>
              <a:extLst>
                <a:ext uri="{FF2B5EF4-FFF2-40B4-BE49-F238E27FC236}">
                  <a16:creationId xmlns:a16="http://schemas.microsoft.com/office/drawing/2014/main" id="{8BC13D89-E166-ABC2-A94A-4B4353F424F4}"/>
                </a:ext>
              </a:extLst>
            </p:cNvPr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>
              <a:extLst>
                <a:ext uri="{FF2B5EF4-FFF2-40B4-BE49-F238E27FC236}">
                  <a16:creationId xmlns:a16="http://schemas.microsoft.com/office/drawing/2014/main" id="{74DAA575-6160-67B7-181B-76B97E258B51}"/>
                </a:ext>
              </a:extLst>
            </p:cNvPr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>
              <a:extLst>
                <a:ext uri="{FF2B5EF4-FFF2-40B4-BE49-F238E27FC236}">
                  <a16:creationId xmlns:a16="http://schemas.microsoft.com/office/drawing/2014/main" id="{74BB508C-520E-7A6F-E1CE-C8503EED3DB4}"/>
                </a:ext>
              </a:extLst>
            </p:cNvPr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>
              <a:extLst>
                <a:ext uri="{FF2B5EF4-FFF2-40B4-BE49-F238E27FC236}">
                  <a16:creationId xmlns:a16="http://schemas.microsoft.com/office/drawing/2014/main" id="{39B429C3-16D6-E609-CD50-81774CF457E7}"/>
                </a:ext>
              </a:extLst>
            </p:cNvPr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>
              <a:extLst>
                <a:ext uri="{FF2B5EF4-FFF2-40B4-BE49-F238E27FC236}">
                  <a16:creationId xmlns:a16="http://schemas.microsoft.com/office/drawing/2014/main" id="{5434AFB1-743E-CAAA-79C5-5EB30245BE36}"/>
                </a:ext>
              </a:extLst>
            </p:cNvPr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>
              <a:extLst>
                <a:ext uri="{FF2B5EF4-FFF2-40B4-BE49-F238E27FC236}">
                  <a16:creationId xmlns:a16="http://schemas.microsoft.com/office/drawing/2014/main" id="{8507B272-3C69-0E7F-7A6A-7DC7D3FC1127}"/>
                </a:ext>
              </a:extLst>
            </p:cNvPr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>
              <a:extLst>
                <a:ext uri="{FF2B5EF4-FFF2-40B4-BE49-F238E27FC236}">
                  <a16:creationId xmlns:a16="http://schemas.microsoft.com/office/drawing/2014/main" id="{48FBF86F-92E7-D360-9D0F-5FD46D1B2026}"/>
                </a:ext>
              </a:extLst>
            </p:cNvPr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>
              <a:extLst>
                <a:ext uri="{FF2B5EF4-FFF2-40B4-BE49-F238E27FC236}">
                  <a16:creationId xmlns:a16="http://schemas.microsoft.com/office/drawing/2014/main" id="{067079C3-46CB-E655-6AAB-7A1D2CE574E4}"/>
                </a:ext>
              </a:extLst>
            </p:cNvPr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>
              <a:extLst>
                <a:ext uri="{FF2B5EF4-FFF2-40B4-BE49-F238E27FC236}">
                  <a16:creationId xmlns:a16="http://schemas.microsoft.com/office/drawing/2014/main" id="{5024C998-4FF0-6496-E976-41ACF00E97CF}"/>
                </a:ext>
              </a:extLst>
            </p:cNvPr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>
              <a:extLst>
                <a:ext uri="{FF2B5EF4-FFF2-40B4-BE49-F238E27FC236}">
                  <a16:creationId xmlns:a16="http://schemas.microsoft.com/office/drawing/2014/main" id="{BD5A724C-6D07-251F-C186-EF440F081D72}"/>
                </a:ext>
              </a:extLst>
            </p:cNvPr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>
              <a:extLst>
                <a:ext uri="{FF2B5EF4-FFF2-40B4-BE49-F238E27FC236}">
                  <a16:creationId xmlns:a16="http://schemas.microsoft.com/office/drawing/2014/main" id="{58E73595-FF3D-7274-9F1B-E4B8E9218579}"/>
                </a:ext>
              </a:extLst>
            </p:cNvPr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>
              <a:extLst>
                <a:ext uri="{FF2B5EF4-FFF2-40B4-BE49-F238E27FC236}">
                  <a16:creationId xmlns:a16="http://schemas.microsoft.com/office/drawing/2014/main" id="{155E96F6-EAD3-8B50-0E01-94376D1337ED}"/>
                </a:ext>
              </a:extLst>
            </p:cNvPr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>
              <a:extLst>
                <a:ext uri="{FF2B5EF4-FFF2-40B4-BE49-F238E27FC236}">
                  <a16:creationId xmlns:a16="http://schemas.microsoft.com/office/drawing/2014/main" id="{8F568DB6-C197-CD6B-ED9D-0A19EB31DDAD}"/>
                </a:ext>
              </a:extLst>
            </p:cNvPr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>
              <a:extLst>
                <a:ext uri="{FF2B5EF4-FFF2-40B4-BE49-F238E27FC236}">
                  <a16:creationId xmlns:a16="http://schemas.microsoft.com/office/drawing/2014/main" id="{FAD5FB5A-6BF4-063F-9CA6-B7820967181E}"/>
                </a:ext>
              </a:extLst>
            </p:cNvPr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>
              <a:extLst>
                <a:ext uri="{FF2B5EF4-FFF2-40B4-BE49-F238E27FC236}">
                  <a16:creationId xmlns:a16="http://schemas.microsoft.com/office/drawing/2014/main" id="{FFC66CE3-B36D-379A-2490-F5F216C449BE}"/>
                </a:ext>
              </a:extLst>
            </p:cNvPr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>
              <a:extLst>
                <a:ext uri="{FF2B5EF4-FFF2-40B4-BE49-F238E27FC236}">
                  <a16:creationId xmlns:a16="http://schemas.microsoft.com/office/drawing/2014/main" id="{B501F7FA-27CA-76FB-9D1C-5B5BC8739714}"/>
                </a:ext>
              </a:extLst>
            </p:cNvPr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>
              <a:extLst>
                <a:ext uri="{FF2B5EF4-FFF2-40B4-BE49-F238E27FC236}">
                  <a16:creationId xmlns:a16="http://schemas.microsoft.com/office/drawing/2014/main" id="{A087839F-FE29-7ED5-5401-4DCA7471196E}"/>
                </a:ext>
              </a:extLst>
            </p:cNvPr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>
              <a:extLst>
                <a:ext uri="{FF2B5EF4-FFF2-40B4-BE49-F238E27FC236}">
                  <a16:creationId xmlns:a16="http://schemas.microsoft.com/office/drawing/2014/main" id="{BCDC38A3-6624-99E8-9E24-45DC9B956113}"/>
                </a:ext>
              </a:extLst>
            </p:cNvPr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>
              <a:extLst>
                <a:ext uri="{FF2B5EF4-FFF2-40B4-BE49-F238E27FC236}">
                  <a16:creationId xmlns:a16="http://schemas.microsoft.com/office/drawing/2014/main" id="{7B41CB0C-82E7-0122-1F09-D782B2BDCF68}"/>
                </a:ext>
              </a:extLst>
            </p:cNvPr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>
              <a:extLst>
                <a:ext uri="{FF2B5EF4-FFF2-40B4-BE49-F238E27FC236}">
                  <a16:creationId xmlns:a16="http://schemas.microsoft.com/office/drawing/2014/main" id="{A7B18214-9AA4-89A8-8FF3-AB798B503ED1}"/>
                </a:ext>
              </a:extLst>
            </p:cNvPr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>
              <a:extLst>
                <a:ext uri="{FF2B5EF4-FFF2-40B4-BE49-F238E27FC236}">
                  <a16:creationId xmlns:a16="http://schemas.microsoft.com/office/drawing/2014/main" id="{2FED998D-8A6A-AEF1-F393-CB6ADD3E080B}"/>
                </a:ext>
              </a:extLst>
            </p:cNvPr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>
              <a:extLst>
                <a:ext uri="{FF2B5EF4-FFF2-40B4-BE49-F238E27FC236}">
                  <a16:creationId xmlns:a16="http://schemas.microsoft.com/office/drawing/2014/main" id="{322D42D1-D7CF-A737-171E-187D8952F42B}"/>
                </a:ext>
              </a:extLst>
            </p:cNvPr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>
              <a:extLst>
                <a:ext uri="{FF2B5EF4-FFF2-40B4-BE49-F238E27FC236}">
                  <a16:creationId xmlns:a16="http://schemas.microsoft.com/office/drawing/2014/main" id="{2153B753-3FE1-DCC7-54E8-6B47622C6490}"/>
                </a:ext>
              </a:extLst>
            </p:cNvPr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>
              <a:extLst>
                <a:ext uri="{FF2B5EF4-FFF2-40B4-BE49-F238E27FC236}">
                  <a16:creationId xmlns:a16="http://schemas.microsoft.com/office/drawing/2014/main" id="{42E269BE-30A0-AB1B-FE70-CE06138FA823}"/>
                </a:ext>
              </a:extLst>
            </p:cNvPr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>
              <a:extLst>
                <a:ext uri="{FF2B5EF4-FFF2-40B4-BE49-F238E27FC236}">
                  <a16:creationId xmlns:a16="http://schemas.microsoft.com/office/drawing/2014/main" id="{06FA977E-2279-CB38-76B0-43B57D15A7CD}"/>
                </a:ext>
              </a:extLst>
            </p:cNvPr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>
              <a:extLst>
                <a:ext uri="{FF2B5EF4-FFF2-40B4-BE49-F238E27FC236}">
                  <a16:creationId xmlns:a16="http://schemas.microsoft.com/office/drawing/2014/main" id="{0E5B2D1B-9ABA-1F7D-CEDC-AAF74BBF8F20}"/>
                </a:ext>
              </a:extLst>
            </p:cNvPr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>
              <a:extLst>
                <a:ext uri="{FF2B5EF4-FFF2-40B4-BE49-F238E27FC236}">
                  <a16:creationId xmlns:a16="http://schemas.microsoft.com/office/drawing/2014/main" id="{63F3514D-FFB9-B537-824F-E5785EE3ACE7}"/>
                </a:ext>
              </a:extLst>
            </p:cNvPr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>
              <a:extLst>
                <a:ext uri="{FF2B5EF4-FFF2-40B4-BE49-F238E27FC236}">
                  <a16:creationId xmlns:a16="http://schemas.microsoft.com/office/drawing/2014/main" id="{9B2A40EA-BC2D-EAE7-DBAB-134BCB4B1C3F}"/>
                </a:ext>
              </a:extLst>
            </p:cNvPr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>
              <a:extLst>
                <a:ext uri="{FF2B5EF4-FFF2-40B4-BE49-F238E27FC236}">
                  <a16:creationId xmlns:a16="http://schemas.microsoft.com/office/drawing/2014/main" id="{5F562F20-F2F2-4C03-ED43-8E7EB6588C9C}"/>
                </a:ext>
              </a:extLst>
            </p:cNvPr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>
              <a:extLst>
                <a:ext uri="{FF2B5EF4-FFF2-40B4-BE49-F238E27FC236}">
                  <a16:creationId xmlns:a16="http://schemas.microsoft.com/office/drawing/2014/main" id="{2A1A9885-0FA5-37A9-C9DE-A2DC377C1381}"/>
                </a:ext>
              </a:extLst>
            </p:cNvPr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>
              <a:extLst>
                <a:ext uri="{FF2B5EF4-FFF2-40B4-BE49-F238E27FC236}">
                  <a16:creationId xmlns:a16="http://schemas.microsoft.com/office/drawing/2014/main" id="{5AA5F203-C3B6-EAC5-4CC4-CEE679EDE585}"/>
                </a:ext>
              </a:extLst>
            </p:cNvPr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>
              <a:extLst>
                <a:ext uri="{FF2B5EF4-FFF2-40B4-BE49-F238E27FC236}">
                  <a16:creationId xmlns:a16="http://schemas.microsoft.com/office/drawing/2014/main" id="{68504DE5-15B7-3E4C-469F-C9E7CFF86D6D}"/>
                </a:ext>
              </a:extLst>
            </p:cNvPr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>
              <a:extLst>
                <a:ext uri="{FF2B5EF4-FFF2-40B4-BE49-F238E27FC236}">
                  <a16:creationId xmlns:a16="http://schemas.microsoft.com/office/drawing/2014/main" id="{F425EE22-6B71-A79C-DF09-C6D8BF81C7FC}"/>
                </a:ext>
              </a:extLst>
            </p:cNvPr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>
              <a:extLst>
                <a:ext uri="{FF2B5EF4-FFF2-40B4-BE49-F238E27FC236}">
                  <a16:creationId xmlns:a16="http://schemas.microsoft.com/office/drawing/2014/main" id="{E57B3201-8DA8-BE39-5193-1D985A2FBEF6}"/>
                </a:ext>
              </a:extLst>
            </p:cNvPr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>
              <a:extLst>
                <a:ext uri="{FF2B5EF4-FFF2-40B4-BE49-F238E27FC236}">
                  <a16:creationId xmlns:a16="http://schemas.microsoft.com/office/drawing/2014/main" id="{9C24B320-EA30-2D7E-6EF5-09A80097A3F8}"/>
                </a:ext>
              </a:extLst>
            </p:cNvPr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>
              <a:extLst>
                <a:ext uri="{FF2B5EF4-FFF2-40B4-BE49-F238E27FC236}">
                  <a16:creationId xmlns:a16="http://schemas.microsoft.com/office/drawing/2014/main" id="{EA81CCD0-5022-4F1A-2988-4182103877C3}"/>
                </a:ext>
              </a:extLst>
            </p:cNvPr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>
              <a:extLst>
                <a:ext uri="{FF2B5EF4-FFF2-40B4-BE49-F238E27FC236}">
                  <a16:creationId xmlns:a16="http://schemas.microsoft.com/office/drawing/2014/main" id="{0C57C9E2-8098-3622-1CD5-0E23BAA4B74F}"/>
                </a:ext>
              </a:extLst>
            </p:cNvPr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>
              <a:extLst>
                <a:ext uri="{FF2B5EF4-FFF2-40B4-BE49-F238E27FC236}">
                  <a16:creationId xmlns:a16="http://schemas.microsoft.com/office/drawing/2014/main" id="{BFEA5612-9BCF-3CDA-8FD1-77B663B7A384}"/>
                </a:ext>
              </a:extLst>
            </p:cNvPr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>
              <a:extLst>
                <a:ext uri="{FF2B5EF4-FFF2-40B4-BE49-F238E27FC236}">
                  <a16:creationId xmlns:a16="http://schemas.microsoft.com/office/drawing/2014/main" id="{83F4750E-E930-0E72-9B53-7F4FE0125CA7}"/>
                </a:ext>
              </a:extLst>
            </p:cNvPr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>
              <a:extLst>
                <a:ext uri="{FF2B5EF4-FFF2-40B4-BE49-F238E27FC236}">
                  <a16:creationId xmlns:a16="http://schemas.microsoft.com/office/drawing/2014/main" id="{31A6B85D-8871-8C42-0023-2DA09E16D264}"/>
                </a:ext>
              </a:extLst>
            </p:cNvPr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>
              <a:extLst>
                <a:ext uri="{FF2B5EF4-FFF2-40B4-BE49-F238E27FC236}">
                  <a16:creationId xmlns:a16="http://schemas.microsoft.com/office/drawing/2014/main" id="{0128F44B-2DF1-BDEC-ADE5-3FF6DE7BD234}"/>
                </a:ext>
              </a:extLst>
            </p:cNvPr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>
              <a:extLst>
                <a:ext uri="{FF2B5EF4-FFF2-40B4-BE49-F238E27FC236}">
                  <a16:creationId xmlns:a16="http://schemas.microsoft.com/office/drawing/2014/main" id="{60C3570F-90FA-7ACD-C5A9-D50B1DDBDC57}"/>
                </a:ext>
              </a:extLst>
            </p:cNvPr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>
              <a:extLst>
                <a:ext uri="{FF2B5EF4-FFF2-40B4-BE49-F238E27FC236}">
                  <a16:creationId xmlns:a16="http://schemas.microsoft.com/office/drawing/2014/main" id="{28A421AA-124A-ED68-33D4-7D6DB2283EAD}"/>
                </a:ext>
              </a:extLst>
            </p:cNvPr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>
              <a:extLst>
                <a:ext uri="{FF2B5EF4-FFF2-40B4-BE49-F238E27FC236}">
                  <a16:creationId xmlns:a16="http://schemas.microsoft.com/office/drawing/2014/main" id="{CB3A7731-A7D0-C174-EF09-017168382390}"/>
                </a:ext>
              </a:extLst>
            </p:cNvPr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>
              <a:extLst>
                <a:ext uri="{FF2B5EF4-FFF2-40B4-BE49-F238E27FC236}">
                  <a16:creationId xmlns:a16="http://schemas.microsoft.com/office/drawing/2014/main" id="{1E056763-C73E-8724-448A-AC9C98F50110}"/>
                </a:ext>
              </a:extLst>
            </p:cNvPr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>
              <a:extLst>
                <a:ext uri="{FF2B5EF4-FFF2-40B4-BE49-F238E27FC236}">
                  <a16:creationId xmlns:a16="http://schemas.microsoft.com/office/drawing/2014/main" id="{64A40CA2-F392-74D8-F226-32A0726638D9}"/>
                </a:ext>
              </a:extLst>
            </p:cNvPr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>
              <a:extLst>
                <a:ext uri="{FF2B5EF4-FFF2-40B4-BE49-F238E27FC236}">
                  <a16:creationId xmlns:a16="http://schemas.microsoft.com/office/drawing/2014/main" id="{6C76A82D-739E-EB2D-F530-E5FD829FA568}"/>
                </a:ext>
              </a:extLst>
            </p:cNvPr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>
              <a:extLst>
                <a:ext uri="{FF2B5EF4-FFF2-40B4-BE49-F238E27FC236}">
                  <a16:creationId xmlns:a16="http://schemas.microsoft.com/office/drawing/2014/main" id="{C86DA6E2-F2C7-D916-BB8E-D4CF62EB4DDA}"/>
                </a:ext>
              </a:extLst>
            </p:cNvPr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>
              <a:extLst>
                <a:ext uri="{FF2B5EF4-FFF2-40B4-BE49-F238E27FC236}">
                  <a16:creationId xmlns:a16="http://schemas.microsoft.com/office/drawing/2014/main" id="{632F9046-3C2F-2149-D6F4-73D8D326D265}"/>
                </a:ext>
              </a:extLst>
            </p:cNvPr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>
              <a:extLst>
                <a:ext uri="{FF2B5EF4-FFF2-40B4-BE49-F238E27FC236}">
                  <a16:creationId xmlns:a16="http://schemas.microsoft.com/office/drawing/2014/main" id="{6D1A612A-21BC-F1B5-39A6-4410B62E8BA5}"/>
                </a:ext>
              </a:extLst>
            </p:cNvPr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>
              <a:extLst>
                <a:ext uri="{FF2B5EF4-FFF2-40B4-BE49-F238E27FC236}">
                  <a16:creationId xmlns:a16="http://schemas.microsoft.com/office/drawing/2014/main" id="{410E243B-533C-4A21-1F3B-96253CE4E52A}"/>
                </a:ext>
              </a:extLst>
            </p:cNvPr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>
              <a:extLst>
                <a:ext uri="{FF2B5EF4-FFF2-40B4-BE49-F238E27FC236}">
                  <a16:creationId xmlns:a16="http://schemas.microsoft.com/office/drawing/2014/main" id="{E1679118-C8C5-F0CD-FE2B-EB698660AB49}"/>
                </a:ext>
              </a:extLst>
            </p:cNvPr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>
              <a:extLst>
                <a:ext uri="{FF2B5EF4-FFF2-40B4-BE49-F238E27FC236}">
                  <a16:creationId xmlns:a16="http://schemas.microsoft.com/office/drawing/2014/main" id="{B598096B-2584-5D2A-ED03-09DADA839F71}"/>
                </a:ext>
              </a:extLst>
            </p:cNvPr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>
              <a:extLst>
                <a:ext uri="{FF2B5EF4-FFF2-40B4-BE49-F238E27FC236}">
                  <a16:creationId xmlns:a16="http://schemas.microsoft.com/office/drawing/2014/main" id="{CAB1B809-D8DC-4026-7EAC-2F7B5E578833}"/>
                </a:ext>
              </a:extLst>
            </p:cNvPr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>
              <a:extLst>
                <a:ext uri="{FF2B5EF4-FFF2-40B4-BE49-F238E27FC236}">
                  <a16:creationId xmlns:a16="http://schemas.microsoft.com/office/drawing/2014/main" id="{B4DB860D-0BCC-ADE1-B7D9-4068E11E3632}"/>
                </a:ext>
              </a:extLst>
            </p:cNvPr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>
              <a:extLst>
                <a:ext uri="{FF2B5EF4-FFF2-40B4-BE49-F238E27FC236}">
                  <a16:creationId xmlns:a16="http://schemas.microsoft.com/office/drawing/2014/main" id="{F2A8ACAE-23ED-C029-1CEC-E206435C72DD}"/>
                </a:ext>
              </a:extLst>
            </p:cNvPr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>
              <a:extLst>
                <a:ext uri="{FF2B5EF4-FFF2-40B4-BE49-F238E27FC236}">
                  <a16:creationId xmlns:a16="http://schemas.microsoft.com/office/drawing/2014/main" id="{4F4248BF-9C41-DA3C-3AF5-4291667BD786}"/>
                </a:ext>
              </a:extLst>
            </p:cNvPr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>
              <a:extLst>
                <a:ext uri="{FF2B5EF4-FFF2-40B4-BE49-F238E27FC236}">
                  <a16:creationId xmlns:a16="http://schemas.microsoft.com/office/drawing/2014/main" id="{05929E9D-129B-AB3C-E932-9F0059D307E7}"/>
                </a:ext>
              </a:extLst>
            </p:cNvPr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>
              <a:extLst>
                <a:ext uri="{FF2B5EF4-FFF2-40B4-BE49-F238E27FC236}">
                  <a16:creationId xmlns:a16="http://schemas.microsoft.com/office/drawing/2014/main" id="{796F34DB-C644-253B-DF9D-62880BC74BD7}"/>
                </a:ext>
              </a:extLst>
            </p:cNvPr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>
              <a:extLst>
                <a:ext uri="{FF2B5EF4-FFF2-40B4-BE49-F238E27FC236}">
                  <a16:creationId xmlns:a16="http://schemas.microsoft.com/office/drawing/2014/main" id="{618FE5F6-D92D-875E-DC59-9D643D97E1F4}"/>
                </a:ext>
              </a:extLst>
            </p:cNvPr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>
              <a:extLst>
                <a:ext uri="{FF2B5EF4-FFF2-40B4-BE49-F238E27FC236}">
                  <a16:creationId xmlns:a16="http://schemas.microsoft.com/office/drawing/2014/main" id="{8D95418F-F222-F2B7-C52F-AFEF0011E7CF}"/>
                </a:ext>
              </a:extLst>
            </p:cNvPr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>
              <a:extLst>
                <a:ext uri="{FF2B5EF4-FFF2-40B4-BE49-F238E27FC236}">
                  <a16:creationId xmlns:a16="http://schemas.microsoft.com/office/drawing/2014/main" id="{219574AB-493A-6D86-939E-EB26131E40E6}"/>
                </a:ext>
              </a:extLst>
            </p:cNvPr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>
              <a:extLst>
                <a:ext uri="{FF2B5EF4-FFF2-40B4-BE49-F238E27FC236}">
                  <a16:creationId xmlns:a16="http://schemas.microsoft.com/office/drawing/2014/main" id="{1B269EF3-1F9B-73A7-76C2-AE5AEE7F5BB0}"/>
                </a:ext>
              </a:extLst>
            </p:cNvPr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>
              <a:extLst>
                <a:ext uri="{FF2B5EF4-FFF2-40B4-BE49-F238E27FC236}">
                  <a16:creationId xmlns:a16="http://schemas.microsoft.com/office/drawing/2014/main" id="{2B1315A5-FA73-2405-4B0E-5638AFECA7EC}"/>
                </a:ext>
              </a:extLst>
            </p:cNvPr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>
              <a:extLst>
                <a:ext uri="{FF2B5EF4-FFF2-40B4-BE49-F238E27FC236}">
                  <a16:creationId xmlns:a16="http://schemas.microsoft.com/office/drawing/2014/main" id="{6F86161B-44EA-06BB-55E6-F22E7A680D85}"/>
                </a:ext>
              </a:extLst>
            </p:cNvPr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>
              <a:extLst>
                <a:ext uri="{FF2B5EF4-FFF2-40B4-BE49-F238E27FC236}">
                  <a16:creationId xmlns:a16="http://schemas.microsoft.com/office/drawing/2014/main" id="{9D85AF25-CE0C-1CE6-2DFE-ED35413F78F5}"/>
                </a:ext>
              </a:extLst>
            </p:cNvPr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>
              <a:extLst>
                <a:ext uri="{FF2B5EF4-FFF2-40B4-BE49-F238E27FC236}">
                  <a16:creationId xmlns:a16="http://schemas.microsoft.com/office/drawing/2014/main" id="{165C0099-E32C-815D-764B-7B70A33D5BAC}"/>
                </a:ext>
              </a:extLst>
            </p:cNvPr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>
              <a:extLst>
                <a:ext uri="{FF2B5EF4-FFF2-40B4-BE49-F238E27FC236}">
                  <a16:creationId xmlns:a16="http://schemas.microsoft.com/office/drawing/2014/main" id="{A7FC4F99-4980-48AD-81D6-C4F40A6F291A}"/>
                </a:ext>
              </a:extLst>
            </p:cNvPr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>
              <a:extLst>
                <a:ext uri="{FF2B5EF4-FFF2-40B4-BE49-F238E27FC236}">
                  <a16:creationId xmlns:a16="http://schemas.microsoft.com/office/drawing/2014/main" id="{8512BA52-D94E-0A24-BAA6-7252D5FC7043}"/>
                </a:ext>
              </a:extLst>
            </p:cNvPr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>
              <a:extLst>
                <a:ext uri="{FF2B5EF4-FFF2-40B4-BE49-F238E27FC236}">
                  <a16:creationId xmlns:a16="http://schemas.microsoft.com/office/drawing/2014/main" id="{C3DE9869-43D3-5DAB-7F51-9237BE12DFEB}"/>
                </a:ext>
              </a:extLst>
            </p:cNvPr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>
              <a:extLst>
                <a:ext uri="{FF2B5EF4-FFF2-40B4-BE49-F238E27FC236}">
                  <a16:creationId xmlns:a16="http://schemas.microsoft.com/office/drawing/2014/main" id="{B4D1333F-F1F9-406F-9CEE-1023D543BD48}"/>
                </a:ext>
              </a:extLst>
            </p:cNvPr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>
              <a:extLst>
                <a:ext uri="{FF2B5EF4-FFF2-40B4-BE49-F238E27FC236}">
                  <a16:creationId xmlns:a16="http://schemas.microsoft.com/office/drawing/2014/main" id="{61683AB3-2970-1901-BF7D-9A5C04D48C19}"/>
                </a:ext>
              </a:extLst>
            </p:cNvPr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>
              <a:extLst>
                <a:ext uri="{FF2B5EF4-FFF2-40B4-BE49-F238E27FC236}">
                  <a16:creationId xmlns:a16="http://schemas.microsoft.com/office/drawing/2014/main" id="{DF1ABD4F-878F-E2B4-C668-A85EEBE37CB9}"/>
                </a:ext>
              </a:extLst>
            </p:cNvPr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>
              <a:extLst>
                <a:ext uri="{FF2B5EF4-FFF2-40B4-BE49-F238E27FC236}">
                  <a16:creationId xmlns:a16="http://schemas.microsoft.com/office/drawing/2014/main" id="{F26D50FA-3BCB-FB11-4D66-33EF6BB9A957}"/>
                </a:ext>
              </a:extLst>
            </p:cNvPr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>
              <a:extLst>
                <a:ext uri="{FF2B5EF4-FFF2-40B4-BE49-F238E27FC236}">
                  <a16:creationId xmlns:a16="http://schemas.microsoft.com/office/drawing/2014/main" id="{75E9E232-9FDC-18A5-6AA6-C28AF0D1BE62}"/>
                </a:ext>
              </a:extLst>
            </p:cNvPr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>
              <a:extLst>
                <a:ext uri="{FF2B5EF4-FFF2-40B4-BE49-F238E27FC236}">
                  <a16:creationId xmlns:a16="http://schemas.microsoft.com/office/drawing/2014/main" id="{CE77306A-5E25-872E-22F0-D5857F692647}"/>
                </a:ext>
              </a:extLst>
            </p:cNvPr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>
              <a:extLst>
                <a:ext uri="{FF2B5EF4-FFF2-40B4-BE49-F238E27FC236}">
                  <a16:creationId xmlns:a16="http://schemas.microsoft.com/office/drawing/2014/main" id="{3A78219E-D561-222F-6048-F1E655D0D4BF}"/>
                </a:ext>
              </a:extLst>
            </p:cNvPr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>
              <a:extLst>
                <a:ext uri="{FF2B5EF4-FFF2-40B4-BE49-F238E27FC236}">
                  <a16:creationId xmlns:a16="http://schemas.microsoft.com/office/drawing/2014/main" id="{73940F98-70F3-E65E-982A-B1C6CCF60B95}"/>
                </a:ext>
              </a:extLst>
            </p:cNvPr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>
              <a:extLst>
                <a:ext uri="{FF2B5EF4-FFF2-40B4-BE49-F238E27FC236}">
                  <a16:creationId xmlns:a16="http://schemas.microsoft.com/office/drawing/2014/main" id="{6D5CC4C7-5391-CC00-AA54-F38612AA2ACC}"/>
                </a:ext>
              </a:extLst>
            </p:cNvPr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>
              <a:extLst>
                <a:ext uri="{FF2B5EF4-FFF2-40B4-BE49-F238E27FC236}">
                  <a16:creationId xmlns:a16="http://schemas.microsoft.com/office/drawing/2014/main" id="{F91C655B-FCAC-5363-6CC0-FB4495F4BE0B}"/>
                </a:ext>
              </a:extLst>
            </p:cNvPr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>
              <a:extLst>
                <a:ext uri="{FF2B5EF4-FFF2-40B4-BE49-F238E27FC236}">
                  <a16:creationId xmlns:a16="http://schemas.microsoft.com/office/drawing/2014/main" id="{2A57EE4F-2552-BFA1-4812-28078D095E25}"/>
                </a:ext>
              </a:extLst>
            </p:cNvPr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>
              <a:extLst>
                <a:ext uri="{FF2B5EF4-FFF2-40B4-BE49-F238E27FC236}">
                  <a16:creationId xmlns:a16="http://schemas.microsoft.com/office/drawing/2014/main" id="{C24D84F6-33F6-3E6F-DF2B-CFA1F2AAFF86}"/>
                </a:ext>
              </a:extLst>
            </p:cNvPr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>
              <a:extLst>
                <a:ext uri="{FF2B5EF4-FFF2-40B4-BE49-F238E27FC236}">
                  <a16:creationId xmlns:a16="http://schemas.microsoft.com/office/drawing/2014/main" id="{9C83B807-1017-F280-6A23-A1EB525182EF}"/>
                </a:ext>
              </a:extLst>
            </p:cNvPr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>
              <a:extLst>
                <a:ext uri="{FF2B5EF4-FFF2-40B4-BE49-F238E27FC236}">
                  <a16:creationId xmlns:a16="http://schemas.microsoft.com/office/drawing/2014/main" id="{530EB4F9-17F7-A262-E1B7-DCE4BED5EBBA}"/>
                </a:ext>
              </a:extLst>
            </p:cNvPr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>
              <a:extLst>
                <a:ext uri="{FF2B5EF4-FFF2-40B4-BE49-F238E27FC236}">
                  <a16:creationId xmlns:a16="http://schemas.microsoft.com/office/drawing/2014/main" id="{B0B5C54F-0BFC-6DB4-3994-207C677D22AC}"/>
                </a:ext>
              </a:extLst>
            </p:cNvPr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>
              <a:extLst>
                <a:ext uri="{FF2B5EF4-FFF2-40B4-BE49-F238E27FC236}">
                  <a16:creationId xmlns:a16="http://schemas.microsoft.com/office/drawing/2014/main" id="{84D9EA5E-BF8C-7AB2-0A2E-17EBF6AB1D32}"/>
                </a:ext>
              </a:extLst>
            </p:cNvPr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>
              <a:extLst>
                <a:ext uri="{FF2B5EF4-FFF2-40B4-BE49-F238E27FC236}">
                  <a16:creationId xmlns:a16="http://schemas.microsoft.com/office/drawing/2014/main" id="{6EE895DE-1E7D-16A3-AE72-9CDF0E38BAAE}"/>
                </a:ext>
              </a:extLst>
            </p:cNvPr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>
              <a:extLst>
                <a:ext uri="{FF2B5EF4-FFF2-40B4-BE49-F238E27FC236}">
                  <a16:creationId xmlns:a16="http://schemas.microsoft.com/office/drawing/2014/main" id="{EF7B385F-2272-D566-CE2F-4905258183F0}"/>
                </a:ext>
              </a:extLst>
            </p:cNvPr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>
              <a:extLst>
                <a:ext uri="{FF2B5EF4-FFF2-40B4-BE49-F238E27FC236}">
                  <a16:creationId xmlns:a16="http://schemas.microsoft.com/office/drawing/2014/main" id="{95D75AA2-FDEC-C7CF-5D50-4D26F0432F30}"/>
                </a:ext>
              </a:extLst>
            </p:cNvPr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>
              <a:extLst>
                <a:ext uri="{FF2B5EF4-FFF2-40B4-BE49-F238E27FC236}">
                  <a16:creationId xmlns:a16="http://schemas.microsoft.com/office/drawing/2014/main" id="{592D2CBB-D186-03BB-2EA3-0C03112DE629}"/>
                </a:ext>
              </a:extLst>
            </p:cNvPr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>
              <a:extLst>
                <a:ext uri="{FF2B5EF4-FFF2-40B4-BE49-F238E27FC236}">
                  <a16:creationId xmlns:a16="http://schemas.microsoft.com/office/drawing/2014/main" id="{57F1DF80-6945-0460-F73B-344563F1BB7B}"/>
                </a:ext>
              </a:extLst>
            </p:cNvPr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>
              <a:extLst>
                <a:ext uri="{FF2B5EF4-FFF2-40B4-BE49-F238E27FC236}">
                  <a16:creationId xmlns:a16="http://schemas.microsoft.com/office/drawing/2014/main" id="{74F1690F-3ED1-2502-E4DC-B24E0C120486}"/>
                </a:ext>
              </a:extLst>
            </p:cNvPr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>
              <a:extLst>
                <a:ext uri="{FF2B5EF4-FFF2-40B4-BE49-F238E27FC236}">
                  <a16:creationId xmlns:a16="http://schemas.microsoft.com/office/drawing/2014/main" id="{1B0C837A-959F-729A-F950-A49D9EBF1705}"/>
                </a:ext>
              </a:extLst>
            </p:cNvPr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>
              <a:extLst>
                <a:ext uri="{FF2B5EF4-FFF2-40B4-BE49-F238E27FC236}">
                  <a16:creationId xmlns:a16="http://schemas.microsoft.com/office/drawing/2014/main" id="{27488DA2-2C7C-DF96-4BF3-FADA6BE2203A}"/>
                </a:ext>
              </a:extLst>
            </p:cNvPr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>
              <a:extLst>
                <a:ext uri="{FF2B5EF4-FFF2-40B4-BE49-F238E27FC236}">
                  <a16:creationId xmlns:a16="http://schemas.microsoft.com/office/drawing/2014/main" id="{DC70BD93-AE56-61D7-19A9-0EA362238C83}"/>
                </a:ext>
              </a:extLst>
            </p:cNvPr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>
              <a:extLst>
                <a:ext uri="{FF2B5EF4-FFF2-40B4-BE49-F238E27FC236}">
                  <a16:creationId xmlns:a16="http://schemas.microsoft.com/office/drawing/2014/main" id="{CF00280F-7BA7-544A-2491-2E737D6F64B2}"/>
                </a:ext>
              </a:extLst>
            </p:cNvPr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>
              <a:extLst>
                <a:ext uri="{FF2B5EF4-FFF2-40B4-BE49-F238E27FC236}">
                  <a16:creationId xmlns:a16="http://schemas.microsoft.com/office/drawing/2014/main" id="{12DD34E3-68DC-0B14-5EC1-6925066C6989}"/>
                </a:ext>
              </a:extLst>
            </p:cNvPr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>
              <a:extLst>
                <a:ext uri="{FF2B5EF4-FFF2-40B4-BE49-F238E27FC236}">
                  <a16:creationId xmlns:a16="http://schemas.microsoft.com/office/drawing/2014/main" id="{C3EA8804-BFFF-CB36-24DA-E8F556B32180}"/>
                </a:ext>
              </a:extLst>
            </p:cNvPr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>
              <a:extLst>
                <a:ext uri="{FF2B5EF4-FFF2-40B4-BE49-F238E27FC236}">
                  <a16:creationId xmlns:a16="http://schemas.microsoft.com/office/drawing/2014/main" id="{3039C8E4-7421-C170-AB74-D22F4898C2CB}"/>
                </a:ext>
              </a:extLst>
            </p:cNvPr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>
              <a:extLst>
                <a:ext uri="{FF2B5EF4-FFF2-40B4-BE49-F238E27FC236}">
                  <a16:creationId xmlns:a16="http://schemas.microsoft.com/office/drawing/2014/main" id="{6B33A201-08C3-1E25-1CC3-0615E120425F}"/>
                </a:ext>
              </a:extLst>
            </p:cNvPr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>
              <a:extLst>
                <a:ext uri="{FF2B5EF4-FFF2-40B4-BE49-F238E27FC236}">
                  <a16:creationId xmlns:a16="http://schemas.microsoft.com/office/drawing/2014/main" id="{19F93107-A2E9-472A-5483-0B5026E8145E}"/>
                </a:ext>
              </a:extLst>
            </p:cNvPr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>
              <a:extLst>
                <a:ext uri="{FF2B5EF4-FFF2-40B4-BE49-F238E27FC236}">
                  <a16:creationId xmlns:a16="http://schemas.microsoft.com/office/drawing/2014/main" id="{66A1A6C0-A831-8F5C-0922-166720E25CBC}"/>
                </a:ext>
              </a:extLst>
            </p:cNvPr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>
              <a:extLst>
                <a:ext uri="{FF2B5EF4-FFF2-40B4-BE49-F238E27FC236}">
                  <a16:creationId xmlns:a16="http://schemas.microsoft.com/office/drawing/2014/main" id="{788FF61A-1723-F252-D36A-B0FE0E951D8B}"/>
                </a:ext>
              </a:extLst>
            </p:cNvPr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>
              <a:extLst>
                <a:ext uri="{FF2B5EF4-FFF2-40B4-BE49-F238E27FC236}">
                  <a16:creationId xmlns:a16="http://schemas.microsoft.com/office/drawing/2014/main" id="{27FDA95D-2D61-095A-3737-334CF68860DA}"/>
                </a:ext>
              </a:extLst>
            </p:cNvPr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>
              <a:extLst>
                <a:ext uri="{FF2B5EF4-FFF2-40B4-BE49-F238E27FC236}">
                  <a16:creationId xmlns:a16="http://schemas.microsoft.com/office/drawing/2014/main" id="{7A8A1C54-5C2C-8976-6481-96E61002CDE2}"/>
                </a:ext>
              </a:extLst>
            </p:cNvPr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>
              <a:extLst>
                <a:ext uri="{FF2B5EF4-FFF2-40B4-BE49-F238E27FC236}">
                  <a16:creationId xmlns:a16="http://schemas.microsoft.com/office/drawing/2014/main" id="{61842FF0-F222-9144-4838-104DC3D94FE0}"/>
                </a:ext>
              </a:extLst>
            </p:cNvPr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>
              <a:extLst>
                <a:ext uri="{FF2B5EF4-FFF2-40B4-BE49-F238E27FC236}">
                  <a16:creationId xmlns:a16="http://schemas.microsoft.com/office/drawing/2014/main" id="{51F94543-B865-97B8-F600-AB0AB4017376}"/>
                </a:ext>
              </a:extLst>
            </p:cNvPr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>
              <a:extLst>
                <a:ext uri="{FF2B5EF4-FFF2-40B4-BE49-F238E27FC236}">
                  <a16:creationId xmlns:a16="http://schemas.microsoft.com/office/drawing/2014/main" id="{55881052-D7EE-A3FF-F16A-B162A6F2DA89}"/>
                </a:ext>
              </a:extLst>
            </p:cNvPr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>
              <a:extLst>
                <a:ext uri="{FF2B5EF4-FFF2-40B4-BE49-F238E27FC236}">
                  <a16:creationId xmlns:a16="http://schemas.microsoft.com/office/drawing/2014/main" id="{6F7BE194-B07A-F4EE-EE5A-963F312E657F}"/>
                </a:ext>
              </a:extLst>
            </p:cNvPr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>
              <a:extLst>
                <a:ext uri="{FF2B5EF4-FFF2-40B4-BE49-F238E27FC236}">
                  <a16:creationId xmlns:a16="http://schemas.microsoft.com/office/drawing/2014/main" id="{2C9880CD-B04A-3D23-E4EB-731EC239678B}"/>
                </a:ext>
              </a:extLst>
            </p:cNvPr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>
              <a:extLst>
                <a:ext uri="{FF2B5EF4-FFF2-40B4-BE49-F238E27FC236}">
                  <a16:creationId xmlns:a16="http://schemas.microsoft.com/office/drawing/2014/main" id="{4473A3E8-9199-D0D8-23CC-C1F8BD239B8D}"/>
                </a:ext>
              </a:extLst>
            </p:cNvPr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>
              <a:extLst>
                <a:ext uri="{FF2B5EF4-FFF2-40B4-BE49-F238E27FC236}">
                  <a16:creationId xmlns:a16="http://schemas.microsoft.com/office/drawing/2014/main" id="{29376C36-35BF-14BE-4B75-6FD9E7890381}"/>
                </a:ext>
              </a:extLst>
            </p:cNvPr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>
              <a:extLst>
                <a:ext uri="{FF2B5EF4-FFF2-40B4-BE49-F238E27FC236}">
                  <a16:creationId xmlns:a16="http://schemas.microsoft.com/office/drawing/2014/main" id="{CFD4EFF3-B68E-1436-106D-7FDE528ED765}"/>
                </a:ext>
              </a:extLst>
            </p:cNvPr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>
              <a:extLst>
                <a:ext uri="{FF2B5EF4-FFF2-40B4-BE49-F238E27FC236}">
                  <a16:creationId xmlns:a16="http://schemas.microsoft.com/office/drawing/2014/main" id="{68E891AD-AD30-927E-FEED-2D1C1BFBBAD8}"/>
                </a:ext>
              </a:extLst>
            </p:cNvPr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>
              <a:extLst>
                <a:ext uri="{FF2B5EF4-FFF2-40B4-BE49-F238E27FC236}">
                  <a16:creationId xmlns:a16="http://schemas.microsoft.com/office/drawing/2014/main" id="{4CC977EA-2741-E465-4D6B-257EA1163D07}"/>
                </a:ext>
              </a:extLst>
            </p:cNvPr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>
              <a:extLst>
                <a:ext uri="{FF2B5EF4-FFF2-40B4-BE49-F238E27FC236}">
                  <a16:creationId xmlns:a16="http://schemas.microsoft.com/office/drawing/2014/main" id="{56653709-9833-9E97-BA41-5E9340F8B088}"/>
                </a:ext>
              </a:extLst>
            </p:cNvPr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>
              <a:extLst>
                <a:ext uri="{FF2B5EF4-FFF2-40B4-BE49-F238E27FC236}">
                  <a16:creationId xmlns:a16="http://schemas.microsoft.com/office/drawing/2014/main" id="{8595D808-BA1D-937F-9BC8-4263725F5034}"/>
                </a:ext>
              </a:extLst>
            </p:cNvPr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>
              <a:extLst>
                <a:ext uri="{FF2B5EF4-FFF2-40B4-BE49-F238E27FC236}">
                  <a16:creationId xmlns:a16="http://schemas.microsoft.com/office/drawing/2014/main" id="{24A9EE71-EC06-A75C-56C8-986A5E08F1FB}"/>
                </a:ext>
              </a:extLst>
            </p:cNvPr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>
              <a:extLst>
                <a:ext uri="{FF2B5EF4-FFF2-40B4-BE49-F238E27FC236}">
                  <a16:creationId xmlns:a16="http://schemas.microsoft.com/office/drawing/2014/main" id="{A4753837-C2B3-9D6B-9F65-56A3AF143E9D}"/>
                </a:ext>
              </a:extLst>
            </p:cNvPr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>
              <a:extLst>
                <a:ext uri="{FF2B5EF4-FFF2-40B4-BE49-F238E27FC236}">
                  <a16:creationId xmlns:a16="http://schemas.microsoft.com/office/drawing/2014/main" id="{68F624DD-BECC-E45E-BAE0-B354AF7AD8DA}"/>
                </a:ext>
              </a:extLst>
            </p:cNvPr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>
              <a:extLst>
                <a:ext uri="{FF2B5EF4-FFF2-40B4-BE49-F238E27FC236}">
                  <a16:creationId xmlns:a16="http://schemas.microsoft.com/office/drawing/2014/main" id="{94632B37-2E32-EFB1-498B-12CAD8D3A540}"/>
                </a:ext>
              </a:extLst>
            </p:cNvPr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>
              <a:extLst>
                <a:ext uri="{FF2B5EF4-FFF2-40B4-BE49-F238E27FC236}">
                  <a16:creationId xmlns:a16="http://schemas.microsoft.com/office/drawing/2014/main" id="{FF73B83D-86F5-223D-CD0C-282C3F94A776}"/>
                </a:ext>
              </a:extLst>
            </p:cNvPr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>
              <a:extLst>
                <a:ext uri="{FF2B5EF4-FFF2-40B4-BE49-F238E27FC236}">
                  <a16:creationId xmlns:a16="http://schemas.microsoft.com/office/drawing/2014/main" id="{4B46361B-77D0-4C68-8F95-191F703C0453}"/>
                </a:ext>
              </a:extLst>
            </p:cNvPr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>
              <a:extLst>
                <a:ext uri="{FF2B5EF4-FFF2-40B4-BE49-F238E27FC236}">
                  <a16:creationId xmlns:a16="http://schemas.microsoft.com/office/drawing/2014/main" id="{1A271E1D-C738-DB22-2FCE-7A93509B7720}"/>
                </a:ext>
              </a:extLst>
            </p:cNvPr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>
              <a:extLst>
                <a:ext uri="{FF2B5EF4-FFF2-40B4-BE49-F238E27FC236}">
                  <a16:creationId xmlns:a16="http://schemas.microsoft.com/office/drawing/2014/main" id="{11F6472C-F73C-5218-C820-12BE116D888E}"/>
                </a:ext>
              </a:extLst>
            </p:cNvPr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>
              <a:extLst>
                <a:ext uri="{FF2B5EF4-FFF2-40B4-BE49-F238E27FC236}">
                  <a16:creationId xmlns:a16="http://schemas.microsoft.com/office/drawing/2014/main" id="{36D88C53-F74C-BF75-345B-B8A2252F816E}"/>
                </a:ext>
              </a:extLst>
            </p:cNvPr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>
              <a:extLst>
                <a:ext uri="{FF2B5EF4-FFF2-40B4-BE49-F238E27FC236}">
                  <a16:creationId xmlns:a16="http://schemas.microsoft.com/office/drawing/2014/main" id="{9498CB8F-8AD9-E201-D6CF-C49EB27FE7E9}"/>
                </a:ext>
              </a:extLst>
            </p:cNvPr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>
              <a:extLst>
                <a:ext uri="{FF2B5EF4-FFF2-40B4-BE49-F238E27FC236}">
                  <a16:creationId xmlns:a16="http://schemas.microsoft.com/office/drawing/2014/main" id="{BA5F21DF-4150-72BE-2A06-594AAD830855}"/>
                </a:ext>
              </a:extLst>
            </p:cNvPr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>
              <a:extLst>
                <a:ext uri="{FF2B5EF4-FFF2-40B4-BE49-F238E27FC236}">
                  <a16:creationId xmlns:a16="http://schemas.microsoft.com/office/drawing/2014/main" id="{C278DB2D-F543-2C6C-8E73-71389FC41632}"/>
                </a:ext>
              </a:extLst>
            </p:cNvPr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>
              <a:extLst>
                <a:ext uri="{FF2B5EF4-FFF2-40B4-BE49-F238E27FC236}">
                  <a16:creationId xmlns:a16="http://schemas.microsoft.com/office/drawing/2014/main" id="{0284CDFF-932F-5FE8-D0BB-C57235F54787}"/>
                </a:ext>
              </a:extLst>
            </p:cNvPr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>
              <a:extLst>
                <a:ext uri="{FF2B5EF4-FFF2-40B4-BE49-F238E27FC236}">
                  <a16:creationId xmlns:a16="http://schemas.microsoft.com/office/drawing/2014/main" id="{3C8FFC22-77B6-7CD5-A088-E0C18BDF2690}"/>
                </a:ext>
              </a:extLst>
            </p:cNvPr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>
              <a:extLst>
                <a:ext uri="{FF2B5EF4-FFF2-40B4-BE49-F238E27FC236}">
                  <a16:creationId xmlns:a16="http://schemas.microsoft.com/office/drawing/2014/main" id="{891D89A0-2AFF-C407-91D0-60FADBAAE619}"/>
                </a:ext>
              </a:extLst>
            </p:cNvPr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>
              <a:extLst>
                <a:ext uri="{FF2B5EF4-FFF2-40B4-BE49-F238E27FC236}">
                  <a16:creationId xmlns:a16="http://schemas.microsoft.com/office/drawing/2014/main" id="{B4F67712-9F20-9C12-0249-0D99E9A0D2BA}"/>
                </a:ext>
              </a:extLst>
            </p:cNvPr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>
              <a:extLst>
                <a:ext uri="{FF2B5EF4-FFF2-40B4-BE49-F238E27FC236}">
                  <a16:creationId xmlns:a16="http://schemas.microsoft.com/office/drawing/2014/main" id="{CB01C784-B3F6-CB49-1C5D-8503059E223B}"/>
                </a:ext>
              </a:extLst>
            </p:cNvPr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>
              <a:extLst>
                <a:ext uri="{FF2B5EF4-FFF2-40B4-BE49-F238E27FC236}">
                  <a16:creationId xmlns:a16="http://schemas.microsoft.com/office/drawing/2014/main" id="{8A368236-DEC1-B96F-0B5B-90C1BD46937F}"/>
                </a:ext>
              </a:extLst>
            </p:cNvPr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>
              <a:extLst>
                <a:ext uri="{FF2B5EF4-FFF2-40B4-BE49-F238E27FC236}">
                  <a16:creationId xmlns:a16="http://schemas.microsoft.com/office/drawing/2014/main" id="{D2B79B37-FE6F-E91A-6C0F-40ADE06857CF}"/>
                </a:ext>
              </a:extLst>
            </p:cNvPr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>
              <a:extLst>
                <a:ext uri="{FF2B5EF4-FFF2-40B4-BE49-F238E27FC236}">
                  <a16:creationId xmlns:a16="http://schemas.microsoft.com/office/drawing/2014/main" id="{30667AB1-6358-E17D-A1BA-5EEC913F78EE}"/>
                </a:ext>
              </a:extLst>
            </p:cNvPr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>
              <a:extLst>
                <a:ext uri="{FF2B5EF4-FFF2-40B4-BE49-F238E27FC236}">
                  <a16:creationId xmlns:a16="http://schemas.microsoft.com/office/drawing/2014/main" id="{54A9C1E2-C81E-A241-03C2-F1ECDAE2A249}"/>
                </a:ext>
              </a:extLst>
            </p:cNvPr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>
              <a:extLst>
                <a:ext uri="{FF2B5EF4-FFF2-40B4-BE49-F238E27FC236}">
                  <a16:creationId xmlns:a16="http://schemas.microsoft.com/office/drawing/2014/main" id="{AA02FD5F-44DB-BED7-CC0C-E3A95DFC2212}"/>
                </a:ext>
              </a:extLst>
            </p:cNvPr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>
              <a:extLst>
                <a:ext uri="{FF2B5EF4-FFF2-40B4-BE49-F238E27FC236}">
                  <a16:creationId xmlns:a16="http://schemas.microsoft.com/office/drawing/2014/main" id="{0635E6CD-02BA-1C7E-ED45-7C7B9AAA4D94}"/>
                </a:ext>
              </a:extLst>
            </p:cNvPr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>
              <a:extLst>
                <a:ext uri="{FF2B5EF4-FFF2-40B4-BE49-F238E27FC236}">
                  <a16:creationId xmlns:a16="http://schemas.microsoft.com/office/drawing/2014/main" id="{831E8342-124C-9358-91D9-5053776C3A49}"/>
                </a:ext>
              </a:extLst>
            </p:cNvPr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>
              <a:extLst>
                <a:ext uri="{FF2B5EF4-FFF2-40B4-BE49-F238E27FC236}">
                  <a16:creationId xmlns:a16="http://schemas.microsoft.com/office/drawing/2014/main" id="{FEC581EE-6395-71AB-8E8B-81755CCA2C3E}"/>
                </a:ext>
              </a:extLst>
            </p:cNvPr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>
              <a:extLst>
                <a:ext uri="{FF2B5EF4-FFF2-40B4-BE49-F238E27FC236}">
                  <a16:creationId xmlns:a16="http://schemas.microsoft.com/office/drawing/2014/main" id="{238F5802-8E90-8059-072E-12E66E4F1A02}"/>
                </a:ext>
              </a:extLst>
            </p:cNvPr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>
              <a:extLst>
                <a:ext uri="{FF2B5EF4-FFF2-40B4-BE49-F238E27FC236}">
                  <a16:creationId xmlns:a16="http://schemas.microsoft.com/office/drawing/2014/main" id="{C163C6E7-9C97-33BE-4CB3-1BDD64FC9432}"/>
                </a:ext>
              </a:extLst>
            </p:cNvPr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>
              <a:extLst>
                <a:ext uri="{FF2B5EF4-FFF2-40B4-BE49-F238E27FC236}">
                  <a16:creationId xmlns:a16="http://schemas.microsoft.com/office/drawing/2014/main" id="{6DB59A04-2CDC-CB6A-6D64-7847793C18CF}"/>
                </a:ext>
              </a:extLst>
            </p:cNvPr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>
              <a:extLst>
                <a:ext uri="{FF2B5EF4-FFF2-40B4-BE49-F238E27FC236}">
                  <a16:creationId xmlns:a16="http://schemas.microsoft.com/office/drawing/2014/main" id="{78AE4D3C-6FFD-995C-46C1-78EE088CBBCB}"/>
                </a:ext>
              </a:extLst>
            </p:cNvPr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>
              <a:extLst>
                <a:ext uri="{FF2B5EF4-FFF2-40B4-BE49-F238E27FC236}">
                  <a16:creationId xmlns:a16="http://schemas.microsoft.com/office/drawing/2014/main" id="{68545406-2913-A586-1C0D-FD87D7FBE425}"/>
                </a:ext>
              </a:extLst>
            </p:cNvPr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>
              <a:extLst>
                <a:ext uri="{FF2B5EF4-FFF2-40B4-BE49-F238E27FC236}">
                  <a16:creationId xmlns:a16="http://schemas.microsoft.com/office/drawing/2014/main" id="{302197B0-6547-C215-68E7-5328CFD4432F}"/>
                </a:ext>
              </a:extLst>
            </p:cNvPr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>
              <a:extLst>
                <a:ext uri="{FF2B5EF4-FFF2-40B4-BE49-F238E27FC236}">
                  <a16:creationId xmlns:a16="http://schemas.microsoft.com/office/drawing/2014/main" id="{947EDE6F-ABB9-5A3E-B232-5ED15C177037}"/>
                </a:ext>
              </a:extLst>
            </p:cNvPr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>
              <a:extLst>
                <a:ext uri="{FF2B5EF4-FFF2-40B4-BE49-F238E27FC236}">
                  <a16:creationId xmlns:a16="http://schemas.microsoft.com/office/drawing/2014/main" id="{D07196B0-BD8E-F33F-246E-B6F4ED746E9B}"/>
                </a:ext>
              </a:extLst>
            </p:cNvPr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>
              <a:extLst>
                <a:ext uri="{FF2B5EF4-FFF2-40B4-BE49-F238E27FC236}">
                  <a16:creationId xmlns:a16="http://schemas.microsoft.com/office/drawing/2014/main" id="{756F2129-420C-F31F-5132-39C01782C37F}"/>
                </a:ext>
              </a:extLst>
            </p:cNvPr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>
              <a:extLst>
                <a:ext uri="{FF2B5EF4-FFF2-40B4-BE49-F238E27FC236}">
                  <a16:creationId xmlns:a16="http://schemas.microsoft.com/office/drawing/2014/main" id="{5D5BB6FC-7CE5-F3C9-5157-7ABFA13F11B5}"/>
                </a:ext>
              </a:extLst>
            </p:cNvPr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>
              <a:extLst>
                <a:ext uri="{FF2B5EF4-FFF2-40B4-BE49-F238E27FC236}">
                  <a16:creationId xmlns:a16="http://schemas.microsoft.com/office/drawing/2014/main" id="{56BA7CD2-6B93-6DAB-27CD-4C907ABA7729}"/>
                </a:ext>
              </a:extLst>
            </p:cNvPr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>
              <a:extLst>
                <a:ext uri="{FF2B5EF4-FFF2-40B4-BE49-F238E27FC236}">
                  <a16:creationId xmlns:a16="http://schemas.microsoft.com/office/drawing/2014/main" id="{D4A8C5CF-C12B-291F-B2EF-2842C329EE5B}"/>
                </a:ext>
              </a:extLst>
            </p:cNvPr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>
              <a:extLst>
                <a:ext uri="{FF2B5EF4-FFF2-40B4-BE49-F238E27FC236}">
                  <a16:creationId xmlns:a16="http://schemas.microsoft.com/office/drawing/2014/main" id="{F1792E87-C7EC-DA16-94B2-3E21BDD3E974}"/>
                </a:ext>
              </a:extLst>
            </p:cNvPr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>
              <a:extLst>
                <a:ext uri="{FF2B5EF4-FFF2-40B4-BE49-F238E27FC236}">
                  <a16:creationId xmlns:a16="http://schemas.microsoft.com/office/drawing/2014/main" id="{93A61451-9F29-5D07-7CB3-E8B26EF75625}"/>
                </a:ext>
              </a:extLst>
            </p:cNvPr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>
              <a:extLst>
                <a:ext uri="{FF2B5EF4-FFF2-40B4-BE49-F238E27FC236}">
                  <a16:creationId xmlns:a16="http://schemas.microsoft.com/office/drawing/2014/main" id="{4E175B19-C9A3-0A21-70A8-3FFDF097FB07}"/>
                </a:ext>
              </a:extLst>
            </p:cNvPr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>
              <a:extLst>
                <a:ext uri="{FF2B5EF4-FFF2-40B4-BE49-F238E27FC236}">
                  <a16:creationId xmlns:a16="http://schemas.microsoft.com/office/drawing/2014/main" id="{88070E68-06DC-F8CA-9A48-07F1A85B12E6}"/>
                </a:ext>
              </a:extLst>
            </p:cNvPr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>
              <a:extLst>
                <a:ext uri="{FF2B5EF4-FFF2-40B4-BE49-F238E27FC236}">
                  <a16:creationId xmlns:a16="http://schemas.microsoft.com/office/drawing/2014/main" id="{D51CB244-793F-3FBC-A6EF-724F4B99580D}"/>
                </a:ext>
              </a:extLst>
            </p:cNvPr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>
              <a:extLst>
                <a:ext uri="{FF2B5EF4-FFF2-40B4-BE49-F238E27FC236}">
                  <a16:creationId xmlns:a16="http://schemas.microsoft.com/office/drawing/2014/main" id="{F59D7C2A-EEDA-02CE-1726-DFFF6344997F}"/>
                </a:ext>
              </a:extLst>
            </p:cNvPr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>
              <a:extLst>
                <a:ext uri="{FF2B5EF4-FFF2-40B4-BE49-F238E27FC236}">
                  <a16:creationId xmlns:a16="http://schemas.microsoft.com/office/drawing/2014/main" id="{0E5F0598-307F-3981-EE18-428F19913EE3}"/>
                </a:ext>
              </a:extLst>
            </p:cNvPr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>
              <a:extLst>
                <a:ext uri="{FF2B5EF4-FFF2-40B4-BE49-F238E27FC236}">
                  <a16:creationId xmlns:a16="http://schemas.microsoft.com/office/drawing/2014/main" id="{096B2A08-130A-2C0E-C474-03618F693D73}"/>
                </a:ext>
              </a:extLst>
            </p:cNvPr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>
              <a:extLst>
                <a:ext uri="{FF2B5EF4-FFF2-40B4-BE49-F238E27FC236}">
                  <a16:creationId xmlns:a16="http://schemas.microsoft.com/office/drawing/2014/main" id="{C7AA1EF1-E3C6-CFF7-1033-B5D5925AF99F}"/>
                </a:ext>
              </a:extLst>
            </p:cNvPr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>
              <a:extLst>
                <a:ext uri="{FF2B5EF4-FFF2-40B4-BE49-F238E27FC236}">
                  <a16:creationId xmlns:a16="http://schemas.microsoft.com/office/drawing/2014/main" id="{86895434-D391-CAA7-3854-8316BFBD5A93}"/>
                </a:ext>
              </a:extLst>
            </p:cNvPr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>
              <a:extLst>
                <a:ext uri="{FF2B5EF4-FFF2-40B4-BE49-F238E27FC236}">
                  <a16:creationId xmlns:a16="http://schemas.microsoft.com/office/drawing/2014/main" id="{8AC28ACA-305A-AF1F-3498-7805D6E45238}"/>
                </a:ext>
              </a:extLst>
            </p:cNvPr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>
              <a:extLst>
                <a:ext uri="{FF2B5EF4-FFF2-40B4-BE49-F238E27FC236}">
                  <a16:creationId xmlns:a16="http://schemas.microsoft.com/office/drawing/2014/main" id="{5A92D474-6FA3-7478-C6FD-9C337B5E81AC}"/>
                </a:ext>
              </a:extLst>
            </p:cNvPr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>
              <a:extLst>
                <a:ext uri="{FF2B5EF4-FFF2-40B4-BE49-F238E27FC236}">
                  <a16:creationId xmlns:a16="http://schemas.microsoft.com/office/drawing/2014/main" id="{B2655EAC-B212-2750-6C30-9AD668C83BF2}"/>
                </a:ext>
              </a:extLst>
            </p:cNvPr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>
              <a:extLst>
                <a:ext uri="{FF2B5EF4-FFF2-40B4-BE49-F238E27FC236}">
                  <a16:creationId xmlns:a16="http://schemas.microsoft.com/office/drawing/2014/main" id="{E8069BE4-3E8D-48B6-99B0-657E23484544}"/>
                </a:ext>
              </a:extLst>
            </p:cNvPr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>
              <a:extLst>
                <a:ext uri="{FF2B5EF4-FFF2-40B4-BE49-F238E27FC236}">
                  <a16:creationId xmlns:a16="http://schemas.microsoft.com/office/drawing/2014/main" id="{CB8DC931-7AD7-7329-A187-ABE15DC51712}"/>
                </a:ext>
              </a:extLst>
            </p:cNvPr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>
              <a:extLst>
                <a:ext uri="{FF2B5EF4-FFF2-40B4-BE49-F238E27FC236}">
                  <a16:creationId xmlns:a16="http://schemas.microsoft.com/office/drawing/2014/main" id="{692125B9-1C86-9AC5-7FE0-DC9EE2DC0FFF}"/>
                </a:ext>
              </a:extLst>
            </p:cNvPr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>
              <a:extLst>
                <a:ext uri="{FF2B5EF4-FFF2-40B4-BE49-F238E27FC236}">
                  <a16:creationId xmlns:a16="http://schemas.microsoft.com/office/drawing/2014/main" id="{21CB8010-5FEF-2D00-BC50-8D68E5433A7A}"/>
                </a:ext>
              </a:extLst>
            </p:cNvPr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>
              <a:extLst>
                <a:ext uri="{FF2B5EF4-FFF2-40B4-BE49-F238E27FC236}">
                  <a16:creationId xmlns:a16="http://schemas.microsoft.com/office/drawing/2014/main" id="{190E51EC-446E-77C1-D00F-7117A4C48E6F}"/>
                </a:ext>
              </a:extLst>
            </p:cNvPr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>
              <a:extLst>
                <a:ext uri="{FF2B5EF4-FFF2-40B4-BE49-F238E27FC236}">
                  <a16:creationId xmlns:a16="http://schemas.microsoft.com/office/drawing/2014/main" id="{D8FFFFCB-C10C-81FD-067E-78FEB3AC10C5}"/>
                </a:ext>
              </a:extLst>
            </p:cNvPr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>
              <a:extLst>
                <a:ext uri="{FF2B5EF4-FFF2-40B4-BE49-F238E27FC236}">
                  <a16:creationId xmlns:a16="http://schemas.microsoft.com/office/drawing/2014/main" id="{225DA30F-62B1-0C15-3BFA-95D270F2DAA9}"/>
                </a:ext>
              </a:extLst>
            </p:cNvPr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>
              <a:extLst>
                <a:ext uri="{FF2B5EF4-FFF2-40B4-BE49-F238E27FC236}">
                  <a16:creationId xmlns:a16="http://schemas.microsoft.com/office/drawing/2014/main" id="{BD7937FD-432E-8036-86C7-2A445193356C}"/>
                </a:ext>
              </a:extLst>
            </p:cNvPr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>
              <a:extLst>
                <a:ext uri="{FF2B5EF4-FFF2-40B4-BE49-F238E27FC236}">
                  <a16:creationId xmlns:a16="http://schemas.microsoft.com/office/drawing/2014/main" id="{1DC988E5-FC11-81C0-F14A-38775FFE3D99}"/>
                </a:ext>
              </a:extLst>
            </p:cNvPr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>
              <a:extLst>
                <a:ext uri="{FF2B5EF4-FFF2-40B4-BE49-F238E27FC236}">
                  <a16:creationId xmlns:a16="http://schemas.microsoft.com/office/drawing/2014/main" id="{F30AC22D-BE1C-DEE1-17BE-C3B496F0541A}"/>
                </a:ext>
              </a:extLst>
            </p:cNvPr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>
              <a:extLst>
                <a:ext uri="{FF2B5EF4-FFF2-40B4-BE49-F238E27FC236}">
                  <a16:creationId xmlns:a16="http://schemas.microsoft.com/office/drawing/2014/main" id="{AD79FC8B-3EA4-EE4B-9FCE-6A9574CE227B}"/>
                </a:ext>
              </a:extLst>
            </p:cNvPr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>
              <a:extLst>
                <a:ext uri="{FF2B5EF4-FFF2-40B4-BE49-F238E27FC236}">
                  <a16:creationId xmlns:a16="http://schemas.microsoft.com/office/drawing/2014/main" id="{2C81519A-ADA9-4EDE-2C7F-3BDE7BAC499B}"/>
                </a:ext>
              </a:extLst>
            </p:cNvPr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>
              <a:extLst>
                <a:ext uri="{FF2B5EF4-FFF2-40B4-BE49-F238E27FC236}">
                  <a16:creationId xmlns:a16="http://schemas.microsoft.com/office/drawing/2014/main" id="{EA5DF8FF-518C-AA15-E800-216C832FFF9F}"/>
                </a:ext>
              </a:extLst>
            </p:cNvPr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>
              <a:extLst>
                <a:ext uri="{FF2B5EF4-FFF2-40B4-BE49-F238E27FC236}">
                  <a16:creationId xmlns:a16="http://schemas.microsoft.com/office/drawing/2014/main" id="{FD1AA538-A9DF-8FC2-0751-E03A3B77F1BA}"/>
                </a:ext>
              </a:extLst>
            </p:cNvPr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>
              <a:extLst>
                <a:ext uri="{FF2B5EF4-FFF2-40B4-BE49-F238E27FC236}">
                  <a16:creationId xmlns:a16="http://schemas.microsoft.com/office/drawing/2014/main" id="{A18F3F65-2EF2-AAAE-EB84-288BFA0BE0C3}"/>
                </a:ext>
              </a:extLst>
            </p:cNvPr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>
              <a:extLst>
                <a:ext uri="{FF2B5EF4-FFF2-40B4-BE49-F238E27FC236}">
                  <a16:creationId xmlns:a16="http://schemas.microsoft.com/office/drawing/2014/main" id="{C3721C5F-A698-5446-B0A6-DAF9EF596D09}"/>
                </a:ext>
              </a:extLst>
            </p:cNvPr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>
              <a:extLst>
                <a:ext uri="{FF2B5EF4-FFF2-40B4-BE49-F238E27FC236}">
                  <a16:creationId xmlns:a16="http://schemas.microsoft.com/office/drawing/2014/main" id="{02789523-D11E-8788-B8E4-1A255126D330}"/>
                </a:ext>
              </a:extLst>
            </p:cNvPr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>
              <a:extLst>
                <a:ext uri="{FF2B5EF4-FFF2-40B4-BE49-F238E27FC236}">
                  <a16:creationId xmlns:a16="http://schemas.microsoft.com/office/drawing/2014/main" id="{D8424DC0-C944-8F6D-EDD5-814276CA7FE1}"/>
                </a:ext>
              </a:extLst>
            </p:cNvPr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>
              <a:extLst>
                <a:ext uri="{FF2B5EF4-FFF2-40B4-BE49-F238E27FC236}">
                  <a16:creationId xmlns:a16="http://schemas.microsoft.com/office/drawing/2014/main" id="{45E22BDB-E512-E5DB-441F-553E60BA7C75}"/>
                </a:ext>
              </a:extLst>
            </p:cNvPr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>
              <a:extLst>
                <a:ext uri="{FF2B5EF4-FFF2-40B4-BE49-F238E27FC236}">
                  <a16:creationId xmlns:a16="http://schemas.microsoft.com/office/drawing/2014/main" id="{CB3CC164-9C06-9146-C15A-E1CD0CA65922}"/>
                </a:ext>
              </a:extLst>
            </p:cNvPr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>
              <a:extLst>
                <a:ext uri="{FF2B5EF4-FFF2-40B4-BE49-F238E27FC236}">
                  <a16:creationId xmlns:a16="http://schemas.microsoft.com/office/drawing/2014/main" id="{BB48E3B1-5A68-F2A0-2BE0-CDA2CEA53D24}"/>
                </a:ext>
              </a:extLst>
            </p:cNvPr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>
              <a:extLst>
                <a:ext uri="{FF2B5EF4-FFF2-40B4-BE49-F238E27FC236}">
                  <a16:creationId xmlns:a16="http://schemas.microsoft.com/office/drawing/2014/main" id="{7DFBE5E1-F703-2547-0EE7-9B845FE872E7}"/>
                </a:ext>
              </a:extLst>
            </p:cNvPr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>
              <a:extLst>
                <a:ext uri="{FF2B5EF4-FFF2-40B4-BE49-F238E27FC236}">
                  <a16:creationId xmlns:a16="http://schemas.microsoft.com/office/drawing/2014/main" id="{5B93C974-7087-EDE7-5696-A96BB17804CC}"/>
                </a:ext>
              </a:extLst>
            </p:cNvPr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>
              <a:extLst>
                <a:ext uri="{FF2B5EF4-FFF2-40B4-BE49-F238E27FC236}">
                  <a16:creationId xmlns:a16="http://schemas.microsoft.com/office/drawing/2014/main" id="{294C5C0E-4B0D-6B15-536B-78F42DB02B75}"/>
                </a:ext>
              </a:extLst>
            </p:cNvPr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>
              <a:extLst>
                <a:ext uri="{FF2B5EF4-FFF2-40B4-BE49-F238E27FC236}">
                  <a16:creationId xmlns:a16="http://schemas.microsoft.com/office/drawing/2014/main" id="{FD089C4E-476D-0C06-E87C-7D841AE1510B}"/>
                </a:ext>
              </a:extLst>
            </p:cNvPr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>
              <a:extLst>
                <a:ext uri="{FF2B5EF4-FFF2-40B4-BE49-F238E27FC236}">
                  <a16:creationId xmlns:a16="http://schemas.microsoft.com/office/drawing/2014/main" id="{3A8E6309-3463-21A9-3831-FC8017B11289}"/>
                </a:ext>
              </a:extLst>
            </p:cNvPr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>
              <a:extLst>
                <a:ext uri="{FF2B5EF4-FFF2-40B4-BE49-F238E27FC236}">
                  <a16:creationId xmlns:a16="http://schemas.microsoft.com/office/drawing/2014/main" id="{D46B44A5-D34E-66BB-AC02-05F36A964F03}"/>
                </a:ext>
              </a:extLst>
            </p:cNvPr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>
              <a:extLst>
                <a:ext uri="{FF2B5EF4-FFF2-40B4-BE49-F238E27FC236}">
                  <a16:creationId xmlns:a16="http://schemas.microsoft.com/office/drawing/2014/main" id="{752AC3CE-4C30-F1F0-F645-A2B7C152A8FC}"/>
                </a:ext>
              </a:extLst>
            </p:cNvPr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>
              <a:extLst>
                <a:ext uri="{FF2B5EF4-FFF2-40B4-BE49-F238E27FC236}">
                  <a16:creationId xmlns:a16="http://schemas.microsoft.com/office/drawing/2014/main" id="{0AE0CDEB-C45D-EF98-922E-6532F76ED058}"/>
                </a:ext>
              </a:extLst>
            </p:cNvPr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>
              <a:extLst>
                <a:ext uri="{FF2B5EF4-FFF2-40B4-BE49-F238E27FC236}">
                  <a16:creationId xmlns:a16="http://schemas.microsoft.com/office/drawing/2014/main" id="{6CC375A4-176E-289F-57E6-3EDE24F65B0F}"/>
                </a:ext>
              </a:extLst>
            </p:cNvPr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>
              <a:extLst>
                <a:ext uri="{FF2B5EF4-FFF2-40B4-BE49-F238E27FC236}">
                  <a16:creationId xmlns:a16="http://schemas.microsoft.com/office/drawing/2014/main" id="{5CAC9FDF-F015-7C4A-F4D4-B14FC6D32805}"/>
                </a:ext>
              </a:extLst>
            </p:cNvPr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>
              <a:extLst>
                <a:ext uri="{FF2B5EF4-FFF2-40B4-BE49-F238E27FC236}">
                  <a16:creationId xmlns:a16="http://schemas.microsoft.com/office/drawing/2014/main" id="{C28B06DA-EA72-09E0-9D37-0766C0602A20}"/>
                </a:ext>
              </a:extLst>
            </p:cNvPr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>
              <a:extLst>
                <a:ext uri="{FF2B5EF4-FFF2-40B4-BE49-F238E27FC236}">
                  <a16:creationId xmlns:a16="http://schemas.microsoft.com/office/drawing/2014/main" id="{73AB951D-D8B6-6EF9-7BD9-740A79D50135}"/>
                </a:ext>
              </a:extLst>
            </p:cNvPr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>
              <a:extLst>
                <a:ext uri="{FF2B5EF4-FFF2-40B4-BE49-F238E27FC236}">
                  <a16:creationId xmlns:a16="http://schemas.microsoft.com/office/drawing/2014/main" id="{DFB6F90F-86D8-AF6A-DCE0-1B6A3D3042EF}"/>
                </a:ext>
              </a:extLst>
            </p:cNvPr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>
              <a:extLst>
                <a:ext uri="{FF2B5EF4-FFF2-40B4-BE49-F238E27FC236}">
                  <a16:creationId xmlns:a16="http://schemas.microsoft.com/office/drawing/2014/main" id="{A2F3486F-CF9D-BB22-E04E-F1C188494886}"/>
                </a:ext>
              </a:extLst>
            </p:cNvPr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>
              <a:extLst>
                <a:ext uri="{FF2B5EF4-FFF2-40B4-BE49-F238E27FC236}">
                  <a16:creationId xmlns:a16="http://schemas.microsoft.com/office/drawing/2014/main" id="{86C7D079-C76F-9D99-C1F5-5015469FA6B5}"/>
                </a:ext>
              </a:extLst>
            </p:cNvPr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>
              <a:extLst>
                <a:ext uri="{FF2B5EF4-FFF2-40B4-BE49-F238E27FC236}">
                  <a16:creationId xmlns:a16="http://schemas.microsoft.com/office/drawing/2014/main" id="{C8405988-4D50-0B66-F453-2DBA64DDEA84}"/>
                </a:ext>
              </a:extLst>
            </p:cNvPr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>
              <a:extLst>
                <a:ext uri="{FF2B5EF4-FFF2-40B4-BE49-F238E27FC236}">
                  <a16:creationId xmlns:a16="http://schemas.microsoft.com/office/drawing/2014/main" id="{5F3BFEBC-2DA3-9366-9239-49A086C9350A}"/>
                </a:ext>
              </a:extLst>
            </p:cNvPr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>
              <a:extLst>
                <a:ext uri="{FF2B5EF4-FFF2-40B4-BE49-F238E27FC236}">
                  <a16:creationId xmlns:a16="http://schemas.microsoft.com/office/drawing/2014/main" id="{F0007F13-DD75-D5E4-DE4E-46A3D857F6C7}"/>
                </a:ext>
              </a:extLst>
            </p:cNvPr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>
              <a:extLst>
                <a:ext uri="{FF2B5EF4-FFF2-40B4-BE49-F238E27FC236}">
                  <a16:creationId xmlns:a16="http://schemas.microsoft.com/office/drawing/2014/main" id="{BEA24C51-3F8B-E157-C18F-CDC94E71A3E3}"/>
                </a:ext>
              </a:extLst>
            </p:cNvPr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>
              <a:extLst>
                <a:ext uri="{FF2B5EF4-FFF2-40B4-BE49-F238E27FC236}">
                  <a16:creationId xmlns:a16="http://schemas.microsoft.com/office/drawing/2014/main" id="{6C3D83E9-BE65-FACD-33D1-D4E04A2E2966}"/>
                </a:ext>
              </a:extLst>
            </p:cNvPr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>
              <a:extLst>
                <a:ext uri="{FF2B5EF4-FFF2-40B4-BE49-F238E27FC236}">
                  <a16:creationId xmlns:a16="http://schemas.microsoft.com/office/drawing/2014/main" id="{2CC4925B-4927-1AFC-F32A-CF13EAEE02AB}"/>
                </a:ext>
              </a:extLst>
            </p:cNvPr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>
              <a:extLst>
                <a:ext uri="{FF2B5EF4-FFF2-40B4-BE49-F238E27FC236}">
                  <a16:creationId xmlns:a16="http://schemas.microsoft.com/office/drawing/2014/main" id="{E0ECD17D-41DE-B1C0-9404-18FAD56885EA}"/>
                </a:ext>
              </a:extLst>
            </p:cNvPr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>
              <a:extLst>
                <a:ext uri="{FF2B5EF4-FFF2-40B4-BE49-F238E27FC236}">
                  <a16:creationId xmlns:a16="http://schemas.microsoft.com/office/drawing/2014/main" id="{625CBF21-1ACD-F0DE-978C-FBC7FBF6C5DC}"/>
                </a:ext>
              </a:extLst>
            </p:cNvPr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>
              <a:extLst>
                <a:ext uri="{FF2B5EF4-FFF2-40B4-BE49-F238E27FC236}">
                  <a16:creationId xmlns:a16="http://schemas.microsoft.com/office/drawing/2014/main" id="{A750FEFE-431E-6495-29BF-3278EEA1B5D3}"/>
                </a:ext>
              </a:extLst>
            </p:cNvPr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>
              <a:extLst>
                <a:ext uri="{FF2B5EF4-FFF2-40B4-BE49-F238E27FC236}">
                  <a16:creationId xmlns:a16="http://schemas.microsoft.com/office/drawing/2014/main" id="{83391547-F4D0-1FF4-D2AF-C321F2C80FB8}"/>
                </a:ext>
              </a:extLst>
            </p:cNvPr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>
              <a:extLst>
                <a:ext uri="{FF2B5EF4-FFF2-40B4-BE49-F238E27FC236}">
                  <a16:creationId xmlns:a16="http://schemas.microsoft.com/office/drawing/2014/main" id="{C0945B69-9F2A-21B0-F1FF-CF8F918A05DD}"/>
                </a:ext>
              </a:extLst>
            </p:cNvPr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>
              <a:extLst>
                <a:ext uri="{FF2B5EF4-FFF2-40B4-BE49-F238E27FC236}">
                  <a16:creationId xmlns:a16="http://schemas.microsoft.com/office/drawing/2014/main" id="{7D5F5FE2-B9B5-D8A8-0598-AA706907BEBD}"/>
                </a:ext>
              </a:extLst>
            </p:cNvPr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>
              <a:extLst>
                <a:ext uri="{FF2B5EF4-FFF2-40B4-BE49-F238E27FC236}">
                  <a16:creationId xmlns:a16="http://schemas.microsoft.com/office/drawing/2014/main" id="{A4532ED5-51B8-3CC6-8D0F-542E408B49E3}"/>
                </a:ext>
              </a:extLst>
            </p:cNvPr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>
              <a:extLst>
                <a:ext uri="{FF2B5EF4-FFF2-40B4-BE49-F238E27FC236}">
                  <a16:creationId xmlns:a16="http://schemas.microsoft.com/office/drawing/2014/main" id="{E5FAF25A-99A3-EDBF-2D9E-3D3119B9DD05}"/>
                </a:ext>
              </a:extLst>
            </p:cNvPr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>
              <a:extLst>
                <a:ext uri="{FF2B5EF4-FFF2-40B4-BE49-F238E27FC236}">
                  <a16:creationId xmlns:a16="http://schemas.microsoft.com/office/drawing/2014/main" id="{ABBB5016-16D5-3EE1-C077-F6D712C390A4}"/>
                </a:ext>
              </a:extLst>
            </p:cNvPr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>
              <a:extLst>
                <a:ext uri="{FF2B5EF4-FFF2-40B4-BE49-F238E27FC236}">
                  <a16:creationId xmlns:a16="http://schemas.microsoft.com/office/drawing/2014/main" id="{5BC5D3F7-3B30-0B9E-F7ED-659DFFFD974F}"/>
                </a:ext>
              </a:extLst>
            </p:cNvPr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>
              <a:extLst>
                <a:ext uri="{FF2B5EF4-FFF2-40B4-BE49-F238E27FC236}">
                  <a16:creationId xmlns:a16="http://schemas.microsoft.com/office/drawing/2014/main" id="{1898E5A5-33E2-8728-8CE6-6298B94D5591}"/>
                </a:ext>
              </a:extLst>
            </p:cNvPr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>
              <a:extLst>
                <a:ext uri="{FF2B5EF4-FFF2-40B4-BE49-F238E27FC236}">
                  <a16:creationId xmlns:a16="http://schemas.microsoft.com/office/drawing/2014/main" id="{7EA702D0-F90D-E7D3-17FA-BC4636C99E19}"/>
                </a:ext>
              </a:extLst>
            </p:cNvPr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>
              <a:extLst>
                <a:ext uri="{FF2B5EF4-FFF2-40B4-BE49-F238E27FC236}">
                  <a16:creationId xmlns:a16="http://schemas.microsoft.com/office/drawing/2014/main" id="{5C49C4A7-58C1-2B5F-6FDB-D6A1D2159596}"/>
                </a:ext>
              </a:extLst>
            </p:cNvPr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>
              <a:extLst>
                <a:ext uri="{FF2B5EF4-FFF2-40B4-BE49-F238E27FC236}">
                  <a16:creationId xmlns:a16="http://schemas.microsoft.com/office/drawing/2014/main" id="{A68176E5-C8B7-4682-FBEA-E1D4DEB5E985}"/>
                </a:ext>
              </a:extLst>
            </p:cNvPr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>
              <a:extLst>
                <a:ext uri="{FF2B5EF4-FFF2-40B4-BE49-F238E27FC236}">
                  <a16:creationId xmlns:a16="http://schemas.microsoft.com/office/drawing/2014/main" id="{B057D02D-54E0-9E99-65C1-A3958ADC35FA}"/>
                </a:ext>
              </a:extLst>
            </p:cNvPr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>
              <a:extLst>
                <a:ext uri="{FF2B5EF4-FFF2-40B4-BE49-F238E27FC236}">
                  <a16:creationId xmlns:a16="http://schemas.microsoft.com/office/drawing/2014/main" id="{D344F9F6-4B6B-BF7B-AC73-6D2BA855750B}"/>
                </a:ext>
              </a:extLst>
            </p:cNvPr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>
              <a:extLst>
                <a:ext uri="{FF2B5EF4-FFF2-40B4-BE49-F238E27FC236}">
                  <a16:creationId xmlns:a16="http://schemas.microsoft.com/office/drawing/2014/main" id="{75BB53ED-AA82-CB7A-AB74-083CDB88381D}"/>
                </a:ext>
              </a:extLst>
            </p:cNvPr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>
              <a:extLst>
                <a:ext uri="{FF2B5EF4-FFF2-40B4-BE49-F238E27FC236}">
                  <a16:creationId xmlns:a16="http://schemas.microsoft.com/office/drawing/2014/main" id="{0C80DB50-3545-1F6B-E52A-6B566C499EFD}"/>
                </a:ext>
              </a:extLst>
            </p:cNvPr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>
              <a:extLst>
                <a:ext uri="{FF2B5EF4-FFF2-40B4-BE49-F238E27FC236}">
                  <a16:creationId xmlns:a16="http://schemas.microsoft.com/office/drawing/2014/main" id="{34A07216-3071-CC39-0225-3761704967A7}"/>
                </a:ext>
              </a:extLst>
            </p:cNvPr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>
              <a:extLst>
                <a:ext uri="{FF2B5EF4-FFF2-40B4-BE49-F238E27FC236}">
                  <a16:creationId xmlns:a16="http://schemas.microsoft.com/office/drawing/2014/main" id="{33B9751A-AAF5-7829-1BC1-8FC6A71896C0}"/>
                </a:ext>
              </a:extLst>
            </p:cNvPr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>
              <a:extLst>
                <a:ext uri="{FF2B5EF4-FFF2-40B4-BE49-F238E27FC236}">
                  <a16:creationId xmlns:a16="http://schemas.microsoft.com/office/drawing/2014/main" id="{ABFFE674-F1EE-3537-54C1-E3584CBD2D78}"/>
                </a:ext>
              </a:extLst>
            </p:cNvPr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>
              <a:extLst>
                <a:ext uri="{FF2B5EF4-FFF2-40B4-BE49-F238E27FC236}">
                  <a16:creationId xmlns:a16="http://schemas.microsoft.com/office/drawing/2014/main" id="{B71D99C2-395A-BBE7-0328-34C82363F265}"/>
                </a:ext>
              </a:extLst>
            </p:cNvPr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>
              <a:extLst>
                <a:ext uri="{FF2B5EF4-FFF2-40B4-BE49-F238E27FC236}">
                  <a16:creationId xmlns:a16="http://schemas.microsoft.com/office/drawing/2014/main" id="{BA545530-DBDE-BBE4-AE1A-273CEFFB4C93}"/>
                </a:ext>
              </a:extLst>
            </p:cNvPr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>
              <a:extLst>
                <a:ext uri="{FF2B5EF4-FFF2-40B4-BE49-F238E27FC236}">
                  <a16:creationId xmlns:a16="http://schemas.microsoft.com/office/drawing/2014/main" id="{22A9E0E6-7C4E-8EF2-C734-003720C16D76}"/>
                </a:ext>
              </a:extLst>
            </p:cNvPr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>
              <a:extLst>
                <a:ext uri="{FF2B5EF4-FFF2-40B4-BE49-F238E27FC236}">
                  <a16:creationId xmlns:a16="http://schemas.microsoft.com/office/drawing/2014/main" id="{2820F3DB-6322-DD80-093B-CAEE96DBEB31}"/>
                </a:ext>
              </a:extLst>
            </p:cNvPr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>
              <a:extLst>
                <a:ext uri="{FF2B5EF4-FFF2-40B4-BE49-F238E27FC236}">
                  <a16:creationId xmlns:a16="http://schemas.microsoft.com/office/drawing/2014/main" id="{AC7B9603-5FA1-54FB-BB3B-97BF22785A23}"/>
                </a:ext>
              </a:extLst>
            </p:cNvPr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>
              <a:extLst>
                <a:ext uri="{FF2B5EF4-FFF2-40B4-BE49-F238E27FC236}">
                  <a16:creationId xmlns:a16="http://schemas.microsoft.com/office/drawing/2014/main" id="{0A682373-1F63-0A42-CA89-C813D964E010}"/>
                </a:ext>
              </a:extLst>
            </p:cNvPr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>
              <a:extLst>
                <a:ext uri="{FF2B5EF4-FFF2-40B4-BE49-F238E27FC236}">
                  <a16:creationId xmlns:a16="http://schemas.microsoft.com/office/drawing/2014/main" id="{5E60B486-E14F-ED16-D1FA-BD192059D64F}"/>
                </a:ext>
              </a:extLst>
            </p:cNvPr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>
              <a:extLst>
                <a:ext uri="{FF2B5EF4-FFF2-40B4-BE49-F238E27FC236}">
                  <a16:creationId xmlns:a16="http://schemas.microsoft.com/office/drawing/2014/main" id="{9A8E503A-FD3A-E97F-147A-3469CF9B5173}"/>
                </a:ext>
              </a:extLst>
            </p:cNvPr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>
              <a:extLst>
                <a:ext uri="{FF2B5EF4-FFF2-40B4-BE49-F238E27FC236}">
                  <a16:creationId xmlns:a16="http://schemas.microsoft.com/office/drawing/2014/main" id="{2233C564-AD23-48D4-A1F6-A8CE2E309A2E}"/>
                </a:ext>
              </a:extLst>
            </p:cNvPr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>
              <a:extLst>
                <a:ext uri="{FF2B5EF4-FFF2-40B4-BE49-F238E27FC236}">
                  <a16:creationId xmlns:a16="http://schemas.microsoft.com/office/drawing/2014/main" id="{A0DAADD9-CF56-1013-479C-2A0F38119368}"/>
                </a:ext>
              </a:extLst>
            </p:cNvPr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>
              <a:extLst>
                <a:ext uri="{FF2B5EF4-FFF2-40B4-BE49-F238E27FC236}">
                  <a16:creationId xmlns:a16="http://schemas.microsoft.com/office/drawing/2014/main" id="{B8EB9180-54E3-9D3A-E32B-C0698C74912A}"/>
                </a:ext>
              </a:extLst>
            </p:cNvPr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>
              <a:extLst>
                <a:ext uri="{FF2B5EF4-FFF2-40B4-BE49-F238E27FC236}">
                  <a16:creationId xmlns:a16="http://schemas.microsoft.com/office/drawing/2014/main" id="{7DBF8299-96F8-AA63-1000-20F279614C93}"/>
                </a:ext>
              </a:extLst>
            </p:cNvPr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>
              <a:extLst>
                <a:ext uri="{FF2B5EF4-FFF2-40B4-BE49-F238E27FC236}">
                  <a16:creationId xmlns:a16="http://schemas.microsoft.com/office/drawing/2014/main" id="{5E753ACD-C084-EF78-C394-D21DC6F06971}"/>
                </a:ext>
              </a:extLst>
            </p:cNvPr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>
              <a:extLst>
                <a:ext uri="{FF2B5EF4-FFF2-40B4-BE49-F238E27FC236}">
                  <a16:creationId xmlns:a16="http://schemas.microsoft.com/office/drawing/2014/main" id="{0D02CDA8-1DF1-B98E-8C77-1E6853645621}"/>
                </a:ext>
              </a:extLst>
            </p:cNvPr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>
              <a:extLst>
                <a:ext uri="{FF2B5EF4-FFF2-40B4-BE49-F238E27FC236}">
                  <a16:creationId xmlns:a16="http://schemas.microsoft.com/office/drawing/2014/main" id="{A9A8D561-D902-6773-ED2B-4EFAC41CBCC2}"/>
                </a:ext>
              </a:extLst>
            </p:cNvPr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>
              <a:extLst>
                <a:ext uri="{FF2B5EF4-FFF2-40B4-BE49-F238E27FC236}">
                  <a16:creationId xmlns:a16="http://schemas.microsoft.com/office/drawing/2014/main" id="{737971EC-9CE0-A3A4-A8BA-05564BC16F40}"/>
                </a:ext>
              </a:extLst>
            </p:cNvPr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>
              <a:extLst>
                <a:ext uri="{FF2B5EF4-FFF2-40B4-BE49-F238E27FC236}">
                  <a16:creationId xmlns:a16="http://schemas.microsoft.com/office/drawing/2014/main" id="{150F5401-98D7-46B4-77BD-30F7533A2640}"/>
                </a:ext>
              </a:extLst>
            </p:cNvPr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>
              <a:extLst>
                <a:ext uri="{FF2B5EF4-FFF2-40B4-BE49-F238E27FC236}">
                  <a16:creationId xmlns:a16="http://schemas.microsoft.com/office/drawing/2014/main" id="{2FA35F63-C455-BC8E-3242-461C75FC9942}"/>
                </a:ext>
              </a:extLst>
            </p:cNvPr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>
              <a:extLst>
                <a:ext uri="{FF2B5EF4-FFF2-40B4-BE49-F238E27FC236}">
                  <a16:creationId xmlns:a16="http://schemas.microsoft.com/office/drawing/2014/main" id="{BD93AE4D-2BFC-F940-9627-D6782BF7F38E}"/>
                </a:ext>
              </a:extLst>
            </p:cNvPr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>
              <a:extLst>
                <a:ext uri="{FF2B5EF4-FFF2-40B4-BE49-F238E27FC236}">
                  <a16:creationId xmlns:a16="http://schemas.microsoft.com/office/drawing/2014/main" id="{BAFF26EF-BA3C-4FDE-DE6A-2AF4D985C2AA}"/>
                </a:ext>
              </a:extLst>
            </p:cNvPr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>
              <a:extLst>
                <a:ext uri="{FF2B5EF4-FFF2-40B4-BE49-F238E27FC236}">
                  <a16:creationId xmlns:a16="http://schemas.microsoft.com/office/drawing/2014/main" id="{88C76FBB-8BE4-69CF-322F-BFE5B905C5F9}"/>
                </a:ext>
              </a:extLst>
            </p:cNvPr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>
              <a:extLst>
                <a:ext uri="{FF2B5EF4-FFF2-40B4-BE49-F238E27FC236}">
                  <a16:creationId xmlns:a16="http://schemas.microsoft.com/office/drawing/2014/main" id="{CC72358E-46B9-09B5-BF46-6052940D729F}"/>
                </a:ext>
              </a:extLst>
            </p:cNvPr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>
              <a:extLst>
                <a:ext uri="{FF2B5EF4-FFF2-40B4-BE49-F238E27FC236}">
                  <a16:creationId xmlns:a16="http://schemas.microsoft.com/office/drawing/2014/main" id="{7D6E1BE4-161A-FC8E-5E26-441CBBF20B1D}"/>
                </a:ext>
              </a:extLst>
            </p:cNvPr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>
              <a:extLst>
                <a:ext uri="{FF2B5EF4-FFF2-40B4-BE49-F238E27FC236}">
                  <a16:creationId xmlns:a16="http://schemas.microsoft.com/office/drawing/2014/main" id="{52AC12CA-E261-C559-348C-5D53690DF860}"/>
                </a:ext>
              </a:extLst>
            </p:cNvPr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>
              <a:extLst>
                <a:ext uri="{FF2B5EF4-FFF2-40B4-BE49-F238E27FC236}">
                  <a16:creationId xmlns:a16="http://schemas.microsoft.com/office/drawing/2014/main" id="{2C48D7FE-3CD4-23A1-7525-552C78616D87}"/>
                </a:ext>
              </a:extLst>
            </p:cNvPr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>
              <a:extLst>
                <a:ext uri="{FF2B5EF4-FFF2-40B4-BE49-F238E27FC236}">
                  <a16:creationId xmlns:a16="http://schemas.microsoft.com/office/drawing/2014/main" id="{3D7E6B87-95B5-8245-36EE-A8F838D19C78}"/>
                </a:ext>
              </a:extLst>
            </p:cNvPr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>
              <a:extLst>
                <a:ext uri="{FF2B5EF4-FFF2-40B4-BE49-F238E27FC236}">
                  <a16:creationId xmlns:a16="http://schemas.microsoft.com/office/drawing/2014/main" id="{CB6D33C9-0CA8-CDA5-0C96-C03A6C605059}"/>
                </a:ext>
              </a:extLst>
            </p:cNvPr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>
              <a:extLst>
                <a:ext uri="{FF2B5EF4-FFF2-40B4-BE49-F238E27FC236}">
                  <a16:creationId xmlns:a16="http://schemas.microsoft.com/office/drawing/2014/main" id="{3E838565-9483-CD73-CAAA-4BEEC4940848}"/>
                </a:ext>
              </a:extLst>
            </p:cNvPr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>
              <a:extLst>
                <a:ext uri="{FF2B5EF4-FFF2-40B4-BE49-F238E27FC236}">
                  <a16:creationId xmlns:a16="http://schemas.microsoft.com/office/drawing/2014/main" id="{5824A430-05D5-7422-D868-5F590A368E48}"/>
                </a:ext>
              </a:extLst>
            </p:cNvPr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>
              <a:extLst>
                <a:ext uri="{FF2B5EF4-FFF2-40B4-BE49-F238E27FC236}">
                  <a16:creationId xmlns:a16="http://schemas.microsoft.com/office/drawing/2014/main" id="{6B476BF4-B36D-DBF8-9C5C-937F78E7B148}"/>
                </a:ext>
              </a:extLst>
            </p:cNvPr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>
              <a:extLst>
                <a:ext uri="{FF2B5EF4-FFF2-40B4-BE49-F238E27FC236}">
                  <a16:creationId xmlns:a16="http://schemas.microsoft.com/office/drawing/2014/main" id="{400C7829-4D51-2BDF-C267-5B12F171CD98}"/>
                </a:ext>
              </a:extLst>
            </p:cNvPr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>
              <a:extLst>
                <a:ext uri="{FF2B5EF4-FFF2-40B4-BE49-F238E27FC236}">
                  <a16:creationId xmlns:a16="http://schemas.microsoft.com/office/drawing/2014/main" id="{04881D4D-EE72-4A5F-4E5B-BBE7D442D7D3}"/>
                </a:ext>
              </a:extLst>
            </p:cNvPr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>
              <a:extLst>
                <a:ext uri="{FF2B5EF4-FFF2-40B4-BE49-F238E27FC236}">
                  <a16:creationId xmlns:a16="http://schemas.microsoft.com/office/drawing/2014/main" id="{C3946EA1-2F91-5851-C68F-3404C37CCF66}"/>
                </a:ext>
              </a:extLst>
            </p:cNvPr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>
              <a:extLst>
                <a:ext uri="{FF2B5EF4-FFF2-40B4-BE49-F238E27FC236}">
                  <a16:creationId xmlns:a16="http://schemas.microsoft.com/office/drawing/2014/main" id="{898BDBB2-9D60-BCE7-19A2-B14626CC1C6F}"/>
                </a:ext>
              </a:extLst>
            </p:cNvPr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>
              <a:extLst>
                <a:ext uri="{FF2B5EF4-FFF2-40B4-BE49-F238E27FC236}">
                  <a16:creationId xmlns:a16="http://schemas.microsoft.com/office/drawing/2014/main" id="{C3E63B4F-7E87-A347-F13A-FECB65E88DF5}"/>
                </a:ext>
              </a:extLst>
            </p:cNvPr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>
              <a:extLst>
                <a:ext uri="{FF2B5EF4-FFF2-40B4-BE49-F238E27FC236}">
                  <a16:creationId xmlns:a16="http://schemas.microsoft.com/office/drawing/2014/main" id="{FB2CC925-C146-B2ED-00B2-5445F44B60B2}"/>
                </a:ext>
              </a:extLst>
            </p:cNvPr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>
              <a:extLst>
                <a:ext uri="{FF2B5EF4-FFF2-40B4-BE49-F238E27FC236}">
                  <a16:creationId xmlns:a16="http://schemas.microsoft.com/office/drawing/2014/main" id="{030C2174-A063-176D-4345-1819CCCDFD90}"/>
                </a:ext>
              </a:extLst>
            </p:cNvPr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>
              <a:extLst>
                <a:ext uri="{FF2B5EF4-FFF2-40B4-BE49-F238E27FC236}">
                  <a16:creationId xmlns:a16="http://schemas.microsoft.com/office/drawing/2014/main" id="{992D11BF-5FB5-D2D9-D9D0-792179D46FE2}"/>
                </a:ext>
              </a:extLst>
            </p:cNvPr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>
              <a:extLst>
                <a:ext uri="{FF2B5EF4-FFF2-40B4-BE49-F238E27FC236}">
                  <a16:creationId xmlns:a16="http://schemas.microsoft.com/office/drawing/2014/main" id="{1FD4E008-DC5D-4C34-4007-741C754B64A8}"/>
                </a:ext>
              </a:extLst>
            </p:cNvPr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>
              <a:extLst>
                <a:ext uri="{FF2B5EF4-FFF2-40B4-BE49-F238E27FC236}">
                  <a16:creationId xmlns:a16="http://schemas.microsoft.com/office/drawing/2014/main" id="{C2949CCF-B3D1-7928-807A-88F069B93632}"/>
                </a:ext>
              </a:extLst>
            </p:cNvPr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>
              <a:extLst>
                <a:ext uri="{FF2B5EF4-FFF2-40B4-BE49-F238E27FC236}">
                  <a16:creationId xmlns:a16="http://schemas.microsoft.com/office/drawing/2014/main" id="{CE783C64-8A66-0755-156C-55A5CB50D3EB}"/>
                </a:ext>
              </a:extLst>
            </p:cNvPr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>
              <a:extLst>
                <a:ext uri="{FF2B5EF4-FFF2-40B4-BE49-F238E27FC236}">
                  <a16:creationId xmlns:a16="http://schemas.microsoft.com/office/drawing/2014/main" id="{A14478C8-1898-3C69-C65B-67D9A004DFB0}"/>
                </a:ext>
              </a:extLst>
            </p:cNvPr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>
              <a:extLst>
                <a:ext uri="{FF2B5EF4-FFF2-40B4-BE49-F238E27FC236}">
                  <a16:creationId xmlns:a16="http://schemas.microsoft.com/office/drawing/2014/main" id="{214053B5-0664-5673-0987-54E514DB13F1}"/>
                </a:ext>
              </a:extLst>
            </p:cNvPr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>
              <a:extLst>
                <a:ext uri="{FF2B5EF4-FFF2-40B4-BE49-F238E27FC236}">
                  <a16:creationId xmlns:a16="http://schemas.microsoft.com/office/drawing/2014/main" id="{BF94D91C-55B3-B512-9AFE-176BFC1FC9FA}"/>
                </a:ext>
              </a:extLst>
            </p:cNvPr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>
              <a:extLst>
                <a:ext uri="{FF2B5EF4-FFF2-40B4-BE49-F238E27FC236}">
                  <a16:creationId xmlns:a16="http://schemas.microsoft.com/office/drawing/2014/main" id="{7DDAA3A1-2922-63D6-D5BE-2F8B1112C55D}"/>
                </a:ext>
              </a:extLst>
            </p:cNvPr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>
              <a:extLst>
                <a:ext uri="{FF2B5EF4-FFF2-40B4-BE49-F238E27FC236}">
                  <a16:creationId xmlns:a16="http://schemas.microsoft.com/office/drawing/2014/main" id="{6DD99123-DBA5-BDC8-56F8-3702833F3056}"/>
                </a:ext>
              </a:extLst>
            </p:cNvPr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>
              <a:extLst>
                <a:ext uri="{FF2B5EF4-FFF2-40B4-BE49-F238E27FC236}">
                  <a16:creationId xmlns:a16="http://schemas.microsoft.com/office/drawing/2014/main" id="{53E1DD15-192D-360B-3F14-E6DADA2292D6}"/>
                </a:ext>
              </a:extLst>
            </p:cNvPr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>
              <a:extLst>
                <a:ext uri="{FF2B5EF4-FFF2-40B4-BE49-F238E27FC236}">
                  <a16:creationId xmlns:a16="http://schemas.microsoft.com/office/drawing/2014/main" id="{BDE52C0E-CE16-B477-A734-ECF3DE1C2305}"/>
                </a:ext>
              </a:extLst>
            </p:cNvPr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>
              <a:extLst>
                <a:ext uri="{FF2B5EF4-FFF2-40B4-BE49-F238E27FC236}">
                  <a16:creationId xmlns:a16="http://schemas.microsoft.com/office/drawing/2014/main" id="{85EF75D2-88AB-C63A-E40D-826A4B43FB9F}"/>
                </a:ext>
              </a:extLst>
            </p:cNvPr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>
              <a:extLst>
                <a:ext uri="{FF2B5EF4-FFF2-40B4-BE49-F238E27FC236}">
                  <a16:creationId xmlns:a16="http://schemas.microsoft.com/office/drawing/2014/main" id="{2CE40D62-E6AF-EC6F-D72D-E2C33583AD11}"/>
                </a:ext>
              </a:extLst>
            </p:cNvPr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>
              <a:extLst>
                <a:ext uri="{FF2B5EF4-FFF2-40B4-BE49-F238E27FC236}">
                  <a16:creationId xmlns:a16="http://schemas.microsoft.com/office/drawing/2014/main" id="{414C1CE3-DA3A-6B49-24D7-19524E965A63}"/>
                </a:ext>
              </a:extLst>
            </p:cNvPr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>
              <a:extLst>
                <a:ext uri="{FF2B5EF4-FFF2-40B4-BE49-F238E27FC236}">
                  <a16:creationId xmlns:a16="http://schemas.microsoft.com/office/drawing/2014/main" id="{8C726553-5CC2-ADFC-DA97-C3DDB902C6FD}"/>
                </a:ext>
              </a:extLst>
            </p:cNvPr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>
              <a:extLst>
                <a:ext uri="{FF2B5EF4-FFF2-40B4-BE49-F238E27FC236}">
                  <a16:creationId xmlns:a16="http://schemas.microsoft.com/office/drawing/2014/main" id="{BA0C2487-3D82-3BBD-11F4-9A5F439B9077}"/>
                </a:ext>
              </a:extLst>
            </p:cNvPr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>
              <a:extLst>
                <a:ext uri="{FF2B5EF4-FFF2-40B4-BE49-F238E27FC236}">
                  <a16:creationId xmlns:a16="http://schemas.microsoft.com/office/drawing/2014/main" id="{70112040-90FA-C81A-4D46-B43639FD45E6}"/>
                </a:ext>
              </a:extLst>
            </p:cNvPr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>
              <a:extLst>
                <a:ext uri="{FF2B5EF4-FFF2-40B4-BE49-F238E27FC236}">
                  <a16:creationId xmlns:a16="http://schemas.microsoft.com/office/drawing/2014/main" id="{FA61A252-8E32-C98A-1D9C-33991ED86972}"/>
                </a:ext>
              </a:extLst>
            </p:cNvPr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>
              <a:extLst>
                <a:ext uri="{FF2B5EF4-FFF2-40B4-BE49-F238E27FC236}">
                  <a16:creationId xmlns:a16="http://schemas.microsoft.com/office/drawing/2014/main" id="{165999BA-A4D9-6C51-0BA6-EF064435CFBF}"/>
                </a:ext>
              </a:extLst>
            </p:cNvPr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>
              <a:extLst>
                <a:ext uri="{FF2B5EF4-FFF2-40B4-BE49-F238E27FC236}">
                  <a16:creationId xmlns:a16="http://schemas.microsoft.com/office/drawing/2014/main" id="{B1C84F24-7B2A-5A30-E7B6-474CA04EEF2E}"/>
                </a:ext>
              </a:extLst>
            </p:cNvPr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>
              <a:extLst>
                <a:ext uri="{FF2B5EF4-FFF2-40B4-BE49-F238E27FC236}">
                  <a16:creationId xmlns:a16="http://schemas.microsoft.com/office/drawing/2014/main" id="{9891D306-18A4-2334-7E7C-E9B920F4A62B}"/>
                </a:ext>
              </a:extLst>
            </p:cNvPr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>
              <a:extLst>
                <a:ext uri="{FF2B5EF4-FFF2-40B4-BE49-F238E27FC236}">
                  <a16:creationId xmlns:a16="http://schemas.microsoft.com/office/drawing/2014/main" id="{EDEF688E-5D9F-274A-0531-B9095BB855D1}"/>
                </a:ext>
              </a:extLst>
            </p:cNvPr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>
              <a:extLst>
                <a:ext uri="{FF2B5EF4-FFF2-40B4-BE49-F238E27FC236}">
                  <a16:creationId xmlns:a16="http://schemas.microsoft.com/office/drawing/2014/main" id="{F49CAD23-5671-FD62-5B47-5098717B8CB8}"/>
                </a:ext>
              </a:extLst>
            </p:cNvPr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>
              <a:extLst>
                <a:ext uri="{FF2B5EF4-FFF2-40B4-BE49-F238E27FC236}">
                  <a16:creationId xmlns:a16="http://schemas.microsoft.com/office/drawing/2014/main" id="{0AE33D76-28E2-0C70-EC85-35CE18C1D47F}"/>
                </a:ext>
              </a:extLst>
            </p:cNvPr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>
              <a:extLst>
                <a:ext uri="{FF2B5EF4-FFF2-40B4-BE49-F238E27FC236}">
                  <a16:creationId xmlns:a16="http://schemas.microsoft.com/office/drawing/2014/main" id="{0E1A3D70-A3DC-FF5E-8B70-12B9AFE16AE6}"/>
                </a:ext>
              </a:extLst>
            </p:cNvPr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>
              <a:extLst>
                <a:ext uri="{FF2B5EF4-FFF2-40B4-BE49-F238E27FC236}">
                  <a16:creationId xmlns:a16="http://schemas.microsoft.com/office/drawing/2014/main" id="{C2F21461-BA38-DABA-1AC9-629A2484E7F2}"/>
                </a:ext>
              </a:extLst>
            </p:cNvPr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>
              <a:extLst>
                <a:ext uri="{FF2B5EF4-FFF2-40B4-BE49-F238E27FC236}">
                  <a16:creationId xmlns:a16="http://schemas.microsoft.com/office/drawing/2014/main" id="{F869F3DC-A30F-C539-FD6E-4C9A8322E4FF}"/>
                </a:ext>
              </a:extLst>
            </p:cNvPr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>
              <a:extLst>
                <a:ext uri="{FF2B5EF4-FFF2-40B4-BE49-F238E27FC236}">
                  <a16:creationId xmlns:a16="http://schemas.microsoft.com/office/drawing/2014/main" id="{F2C89563-4C33-371D-6669-2D04FF6F52E4}"/>
                </a:ext>
              </a:extLst>
            </p:cNvPr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>
              <a:extLst>
                <a:ext uri="{FF2B5EF4-FFF2-40B4-BE49-F238E27FC236}">
                  <a16:creationId xmlns:a16="http://schemas.microsoft.com/office/drawing/2014/main" id="{08F95179-5E7F-4E04-00A0-2E121676EF3D}"/>
                </a:ext>
              </a:extLst>
            </p:cNvPr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>
              <a:extLst>
                <a:ext uri="{FF2B5EF4-FFF2-40B4-BE49-F238E27FC236}">
                  <a16:creationId xmlns:a16="http://schemas.microsoft.com/office/drawing/2014/main" id="{D10D89D6-D39E-F391-5B73-941F94A03755}"/>
                </a:ext>
              </a:extLst>
            </p:cNvPr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>
              <a:extLst>
                <a:ext uri="{FF2B5EF4-FFF2-40B4-BE49-F238E27FC236}">
                  <a16:creationId xmlns:a16="http://schemas.microsoft.com/office/drawing/2014/main" id="{E5EDEFD6-6574-9778-98DB-D07BF58EA52B}"/>
                </a:ext>
              </a:extLst>
            </p:cNvPr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>
              <a:extLst>
                <a:ext uri="{FF2B5EF4-FFF2-40B4-BE49-F238E27FC236}">
                  <a16:creationId xmlns:a16="http://schemas.microsoft.com/office/drawing/2014/main" id="{BEA4D4C6-86B0-EDEB-3245-31837561EF8D}"/>
                </a:ext>
              </a:extLst>
            </p:cNvPr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>
              <a:extLst>
                <a:ext uri="{FF2B5EF4-FFF2-40B4-BE49-F238E27FC236}">
                  <a16:creationId xmlns:a16="http://schemas.microsoft.com/office/drawing/2014/main" id="{F7799F16-EDD9-4768-567E-86C99486A244}"/>
                </a:ext>
              </a:extLst>
            </p:cNvPr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>
              <a:extLst>
                <a:ext uri="{FF2B5EF4-FFF2-40B4-BE49-F238E27FC236}">
                  <a16:creationId xmlns:a16="http://schemas.microsoft.com/office/drawing/2014/main" id="{CE75B872-29BC-3BAB-A82F-752F04D42DEC}"/>
                </a:ext>
              </a:extLst>
            </p:cNvPr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>
              <a:extLst>
                <a:ext uri="{FF2B5EF4-FFF2-40B4-BE49-F238E27FC236}">
                  <a16:creationId xmlns:a16="http://schemas.microsoft.com/office/drawing/2014/main" id="{CD6B6DB4-F8B9-8A44-010A-53C0CDED8EDD}"/>
                </a:ext>
              </a:extLst>
            </p:cNvPr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>
              <a:extLst>
                <a:ext uri="{FF2B5EF4-FFF2-40B4-BE49-F238E27FC236}">
                  <a16:creationId xmlns:a16="http://schemas.microsoft.com/office/drawing/2014/main" id="{AC1581A6-707E-F562-F3AA-A972687E117E}"/>
                </a:ext>
              </a:extLst>
            </p:cNvPr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>
              <a:extLst>
                <a:ext uri="{FF2B5EF4-FFF2-40B4-BE49-F238E27FC236}">
                  <a16:creationId xmlns:a16="http://schemas.microsoft.com/office/drawing/2014/main" id="{0AA7F2C7-ABF3-E633-1134-9777D52FE7F5}"/>
                </a:ext>
              </a:extLst>
            </p:cNvPr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>
              <a:extLst>
                <a:ext uri="{FF2B5EF4-FFF2-40B4-BE49-F238E27FC236}">
                  <a16:creationId xmlns:a16="http://schemas.microsoft.com/office/drawing/2014/main" id="{B92B6AB8-3283-E282-B47B-58CDD4CA172A}"/>
                </a:ext>
              </a:extLst>
            </p:cNvPr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>
              <a:extLst>
                <a:ext uri="{FF2B5EF4-FFF2-40B4-BE49-F238E27FC236}">
                  <a16:creationId xmlns:a16="http://schemas.microsoft.com/office/drawing/2014/main" id="{83C8AD8B-FFC7-B7A4-E614-3617492CDBDF}"/>
                </a:ext>
              </a:extLst>
            </p:cNvPr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>
              <a:extLst>
                <a:ext uri="{FF2B5EF4-FFF2-40B4-BE49-F238E27FC236}">
                  <a16:creationId xmlns:a16="http://schemas.microsoft.com/office/drawing/2014/main" id="{2828BA6D-B0FC-537C-B209-B29ECEB92A98}"/>
                </a:ext>
              </a:extLst>
            </p:cNvPr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>
              <a:extLst>
                <a:ext uri="{FF2B5EF4-FFF2-40B4-BE49-F238E27FC236}">
                  <a16:creationId xmlns:a16="http://schemas.microsoft.com/office/drawing/2014/main" id="{4915AE4D-2234-9200-1DA5-2AC4A519CDAC}"/>
                </a:ext>
              </a:extLst>
            </p:cNvPr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>
              <a:extLst>
                <a:ext uri="{FF2B5EF4-FFF2-40B4-BE49-F238E27FC236}">
                  <a16:creationId xmlns:a16="http://schemas.microsoft.com/office/drawing/2014/main" id="{6972FE7A-34FE-804D-27ED-4ED34CE46B4C}"/>
                </a:ext>
              </a:extLst>
            </p:cNvPr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>
              <a:extLst>
                <a:ext uri="{FF2B5EF4-FFF2-40B4-BE49-F238E27FC236}">
                  <a16:creationId xmlns:a16="http://schemas.microsoft.com/office/drawing/2014/main" id="{C83C481C-D660-EF5B-7413-93A709734C19}"/>
                </a:ext>
              </a:extLst>
            </p:cNvPr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>
              <a:extLst>
                <a:ext uri="{FF2B5EF4-FFF2-40B4-BE49-F238E27FC236}">
                  <a16:creationId xmlns:a16="http://schemas.microsoft.com/office/drawing/2014/main" id="{AC9355F8-1077-C2B2-6659-753A16180915}"/>
                </a:ext>
              </a:extLst>
            </p:cNvPr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>
              <a:extLst>
                <a:ext uri="{FF2B5EF4-FFF2-40B4-BE49-F238E27FC236}">
                  <a16:creationId xmlns:a16="http://schemas.microsoft.com/office/drawing/2014/main" id="{F55691B4-F95C-E3B1-4811-A62F9F0AA7EB}"/>
                </a:ext>
              </a:extLst>
            </p:cNvPr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>
              <a:extLst>
                <a:ext uri="{FF2B5EF4-FFF2-40B4-BE49-F238E27FC236}">
                  <a16:creationId xmlns:a16="http://schemas.microsoft.com/office/drawing/2014/main" id="{5C95FAAB-197A-E45F-D2E4-2B18FDB072BA}"/>
                </a:ext>
              </a:extLst>
            </p:cNvPr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>
              <a:extLst>
                <a:ext uri="{FF2B5EF4-FFF2-40B4-BE49-F238E27FC236}">
                  <a16:creationId xmlns:a16="http://schemas.microsoft.com/office/drawing/2014/main" id="{50C9A4F6-BA91-CE6C-8A9A-99E9CE1559C4}"/>
                </a:ext>
              </a:extLst>
            </p:cNvPr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>
              <a:extLst>
                <a:ext uri="{FF2B5EF4-FFF2-40B4-BE49-F238E27FC236}">
                  <a16:creationId xmlns:a16="http://schemas.microsoft.com/office/drawing/2014/main" id="{15CDBF7A-38B4-739F-7787-FE6967BCE4B7}"/>
                </a:ext>
              </a:extLst>
            </p:cNvPr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>
              <a:extLst>
                <a:ext uri="{FF2B5EF4-FFF2-40B4-BE49-F238E27FC236}">
                  <a16:creationId xmlns:a16="http://schemas.microsoft.com/office/drawing/2014/main" id="{852033C1-D314-66D6-9244-82A1593C8D5F}"/>
                </a:ext>
              </a:extLst>
            </p:cNvPr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>
              <a:extLst>
                <a:ext uri="{FF2B5EF4-FFF2-40B4-BE49-F238E27FC236}">
                  <a16:creationId xmlns:a16="http://schemas.microsoft.com/office/drawing/2014/main" id="{0A122607-D7F9-E314-3F10-0D26A938DCC9}"/>
                </a:ext>
              </a:extLst>
            </p:cNvPr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>
              <a:extLst>
                <a:ext uri="{FF2B5EF4-FFF2-40B4-BE49-F238E27FC236}">
                  <a16:creationId xmlns:a16="http://schemas.microsoft.com/office/drawing/2014/main" id="{A01492BA-84BB-F3E4-1244-2C30E07FCEC0}"/>
                </a:ext>
              </a:extLst>
            </p:cNvPr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>
              <a:extLst>
                <a:ext uri="{FF2B5EF4-FFF2-40B4-BE49-F238E27FC236}">
                  <a16:creationId xmlns:a16="http://schemas.microsoft.com/office/drawing/2014/main" id="{DE11C596-F95E-9B7C-FDFD-BBE0DCD89B73}"/>
                </a:ext>
              </a:extLst>
            </p:cNvPr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>
              <a:extLst>
                <a:ext uri="{FF2B5EF4-FFF2-40B4-BE49-F238E27FC236}">
                  <a16:creationId xmlns:a16="http://schemas.microsoft.com/office/drawing/2014/main" id="{4CAD5ACF-AC07-524D-89C6-6FA96A13561F}"/>
                </a:ext>
              </a:extLst>
            </p:cNvPr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>
              <a:extLst>
                <a:ext uri="{FF2B5EF4-FFF2-40B4-BE49-F238E27FC236}">
                  <a16:creationId xmlns:a16="http://schemas.microsoft.com/office/drawing/2014/main" id="{BE3F99C3-160C-DCF9-BB3C-738A8C8B1696}"/>
                </a:ext>
              </a:extLst>
            </p:cNvPr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>
              <a:extLst>
                <a:ext uri="{FF2B5EF4-FFF2-40B4-BE49-F238E27FC236}">
                  <a16:creationId xmlns:a16="http://schemas.microsoft.com/office/drawing/2014/main" id="{891AC0CF-059A-AE99-A264-1BBF3409463E}"/>
                </a:ext>
              </a:extLst>
            </p:cNvPr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>
              <a:extLst>
                <a:ext uri="{FF2B5EF4-FFF2-40B4-BE49-F238E27FC236}">
                  <a16:creationId xmlns:a16="http://schemas.microsoft.com/office/drawing/2014/main" id="{C9540471-6FFE-8DB5-361F-2305B8789616}"/>
                </a:ext>
              </a:extLst>
            </p:cNvPr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>
              <a:extLst>
                <a:ext uri="{FF2B5EF4-FFF2-40B4-BE49-F238E27FC236}">
                  <a16:creationId xmlns:a16="http://schemas.microsoft.com/office/drawing/2014/main" id="{C5902B1E-1D01-FF39-12DC-E5BA40530901}"/>
                </a:ext>
              </a:extLst>
            </p:cNvPr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>
              <a:extLst>
                <a:ext uri="{FF2B5EF4-FFF2-40B4-BE49-F238E27FC236}">
                  <a16:creationId xmlns:a16="http://schemas.microsoft.com/office/drawing/2014/main" id="{C890A52E-2451-22C8-FAFC-112B5A632A86}"/>
                </a:ext>
              </a:extLst>
            </p:cNvPr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>
              <a:extLst>
                <a:ext uri="{FF2B5EF4-FFF2-40B4-BE49-F238E27FC236}">
                  <a16:creationId xmlns:a16="http://schemas.microsoft.com/office/drawing/2014/main" id="{5D1FD319-D195-B2B3-E3B1-738E761A6B0B}"/>
                </a:ext>
              </a:extLst>
            </p:cNvPr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>
              <a:extLst>
                <a:ext uri="{FF2B5EF4-FFF2-40B4-BE49-F238E27FC236}">
                  <a16:creationId xmlns:a16="http://schemas.microsoft.com/office/drawing/2014/main" id="{5FAB211B-909F-6402-C7DD-04C4AF97F915}"/>
                </a:ext>
              </a:extLst>
            </p:cNvPr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>
              <a:extLst>
                <a:ext uri="{FF2B5EF4-FFF2-40B4-BE49-F238E27FC236}">
                  <a16:creationId xmlns:a16="http://schemas.microsoft.com/office/drawing/2014/main" id="{3C5F50E1-CFB5-DCDF-C2CC-83EF95FF1F16}"/>
                </a:ext>
              </a:extLst>
            </p:cNvPr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>
              <a:extLst>
                <a:ext uri="{FF2B5EF4-FFF2-40B4-BE49-F238E27FC236}">
                  <a16:creationId xmlns:a16="http://schemas.microsoft.com/office/drawing/2014/main" id="{1F1E7C2B-66CA-A45C-7FC9-74611A499614}"/>
                </a:ext>
              </a:extLst>
            </p:cNvPr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>
              <a:extLst>
                <a:ext uri="{FF2B5EF4-FFF2-40B4-BE49-F238E27FC236}">
                  <a16:creationId xmlns:a16="http://schemas.microsoft.com/office/drawing/2014/main" id="{8341D16C-7FF5-49EF-4FE2-8032FAF7F027}"/>
                </a:ext>
              </a:extLst>
            </p:cNvPr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>
              <a:extLst>
                <a:ext uri="{FF2B5EF4-FFF2-40B4-BE49-F238E27FC236}">
                  <a16:creationId xmlns:a16="http://schemas.microsoft.com/office/drawing/2014/main" id="{A0AFD376-B0D4-6F96-F9CD-7E96137FF5CD}"/>
                </a:ext>
              </a:extLst>
            </p:cNvPr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>
              <a:extLst>
                <a:ext uri="{FF2B5EF4-FFF2-40B4-BE49-F238E27FC236}">
                  <a16:creationId xmlns:a16="http://schemas.microsoft.com/office/drawing/2014/main" id="{4A998901-1928-1264-E688-D07DA78885F3}"/>
                </a:ext>
              </a:extLst>
            </p:cNvPr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>
              <a:extLst>
                <a:ext uri="{FF2B5EF4-FFF2-40B4-BE49-F238E27FC236}">
                  <a16:creationId xmlns:a16="http://schemas.microsoft.com/office/drawing/2014/main" id="{B78FF4B5-632E-E32B-A1DE-8884CA41DA4D}"/>
                </a:ext>
              </a:extLst>
            </p:cNvPr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>
              <a:extLst>
                <a:ext uri="{FF2B5EF4-FFF2-40B4-BE49-F238E27FC236}">
                  <a16:creationId xmlns:a16="http://schemas.microsoft.com/office/drawing/2014/main" id="{30093422-FFB7-A25A-11F5-F079B53E36A1}"/>
                </a:ext>
              </a:extLst>
            </p:cNvPr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>
              <a:extLst>
                <a:ext uri="{FF2B5EF4-FFF2-40B4-BE49-F238E27FC236}">
                  <a16:creationId xmlns:a16="http://schemas.microsoft.com/office/drawing/2014/main" id="{20BA0BFC-C5BD-FFA0-7915-109EF80292F8}"/>
                </a:ext>
              </a:extLst>
            </p:cNvPr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>
              <a:extLst>
                <a:ext uri="{FF2B5EF4-FFF2-40B4-BE49-F238E27FC236}">
                  <a16:creationId xmlns:a16="http://schemas.microsoft.com/office/drawing/2014/main" id="{38D3F00F-F67A-524C-D011-728D2E3D106E}"/>
                </a:ext>
              </a:extLst>
            </p:cNvPr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>
              <a:extLst>
                <a:ext uri="{FF2B5EF4-FFF2-40B4-BE49-F238E27FC236}">
                  <a16:creationId xmlns:a16="http://schemas.microsoft.com/office/drawing/2014/main" id="{D861AC10-555B-65A5-A9DA-68D5ECCB0576}"/>
                </a:ext>
              </a:extLst>
            </p:cNvPr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>
              <a:extLst>
                <a:ext uri="{FF2B5EF4-FFF2-40B4-BE49-F238E27FC236}">
                  <a16:creationId xmlns:a16="http://schemas.microsoft.com/office/drawing/2014/main" id="{FCBDACB3-8D85-C3D7-C6EA-14921A7095EC}"/>
                </a:ext>
              </a:extLst>
            </p:cNvPr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>
              <a:extLst>
                <a:ext uri="{FF2B5EF4-FFF2-40B4-BE49-F238E27FC236}">
                  <a16:creationId xmlns:a16="http://schemas.microsoft.com/office/drawing/2014/main" id="{8A1BE39F-63B5-1C90-3369-FF43F44777D3}"/>
                </a:ext>
              </a:extLst>
            </p:cNvPr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>
              <a:extLst>
                <a:ext uri="{FF2B5EF4-FFF2-40B4-BE49-F238E27FC236}">
                  <a16:creationId xmlns:a16="http://schemas.microsoft.com/office/drawing/2014/main" id="{B0A85DF3-6664-12BD-3F43-56E15FF56578}"/>
                </a:ext>
              </a:extLst>
            </p:cNvPr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>
              <a:extLst>
                <a:ext uri="{FF2B5EF4-FFF2-40B4-BE49-F238E27FC236}">
                  <a16:creationId xmlns:a16="http://schemas.microsoft.com/office/drawing/2014/main" id="{3A7501FF-BAC3-54E2-25F8-91EC42275726}"/>
                </a:ext>
              </a:extLst>
            </p:cNvPr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>
              <a:extLst>
                <a:ext uri="{FF2B5EF4-FFF2-40B4-BE49-F238E27FC236}">
                  <a16:creationId xmlns:a16="http://schemas.microsoft.com/office/drawing/2014/main" id="{5D288CBD-73BC-E6A7-CD8A-E4D49B344988}"/>
                </a:ext>
              </a:extLst>
            </p:cNvPr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>
              <a:extLst>
                <a:ext uri="{FF2B5EF4-FFF2-40B4-BE49-F238E27FC236}">
                  <a16:creationId xmlns:a16="http://schemas.microsoft.com/office/drawing/2014/main" id="{F0A4788C-B293-9D21-E581-B09347D3C502}"/>
                </a:ext>
              </a:extLst>
            </p:cNvPr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>
              <a:extLst>
                <a:ext uri="{FF2B5EF4-FFF2-40B4-BE49-F238E27FC236}">
                  <a16:creationId xmlns:a16="http://schemas.microsoft.com/office/drawing/2014/main" id="{E68C9521-7C28-EB56-C234-500DBDEF7869}"/>
                </a:ext>
              </a:extLst>
            </p:cNvPr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>
              <a:extLst>
                <a:ext uri="{FF2B5EF4-FFF2-40B4-BE49-F238E27FC236}">
                  <a16:creationId xmlns:a16="http://schemas.microsoft.com/office/drawing/2014/main" id="{B0D2B6B8-F9D6-E226-5F7F-B33B13B88AF2}"/>
                </a:ext>
              </a:extLst>
            </p:cNvPr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>
              <a:extLst>
                <a:ext uri="{FF2B5EF4-FFF2-40B4-BE49-F238E27FC236}">
                  <a16:creationId xmlns:a16="http://schemas.microsoft.com/office/drawing/2014/main" id="{5316347A-9859-9032-1DB7-F2772067DE17}"/>
                </a:ext>
              </a:extLst>
            </p:cNvPr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>
              <a:extLst>
                <a:ext uri="{FF2B5EF4-FFF2-40B4-BE49-F238E27FC236}">
                  <a16:creationId xmlns:a16="http://schemas.microsoft.com/office/drawing/2014/main" id="{B4D4D83B-AE9B-3792-C6EC-F8F1E37EE3D1}"/>
                </a:ext>
              </a:extLst>
            </p:cNvPr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>
              <a:extLst>
                <a:ext uri="{FF2B5EF4-FFF2-40B4-BE49-F238E27FC236}">
                  <a16:creationId xmlns:a16="http://schemas.microsoft.com/office/drawing/2014/main" id="{BD99397C-44D9-CD4F-FD75-12C5685D1D1E}"/>
                </a:ext>
              </a:extLst>
            </p:cNvPr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>
              <a:extLst>
                <a:ext uri="{FF2B5EF4-FFF2-40B4-BE49-F238E27FC236}">
                  <a16:creationId xmlns:a16="http://schemas.microsoft.com/office/drawing/2014/main" id="{DAC5F99F-D54D-FBE2-B839-2D3A541085E4}"/>
                </a:ext>
              </a:extLst>
            </p:cNvPr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>
              <a:extLst>
                <a:ext uri="{FF2B5EF4-FFF2-40B4-BE49-F238E27FC236}">
                  <a16:creationId xmlns:a16="http://schemas.microsoft.com/office/drawing/2014/main" id="{E427F887-AEB9-6059-24F2-06A245DA8B36}"/>
                </a:ext>
              </a:extLst>
            </p:cNvPr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>
              <a:extLst>
                <a:ext uri="{FF2B5EF4-FFF2-40B4-BE49-F238E27FC236}">
                  <a16:creationId xmlns:a16="http://schemas.microsoft.com/office/drawing/2014/main" id="{89EAE375-70EE-0B67-533D-5BFC8154C4AD}"/>
                </a:ext>
              </a:extLst>
            </p:cNvPr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>
              <a:extLst>
                <a:ext uri="{FF2B5EF4-FFF2-40B4-BE49-F238E27FC236}">
                  <a16:creationId xmlns:a16="http://schemas.microsoft.com/office/drawing/2014/main" id="{C06079BC-56B5-DD6E-1627-E93FD0798A02}"/>
                </a:ext>
              </a:extLst>
            </p:cNvPr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>
              <a:extLst>
                <a:ext uri="{FF2B5EF4-FFF2-40B4-BE49-F238E27FC236}">
                  <a16:creationId xmlns:a16="http://schemas.microsoft.com/office/drawing/2014/main" id="{B8D28F35-2604-3FD5-EA8A-1B686D29A14A}"/>
                </a:ext>
              </a:extLst>
            </p:cNvPr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>
              <a:extLst>
                <a:ext uri="{FF2B5EF4-FFF2-40B4-BE49-F238E27FC236}">
                  <a16:creationId xmlns:a16="http://schemas.microsoft.com/office/drawing/2014/main" id="{B4A8D8F7-6A18-F9C2-1076-EC474483C72F}"/>
                </a:ext>
              </a:extLst>
            </p:cNvPr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>
              <a:extLst>
                <a:ext uri="{FF2B5EF4-FFF2-40B4-BE49-F238E27FC236}">
                  <a16:creationId xmlns:a16="http://schemas.microsoft.com/office/drawing/2014/main" id="{82AAA606-B059-1E99-9E06-DEE6A72EEDA0}"/>
                </a:ext>
              </a:extLst>
            </p:cNvPr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>
              <a:extLst>
                <a:ext uri="{FF2B5EF4-FFF2-40B4-BE49-F238E27FC236}">
                  <a16:creationId xmlns:a16="http://schemas.microsoft.com/office/drawing/2014/main" id="{2C77DB48-011E-3CDB-EC2E-2EECEDB1928F}"/>
                </a:ext>
              </a:extLst>
            </p:cNvPr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>
              <a:extLst>
                <a:ext uri="{FF2B5EF4-FFF2-40B4-BE49-F238E27FC236}">
                  <a16:creationId xmlns:a16="http://schemas.microsoft.com/office/drawing/2014/main" id="{3C294EFF-BB57-F00C-DA1E-37A0879DF937}"/>
                </a:ext>
              </a:extLst>
            </p:cNvPr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>
              <a:extLst>
                <a:ext uri="{FF2B5EF4-FFF2-40B4-BE49-F238E27FC236}">
                  <a16:creationId xmlns:a16="http://schemas.microsoft.com/office/drawing/2014/main" id="{5A0CCC0F-4A86-DBB7-B2BA-2BE41AD04F9A}"/>
                </a:ext>
              </a:extLst>
            </p:cNvPr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>
              <a:extLst>
                <a:ext uri="{FF2B5EF4-FFF2-40B4-BE49-F238E27FC236}">
                  <a16:creationId xmlns:a16="http://schemas.microsoft.com/office/drawing/2014/main" id="{EE3C367B-E42D-66F5-DEB5-E21EDD5ADEEC}"/>
                </a:ext>
              </a:extLst>
            </p:cNvPr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>
              <a:extLst>
                <a:ext uri="{FF2B5EF4-FFF2-40B4-BE49-F238E27FC236}">
                  <a16:creationId xmlns:a16="http://schemas.microsoft.com/office/drawing/2014/main" id="{63DC2229-92F9-97D4-BD62-823DBAE33672}"/>
                </a:ext>
              </a:extLst>
            </p:cNvPr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>
              <a:extLst>
                <a:ext uri="{FF2B5EF4-FFF2-40B4-BE49-F238E27FC236}">
                  <a16:creationId xmlns:a16="http://schemas.microsoft.com/office/drawing/2014/main" id="{423CEBEE-EF31-E94B-D0E9-C713CA670E4D}"/>
                </a:ext>
              </a:extLst>
            </p:cNvPr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>
              <a:extLst>
                <a:ext uri="{FF2B5EF4-FFF2-40B4-BE49-F238E27FC236}">
                  <a16:creationId xmlns:a16="http://schemas.microsoft.com/office/drawing/2014/main" id="{88925798-95E7-FF84-C773-64C966F1EBFC}"/>
                </a:ext>
              </a:extLst>
            </p:cNvPr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>
              <a:extLst>
                <a:ext uri="{FF2B5EF4-FFF2-40B4-BE49-F238E27FC236}">
                  <a16:creationId xmlns:a16="http://schemas.microsoft.com/office/drawing/2014/main" id="{C22593F0-7147-D87E-2196-3295B92A12DD}"/>
                </a:ext>
              </a:extLst>
            </p:cNvPr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>
              <a:extLst>
                <a:ext uri="{FF2B5EF4-FFF2-40B4-BE49-F238E27FC236}">
                  <a16:creationId xmlns:a16="http://schemas.microsoft.com/office/drawing/2014/main" id="{9879217F-1D32-0AF8-820C-B5A1D47D5C74}"/>
                </a:ext>
              </a:extLst>
            </p:cNvPr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>
              <a:extLst>
                <a:ext uri="{FF2B5EF4-FFF2-40B4-BE49-F238E27FC236}">
                  <a16:creationId xmlns:a16="http://schemas.microsoft.com/office/drawing/2014/main" id="{DF4F61B1-5FF3-1433-E27B-572F976F9B61}"/>
                </a:ext>
              </a:extLst>
            </p:cNvPr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>
              <a:extLst>
                <a:ext uri="{FF2B5EF4-FFF2-40B4-BE49-F238E27FC236}">
                  <a16:creationId xmlns:a16="http://schemas.microsoft.com/office/drawing/2014/main" id="{72E9EB3C-223A-0AAC-B1A2-89EDEBDDB009}"/>
                </a:ext>
              </a:extLst>
            </p:cNvPr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>
              <a:extLst>
                <a:ext uri="{FF2B5EF4-FFF2-40B4-BE49-F238E27FC236}">
                  <a16:creationId xmlns:a16="http://schemas.microsoft.com/office/drawing/2014/main" id="{11759A5F-5B3A-4525-25E7-1888CA49387E}"/>
                </a:ext>
              </a:extLst>
            </p:cNvPr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>
              <a:extLst>
                <a:ext uri="{FF2B5EF4-FFF2-40B4-BE49-F238E27FC236}">
                  <a16:creationId xmlns:a16="http://schemas.microsoft.com/office/drawing/2014/main" id="{41662DE1-ABF4-B842-EB5A-2E77183D191B}"/>
                </a:ext>
              </a:extLst>
            </p:cNvPr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>
              <a:extLst>
                <a:ext uri="{FF2B5EF4-FFF2-40B4-BE49-F238E27FC236}">
                  <a16:creationId xmlns:a16="http://schemas.microsoft.com/office/drawing/2014/main" id="{1E47B3E9-F308-6BF9-F62E-2816721E1D44}"/>
                </a:ext>
              </a:extLst>
            </p:cNvPr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>
              <a:extLst>
                <a:ext uri="{FF2B5EF4-FFF2-40B4-BE49-F238E27FC236}">
                  <a16:creationId xmlns:a16="http://schemas.microsoft.com/office/drawing/2014/main" id="{F30B425A-B59E-27D7-1844-DF09120039E1}"/>
                </a:ext>
              </a:extLst>
            </p:cNvPr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>
              <a:extLst>
                <a:ext uri="{FF2B5EF4-FFF2-40B4-BE49-F238E27FC236}">
                  <a16:creationId xmlns:a16="http://schemas.microsoft.com/office/drawing/2014/main" id="{6E03FDE0-5CFC-7BF4-44D9-C6365DBAF6D5}"/>
                </a:ext>
              </a:extLst>
            </p:cNvPr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>
              <a:extLst>
                <a:ext uri="{FF2B5EF4-FFF2-40B4-BE49-F238E27FC236}">
                  <a16:creationId xmlns:a16="http://schemas.microsoft.com/office/drawing/2014/main" id="{475D927F-063F-2DA4-B3B2-1EB697FA58FA}"/>
                </a:ext>
              </a:extLst>
            </p:cNvPr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>
              <a:extLst>
                <a:ext uri="{FF2B5EF4-FFF2-40B4-BE49-F238E27FC236}">
                  <a16:creationId xmlns:a16="http://schemas.microsoft.com/office/drawing/2014/main" id="{AA66E814-9FAC-A39D-1BA6-6BFBB362E52C}"/>
                </a:ext>
              </a:extLst>
            </p:cNvPr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>
              <a:extLst>
                <a:ext uri="{FF2B5EF4-FFF2-40B4-BE49-F238E27FC236}">
                  <a16:creationId xmlns:a16="http://schemas.microsoft.com/office/drawing/2014/main" id="{2C1BF903-01E2-8EB8-5A4F-56E7C7C5E652}"/>
                </a:ext>
              </a:extLst>
            </p:cNvPr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>
              <a:extLst>
                <a:ext uri="{FF2B5EF4-FFF2-40B4-BE49-F238E27FC236}">
                  <a16:creationId xmlns:a16="http://schemas.microsoft.com/office/drawing/2014/main" id="{49965330-D373-729C-D013-894AAF7AB51A}"/>
                </a:ext>
              </a:extLst>
            </p:cNvPr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>
              <a:extLst>
                <a:ext uri="{FF2B5EF4-FFF2-40B4-BE49-F238E27FC236}">
                  <a16:creationId xmlns:a16="http://schemas.microsoft.com/office/drawing/2014/main" id="{FF35231E-E022-63AD-5AE6-7B6AD13B1FED}"/>
                </a:ext>
              </a:extLst>
            </p:cNvPr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>
              <a:extLst>
                <a:ext uri="{FF2B5EF4-FFF2-40B4-BE49-F238E27FC236}">
                  <a16:creationId xmlns:a16="http://schemas.microsoft.com/office/drawing/2014/main" id="{E1F8B91F-E07B-8A1C-5978-CC591489D0B4}"/>
                </a:ext>
              </a:extLst>
            </p:cNvPr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>
              <a:extLst>
                <a:ext uri="{FF2B5EF4-FFF2-40B4-BE49-F238E27FC236}">
                  <a16:creationId xmlns:a16="http://schemas.microsoft.com/office/drawing/2014/main" id="{77BA2BB6-335E-B4CF-2B75-7AB0489FD46A}"/>
                </a:ext>
              </a:extLst>
            </p:cNvPr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>
              <a:extLst>
                <a:ext uri="{FF2B5EF4-FFF2-40B4-BE49-F238E27FC236}">
                  <a16:creationId xmlns:a16="http://schemas.microsoft.com/office/drawing/2014/main" id="{9DE56773-6049-D5A7-905F-BC17A1C4D6C6}"/>
                </a:ext>
              </a:extLst>
            </p:cNvPr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>
              <a:extLst>
                <a:ext uri="{FF2B5EF4-FFF2-40B4-BE49-F238E27FC236}">
                  <a16:creationId xmlns:a16="http://schemas.microsoft.com/office/drawing/2014/main" id="{C59FAF6B-C8EE-1AE0-48E8-3EF940B4D0BE}"/>
                </a:ext>
              </a:extLst>
            </p:cNvPr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>
              <a:extLst>
                <a:ext uri="{FF2B5EF4-FFF2-40B4-BE49-F238E27FC236}">
                  <a16:creationId xmlns:a16="http://schemas.microsoft.com/office/drawing/2014/main" id="{1A004FE4-3E3D-6E48-5A33-9E6A23A598AC}"/>
                </a:ext>
              </a:extLst>
            </p:cNvPr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>
              <a:extLst>
                <a:ext uri="{FF2B5EF4-FFF2-40B4-BE49-F238E27FC236}">
                  <a16:creationId xmlns:a16="http://schemas.microsoft.com/office/drawing/2014/main" id="{0869E0CA-6358-6609-3358-69DD476800E0}"/>
                </a:ext>
              </a:extLst>
            </p:cNvPr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>
              <a:extLst>
                <a:ext uri="{FF2B5EF4-FFF2-40B4-BE49-F238E27FC236}">
                  <a16:creationId xmlns:a16="http://schemas.microsoft.com/office/drawing/2014/main" id="{ACE2A45B-DC2C-5816-FE8C-008562A86FCC}"/>
                </a:ext>
              </a:extLst>
            </p:cNvPr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>
              <a:extLst>
                <a:ext uri="{FF2B5EF4-FFF2-40B4-BE49-F238E27FC236}">
                  <a16:creationId xmlns:a16="http://schemas.microsoft.com/office/drawing/2014/main" id="{ED18C2BE-7E22-426C-0B7F-83DC1D986234}"/>
                </a:ext>
              </a:extLst>
            </p:cNvPr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>
              <a:extLst>
                <a:ext uri="{FF2B5EF4-FFF2-40B4-BE49-F238E27FC236}">
                  <a16:creationId xmlns:a16="http://schemas.microsoft.com/office/drawing/2014/main" id="{3924E232-73C4-5E47-F5E4-AD3A3013B4A7}"/>
                </a:ext>
              </a:extLst>
            </p:cNvPr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>
              <a:extLst>
                <a:ext uri="{FF2B5EF4-FFF2-40B4-BE49-F238E27FC236}">
                  <a16:creationId xmlns:a16="http://schemas.microsoft.com/office/drawing/2014/main" id="{EC29F14A-31E5-68FF-17A8-B8B09A7E463B}"/>
                </a:ext>
              </a:extLst>
            </p:cNvPr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>
              <a:extLst>
                <a:ext uri="{FF2B5EF4-FFF2-40B4-BE49-F238E27FC236}">
                  <a16:creationId xmlns:a16="http://schemas.microsoft.com/office/drawing/2014/main" id="{1553C096-70A5-2EC7-149E-799316842532}"/>
                </a:ext>
              </a:extLst>
            </p:cNvPr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>
              <a:extLst>
                <a:ext uri="{FF2B5EF4-FFF2-40B4-BE49-F238E27FC236}">
                  <a16:creationId xmlns:a16="http://schemas.microsoft.com/office/drawing/2014/main" id="{2EC3BEF6-5F65-80D2-6E7C-100F9A14D4FE}"/>
                </a:ext>
              </a:extLst>
            </p:cNvPr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>
              <a:extLst>
                <a:ext uri="{FF2B5EF4-FFF2-40B4-BE49-F238E27FC236}">
                  <a16:creationId xmlns:a16="http://schemas.microsoft.com/office/drawing/2014/main" id="{CAF00A53-F9A0-B6D5-0230-51EA8791FF60}"/>
                </a:ext>
              </a:extLst>
            </p:cNvPr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>
              <a:extLst>
                <a:ext uri="{FF2B5EF4-FFF2-40B4-BE49-F238E27FC236}">
                  <a16:creationId xmlns:a16="http://schemas.microsoft.com/office/drawing/2014/main" id="{6D93CA3A-4753-0ADD-D7E9-7EDEF6F91839}"/>
                </a:ext>
              </a:extLst>
            </p:cNvPr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>
              <a:extLst>
                <a:ext uri="{FF2B5EF4-FFF2-40B4-BE49-F238E27FC236}">
                  <a16:creationId xmlns:a16="http://schemas.microsoft.com/office/drawing/2014/main" id="{489B4362-764A-E8C2-221F-11B525AE01CA}"/>
                </a:ext>
              </a:extLst>
            </p:cNvPr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>
              <a:extLst>
                <a:ext uri="{FF2B5EF4-FFF2-40B4-BE49-F238E27FC236}">
                  <a16:creationId xmlns:a16="http://schemas.microsoft.com/office/drawing/2014/main" id="{8CD06F23-6890-6ACA-2EF1-1DCE754F45E3}"/>
                </a:ext>
              </a:extLst>
            </p:cNvPr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>
              <a:extLst>
                <a:ext uri="{FF2B5EF4-FFF2-40B4-BE49-F238E27FC236}">
                  <a16:creationId xmlns:a16="http://schemas.microsoft.com/office/drawing/2014/main" id="{8A232A09-02E4-D827-B061-7D9C416FF3E0}"/>
                </a:ext>
              </a:extLst>
            </p:cNvPr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>
              <a:extLst>
                <a:ext uri="{FF2B5EF4-FFF2-40B4-BE49-F238E27FC236}">
                  <a16:creationId xmlns:a16="http://schemas.microsoft.com/office/drawing/2014/main" id="{43B94610-3A8B-CCEB-615C-A90C1EAF340E}"/>
                </a:ext>
              </a:extLst>
            </p:cNvPr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>
              <a:extLst>
                <a:ext uri="{FF2B5EF4-FFF2-40B4-BE49-F238E27FC236}">
                  <a16:creationId xmlns:a16="http://schemas.microsoft.com/office/drawing/2014/main" id="{B22B3B8B-D200-413C-9C4C-37AF0F810F11}"/>
                </a:ext>
              </a:extLst>
            </p:cNvPr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>
              <a:extLst>
                <a:ext uri="{FF2B5EF4-FFF2-40B4-BE49-F238E27FC236}">
                  <a16:creationId xmlns:a16="http://schemas.microsoft.com/office/drawing/2014/main" id="{B4C0E3FA-180F-9E1C-A6C0-2E31136227FD}"/>
                </a:ext>
              </a:extLst>
            </p:cNvPr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>
              <a:extLst>
                <a:ext uri="{FF2B5EF4-FFF2-40B4-BE49-F238E27FC236}">
                  <a16:creationId xmlns:a16="http://schemas.microsoft.com/office/drawing/2014/main" id="{669DC408-BC60-DEC1-B7C8-2E1C295DAABD}"/>
                </a:ext>
              </a:extLst>
            </p:cNvPr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>
              <a:extLst>
                <a:ext uri="{FF2B5EF4-FFF2-40B4-BE49-F238E27FC236}">
                  <a16:creationId xmlns:a16="http://schemas.microsoft.com/office/drawing/2014/main" id="{77BA6080-A38C-5710-8CF8-EBA3760606E4}"/>
                </a:ext>
              </a:extLst>
            </p:cNvPr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>
              <a:extLst>
                <a:ext uri="{FF2B5EF4-FFF2-40B4-BE49-F238E27FC236}">
                  <a16:creationId xmlns:a16="http://schemas.microsoft.com/office/drawing/2014/main" id="{5F55AE78-5357-70E9-9278-99BE700BE7CC}"/>
                </a:ext>
              </a:extLst>
            </p:cNvPr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>
              <a:extLst>
                <a:ext uri="{FF2B5EF4-FFF2-40B4-BE49-F238E27FC236}">
                  <a16:creationId xmlns:a16="http://schemas.microsoft.com/office/drawing/2014/main" id="{243A94D1-1942-E65A-B4B4-DC6EB1F0BADF}"/>
                </a:ext>
              </a:extLst>
            </p:cNvPr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>
              <a:extLst>
                <a:ext uri="{FF2B5EF4-FFF2-40B4-BE49-F238E27FC236}">
                  <a16:creationId xmlns:a16="http://schemas.microsoft.com/office/drawing/2014/main" id="{78A8F988-9417-16CB-6B08-5BAFEDC7728C}"/>
                </a:ext>
              </a:extLst>
            </p:cNvPr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>
              <a:extLst>
                <a:ext uri="{FF2B5EF4-FFF2-40B4-BE49-F238E27FC236}">
                  <a16:creationId xmlns:a16="http://schemas.microsoft.com/office/drawing/2014/main" id="{EF2F4093-168E-F558-07D4-3E1D791EA99B}"/>
                </a:ext>
              </a:extLst>
            </p:cNvPr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>
              <a:extLst>
                <a:ext uri="{FF2B5EF4-FFF2-40B4-BE49-F238E27FC236}">
                  <a16:creationId xmlns:a16="http://schemas.microsoft.com/office/drawing/2014/main" id="{68B3CAE9-D7D9-2EB0-5546-DD74A9B06FDA}"/>
                </a:ext>
              </a:extLst>
            </p:cNvPr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>
              <a:extLst>
                <a:ext uri="{FF2B5EF4-FFF2-40B4-BE49-F238E27FC236}">
                  <a16:creationId xmlns:a16="http://schemas.microsoft.com/office/drawing/2014/main" id="{D2F23781-E578-F79C-BC8D-262DC189EFE7}"/>
                </a:ext>
              </a:extLst>
            </p:cNvPr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>
              <a:extLst>
                <a:ext uri="{FF2B5EF4-FFF2-40B4-BE49-F238E27FC236}">
                  <a16:creationId xmlns:a16="http://schemas.microsoft.com/office/drawing/2014/main" id="{E10BC63B-A4B6-EE76-EF52-705B70A391EF}"/>
                </a:ext>
              </a:extLst>
            </p:cNvPr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>
              <a:extLst>
                <a:ext uri="{FF2B5EF4-FFF2-40B4-BE49-F238E27FC236}">
                  <a16:creationId xmlns:a16="http://schemas.microsoft.com/office/drawing/2014/main" id="{499C9DA0-C747-90AF-DB73-188BEC9D9176}"/>
                </a:ext>
              </a:extLst>
            </p:cNvPr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>
              <a:extLst>
                <a:ext uri="{FF2B5EF4-FFF2-40B4-BE49-F238E27FC236}">
                  <a16:creationId xmlns:a16="http://schemas.microsoft.com/office/drawing/2014/main" id="{BEA65E1F-0961-DFC5-F1A7-2911B85C1034}"/>
                </a:ext>
              </a:extLst>
            </p:cNvPr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>
              <a:extLst>
                <a:ext uri="{FF2B5EF4-FFF2-40B4-BE49-F238E27FC236}">
                  <a16:creationId xmlns:a16="http://schemas.microsoft.com/office/drawing/2014/main" id="{14D21FAC-1966-C7C8-0C08-958349C3815F}"/>
                </a:ext>
              </a:extLst>
            </p:cNvPr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>
              <a:extLst>
                <a:ext uri="{FF2B5EF4-FFF2-40B4-BE49-F238E27FC236}">
                  <a16:creationId xmlns:a16="http://schemas.microsoft.com/office/drawing/2014/main" id="{7973DF1A-C5A7-A7C7-2C85-FBCB2EF79114}"/>
                </a:ext>
              </a:extLst>
            </p:cNvPr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>
              <a:extLst>
                <a:ext uri="{FF2B5EF4-FFF2-40B4-BE49-F238E27FC236}">
                  <a16:creationId xmlns:a16="http://schemas.microsoft.com/office/drawing/2014/main" id="{F97B060E-D4DD-BDF1-980C-098DB7F65FFA}"/>
                </a:ext>
              </a:extLst>
            </p:cNvPr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>
              <a:extLst>
                <a:ext uri="{FF2B5EF4-FFF2-40B4-BE49-F238E27FC236}">
                  <a16:creationId xmlns:a16="http://schemas.microsoft.com/office/drawing/2014/main" id="{E39A2F0D-8BC8-08D5-1045-D4F72987B281}"/>
                </a:ext>
              </a:extLst>
            </p:cNvPr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>
              <a:extLst>
                <a:ext uri="{FF2B5EF4-FFF2-40B4-BE49-F238E27FC236}">
                  <a16:creationId xmlns:a16="http://schemas.microsoft.com/office/drawing/2014/main" id="{DAB2A721-CDEB-24E0-9BAE-968FAA053F77}"/>
                </a:ext>
              </a:extLst>
            </p:cNvPr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>
              <a:extLst>
                <a:ext uri="{FF2B5EF4-FFF2-40B4-BE49-F238E27FC236}">
                  <a16:creationId xmlns:a16="http://schemas.microsoft.com/office/drawing/2014/main" id="{E562B45A-02B2-83B1-C7FE-A7536EABACB6}"/>
                </a:ext>
              </a:extLst>
            </p:cNvPr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>
              <a:extLst>
                <a:ext uri="{FF2B5EF4-FFF2-40B4-BE49-F238E27FC236}">
                  <a16:creationId xmlns:a16="http://schemas.microsoft.com/office/drawing/2014/main" id="{6ABAD079-D67F-A0CF-5B73-868EDA0E9912}"/>
                </a:ext>
              </a:extLst>
            </p:cNvPr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>
              <a:extLst>
                <a:ext uri="{FF2B5EF4-FFF2-40B4-BE49-F238E27FC236}">
                  <a16:creationId xmlns:a16="http://schemas.microsoft.com/office/drawing/2014/main" id="{C768C748-2325-D82A-246E-26FEF171E342}"/>
                </a:ext>
              </a:extLst>
            </p:cNvPr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>
              <a:extLst>
                <a:ext uri="{FF2B5EF4-FFF2-40B4-BE49-F238E27FC236}">
                  <a16:creationId xmlns:a16="http://schemas.microsoft.com/office/drawing/2014/main" id="{55A5388E-2A76-0F99-18AC-0805D536346C}"/>
                </a:ext>
              </a:extLst>
            </p:cNvPr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>
              <a:extLst>
                <a:ext uri="{FF2B5EF4-FFF2-40B4-BE49-F238E27FC236}">
                  <a16:creationId xmlns:a16="http://schemas.microsoft.com/office/drawing/2014/main" id="{E8B48F53-834E-A72C-97E2-20EF15A75904}"/>
                </a:ext>
              </a:extLst>
            </p:cNvPr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>
              <a:extLst>
                <a:ext uri="{FF2B5EF4-FFF2-40B4-BE49-F238E27FC236}">
                  <a16:creationId xmlns:a16="http://schemas.microsoft.com/office/drawing/2014/main" id="{455DC61B-6A2B-E449-A70A-C6C52826B2D7}"/>
                </a:ext>
              </a:extLst>
            </p:cNvPr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>
              <a:extLst>
                <a:ext uri="{FF2B5EF4-FFF2-40B4-BE49-F238E27FC236}">
                  <a16:creationId xmlns:a16="http://schemas.microsoft.com/office/drawing/2014/main" id="{52A85FD8-A6E2-9CCF-5E57-9139755B078F}"/>
                </a:ext>
              </a:extLst>
            </p:cNvPr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>
              <a:extLst>
                <a:ext uri="{FF2B5EF4-FFF2-40B4-BE49-F238E27FC236}">
                  <a16:creationId xmlns:a16="http://schemas.microsoft.com/office/drawing/2014/main" id="{39399C57-25D1-39A1-1BD4-22B112BB1C05}"/>
                </a:ext>
              </a:extLst>
            </p:cNvPr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>
              <a:extLst>
                <a:ext uri="{FF2B5EF4-FFF2-40B4-BE49-F238E27FC236}">
                  <a16:creationId xmlns:a16="http://schemas.microsoft.com/office/drawing/2014/main" id="{DFCE88B6-B349-B425-442C-7854199BDEF1}"/>
                </a:ext>
              </a:extLst>
            </p:cNvPr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>
              <a:extLst>
                <a:ext uri="{FF2B5EF4-FFF2-40B4-BE49-F238E27FC236}">
                  <a16:creationId xmlns:a16="http://schemas.microsoft.com/office/drawing/2014/main" id="{C7D70948-C05D-D3E3-0F7D-F526F1857A7E}"/>
                </a:ext>
              </a:extLst>
            </p:cNvPr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>
              <a:extLst>
                <a:ext uri="{FF2B5EF4-FFF2-40B4-BE49-F238E27FC236}">
                  <a16:creationId xmlns:a16="http://schemas.microsoft.com/office/drawing/2014/main" id="{3672B9CA-3678-6297-55F8-8F13F41EEC4E}"/>
                </a:ext>
              </a:extLst>
            </p:cNvPr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>
              <a:extLst>
                <a:ext uri="{FF2B5EF4-FFF2-40B4-BE49-F238E27FC236}">
                  <a16:creationId xmlns:a16="http://schemas.microsoft.com/office/drawing/2014/main" id="{7BF6642E-E91A-3F07-D936-A7B56002A3BB}"/>
                </a:ext>
              </a:extLst>
            </p:cNvPr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>
              <a:extLst>
                <a:ext uri="{FF2B5EF4-FFF2-40B4-BE49-F238E27FC236}">
                  <a16:creationId xmlns:a16="http://schemas.microsoft.com/office/drawing/2014/main" id="{C6D7B4E8-F876-BD75-EC8E-0C05013CEB79}"/>
                </a:ext>
              </a:extLst>
            </p:cNvPr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>
              <a:extLst>
                <a:ext uri="{FF2B5EF4-FFF2-40B4-BE49-F238E27FC236}">
                  <a16:creationId xmlns:a16="http://schemas.microsoft.com/office/drawing/2014/main" id="{822F6842-234C-CA2C-86E0-F06CE7B2C834}"/>
                </a:ext>
              </a:extLst>
            </p:cNvPr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>
              <a:extLst>
                <a:ext uri="{FF2B5EF4-FFF2-40B4-BE49-F238E27FC236}">
                  <a16:creationId xmlns:a16="http://schemas.microsoft.com/office/drawing/2014/main" id="{BBAE1F6F-1A50-3DF1-DF48-0D4709B854FC}"/>
                </a:ext>
              </a:extLst>
            </p:cNvPr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>
              <a:extLst>
                <a:ext uri="{FF2B5EF4-FFF2-40B4-BE49-F238E27FC236}">
                  <a16:creationId xmlns:a16="http://schemas.microsoft.com/office/drawing/2014/main" id="{2CE1CA39-A78B-0A84-AF40-931C7BD60760}"/>
                </a:ext>
              </a:extLst>
            </p:cNvPr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>
              <a:extLst>
                <a:ext uri="{FF2B5EF4-FFF2-40B4-BE49-F238E27FC236}">
                  <a16:creationId xmlns:a16="http://schemas.microsoft.com/office/drawing/2014/main" id="{ECFE26AB-B6F2-0FA1-DBB2-52435B57CEE5}"/>
                </a:ext>
              </a:extLst>
            </p:cNvPr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>
              <a:extLst>
                <a:ext uri="{FF2B5EF4-FFF2-40B4-BE49-F238E27FC236}">
                  <a16:creationId xmlns:a16="http://schemas.microsoft.com/office/drawing/2014/main" id="{FBE44CE7-4291-E257-A299-BD94A0D53195}"/>
                </a:ext>
              </a:extLst>
            </p:cNvPr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>
              <a:extLst>
                <a:ext uri="{FF2B5EF4-FFF2-40B4-BE49-F238E27FC236}">
                  <a16:creationId xmlns:a16="http://schemas.microsoft.com/office/drawing/2014/main" id="{038A0682-8414-7745-245A-4AB7C705CC4C}"/>
                </a:ext>
              </a:extLst>
            </p:cNvPr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>
              <a:extLst>
                <a:ext uri="{FF2B5EF4-FFF2-40B4-BE49-F238E27FC236}">
                  <a16:creationId xmlns:a16="http://schemas.microsoft.com/office/drawing/2014/main" id="{67690357-5EAD-F1E4-097D-FD1EC9A038D1}"/>
                </a:ext>
              </a:extLst>
            </p:cNvPr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>
              <a:extLst>
                <a:ext uri="{FF2B5EF4-FFF2-40B4-BE49-F238E27FC236}">
                  <a16:creationId xmlns:a16="http://schemas.microsoft.com/office/drawing/2014/main" id="{8F52A9E7-81CF-5E97-AA96-C1222216EAD8}"/>
                </a:ext>
              </a:extLst>
            </p:cNvPr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>
              <a:extLst>
                <a:ext uri="{FF2B5EF4-FFF2-40B4-BE49-F238E27FC236}">
                  <a16:creationId xmlns:a16="http://schemas.microsoft.com/office/drawing/2014/main" id="{4D1A7E67-6E7C-AF1B-C096-96CC7FFAE332}"/>
                </a:ext>
              </a:extLst>
            </p:cNvPr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>
              <a:extLst>
                <a:ext uri="{FF2B5EF4-FFF2-40B4-BE49-F238E27FC236}">
                  <a16:creationId xmlns:a16="http://schemas.microsoft.com/office/drawing/2014/main" id="{15DC5943-A155-6220-8F33-99425B3CFAD7}"/>
                </a:ext>
              </a:extLst>
            </p:cNvPr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>
              <a:extLst>
                <a:ext uri="{FF2B5EF4-FFF2-40B4-BE49-F238E27FC236}">
                  <a16:creationId xmlns:a16="http://schemas.microsoft.com/office/drawing/2014/main" id="{C46035E3-3689-DF79-EDC1-8F9EA41B0073}"/>
                </a:ext>
              </a:extLst>
            </p:cNvPr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>
              <a:extLst>
                <a:ext uri="{FF2B5EF4-FFF2-40B4-BE49-F238E27FC236}">
                  <a16:creationId xmlns:a16="http://schemas.microsoft.com/office/drawing/2014/main" id="{9872FD60-9F74-9E57-2BFB-0D072325C898}"/>
                </a:ext>
              </a:extLst>
            </p:cNvPr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>
              <a:extLst>
                <a:ext uri="{FF2B5EF4-FFF2-40B4-BE49-F238E27FC236}">
                  <a16:creationId xmlns:a16="http://schemas.microsoft.com/office/drawing/2014/main" id="{3475AB3F-7608-D956-70F5-50E4BBBA7337}"/>
                </a:ext>
              </a:extLst>
            </p:cNvPr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>
              <a:extLst>
                <a:ext uri="{FF2B5EF4-FFF2-40B4-BE49-F238E27FC236}">
                  <a16:creationId xmlns:a16="http://schemas.microsoft.com/office/drawing/2014/main" id="{D526E435-C6FC-12EE-025A-FB20FEBD9B04}"/>
                </a:ext>
              </a:extLst>
            </p:cNvPr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>
              <a:extLst>
                <a:ext uri="{FF2B5EF4-FFF2-40B4-BE49-F238E27FC236}">
                  <a16:creationId xmlns:a16="http://schemas.microsoft.com/office/drawing/2014/main" id="{A96A8628-E5F2-6284-F566-D209E16507D6}"/>
                </a:ext>
              </a:extLst>
            </p:cNvPr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>
              <a:extLst>
                <a:ext uri="{FF2B5EF4-FFF2-40B4-BE49-F238E27FC236}">
                  <a16:creationId xmlns:a16="http://schemas.microsoft.com/office/drawing/2014/main" id="{140A4BBD-0691-C59C-51B9-171D576E8938}"/>
                </a:ext>
              </a:extLst>
            </p:cNvPr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>
              <a:extLst>
                <a:ext uri="{FF2B5EF4-FFF2-40B4-BE49-F238E27FC236}">
                  <a16:creationId xmlns:a16="http://schemas.microsoft.com/office/drawing/2014/main" id="{504DB091-CDBA-54CF-1E3E-71F8DC6770BF}"/>
                </a:ext>
              </a:extLst>
            </p:cNvPr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>
              <a:extLst>
                <a:ext uri="{FF2B5EF4-FFF2-40B4-BE49-F238E27FC236}">
                  <a16:creationId xmlns:a16="http://schemas.microsoft.com/office/drawing/2014/main" id="{FAAFD450-F06A-3680-B452-CDD8C41CC794}"/>
                </a:ext>
              </a:extLst>
            </p:cNvPr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>
              <a:extLst>
                <a:ext uri="{FF2B5EF4-FFF2-40B4-BE49-F238E27FC236}">
                  <a16:creationId xmlns:a16="http://schemas.microsoft.com/office/drawing/2014/main" id="{3E37E1BA-4B53-57B2-8CCD-48812897231C}"/>
                </a:ext>
              </a:extLst>
            </p:cNvPr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>
              <a:extLst>
                <a:ext uri="{FF2B5EF4-FFF2-40B4-BE49-F238E27FC236}">
                  <a16:creationId xmlns:a16="http://schemas.microsoft.com/office/drawing/2014/main" id="{02F23D0C-5AEC-61F1-FCB1-C3652DDC0CBF}"/>
                </a:ext>
              </a:extLst>
            </p:cNvPr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>
              <a:extLst>
                <a:ext uri="{FF2B5EF4-FFF2-40B4-BE49-F238E27FC236}">
                  <a16:creationId xmlns:a16="http://schemas.microsoft.com/office/drawing/2014/main" id="{C7343A0E-EBB3-5A8D-2847-68F4383805FA}"/>
                </a:ext>
              </a:extLst>
            </p:cNvPr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>
              <a:extLst>
                <a:ext uri="{FF2B5EF4-FFF2-40B4-BE49-F238E27FC236}">
                  <a16:creationId xmlns:a16="http://schemas.microsoft.com/office/drawing/2014/main" id="{99A3B3D4-2220-78F7-48B4-1657B2211F80}"/>
                </a:ext>
              </a:extLst>
            </p:cNvPr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>
              <a:extLst>
                <a:ext uri="{FF2B5EF4-FFF2-40B4-BE49-F238E27FC236}">
                  <a16:creationId xmlns:a16="http://schemas.microsoft.com/office/drawing/2014/main" id="{47498F51-79D7-66F5-A5BE-E53352940604}"/>
                </a:ext>
              </a:extLst>
            </p:cNvPr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>
              <a:extLst>
                <a:ext uri="{FF2B5EF4-FFF2-40B4-BE49-F238E27FC236}">
                  <a16:creationId xmlns:a16="http://schemas.microsoft.com/office/drawing/2014/main" id="{6C28445E-B272-F6C8-3F5B-D27A073783D7}"/>
                </a:ext>
              </a:extLst>
            </p:cNvPr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>
              <a:extLst>
                <a:ext uri="{FF2B5EF4-FFF2-40B4-BE49-F238E27FC236}">
                  <a16:creationId xmlns:a16="http://schemas.microsoft.com/office/drawing/2014/main" id="{4D94CDCF-E816-3BF7-23F3-7E30A2FAE155}"/>
                </a:ext>
              </a:extLst>
            </p:cNvPr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>
              <a:extLst>
                <a:ext uri="{FF2B5EF4-FFF2-40B4-BE49-F238E27FC236}">
                  <a16:creationId xmlns:a16="http://schemas.microsoft.com/office/drawing/2014/main" id="{61DE0DA8-EFFF-DCB5-B74C-4276533840FA}"/>
                </a:ext>
              </a:extLst>
            </p:cNvPr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>
              <a:extLst>
                <a:ext uri="{FF2B5EF4-FFF2-40B4-BE49-F238E27FC236}">
                  <a16:creationId xmlns:a16="http://schemas.microsoft.com/office/drawing/2014/main" id="{F3962831-704B-CB0B-6314-468AD4A9D4AB}"/>
                </a:ext>
              </a:extLst>
            </p:cNvPr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>
              <a:extLst>
                <a:ext uri="{FF2B5EF4-FFF2-40B4-BE49-F238E27FC236}">
                  <a16:creationId xmlns:a16="http://schemas.microsoft.com/office/drawing/2014/main" id="{2CFCAB7A-ABBC-3EA5-BEF2-B98F5B250C9E}"/>
                </a:ext>
              </a:extLst>
            </p:cNvPr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>
              <a:extLst>
                <a:ext uri="{FF2B5EF4-FFF2-40B4-BE49-F238E27FC236}">
                  <a16:creationId xmlns:a16="http://schemas.microsoft.com/office/drawing/2014/main" id="{A1F9CA0D-EC3C-53BF-C1D4-338A0A7E7995}"/>
                </a:ext>
              </a:extLst>
            </p:cNvPr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>
              <a:extLst>
                <a:ext uri="{FF2B5EF4-FFF2-40B4-BE49-F238E27FC236}">
                  <a16:creationId xmlns:a16="http://schemas.microsoft.com/office/drawing/2014/main" id="{12078493-96E4-9A8F-03C9-93E0646FE3EF}"/>
                </a:ext>
              </a:extLst>
            </p:cNvPr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>
              <a:extLst>
                <a:ext uri="{FF2B5EF4-FFF2-40B4-BE49-F238E27FC236}">
                  <a16:creationId xmlns:a16="http://schemas.microsoft.com/office/drawing/2014/main" id="{79BD1312-D2B7-0F68-77C6-FC52B04B13FD}"/>
                </a:ext>
              </a:extLst>
            </p:cNvPr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>
              <a:extLst>
                <a:ext uri="{FF2B5EF4-FFF2-40B4-BE49-F238E27FC236}">
                  <a16:creationId xmlns:a16="http://schemas.microsoft.com/office/drawing/2014/main" id="{D2AB422E-6ADA-B569-8F03-A01BD4379547}"/>
                </a:ext>
              </a:extLst>
            </p:cNvPr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>
              <a:extLst>
                <a:ext uri="{FF2B5EF4-FFF2-40B4-BE49-F238E27FC236}">
                  <a16:creationId xmlns:a16="http://schemas.microsoft.com/office/drawing/2014/main" id="{09155FF4-ED1F-668C-06F5-7EBED823874C}"/>
                </a:ext>
              </a:extLst>
            </p:cNvPr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>
              <a:extLst>
                <a:ext uri="{FF2B5EF4-FFF2-40B4-BE49-F238E27FC236}">
                  <a16:creationId xmlns:a16="http://schemas.microsoft.com/office/drawing/2014/main" id="{11A9013D-4191-E9BB-7280-B43E99ACB0AF}"/>
                </a:ext>
              </a:extLst>
            </p:cNvPr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>
              <a:extLst>
                <a:ext uri="{FF2B5EF4-FFF2-40B4-BE49-F238E27FC236}">
                  <a16:creationId xmlns:a16="http://schemas.microsoft.com/office/drawing/2014/main" id="{9DC58392-7102-23FF-DC72-A70DA9942157}"/>
                </a:ext>
              </a:extLst>
            </p:cNvPr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>
              <a:extLst>
                <a:ext uri="{FF2B5EF4-FFF2-40B4-BE49-F238E27FC236}">
                  <a16:creationId xmlns:a16="http://schemas.microsoft.com/office/drawing/2014/main" id="{FC732C1C-447C-0DE6-3FC6-562AA168B7E2}"/>
                </a:ext>
              </a:extLst>
            </p:cNvPr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>
              <a:extLst>
                <a:ext uri="{FF2B5EF4-FFF2-40B4-BE49-F238E27FC236}">
                  <a16:creationId xmlns:a16="http://schemas.microsoft.com/office/drawing/2014/main" id="{A81419CC-DF00-4F88-F174-D4D5225FB117}"/>
                </a:ext>
              </a:extLst>
            </p:cNvPr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>
              <a:extLst>
                <a:ext uri="{FF2B5EF4-FFF2-40B4-BE49-F238E27FC236}">
                  <a16:creationId xmlns:a16="http://schemas.microsoft.com/office/drawing/2014/main" id="{C5637AE4-76A8-8577-48E4-F27B3756C7FC}"/>
                </a:ext>
              </a:extLst>
            </p:cNvPr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>
              <a:extLst>
                <a:ext uri="{FF2B5EF4-FFF2-40B4-BE49-F238E27FC236}">
                  <a16:creationId xmlns:a16="http://schemas.microsoft.com/office/drawing/2014/main" id="{B48503B5-2212-C77C-C468-741781CABCD9}"/>
                </a:ext>
              </a:extLst>
            </p:cNvPr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>
              <a:extLst>
                <a:ext uri="{FF2B5EF4-FFF2-40B4-BE49-F238E27FC236}">
                  <a16:creationId xmlns:a16="http://schemas.microsoft.com/office/drawing/2014/main" id="{5E6CE953-BC11-421D-3875-D93E97ADE31A}"/>
                </a:ext>
              </a:extLst>
            </p:cNvPr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>
              <a:extLst>
                <a:ext uri="{FF2B5EF4-FFF2-40B4-BE49-F238E27FC236}">
                  <a16:creationId xmlns:a16="http://schemas.microsoft.com/office/drawing/2014/main" id="{1C77A82D-85A6-78F6-5045-70A882B22D0E}"/>
                </a:ext>
              </a:extLst>
            </p:cNvPr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>
              <a:extLst>
                <a:ext uri="{FF2B5EF4-FFF2-40B4-BE49-F238E27FC236}">
                  <a16:creationId xmlns:a16="http://schemas.microsoft.com/office/drawing/2014/main" id="{EA4D36D6-2110-DC5A-B553-DC18A13645BC}"/>
                </a:ext>
              </a:extLst>
            </p:cNvPr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>
              <a:extLst>
                <a:ext uri="{FF2B5EF4-FFF2-40B4-BE49-F238E27FC236}">
                  <a16:creationId xmlns:a16="http://schemas.microsoft.com/office/drawing/2014/main" id="{BE413BFB-6E6E-8708-5184-C62CA4BFD0C3}"/>
                </a:ext>
              </a:extLst>
            </p:cNvPr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>
              <a:extLst>
                <a:ext uri="{FF2B5EF4-FFF2-40B4-BE49-F238E27FC236}">
                  <a16:creationId xmlns:a16="http://schemas.microsoft.com/office/drawing/2014/main" id="{8D1E3CFF-8E21-BC88-0208-56A36E4330DD}"/>
                </a:ext>
              </a:extLst>
            </p:cNvPr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>
              <a:extLst>
                <a:ext uri="{FF2B5EF4-FFF2-40B4-BE49-F238E27FC236}">
                  <a16:creationId xmlns:a16="http://schemas.microsoft.com/office/drawing/2014/main" id="{8AF6B2A6-7485-E55B-FB14-79B35119245B}"/>
                </a:ext>
              </a:extLst>
            </p:cNvPr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>
              <a:extLst>
                <a:ext uri="{FF2B5EF4-FFF2-40B4-BE49-F238E27FC236}">
                  <a16:creationId xmlns:a16="http://schemas.microsoft.com/office/drawing/2014/main" id="{E5B2BCF2-16E0-0DD4-CA44-9FA98B5E83B4}"/>
                </a:ext>
              </a:extLst>
            </p:cNvPr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>
              <a:extLst>
                <a:ext uri="{FF2B5EF4-FFF2-40B4-BE49-F238E27FC236}">
                  <a16:creationId xmlns:a16="http://schemas.microsoft.com/office/drawing/2014/main" id="{B2730EFA-8AF3-9C88-A3D0-10DA7CC90B3E}"/>
                </a:ext>
              </a:extLst>
            </p:cNvPr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>
              <a:extLst>
                <a:ext uri="{FF2B5EF4-FFF2-40B4-BE49-F238E27FC236}">
                  <a16:creationId xmlns:a16="http://schemas.microsoft.com/office/drawing/2014/main" id="{EB173A4E-7757-F973-0C80-3BB3F58ADFCF}"/>
                </a:ext>
              </a:extLst>
            </p:cNvPr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>
              <a:extLst>
                <a:ext uri="{FF2B5EF4-FFF2-40B4-BE49-F238E27FC236}">
                  <a16:creationId xmlns:a16="http://schemas.microsoft.com/office/drawing/2014/main" id="{1CAA7F61-3E86-032F-673F-2432662ABA4F}"/>
                </a:ext>
              </a:extLst>
            </p:cNvPr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>
              <a:extLst>
                <a:ext uri="{FF2B5EF4-FFF2-40B4-BE49-F238E27FC236}">
                  <a16:creationId xmlns:a16="http://schemas.microsoft.com/office/drawing/2014/main" id="{AA96F07C-4512-8448-F249-655C7EE44BC7}"/>
                </a:ext>
              </a:extLst>
            </p:cNvPr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>
              <a:extLst>
                <a:ext uri="{FF2B5EF4-FFF2-40B4-BE49-F238E27FC236}">
                  <a16:creationId xmlns:a16="http://schemas.microsoft.com/office/drawing/2014/main" id="{88E13401-2FC3-5DA6-B3BC-240ED389A45F}"/>
                </a:ext>
              </a:extLst>
            </p:cNvPr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>
              <a:extLst>
                <a:ext uri="{FF2B5EF4-FFF2-40B4-BE49-F238E27FC236}">
                  <a16:creationId xmlns:a16="http://schemas.microsoft.com/office/drawing/2014/main" id="{BEC37354-D8BF-8D23-F4C1-2033B2519038}"/>
                </a:ext>
              </a:extLst>
            </p:cNvPr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>
              <a:extLst>
                <a:ext uri="{FF2B5EF4-FFF2-40B4-BE49-F238E27FC236}">
                  <a16:creationId xmlns:a16="http://schemas.microsoft.com/office/drawing/2014/main" id="{53F3F36A-2BD3-C6BA-DEDD-50EFDD7F0334}"/>
                </a:ext>
              </a:extLst>
            </p:cNvPr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>
              <a:extLst>
                <a:ext uri="{FF2B5EF4-FFF2-40B4-BE49-F238E27FC236}">
                  <a16:creationId xmlns:a16="http://schemas.microsoft.com/office/drawing/2014/main" id="{F22D39D9-CCD6-E948-1469-7F24AAE2F267}"/>
                </a:ext>
              </a:extLst>
            </p:cNvPr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>
              <a:extLst>
                <a:ext uri="{FF2B5EF4-FFF2-40B4-BE49-F238E27FC236}">
                  <a16:creationId xmlns:a16="http://schemas.microsoft.com/office/drawing/2014/main" id="{EDF08CA7-A844-CB71-B5E0-9A93AEB9BF17}"/>
                </a:ext>
              </a:extLst>
            </p:cNvPr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>
              <a:extLst>
                <a:ext uri="{FF2B5EF4-FFF2-40B4-BE49-F238E27FC236}">
                  <a16:creationId xmlns:a16="http://schemas.microsoft.com/office/drawing/2014/main" id="{EBE0BFEC-9D45-6EB5-ED9A-50857FE43BE9}"/>
                </a:ext>
              </a:extLst>
            </p:cNvPr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>
              <a:extLst>
                <a:ext uri="{FF2B5EF4-FFF2-40B4-BE49-F238E27FC236}">
                  <a16:creationId xmlns:a16="http://schemas.microsoft.com/office/drawing/2014/main" id="{70DCB778-ECAB-D661-106B-3C828569790D}"/>
                </a:ext>
              </a:extLst>
            </p:cNvPr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>
              <a:extLst>
                <a:ext uri="{FF2B5EF4-FFF2-40B4-BE49-F238E27FC236}">
                  <a16:creationId xmlns:a16="http://schemas.microsoft.com/office/drawing/2014/main" id="{DFAB3430-CDA9-9CE8-BC12-DBFE66861BD9}"/>
                </a:ext>
              </a:extLst>
            </p:cNvPr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>
              <a:extLst>
                <a:ext uri="{FF2B5EF4-FFF2-40B4-BE49-F238E27FC236}">
                  <a16:creationId xmlns:a16="http://schemas.microsoft.com/office/drawing/2014/main" id="{EBAED3C3-4C49-F809-2135-371B7C0050DB}"/>
                </a:ext>
              </a:extLst>
            </p:cNvPr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>
              <a:extLst>
                <a:ext uri="{FF2B5EF4-FFF2-40B4-BE49-F238E27FC236}">
                  <a16:creationId xmlns:a16="http://schemas.microsoft.com/office/drawing/2014/main" id="{DFBFE552-4FC7-AC4C-C259-54D7EC4BE7B7}"/>
                </a:ext>
              </a:extLst>
            </p:cNvPr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>
              <a:extLst>
                <a:ext uri="{FF2B5EF4-FFF2-40B4-BE49-F238E27FC236}">
                  <a16:creationId xmlns:a16="http://schemas.microsoft.com/office/drawing/2014/main" id="{CC30B393-1C5E-290E-4142-5F46DEE5641A}"/>
                </a:ext>
              </a:extLst>
            </p:cNvPr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>
              <a:extLst>
                <a:ext uri="{FF2B5EF4-FFF2-40B4-BE49-F238E27FC236}">
                  <a16:creationId xmlns:a16="http://schemas.microsoft.com/office/drawing/2014/main" id="{636E7CBC-A431-3DE8-28FD-ACBBFB4941AB}"/>
                </a:ext>
              </a:extLst>
            </p:cNvPr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>
              <a:extLst>
                <a:ext uri="{FF2B5EF4-FFF2-40B4-BE49-F238E27FC236}">
                  <a16:creationId xmlns:a16="http://schemas.microsoft.com/office/drawing/2014/main" id="{26C603C3-4CA0-5431-91FF-F73463F79D90}"/>
                </a:ext>
              </a:extLst>
            </p:cNvPr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>
              <a:extLst>
                <a:ext uri="{FF2B5EF4-FFF2-40B4-BE49-F238E27FC236}">
                  <a16:creationId xmlns:a16="http://schemas.microsoft.com/office/drawing/2014/main" id="{9F1D8B5A-C0BC-2388-48DB-F80D3AACB1B2}"/>
                </a:ext>
              </a:extLst>
            </p:cNvPr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>
              <a:extLst>
                <a:ext uri="{FF2B5EF4-FFF2-40B4-BE49-F238E27FC236}">
                  <a16:creationId xmlns:a16="http://schemas.microsoft.com/office/drawing/2014/main" id="{6147BBAF-9FA5-2468-A713-1B95F9FBEB37}"/>
                </a:ext>
              </a:extLst>
            </p:cNvPr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>
              <a:extLst>
                <a:ext uri="{FF2B5EF4-FFF2-40B4-BE49-F238E27FC236}">
                  <a16:creationId xmlns:a16="http://schemas.microsoft.com/office/drawing/2014/main" id="{9FDB1AF9-58BF-3A65-99DC-53BCA17D9A47}"/>
                </a:ext>
              </a:extLst>
            </p:cNvPr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>
              <a:extLst>
                <a:ext uri="{FF2B5EF4-FFF2-40B4-BE49-F238E27FC236}">
                  <a16:creationId xmlns:a16="http://schemas.microsoft.com/office/drawing/2014/main" id="{9DF99903-CCE7-C6F7-0523-062AEFC1A441}"/>
                </a:ext>
              </a:extLst>
            </p:cNvPr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>
              <a:extLst>
                <a:ext uri="{FF2B5EF4-FFF2-40B4-BE49-F238E27FC236}">
                  <a16:creationId xmlns:a16="http://schemas.microsoft.com/office/drawing/2014/main" id="{A314063A-3CEF-BF1C-0E0B-68B9133F6E79}"/>
                </a:ext>
              </a:extLst>
            </p:cNvPr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>
              <a:extLst>
                <a:ext uri="{FF2B5EF4-FFF2-40B4-BE49-F238E27FC236}">
                  <a16:creationId xmlns:a16="http://schemas.microsoft.com/office/drawing/2014/main" id="{22C7303A-33DD-FBB3-FD55-D6EC4E85DFBE}"/>
                </a:ext>
              </a:extLst>
            </p:cNvPr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>
              <a:extLst>
                <a:ext uri="{FF2B5EF4-FFF2-40B4-BE49-F238E27FC236}">
                  <a16:creationId xmlns:a16="http://schemas.microsoft.com/office/drawing/2014/main" id="{00DC2CE0-3E5A-9EB3-59D0-2A15C8FFDBCC}"/>
                </a:ext>
              </a:extLst>
            </p:cNvPr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>
              <a:extLst>
                <a:ext uri="{FF2B5EF4-FFF2-40B4-BE49-F238E27FC236}">
                  <a16:creationId xmlns:a16="http://schemas.microsoft.com/office/drawing/2014/main" id="{E16C2E08-5E91-D773-C025-F0D1E35351EB}"/>
                </a:ext>
              </a:extLst>
            </p:cNvPr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>
              <a:extLst>
                <a:ext uri="{FF2B5EF4-FFF2-40B4-BE49-F238E27FC236}">
                  <a16:creationId xmlns:a16="http://schemas.microsoft.com/office/drawing/2014/main" id="{7896A1EB-2A8D-04EC-6B66-5F6107B89169}"/>
                </a:ext>
              </a:extLst>
            </p:cNvPr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>
              <a:extLst>
                <a:ext uri="{FF2B5EF4-FFF2-40B4-BE49-F238E27FC236}">
                  <a16:creationId xmlns:a16="http://schemas.microsoft.com/office/drawing/2014/main" id="{86411FFA-B7D7-AB69-36AD-88E7BE78D049}"/>
                </a:ext>
              </a:extLst>
            </p:cNvPr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>
              <a:extLst>
                <a:ext uri="{FF2B5EF4-FFF2-40B4-BE49-F238E27FC236}">
                  <a16:creationId xmlns:a16="http://schemas.microsoft.com/office/drawing/2014/main" id="{102BD84D-F5A6-C48F-0A35-AE6EB0C33401}"/>
                </a:ext>
              </a:extLst>
            </p:cNvPr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>
              <a:extLst>
                <a:ext uri="{FF2B5EF4-FFF2-40B4-BE49-F238E27FC236}">
                  <a16:creationId xmlns:a16="http://schemas.microsoft.com/office/drawing/2014/main" id="{E1550393-109D-5793-800C-DDEDF6BCD3CD}"/>
                </a:ext>
              </a:extLst>
            </p:cNvPr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>
              <a:extLst>
                <a:ext uri="{FF2B5EF4-FFF2-40B4-BE49-F238E27FC236}">
                  <a16:creationId xmlns:a16="http://schemas.microsoft.com/office/drawing/2014/main" id="{80518CF5-458E-744B-3F96-8B67036ED28B}"/>
                </a:ext>
              </a:extLst>
            </p:cNvPr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>
              <a:extLst>
                <a:ext uri="{FF2B5EF4-FFF2-40B4-BE49-F238E27FC236}">
                  <a16:creationId xmlns:a16="http://schemas.microsoft.com/office/drawing/2014/main" id="{B3415EDA-E338-7657-9323-D9F3E3C9A20B}"/>
                </a:ext>
              </a:extLst>
            </p:cNvPr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>
              <a:extLst>
                <a:ext uri="{FF2B5EF4-FFF2-40B4-BE49-F238E27FC236}">
                  <a16:creationId xmlns:a16="http://schemas.microsoft.com/office/drawing/2014/main" id="{1BDE01BD-DF51-C701-8ED0-926B0D091CCD}"/>
                </a:ext>
              </a:extLst>
            </p:cNvPr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>
              <a:extLst>
                <a:ext uri="{FF2B5EF4-FFF2-40B4-BE49-F238E27FC236}">
                  <a16:creationId xmlns:a16="http://schemas.microsoft.com/office/drawing/2014/main" id="{A9C5793A-84D5-E97E-28D3-49ED498B9464}"/>
                </a:ext>
              </a:extLst>
            </p:cNvPr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>
              <a:extLst>
                <a:ext uri="{FF2B5EF4-FFF2-40B4-BE49-F238E27FC236}">
                  <a16:creationId xmlns:a16="http://schemas.microsoft.com/office/drawing/2014/main" id="{50480A35-5161-2820-E837-A2E47A57EB04}"/>
                </a:ext>
              </a:extLst>
            </p:cNvPr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>
              <a:extLst>
                <a:ext uri="{FF2B5EF4-FFF2-40B4-BE49-F238E27FC236}">
                  <a16:creationId xmlns:a16="http://schemas.microsoft.com/office/drawing/2014/main" id="{D6C600F3-5695-B2EE-84BA-0291C2761DF6}"/>
                </a:ext>
              </a:extLst>
            </p:cNvPr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>
              <a:extLst>
                <a:ext uri="{FF2B5EF4-FFF2-40B4-BE49-F238E27FC236}">
                  <a16:creationId xmlns:a16="http://schemas.microsoft.com/office/drawing/2014/main" id="{073C1066-40EE-6319-DE54-A6458F9721F4}"/>
                </a:ext>
              </a:extLst>
            </p:cNvPr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>
              <a:extLst>
                <a:ext uri="{FF2B5EF4-FFF2-40B4-BE49-F238E27FC236}">
                  <a16:creationId xmlns:a16="http://schemas.microsoft.com/office/drawing/2014/main" id="{E9C89FCA-3B2E-4845-221A-99F776D72B59}"/>
                </a:ext>
              </a:extLst>
            </p:cNvPr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>
              <a:extLst>
                <a:ext uri="{FF2B5EF4-FFF2-40B4-BE49-F238E27FC236}">
                  <a16:creationId xmlns:a16="http://schemas.microsoft.com/office/drawing/2014/main" id="{0F18B038-C285-A9DF-F7B1-C7DA0042E9CD}"/>
                </a:ext>
              </a:extLst>
            </p:cNvPr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>
              <a:extLst>
                <a:ext uri="{FF2B5EF4-FFF2-40B4-BE49-F238E27FC236}">
                  <a16:creationId xmlns:a16="http://schemas.microsoft.com/office/drawing/2014/main" id="{2EF23168-E69E-C29F-C8B3-FAA52105B067}"/>
                </a:ext>
              </a:extLst>
            </p:cNvPr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>
              <a:extLst>
                <a:ext uri="{FF2B5EF4-FFF2-40B4-BE49-F238E27FC236}">
                  <a16:creationId xmlns:a16="http://schemas.microsoft.com/office/drawing/2014/main" id="{B5DC7606-EE6C-95C1-FB6A-39E1B904A998}"/>
                </a:ext>
              </a:extLst>
            </p:cNvPr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>
              <a:extLst>
                <a:ext uri="{FF2B5EF4-FFF2-40B4-BE49-F238E27FC236}">
                  <a16:creationId xmlns:a16="http://schemas.microsoft.com/office/drawing/2014/main" id="{C1BC4357-E20E-0BF4-528F-14C1DE23FFD2}"/>
                </a:ext>
              </a:extLst>
            </p:cNvPr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>
              <a:extLst>
                <a:ext uri="{FF2B5EF4-FFF2-40B4-BE49-F238E27FC236}">
                  <a16:creationId xmlns:a16="http://schemas.microsoft.com/office/drawing/2014/main" id="{61ABBBD9-A458-5F53-ECD7-356897A09866}"/>
                </a:ext>
              </a:extLst>
            </p:cNvPr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>
              <a:extLst>
                <a:ext uri="{FF2B5EF4-FFF2-40B4-BE49-F238E27FC236}">
                  <a16:creationId xmlns:a16="http://schemas.microsoft.com/office/drawing/2014/main" id="{F032624C-565B-757E-0568-8DB407D0BE7B}"/>
                </a:ext>
              </a:extLst>
            </p:cNvPr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>
              <a:extLst>
                <a:ext uri="{FF2B5EF4-FFF2-40B4-BE49-F238E27FC236}">
                  <a16:creationId xmlns:a16="http://schemas.microsoft.com/office/drawing/2014/main" id="{45C30BC8-A1C3-429F-0CE5-B168D896D730}"/>
                </a:ext>
              </a:extLst>
            </p:cNvPr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>
              <a:extLst>
                <a:ext uri="{FF2B5EF4-FFF2-40B4-BE49-F238E27FC236}">
                  <a16:creationId xmlns:a16="http://schemas.microsoft.com/office/drawing/2014/main" id="{DCE010E4-2833-ADC1-1ECD-097BBB8DD6A4}"/>
                </a:ext>
              </a:extLst>
            </p:cNvPr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>
              <a:extLst>
                <a:ext uri="{FF2B5EF4-FFF2-40B4-BE49-F238E27FC236}">
                  <a16:creationId xmlns:a16="http://schemas.microsoft.com/office/drawing/2014/main" id="{8CF714F4-B8F9-B72C-B7C0-0AAB15FDC6A2}"/>
                </a:ext>
              </a:extLst>
            </p:cNvPr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>
              <a:extLst>
                <a:ext uri="{FF2B5EF4-FFF2-40B4-BE49-F238E27FC236}">
                  <a16:creationId xmlns:a16="http://schemas.microsoft.com/office/drawing/2014/main" id="{F3F0E360-9F22-AD5E-E7C8-A8DCDF1A54E4}"/>
                </a:ext>
              </a:extLst>
            </p:cNvPr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>
              <a:extLst>
                <a:ext uri="{FF2B5EF4-FFF2-40B4-BE49-F238E27FC236}">
                  <a16:creationId xmlns:a16="http://schemas.microsoft.com/office/drawing/2014/main" id="{1C320841-E8FE-CA54-B650-20D7EA0A9AFD}"/>
                </a:ext>
              </a:extLst>
            </p:cNvPr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>
              <a:extLst>
                <a:ext uri="{FF2B5EF4-FFF2-40B4-BE49-F238E27FC236}">
                  <a16:creationId xmlns:a16="http://schemas.microsoft.com/office/drawing/2014/main" id="{EDADCF2B-B4CC-F9FE-64DB-9852FC3A9A43}"/>
                </a:ext>
              </a:extLst>
            </p:cNvPr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>
              <a:extLst>
                <a:ext uri="{FF2B5EF4-FFF2-40B4-BE49-F238E27FC236}">
                  <a16:creationId xmlns:a16="http://schemas.microsoft.com/office/drawing/2014/main" id="{F89A53BF-CF95-6866-8522-6647088D472A}"/>
                </a:ext>
              </a:extLst>
            </p:cNvPr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>
              <a:extLst>
                <a:ext uri="{FF2B5EF4-FFF2-40B4-BE49-F238E27FC236}">
                  <a16:creationId xmlns:a16="http://schemas.microsoft.com/office/drawing/2014/main" id="{35F30CB2-AD9C-F625-071D-A92EA448FECB}"/>
                </a:ext>
              </a:extLst>
            </p:cNvPr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>
              <a:extLst>
                <a:ext uri="{FF2B5EF4-FFF2-40B4-BE49-F238E27FC236}">
                  <a16:creationId xmlns:a16="http://schemas.microsoft.com/office/drawing/2014/main" id="{EA3866DF-2349-0154-3C11-4F0C59C23391}"/>
                </a:ext>
              </a:extLst>
            </p:cNvPr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>
              <a:extLst>
                <a:ext uri="{FF2B5EF4-FFF2-40B4-BE49-F238E27FC236}">
                  <a16:creationId xmlns:a16="http://schemas.microsoft.com/office/drawing/2014/main" id="{9DB8E0A3-AEDD-F60A-1ACC-67DC22E73D05}"/>
                </a:ext>
              </a:extLst>
            </p:cNvPr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>
              <a:extLst>
                <a:ext uri="{FF2B5EF4-FFF2-40B4-BE49-F238E27FC236}">
                  <a16:creationId xmlns:a16="http://schemas.microsoft.com/office/drawing/2014/main" id="{6BD59A6D-638D-B4F7-1247-AB1EAB9032CF}"/>
                </a:ext>
              </a:extLst>
            </p:cNvPr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>
              <a:extLst>
                <a:ext uri="{FF2B5EF4-FFF2-40B4-BE49-F238E27FC236}">
                  <a16:creationId xmlns:a16="http://schemas.microsoft.com/office/drawing/2014/main" id="{3E2271EF-6988-BAEE-A019-DFED3C3D1B58}"/>
                </a:ext>
              </a:extLst>
            </p:cNvPr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>
              <a:extLst>
                <a:ext uri="{FF2B5EF4-FFF2-40B4-BE49-F238E27FC236}">
                  <a16:creationId xmlns:a16="http://schemas.microsoft.com/office/drawing/2014/main" id="{74D02170-FD38-BD0E-1665-ACEC0DB09497}"/>
                </a:ext>
              </a:extLst>
            </p:cNvPr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>
              <a:extLst>
                <a:ext uri="{FF2B5EF4-FFF2-40B4-BE49-F238E27FC236}">
                  <a16:creationId xmlns:a16="http://schemas.microsoft.com/office/drawing/2014/main" id="{C624A3A7-468F-792E-BA31-3E8121195DF1}"/>
                </a:ext>
              </a:extLst>
            </p:cNvPr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>
              <a:extLst>
                <a:ext uri="{FF2B5EF4-FFF2-40B4-BE49-F238E27FC236}">
                  <a16:creationId xmlns:a16="http://schemas.microsoft.com/office/drawing/2014/main" id="{3BCE08D5-2DE3-BBF8-79B5-C7A105C7535C}"/>
                </a:ext>
              </a:extLst>
            </p:cNvPr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>
              <a:extLst>
                <a:ext uri="{FF2B5EF4-FFF2-40B4-BE49-F238E27FC236}">
                  <a16:creationId xmlns:a16="http://schemas.microsoft.com/office/drawing/2014/main" id="{86A1EF6A-E18F-391F-7728-8D8C16E38DD2}"/>
                </a:ext>
              </a:extLst>
            </p:cNvPr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>
              <a:extLst>
                <a:ext uri="{FF2B5EF4-FFF2-40B4-BE49-F238E27FC236}">
                  <a16:creationId xmlns:a16="http://schemas.microsoft.com/office/drawing/2014/main" id="{53765971-EF3E-00DF-1298-0D3989F14945}"/>
                </a:ext>
              </a:extLst>
            </p:cNvPr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>
              <a:extLst>
                <a:ext uri="{FF2B5EF4-FFF2-40B4-BE49-F238E27FC236}">
                  <a16:creationId xmlns:a16="http://schemas.microsoft.com/office/drawing/2014/main" id="{F7A050AD-4F2D-2342-0162-C8D9BB58FB6D}"/>
                </a:ext>
              </a:extLst>
            </p:cNvPr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>
              <a:extLst>
                <a:ext uri="{FF2B5EF4-FFF2-40B4-BE49-F238E27FC236}">
                  <a16:creationId xmlns:a16="http://schemas.microsoft.com/office/drawing/2014/main" id="{E65323F0-959F-E9D6-0550-B7131A8C0814}"/>
                </a:ext>
              </a:extLst>
            </p:cNvPr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>
              <a:extLst>
                <a:ext uri="{FF2B5EF4-FFF2-40B4-BE49-F238E27FC236}">
                  <a16:creationId xmlns:a16="http://schemas.microsoft.com/office/drawing/2014/main" id="{BE45B8C7-9647-EEC4-4FF1-CE33D43024AF}"/>
                </a:ext>
              </a:extLst>
            </p:cNvPr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>
              <a:extLst>
                <a:ext uri="{FF2B5EF4-FFF2-40B4-BE49-F238E27FC236}">
                  <a16:creationId xmlns:a16="http://schemas.microsoft.com/office/drawing/2014/main" id="{C250352E-FF9A-116A-3BBC-5EF96C7C8421}"/>
                </a:ext>
              </a:extLst>
            </p:cNvPr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>
              <a:extLst>
                <a:ext uri="{FF2B5EF4-FFF2-40B4-BE49-F238E27FC236}">
                  <a16:creationId xmlns:a16="http://schemas.microsoft.com/office/drawing/2014/main" id="{08ABF1B9-8BC8-7826-04EA-06544C66132C}"/>
                </a:ext>
              </a:extLst>
            </p:cNvPr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>
              <a:extLst>
                <a:ext uri="{FF2B5EF4-FFF2-40B4-BE49-F238E27FC236}">
                  <a16:creationId xmlns:a16="http://schemas.microsoft.com/office/drawing/2014/main" id="{1C698EF7-D573-4214-9F48-854085DDDDCF}"/>
                </a:ext>
              </a:extLst>
            </p:cNvPr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>
              <a:extLst>
                <a:ext uri="{FF2B5EF4-FFF2-40B4-BE49-F238E27FC236}">
                  <a16:creationId xmlns:a16="http://schemas.microsoft.com/office/drawing/2014/main" id="{64A743B5-E12E-E290-5BC6-7F5E08022A7C}"/>
                </a:ext>
              </a:extLst>
            </p:cNvPr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>
              <a:extLst>
                <a:ext uri="{FF2B5EF4-FFF2-40B4-BE49-F238E27FC236}">
                  <a16:creationId xmlns:a16="http://schemas.microsoft.com/office/drawing/2014/main" id="{5440302A-F241-C2C8-0247-DD818BA90939}"/>
                </a:ext>
              </a:extLst>
            </p:cNvPr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>
              <a:extLst>
                <a:ext uri="{FF2B5EF4-FFF2-40B4-BE49-F238E27FC236}">
                  <a16:creationId xmlns:a16="http://schemas.microsoft.com/office/drawing/2014/main" id="{9E4CCC41-9C1B-4C4E-6A06-DFC537CDB525}"/>
                </a:ext>
              </a:extLst>
            </p:cNvPr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>
              <a:extLst>
                <a:ext uri="{FF2B5EF4-FFF2-40B4-BE49-F238E27FC236}">
                  <a16:creationId xmlns:a16="http://schemas.microsoft.com/office/drawing/2014/main" id="{E56CB708-72E6-3A9E-8243-93F6D37D8183}"/>
                </a:ext>
              </a:extLst>
            </p:cNvPr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>
              <a:extLst>
                <a:ext uri="{FF2B5EF4-FFF2-40B4-BE49-F238E27FC236}">
                  <a16:creationId xmlns:a16="http://schemas.microsoft.com/office/drawing/2014/main" id="{5CD4E8AE-E2AF-E50B-0880-FEE79833E749}"/>
                </a:ext>
              </a:extLst>
            </p:cNvPr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>
              <a:extLst>
                <a:ext uri="{FF2B5EF4-FFF2-40B4-BE49-F238E27FC236}">
                  <a16:creationId xmlns:a16="http://schemas.microsoft.com/office/drawing/2014/main" id="{404C4DED-0C4F-240B-B794-EF469253BDAA}"/>
                </a:ext>
              </a:extLst>
            </p:cNvPr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>
              <a:extLst>
                <a:ext uri="{FF2B5EF4-FFF2-40B4-BE49-F238E27FC236}">
                  <a16:creationId xmlns:a16="http://schemas.microsoft.com/office/drawing/2014/main" id="{578D0606-D43A-8EB3-15AF-0354CCB9BA2D}"/>
                </a:ext>
              </a:extLst>
            </p:cNvPr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>
              <a:extLst>
                <a:ext uri="{FF2B5EF4-FFF2-40B4-BE49-F238E27FC236}">
                  <a16:creationId xmlns:a16="http://schemas.microsoft.com/office/drawing/2014/main" id="{5B4E2AC6-3C66-E7A1-10A5-41741AAD3D81}"/>
                </a:ext>
              </a:extLst>
            </p:cNvPr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>
              <a:extLst>
                <a:ext uri="{FF2B5EF4-FFF2-40B4-BE49-F238E27FC236}">
                  <a16:creationId xmlns:a16="http://schemas.microsoft.com/office/drawing/2014/main" id="{14531070-CF91-CED7-0737-9B12BF075C8D}"/>
                </a:ext>
              </a:extLst>
            </p:cNvPr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>
              <a:extLst>
                <a:ext uri="{FF2B5EF4-FFF2-40B4-BE49-F238E27FC236}">
                  <a16:creationId xmlns:a16="http://schemas.microsoft.com/office/drawing/2014/main" id="{9ED6D560-AE97-BC40-F8A7-F326A0992E25}"/>
                </a:ext>
              </a:extLst>
            </p:cNvPr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>
              <a:extLst>
                <a:ext uri="{FF2B5EF4-FFF2-40B4-BE49-F238E27FC236}">
                  <a16:creationId xmlns:a16="http://schemas.microsoft.com/office/drawing/2014/main" id="{3EC39828-BDDA-69EE-168A-BAEEC2157097}"/>
                </a:ext>
              </a:extLst>
            </p:cNvPr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>
              <a:extLst>
                <a:ext uri="{FF2B5EF4-FFF2-40B4-BE49-F238E27FC236}">
                  <a16:creationId xmlns:a16="http://schemas.microsoft.com/office/drawing/2014/main" id="{F11F4F76-ADE1-C8B0-E9D8-D187F1988E6F}"/>
                </a:ext>
              </a:extLst>
            </p:cNvPr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>
              <a:extLst>
                <a:ext uri="{FF2B5EF4-FFF2-40B4-BE49-F238E27FC236}">
                  <a16:creationId xmlns:a16="http://schemas.microsoft.com/office/drawing/2014/main" id="{4244635E-EECE-AE40-4032-0FB4D9F2F6FE}"/>
                </a:ext>
              </a:extLst>
            </p:cNvPr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>
              <a:extLst>
                <a:ext uri="{FF2B5EF4-FFF2-40B4-BE49-F238E27FC236}">
                  <a16:creationId xmlns:a16="http://schemas.microsoft.com/office/drawing/2014/main" id="{C4DEBC9B-FE24-7DC5-25B3-20D60BE038D9}"/>
                </a:ext>
              </a:extLst>
            </p:cNvPr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>
              <a:extLst>
                <a:ext uri="{FF2B5EF4-FFF2-40B4-BE49-F238E27FC236}">
                  <a16:creationId xmlns:a16="http://schemas.microsoft.com/office/drawing/2014/main" id="{F17153E7-81BA-AADD-5992-E7B2989DDB97}"/>
                </a:ext>
              </a:extLst>
            </p:cNvPr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>
              <a:extLst>
                <a:ext uri="{FF2B5EF4-FFF2-40B4-BE49-F238E27FC236}">
                  <a16:creationId xmlns:a16="http://schemas.microsoft.com/office/drawing/2014/main" id="{80DC25B3-DCA4-BA9F-9089-3E69D5CEFD9D}"/>
                </a:ext>
              </a:extLst>
            </p:cNvPr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>
              <a:extLst>
                <a:ext uri="{FF2B5EF4-FFF2-40B4-BE49-F238E27FC236}">
                  <a16:creationId xmlns:a16="http://schemas.microsoft.com/office/drawing/2014/main" id="{EE5048ED-6C19-064B-D09D-DF6E8A97D8B6}"/>
                </a:ext>
              </a:extLst>
            </p:cNvPr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>
              <a:extLst>
                <a:ext uri="{FF2B5EF4-FFF2-40B4-BE49-F238E27FC236}">
                  <a16:creationId xmlns:a16="http://schemas.microsoft.com/office/drawing/2014/main" id="{762D48A0-8227-7D13-2C24-160C84E15F37}"/>
                </a:ext>
              </a:extLst>
            </p:cNvPr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>
              <a:extLst>
                <a:ext uri="{FF2B5EF4-FFF2-40B4-BE49-F238E27FC236}">
                  <a16:creationId xmlns:a16="http://schemas.microsoft.com/office/drawing/2014/main" id="{0FBD9675-078D-24B6-90B6-8BCAA36E211E}"/>
                </a:ext>
              </a:extLst>
            </p:cNvPr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>
              <a:extLst>
                <a:ext uri="{FF2B5EF4-FFF2-40B4-BE49-F238E27FC236}">
                  <a16:creationId xmlns:a16="http://schemas.microsoft.com/office/drawing/2014/main" id="{F230EC93-A24C-91F0-DFC2-B1F86AE57EBA}"/>
                </a:ext>
              </a:extLst>
            </p:cNvPr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>
              <a:extLst>
                <a:ext uri="{FF2B5EF4-FFF2-40B4-BE49-F238E27FC236}">
                  <a16:creationId xmlns:a16="http://schemas.microsoft.com/office/drawing/2014/main" id="{9E140DBE-7DFA-B2E4-A26D-239C07F3B65E}"/>
                </a:ext>
              </a:extLst>
            </p:cNvPr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>
              <a:extLst>
                <a:ext uri="{FF2B5EF4-FFF2-40B4-BE49-F238E27FC236}">
                  <a16:creationId xmlns:a16="http://schemas.microsoft.com/office/drawing/2014/main" id="{5F4EF602-DED8-323C-56D6-1439809D4824}"/>
                </a:ext>
              </a:extLst>
            </p:cNvPr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>
              <a:extLst>
                <a:ext uri="{FF2B5EF4-FFF2-40B4-BE49-F238E27FC236}">
                  <a16:creationId xmlns:a16="http://schemas.microsoft.com/office/drawing/2014/main" id="{02F45660-7065-0864-6DE6-DBA88C4C560E}"/>
                </a:ext>
              </a:extLst>
            </p:cNvPr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>
              <a:extLst>
                <a:ext uri="{FF2B5EF4-FFF2-40B4-BE49-F238E27FC236}">
                  <a16:creationId xmlns:a16="http://schemas.microsoft.com/office/drawing/2014/main" id="{57350DFE-776D-4D22-451A-A67E1043F330}"/>
                </a:ext>
              </a:extLst>
            </p:cNvPr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>
              <a:extLst>
                <a:ext uri="{FF2B5EF4-FFF2-40B4-BE49-F238E27FC236}">
                  <a16:creationId xmlns:a16="http://schemas.microsoft.com/office/drawing/2014/main" id="{C0E404B9-E685-E685-C228-EC1CE9F23343}"/>
                </a:ext>
              </a:extLst>
            </p:cNvPr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>
              <a:extLst>
                <a:ext uri="{FF2B5EF4-FFF2-40B4-BE49-F238E27FC236}">
                  <a16:creationId xmlns:a16="http://schemas.microsoft.com/office/drawing/2014/main" id="{864215F4-4A2A-F000-9879-952CCE03C442}"/>
                </a:ext>
              </a:extLst>
            </p:cNvPr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>
              <a:extLst>
                <a:ext uri="{FF2B5EF4-FFF2-40B4-BE49-F238E27FC236}">
                  <a16:creationId xmlns:a16="http://schemas.microsoft.com/office/drawing/2014/main" id="{DB4D8CD4-6C6D-076A-CD8D-FB5EA3B88D3F}"/>
                </a:ext>
              </a:extLst>
            </p:cNvPr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>
              <a:extLst>
                <a:ext uri="{FF2B5EF4-FFF2-40B4-BE49-F238E27FC236}">
                  <a16:creationId xmlns:a16="http://schemas.microsoft.com/office/drawing/2014/main" id="{CEC468E8-7FB2-6A33-9B58-FE706588BD01}"/>
                </a:ext>
              </a:extLst>
            </p:cNvPr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>
              <a:extLst>
                <a:ext uri="{FF2B5EF4-FFF2-40B4-BE49-F238E27FC236}">
                  <a16:creationId xmlns:a16="http://schemas.microsoft.com/office/drawing/2014/main" id="{17B23C40-C0B1-CA2E-7E1C-4DCB6DC4B4AC}"/>
                </a:ext>
              </a:extLst>
            </p:cNvPr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>
              <a:extLst>
                <a:ext uri="{FF2B5EF4-FFF2-40B4-BE49-F238E27FC236}">
                  <a16:creationId xmlns:a16="http://schemas.microsoft.com/office/drawing/2014/main" id="{8F3AE0DB-82EC-2B44-179D-CDAF953C4654}"/>
                </a:ext>
              </a:extLst>
            </p:cNvPr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>
              <a:extLst>
                <a:ext uri="{FF2B5EF4-FFF2-40B4-BE49-F238E27FC236}">
                  <a16:creationId xmlns:a16="http://schemas.microsoft.com/office/drawing/2014/main" id="{3C5B566B-D1D6-5944-3163-5DFE00833C46}"/>
                </a:ext>
              </a:extLst>
            </p:cNvPr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>
              <a:extLst>
                <a:ext uri="{FF2B5EF4-FFF2-40B4-BE49-F238E27FC236}">
                  <a16:creationId xmlns:a16="http://schemas.microsoft.com/office/drawing/2014/main" id="{8CB0FF65-A657-01B7-F86C-624ED94B6E7E}"/>
                </a:ext>
              </a:extLst>
            </p:cNvPr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>
              <a:extLst>
                <a:ext uri="{FF2B5EF4-FFF2-40B4-BE49-F238E27FC236}">
                  <a16:creationId xmlns:a16="http://schemas.microsoft.com/office/drawing/2014/main" id="{CDF830BB-7634-575C-6150-69E6C4C1F126}"/>
                </a:ext>
              </a:extLst>
            </p:cNvPr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>
              <a:extLst>
                <a:ext uri="{FF2B5EF4-FFF2-40B4-BE49-F238E27FC236}">
                  <a16:creationId xmlns:a16="http://schemas.microsoft.com/office/drawing/2014/main" id="{589F0672-361B-7C0E-7F49-5EB73E1919B6}"/>
                </a:ext>
              </a:extLst>
            </p:cNvPr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>
              <a:extLst>
                <a:ext uri="{FF2B5EF4-FFF2-40B4-BE49-F238E27FC236}">
                  <a16:creationId xmlns:a16="http://schemas.microsoft.com/office/drawing/2014/main" id="{1F2CB5B4-6022-C925-3A7A-99D0BAA8EC4B}"/>
                </a:ext>
              </a:extLst>
            </p:cNvPr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>
              <a:extLst>
                <a:ext uri="{FF2B5EF4-FFF2-40B4-BE49-F238E27FC236}">
                  <a16:creationId xmlns:a16="http://schemas.microsoft.com/office/drawing/2014/main" id="{01125407-FC24-70BB-FFD8-87E9739B7E2D}"/>
                </a:ext>
              </a:extLst>
            </p:cNvPr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>
              <a:extLst>
                <a:ext uri="{FF2B5EF4-FFF2-40B4-BE49-F238E27FC236}">
                  <a16:creationId xmlns:a16="http://schemas.microsoft.com/office/drawing/2014/main" id="{6941FA9F-750B-586D-CD55-AABDD051A7AC}"/>
                </a:ext>
              </a:extLst>
            </p:cNvPr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>
              <a:extLst>
                <a:ext uri="{FF2B5EF4-FFF2-40B4-BE49-F238E27FC236}">
                  <a16:creationId xmlns:a16="http://schemas.microsoft.com/office/drawing/2014/main" id="{A74DB05F-98C0-9E68-A5FC-93AAB2A24C5B}"/>
                </a:ext>
              </a:extLst>
            </p:cNvPr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>
              <a:extLst>
                <a:ext uri="{FF2B5EF4-FFF2-40B4-BE49-F238E27FC236}">
                  <a16:creationId xmlns:a16="http://schemas.microsoft.com/office/drawing/2014/main" id="{CB45210F-A8BF-6C1E-10EE-5A21C2BE5F1F}"/>
                </a:ext>
              </a:extLst>
            </p:cNvPr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>
              <a:extLst>
                <a:ext uri="{FF2B5EF4-FFF2-40B4-BE49-F238E27FC236}">
                  <a16:creationId xmlns:a16="http://schemas.microsoft.com/office/drawing/2014/main" id="{17F5D0CF-2690-2972-3F91-667F6DAFD9BC}"/>
                </a:ext>
              </a:extLst>
            </p:cNvPr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>
              <a:extLst>
                <a:ext uri="{FF2B5EF4-FFF2-40B4-BE49-F238E27FC236}">
                  <a16:creationId xmlns:a16="http://schemas.microsoft.com/office/drawing/2014/main" id="{A4949F7D-1197-B23B-80A9-B7EADCF666CD}"/>
                </a:ext>
              </a:extLst>
            </p:cNvPr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>
              <a:extLst>
                <a:ext uri="{FF2B5EF4-FFF2-40B4-BE49-F238E27FC236}">
                  <a16:creationId xmlns:a16="http://schemas.microsoft.com/office/drawing/2014/main" id="{3C4A5EC6-A4FC-20BB-6163-8E982D87895E}"/>
                </a:ext>
              </a:extLst>
            </p:cNvPr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>
              <a:extLst>
                <a:ext uri="{FF2B5EF4-FFF2-40B4-BE49-F238E27FC236}">
                  <a16:creationId xmlns:a16="http://schemas.microsoft.com/office/drawing/2014/main" id="{F85304D5-1C93-EE1E-3C36-D455E8413C5D}"/>
                </a:ext>
              </a:extLst>
            </p:cNvPr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>
              <a:extLst>
                <a:ext uri="{FF2B5EF4-FFF2-40B4-BE49-F238E27FC236}">
                  <a16:creationId xmlns:a16="http://schemas.microsoft.com/office/drawing/2014/main" id="{FE5D6639-21D9-D97B-2AFB-725A3A442F89}"/>
                </a:ext>
              </a:extLst>
            </p:cNvPr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>
              <a:extLst>
                <a:ext uri="{FF2B5EF4-FFF2-40B4-BE49-F238E27FC236}">
                  <a16:creationId xmlns:a16="http://schemas.microsoft.com/office/drawing/2014/main" id="{C5864933-606D-62B1-CE6B-373F380C0909}"/>
                </a:ext>
              </a:extLst>
            </p:cNvPr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>
              <a:extLst>
                <a:ext uri="{FF2B5EF4-FFF2-40B4-BE49-F238E27FC236}">
                  <a16:creationId xmlns:a16="http://schemas.microsoft.com/office/drawing/2014/main" id="{2F5CC712-37DD-127E-AD3B-0C34040CB850}"/>
                </a:ext>
              </a:extLst>
            </p:cNvPr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>
              <a:extLst>
                <a:ext uri="{FF2B5EF4-FFF2-40B4-BE49-F238E27FC236}">
                  <a16:creationId xmlns:a16="http://schemas.microsoft.com/office/drawing/2014/main" id="{F7608084-E103-2C42-86BC-303A5A73229E}"/>
                </a:ext>
              </a:extLst>
            </p:cNvPr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>
              <a:extLst>
                <a:ext uri="{FF2B5EF4-FFF2-40B4-BE49-F238E27FC236}">
                  <a16:creationId xmlns:a16="http://schemas.microsoft.com/office/drawing/2014/main" id="{495121FE-FCF1-F67F-758E-2A0289197129}"/>
                </a:ext>
              </a:extLst>
            </p:cNvPr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>
              <a:extLst>
                <a:ext uri="{FF2B5EF4-FFF2-40B4-BE49-F238E27FC236}">
                  <a16:creationId xmlns:a16="http://schemas.microsoft.com/office/drawing/2014/main" id="{B291B665-2B11-E66E-D3CA-742D5D33B126}"/>
                </a:ext>
              </a:extLst>
            </p:cNvPr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>
              <a:extLst>
                <a:ext uri="{FF2B5EF4-FFF2-40B4-BE49-F238E27FC236}">
                  <a16:creationId xmlns:a16="http://schemas.microsoft.com/office/drawing/2014/main" id="{39531E8D-27BB-A48F-C3EA-3FF9932EBA7F}"/>
                </a:ext>
              </a:extLst>
            </p:cNvPr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>
              <a:extLst>
                <a:ext uri="{FF2B5EF4-FFF2-40B4-BE49-F238E27FC236}">
                  <a16:creationId xmlns:a16="http://schemas.microsoft.com/office/drawing/2014/main" id="{8BAA0D25-F302-F031-328E-11C20139A6E5}"/>
                </a:ext>
              </a:extLst>
            </p:cNvPr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>
              <a:extLst>
                <a:ext uri="{FF2B5EF4-FFF2-40B4-BE49-F238E27FC236}">
                  <a16:creationId xmlns:a16="http://schemas.microsoft.com/office/drawing/2014/main" id="{785B6E6C-6ECA-AF47-3E68-E869C15A0135}"/>
                </a:ext>
              </a:extLst>
            </p:cNvPr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>
              <a:extLst>
                <a:ext uri="{FF2B5EF4-FFF2-40B4-BE49-F238E27FC236}">
                  <a16:creationId xmlns:a16="http://schemas.microsoft.com/office/drawing/2014/main" id="{0302BB7F-F957-F096-E540-478FF2462667}"/>
                </a:ext>
              </a:extLst>
            </p:cNvPr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>
              <a:extLst>
                <a:ext uri="{FF2B5EF4-FFF2-40B4-BE49-F238E27FC236}">
                  <a16:creationId xmlns:a16="http://schemas.microsoft.com/office/drawing/2014/main" id="{770DC7BA-D5FD-0F41-50C6-0BB06F20087D}"/>
                </a:ext>
              </a:extLst>
            </p:cNvPr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>
              <a:extLst>
                <a:ext uri="{FF2B5EF4-FFF2-40B4-BE49-F238E27FC236}">
                  <a16:creationId xmlns:a16="http://schemas.microsoft.com/office/drawing/2014/main" id="{A42F1D8A-3022-B4DE-B65F-B491889F9259}"/>
                </a:ext>
              </a:extLst>
            </p:cNvPr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>
              <a:extLst>
                <a:ext uri="{FF2B5EF4-FFF2-40B4-BE49-F238E27FC236}">
                  <a16:creationId xmlns:a16="http://schemas.microsoft.com/office/drawing/2014/main" id="{EEBC7EC9-B936-9D17-45E3-53C0C17D556C}"/>
                </a:ext>
              </a:extLst>
            </p:cNvPr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>
              <a:extLst>
                <a:ext uri="{FF2B5EF4-FFF2-40B4-BE49-F238E27FC236}">
                  <a16:creationId xmlns:a16="http://schemas.microsoft.com/office/drawing/2014/main" id="{F0FB52A9-C9E7-96F1-F774-6D6E29168CB3}"/>
                </a:ext>
              </a:extLst>
            </p:cNvPr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>
              <a:extLst>
                <a:ext uri="{FF2B5EF4-FFF2-40B4-BE49-F238E27FC236}">
                  <a16:creationId xmlns:a16="http://schemas.microsoft.com/office/drawing/2014/main" id="{6D79E9A1-4C74-700A-20D2-D35B5AAE173B}"/>
                </a:ext>
              </a:extLst>
            </p:cNvPr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>
              <a:extLst>
                <a:ext uri="{FF2B5EF4-FFF2-40B4-BE49-F238E27FC236}">
                  <a16:creationId xmlns:a16="http://schemas.microsoft.com/office/drawing/2014/main" id="{2F0A40D3-0A30-C473-B2BC-41553B5CE7BB}"/>
                </a:ext>
              </a:extLst>
            </p:cNvPr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>
              <a:extLst>
                <a:ext uri="{FF2B5EF4-FFF2-40B4-BE49-F238E27FC236}">
                  <a16:creationId xmlns:a16="http://schemas.microsoft.com/office/drawing/2014/main" id="{8501DCA6-75AA-CC0C-7666-1DEBF184B636}"/>
                </a:ext>
              </a:extLst>
            </p:cNvPr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>
              <a:extLst>
                <a:ext uri="{FF2B5EF4-FFF2-40B4-BE49-F238E27FC236}">
                  <a16:creationId xmlns:a16="http://schemas.microsoft.com/office/drawing/2014/main" id="{32DF84A4-5029-2480-CE80-B999C1417AE5}"/>
                </a:ext>
              </a:extLst>
            </p:cNvPr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>
              <a:extLst>
                <a:ext uri="{FF2B5EF4-FFF2-40B4-BE49-F238E27FC236}">
                  <a16:creationId xmlns:a16="http://schemas.microsoft.com/office/drawing/2014/main" id="{78DA03FF-5748-05E2-9CF9-9FEEE510D8CF}"/>
                </a:ext>
              </a:extLst>
            </p:cNvPr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>
              <a:extLst>
                <a:ext uri="{FF2B5EF4-FFF2-40B4-BE49-F238E27FC236}">
                  <a16:creationId xmlns:a16="http://schemas.microsoft.com/office/drawing/2014/main" id="{1160ECFC-B291-C431-60A8-D63D996EBD83}"/>
                </a:ext>
              </a:extLst>
            </p:cNvPr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>
              <a:extLst>
                <a:ext uri="{FF2B5EF4-FFF2-40B4-BE49-F238E27FC236}">
                  <a16:creationId xmlns:a16="http://schemas.microsoft.com/office/drawing/2014/main" id="{13A0444A-98DB-1AAA-A05A-7A68011FB521}"/>
                </a:ext>
              </a:extLst>
            </p:cNvPr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>
              <a:extLst>
                <a:ext uri="{FF2B5EF4-FFF2-40B4-BE49-F238E27FC236}">
                  <a16:creationId xmlns:a16="http://schemas.microsoft.com/office/drawing/2014/main" id="{ABE77A94-D8AE-63CA-5C5E-40F2D09C6E2D}"/>
                </a:ext>
              </a:extLst>
            </p:cNvPr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>
              <a:extLst>
                <a:ext uri="{FF2B5EF4-FFF2-40B4-BE49-F238E27FC236}">
                  <a16:creationId xmlns:a16="http://schemas.microsoft.com/office/drawing/2014/main" id="{3BED73DB-417E-A447-0799-3F0C8F0335D7}"/>
                </a:ext>
              </a:extLst>
            </p:cNvPr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>
              <a:extLst>
                <a:ext uri="{FF2B5EF4-FFF2-40B4-BE49-F238E27FC236}">
                  <a16:creationId xmlns:a16="http://schemas.microsoft.com/office/drawing/2014/main" id="{EAD62C38-C6F2-5ADF-F68F-DD2228C2CBD0}"/>
                </a:ext>
              </a:extLst>
            </p:cNvPr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>
              <a:extLst>
                <a:ext uri="{FF2B5EF4-FFF2-40B4-BE49-F238E27FC236}">
                  <a16:creationId xmlns:a16="http://schemas.microsoft.com/office/drawing/2014/main" id="{F07EB089-3C04-88D1-D212-CD6C74832393}"/>
                </a:ext>
              </a:extLst>
            </p:cNvPr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>
              <a:extLst>
                <a:ext uri="{FF2B5EF4-FFF2-40B4-BE49-F238E27FC236}">
                  <a16:creationId xmlns:a16="http://schemas.microsoft.com/office/drawing/2014/main" id="{D69B2021-729F-44E8-8433-EE3E976C52D1}"/>
                </a:ext>
              </a:extLst>
            </p:cNvPr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>
              <a:extLst>
                <a:ext uri="{FF2B5EF4-FFF2-40B4-BE49-F238E27FC236}">
                  <a16:creationId xmlns:a16="http://schemas.microsoft.com/office/drawing/2014/main" id="{CA599852-81AF-7797-7509-81B413B636D7}"/>
                </a:ext>
              </a:extLst>
            </p:cNvPr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>
              <a:extLst>
                <a:ext uri="{FF2B5EF4-FFF2-40B4-BE49-F238E27FC236}">
                  <a16:creationId xmlns:a16="http://schemas.microsoft.com/office/drawing/2014/main" id="{1FDCB504-FD5D-3E77-8039-7CBB3669E606}"/>
                </a:ext>
              </a:extLst>
            </p:cNvPr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>
              <a:extLst>
                <a:ext uri="{FF2B5EF4-FFF2-40B4-BE49-F238E27FC236}">
                  <a16:creationId xmlns:a16="http://schemas.microsoft.com/office/drawing/2014/main" id="{AA576982-AAD6-5434-09BF-D4CFF85D4A8B}"/>
                </a:ext>
              </a:extLst>
            </p:cNvPr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>
              <a:extLst>
                <a:ext uri="{FF2B5EF4-FFF2-40B4-BE49-F238E27FC236}">
                  <a16:creationId xmlns:a16="http://schemas.microsoft.com/office/drawing/2014/main" id="{8BA752DF-0A6D-0610-78C9-5AB46660B2A5}"/>
                </a:ext>
              </a:extLst>
            </p:cNvPr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>
              <a:extLst>
                <a:ext uri="{FF2B5EF4-FFF2-40B4-BE49-F238E27FC236}">
                  <a16:creationId xmlns:a16="http://schemas.microsoft.com/office/drawing/2014/main" id="{0717307B-E4BD-47C6-ABED-4D88913F734C}"/>
                </a:ext>
              </a:extLst>
            </p:cNvPr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>
              <a:extLst>
                <a:ext uri="{FF2B5EF4-FFF2-40B4-BE49-F238E27FC236}">
                  <a16:creationId xmlns:a16="http://schemas.microsoft.com/office/drawing/2014/main" id="{74573E3E-832A-7A8C-1345-D562B6FDFADA}"/>
                </a:ext>
              </a:extLst>
            </p:cNvPr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>
              <a:extLst>
                <a:ext uri="{FF2B5EF4-FFF2-40B4-BE49-F238E27FC236}">
                  <a16:creationId xmlns:a16="http://schemas.microsoft.com/office/drawing/2014/main" id="{BDD13855-858A-3B8B-0409-2566C3E0FB41}"/>
                </a:ext>
              </a:extLst>
            </p:cNvPr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>
              <a:extLst>
                <a:ext uri="{FF2B5EF4-FFF2-40B4-BE49-F238E27FC236}">
                  <a16:creationId xmlns:a16="http://schemas.microsoft.com/office/drawing/2014/main" id="{013BE93D-625F-C220-A0AA-80C660881A88}"/>
                </a:ext>
              </a:extLst>
            </p:cNvPr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>
              <a:extLst>
                <a:ext uri="{FF2B5EF4-FFF2-40B4-BE49-F238E27FC236}">
                  <a16:creationId xmlns:a16="http://schemas.microsoft.com/office/drawing/2014/main" id="{B21C0BAE-8D37-E7F9-244E-B771638D3904}"/>
                </a:ext>
              </a:extLst>
            </p:cNvPr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>
              <a:extLst>
                <a:ext uri="{FF2B5EF4-FFF2-40B4-BE49-F238E27FC236}">
                  <a16:creationId xmlns:a16="http://schemas.microsoft.com/office/drawing/2014/main" id="{56F205D8-39F8-0B5B-C49C-3A870EC1C6F3}"/>
                </a:ext>
              </a:extLst>
            </p:cNvPr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>
              <a:extLst>
                <a:ext uri="{FF2B5EF4-FFF2-40B4-BE49-F238E27FC236}">
                  <a16:creationId xmlns:a16="http://schemas.microsoft.com/office/drawing/2014/main" id="{5E77E8AA-FE3A-DE31-DC8E-59C1FB4394DD}"/>
                </a:ext>
              </a:extLst>
            </p:cNvPr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>
              <a:extLst>
                <a:ext uri="{FF2B5EF4-FFF2-40B4-BE49-F238E27FC236}">
                  <a16:creationId xmlns:a16="http://schemas.microsoft.com/office/drawing/2014/main" id="{3D4A8DA3-6441-A227-5A9E-728779CA8529}"/>
                </a:ext>
              </a:extLst>
            </p:cNvPr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>
              <a:extLst>
                <a:ext uri="{FF2B5EF4-FFF2-40B4-BE49-F238E27FC236}">
                  <a16:creationId xmlns:a16="http://schemas.microsoft.com/office/drawing/2014/main" id="{729B62D4-F682-16AF-7FBB-8AD4D4BF52E4}"/>
                </a:ext>
              </a:extLst>
            </p:cNvPr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>
              <a:extLst>
                <a:ext uri="{FF2B5EF4-FFF2-40B4-BE49-F238E27FC236}">
                  <a16:creationId xmlns:a16="http://schemas.microsoft.com/office/drawing/2014/main" id="{2D922982-42FA-2459-D739-069851C58AFE}"/>
                </a:ext>
              </a:extLst>
            </p:cNvPr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>
              <a:extLst>
                <a:ext uri="{FF2B5EF4-FFF2-40B4-BE49-F238E27FC236}">
                  <a16:creationId xmlns:a16="http://schemas.microsoft.com/office/drawing/2014/main" id="{F19071C9-FEBD-D1E3-8070-5FE0EBD4F08C}"/>
                </a:ext>
              </a:extLst>
            </p:cNvPr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>
              <a:extLst>
                <a:ext uri="{FF2B5EF4-FFF2-40B4-BE49-F238E27FC236}">
                  <a16:creationId xmlns:a16="http://schemas.microsoft.com/office/drawing/2014/main" id="{B727E34F-EE31-526C-7613-EB3FCA141275}"/>
                </a:ext>
              </a:extLst>
            </p:cNvPr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>
              <a:extLst>
                <a:ext uri="{FF2B5EF4-FFF2-40B4-BE49-F238E27FC236}">
                  <a16:creationId xmlns:a16="http://schemas.microsoft.com/office/drawing/2014/main" id="{85788052-58F5-F7E0-A902-87A2B1E2B291}"/>
                </a:ext>
              </a:extLst>
            </p:cNvPr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>
              <a:extLst>
                <a:ext uri="{FF2B5EF4-FFF2-40B4-BE49-F238E27FC236}">
                  <a16:creationId xmlns:a16="http://schemas.microsoft.com/office/drawing/2014/main" id="{92EE663E-0F9D-5DCC-7169-DA6C3B5AE84C}"/>
                </a:ext>
              </a:extLst>
            </p:cNvPr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>
              <a:extLst>
                <a:ext uri="{FF2B5EF4-FFF2-40B4-BE49-F238E27FC236}">
                  <a16:creationId xmlns:a16="http://schemas.microsoft.com/office/drawing/2014/main" id="{C824624B-7DAC-8B25-D030-F691E8FA1731}"/>
                </a:ext>
              </a:extLst>
            </p:cNvPr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>
              <a:extLst>
                <a:ext uri="{FF2B5EF4-FFF2-40B4-BE49-F238E27FC236}">
                  <a16:creationId xmlns:a16="http://schemas.microsoft.com/office/drawing/2014/main" id="{F1F0E8C9-F2B9-BADA-D59B-C5CCF299FC28}"/>
                </a:ext>
              </a:extLst>
            </p:cNvPr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>
              <a:extLst>
                <a:ext uri="{FF2B5EF4-FFF2-40B4-BE49-F238E27FC236}">
                  <a16:creationId xmlns:a16="http://schemas.microsoft.com/office/drawing/2014/main" id="{9CB0DDE3-F1DD-FADE-DE43-B04388CF9B1D}"/>
                </a:ext>
              </a:extLst>
            </p:cNvPr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>
              <a:extLst>
                <a:ext uri="{FF2B5EF4-FFF2-40B4-BE49-F238E27FC236}">
                  <a16:creationId xmlns:a16="http://schemas.microsoft.com/office/drawing/2014/main" id="{D8B57447-068A-DCD1-CBEB-5812C571F0CC}"/>
                </a:ext>
              </a:extLst>
            </p:cNvPr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>
              <a:extLst>
                <a:ext uri="{FF2B5EF4-FFF2-40B4-BE49-F238E27FC236}">
                  <a16:creationId xmlns:a16="http://schemas.microsoft.com/office/drawing/2014/main" id="{22E5E637-9FB5-7864-2C74-5C7805992BDB}"/>
                </a:ext>
              </a:extLst>
            </p:cNvPr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>
              <a:extLst>
                <a:ext uri="{FF2B5EF4-FFF2-40B4-BE49-F238E27FC236}">
                  <a16:creationId xmlns:a16="http://schemas.microsoft.com/office/drawing/2014/main" id="{2B839467-F321-49A2-02D5-DA50989069DF}"/>
                </a:ext>
              </a:extLst>
            </p:cNvPr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>
              <a:extLst>
                <a:ext uri="{FF2B5EF4-FFF2-40B4-BE49-F238E27FC236}">
                  <a16:creationId xmlns:a16="http://schemas.microsoft.com/office/drawing/2014/main" id="{40845011-0E19-64A9-6F94-7FFDAE9EC10F}"/>
                </a:ext>
              </a:extLst>
            </p:cNvPr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>
              <a:extLst>
                <a:ext uri="{FF2B5EF4-FFF2-40B4-BE49-F238E27FC236}">
                  <a16:creationId xmlns:a16="http://schemas.microsoft.com/office/drawing/2014/main" id="{192D2128-0E22-FFEC-8020-96FD341CFA8A}"/>
                </a:ext>
              </a:extLst>
            </p:cNvPr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>
              <a:extLst>
                <a:ext uri="{FF2B5EF4-FFF2-40B4-BE49-F238E27FC236}">
                  <a16:creationId xmlns:a16="http://schemas.microsoft.com/office/drawing/2014/main" id="{96599721-213E-6C48-5DEE-0AB308C6073A}"/>
                </a:ext>
              </a:extLst>
            </p:cNvPr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>
              <a:extLst>
                <a:ext uri="{FF2B5EF4-FFF2-40B4-BE49-F238E27FC236}">
                  <a16:creationId xmlns:a16="http://schemas.microsoft.com/office/drawing/2014/main" id="{A9747C74-458F-0DEF-D92D-546D0FBDB6BB}"/>
                </a:ext>
              </a:extLst>
            </p:cNvPr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>
              <a:extLst>
                <a:ext uri="{FF2B5EF4-FFF2-40B4-BE49-F238E27FC236}">
                  <a16:creationId xmlns:a16="http://schemas.microsoft.com/office/drawing/2014/main" id="{29547B98-98CC-AC01-2E03-D4C609A3E07A}"/>
                </a:ext>
              </a:extLst>
            </p:cNvPr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>
              <a:extLst>
                <a:ext uri="{FF2B5EF4-FFF2-40B4-BE49-F238E27FC236}">
                  <a16:creationId xmlns:a16="http://schemas.microsoft.com/office/drawing/2014/main" id="{094249A0-3003-8BEE-61D2-47178CF77C6C}"/>
                </a:ext>
              </a:extLst>
            </p:cNvPr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>
              <a:extLst>
                <a:ext uri="{FF2B5EF4-FFF2-40B4-BE49-F238E27FC236}">
                  <a16:creationId xmlns:a16="http://schemas.microsoft.com/office/drawing/2014/main" id="{C060BC23-C915-21F8-42BB-FCA4CB4AB3E0}"/>
                </a:ext>
              </a:extLst>
            </p:cNvPr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>
              <a:extLst>
                <a:ext uri="{FF2B5EF4-FFF2-40B4-BE49-F238E27FC236}">
                  <a16:creationId xmlns:a16="http://schemas.microsoft.com/office/drawing/2014/main" id="{0CA50012-C898-1C6A-6926-DF9DA2D3B07F}"/>
                </a:ext>
              </a:extLst>
            </p:cNvPr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>
              <a:extLst>
                <a:ext uri="{FF2B5EF4-FFF2-40B4-BE49-F238E27FC236}">
                  <a16:creationId xmlns:a16="http://schemas.microsoft.com/office/drawing/2014/main" id="{23211D90-20CD-669B-0CFD-8C88635A77C6}"/>
                </a:ext>
              </a:extLst>
            </p:cNvPr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>
              <a:extLst>
                <a:ext uri="{FF2B5EF4-FFF2-40B4-BE49-F238E27FC236}">
                  <a16:creationId xmlns:a16="http://schemas.microsoft.com/office/drawing/2014/main" id="{DD279B20-EBC4-388A-3426-00289016461B}"/>
                </a:ext>
              </a:extLst>
            </p:cNvPr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>
              <a:extLst>
                <a:ext uri="{FF2B5EF4-FFF2-40B4-BE49-F238E27FC236}">
                  <a16:creationId xmlns:a16="http://schemas.microsoft.com/office/drawing/2014/main" id="{334B95EF-8020-CCCA-28C1-4238E9022028}"/>
                </a:ext>
              </a:extLst>
            </p:cNvPr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>
              <a:extLst>
                <a:ext uri="{FF2B5EF4-FFF2-40B4-BE49-F238E27FC236}">
                  <a16:creationId xmlns:a16="http://schemas.microsoft.com/office/drawing/2014/main" id="{6155BC92-B8E2-84A2-D393-E04A40DBE82C}"/>
                </a:ext>
              </a:extLst>
            </p:cNvPr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>
              <a:extLst>
                <a:ext uri="{FF2B5EF4-FFF2-40B4-BE49-F238E27FC236}">
                  <a16:creationId xmlns:a16="http://schemas.microsoft.com/office/drawing/2014/main" id="{DB9A099F-CD0D-6316-D203-224297280953}"/>
                </a:ext>
              </a:extLst>
            </p:cNvPr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>
              <a:extLst>
                <a:ext uri="{FF2B5EF4-FFF2-40B4-BE49-F238E27FC236}">
                  <a16:creationId xmlns:a16="http://schemas.microsoft.com/office/drawing/2014/main" id="{FC0656CF-A341-62C9-0AF0-FDD7DC04ED6F}"/>
                </a:ext>
              </a:extLst>
            </p:cNvPr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>
              <a:extLst>
                <a:ext uri="{FF2B5EF4-FFF2-40B4-BE49-F238E27FC236}">
                  <a16:creationId xmlns:a16="http://schemas.microsoft.com/office/drawing/2014/main" id="{947E3BA7-E659-D2C9-698C-4742AFE95878}"/>
                </a:ext>
              </a:extLst>
            </p:cNvPr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>
              <a:extLst>
                <a:ext uri="{FF2B5EF4-FFF2-40B4-BE49-F238E27FC236}">
                  <a16:creationId xmlns:a16="http://schemas.microsoft.com/office/drawing/2014/main" id="{A8DF1E00-0E4B-93C5-8984-C3F25E3A104F}"/>
                </a:ext>
              </a:extLst>
            </p:cNvPr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>
              <a:extLst>
                <a:ext uri="{FF2B5EF4-FFF2-40B4-BE49-F238E27FC236}">
                  <a16:creationId xmlns:a16="http://schemas.microsoft.com/office/drawing/2014/main" id="{9BD34D7A-260E-A01A-89D6-1BE1B8566CC6}"/>
                </a:ext>
              </a:extLst>
            </p:cNvPr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>
              <a:extLst>
                <a:ext uri="{FF2B5EF4-FFF2-40B4-BE49-F238E27FC236}">
                  <a16:creationId xmlns:a16="http://schemas.microsoft.com/office/drawing/2014/main" id="{565CDA17-16FD-1D56-F976-D76C743D0008}"/>
                </a:ext>
              </a:extLst>
            </p:cNvPr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>
              <a:extLst>
                <a:ext uri="{FF2B5EF4-FFF2-40B4-BE49-F238E27FC236}">
                  <a16:creationId xmlns:a16="http://schemas.microsoft.com/office/drawing/2014/main" id="{1D57DB3C-D505-A879-E05E-B01C664E1BBC}"/>
                </a:ext>
              </a:extLst>
            </p:cNvPr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>
              <a:extLst>
                <a:ext uri="{FF2B5EF4-FFF2-40B4-BE49-F238E27FC236}">
                  <a16:creationId xmlns:a16="http://schemas.microsoft.com/office/drawing/2014/main" id="{D11D0132-7715-97F4-FF28-771B7615E716}"/>
                </a:ext>
              </a:extLst>
            </p:cNvPr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>
              <a:extLst>
                <a:ext uri="{FF2B5EF4-FFF2-40B4-BE49-F238E27FC236}">
                  <a16:creationId xmlns:a16="http://schemas.microsoft.com/office/drawing/2014/main" id="{D7EBA8CB-1EA5-B631-1068-C630073D8286}"/>
                </a:ext>
              </a:extLst>
            </p:cNvPr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>
              <a:extLst>
                <a:ext uri="{FF2B5EF4-FFF2-40B4-BE49-F238E27FC236}">
                  <a16:creationId xmlns:a16="http://schemas.microsoft.com/office/drawing/2014/main" id="{C27F61A1-1D07-DF1E-CD54-4F1F70AAA156}"/>
                </a:ext>
              </a:extLst>
            </p:cNvPr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>
              <a:extLst>
                <a:ext uri="{FF2B5EF4-FFF2-40B4-BE49-F238E27FC236}">
                  <a16:creationId xmlns:a16="http://schemas.microsoft.com/office/drawing/2014/main" id="{0CF80C8E-D63B-D3AC-BFA5-77001DB87CD5}"/>
                </a:ext>
              </a:extLst>
            </p:cNvPr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>
              <a:extLst>
                <a:ext uri="{FF2B5EF4-FFF2-40B4-BE49-F238E27FC236}">
                  <a16:creationId xmlns:a16="http://schemas.microsoft.com/office/drawing/2014/main" id="{7E99C7AD-D2AD-C683-3104-BB697F296FB3}"/>
                </a:ext>
              </a:extLst>
            </p:cNvPr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>
              <a:extLst>
                <a:ext uri="{FF2B5EF4-FFF2-40B4-BE49-F238E27FC236}">
                  <a16:creationId xmlns:a16="http://schemas.microsoft.com/office/drawing/2014/main" id="{4148A7A6-F9D7-89B1-E126-B69548A8C755}"/>
                </a:ext>
              </a:extLst>
            </p:cNvPr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>
              <a:extLst>
                <a:ext uri="{FF2B5EF4-FFF2-40B4-BE49-F238E27FC236}">
                  <a16:creationId xmlns:a16="http://schemas.microsoft.com/office/drawing/2014/main" id="{9A75B3CB-2992-6A10-A192-D9C2B3D81D27}"/>
                </a:ext>
              </a:extLst>
            </p:cNvPr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>
              <a:extLst>
                <a:ext uri="{FF2B5EF4-FFF2-40B4-BE49-F238E27FC236}">
                  <a16:creationId xmlns:a16="http://schemas.microsoft.com/office/drawing/2014/main" id="{46D7C90D-B786-D969-47B9-36A4C8F56DBB}"/>
                </a:ext>
              </a:extLst>
            </p:cNvPr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>
              <a:extLst>
                <a:ext uri="{FF2B5EF4-FFF2-40B4-BE49-F238E27FC236}">
                  <a16:creationId xmlns:a16="http://schemas.microsoft.com/office/drawing/2014/main" id="{C5C671FF-997E-AA3E-71FB-4C7A92B5CE9C}"/>
                </a:ext>
              </a:extLst>
            </p:cNvPr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>
              <a:extLst>
                <a:ext uri="{FF2B5EF4-FFF2-40B4-BE49-F238E27FC236}">
                  <a16:creationId xmlns:a16="http://schemas.microsoft.com/office/drawing/2014/main" id="{926B3ED4-7F4B-EDCF-DE08-06F72255777B}"/>
                </a:ext>
              </a:extLst>
            </p:cNvPr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>
              <a:extLst>
                <a:ext uri="{FF2B5EF4-FFF2-40B4-BE49-F238E27FC236}">
                  <a16:creationId xmlns:a16="http://schemas.microsoft.com/office/drawing/2014/main" id="{C307D6D6-2B62-19F7-30AB-53A725C4336E}"/>
                </a:ext>
              </a:extLst>
            </p:cNvPr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>
              <a:extLst>
                <a:ext uri="{FF2B5EF4-FFF2-40B4-BE49-F238E27FC236}">
                  <a16:creationId xmlns:a16="http://schemas.microsoft.com/office/drawing/2014/main" id="{8530220F-8518-EA9E-7F16-BD74B042452A}"/>
                </a:ext>
              </a:extLst>
            </p:cNvPr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>
              <a:extLst>
                <a:ext uri="{FF2B5EF4-FFF2-40B4-BE49-F238E27FC236}">
                  <a16:creationId xmlns:a16="http://schemas.microsoft.com/office/drawing/2014/main" id="{25B18C51-5707-2CAB-29E7-373F8D7B0DCF}"/>
                </a:ext>
              </a:extLst>
            </p:cNvPr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>
              <a:extLst>
                <a:ext uri="{FF2B5EF4-FFF2-40B4-BE49-F238E27FC236}">
                  <a16:creationId xmlns:a16="http://schemas.microsoft.com/office/drawing/2014/main" id="{FE2D8BDB-A9EE-A635-C838-F3890C241248}"/>
                </a:ext>
              </a:extLst>
            </p:cNvPr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>
              <a:extLst>
                <a:ext uri="{FF2B5EF4-FFF2-40B4-BE49-F238E27FC236}">
                  <a16:creationId xmlns:a16="http://schemas.microsoft.com/office/drawing/2014/main" id="{589494AF-83D8-D51D-73B4-CF48763AD4E6}"/>
                </a:ext>
              </a:extLst>
            </p:cNvPr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>
              <a:extLst>
                <a:ext uri="{FF2B5EF4-FFF2-40B4-BE49-F238E27FC236}">
                  <a16:creationId xmlns:a16="http://schemas.microsoft.com/office/drawing/2014/main" id="{916890A4-EEDC-F4D3-241E-E3138A13B4D5}"/>
                </a:ext>
              </a:extLst>
            </p:cNvPr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>
              <a:extLst>
                <a:ext uri="{FF2B5EF4-FFF2-40B4-BE49-F238E27FC236}">
                  <a16:creationId xmlns:a16="http://schemas.microsoft.com/office/drawing/2014/main" id="{149260F4-BE10-B6B6-B3FA-A5868A19CDA3}"/>
                </a:ext>
              </a:extLst>
            </p:cNvPr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>
              <a:extLst>
                <a:ext uri="{FF2B5EF4-FFF2-40B4-BE49-F238E27FC236}">
                  <a16:creationId xmlns:a16="http://schemas.microsoft.com/office/drawing/2014/main" id="{E854BE8C-F838-EB9C-019D-9ED85513D86C}"/>
                </a:ext>
              </a:extLst>
            </p:cNvPr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>
              <a:extLst>
                <a:ext uri="{FF2B5EF4-FFF2-40B4-BE49-F238E27FC236}">
                  <a16:creationId xmlns:a16="http://schemas.microsoft.com/office/drawing/2014/main" id="{A1E92E18-B023-F8A3-7BCF-830443DDC0FA}"/>
                </a:ext>
              </a:extLst>
            </p:cNvPr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>
              <a:extLst>
                <a:ext uri="{FF2B5EF4-FFF2-40B4-BE49-F238E27FC236}">
                  <a16:creationId xmlns:a16="http://schemas.microsoft.com/office/drawing/2014/main" id="{B02551CE-2A98-2264-40A0-B88003102779}"/>
                </a:ext>
              </a:extLst>
            </p:cNvPr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>
              <a:extLst>
                <a:ext uri="{FF2B5EF4-FFF2-40B4-BE49-F238E27FC236}">
                  <a16:creationId xmlns:a16="http://schemas.microsoft.com/office/drawing/2014/main" id="{4163146E-FAAD-F1B4-DAA6-B7ACFCE23484}"/>
                </a:ext>
              </a:extLst>
            </p:cNvPr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>
              <a:extLst>
                <a:ext uri="{FF2B5EF4-FFF2-40B4-BE49-F238E27FC236}">
                  <a16:creationId xmlns:a16="http://schemas.microsoft.com/office/drawing/2014/main" id="{42CFBDA9-D9C4-C12E-B08C-E4368DF1D8E3}"/>
                </a:ext>
              </a:extLst>
            </p:cNvPr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>
              <a:extLst>
                <a:ext uri="{FF2B5EF4-FFF2-40B4-BE49-F238E27FC236}">
                  <a16:creationId xmlns:a16="http://schemas.microsoft.com/office/drawing/2014/main" id="{7623409C-23C6-7F57-5ABA-FDE8106F1F2A}"/>
                </a:ext>
              </a:extLst>
            </p:cNvPr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>
              <a:extLst>
                <a:ext uri="{FF2B5EF4-FFF2-40B4-BE49-F238E27FC236}">
                  <a16:creationId xmlns:a16="http://schemas.microsoft.com/office/drawing/2014/main" id="{4D9CBD30-14D0-8F1F-5FDD-58AC2EE96057}"/>
                </a:ext>
              </a:extLst>
            </p:cNvPr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>
              <a:extLst>
                <a:ext uri="{FF2B5EF4-FFF2-40B4-BE49-F238E27FC236}">
                  <a16:creationId xmlns:a16="http://schemas.microsoft.com/office/drawing/2014/main" id="{A5580FF4-D68A-8DCA-0708-FFAB4A44B3A8}"/>
                </a:ext>
              </a:extLst>
            </p:cNvPr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>
              <a:extLst>
                <a:ext uri="{FF2B5EF4-FFF2-40B4-BE49-F238E27FC236}">
                  <a16:creationId xmlns:a16="http://schemas.microsoft.com/office/drawing/2014/main" id="{BBD45FED-65AE-D04C-B2D2-D4414F1A092C}"/>
                </a:ext>
              </a:extLst>
            </p:cNvPr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>
              <a:extLst>
                <a:ext uri="{FF2B5EF4-FFF2-40B4-BE49-F238E27FC236}">
                  <a16:creationId xmlns:a16="http://schemas.microsoft.com/office/drawing/2014/main" id="{920C7675-8E22-94A6-BB0D-8DB1F36DA153}"/>
                </a:ext>
              </a:extLst>
            </p:cNvPr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>
              <a:extLst>
                <a:ext uri="{FF2B5EF4-FFF2-40B4-BE49-F238E27FC236}">
                  <a16:creationId xmlns:a16="http://schemas.microsoft.com/office/drawing/2014/main" id="{722CCAD3-C5C6-5ED3-8D1E-2253BF3F2771}"/>
                </a:ext>
              </a:extLst>
            </p:cNvPr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>
              <a:extLst>
                <a:ext uri="{FF2B5EF4-FFF2-40B4-BE49-F238E27FC236}">
                  <a16:creationId xmlns:a16="http://schemas.microsoft.com/office/drawing/2014/main" id="{65A439C0-C168-A627-BD82-1CED453CF817}"/>
                </a:ext>
              </a:extLst>
            </p:cNvPr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>
              <a:extLst>
                <a:ext uri="{FF2B5EF4-FFF2-40B4-BE49-F238E27FC236}">
                  <a16:creationId xmlns:a16="http://schemas.microsoft.com/office/drawing/2014/main" id="{33D73103-0702-963D-6192-5A918575A7B3}"/>
                </a:ext>
              </a:extLst>
            </p:cNvPr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>
              <a:extLst>
                <a:ext uri="{FF2B5EF4-FFF2-40B4-BE49-F238E27FC236}">
                  <a16:creationId xmlns:a16="http://schemas.microsoft.com/office/drawing/2014/main" id="{F971AD98-9047-BABA-EEBB-547565913D29}"/>
                </a:ext>
              </a:extLst>
            </p:cNvPr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>
              <a:extLst>
                <a:ext uri="{FF2B5EF4-FFF2-40B4-BE49-F238E27FC236}">
                  <a16:creationId xmlns:a16="http://schemas.microsoft.com/office/drawing/2014/main" id="{9D548B2F-7081-AAE3-E3DE-9797145ABFA5}"/>
                </a:ext>
              </a:extLst>
            </p:cNvPr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>
              <a:extLst>
                <a:ext uri="{FF2B5EF4-FFF2-40B4-BE49-F238E27FC236}">
                  <a16:creationId xmlns:a16="http://schemas.microsoft.com/office/drawing/2014/main" id="{6B7A45DF-3D87-EA92-0F91-C8A5C54948CC}"/>
                </a:ext>
              </a:extLst>
            </p:cNvPr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>
              <a:extLst>
                <a:ext uri="{FF2B5EF4-FFF2-40B4-BE49-F238E27FC236}">
                  <a16:creationId xmlns:a16="http://schemas.microsoft.com/office/drawing/2014/main" id="{582ACD26-B29F-2A08-56C1-CE9C41837381}"/>
                </a:ext>
              </a:extLst>
            </p:cNvPr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>
              <a:extLst>
                <a:ext uri="{FF2B5EF4-FFF2-40B4-BE49-F238E27FC236}">
                  <a16:creationId xmlns:a16="http://schemas.microsoft.com/office/drawing/2014/main" id="{1681A510-C45D-8191-2801-7BA9CEA2439F}"/>
                </a:ext>
              </a:extLst>
            </p:cNvPr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>
              <a:extLst>
                <a:ext uri="{FF2B5EF4-FFF2-40B4-BE49-F238E27FC236}">
                  <a16:creationId xmlns:a16="http://schemas.microsoft.com/office/drawing/2014/main" id="{0DB2F95C-293D-F410-130F-20B82D660B7A}"/>
                </a:ext>
              </a:extLst>
            </p:cNvPr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>
              <a:extLst>
                <a:ext uri="{FF2B5EF4-FFF2-40B4-BE49-F238E27FC236}">
                  <a16:creationId xmlns:a16="http://schemas.microsoft.com/office/drawing/2014/main" id="{66919C67-4C22-9D37-429C-CC3D3D5B6D44}"/>
                </a:ext>
              </a:extLst>
            </p:cNvPr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>
              <a:extLst>
                <a:ext uri="{FF2B5EF4-FFF2-40B4-BE49-F238E27FC236}">
                  <a16:creationId xmlns:a16="http://schemas.microsoft.com/office/drawing/2014/main" id="{F30F1B96-A0C2-22D4-5558-3EB685D292EB}"/>
                </a:ext>
              </a:extLst>
            </p:cNvPr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>
              <a:extLst>
                <a:ext uri="{FF2B5EF4-FFF2-40B4-BE49-F238E27FC236}">
                  <a16:creationId xmlns:a16="http://schemas.microsoft.com/office/drawing/2014/main" id="{03BBB006-AB24-64E5-D8EF-B199E423DC36}"/>
                </a:ext>
              </a:extLst>
            </p:cNvPr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>
              <a:extLst>
                <a:ext uri="{FF2B5EF4-FFF2-40B4-BE49-F238E27FC236}">
                  <a16:creationId xmlns:a16="http://schemas.microsoft.com/office/drawing/2014/main" id="{5D28FD9D-5883-FC58-4D83-37D6AA7E560F}"/>
                </a:ext>
              </a:extLst>
            </p:cNvPr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>
              <a:extLst>
                <a:ext uri="{FF2B5EF4-FFF2-40B4-BE49-F238E27FC236}">
                  <a16:creationId xmlns:a16="http://schemas.microsoft.com/office/drawing/2014/main" id="{9F5C7AAD-DC94-F721-1233-4FAD164490E1}"/>
                </a:ext>
              </a:extLst>
            </p:cNvPr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>
              <a:extLst>
                <a:ext uri="{FF2B5EF4-FFF2-40B4-BE49-F238E27FC236}">
                  <a16:creationId xmlns:a16="http://schemas.microsoft.com/office/drawing/2014/main" id="{C06F8BE5-7563-3D7B-0337-09AC79399956}"/>
                </a:ext>
              </a:extLst>
            </p:cNvPr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>
              <a:extLst>
                <a:ext uri="{FF2B5EF4-FFF2-40B4-BE49-F238E27FC236}">
                  <a16:creationId xmlns:a16="http://schemas.microsoft.com/office/drawing/2014/main" id="{FEFBB112-3835-CE02-77EF-16A1848924FF}"/>
                </a:ext>
              </a:extLst>
            </p:cNvPr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>
              <a:extLst>
                <a:ext uri="{FF2B5EF4-FFF2-40B4-BE49-F238E27FC236}">
                  <a16:creationId xmlns:a16="http://schemas.microsoft.com/office/drawing/2014/main" id="{B62DCE30-2405-6BDE-3CA9-8637CA0BDEF3}"/>
                </a:ext>
              </a:extLst>
            </p:cNvPr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>
              <a:extLst>
                <a:ext uri="{FF2B5EF4-FFF2-40B4-BE49-F238E27FC236}">
                  <a16:creationId xmlns:a16="http://schemas.microsoft.com/office/drawing/2014/main" id="{3DC6C8E0-F0F6-DF68-5DA9-C50AD8B020CA}"/>
                </a:ext>
              </a:extLst>
            </p:cNvPr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>
              <a:extLst>
                <a:ext uri="{FF2B5EF4-FFF2-40B4-BE49-F238E27FC236}">
                  <a16:creationId xmlns:a16="http://schemas.microsoft.com/office/drawing/2014/main" id="{2BA5A65C-201A-DB5E-F390-C62C9395836A}"/>
                </a:ext>
              </a:extLst>
            </p:cNvPr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>
              <a:extLst>
                <a:ext uri="{FF2B5EF4-FFF2-40B4-BE49-F238E27FC236}">
                  <a16:creationId xmlns:a16="http://schemas.microsoft.com/office/drawing/2014/main" id="{81CCB790-148D-3A6C-756F-6BDCB0016226}"/>
                </a:ext>
              </a:extLst>
            </p:cNvPr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>
              <a:extLst>
                <a:ext uri="{FF2B5EF4-FFF2-40B4-BE49-F238E27FC236}">
                  <a16:creationId xmlns:a16="http://schemas.microsoft.com/office/drawing/2014/main" id="{AF424207-372E-B8E0-4577-B91073FDA867}"/>
                </a:ext>
              </a:extLst>
            </p:cNvPr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>
              <a:extLst>
                <a:ext uri="{FF2B5EF4-FFF2-40B4-BE49-F238E27FC236}">
                  <a16:creationId xmlns:a16="http://schemas.microsoft.com/office/drawing/2014/main" id="{6370A6A5-C7E8-3A76-2FBE-729BCF50BE63}"/>
                </a:ext>
              </a:extLst>
            </p:cNvPr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>
              <a:extLst>
                <a:ext uri="{FF2B5EF4-FFF2-40B4-BE49-F238E27FC236}">
                  <a16:creationId xmlns:a16="http://schemas.microsoft.com/office/drawing/2014/main" id="{16CC1234-228C-411F-C170-0DC295F48A40}"/>
                </a:ext>
              </a:extLst>
            </p:cNvPr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>
              <a:extLst>
                <a:ext uri="{FF2B5EF4-FFF2-40B4-BE49-F238E27FC236}">
                  <a16:creationId xmlns:a16="http://schemas.microsoft.com/office/drawing/2014/main" id="{26852183-F678-B011-03D4-5A57283C4BBA}"/>
                </a:ext>
              </a:extLst>
            </p:cNvPr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>
              <a:extLst>
                <a:ext uri="{FF2B5EF4-FFF2-40B4-BE49-F238E27FC236}">
                  <a16:creationId xmlns:a16="http://schemas.microsoft.com/office/drawing/2014/main" id="{E342F7FC-30F7-464D-AB5F-AE44E5B2941E}"/>
                </a:ext>
              </a:extLst>
            </p:cNvPr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>
              <a:extLst>
                <a:ext uri="{FF2B5EF4-FFF2-40B4-BE49-F238E27FC236}">
                  <a16:creationId xmlns:a16="http://schemas.microsoft.com/office/drawing/2014/main" id="{5BC431E1-3050-35EC-003E-2ECD50DF8BB3}"/>
                </a:ext>
              </a:extLst>
            </p:cNvPr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>
              <a:extLst>
                <a:ext uri="{FF2B5EF4-FFF2-40B4-BE49-F238E27FC236}">
                  <a16:creationId xmlns:a16="http://schemas.microsoft.com/office/drawing/2014/main" id="{F0603B37-2BC2-F170-2266-8395D33E7E2D}"/>
                </a:ext>
              </a:extLst>
            </p:cNvPr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>
              <a:extLst>
                <a:ext uri="{FF2B5EF4-FFF2-40B4-BE49-F238E27FC236}">
                  <a16:creationId xmlns:a16="http://schemas.microsoft.com/office/drawing/2014/main" id="{D94F617C-9FB9-0FF8-27BD-A89C9580BB57}"/>
                </a:ext>
              </a:extLst>
            </p:cNvPr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>
              <a:extLst>
                <a:ext uri="{FF2B5EF4-FFF2-40B4-BE49-F238E27FC236}">
                  <a16:creationId xmlns:a16="http://schemas.microsoft.com/office/drawing/2014/main" id="{89AFB342-B7FE-27B4-1CF9-F9BCF5DCB2F7}"/>
                </a:ext>
              </a:extLst>
            </p:cNvPr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>
              <a:extLst>
                <a:ext uri="{FF2B5EF4-FFF2-40B4-BE49-F238E27FC236}">
                  <a16:creationId xmlns:a16="http://schemas.microsoft.com/office/drawing/2014/main" id="{4211D0AA-EC04-AE9A-40F4-4435BD37B111}"/>
                </a:ext>
              </a:extLst>
            </p:cNvPr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>
              <a:extLst>
                <a:ext uri="{FF2B5EF4-FFF2-40B4-BE49-F238E27FC236}">
                  <a16:creationId xmlns:a16="http://schemas.microsoft.com/office/drawing/2014/main" id="{4258C766-BD95-4383-A8DA-FE1506E5ACD9}"/>
                </a:ext>
              </a:extLst>
            </p:cNvPr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>
              <a:extLst>
                <a:ext uri="{FF2B5EF4-FFF2-40B4-BE49-F238E27FC236}">
                  <a16:creationId xmlns:a16="http://schemas.microsoft.com/office/drawing/2014/main" id="{F76B4295-5D0B-CAF0-4461-737E645D0071}"/>
                </a:ext>
              </a:extLst>
            </p:cNvPr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>
              <a:extLst>
                <a:ext uri="{FF2B5EF4-FFF2-40B4-BE49-F238E27FC236}">
                  <a16:creationId xmlns:a16="http://schemas.microsoft.com/office/drawing/2014/main" id="{16D21C58-36F5-F35E-9A03-60394BB4A7A3}"/>
                </a:ext>
              </a:extLst>
            </p:cNvPr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>
              <a:extLst>
                <a:ext uri="{FF2B5EF4-FFF2-40B4-BE49-F238E27FC236}">
                  <a16:creationId xmlns:a16="http://schemas.microsoft.com/office/drawing/2014/main" id="{1AD70297-4474-093F-ABEC-326C7E28D792}"/>
                </a:ext>
              </a:extLst>
            </p:cNvPr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>
              <a:extLst>
                <a:ext uri="{FF2B5EF4-FFF2-40B4-BE49-F238E27FC236}">
                  <a16:creationId xmlns:a16="http://schemas.microsoft.com/office/drawing/2014/main" id="{B5CBF537-8C3C-51D6-D48A-7CBD299842DC}"/>
                </a:ext>
              </a:extLst>
            </p:cNvPr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>
              <a:extLst>
                <a:ext uri="{FF2B5EF4-FFF2-40B4-BE49-F238E27FC236}">
                  <a16:creationId xmlns:a16="http://schemas.microsoft.com/office/drawing/2014/main" id="{10911086-64EE-AECB-87D4-4D2F52D114A5}"/>
                </a:ext>
              </a:extLst>
            </p:cNvPr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>
              <a:extLst>
                <a:ext uri="{FF2B5EF4-FFF2-40B4-BE49-F238E27FC236}">
                  <a16:creationId xmlns:a16="http://schemas.microsoft.com/office/drawing/2014/main" id="{57D09D03-86D8-3E50-A3F2-AEA46404FF9C}"/>
                </a:ext>
              </a:extLst>
            </p:cNvPr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>
              <a:extLst>
                <a:ext uri="{FF2B5EF4-FFF2-40B4-BE49-F238E27FC236}">
                  <a16:creationId xmlns:a16="http://schemas.microsoft.com/office/drawing/2014/main" id="{119D6465-361F-621B-D81B-74B17D256BC0}"/>
                </a:ext>
              </a:extLst>
            </p:cNvPr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>
              <a:extLst>
                <a:ext uri="{FF2B5EF4-FFF2-40B4-BE49-F238E27FC236}">
                  <a16:creationId xmlns:a16="http://schemas.microsoft.com/office/drawing/2014/main" id="{168105A3-CD7E-6B6D-D1B7-6813C247F795}"/>
                </a:ext>
              </a:extLst>
            </p:cNvPr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>
              <a:extLst>
                <a:ext uri="{FF2B5EF4-FFF2-40B4-BE49-F238E27FC236}">
                  <a16:creationId xmlns:a16="http://schemas.microsoft.com/office/drawing/2014/main" id="{FE7A10EE-A568-0382-7EA8-6E873ED7DE7C}"/>
                </a:ext>
              </a:extLst>
            </p:cNvPr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>
              <a:extLst>
                <a:ext uri="{FF2B5EF4-FFF2-40B4-BE49-F238E27FC236}">
                  <a16:creationId xmlns:a16="http://schemas.microsoft.com/office/drawing/2014/main" id="{F1E73FDD-222B-44F8-C521-E798FA058566}"/>
                </a:ext>
              </a:extLst>
            </p:cNvPr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>
              <a:extLst>
                <a:ext uri="{FF2B5EF4-FFF2-40B4-BE49-F238E27FC236}">
                  <a16:creationId xmlns:a16="http://schemas.microsoft.com/office/drawing/2014/main" id="{3F61AF77-0E26-9E6B-4FE7-5CE2B4A4209C}"/>
                </a:ext>
              </a:extLst>
            </p:cNvPr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>
              <a:extLst>
                <a:ext uri="{FF2B5EF4-FFF2-40B4-BE49-F238E27FC236}">
                  <a16:creationId xmlns:a16="http://schemas.microsoft.com/office/drawing/2014/main" id="{742D46F7-75E3-200E-1EEC-675E90C5AA4A}"/>
                </a:ext>
              </a:extLst>
            </p:cNvPr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>
              <a:extLst>
                <a:ext uri="{FF2B5EF4-FFF2-40B4-BE49-F238E27FC236}">
                  <a16:creationId xmlns:a16="http://schemas.microsoft.com/office/drawing/2014/main" id="{3D0C7C8A-880F-BFD2-835C-B4B0C65C3B83}"/>
                </a:ext>
              </a:extLst>
            </p:cNvPr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>
              <a:extLst>
                <a:ext uri="{FF2B5EF4-FFF2-40B4-BE49-F238E27FC236}">
                  <a16:creationId xmlns:a16="http://schemas.microsoft.com/office/drawing/2014/main" id="{D459A9C4-414F-6E68-2083-BAD4E92E8FD6}"/>
                </a:ext>
              </a:extLst>
            </p:cNvPr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>
              <a:extLst>
                <a:ext uri="{FF2B5EF4-FFF2-40B4-BE49-F238E27FC236}">
                  <a16:creationId xmlns:a16="http://schemas.microsoft.com/office/drawing/2014/main" id="{45DDBCA3-741F-36B0-9B33-FCD8DB865D9B}"/>
                </a:ext>
              </a:extLst>
            </p:cNvPr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>
              <a:extLst>
                <a:ext uri="{FF2B5EF4-FFF2-40B4-BE49-F238E27FC236}">
                  <a16:creationId xmlns:a16="http://schemas.microsoft.com/office/drawing/2014/main" id="{5DF4C24F-E9F8-239A-74DE-AD04979CE385}"/>
                </a:ext>
              </a:extLst>
            </p:cNvPr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>
              <a:extLst>
                <a:ext uri="{FF2B5EF4-FFF2-40B4-BE49-F238E27FC236}">
                  <a16:creationId xmlns:a16="http://schemas.microsoft.com/office/drawing/2014/main" id="{C094BEA0-3DE4-B0B7-ACA4-E89994D9A007}"/>
                </a:ext>
              </a:extLst>
            </p:cNvPr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>
              <a:extLst>
                <a:ext uri="{FF2B5EF4-FFF2-40B4-BE49-F238E27FC236}">
                  <a16:creationId xmlns:a16="http://schemas.microsoft.com/office/drawing/2014/main" id="{81FAD1D4-E0D2-F1E2-3D90-B5BE551FA118}"/>
                </a:ext>
              </a:extLst>
            </p:cNvPr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>
              <a:extLst>
                <a:ext uri="{FF2B5EF4-FFF2-40B4-BE49-F238E27FC236}">
                  <a16:creationId xmlns:a16="http://schemas.microsoft.com/office/drawing/2014/main" id="{3FBC299A-10C5-B7A7-AC59-8D2C7343A843}"/>
                </a:ext>
              </a:extLst>
            </p:cNvPr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>
              <a:extLst>
                <a:ext uri="{FF2B5EF4-FFF2-40B4-BE49-F238E27FC236}">
                  <a16:creationId xmlns:a16="http://schemas.microsoft.com/office/drawing/2014/main" id="{1810BF17-FBA9-91BF-26E0-3318DA830F75}"/>
                </a:ext>
              </a:extLst>
            </p:cNvPr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>
              <a:extLst>
                <a:ext uri="{FF2B5EF4-FFF2-40B4-BE49-F238E27FC236}">
                  <a16:creationId xmlns:a16="http://schemas.microsoft.com/office/drawing/2014/main" id="{6700A119-C2D1-E315-0D26-5C3BFE764914}"/>
                </a:ext>
              </a:extLst>
            </p:cNvPr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>
              <a:extLst>
                <a:ext uri="{FF2B5EF4-FFF2-40B4-BE49-F238E27FC236}">
                  <a16:creationId xmlns:a16="http://schemas.microsoft.com/office/drawing/2014/main" id="{66CC5085-DBB5-FD3A-34FA-7EE32971622B}"/>
                </a:ext>
              </a:extLst>
            </p:cNvPr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>
              <a:extLst>
                <a:ext uri="{FF2B5EF4-FFF2-40B4-BE49-F238E27FC236}">
                  <a16:creationId xmlns:a16="http://schemas.microsoft.com/office/drawing/2014/main" id="{623875E5-022F-D735-D0F3-94908437EFB4}"/>
                </a:ext>
              </a:extLst>
            </p:cNvPr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>
              <a:extLst>
                <a:ext uri="{FF2B5EF4-FFF2-40B4-BE49-F238E27FC236}">
                  <a16:creationId xmlns:a16="http://schemas.microsoft.com/office/drawing/2014/main" id="{FC5FA8D0-D6F3-426F-E253-1139F2D1DE65}"/>
                </a:ext>
              </a:extLst>
            </p:cNvPr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>
              <a:extLst>
                <a:ext uri="{FF2B5EF4-FFF2-40B4-BE49-F238E27FC236}">
                  <a16:creationId xmlns:a16="http://schemas.microsoft.com/office/drawing/2014/main" id="{F5718D60-95CA-D00A-1607-B6D7B367685C}"/>
                </a:ext>
              </a:extLst>
            </p:cNvPr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>
              <a:extLst>
                <a:ext uri="{FF2B5EF4-FFF2-40B4-BE49-F238E27FC236}">
                  <a16:creationId xmlns:a16="http://schemas.microsoft.com/office/drawing/2014/main" id="{647EE04E-3E95-F909-06C1-947502D785BC}"/>
                </a:ext>
              </a:extLst>
            </p:cNvPr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>
              <a:extLst>
                <a:ext uri="{FF2B5EF4-FFF2-40B4-BE49-F238E27FC236}">
                  <a16:creationId xmlns:a16="http://schemas.microsoft.com/office/drawing/2014/main" id="{8EEC4119-5E2C-8516-05DD-EDED97E082E1}"/>
                </a:ext>
              </a:extLst>
            </p:cNvPr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>
              <a:extLst>
                <a:ext uri="{FF2B5EF4-FFF2-40B4-BE49-F238E27FC236}">
                  <a16:creationId xmlns:a16="http://schemas.microsoft.com/office/drawing/2014/main" id="{10C1AE10-2B13-0763-1CDB-F9852503122C}"/>
                </a:ext>
              </a:extLst>
            </p:cNvPr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>
              <a:extLst>
                <a:ext uri="{FF2B5EF4-FFF2-40B4-BE49-F238E27FC236}">
                  <a16:creationId xmlns:a16="http://schemas.microsoft.com/office/drawing/2014/main" id="{E08E0EEE-F56F-3A16-C5F7-FDDFCD8C5BC9}"/>
                </a:ext>
              </a:extLst>
            </p:cNvPr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>
              <a:extLst>
                <a:ext uri="{FF2B5EF4-FFF2-40B4-BE49-F238E27FC236}">
                  <a16:creationId xmlns:a16="http://schemas.microsoft.com/office/drawing/2014/main" id="{6A9C813B-69C5-EF28-8758-450FB44F0466}"/>
                </a:ext>
              </a:extLst>
            </p:cNvPr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>
              <a:extLst>
                <a:ext uri="{FF2B5EF4-FFF2-40B4-BE49-F238E27FC236}">
                  <a16:creationId xmlns:a16="http://schemas.microsoft.com/office/drawing/2014/main" id="{704E9368-23BC-5F33-0F6A-6EEA2345DF5B}"/>
                </a:ext>
              </a:extLst>
            </p:cNvPr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>
              <a:extLst>
                <a:ext uri="{FF2B5EF4-FFF2-40B4-BE49-F238E27FC236}">
                  <a16:creationId xmlns:a16="http://schemas.microsoft.com/office/drawing/2014/main" id="{D05C5845-2449-1A1B-A768-BAA639181B7C}"/>
                </a:ext>
              </a:extLst>
            </p:cNvPr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>
              <a:extLst>
                <a:ext uri="{FF2B5EF4-FFF2-40B4-BE49-F238E27FC236}">
                  <a16:creationId xmlns:a16="http://schemas.microsoft.com/office/drawing/2014/main" id="{9EEEE0F5-CF46-B52B-0EE7-E3F73BF58CB3}"/>
                </a:ext>
              </a:extLst>
            </p:cNvPr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>
              <a:extLst>
                <a:ext uri="{FF2B5EF4-FFF2-40B4-BE49-F238E27FC236}">
                  <a16:creationId xmlns:a16="http://schemas.microsoft.com/office/drawing/2014/main" id="{C5B1F2A3-1D34-9C9B-A7C4-C9E0FB7B9425}"/>
                </a:ext>
              </a:extLst>
            </p:cNvPr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>
              <a:extLst>
                <a:ext uri="{FF2B5EF4-FFF2-40B4-BE49-F238E27FC236}">
                  <a16:creationId xmlns:a16="http://schemas.microsoft.com/office/drawing/2014/main" id="{141C03F9-DA65-FE4A-2C7C-DA109A9C38EF}"/>
                </a:ext>
              </a:extLst>
            </p:cNvPr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>
              <a:extLst>
                <a:ext uri="{FF2B5EF4-FFF2-40B4-BE49-F238E27FC236}">
                  <a16:creationId xmlns:a16="http://schemas.microsoft.com/office/drawing/2014/main" id="{6EC7E48F-54CB-C0FC-7CF7-0FE4867F1694}"/>
                </a:ext>
              </a:extLst>
            </p:cNvPr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>
              <a:extLst>
                <a:ext uri="{FF2B5EF4-FFF2-40B4-BE49-F238E27FC236}">
                  <a16:creationId xmlns:a16="http://schemas.microsoft.com/office/drawing/2014/main" id="{E4FEDE09-1281-31F4-AB53-A55F63531A5F}"/>
                </a:ext>
              </a:extLst>
            </p:cNvPr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>
              <a:extLst>
                <a:ext uri="{FF2B5EF4-FFF2-40B4-BE49-F238E27FC236}">
                  <a16:creationId xmlns:a16="http://schemas.microsoft.com/office/drawing/2014/main" id="{703A4164-B032-C566-5351-A9C9EEE6ADA3}"/>
                </a:ext>
              </a:extLst>
            </p:cNvPr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>
              <a:extLst>
                <a:ext uri="{FF2B5EF4-FFF2-40B4-BE49-F238E27FC236}">
                  <a16:creationId xmlns:a16="http://schemas.microsoft.com/office/drawing/2014/main" id="{64EDED2B-B2C4-C4BC-8E2C-2E287C6E1AE8}"/>
                </a:ext>
              </a:extLst>
            </p:cNvPr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>
              <a:extLst>
                <a:ext uri="{FF2B5EF4-FFF2-40B4-BE49-F238E27FC236}">
                  <a16:creationId xmlns:a16="http://schemas.microsoft.com/office/drawing/2014/main" id="{5D23CE8F-67E6-8556-180C-0CEC1D7C4AB1}"/>
                </a:ext>
              </a:extLst>
            </p:cNvPr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>
              <a:extLst>
                <a:ext uri="{FF2B5EF4-FFF2-40B4-BE49-F238E27FC236}">
                  <a16:creationId xmlns:a16="http://schemas.microsoft.com/office/drawing/2014/main" id="{3F09154F-DB81-F4A1-A923-116B87893981}"/>
                </a:ext>
              </a:extLst>
            </p:cNvPr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>
              <a:extLst>
                <a:ext uri="{FF2B5EF4-FFF2-40B4-BE49-F238E27FC236}">
                  <a16:creationId xmlns:a16="http://schemas.microsoft.com/office/drawing/2014/main" id="{6439EF59-14A7-9F22-F8A3-0E37DDC78609}"/>
                </a:ext>
              </a:extLst>
            </p:cNvPr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>
              <a:extLst>
                <a:ext uri="{FF2B5EF4-FFF2-40B4-BE49-F238E27FC236}">
                  <a16:creationId xmlns:a16="http://schemas.microsoft.com/office/drawing/2014/main" id="{39903523-01F3-7A37-FE69-7258F2D9F1B8}"/>
                </a:ext>
              </a:extLst>
            </p:cNvPr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>
              <a:extLst>
                <a:ext uri="{FF2B5EF4-FFF2-40B4-BE49-F238E27FC236}">
                  <a16:creationId xmlns:a16="http://schemas.microsoft.com/office/drawing/2014/main" id="{B5202F72-4FBA-3FF8-4D6F-CC66618D06B3}"/>
                </a:ext>
              </a:extLst>
            </p:cNvPr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>
              <a:extLst>
                <a:ext uri="{FF2B5EF4-FFF2-40B4-BE49-F238E27FC236}">
                  <a16:creationId xmlns:a16="http://schemas.microsoft.com/office/drawing/2014/main" id="{730BAAD2-D275-96A8-5EAC-ADF2629859CD}"/>
                </a:ext>
              </a:extLst>
            </p:cNvPr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>
              <a:extLst>
                <a:ext uri="{FF2B5EF4-FFF2-40B4-BE49-F238E27FC236}">
                  <a16:creationId xmlns:a16="http://schemas.microsoft.com/office/drawing/2014/main" id="{1FF485FA-10FD-06B8-92EC-18BC5212954C}"/>
                </a:ext>
              </a:extLst>
            </p:cNvPr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>
              <a:extLst>
                <a:ext uri="{FF2B5EF4-FFF2-40B4-BE49-F238E27FC236}">
                  <a16:creationId xmlns:a16="http://schemas.microsoft.com/office/drawing/2014/main" id="{67BC2E3B-5D47-0491-91A8-8B4DB77CD976}"/>
                </a:ext>
              </a:extLst>
            </p:cNvPr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>
              <a:extLst>
                <a:ext uri="{FF2B5EF4-FFF2-40B4-BE49-F238E27FC236}">
                  <a16:creationId xmlns:a16="http://schemas.microsoft.com/office/drawing/2014/main" id="{22C24796-C663-CBFE-C701-EA8731760EB9}"/>
                </a:ext>
              </a:extLst>
            </p:cNvPr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>
              <a:extLst>
                <a:ext uri="{FF2B5EF4-FFF2-40B4-BE49-F238E27FC236}">
                  <a16:creationId xmlns:a16="http://schemas.microsoft.com/office/drawing/2014/main" id="{634035A7-8D00-2AC5-B04A-C6C71D8B5BE8}"/>
                </a:ext>
              </a:extLst>
            </p:cNvPr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>
              <a:extLst>
                <a:ext uri="{FF2B5EF4-FFF2-40B4-BE49-F238E27FC236}">
                  <a16:creationId xmlns:a16="http://schemas.microsoft.com/office/drawing/2014/main" id="{693BBCB6-EF79-E621-8083-4680D96C56D7}"/>
                </a:ext>
              </a:extLst>
            </p:cNvPr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>
              <a:extLst>
                <a:ext uri="{FF2B5EF4-FFF2-40B4-BE49-F238E27FC236}">
                  <a16:creationId xmlns:a16="http://schemas.microsoft.com/office/drawing/2014/main" id="{4C4CEEDD-8AF7-C98F-B86E-43404D5D4660}"/>
                </a:ext>
              </a:extLst>
            </p:cNvPr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>
              <a:extLst>
                <a:ext uri="{FF2B5EF4-FFF2-40B4-BE49-F238E27FC236}">
                  <a16:creationId xmlns:a16="http://schemas.microsoft.com/office/drawing/2014/main" id="{7E4DE1FF-4CE2-D5EE-1CF1-630AE21F82FD}"/>
                </a:ext>
              </a:extLst>
            </p:cNvPr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>
              <a:extLst>
                <a:ext uri="{FF2B5EF4-FFF2-40B4-BE49-F238E27FC236}">
                  <a16:creationId xmlns:a16="http://schemas.microsoft.com/office/drawing/2014/main" id="{A6265EF0-0CBB-FC4C-191A-74BF99A8E994}"/>
                </a:ext>
              </a:extLst>
            </p:cNvPr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>
              <a:extLst>
                <a:ext uri="{FF2B5EF4-FFF2-40B4-BE49-F238E27FC236}">
                  <a16:creationId xmlns:a16="http://schemas.microsoft.com/office/drawing/2014/main" id="{0E38F2F3-D1E4-C739-8EF9-0885A1FF6D73}"/>
                </a:ext>
              </a:extLst>
            </p:cNvPr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>
              <a:extLst>
                <a:ext uri="{FF2B5EF4-FFF2-40B4-BE49-F238E27FC236}">
                  <a16:creationId xmlns:a16="http://schemas.microsoft.com/office/drawing/2014/main" id="{57AE3436-68F3-0489-2B78-6FFD6C40C4A8}"/>
                </a:ext>
              </a:extLst>
            </p:cNvPr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>
              <a:extLst>
                <a:ext uri="{FF2B5EF4-FFF2-40B4-BE49-F238E27FC236}">
                  <a16:creationId xmlns:a16="http://schemas.microsoft.com/office/drawing/2014/main" id="{656648F9-BCDC-0002-F1CC-CAA0EF5CE9CA}"/>
                </a:ext>
              </a:extLst>
            </p:cNvPr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>
              <a:extLst>
                <a:ext uri="{FF2B5EF4-FFF2-40B4-BE49-F238E27FC236}">
                  <a16:creationId xmlns:a16="http://schemas.microsoft.com/office/drawing/2014/main" id="{81EBDAB5-3C88-7358-F977-5CFDAEFA3A8F}"/>
                </a:ext>
              </a:extLst>
            </p:cNvPr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>
              <a:extLst>
                <a:ext uri="{FF2B5EF4-FFF2-40B4-BE49-F238E27FC236}">
                  <a16:creationId xmlns:a16="http://schemas.microsoft.com/office/drawing/2014/main" id="{024580A9-F165-9046-1ABF-E80709959068}"/>
                </a:ext>
              </a:extLst>
            </p:cNvPr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>
              <a:extLst>
                <a:ext uri="{FF2B5EF4-FFF2-40B4-BE49-F238E27FC236}">
                  <a16:creationId xmlns:a16="http://schemas.microsoft.com/office/drawing/2014/main" id="{BB8FBEE8-2D4B-B55B-D88B-72EA6C699A70}"/>
                </a:ext>
              </a:extLst>
            </p:cNvPr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>
              <a:extLst>
                <a:ext uri="{FF2B5EF4-FFF2-40B4-BE49-F238E27FC236}">
                  <a16:creationId xmlns:a16="http://schemas.microsoft.com/office/drawing/2014/main" id="{11A6BCDF-BCBF-FA59-DACC-75668215074A}"/>
                </a:ext>
              </a:extLst>
            </p:cNvPr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>
              <a:extLst>
                <a:ext uri="{FF2B5EF4-FFF2-40B4-BE49-F238E27FC236}">
                  <a16:creationId xmlns:a16="http://schemas.microsoft.com/office/drawing/2014/main" id="{22AE89E5-D258-E1AB-2789-3B3DAA2C0136}"/>
                </a:ext>
              </a:extLst>
            </p:cNvPr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>
              <a:extLst>
                <a:ext uri="{FF2B5EF4-FFF2-40B4-BE49-F238E27FC236}">
                  <a16:creationId xmlns:a16="http://schemas.microsoft.com/office/drawing/2014/main" id="{CB378E20-299B-7310-74DA-C933735BD176}"/>
                </a:ext>
              </a:extLst>
            </p:cNvPr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>
              <a:extLst>
                <a:ext uri="{FF2B5EF4-FFF2-40B4-BE49-F238E27FC236}">
                  <a16:creationId xmlns:a16="http://schemas.microsoft.com/office/drawing/2014/main" id="{0F4947B6-0686-CB37-15DB-EA0972543B9A}"/>
                </a:ext>
              </a:extLst>
            </p:cNvPr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>
              <a:extLst>
                <a:ext uri="{FF2B5EF4-FFF2-40B4-BE49-F238E27FC236}">
                  <a16:creationId xmlns:a16="http://schemas.microsoft.com/office/drawing/2014/main" id="{C3DEFDCF-6D7E-882B-7023-1B0CABD5A0B2}"/>
                </a:ext>
              </a:extLst>
            </p:cNvPr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>
              <a:extLst>
                <a:ext uri="{FF2B5EF4-FFF2-40B4-BE49-F238E27FC236}">
                  <a16:creationId xmlns:a16="http://schemas.microsoft.com/office/drawing/2014/main" id="{C1ED1A1C-FAA2-A4BB-F9DE-0B5676F2DC3F}"/>
                </a:ext>
              </a:extLst>
            </p:cNvPr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>
              <a:extLst>
                <a:ext uri="{FF2B5EF4-FFF2-40B4-BE49-F238E27FC236}">
                  <a16:creationId xmlns:a16="http://schemas.microsoft.com/office/drawing/2014/main" id="{8A955930-E17C-A0F5-C124-4602DEB5D8AF}"/>
                </a:ext>
              </a:extLst>
            </p:cNvPr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>
              <a:extLst>
                <a:ext uri="{FF2B5EF4-FFF2-40B4-BE49-F238E27FC236}">
                  <a16:creationId xmlns:a16="http://schemas.microsoft.com/office/drawing/2014/main" id="{B9E09952-09D3-55B7-B070-16605BBF2EA0}"/>
                </a:ext>
              </a:extLst>
            </p:cNvPr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>
              <a:extLst>
                <a:ext uri="{FF2B5EF4-FFF2-40B4-BE49-F238E27FC236}">
                  <a16:creationId xmlns:a16="http://schemas.microsoft.com/office/drawing/2014/main" id="{FC2B5703-80A7-BC59-4D67-A128DB1DCFEE}"/>
                </a:ext>
              </a:extLst>
            </p:cNvPr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>
              <a:extLst>
                <a:ext uri="{FF2B5EF4-FFF2-40B4-BE49-F238E27FC236}">
                  <a16:creationId xmlns:a16="http://schemas.microsoft.com/office/drawing/2014/main" id="{242BC826-3584-393B-7BF8-0793A06A54BD}"/>
                </a:ext>
              </a:extLst>
            </p:cNvPr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>
              <a:extLst>
                <a:ext uri="{FF2B5EF4-FFF2-40B4-BE49-F238E27FC236}">
                  <a16:creationId xmlns:a16="http://schemas.microsoft.com/office/drawing/2014/main" id="{8EC65389-C733-F946-FD5C-B6E6C7A2CCB8}"/>
                </a:ext>
              </a:extLst>
            </p:cNvPr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>
              <a:extLst>
                <a:ext uri="{FF2B5EF4-FFF2-40B4-BE49-F238E27FC236}">
                  <a16:creationId xmlns:a16="http://schemas.microsoft.com/office/drawing/2014/main" id="{99F12790-06B3-2EA0-531C-2348AA1186E1}"/>
                </a:ext>
              </a:extLst>
            </p:cNvPr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>
              <a:extLst>
                <a:ext uri="{FF2B5EF4-FFF2-40B4-BE49-F238E27FC236}">
                  <a16:creationId xmlns:a16="http://schemas.microsoft.com/office/drawing/2014/main" id="{E9DEDBDB-D4D0-F9FC-DC6F-D148C3697496}"/>
                </a:ext>
              </a:extLst>
            </p:cNvPr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>
              <a:extLst>
                <a:ext uri="{FF2B5EF4-FFF2-40B4-BE49-F238E27FC236}">
                  <a16:creationId xmlns:a16="http://schemas.microsoft.com/office/drawing/2014/main" id="{0CF70C96-1A93-7B99-1BBD-5A74066AC042}"/>
                </a:ext>
              </a:extLst>
            </p:cNvPr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>
              <a:extLst>
                <a:ext uri="{FF2B5EF4-FFF2-40B4-BE49-F238E27FC236}">
                  <a16:creationId xmlns:a16="http://schemas.microsoft.com/office/drawing/2014/main" id="{F726B4C9-5499-E6B6-2FAD-600C3A478F2D}"/>
                </a:ext>
              </a:extLst>
            </p:cNvPr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>
              <a:extLst>
                <a:ext uri="{FF2B5EF4-FFF2-40B4-BE49-F238E27FC236}">
                  <a16:creationId xmlns:a16="http://schemas.microsoft.com/office/drawing/2014/main" id="{F0264CF5-379A-5594-FDF6-2108E716CB93}"/>
                </a:ext>
              </a:extLst>
            </p:cNvPr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>
              <a:extLst>
                <a:ext uri="{FF2B5EF4-FFF2-40B4-BE49-F238E27FC236}">
                  <a16:creationId xmlns:a16="http://schemas.microsoft.com/office/drawing/2014/main" id="{50A62072-64C5-3C3F-0A86-8682C1F8A729}"/>
                </a:ext>
              </a:extLst>
            </p:cNvPr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>
              <a:extLst>
                <a:ext uri="{FF2B5EF4-FFF2-40B4-BE49-F238E27FC236}">
                  <a16:creationId xmlns:a16="http://schemas.microsoft.com/office/drawing/2014/main" id="{C03B2E8A-2160-DE60-E4F1-4C4735A4CD03}"/>
                </a:ext>
              </a:extLst>
            </p:cNvPr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>
              <a:extLst>
                <a:ext uri="{FF2B5EF4-FFF2-40B4-BE49-F238E27FC236}">
                  <a16:creationId xmlns:a16="http://schemas.microsoft.com/office/drawing/2014/main" id="{2512213C-6371-08E9-BDB8-5F3579DDCBA5}"/>
                </a:ext>
              </a:extLst>
            </p:cNvPr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>
              <a:extLst>
                <a:ext uri="{FF2B5EF4-FFF2-40B4-BE49-F238E27FC236}">
                  <a16:creationId xmlns:a16="http://schemas.microsoft.com/office/drawing/2014/main" id="{6A11747B-74EE-6C38-EC6A-D3AAE153E4B3}"/>
                </a:ext>
              </a:extLst>
            </p:cNvPr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>
              <a:extLst>
                <a:ext uri="{FF2B5EF4-FFF2-40B4-BE49-F238E27FC236}">
                  <a16:creationId xmlns:a16="http://schemas.microsoft.com/office/drawing/2014/main" id="{91652A22-7882-6E2B-61C6-45A11D7BEEE1}"/>
                </a:ext>
              </a:extLst>
            </p:cNvPr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>
              <a:extLst>
                <a:ext uri="{FF2B5EF4-FFF2-40B4-BE49-F238E27FC236}">
                  <a16:creationId xmlns:a16="http://schemas.microsoft.com/office/drawing/2014/main" id="{A3F67AA9-3072-219D-2922-00309F4039D5}"/>
                </a:ext>
              </a:extLst>
            </p:cNvPr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>
              <a:extLst>
                <a:ext uri="{FF2B5EF4-FFF2-40B4-BE49-F238E27FC236}">
                  <a16:creationId xmlns:a16="http://schemas.microsoft.com/office/drawing/2014/main" id="{7194F39B-B017-5762-A931-DC175BC60E0E}"/>
                </a:ext>
              </a:extLst>
            </p:cNvPr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>
              <a:extLst>
                <a:ext uri="{FF2B5EF4-FFF2-40B4-BE49-F238E27FC236}">
                  <a16:creationId xmlns:a16="http://schemas.microsoft.com/office/drawing/2014/main" id="{FD60836B-D675-C425-2D63-273419F4C626}"/>
                </a:ext>
              </a:extLst>
            </p:cNvPr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>
              <a:extLst>
                <a:ext uri="{FF2B5EF4-FFF2-40B4-BE49-F238E27FC236}">
                  <a16:creationId xmlns:a16="http://schemas.microsoft.com/office/drawing/2014/main" id="{7D01EDAC-FDE8-A1FE-987C-93BF66991B85}"/>
                </a:ext>
              </a:extLst>
            </p:cNvPr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>
              <a:extLst>
                <a:ext uri="{FF2B5EF4-FFF2-40B4-BE49-F238E27FC236}">
                  <a16:creationId xmlns:a16="http://schemas.microsoft.com/office/drawing/2014/main" id="{0832B7E8-67E4-C755-E1D2-74B5C39EFD82}"/>
                </a:ext>
              </a:extLst>
            </p:cNvPr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>
              <a:extLst>
                <a:ext uri="{FF2B5EF4-FFF2-40B4-BE49-F238E27FC236}">
                  <a16:creationId xmlns:a16="http://schemas.microsoft.com/office/drawing/2014/main" id="{00541720-1D04-70AB-C900-7C42EE4D7AD5}"/>
                </a:ext>
              </a:extLst>
            </p:cNvPr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>
              <a:extLst>
                <a:ext uri="{FF2B5EF4-FFF2-40B4-BE49-F238E27FC236}">
                  <a16:creationId xmlns:a16="http://schemas.microsoft.com/office/drawing/2014/main" id="{401C4B0E-FC5D-75C3-7818-59BF37A7BBC7}"/>
                </a:ext>
              </a:extLst>
            </p:cNvPr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>
              <a:extLst>
                <a:ext uri="{FF2B5EF4-FFF2-40B4-BE49-F238E27FC236}">
                  <a16:creationId xmlns:a16="http://schemas.microsoft.com/office/drawing/2014/main" id="{97FAFBEE-E1EF-0ED6-BB52-CC3A03706F58}"/>
                </a:ext>
              </a:extLst>
            </p:cNvPr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>
              <a:extLst>
                <a:ext uri="{FF2B5EF4-FFF2-40B4-BE49-F238E27FC236}">
                  <a16:creationId xmlns:a16="http://schemas.microsoft.com/office/drawing/2014/main" id="{BD54E9A7-35E4-4F7E-A165-D27E509262D5}"/>
                </a:ext>
              </a:extLst>
            </p:cNvPr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>
              <a:extLst>
                <a:ext uri="{FF2B5EF4-FFF2-40B4-BE49-F238E27FC236}">
                  <a16:creationId xmlns:a16="http://schemas.microsoft.com/office/drawing/2014/main" id="{B4BF3AF2-60DA-19AA-944E-B09FB53D733A}"/>
                </a:ext>
              </a:extLst>
            </p:cNvPr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>
              <a:extLst>
                <a:ext uri="{FF2B5EF4-FFF2-40B4-BE49-F238E27FC236}">
                  <a16:creationId xmlns:a16="http://schemas.microsoft.com/office/drawing/2014/main" id="{D9751997-558C-C447-2070-89CFC9CCD1D7}"/>
                </a:ext>
              </a:extLst>
            </p:cNvPr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>
              <a:extLst>
                <a:ext uri="{FF2B5EF4-FFF2-40B4-BE49-F238E27FC236}">
                  <a16:creationId xmlns:a16="http://schemas.microsoft.com/office/drawing/2014/main" id="{1A8FA40F-07C8-B1AA-2F37-20356CFD5A0A}"/>
                </a:ext>
              </a:extLst>
            </p:cNvPr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>
              <a:extLst>
                <a:ext uri="{FF2B5EF4-FFF2-40B4-BE49-F238E27FC236}">
                  <a16:creationId xmlns:a16="http://schemas.microsoft.com/office/drawing/2014/main" id="{F25EA7FF-EEFC-5707-7528-8103D04A2487}"/>
                </a:ext>
              </a:extLst>
            </p:cNvPr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>
              <a:extLst>
                <a:ext uri="{FF2B5EF4-FFF2-40B4-BE49-F238E27FC236}">
                  <a16:creationId xmlns:a16="http://schemas.microsoft.com/office/drawing/2014/main" id="{47793493-BB09-AEC5-039A-4BD652F29371}"/>
                </a:ext>
              </a:extLst>
            </p:cNvPr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>
              <a:extLst>
                <a:ext uri="{FF2B5EF4-FFF2-40B4-BE49-F238E27FC236}">
                  <a16:creationId xmlns:a16="http://schemas.microsoft.com/office/drawing/2014/main" id="{16DABFD7-C710-928B-AC67-86CA719D1FB0}"/>
                </a:ext>
              </a:extLst>
            </p:cNvPr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>
              <a:extLst>
                <a:ext uri="{FF2B5EF4-FFF2-40B4-BE49-F238E27FC236}">
                  <a16:creationId xmlns:a16="http://schemas.microsoft.com/office/drawing/2014/main" id="{8DD530B7-BE08-17D0-01B5-F3DE426596E9}"/>
                </a:ext>
              </a:extLst>
            </p:cNvPr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>
              <a:extLst>
                <a:ext uri="{FF2B5EF4-FFF2-40B4-BE49-F238E27FC236}">
                  <a16:creationId xmlns:a16="http://schemas.microsoft.com/office/drawing/2014/main" id="{BEB47730-2AAD-4BAD-E5E3-C2FA6B6D40CE}"/>
                </a:ext>
              </a:extLst>
            </p:cNvPr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>
              <a:extLst>
                <a:ext uri="{FF2B5EF4-FFF2-40B4-BE49-F238E27FC236}">
                  <a16:creationId xmlns:a16="http://schemas.microsoft.com/office/drawing/2014/main" id="{42539EC9-5D89-7314-A0BE-01DB03DF6EDD}"/>
                </a:ext>
              </a:extLst>
            </p:cNvPr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>
              <a:extLst>
                <a:ext uri="{FF2B5EF4-FFF2-40B4-BE49-F238E27FC236}">
                  <a16:creationId xmlns:a16="http://schemas.microsoft.com/office/drawing/2014/main" id="{FE611D64-8D7C-3436-2ADA-E8F3108ED073}"/>
                </a:ext>
              </a:extLst>
            </p:cNvPr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>
              <a:extLst>
                <a:ext uri="{FF2B5EF4-FFF2-40B4-BE49-F238E27FC236}">
                  <a16:creationId xmlns:a16="http://schemas.microsoft.com/office/drawing/2014/main" id="{034A2608-558D-4346-46B7-002022F59585}"/>
                </a:ext>
              </a:extLst>
            </p:cNvPr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>
              <a:extLst>
                <a:ext uri="{FF2B5EF4-FFF2-40B4-BE49-F238E27FC236}">
                  <a16:creationId xmlns:a16="http://schemas.microsoft.com/office/drawing/2014/main" id="{32262F90-0DA8-01C1-6A30-BC74F6A6F6AD}"/>
                </a:ext>
              </a:extLst>
            </p:cNvPr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>
              <a:extLst>
                <a:ext uri="{FF2B5EF4-FFF2-40B4-BE49-F238E27FC236}">
                  <a16:creationId xmlns:a16="http://schemas.microsoft.com/office/drawing/2014/main" id="{8620CD72-AF72-2294-1B1D-FDB238E15606}"/>
                </a:ext>
              </a:extLst>
            </p:cNvPr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>
              <a:extLst>
                <a:ext uri="{FF2B5EF4-FFF2-40B4-BE49-F238E27FC236}">
                  <a16:creationId xmlns:a16="http://schemas.microsoft.com/office/drawing/2014/main" id="{580EB004-FF68-D454-5D7B-0BD067D8AA2B}"/>
                </a:ext>
              </a:extLst>
            </p:cNvPr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>
              <a:extLst>
                <a:ext uri="{FF2B5EF4-FFF2-40B4-BE49-F238E27FC236}">
                  <a16:creationId xmlns:a16="http://schemas.microsoft.com/office/drawing/2014/main" id="{07785639-4D32-2C31-ADA2-1F23068B360A}"/>
                </a:ext>
              </a:extLst>
            </p:cNvPr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>
              <a:extLst>
                <a:ext uri="{FF2B5EF4-FFF2-40B4-BE49-F238E27FC236}">
                  <a16:creationId xmlns:a16="http://schemas.microsoft.com/office/drawing/2014/main" id="{C3631847-07BB-A200-AA4F-A48B974C604F}"/>
                </a:ext>
              </a:extLst>
            </p:cNvPr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>
              <a:extLst>
                <a:ext uri="{FF2B5EF4-FFF2-40B4-BE49-F238E27FC236}">
                  <a16:creationId xmlns:a16="http://schemas.microsoft.com/office/drawing/2014/main" id="{C3BBA734-4EA4-A999-94B4-FDDFA84C218C}"/>
                </a:ext>
              </a:extLst>
            </p:cNvPr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>
              <a:extLst>
                <a:ext uri="{FF2B5EF4-FFF2-40B4-BE49-F238E27FC236}">
                  <a16:creationId xmlns:a16="http://schemas.microsoft.com/office/drawing/2014/main" id="{B1390CBD-E926-9A83-2261-CDB9660FF7D0}"/>
                </a:ext>
              </a:extLst>
            </p:cNvPr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>
              <a:extLst>
                <a:ext uri="{FF2B5EF4-FFF2-40B4-BE49-F238E27FC236}">
                  <a16:creationId xmlns:a16="http://schemas.microsoft.com/office/drawing/2014/main" id="{5CC5056F-FC2B-2297-8978-EB63619C058C}"/>
                </a:ext>
              </a:extLst>
            </p:cNvPr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>
              <a:extLst>
                <a:ext uri="{FF2B5EF4-FFF2-40B4-BE49-F238E27FC236}">
                  <a16:creationId xmlns:a16="http://schemas.microsoft.com/office/drawing/2014/main" id="{DE948FC1-8A4C-F238-B6F2-A40DAA382423}"/>
                </a:ext>
              </a:extLst>
            </p:cNvPr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>
              <a:extLst>
                <a:ext uri="{FF2B5EF4-FFF2-40B4-BE49-F238E27FC236}">
                  <a16:creationId xmlns:a16="http://schemas.microsoft.com/office/drawing/2014/main" id="{6FB447C3-1628-C225-DD06-0A68F4A8188A}"/>
                </a:ext>
              </a:extLst>
            </p:cNvPr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>
              <a:extLst>
                <a:ext uri="{FF2B5EF4-FFF2-40B4-BE49-F238E27FC236}">
                  <a16:creationId xmlns:a16="http://schemas.microsoft.com/office/drawing/2014/main" id="{012535EB-9F3F-BD77-3EFE-82C151CC1715}"/>
                </a:ext>
              </a:extLst>
            </p:cNvPr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>
              <a:extLst>
                <a:ext uri="{FF2B5EF4-FFF2-40B4-BE49-F238E27FC236}">
                  <a16:creationId xmlns:a16="http://schemas.microsoft.com/office/drawing/2014/main" id="{DBE644F4-B0A0-E606-2F0D-34A144CC9BC3}"/>
                </a:ext>
              </a:extLst>
            </p:cNvPr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>
              <a:extLst>
                <a:ext uri="{FF2B5EF4-FFF2-40B4-BE49-F238E27FC236}">
                  <a16:creationId xmlns:a16="http://schemas.microsoft.com/office/drawing/2014/main" id="{9D64A6FC-C877-2D6D-9758-839358625D12}"/>
                </a:ext>
              </a:extLst>
            </p:cNvPr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>
              <a:extLst>
                <a:ext uri="{FF2B5EF4-FFF2-40B4-BE49-F238E27FC236}">
                  <a16:creationId xmlns:a16="http://schemas.microsoft.com/office/drawing/2014/main" id="{8657FBC7-4C08-2F4E-6463-D599BB2989C2}"/>
                </a:ext>
              </a:extLst>
            </p:cNvPr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>
              <a:extLst>
                <a:ext uri="{FF2B5EF4-FFF2-40B4-BE49-F238E27FC236}">
                  <a16:creationId xmlns:a16="http://schemas.microsoft.com/office/drawing/2014/main" id="{06239059-22B6-EFDC-9FB3-C8F43AC97F45}"/>
                </a:ext>
              </a:extLst>
            </p:cNvPr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>
              <a:extLst>
                <a:ext uri="{FF2B5EF4-FFF2-40B4-BE49-F238E27FC236}">
                  <a16:creationId xmlns:a16="http://schemas.microsoft.com/office/drawing/2014/main" id="{7FF0E1CD-F5CC-F023-E7B3-7AA29E5245D4}"/>
                </a:ext>
              </a:extLst>
            </p:cNvPr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>
              <a:extLst>
                <a:ext uri="{FF2B5EF4-FFF2-40B4-BE49-F238E27FC236}">
                  <a16:creationId xmlns:a16="http://schemas.microsoft.com/office/drawing/2014/main" id="{926232CD-D0EC-7C4D-FC79-E7D1120A8031}"/>
                </a:ext>
              </a:extLst>
            </p:cNvPr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>
              <a:extLst>
                <a:ext uri="{FF2B5EF4-FFF2-40B4-BE49-F238E27FC236}">
                  <a16:creationId xmlns:a16="http://schemas.microsoft.com/office/drawing/2014/main" id="{30ECCDA2-42B6-2ED3-10D4-AD203D241DA4}"/>
                </a:ext>
              </a:extLst>
            </p:cNvPr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>
              <a:extLst>
                <a:ext uri="{FF2B5EF4-FFF2-40B4-BE49-F238E27FC236}">
                  <a16:creationId xmlns:a16="http://schemas.microsoft.com/office/drawing/2014/main" id="{AF97275B-CBBF-D49B-2636-5E8885D582AC}"/>
                </a:ext>
              </a:extLst>
            </p:cNvPr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>
              <a:extLst>
                <a:ext uri="{FF2B5EF4-FFF2-40B4-BE49-F238E27FC236}">
                  <a16:creationId xmlns:a16="http://schemas.microsoft.com/office/drawing/2014/main" id="{6D44F4DB-EFC6-5AC4-A3AF-924D3699880A}"/>
                </a:ext>
              </a:extLst>
            </p:cNvPr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>
              <a:extLst>
                <a:ext uri="{FF2B5EF4-FFF2-40B4-BE49-F238E27FC236}">
                  <a16:creationId xmlns:a16="http://schemas.microsoft.com/office/drawing/2014/main" id="{5201BE77-28DD-A9FE-C656-46F5DEF4E4FF}"/>
                </a:ext>
              </a:extLst>
            </p:cNvPr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>
              <a:extLst>
                <a:ext uri="{FF2B5EF4-FFF2-40B4-BE49-F238E27FC236}">
                  <a16:creationId xmlns:a16="http://schemas.microsoft.com/office/drawing/2014/main" id="{FA0E934A-ADB9-C8A1-5204-0A3081B4CFD9}"/>
                </a:ext>
              </a:extLst>
            </p:cNvPr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>
              <a:extLst>
                <a:ext uri="{FF2B5EF4-FFF2-40B4-BE49-F238E27FC236}">
                  <a16:creationId xmlns:a16="http://schemas.microsoft.com/office/drawing/2014/main" id="{D8225A4C-6C23-6A5C-5113-EAB8529EB167}"/>
                </a:ext>
              </a:extLst>
            </p:cNvPr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>
              <a:extLst>
                <a:ext uri="{FF2B5EF4-FFF2-40B4-BE49-F238E27FC236}">
                  <a16:creationId xmlns:a16="http://schemas.microsoft.com/office/drawing/2014/main" id="{6909ECCF-42C6-B558-9CDF-4FB39653324D}"/>
                </a:ext>
              </a:extLst>
            </p:cNvPr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>
              <a:extLst>
                <a:ext uri="{FF2B5EF4-FFF2-40B4-BE49-F238E27FC236}">
                  <a16:creationId xmlns:a16="http://schemas.microsoft.com/office/drawing/2014/main" id="{97FB426B-EE5A-C9D8-6F97-6A33CB5F02A9}"/>
                </a:ext>
              </a:extLst>
            </p:cNvPr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>
              <a:extLst>
                <a:ext uri="{FF2B5EF4-FFF2-40B4-BE49-F238E27FC236}">
                  <a16:creationId xmlns:a16="http://schemas.microsoft.com/office/drawing/2014/main" id="{29D54DC1-3D7A-37B6-64BD-95D90D25F82C}"/>
                </a:ext>
              </a:extLst>
            </p:cNvPr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>
              <a:extLst>
                <a:ext uri="{FF2B5EF4-FFF2-40B4-BE49-F238E27FC236}">
                  <a16:creationId xmlns:a16="http://schemas.microsoft.com/office/drawing/2014/main" id="{E1E68206-2617-744F-CCEE-4CB42D6F614F}"/>
                </a:ext>
              </a:extLst>
            </p:cNvPr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>
              <a:extLst>
                <a:ext uri="{FF2B5EF4-FFF2-40B4-BE49-F238E27FC236}">
                  <a16:creationId xmlns:a16="http://schemas.microsoft.com/office/drawing/2014/main" id="{AFC17C4A-F2F9-E947-47EA-CB9E91A56B45}"/>
                </a:ext>
              </a:extLst>
            </p:cNvPr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>
              <a:extLst>
                <a:ext uri="{FF2B5EF4-FFF2-40B4-BE49-F238E27FC236}">
                  <a16:creationId xmlns:a16="http://schemas.microsoft.com/office/drawing/2014/main" id="{18AF8EDE-45B3-23EE-3A7B-BBAE36C47E11}"/>
                </a:ext>
              </a:extLst>
            </p:cNvPr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>
              <a:extLst>
                <a:ext uri="{FF2B5EF4-FFF2-40B4-BE49-F238E27FC236}">
                  <a16:creationId xmlns:a16="http://schemas.microsoft.com/office/drawing/2014/main" id="{514A0ADF-FE14-46E9-BD87-9BC36E3547BD}"/>
                </a:ext>
              </a:extLst>
            </p:cNvPr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>
              <a:extLst>
                <a:ext uri="{FF2B5EF4-FFF2-40B4-BE49-F238E27FC236}">
                  <a16:creationId xmlns:a16="http://schemas.microsoft.com/office/drawing/2014/main" id="{03647F30-C082-3522-C63A-52AD1363D224}"/>
                </a:ext>
              </a:extLst>
            </p:cNvPr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>
              <a:extLst>
                <a:ext uri="{FF2B5EF4-FFF2-40B4-BE49-F238E27FC236}">
                  <a16:creationId xmlns:a16="http://schemas.microsoft.com/office/drawing/2014/main" id="{66CDD8AD-B12F-6192-DD80-509FF451455D}"/>
                </a:ext>
              </a:extLst>
            </p:cNvPr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>
              <a:extLst>
                <a:ext uri="{FF2B5EF4-FFF2-40B4-BE49-F238E27FC236}">
                  <a16:creationId xmlns:a16="http://schemas.microsoft.com/office/drawing/2014/main" id="{3701F1F6-8722-52B8-71DD-529977A686EC}"/>
                </a:ext>
              </a:extLst>
            </p:cNvPr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>
              <a:extLst>
                <a:ext uri="{FF2B5EF4-FFF2-40B4-BE49-F238E27FC236}">
                  <a16:creationId xmlns:a16="http://schemas.microsoft.com/office/drawing/2014/main" id="{1982F6C6-40AE-3502-4E78-C845263DB6C7}"/>
                </a:ext>
              </a:extLst>
            </p:cNvPr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>
              <a:extLst>
                <a:ext uri="{FF2B5EF4-FFF2-40B4-BE49-F238E27FC236}">
                  <a16:creationId xmlns:a16="http://schemas.microsoft.com/office/drawing/2014/main" id="{00F40404-C579-5E33-BB39-471258DECC27}"/>
                </a:ext>
              </a:extLst>
            </p:cNvPr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>
              <a:extLst>
                <a:ext uri="{FF2B5EF4-FFF2-40B4-BE49-F238E27FC236}">
                  <a16:creationId xmlns:a16="http://schemas.microsoft.com/office/drawing/2014/main" id="{FDC5A508-EFA0-5D97-4B2D-70EA5B7CB610}"/>
                </a:ext>
              </a:extLst>
            </p:cNvPr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>
              <a:extLst>
                <a:ext uri="{FF2B5EF4-FFF2-40B4-BE49-F238E27FC236}">
                  <a16:creationId xmlns:a16="http://schemas.microsoft.com/office/drawing/2014/main" id="{EC9A250E-54E7-B421-C575-A4E2E4969CAB}"/>
                </a:ext>
              </a:extLst>
            </p:cNvPr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>
              <a:extLst>
                <a:ext uri="{FF2B5EF4-FFF2-40B4-BE49-F238E27FC236}">
                  <a16:creationId xmlns:a16="http://schemas.microsoft.com/office/drawing/2014/main" id="{DF8E9316-934B-8F72-C30A-F5AB5ED86A60}"/>
                </a:ext>
              </a:extLst>
            </p:cNvPr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>
              <a:extLst>
                <a:ext uri="{FF2B5EF4-FFF2-40B4-BE49-F238E27FC236}">
                  <a16:creationId xmlns:a16="http://schemas.microsoft.com/office/drawing/2014/main" id="{4CB9A5B5-E67B-C999-7B8D-89823F72427A}"/>
                </a:ext>
              </a:extLst>
            </p:cNvPr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>
              <a:extLst>
                <a:ext uri="{FF2B5EF4-FFF2-40B4-BE49-F238E27FC236}">
                  <a16:creationId xmlns:a16="http://schemas.microsoft.com/office/drawing/2014/main" id="{A14D6B12-7CFC-C4C6-BA07-AEF278D46E31}"/>
                </a:ext>
              </a:extLst>
            </p:cNvPr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>
              <a:extLst>
                <a:ext uri="{FF2B5EF4-FFF2-40B4-BE49-F238E27FC236}">
                  <a16:creationId xmlns:a16="http://schemas.microsoft.com/office/drawing/2014/main" id="{11824F0B-2B3C-078A-7B8C-FB8896FF6204}"/>
                </a:ext>
              </a:extLst>
            </p:cNvPr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>
              <a:extLst>
                <a:ext uri="{FF2B5EF4-FFF2-40B4-BE49-F238E27FC236}">
                  <a16:creationId xmlns:a16="http://schemas.microsoft.com/office/drawing/2014/main" id="{9636B69A-13DF-EEFE-89F9-457CEC092AEE}"/>
                </a:ext>
              </a:extLst>
            </p:cNvPr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>
              <a:extLst>
                <a:ext uri="{FF2B5EF4-FFF2-40B4-BE49-F238E27FC236}">
                  <a16:creationId xmlns:a16="http://schemas.microsoft.com/office/drawing/2014/main" id="{9F2C0E53-8273-EC18-921F-2BB2EC298103}"/>
                </a:ext>
              </a:extLst>
            </p:cNvPr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>
              <a:extLst>
                <a:ext uri="{FF2B5EF4-FFF2-40B4-BE49-F238E27FC236}">
                  <a16:creationId xmlns:a16="http://schemas.microsoft.com/office/drawing/2014/main" id="{313F502F-543F-2552-1B13-629C9C5A8A92}"/>
                </a:ext>
              </a:extLst>
            </p:cNvPr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>
              <a:extLst>
                <a:ext uri="{FF2B5EF4-FFF2-40B4-BE49-F238E27FC236}">
                  <a16:creationId xmlns:a16="http://schemas.microsoft.com/office/drawing/2014/main" id="{03740C2D-FB48-9747-08F7-62367D0B8361}"/>
                </a:ext>
              </a:extLst>
            </p:cNvPr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>
              <a:extLst>
                <a:ext uri="{FF2B5EF4-FFF2-40B4-BE49-F238E27FC236}">
                  <a16:creationId xmlns:a16="http://schemas.microsoft.com/office/drawing/2014/main" id="{1E38FBBC-9E4D-7DDD-3365-8CBFC6226A97}"/>
                </a:ext>
              </a:extLst>
            </p:cNvPr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>
              <a:extLst>
                <a:ext uri="{FF2B5EF4-FFF2-40B4-BE49-F238E27FC236}">
                  <a16:creationId xmlns:a16="http://schemas.microsoft.com/office/drawing/2014/main" id="{E4E853C2-F207-BC55-89F0-B182C5D2F890}"/>
                </a:ext>
              </a:extLst>
            </p:cNvPr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>
              <a:extLst>
                <a:ext uri="{FF2B5EF4-FFF2-40B4-BE49-F238E27FC236}">
                  <a16:creationId xmlns:a16="http://schemas.microsoft.com/office/drawing/2014/main" id="{9C9B1FF8-D4F5-BC5E-EC54-AB94189C84A9}"/>
                </a:ext>
              </a:extLst>
            </p:cNvPr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>
              <a:extLst>
                <a:ext uri="{FF2B5EF4-FFF2-40B4-BE49-F238E27FC236}">
                  <a16:creationId xmlns:a16="http://schemas.microsoft.com/office/drawing/2014/main" id="{0176C0F1-8002-34BC-F1F7-652E1DB015C0}"/>
                </a:ext>
              </a:extLst>
            </p:cNvPr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>
              <a:extLst>
                <a:ext uri="{FF2B5EF4-FFF2-40B4-BE49-F238E27FC236}">
                  <a16:creationId xmlns:a16="http://schemas.microsoft.com/office/drawing/2014/main" id="{6A939D94-ACBA-8CC4-259B-9E12DAB08339}"/>
                </a:ext>
              </a:extLst>
            </p:cNvPr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>
              <a:extLst>
                <a:ext uri="{FF2B5EF4-FFF2-40B4-BE49-F238E27FC236}">
                  <a16:creationId xmlns:a16="http://schemas.microsoft.com/office/drawing/2014/main" id="{E97F90C7-459F-9644-DF02-A265A617F41C}"/>
                </a:ext>
              </a:extLst>
            </p:cNvPr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>
              <a:extLst>
                <a:ext uri="{FF2B5EF4-FFF2-40B4-BE49-F238E27FC236}">
                  <a16:creationId xmlns:a16="http://schemas.microsoft.com/office/drawing/2014/main" id="{9C850FB9-80C4-B0F5-0185-40C8FA5CF34F}"/>
                </a:ext>
              </a:extLst>
            </p:cNvPr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>
              <a:extLst>
                <a:ext uri="{FF2B5EF4-FFF2-40B4-BE49-F238E27FC236}">
                  <a16:creationId xmlns:a16="http://schemas.microsoft.com/office/drawing/2014/main" id="{7BC26EF0-2A7A-EE99-ECB1-125056C36BD7}"/>
                </a:ext>
              </a:extLst>
            </p:cNvPr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>
              <a:extLst>
                <a:ext uri="{FF2B5EF4-FFF2-40B4-BE49-F238E27FC236}">
                  <a16:creationId xmlns:a16="http://schemas.microsoft.com/office/drawing/2014/main" id="{350273A8-ECA3-08BE-CB66-80120BE9D8D6}"/>
                </a:ext>
              </a:extLst>
            </p:cNvPr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>
              <a:extLst>
                <a:ext uri="{FF2B5EF4-FFF2-40B4-BE49-F238E27FC236}">
                  <a16:creationId xmlns:a16="http://schemas.microsoft.com/office/drawing/2014/main" id="{F980043E-9F6B-9E76-7AD1-FC4BC099E43C}"/>
                </a:ext>
              </a:extLst>
            </p:cNvPr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>
              <a:extLst>
                <a:ext uri="{FF2B5EF4-FFF2-40B4-BE49-F238E27FC236}">
                  <a16:creationId xmlns:a16="http://schemas.microsoft.com/office/drawing/2014/main" id="{50869EDF-1B1A-6391-9CCB-DF65C0F59264}"/>
                </a:ext>
              </a:extLst>
            </p:cNvPr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>
              <a:extLst>
                <a:ext uri="{FF2B5EF4-FFF2-40B4-BE49-F238E27FC236}">
                  <a16:creationId xmlns:a16="http://schemas.microsoft.com/office/drawing/2014/main" id="{96C11065-BC3D-9323-F60E-291A4B4146BC}"/>
                </a:ext>
              </a:extLst>
            </p:cNvPr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>
              <a:extLst>
                <a:ext uri="{FF2B5EF4-FFF2-40B4-BE49-F238E27FC236}">
                  <a16:creationId xmlns:a16="http://schemas.microsoft.com/office/drawing/2014/main" id="{6A93E030-02EE-69E5-015E-90D377F17DBF}"/>
                </a:ext>
              </a:extLst>
            </p:cNvPr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>
              <a:extLst>
                <a:ext uri="{FF2B5EF4-FFF2-40B4-BE49-F238E27FC236}">
                  <a16:creationId xmlns:a16="http://schemas.microsoft.com/office/drawing/2014/main" id="{8956C314-9399-9775-FCAC-00BDC6C25018}"/>
                </a:ext>
              </a:extLst>
            </p:cNvPr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>
              <a:extLst>
                <a:ext uri="{FF2B5EF4-FFF2-40B4-BE49-F238E27FC236}">
                  <a16:creationId xmlns:a16="http://schemas.microsoft.com/office/drawing/2014/main" id="{A5CCE811-4F94-5C02-8B72-6181F56255F8}"/>
                </a:ext>
              </a:extLst>
            </p:cNvPr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>
              <a:extLst>
                <a:ext uri="{FF2B5EF4-FFF2-40B4-BE49-F238E27FC236}">
                  <a16:creationId xmlns:a16="http://schemas.microsoft.com/office/drawing/2014/main" id="{8975CD0E-494B-4142-1FFA-616835C82570}"/>
                </a:ext>
              </a:extLst>
            </p:cNvPr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>
              <a:extLst>
                <a:ext uri="{FF2B5EF4-FFF2-40B4-BE49-F238E27FC236}">
                  <a16:creationId xmlns:a16="http://schemas.microsoft.com/office/drawing/2014/main" id="{E3D9BF56-D9CB-D705-AF2F-BA2F78E8FC66}"/>
                </a:ext>
              </a:extLst>
            </p:cNvPr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>
              <a:extLst>
                <a:ext uri="{FF2B5EF4-FFF2-40B4-BE49-F238E27FC236}">
                  <a16:creationId xmlns:a16="http://schemas.microsoft.com/office/drawing/2014/main" id="{6D722974-1152-7EE6-9383-EBF1938682BE}"/>
                </a:ext>
              </a:extLst>
            </p:cNvPr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>
              <a:extLst>
                <a:ext uri="{FF2B5EF4-FFF2-40B4-BE49-F238E27FC236}">
                  <a16:creationId xmlns:a16="http://schemas.microsoft.com/office/drawing/2014/main" id="{BDD46B32-7D34-2CDB-1A7D-CAC64040B222}"/>
                </a:ext>
              </a:extLst>
            </p:cNvPr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>
              <a:extLst>
                <a:ext uri="{FF2B5EF4-FFF2-40B4-BE49-F238E27FC236}">
                  <a16:creationId xmlns:a16="http://schemas.microsoft.com/office/drawing/2014/main" id="{91D20D52-2E08-F7CD-9081-2591F1B0EB94}"/>
                </a:ext>
              </a:extLst>
            </p:cNvPr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>
              <a:extLst>
                <a:ext uri="{FF2B5EF4-FFF2-40B4-BE49-F238E27FC236}">
                  <a16:creationId xmlns:a16="http://schemas.microsoft.com/office/drawing/2014/main" id="{5DC4AE73-50CA-A272-15B5-5F0570E92BA0}"/>
                </a:ext>
              </a:extLst>
            </p:cNvPr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>
              <a:extLst>
                <a:ext uri="{FF2B5EF4-FFF2-40B4-BE49-F238E27FC236}">
                  <a16:creationId xmlns:a16="http://schemas.microsoft.com/office/drawing/2014/main" id="{F1CC9736-F955-637C-AEA5-0DFB6AF5C00B}"/>
                </a:ext>
              </a:extLst>
            </p:cNvPr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>
              <a:extLst>
                <a:ext uri="{FF2B5EF4-FFF2-40B4-BE49-F238E27FC236}">
                  <a16:creationId xmlns:a16="http://schemas.microsoft.com/office/drawing/2014/main" id="{6768B881-419F-7B74-2C2B-0653C6148A09}"/>
                </a:ext>
              </a:extLst>
            </p:cNvPr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>
              <a:extLst>
                <a:ext uri="{FF2B5EF4-FFF2-40B4-BE49-F238E27FC236}">
                  <a16:creationId xmlns:a16="http://schemas.microsoft.com/office/drawing/2014/main" id="{06E494F1-9FE2-AADD-1059-E280CB44FEC4}"/>
                </a:ext>
              </a:extLst>
            </p:cNvPr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>
              <a:extLst>
                <a:ext uri="{FF2B5EF4-FFF2-40B4-BE49-F238E27FC236}">
                  <a16:creationId xmlns:a16="http://schemas.microsoft.com/office/drawing/2014/main" id="{42E9B5DD-0903-3A29-DBEA-948BD390C30A}"/>
                </a:ext>
              </a:extLst>
            </p:cNvPr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>
              <a:extLst>
                <a:ext uri="{FF2B5EF4-FFF2-40B4-BE49-F238E27FC236}">
                  <a16:creationId xmlns:a16="http://schemas.microsoft.com/office/drawing/2014/main" id="{3055B6C1-2BB7-B9E9-5C50-0A7F2E4F2B9B}"/>
                </a:ext>
              </a:extLst>
            </p:cNvPr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>
              <a:extLst>
                <a:ext uri="{FF2B5EF4-FFF2-40B4-BE49-F238E27FC236}">
                  <a16:creationId xmlns:a16="http://schemas.microsoft.com/office/drawing/2014/main" id="{44F1C795-747C-950F-1E76-D9C40DD02AF8}"/>
                </a:ext>
              </a:extLst>
            </p:cNvPr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>
              <a:extLst>
                <a:ext uri="{FF2B5EF4-FFF2-40B4-BE49-F238E27FC236}">
                  <a16:creationId xmlns:a16="http://schemas.microsoft.com/office/drawing/2014/main" id="{BF94B2C7-EF49-8293-D6E5-3BE31D942406}"/>
                </a:ext>
              </a:extLst>
            </p:cNvPr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>
              <a:extLst>
                <a:ext uri="{FF2B5EF4-FFF2-40B4-BE49-F238E27FC236}">
                  <a16:creationId xmlns:a16="http://schemas.microsoft.com/office/drawing/2014/main" id="{4AB93FB1-4F16-7949-F666-D72C17F15FB3}"/>
                </a:ext>
              </a:extLst>
            </p:cNvPr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>
              <a:extLst>
                <a:ext uri="{FF2B5EF4-FFF2-40B4-BE49-F238E27FC236}">
                  <a16:creationId xmlns:a16="http://schemas.microsoft.com/office/drawing/2014/main" id="{0079EE03-57C3-F73C-AE07-743627141CD7}"/>
                </a:ext>
              </a:extLst>
            </p:cNvPr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>
              <a:extLst>
                <a:ext uri="{FF2B5EF4-FFF2-40B4-BE49-F238E27FC236}">
                  <a16:creationId xmlns:a16="http://schemas.microsoft.com/office/drawing/2014/main" id="{45D58A2A-1F4B-4B7D-F99D-203BD74ABE77}"/>
                </a:ext>
              </a:extLst>
            </p:cNvPr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>
              <a:extLst>
                <a:ext uri="{FF2B5EF4-FFF2-40B4-BE49-F238E27FC236}">
                  <a16:creationId xmlns:a16="http://schemas.microsoft.com/office/drawing/2014/main" id="{6C745DD1-9CEC-69AD-2CB0-522AC00B98E5}"/>
                </a:ext>
              </a:extLst>
            </p:cNvPr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>
              <a:extLst>
                <a:ext uri="{FF2B5EF4-FFF2-40B4-BE49-F238E27FC236}">
                  <a16:creationId xmlns:a16="http://schemas.microsoft.com/office/drawing/2014/main" id="{B693DF94-3914-FD3A-A555-0622B2AA9358}"/>
                </a:ext>
              </a:extLst>
            </p:cNvPr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>
              <a:extLst>
                <a:ext uri="{FF2B5EF4-FFF2-40B4-BE49-F238E27FC236}">
                  <a16:creationId xmlns:a16="http://schemas.microsoft.com/office/drawing/2014/main" id="{DCC93109-D775-B92A-C78B-0F0AE9FD5F08}"/>
                </a:ext>
              </a:extLst>
            </p:cNvPr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>
              <a:extLst>
                <a:ext uri="{FF2B5EF4-FFF2-40B4-BE49-F238E27FC236}">
                  <a16:creationId xmlns:a16="http://schemas.microsoft.com/office/drawing/2014/main" id="{DE56D126-818A-C843-E747-A0E83E698023}"/>
                </a:ext>
              </a:extLst>
            </p:cNvPr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>
              <a:extLst>
                <a:ext uri="{FF2B5EF4-FFF2-40B4-BE49-F238E27FC236}">
                  <a16:creationId xmlns:a16="http://schemas.microsoft.com/office/drawing/2014/main" id="{DD3A9BB9-B2A7-6082-B067-6542CB9DB25E}"/>
                </a:ext>
              </a:extLst>
            </p:cNvPr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>
              <a:extLst>
                <a:ext uri="{FF2B5EF4-FFF2-40B4-BE49-F238E27FC236}">
                  <a16:creationId xmlns:a16="http://schemas.microsoft.com/office/drawing/2014/main" id="{B6BC0051-0E6F-C238-CF53-1F9EF5150A03}"/>
                </a:ext>
              </a:extLst>
            </p:cNvPr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>
              <a:extLst>
                <a:ext uri="{FF2B5EF4-FFF2-40B4-BE49-F238E27FC236}">
                  <a16:creationId xmlns:a16="http://schemas.microsoft.com/office/drawing/2014/main" id="{2321E020-679C-BC76-A9DB-55AA719C9EE8}"/>
                </a:ext>
              </a:extLst>
            </p:cNvPr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>
              <a:extLst>
                <a:ext uri="{FF2B5EF4-FFF2-40B4-BE49-F238E27FC236}">
                  <a16:creationId xmlns:a16="http://schemas.microsoft.com/office/drawing/2014/main" id="{8761FD16-1B28-CE10-E73E-052243B40FD0}"/>
                </a:ext>
              </a:extLst>
            </p:cNvPr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>
              <a:extLst>
                <a:ext uri="{FF2B5EF4-FFF2-40B4-BE49-F238E27FC236}">
                  <a16:creationId xmlns:a16="http://schemas.microsoft.com/office/drawing/2014/main" id="{A3F4884E-8978-2D7A-2A43-3C720947A474}"/>
                </a:ext>
              </a:extLst>
            </p:cNvPr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>
              <a:extLst>
                <a:ext uri="{FF2B5EF4-FFF2-40B4-BE49-F238E27FC236}">
                  <a16:creationId xmlns:a16="http://schemas.microsoft.com/office/drawing/2014/main" id="{53D09E9D-57DD-8CF6-7206-9D18B6C5A6F0}"/>
                </a:ext>
              </a:extLst>
            </p:cNvPr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>
              <a:extLst>
                <a:ext uri="{FF2B5EF4-FFF2-40B4-BE49-F238E27FC236}">
                  <a16:creationId xmlns:a16="http://schemas.microsoft.com/office/drawing/2014/main" id="{C7174A6D-AFBC-CF77-2578-09D0DFEFAE64}"/>
                </a:ext>
              </a:extLst>
            </p:cNvPr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>
              <a:extLst>
                <a:ext uri="{FF2B5EF4-FFF2-40B4-BE49-F238E27FC236}">
                  <a16:creationId xmlns:a16="http://schemas.microsoft.com/office/drawing/2014/main" id="{9B5BB18B-DFF3-BB2E-1234-D3E1D967EF90}"/>
                </a:ext>
              </a:extLst>
            </p:cNvPr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>
              <a:extLst>
                <a:ext uri="{FF2B5EF4-FFF2-40B4-BE49-F238E27FC236}">
                  <a16:creationId xmlns:a16="http://schemas.microsoft.com/office/drawing/2014/main" id="{9715E5E4-21B2-572D-DFBF-A3C5D5554F79}"/>
                </a:ext>
              </a:extLst>
            </p:cNvPr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>
              <a:extLst>
                <a:ext uri="{FF2B5EF4-FFF2-40B4-BE49-F238E27FC236}">
                  <a16:creationId xmlns:a16="http://schemas.microsoft.com/office/drawing/2014/main" id="{C78C505B-41A4-333D-CE6B-339F49347944}"/>
                </a:ext>
              </a:extLst>
            </p:cNvPr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>
              <a:extLst>
                <a:ext uri="{FF2B5EF4-FFF2-40B4-BE49-F238E27FC236}">
                  <a16:creationId xmlns:a16="http://schemas.microsoft.com/office/drawing/2014/main" id="{8B930D85-55D8-50CB-91A6-5BEB66AB2F09}"/>
                </a:ext>
              </a:extLst>
            </p:cNvPr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>
              <a:extLst>
                <a:ext uri="{FF2B5EF4-FFF2-40B4-BE49-F238E27FC236}">
                  <a16:creationId xmlns:a16="http://schemas.microsoft.com/office/drawing/2014/main" id="{518650FB-7906-3E3D-2DE7-3A36479864FC}"/>
                </a:ext>
              </a:extLst>
            </p:cNvPr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>
              <a:extLst>
                <a:ext uri="{FF2B5EF4-FFF2-40B4-BE49-F238E27FC236}">
                  <a16:creationId xmlns:a16="http://schemas.microsoft.com/office/drawing/2014/main" id="{C5CCAEB5-298E-B573-8F8B-FFF1C0F06B27}"/>
                </a:ext>
              </a:extLst>
            </p:cNvPr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>
              <a:extLst>
                <a:ext uri="{FF2B5EF4-FFF2-40B4-BE49-F238E27FC236}">
                  <a16:creationId xmlns:a16="http://schemas.microsoft.com/office/drawing/2014/main" id="{88973152-9AA2-01F1-B85B-808C82DC86B2}"/>
                </a:ext>
              </a:extLst>
            </p:cNvPr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>
              <a:extLst>
                <a:ext uri="{FF2B5EF4-FFF2-40B4-BE49-F238E27FC236}">
                  <a16:creationId xmlns:a16="http://schemas.microsoft.com/office/drawing/2014/main" id="{E5C8B2BD-653C-F491-9D0E-448B0184EB83}"/>
                </a:ext>
              </a:extLst>
            </p:cNvPr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>
              <a:extLst>
                <a:ext uri="{FF2B5EF4-FFF2-40B4-BE49-F238E27FC236}">
                  <a16:creationId xmlns:a16="http://schemas.microsoft.com/office/drawing/2014/main" id="{3BFAED19-D0A7-90A8-1143-FD20950F0029}"/>
                </a:ext>
              </a:extLst>
            </p:cNvPr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>
              <a:extLst>
                <a:ext uri="{FF2B5EF4-FFF2-40B4-BE49-F238E27FC236}">
                  <a16:creationId xmlns:a16="http://schemas.microsoft.com/office/drawing/2014/main" id="{FFBB0456-C029-C247-3390-1CE5E0B72C36}"/>
                </a:ext>
              </a:extLst>
            </p:cNvPr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>
              <a:extLst>
                <a:ext uri="{FF2B5EF4-FFF2-40B4-BE49-F238E27FC236}">
                  <a16:creationId xmlns:a16="http://schemas.microsoft.com/office/drawing/2014/main" id="{CE93ABB5-0C12-88A2-4603-11C5CD5C29D9}"/>
                </a:ext>
              </a:extLst>
            </p:cNvPr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>
              <a:extLst>
                <a:ext uri="{FF2B5EF4-FFF2-40B4-BE49-F238E27FC236}">
                  <a16:creationId xmlns:a16="http://schemas.microsoft.com/office/drawing/2014/main" id="{BFD81834-C8EA-A903-D601-49FC549A8448}"/>
                </a:ext>
              </a:extLst>
            </p:cNvPr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>
              <a:extLst>
                <a:ext uri="{FF2B5EF4-FFF2-40B4-BE49-F238E27FC236}">
                  <a16:creationId xmlns:a16="http://schemas.microsoft.com/office/drawing/2014/main" id="{E0C08DCF-7153-9C9A-2300-1FC95B93B62A}"/>
                </a:ext>
              </a:extLst>
            </p:cNvPr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>
              <a:extLst>
                <a:ext uri="{FF2B5EF4-FFF2-40B4-BE49-F238E27FC236}">
                  <a16:creationId xmlns:a16="http://schemas.microsoft.com/office/drawing/2014/main" id="{E66F0244-3463-5107-1DB8-FB146BB76E9D}"/>
                </a:ext>
              </a:extLst>
            </p:cNvPr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>
              <a:extLst>
                <a:ext uri="{FF2B5EF4-FFF2-40B4-BE49-F238E27FC236}">
                  <a16:creationId xmlns:a16="http://schemas.microsoft.com/office/drawing/2014/main" id="{B1F8887A-513A-5063-1D58-D4363407E0E5}"/>
                </a:ext>
              </a:extLst>
            </p:cNvPr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>
              <a:extLst>
                <a:ext uri="{FF2B5EF4-FFF2-40B4-BE49-F238E27FC236}">
                  <a16:creationId xmlns:a16="http://schemas.microsoft.com/office/drawing/2014/main" id="{21E7E0BA-DFA3-E86B-97B1-9850DB6410B7}"/>
                </a:ext>
              </a:extLst>
            </p:cNvPr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>
              <a:extLst>
                <a:ext uri="{FF2B5EF4-FFF2-40B4-BE49-F238E27FC236}">
                  <a16:creationId xmlns:a16="http://schemas.microsoft.com/office/drawing/2014/main" id="{1C6E3482-AEBD-13EE-A92C-18635D7BE42C}"/>
                </a:ext>
              </a:extLst>
            </p:cNvPr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>
              <a:extLst>
                <a:ext uri="{FF2B5EF4-FFF2-40B4-BE49-F238E27FC236}">
                  <a16:creationId xmlns:a16="http://schemas.microsoft.com/office/drawing/2014/main" id="{221641B0-D8BC-1952-EDD3-B6B1B66A7AE3}"/>
                </a:ext>
              </a:extLst>
            </p:cNvPr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>
              <a:extLst>
                <a:ext uri="{FF2B5EF4-FFF2-40B4-BE49-F238E27FC236}">
                  <a16:creationId xmlns:a16="http://schemas.microsoft.com/office/drawing/2014/main" id="{A6F11028-B32C-BADF-E75E-4FD98B13F911}"/>
                </a:ext>
              </a:extLst>
            </p:cNvPr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>
              <a:extLst>
                <a:ext uri="{FF2B5EF4-FFF2-40B4-BE49-F238E27FC236}">
                  <a16:creationId xmlns:a16="http://schemas.microsoft.com/office/drawing/2014/main" id="{64996554-27DE-F1BC-7114-9A8049405F60}"/>
                </a:ext>
              </a:extLst>
            </p:cNvPr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>
              <a:extLst>
                <a:ext uri="{FF2B5EF4-FFF2-40B4-BE49-F238E27FC236}">
                  <a16:creationId xmlns:a16="http://schemas.microsoft.com/office/drawing/2014/main" id="{50BBA6DB-4D8C-7C70-7D55-35891B9D696C}"/>
                </a:ext>
              </a:extLst>
            </p:cNvPr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>
              <a:extLst>
                <a:ext uri="{FF2B5EF4-FFF2-40B4-BE49-F238E27FC236}">
                  <a16:creationId xmlns:a16="http://schemas.microsoft.com/office/drawing/2014/main" id="{909ED3E9-DB90-9B95-463B-DE765A76D2EB}"/>
                </a:ext>
              </a:extLst>
            </p:cNvPr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>
              <a:extLst>
                <a:ext uri="{FF2B5EF4-FFF2-40B4-BE49-F238E27FC236}">
                  <a16:creationId xmlns:a16="http://schemas.microsoft.com/office/drawing/2014/main" id="{CE108DE6-51E2-0AFB-EF4F-72F95DD3E8C1}"/>
                </a:ext>
              </a:extLst>
            </p:cNvPr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>
              <a:extLst>
                <a:ext uri="{FF2B5EF4-FFF2-40B4-BE49-F238E27FC236}">
                  <a16:creationId xmlns:a16="http://schemas.microsoft.com/office/drawing/2014/main" id="{8733E537-B226-E271-C241-F59C793D1056}"/>
                </a:ext>
              </a:extLst>
            </p:cNvPr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>
              <a:extLst>
                <a:ext uri="{FF2B5EF4-FFF2-40B4-BE49-F238E27FC236}">
                  <a16:creationId xmlns:a16="http://schemas.microsoft.com/office/drawing/2014/main" id="{EE53F340-4F40-339C-3871-14A906731B7A}"/>
                </a:ext>
              </a:extLst>
            </p:cNvPr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>
              <a:extLst>
                <a:ext uri="{FF2B5EF4-FFF2-40B4-BE49-F238E27FC236}">
                  <a16:creationId xmlns:a16="http://schemas.microsoft.com/office/drawing/2014/main" id="{7AD21864-282B-A894-C4FF-BA95D47B9BB9}"/>
                </a:ext>
              </a:extLst>
            </p:cNvPr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>
              <a:extLst>
                <a:ext uri="{FF2B5EF4-FFF2-40B4-BE49-F238E27FC236}">
                  <a16:creationId xmlns:a16="http://schemas.microsoft.com/office/drawing/2014/main" id="{C954CD75-E742-5745-AC09-A9CD6782AD35}"/>
                </a:ext>
              </a:extLst>
            </p:cNvPr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>
              <a:extLst>
                <a:ext uri="{FF2B5EF4-FFF2-40B4-BE49-F238E27FC236}">
                  <a16:creationId xmlns:a16="http://schemas.microsoft.com/office/drawing/2014/main" id="{18F0FE6D-0D3D-DBBE-94C3-85EB47C3FDBF}"/>
                </a:ext>
              </a:extLst>
            </p:cNvPr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>
              <a:extLst>
                <a:ext uri="{FF2B5EF4-FFF2-40B4-BE49-F238E27FC236}">
                  <a16:creationId xmlns:a16="http://schemas.microsoft.com/office/drawing/2014/main" id="{F54BADB6-7655-520B-BD55-8F989F5D1774}"/>
                </a:ext>
              </a:extLst>
            </p:cNvPr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>
              <a:extLst>
                <a:ext uri="{FF2B5EF4-FFF2-40B4-BE49-F238E27FC236}">
                  <a16:creationId xmlns:a16="http://schemas.microsoft.com/office/drawing/2014/main" id="{BE4FA5F6-2CFC-41F6-754C-AA550022A2EB}"/>
                </a:ext>
              </a:extLst>
            </p:cNvPr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>
              <a:extLst>
                <a:ext uri="{FF2B5EF4-FFF2-40B4-BE49-F238E27FC236}">
                  <a16:creationId xmlns:a16="http://schemas.microsoft.com/office/drawing/2014/main" id="{36F45985-9378-5017-02F0-B9BF9C0CC579}"/>
                </a:ext>
              </a:extLst>
            </p:cNvPr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>
              <a:extLst>
                <a:ext uri="{FF2B5EF4-FFF2-40B4-BE49-F238E27FC236}">
                  <a16:creationId xmlns:a16="http://schemas.microsoft.com/office/drawing/2014/main" id="{EB605824-9209-03AC-3058-11A19832E416}"/>
                </a:ext>
              </a:extLst>
            </p:cNvPr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>
              <a:extLst>
                <a:ext uri="{FF2B5EF4-FFF2-40B4-BE49-F238E27FC236}">
                  <a16:creationId xmlns:a16="http://schemas.microsoft.com/office/drawing/2014/main" id="{3BA98BAC-17D6-0DA5-8F12-96F7E09E207E}"/>
                </a:ext>
              </a:extLst>
            </p:cNvPr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>
              <a:extLst>
                <a:ext uri="{FF2B5EF4-FFF2-40B4-BE49-F238E27FC236}">
                  <a16:creationId xmlns:a16="http://schemas.microsoft.com/office/drawing/2014/main" id="{486B0412-CE1A-AFCF-97DD-FF255ED87BEA}"/>
                </a:ext>
              </a:extLst>
            </p:cNvPr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>
              <a:extLst>
                <a:ext uri="{FF2B5EF4-FFF2-40B4-BE49-F238E27FC236}">
                  <a16:creationId xmlns:a16="http://schemas.microsoft.com/office/drawing/2014/main" id="{6A0D5A49-79D1-0EBB-9774-29B65884D5A2}"/>
                </a:ext>
              </a:extLst>
            </p:cNvPr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>
              <a:extLst>
                <a:ext uri="{FF2B5EF4-FFF2-40B4-BE49-F238E27FC236}">
                  <a16:creationId xmlns:a16="http://schemas.microsoft.com/office/drawing/2014/main" id="{A236DE41-5F2C-BFAC-4200-F78DC27BAA39}"/>
                </a:ext>
              </a:extLst>
            </p:cNvPr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>
              <a:extLst>
                <a:ext uri="{FF2B5EF4-FFF2-40B4-BE49-F238E27FC236}">
                  <a16:creationId xmlns:a16="http://schemas.microsoft.com/office/drawing/2014/main" id="{DCF4AB23-2864-E621-BBF6-27E1C5801ECA}"/>
                </a:ext>
              </a:extLst>
            </p:cNvPr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>
              <a:extLst>
                <a:ext uri="{FF2B5EF4-FFF2-40B4-BE49-F238E27FC236}">
                  <a16:creationId xmlns:a16="http://schemas.microsoft.com/office/drawing/2014/main" id="{E8B46E6C-BC05-5AA4-80A3-2D51A8C4A2AA}"/>
                </a:ext>
              </a:extLst>
            </p:cNvPr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>
              <a:extLst>
                <a:ext uri="{FF2B5EF4-FFF2-40B4-BE49-F238E27FC236}">
                  <a16:creationId xmlns:a16="http://schemas.microsoft.com/office/drawing/2014/main" id="{364DED74-DEBA-79B8-2101-70B27A09F37F}"/>
                </a:ext>
              </a:extLst>
            </p:cNvPr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>
              <a:extLst>
                <a:ext uri="{FF2B5EF4-FFF2-40B4-BE49-F238E27FC236}">
                  <a16:creationId xmlns:a16="http://schemas.microsoft.com/office/drawing/2014/main" id="{BB639451-0303-0A0B-F262-0D16D06DE6B4}"/>
                </a:ext>
              </a:extLst>
            </p:cNvPr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>
              <a:extLst>
                <a:ext uri="{FF2B5EF4-FFF2-40B4-BE49-F238E27FC236}">
                  <a16:creationId xmlns:a16="http://schemas.microsoft.com/office/drawing/2014/main" id="{9456DC47-647E-71E9-3F54-FE5E41348248}"/>
                </a:ext>
              </a:extLst>
            </p:cNvPr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>
              <a:extLst>
                <a:ext uri="{FF2B5EF4-FFF2-40B4-BE49-F238E27FC236}">
                  <a16:creationId xmlns:a16="http://schemas.microsoft.com/office/drawing/2014/main" id="{C9753E2B-48D8-D369-271B-5792FB3DAE5E}"/>
                </a:ext>
              </a:extLst>
            </p:cNvPr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>
              <a:extLst>
                <a:ext uri="{FF2B5EF4-FFF2-40B4-BE49-F238E27FC236}">
                  <a16:creationId xmlns:a16="http://schemas.microsoft.com/office/drawing/2014/main" id="{CE50ED29-8D79-1A15-2BCD-421AF8D472DB}"/>
                </a:ext>
              </a:extLst>
            </p:cNvPr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>
              <a:extLst>
                <a:ext uri="{FF2B5EF4-FFF2-40B4-BE49-F238E27FC236}">
                  <a16:creationId xmlns:a16="http://schemas.microsoft.com/office/drawing/2014/main" id="{EEEFE1BD-B94E-8F58-0899-0613E1A6A923}"/>
                </a:ext>
              </a:extLst>
            </p:cNvPr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>
              <a:extLst>
                <a:ext uri="{FF2B5EF4-FFF2-40B4-BE49-F238E27FC236}">
                  <a16:creationId xmlns:a16="http://schemas.microsoft.com/office/drawing/2014/main" id="{68067AC4-CE16-B1F0-5BE2-C34F5A007974}"/>
                </a:ext>
              </a:extLst>
            </p:cNvPr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>
              <a:extLst>
                <a:ext uri="{FF2B5EF4-FFF2-40B4-BE49-F238E27FC236}">
                  <a16:creationId xmlns:a16="http://schemas.microsoft.com/office/drawing/2014/main" id="{12596B36-B061-1AB4-F0C1-591AB2808272}"/>
                </a:ext>
              </a:extLst>
            </p:cNvPr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>
              <a:extLst>
                <a:ext uri="{FF2B5EF4-FFF2-40B4-BE49-F238E27FC236}">
                  <a16:creationId xmlns:a16="http://schemas.microsoft.com/office/drawing/2014/main" id="{ACF470E1-49A0-2606-F22E-891D3A4F8C61}"/>
                </a:ext>
              </a:extLst>
            </p:cNvPr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>
              <a:extLst>
                <a:ext uri="{FF2B5EF4-FFF2-40B4-BE49-F238E27FC236}">
                  <a16:creationId xmlns:a16="http://schemas.microsoft.com/office/drawing/2014/main" id="{56A0E229-E738-0527-E8A8-970E250E5ABB}"/>
                </a:ext>
              </a:extLst>
            </p:cNvPr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>
              <a:extLst>
                <a:ext uri="{FF2B5EF4-FFF2-40B4-BE49-F238E27FC236}">
                  <a16:creationId xmlns:a16="http://schemas.microsoft.com/office/drawing/2014/main" id="{6A48050D-9973-D08D-7D3E-560BC149A91E}"/>
                </a:ext>
              </a:extLst>
            </p:cNvPr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>
              <a:extLst>
                <a:ext uri="{FF2B5EF4-FFF2-40B4-BE49-F238E27FC236}">
                  <a16:creationId xmlns:a16="http://schemas.microsoft.com/office/drawing/2014/main" id="{0758F945-8B51-3D01-5177-F9219D9B0CCB}"/>
                </a:ext>
              </a:extLst>
            </p:cNvPr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>
              <a:extLst>
                <a:ext uri="{FF2B5EF4-FFF2-40B4-BE49-F238E27FC236}">
                  <a16:creationId xmlns:a16="http://schemas.microsoft.com/office/drawing/2014/main" id="{017C0A1D-8376-07FA-1F12-A938A7884DE2}"/>
                </a:ext>
              </a:extLst>
            </p:cNvPr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>
              <a:extLst>
                <a:ext uri="{FF2B5EF4-FFF2-40B4-BE49-F238E27FC236}">
                  <a16:creationId xmlns:a16="http://schemas.microsoft.com/office/drawing/2014/main" id="{25731EE7-874C-AD7F-692A-1F66FE1D9385}"/>
                </a:ext>
              </a:extLst>
            </p:cNvPr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>
              <a:extLst>
                <a:ext uri="{FF2B5EF4-FFF2-40B4-BE49-F238E27FC236}">
                  <a16:creationId xmlns:a16="http://schemas.microsoft.com/office/drawing/2014/main" id="{0D2741CE-7B02-7CF0-671B-E4705202AAF9}"/>
                </a:ext>
              </a:extLst>
            </p:cNvPr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>
              <a:extLst>
                <a:ext uri="{FF2B5EF4-FFF2-40B4-BE49-F238E27FC236}">
                  <a16:creationId xmlns:a16="http://schemas.microsoft.com/office/drawing/2014/main" id="{D8DE512B-80A7-5144-7EE1-59A4F16ED7B8}"/>
                </a:ext>
              </a:extLst>
            </p:cNvPr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>
              <a:extLst>
                <a:ext uri="{FF2B5EF4-FFF2-40B4-BE49-F238E27FC236}">
                  <a16:creationId xmlns:a16="http://schemas.microsoft.com/office/drawing/2014/main" id="{8DD2AECD-FF86-D9DC-AE20-05B13C7BACD6}"/>
                </a:ext>
              </a:extLst>
            </p:cNvPr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>
              <a:extLst>
                <a:ext uri="{FF2B5EF4-FFF2-40B4-BE49-F238E27FC236}">
                  <a16:creationId xmlns:a16="http://schemas.microsoft.com/office/drawing/2014/main" id="{141BDD4C-00AA-278A-4BC0-BC7F109A538D}"/>
                </a:ext>
              </a:extLst>
            </p:cNvPr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>
              <a:extLst>
                <a:ext uri="{FF2B5EF4-FFF2-40B4-BE49-F238E27FC236}">
                  <a16:creationId xmlns:a16="http://schemas.microsoft.com/office/drawing/2014/main" id="{AB0DB2F8-569C-75BB-4819-1165B1DB90D6}"/>
                </a:ext>
              </a:extLst>
            </p:cNvPr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>
              <a:extLst>
                <a:ext uri="{FF2B5EF4-FFF2-40B4-BE49-F238E27FC236}">
                  <a16:creationId xmlns:a16="http://schemas.microsoft.com/office/drawing/2014/main" id="{DFD6F3C4-0BE3-A74D-3262-AE459A2A7FD6}"/>
                </a:ext>
              </a:extLst>
            </p:cNvPr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>
              <a:extLst>
                <a:ext uri="{FF2B5EF4-FFF2-40B4-BE49-F238E27FC236}">
                  <a16:creationId xmlns:a16="http://schemas.microsoft.com/office/drawing/2014/main" id="{4BBFF5ED-377B-44F5-D9B8-C68F021E2D0B}"/>
                </a:ext>
              </a:extLst>
            </p:cNvPr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>
              <a:extLst>
                <a:ext uri="{FF2B5EF4-FFF2-40B4-BE49-F238E27FC236}">
                  <a16:creationId xmlns:a16="http://schemas.microsoft.com/office/drawing/2014/main" id="{813EAF14-F0D0-B160-4AAC-404FDF1FA714}"/>
                </a:ext>
              </a:extLst>
            </p:cNvPr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>
              <a:extLst>
                <a:ext uri="{FF2B5EF4-FFF2-40B4-BE49-F238E27FC236}">
                  <a16:creationId xmlns:a16="http://schemas.microsoft.com/office/drawing/2014/main" id="{887600CC-D4A1-5DAC-6B59-A4C47326876B}"/>
                </a:ext>
              </a:extLst>
            </p:cNvPr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>
              <a:extLst>
                <a:ext uri="{FF2B5EF4-FFF2-40B4-BE49-F238E27FC236}">
                  <a16:creationId xmlns:a16="http://schemas.microsoft.com/office/drawing/2014/main" id="{58C6EDB3-1E2A-A223-1669-B13465A4EBCC}"/>
                </a:ext>
              </a:extLst>
            </p:cNvPr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>
              <a:extLst>
                <a:ext uri="{FF2B5EF4-FFF2-40B4-BE49-F238E27FC236}">
                  <a16:creationId xmlns:a16="http://schemas.microsoft.com/office/drawing/2014/main" id="{34AA70D2-9B61-34BC-7900-BE1D255977E3}"/>
                </a:ext>
              </a:extLst>
            </p:cNvPr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>
              <a:extLst>
                <a:ext uri="{FF2B5EF4-FFF2-40B4-BE49-F238E27FC236}">
                  <a16:creationId xmlns:a16="http://schemas.microsoft.com/office/drawing/2014/main" id="{D189249C-BC28-8355-A8CD-3B71E5E66E7C}"/>
                </a:ext>
              </a:extLst>
            </p:cNvPr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>
              <a:extLst>
                <a:ext uri="{FF2B5EF4-FFF2-40B4-BE49-F238E27FC236}">
                  <a16:creationId xmlns:a16="http://schemas.microsoft.com/office/drawing/2014/main" id="{D7E99766-EB50-E9B4-EDC0-2E61A9E2B233}"/>
                </a:ext>
              </a:extLst>
            </p:cNvPr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>
              <a:extLst>
                <a:ext uri="{FF2B5EF4-FFF2-40B4-BE49-F238E27FC236}">
                  <a16:creationId xmlns:a16="http://schemas.microsoft.com/office/drawing/2014/main" id="{BD45CE8A-D43A-8713-F514-CC82BB04EC90}"/>
                </a:ext>
              </a:extLst>
            </p:cNvPr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>
              <a:extLst>
                <a:ext uri="{FF2B5EF4-FFF2-40B4-BE49-F238E27FC236}">
                  <a16:creationId xmlns:a16="http://schemas.microsoft.com/office/drawing/2014/main" id="{36D73A35-785F-C064-413F-672DAD00F5D2}"/>
                </a:ext>
              </a:extLst>
            </p:cNvPr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>
              <a:extLst>
                <a:ext uri="{FF2B5EF4-FFF2-40B4-BE49-F238E27FC236}">
                  <a16:creationId xmlns:a16="http://schemas.microsoft.com/office/drawing/2014/main" id="{E3735705-5AE3-0C24-4FD9-E70C1A86B00F}"/>
                </a:ext>
              </a:extLst>
            </p:cNvPr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>
              <a:extLst>
                <a:ext uri="{FF2B5EF4-FFF2-40B4-BE49-F238E27FC236}">
                  <a16:creationId xmlns:a16="http://schemas.microsoft.com/office/drawing/2014/main" id="{80C028E4-3042-8E47-033C-081D0CF6D4C8}"/>
                </a:ext>
              </a:extLst>
            </p:cNvPr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>
              <a:extLst>
                <a:ext uri="{FF2B5EF4-FFF2-40B4-BE49-F238E27FC236}">
                  <a16:creationId xmlns:a16="http://schemas.microsoft.com/office/drawing/2014/main" id="{D5AD400F-2FBB-5575-CE70-6B1FFC5BEF60}"/>
                </a:ext>
              </a:extLst>
            </p:cNvPr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>
              <a:extLst>
                <a:ext uri="{FF2B5EF4-FFF2-40B4-BE49-F238E27FC236}">
                  <a16:creationId xmlns:a16="http://schemas.microsoft.com/office/drawing/2014/main" id="{7D94FC98-756B-CE83-F7DB-1ECADF3BB3B0}"/>
                </a:ext>
              </a:extLst>
            </p:cNvPr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>
              <a:extLst>
                <a:ext uri="{FF2B5EF4-FFF2-40B4-BE49-F238E27FC236}">
                  <a16:creationId xmlns:a16="http://schemas.microsoft.com/office/drawing/2014/main" id="{97C612E0-ED12-D935-8847-265D935A2AE5}"/>
                </a:ext>
              </a:extLst>
            </p:cNvPr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>
              <a:extLst>
                <a:ext uri="{FF2B5EF4-FFF2-40B4-BE49-F238E27FC236}">
                  <a16:creationId xmlns:a16="http://schemas.microsoft.com/office/drawing/2014/main" id="{1ED1BAF5-1CAD-2F69-A2C4-9894EE7FB495}"/>
                </a:ext>
              </a:extLst>
            </p:cNvPr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>
              <a:extLst>
                <a:ext uri="{FF2B5EF4-FFF2-40B4-BE49-F238E27FC236}">
                  <a16:creationId xmlns:a16="http://schemas.microsoft.com/office/drawing/2014/main" id="{FD1560C7-8F95-873F-160C-625582768B2D}"/>
                </a:ext>
              </a:extLst>
            </p:cNvPr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>
              <a:extLst>
                <a:ext uri="{FF2B5EF4-FFF2-40B4-BE49-F238E27FC236}">
                  <a16:creationId xmlns:a16="http://schemas.microsoft.com/office/drawing/2014/main" id="{0029ADA9-4597-7476-7E32-9134B5B8E5E5}"/>
                </a:ext>
              </a:extLst>
            </p:cNvPr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>
              <a:extLst>
                <a:ext uri="{FF2B5EF4-FFF2-40B4-BE49-F238E27FC236}">
                  <a16:creationId xmlns:a16="http://schemas.microsoft.com/office/drawing/2014/main" id="{226F18E8-7C74-116B-E534-DBE410F4CA95}"/>
                </a:ext>
              </a:extLst>
            </p:cNvPr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>
              <a:extLst>
                <a:ext uri="{FF2B5EF4-FFF2-40B4-BE49-F238E27FC236}">
                  <a16:creationId xmlns:a16="http://schemas.microsoft.com/office/drawing/2014/main" id="{54F880DB-20A2-E34D-C7D8-646095D2361B}"/>
                </a:ext>
              </a:extLst>
            </p:cNvPr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>
              <a:extLst>
                <a:ext uri="{FF2B5EF4-FFF2-40B4-BE49-F238E27FC236}">
                  <a16:creationId xmlns:a16="http://schemas.microsoft.com/office/drawing/2014/main" id="{DE159D93-92A3-ED26-3DD0-C0A2ADD92E43}"/>
                </a:ext>
              </a:extLst>
            </p:cNvPr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>
              <a:extLst>
                <a:ext uri="{FF2B5EF4-FFF2-40B4-BE49-F238E27FC236}">
                  <a16:creationId xmlns:a16="http://schemas.microsoft.com/office/drawing/2014/main" id="{6EFB5CAB-C0C8-EE62-4241-DB0CE30FB8F8}"/>
                </a:ext>
              </a:extLst>
            </p:cNvPr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>
              <a:extLst>
                <a:ext uri="{FF2B5EF4-FFF2-40B4-BE49-F238E27FC236}">
                  <a16:creationId xmlns:a16="http://schemas.microsoft.com/office/drawing/2014/main" id="{3A48AFD0-6290-4107-8E57-187A1AA07279}"/>
                </a:ext>
              </a:extLst>
            </p:cNvPr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>
              <a:extLst>
                <a:ext uri="{FF2B5EF4-FFF2-40B4-BE49-F238E27FC236}">
                  <a16:creationId xmlns:a16="http://schemas.microsoft.com/office/drawing/2014/main" id="{80724371-82D2-8C44-6E56-5A5E680202F7}"/>
                </a:ext>
              </a:extLst>
            </p:cNvPr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>
              <a:extLst>
                <a:ext uri="{FF2B5EF4-FFF2-40B4-BE49-F238E27FC236}">
                  <a16:creationId xmlns:a16="http://schemas.microsoft.com/office/drawing/2014/main" id="{BA22A29A-61C0-8A72-5610-D387265CD5A3}"/>
                </a:ext>
              </a:extLst>
            </p:cNvPr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>
              <a:extLst>
                <a:ext uri="{FF2B5EF4-FFF2-40B4-BE49-F238E27FC236}">
                  <a16:creationId xmlns:a16="http://schemas.microsoft.com/office/drawing/2014/main" id="{74D8B1E0-03A9-748F-6D6E-8A31186A72A1}"/>
                </a:ext>
              </a:extLst>
            </p:cNvPr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>
              <a:extLst>
                <a:ext uri="{FF2B5EF4-FFF2-40B4-BE49-F238E27FC236}">
                  <a16:creationId xmlns:a16="http://schemas.microsoft.com/office/drawing/2014/main" id="{04EA3558-B40F-C1A6-7A93-1454C10CDED0}"/>
                </a:ext>
              </a:extLst>
            </p:cNvPr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>
              <a:extLst>
                <a:ext uri="{FF2B5EF4-FFF2-40B4-BE49-F238E27FC236}">
                  <a16:creationId xmlns:a16="http://schemas.microsoft.com/office/drawing/2014/main" id="{57F26334-A1DE-8E42-F7DB-065556FF716E}"/>
                </a:ext>
              </a:extLst>
            </p:cNvPr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>
              <a:extLst>
                <a:ext uri="{FF2B5EF4-FFF2-40B4-BE49-F238E27FC236}">
                  <a16:creationId xmlns:a16="http://schemas.microsoft.com/office/drawing/2014/main" id="{9B8ED615-79C4-C2A7-859D-81022BD2DBFB}"/>
                </a:ext>
              </a:extLst>
            </p:cNvPr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>
              <a:extLst>
                <a:ext uri="{FF2B5EF4-FFF2-40B4-BE49-F238E27FC236}">
                  <a16:creationId xmlns:a16="http://schemas.microsoft.com/office/drawing/2014/main" id="{00681E92-782E-44B9-C00A-1D3CB99745C4}"/>
                </a:ext>
              </a:extLst>
            </p:cNvPr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>
              <a:extLst>
                <a:ext uri="{FF2B5EF4-FFF2-40B4-BE49-F238E27FC236}">
                  <a16:creationId xmlns:a16="http://schemas.microsoft.com/office/drawing/2014/main" id="{55C2F347-AD58-CC08-7A28-054D13B48CF9}"/>
                </a:ext>
              </a:extLst>
            </p:cNvPr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>
              <a:extLst>
                <a:ext uri="{FF2B5EF4-FFF2-40B4-BE49-F238E27FC236}">
                  <a16:creationId xmlns:a16="http://schemas.microsoft.com/office/drawing/2014/main" id="{4801A700-4C80-30F1-4B94-B9CEEE994F78}"/>
                </a:ext>
              </a:extLst>
            </p:cNvPr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>
              <a:extLst>
                <a:ext uri="{FF2B5EF4-FFF2-40B4-BE49-F238E27FC236}">
                  <a16:creationId xmlns:a16="http://schemas.microsoft.com/office/drawing/2014/main" id="{1B3BE38A-FDC7-0211-EA97-F8786C97CD9C}"/>
                </a:ext>
              </a:extLst>
            </p:cNvPr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>
              <a:extLst>
                <a:ext uri="{FF2B5EF4-FFF2-40B4-BE49-F238E27FC236}">
                  <a16:creationId xmlns:a16="http://schemas.microsoft.com/office/drawing/2014/main" id="{80C015CF-AEB8-7B97-276A-033BAEE3D7D6}"/>
                </a:ext>
              </a:extLst>
            </p:cNvPr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>
              <a:extLst>
                <a:ext uri="{FF2B5EF4-FFF2-40B4-BE49-F238E27FC236}">
                  <a16:creationId xmlns:a16="http://schemas.microsoft.com/office/drawing/2014/main" id="{92EBC1EC-991F-D734-52C0-55F431F654D9}"/>
                </a:ext>
              </a:extLst>
            </p:cNvPr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>
              <a:extLst>
                <a:ext uri="{FF2B5EF4-FFF2-40B4-BE49-F238E27FC236}">
                  <a16:creationId xmlns:a16="http://schemas.microsoft.com/office/drawing/2014/main" id="{B7AABA03-DEAC-039D-A0EE-4DEF3C5B1B5A}"/>
                </a:ext>
              </a:extLst>
            </p:cNvPr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>
              <a:extLst>
                <a:ext uri="{FF2B5EF4-FFF2-40B4-BE49-F238E27FC236}">
                  <a16:creationId xmlns:a16="http://schemas.microsoft.com/office/drawing/2014/main" id="{2419662C-1B2F-74B2-C5C2-D256B2A0B5E9}"/>
                </a:ext>
              </a:extLst>
            </p:cNvPr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>
              <a:extLst>
                <a:ext uri="{FF2B5EF4-FFF2-40B4-BE49-F238E27FC236}">
                  <a16:creationId xmlns:a16="http://schemas.microsoft.com/office/drawing/2014/main" id="{CDCC2AB7-B62A-F1BE-C53B-8DEC4DD80E65}"/>
                </a:ext>
              </a:extLst>
            </p:cNvPr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>
              <a:extLst>
                <a:ext uri="{FF2B5EF4-FFF2-40B4-BE49-F238E27FC236}">
                  <a16:creationId xmlns:a16="http://schemas.microsoft.com/office/drawing/2014/main" id="{E6481EC3-0BB0-498F-D70D-CAE0FCB2F355}"/>
                </a:ext>
              </a:extLst>
            </p:cNvPr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>
              <a:extLst>
                <a:ext uri="{FF2B5EF4-FFF2-40B4-BE49-F238E27FC236}">
                  <a16:creationId xmlns:a16="http://schemas.microsoft.com/office/drawing/2014/main" id="{E49C254E-C3C7-9889-BC48-F3B2A696A15B}"/>
                </a:ext>
              </a:extLst>
            </p:cNvPr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>
              <a:extLst>
                <a:ext uri="{FF2B5EF4-FFF2-40B4-BE49-F238E27FC236}">
                  <a16:creationId xmlns:a16="http://schemas.microsoft.com/office/drawing/2014/main" id="{DE36F9CE-3014-A54D-07A8-09EFBE5B8B78}"/>
                </a:ext>
              </a:extLst>
            </p:cNvPr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>
              <a:extLst>
                <a:ext uri="{FF2B5EF4-FFF2-40B4-BE49-F238E27FC236}">
                  <a16:creationId xmlns:a16="http://schemas.microsoft.com/office/drawing/2014/main" id="{18BDA6AC-7802-2A78-A188-DE3F4191FA1B}"/>
                </a:ext>
              </a:extLst>
            </p:cNvPr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>
              <a:extLst>
                <a:ext uri="{FF2B5EF4-FFF2-40B4-BE49-F238E27FC236}">
                  <a16:creationId xmlns:a16="http://schemas.microsoft.com/office/drawing/2014/main" id="{8CC51689-B6A7-754B-7D96-D5CFEED23639}"/>
                </a:ext>
              </a:extLst>
            </p:cNvPr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>
              <a:extLst>
                <a:ext uri="{FF2B5EF4-FFF2-40B4-BE49-F238E27FC236}">
                  <a16:creationId xmlns:a16="http://schemas.microsoft.com/office/drawing/2014/main" id="{4AE34A81-989D-288A-6945-99AF448A24C0}"/>
                </a:ext>
              </a:extLst>
            </p:cNvPr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>
              <a:extLst>
                <a:ext uri="{FF2B5EF4-FFF2-40B4-BE49-F238E27FC236}">
                  <a16:creationId xmlns:a16="http://schemas.microsoft.com/office/drawing/2014/main" id="{C3677336-EDA8-2651-AC6C-7394B823BB1F}"/>
                </a:ext>
              </a:extLst>
            </p:cNvPr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>
              <a:extLst>
                <a:ext uri="{FF2B5EF4-FFF2-40B4-BE49-F238E27FC236}">
                  <a16:creationId xmlns:a16="http://schemas.microsoft.com/office/drawing/2014/main" id="{C3C48F7F-09B8-D838-574F-39EEF326682A}"/>
                </a:ext>
              </a:extLst>
            </p:cNvPr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>
              <a:extLst>
                <a:ext uri="{FF2B5EF4-FFF2-40B4-BE49-F238E27FC236}">
                  <a16:creationId xmlns:a16="http://schemas.microsoft.com/office/drawing/2014/main" id="{67D92532-30D7-F450-EAC2-358507BCBD92}"/>
                </a:ext>
              </a:extLst>
            </p:cNvPr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>
              <a:extLst>
                <a:ext uri="{FF2B5EF4-FFF2-40B4-BE49-F238E27FC236}">
                  <a16:creationId xmlns:a16="http://schemas.microsoft.com/office/drawing/2014/main" id="{63D726C8-EF2D-5432-D79A-FBC8F39B7132}"/>
                </a:ext>
              </a:extLst>
            </p:cNvPr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>
              <a:extLst>
                <a:ext uri="{FF2B5EF4-FFF2-40B4-BE49-F238E27FC236}">
                  <a16:creationId xmlns:a16="http://schemas.microsoft.com/office/drawing/2014/main" id="{4900EE4C-D10E-A76C-F67F-4880D098D1F2}"/>
                </a:ext>
              </a:extLst>
            </p:cNvPr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>
              <a:extLst>
                <a:ext uri="{FF2B5EF4-FFF2-40B4-BE49-F238E27FC236}">
                  <a16:creationId xmlns:a16="http://schemas.microsoft.com/office/drawing/2014/main" id="{A8170936-A0CD-C762-11B8-E4A03A75C58B}"/>
                </a:ext>
              </a:extLst>
            </p:cNvPr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>
              <a:extLst>
                <a:ext uri="{FF2B5EF4-FFF2-40B4-BE49-F238E27FC236}">
                  <a16:creationId xmlns:a16="http://schemas.microsoft.com/office/drawing/2014/main" id="{2CC991CC-436B-6134-9815-4DC7FD5A1D14}"/>
                </a:ext>
              </a:extLst>
            </p:cNvPr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>
              <a:extLst>
                <a:ext uri="{FF2B5EF4-FFF2-40B4-BE49-F238E27FC236}">
                  <a16:creationId xmlns:a16="http://schemas.microsoft.com/office/drawing/2014/main" id="{5870CB34-6861-63BE-05D4-6B084CCB5056}"/>
                </a:ext>
              </a:extLst>
            </p:cNvPr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>
              <a:extLst>
                <a:ext uri="{FF2B5EF4-FFF2-40B4-BE49-F238E27FC236}">
                  <a16:creationId xmlns:a16="http://schemas.microsoft.com/office/drawing/2014/main" id="{F1B4AC08-0CD3-566F-A98E-762B72A29BC9}"/>
                </a:ext>
              </a:extLst>
            </p:cNvPr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>
              <a:extLst>
                <a:ext uri="{FF2B5EF4-FFF2-40B4-BE49-F238E27FC236}">
                  <a16:creationId xmlns:a16="http://schemas.microsoft.com/office/drawing/2014/main" id="{FD49BB1C-7169-0281-F233-A0BC7EF2291D}"/>
                </a:ext>
              </a:extLst>
            </p:cNvPr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>
              <a:extLst>
                <a:ext uri="{FF2B5EF4-FFF2-40B4-BE49-F238E27FC236}">
                  <a16:creationId xmlns:a16="http://schemas.microsoft.com/office/drawing/2014/main" id="{9613582F-E8D1-D2D1-E74A-94C7377A5386}"/>
                </a:ext>
              </a:extLst>
            </p:cNvPr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>
              <a:extLst>
                <a:ext uri="{FF2B5EF4-FFF2-40B4-BE49-F238E27FC236}">
                  <a16:creationId xmlns:a16="http://schemas.microsoft.com/office/drawing/2014/main" id="{E30E037C-2A19-F76B-89A0-09AECB9C89D8}"/>
                </a:ext>
              </a:extLst>
            </p:cNvPr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>
              <a:extLst>
                <a:ext uri="{FF2B5EF4-FFF2-40B4-BE49-F238E27FC236}">
                  <a16:creationId xmlns:a16="http://schemas.microsoft.com/office/drawing/2014/main" id="{6FAA47F7-18A4-F411-E6DA-F4B506420B7F}"/>
                </a:ext>
              </a:extLst>
            </p:cNvPr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>
              <a:extLst>
                <a:ext uri="{FF2B5EF4-FFF2-40B4-BE49-F238E27FC236}">
                  <a16:creationId xmlns:a16="http://schemas.microsoft.com/office/drawing/2014/main" id="{4B20BD6C-5095-3341-527D-D0362C5C588A}"/>
                </a:ext>
              </a:extLst>
            </p:cNvPr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>
              <a:extLst>
                <a:ext uri="{FF2B5EF4-FFF2-40B4-BE49-F238E27FC236}">
                  <a16:creationId xmlns:a16="http://schemas.microsoft.com/office/drawing/2014/main" id="{AAC76D4E-D4CF-D165-BCC1-71EF3E088863}"/>
                </a:ext>
              </a:extLst>
            </p:cNvPr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>
              <a:extLst>
                <a:ext uri="{FF2B5EF4-FFF2-40B4-BE49-F238E27FC236}">
                  <a16:creationId xmlns:a16="http://schemas.microsoft.com/office/drawing/2014/main" id="{93DA550D-CD82-5887-D9B0-7E51A0C5805C}"/>
                </a:ext>
              </a:extLst>
            </p:cNvPr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>
              <a:extLst>
                <a:ext uri="{FF2B5EF4-FFF2-40B4-BE49-F238E27FC236}">
                  <a16:creationId xmlns:a16="http://schemas.microsoft.com/office/drawing/2014/main" id="{18962C8B-0CBF-D6A0-7B0B-BAB8532C176A}"/>
                </a:ext>
              </a:extLst>
            </p:cNvPr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>
              <a:extLst>
                <a:ext uri="{FF2B5EF4-FFF2-40B4-BE49-F238E27FC236}">
                  <a16:creationId xmlns:a16="http://schemas.microsoft.com/office/drawing/2014/main" id="{E00756C3-838B-E830-B197-96B6BC80052B}"/>
                </a:ext>
              </a:extLst>
            </p:cNvPr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>
              <a:extLst>
                <a:ext uri="{FF2B5EF4-FFF2-40B4-BE49-F238E27FC236}">
                  <a16:creationId xmlns:a16="http://schemas.microsoft.com/office/drawing/2014/main" id="{6F482775-123E-4DD4-28DB-140C7CE01BBB}"/>
                </a:ext>
              </a:extLst>
            </p:cNvPr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>
              <a:extLst>
                <a:ext uri="{FF2B5EF4-FFF2-40B4-BE49-F238E27FC236}">
                  <a16:creationId xmlns:a16="http://schemas.microsoft.com/office/drawing/2014/main" id="{C20AEBEB-1BDC-CB22-E494-AFD5259596A7}"/>
                </a:ext>
              </a:extLst>
            </p:cNvPr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>
              <a:extLst>
                <a:ext uri="{FF2B5EF4-FFF2-40B4-BE49-F238E27FC236}">
                  <a16:creationId xmlns:a16="http://schemas.microsoft.com/office/drawing/2014/main" id="{69FF29BD-031C-91BA-3234-6C08EB87138A}"/>
                </a:ext>
              </a:extLst>
            </p:cNvPr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>
              <a:extLst>
                <a:ext uri="{FF2B5EF4-FFF2-40B4-BE49-F238E27FC236}">
                  <a16:creationId xmlns:a16="http://schemas.microsoft.com/office/drawing/2014/main" id="{9F85CF7D-97C2-9A61-9CFA-C99177FDB54D}"/>
                </a:ext>
              </a:extLst>
            </p:cNvPr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>
              <a:extLst>
                <a:ext uri="{FF2B5EF4-FFF2-40B4-BE49-F238E27FC236}">
                  <a16:creationId xmlns:a16="http://schemas.microsoft.com/office/drawing/2014/main" id="{79FBBD5E-A0DF-C166-72B8-BD87045B2B2F}"/>
                </a:ext>
              </a:extLst>
            </p:cNvPr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>
              <a:extLst>
                <a:ext uri="{FF2B5EF4-FFF2-40B4-BE49-F238E27FC236}">
                  <a16:creationId xmlns:a16="http://schemas.microsoft.com/office/drawing/2014/main" id="{37A00D2F-3519-04EE-5C43-517988EA6A2B}"/>
                </a:ext>
              </a:extLst>
            </p:cNvPr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>
              <a:extLst>
                <a:ext uri="{FF2B5EF4-FFF2-40B4-BE49-F238E27FC236}">
                  <a16:creationId xmlns:a16="http://schemas.microsoft.com/office/drawing/2014/main" id="{3D48D450-D534-185E-4B62-8F0C38666DAF}"/>
                </a:ext>
              </a:extLst>
            </p:cNvPr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>
              <a:extLst>
                <a:ext uri="{FF2B5EF4-FFF2-40B4-BE49-F238E27FC236}">
                  <a16:creationId xmlns:a16="http://schemas.microsoft.com/office/drawing/2014/main" id="{97B9A276-4881-B6FE-835E-5858287FCF01}"/>
                </a:ext>
              </a:extLst>
            </p:cNvPr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>
              <a:extLst>
                <a:ext uri="{FF2B5EF4-FFF2-40B4-BE49-F238E27FC236}">
                  <a16:creationId xmlns:a16="http://schemas.microsoft.com/office/drawing/2014/main" id="{E8F5F995-CE2A-35C4-93BD-DF2F942694B5}"/>
                </a:ext>
              </a:extLst>
            </p:cNvPr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>
              <a:extLst>
                <a:ext uri="{FF2B5EF4-FFF2-40B4-BE49-F238E27FC236}">
                  <a16:creationId xmlns:a16="http://schemas.microsoft.com/office/drawing/2014/main" id="{B47573BC-A1F2-0286-B9EB-BD142E83EC75}"/>
                </a:ext>
              </a:extLst>
            </p:cNvPr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>
              <a:extLst>
                <a:ext uri="{FF2B5EF4-FFF2-40B4-BE49-F238E27FC236}">
                  <a16:creationId xmlns:a16="http://schemas.microsoft.com/office/drawing/2014/main" id="{9999265D-691A-204B-B7FD-B474F9968F0E}"/>
                </a:ext>
              </a:extLst>
            </p:cNvPr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>
              <a:extLst>
                <a:ext uri="{FF2B5EF4-FFF2-40B4-BE49-F238E27FC236}">
                  <a16:creationId xmlns:a16="http://schemas.microsoft.com/office/drawing/2014/main" id="{23436FAA-5168-22AB-3BCE-DDADDEEFADDE}"/>
                </a:ext>
              </a:extLst>
            </p:cNvPr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>
              <a:extLst>
                <a:ext uri="{FF2B5EF4-FFF2-40B4-BE49-F238E27FC236}">
                  <a16:creationId xmlns:a16="http://schemas.microsoft.com/office/drawing/2014/main" id="{C496D4FC-5FF8-6392-D42B-770E248BE345}"/>
                </a:ext>
              </a:extLst>
            </p:cNvPr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>
              <a:extLst>
                <a:ext uri="{FF2B5EF4-FFF2-40B4-BE49-F238E27FC236}">
                  <a16:creationId xmlns:a16="http://schemas.microsoft.com/office/drawing/2014/main" id="{1468AD82-F4A0-D38E-B49A-F7F2E03E6B51}"/>
                </a:ext>
              </a:extLst>
            </p:cNvPr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>
              <a:extLst>
                <a:ext uri="{FF2B5EF4-FFF2-40B4-BE49-F238E27FC236}">
                  <a16:creationId xmlns:a16="http://schemas.microsoft.com/office/drawing/2014/main" id="{E3C32C80-EE70-04A5-FD02-E92651BB35FC}"/>
                </a:ext>
              </a:extLst>
            </p:cNvPr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>
              <a:extLst>
                <a:ext uri="{FF2B5EF4-FFF2-40B4-BE49-F238E27FC236}">
                  <a16:creationId xmlns:a16="http://schemas.microsoft.com/office/drawing/2014/main" id="{A9338ABF-7892-BBAA-5725-04BECE58F12F}"/>
                </a:ext>
              </a:extLst>
            </p:cNvPr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>
              <a:extLst>
                <a:ext uri="{FF2B5EF4-FFF2-40B4-BE49-F238E27FC236}">
                  <a16:creationId xmlns:a16="http://schemas.microsoft.com/office/drawing/2014/main" id="{98579C22-7E3D-D9D7-05F4-C9975DA19C6C}"/>
                </a:ext>
              </a:extLst>
            </p:cNvPr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>
              <a:extLst>
                <a:ext uri="{FF2B5EF4-FFF2-40B4-BE49-F238E27FC236}">
                  <a16:creationId xmlns:a16="http://schemas.microsoft.com/office/drawing/2014/main" id="{1FCE4119-8AF6-CA51-39A2-677CC831D2A0}"/>
                </a:ext>
              </a:extLst>
            </p:cNvPr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>
              <a:extLst>
                <a:ext uri="{FF2B5EF4-FFF2-40B4-BE49-F238E27FC236}">
                  <a16:creationId xmlns:a16="http://schemas.microsoft.com/office/drawing/2014/main" id="{44176645-839E-1F5C-0F85-0CE24F9146A8}"/>
                </a:ext>
              </a:extLst>
            </p:cNvPr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>
              <a:extLst>
                <a:ext uri="{FF2B5EF4-FFF2-40B4-BE49-F238E27FC236}">
                  <a16:creationId xmlns:a16="http://schemas.microsoft.com/office/drawing/2014/main" id="{4441B114-20E8-8BD2-D837-3E2225A28A29}"/>
                </a:ext>
              </a:extLst>
            </p:cNvPr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>
              <a:extLst>
                <a:ext uri="{FF2B5EF4-FFF2-40B4-BE49-F238E27FC236}">
                  <a16:creationId xmlns:a16="http://schemas.microsoft.com/office/drawing/2014/main" id="{8DED2F3F-9DCD-65FA-B6F3-93EADD36DE25}"/>
                </a:ext>
              </a:extLst>
            </p:cNvPr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>
              <a:extLst>
                <a:ext uri="{FF2B5EF4-FFF2-40B4-BE49-F238E27FC236}">
                  <a16:creationId xmlns:a16="http://schemas.microsoft.com/office/drawing/2014/main" id="{9DC9CB15-A9CB-CA1D-79EC-9A575481BD53}"/>
                </a:ext>
              </a:extLst>
            </p:cNvPr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>
              <a:extLst>
                <a:ext uri="{FF2B5EF4-FFF2-40B4-BE49-F238E27FC236}">
                  <a16:creationId xmlns:a16="http://schemas.microsoft.com/office/drawing/2014/main" id="{930CAB17-77E7-E781-395C-9E242A09CD56}"/>
                </a:ext>
              </a:extLst>
            </p:cNvPr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>
              <a:extLst>
                <a:ext uri="{FF2B5EF4-FFF2-40B4-BE49-F238E27FC236}">
                  <a16:creationId xmlns:a16="http://schemas.microsoft.com/office/drawing/2014/main" id="{BEEA09E1-2462-9A0B-B59B-D16FD9B64146}"/>
                </a:ext>
              </a:extLst>
            </p:cNvPr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>
              <a:extLst>
                <a:ext uri="{FF2B5EF4-FFF2-40B4-BE49-F238E27FC236}">
                  <a16:creationId xmlns:a16="http://schemas.microsoft.com/office/drawing/2014/main" id="{F0D4C41C-CD28-3FCB-47AB-3563225805E6}"/>
                </a:ext>
              </a:extLst>
            </p:cNvPr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>
              <a:extLst>
                <a:ext uri="{FF2B5EF4-FFF2-40B4-BE49-F238E27FC236}">
                  <a16:creationId xmlns:a16="http://schemas.microsoft.com/office/drawing/2014/main" id="{0CA1E4F5-9112-3B8E-5610-9FB809338D59}"/>
                </a:ext>
              </a:extLst>
            </p:cNvPr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>
              <a:extLst>
                <a:ext uri="{FF2B5EF4-FFF2-40B4-BE49-F238E27FC236}">
                  <a16:creationId xmlns:a16="http://schemas.microsoft.com/office/drawing/2014/main" id="{581F51E7-FA01-AFB2-7C3A-F5812F58CEAE}"/>
                </a:ext>
              </a:extLst>
            </p:cNvPr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>
              <a:extLst>
                <a:ext uri="{FF2B5EF4-FFF2-40B4-BE49-F238E27FC236}">
                  <a16:creationId xmlns:a16="http://schemas.microsoft.com/office/drawing/2014/main" id="{3DC25E59-D7CE-BAC9-8924-C75B34632C97}"/>
                </a:ext>
              </a:extLst>
            </p:cNvPr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>
              <a:extLst>
                <a:ext uri="{FF2B5EF4-FFF2-40B4-BE49-F238E27FC236}">
                  <a16:creationId xmlns:a16="http://schemas.microsoft.com/office/drawing/2014/main" id="{0CC46369-21FB-2282-5E34-A35BA5F8BE47}"/>
                </a:ext>
              </a:extLst>
            </p:cNvPr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>
              <a:extLst>
                <a:ext uri="{FF2B5EF4-FFF2-40B4-BE49-F238E27FC236}">
                  <a16:creationId xmlns:a16="http://schemas.microsoft.com/office/drawing/2014/main" id="{495FC63A-F5A4-9DF3-6677-D6288B30A282}"/>
                </a:ext>
              </a:extLst>
            </p:cNvPr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>
              <a:extLst>
                <a:ext uri="{FF2B5EF4-FFF2-40B4-BE49-F238E27FC236}">
                  <a16:creationId xmlns:a16="http://schemas.microsoft.com/office/drawing/2014/main" id="{7105282F-98BF-319E-E302-AC037A9B2707}"/>
                </a:ext>
              </a:extLst>
            </p:cNvPr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>
              <a:extLst>
                <a:ext uri="{FF2B5EF4-FFF2-40B4-BE49-F238E27FC236}">
                  <a16:creationId xmlns:a16="http://schemas.microsoft.com/office/drawing/2014/main" id="{74AF58B9-25C7-AEDD-9982-B2D051D0A27A}"/>
                </a:ext>
              </a:extLst>
            </p:cNvPr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>
              <a:extLst>
                <a:ext uri="{FF2B5EF4-FFF2-40B4-BE49-F238E27FC236}">
                  <a16:creationId xmlns:a16="http://schemas.microsoft.com/office/drawing/2014/main" id="{C6A4D9A2-C6A1-DE1B-EF01-677A323C48C1}"/>
                </a:ext>
              </a:extLst>
            </p:cNvPr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>
              <a:extLst>
                <a:ext uri="{FF2B5EF4-FFF2-40B4-BE49-F238E27FC236}">
                  <a16:creationId xmlns:a16="http://schemas.microsoft.com/office/drawing/2014/main" id="{D7894CAE-F9E8-53F0-0891-D646F3768E4E}"/>
                </a:ext>
              </a:extLst>
            </p:cNvPr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>
              <a:extLst>
                <a:ext uri="{FF2B5EF4-FFF2-40B4-BE49-F238E27FC236}">
                  <a16:creationId xmlns:a16="http://schemas.microsoft.com/office/drawing/2014/main" id="{CB748401-8D2D-55BC-2A54-B1C9F858DFC8}"/>
                </a:ext>
              </a:extLst>
            </p:cNvPr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>
              <a:extLst>
                <a:ext uri="{FF2B5EF4-FFF2-40B4-BE49-F238E27FC236}">
                  <a16:creationId xmlns:a16="http://schemas.microsoft.com/office/drawing/2014/main" id="{A5900E78-ACC6-A6AD-A0D0-577E0303BE80}"/>
                </a:ext>
              </a:extLst>
            </p:cNvPr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>
              <a:extLst>
                <a:ext uri="{FF2B5EF4-FFF2-40B4-BE49-F238E27FC236}">
                  <a16:creationId xmlns:a16="http://schemas.microsoft.com/office/drawing/2014/main" id="{C4F7AEC1-0D50-A70E-9BBF-57F9226FD1EF}"/>
                </a:ext>
              </a:extLst>
            </p:cNvPr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>
              <a:extLst>
                <a:ext uri="{FF2B5EF4-FFF2-40B4-BE49-F238E27FC236}">
                  <a16:creationId xmlns:a16="http://schemas.microsoft.com/office/drawing/2014/main" id="{77C508F3-26A6-2BF5-B092-281687F4236F}"/>
                </a:ext>
              </a:extLst>
            </p:cNvPr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>
              <a:extLst>
                <a:ext uri="{FF2B5EF4-FFF2-40B4-BE49-F238E27FC236}">
                  <a16:creationId xmlns:a16="http://schemas.microsoft.com/office/drawing/2014/main" id="{3E2B6FBA-F45B-20D6-3FDE-0E79D8972085}"/>
                </a:ext>
              </a:extLst>
            </p:cNvPr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>
              <a:extLst>
                <a:ext uri="{FF2B5EF4-FFF2-40B4-BE49-F238E27FC236}">
                  <a16:creationId xmlns:a16="http://schemas.microsoft.com/office/drawing/2014/main" id="{081859B6-0B5F-6A87-48DC-1C49798465DE}"/>
                </a:ext>
              </a:extLst>
            </p:cNvPr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>
              <a:extLst>
                <a:ext uri="{FF2B5EF4-FFF2-40B4-BE49-F238E27FC236}">
                  <a16:creationId xmlns:a16="http://schemas.microsoft.com/office/drawing/2014/main" id="{909D7762-3347-69D6-1948-70307E9CBC3F}"/>
                </a:ext>
              </a:extLst>
            </p:cNvPr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>
              <a:extLst>
                <a:ext uri="{FF2B5EF4-FFF2-40B4-BE49-F238E27FC236}">
                  <a16:creationId xmlns:a16="http://schemas.microsoft.com/office/drawing/2014/main" id="{AB7A6EFC-275D-E05C-2204-AE0B33911BB3}"/>
                </a:ext>
              </a:extLst>
            </p:cNvPr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>
              <a:extLst>
                <a:ext uri="{FF2B5EF4-FFF2-40B4-BE49-F238E27FC236}">
                  <a16:creationId xmlns:a16="http://schemas.microsoft.com/office/drawing/2014/main" id="{C963F47D-507C-A39D-4DA5-3685DC970C09}"/>
                </a:ext>
              </a:extLst>
            </p:cNvPr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>
              <a:extLst>
                <a:ext uri="{FF2B5EF4-FFF2-40B4-BE49-F238E27FC236}">
                  <a16:creationId xmlns:a16="http://schemas.microsoft.com/office/drawing/2014/main" id="{ACDDC282-B8DC-75DB-AE2C-51A64B30A29D}"/>
                </a:ext>
              </a:extLst>
            </p:cNvPr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>
              <a:extLst>
                <a:ext uri="{FF2B5EF4-FFF2-40B4-BE49-F238E27FC236}">
                  <a16:creationId xmlns:a16="http://schemas.microsoft.com/office/drawing/2014/main" id="{614D2ED9-BE3A-F834-A8B1-9DDB7EC35BF1}"/>
                </a:ext>
              </a:extLst>
            </p:cNvPr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>
              <a:extLst>
                <a:ext uri="{FF2B5EF4-FFF2-40B4-BE49-F238E27FC236}">
                  <a16:creationId xmlns:a16="http://schemas.microsoft.com/office/drawing/2014/main" id="{2EA79DC4-2C7E-ACB4-A0D2-43628082BE6F}"/>
                </a:ext>
              </a:extLst>
            </p:cNvPr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>
              <a:extLst>
                <a:ext uri="{FF2B5EF4-FFF2-40B4-BE49-F238E27FC236}">
                  <a16:creationId xmlns:a16="http://schemas.microsoft.com/office/drawing/2014/main" id="{13B49F76-CA9E-E472-E344-C3FFC4663C73}"/>
                </a:ext>
              </a:extLst>
            </p:cNvPr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>
              <a:extLst>
                <a:ext uri="{FF2B5EF4-FFF2-40B4-BE49-F238E27FC236}">
                  <a16:creationId xmlns:a16="http://schemas.microsoft.com/office/drawing/2014/main" id="{7F468EF3-3EF9-5625-50A4-E3EB0E014944}"/>
                </a:ext>
              </a:extLst>
            </p:cNvPr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>
              <a:extLst>
                <a:ext uri="{FF2B5EF4-FFF2-40B4-BE49-F238E27FC236}">
                  <a16:creationId xmlns:a16="http://schemas.microsoft.com/office/drawing/2014/main" id="{20AD87EA-F007-D870-C96F-37B389D43A23}"/>
                </a:ext>
              </a:extLst>
            </p:cNvPr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>
              <a:extLst>
                <a:ext uri="{FF2B5EF4-FFF2-40B4-BE49-F238E27FC236}">
                  <a16:creationId xmlns:a16="http://schemas.microsoft.com/office/drawing/2014/main" id="{923BDD7E-1352-587E-4C48-7746396596D0}"/>
                </a:ext>
              </a:extLst>
            </p:cNvPr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>
              <a:extLst>
                <a:ext uri="{FF2B5EF4-FFF2-40B4-BE49-F238E27FC236}">
                  <a16:creationId xmlns:a16="http://schemas.microsoft.com/office/drawing/2014/main" id="{6FB46F6C-5F86-B546-21EC-BE4708CA3ADD}"/>
                </a:ext>
              </a:extLst>
            </p:cNvPr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>
              <a:extLst>
                <a:ext uri="{FF2B5EF4-FFF2-40B4-BE49-F238E27FC236}">
                  <a16:creationId xmlns:a16="http://schemas.microsoft.com/office/drawing/2014/main" id="{EEBE9770-F291-2735-34F9-F3D704CB4395}"/>
                </a:ext>
              </a:extLst>
            </p:cNvPr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>
              <a:extLst>
                <a:ext uri="{FF2B5EF4-FFF2-40B4-BE49-F238E27FC236}">
                  <a16:creationId xmlns:a16="http://schemas.microsoft.com/office/drawing/2014/main" id="{8EB72AE5-B90F-347E-6620-B07A37E5DDA5}"/>
                </a:ext>
              </a:extLst>
            </p:cNvPr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>
              <a:extLst>
                <a:ext uri="{FF2B5EF4-FFF2-40B4-BE49-F238E27FC236}">
                  <a16:creationId xmlns:a16="http://schemas.microsoft.com/office/drawing/2014/main" id="{A57EA52B-C78B-2F76-616B-3E6532B6E9EE}"/>
                </a:ext>
              </a:extLst>
            </p:cNvPr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>
              <a:extLst>
                <a:ext uri="{FF2B5EF4-FFF2-40B4-BE49-F238E27FC236}">
                  <a16:creationId xmlns:a16="http://schemas.microsoft.com/office/drawing/2014/main" id="{7F524BB5-4C1C-2173-4026-0665DB1F987B}"/>
                </a:ext>
              </a:extLst>
            </p:cNvPr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>
              <a:extLst>
                <a:ext uri="{FF2B5EF4-FFF2-40B4-BE49-F238E27FC236}">
                  <a16:creationId xmlns:a16="http://schemas.microsoft.com/office/drawing/2014/main" id="{FFAFFC47-65B2-5172-D868-412407BC3C31}"/>
                </a:ext>
              </a:extLst>
            </p:cNvPr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>
              <a:extLst>
                <a:ext uri="{FF2B5EF4-FFF2-40B4-BE49-F238E27FC236}">
                  <a16:creationId xmlns:a16="http://schemas.microsoft.com/office/drawing/2014/main" id="{6ABA1893-94EA-018E-371D-DAC48E411D5A}"/>
                </a:ext>
              </a:extLst>
            </p:cNvPr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>
              <a:extLst>
                <a:ext uri="{FF2B5EF4-FFF2-40B4-BE49-F238E27FC236}">
                  <a16:creationId xmlns:a16="http://schemas.microsoft.com/office/drawing/2014/main" id="{F0D27EED-7CA3-9F0C-3801-48F594E5EBF5}"/>
                </a:ext>
              </a:extLst>
            </p:cNvPr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>
              <a:extLst>
                <a:ext uri="{FF2B5EF4-FFF2-40B4-BE49-F238E27FC236}">
                  <a16:creationId xmlns:a16="http://schemas.microsoft.com/office/drawing/2014/main" id="{3B6A5DCA-3CF6-C677-FD6C-1A1A21723E49}"/>
                </a:ext>
              </a:extLst>
            </p:cNvPr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>
              <a:extLst>
                <a:ext uri="{FF2B5EF4-FFF2-40B4-BE49-F238E27FC236}">
                  <a16:creationId xmlns:a16="http://schemas.microsoft.com/office/drawing/2014/main" id="{05259429-88F6-DE99-9ED8-82FDF0E33DBD}"/>
                </a:ext>
              </a:extLst>
            </p:cNvPr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>
              <a:extLst>
                <a:ext uri="{FF2B5EF4-FFF2-40B4-BE49-F238E27FC236}">
                  <a16:creationId xmlns:a16="http://schemas.microsoft.com/office/drawing/2014/main" id="{219885FC-238F-212B-F089-FECA54163AD5}"/>
                </a:ext>
              </a:extLst>
            </p:cNvPr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>
              <a:extLst>
                <a:ext uri="{FF2B5EF4-FFF2-40B4-BE49-F238E27FC236}">
                  <a16:creationId xmlns:a16="http://schemas.microsoft.com/office/drawing/2014/main" id="{964D8127-CBB3-C1FA-BEFE-6A05142F9EEA}"/>
                </a:ext>
              </a:extLst>
            </p:cNvPr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>
              <a:extLst>
                <a:ext uri="{FF2B5EF4-FFF2-40B4-BE49-F238E27FC236}">
                  <a16:creationId xmlns:a16="http://schemas.microsoft.com/office/drawing/2014/main" id="{1AD85215-E041-9DA9-5E8F-84254C894218}"/>
                </a:ext>
              </a:extLst>
            </p:cNvPr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>
              <a:extLst>
                <a:ext uri="{FF2B5EF4-FFF2-40B4-BE49-F238E27FC236}">
                  <a16:creationId xmlns:a16="http://schemas.microsoft.com/office/drawing/2014/main" id="{4107713D-2B26-4398-D8B0-C378C34E4C94}"/>
                </a:ext>
              </a:extLst>
            </p:cNvPr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>
              <a:extLst>
                <a:ext uri="{FF2B5EF4-FFF2-40B4-BE49-F238E27FC236}">
                  <a16:creationId xmlns:a16="http://schemas.microsoft.com/office/drawing/2014/main" id="{D55F572B-2E05-607E-1CB4-7C1B424A3D21}"/>
                </a:ext>
              </a:extLst>
            </p:cNvPr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>
              <a:extLst>
                <a:ext uri="{FF2B5EF4-FFF2-40B4-BE49-F238E27FC236}">
                  <a16:creationId xmlns:a16="http://schemas.microsoft.com/office/drawing/2014/main" id="{ACAB03B1-82B5-FB72-DEDC-5B34CDDD438D}"/>
                </a:ext>
              </a:extLst>
            </p:cNvPr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>
              <a:extLst>
                <a:ext uri="{FF2B5EF4-FFF2-40B4-BE49-F238E27FC236}">
                  <a16:creationId xmlns:a16="http://schemas.microsoft.com/office/drawing/2014/main" id="{CFBBAD0E-39D9-0F37-1506-60880D0761DE}"/>
                </a:ext>
              </a:extLst>
            </p:cNvPr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>
              <a:extLst>
                <a:ext uri="{FF2B5EF4-FFF2-40B4-BE49-F238E27FC236}">
                  <a16:creationId xmlns:a16="http://schemas.microsoft.com/office/drawing/2014/main" id="{9BACD95B-4FB2-B7A3-F201-AC8ABC33F74A}"/>
                </a:ext>
              </a:extLst>
            </p:cNvPr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>
              <a:extLst>
                <a:ext uri="{FF2B5EF4-FFF2-40B4-BE49-F238E27FC236}">
                  <a16:creationId xmlns:a16="http://schemas.microsoft.com/office/drawing/2014/main" id="{7159AF75-F15A-8050-3ABC-1B02DE489425}"/>
                </a:ext>
              </a:extLst>
            </p:cNvPr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>
              <a:extLst>
                <a:ext uri="{FF2B5EF4-FFF2-40B4-BE49-F238E27FC236}">
                  <a16:creationId xmlns:a16="http://schemas.microsoft.com/office/drawing/2014/main" id="{B026D4F1-8A84-E3B1-F147-F60434998217}"/>
                </a:ext>
              </a:extLst>
            </p:cNvPr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>
              <a:extLst>
                <a:ext uri="{FF2B5EF4-FFF2-40B4-BE49-F238E27FC236}">
                  <a16:creationId xmlns:a16="http://schemas.microsoft.com/office/drawing/2014/main" id="{E39153EA-8E85-D5F8-88E1-1842EAD129A4}"/>
                </a:ext>
              </a:extLst>
            </p:cNvPr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>
              <a:extLst>
                <a:ext uri="{FF2B5EF4-FFF2-40B4-BE49-F238E27FC236}">
                  <a16:creationId xmlns:a16="http://schemas.microsoft.com/office/drawing/2014/main" id="{EE51C790-E6B2-F121-A7EF-69051FED763E}"/>
                </a:ext>
              </a:extLst>
            </p:cNvPr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>
              <a:extLst>
                <a:ext uri="{FF2B5EF4-FFF2-40B4-BE49-F238E27FC236}">
                  <a16:creationId xmlns:a16="http://schemas.microsoft.com/office/drawing/2014/main" id="{F047D3B7-50BE-F0BC-4028-0E4CA8593FEB}"/>
                </a:ext>
              </a:extLst>
            </p:cNvPr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>
              <a:extLst>
                <a:ext uri="{FF2B5EF4-FFF2-40B4-BE49-F238E27FC236}">
                  <a16:creationId xmlns:a16="http://schemas.microsoft.com/office/drawing/2014/main" id="{F3B68010-004B-0BF3-4A2B-97C3E3A4580D}"/>
                </a:ext>
              </a:extLst>
            </p:cNvPr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>
              <a:extLst>
                <a:ext uri="{FF2B5EF4-FFF2-40B4-BE49-F238E27FC236}">
                  <a16:creationId xmlns:a16="http://schemas.microsoft.com/office/drawing/2014/main" id="{A17EF63D-472E-2FCE-C8F0-128970E62490}"/>
                </a:ext>
              </a:extLst>
            </p:cNvPr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>
              <a:extLst>
                <a:ext uri="{FF2B5EF4-FFF2-40B4-BE49-F238E27FC236}">
                  <a16:creationId xmlns:a16="http://schemas.microsoft.com/office/drawing/2014/main" id="{AE7F6EC9-6033-A4E7-E94E-66A03A8D4027}"/>
                </a:ext>
              </a:extLst>
            </p:cNvPr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>
              <a:extLst>
                <a:ext uri="{FF2B5EF4-FFF2-40B4-BE49-F238E27FC236}">
                  <a16:creationId xmlns:a16="http://schemas.microsoft.com/office/drawing/2014/main" id="{894A4307-F96A-AE85-6FD7-C55066DFDA63}"/>
                </a:ext>
              </a:extLst>
            </p:cNvPr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>
              <a:extLst>
                <a:ext uri="{FF2B5EF4-FFF2-40B4-BE49-F238E27FC236}">
                  <a16:creationId xmlns:a16="http://schemas.microsoft.com/office/drawing/2014/main" id="{A1B92754-26C8-236D-304F-E433A91BEC60}"/>
                </a:ext>
              </a:extLst>
            </p:cNvPr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>
              <a:extLst>
                <a:ext uri="{FF2B5EF4-FFF2-40B4-BE49-F238E27FC236}">
                  <a16:creationId xmlns:a16="http://schemas.microsoft.com/office/drawing/2014/main" id="{FD0619E9-BAD8-7E35-4DC0-370D3B42B9C2}"/>
                </a:ext>
              </a:extLst>
            </p:cNvPr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>
              <a:extLst>
                <a:ext uri="{FF2B5EF4-FFF2-40B4-BE49-F238E27FC236}">
                  <a16:creationId xmlns:a16="http://schemas.microsoft.com/office/drawing/2014/main" id="{89C01169-4240-D531-90B1-DD92C921C083}"/>
                </a:ext>
              </a:extLst>
            </p:cNvPr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>
              <a:extLst>
                <a:ext uri="{FF2B5EF4-FFF2-40B4-BE49-F238E27FC236}">
                  <a16:creationId xmlns:a16="http://schemas.microsoft.com/office/drawing/2014/main" id="{F5A52D48-E437-B823-D430-F475CDB5B2DF}"/>
                </a:ext>
              </a:extLst>
            </p:cNvPr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>
              <a:extLst>
                <a:ext uri="{FF2B5EF4-FFF2-40B4-BE49-F238E27FC236}">
                  <a16:creationId xmlns:a16="http://schemas.microsoft.com/office/drawing/2014/main" id="{82C7F8EE-3F5A-3477-CEAE-45759E2B5BCF}"/>
                </a:ext>
              </a:extLst>
            </p:cNvPr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>
              <a:extLst>
                <a:ext uri="{FF2B5EF4-FFF2-40B4-BE49-F238E27FC236}">
                  <a16:creationId xmlns:a16="http://schemas.microsoft.com/office/drawing/2014/main" id="{C8FDD71E-8434-0F7F-3C9D-D7CEAF6A48C0}"/>
                </a:ext>
              </a:extLst>
            </p:cNvPr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>
              <a:extLst>
                <a:ext uri="{FF2B5EF4-FFF2-40B4-BE49-F238E27FC236}">
                  <a16:creationId xmlns:a16="http://schemas.microsoft.com/office/drawing/2014/main" id="{9E4A4AF1-8B01-7A85-90C3-776D58329F7A}"/>
                </a:ext>
              </a:extLst>
            </p:cNvPr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>
              <a:extLst>
                <a:ext uri="{FF2B5EF4-FFF2-40B4-BE49-F238E27FC236}">
                  <a16:creationId xmlns:a16="http://schemas.microsoft.com/office/drawing/2014/main" id="{A63FB661-F374-5DAB-FBA5-0E9AD3E5B38D}"/>
                </a:ext>
              </a:extLst>
            </p:cNvPr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>
              <a:extLst>
                <a:ext uri="{FF2B5EF4-FFF2-40B4-BE49-F238E27FC236}">
                  <a16:creationId xmlns:a16="http://schemas.microsoft.com/office/drawing/2014/main" id="{FC765230-3BBB-DF86-4683-8CCF91A46084}"/>
                </a:ext>
              </a:extLst>
            </p:cNvPr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>
              <a:extLst>
                <a:ext uri="{FF2B5EF4-FFF2-40B4-BE49-F238E27FC236}">
                  <a16:creationId xmlns:a16="http://schemas.microsoft.com/office/drawing/2014/main" id="{E3742303-BAFA-0E28-0EA2-829E011D0926}"/>
                </a:ext>
              </a:extLst>
            </p:cNvPr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>
              <a:extLst>
                <a:ext uri="{FF2B5EF4-FFF2-40B4-BE49-F238E27FC236}">
                  <a16:creationId xmlns:a16="http://schemas.microsoft.com/office/drawing/2014/main" id="{DAA7407C-A4AB-67B7-EF75-711C110B243A}"/>
                </a:ext>
              </a:extLst>
            </p:cNvPr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>
              <a:extLst>
                <a:ext uri="{FF2B5EF4-FFF2-40B4-BE49-F238E27FC236}">
                  <a16:creationId xmlns:a16="http://schemas.microsoft.com/office/drawing/2014/main" id="{00E2A281-33A9-6CE3-61E6-3E45C7EF3B73}"/>
                </a:ext>
              </a:extLst>
            </p:cNvPr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>
              <a:extLst>
                <a:ext uri="{FF2B5EF4-FFF2-40B4-BE49-F238E27FC236}">
                  <a16:creationId xmlns:a16="http://schemas.microsoft.com/office/drawing/2014/main" id="{D59FB72C-BA54-3710-601C-3B318FD8A037}"/>
                </a:ext>
              </a:extLst>
            </p:cNvPr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>
              <a:extLst>
                <a:ext uri="{FF2B5EF4-FFF2-40B4-BE49-F238E27FC236}">
                  <a16:creationId xmlns:a16="http://schemas.microsoft.com/office/drawing/2014/main" id="{89588AD9-35EA-5C4F-8EB3-10CEB382BF64}"/>
                </a:ext>
              </a:extLst>
            </p:cNvPr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>
              <a:extLst>
                <a:ext uri="{FF2B5EF4-FFF2-40B4-BE49-F238E27FC236}">
                  <a16:creationId xmlns:a16="http://schemas.microsoft.com/office/drawing/2014/main" id="{31B852D8-CEC6-E9F8-F0AA-8276A91D5496}"/>
                </a:ext>
              </a:extLst>
            </p:cNvPr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>
              <a:extLst>
                <a:ext uri="{FF2B5EF4-FFF2-40B4-BE49-F238E27FC236}">
                  <a16:creationId xmlns:a16="http://schemas.microsoft.com/office/drawing/2014/main" id="{211B55FE-636A-0C7F-652E-16FCC77E97FB}"/>
                </a:ext>
              </a:extLst>
            </p:cNvPr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>
              <a:extLst>
                <a:ext uri="{FF2B5EF4-FFF2-40B4-BE49-F238E27FC236}">
                  <a16:creationId xmlns:a16="http://schemas.microsoft.com/office/drawing/2014/main" id="{C6EA8A9B-7A60-1CB8-DD3F-22E5B060964A}"/>
                </a:ext>
              </a:extLst>
            </p:cNvPr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>
              <a:extLst>
                <a:ext uri="{FF2B5EF4-FFF2-40B4-BE49-F238E27FC236}">
                  <a16:creationId xmlns:a16="http://schemas.microsoft.com/office/drawing/2014/main" id="{39F3351C-66DB-6A5C-C0EB-34BF5F7B8EEB}"/>
                </a:ext>
              </a:extLst>
            </p:cNvPr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>
              <a:extLst>
                <a:ext uri="{FF2B5EF4-FFF2-40B4-BE49-F238E27FC236}">
                  <a16:creationId xmlns:a16="http://schemas.microsoft.com/office/drawing/2014/main" id="{41931D63-B6F1-F608-8311-E04617D2DA29}"/>
                </a:ext>
              </a:extLst>
            </p:cNvPr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>
              <a:extLst>
                <a:ext uri="{FF2B5EF4-FFF2-40B4-BE49-F238E27FC236}">
                  <a16:creationId xmlns:a16="http://schemas.microsoft.com/office/drawing/2014/main" id="{02E7E78B-FFCB-7AB2-7FC3-E1554EAF8289}"/>
                </a:ext>
              </a:extLst>
            </p:cNvPr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>
              <a:extLst>
                <a:ext uri="{FF2B5EF4-FFF2-40B4-BE49-F238E27FC236}">
                  <a16:creationId xmlns:a16="http://schemas.microsoft.com/office/drawing/2014/main" id="{B3183CB2-258E-932F-617B-337F4234BF3D}"/>
                </a:ext>
              </a:extLst>
            </p:cNvPr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>
              <a:extLst>
                <a:ext uri="{FF2B5EF4-FFF2-40B4-BE49-F238E27FC236}">
                  <a16:creationId xmlns:a16="http://schemas.microsoft.com/office/drawing/2014/main" id="{AC0156D5-E5DE-598A-A119-20E3A4F21201}"/>
                </a:ext>
              </a:extLst>
            </p:cNvPr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>
              <a:extLst>
                <a:ext uri="{FF2B5EF4-FFF2-40B4-BE49-F238E27FC236}">
                  <a16:creationId xmlns:a16="http://schemas.microsoft.com/office/drawing/2014/main" id="{AAFD04E4-966E-3429-5F19-4618C4E3D9D4}"/>
                </a:ext>
              </a:extLst>
            </p:cNvPr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>
              <a:extLst>
                <a:ext uri="{FF2B5EF4-FFF2-40B4-BE49-F238E27FC236}">
                  <a16:creationId xmlns:a16="http://schemas.microsoft.com/office/drawing/2014/main" id="{F454590D-52BA-904E-278D-733AD167A764}"/>
                </a:ext>
              </a:extLst>
            </p:cNvPr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>
              <a:extLst>
                <a:ext uri="{FF2B5EF4-FFF2-40B4-BE49-F238E27FC236}">
                  <a16:creationId xmlns:a16="http://schemas.microsoft.com/office/drawing/2014/main" id="{39E9CF18-1745-98FA-AD39-E3B400368E17}"/>
                </a:ext>
              </a:extLst>
            </p:cNvPr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>
              <a:extLst>
                <a:ext uri="{FF2B5EF4-FFF2-40B4-BE49-F238E27FC236}">
                  <a16:creationId xmlns:a16="http://schemas.microsoft.com/office/drawing/2014/main" id="{5D3E7608-E2F8-8580-1E3E-6292867568B5}"/>
                </a:ext>
              </a:extLst>
            </p:cNvPr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>
              <a:extLst>
                <a:ext uri="{FF2B5EF4-FFF2-40B4-BE49-F238E27FC236}">
                  <a16:creationId xmlns:a16="http://schemas.microsoft.com/office/drawing/2014/main" id="{5FBE3743-A397-7EDB-B7B9-75E486F054B7}"/>
                </a:ext>
              </a:extLst>
            </p:cNvPr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>
              <a:extLst>
                <a:ext uri="{FF2B5EF4-FFF2-40B4-BE49-F238E27FC236}">
                  <a16:creationId xmlns:a16="http://schemas.microsoft.com/office/drawing/2014/main" id="{7A3F4A82-30F2-9D82-BF28-EB035984FAEF}"/>
                </a:ext>
              </a:extLst>
            </p:cNvPr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>
              <a:extLst>
                <a:ext uri="{FF2B5EF4-FFF2-40B4-BE49-F238E27FC236}">
                  <a16:creationId xmlns:a16="http://schemas.microsoft.com/office/drawing/2014/main" id="{17485F25-CDDB-CA5D-3EC6-8AA690285002}"/>
                </a:ext>
              </a:extLst>
            </p:cNvPr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>
              <a:extLst>
                <a:ext uri="{FF2B5EF4-FFF2-40B4-BE49-F238E27FC236}">
                  <a16:creationId xmlns:a16="http://schemas.microsoft.com/office/drawing/2014/main" id="{AC976FBD-285E-BFF5-C512-B62CE037BCFA}"/>
                </a:ext>
              </a:extLst>
            </p:cNvPr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>
              <a:extLst>
                <a:ext uri="{FF2B5EF4-FFF2-40B4-BE49-F238E27FC236}">
                  <a16:creationId xmlns:a16="http://schemas.microsoft.com/office/drawing/2014/main" id="{16781F02-AC33-8B5E-B36C-EFEB3A947A1C}"/>
                </a:ext>
              </a:extLst>
            </p:cNvPr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>
              <a:extLst>
                <a:ext uri="{FF2B5EF4-FFF2-40B4-BE49-F238E27FC236}">
                  <a16:creationId xmlns:a16="http://schemas.microsoft.com/office/drawing/2014/main" id="{FDBEC1A3-895C-41C6-5A64-2A8308DEEC9E}"/>
                </a:ext>
              </a:extLst>
            </p:cNvPr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>
              <a:extLst>
                <a:ext uri="{FF2B5EF4-FFF2-40B4-BE49-F238E27FC236}">
                  <a16:creationId xmlns:a16="http://schemas.microsoft.com/office/drawing/2014/main" id="{4BAB2F13-D0B7-5BA7-D729-4D8E31C1E23B}"/>
                </a:ext>
              </a:extLst>
            </p:cNvPr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>
              <a:extLst>
                <a:ext uri="{FF2B5EF4-FFF2-40B4-BE49-F238E27FC236}">
                  <a16:creationId xmlns:a16="http://schemas.microsoft.com/office/drawing/2014/main" id="{F11633B9-D37D-8A73-CD7C-0CA18D52E891}"/>
                </a:ext>
              </a:extLst>
            </p:cNvPr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>
              <a:extLst>
                <a:ext uri="{FF2B5EF4-FFF2-40B4-BE49-F238E27FC236}">
                  <a16:creationId xmlns:a16="http://schemas.microsoft.com/office/drawing/2014/main" id="{323C84DB-0DAC-92C6-5F11-9106EFA96079}"/>
                </a:ext>
              </a:extLst>
            </p:cNvPr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>
              <a:extLst>
                <a:ext uri="{FF2B5EF4-FFF2-40B4-BE49-F238E27FC236}">
                  <a16:creationId xmlns:a16="http://schemas.microsoft.com/office/drawing/2014/main" id="{55CF8E16-89E9-29C7-52D2-3335D428D292}"/>
                </a:ext>
              </a:extLst>
            </p:cNvPr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>
              <a:extLst>
                <a:ext uri="{FF2B5EF4-FFF2-40B4-BE49-F238E27FC236}">
                  <a16:creationId xmlns:a16="http://schemas.microsoft.com/office/drawing/2014/main" id="{28E71BBF-26CB-1EA7-B405-F7DFB78C60EE}"/>
                </a:ext>
              </a:extLst>
            </p:cNvPr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>
              <a:extLst>
                <a:ext uri="{FF2B5EF4-FFF2-40B4-BE49-F238E27FC236}">
                  <a16:creationId xmlns:a16="http://schemas.microsoft.com/office/drawing/2014/main" id="{8643CF52-4EA7-36D2-B579-5FA7783F6566}"/>
                </a:ext>
              </a:extLst>
            </p:cNvPr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>
              <a:extLst>
                <a:ext uri="{FF2B5EF4-FFF2-40B4-BE49-F238E27FC236}">
                  <a16:creationId xmlns:a16="http://schemas.microsoft.com/office/drawing/2014/main" id="{27EA3AE7-0786-B883-212D-D0303FE4DAF3}"/>
                </a:ext>
              </a:extLst>
            </p:cNvPr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>
              <a:extLst>
                <a:ext uri="{FF2B5EF4-FFF2-40B4-BE49-F238E27FC236}">
                  <a16:creationId xmlns:a16="http://schemas.microsoft.com/office/drawing/2014/main" id="{E1E9A850-8C51-30B3-AB1B-2863AEA88E5B}"/>
                </a:ext>
              </a:extLst>
            </p:cNvPr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>
              <a:extLst>
                <a:ext uri="{FF2B5EF4-FFF2-40B4-BE49-F238E27FC236}">
                  <a16:creationId xmlns:a16="http://schemas.microsoft.com/office/drawing/2014/main" id="{752FD745-9FDB-B66D-15C0-84C7E4134872}"/>
                </a:ext>
              </a:extLst>
            </p:cNvPr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>
              <a:extLst>
                <a:ext uri="{FF2B5EF4-FFF2-40B4-BE49-F238E27FC236}">
                  <a16:creationId xmlns:a16="http://schemas.microsoft.com/office/drawing/2014/main" id="{CD1393B8-C1AA-FE0B-6DDF-66BC72544E64}"/>
                </a:ext>
              </a:extLst>
            </p:cNvPr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>
              <a:extLst>
                <a:ext uri="{FF2B5EF4-FFF2-40B4-BE49-F238E27FC236}">
                  <a16:creationId xmlns:a16="http://schemas.microsoft.com/office/drawing/2014/main" id="{9A941E12-397A-51C5-0F5E-D3DCF8951DAD}"/>
                </a:ext>
              </a:extLst>
            </p:cNvPr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>
              <a:extLst>
                <a:ext uri="{FF2B5EF4-FFF2-40B4-BE49-F238E27FC236}">
                  <a16:creationId xmlns:a16="http://schemas.microsoft.com/office/drawing/2014/main" id="{D22729DF-9037-3CB6-CFE8-2FDECFDA3278}"/>
                </a:ext>
              </a:extLst>
            </p:cNvPr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>
              <a:extLst>
                <a:ext uri="{FF2B5EF4-FFF2-40B4-BE49-F238E27FC236}">
                  <a16:creationId xmlns:a16="http://schemas.microsoft.com/office/drawing/2014/main" id="{F7154257-6439-26CD-A4C5-FD8E01186D82}"/>
                </a:ext>
              </a:extLst>
            </p:cNvPr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>
              <a:extLst>
                <a:ext uri="{FF2B5EF4-FFF2-40B4-BE49-F238E27FC236}">
                  <a16:creationId xmlns:a16="http://schemas.microsoft.com/office/drawing/2014/main" id="{D2E7ED5C-6DB4-6909-6B48-6698BFD7C130}"/>
                </a:ext>
              </a:extLst>
            </p:cNvPr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>
              <a:extLst>
                <a:ext uri="{FF2B5EF4-FFF2-40B4-BE49-F238E27FC236}">
                  <a16:creationId xmlns:a16="http://schemas.microsoft.com/office/drawing/2014/main" id="{C1DF9DFD-FA79-75F5-6A12-2065AD217239}"/>
                </a:ext>
              </a:extLst>
            </p:cNvPr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>
              <a:extLst>
                <a:ext uri="{FF2B5EF4-FFF2-40B4-BE49-F238E27FC236}">
                  <a16:creationId xmlns:a16="http://schemas.microsoft.com/office/drawing/2014/main" id="{DF2C3A88-F091-9C66-F58E-1322A9D1E01B}"/>
                </a:ext>
              </a:extLst>
            </p:cNvPr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>
              <a:extLst>
                <a:ext uri="{FF2B5EF4-FFF2-40B4-BE49-F238E27FC236}">
                  <a16:creationId xmlns:a16="http://schemas.microsoft.com/office/drawing/2014/main" id="{6C23571A-08FD-1F69-09D5-1A4A0E8B631F}"/>
                </a:ext>
              </a:extLst>
            </p:cNvPr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>
              <a:extLst>
                <a:ext uri="{FF2B5EF4-FFF2-40B4-BE49-F238E27FC236}">
                  <a16:creationId xmlns:a16="http://schemas.microsoft.com/office/drawing/2014/main" id="{6BEB8D14-548D-063F-B934-6316D1279730}"/>
                </a:ext>
              </a:extLst>
            </p:cNvPr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>
              <a:extLst>
                <a:ext uri="{FF2B5EF4-FFF2-40B4-BE49-F238E27FC236}">
                  <a16:creationId xmlns:a16="http://schemas.microsoft.com/office/drawing/2014/main" id="{16E5AB1A-BA31-D0A0-E8D4-74E409B53322}"/>
                </a:ext>
              </a:extLst>
            </p:cNvPr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>
              <a:extLst>
                <a:ext uri="{FF2B5EF4-FFF2-40B4-BE49-F238E27FC236}">
                  <a16:creationId xmlns:a16="http://schemas.microsoft.com/office/drawing/2014/main" id="{9498F67E-2E64-63FA-614A-B8F4174972E6}"/>
                </a:ext>
              </a:extLst>
            </p:cNvPr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>
              <a:extLst>
                <a:ext uri="{FF2B5EF4-FFF2-40B4-BE49-F238E27FC236}">
                  <a16:creationId xmlns:a16="http://schemas.microsoft.com/office/drawing/2014/main" id="{57F632D1-F75D-7008-1D93-74981808AD86}"/>
                </a:ext>
              </a:extLst>
            </p:cNvPr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>
              <a:extLst>
                <a:ext uri="{FF2B5EF4-FFF2-40B4-BE49-F238E27FC236}">
                  <a16:creationId xmlns:a16="http://schemas.microsoft.com/office/drawing/2014/main" id="{6811847F-72AD-323F-9223-D9F50BD1B806}"/>
                </a:ext>
              </a:extLst>
            </p:cNvPr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>
              <a:extLst>
                <a:ext uri="{FF2B5EF4-FFF2-40B4-BE49-F238E27FC236}">
                  <a16:creationId xmlns:a16="http://schemas.microsoft.com/office/drawing/2014/main" id="{C1D7E8F5-0B1D-8E7E-D7A9-E405FA87CD8E}"/>
                </a:ext>
              </a:extLst>
            </p:cNvPr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>
              <a:extLst>
                <a:ext uri="{FF2B5EF4-FFF2-40B4-BE49-F238E27FC236}">
                  <a16:creationId xmlns:a16="http://schemas.microsoft.com/office/drawing/2014/main" id="{3CCEF911-21E2-CD71-D62A-DF3B9DE49DB7}"/>
                </a:ext>
              </a:extLst>
            </p:cNvPr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>
              <a:extLst>
                <a:ext uri="{FF2B5EF4-FFF2-40B4-BE49-F238E27FC236}">
                  <a16:creationId xmlns:a16="http://schemas.microsoft.com/office/drawing/2014/main" id="{B95BECF9-B89F-0878-C519-FFEC3EA48F41}"/>
                </a:ext>
              </a:extLst>
            </p:cNvPr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>
              <a:extLst>
                <a:ext uri="{FF2B5EF4-FFF2-40B4-BE49-F238E27FC236}">
                  <a16:creationId xmlns:a16="http://schemas.microsoft.com/office/drawing/2014/main" id="{FF56A706-F73E-A10F-C0CD-1C15660D7004}"/>
                </a:ext>
              </a:extLst>
            </p:cNvPr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>
              <a:extLst>
                <a:ext uri="{FF2B5EF4-FFF2-40B4-BE49-F238E27FC236}">
                  <a16:creationId xmlns:a16="http://schemas.microsoft.com/office/drawing/2014/main" id="{ED6EFA21-B7BB-1438-BE22-398BBC88F47D}"/>
                </a:ext>
              </a:extLst>
            </p:cNvPr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>
              <a:extLst>
                <a:ext uri="{FF2B5EF4-FFF2-40B4-BE49-F238E27FC236}">
                  <a16:creationId xmlns:a16="http://schemas.microsoft.com/office/drawing/2014/main" id="{D029B1AB-1EFF-BF56-2518-D7DDB4ED0267}"/>
                </a:ext>
              </a:extLst>
            </p:cNvPr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>
              <a:extLst>
                <a:ext uri="{FF2B5EF4-FFF2-40B4-BE49-F238E27FC236}">
                  <a16:creationId xmlns:a16="http://schemas.microsoft.com/office/drawing/2014/main" id="{1CD5FB0B-2758-A2F2-A66F-0A1597FBC0D7}"/>
                </a:ext>
              </a:extLst>
            </p:cNvPr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>
              <a:extLst>
                <a:ext uri="{FF2B5EF4-FFF2-40B4-BE49-F238E27FC236}">
                  <a16:creationId xmlns:a16="http://schemas.microsoft.com/office/drawing/2014/main" id="{52C60A57-C14D-5A80-07F8-2DABBC5BB7FE}"/>
                </a:ext>
              </a:extLst>
            </p:cNvPr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>
              <a:extLst>
                <a:ext uri="{FF2B5EF4-FFF2-40B4-BE49-F238E27FC236}">
                  <a16:creationId xmlns:a16="http://schemas.microsoft.com/office/drawing/2014/main" id="{06D65736-B22C-4E15-B750-CA0C0A59CA22}"/>
                </a:ext>
              </a:extLst>
            </p:cNvPr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>
              <a:extLst>
                <a:ext uri="{FF2B5EF4-FFF2-40B4-BE49-F238E27FC236}">
                  <a16:creationId xmlns:a16="http://schemas.microsoft.com/office/drawing/2014/main" id="{00249DAD-6C93-2AFA-337C-E62FDDD4DA95}"/>
                </a:ext>
              </a:extLst>
            </p:cNvPr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>
              <a:extLst>
                <a:ext uri="{FF2B5EF4-FFF2-40B4-BE49-F238E27FC236}">
                  <a16:creationId xmlns:a16="http://schemas.microsoft.com/office/drawing/2014/main" id="{05B69466-5E3A-06F9-672C-6DAFC45A85F8}"/>
                </a:ext>
              </a:extLst>
            </p:cNvPr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>
              <a:extLst>
                <a:ext uri="{FF2B5EF4-FFF2-40B4-BE49-F238E27FC236}">
                  <a16:creationId xmlns:a16="http://schemas.microsoft.com/office/drawing/2014/main" id="{E8BAE3C8-292E-4FF9-8634-739CDE356D21}"/>
                </a:ext>
              </a:extLst>
            </p:cNvPr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>
              <a:extLst>
                <a:ext uri="{FF2B5EF4-FFF2-40B4-BE49-F238E27FC236}">
                  <a16:creationId xmlns:a16="http://schemas.microsoft.com/office/drawing/2014/main" id="{EA4CC348-DDB9-0619-CD8C-E3F453730641}"/>
                </a:ext>
              </a:extLst>
            </p:cNvPr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>
              <a:extLst>
                <a:ext uri="{FF2B5EF4-FFF2-40B4-BE49-F238E27FC236}">
                  <a16:creationId xmlns:a16="http://schemas.microsoft.com/office/drawing/2014/main" id="{A39E7128-73AF-9DB0-9ECE-E4BB9CAB56D2}"/>
                </a:ext>
              </a:extLst>
            </p:cNvPr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>
              <a:extLst>
                <a:ext uri="{FF2B5EF4-FFF2-40B4-BE49-F238E27FC236}">
                  <a16:creationId xmlns:a16="http://schemas.microsoft.com/office/drawing/2014/main" id="{007EB297-9030-0675-D2CF-A98523F99B71}"/>
                </a:ext>
              </a:extLst>
            </p:cNvPr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>
              <a:extLst>
                <a:ext uri="{FF2B5EF4-FFF2-40B4-BE49-F238E27FC236}">
                  <a16:creationId xmlns:a16="http://schemas.microsoft.com/office/drawing/2014/main" id="{F7AF5435-4FE1-147D-2A6F-250EAE86BACD}"/>
                </a:ext>
              </a:extLst>
            </p:cNvPr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>
              <a:extLst>
                <a:ext uri="{FF2B5EF4-FFF2-40B4-BE49-F238E27FC236}">
                  <a16:creationId xmlns:a16="http://schemas.microsoft.com/office/drawing/2014/main" id="{08BE23F9-4EE0-EE0D-920D-BC2A93F88B55}"/>
                </a:ext>
              </a:extLst>
            </p:cNvPr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>
              <a:extLst>
                <a:ext uri="{FF2B5EF4-FFF2-40B4-BE49-F238E27FC236}">
                  <a16:creationId xmlns:a16="http://schemas.microsoft.com/office/drawing/2014/main" id="{8956DD24-BE88-3959-F4A1-1B2A9D44B886}"/>
                </a:ext>
              </a:extLst>
            </p:cNvPr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>
              <a:extLst>
                <a:ext uri="{FF2B5EF4-FFF2-40B4-BE49-F238E27FC236}">
                  <a16:creationId xmlns:a16="http://schemas.microsoft.com/office/drawing/2014/main" id="{1B3DCA90-A877-29CA-6330-8E7FA640CDE7}"/>
                </a:ext>
              </a:extLst>
            </p:cNvPr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>
              <a:extLst>
                <a:ext uri="{FF2B5EF4-FFF2-40B4-BE49-F238E27FC236}">
                  <a16:creationId xmlns:a16="http://schemas.microsoft.com/office/drawing/2014/main" id="{1599551C-6ADE-D3A2-ABCE-31475158CE9D}"/>
                </a:ext>
              </a:extLst>
            </p:cNvPr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>
              <a:extLst>
                <a:ext uri="{FF2B5EF4-FFF2-40B4-BE49-F238E27FC236}">
                  <a16:creationId xmlns:a16="http://schemas.microsoft.com/office/drawing/2014/main" id="{DD1B979A-9ABC-DD2C-5656-DA790BD9B0DD}"/>
                </a:ext>
              </a:extLst>
            </p:cNvPr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>
              <a:extLst>
                <a:ext uri="{FF2B5EF4-FFF2-40B4-BE49-F238E27FC236}">
                  <a16:creationId xmlns:a16="http://schemas.microsoft.com/office/drawing/2014/main" id="{60E8839E-E661-3339-45DE-E0B2AD47D359}"/>
                </a:ext>
              </a:extLst>
            </p:cNvPr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>
              <a:extLst>
                <a:ext uri="{FF2B5EF4-FFF2-40B4-BE49-F238E27FC236}">
                  <a16:creationId xmlns:a16="http://schemas.microsoft.com/office/drawing/2014/main" id="{12D0E3BC-57A7-D454-E65F-9E1DC9215DF3}"/>
                </a:ext>
              </a:extLst>
            </p:cNvPr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>
              <a:extLst>
                <a:ext uri="{FF2B5EF4-FFF2-40B4-BE49-F238E27FC236}">
                  <a16:creationId xmlns:a16="http://schemas.microsoft.com/office/drawing/2014/main" id="{FF6F4853-70D5-1155-08AC-9911AE3669B3}"/>
                </a:ext>
              </a:extLst>
            </p:cNvPr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>
              <a:extLst>
                <a:ext uri="{FF2B5EF4-FFF2-40B4-BE49-F238E27FC236}">
                  <a16:creationId xmlns:a16="http://schemas.microsoft.com/office/drawing/2014/main" id="{9D48D2E6-1C57-7CE1-F468-2E93D83C54FD}"/>
                </a:ext>
              </a:extLst>
            </p:cNvPr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>
              <a:extLst>
                <a:ext uri="{FF2B5EF4-FFF2-40B4-BE49-F238E27FC236}">
                  <a16:creationId xmlns:a16="http://schemas.microsoft.com/office/drawing/2014/main" id="{9282B454-CA10-4734-1448-EC43E9D0CD2A}"/>
                </a:ext>
              </a:extLst>
            </p:cNvPr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>
              <a:extLst>
                <a:ext uri="{FF2B5EF4-FFF2-40B4-BE49-F238E27FC236}">
                  <a16:creationId xmlns:a16="http://schemas.microsoft.com/office/drawing/2014/main" id="{BE5C3342-003C-60A6-C01D-DA8BBED8CA24}"/>
                </a:ext>
              </a:extLst>
            </p:cNvPr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>
              <a:extLst>
                <a:ext uri="{FF2B5EF4-FFF2-40B4-BE49-F238E27FC236}">
                  <a16:creationId xmlns:a16="http://schemas.microsoft.com/office/drawing/2014/main" id="{897851E4-3CFA-7EDB-12E2-F54E3EE11537}"/>
                </a:ext>
              </a:extLst>
            </p:cNvPr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>
              <a:extLst>
                <a:ext uri="{FF2B5EF4-FFF2-40B4-BE49-F238E27FC236}">
                  <a16:creationId xmlns:a16="http://schemas.microsoft.com/office/drawing/2014/main" id="{DC470CC2-F272-856A-3F96-C0C8D0DBC7F5}"/>
                </a:ext>
              </a:extLst>
            </p:cNvPr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>
              <a:extLst>
                <a:ext uri="{FF2B5EF4-FFF2-40B4-BE49-F238E27FC236}">
                  <a16:creationId xmlns:a16="http://schemas.microsoft.com/office/drawing/2014/main" id="{AC9F4660-302B-CF44-1D7D-3377EC1E6A87}"/>
                </a:ext>
              </a:extLst>
            </p:cNvPr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>
              <a:extLst>
                <a:ext uri="{FF2B5EF4-FFF2-40B4-BE49-F238E27FC236}">
                  <a16:creationId xmlns:a16="http://schemas.microsoft.com/office/drawing/2014/main" id="{5EC2DD80-C884-BE3B-71AD-14CA1A1086D8}"/>
                </a:ext>
              </a:extLst>
            </p:cNvPr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>
              <a:extLst>
                <a:ext uri="{FF2B5EF4-FFF2-40B4-BE49-F238E27FC236}">
                  <a16:creationId xmlns:a16="http://schemas.microsoft.com/office/drawing/2014/main" id="{01C796AC-93DA-C361-C2D8-45BE577C5061}"/>
                </a:ext>
              </a:extLst>
            </p:cNvPr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>
              <a:extLst>
                <a:ext uri="{FF2B5EF4-FFF2-40B4-BE49-F238E27FC236}">
                  <a16:creationId xmlns:a16="http://schemas.microsoft.com/office/drawing/2014/main" id="{730117F2-5F9B-FFFB-410B-ACD7C6FA4F04}"/>
                </a:ext>
              </a:extLst>
            </p:cNvPr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>
              <a:extLst>
                <a:ext uri="{FF2B5EF4-FFF2-40B4-BE49-F238E27FC236}">
                  <a16:creationId xmlns:a16="http://schemas.microsoft.com/office/drawing/2014/main" id="{93B8CFBF-4393-2573-64C5-618682D3CA06}"/>
                </a:ext>
              </a:extLst>
            </p:cNvPr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>
              <a:extLst>
                <a:ext uri="{FF2B5EF4-FFF2-40B4-BE49-F238E27FC236}">
                  <a16:creationId xmlns:a16="http://schemas.microsoft.com/office/drawing/2014/main" id="{643E4A9D-0576-24B5-1007-CAF89B0CC2C6}"/>
                </a:ext>
              </a:extLst>
            </p:cNvPr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>
              <a:extLst>
                <a:ext uri="{FF2B5EF4-FFF2-40B4-BE49-F238E27FC236}">
                  <a16:creationId xmlns:a16="http://schemas.microsoft.com/office/drawing/2014/main" id="{B8CA9AD9-88BC-8D3F-0D05-37093F482A57}"/>
                </a:ext>
              </a:extLst>
            </p:cNvPr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>
              <a:extLst>
                <a:ext uri="{FF2B5EF4-FFF2-40B4-BE49-F238E27FC236}">
                  <a16:creationId xmlns:a16="http://schemas.microsoft.com/office/drawing/2014/main" id="{E1CE3226-38AE-C8A1-8458-2890D22EF3F1}"/>
                </a:ext>
              </a:extLst>
            </p:cNvPr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>
              <a:extLst>
                <a:ext uri="{FF2B5EF4-FFF2-40B4-BE49-F238E27FC236}">
                  <a16:creationId xmlns:a16="http://schemas.microsoft.com/office/drawing/2014/main" id="{448342CA-39F7-9763-2D4A-99CED1CC90E4}"/>
                </a:ext>
              </a:extLst>
            </p:cNvPr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>
              <a:extLst>
                <a:ext uri="{FF2B5EF4-FFF2-40B4-BE49-F238E27FC236}">
                  <a16:creationId xmlns:a16="http://schemas.microsoft.com/office/drawing/2014/main" id="{2DEBD2D4-3671-D086-E31B-CC9BA2CB0F59}"/>
                </a:ext>
              </a:extLst>
            </p:cNvPr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>
              <a:extLst>
                <a:ext uri="{FF2B5EF4-FFF2-40B4-BE49-F238E27FC236}">
                  <a16:creationId xmlns:a16="http://schemas.microsoft.com/office/drawing/2014/main" id="{0C11066D-2995-D33F-8FA2-1F02096F833E}"/>
                </a:ext>
              </a:extLst>
            </p:cNvPr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>
              <a:extLst>
                <a:ext uri="{FF2B5EF4-FFF2-40B4-BE49-F238E27FC236}">
                  <a16:creationId xmlns:a16="http://schemas.microsoft.com/office/drawing/2014/main" id="{10B070D0-5B99-4A08-2EC1-63B98DDB9F7C}"/>
                </a:ext>
              </a:extLst>
            </p:cNvPr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>
              <a:extLst>
                <a:ext uri="{FF2B5EF4-FFF2-40B4-BE49-F238E27FC236}">
                  <a16:creationId xmlns:a16="http://schemas.microsoft.com/office/drawing/2014/main" id="{1F1F4B4D-E78C-EAE6-49F1-F1488AD211AB}"/>
                </a:ext>
              </a:extLst>
            </p:cNvPr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>
              <a:extLst>
                <a:ext uri="{FF2B5EF4-FFF2-40B4-BE49-F238E27FC236}">
                  <a16:creationId xmlns:a16="http://schemas.microsoft.com/office/drawing/2014/main" id="{37216567-38B9-E668-0244-6D525A138B22}"/>
                </a:ext>
              </a:extLst>
            </p:cNvPr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>
              <a:extLst>
                <a:ext uri="{FF2B5EF4-FFF2-40B4-BE49-F238E27FC236}">
                  <a16:creationId xmlns:a16="http://schemas.microsoft.com/office/drawing/2014/main" id="{C7021A1B-AB91-4C40-50EC-F71EAAD30A18}"/>
                </a:ext>
              </a:extLst>
            </p:cNvPr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>
              <a:extLst>
                <a:ext uri="{FF2B5EF4-FFF2-40B4-BE49-F238E27FC236}">
                  <a16:creationId xmlns:a16="http://schemas.microsoft.com/office/drawing/2014/main" id="{E72322F9-AA1D-3579-0947-1169FF3E990F}"/>
                </a:ext>
              </a:extLst>
            </p:cNvPr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>
              <a:extLst>
                <a:ext uri="{FF2B5EF4-FFF2-40B4-BE49-F238E27FC236}">
                  <a16:creationId xmlns:a16="http://schemas.microsoft.com/office/drawing/2014/main" id="{CA8AB868-6B03-5500-5C17-45B31CA26374}"/>
                </a:ext>
              </a:extLst>
            </p:cNvPr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>
              <a:extLst>
                <a:ext uri="{FF2B5EF4-FFF2-40B4-BE49-F238E27FC236}">
                  <a16:creationId xmlns:a16="http://schemas.microsoft.com/office/drawing/2014/main" id="{4234F178-55CB-083A-C373-5A1409BB162C}"/>
                </a:ext>
              </a:extLst>
            </p:cNvPr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>
              <a:extLst>
                <a:ext uri="{FF2B5EF4-FFF2-40B4-BE49-F238E27FC236}">
                  <a16:creationId xmlns:a16="http://schemas.microsoft.com/office/drawing/2014/main" id="{80D9F046-1BC3-A957-9987-714E4C8244AB}"/>
                </a:ext>
              </a:extLst>
            </p:cNvPr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>
              <a:extLst>
                <a:ext uri="{FF2B5EF4-FFF2-40B4-BE49-F238E27FC236}">
                  <a16:creationId xmlns:a16="http://schemas.microsoft.com/office/drawing/2014/main" id="{EE05C8F8-01E0-F260-0F26-6F45C2E96BC5}"/>
                </a:ext>
              </a:extLst>
            </p:cNvPr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>
              <a:extLst>
                <a:ext uri="{FF2B5EF4-FFF2-40B4-BE49-F238E27FC236}">
                  <a16:creationId xmlns:a16="http://schemas.microsoft.com/office/drawing/2014/main" id="{F84AED67-7D52-6B24-8F95-C6D2C7217BE2}"/>
                </a:ext>
              </a:extLst>
            </p:cNvPr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>
              <a:extLst>
                <a:ext uri="{FF2B5EF4-FFF2-40B4-BE49-F238E27FC236}">
                  <a16:creationId xmlns:a16="http://schemas.microsoft.com/office/drawing/2014/main" id="{DF154AFF-E055-B221-5084-F7199FA1ECF9}"/>
                </a:ext>
              </a:extLst>
            </p:cNvPr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>
              <a:extLst>
                <a:ext uri="{FF2B5EF4-FFF2-40B4-BE49-F238E27FC236}">
                  <a16:creationId xmlns:a16="http://schemas.microsoft.com/office/drawing/2014/main" id="{114A9F95-BEC5-C307-7B51-4B1A0B4EA44E}"/>
                </a:ext>
              </a:extLst>
            </p:cNvPr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>
              <a:extLst>
                <a:ext uri="{FF2B5EF4-FFF2-40B4-BE49-F238E27FC236}">
                  <a16:creationId xmlns:a16="http://schemas.microsoft.com/office/drawing/2014/main" id="{B49B44B0-978E-92FB-81A9-036A5BEA29A7}"/>
                </a:ext>
              </a:extLst>
            </p:cNvPr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>
              <a:extLst>
                <a:ext uri="{FF2B5EF4-FFF2-40B4-BE49-F238E27FC236}">
                  <a16:creationId xmlns:a16="http://schemas.microsoft.com/office/drawing/2014/main" id="{55C412D3-495B-8252-3E62-E768A4F6A7AB}"/>
                </a:ext>
              </a:extLst>
            </p:cNvPr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>
              <a:extLst>
                <a:ext uri="{FF2B5EF4-FFF2-40B4-BE49-F238E27FC236}">
                  <a16:creationId xmlns:a16="http://schemas.microsoft.com/office/drawing/2014/main" id="{20C356C7-E064-64A7-FCC6-7B798BB109CB}"/>
                </a:ext>
              </a:extLst>
            </p:cNvPr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>
              <a:extLst>
                <a:ext uri="{FF2B5EF4-FFF2-40B4-BE49-F238E27FC236}">
                  <a16:creationId xmlns:a16="http://schemas.microsoft.com/office/drawing/2014/main" id="{05524081-CDA9-ECE7-48EA-96F8F3A3A262}"/>
                </a:ext>
              </a:extLst>
            </p:cNvPr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>
              <a:extLst>
                <a:ext uri="{FF2B5EF4-FFF2-40B4-BE49-F238E27FC236}">
                  <a16:creationId xmlns:a16="http://schemas.microsoft.com/office/drawing/2014/main" id="{004DC011-7B1F-B9CA-7627-6B1F8AD25509}"/>
                </a:ext>
              </a:extLst>
            </p:cNvPr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>
              <a:extLst>
                <a:ext uri="{FF2B5EF4-FFF2-40B4-BE49-F238E27FC236}">
                  <a16:creationId xmlns:a16="http://schemas.microsoft.com/office/drawing/2014/main" id="{FE7240EF-5B06-B597-C8E3-41FA8DF3D493}"/>
                </a:ext>
              </a:extLst>
            </p:cNvPr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>
              <a:extLst>
                <a:ext uri="{FF2B5EF4-FFF2-40B4-BE49-F238E27FC236}">
                  <a16:creationId xmlns:a16="http://schemas.microsoft.com/office/drawing/2014/main" id="{ED73AD47-D52D-D3CE-1F6E-9D3E7770BE01}"/>
                </a:ext>
              </a:extLst>
            </p:cNvPr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>
              <a:extLst>
                <a:ext uri="{FF2B5EF4-FFF2-40B4-BE49-F238E27FC236}">
                  <a16:creationId xmlns:a16="http://schemas.microsoft.com/office/drawing/2014/main" id="{98B8B8E8-1A64-AC61-0640-FFD7C14EC8BA}"/>
                </a:ext>
              </a:extLst>
            </p:cNvPr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>
              <a:extLst>
                <a:ext uri="{FF2B5EF4-FFF2-40B4-BE49-F238E27FC236}">
                  <a16:creationId xmlns:a16="http://schemas.microsoft.com/office/drawing/2014/main" id="{ED13D77F-7A4E-3BA6-1B81-46A141905613}"/>
                </a:ext>
              </a:extLst>
            </p:cNvPr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>
              <a:extLst>
                <a:ext uri="{FF2B5EF4-FFF2-40B4-BE49-F238E27FC236}">
                  <a16:creationId xmlns:a16="http://schemas.microsoft.com/office/drawing/2014/main" id="{6B4C9B9F-FCA5-373B-2CBB-64E91B87000D}"/>
                </a:ext>
              </a:extLst>
            </p:cNvPr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>
              <a:extLst>
                <a:ext uri="{FF2B5EF4-FFF2-40B4-BE49-F238E27FC236}">
                  <a16:creationId xmlns:a16="http://schemas.microsoft.com/office/drawing/2014/main" id="{1BA98088-BA58-CBB8-5E25-A3A8EEE311C0}"/>
                </a:ext>
              </a:extLst>
            </p:cNvPr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>
              <a:extLst>
                <a:ext uri="{FF2B5EF4-FFF2-40B4-BE49-F238E27FC236}">
                  <a16:creationId xmlns:a16="http://schemas.microsoft.com/office/drawing/2014/main" id="{57074B2A-EA9A-5864-F9AE-78FE70B1B5E5}"/>
                </a:ext>
              </a:extLst>
            </p:cNvPr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>
              <a:extLst>
                <a:ext uri="{FF2B5EF4-FFF2-40B4-BE49-F238E27FC236}">
                  <a16:creationId xmlns:a16="http://schemas.microsoft.com/office/drawing/2014/main" id="{016A67F5-B87C-7924-023B-D25D417D882B}"/>
                </a:ext>
              </a:extLst>
            </p:cNvPr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>
              <a:extLst>
                <a:ext uri="{FF2B5EF4-FFF2-40B4-BE49-F238E27FC236}">
                  <a16:creationId xmlns:a16="http://schemas.microsoft.com/office/drawing/2014/main" id="{7B6BD0C8-1692-E56D-34F4-65E2DDD950B2}"/>
                </a:ext>
              </a:extLst>
            </p:cNvPr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>
              <a:extLst>
                <a:ext uri="{FF2B5EF4-FFF2-40B4-BE49-F238E27FC236}">
                  <a16:creationId xmlns:a16="http://schemas.microsoft.com/office/drawing/2014/main" id="{764D3350-84F4-ED11-8572-43BD115C4925}"/>
                </a:ext>
              </a:extLst>
            </p:cNvPr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>
              <a:extLst>
                <a:ext uri="{FF2B5EF4-FFF2-40B4-BE49-F238E27FC236}">
                  <a16:creationId xmlns:a16="http://schemas.microsoft.com/office/drawing/2014/main" id="{AB2B3A37-6B27-EF8C-DA58-0402CF895471}"/>
                </a:ext>
              </a:extLst>
            </p:cNvPr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>
              <a:extLst>
                <a:ext uri="{FF2B5EF4-FFF2-40B4-BE49-F238E27FC236}">
                  <a16:creationId xmlns:a16="http://schemas.microsoft.com/office/drawing/2014/main" id="{EA2B1042-0767-5107-296F-86068537B17F}"/>
                </a:ext>
              </a:extLst>
            </p:cNvPr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>
              <a:extLst>
                <a:ext uri="{FF2B5EF4-FFF2-40B4-BE49-F238E27FC236}">
                  <a16:creationId xmlns:a16="http://schemas.microsoft.com/office/drawing/2014/main" id="{2AB7ECD5-A36A-557C-47F9-EEEA67525118}"/>
                </a:ext>
              </a:extLst>
            </p:cNvPr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>
              <a:extLst>
                <a:ext uri="{FF2B5EF4-FFF2-40B4-BE49-F238E27FC236}">
                  <a16:creationId xmlns:a16="http://schemas.microsoft.com/office/drawing/2014/main" id="{D833AEFB-3F6D-1A54-22AB-E71A1ADC9CC2}"/>
                </a:ext>
              </a:extLst>
            </p:cNvPr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>
              <a:extLst>
                <a:ext uri="{FF2B5EF4-FFF2-40B4-BE49-F238E27FC236}">
                  <a16:creationId xmlns:a16="http://schemas.microsoft.com/office/drawing/2014/main" id="{41DDC697-71C6-CA8E-9042-AC76C3160F58}"/>
                </a:ext>
              </a:extLst>
            </p:cNvPr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>
              <a:extLst>
                <a:ext uri="{FF2B5EF4-FFF2-40B4-BE49-F238E27FC236}">
                  <a16:creationId xmlns:a16="http://schemas.microsoft.com/office/drawing/2014/main" id="{B15C1F6A-4A57-33AA-15D4-C64BA22B60A5}"/>
                </a:ext>
              </a:extLst>
            </p:cNvPr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>
              <a:extLst>
                <a:ext uri="{FF2B5EF4-FFF2-40B4-BE49-F238E27FC236}">
                  <a16:creationId xmlns:a16="http://schemas.microsoft.com/office/drawing/2014/main" id="{E0243035-1BC5-AEF3-2444-AF8E29131589}"/>
                </a:ext>
              </a:extLst>
            </p:cNvPr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>
              <a:extLst>
                <a:ext uri="{FF2B5EF4-FFF2-40B4-BE49-F238E27FC236}">
                  <a16:creationId xmlns:a16="http://schemas.microsoft.com/office/drawing/2014/main" id="{7C2813F4-6C33-1A76-5CD4-6173A7B72E5F}"/>
                </a:ext>
              </a:extLst>
            </p:cNvPr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>
              <a:extLst>
                <a:ext uri="{FF2B5EF4-FFF2-40B4-BE49-F238E27FC236}">
                  <a16:creationId xmlns:a16="http://schemas.microsoft.com/office/drawing/2014/main" id="{E15CA35B-0E61-E1C3-B6F4-2272BC167F34}"/>
                </a:ext>
              </a:extLst>
            </p:cNvPr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>
              <a:extLst>
                <a:ext uri="{FF2B5EF4-FFF2-40B4-BE49-F238E27FC236}">
                  <a16:creationId xmlns:a16="http://schemas.microsoft.com/office/drawing/2014/main" id="{BE2A077F-F6B8-7FFE-BFFE-2A064ACCBD74}"/>
                </a:ext>
              </a:extLst>
            </p:cNvPr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>
              <a:extLst>
                <a:ext uri="{FF2B5EF4-FFF2-40B4-BE49-F238E27FC236}">
                  <a16:creationId xmlns:a16="http://schemas.microsoft.com/office/drawing/2014/main" id="{370B180A-9FDC-8BAC-4067-EEFE859A4448}"/>
                </a:ext>
              </a:extLst>
            </p:cNvPr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>
              <a:extLst>
                <a:ext uri="{FF2B5EF4-FFF2-40B4-BE49-F238E27FC236}">
                  <a16:creationId xmlns:a16="http://schemas.microsoft.com/office/drawing/2014/main" id="{2AC4B196-0840-8ED0-1D3A-0FAFDBEE544E}"/>
                </a:ext>
              </a:extLst>
            </p:cNvPr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>
              <a:extLst>
                <a:ext uri="{FF2B5EF4-FFF2-40B4-BE49-F238E27FC236}">
                  <a16:creationId xmlns:a16="http://schemas.microsoft.com/office/drawing/2014/main" id="{E65E3AD1-D27C-ACD5-1E72-8D844861982A}"/>
                </a:ext>
              </a:extLst>
            </p:cNvPr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>
              <a:extLst>
                <a:ext uri="{FF2B5EF4-FFF2-40B4-BE49-F238E27FC236}">
                  <a16:creationId xmlns:a16="http://schemas.microsoft.com/office/drawing/2014/main" id="{B380E160-48B2-8923-7D62-7D4D90F1F340}"/>
                </a:ext>
              </a:extLst>
            </p:cNvPr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>
              <a:extLst>
                <a:ext uri="{FF2B5EF4-FFF2-40B4-BE49-F238E27FC236}">
                  <a16:creationId xmlns:a16="http://schemas.microsoft.com/office/drawing/2014/main" id="{99842AEE-DCF7-F2AF-A9E3-2E2CF1DB7DE0}"/>
                </a:ext>
              </a:extLst>
            </p:cNvPr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>
              <a:extLst>
                <a:ext uri="{FF2B5EF4-FFF2-40B4-BE49-F238E27FC236}">
                  <a16:creationId xmlns:a16="http://schemas.microsoft.com/office/drawing/2014/main" id="{FE47C0FA-41AF-CB90-7A49-FE0C262DCE2E}"/>
                </a:ext>
              </a:extLst>
            </p:cNvPr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>
              <a:extLst>
                <a:ext uri="{FF2B5EF4-FFF2-40B4-BE49-F238E27FC236}">
                  <a16:creationId xmlns:a16="http://schemas.microsoft.com/office/drawing/2014/main" id="{A744EB59-170F-CBD9-C85A-FD485802CF60}"/>
                </a:ext>
              </a:extLst>
            </p:cNvPr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>
              <a:extLst>
                <a:ext uri="{FF2B5EF4-FFF2-40B4-BE49-F238E27FC236}">
                  <a16:creationId xmlns:a16="http://schemas.microsoft.com/office/drawing/2014/main" id="{B1FAFAA9-E41C-0611-33D7-9F5B1739C1B9}"/>
                </a:ext>
              </a:extLst>
            </p:cNvPr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>
              <a:extLst>
                <a:ext uri="{FF2B5EF4-FFF2-40B4-BE49-F238E27FC236}">
                  <a16:creationId xmlns:a16="http://schemas.microsoft.com/office/drawing/2014/main" id="{378057FC-BD0E-A8BC-CABA-51317D189D77}"/>
                </a:ext>
              </a:extLst>
            </p:cNvPr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>
              <a:extLst>
                <a:ext uri="{FF2B5EF4-FFF2-40B4-BE49-F238E27FC236}">
                  <a16:creationId xmlns:a16="http://schemas.microsoft.com/office/drawing/2014/main" id="{CCAF33EE-44D4-8BA6-0587-42234F887731}"/>
                </a:ext>
              </a:extLst>
            </p:cNvPr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>
              <a:extLst>
                <a:ext uri="{FF2B5EF4-FFF2-40B4-BE49-F238E27FC236}">
                  <a16:creationId xmlns:a16="http://schemas.microsoft.com/office/drawing/2014/main" id="{1B116ED9-C4F7-F63A-755E-91C081AA023E}"/>
                </a:ext>
              </a:extLst>
            </p:cNvPr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>
              <a:extLst>
                <a:ext uri="{FF2B5EF4-FFF2-40B4-BE49-F238E27FC236}">
                  <a16:creationId xmlns:a16="http://schemas.microsoft.com/office/drawing/2014/main" id="{709FC631-AC63-7D4D-4017-E2A82A9EECFD}"/>
                </a:ext>
              </a:extLst>
            </p:cNvPr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>
              <a:extLst>
                <a:ext uri="{FF2B5EF4-FFF2-40B4-BE49-F238E27FC236}">
                  <a16:creationId xmlns:a16="http://schemas.microsoft.com/office/drawing/2014/main" id="{ACDEAA58-D3E7-F4B6-1F44-0DD2C220A404}"/>
                </a:ext>
              </a:extLst>
            </p:cNvPr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>
              <a:extLst>
                <a:ext uri="{FF2B5EF4-FFF2-40B4-BE49-F238E27FC236}">
                  <a16:creationId xmlns:a16="http://schemas.microsoft.com/office/drawing/2014/main" id="{05DE7323-97C7-5E82-0ABD-50262780C9DA}"/>
                </a:ext>
              </a:extLst>
            </p:cNvPr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>
              <a:extLst>
                <a:ext uri="{FF2B5EF4-FFF2-40B4-BE49-F238E27FC236}">
                  <a16:creationId xmlns:a16="http://schemas.microsoft.com/office/drawing/2014/main" id="{A688FA02-301A-534F-E466-4327BE39A57C}"/>
                </a:ext>
              </a:extLst>
            </p:cNvPr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>
              <a:extLst>
                <a:ext uri="{FF2B5EF4-FFF2-40B4-BE49-F238E27FC236}">
                  <a16:creationId xmlns:a16="http://schemas.microsoft.com/office/drawing/2014/main" id="{FD0BC98D-BF81-08E3-E569-D11B4554E635}"/>
                </a:ext>
              </a:extLst>
            </p:cNvPr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>
              <a:extLst>
                <a:ext uri="{FF2B5EF4-FFF2-40B4-BE49-F238E27FC236}">
                  <a16:creationId xmlns:a16="http://schemas.microsoft.com/office/drawing/2014/main" id="{435AFCD4-6324-DCCA-2AA1-105241F3E24B}"/>
                </a:ext>
              </a:extLst>
            </p:cNvPr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>
              <a:extLst>
                <a:ext uri="{FF2B5EF4-FFF2-40B4-BE49-F238E27FC236}">
                  <a16:creationId xmlns:a16="http://schemas.microsoft.com/office/drawing/2014/main" id="{9CE0E838-ACDA-6B16-6D9C-71C77DF334E5}"/>
                </a:ext>
              </a:extLst>
            </p:cNvPr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>
              <a:extLst>
                <a:ext uri="{FF2B5EF4-FFF2-40B4-BE49-F238E27FC236}">
                  <a16:creationId xmlns:a16="http://schemas.microsoft.com/office/drawing/2014/main" id="{1AC5E394-36AB-FC75-B2E4-9FEAAE74D846}"/>
                </a:ext>
              </a:extLst>
            </p:cNvPr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>
              <a:extLst>
                <a:ext uri="{FF2B5EF4-FFF2-40B4-BE49-F238E27FC236}">
                  <a16:creationId xmlns:a16="http://schemas.microsoft.com/office/drawing/2014/main" id="{2C56A17E-FCB8-DFC6-E642-36DB52CCDCB0}"/>
                </a:ext>
              </a:extLst>
            </p:cNvPr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>
              <a:extLst>
                <a:ext uri="{FF2B5EF4-FFF2-40B4-BE49-F238E27FC236}">
                  <a16:creationId xmlns:a16="http://schemas.microsoft.com/office/drawing/2014/main" id="{826F6E7D-FC9B-44C7-E2EA-434806C75BB0}"/>
                </a:ext>
              </a:extLst>
            </p:cNvPr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>
              <a:extLst>
                <a:ext uri="{FF2B5EF4-FFF2-40B4-BE49-F238E27FC236}">
                  <a16:creationId xmlns:a16="http://schemas.microsoft.com/office/drawing/2014/main" id="{7FB869D2-A15D-1764-98EC-A1E927E01F14}"/>
                </a:ext>
              </a:extLst>
            </p:cNvPr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>
              <a:extLst>
                <a:ext uri="{FF2B5EF4-FFF2-40B4-BE49-F238E27FC236}">
                  <a16:creationId xmlns:a16="http://schemas.microsoft.com/office/drawing/2014/main" id="{79EDCACE-C9F1-D599-E4A9-B92060350B66}"/>
                </a:ext>
              </a:extLst>
            </p:cNvPr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>
              <a:extLst>
                <a:ext uri="{FF2B5EF4-FFF2-40B4-BE49-F238E27FC236}">
                  <a16:creationId xmlns:a16="http://schemas.microsoft.com/office/drawing/2014/main" id="{64856536-A6AF-6853-C56D-2CA89FA57D7D}"/>
                </a:ext>
              </a:extLst>
            </p:cNvPr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>
              <a:extLst>
                <a:ext uri="{FF2B5EF4-FFF2-40B4-BE49-F238E27FC236}">
                  <a16:creationId xmlns:a16="http://schemas.microsoft.com/office/drawing/2014/main" id="{01CF23B6-7A19-60BC-EE99-0BC439F45E32}"/>
                </a:ext>
              </a:extLst>
            </p:cNvPr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>
              <a:extLst>
                <a:ext uri="{FF2B5EF4-FFF2-40B4-BE49-F238E27FC236}">
                  <a16:creationId xmlns:a16="http://schemas.microsoft.com/office/drawing/2014/main" id="{65E92D84-5F6C-50CB-ED2A-DDCC2ADB8621}"/>
                </a:ext>
              </a:extLst>
            </p:cNvPr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>
              <a:extLst>
                <a:ext uri="{FF2B5EF4-FFF2-40B4-BE49-F238E27FC236}">
                  <a16:creationId xmlns:a16="http://schemas.microsoft.com/office/drawing/2014/main" id="{0BE57866-834D-D4C9-CA2D-53DA8C6EBF9E}"/>
                </a:ext>
              </a:extLst>
            </p:cNvPr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>
              <a:extLst>
                <a:ext uri="{FF2B5EF4-FFF2-40B4-BE49-F238E27FC236}">
                  <a16:creationId xmlns:a16="http://schemas.microsoft.com/office/drawing/2014/main" id="{3A72E2BF-E82C-8A07-B44E-6D7C4AAF8617}"/>
                </a:ext>
              </a:extLst>
            </p:cNvPr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>
              <a:extLst>
                <a:ext uri="{FF2B5EF4-FFF2-40B4-BE49-F238E27FC236}">
                  <a16:creationId xmlns:a16="http://schemas.microsoft.com/office/drawing/2014/main" id="{EDDBB287-23AE-BEEB-8F50-32CAC6051DBD}"/>
                </a:ext>
              </a:extLst>
            </p:cNvPr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>
              <a:extLst>
                <a:ext uri="{FF2B5EF4-FFF2-40B4-BE49-F238E27FC236}">
                  <a16:creationId xmlns:a16="http://schemas.microsoft.com/office/drawing/2014/main" id="{DA3270F1-C7C4-5F4B-9915-0F1AC82A83C9}"/>
                </a:ext>
              </a:extLst>
            </p:cNvPr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>
              <a:extLst>
                <a:ext uri="{FF2B5EF4-FFF2-40B4-BE49-F238E27FC236}">
                  <a16:creationId xmlns:a16="http://schemas.microsoft.com/office/drawing/2014/main" id="{95E06F16-00B3-11AB-FECB-DAAA49E71EFB}"/>
                </a:ext>
              </a:extLst>
            </p:cNvPr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>
              <a:extLst>
                <a:ext uri="{FF2B5EF4-FFF2-40B4-BE49-F238E27FC236}">
                  <a16:creationId xmlns:a16="http://schemas.microsoft.com/office/drawing/2014/main" id="{ACDC6D1E-DE53-763E-49D8-8135AA761EE5}"/>
                </a:ext>
              </a:extLst>
            </p:cNvPr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>
              <a:extLst>
                <a:ext uri="{FF2B5EF4-FFF2-40B4-BE49-F238E27FC236}">
                  <a16:creationId xmlns:a16="http://schemas.microsoft.com/office/drawing/2014/main" id="{EC3417E1-15AD-9CA6-B55D-206660E3195D}"/>
                </a:ext>
              </a:extLst>
            </p:cNvPr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>
              <a:extLst>
                <a:ext uri="{FF2B5EF4-FFF2-40B4-BE49-F238E27FC236}">
                  <a16:creationId xmlns:a16="http://schemas.microsoft.com/office/drawing/2014/main" id="{B06BA666-081F-69EC-39C7-F20E9758DB3A}"/>
                </a:ext>
              </a:extLst>
            </p:cNvPr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>
              <a:extLst>
                <a:ext uri="{FF2B5EF4-FFF2-40B4-BE49-F238E27FC236}">
                  <a16:creationId xmlns:a16="http://schemas.microsoft.com/office/drawing/2014/main" id="{75E4D013-F653-9282-7B46-8942A79ED7A9}"/>
                </a:ext>
              </a:extLst>
            </p:cNvPr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>
              <a:extLst>
                <a:ext uri="{FF2B5EF4-FFF2-40B4-BE49-F238E27FC236}">
                  <a16:creationId xmlns:a16="http://schemas.microsoft.com/office/drawing/2014/main" id="{A366B3E4-67FA-E708-45FF-5C84DB8B3962}"/>
                </a:ext>
              </a:extLst>
            </p:cNvPr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>
              <a:extLst>
                <a:ext uri="{FF2B5EF4-FFF2-40B4-BE49-F238E27FC236}">
                  <a16:creationId xmlns:a16="http://schemas.microsoft.com/office/drawing/2014/main" id="{370B7771-1D9E-321B-FE77-AF622BD22226}"/>
                </a:ext>
              </a:extLst>
            </p:cNvPr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>
              <a:extLst>
                <a:ext uri="{FF2B5EF4-FFF2-40B4-BE49-F238E27FC236}">
                  <a16:creationId xmlns:a16="http://schemas.microsoft.com/office/drawing/2014/main" id="{3C99D02B-8480-759F-6859-05E3536E976A}"/>
                </a:ext>
              </a:extLst>
            </p:cNvPr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>
              <a:extLst>
                <a:ext uri="{FF2B5EF4-FFF2-40B4-BE49-F238E27FC236}">
                  <a16:creationId xmlns:a16="http://schemas.microsoft.com/office/drawing/2014/main" id="{83736B15-3B66-A94D-2A93-C8FC8E13B566}"/>
                </a:ext>
              </a:extLst>
            </p:cNvPr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>
              <a:extLst>
                <a:ext uri="{FF2B5EF4-FFF2-40B4-BE49-F238E27FC236}">
                  <a16:creationId xmlns:a16="http://schemas.microsoft.com/office/drawing/2014/main" id="{16572F49-C4F6-8992-3B77-67A468FE59FD}"/>
                </a:ext>
              </a:extLst>
            </p:cNvPr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>
              <a:extLst>
                <a:ext uri="{FF2B5EF4-FFF2-40B4-BE49-F238E27FC236}">
                  <a16:creationId xmlns:a16="http://schemas.microsoft.com/office/drawing/2014/main" id="{DFBD03AA-3AD0-F89C-C8DE-F769644F5DBF}"/>
                </a:ext>
              </a:extLst>
            </p:cNvPr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>
              <a:extLst>
                <a:ext uri="{FF2B5EF4-FFF2-40B4-BE49-F238E27FC236}">
                  <a16:creationId xmlns:a16="http://schemas.microsoft.com/office/drawing/2014/main" id="{43588CF0-9A0C-BE83-E5FF-4FD89E58E87E}"/>
                </a:ext>
              </a:extLst>
            </p:cNvPr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>
              <a:extLst>
                <a:ext uri="{FF2B5EF4-FFF2-40B4-BE49-F238E27FC236}">
                  <a16:creationId xmlns:a16="http://schemas.microsoft.com/office/drawing/2014/main" id="{8D72EAD7-81A4-3A39-A27C-F9985B7B8127}"/>
                </a:ext>
              </a:extLst>
            </p:cNvPr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>
              <a:extLst>
                <a:ext uri="{FF2B5EF4-FFF2-40B4-BE49-F238E27FC236}">
                  <a16:creationId xmlns:a16="http://schemas.microsoft.com/office/drawing/2014/main" id="{A57DAB67-07BC-B73B-6745-FEB405E16651}"/>
                </a:ext>
              </a:extLst>
            </p:cNvPr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>
              <a:extLst>
                <a:ext uri="{FF2B5EF4-FFF2-40B4-BE49-F238E27FC236}">
                  <a16:creationId xmlns:a16="http://schemas.microsoft.com/office/drawing/2014/main" id="{E53ED406-2E39-9ADE-4FDA-B434D58A6CA1}"/>
                </a:ext>
              </a:extLst>
            </p:cNvPr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>
              <a:extLst>
                <a:ext uri="{FF2B5EF4-FFF2-40B4-BE49-F238E27FC236}">
                  <a16:creationId xmlns:a16="http://schemas.microsoft.com/office/drawing/2014/main" id="{648C8F67-F944-84FF-150B-DAE1D67FFE66}"/>
                </a:ext>
              </a:extLst>
            </p:cNvPr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>
              <a:extLst>
                <a:ext uri="{FF2B5EF4-FFF2-40B4-BE49-F238E27FC236}">
                  <a16:creationId xmlns:a16="http://schemas.microsoft.com/office/drawing/2014/main" id="{EAE0F12D-0B40-7A2E-0090-08258084A84D}"/>
                </a:ext>
              </a:extLst>
            </p:cNvPr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>
              <a:extLst>
                <a:ext uri="{FF2B5EF4-FFF2-40B4-BE49-F238E27FC236}">
                  <a16:creationId xmlns:a16="http://schemas.microsoft.com/office/drawing/2014/main" id="{395F55E8-C1C2-6E30-8B5F-194865A8ED96}"/>
                </a:ext>
              </a:extLst>
            </p:cNvPr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>
              <a:extLst>
                <a:ext uri="{FF2B5EF4-FFF2-40B4-BE49-F238E27FC236}">
                  <a16:creationId xmlns:a16="http://schemas.microsoft.com/office/drawing/2014/main" id="{A44A62D9-0E27-C3D1-F670-84CC35F5E2B4}"/>
                </a:ext>
              </a:extLst>
            </p:cNvPr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>
              <a:extLst>
                <a:ext uri="{FF2B5EF4-FFF2-40B4-BE49-F238E27FC236}">
                  <a16:creationId xmlns:a16="http://schemas.microsoft.com/office/drawing/2014/main" id="{62940DC9-8EA1-0863-0A9F-A391E0C70197}"/>
                </a:ext>
              </a:extLst>
            </p:cNvPr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>
              <a:extLst>
                <a:ext uri="{FF2B5EF4-FFF2-40B4-BE49-F238E27FC236}">
                  <a16:creationId xmlns:a16="http://schemas.microsoft.com/office/drawing/2014/main" id="{580491C7-20A4-9B94-22EC-669EB2A543CE}"/>
                </a:ext>
              </a:extLst>
            </p:cNvPr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>
              <a:extLst>
                <a:ext uri="{FF2B5EF4-FFF2-40B4-BE49-F238E27FC236}">
                  <a16:creationId xmlns:a16="http://schemas.microsoft.com/office/drawing/2014/main" id="{E85B70AA-939D-BB68-8448-860C71DD4714}"/>
                </a:ext>
              </a:extLst>
            </p:cNvPr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>
              <a:extLst>
                <a:ext uri="{FF2B5EF4-FFF2-40B4-BE49-F238E27FC236}">
                  <a16:creationId xmlns:a16="http://schemas.microsoft.com/office/drawing/2014/main" id="{227E392D-1932-DEBA-AA94-383AC37572E2}"/>
                </a:ext>
              </a:extLst>
            </p:cNvPr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>
              <a:extLst>
                <a:ext uri="{FF2B5EF4-FFF2-40B4-BE49-F238E27FC236}">
                  <a16:creationId xmlns:a16="http://schemas.microsoft.com/office/drawing/2014/main" id="{09C67753-4C15-B41E-F95A-031C0EEBC2E6}"/>
                </a:ext>
              </a:extLst>
            </p:cNvPr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>
              <a:extLst>
                <a:ext uri="{FF2B5EF4-FFF2-40B4-BE49-F238E27FC236}">
                  <a16:creationId xmlns:a16="http://schemas.microsoft.com/office/drawing/2014/main" id="{DAD87179-0456-3FDA-9FB6-121F9E0647C3}"/>
                </a:ext>
              </a:extLst>
            </p:cNvPr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>
              <a:extLst>
                <a:ext uri="{FF2B5EF4-FFF2-40B4-BE49-F238E27FC236}">
                  <a16:creationId xmlns:a16="http://schemas.microsoft.com/office/drawing/2014/main" id="{6487A944-54D8-174C-AB47-3B21BBAAA1A7}"/>
                </a:ext>
              </a:extLst>
            </p:cNvPr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>
              <a:extLst>
                <a:ext uri="{FF2B5EF4-FFF2-40B4-BE49-F238E27FC236}">
                  <a16:creationId xmlns:a16="http://schemas.microsoft.com/office/drawing/2014/main" id="{F40A986C-39BE-CCDE-2885-D86F377BC515}"/>
                </a:ext>
              </a:extLst>
            </p:cNvPr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>
              <a:extLst>
                <a:ext uri="{FF2B5EF4-FFF2-40B4-BE49-F238E27FC236}">
                  <a16:creationId xmlns:a16="http://schemas.microsoft.com/office/drawing/2014/main" id="{001D1B3D-A220-F43E-0D97-DC5D5885463B}"/>
                </a:ext>
              </a:extLst>
            </p:cNvPr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>
              <a:extLst>
                <a:ext uri="{FF2B5EF4-FFF2-40B4-BE49-F238E27FC236}">
                  <a16:creationId xmlns:a16="http://schemas.microsoft.com/office/drawing/2014/main" id="{29D0E6F5-CDA5-5E89-2641-D6B332458C17}"/>
                </a:ext>
              </a:extLst>
            </p:cNvPr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>
              <a:extLst>
                <a:ext uri="{FF2B5EF4-FFF2-40B4-BE49-F238E27FC236}">
                  <a16:creationId xmlns:a16="http://schemas.microsoft.com/office/drawing/2014/main" id="{319D426A-C153-0837-072B-FD9258AC683D}"/>
                </a:ext>
              </a:extLst>
            </p:cNvPr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>
              <a:extLst>
                <a:ext uri="{FF2B5EF4-FFF2-40B4-BE49-F238E27FC236}">
                  <a16:creationId xmlns:a16="http://schemas.microsoft.com/office/drawing/2014/main" id="{3AC2B9B1-EAB3-302C-A11B-AAB5142D30F0}"/>
                </a:ext>
              </a:extLst>
            </p:cNvPr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>
              <a:extLst>
                <a:ext uri="{FF2B5EF4-FFF2-40B4-BE49-F238E27FC236}">
                  <a16:creationId xmlns:a16="http://schemas.microsoft.com/office/drawing/2014/main" id="{2AD24B04-DF07-BABE-04EB-4BDE1E76E916}"/>
                </a:ext>
              </a:extLst>
            </p:cNvPr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>
              <a:extLst>
                <a:ext uri="{FF2B5EF4-FFF2-40B4-BE49-F238E27FC236}">
                  <a16:creationId xmlns:a16="http://schemas.microsoft.com/office/drawing/2014/main" id="{B84B727C-D42B-2623-24FC-BC9D0F6B6403}"/>
                </a:ext>
              </a:extLst>
            </p:cNvPr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>
              <a:extLst>
                <a:ext uri="{FF2B5EF4-FFF2-40B4-BE49-F238E27FC236}">
                  <a16:creationId xmlns:a16="http://schemas.microsoft.com/office/drawing/2014/main" id="{9E55DCC4-039D-B34E-1540-6D09EF76B2E1}"/>
                </a:ext>
              </a:extLst>
            </p:cNvPr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>
              <a:extLst>
                <a:ext uri="{FF2B5EF4-FFF2-40B4-BE49-F238E27FC236}">
                  <a16:creationId xmlns:a16="http://schemas.microsoft.com/office/drawing/2014/main" id="{491A6871-7102-D405-1701-C95EE85F0CF7}"/>
                </a:ext>
              </a:extLst>
            </p:cNvPr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>
              <a:extLst>
                <a:ext uri="{FF2B5EF4-FFF2-40B4-BE49-F238E27FC236}">
                  <a16:creationId xmlns:a16="http://schemas.microsoft.com/office/drawing/2014/main" id="{043F0308-EED5-E147-A12D-7C8E993471D7}"/>
                </a:ext>
              </a:extLst>
            </p:cNvPr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>
              <a:extLst>
                <a:ext uri="{FF2B5EF4-FFF2-40B4-BE49-F238E27FC236}">
                  <a16:creationId xmlns:a16="http://schemas.microsoft.com/office/drawing/2014/main" id="{C35A30C8-DA53-2A32-5F03-B75232FF82CC}"/>
                </a:ext>
              </a:extLst>
            </p:cNvPr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>
              <a:extLst>
                <a:ext uri="{FF2B5EF4-FFF2-40B4-BE49-F238E27FC236}">
                  <a16:creationId xmlns:a16="http://schemas.microsoft.com/office/drawing/2014/main" id="{110C6CAE-AF1B-D071-6A63-082AF3F123AE}"/>
                </a:ext>
              </a:extLst>
            </p:cNvPr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>
              <a:extLst>
                <a:ext uri="{FF2B5EF4-FFF2-40B4-BE49-F238E27FC236}">
                  <a16:creationId xmlns:a16="http://schemas.microsoft.com/office/drawing/2014/main" id="{95BE83D8-8F64-D3DE-3009-5B69CBE2583A}"/>
                </a:ext>
              </a:extLst>
            </p:cNvPr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>
              <a:extLst>
                <a:ext uri="{FF2B5EF4-FFF2-40B4-BE49-F238E27FC236}">
                  <a16:creationId xmlns:a16="http://schemas.microsoft.com/office/drawing/2014/main" id="{B5C02E5D-2B7F-E9DD-C87A-2CE6F2993248}"/>
                </a:ext>
              </a:extLst>
            </p:cNvPr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>
              <a:extLst>
                <a:ext uri="{FF2B5EF4-FFF2-40B4-BE49-F238E27FC236}">
                  <a16:creationId xmlns:a16="http://schemas.microsoft.com/office/drawing/2014/main" id="{22D9FE29-BEBB-5BB1-B2DA-7241E3639074}"/>
                </a:ext>
              </a:extLst>
            </p:cNvPr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>
              <a:extLst>
                <a:ext uri="{FF2B5EF4-FFF2-40B4-BE49-F238E27FC236}">
                  <a16:creationId xmlns:a16="http://schemas.microsoft.com/office/drawing/2014/main" id="{5E3E6C12-464E-FF98-AFE2-0E2276193787}"/>
                </a:ext>
              </a:extLst>
            </p:cNvPr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>
              <a:extLst>
                <a:ext uri="{FF2B5EF4-FFF2-40B4-BE49-F238E27FC236}">
                  <a16:creationId xmlns:a16="http://schemas.microsoft.com/office/drawing/2014/main" id="{7E99677E-85B6-6069-10BC-FFD030B6BBF0}"/>
                </a:ext>
              </a:extLst>
            </p:cNvPr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>
              <a:extLst>
                <a:ext uri="{FF2B5EF4-FFF2-40B4-BE49-F238E27FC236}">
                  <a16:creationId xmlns:a16="http://schemas.microsoft.com/office/drawing/2014/main" id="{C5436926-DBB7-709B-C733-9D27FF77C857}"/>
                </a:ext>
              </a:extLst>
            </p:cNvPr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>
              <a:extLst>
                <a:ext uri="{FF2B5EF4-FFF2-40B4-BE49-F238E27FC236}">
                  <a16:creationId xmlns:a16="http://schemas.microsoft.com/office/drawing/2014/main" id="{0C1F4FB8-2AA3-CF95-B49E-7BF22A5A6251}"/>
                </a:ext>
              </a:extLst>
            </p:cNvPr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>
              <a:extLst>
                <a:ext uri="{FF2B5EF4-FFF2-40B4-BE49-F238E27FC236}">
                  <a16:creationId xmlns:a16="http://schemas.microsoft.com/office/drawing/2014/main" id="{D50B0ED8-14D9-B416-F1F0-84B1C3240C9C}"/>
                </a:ext>
              </a:extLst>
            </p:cNvPr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>
              <a:extLst>
                <a:ext uri="{FF2B5EF4-FFF2-40B4-BE49-F238E27FC236}">
                  <a16:creationId xmlns:a16="http://schemas.microsoft.com/office/drawing/2014/main" id="{BD32A6D8-7F09-1C59-B859-52ED010F1AD0}"/>
                </a:ext>
              </a:extLst>
            </p:cNvPr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>
              <a:extLst>
                <a:ext uri="{FF2B5EF4-FFF2-40B4-BE49-F238E27FC236}">
                  <a16:creationId xmlns:a16="http://schemas.microsoft.com/office/drawing/2014/main" id="{D5ED65C0-6890-9686-ADBE-835FA02A7917}"/>
                </a:ext>
              </a:extLst>
            </p:cNvPr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>
              <a:extLst>
                <a:ext uri="{FF2B5EF4-FFF2-40B4-BE49-F238E27FC236}">
                  <a16:creationId xmlns:a16="http://schemas.microsoft.com/office/drawing/2014/main" id="{92D952F5-3E09-EB04-B240-CA71568FD775}"/>
                </a:ext>
              </a:extLst>
            </p:cNvPr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>
              <a:extLst>
                <a:ext uri="{FF2B5EF4-FFF2-40B4-BE49-F238E27FC236}">
                  <a16:creationId xmlns:a16="http://schemas.microsoft.com/office/drawing/2014/main" id="{313BF359-4DAA-EE0E-85D3-65E5D6E4074B}"/>
                </a:ext>
              </a:extLst>
            </p:cNvPr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>
              <a:extLst>
                <a:ext uri="{FF2B5EF4-FFF2-40B4-BE49-F238E27FC236}">
                  <a16:creationId xmlns:a16="http://schemas.microsoft.com/office/drawing/2014/main" id="{A96E742E-2549-C8FB-3CF7-3E91126A8DEF}"/>
                </a:ext>
              </a:extLst>
            </p:cNvPr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>
              <a:extLst>
                <a:ext uri="{FF2B5EF4-FFF2-40B4-BE49-F238E27FC236}">
                  <a16:creationId xmlns:a16="http://schemas.microsoft.com/office/drawing/2014/main" id="{CAF3A2EF-0397-C54F-FC98-12D7CDED05D7}"/>
                </a:ext>
              </a:extLst>
            </p:cNvPr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>
              <a:extLst>
                <a:ext uri="{FF2B5EF4-FFF2-40B4-BE49-F238E27FC236}">
                  <a16:creationId xmlns:a16="http://schemas.microsoft.com/office/drawing/2014/main" id="{A954012F-B328-CD08-3183-1EF36FED1F64}"/>
                </a:ext>
              </a:extLst>
            </p:cNvPr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>
              <a:extLst>
                <a:ext uri="{FF2B5EF4-FFF2-40B4-BE49-F238E27FC236}">
                  <a16:creationId xmlns:a16="http://schemas.microsoft.com/office/drawing/2014/main" id="{EE0AE114-E2C4-13BF-6400-D2508C04B9FD}"/>
                </a:ext>
              </a:extLst>
            </p:cNvPr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>
              <a:extLst>
                <a:ext uri="{FF2B5EF4-FFF2-40B4-BE49-F238E27FC236}">
                  <a16:creationId xmlns:a16="http://schemas.microsoft.com/office/drawing/2014/main" id="{F659AF49-81A9-121F-182B-D1C1CC1C96FC}"/>
                </a:ext>
              </a:extLst>
            </p:cNvPr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>
              <a:extLst>
                <a:ext uri="{FF2B5EF4-FFF2-40B4-BE49-F238E27FC236}">
                  <a16:creationId xmlns:a16="http://schemas.microsoft.com/office/drawing/2014/main" id="{E15505E1-70FE-72F1-832E-8A91B4637179}"/>
                </a:ext>
              </a:extLst>
            </p:cNvPr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>
              <a:extLst>
                <a:ext uri="{FF2B5EF4-FFF2-40B4-BE49-F238E27FC236}">
                  <a16:creationId xmlns:a16="http://schemas.microsoft.com/office/drawing/2014/main" id="{3C401CBB-FB24-A845-AC26-CC86C7D0C124}"/>
                </a:ext>
              </a:extLst>
            </p:cNvPr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>
              <a:extLst>
                <a:ext uri="{FF2B5EF4-FFF2-40B4-BE49-F238E27FC236}">
                  <a16:creationId xmlns:a16="http://schemas.microsoft.com/office/drawing/2014/main" id="{72849369-68D4-F250-4D8A-B0D522D2BDC2}"/>
                </a:ext>
              </a:extLst>
            </p:cNvPr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>
              <a:extLst>
                <a:ext uri="{FF2B5EF4-FFF2-40B4-BE49-F238E27FC236}">
                  <a16:creationId xmlns:a16="http://schemas.microsoft.com/office/drawing/2014/main" id="{74B451A0-CA16-0544-C5B9-FB039CC8F9B1}"/>
                </a:ext>
              </a:extLst>
            </p:cNvPr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>
              <a:extLst>
                <a:ext uri="{FF2B5EF4-FFF2-40B4-BE49-F238E27FC236}">
                  <a16:creationId xmlns:a16="http://schemas.microsoft.com/office/drawing/2014/main" id="{BBFF0A9A-B795-BCF6-5C5A-CAF5C6BF9845}"/>
                </a:ext>
              </a:extLst>
            </p:cNvPr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>
              <a:extLst>
                <a:ext uri="{FF2B5EF4-FFF2-40B4-BE49-F238E27FC236}">
                  <a16:creationId xmlns:a16="http://schemas.microsoft.com/office/drawing/2014/main" id="{9E2667DA-5DB4-4C8D-55F9-63C6C8F4CB94}"/>
                </a:ext>
              </a:extLst>
            </p:cNvPr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>
              <a:extLst>
                <a:ext uri="{FF2B5EF4-FFF2-40B4-BE49-F238E27FC236}">
                  <a16:creationId xmlns:a16="http://schemas.microsoft.com/office/drawing/2014/main" id="{25D61A7D-D8ED-CD9C-8503-5D9F94D2B6F2}"/>
                </a:ext>
              </a:extLst>
            </p:cNvPr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>
              <a:extLst>
                <a:ext uri="{FF2B5EF4-FFF2-40B4-BE49-F238E27FC236}">
                  <a16:creationId xmlns:a16="http://schemas.microsoft.com/office/drawing/2014/main" id="{4005131B-93C8-5EB4-D0BB-913026F8F811}"/>
                </a:ext>
              </a:extLst>
            </p:cNvPr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>
              <a:extLst>
                <a:ext uri="{FF2B5EF4-FFF2-40B4-BE49-F238E27FC236}">
                  <a16:creationId xmlns:a16="http://schemas.microsoft.com/office/drawing/2014/main" id="{547A1AE7-8CC8-A443-12B6-BF7AB69E3919}"/>
                </a:ext>
              </a:extLst>
            </p:cNvPr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>
              <a:extLst>
                <a:ext uri="{FF2B5EF4-FFF2-40B4-BE49-F238E27FC236}">
                  <a16:creationId xmlns:a16="http://schemas.microsoft.com/office/drawing/2014/main" id="{95479207-B9FB-0B45-8909-F5A053B8EE8E}"/>
                </a:ext>
              </a:extLst>
            </p:cNvPr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>
              <a:extLst>
                <a:ext uri="{FF2B5EF4-FFF2-40B4-BE49-F238E27FC236}">
                  <a16:creationId xmlns:a16="http://schemas.microsoft.com/office/drawing/2014/main" id="{9C350713-9E8F-8900-F16C-FAD22DAFD022}"/>
                </a:ext>
              </a:extLst>
            </p:cNvPr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>
              <a:extLst>
                <a:ext uri="{FF2B5EF4-FFF2-40B4-BE49-F238E27FC236}">
                  <a16:creationId xmlns:a16="http://schemas.microsoft.com/office/drawing/2014/main" id="{FF61A131-DBA4-0F51-5FF3-FEEAE5CDDF27}"/>
                </a:ext>
              </a:extLst>
            </p:cNvPr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>
              <a:extLst>
                <a:ext uri="{FF2B5EF4-FFF2-40B4-BE49-F238E27FC236}">
                  <a16:creationId xmlns:a16="http://schemas.microsoft.com/office/drawing/2014/main" id="{98E6FDF9-083C-DA7F-9DD7-F04B33956C0E}"/>
                </a:ext>
              </a:extLst>
            </p:cNvPr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>
              <a:extLst>
                <a:ext uri="{FF2B5EF4-FFF2-40B4-BE49-F238E27FC236}">
                  <a16:creationId xmlns:a16="http://schemas.microsoft.com/office/drawing/2014/main" id="{83AD1047-E3ED-D254-8D6A-ADEA990F2890}"/>
                </a:ext>
              </a:extLst>
            </p:cNvPr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>
              <a:extLst>
                <a:ext uri="{FF2B5EF4-FFF2-40B4-BE49-F238E27FC236}">
                  <a16:creationId xmlns:a16="http://schemas.microsoft.com/office/drawing/2014/main" id="{B419C615-0327-71DF-71B2-41CC4CECA5CF}"/>
                </a:ext>
              </a:extLst>
            </p:cNvPr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>
              <a:extLst>
                <a:ext uri="{FF2B5EF4-FFF2-40B4-BE49-F238E27FC236}">
                  <a16:creationId xmlns:a16="http://schemas.microsoft.com/office/drawing/2014/main" id="{6E1C2615-14C4-F224-1E59-EF926420521D}"/>
                </a:ext>
              </a:extLst>
            </p:cNvPr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>
              <a:extLst>
                <a:ext uri="{FF2B5EF4-FFF2-40B4-BE49-F238E27FC236}">
                  <a16:creationId xmlns:a16="http://schemas.microsoft.com/office/drawing/2014/main" id="{CD4EB842-2E6E-E3FA-4C1D-5057C301B693}"/>
                </a:ext>
              </a:extLst>
            </p:cNvPr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>
              <a:extLst>
                <a:ext uri="{FF2B5EF4-FFF2-40B4-BE49-F238E27FC236}">
                  <a16:creationId xmlns:a16="http://schemas.microsoft.com/office/drawing/2014/main" id="{3E6FBBD3-BC2A-01F8-D78B-C6EB0C39A76A}"/>
                </a:ext>
              </a:extLst>
            </p:cNvPr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>
              <a:extLst>
                <a:ext uri="{FF2B5EF4-FFF2-40B4-BE49-F238E27FC236}">
                  <a16:creationId xmlns:a16="http://schemas.microsoft.com/office/drawing/2014/main" id="{2DAE5AC0-97F4-0536-65EC-F62628A4A6BA}"/>
                </a:ext>
              </a:extLst>
            </p:cNvPr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>
              <a:extLst>
                <a:ext uri="{FF2B5EF4-FFF2-40B4-BE49-F238E27FC236}">
                  <a16:creationId xmlns:a16="http://schemas.microsoft.com/office/drawing/2014/main" id="{E581360B-7924-31F4-F264-A06A030458D5}"/>
                </a:ext>
              </a:extLst>
            </p:cNvPr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>
              <a:extLst>
                <a:ext uri="{FF2B5EF4-FFF2-40B4-BE49-F238E27FC236}">
                  <a16:creationId xmlns:a16="http://schemas.microsoft.com/office/drawing/2014/main" id="{1F7946D6-DAF7-9F4F-75CE-1D5E6E8D2D1A}"/>
                </a:ext>
              </a:extLst>
            </p:cNvPr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>
              <a:extLst>
                <a:ext uri="{FF2B5EF4-FFF2-40B4-BE49-F238E27FC236}">
                  <a16:creationId xmlns:a16="http://schemas.microsoft.com/office/drawing/2014/main" id="{D53879D4-9DA1-2E6C-A990-9639C9EEBADC}"/>
                </a:ext>
              </a:extLst>
            </p:cNvPr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>
              <a:extLst>
                <a:ext uri="{FF2B5EF4-FFF2-40B4-BE49-F238E27FC236}">
                  <a16:creationId xmlns:a16="http://schemas.microsoft.com/office/drawing/2014/main" id="{DAEDAD92-CD99-1A70-9A26-CF15CA34AB3C}"/>
                </a:ext>
              </a:extLst>
            </p:cNvPr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>
              <a:extLst>
                <a:ext uri="{FF2B5EF4-FFF2-40B4-BE49-F238E27FC236}">
                  <a16:creationId xmlns:a16="http://schemas.microsoft.com/office/drawing/2014/main" id="{55F61B36-7B62-742A-1929-2B9B7E5FF7F4}"/>
                </a:ext>
              </a:extLst>
            </p:cNvPr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>
              <a:extLst>
                <a:ext uri="{FF2B5EF4-FFF2-40B4-BE49-F238E27FC236}">
                  <a16:creationId xmlns:a16="http://schemas.microsoft.com/office/drawing/2014/main" id="{BC1BB7E5-25BD-BB1C-B9ED-B23A0DF106C3}"/>
                </a:ext>
              </a:extLst>
            </p:cNvPr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>
              <a:extLst>
                <a:ext uri="{FF2B5EF4-FFF2-40B4-BE49-F238E27FC236}">
                  <a16:creationId xmlns:a16="http://schemas.microsoft.com/office/drawing/2014/main" id="{79D29767-CCD5-067D-7E64-8D5DBF4FE5CD}"/>
                </a:ext>
              </a:extLst>
            </p:cNvPr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>
              <a:extLst>
                <a:ext uri="{FF2B5EF4-FFF2-40B4-BE49-F238E27FC236}">
                  <a16:creationId xmlns:a16="http://schemas.microsoft.com/office/drawing/2014/main" id="{90D89BA5-21BB-5B1A-384B-F1155FBC4EFB}"/>
                </a:ext>
              </a:extLst>
            </p:cNvPr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>
              <a:extLst>
                <a:ext uri="{FF2B5EF4-FFF2-40B4-BE49-F238E27FC236}">
                  <a16:creationId xmlns:a16="http://schemas.microsoft.com/office/drawing/2014/main" id="{DB2D242A-7BE8-114A-1A72-C2373AC68A15}"/>
                </a:ext>
              </a:extLst>
            </p:cNvPr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>
              <a:extLst>
                <a:ext uri="{FF2B5EF4-FFF2-40B4-BE49-F238E27FC236}">
                  <a16:creationId xmlns:a16="http://schemas.microsoft.com/office/drawing/2014/main" id="{FA27695B-3AF8-045E-3196-4BB5E0DEF2AD}"/>
                </a:ext>
              </a:extLst>
            </p:cNvPr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>
              <a:extLst>
                <a:ext uri="{FF2B5EF4-FFF2-40B4-BE49-F238E27FC236}">
                  <a16:creationId xmlns:a16="http://schemas.microsoft.com/office/drawing/2014/main" id="{34B36EA0-8F85-5D7A-AEA1-FFC3F55F616B}"/>
                </a:ext>
              </a:extLst>
            </p:cNvPr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>
              <a:extLst>
                <a:ext uri="{FF2B5EF4-FFF2-40B4-BE49-F238E27FC236}">
                  <a16:creationId xmlns:a16="http://schemas.microsoft.com/office/drawing/2014/main" id="{AABBF0A1-7468-CE9C-BE46-96052ED6B06A}"/>
                </a:ext>
              </a:extLst>
            </p:cNvPr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>
              <a:extLst>
                <a:ext uri="{FF2B5EF4-FFF2-40B4-BE49-F238E27FC236}">
                  <a16:creationId xmlns:a16="http://schemas.microsoft.com/office/drawing/2014/main" id="{D2658200-857C-294C-2C89-47D9C67C1BA8}"/>
                </a:ext>
              </a:extLst>
            </p:cNvPr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>
              <a:extLst>
                <a:ext uri="{FF2B5EF4-FFF2-40B4-BE49-F238E27FC236}">
                  <a16:creationId xmlns:a16="http://schemas.microsoft.com/office/drawing/2014/main" id="{010AC063-9E89-B8B5-68AF-0A8394CC6F2D}"/>
                </a:ext>
              </a:extLst>
            </p:cNvPr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>
              <a:extLst>
                <a:ext uri="{FF2B5EF4-FFF2-40B4-BE49-F238E27FC236}">
                  <a16:creationId xmlns:a16="http://schemas.microsoft.com/office/drawing/2014/main" id="{455A6CFE-92D6-BD92-ADA5-E11F5AC1FFC1}"/>
                </a:ext>
              </a:extLst>
            </p:cNvPr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>
              <a:extLst>
                <a:ext uri="{FF2B5EF4-FFF2-40B4-BE49-F238E27FC236}">
                  <a16:creationId xmlns:a16="http://schemas.microsoft.com/office/drawing/2014/main" id="{93904475-2187-5576-B2A6-3D3B72553AA4}"/>
                </a:ext>
              </a:extLst>
            </p:cNvPr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>
              <a:extLst>
                <a:ext uri="{FF2B5EF4-FFF2-40B4-BE49-F238E27FC236}">
                  <a16:creationId xmlns:a16="http://schemas.microsoft.com/office/drawing/2014/main" id="{CF8140FE-9AC1-0187-7E56-CC7CCEECD0BA}"/>
                </a:ext>
              </a:extLst>
            </p:cNvPr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>
              <a:extLst>
                <a:ext uri="{FF2B5EF4-FFF2-40B4-BE49-F238E27FC236}">
                  <a16:creationId xmlns:a16="http://schemas.microsoft.com/office/drawing/2014/main" id="{97ECDCE5-9805-68C8-8BB6-2D075807E718}"/>
                </a:ext>
              </a:extLst>
            </p:cNvPr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>
              <a:extLst>
                <a:ext uri="{FF2B5EF4-FFF2-40B4-BE49-F238E27FC236}">
                  <a16:creationId xmlns:a16="http://schemas.microsoft.com/office/drawing/2014/main" id="{706F5EC4-0D3E-1692-14FE-8D0AE9253E76}"/>
                </a:ext>
              </a:extLst>
            </p:cNvPr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>
              <a:extLst>
                <a:ext uri="{FF2B5EF4-FFF2-40B4-BE49-F238E27FC236}">
                  <a16:creationId xmlns:a16="http://schemas.microsoft.com/office/drawing/2014/main" id="{0A3BCE0B-D06D-79A6-C4DA-9DF94A824010}"/>
                </a:ext>
              </a:extLst>
            </p:cNvPr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>
              <a:extLst>
                <a:ext uri="{FF2B5EF4-FFF2-40B4-BE49-F238E27FC236}">
                  <a16:creationId xmlns:a16="http://schemas.microsoft.com/office/drawing/2014/main" id="{5FDFB403-3B3D-9926-069F-60F85FFE916E}"/>
                </a:ext>
              </a:extLst>
            </p:cNvPr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>
              <a:extLst>
                <a:ext uri="{FF2B5EF4-FFF2-40B4-BE49-F238E27FC236}">
                  <a16:creationId xmlns:a16="http://schemas.microsoft.com/office/drawing/2014/main" id="{82B72D6A-6799-9D59-8B22-1743BFBB4CDA}"/>
                </a:ext>
              </a:extLst>
            </p:cNvPr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>
              <a:extLst>
                <a:ext uri="{FF2B5EF4-FFF2-40B4-BE49-F238E27FC236}">
                  <a16:creationId xmlns:a16="http://schemas.microsoft.com/office/drawing/2014/main" id="{F2B6B3FE-E14D-35AF-BBBF-351F8A81F06F}"/>
                </a:ext>
              </a:extLst>
            </p:cNvPr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>
              <a:extLst>
                <a:ext uri="{FF2B5EF4-FFF2-40B4-BE49-F238E27FC236}">
                  <a16:creationId xmlns:a16="http://schemas.microsoft.com/office/drawing/2014/main" id="{7F0C607F-5B50-80EC-F7CD-078780C07771}"/>
                </a:ext>
              </a:extLst>
            </p:cNvPr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>
              <a:extLst>
                <a:ext uri="{FF2B5EF4-FFF2-40B4-BE49-F238E27FC236}">
                  <a16:creationId xmlns:a16="http://schemas.microsoft.com/office/drawing/2014/main" id="{FDA1938A-9DEC-304F-8BF4-B69830A08F4C}"/>
                </a:ext>
              </a:extLst>
            </p:cNvPr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>
              <a:extLst>
                <a:ext uri="{FF2B5EF4-FFF2-40B4-BE49-F238E27FC236}">
                  <a16:creationId xmlns:a16="http://schemas.microsoft.com/office/drawing/2014/main" id="{276951D9-9A3C-6A3A-58F0-AB65ED96587D}"/>
                </a:ext>
              </a:extLst>
            </p:cNvPr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>
              <a:extLst>
                <a:ext uri="{FF2B5EF4-FFF2-40B4-BE49-F238E27FC236}">
                  <a16:creationId xmlns:a16="http://schemas.microsoft.com/office/drawing/2014/main" id="{A4A1ECFB-2D9B-AC49-395C-CEDE31949579}"/>
                </a:ext>
              </a:extLst>
            </p:cNvPr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>
              <a:extLst>
                <a:ext uri="{FF2B5EF4-FFF2-40B4-BE49-F238E27FC236}">
                  <a16:creationId xmlns:a16="http://schemas.microsoft.com/office/drawing/2014/main" id="{9AA8103C-9F2F-EC58-F4F6-95E9B285518B}"/>
                </a:ext>
              </a:extLst>
            </p:cNvPr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>
              <a:extLst>
                <a:ext uri="{FF2B5EF4-FFF2-40B4-BE49-F238E27FC236}">
                  <a16:creationId xmlns:a16="http://schemas.microsoft.com/office/drawing/2014/main" id="{2381F722-3699-BAAF-B452-1CF94497F4E8}"/>
                </a:ext>
              </a:extLst>
            </p:cNvPr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>
              <a:extLst>
                <a:ext uri="{FF2B5EF4-FFF2-40B4-BE49-F238E27FC236}">
                  <a16:creationId xmlns:a16="http://schemas.microsoft.com/office/drawing/2014/main" id="{E2E205A8-C295-298E-5A60-5DB3A69979E1}"/>
                </a:ext>
              </a:extLst>
            </p:cNvPr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>
              <a:extLst>
                <a:ext uri="{FF2B5EF4-FFF2-40B4-BE49-F238E27FC236}">
                  <a16:creationId xmlns:a16="http://schemas.microsoft.com/office/drawing/2014/main" id="{0F28E7B0-A3CE-80C4-1571-D3F0B70232EA}"/>
                </a:ext>
              </a:extLst>
            </p:cNvPr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>
              <a:extLst>
                <a:ext uri="{FF2B5EF4-FFF2-40B4-BE49-F238E27FC236}">
                  <a16:creationId xmlns:a16="http://schemas.microsoft.com/office/drawing/2014/main" id="{0005A961-472D-438E-DA3F-1C2D54FDD948}"/>
                </a:ext>
              </a:extLst>
            </p:cNvPr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>
              <a:extLst>
                <a:ext uri="{FF2B5EF4-FFF2-40B4-BE49-F238E27FC236}">
                  <a16:creationId xmlns:a16="http://schemas.microsoft.com/office/drawing/2014/main" id="{17BE03D4-CFB3-CAC3-51E9-70D8DFD52E0C}"/>
                </a:ext>
              </a:extLst>
            </p:cNvPr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>
              <a:extLst>
                <a:ext uri="{FF2B5EF4-FFF2-40B4-BE49-F238E27FC236}">
                  <a16:creationId xmlns:a16="http://schemas.microsoft.com/office/drawing/2014/main" id="{4EDFBAFF-2400-C7A5-80BD-AA132B883876}"/>
                </a:ext>
              </a:extLst>
            </p:cNvPr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>
              <a:extLst>
                <a:ext uri="{FF2B5EF4-FFF2-40B4-BE49-F238E27FC236}">
                  <a16:creationId xmlns:a16="http://schemas.microsoft.com/office/drawing/2014/main" id="{E04B0F86-6268-D1BE-437E-F5ADFA520C0E}"/>
                </a:ext>
              </a:extLst>
            </p:cNvPr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>
              <a:extLst>
                <a:ext uri="{FF2B5EF4-FFF2-40B4-BE49-F238E27FC236}">
                  <a16:creationId xmlns:a16="http://schemas.microsoft.com/office/drawing/2014/main" id="{7878F7D5-1712-5CD9-DB7B-FED47BBD5F44}"/>
                </a:ext>
              </a:extLst>
            </p:cNvPr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>
              <a:extLst>
                <a:ext uri="{FF2B5EF4-FFF2-40B4-BE49-F238E27FC236}">
                  <a16:creationId xmlns:a16="http://schemas.microsoft.com/office/drawing/2014/main" id="{045227B4-5B0E-D7C1-3C54-5715DE67E127}"/>
                </a:ext>
              </a:extLst>
            </p:cNvPr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>
              <a:extLst>
                <a:ext uri="{FF2B5EF4-FFF2-40B4-BE49-F238E27FC236}">
                  <a16:creationId xmlns:a16="http://schemas.microsoft.com/office/drawing/2014/main" id="{91741E33-B52E-A4B0-4D1C-F0FB2F3AFD29}"/>
                </a:ext>
              </a:extLst>
            </p:cNvPr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>
              <a:extLst>
                <a:ext uri="{FF2B5EF4-FFF2-40B4-BE49-F238E27FC236}">
                  <a16:creationId xmlns:a16="http://schemas.microsoft.com/office/drawing/2014/main" id="{C662F344-C910-9A7F-ABBB-975708EEBF15}"/>
                </a:ext>
              </a:extLst>
            </p:cNvPr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>
              <a:extLst>
                <a:ext uri="{FF2B5EF4-FFF2-40B4-BE49-F238E27FC236}">
                  <a16:creationId xmlns:a16="http://schemas.microsoft.com/office/drawing/2014/main" id="{D4738074-B9D3-098B-AC83-A1882C2488ED}"/>
                </a:ext>
              </a:extLst>
            </p:cNvPr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>
              <a:extLst>
                <a:ext uri="{FF2B5EF4-FFF2-40B4-BE49-F238E27FC236}">
                  <a16:creationId xmlns:a16="http://schemas.microsoft.com/office/drawing/2014/main" id="{61F1BE0D-DA1A-9BED-E526-EE04F708BBCD}"/>
                </a:ext>
              </a:extLst>
            </p:cNvPr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>
              <a:extLst>
                <a:ext uri="{FF2B5EF4-FFF2-40B4-BE49-F238E27FC236}">
                  <a16:creationId xmlns:a16="http://schemas.microsoft.com/office/drawing/2014/main" id="{B268F3B4-6063-DBA3-F374-2D60CD55F8AE}"/>
                </a:ext>
              </a:extLst>
            </p:cNvPr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>
              <a:extLst>
                <a:ext uri="{FF2B5EF4-FFF2-40B4-BE49-F238E27FC236}">
                  <a16:creationId xmlns:a16="http://schemas.microsoft.com/office/drawing/2014/main" id="{ECC9A425-31CC-CCCF-0F7C-133022DE8AE5}"/>
                </a:ext>
              </a:extLst>
            </p:cNvPr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>
              <a:extLst>
                <a:ext uri="{FF2B5EF4-FFF2-40B4-BE49-F238E27FC236}">
                  <a16:creationId xmlns:a16="http://schemas.microsoft.com/office/drawing/2014/main" id="{DE018DC5-3442-2FC5-5375-2933451656B0}"/>
                </a:ext>
              </a:extLst>
            </p:cNvPr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>
              <a:extLst>
                <a:ext uri="{FF2B5EF4-FFF2-40B4-BE49-F238E27FC236}">
                  <a16:creationId xmlns:a16="http://schemas.microsoft.com/office/drawing/2014/main" id="{8E395818-AA90-3AA0-B70D-35C6438423C0}"/>
                </a:ext>
              </a:extLst>
            </p:cNvPr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>
              <a:extLst>
                <a:ext uri="{FF2B5EF4-FFF2-40B4-BE49-F238E27FC236}">
                  <a16:creationId xmlns:a16="http://schemas.microsoft.com/office/drawing/2014/main" id="{AEF762CA-BF25-19F6-B30B-68B5344F6CAE}"/>
                </a:ext>
              </a:extLst>
            </p:cNvPr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>
              <a:extLst>
                <a:ext uri="{FF2B5EF4-FFF2-40B4-BE49-F238E27FC236}">
                  <a16:creationId xmlns:a16="http://schemas.microsoft.com/office/drawing/2014/main" id="{85B390DC-1E75-5316-43F1-C5E7E4D86662}"/>
                </a:ext>
              </a:extLst>
            </p:cNvPr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>
              <a:extLst>
                <a:ext uri="{FF2B5EF4-FFF2-40B4-BE49-F238E27FC236}">
                  <a16:creationId xmlns:a16="http://schemas.microsoft.com/office/drawing/2014/main" id="{B1A2AE3D-110E-FE75-A987-347FFC2493F8}"/>
                </a:ext>
              </a:extLst>
            </p:cNvPr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>
              <a:extLst>
                <a:ext uri="{FF2B5EF4-FFF2-40B4-BE49-F238E27FC236}">
                  <a16:creationId xmlns:a16="http://schemas.microsoft.com/office/drawing/2014/main" id="{07561F77-FA51-848D-C2FA-B520E7B651FE}"/>
                </a:ext>
              </a:extLst>
            </p:cNvPr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>
              <a:extLst>
                <a:ext uri="{FF2B5EF4-FFF2-40B4-BE49-F238E27FC236}">
                  <a16:creationId xmlns:a16="http://schemas.microsoft.com/office/drawing/2014/main" id="{2E33F568-3305-3A1F-8602-9BE163A28234}"/>
                </a:ext>
              </a:extLst>
            </p:cNvPr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>
              <a:extLst>
                <a:ext uri="{FF2B5EF4-FFF2-40B4-BE49-F238E27FC236}">
                  <a16:creationId xmlns:a16="http://schemas.microsoft.com/office/drawing/2014/main" id="{A0584560-CE11-6AC3-E792-0BB3FE55E54F}"/>
                </a:ext>
              </a:extLst>
            </p:cNvPr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>
              <a:extLst>
                <a:ext uri="{FF2B5EF4-FFF2-40B4-BE49-F238E27FC236}">
                  <a16:creationId xmlns:a16="http://schemas.microsoft.com/office/drawing/2014/main" id="{F76F0436-5364-A7DE-8127-A2C4295D0AEC}"/>
                </a:ext>
              </a:extLst>
            </p:cNvPr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>
              <a:extLst>
                <a:ext uri="{FF2B5EF4-FFF2-40B4-BE49-F238E27FC236}">
                  <a16:creationId xmlns:a16="http://schemas.microsoft.com/office/drawing/2014/main" id="{AB8747A4-8D5C-8115-BF86-4BDF35432883}"/>
                </a:ext>
              </a:extLst>
            </p:cNvPr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>
              <a:extLst>
                <a:ext uri="{FF2B5EF4-FFF2-40B4-BE49-F238E27FC236}">
                  <a16:creationId xmlns:a16="http://schemas.microsoft.com/office/drawing/2014/main" id="{AC6B3542-63E2-8888-EEDC-B8B036D8B38D}"/>
                </a:ext>
              </a:extLst>
            </p:cNvPr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>
              <a:extLst>
                <a:ext uri="{FF2B5EF4-FFF2-40B4-BE49-F238E27FC236}">
                  <a16:creationId xmlns:a16="http://schemas.microsoft.com/office/drawing/2014/main" id="{330EA61A-2A36-EF03-3A8A-B290B156A23E}"/>
                </a:ext>
              </a:extLst>
            </p:cNvPr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>
              <a:extLst>
                <a:ext uri="{FF2B5EF4-FFF2-40B4-BE49-F238E27FC236}">
                  <a16:creationId xmlns:a16="http://schemas.microsoft.com/office/drawing/2014/main" id="{8CD70425-4B41-3C23-F71D-C8BDECEFF566}"/>
                </a:ext>
              </a:extLst>
            </p:cNvPr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>
              <a:extLst>
                <a:ext uri="{FF2B5EF4-FFF2-40B4-BE49-F238E27FC236}">
                  <a16:creationId xmlns:a16="http://schemas.microsoft.com/office/drawing/2014/main" id="{607B7308-D749-4A31-CA0B-4F84BF0CB5B7}"/>
                </a:ext>
              </a:extLst>
            </p:cNvPr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>
              <a:extLst>
                <a:ext uri="{FF2B5EF4-FFF2-40B4-BE49-F238E27FC236}">
                  <a16:creationId xmlns:a16="http://schemas.microsoft.com/office/drawing/2014/main" id="{43759DB9-E058-E39D-FD3D-071111D1BB54}"/>
                </a:ext>
              </a:extLst>
            </p:cNvPr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>
              <a:extLst>
                <a:ext uri="{FF2B5EF4-FFF2-40B4-BE49-F238E27FC236}">
                  <a16:creationId xmlns:a16="http://schemas.microsoft.com/office/drawing/2014/main" id="{64A9F010-F1E6-905C-8B22-B9C811B6B050}"/>
                </a:ext>
              </a:extLst>
            </p:cNvPr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>
              <a:extLst>
                <a:ext uri="{FF2B5EF4-FFF2-40B4-BE49-F238E27FC236}">
                  <a16:creationId xmlns:a16="http://schemas.microsoft.com/office/drawing/2014/main" id="{2CC648E0-EE3F-E345-4915-2F2735C72B88}"/>
                </a:ext>
              </a:extLst>
            </p:cNvPr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>
              <a:extLst>
                <a:ext uri="{FF2B5EF4-FFF2-40B4-BE49-F238E27FC236}">
                  <a16:creationId xmlns:a16="http://schemas.microsoft.com/office/drawing/2014/main" id="{51C0EC45-E539-A461-D4A6-814C65734CFA}"/>
                </a:ext>
              </a:extLst>
            </p:cNvPr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>
              <a:extLst>
                <a:ext uri="{FF2B5EF4-FFF2-40B4-BE49-F238E27FC236}">
                  <a16:creationId xmlns:a16="http://schemas.microsoft.com/office/drawing/2014/main" id="{23F2AAFF-B0BB-65B9-DAB7-D6E7347AC6B1}"/>
                </a:ext>
              </a:extLst>
            </p:cNvPr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>
              <a:extLst>
                <a:ext uri="{FF2B5EF4-FFF2-40B4-BE49-F238E27FC236}">
                  <a16:creationId xmlns:a16="http://schemas.microsoft.com/office/drawing/2014/main" id="{D1700578-41A1-FCCA-91C8-14501AE2EABC}"/>
                </a:ext>
              </a:extLst>
            </p:cNvPr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>
              <a:extLst>
                <a:ext uri="{FF2B5EF4-FFF2-40B4-BE49-F238E27FC236}">
                  <a16:creationId xmlns:a16="http://schemas.microsoft.com/office/drawing/2014/main" id="{CE66E474-EEAF-21E3-934C-01CC99E4686D}"/>
                </a:ext>
              </a:extLst>
            </p:cNvPr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>
              <a:extLst>
                <a:ext uri="{FF2B5EF4-FFF2-40B4-BE49-F238E27FC236}">
                  <a16:creationId xmlns:a16="http://schemas.microsoft.com/office/drawing/2014/main" id="{0C3F9725-C34F-2C86-F6DB-7CC84C06B959}"/>
                </a:ext>
              </a:extLst>
            </p:cNvPr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>
              <a:extLst>
                <a:ext uri="{FF2B5EF4-FFF2-40B4-BE49-F238E27FC236}">
                  <a16:creationId xmlns:a16="http://schemas.microsoft.com/office/drawing/2014/main" id="{49CA2CD6-7892-55A2-51B4-773B1A3C2521}"/>
                </a:ext>
              </a:extLst>
            </p:cNvPr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>
              <a:extLst>
                <a:ext uri="{FF2B5EF4-FFF2-40B4-BE49-F238E27FC236}">
                  <a16:creationId xmlns:a16="http://schemas.microsoft.com/office/drawing/2014/main" id="{7BB94218-0971-9FDB-4ABE-7F261A9298D7}"/>
                </a:ext>
              </a:extLst>
            </p:cNvPr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>
              <a:extLst>
                <a:ext uri="{FF2B5EF4-FFF2-40B4-BE49-F238E27FC236}">
                  <a16:creationId xmlns:a16="http://schemas.microsoft.com/office/drawing/2014/main" id="{12D19438-8295-7B60-A6ED-0A589D7BD8E8}"/>
                </a:ext>
              </a:extLst>
            </p:cNvPr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>
              <a:extLst>
                <a:ext uri="{FF2B5EF4-FFF2-40B4-BE49-F238E27FC236}">
                  <a16:creationId xmlns:a16="http://schemas.microsoft.com/office/drawing/2014/main" id="{E6157ED6-419E-8A04-E85C-5E732F247CC9}"/>
                </a:ext>
              </a:extLst>
            </p:cNvPr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>
              <a:extLst>
                <a:ext uri="{FF2B5EF4-FFF2-40B4-BE49-F238E27FC236}">
                  <a16:creationId xmlns:a16="http://schemas.microsoft.com/office/drawing/2014/main" id="{28565CBE-E11E-7114-7870-EA74EDD18906}"/>
                </a:ext>
              </a:extLst>
            </p:cNvPr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>
              <a:extLst>
                <a:ext uri="{FF2B5EF4-FFF2-40B4-BE49-F238E27FC236}">
                  <a16:creationId xmlns:a16="http://schemas.microsoft.com/office/drawing/2014/main" id="{A5E9895C-8B47-E584-FE6C-FAD24066A358}"/>
                </a:ext>
              </a:extLst>
            </p:cNvPr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>
              <a:extLst>
                <a:ext uri="{FF2B5EF4-FFF2-40B4-BE49-F238E27FC236}">
                  <a16:creationId xmlns:a16="http://schemas.microsoft.com/office/drawing/2014/main" id="{388B53FF-A926-5E98-BBBB-776C4D53C631}"/>
                </a:ext>
              </a:extLst>
            </p:cNvPr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>
              <a:extLst>
                <a:ext uri="{FF2B5EF4-FFF2-40B4-BE49-F238E27FC236}">
                  <a16:creationId xmlns:a16="http://schemas.microsoft.com/office/drawing/2014/main" id="{FE28901A-E401-F97C-1684-77D50912E54D}"/>
                </a:ext>
              </a:extLst>
            </p:cNvPr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>
              <a:extLst>
                <a:ext uri="{FF2B5EF4-FFF2-40B4-BE49-F238E27FC236}">
                  <a16:creationId xmlns:a16="http://schemas.microsoft.com/office/drawing/2014/main" id="{2CE4BE6F-21FB-60E4-6676-3DDE80BFB865}"/>
                </a:ext>
              </a:extLst>
            </p:cNvPr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>
              <a:extLst>
                <a:ext uri="{FF2B5EF4-FFF2-40B4-BE49-F238E27FC236}">
                  <a16:creationId xmlns:a16="http://schemas.microsoft.com/office/drawing/2014/main" id="{0F495ACE-B3B6-9B0A-26D2-8B6574F8CD2B}"/>
                </a:ext>
              </a:extLst>
            </p:cNvPr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>
              <a:extLst>
                <a:ext uri="{FF2B5EF4-FFF2-40B4-BE49-F238E27FC236}">
                  <a16:creationId xmlns:a16="http://schemas.microsoft.com/office/drawing/2014/main" id="{1DB149D1-400B-5B6E-36A8-A8B31F5441B0}"/>
                </a:ext>
              </a:extLst>
            </p:cNvPr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>
              <a:extLst>
                <a:ext uri="{FF2B5EF4-FFF2-40B4-BE49-F238E27FC236}">
                  <a16:creationId xmlns:a16="http://schemas.microsoft.com/office/drawing/2014/main" id="{670DD7B6-7340-C63A-9FB3-D23B5B201197}"/>
                </a:ext>
              </a:extLst>
            </p:cNvPr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>
              <a:extLst>
                <a:ext uri="{FF2B5EF4-FFF2-40B4-BE49-F238E27FC236}">
                  <a16:creationId xmlns:a16="http://schemas.microsoft.com/office/drawing/2014/main" id="{7B3E9D1F-D8B5-84BB-C1BB-428B68448CC1}"/>
                </a:ext>
              </a:extLst>
            </p:cNvPr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>
              <a:extLst>
                <a:ext uri="{FF2B5EF4-FFF2-40B4-BE49-F238E27FC236}">
                  <a16:creationId xmlns:a16="http://schemas.microsoft.com/office/drawing/2014/main" id="{7C96A513-743B-1C23-4677-6E451680409A}"/>
                </a:ext>
              </a:extLst>
            </p:cNvPr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>
              <a:extLst>
                <a:ext uri="{FF2B5EF4-FFF2-40B4-BE49-F238E27FC236}">
                  <a16:creationId xmlns:a16="http://schemas.microsoft.com/office/drawing/2014/main" id="{78AD8C2A-B835-D224-DEEC-9A3AAB5687EA}"/>
                </a:ext>
              </a:extLst>
            </p:cNvPr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>
              <a:extLst>
                <a:ext uri="{FF2B5EF4-FFF2-40B4-BE49-F238E27FC236}">
                  <a16:creationId xmlns:a16="http://schemas.microsoft.com/office/drawing/2014/main" id="{F8074E45-EE0C-6415-74B6-56D040150479}"/>
                </a:ext>
              </a:extLst>
            </p:cNvPr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>
              <a:extLst>
                <a:ext uri="{FF2B5EF4-FFF2-40B4-BE49-F238E27FC236}">
                  <a16:creationId xmlns:a16="http://schemas.microsoft.com/office/drawing/2014/main" id="{EBFB77D1-08D0-1DB6-A897-62520A695EC9}"/>
                </a:ext>
              </a:extLst>
            </p:cNvPr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>
              <a:extLst>
                <a:ext uri="{FF2B5EF4-FFF2-40B4-BE49-F238E27FC236}">
                  <a16:creationId xmlns:a16="http://schemas.microsoft.com/office/drawing/2014/main" id="{8C059F5B-B06E-C09D-9396-5A2067AD0A76}"/>
                </a:ext>
              </a:extLst>
            </p:cNvPr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>
              <a:extLst>
                <a:ext uri="{FF2B5EF4-FFF2-40B4-BE49-F238E27FC236}">
                  <a16:creationId xmlns:a16="http://schemas.microsoft.com/office/drawing/2014/main" id="{2458A15F-CF33-0A20-04D0-B8D33248AF57}"/>
                </a:ext>
              </a:extLst>
            </p:cNvPr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>
              <a:extLst>
                <a:ext uri="{FF2B5EF4-FFF2-40B4-BE49-F238E27FC236}">
                  <a16:creationId xmlns:a16="http://schemas.microsoft.com/office/drawing/2014/main" id="{CD382C57-47BF-7A15-6A91-7D3002F5AE19}"/>
                </a:ext>
              </a:extLst>
            </p:cNvPr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>
              <a:extLst>
                <a:ext uri="{FF2B5EF4-FFF2-40B4-BE49-F238E27FC236}">
                  <a16:creationId xmlns:a16="http://schemas.microsoft.com/office/drawing/2014/main" id="{A7754048-EF79-3139-81D5-678F0AA39EDD}"/>
                </a:ext>
              </a:extLst>
            </p:cNvPr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>
              <a:extLst>
                <a:ext uri="{FF2B5EF4-FFF2-40B4-BE49-F238E27FC236}">
                  <a16:creationId xmlns:a16="http://schemas.microsoft.com/office/drawing/2014/main" id="{4FEB839D-C6A4-0744-29A5-F9844FD6F334}"/>
                </a:ext>
              </a:extLst>
            </p:cNvPr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>
              <a:extLst>
                <a:ext uri="{FF2B5EF4-FFF2-40B4-BE49-F238E27FC236}">
                  <a16:creationId xmlns:a16="http://schemas.microsoft.com/office/drawing/2014/main" id="{5195A6AC-B862-8F6F-03F0-BC81D4E2B78B}"/>
                </a:ext>
              </a:extLst>
            </p:cNvPr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>
              <a:extLst>
                <a:ext uri="{FF2B5EF4-FFF2-40B4-BE49-F238E27FC236}">
                  <a16:creationId xmlns:a16="http://schemas.microsoft.com/office/drawing/2014/main" id="{0235D94E-3044-FB21-4DB1-916FD0755496}"/>
                </a:ext>
              </a:extLst>
            </p:cNvPr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>
              <a:extLst>
                <a:ext uri="{FF2B5EF4-FFF2-40B4-BE49-F238E27FC236}">
                  <a16:creationId xmlns:a16="http://schemas.microsoft.com/office/drawing/2014/main" id="{0BFE77BD-E983-F48A-934B-5F423259296B}"/>
                </a:ext>
              </a:extLst>
            </p:cNvPr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>
              <a:extLst>
                <a:ext uri="{FF2B5EF4-FFF2-40B4-BE49-F238E27FC236}">
                  <a16:creationId xmlns:a16="http://schemas.microsoft.com/office/drawing/2014/main" id="{44278A9E-2587-A3EF-7FD3-B7F38A7C87EF}"/>
                </a:ext>
              </a:extLst>
            </p:cNvPr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>
              <a:extLst>
                <a:ext uri="{FF2B5EF4-FFF2-40B4-BE49-F238E27FC236}">
                  <a16:creationId xmlns:a16="http://schemas.microsoft.com/office/drawing/2014/main" id="{E6644B2D-8DB6-92C5-DFD0-A2A376E9A4D7}"/>
                </a:ext>
              </a:extLst>
            </p:cNvPr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>
              <a:extLst>
                <a:ext uri="{FF2B5EF4-FFF2-40B4-BE49-F238E27FC236}">
                  <a16:creationId xmlns:a16="http://schemas.microsoft.com/office/drawing/2014/main" id="{CF328203-3E7B-64D9-9405-43F70335AE1B}"/>
                </a:ext>
              </a:extLst>
            </p:cNvPr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>
              <a:extLst>
                <a:ext uri="{FF2B5EF4-FFF2-40B4-BE49-F238E27FC236}">
                  <a16:creationId xmlns:a16="http://schemas.microsoft.com/office/drawing/2014/main" id="{5FC671BE-E133-A8AE-21B3-260C8BC04147}"/>
                </a:ext>
              </a:extLst>
            </p:cNvPr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>
              <a:extLst>
                <a:ext uri="{FF2B5EF4-FFF2-40B4-BE49-F238E27FC236}">
                  <a16:creationId xmlns:a16="http://schemas.microsoft.com/office/drawing/2014/main" id="{6DB03193-B671-2C47-EFD8-9A988BF58AAB}"/>
                </a:ext>
              </a:extLst>
            </p:cNvPr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>
              <a:extLst>
                <a:ext uri="{FF2B5EF4-FFF2-40B4-BE49-F238E27FC236}">
                  <a16:creationId xmlns:a16="http://schemas.microsoft.com/office/drawing/2014/main" id="{32307037-44CA-B67B-B7E5-69F1F4DB3FA5}"/>
                </a:ext>
              </a:extLst>
            </p:cNvPr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>
              <a:extLst>
                <a:ext uri="{FF2B5EF4-FFF2-40B4-BE49-F238E27FC236}">
                  <a16:creationId xmlns:a16="http://schemas.microsoft.com/office/drawing/2014/main" id="{58ABF839-1E8E-F492-1F95-8D687862BA87}"/>
                </a:ext>
              </a:extLst>
            </p:cNvPr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>
              <a:extLst>
                <a:ext uri="{FF2B5EF4-FFF2-40B4-BE49-F238E27FC236}">
                  <a16:creationId xmlns:a16="http://schemas.microsoft.com/office/drawing/2014/main" id="{2298AB35-9D0F-9A52-7530-D848110FB0C0}"/>
                </a:ext>
              </a:extLst>
            </p:cNvPr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>
              <a:extLst>
                <a:ext uri="{FF2B5EF4-FFF2-40B4-BE49-F238E27FC236}">
                  <a16:creationId xmlns:a16="http://schemas.microsoft.com/office/drawing/2014/main" id="{3FF34E88-C35A-F088-166A-47B9C942B842}"/>
                </a:ext>
              </a:extLst>
            </p:cNvPr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>
              <a:extLst>
                <a:ext uri="{FF2B5EF4-FFF2-40B4-BE49-F238E27FC236}">
                  <a16:creationId xmlns:a16="http://schemas.microsoft.com/office/drawing/2014/main" id="{F1672E19-29FB-F089-774D-96D04366BE95}"/>
                </a:ext>
              </a:extLst>
            </p:cNvPr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>
              <a:extLst>
                <a:ext uri="{FF2B5EF4-FFF2-40B4-BE49-F238E27FC236}">
                  <a16:creationId xmlns:a16="http://schemas.microsoft.com/office/drawing/2014/main" id="{C82FC7DF-84CF-68F8-C0F7-9407EA2014B4}"/>
                </a:ext>
              </a:extLst>
            </p:cNvPr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>
              <a:extLst>
                <a:ext uri="{FF2B5EF4-FFF2-40B4-BE49-F238E27FC236}">
                  <a16:creationId xmlns:a16="http://schemas.microsoft.com/office/drawing/2014/main" id="{F4ADDBA6-9E0E-C39B-A155-14B8BC7C32B8}"/>
                </a:ext>
              </a:extLst>
            </p:cNvPr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>
              <a:extLst>
                <a:ext uri="{FF2B5EF4-FFF2-40B4-BE49-F238E27FC236}">
                  <a16:creationId xmlns:a16="http://schemas.microsoft.com/office/drawing/2014/main" id="{AD63F7C6-6BEB-6A6C-0ED7-5DF287BA91FD}"/>
                </a:ext>
              </a:extLst>
            </p:cNvPr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>
              <a:extLst>
                <a:ext uri="{FF2B5EF4-FFF2-40B4-BE49-F238E27FC236}">
                  <a16:creationId xmlns:a16="http://schemas.microsoft.com/office/drawing/2014/main" id="{107B344D-B655-7016-A19B-BD8022E43507}"/>
                </a:ext>
              </a:extLst>
            </p:cNvPr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>
              <a:extLst>
                <a:ext uri="{FF2B5EF4-FFF2-40B4-BE49-F238E27FC236}">
                  <a16:creationId xmlns:a16="http://schemas.microsoft.com/office/drawing/2014/main" id="{CB448910-F325-0A48-0B7C-5E1C4D71ED4B}"/>
                </a:ext>
              </a:extLst>
            </p:cNvPr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>
              <a:extLst>
                <a:ext uri="{FF2B5EF4-FFF2-40B4-BE49-F238E27FC236}">
                  <a16:creationId xmlns:a16="http://schemas.microsoft.com/office/drawing/2014/main" id="{F221CF05-74A2-C000-57EE-60AA8057482B}"/>
                </a:ext>
              </a:extLst>
            </p:cNvPr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>
              <a:extLst>
                <a:ext uri="{FF2B5EF4-FFF2-40B4-BE49-F238E27FC236}">
                  <a16:creationId xmlns:a16="http://schemas.microsoft.com/office/drawing/2014/main" id="{E7E082A9-EFED-EB72-D9FB-B6DEA4949799}"/>
                </a:ext>
              </a:extLst>
            </p:cNvPr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>
              <a:extLst>
                <a:ext uri="{FF2B5EF4-FFF2-40B4-BE49-F238E27FC236}">
                  <a16:creationId xmlns:a16="http://schemas.microsoft.com/office/drawing/2014/main" id="{3357B128-6BD2-01AE-B2E6-05095277FCB7}"/>
                </a:ext>
              </a:extLst>
            </p:cNvPr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>
              <a:extLst>
                <a:ext uri="{FF2B5EF4-FFF2-40B4-BE49-F238E27FC236}">
                  <a16:creationId xmlns:a16="http://schemas.microsoft.com/office/drawing/2014/main" id="{8A1C0AC1-74CD-475E-1A80-B98250350A08}"/>
                </a:ext>
              </a:extLst>
            </p:cNvPr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>
              <a:extLst>
                <a:ext uri="{FF2B5EF4-FFF2-40B4-BE49-F238E27FC236}">
                  <a16:creationId xmlns:a16="http://schemas.microsoft.com/office/drawing/2014/main" id="{01D648F7-4FC6-BA09-92E0-E2C2B3A75AD4}"/>
                </a:ext>
              </a:extLst>
            </p:cNvPr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>
              <a:extLst>
                <a:ext uri="{FF2B5EF4-FFF2-40B4-BE49-F238E27FC236}">
                  <a16:creationId xmlns:a16="http://schemas.microsoft.com/office/drawing/2014/main" id="{93EE6292-E104-498D-2AD6-BF08FA37CF1B}"/>
                </a:ext>
              </a:extLst>
            </p:cNvPr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>
              <a:extLst>
                <a:ext uri="{FF2B5EF4-FFF2-40B4-BE49-F238E27FC236}">
                  <a16:creationId xmlns:a16="http://schemas.microsoft.com/office/drawing/2014/main" id="{BEF469F9-9690-2BC3-071D-76B6951086FA}"/>
                </a:ext>
              </a:extLst>
            </p:cNvPr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>
              <a:extLst>
                <a:ext uri="{FF2B5EF4-FFF2-40B4-BE49-F238E27FC236}">
                  <a16:creationId xmlns:a16="http://schemas.microsoft.com/office/drawing/2014/main" id="{B3E2EF15-44FD-545F-60B1-0E7E596B6FCA}"/>
                </a:ext>
              </a:extLst>
            </p:cNvPr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>
              <a:extLst>
                <a:ext uri="{FF2B5EF4-FFF2-40B4-BE49-F238E27FC236}">
                  <a16:creationId xmlns:a16="http://schemas.microsoft.com/office/drawing/2014/main" id="{47EE8F83-008C-D65A-5786-4E5B8DA76FB7}"/>
                </a:ext>
              </a:extLst>
            </p:cNvPr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>
              <a:extLst>
                <a:ext uri="{FF2B5EF4-FFF2-40B4-BE49-F238E27FC236}">
                  <a16:creationId xmlns:a16="http://schemas.microsoft.com/office/drawing/2014/main" id="{1A90E4A9-2925-5119-E20D-0FA8907E56F9}"/>
                </a:ext>
              </a:extLst>
            </p:cNvPr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>
              <a:extLst>
                <a:ext uri="{FF2B5EF4-FFF2-40B4-BE49-F238E27FC236}">
                  <a16:creationId xmlns:a16="http://schemas.microsoft.com/office/drawing/2014/main" id="{3BF8A0EA-2AE2-2287-17C1-9E357FCFB9F2}"/>
                </a:ext>
              </a:extLst>
            </p:cNvPr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>
              <a:extLst>
                <a:ext uri="{FF2B5EF4-FFF2-40B4-BE49-F238E27FC236}">
                  <a16:creationId xmlns:a16="http://schemas.microsoft.com/office/drawing/2014/main" id="{94A56F60-A7C9-D027-246B-66EFA574C1D5}"/>
                </a:ext>
              </a:extLst>
            </p:cNvPr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>
              <a:extLst>
                <a:ext uri="{FF2B5EF4-FFF2-40B4-BE49-F238E27FC236}">
                  <a16:creationId xmlns:a16="http://schemas.microsoft.com/office/drawing/2014/main" id="{FA5D8D08-CCC2-87BE-F28D-B7A3A170DCCB}"/>
                </a:ext>
              </a:extLst>
            </p:cNvPr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>
              <a:extLst>
                <a:ext uri="{FF2B5EF4-FFF2-40B4-BE49-F238E27FC236}">
                  <a16:creationId xmlns:a16="http://schemas.microsoft.com/office/drawing/2014/main" id="{D6A5AAA5-D851-05D2-2A82-4F190BC2FA19}"/>
                </a:ext>
              </a:extLst>
            </p:cNvPr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>
              <a:extLst>
                <a:ext uri="{FF2B5EF4-FFF2-40B4-BE49-F238E27FC236}">
                  <a16:creationId xmlns:a16="http://schemas.microsoft.com/office/drawing/2014/main" id="{4A9583FA-80C4-197F-4B67-2A6546B67F6E}"/>
                </a:ext>
              </a:extLst>
            </p:cNvPr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>
              <a:extLst>
                <a:ext uri="{FF2B5EF4-FFF2-40B4-BE49-F238E27FC236}">
                  <a16:creationId xmlns:a16="http://schemas.microsoft.com/office/drawing/2014/main" id="{6D688D4D-3190-55A5-F911-6629A2F0F73A}"/>
                </a:ext>
              </a:extLst>
            </p:cNvPr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>
              <a:extLst>
                <a:ext uri="{FF2B5EF4-FFF2-40B4-BE49-F238E27FC236}">
                  <a16:creationId xmlns:a16="http://schemas.microsoft.com/office/drawing/2014/main" id="{DB9262E6-17D9-133B-7F8E-FE5989DCB87A}"/>
                </a:ext>
              </a:extLst>
            </p:cNvPr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>
              <a:extLst>
                <a:ext uri="{FF2B5EF4-FFF2-40B4-BE49-F238E27FC236}">
                  <a16:creationId xmlns:a16="http://schemas.microsoft.com/office/drawing/2014/main" id="{DDFBFE36-49D5-0168-228B-C41308222DE6}"/>
                </a:ext>
              </a:extLst>
            </p:cNvPr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>
              <a:extLst>
                <a:ext uri="{FF2B5EF4-FFF2-40B4-BE49-F238E27FC236}">
                  <a16:creationId xmlns:a16="http://schemas.microsoft.com/office/drawing/2014/main" id="{C0D94DB0-4BE8-25DD-361E-672800751E7E}"/>
                </a:ext>
              </a:extLst>
            </p:cNvPr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>
              <a:extLst>
                <a:ext uri="{FF2B5EF4-FFF2-40B4-BE49-F238E27FC236}">
                  <a16:creationId xmlns:a16="http://schemas.microsoft.com/office/drawing/2014/main" id="{08525658-9E71-4D1D-D68D-030F4467A867}"/>
                </a:ext>
              </a:extLst>
            </p:cNvPr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>
              <a:extLst>
                <a:ext uri="{FF2B5EF4-FFF2-40B4-BE49-F238E27FC236}">
                  <a16:creationId xmlns:a16="http://schemas.microsoft.com/office/drawing/2014/main" id="{C1A66915-DA8C-D41E-09B2-9C1E515C8F57}"/>
                </a:ext>
              </a:extLst>
            </p:cNvPr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>
              <a:extLst>
                <a:ext uri="{FF2B5EF4-FFF2-40B4-BE49-F238E27FC236}">
                  <a16:creationId xmlns:a16="http://schemas.microsoft.com/office/drawing/2014/main" id="{EB74B00A-47E6-C2F9-EE08-93EA49AB0556}"/>
                </a:ext>
              </a:extLst>
            </p:cNvPr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>
              <a:extLst>
                <a:ext uri="{FF2B5EF4-FFF2-40B4-BE49-F238E27FC236}">
                  <a16:creationId xmlns:a16="http://schemas.microsoft.com/office/drawing/2014/main" id="{F0865D1E-2821-0795-4C7E-3FAB6406C91C}"/>
                </a:ext>
              </a:extLst>
            </p:cNvPr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>
              <a:extLst>
                <a:ext uri="{FF2B5EF4-FFF2-40B4-BE49-F238E27FC236}">
                  <a16:creationId xmlns:a16="http://schemas.microsoft.com/office/drawing/2014/main" id="{36663723-F2D8-BE5A-087E-4B29C5397E2A}"/>
                </a:ext>
              </a:extLst>
            </p:cNvPr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>
              <a:extLst>
                <a:ext uri="{FF2B5EF4-FFF2-40B4-BE49-F238E27FC236}">
                  <a16:creationId xmlns:a16="http://schemas.microsoft.com/office/drawing/2014/main" id="{3B7264B1-3360-5C93-EE5F-2D33255C1B1B}"/>
                </a:ext>
              </a:extLst>
            </p:cNvPr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>
              <a:extLst>
                <a:ext uri="{FF2B5EF4-FFF2-40B4-BE49-F238E27FC236}">
                  <a16:creationId xmlns:a16="http://schemas.microsoft.com/office/drawing/2014/main" id="{9BACEDF5-6428-B487-E67F-D13B9D1E2F9E}"/>
                </a:ext>
              </a:extLst>
            </p:cNvPr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>
              <a:extLst>
                <a:ext uri="{FF2B5EF4-FFF2-40B4-BE49-F238E27FC236}">
                  <a16:creationId xmlns:a16="http://schemas.microsoft.com/office/drawing/2014/main" id="{E7F027D4-F9FF-3F7C-DD1F-095A1830C66F}"/>
                </a:ext>
              </a:extLst>
            </p:cNvPr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>
              <a:extLst>
                <a:ext uri="{FF2B5EF4-FFF2-40B4-BE49-F238E27FC236}">
                  <a16:creationId xmlns:a16="http://schemas.microsoft.com/office/drawing/2014/main" id="{991BEADE-B55D-0473-F245-ED077162A6F5}"/>
                </a:ext>
              </a:extLst>
            </p:cNvPr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>
              <a:extLst>
                <a:ext uri="{FF2B5EF4-FFF2-40B4-BE49-F238E27FC236}">
                  <a16:creationId xmlns:a16="http://schemas.microsoft.com/office/drawing/2014/main" id="{51C1AF52-730A-BD31-02D6-17C23CF35940}"/>
                </a:ext>
              </a:extLst>
            </p:cNvPr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>
              <a:extLst>
                <a:ext uri="{FF2B5EF4-FFF2-40B4-BE49-F238E27FC236}">
                  <a16:creationId xmlns:a16="http://schemas.microsoft.com/office/drawing/2014/main" id="{6C8F0187-06DF-47A7-EF57-3C2EDB31B725}"/>
                </a:ext>
              </a:extLst>
            </p:cNvPr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>
              <a:extLst>
                <a:ext uri="{FF2B5EF4-FFF2-40B4-BE49-F238E27FC236}">
                  <a16:creationId xmlns:a16="http://schemas.microsoft.com/office/drawing/2014/main" id="{8654FE3A-C22C-4251-06BD-20FE64A86126}"/>
                </a:ext>
              </a:extLst>
            </p:cNvPr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>
              <a:extLst>
                <a:ext uri="{FF2B5EF4-FFF2-40B4-BE49-F238E27FC236}">
                  <a16:creationId xmlns:a16="http://schemas.microsoft.com/office/drawing/2014/main" id="{C311FD16-AD7C-2DA0-F246-61E385D23EE9}"/>
                </a:ext>
              </a:extLst>
            </p:cNvPr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>
              <a:extLst>
                <a:ext uri="{FF2B5EF4-FFF2-40B4-BE49-F238E27FC236}">
                  <a16:creationId xmlns:a16="http://schemas.microsoft.com/office/drawing/2014/main" id="{69EDEFAF-907D-D48B-F03F-BE6DB7EACBF7}"/>
                </a:ext>
              </a:extLst>
            </p:cNvPr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>
              <a:extLst>
                <a:ext uri="{FF2B5EF4-FFF2-40B4-BE49-F238E27FC236}">
                  <a16:creationId xmlns:a16="http://schemas.microsoft.com/office/drawing/2014/main" id="{D0C5002B-BE9D-694C-3061-36AEB94AFAF4}"/>
                </a:ext>
              </a:extLst>
            </p:cNvPr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>
              <a:extLst>
                <a:ext uri="{FF2B5EF4-FFF2-40B4-BE49-F238E27FC236}">
                  <a16:creationId xmlns:a16="http://schemas.microsoft.com/office/drawing/2014/main" id="{0349DFFC-3543-42B0-0439-A9E46547F4D5}"/>
                </a:ext>
              </a:extLst>
            </p:cNvPr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>
              <a:extLst>
                <a:ext uri="{FF2B5EF4-FFF2-40B4-BE49-F238E27FC236}">
                  <a16:creationId xmlns:a16="http://schemas.microsoft.com/office/drawing/2014/main" id="{E712B18B-B862-2B67-03D1-9A3AF925FB40}"/>
                </a:ext>
              </a:extLst>
            </p:cNvPr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>
              <a:extLst>
                <a:ext uri="{FF2B5EF4-FFF2-40B4-BE49-F238E27FC236}">
                  <a16:creationId xmlns:a16="http://schemas.microsoft.com/office/drawing/2014/main" id="{606D7668-33C0-1E08-BEC5-48BC260FE890}"/>
                </a:ext>
              </a:extLst>
            </p:cNvPr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>
              <a:extLst>
                <a:ext uri="{FF2B5EF4-FFF2-40B4-BE49-F238E27FC236}">
                  <a16:creationId xmlns:a16="http://schemas.microsoft.com/office/drawing/2014/main" id="{D02E2609-CCA5-D542-292C-A465B8B2C1A6}"/>
                </a:ext>
              </a:extLst>
            </p:cNvPr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>
              <a:extLst>
                <a:ext uri="{FF2B5EF4-FFF2-40B4-BE49-F238E27FC236}">
                  <a16:creationId xmlns:a16="http://schemas.microsoft.com/office/drawing/2014/main" id="{759D7DF1-6FDB-E60C-4FFC-45A4DB3706A0}"/>
                </a:ext>
              </a:extLst>
            </p:cNvPr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>
              <a:extLst>
                <a:ext uri="{FF2B5EF4-FFF2-40B4-BE49-F238E27FC236}">
                  <a16:creationId xmlns:a16="http://schemas.microsoft.com/office/drawing/2014/main" id="{A0A2569E-1CEF-08C5-BDA8-3280D9A7DE86}"/>
                </a:ext>
              </a:extLst>
            </p:cNvPr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>
              <a:extLst>
                <a:ext uri="{FF2B5EF4-FFF2-40B4-BE49-F238E27FC236}">
                  <a16:creationId xmlns:a16="http://schemas.microsoft.com/office/drawing/2014/main" id="{3EC37E9B-B959-BFC8-7197-61BA0BF425BE}"/>
                </a:ext>
              </a:extLst>
            </p:cNvPr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>
              <a:extLst>
                <a:ext uri="{FF2B5EF4-FFF2-40B4-BE49-F238E27FC236}">
                  <a16:creationId xmlns:a16="http://schemas.microsoft.com/office/drawing/2014/main" id="{A889FEB4-6842-B267-52A6-B95E5EEDD54A}"/>
                </a:ext>
              </a:extLst>
            </p:cNvPr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>
              <a:extLst>
                <a:ext uri="{FF2B5EF4-FFF2-40B4-BE49-F238E27FC236}">
                  <a16:creationId xmlns:a16="http://schemas.microsoft.com/office/drawing/2014/main" id="{6E0CB5B2-4CCF-357E-2DD5-B2AA253FB904}"/>
                </a:ext>
              </a:extLst>
            </p:cNvPr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>
              <a:extLst>
                <a:ext uri="{FF2B5EF4-FFF2-40B4-BE49-F238E27FC236}">
                  <a16:creationId xmlns:a16="http://schemas.microsoft.com/office/drawing/2014/main" id="{D2C00790-1ED9-260D-E071-675DCEF4C6D4}"/>
                </a:ext>
              </a:extLst>
            </p:cNvPr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>
              <a:extLst>
                <a:ext uri="{FF2B5EF4-FFF2-40B4-BE49-F238E27FC236}">
                  <a16:creationId xmlns:a16="http://schemas.microsoft.com/office/drawing/2014/main" id="{72C12245-1E62-0120-C47C-08E61A7F2604}"/>
                </a:ext>
              </a:extLst>
            </p:cNvPr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>
              <a:extLst>
                <a:ext uri="{FF2B5EF4-FFF2-40B4-BE49-F238E27FC236}">
                  <a16:creationId xmlns:a16="http://schemas.microsoft.com/office/drawing/2014/main" id="{021A9FDA-C8D8-D3F2-A918-475D03DBDAC7}"/>
                </a:ext>
              </a:extLst>
            </p:cNvPr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>
              <a:extLst>
                <a:ext uri="{FF2B5EF4-FFF2-40B4-BE49-F238E27FC236}">
                  <a16:creationId xmlns:a16="http://schemas.microsoft.com/office/drawing/2014/main" id="{E7257DEA-AA15-F34C-47A1-3D20B12100AD}"/>
                </a:ext>
              </a:extLst>
            </p:cNvPr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>
              <a:extLst>
                <a:ext uri="{FF2B5EF4-FFF2-40B4-BE49-F238E27FC236}">
                  <a16:creationId xmlns:a16="http://schemas.microsoft.com/office/drawing/2014/main" id="{19822AD4-062D-2442-D535-FCE6BB2C5FA3}"/>
                </a:ext>
              </a:extLst>
            </p:cNvPr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>
              <a:extLst>
                <a:ext uri="{FF2B5EF4-FFF2-40B4-BE49-F238E27FC236}">
                  <a16:creationId xmlns:a16="http://schemas.microsoft.com/office/drawing/2014/main" id="{9BC19144-0DC8-B479-8F84-5804833A35F7}"/>
                </a:ext>
              </a:extLst>
            </p:cNvPr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>
              <a:extLst>
                <a:ext uri="{FF2B5EF4-FFF2-40B4-BE49-F238E27FC236}">
                  <a16:creationId xmlns:a16="http://schemas.microsoft.com/office/drawing/2014/main" id="{7547158A-D52C-C9FB-7637-C5039EEA6B90}"/>
                </a:ext>
              </a:extLst>
            </p:cNvPr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>
              <a:extLst>
                <a:ext uri="{FF2B5EF4-FFF2-40B4-BE49-F238E27FC236}">
                  <a16:creationId xmlns:a16="http://schemas.microsoft.com/office/drawing/2014/main" id="{D334A095-CECE-D0B1-D263-78D46DC021D3}"/>
                </a:ext>
              </a:extLst>
            </p:cNvPr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>
              <a:extLst>
                <a:ext uri="{FF2B5EF4-FFF2-40B4-BE49-F238E27FC236}">
                  <a16:creationId xmlns:a16="http://schemas.microsoft.com/office/drawing/2014/main" id="{913C05ED-63E9-EB8B-ECAF-562464489B9E}"/>
                </a:ext>
              </a:extLst>
            </p:cNvPr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>
              <a:extLst>
                <a:ext uri="{FF2B5EF4-FFF2-40B4-BE49-F238E27FC236}">
                  <a16:creationId xmlns:a16="http://schemas.microsoft.com/office/drawing/2014/main" id="{6A0197C8-E3FC-3FBD-BF47-A9B70C99C683}"/>
                </a:ext>
              </a:extLst>
            </p:cNvPr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>
              <a:extLst>
                <a:ext uri="{FF2B5EF4-FFF2-40B4-BE49-F238E27FC236}">
                  <a16:creationId xmlns:a16="http://schemas.microsoft.com/office/drawing/2014/main" id="{A249EFD3-E72A-51E0-6163-FF0A20E80840}"/>
                </a:ext>
              </a:extLst>
            </p:cNvPr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>
              <a:extLst>
                <a:ext uri="{FF2B5EF4-FFF2-40B4-BE49-F238E27FC236}">
                  <a16:creationId xmlns:a16="http://schemas.microsoft.com/office/drawing/2014/main" id="{0A8C9D17-A103-2474-5332-C54493690E5C}"/>
                </a:ext>
              </a:extLst>
            </p:cNvPr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>
              <a:extLst>
                <a:ext uri="{FF2B5EF4-FFF2-40B4-BE49-F238E27FC236}">
                  <a16:creationId xmlns:a16="http://schemas.microsoft.com/office/drawing/2014/main" id="{B104A000-2E72-79BF-2290-5683180153A3}"/>
                </a:ext>
              </a:extLst>
            </p:cNvPr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>
              <a:extLst>
                <a:ext uri="{FF2B5EF4-FFF2-40B4-BE49-F238E27FC236}">
                  <a16:creationId xmlns:a16="http://schemas.microsoft.com/office/drawing/2014/main" id="{F1547102-C649-C6E5-C6E2-BE1633F01D54}"/>
                </a:ext>
              </a:extLst>
            </p:cNvPr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>
              <a:extLst>
                <a:ext uri="{FF2B5EF4-FFF2-40B4-BE49-F238E27FC236}">
                  <a16:creationId xmlns:a16="http://schemas.microsoft.com/office/drawing/2014/main" id="{EC3531BA-7690-A96F-5AA5-FBDE9239328F}"/>
                </a:ext>
              </a:extLst>
            </p:cNvPr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>
              <a:extLst>
                <a:ext uri="{FF2B5EF4-FFF2-40B4-BE49-F238E27FC236}">
                  <a16:creationId xmlns:a16="http://schemas.microsoft.com/office/drawing/2014/main" id="{DA4CC0FF-C1C5-E200-412B-AE4A69390469}"/>
                </a:ext>
              </a:extLst>
            </p:cNvPr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>
              <a:extLst>
                <a:ext uri="{FF2B5EF4-FFF2-40B4-BE49-F238E27FC236}">
                  <a16:creationId xmlns:a16="http://schemas.microsoft.com/office/drawing/2014/main" id="{2B23B7F5-BCA5-6CAC-8645-D6D60014B6A0}"/>
                </a:ext>
              </a:extLst>
            </p:cNvPr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>
              <a:extLst>
                <a:ext uri="{FF2B5EF4-FFF2-40B4-BE49-F238E27FC236}">
                  <a16:creationId xmlns:a16="http://schemas.microsoft.com/office/drawing/2014/main" id="{019AFE9A-AC28-1368-99B5-FC8B13BFDF03}"/>
                </a:ext>
              </a:extLst>
            </p:cNvPr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>
              <a:extLst>
                <a:ext uri="{FF2B5EF4-FFF2-40B4-BE49-F238E27FC236}">
                  <a16:creationId xmlns:a16="http://schemas.microsoft.com/office/drawing/2014/main" id="{DE7E7D32-DA77-B640-22EB-A0C85BB44909}"/>
                </a:ext>
              </a:extLst>
            </p:cNvPr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>
              <a:extLst>
                <a:ext uri="{FF2B5EF4-FFF2-40B4-BE49-F238E27FC236}">
                  <a16:creationId xmlns:a16="http://schemas.microsoft.com/office/drawing/2014/main" id="{A0037BCE-996E-618D-5DC1-B1064DA89373}"/>
                </a:ext>
              </a:extLst>
            </p:cNvPr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>
              <a:extLst>
                <a:ext uri="{FF2B5EF4-FFF2-40B4-BE49-F238E27FC236}">
                  <a16:creationId xmlns:a16="http://schemas.microsoft.com/office/drawing/2014/main" id="{E4FBF073-FEF6-C8D1-0AC5-40E15E93C902}"/>
                </a:ext>
              </a:extLst>
            </p:cNvPr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>
              <a:extLst>
                <a:ext uri="{FF2B5EF4-FFF2-40B4-BE49-F238E27FC236}">
                  <a16:creationId xmlns:a16="http://schemas.microsoft.com/office/drawing/2014/main" id="{FF013399-0163-5CF5-C2CA-AB46BCAB5161}"/>
                </a:ext>
              </a:extLst>
            </p:cNvPr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>
              <a:extLst>
                <a:ext uri="{FF2B5EF4-FFF2-40B4-BE49-F238E27FC236}">
                  <a16:creationId xmlns:a16="http://schemas.microsoft.com/office/drawing/2014/main" id="{480A2D88-171C-2D71-C747-562E3D4078B3}"/>
                </a:ext>
              </a:extLst>
            </p:cNvPr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>
              <a:extLst>
                <a:ext uri="{FF2B5EF4-FFF2-40B4-BE49-F238E27FC236}">
                  <a16:creationId xmlns:a16="http://schemas.microsoft.com/office/drawing/2014/main" id="{092D4459-C4CF-5DA0-09AF-14B4F6ACF899}"/>
                </a:ext>
              </a:extLst>
            </p:cNvPr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>
              <a:extLst>
                <a:ext uri="{FF2B5EF4-FFF2-40B4-BE49-F238E27FC236}">
                  <a16:creationId xmlns:a16="http://schemas.microsoft.com/office/drawing/2014/main" id="{CF673C2D-E6E8-1371-485B-2E2FFD189DDD}"/>
                </a:ext>
              </a:extLst>
            </p:cNvPr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>
              <a:extLst>
                <a:ext uri="{FF2B5EF4-FFF2-40B4-BE49-F238E27FC236}">
                  <a16:creationId xmlns:a16="http://schemas.microsoft.com/office/drawing/2014/main" id="{F366E3FC-3595-1B55-8013-4A75F7BC4684}"/>
                </a:ext>
              </a:extLst>
            </p:cNvPr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>
              <a:extLst>
                <a:ext uri="{FF2B5EF4-FFF2-40B4-BE49-F238E27FC236}">
                  <a16:creationId xmlns:a16="http://schemas.microsoft.com/office/drawing/2014/main" id="{5373408A-2B66-AA52-2994-6E45058EE087}"/>
                </a:ext>
              </a:extLst>
            </p:cNvPr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>
              <a:extLst>
                <a:ext uri="{FF2B5EF4-FFF2-40B4-BE49-F238E27FC236}">
                  <a16:creationId xmlns:a16="http://schemas.microsoft.com/office/drawing/2014/main" id="{FB71E55D-9542-29D0-9046-EACCBF910173}"/>
                </a:ext>
              </a:extLst>
            </p:cNvPr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>
              <a:extLst>
                <a:ext uri="{FF2B5EF4-FFF2-40B4-BE49-F238E27FC236}">
                  <a16:creationId xmlns:a16="http://schemas.microsoft.com/office/drawing/2014/main" id="{70DD15BA-3D45-5DD9-5D4C-24E8DD4E7E1E}"/>
                </a:ext>
              </a:extLst>
            </p:cNvPr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>
              <a:extLst>
                <a:ext uri="{FF2B5EF4-FFF2-40B4-BE49-F238E27FC236}">
                  <a16:creationId xmlns:a16="http://schemas.microsoft.com/office/drawing/2014/main" id="{4D5BF20B-4AC9-3A55-A61F-DF9ED4D162DD}"/>
                </a:ext>
              </a:extLst>
            </p:cNvPr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>
              <a:extLst>
                <a:ext uri="{FF2B5EF4-FFF2-40B4-BE49-F238E27FC236}">
                  <a16:creationId xmlns:a16="http://schemas.microsoft.com/office/drawing/2014/main" id="{4FCC1C01-F7C2-70F9-E63B-1E6E46C1C7A1}"/>
                </a:ext>
              </a:extLst>
            </p:cNvPr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>
              <a:extLst>
                <a:ext uri="{FF2B5EF4-FFF2-40B4-BE49-F238E27FC236}">
                  <a16:creationId xmlns:a16="http://schemas.microsoft.com/office/drawing/2014/main" id="{36BF192D-6C04-97CF-1C4A-7F410BAEFB6A}"/>
                </a:ext>
              </a:extLst>
            </p:cNvPr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>
              <a:extLst>
                <a:ext uri="{FF2B5EF4-FFF2-40B4-BE49-F238E27FC236}">
                  <a16:creationId xmlns:a16="http://schemas.microsoft.com/office/drawing/2014/main" id="{F5C53030-DC2A-1EEF-9934-08F557CDB85C}"/>
                </a:ext>
              </a:extLst>
            </p:cNvPr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>
              <a:extLst>
                <a:ext uri="{FF2B5EF4-FFF2-40B4-BE49-F238E27FC236}">
                  <a16:creationId xmlns:a16="http://schemas.microsoft.com/office/drawing/2014/main" id="{8B5618D6-2434-10DA-95DB-98E9E47650B9}"/>
                </a:ext>
              </a:extLst>
            </p:cNvPr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>
              <a:extLst>
                <a:ext uri="{FF2B5EF4-FFF2-40B4-BE49-F238E27FC236}">
                  <a16:creationId xmlns:a16="http://schemas.microsoft.com/office/drawing/2014/main" id="{219B6A37-8EA8-B668-294C-2F4CD70B61B4}"/>
                </a:ext>
              </a:extLst>
            </p:cNvPr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>
              <a:extLst>
                <a:ext uri="{FF2B5EF4-FFF2-40B4-BE49-F238E27FC236}">
                  <a16:creationId xmlns:a16="http://schemas.microsoft.com/office/drawing/2014/main" id="{6409D243-8D2F-AC07-B68E-B64A4D1707D7}"/>
                </a:ext>
              </a:extLst>
            </p:cNvPr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>
              <a:extLst>
                <a:ext uri="{FF2B5EF4-FFF2-40B4-BE49-F238E27FC236}">
                  <a16:creationId xmlns:a16="http://schemas.microsoft.com/office/drawing/2014/main" id="{8748842B-0B8C-81F0-3C7D-2F38A85B331A}"/>
                </a:ext>
              </a:extLst>
            </p:cNvPr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>
              <a:extLst>
                <a:ext uri="{FF2B5EF4-FFF2-40B4-BE49-F238E27FC236}">
                  <a16:creationId xmlns:a16="http://schemas.microsoft.com/office/drawing/2014/main" id="{58F059F5-95F5-631C-D1D6-9AD2210DAC01}"/>
                </a:ext>
              </a:extLst>
            </p:cNvPr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>
              <a:extLst>
                <a:ext uri="{FF2B5EF4-FFF2-40B4-BE49-F238E27FC236}">
                  <a16:creationId xmlns:a16="http://schemas.microsoft.com/office/drawing/2014/main" id="{6C9EA334-5989-7932-CF93-8857172F5148}"/>
                </a:ext>
              </a:extLst>
            </p:cNvPr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>
              <a:extLst>
                <a:ext uri="{FF2B5EF4-FFF2-40B4-BE49-F238E27FC236}">
                  <a16:creationId xmlns:a16="http://schemas.microsoft.com/office/drawing/2014/main" id="{34E7678E-74B9-00FE-747E-2CFDFE645CB9}"/>
                </a:ext>
              </a:extLst>
            </p:cNvPr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>
              <a:extLst>
                <a:ext uri="{FF2B5EF4-FFF2-40B4-BE49-F238E27FC236}">
                  <a16:creationId xmlns:a16="http://schemas.microsoft.com/office/drawing/2014/main" id="{0C55002E-CEF0-90F8-6565-2CC5A5B60940}"/>
                </a:ext>
              </a:extLst>
            </p:cNvPr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>
              <a:extLst>
                <a:ext uri="{FF2B5EF4-FFF2-40B4-BE49-F238E27FC236}">
                  <a16:creationId xmlns:a16="http://schemas.microsoft.com/office/drawing/2014/main" id="{4349ADF1-7291-CFA4-15E2-02CBACC256C3}"/>
                </a:ext>
              </a:extLst>
            </p:cNvPr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>
              <a:extLst>
                <a:ext uri="{FF2B5EF4-FFF2-40B4-BE49-F238E27FC236}">
                  <a16:creationId xmlns:a16="http://schemas.microsoft.com/office/drawing/2014/main" id="{72EA0F78-A73D-A527-50D2-2F03D1F188AF}"/>
                </a:ext>
              </a:extLst>
            </p:cNvPr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>
              <a:extLst>
                <a:ext uri="{FF2B5EF4-FFF2-40B4-BE49-F238E27FC236}">
                  <a16:creationId xmlns:a16="http://schemas.microsoft.com/office/drawing/2014/main" id="{3E2DD612-104A-0845-C03F-F528D7350A7D}"/>
                </a:ext>
              </a:extLst>
            </p:cNvPr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>
              <a:extLst>
                <a:ext uri="{FF2B5EF4-FFF2-40B4-BE49-F238E27FC236}">
                  <a16:creationId xmlns:a16="http://schemas.microsoft.com/office/drawing/2014/main" id="{3FFD3F67-181A-ECD8-951B-D905469BAD16}"/>
                </a:ext>
              </a:extLst>
            </p:cNvPr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>
              <a:extLst>
                <a:ext uri="{FF2B5EF4-FFF2-40B4-BE49-F238E27FC236}">
                  <a16:creationId xmlns:a16="http://schemas.microsoft.com/office/drawing/2014/main" id="{380A3DC4-EA76-D572-024C-F0D9CEE9A14D}"/>
                </a:ext>
              </a:extLst>
            </p:cNvPr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>
              <a:extLst>
                <a:ext uri="{FF2B5EF4-FFF2-40B4-BE49-F238E27FC236}">
                  <a16:creationId xmlns:a16="http://schemas.microsoft.com/office/drawing/2014/main" id="{B8023E7B-126C-C845-075D-8EC82F50DE16}"/>
                </a:ext>
              </a:extLst>
            </p:cNvPr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>
              <a:extLst>
                <a:ext uri="{FF2B5EF4-FFF2-40B4-BE49-F238E27FC236}">
                  <a16:creationId xmlns:a16="http://schemas.microsoft.com/office/drawing/2014/main" id="{E528E0B6-562B-C8E1-DDD8-616E60F1C946}"/>
                </a:ext>
              </a:extLst>
            </p:cNvPr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>
              <a:extLst>
                <a:ext uri="{FF2B5EF4-FFF2-40B4-BE49-F238E27FC236}">
                  <a16:creationId xmlns:a16="http://schemas.microsoft.com/office/drawing/2014/main" id="{E79B2EDB-2CCD-B17D-7699-A0E8E78F402C}"/>
                </a:ext>
              </a:extLst>
            </p:cNvPr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>
              <a:extLst>
                <a:ext uri="{FF2B5EF4-FFF2-40B4-BE49-F238E27FC236}">
                  <a16:creationId xmlns:a16="http://schemas.microsoft.com/office/drawing/2014/main" id="{554915E4-5758-07E9-2AC6-0215D67B6942}"/>
                </a:ext>
              </a:extLst>
            </p:cNvPr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>
              <a:extLst>
                <a:ext uri="{FF2B5EF4-FFF2-40B4-BE49-F238E27FC236}">
                  <a16:creationId xmlns:a16="http://schemas.microsoft.com/office/drawing/2014/main" id="{E3921CA7-84BA-EE36-401E-DCCD0F8612B4}"/>
                </a:ext>
              </a:extLst>
            </p:cNvPr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>
              <a:extLst>
                <a:ext uri="{FF2B5EF4-FFF2-40B4-BE49-F238E27FC236}">
                  <a16:creationId xmlns:a16="http://schemas.microsoft.com/office/drawing/2014/main" id="{E9E1661E-BDE2-8AA5-33BB-5ABC9194E793}"/>
                </a:ext>
              </a:extLst>
            </p:cNvPr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>
              <a:extLst>
                <a:ext uri="{FF2B5EF4-FFF2-40B4-BE49-F238E27FC236}">
                  <a16:creationId xmlns:a16="http://schemas.microsoft.com/office/drawing/2014/main" id="{F6661924-FEFD-9706-1ADA-E2CA01ACF45F}"/>
                </a:ext>
              </a:extLst>
            </p:cNvPr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>
              <a:extLst>
                <a:ext uri="{FF2B5EF4-FFF2-40B4-BE49-F238E27FC236}">
                  <a16:creationId xmlns:a16="http://schemas.microsoft.com/office/drawing/2014/main" id="{5E825540-548A-A13F-66B1-15F60EE381B8}"/>
                </a:ext>
              </a:extLst>
            </p:cNvPr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>
              <a:extLst>
                <a:ext uri="{FF2B5EF4-FFF2-40B4-BE49-F238E27FC236}">
                  <a16:creationId xmlns:a16="http://schemas.microsoft.com/office/drawing/2014/main" id="{9ACF596C-492C-B69F-4E16-440661BBC819}"/>
                </a:ext>
              </a:extLst>
            </p:cNvPr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>
              <a:extLst>
                <a:ext uri="{FF2B5EF4-FFF2-40B4-BE49-F238E27FC236}">
                  <a16:creationId xmlns:a16="http://schemas.microsoft.com/office/drawing/2014/main" id="{AF740000-948D-C75D-1562-F1C0EBBA3CD4}"/>
                </a:ext>
              </a:extLst>
            </p:cNvPr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>
              <a:extLst>
                <a:ext uri="{FF2B5EF4-FFF2-40B4-BE49-F238E27FC236}">
                  <a16:creationId xmlns:a16="http://schemas.microsoft.com/office/drawing/2014/main" id="{99476494-C682-42C2-9558-310C12C92C28}"/>
                </a:ext>
              </a:extLst>
            </p:cNvPr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>
              <a:extLst>
                <a:ext uri="{FF2B5EF4-FFF2-40B4-BE49-F238E27FC236}">
                  <a16:creationId xmlns:a16="http://schemas.microsoft.com/office/drawing/2014/main" id="{781D51D3-BFCE-AD3E-E641-9574C1805AF2}"/>
                </a:ext>
              </a:extLst>
            </p:cNvPr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>
              <a:extLst>
                <a:ext uri="{FF2B5EF4-FFF2-40B4-BE49-F238E27FC236}">
                  <a16:creationId xmlns:a16="http://schemas.microsoft.com/office/drawing/2014/main" id="{05C52366-97E1-0F95-107D-DB80EC293E30}"/>
                </a:ext>
              </a:extLst>
            </p:cNvPr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>
              <a:extLst>
                <a:ext uri="{FF2B5EF4-FFF2-40B4-BE49-F238E27FC236}">
                  <a16:creationId xmlns:a16="http://schemas.microsoft.com/office/drawing/2014/main" id="{2F6F2510-CF22-359F-B886-29C52FFBC5EF}"/>
                </a:ext>
              </a:extLst>
            </p:cNvPr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>
              <a:extLst>
                <a:ext uri="{FF2B5EF4-FFF2-40B4-BE49-F238E27FC236}">
                  <a16:creationId xmlns:a16="http://schemas.microsoft.com/office/drawing/2014/main" id="{BE06FDE6-E348-3829-7C73-0639D3B88C93}"/>
                </a:ext>
              </a:extLst>
            </p:cNvPr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>
              <a:extLst>
                <a:ext uri="{FF2B5EF4-FFF2-40B4-BE49-F238E27FC236}">
                  <a16:creationId xmlns:a16="http://schemas.microsoft.com/office/drawing/2014/main" id="{CDA37B70-B9E7-9D20-0B8E-29E7297A63CB}"/>
                </a:ext>
              </a:extLst>
            </p:cNvPr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>
              <a:extLst>
                <a:ext uri="{FF2B5EF4-FFF2-40B4-BE49-F238E27FC236}">
                  <a16:creationId xmlns:a16="http://schemas.microsoft.com/office/drawing/2014/main" id="{C395E187-C60A-3739-04BE-62E188A0446F}"/>
                </a:ext>
              </a:extLst>
            </p:cNvPr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>
              <a:extLst>
                <a:ext uri="{FF2B5EF4-FFF2-40B4-BE49-F238E27FC236}">
                  <a16:creationId xmlns:a16="http://schemas.microsoft.com/office/drawing/2014/main" id="{9B419A53-AF6B-82D0-404F-8DD651D3B722}"/>
                </a:ext>
              </a:extLst>
            </p:cNvPr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>
              <a:extLst>
                <a:ext uri="{FF2B5EF4-FFF2-40B4-BE49-F238E27FC236}">
                  <a16:creationId xmlns:a16="http://schemas.microsoft.com/office/drawing/2014/main" id="{160C88FB-2AFC-4B9D-0E87-4DC04DBC90C4}"/>
                </a:ext>
              </a:extLst>
            </p:cNvPr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>
              <a:extLst>
                <a:ext uri="{FF2B5EF4-FFF2-40B4-BE49-F238E27FC236}">
                  <a16:creationId xmlns:a16="http://schemas.microsoft.com/office/drawing/2014/main" id="{5F101870-F2A2-2601-9F4D-3F060CFD2824}"/>
                </a:ext>
              </a:extLst>
            </p:cNvPr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>
              <a:extLst>
                <a:ext uri="{FF2B5EF4-FFF2-40B4-BE49-F238E27FC236}">
                  <a16:creationId xmlns:a16="http://schemas.microsoft.com/office/drawing/2014/main" id="{B5941429-FC4D-AFEB-B926-5DC52329EBCD}"/>
                </a:ext>
              </a:extLst>
            </p:cNvPr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>
              <a:extLst>
                <a:ext uri="{FF2B5EF4-FFF2-40B4-BE49-F238E27FC236}">
                  <a16:creationId xmlns:a16="http://schemas.microsoft.com/office/drawing/2014/main" id="{635C42FA-D1B0-6815-368B-CFD1E8617689}"/>
                </a:ext>
              </a:extLst>
            </p:cNvPr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>
              <a:extLst>
                <a:ext uri="{FF2B5EF4-FFF2-40B4-BE49-F238E27FC236}">
                  <a16:creationId xmlns:a16="http://schemas.microsoft.com/office/drawing/2014/main" id="{0318A375-5C52-C5C1-F833-4A10D026F806}"/>
                </a:ext>
              </a:extLst>
            </p:cNvPr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>
              <a:extLst>
                <a:ext uri="{FF2B5EF4-FFF2-40B4-BE49-F238E27FC236}">
                  <a16:creationId xmlns:a16="http://schemas.microsoft.com/office/drawing/2014/main" id="{740AFCDD-D3D2-0025-792F-3A948DB0DA7B}"/>
                </a:ext>
              </a:extLst>
            </p:cNvPr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>
              <a:extLst>
                <a:ext uri="{FF2B5EF4-FFF2-40B4-BE49-F238E27FC236}">
                  <a16:creationId xmlns:a16="http://schemas.microsoft.com/office/drawing/2014/main" id="{110B8903-8106-BE84-84A4-AAA4A20E32E6}"/>
                </a:ext>
              </a:extLst>
            </p:cNvPr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>
              <a:extLst>
                <a:ext uri="{FF2B5EF4-FFF2-40B4-BE49-F238E27FC236}">
                  <a16:creationId xmlns:a16="http://schemas.microsoft.com/office/drawing/2014/main" id="{74C7BFB0-727D-93BF-49A8-B0E774809471}"/>
                </a:ext>
              </a:extLst>
            </p:cNvPr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>
              <a:extLst>
                <a:ext uri="{FF2B5EF4-FFF2-40B4-BE49-F238E27FC236}">
                  <a16:creationId xmlns:a16="http://schemas.microsoft.com/office/drawing/2014/main" id="{213155D3-F2E7-E6D2-F155-4CA13B41628E}"/>
                </a:ext>
              </a:extLst>
            </p:cNvPr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>
              <a:extLst>
                <a:ext uri="{FF2B5EF4-FFF2-40B4-BE49-F238E27FC236}">
                  <a16:creationId xmlns:a16="http://schemas.microsoft.com/office/drawing/2014/main" id="{FA337771-0183-687A-061D-8270E2471AE6}"/>
                </a:ext>
              </a:extLst>
            </p:cNvPr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>
              <a:extLst>
                <a:ext uri="{FF2B5EF4-FFF2-40B4-BE49-F238E27FC236}">
                  <a16:creationId xmlns:a16="http://schemas.microsoft.com/office/drawing/2014/main" id="{60803B82-90E1-46F5-DFFE-4D5A9DB93DF1}"/>
                </a:ext>
              </a:extLst>
            </p:cNvPr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>
              <a:extLst>
                <a:ext uri="{FF2B5EF4-FFF2-40B4-BE49-F238E27FC236}">
                  <a16:creationId xmlns:a16="http://schemas.microsoft.com/office/drawing/2014/main" id="{09066476-0A67-7F1B-C69E-23B3D6EEA0D0}"/>
                </a:ext>
              </a:extLst>
            </p:cNvPr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>
              <a:extLst>
                <a:ext uri="{FF2B5EF4-FFF2-40B4-BE49-F238E27FC236}">
                  <a16:creationId xmlns:a16="http://schemas.microsoft.com/office/drawing/2014/main" id="{A56FBCCD-B34C-8F2E-51B3-903FD2BDC38A}"/>
                </a:ext>
              </a:extLst>
            </p:cNvPr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>
              <a:extLst>
                <a:ext uri="{FF2B5EF4-FFF2-40B4-BE49-F238E27FC236}">
                  <a16:creationId xmlns:a16="http://schemas.microsoft.com/office/drawing/2014/main" id="{82CDA375-C801-FB84-740D-8E9A409878CC}"/>
                </a:ext>
              </a:extLst>
            </p:cNvPr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>
              <a:extLst>
                <a:ext uri="{FF2B5EF4-FFF2-40B4-BE49-F238E27FC236}">
                  <a16:creationId xmlns:a16="http://schemas.microsoft.com/office/drawing/2014/main" id="{EC7AFD6F-E9A0-939D-F4AC-361A85A14BD0}"/>
                </a:ext>
              </a:extLst>
            </p:cNvPr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>
              <a:extLst>
                <a:ext uri="{FF2B5EF4-FFF2-40B4-BE49-F238E27FC236}">
                  <a16:creationId xmlns:a16="http://schemas.microsoft.com/office/drawing/2014/main" id="{6C9907F5-A8A6-E88E-7DFA-A9A06371F772}"/>
                </a:ext>
              </a:extLst>
            </p:cNvPr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>
              <a:extLst>
                <a:ext uri="{FF2B5EF4-FFF2-40B4-BE49-F238E27FC236}">
                  <a16:creationId xmlns:a16="http://schemas.microsoft.com/office/drawing/2014/main" id="{FFAE58F4-07BD-E5E3-1280-90ADA76ED053}"/>
                </a:ext>
              </a:extLst>
            </p:cNvPr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>
              <a:extLst>
                <a:ext uri="{FF2B5EF4-FFF2-40B4-BE49-F238E27FC236}">
                  <a16:creationId xmlns:a16="http://schemas.microsoft.com/office/drawing/2014/main" id="{98EC9C4F-E1A8-AE3F-680B-7BC456B5BD9B}"/>
                </a:ext>
              </a:extLst>
            </p:cNvPr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>
              <a:extLst>
                <a:ext uri="{FF2B5EF4-FFF2-40B4-BE49-F238E27FC236}">
                  <a16:creationId xmlns:a16="http://schemas.microsoft.com/office/drawing/2014/main" id="{56FDCA4F-16AE-0C81-ADA5-EA78CFD4092D}"/>
                </a:ext>
              </a:extLst>
            </p:cNvPr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>
              <a:extLst>
                <a:ext uri="{FF2B5EF4-FFF2-40B4-BE49-F238E27FC236}">
                  <a16:creationId xmlns:a16="http://schemas.microsoft.com/office/drawing/2014/main" id="{A43AAEE1-AAFE-F966-E1ED-E36E49CA2482}"/>
                </a:ext>
              </a:extLst>
            </p:cNvPr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>
              <a:extLst>
                <a:ext uri="{FF2B5EF4-FFF2-40B4-BE49-F238E27FC236}">
                  <a16:creationId xmlns:a16="http://schemas.microsoft.com/office/drawing/2014/main" id="{B858BCB4-2FAA-A429-B0C5-B1FD2C46DE2C}"/>
                </a:ext>
              </a:extLst>
            </p:cNvPr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>
              <a:extLst>
                <a:ext uri="{FF2B5EF4-FFF2-40B4-BE49-F238E27FC236}">
                  <a16:creationId xmlns:a16="http://schemas.microsoft.com/office/drawing/2014/main" id="{EE036172-8C34-9950-3F03-26A80D23BAB9}"/>
                </a:ext>
              </a:extLst>
            </p:cNvPr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>
              <a:extLst>
                <a:ext uri="{FF2B5EF4-FFF2-40B4-BE49-F238E27FC236}">
                  <a16:creationId xmlns:a16="http://schemas.microsoft.com/office/drawing/2014/main" id="{E1E36C01-8F28-8557-8FF1-3CCED518FC8C}"/>
                </a:ext>
              </a:extLst>
            </p:cNvPr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>
              <a:extLst>
                <a:ext uri="{FF2B5EF4-FFF2-40B4-BE49-F238E27FC236}">
                  <a16:creationId xmlns:a16="http://schemas.microsoft.com/office/drawing/2014/main" id="{74752DA7-8562-9DE1-F28A-762CA6683C9D}"/>
                </a:ext>
              </a:extLst>
            </p:cNvPr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>
              <a:extLst>
                <a:ext uri="{FF2B5EF4-FFF2-40B4-BE49-F238E27FC236}">
                  <a16:creationId xmlns:a16="http://schemas.microsoft.com/office/drawing/2014/main" id="{F44F9AAD-D8F8-ED3D-B4A0-0E47E9D1429D}"/>
                </a:ext>
              </a:extLst>
            </p:cNvPr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>
              <a:extLst>
                <a:ext uri="{FF2B5EF4-FFF2-40B4-BE49-F238E27FC236}">
                  <a16:creationId xmlns:a16="http://schemas.microsoft.com/office/drawing/2014/main" id="{2E3374E1-314A-92C5-46BC-A34F9EEBAF3A}"/>
                </a:ext>
              </a:extLst>
            </p:cNvPr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>
              <a:extLst>
                <a:ext uri="{FF2B5EF4-FFF2-40B4-BE49-F238E27FC236}">
                  <a16:creationId xmlns:a16="http://schemas.microsoft.com/office/drawing/2014/main" id="{D8F9CE5D-1104-A21C-B982-99840F2CF93F}"/>
                </a:ext>
              </a:extLst>
            </p:cNvPr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>
              <a:extLst>
                <a:ext uri="{FF2B5EF4-FFF2-40B4-BE49-F238E27FC236}">
                  <a16:creationId xmlns:a16="http://schemas.microsoft.com/office/drawing/2014/main" id="{E363188C-3D13-2DB9-E9A3-4B7FFA11DDFC}"/>
                </a:ext>
              </a:extLst>
            </p:cNvPr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>
              <a:extLst>
                <a:ext uri="{FF2B5EF4-FFF2-40B4-BE49-F238E27FC236}">
                  <a16:creationId xmlns:a16="http://schemas.microsoft.com/office/drawing/2014/main" id="{B3760810-5F42-7680-CC95-A485C29A066C}"/>
                </a:ext>
              </a:extLst>
            </p:cNvPr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>
              <a:extLst>
                <a:ext uri="{FF2B5EF4-FFF2-40B4-BE49-F238E27FC236}">
                  <a16:creationId xmlns:a16="http://schemas.microsoft.com/office/drawing/2014/main" id="{08A6DD83-BBC8-D26A-0916-89965500401F}"/>
                </a:ext>
              </a:extLst>
            </p:cNvPr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>
              <a:extLst>
                <a:ext uri="{FF2B5EF4-FFF2-40B4-BE49-F238E27FC236}">
                  <a16:creationId xmlns:a16="http://schemas.microsoft.com/office/drawing/2014/main" id="{E1D99B92-596D-1D69-59FD-7171FBA28DD2}"/>
                </a:ext>
              </a:extLst>
            </p:cNvPr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>
              <a:extLst>
                <a:ext uri="{FF2B5EF4-FFF2-40B4-BE49-F238E27FC236}">
                  <a16:creationId xmlns:a16="http://schemas.microsoft.com/office/drawing/2014/main" id="{1B4A691C-B9DD-46D2-E616-0134D4551F71}"/>
                </a:ext>
              </a:extLst>
            </p:cNvPr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>
              <a:extLst>
                <a:ext uri="{FF2B5EF4-FFF2-40B4-BE49-F238E27FC236}">
                  <a16:creationId xmlns:a16="http://schemas.microsoft.com/office/drawing/2014/main" id="{C51BC50F-123B-A23D-7D5E-4F0F4CA3AA32}"/>
                </a:ext>
              </a:extLst>
            </p:cNvPr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>
              <a:extLst>
                <a:ext uri="{FF2B5EF4-FFF2-40B4-BE49-F238E27FC236}">
                  <a16:creationId xmlns:a16="http://schemas.microsoft.com/office/drawing/2014/main" id="{193DE201-32A7-9CFC-D51F-0163C9D948CE}"/>
                </a:ext>
              </a:extLst>
            </p:cNvPr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>
              <a:extLst>
                <a:ext uri="{FF2B5EF4-FFF2-40B4-BE49-F238E27FC236}">
                  <a16:creationId xmlns:a16="http://schemas.microsoft.com/office/drawing/2014/main" id="{80F1B548-FACC-801C-FDE9-7334147F5BD8}"/>
                </a:ext>
              </a:extLst>
            </p:cNvPr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>
              <a:extLst>
                <a:ext uri="{FF2B5EF4-FFF2-40B4-BE49-F238E27FC236}">
                  <a16:creationId xmlns:a16="http://schemas.microsoft.com/office/drawing/2014/main" id="{A26778CF-0F8B-A84E-3F4F-6DDBDBC1FE3E}"/>
                </a:ext>
              </a:extLst>
            </p:cNvPr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>
              <a:extLst>
                <a:ext uri="{FF2B5EF4-FFF2-40B4-BE49-F238E27FC236}">
                  <a16:creationId xmlns:a16="http://schemas.microsoft.com/office/drawing/2014/main" id="{A0B37F2A-E785-FFDB-0299-CEFDEF2AF5D8}"/>
                </a:ext>
              </a:extLst>
            </p:cNvPr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>
              <a:extLst>
                <a:ext uri="{FF2B5EF4-FFF2-40B4-BE49-F238E27FC236}">
                  <a16:creationId xmlns:a16="http://schemas.microsoft.com/office/drawing/2014/main" id="{6C904C07-40AE-9A93-04F2-79879949A00E}"/>
                </a:ext>
              </a:extLst>
            </p:cNvPr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>
              <a:extLst>
                <a:ext uri="{FF2B5EF4-FFF2-40B4-BE49-F238E27FC236}">
                  <a16:creationId xmlns:a16="http://schemas.microsoft.com/office/drawing/2014/main" id="{9A7A27B7-E526-ED41-246C-964F4C40C5CC}"/>
                </a:ext>
              </a:extLst>
            </p:cNvPr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>
              <a:extLst>
                <a:ext uri="{FF2B5EF4-FFF2-40B4-BE49-F238E27FC236}">
                  <a16:creationId xmlns:a16="http://schemas.microsoft.com/office/drawing/2014/main" id="{2EC66AC2-7679-F8B6-63BF-A3BE57817174}"/>
                </a:ext>
              </a:extLst>
            </p:cNvPr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>
              <a:extLst>
                <a:ext uri="{FF2B5EF4-FFF2-40B4-BE49-F238E27FC236}">
                  <a16:creationId xmlns:a16="http://schemas.microsoft.com/office/drawing/2014/main" id="{152A8829-2337-7061-0308-5A70EFD9E63D}"/>
                </a:ext>
              </a:extLst>
            </p:cNvPr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>
              <a:extLst>
                <a:ext uri="{FF2B5EF4-FFF2-40B4-BE49-F238E27FC236}">
                  <a16:creationId xmlns:a16="http://schemas.microsoft.com/office/drawing/2014/main" id="{023975FF-0E02-549B-2E19-CC3CB95785E9}"/>
                </a:ext>
              </a:extLst>
            </p:cNvPr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>
              <a:extLst>
                <a:ext uri="{FF2B5EF4-FFF2-40B4-BE49-F238E27FC236}">
                  <a16:creationId xmlns:a16="http://schemas.microsoft.com/office/drawing/2014/main" id="{16CF4D0C-3801-9532-8B04-4200C72DD80A}"/>
                </a:ext>
              </a:extLst>
            </p:cNvPr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>
              <a:extLst>
                <a:ext uri="{FF2B5EF4-FFF2-40B4-BE49-F238E27FC236}">
                  <a16:creationId xmlns:a16="http://schemas.microsoft.com/office/drawing/2014/main" id="{6665E510-0966-A9A5-FF1E-FECD165DF2E8}"/>
                </a:ext>
              </a:extLst>
            </p:cNvPr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>
              <a:extLst>
                <a:ext uri="{FF2B5EF4-FFF2-40B4-BE49-F238E27FC236}">
                  <a16:creationId xmlns:a16="http://schemas.microsoft.com/office/drawing/2014/main" id="{69519897-B69C-F356-075A-D0F9338DFB60}"/>
                </a:ext>
              </a:extLst>
            </p:cNvPr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>
              <a:extLst>
                <a:ext uri="{FF2B5EF4-FFF2-40B4-BE49-F238E27FC236}">
                  <a16:creationId xmlns:a16="http://schemas.microsoft.com/office/drawing/2014/main" id="{969BB9D7-2421-DEB4-1DD5-BC2079FE1195}"/>
                </a:ext>
              </a:extLst>
            </p:cNvPr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>
              <a:extLst>
                <a:ext uri="{FF2B5EF4-FFF2-40B4-BE49-F238E27FC236}">
                  <a16:creationId xmlns:a16="http://schemas.microsoft.com/office/drawing/2014/main" id="{D88EB9A0-41D4-AA75-F3D7-D163C68B8C51}"/>
                </a:ext>
              </a:extLst>
            </p:cNvPr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>
              <a:extLst>
                <a:ext uri="{FF2B5EF4-FFF2-40B4-BE49-F238E27FC236}">
                  <a16:creationId xmlns:a16="http://schemas.microsoft.com/office/drawing/2014/main" id="{88F50A4E-B58B-5474-E103-821220C5C838}"/>
                </a:ext>
              </a:extLst>
            </p:cNvPr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>
              <a:extLst>
                <a:ext uri="{FF2B5EF4-FFF2-40B4-BE49-F238E27FC236}">
                  <a16:creationId xmlns:a16="http://schemas.microsoft.com/office/drawing/2014/main" id="{57FA480C-F5D7-FB42-F618-EA5DCC80F103}"/>
                </a:ext>
              </a:extLst>
            </p:cNvPr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>
              <a:extLst>
                <a:ext uri="{FF2B5EF4-FFF2-40B4-BE49-F238E27FC236}">
                  <a16:creationId xmlns:a16="http://schemas.microsoft.com/office/drawing/2014/main" id="{9710B365-F847-D616-790E-2A2787882348}"/>
                </a:ext>
              </a:extLst>
            </p:cNvPr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>
              <a:extLst>
                <a:ext uri="{FF2B5EF4-FFF2-40B4-BE49-F238E27FC236}">
                  <a16:creationId xmlns:a16="http://schemas.microsoft.com/office/drawing/2014/main" id="{F0D6F2F7-6120-2B58-8955-9DDA21862723}"/>
                </a:ext>
              </a:extLst>
            </p:cNvPr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>
              <a:extLst>
                <a:ext uri="{FF2B5EF4-FFF2-40B4-BE49-F238E27FC236}">
                  <a16:creationId xmlns:a16="http://schemas.microsoft.com/office/drawing/2014/main" id="{BF6A1F6A-95F0-7CDA-F7C0-5ED2DB68EAF9}"/>
                </a:ext>
              </a:extLst>
            </p:cNvPr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>
              <a:extLst>
                <a:ext uri="{FF2B5EF4-FFF2-40B4-BE49-F238E27FC236}">
                  <a16:creationId xmlns:a16="http://schemas.microsoft.com/office/drawing/2014/main" id="{57D7F6B4-F8DB-94F0-0E29-7E7DC5F58443}"/>
                </a:ext>
              </a:extLst>
            </p:cNvPr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>
              <a:extLst>
                <a:ext uri="{FF2B5EF4-FFF2-40B4-BE49-F238E27FC236}">
                  <a16:creationId xmlns:a16="http://schemas.microsoft.com/office/drawing/2014/main" id="{99153048-EE55-01ED-D18C-9D12854EF28F}"/>
                </a:ext>
              </a:extLst>
            </p:cNvPr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>
              <a:extLst>
                <a:ext uri="{FF2B5EF4-FFF2-40B4-BE49-F238E27FC236}">
                  <a16:creationId xmlns:a16="http://schemas.microsoft.com/office/drawing/2014/main" id="{8DCE48BF-1789-653E-B99A-07512C14AD72}"/>
                </a:ext>
              </a:extLst>
            </p:cNvPr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>
              <a:extLst>
                <a:ext uri="{FF2B5EF4-FFF2-40B4-BE49-F238E27FC236}">
                  <a16:creationId xmlns:a16="http://schemas.microsoft.com/office/drawing/2014/main" id="{E1415052-A0E5-D50A-EFBC-BBB9F307D38F}"/>
                </a:ext>
              </a:extLst>
            </p:cNvPr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>
              <a:extLst>
                <a:ext uri="{FF2B5EF4-FFF2-40B4-BE49-F238E27FC236}">
                  <a16:creationId xmlns:a16="http://schemas.microsoft.com/office/drawing/2014/main" id="{B8977C73-8871-8422-0011-3C5751083220}"/>
                </a:ext>
              </a:extLst>
            </p:cNvPr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>
              <a:extLst>
                <a:ext uri="{FF2B5EF4-FFF2-40B4-BE49-F238E27FC236}">
                  <a16:creationId xmlns:a16="http://schemas.microsoft.com/office/drawing/2014/main" id="{91BD19B5-FBF0-55FF-6575-50A40A5F11A9}"/>
                </a:ext>
              </a:extLst>
            </p:cNvPr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>
              <a:extLst>
                <a:ext uri="{FF2B5EF4-FFF2-40B4-BE49-F238E27FC236}">
                  <a16:creationId xmlns:a16="http://schemas.microsoft.com/office/drawing/2014/main" id="{C43F98C3-A87F-CBC6-016D-31F85B73D7E3}"/>
                </a:ext>
              </a:extLst>
            </p:cNvPr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>
              <a:extLst>
                <a:ext uri="{FF2B5EF4-FFF2-40B4-BE49-F238E27FC236}">
                  <a16:creationId xmlns:a16="http://schemas.microsoft.com/office/drawing/2014/main" id="{18F63F47-CE56-8F66-24EE-0CE8443291EC}"/>
                </a:ext>
              </a:extLst>
            </p:cNvPr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>
              <a:extLst>
                <a:ext uri="{FF2B5EF4-FFF2-40B4-BE49-F238E27FC236}">
                  <a16:creationId xmlns:a16="http://schemas.microsoft.com/office/drawing/2014/main" id="{4A120935-E665-9EED-B0B3-2CE3B89EC1B1}"/>
                </a:ext>
              </a:extLst>
            </p:cNvPr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>
              <a:extLst>
                <a:ext uri="{FF2B5EF4-FFF2-40B4-BE49-F238E27FC236}">
                  <a16:creationId xmlns:a16="http://schemas.microsoft.com/office/drawing/2014/main" id="{16C7A826-71CA-3AFD-D029-2334508CBE06}"/>
                </a:ext>
              </a:extLst>
            </p:cNvPr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>
              <a:extLst>
                <a:ext uri="{FF2B5EF4-FFF2-40B4-BE49-F238E27FC236}">
                  <a16:creationId xmlns:a16="http://schemas.microsoft.com/office/drawing/2014/main" id="{5F44EEAD-BE80-9A90-636C-605090F925F1}"/>
                </a:ext>
              </a:extLst>
            </p:cNvPr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>
              <a:extLst>
                <a:ext uri="{FF2B5EF4-FFF2-40B4-BE49-F238E27FC236}">
                  <a16:creationId xmlns:a16="http://schemas.microsoft.com/office/drawing/2014/main" id="{B88956AB-65BD-948E-471A-1713ABD790C9}"/>
                </a:ext>
              </a:extLst>
            </p:cNvPr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>
              <a:extLst>
                <a:ext uri="{FF2B5EF4-FFF2-40B4-BE49-F238E27FC236}">
                  <a16:creationId xmlns:a16="http://schemas.microsoft.com/office/drawing/2014/main" id="{1394A2D1-AFC2-7372-B0AA-F3D9EDBAA2D3}"/>
                </a:ext>
              </a:extLst>
            </p:cNvPr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>
              <a:extLst>
                <a:ext uri="{FF2B5EF4-FFF2-40B4-BE49-F238E27FC236}">
                  <a16:creationId xmlns:a16="http://schemas.microsoft.com/office/drawing/2014/main" id="{BE4E44E6-294C-CFEC-C217-41BA6A1B7E5A}"/>
                </a:ext>
              </a:extLst>
            </p:cNvPr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>
              <a:extLst>
                <a:ext uri="{FF2B5EF4-FFF2-40B4-BE49-F238E27FC236}">
                  <a16:creationId xmlns:a16="http://schemas.microsoft.com/office/drawing/2014/main" id="{4D059346-438C-3ECE-D9ED-FD9864F0CA20}"/>
                </a:ext>
              </a:extLst>
            </p:cNvPr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>
              <a:extLst>
                <a:ext uri="{FF2B5EF4-FFF2-40B4-BE49-F238E27FC236}">
                  <a16:creationId xmlns:a16="http://schemas.microsoft.com/office/drawing/2014/main" id="{C3F49C5E-AE63-A99C-4ADF-EC7F0BD62229}"/>
                </a:ext>
              </a:extLst>
            </p:cNvPr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>
              <a:extLst>
                <a:ext uri="{FF2B5EF4-FFF2-40B4-BE49-F238E27FC236}">
                  <a16:creationId xmlns:a16="http://schemas.microsoft.com/office/drawing/2014/main" id="{13EDEE79-B44C-FB0F-F322-DD34CDAB9B2C}"/>
                </a:ext>
              </a:extLst>
            </p:cNvPr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>
              <a:extLst>
                <a:ext uri="{FF2B5EF4-FFF2-40B4-BE49-F238E27FC236}">
                  <a16:creationId xmlns:a16="http://schemas.microsoft.com/office/drawing/2014/main" id="{FEBB6AB5-0032-A8BA-DC6B-BB16AB131354}"/>
                </a:ext>
              </a:extLst>
            </p:cNvPr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>
              <a:extLst>
                <a:ext uri="{FF2B5EF4-FFF2-40B4-BE49-F238E27FC236}">
                  <a16:creationId xmlns:a16="http://schemas.microsoft.com/office/drawing/2014/main" id="{938809D7-5846-A4EA-6A4E-AFF9FE23D15E}"/>
                </a:ext>
              </a:extLst>
            </p:cNvPr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>
              <a:extLst>
                <a:ext uri="{FF2B5EF4-FFF2-40B4-BE49-F238E27FC236}">
                  <a16:creationId xmlns:a16="http://schemas.microsoft.com/office/drawing/2014/main" id="{6385CE51-0D5F-53E1-1401-A3BB96E52BF1}"/>
                </a:ext>
              </a:extLst>
            </p:cNvPr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>
              <a:extLst>
                <a:ext uri="{FF2B5EF4-FFF2-40B4-BE49-F238E27FC236}">
                  <a16:creationId xmlns:a16="http://schemas.microsoft.com/office/drawing/2014/main" id="{E4C3A8E2-ABA8-6A13-BB6C-95FD70E31D37}"/>
                </a:ext>
              </a:extLst>
            </p:cNvPr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>
              <a:extLst>
                <a:ext uri="{FF2B5EF4-FFF2-40B4-BE49-F238E27FC236}">
                  <a16:creationId xmlns:a16="http://schemas.microsoft.com/office/drawing/2014/main" id="{EBBE3360-ECCA-4666-14EF-32C7C981F75A}"/>
                </a:ext>
              </a:extLst>
            </p:cNvPr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>
              <a:extLst>
                <a:ext uri="{FF2B5EF4-FFF2-40B4-BE49-F238E27FC236}">
                  <a16:creationId xmlns:a16="http://schemas.microsoft.com/office/drawing/2014/main" id="{464FBA2D-621D-2C44-C465-FD972F3B1823}"/>
                </a:ext>
              </a:extLst>
            </p:cNvPr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>
              <a:extLst>
                <a:ext uri="{FF2B5EF4-FFF2-40B4-BE49-F238E27FC236}">
                  <a16:creationId xmlns:a16="http://schemas.microsoft.com/office/drawing/2014/main" id="{6061FCF5-D5C0-AAFA-8224-416ACA5F4C14}"/>
                </a:ext>
              </a:extLst>
            </p:cNvPr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>
              <a:extLst>
                <a:ext uri="{FF2B5EF4-FFF2-40B4-BE49-F238E27FC236}">
                  <a16:creationId xmlns:a16="http://schemas.microsoft.com/office/drawing/2014/main" id="{687D0B8B-FCD6-6C38-4DA9-9647D4576C73}"/>
                </a:ext>
              </a:extLst>
            </p:cNvPr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>
              <a:extLst>
                <a:ext uri="{FF2B5EF4-FFF2-40B4-BE49-F238E27FC236}">
                  <a16:creationId xmlns:a16="http://schemas.microsoft.com/office/drawing/2014/main" id="{916FD54E-898D-F928-79BF-81A57F318A31}"/>
                </a:ext>
              </a:extLst>
            </p:cNvPr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>
              <a:extLst>
                <a:ext uri="{FF2B5EF4-FFF2-40B4-BE49-F238E27FC236}">
                  <a16:creationId xmlns:a16="http://schemas.microsoft.com/office/drawing/2014/main" id="{C89F8512-B3C8-7EC0-1469-7915802AA0EF}"/>
                </a:ext>
              </a:extLst>
            </p:cNvPr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>
              <a:extLst>
                <a:ext uri="{FF2B5EF4-FFF2-40B4-BE49-F238E27FC236}">
                  <a16:creationId xmlns:a16="http://schemas.microsoft.com/office/drawing/2014/main" id="{6BF7B584-C850-BD09-2F2D-559F3C0C0F98}"/>
                </a:ext>
              </a:extLst>
            </p:cNvPr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>
              <a:extLst>
                <a:ext uri="{FF2B5EF4-FFF2-40B4-BE49-F238E27FC236}">
                  <a16:creationId xmlns:a16="http://schemas.microsoft.com/office/drawing/2014/main" id="{9515ECF8-C80B-4F4F-307F-829F6266DDBE}"/>
                </a:ext>
              </a:extLst>
            </p:cNvPr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>
              <a:extLst>
                <a:ext uri="{FF2B5EF4-FFF2-40B4-BE49-F238E27FC236}">
                  <a16:creationId xmlns:a16="http://schemas.microsoft.com/office/drawing/2014/main" id="{B7D35B7D-7311-8BBD-1AB2-768AE7FC6CBE}"/>
                </a:ext>
              </a:extLst>
            </p:cNvPr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>
              <a:extLst>
                <a:ext uri="{FF2B5EF4-FFF2-40B4-BE49-F238E27FC236}">
                  <a16:creationId xmlns:a16="http://schemas.microsoft.com/office/drawing/2014/main" id="{08F19BDD-0225-B7CD-F74E-6FCF8756CACB}"/>
                </a:ext>
              </a:extLst>
            </p:cNvPr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>
              <a:extLst>
                <a:ext uri="{FF2B5EF4-FFF2-40B4-BE49-F238E27FC236}">
                  <a16:creationId xmlns:a16="http://schemas.microsoft.com/office/drawing/2014/main" id="{EFC89E79-A1F8-B1D9-256F-1C9F16BA7CF1}"/>
                </a:ext>
              </a:extLst>
            </p:cNvPr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>
              <a:extLst>
                <a:ext uri="{FF2B5EF4-FFF2-40B4-BE49-F238E27FC236}">
                  <a16:creationId xmlns:a16="http://schemas.microsoft.com/office/drawing/2014/main" id="{4AB7F224-E75B-7AFD-81E5-ABD93C8BD623}"/>
                </a:ext>
              </a:extLst>
            </p:cNvPr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>
              <a:extLst>
                <a:ext uri="{FF2B5EF4-FFF2-40B4-BE49-F238E27FC236}">
                  <a16:creationId xmlns:a16="http://schemas.microsoft.com/office/drawing/2014/main" id="{5827BE15-E442-74EF-4D98-54B2CCBBBD96}"/>
                </a:ext>
              </a:extLst>
            </p:cNvPr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>
              <a:extLst>
                <a:ext uri="{FF2B5EF4-FFF2-40B4-BE49-F238E27FC236}">
                  <a16:creationId xmlns:a16="http://schemas.microsoft.com/office/drawing/2014/main" id="{6181CF0E-BA55-DDBC-A530-06383B645D71}"/>
                </a:ext>
              </a:extLst>
            </p:cNvPr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>
              <a:extLst>
                <a:ext uri="{FF2B5EF4-FFF2-40B4-BE49-F238E27FC236}">
                  <a16:creationId xmlns:a16="http://schemas.microsoft.com/office/drawing/2014/main" id="{75FFF713-CF39-F800-C0A8-1180C12AFC80}"/>
                </a:ext>
              </a:extLst>
            </p:cNvPr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>
              <a:extLst>
                <a:ext uri="{FF2B5EF4-FFF2-40B4-BE49-F238E27FC236}">
                  <a16:creationId xmlns:a16="http://schemas.microsoft.com/office/drawing/2014/main" id="{4BA53F17-1C28-FB57-9FD8-1B956C170D91}"/>
                </a:ext>
              </a:extLst>
            </p:cNvPr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>
              <a:extLst>
                <a:ext uri="{FF2B5EF4-FFF2-40B4-BE49-F238E27FC236}">
                  <a16:creationId xmlns:a16="http://schemas.microsoft.com/office/drawing/2014/main" id="{7E818E11-D798-7A74-BFC6-16D1BBC165E0}"/>
                </a:ext>
              </a:extLst>
            </p:cNvPr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>
              <a:extLst>
                <a:ext uri="{FF2B5EF4-FFF2-40B4-BE49-F238E27FC236}">
                  <a16:creationId xmlns:a16="http://schemas.microsoft.com/office/drawing/2014/main" id="{81183AF9-7A20-2055-E25E-9A9EAD624245}"/>
                </a:ext>
              </a:extLst>
            </p:cNvPr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>
              <a:extLst>
                <a:ext uri="{FF2B5EF4-FFF2-40B4-BE49-F238E27FC236}">
                  <a16:creationId xmlns:a16="http://schemas.microsoft.com/office/drawing/2014/main" id="{F86E7EFB-64DC-1FDC-264D-35BEC9B2456C}"/>
                </a:ext>
              </a:extLst>
            </p:cNvPr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>
              <a:extLst>
                <a:ext uri="{FF2B5EF4-FFF2-40B4-BE49-F238E27FC236}">
                  <a16:creationId xmlns:a16="http://schemas.microsoft.com/office/drawing/2014/main" id="{BD3A23D5-3B33-62D0-230C-343117CE402F}"/>
                </a:ext>
              </a:extLst>
            </p:cNvPr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>
              <a:extLst>
                <a:ext uri="{FF2B5EF4-FFF2-40B4-BE49-F238E27FC236}">
                  <a16:creationId xmlns:a16="http://schemas.microsoft.com/office/drawing/2014/main" id="{24A476DD-F275-B5B1-9DAC-C1D809C42021}"/>
                </a:ext>
              </a:extLst>
            </p:cNvPr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>
              <a:extLst>
                <a:ext uri="{FF2B5EF4-FFF2-40B4-BE49-F238E27FC236}">
                  <a16:creationId xmlns:a16="http://schemas.microsoft.com/office/drawing/2014/main" id="{D74B97B3-6BF6-898E-B16B-3DACD479B49B}"/>
                </a:ext>
              </a:extLst>
            </p:cNvPr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>
              <a:extLst>
                <a:ext uri="{FF2B5EF4-FFF2-40B4-BE49-F238E27FC236}">
                  <a16:creationId xmlns:a16="http://schemas.microsoft.com/office/drawing/2014/main" id="{00E05159-7979-AB6F-E888-A5F1E54527F7}"/>
                </a:ext>
              </a:extLst>
            </p:cNvPr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>
              <a:extLst>
                <a:ext uri="{FF2B5EF4-FFF2-40B4-BE49-F238E27FC236}">
                  <a16:creationId xmlns:a16="http://schemas.microsoft.com/office/drawing/2014/main" id="{EAF025CB-AE1B-AD51-8F2E-4BF6A95F4C10}"/>
                </a:ext>
              </a:extLst>
            </p:cNvPr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>
              <a:extLst>
                <a:ext uri="{FF2B5EF4-FFF2-40B4-BE49-F238E27FC236}">
                  <a16:creationId xmlns:a16="http://schemas.microsoft.com/office/drawing/2014/main" id="{E6A6076D-C15C-75F3-B22D-30CC182CD0EF}"/>
                </a:ext>
              </a:extLst>
            </p:cNvPr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>
              <a:extLst>
                <a:ext uri="{FF2B5EF4-FFF2-40B4-BE49-F238E27FC236}">
                  <a16:creationId xmlns:a16="http://schemas.microsoft.com/office/drawing/2014/main" id="{6062409C-57A5-CEAB-28EC-47F82B8AF0B1}"/>
                </a:ext>
              </a:extLst>
            </p:cNvPr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>
              <a:extLst>
                <a:ext uri="{FF2B5EF4-FFF2-40B4-BE49-F238E27FC236}">
                  <a16:creationId xmlns:a16="http://schemas.microsoft.com/office/drawing/2014/main" id="{A7811E84-A67F-DEDB-ACF0-D11712082AEB}"/>
                </a:ext>
              </a:extLst>
            </p:cNvPr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>
              <a:extLst>
                <a:ext uri="{FF2B5EF4-FFF2-40B4-BE49-F238E27FC236}">
                  <a16:creationId xmlns:a16="http://schemas.microsoft.com/office/drawing/2014/main" id="{DC6E33B7-5D68-4A25-12BD-BF12A77606CF}"/>
                </a:ext>
              </a:extLst>
            </p:cNvPr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>
              <a:extLst>
                <a:ext uri="{FF2B5EF4-FFF2-40B4-BE49-F238E27FC236}">
                  <a16:creationId xmlns:a16="http://schemas.microsoft.com/office/drawing/2014/main" id="{CC47A4B3-0F6D-59F4-497F-CEFCC061DFB1}"/>
                </a:ext>
              </a:extLst>
            </p:cNvPr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>
              <a:extLst>
                <a:ext uri="{FF2B5EF4-FFF2-40B4-BE49-F238E27FC236}">
                  <a16:creationId xmlns:a16="http://schemas.microsoft.com/office/drawing/2014/main" id="{20ECF1A3-5705-7C49-026A-E07AE4466BE5}"/>
                </a:ext>
              </a:extLst>
            </p:cNvPr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>
              <a:extLst>
                <a:ext uri="{FF2B5EF4-FFF2-40B4-BE49-F238E27FC236}">
                  <a16:creationId xmlns:a16="http://schemas.microsoft.com/office/drawing/2014/main" id="{ACFAA3FF-5493-C5BE-7FA1-BD246A343ECE}"/>
                </a:ext>
              </a:extLst>
            </p:cNvPr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>
              <a:extLst>
                <a:ext uri="{FF2B5EF4-FFF2-40B4-BE49-F238E27FC236}">
                  <a16:creationId xmlns:a16="http://schemas.microsoft.com/office/drawing/2014/main" id="{176E02FB-489C-0F7D-A58D-193A00CF8033}"/>
                </a:ext>
              </a:extLst>
            </p:cNvPr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>
              <a:extLst>
                <a:ext uri="{FF2B5EF4-FFF2-40B4-BE49-F238E27FC236}">
                  <a16:creationId xmlns:a16="http://schemas.microsoft.com/office/drawing/2014/main" id="{78645200-7F68-1ACB-5564-18748EEFD675}"/>
                </a:ext>
              </a:extLst>
            </p:cNvPr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>
              <a:extLst>
                <a:ext uri="{FF2B5EF4-FFF2-40B4-BE49-F238E27FC236}">
                  <a16:creationId xmlns:a16="http://schemas.microsoft.com/office/drawing/2014/main" id="{5E5EB890-A8DB-CD73-520D-878FEAF6ADF8}"/>
                </a:ext>
              </a:extLst>
            </p:cNvPr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>
              <a:extLst>
                <a:ext uri="{FF2B5EF4-FFF2-40B4-BE49-F238E27FC236}">
                  <a16:creationId xmlns:a16="http://schemas.microsoft.com/office/drawing/2014/main" id="{540A8425-527C-DB03-82A1-7D211E9BD461}"/>
                </a:ext>
              </a:extLst>
            </p:cNvPr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>
              <a:extLst>
                <a:ext uri="{FF2B5EF4-FFF2-40B4-BE49-F238E27FC236}">
                  <a16:creationId xmlns:a16="http://schemas.microsoft.com/office/drawing/2014/main" id="{11A45FBC-3737-13BB-6FDB-8B7F67FBD0DE}"/>
                </a:ext>
              </a:extLst>
            </p:cNvPr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>
              <a:extLst>
                <a:ext uri="{FF2B5EF4-FFF2-40B4-BE49-F238E27FC236}">
                  <a16:creationId xmlns:a16="http://schemas.microsoft.com/office/drawing/2014/main" id="{F858A1EC-C481-B651-3AED-A30E7E498AB5}"/>
                </a:ext>
              </a:extLst>
            </p:cNvPr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>
              <a:extLst>
                <a:ext uri="{FF2B5EF4-FFF2-40B4-BE49-F238E27FC236}">
                  <a16:creationId xmlns:a16="http://schemas.microsoft.com/office/drawing/2014/main" id="{B089A714-0F0B-41D5-F833-62B0DD7FE12E}"/>
                </a:ext>
              </a:extLst>
            </p:cNvPr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>
              <a:extLst>
                <a:ext uri="{FF2B5EF4-FFF2-40B4-BE49-F238E27FC236}">
                  <a16:creationId xmlns:a16="http://schemas.microsoft.com/office/drawing/2014/main" id="{E1A45946-8A71-94D9-1E17-13F920DE8FD3}"/>
                </a:ext>
              </a:extLst>
            </p:cNvPr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>
              <a:extLst>
                <a:ext uri="{FF2B5EF4-FFF2-40B4-BE49-F238E27FC236}">
                  <a16:creationId xmlns:a16="http://schemas.microsoft.com/office/drawing/2014/main" id="{CD3F0EBD-3EE3-812A-611A-D598EA20838D}"/>
                </a:ext>
              </a:extLst>
            </p:cNvPr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>
              <a:extLst>
                <a:ext uri="{FF2B5EF4-FFF2-40B4-BE49-F238E27FC236}">
                  <a16:creationId xmlns:a16="http://schemas.microsoft.com/office/drawing/2014/main" id="{B29B7CAD-D65E-1577-FF18-9325E1AF4AB2}"/>
                </a:ext>
              </a:extLst>
            </p:cNvPr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>
              <a:extLst>
                <a:ext uri="{FF2B5EF4-FFF2-40B4-BE49-F238E27FC236}">
                  <a16:creationId xmlns:a16="http://schemas.microsoft.com/office/drawing/2014/main" id="{F095B7DD-C7DC-FF69-3FA1-D9CD89A0C9CE}"/>
                </a:ext>
              </a:extLst>
            </p:cNvPr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>
              <a:extLst>
                <a:ext uri="{FF2B5EF4-FFF2-40B4-BE49-F238E27FC236}">
                  <a16:creationId xmlns:a16="http://schemas.microsoft.com/office/drawing/2014/main" id="{E7C9920E-B97B-F64A-4FB0-8D40680B29FA}"/>
                </a:ext>
              </a:extLst>
            </p:cNvPr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>
              <a:extLst>
                <a:ext uri="{FF2B5EF4-FFF2-40B4-BE49-F238E27FC236}">
                  <a16:creationId xmlns:a16="http://schemas.microsoft.com/office/drawing/2014/main" id="{9FAECBA7-DC07-DA74-E194-3D41A0AC8521}"/>
                </a:ext>
              </a:extLst>
            </p:cNvPr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>
              <a:extLst>
                <a:ext uri="{FF2B5EF4-FFF2-40B4-BE49-F238E27FC236}">
                  <a16:creationId xmlns:a16="http://schemas.microsoft.com/office/drawing/2014/main" id="{362D3E0D-645F-D86C-E6A3-01F7576F2849}"/>
                </a:ext>
              </a:extLst>
            </p:cNvPr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>
              <a:extLst>
                <a:ext uri="{FF2B5EF4-FFF2-40B4-BE49-F238E27FC236}">
                  <a16:creationId xmlns:a16="http://schemas.microsoft.com/office/drawing/2014/main" id="{37E94996-ED1B-5D62-ABF7-0FF83E29A688}"/>
                </a:ext>
              </a:extLst>
            </p:cNvPr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>
              <a:extLst>
                <a:ext uri="{FF2B5EF4-FFF2-40B4-BE49-F238E27FC236}">
                  <a16:creationId xmlns:a16="http://schemas.microsoft.com/office/drawing/2014/main" id="{9722DD81-323D-FA33-588A-4842AEBF96F6}"/>
                </a:ext>
              </a:extLst>
            </p:cNvPr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>
              <a:extLst>
                <a:ext uri="{FF2B5EF4-FFF2-40B4-BE49-F238E27FC236}">
                  <a16:creationId xmlns:a16="http://schemas.microsoft.com/office/drawing/2014/main" id="{5D3E9E1B-17F2-9463-E3B8-377C3274EE58}"/>
                </a:ext>
              </a:extLst>
            </p:cNvPr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>
              <a:extLst>
                <a:ext uri="{FF2B5EF4-FFF2-40B4-BE49-F238E27FC236}">
                  <a16:creationId xmlns:a16="http://schemas.microsoft.com/office/drawing/2014/main" id="{4DD8BF31-F0FA-11E3-BBEE-51005F68C27B}"/>
                </a:ext>
              </a:extLst>
            </p:cNvPr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>
              <a:extLst>
                <a:ext uri="{FF2B5EF4-FFF2-40B4-BE49-F238E27FC236}">
                  <a16:creationId xmlns:a16="http://schemas.microsoft.com/office/drawing/2014/main" id="{612CE5E2-2640-6170-50B1-9B24792783A6}"/>
                </a:ext>
              </a:extLst>
            </p:cNvPr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>
              <a:extLst>
                <a:ext uri="{FF2B5EF4-FFF2-40B4-BE49-F238E27FC236}">
                  <a16:creationId xmlns:a16="http://schemas.microsoft.com/office/drawing/2014/main" id="{38E65AE5-EBE4-CE2E-6A63-DF964E19EA75}"/>
                </a:ext>
              </a:extLst>
            </p:cNvPr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>
              <a:extLst>
                <a:ext uri="{FF2B5EF4-FFF2-40B4-BE49-F238E27FC236}">
                  <a16:creationId xmlns:a16="http://schemas.microsoft.com/office/drawing/2014/main" id="{45BF8FA3-E843-D0A0-38A0-D62E0C9108BA}"/>
                </a:ext>
              </a:extLst>
            </p:cNvPr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>
              <a:extLst>
                <a:ext uri="{FF2B5EF4-FFF2-40B4-BE49-F238E27FC236}">
                  <a16:creationId xmlns:a16="http://schemas.microsoft.com/office/drawing/2014/main" id="{4A41EC3A-2500-9188-12EC-093226A09129}"/>
                </a:ext>
              </a:extLst>
            </p:cNvPr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>
              <a:extLst>
                <a:ext uri="{FF2B5EF4-FFF2-40B4-BE49-F238E27FC236}">
                  <a16:creationId xmlns:a16="http://schemas.microsoft.com/office/drawing/2014/main" id="{C29C951B-3899-FB30-9C02-3FE326A6C686}"/>
                </a:ext>
              </a:extLst>
            </p:cNvPr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>
              <a:extLst>
                <a:ext uri="{FF2B5EF4-FFF2-40B4-BE49-F238E27FC236}">
                  <a16:creationId xmlns:a16="http://schemas.microsoft.com/office/drawing/2014/main" id="{154C3322-89DB-C384-EAD9-25CD9F26D080}"/>
                </a:ext>
              </a:extLst>
            </p:cNvPr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>
              <a:extLst>
                <a:ext uri="{FF2B5EF4-FFF2-40B4-BE49-F238E27FC236}">
                  <a16:creationId xmlns:a16="http://schemas.microsoft.com/office/drawing/2014/main" id="{D227BC5D-A58E-5B5E-19F3-BCD63D94D26D}"/>
                </a:ext>
              </a:extLst>
            </p:cNvPr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>
              <a:extLst>
                <a:ext uri="{FF2B5EF4-FFF2-40B4-BE49-F238E27FC236}">
                  <a16:creationId xmlns:a16="http://schemas.microsoft.com/office/drawing/2014/main" id="{4F95FF20-94DE-3DA0-4BBC-386B649800F8}"/>
                </a:ext>
              </a:extLst>
            </p:cNvPr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>
              <a:extLst>
                <a:ext uri="{FF2B5EF4-FFF2-40B4-BE49-F238E27FC236}">
                  <a16:creationId xmlns:a16="http://schemas.microsoft.com/office/drawing/2014/main" id="{B283407F-23EC-4641-25F3-EB928650BAA6}"/>
                </a:ext>
              </a:extLst>
            </p:cNvPr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>
              <a:extLst>
                <a:ext uri="{FF2B5EF4-FFF2-40B4-BE49-F238E27FC236}">
                  <a16:creationId xmlns:a16="http://schemas.microsoft.com/office/drawing/2014/main" id="{8DBFAFDE-3792-DB74-84F3-B1240C40D0C5}"/>
                </a:ext>
              </a:extLst>
            </p:cNvPr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>
              <a:extLst>
                <a:ext uri="{FF2B5EF4-FFF2-40B4-BE49-F238E27FC236}">
                  <a16:creationId xmlns:a16="http://schemas.microsoft.com/office/drawing/2014/main" id="{ECE42BA3-A93B-9F2D-543F-CA41BCE4E354}"/>
                </a:ext>
              </a:extLst>
            </p:cNvPr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>
              <a:extLst>
                <a:ext uri="{FF2B5EF4-FFF2-40B4-BE49-F238E27FC236}">
                  <a16:creationId xmlns:a16="http://schemas.microsoft.com/office/drawing/2014/main" id="{D87C1092-AF1D-C3EA-2B51-A46895164862}"/>
                </a:ext>
              </a:extLst>
            </p:cNvPr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>
              <a:extLst>
                <a:ext uri="{FF2B5EF4-FFF2-40B4-BE49-F238E27FC236}">
                  <a16:creationId xmlns:a16="http://schemas.microsoft.com/office/drawing/2014/main" id="{2D6398DE-EF16-B26C-09AD-7C05F6C3942C}"/>
                </a:ext>
              </a:extLst>
            </p:cNvPr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>
              <a:extLst>
                <a:ext uri="{FF2B5EF4-FFF2-40B4-BE49-F238E27FC236}">
                  <a16:creationId xmlns:a16="http://schemas.microsoft.com/office/drawing/2014/main" id="{53D357B2-28DD-6B91-5C40-C17A47D08041}"/>
                </a:ext>
              </a:extLst>
            </p:cNvPr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>
              <a:extLst>
                <a:ext uri="{FF2B5EF4-FFF2-40B4-BE49-F238E27FC236}">
                  <a16:creationId xmlns:a16="http://schemas.microsoft.com/office/drawing/2014/main" id="{87A92564-0751-F6AA-2A51-D5278C2B4532}"/>
                </a:ext>
              </a:extLst>
            </p:cNvPr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>
              <a:extLst>
                <a:ext uri="{FF2B5EF4-FFF2-40B4-BE49-F238E27FC236}">
                  <a16:creationId xmlns:a16="http://schemas.microsoft.com/office/drawing/2014/main" id="{2A4900FA-FD90-DCBF-5FC9-6E64B964ACA3}"/>
                </a:ext>
              </a:extLst>
            </p:cNvPr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>
              <a:extLst>
                <a:ext uri="{FF2B5EF4-FFF2-40B4-BE49-F238E27FC236}">
                  <a16:creationId xmlns:a16="http://schemas.microsoft.com/office/drawing/2014/main" id="{3125EF4C-927C-B763-29A5-D032E58AD156}"/>
                </a:ext>
              </a:extLst>
            </p:cNvPr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>
              <a:extLst>
                <a:ext uri="{FF2B5EF4-FFF2-40B4-BE49-F238E27FC236}">
                  <a16:creationId xmlns:a16="http://schemas.microsoft.com/office/drawing/2014/main" id="{7D182AFD-E066-D198-44DD-EA7A6759C2C4}"/>
                </a:ext>
              </a:extLst>
            </p:cNvPr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>
              <a:extLst>
                <a:ext uri="{FF2B5EF4-FFF2-40B4-BE49-F238E27FC236}">
                  <a16:creationId xmlns:a16="http://schemas.microsoft.com/office/drawing/2014/main" id="{444C4C86-95CC-7C31-27DE-FC9A8662C20F}"/>
                </a:ext>
              </a:extLst>
            </p:cNvPr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>
              <a:extLst>
                <a:ext uri="{FF2B5EF4-FFF2-40B4-BE49-F238E27FC236}">
                  <a16:creationId xmlns:a16="http://schemas.microsoft.com/office/drawing/2014/main" id="{30F6CDE1-8460-D3A2-981C-1A10448739CC}"/>
                </a:ext>
              </a:extLst>
            </p:cNvPr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>
              <a:extLst>
                <a:ext uri="{FF2B5EF4-FFF2-40B4-BE49-F238E27FC236}">
                  <a16:creationId xmlns:a16="http://schemas.microsoft.com/office/drawing/2014/main" id="{7A380641-8562-00B1-9C3B-C136C072F5E7}"/>
                </a:ext>
              </a:extLst>
            </p:cNvPr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>
              <a:extLst>
                <a:ext uri="{FF2B5EF4-FFF2-40B4-BE49-F238E27FC236}">
                  <a16:creationId xmlns:a16="http://schemas.microsoft.com/office/drawing/2014/main" id="{8E29807B-582E-0D35-8DA0-A9ACF426917C}"/>
                </a:ext>
              </a:extLst>
            </p:cNvPr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>
              <a:extLst>
                <a:ext uri="{FF2B5EF4-FFF2-40B4-BE49-F238E27FC236}">
                  <a16:creationId xmlns:a16="http://schemas.microsoft.com/office/drawing/2014/main" id="{BC13523B-759B-65C9-A94A-1AFA0620F6D2}"/>
                </a:ext>
              </a:extLst>
            </p:cNvPr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>
              <a:extLst>
                <a:ext uri="{FF2B5EF4-FFF2-40B4-BE49-F238E27FC236}">
                  <a16:creationId xmlns:a16="http://schemas.microsoft.com/office/drawing/2014/main" id="{DEFBCAB9-EEE8-644E-ECD5-DF63D9F9F414}"/>
                </a:ext>
              </a:extLst>
            </p:cNvPr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>
              <a:extLst>
                <a:ext uri="{FF2B5EF4-FFF2-40B4-BE49-F238E27FC236}">
                  <a16:creationId xmlns:a16="http://schemas.microsoft.com/office/drawing/2014/main" id="{7F998E6F-1C17-9AE3-C3D3-A498B132E4E5}"/>
                </a:ext>
              </a:extLst>
            </p:cNvPr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>
              <a:extLst>
                <a:ext uri="{FF2B5EF4-FFF2-40B4-BE49-F238E27FC236}">
                  <a16:creationId xmlns:a16="http://schemas.microsoft.com/office/drawing/2014/main" id="{F51A7E35-15CF-8D7B-E253-AB63A48A35F8}"/>
                </a:ext>
              </a:extLst>
            </p:cNvPr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>
              <a:extLst>
                <a:ext uri="{FF2B5EF4-FFF2-40B4-BE49-F238E27FC236}">
                  <a16:creationId xmlns:a16="http://schemas.microsoft.com/office/drawing/2014/main" id="{4D920E58-7FB7-7050-4A78-7BF780CB3274}"/>
                </a:ext>
              </a:extLst>
            </p:cNvPr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>
              <a:extLst>
                <a:ext uri="{FF2B5EF4-FFF2-40B4-BE49-F238E27FC236}">
                  <a16:creationId xmlns:a16="http://schemas.microsoft.com/office/drawing/2014/main" id="{F5029866-0F36-9028-69F0-C23A2B132C46}"/>
                </a:ext>
              </a:extLst>
            </p:cNvPr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>
              <a:extLst>
                <a:ext uri="{FF2B5EF4-FFF2-40B4-BE49-F238E27FC236}">
                  <a16:creationId xmlns:a16="http://schemas.microsoft.com/office/drawing/2014/main" id="{607D9D9C-0A35-09CB-48B0-D409A787B026}"/>
                </a:ext>
              </a:extLst>
            </p:cNvPr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>
              <a:extLst>
                <a:ext uri="{FF2B5EF4-FFF2-40B4-BE49-F238E27FC236}">
                  <a16:creationId xmlns:a16="http://schemas.microsoft.com/office/drawing/2014/main" id="{05C7967A-1828-1D90-868E-869996E279CD}"/>
                </a:ext>
              </a:extLst>
            </p:cNvPr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>
              <a:extLst>
                <a:ext uri="{FF2B5EF4-FFF2-40B4-BE49-F238E27FC236}">
                  <a16:creationId xmlns:a16="http://schemas.microsoft.com/office/drawing/2014/main" id="{4414401D-3417-691A-EC9F-1C1E29241E28}"/>
                </a:ext>
              </a:extLst>
            </p:cNvPr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>
              <a:extLst>
                <a:ext uri="{FF2B5EF4-FFF2-40B4-BE49-F238E27FC236}">
                  <a16:creationId xmlns:a16="http://schemas.microsoft.com/office/drawing/2014/main" id="{1F4126D1-5002-4801-92C6-D22E3C08FCD7}"/>
                </a:ext>
              </a:extLst>
            </p:cNvPr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>
              <a:extLst>
                <a:ext uri="{FF2B5EF4-FFF2-40B4-BE49-F238E27FC236}">
                  <a16:creationId xmlns:a16="http://schemas.microsoft.com/office/drawing/2014/main" id="{7608B59A-5AF4-9744-A6D3-B984C407E042}"/>
                </a:ext>
              </a:extLst>
            </p:cNvPr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>
              <a:extLst>
                <a:ext uri="{FF2B5EF4-FFF2-40B4-BE49-F238E27FC236}">
                  <a16:creationId xmlns:a16="http://schemas.microsoft.com/office/drawing/2014/main" id="{EB4AD16E-440A-E5AF-5437-EA4D2DE8D2FA}"/>
                </a:ext>
              </a:extLst>
            </p:cNvPr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>
              <a:extLst>
                <a:ext uri="{FF2B5EF4-FFF2-40B4-BE49-F238E27FC236}">
                  <a16:creationId xmlns:a16="http://schemas.microsoft.com/office/drawing/2014/main" id="{815CAC96-E50E-3948-3223-CBCA8A19A7D9}"/>
                </a:ext>
              </a:extLst>
            </p:cNvPr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>
              <a:extLst>
                <a:ext uri="{FF2B5EF4-FFF2-40B4-BE49-F238E27FC236}">
                  <a16:creationId xmlns:a16="http://schemas.microsoft.com/office/drawing/2014/main" id="{B8270492-9D24-5460-7BED-05627BDD6C9C}"/>
                </a:ext>
              </a:extLst>
            </p:cNvPr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>
              <a:extLst>
                <a:ext uri="{FF2B5EF4-FFF2-40B4-BE49-F238E27FC236}">
                  <a16:creationId xmlns:a16="http://schemas.microsoft.com/office/drawing/2014/main" id="{A277B7D9-F77D-50BE-A62D-1ACC4FBFB4FE}"/>
                </a:ext>
              </a:extLst>
            </p:cNvPr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>
              <a:extLst>
                <a:ext uri="{FF2B5EF4-FFF2-40B4-BE49-F238E27FC236}">
                  <a16:creationId xmlns:a16="http://schemas.microsoft.com/office/drawing/2014/main" id="{72DB12CC-FD2E-30CD-81B3-82D1403942F8}"/>
                </a:ext>
              </a:extLst>
            </p:cNvPr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>
              <a:extLst>
                <a:ext uri="{FF2B5EF4-FFF2-40B4-BE49-F238E27FC236}">
                  <a16:creationId xmlns:a16="http://schemas.microsoft.com/office/drawing/2014/main" id="{8A12FAA4-CDE4-425F-DA79-D098ADC00A66}"/>
                </a:ext>
              </a:extLst>
            </p:cNvPr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>
              <a:extLst>
                <a:ext uri="{FF2B5EF4-FFF2-40B4-BE49-F238E27FC236}">
                  <a16:creationId xmlns:a16="http://schemas.microsoft.com/office/drawing/2014/main" id="{AD8A4588-ED11-9FE5-1A49-177DCDEB8282}"/>
                </a:ext>
              </a:extLst>
            </p:cNvPr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>
              <a:extLst>
                <a:ext uri="{FF2B5EF4-FFF2-40B4-BE49-F238E27FC236}">
                  <a16:creationId xmlns:a16="http://schemas.microsoft.com/office/drawing/2014/main" id="{87FC02AF-11D1-87AF-1981-64CF64ACE98B}"/>
                </a:ext>
              </a:extLst>
            </p:cNvPr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>
              <a:extLst>
                <a:ext uri="{FF2B5EF4-FFF2-40B4-BE49-F238E27FC236}">
                  <a16:creationId xmlns:a16="http://schemas.microsoft.com/office/drawing/2014/main" id="{0A2FC688-AAEB-9B23-5E5B-456B6E3E5ED2}"/>
                </a:ext>
              </a:extLst>
            </p:cNvPr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>
              <a:extLst>
                <a:ext uri="{FF2B5EF4-FFF2-40B4-BE49-F238E27FC236}">
                  <a16:creationId xmlns:a16="http://schemas.microsoft.com/office/drawing/2014/main" id="{79AE7918-D9D8-1ABA-3691-02C3D96AF854}"/>
                </a:ext>
              </a:extLst>
            </p:cNvPr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>
              <a:extLst>
                <a:ext uri="{FF2B5EF4-FFF2-40B4-BE49-F238E27FC236}">
                  <a16:creationId xmlns:a16="http://schemas.microsoft.com/office/drawing/2014/main" id="{D6BE805A-3DA8-9F37-BA99-1DAAF04C5DE5}"/>
                </a:ext>
              </a:extLst>
            </p:cNvPr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>
              <a:extLst>
                <a:ext uri="{FF2B5EF4-FFF2-40B4-BE49-F238E27FC236}">
                  <a16:creationId xmlns:a16="http://schemas.microsoft.com/office/drawing/2014/main" id="{C4FAC5E5-9BD5-D416-6B95-0C5D972087F9}"/>
                </a:ext>
              </a:extLst>
            </p:cNvPr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>
              <a:extLst>
                <a:ext uri="{FF2B5EF4-FFF2-40B4-BE49-F238E27FC236}">
                  <a16:creationId xmlns:a16="http://schemas.microsoft.com/office/drawing/2014/main" id="{77D397D0-85AD-64CF-FBC2-8C1CAC33792E}"/>
                </a:ext>
              </a:extLst>
            </p:cNvPr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>
              <a:extLst>
                <a:ext uri="{FF2B5EF4-FFF2-40B4-BE49-F238E27FC236}">
                  <a16:creationId xmlns:a16="http://schemas.microsoft.com/office/drawing/2014/main" id="{7E874E82-432E-E3D7-B15D-50884917D705}"/>
                </a:ext>
              </a:extLst>
            </p:cNvPr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>
              <a:extLst>
                <a:ext uri="{FF2B5EF4-FFF2-40B4-BE49-F238E27FC236}">
                  <a16:creationId xmlns:a16="http://schemas.microsoft.com/office/drawing/2014/main" id="{F887F907-3E13-8E8E-B333-63F12D516D4B}"/>
                </a:ext>
              </a:extLst>
            </p:cNvPr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>
              <a:extLst>
                <a:ext uri="{FF2B5EF4-FFF2-40B4-BE49-F238E27FC236}">
                  <a16:creationId xmlns:a16="http://schemas.microsoft.com/office/drawing/2014/main" id="{4229D525-FA81-B03D-1D6A-8241C99F6BDB}"/>
                </a:ext>
              </a:extLst>
            </p:cNvPr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>
              <a:extLst>
                <a:ext uri="{FF2B5EF4-FFF2-40B4-BE49-F238E27FC236}">
                  <a16:creationId xmlns:a16="http://schemas.microsoft.com/office/drawing/2014/main" id="{BCC326DB-61CE-345C-94AB-64ABB30BB804}"/>
                </a:ext>
              </a:extLst>
            </p:cNvPr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>
              <a:extLst>
                <a:ext uri="{FF2B5EF4-FFF2-40B4-BE49-F238E27FC236}">
                  <a16:creationId xmlns:a16="http://schemas.microsoft.com/office/drawing/2014/main" id="{6AEB14F4-D5B2-BB05-9863-1CDE908A8BA4}"/>
                </a:ext>
              </a:extLst>
            </p:cNvPr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>
              <a:extLst>
                <a:ext uri="{FF2B5EF4-FFF2-40B4-BE49-F238E27FC236}">
                  <a16:creationId xmlns:a16="http://schemas.microsoft.com/office/drawing/2014/main" id="{32A45CB6-734E-F078-B79F-CA884FFFB63E}"/>
                </a:ext>
              </a:extLst>
            </p:cNvPr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>
              <a:extLst>
                <a:ext uri="{FF2B5EF4-FFF2-40B4-BE49-F238E27FC236}">
                  <a16:creationId xmlns:a16="http://schemas.microsoft.com/office/drawing/2014/main" id="{BCC7FD49-E33C-46F2-BD57-B0C98E83F0AD}"/>
                </a:ext>
              </a:extLst>
            </p:cNvPr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>
              <a:extLst>
                <a:ext uri="{FF2B5EF4-FFF2-40B4-BE49-F238E27FC236}">
                  <a16:creationId xmlns:a16="http://schemas.microsoft.com/office/drawing/2014/main" id="{1921C471-C368-DB90-69AD-89C78C6253FA}"/>
                </a:ext>
              </a:extLst>
            </p:cNvPr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>
              <a:extLst>
                <a:ext uri="{FF2B5EF4-FFF2-40B4-BE49-F238E27FC236}">
                  <a16:creationId xmlns:a16="http://schemas.microsoft.com/office/drawing/2014/main" id="{A17B4DDF-BE6F-085D-6460-9E892185E2CB}"/>
                </a:ext>
              </a:extLst>
            </p:cNvPr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>
              <a:extLst>
                <a:ext uri="{FF2B5EF4-FFF2-40B4-BE49-F238E27FC236}">
                  <a16:creationId xmlns:a16="http://schemas.microsoft.com/office/drawing/2014/main" id="{D49F5F0E-A4D8-50E6-46F0-61990342951C}"/>
                </a:ext>
              </a:extLst>
            </p:cNvPr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>
              <a:extLst>
                <a:ext uri="{FF2B5EF4-FFF2-40B4-BE49-F238E27FC236}">
                  <a16:creationId xmlns:a16="http://schemas.microsoft.com/office/drawing/2014/main" id="{FEA26EDD-12A6-8ED4-9C3B-17377BC3ED99}"/>
                </a:ext>
              </a:extLst>
            </p:cNvPr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>
              <a:extLst>
                <a:ext uri="{FF2B5EF4-FFF2-40B4-BE49-F238E27FC236}">
                  <a16:creationId xmlns:a16="http://schemas.microsoft.com/office/drawing/2014/main" id="{7F57B6EF-50AD-01B1-200C-2EA9F0914329}"/>
                </a:ext>
              </a:extLst>
            </p:cNvPr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>
              <a:extLst>
                <a:ext uri="{FF2B5EF4-FFF2-40B4-BE49-F238E27FC236}">
                  <a16:creationId xmlns:a16="http://schemas.microsoft.com/office/drawing/2014/main" id="{A47E4CB5-B755-97D4-CAD1-CE6A92E32AFE}"/>
                </a:ext>
              </a:extLst>
            </p:cNvPr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>
              <a:extLst>
                <a:ext uri="{FF2B5EF4-FFF2-40B4-BE49-F238E27FC236}">
                  <a16:creationId xmlns:a16="http://schemas.microsoft.com/office/drawing/2014/main" id="{52FC9937-6BC0-E745-B21B-140F1CD93959}"/>
                </a:ext>
              </a:extLst>
            </p:cNvPr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>
              <a:extLst>
                <a:ext uri="{FF2B5EF4-FFF2-40B4-BE49-F238E27FC236}">
                  <a16:creationId xmlns:a16="http://schemas.microsoft.com/office/drawing/2014/main" id="{0DE8167E-CE95-2F68-990B-DFE0F5F5E7DC}"/>
                </a:ext>
              </a:extLst>
            </p:cNvPr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>
              <a:extLst>
                <a:ext uri="{FF2B5EF4-FFF2-40B4-BE49-F238E27FC236}">
                  <a16:creationId xmlns:a16="http://schemas.microsoft.com/office/drawing/2014/main" id="{D4F9ADF1-EEBB-19BB-6276-2D0D86D41E1C}"/>
                </a:ext>
              </a:extLst>
            </p:cNvPr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>
              <a:extLst>
                <a:ext uri="{FF2B5EF4-FFF2-40B4-BE49-F238E27FC236}">
                  <a16:creationId xmlns:a16="http://schemas.microsoft.com/office/drawing/2014/main" id="{A85ABF9A-3946-B584-8B7D-154F2DC7FF12}"/>
                </a:ext>
              </a:extLst>
            </p:cNvPr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>
              <a:extLst>
                <a:ext uri="{FF2B5EF4-FFF2-40B4-BE49-F238E27FC236}">
                  <a16:creationId xmlns:a16="http://schemas.microsoft.com/office/drawing/2014/main" id="{165A9D17-3DDE-17AA-0625-2DAF1193285C}"/>
                </a:ext>
              </a:extLst>
            </p:cNvPr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>
              <a:extLst>
                <a:ext uri="{FF2B5EF4-FFF2-40B4-BE49-F238E27FC236}">
                  <a16:creationId xmlns:a16="http://schemas.microsoft.com/office/drawing/2014/main" id="{1B9381FB-A4D3-F8FA-84CA-CCCFC03FA762}"/>
                </a:ext>
              </a:extLst>
            </p:cNvPr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>
              <a:extLst>
                <a:ext uri="{FF2B5EF4-FFF2-40B4-BE49-F238E27FC236}">
                  <a16:creationId xmlns:a16="http://schemas.microsoft.com/office/drawing/2014/main" id="{651A3C25-B3FB-A2D9-C946-91BA2A835FBA}"/>
                </a:ext>
              </a:extLst>
            </p:cNvPr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>
              <a:extLst>
                <a:ext uri="{FF2B5EF4-FFF2-40B4-BE49-F238E27FC236}">
                  <a16:creationId xmlns:a16="http://schemas.microsoft.com/office/drawing/2014/main" id="{B31FD402-30A7-8C4D-A9AB-CB20223B51CA}"/>
                </a:ext>
              </a:extLst>
            </p:cNvPr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>
              <a:extLst>
                <a:ext uri="{FF2B5EF4-FFF2-40B4-BE49-F238E27FC236}">
                  <a16:creationId xmlns:a16="http://schemas.microsoft.com/office/drawing/2014/main" id="{56D45DF0-0065-8E28-DE42-D9E6D6604659}"/>
                </a:ext>
              </a:extLst>
            </p:cNvPr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>
              <a:extLst>
                <a:ext uri="{FF2B5EF4-FFF2-40B4-BE49-F238E27FC236}">
                  <a16:creationId xmlns:a16="http://schemas.microsoft.com/office/drawing/2014/main" id="{AB905A9F-764B-F2F0-631A-EBB5CF342C90}"/>
                </a:ext>
              </a:extLst>
            </p:cNvPr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>
              <a:extLst>
                <a:ext uri="{FF2B5EF4-FFF2-40B4-BE49-F238E27FC236}">
                  <a16:creationId xmlns:a16="http://schemas.microsoft.com/office/drawing/2014/main" id="{98BC59CD-C27A-DA5C-B33F-F7BF4FD49CC8}"/>
                </a:ext>
              </a:extLst>
            </p:cNvPr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>
              <a:extLst>
                <a:ext uri="{FF2B5EF4-FFF2-40B4-BE49-F238E27FC236}">
                  <a16:creationId xmlns:a16="http://schemas.microsoft.com/office/drawing/2014/main" id="{0B1EAD06-AE38-A0E1-93E5-45A01EFA6529}"/>
                </a:ext>
              </a:extLst>
            </p:cNvPr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>
              <a:extLst>
                <a:ext uri="{FF2B5EF4-FFF2-40B4-BE49-F238E27FC236}">
                  <a16:creationId xmlns:a16="http://schemas.microsoft.com/office/drawing/2014/main" id="{4AAB6B9F-3A0E-54AB-25AB-A9F3FD70963B}"/>
                </a:ext>
              </a:extLst>
            </p:cNvPr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>
              <a:extLst>
                <a:ext uri="{FF2B5EF4-FFF2-40B4-BE49-F238E27FC236}">
                  <a16:creationId xmlns:a16="http://schemas.microsoft.com/office/drawing/2014/main" id="{ADB15E45-8C15-837F-F219-EEA129A138FF}"/>
                </a:ext>
              </a:extLst>
            </p:cNvPr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>
              <a:extLst>
                <a:ext uri="{FF2B5EF4-FFF2-40B4-BE49-F238E27FC236}">
                  <a16:creationId xmlns:a16="http://schemas.microsoft.com/office/drawing/2014/main" id="{2FCC4700-6074-BEAE-59FE-44D9CB71DC58}"/>
                </a:ext>
              </a:extLst>
            </p:cNvPr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>
              <a:extLst>
                <a:ext uri="{FF2B5EF4-FFF2-40B4-BE49-F238E27FC236}">
                  <a16:creationId xmlns:a16="http://schemas.microsoft.com/office/drawing/2014/main" id="{7AA2C833-3F7D-653D-4981-271DAD5A013D}"/>
                </a:ext>
              </a:extLst>
            </p:cNvPr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>
              <a:extLst>
                <a:ext uri="{FF2B5EF4-FFF2-40B4-BE49-F238E27FC236}">
                  <a16:creationId xmlns:a16="http://schemas.microsoft.com/office/drawing/2014/main" id="{7AB4D4B4-7883-B41D-44B7-ED96399110E3}"/>
                </a:ext>
              </a:extLst>
            </p:cNvPr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>
              <a:extLst>
                <a:ext uri="{FF2B5EF4-FFF2-40B4-BE49-F238E27FC236}">
                  <a16:creationId xmlns:a16="http://schemas.microsoft.com/office/drawing/2014/main" id="{1F139C09-2A4A-6DD1-47C5-A3C71017FC0B}"/>
                </a:ext>
              </a:extLst>
            </p:cNvPr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>
              <a:extLst>
                <a:ext uri="{FF2B5EF4-FFF2-40B4-BE49-F238E27FC236}">
                  <a16:creationId xmlns:a16="http://schemas.microsoft.com/office/drawing/2014/main" id="{97DCB69C-53DD-A8EA-A2A2-CF0D011470C1}"/>
                </a:ext>
              </a:extLst>
            </p:cNvPr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>
              <a:extLst>
                <a:ext uri="{FF2B5EF4-FFF2-40B4-BE49-F238E27FC236}">
                  <a16:creationId xmlns:a16="http://schemas.microsoft.com/office/drawing/2014/main" id="{D314FFE8-8821-B9E0-FCC2-2A22234457FE}"/>
                </a:ext>
              </a:extLst>
            </p:cNvPr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>
              <a:extLst>
                <a:ext uri="{FF2B5EF4-FFF2-40B4-BE49-F238E27FC236}">
                  <a16:creationId xmlns:a16="http://schemas.microsoft.com/office/drawing/2014/main" id="{5AA412D4-0D3E-9C3F-8DF0-7ED907457F63}"/>
                </a:ext>
              </a:extLst>
            </p:cNvPr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>
              <a:extLst>
                <a:ext uri="{FF2B5EF4-FFF2-40B4-BE49-F238E27FC236}">
                  <a16:creationId xmlns:a16="http://schemas.microsoft.com/office/drawing/2014/main" id="{EBEFFF4E-5F12-15BB-9B2E-9142740FDCE5}"/>
                </a:ext>
              </a:extLst>
            </p:cNvPr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>
              <a:extLst>
                <a:ext uri="{FF2B5EF4-FFF2-40B4-BE49-F238E27FC236}">
                  <a16:creationId xmlns:a16="http://schemas.microsoft.com/office/drawing/2014/main" id="{DACC8833-FFEF-6CA6-B4D2-8DF8953236A1}"/>
                </a:ext>
              </a:extLst>
            </p:cNvPr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>
              <a:extLst>
                <a:ext uri="{FF2B5EF4-FFF2-40B4-BE49-F238E27FC236}">
                  <a16:creationId xmlns:a16="http://schemas.microsoft.com/office/drawing/2014/main" id="{DC40CD16-C5D1-F8A8-2917-CEF5B5ABAEDD}"/>
                </a:ext>
              </a:extLst>
            </p:cNvPr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>
              <a:extLst>
                <a:ext uri="{FF2B5EF4-FFF2-40B4-BE49-F238E27FC236}">
                  <a16:creationId xmlns:a16="http://schemas.microsoft.com/office/drawing/2014/main" id="{54C2435E-4EEC-8D78-834E-3CED7548D826}"/>
                </a:ext>
              </a:extLst>
            </p:cNvPr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>
              <a:extLst>
                <a:ext uri="{FF2B5EF4-FFF2-40B4-BE49-F238E27FC236}">
                  <a16:creationId xmlns:a16="http://schemas.microsoft.com/office/drawing/2014/main" id="{31C1DC1D-3882-A6AA-EC45-268445C3107B}"/>
                </a:ext>
              </a:extLst>
            </p:cNvPr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>
              <a:extLst>
                <a:ext uri="{FF2B5EF4-FFF2-40B4-BE49-F238E27FC236}">
                  <a16:creationId xmlns:a16="http://schemas.microsoft.com/office/drawing/2014/main" id="{36BE6C43-C4B6-7B01-9609-73A7D721D026}"/>
                </a:ext>
              </a:extLst>
            </p:cNvPr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>
              <a:extLst>
                <a:ext uri="{FF2B5EF4-FFF2-40B4-BE49-F238E27FC236}">
                  <a16:creationId xmlns:a16="http://schemas.microsoft.com/office/drawing/2014/main" id="{D7C2479F-3E1A-08B8-4DCE-B90F2845DAF7}"/>
                </a:ext>
              </a:extLst>
            </p:cNvPr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>
              <a:extLst>
                <a:ext uri="{FF2B5EF4-FFF2-40B4-BE49-F238E27FC236}">
                  <a16:creationId xmlns:a16="http://schemas.microsoft.com/office/drawing/2014/main" id="{A661DA05-62E4-8E9F-D38E-37215A39C46C}"/>
                </a:ext>
              </a:extLst>
            </p:cNvPr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>
              <a:extLst>
                <a:ext uri="{FF2B5EF4-FFF2-40B4-BE49-F238E27FC236}">
                  <a16:creationId xmlns:a16="http://schemas.microsoft.com/office/drawing/2014/main" id="{2FF98815-1B99-7F22-468D-4AB101F3C0FB}"/>
                </a:ext>
              </a:extLst>
            </p:cNvPr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>
              <a:extLst>
                <a:ext uri="{FF2B5EF4-FFF2-40B4-BE49-F238E27FC236}">
                  <a16:creationId xmlns:a16="http://schemas.microsoft.com/office/drawing/2014/main" id="{DB802229-7031-1F78-3804-7C0C7AA02478}"/>
                </a:ext>
              </a:extLst>
            </p:cNvPr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>
              <a:extLst>
                <a:ext uri="{FF2B5EF4-FFF2-40B4-BE49-F238E27FC236}">
                  <a16:creationId xmlns:a16="http://schemas.microsoft.com/office/drawing/2014/main" id="{2B7E8157-8DC3-30A1-EC6E-B67A81A25CEF}"/>
                </a:ext>
              </a:extLst>
            </p:cNvPr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>
              <a:extLst>
                <a:ext uri="{FF2B5EF4-FFF2-40B4-BE49-F238E27FC236}">
                  <a16:creationId xmlns:a16="http://schemas.microsoft.com/office/drawing/2014/main" id="{7CB73569-6860-6294-DEE7-CF700183E10D}"/>
                </a:ext>
              </a:extLst>
            </p:cNvPr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>
              <a:extLst>
                <a:ext uri="{FF2B5EF4-FFF2-40B4-BE49-F238E27FC236}">
                  <a16:creationId xmlns:a16="http://schemas.microsoft.com/office/drawing/2014/main" id="{9CB0F771-C4BF-6B1C-5185-C7C4959F7BED}"/>
                </a:ext>
              </a:extLst>
            </p:cNvPr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>
              <a:extLst>
                <a:ext uri="{FF2B5EF4-FFF2-40B4-BE49-F238E27FC236}">
                  <a16:creationId xmlns:a16="http://schemas.microsoft.com/office/drawing/2014/main" id="{8DBAE942-35FA-FB03-4789-B7F32EF5690F}"/>
                </a:ext>
              </a:extLst>
            </p:cNvPr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>
              <a:extLst>
                <a:ext uri="{FF2B5EF4-FFF2-40B4-BE49-F238E27FC236}">
                  <a16:creationId xmlns:a16="http://schemas.microsoft.com/office/drawing/2014/main" id="{95DC1F67-5EEE-302A-FC5D-899623C3E949}"/>
                </a:ext>
              </a:extLst>
            </p:cNvPr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>
              <a:extLst>
                <a:ext uri="{FF2B5EF4-FFF2-40B4-BE49-F238E27FC236}">
                  <a16:creationId xmlns:a16="http://schemas.microsoft.com/office/drawing/2014/main" id="{0E7E040C-5D5E-782B-A31E-1D09D5688DB6}"/>
                </a:ext>
              </a:extLst>
            </p:cNvPr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>
              <a:extLst>
                <a:ext uri="{FF2B5EF4-FFF2-40B4-BE49-F238E27FC236}">
                  <a16:creationId xmlns:a16="http://schemas.microsoft.com/office/drawing/2014/main" id="{EE2CBF65-E80F-5765-B4F2-EBFD5DFF6DA9}"/>
                </a:ext>
              </a:extLst>
            </p:cNvPr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>
              <a:extLst>
                <a:ext uri="{FF2B5EF4-FFF2-40B4-BE49-F238E27FC236}">
                  <a16:creationId xmlns:a16="http://schemas.microsoft.com/office/drawing/2014/main" id="{A6A60922-4332-20C4-0921-1F0B9986ACCA}"/>
                </a:ext>
              </a:extLst>
            </p:cNvPr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>
              <a:extLst>
                <a:ext uri="{FF2B5EF4-FFF2-40B4-BE49-F238E27FC236}">
                  <a16:creationId xmlns:a16="http://schemas.microsoft.com/office/drawing/2014/main" id="{AE39CA75-E87C-0A32-B423-F6F32B81C0B8}"/>
                </a:ext>
              </a:extLst>
            </p:cNvPr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>
              <a:extLst>
                <a:ext uri="{FF2B5EF4-FFF2-40B4-BE49-F238E27FC236}">
                  <a16:creationId xmlns:a16="http://schemas.microsoft.com/office/drawing/2014/main" id="{C5D9B230-D2B2-03FC-4E3A-C42DD8B46B63}"/>
                </a:ext>
              </a:extLst>
            </p:cNvPr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>
              <a:extLst>
                <a:ext uri="{FF2B5EF4-FFF2-40B4-BE49-F238E27FC236}">
                  <a16:creationId xmlns:a16="http://schemas.microsoft.com/office/drawing/2014/main" id="{CFE48ED2-FC03-16B1-F723-5DA4D140ACF7}"/>
                </a:ext>
              </a:extLst>
            </p:cNvPr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>
              <a:extLst>
                <a:ext uri="{FF2B5EF4-FFF2-40B4-BE49-F238E27FC236}">
                  <a16:creationId xmlns:a16="http://schemas.microsoft.com/office/drawing/2014/main" id="{18B6524B-2ED6-18A9-EC32-6451685FCDB4}"/>
                </a:ext>
              </a:extLst>
            </p:cNvPr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>
              <a:extLst>
                <a:ext uri="{FF2B5EF4-FFF2-40B4-BE49-F238E27FC236}">
                  <a16:creationId xmlns:a16="http://schemas.microsoft.com/office/drawing/2014/main" id="{2259CBAF-15C7-7A31-C590-8E7122DC76E6}"/>
                </a:ext>
              </a:extLst>
            </p:cNvPr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>
              <a:extLst>
                <a:ext uri="{FF2B5EF4-FFF2-40B4-BE49-F238E27FC236}">
                  <a16:creationId xmlns:a16="http://schemas.microsoft.com/office/drawing/2014/main" id="{8A044917-2CDD-97D9-3317-E8B76046CF0A}"/>
                </a:ext>
              </a:extLst>
            </p:cNvPr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>
              <a:extLst>
                <a:ext uri="{FF2B5EF4-FFF2-40B4-BE49-F238E27FC236}">
                  <a16:creationId xmlns:a16="http://schemas.microsoft.com/office/drawing/2014/main" id="{C7785A58-120F-5363-A498-3B91A511D05D}"/>
                </a:ext>
              </a:extLst>
            </p:cNvPr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>
              <a:extLst>
                <a:ext uri="{FF2B5EF4-FFF2-40B4-BE49-F238E27FC236}">
                  <a16:creationId xmlns:a16="http://schemas.microsoft.com/office/drawing/2014/main" id="{D2B35AEF-9897-9CA5-8076-4E830327D8B5}"/>
                </a:ext>
              </a:extLst>
            </p:cNvPr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>
              <a:extLst>
                <a:ext uri="{FF2B5EF4-FFF2-40B4-BE49-F238E27FC236}">
                  <a16:creationId xmlns:a16="http://schemas.microsoft.com/office/drawing/2014/main" id="{1946E264-B9D1-B2D7-E38A-1E58A07DC056}"/>
                </a:ext>
              </a:extLst>
            </p:cNvPr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>
              <a:extLst>
                <a:ext uri="{FF2B5EF4-FFF2-40B4-BE49-F238E27FC236}">
                  <a16:creationId xmlns:a16="http://schemas.microsoft.com/office/drawing/2014/main" id="{8500F227-6331-E1A0-9ED9-B4954814029C}"/>
                </a:ext>
              </a:extLst>
            </p:cNvPr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>
              <a:extLst>
                <a:ext uri="{FF2B5EF4-FFF2-40B4-BE49-F238E27FC236}">
                  <a16:creationId xmlns:a16="http://schemas.microsoft.com/office/drawing/2014/main" id="{87FA2F3D-2AE0-E2F5-368D-685A85FCEDFD}"/>
                </a:ext>
              </a:extLst>
            </p:cNvPr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>
              <a:extLst>
                <a:ext uri="{FF2B5EF4-FFF2-40B4-BE49-F238E27FC236}">
                  <a16:creationId xmlns:a16="http://schemas.microsoft.com/office/drawing/2014/main" id="{FFE25082-8D5C-A680-9BF7-5F67123B89E0}"/>
                </a:ext>
              </a:extLst>
            </p:cNvPr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>
              <a:extLst>
                <a:ext uri="{FF2B5EF4-FFF2-40B4-BE49-F238E27FC236}">
                  <a16:creationId xmlns:a16="http://schemas.microsoft.com/office/drawing/2014/main" id="{72AB86E5-F617-59AA-8C63-52B35EC4E164}"/>
                </a:ext>
              </a:extLst>
            </p:cNvPr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>
              <a:extLst>
                <a:ext uri="{FF2B5EF4-FFF2-40B4-BE49-F238E27FC236}">
                  <a16:creationId xmlns:a16="http://schemas.microsoft.com/office/drawing/2014/main" id="{BE042FBE-E8FE-EC69-0516-4BEFEB02EEE4}"/>
                </a:ext>
              </a:extLst>
            </p:cNvPr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>
              <a:extLst>
                <a:ext uri="{FF2B5EF4-FFF2-40B4-BE49-F238E27FC236}">
                  <a16:creationId xmlns:a16="http://schemas.microsoft.com/office/drawing/2014/main" id="{79F7A91D-E9BC-7EAE-D39A-D73838059748}"/>
                </a:ext>
              </a:extLst>
            </p:cNvPr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>
              <a:extLst>
                <a:ext uri="{FF2B5EF4-FFF2-40B4-BE49-F238E27FC236}">
                  <a16:creationId xmlns:a16="http://schemas.microsoft.com/office/drawing/2014/main" id="{930D1894-02C8-173C-2B8B-2347FBEDE7D4}"/>
                </a:ext>
              </a:extLst>
            </p:cNvPr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>
              <a:extLst>
                <a:ext uri="{FF2B5EF4-FFF2-40B4-BE49-F238E27FC236}">
                  <a16:creationId xmlns:a16="http://schemas.microsoft.com/office/drawing/2014/main" id="{C657AFA8-2543-F774-5F00-A3C0A02E98A3}"/>
                </a:ext>
              </a:extLst>
            </p:cNvPr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>
              <a:extLst>
                <a:ext uri="{FF2B5EF4-FFF2-40B4-BE49-F238E27FC236}">
                  <a16:creationId xmlns:a16="http://schemas.microsoft.com/office/drawing/2014/main" id="{A6E22C9A-0A97-C8FF-571B-EC2B070708B6}"/>
                </a:ext>
              </a:extLst>
            </p:cNvPr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>
              <a:extLst>
                <a:ext uri="{FF2B5EF4-FFF2-40B4-BE49-F238E27FC236}">
                  <a16:creationId xmlns:a16="http://schemas.microsoft.com/office/drawing/2014/main" id="{8640C3E5-8008-C69E-2C68-58BFD7DFCD36}"/>
                </a:ext>
              </a:extLst>
            </p:cNvPr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>
              <a:extLst>
                <a:ext uri="{FF2B5EF4-FFF2-40B4-BE49-F238E27FC236}">
                  <a16:creationId xmlns:a16="http://schemas.microsoft.com/office/drawing/2014/main" id="{2E68C07E-B4AD-941B-CCE2-16623D4A9299}"/>
                </a:ext>
              </a:extLst>
            </p:cNvPr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>
              <a:extLst>
                <a:ext uri="{FF2B5EF4-FFF2-40B4-BE49-F238E27FC236}">
                  <a16:creationId xmlns:a16="http://schemas.microsoft.com/office/drawing/2014/main" id="{E35EE555-4FB8-9322-164C-82ED8C4DB87B}"/>
                </a:ext>
              </a:extLst>
            </p:cNvPr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>
              <a:extLst>
                <a:ext uri="{FF2B5EF4-FFF2-40B4-BE49-F238E27FC236}">
                  <a16:creationId xmlns:a16="http://schemas.microsoft.com/office/drawing/2014/main" id="{16BA6A5C-39FA-CCC9-488D-9D628C2E7A94}"/>
                </a:ext>
              </a:extLst>
            </p:cNvPr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>
              <a:extLst>
                <a:ext uri="{FF2B5EF4-FFF2-40B4-BE49-F238E27FC236}">
                  <a16:creationId xmlns:a16="http://schemas.microsoft.com/office/drawing/2014/main" id="{DE177D83-9FDA-4AC9-EAAD-61D4DB419E78}"/>
                </a:ext>
              </a:extLst>
            </p:cNvPr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>
              <a:extLst>
                <a:ext uri="{FF2B5EF4-FFF2-40B4-BE49-F238E27FC236}">
                  <a16:creationId xmlns:a16="http://schemas.microsoft.com/office/drawing/2014/main" id="{6E184E0C-6710-F624-FE9A-3FE4FB8BAA81}"/>
                </a:ext>
              </a:extLst>
            </p:cNvPr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>
              <a:extLst>
                <a:ext uri="{FF2B5EF4-FFF2-40B4-BE49-F238E27FC236}">
                  <a16:creationId xmlns:a16="http://schemas.microsoft.com/office/drawing/2014/main" id="{78758DD1-9BDA-2D3C-7974-0DEAE808D348}"/>
                </a:ext>
              </a:extLst>
            </p:cNvPr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>
              <a:extLst>
                <a:ext uri="{FF2B5EF4-FFF2-40B4-BE49-F238E27FC236}">
                  <a16:creationId xmlns:a16="http://schemas.microsoft.com/office/drawing/2014/main" id="{CA2B3AD2-816C-AE12-B2C6-CF46F1A4D1EF}"/>
                </a:ext>
              </a:extLst>
            </p:cNvPr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>
              <a:extLst>
                <a:ext uri="{FF2B5EF4-FFF2-40B4-BE49-F238E27FC236}">
                  <a16:creationId xmlns:a16="http://schemas.microsoft.com/office/drawing/2014/main" id="{48D7821F-7B1B-4270-D4DC-64712C9CE6C9}"/>
                </a:ext>
              </a:extLst>
            </p:cNvPr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>
              <a:extLst>
                <a:ext uri="{FF2B5EF4-FFF2-40B4-BE49-F238E27FC236}">
                  <a16:creationId xmlns:a16="http://schemas.microsoft.com/office/drawing/2014/main" id="{A74CFACB-A103-C993-23AB-FF8CB5933D90}"/>
                </a:ext>
              </a:extLst>
            </p:cNvPr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>
              <a:extLst>
                <a:ext uri="{FF2B5EF4-FFF2-40B4-BE49-F238E27FC236}">
                  <a16:creationId xmlns:a16="http://schemas.microsoft.com/office/drawing/2014/main" id="{955823F0-D878-A820-E664-975990E21128}"/>
                </a:ext>
              </a:extLst>
            </p:cNvPr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>
              <a:extLst>
                <a:ext uri="{FF2B5EF4-FFF2-40B4-BE49-F238E27FC236}">
                  <a16:creationId xmlns:a16="http://schemas.microsoft.com/office/drawing/2014/main" id="{25EA20B0-6431-00BF-CB24-C8E8627A2019}"/>
                </a:ext>
              </a:extLst>
            </p:cNvPr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>
              <a:extLst>
                <a:ext uri="{FF2B5EF4-FFF2-40B4-BE49-F238E27FC236}">
                  <a16:creationId xmlns:a16="http://schemas.microsoft.com/office/drawing/2014/main" id="{934042FE-763E-0E27-CA18-E19952F3A8FF}"/>
                </a:ext>
              </a:extLst>
            </p:cNvPr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>
              <a:extLst>
                <a:ext uri="{FF2B5EF4-FFF2-40B4-BE49-F238E27FC236}">
                  <a16:creationId xmlns:a16="http://schemas.microsoft.com/office/drawing/2014/main" id="{26DEAFA4-1E04-B398-D5FD-E4B4C5339A23}"/>
                </a:ext>
              </a:extLst>
            </p:cNvPr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>
              <a:extLst>
                <a:ext uri="{FF2B5EF4-FFF2-40B4-BE49-F238E27FC236}">
                  <a16:creationId xmlns:a16="http://schemas.microsoft.com/office/drawing/2014/main" id="{29ABADDD-73F5-C1B4-540E-443F8866A723}"/>
                </a:ext>
              </a:extLst>
            </p:cNvPr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>
              <a:extLst>
                <a:ext uri="{FF2B5EF4-FFF2-40B4-BE49-F238E27FC236}">
                  <a16:creationId xmlns:a16="http://schemas.microsoft.com/office/drawing/2014/main" id="{85A32E02-6279-0029-3606-762D31F5ED3C}"/>
                </a:ext>
              </a:extLst>
            </p:cNvPr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>
              <a:extLst>
                <a:ext uri="{FF2B5EF4-FFF2-40B4-BE49-F238E27FC236}">
                  <a16:creationId xmlns:a16="http://schemas.microsoft.com/office/drawing/2014/main" id="{33FB1C53-3408-15DF-5FF9-A93DDA9DA77C}"/>
                </a:ext>
              </a:extLst>
            </p:cNvPr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>
              <a:extLst>
                <a:ext uri="{FF2B5EF4-FFF2-40B4-BE49-F238E27FC236}">
                  <a16:creationId xmlns:a16="http://schemas.microsoft.com/office/drawing/2014/main" id="{7268B040-810C-5C2A-815A-7E1259F3E0C9}"/>
                </a:ext>
              </a:extLst>
            </p:cNvPr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>
              <a:extLst>
                <a:ext uri="{FF2B5EF4-FFF2-40B4-BE49-F238E27FC236}">
                  <a16:creationId xmlns:a16="http://schemas.microsoft.com/office/drawing/2014/main" id="{EAAE0BEF-412F-D1CA-B35C-AC5AC5424F55}"/>
                </a:ext>
              </a:extLst>
            </p:cNvPr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>
              <a:extLst>
                <a:ext uri="{FF2B5EF4-FFF2-40B4-BE49-F238E27FC236}">
                  <a16:creationId xmlns:a16="http://schemas.microsoft.com/office/drawing/2014/main" id="{D641C31E-72D2-E03E-D1E3-2164D0478AA5}"/>
                </a:ext>
              </a:extLst>
            </p:cNvPr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>
              <a:extLst>
                <a:ext uri="{FF2B5EF4-FFF2-40B4-BE49-F238E27FC236}">
                  <a16:creationId xmlns:a16="http://schemas.microsoft.com/office/drawing/2014/main" id="{BE75E12D-472D-380D-B57A-63C8D3DF9A36}"/>
                </a:ext>
              </a:extLst>
            </p:cNvPr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>
              <a:extLst>
                <a:ext uri="{FF2B5EF4-FFF2-40B4-BE49-F238E27FC236}">
                  <a16:creationId xmlns:a16="http://schemas.microsoft.com/office/drawing/2014/main" id="{80DBF097-4AB9-B5CB-72C1-0270B8D0BEE8}"/>
                </a:ext>
              </a:extLst>
            </p:cNvPr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>
              <a:extLst>
                <a:ext uri="{FF2B5EF4-FFF2-40B4-BE49-F238E27FC236}">
                  <a16:creationId xmlns:a16="http://schemas.microsoft.com/office/drawing/2014/main" id="{9DDA85C6-01A8-1514-1D78-8FC1F239DA19}"/>
                </a:ext>
              </a:extLst>
            </p:cNvPr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>
              <a:extLst>
                <a:ext uri="{FF2B5EF4-FFF2-40B4-BE49-F238E27FC236}">
                  <a16:creationId xmlns:a16="http://schemas.microsoft.com/office/drawing/2014/main" id="{A26A3249-B060-B5D3-8A47-0F740172AC44}"/>
                </a:ext>
              </a:extLst>
            </p:cNvPr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>
              <a:extLst>
                <a:ext uri="{FF2B5EF4-FFF2-40B4-BE49-F238E27FC236}">
                  <a16:creationId xmlns:a16="http://schemas.microsoft.com/office/drawing/2014/main" id="{CF5A79E3-115F-6905-DF2A-BEC0869FAA38}"/>
                </a:ext>
              </a:extLst>
            </p:cNvPr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>
              <a:extLst>
                <a:ext uri="{FF2B5EF4-FFF2-40B4-BE49-F238E27FC236}">
                  <a16:creationId xmlns:a16="http://schemas.microsoft.com/office/drawing/2014/main" id="{B4AF260C-D502-E514-3223-0CC00C9279FB}"/>
                </a:ext>
              </a:extLst>
            </p:cNvPr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>
              <a:extLst>
                <a:ext uri="{FF2B5EF4-FFF2-40B4-BE49-F238E27FC236}">
                  <a16:creationId xmlns:a16="http://schemas.microsoft.com/office/drawing/2014/main" id="{776180D5-8C86-2F3E-E773-B378AD92199B}"/>
                </a:ext>
              </a:extLst>
            </p:cNvPr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>
              <a:extLst>
                <a:ext uri="{FF2B5EF4-FFF2-40B4-BE49-F238E27FC236}">
                  <a16:creationId xmlns:a16="http://schemas.microsoft.com/office/drawing/2014/main" id="{389AF06D-BE2C-7818-9C48-AE1728877B1B}"/>
                </a:ext>
              </a:extLst>
            </p:cNvPr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>
              <a:extLst>
                <a:ext uri="{FF2B5EF4-FFF2-40B4-BE49-F238E27FC236}">
                  <a16:creationId xmlns:a16="http://schemas.microsoft.com/office/drawing/2014/main" id="{31311A38-92DC-6835-43D2-2C8E2EC2D74E}"/>
                </a:ext>
              </a:extLst>
            </p:cNvPr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>
              <a:extLst>
                <a:ext uri="{FF2B5EF4-FFF2-40B4-BE49-F238E27FC236}">
                  <a16:creationId xmlns:a16="http://schemas.microsoft.com/office/drawing/2014/main" id="{BD3F9C4B-1E84-1B80-560C-53D07D69693C}"/>
                </a:ext>
              </a:extLst>
            </p:cNvPr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>
              <a:extLst>
                <a:ext uri="{FF2B5EF4-FFF2-40B4-BE49-F238E27FC236}">
                  <a16:creationId xmlns:a16="http://schemas.microsoft.com/office/drawing/2014/main" id="{89DE4E6D-9149-0A24-B69D-1FC757930AEE}"/>
                </a:ext>
              </a:extLst>
            </p:cNvPr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>
              <a:extLst>
                <a:ext uri="{FF2B5EF4-FFF2-40B4-BE49-F238E27FC236}">
                  <a16:creationId xmlns:a16="http://schemas.microsoft.com/office/drawing/2014/main" id="{C06910C2-3761-D2AF-A092-3A4596108C57}"/>
                </a:ext>
              </a:extLst>
            </p:cNvPr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>
              <a:extLst>
                <a:ext uri="{FF2B5EF4-FFF2-40B4-BE49-F238E27FC236}">
                  <a16:creationId xmlns:a16="http://schemas.microsoft.com/office/drawing/2014/main" id="{E30E6184-4BE5-22BE-5382-287B93CAAD0C}"/>
                </a:ext>
              </a:extLst>
            </p:cNvPr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>
              <a:extLst>
                <a:ext uri="{FF2B5EF4-FFF2-40B4-BE49-F238E27FC236}">
                  <a16:creationId xmlns:a16="http://schemas.microsoft.com/office/drawing/2014/main" id="{FCA452BA-CCE4-B4E2-4E4C-E6B7E26797DC}"/>
                </a:ext>
              </a:extLst>
            </p:cNvPr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>
              <a:extLst>
                <a:ext uri="{FF2B5EF4-FFF2-40B4-BE49-F238E27FC236}">
                  <a16:creationId xmlns:a16="http://schemas.microsoft.com/office/drawing/2014/main" id="{7F20E478-543A-85D3-D1C1-2C769475DFB6}"/>
                </a:ext>
              </a:extLst>
            </p:cNvPr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>
              <a:extLst>
                <a:ext uri="{FF2B5EF4-FFF2-40B4-BE49-F238E27FC236}">
                  <a16:creationId xmlns:a16="http://schemas.microsoft.com/office/drawing/2014/main" id="{FEB6129B-9013-630A-96A0-2FA549A27323}"/>
                </a:ext>
              </a:extLst>
            </p:cNvPr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>
              <a:extLst>
                <a:ext uri="{FF2B5EF4-FFF2-40B4-BE49-F238E27FC236}">
                  <a16:creationId xmlns:a16="http://schemas.microsoft.com/office/drawing/2014/main" id="{C9288BA7-D3F3-D48D-208C-4749DE01D44E}"/>
                </a:ext>
              </a:extLst>
            </p:cNvPr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>
              <a:extLst>
                <a:ext uri="{FF2B5EF4-FFF2-40B4-BE49-F238E27FC236}">
                  <a16:creationId xmlns:a16="http://schemas.microsoft.com/office/drawing/2014/main" id="{1A01A387-EF87-815C-2BD0-1220BB97F9E1}"/>
                </a:ext>
              </a:extLst>
            </p:cNvPr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>
              <a:extLst>
                <a:ext uri="{FF2B5EF4-FFF2-40B4-BE49-F238E27FC236}">
                  <a16:creationId xmlns:a16="http://schemas.microsoft.com/office/drawing/2014/main" id="{5608EAE4-33F0-6C50-5C74-91AD857A5A55}"/>
                </a:ext>
              </a:extLst>
            </p:cNvPr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>
              <a:extLst>
                <a:ext uri="{FF2B5EF4-FFF2-40B4-BE49-F238E27FC236}">
                  <a16:creationId xmlns:a16="http://schemas.microsoft.com/office/drawing/2014/main" id="{7517CB73-AAAD-EA9B-88E0-4B17D2DB5150}"/>
                </a:ext>
              </a:extLst>
            </p:cNvPr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>
              <a:extLst>
                <a:ext uri="{FF2B5EF4-FFF2-40B4-BE49-F238E27FC236}">
                  <a16:creationId xmlns:a16="http://schemas.microsoft.com/office/drawing/2014/main" id="{E36C0416-0FA2-469C-F906-1FD1846823A1}"/>
                </a:ext>
              </a:extLst>
            </p:cNvPr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>
              <a:extLst>
                <a:ext uri="{FF2B5EF4-FFF2-40B4-BE49-F238E27FC236}">
                  <a16:creationId xmlns:a16="http://schemas.microsoft.com/office/drawing/2014/main" id="{8EE4AA1B-248A-6521-AF9E-406AE3468185}"/>
                </a:ext>
              </a:extLst>
            </p:cNvPr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>
              <a:extLst>
                <a:ext uri="{FF2B5EF4-FFF2-40B4-BE49-F238E27FC236}">
                  <a16:creationId xmlns:a16="http://schemas.microsoft.com/office/drawing/2014/main" id="{5AF826FD-B45C-2A70-A0B2-C6CFB8967DFB}"/>
                </a:ext>
              </a:extLst>
            </p:cNvPr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>
              <a:extLst>
                <a:ext uri="{FF2B5EF4-FFF2-40B4-BE49-F238E27FC236}">
                  <a16:creationId xmlns:a16="http://schemas.microsoft.com/office/drawing/2014/main" id="{9626B078-68DE-15B7-6A23-0E4BBE696A86}"/>
                </a:ext>
              </a:extLst>
            </p:cNvPr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>
              <a:extLst>
                <a:ext uri="{FF2B5EF4-FFF2-40B4-BE49-F238E27FC236}">
                  <a16:creationId xmlns:a16="http://schemas.microsoft.com/office/drawing/2014/main" id="{699DC5A1-CD0C-04A7-FA56-6DBB5D459483}"/>
                </a:ext>
              </a:extLst>
            </p:cNvPr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>
              <a:extLst>
                <a:ext uri="{FF2B5EF4-FFF2-40B4-BE49-F238E27FC236}">
                  <a16:creationId xmlns:a16="http://schemas.microsoft.com/office/drawing/2014/main" id="{D1E77BCF-E045-8668-FA2E-694C90E3A176}"/>
                </a:ext>
              </a:extLst>
            </p:cNvPr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>
              <a:extLst>
                <a:ext uri="{FF2B5EF4-FFF2-40B4-BE49-F238E27FC236}">
                  <a16:creationId xmlns:a16="http://schemas.microsoft.com/office/drawing/2014/main" id="{AA066AF0-9E8C-4728-3280-C0DA357141B9}"/>
                </a:ext>
              </a:extLst>
            </p:cNvPr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>
              <a:extLst>
                <a:ext uri="{FF2B5EF4-FFF2-40B4-BE49-F238E27FC236}">
                  <a16:creationId xmlns:a16="http://schemas.microsoft.com/office/drawing/2014/main" id="{04AA7F43-C50B-9DCD-1E8D-F3889C29A50A}"/>
                </a:ext>
              </a:extLst>
            </p:cNvPr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>
              <a:extLst>
                <a:ext uri="{FF2B5EF4-FFF2-40B4-BE49-F238E27FC236}">
                  <a16:creationId xmlns:a16="http://schemas.microsoft.com/office/drawing/2014/main" id="{3C7F0D23-5866-D3CE-3DFA-7DBFB948F5D3}"/>
                </a:ext>
              </a:extLst>
            </p:cNvPr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>
              <a:extLst>
                <a:ext uri="{FF2B5EF4-FFF2-40B4-BE49-F238E27FC236}">
                  <a16:creationId xmlns:a16="http://schemas.microsoft.com/office/drawing/2014/main" id="{5FBB41D9-7092-C577-1B4C-1BC252F86DA4}"/>
                </a:ext>
              </a:extLst>
            </p:cNvPr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>
              <a:extLst>
                <a:ext uri="{FF2B5EF4-FFF2-40B4-BE49-F238E27FC236}">
                  <a16:creationId xmlns:a16="http://schemas.microsoft.com/office/drawing/2014/main" id="{19A4C0F9-BFD2-BD50-12A7-2C87E042F906}"/>
                </a:ext>
              </a:extLst>
            </p:cNvPr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>
              <a:extLst>
                <a:ext uri="{FF2B5EF4-FFF2-40B4-BE49-F238E27FC236}">
                  <a16:creationId xmlns:a16="http://schemas.microsoft.com/office/drawing/2014/main" id="{6A8F8BDC-FB7E-C4B1-B350-AB8153A50AAB}"/>
                </a:ext>
              </a:extLst>
            </p:cNvPr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>
              <a:extLst>
                <a:ext uri="{FF2B5EF4-FFF2-40B4-BE49-F238E27FC236}">
                  <a16:creationId xmlns:a16="http://schemas.microsoft.com/office/drawing/2014/main" id="{D0784A54-DA56-8EC8-0197-3B61369826D2}"/>
                </a:ext>
              </a:extLst>
            </p:cNvPr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>
              <a:extLst>
                <a:ext uri="{FF2B5EF4-FFF2-40B4-BE49-F238E27FC236}">
                  <a16:creationId xmlns:a16="http://schemas.microsoft.com/office/drawing/2014/main" id="{936AD692-CE4E-0FBC-6EA0-CE6694D81BB7}"/>
                </a:ext>
              </a:extLst>
            </p:cNvPr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>
              <a:extLst>
                <a:ext uri="{FF2B5EF4-FFF2-40B4-BE49-F238E27FC236}">
                  <a16:creationId xmlns:a16="http://schemas.microsoft.com/office/drawing/2014/main" id="{0514EF1D-9092-BC01-FE40-FC0EA8C59254}"/>
                </a:ext>
              </a:extLst>
            </p:cNvPr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>
              <a:extLst>
                <a:ext uri="{FF2B5EF4-FFF2-40B4-BE49-F238E27FC236}">
                  <a16:creationId xmlns:a16="http://schemas.microsoft.com/office/drawing/2014/main" id="{13A1C21A-EE1D-6682-EAEA-CDE3391AF2C2}"/>
                </a:ext>
              </a:extLst>
            </p:cNvPr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>
              <a:extLst>
                <a:ext uri="{FF2B5EF4-FFF2-40B4-BE49-F238E27FC236}">
                  <a16:creationId xmlns:a16="http://schemas.microsoft.com/office/drawing/2014/main" id="{15E2CD2C-08CD-310A-6E2B-C88459B66032}"/>
                </a:ext>
              </a:extLst>
            </p:cNvPr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>
              <a:extLst>
                <a:ext uri="{FF2B5EF4-FFF2-40B4-BE49-F238E27FC236}">
                  <a16:creationId xmlns:a16="http://schemas.microsoft.com/office/drawing/2014/main" id="{979F975C-CE02-3D72-50CC-AF48E25F3651}"/>
                </a:ext>
              </a:extLst>
            </p:cNvPr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>
              <a:extLst>
                <a:ext uri="{FF2B5EF4-FFF2-40B4-BE49-F238E27FC236}">
                  <a16:creationId xmlns:a16="http://schemas.microsoft.com/office/drawing/2014/main" id="{BDEB1367-7093-9863-82D9-D4FB2715E560}"/>
                </a:ext>
              </a:extLst>
            </p:cNvPr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>
              <a:extLst>
                <a:ext uri="{FF2B5EF4-FFF2-40B4-BE49-F238E27FC236}">
                  <a16:creationId xmlns:a16="http://schemas.microsoft.com/office/drawing/2014/main" id="{217EC39C-364E-4F2A-B93D-F971E9EE6FB7}"/>
                </a:ext>
              </a:extLst>
            </p:cNvPr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>
              <a:extLst>
                <a:ext uri="{FF2B5EF4-FFF2-40B4-BE49-F238E27FC236}">
                  <a16:creationId xmlns:a16="http://schemas.microsoft.com/office/drawing/2014/main" id="{FAB31A56-90E3-4FD2-435F-94A6C5442E9F}"/>
                </a:ext>
              </a:extLst>
            </p:cNvPr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>
              <a:extLst>
                <a:ext uri="{FF2B5EF4-FFF2-40B4-BE49-F238E27FC236}">
                  <a16:creationId xmlns:a16="http://schemas.microsoft.com/office/drawing/2014/main" id="{0C5A0650-2C05-43C5-9239-E89646ED9B01}"/>
                </a:ext>
              </a:extLst>
            </p:cNvPr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>
              <a:extLst>
                <a:ext uri="{FF2B5EF4-FFF2-40B4-BE49-F238E27FC236}">
                  <a16:creationId xmlns:a16="http://schemas.microsoft.com/office/drawing/2014/main" id="{31E974E9-B6CB-C34A-AF28-E60AC8FDFF0B}"/>
                </a:ext>
              </a:extLst>
            </p:cNvPr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>
              <a:extLst>
                <a:ext uri="{FF2B5EF4-FFF2-40B4-BE49-F238E27FC236}">
                  <a16:creationId xmlns:a16="http://schemas.microsoft.com/office/drawing/2014/main" id="{D46A4AE1-4C4A-FD8C-5C01-EDF48DBDDAFF}"/>
                </a:ext>
              </a:extLst>
            </p:cNvPr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>
              <a:extLst>
                <a:ext uri="{FF2B5EF4-FFF2-40B4-BE49-F238E27FC236}">
                  <a16:creationId xmlns:a16="http://schemas.microsoft.com/office/drawing/2014/main" id="{18942819-89E0-510D-27E7-2968ED8AD15B}"/>
                </a:ext>
              </a:extLst>
            </p:cNvPr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>
              <a:extLst>
                <a:ext uri="{FF2B5EF4-FFF2-40B4-BE49-F238E27FC236}">
                  <a16:creationId xmlns:a16="http://schemas.microsoft.com/office/drawing/2014/main" id="{F44BC120-D9BD-570A-5B2B-CD582FEB9ABC}"/>
                </a:ext>
              </a:extLst>
            </p:cNvPr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>
              <a:extLst>
                <a:ext uri="{FF2B5EF4-FFF2-40B4-BE49-F238E27FC236}">
                  <a16:creationId xmlns:a16="http://schemas.microsoft.com/office/drawing/2014/main" id="{A36CEFCD-62AB-AC92-6516-B6DCFFD5B92F}"/>
                </a:ext>
              </a:extLst>
            </p:cNvPr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>
              <a:extLst>
                <a:ext uri="{FF2B5EF4-FFF2-40B4-BE49-F238E27FC236}">
                  <a16:creationId xmlns:a16="http://schemas.microsoft.com/office/drawing/2014/main" id="{8D9581E5-EDDA-A996-9AA4-C5F79637EA39}"/>
                </a:ext>
              </a:extLst>
            </p:cNvPr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>
              <a:extLst>
                <a:ext uri="{FF2B5EF4-FFF2-40B4-BE49-F238E27FC236}">
                  <a16:creationId xmlns:a16="http://schemas.microsoft.com/office/drawing/2014/main" id="{91374D3C-D696-586D-87A8-B7309B46B8A7}"/>
                </a:ext>
              </a:extLst>
            </p:cNvPr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>
              <a:extLst>
                <a:ext uri="{FF2B5EF4-FFF2-40B4-BE49-F238E27FC236}">
                  <a16:creationId xmlns:a16="http://schemas.microsoft.com/office/drawing/2014/main" id="{5EB72E52-1DFB-CD11-9563-45083A8DF1D5}"/>
                </a:ext>
              </a:extLst>
            </p:cNvPr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>
              <a:extLst>
                <a:ext uri="{FF2B5EF4-FFF2-40B4-BE49-F238E27FC236}">
                  <a16:creationId xmlns:a16="http://schemas.microsoft.com/office/drawing/2014/main" id="{F5BE7B02-C4AE-FEE8-1909-56D398DFFA6C}"/>
                </a:ext>
              </a:extLst>
            </p:cNvPr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>
              <a:extLst>
                <a:ext uri="{FF2B5EF4-FFF2-40B4-BE49-F238E27FC236}">
                  <a16:creationId xmlns:a16="http://schemas.microsoft.com/office/drawing/2014/main" id="{D80BC84A-BCBA-2925-2F4E-B030E616A01F}"/>
                </a:ext>
              </a:extLst>
            </p:cNvPr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>
              <a:extLst>
                <a:ext uri="{FF2B5EF4-FFF2-40B4-BE49-F238E27FC236}">
                  <a16:creationId xmlns:a16="http://schemas.microsoft.com/office/drawing/2014/main" id="{8E89D5A6-9723-1D5E-6F89-47F88A997520}"/>
                </a:ext>
              </a:extLst>
            </p:cNvPr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>
              <a:extLst>
                <a:ext uri="{FF2B5EF4-FFF2-40B4-BE49-F238E27FC236}">
                  <a16:creationId xmlns:a16="http://schemas.microsoft.com/office/drawing/2014/main" id="{B2138AF4-1BFF-8EB2-5D8E-1D2575A69DBA}"/>
                </a:ext>
              </a:extLst>
            </p:cNvPr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>
              <a:extLst>
                <a:ext uri="{FF2B5EF4-FFF2-40B4-BE49-F238E27FC236}">
                  <a16:creationId xmlns:a16="http://schemas.microsoft.com/office/drawing/2014/main" id="{3B64139D-364E-A18F-0068-297FDD418F06}"/>
                </a:ext>
              </a:extLst>
            </p:cNvPr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>
              <a:extLst>
                <a:ext uri="{FF2B5EF4-FFF2-40B4-BE49-F238E27FC236}">
                  <a16:creationId xmlns:a16="http://schemas.microsoft.com/office/drawing/2014/main" id="{DE8F63CC-D714-6826-8D14-36794AA69BA9}"/>
                </a:ext>
              </a:extLst>
            </p:cNvPr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>
              <a:extLst>
                <a:ext uri="{FF2B5EF4-FFF2-40B4-BE49-F238E27FC236}">
                  <a16:creationId xmlns:a16="http://schemas.microsoft.com/office/drawing/2014/main" id="{55A3E56C-84FC-0FD0-8C03-70C2137296AA}"/>
                </a:ext>
              </a:extLst>
            </p:cNvPr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>
              <a:extLst>
                <a:ext uri="{FF2B5EF4-FFF2-40B4-BE49-F238E27FC236}">
                  <a16:creationId xmlns:a16="http://schemas.microsoft.com/office/drawing/2014/main" id="{2FC12194-3CF2-2F94-3B61-66A1490F45C6}"/>
                </a:ext>
              </a:extLst>
            </p:cNvPr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>
              <a:extLst>
                <a:ext uri="{FF2B5EF4-FFF2-40B4-BE49-F238E27FC236}">
                  <a16:creationId xmlns:a16="http://schemas.microsoft.com/office/drawing/2014/main" id="{477AE672-D1BB-A5ED-D61F-ED5657BCCC22}"/>
                </a:ext>
              </a:extLst>
            </p:cNvPr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>
              <a:extLst>
                <a:ext uri="{FF2B5EF4-FFF2-40B4-BE49-F238E27FC236}">
                  <a16:creationId xmlns:a16="http://schemas.microsoft.com/office/drawing/2014/main" id="{0F3E4DC0-B6C4-72B1-FC8B-2C27875A4C17}"/>
                </a:ext>
              </a:extLst>
            </p:cNvPr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>
              <a:extLst>
                <a:ext uri="{FF2B5EF4-FFF2-40B4-BE49-F238E27FC236}">
                  <a16:creationId xmlns:a16="http://schemas.microsoft.com/office/drawing/2014/main" id="{64356076-F44D-3B4E-B563-54D430D2D293}"/>
                </a:ext>
              </a:extLst>
            </p:cNvPr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>
              <a:extLst>
                <a:ext uri="{FF2B5EF4-FFF2-40B4-BE49-F238E27FC236}">
                  <a16:creationId xmlns:a16="http://schemas.microsoft.com/office/drawing/2014/main" id="{D2DF3045-82C9-17BC-B16B-1544F8420518}"/>
                </a:ext>
              </a:extLst>
            </p:cNvPr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>
              <a:extLst>
                <a:ext uri="{FF2B5EF4-FFF2-40B4-BE49-F238E27FC236}">
                  <a16:creationId xmlns:a16="http://schemas.microsoft.com/office/drawing/2014/main" id="{0BF7B8DA-FD8E-5611-78AD-DFC599870553}"/>
                </a:ext>
              </a:extLst>
            </p:cNvPr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>
              <a:extLst>
                <a:ext uri="{FF2B5EF4-FFF2-40B4-BE49-F238E27FC236}">
                  <a16:creationId xmlns:a16="http://schemas.microsoft.com/office/drawing/2014/main" id="{459FE249-DB93-BADD-8C45-416F79493F6A}"/>
                </a:ext>
              </a:extLst>
            </p:cNvPr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>
              <a:extLst>
                <a:ext uri="{FF2B5EF4-FFF2-40B4-BE49-F238E27FC236}">
                  <a16:creationId xmlns:a16="http://schemas.microsoft.com/office/drawing/2014/main" id="{29E82B67-09BC-7867-A0EC-5A40979705DA}"/>
                </a:ext>
              </a:extLst>
            </p:cNvPr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>
              <a:extLst>
                <a:ext uri="{FF2B5EF4-FFF2-40B4-BE49-F238E27FC236}">
                  <a16:creationId xmlns:a16="http://schemas.microsoft.com/office/drawing/2014/main" id="{4646F0E4-C014-9328-3DC4-D3D3EF1F829D}"/>
                </a:ext>
              </a:extLst>
            </p:cNvPr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>
              <a:extLst>
                <a:ext uri="{FF2B5EF4-FFF2-40B4-BE49-F238E27FC236}">
                  <a16:creationId xmlns:a16="http://schemas.microsoft.com/office/drawing/2014/main" id="{5F4C48D2-5A20-162D-080B-610DBBC36EA5}"/>
                </a:ext>
              </a:extLst>
            </p:cNvPr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>
              <a:extLst>
                <a:ext uri="{FF2B5EF4-FFF2-40B4-BE49-F238E27FC236}">
                  <a16:creationId xmlns:a16="http://schemas.microsoft.com/office/drawing/2014/main" id="{751F4167-541E-ED95-8425-2A65985458A7}"/>
                </a:ext>
              </a:extLst>
            </p:cNvPr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>
              <a:extLst>
                <a:ext uri="{FF2B5EF4-FFF2-40B4-BE49-F238E27FC236}">
                  <a16:creationId xmlns:a16="http://schemas.microsoft.com/office/drawing/2014/main" id="{2D13DF80-7347-73ED-7855-43C8BE77585D}"/>
                </a:ext>
              </a:extLst>
            </p:cNvPr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>
              <a:extLst>
                <a:ext uri="{FF2B5EF4-FFF2-40B4-BE49-F238E27FC236}">
                  <a16:creationId xmlns:a16="http://schemas.microsoft.com/office/drawing/2014/main" id="{E44BA668-7C39-0920-77E5-07B1F6868FB2}"/>
                </a:ext>
              </a:extLst>
            </p:cNvPr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>
              <a:extLst>
                <a:ext uri="{FF2B5EF4-FFF2-40B4-BE49-F238E27FC236}">
                  <a16:creationId xmlns:a16="http://schemas.microsoft.com/office/drawing/2014/main" id="{14806A55-FEA9-EE2A-DB18-B7CDEE8CE78C}"/>
                </a:ext>
              </a:extLst>
            </p:cNvPr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>
              <a:extLst>
                <a:ext uri="{FF2B5EF4-FFF2-40B4-BE49-F238E27FC236}">
                  <a16:creationId xmlns:a16="http://schemas.microsoft.com/office/drawing/2014/main" id="{91D8B04E-955A-D446-D3C1-0B126C2F296D}"/>
                </a:ext>
              </a:extLst>
            </p:cNvPr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>
              <a:extLst>
                <a:ext uri="{FF2B5EF4-FFF2-40B4-BE49-F238E27FC236}">
                  <a16:creationId xmlns:a16="http://schemas.microsoft.com/office/drawing/2014/main" id="{7D7643B5-E5E8-9E30-BD1A-0149E37201A4}"/>
                </a:ext>
              </a:extLst>
            </p:cNvPr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>
              <a:extLst>
                <a:ext uri="{FF2B5EF4-FFF2-40B4-BE49-F238E27FC236}">
                  <a16:creationId xmlns:a16="http://schemas.microsoft.com/office/drawing/2014/main" id="{13FE031A-22D6-522E-ECA9-9AD7360BD70F}"/>
                </a:ext>
              </a:extLst>
            </p:cNvPr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>
              <a:extLst>
                <a:ext uri="{FF2B5EF4-FFF2-40B4-BE49-F238E27FC236}">
                  <a16:creationId xmlns:a16="http://schemas.microsoft.com/office/drawing/2014/main" id="{A08E2228-773A-02EA-3667-86948C2B1F91}"/>
                </a:ext>
              </a:extLst>
            </p:cNvPr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>
              <a:extLst>
                <a:ext uri="{FF2B5EF4-FFF2-40B4-BE49-F238E27FC236}">
                  <a16:creationId xmlns:a16="http://schemas.microsoft.com/office/drawing/2014/main" id="{8663BA98-DD1D-6A3F-9047-D0CB74D110AF}"/>
                </a:ext>
              </a:extLst>
            </p:cNvPr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>
              <a:extLst>
                <a:ext uri="{FF2B5EF4-FFF2-40B4-BE49-F238E27FC236}">
                  <a16:creationId xmlns:a16="http://schemas.microsoft.com/office/drawing/2014/main" id="{016F50B5-BAA1-D273-D993-A15C4D71BC1C}"/>
                </a:ext>
              </a:extLst>
            </p:cNvPr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>
              <a:extLst>
                <a:ext uri="{FF2B5EF4-FFF2-40B4-BE49-F238E27FC236}">
                  <a16:creationId xmlns:a16="http://schemas.microsoft.com/office/drawing/2014/main" id="{66B0DD40-F7FB-EF55-2A7D-D45647BF43E5}"/>
                </a:ext>
              </a:extLst>
            </p:cNvPr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>
              <a:extLst>
                <a:ext uri="{FF2B5EF4-FFF2-40B4-BE49-F238E27FC236}">
                  <a16:creationId xmlns:a16="http://schemas.microsoft.com/office/drawing/2014/main" id="{A5AD8881-351A-88A3-E124-5EC5EF8541E0}"/>
                </a:ext>
              </a:extLst>
            </p:cNvPr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>
              <a:extLst>
                <a:ext uri="{FF2B5EF4-FFF2-40B4-BE49-F238E27FC236}">
                  <a16:creationId xmlns:a16="http://schemas.microsoft.com/office/drawing/2014/main" id="{1413B15F-AA6C-D66D-75A6-B7CB7CBF59F8}"/>
                </a:ext>
              </a:extLst>
            </p:cNvPr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>
              <a:extLst>
                <a:ext uri="{FF2B5EF4-FFF2-40B4-BE49-F238E27FC236}">
                  <a16:creationId xmlns:a16="http://schemas.microsoft.com/office/drawing/2014/main" id="{288D4917-F02D-8FE3-C067-35E699AB480C}"/>
                </a:ext>
              </a:extLst>
            </p:cNvPr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>
              <a:extLst>
                <a:ext uri="{FF2B5EF4-FFF2-40B4-BE49-F238E27FC236}">
                  <a16:creationId xmlns:a16="http://schemas.microsoft.com/office/drawing/2014/main" id="{3D31E290-F764-A19D-0E9C-372C0DA34EB2}"/>
                </a:ext>
              </a:extLst>
            </p:cNvPr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>
              <a:extLst>
                <a:ext uri="{FF2B5EF4-FFF2-40B4-BE49-F238E27FC236}">
                  <a16:creationId xmlns:a16="http://schemas.microsoft.com/office/drawing/2014/main" id="{E2EA8DAE-DF0A-2078-23E7-4D742CFAFC5A}"/>
                </a:ext>
              </a:extLst>
            </p:cNvPr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>
              <a:extLst>
                <a:ext uri="{FF2B5EF4-FFF2-40B4-BE49-F238E27FC236}">
                  <a16:creationId xmlns:a16="http://schemas.microsoft.com/office/drawing/2014/main" id="{798A07D0-1F11-51A5-6E10-E46A4A5B84F4}"/>
                </a:ext>
              </a:extLst>
            </p:cNvPr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>
              <a:extLst>
                <a:ext uri="{FF2B5EF4-FFF2-40B4-BE49-F238E27FC236}">
                  <a16:creationId xmlns:a16="http://schemas.microsoft.com/office/drawing/2014/main" id="{583019D0-1045-C71C-D2BB-AFB58307C928}"/>
                </a:ext>
              </a:extLst>
            </p:cNvPr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>
              <a:extLst>
                <a:ext uri="{FF2B5EF4-FFF2-40B4-BE49-F238E27FC236}">
                  <a16:creationId xmlns:a16="http://schemas.microsoft.com/office/drawing/2014/main" id="{EF1F9163-1378-4AA0-AB52-FD5F39F53F7F}"/>
                </a:ext>
              </a:extLst>
            </p:cNvPr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>
              <a:extLst>
                <a:ext uri="{FF2B5EF4-FFF2-40B4-BE49-F238E27FC236}">
                  <a16:creationId xmlns:a16="http://schemas.microsoft.com/office/drawing/2014/main" id="{217C73F2-7AAE-F849-441C-06D40F865DB9}"/>
                </a:ext>
              </a:extLst>
            </p:cNvPr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>
              <a:extLst>
                <a:ext uri="{FF2B5EF4-FFF2-40B4-BE49-F238E27FC236}">
                  <a16:creationId xmlns:a16="http://schemas.microsoft.com/office/drawing/2014/main" id="{52E2C659-FDC9-2F13-F214-B4938A460558}"/>
                </a:ext>
              </a:extLst>
            </p:cNvPr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>
              <a:extLst>
                <a:ext uri="{FF2B5EF4-FFF2-40B4-BE49-F238E27FC236}">
                  <a16:creationId xmlns:a16="http://schemas.microsoft.com/office/drawing/2014/main" id="{4C23EDBC-C1E5-A79B-6BD9-C350A8727193}"/>
                </a:ext>
              </a:extLst>
            </p:cNvPr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>
              <a:extLst>
                <a:ext uri="{FF2B5EF4-FFF2-40B4-BE49-F238E27FC236}">
                  <a16:creationId xmlns:a16="http://schemas.microsoft.com/office/drawing/2014/main" id="{311C840F-6CE5-9DAE-30F8-DBB9852F2384}"/>
                </a:ext>
              </a:extLst>
            </p:cNvPr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>
              <a:extLst>
                <a:ext uri="{FF2B5EF4-FFF2-40B4-BE49-F238E27FC236}">
                  <a16:creationId xmlns:a16="http://schemas.microsoft.com/office/drawing/2014/main" id="{4E70F788-0407-0917-B248-7AB266F732E1}"/>
                </a:ext>
              </a:extLst>
            </p:cNvPr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>
              <a:extLst>
                <a:ext uri="{FF2B5EF4-FFF2-40B4-BE49-F238E27FC236}">
                  <a16:creationId xmlns:a16="http://schemas.microsoft.com/office/drawing/2014/main" id="{77E3FE02-43A6-2C27-F84A-941D0BFC14B2}"/>
                </a:ext>
              </a:extLst>
            </p:cNvPr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>
              <a:extLst>
                <a:ext uri="{FF2B5EF4-FFF2-40B4-BE49-F238E27FC236}">
                  <a16:creationId xmlns:a16="http://schemas.microsoft.com/office/drawing/2014/main" id="{39394DAD-8DD3-D550-43FD-BB39ADBC8E86}"/>
                </a:ext>
              </a:extLst>
            </p:cNvPr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>
              <a:extLst>
                <a:ext uri="{FF2B5EF4-FFF2-40B4-BE49-F238E27FC236}">
                  <a16:creationId xmlns:a16="http://schemas.microsoft.com/office/drawing/2014/main" id="{8AD50C7B-A9DA-28E4-7783-3A06899E550E}"/>
                </a:ext>
              </a:extLst>
            </p:cNvPr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>
              <a:extLst>
                <a:ext uri="{FF2B5EF4-FFF2-40B4-BE49-F238E27FC236}">
                  <a16:creationId xmlns:a16="http://schemas.microsoft.com/office/drawing/2014/main" id="{23C7B708-0B4B-CDE6-D3B6-92F6DC1E4914}"/>
                </a:ext>
              </a:extLst>
            </p:cNvPr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>
              <a:extLst>
                <a:ext uri="{FF2B5EF4-FFF2-40B4-BE49-F238E27FC236}">
                  <a16:creationId xmlns:a16="http://schemas.microsoft.com/office/drawing/2014/main" id="{24A395FE-0761-27E4-7734-722D21C1137B}"/>
                </a:ext>
              </a:extLst>
            </p:cNvPr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>
              <a:extLst>
                <a:ext uri="{FF2B5EF4-FFF2-40B4-BE49-F238E27FC236}">
                  <a16:creationId xmlns:a16="http://schemas.microsoft.com/office/drawing/2014/main" id="{A26D6E19-0398-9F52-FACE-132A60D11A83}"/>
                </a:ext>
              </a:extLst>
            </p:cNvPr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>
              <a:extLst>
                <a:ext uri="{FF2B5EF4-FFF2-40B4-BE49-F238E27FC236}">
                  <a16:creationId xmlns:a16="http://schemas.microsoft.com/office/drawing/2014/main" id="{A3CF823A-71B7-1D9B-6A5B-CD56AE81913A}"/>
                </a:ext>
              </a:extLst>
            </p:cNvPr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>
              <a:extLst>
                <a:ext uri="{FF2B5EF4-FFF2-40B4-BE49-F238E27FC236}">
                  <a16:creationId xmlns:a16="http://schemas.microsoft.com/office/drawing/2014/main" id="{F921EBEC-1B8F-AFFF-2D27-067B741C5449}"/>
                </a:ext>
              </a:extLst>
            </p:cNvPr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>
              <a:extLst>
                <a:ext uri="{FF2B5EF4-FFF2-40B4-BE49-F238E27FC236}">
                  <a16:creationId xmlns:a16="http://schemas.microsoft.com/office/drawing/2014/main" id="{FB784DE5-2A90-CBB6-2691-A82C7A966DED}"/>
                </a:ext>
              </a:extLst>
            </p:cNvPr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>
              <a:extLst>
                <a:ext uri="{FF2B5EF4-FFF2-40B4-BE49-F238E27FC236}">
                  <a16:creationId xmlns:a16="http://schemas.microsoft.com/office/drawing/2014/main" id="{272FEBBE-A1FB-E757-C9CA-AFD3ECB871BA}"/>
                </a:ext>
              </a:extLst>
            </p:cNvPr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>
              <a:extLst>
                <a:ext uri="{FF2B5EF4-FFF2-40B4-BE49-F238E27FC236}">
                  <a16:creationId xmlns:a16="http://schemas.microsoft.com/office/drawing/2014/main" id="{EEC3F035-BE01-3DB1-73C9-07733D261F9A}"/>
                </a:ext>
              </a:extLst>
            </p:cNvPr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>
              <a:extLst>
                <a:ext uri="{FF2B5EF4-FFF2-40B4-BE49-F238E27FC236}">
                  <a16:creationId xmlns:a16="http://schemas.microsoft.com/office/drawing/2014/main" id="{F67096E7-6720-7E61-CB97-F4FFCD0A6CB4}"/>
                </a:ext>
              </a:extLst>
            </p:cNvPr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>
              <a:extLst>
                <a:ext uri="{FF2B5EF4-FFF2-40B4-BE49-F238E27FC236}">
                  <a16:creationId xmlns:a16="http://schemas.microsoft.com/office/drawing/2014/main" id="{B7AAFF04-5883-3B5A-D677-C3BF874069FD}"/>
                </a:ext>
              </a:extLst>
            </p:cNvPr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>
              <a:extLst>
                <a:ext uri="{FF2B5EF4-FFF2-40B4-BE49-F238E27FC236}">
                  <a16:creationId xmlns:a16="http://schemas.microsoft.com/office/drawing/2014/main" id="{6AE24008-9B9B-2DE8-E348-5B656CDBB111}"/>
                </a:ext>
              </a:extLst>
            </p:cNvPr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>
              <a:extLst>
                <a:ext uri="{FF2B5EF4-FFF2-40B4-BE49-F238E27FC236}">
                  <a16:creationId xmlns:a16="http://schemas.microsoft.com/office/drawing/2014/main" id="{2A903BAC-807E-007A-E9B2-6CB3D2E8F1E7}"/>
                </a:ext>
              </a:extLst>
            </p:cNvPr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>
              <a:extLst>
                <a:ext uri="{FF2B5EF4-FFF2-40B4-BE49-F238E27FC236}">
                  <a16:creationId xmlns:a16="http://schemas.microsoft.com/office/drawing/2014/main" id="{FC4A9019-94E0-E110-71BB-FF3C44331B0F}"/>
                </a:ext>
              </a:extLst>
            </p:cNvPr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>
              <a:extLst>
                <a:ext uri="{FF2B5EF4-FFF2-40B4-BE49-F238E27FC236}">
                  <a16:creationId xmlns:a16="http://schemas.microsoft.com/office/drawing/2014/main" id="{E84001E5-4DFE-1B31-1251-C06F051B2716}"/>
                </a:ext>
              </a:extLst>
            </p:cNvPr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>
              <a:extLst>
                <a:ext uri="{FF2B5EF4-FFF2-40B4-BE49-F238E27FC236}">
                  <a16:creationId xmlns:a16="http://schemas.microsoft.com/office/drawing/2014/main" id="{323A1EDC-9E16-0AC8-E562-EE0D339C1C6E}"/>
                </a:ext>
              </a:extLst>
            </p:cNvPr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>
              <a:extLst>
                <a:ext uri="{FF2B5EF4-FFF2-40B4-BE49-F238E27FC236}">
                  <a16:creationId xmlns:a16="http://schemas.microsoft.com/office/drawing/2014/main" id="{249443D7-3CD0-C46E-6794-10548E79BD0B}"/>
                </a:ext>
              </a:extLst>
            </p:cNvPr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>
              <a:extLst>
                <a:ext uri="{FF2B5EF4-FFF2-40B4-BE49-F238E27FC236}">
                  <a16:creationId xmlns:a16="http://schemas.microsoft.com/office/drawing/2014/main" id="{FBFD30CD-D4CB-E43B-7044-05C0BC44ECD3}"/>
                </a:ext>
              </a:extLst>
            </p:cNvPr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>
              <a:extLst>
                <a:ext uri="{FF2B5EF4-FFF2-40B4-BE49-F238E27FC236}">
                  <a16:creationId xmlns:a16="http://schemas.microsoft.com/office/drawing/2014/main" id="{4B53528B-4CE0-89B0-32CE-1E1D9DF0BFA5}"/>
                </a:ext>
              </a:extLst>
            </p:cNvPr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>
              <a:extLst>
                <a:ext uri="{FF2B5EF4-FFF2-40B4-BE49-F238E27FC236}">
                  <a16:creationId xmlns:a16="http://schemas.microsoft.com/office/drawing/2014/main" id="{CB655724-EC9E-2750-8860-91AF13811766}"/>
                </a:ext>
              </a:extLst>
            </p:cNvPr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>
              <a:extLst>
                <a:ext uri="{FF2B5EF4-FFF2-40B4-BE49-F238E27FC236}">
                  <a16:creationId xmlns:a16="http://schemas.microsoft.com/office/drawing/2014/main" id="{B61563DB-05C4-5626-595B-68FEF818E5AC}"/>
                </a:ext>
              </a:extLst>
            </p:cNvPr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>
              <a:extLst>
                <a:ext uri="{FF2B5EF4-FFF2-40B4-BE49-F238E27FC236}">
                  <a16:creationId xmlns:a16="http://schemas.microsoft.com/office/drawing/2014/main" id="{5A40C303-C604-19D1-2634-C4B58B160670}"/>
                </a:ext>
              </a:extLst>
            </p:cNvPr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>
              <a:extLst>
                <a:ext uri="{FF2B5EF4-FFF2-40B4-BE49-F238E27FC236}">
                  <a16:creationId xmlns:a16="http://schemas.microsoft.com/office/drawing/2014/main" id="{860ED3DF-3D01-3A96-5365-D6DFC001C30D}"/>
                </a:ext>
              </a:extLst>
            </p:cNvPr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>
              <a:extLst>
                <a:ext uri="{FF2B5EF4-FFF2-40B4-BE49-F238E27FC236}">
                  <a16:creationId xmlns:a16="http://schemas.microsoft.com/office/drawing/2014/main" id="{466D7BD2-1369-1950-C8ED-8A005E4B0F2C}"/>
                </a:ext>
              </a:extLst>
            </p:cNvPr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>
              <a:extLst>
                <a:ext uri="{FF2B5EF4-FFF2-40B4-BE49-F238E27FC236}">
                  <a16:creationId xmlns:a16="http://schemas.microsoft.com/office/drawing/2014/main" id="{913863C7-3166-81C4-FDF8-2AF95405023D}"/>
                </a:ext>
              </a:extLst>
            </p:cNvPr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>
              <a:extLst>
                <a:ext uri="{FF2B5EF4-FFF2-40B4-BE49-F238E27FC236}">
                  <a16:creationId xmlns:a16="http://schemas.microsoft.com/office/drawing/2014/main" id="{117957E8-129F-DE67-96F0-730FEE999AAB}"/>
                </a:ext>
              </a:extLst>
            </p:cNvPr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>
              <a:extLst>
                <a:ext uri="{FF2B5EF4-FFF2-40B4-BE49-F238E27FC236}">
                  <a16:creationId xmlns:a16="http://schemas.microsoft.com/office/drawing/2014/main" id="{60F7FDE2-D09D-BEC9-16BE-6EC43BEB1F9B}"/>
                </a:ext>
              </a:extLst>
            </p:cNvPr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>
              <a:extLst>
                <a:ext uri="{FF2B5EF4-FFF2-40B4-BE49-F238E27FC236}">
                  <a16:creationId xmlns:a16="http://schemas.microsoft.com/office/drawing/2014/main" id="{B81A3199-0477-B545-210B-08F7C5A12B3D}"/>
                </a:ext>
              </a:extLst>
            </p:cNvPr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>
              <a:extLst>
                <a:ext uri="{FF2B5EF4-FFF2-40B4-BE49-F238E27FC236}">
                  <a16:creationId xmlns:a16="http://schemas.microsoft.com/office/drawing/2014/main" id="{F6A9FB64-4034-E264-62F1-9E2BB803CFA4}"/>
                </a:ext>
              </a:extLst>
            </p:cNvPr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>
              <a:extLst>
                <a:ext uri="{FF2B5EF4-FFF2-40B4-BE49-F238E27FC236}">
                  <a16:creationId xmlns:a16="http://schemas.microsoft.com/office/drawing/2014/main" id="{429A476C-563A-C22A-C1C4-24D2488D8134}"/>
                </a:ext>
              </a:extLst>
            </p:cNvPr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>
              <a:extLst>
                <a:ext uri="{FF2B5EF4-FFF2-40B4-BE49-F238E27FC236}">
                  <a16:creationId xmlns:a16="http://schemas.microsoft.com/office/drawing/2014/main" id="{5B5AF29B-E974-E9FC-1820-8FBF5E8E6A27}"/>
                </a:ext>
              </a:extLst>
            </p:cNvPr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>
              <a:extLst>
                <a:ext uri="{FF2B5EF4-FFF2-40B4-BE49-F238E27FC236}">
                  <a16:creationId xmlns:a16="http://schemas.microsoft.com/office/drawing/2014/main" id="{6F6B6366-FB01-E564-91BD-D78CF79650FB}"/>
                </a:ext>
              </a:extLst>
            </p:cNvPr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>
              <a:extLst>
                <a:ext uri="{FF2B5EF4-FFF2-40B4-BE49-F238E27FC236}">
                  <a16:creationId xmlns:a16="http://schemas.microsoft.com/office/drawing/2014/main" id="{30C13CD2-24BF-DA7E-11A1-ECD56112305F}"/>
                </a:ext>
              </a:extLst>
            </p:cNvPr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>
              <a:extLst>
                <a:ext uri="{FF2B5EF4-FFF2-40B4-BE49-F238E27FC236}">
                  <a16:creationId xmlns:a16="http://schemas.microsoft.com/office/drawing/2014/main" id="{44E6259D-5DF7-5B1E-8779-A7D5378A46EF}"/>
                </a:ext>
              </a:extLst>
            </p:cNvPr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>
              <a:extLst>
                <a:ext uri="{FF2B5EF4-FFF2-40B4-BE49-F238E27FC236}">
                  <a16:creationId xmlns:a16="http://schemas.microsoft.com/office/drawing/2014/main" id="{D9E46FB9-14F8-69D5-89D7-D4419FAF50B9}"/>
                </a:ext>
              </a:extLst>
            </p:cNvPr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>
              <a:extLst>
                <a:ext uri="{FF2B5EF4-FFF2-40B4-BE49-F238E27FC236}">
                  <a16:creationId xmlns:a16="http://schemas.microsoft.com/office/drawing/2014/main" id="{5DCEAF83-2E21-64F5-CC94-7FC8DE44B631}"/>
                </a:ext>
              </a:extLst>
            </p:cNvPr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>
              <a:extLst>
                <a:ext uri="{FF2B5EF4-FFF2-40B4-BE49-F238E27FC236}">
                  <a16:creationId xmlns:a16="http://schemas.microsoft.com/office/drawing/2014/main" id="{DE173480-9E4E-B065-8FBD-00FDB843B62C}"/>
                </a:ext>
              </a:extLst>
            </p:cNvPr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>
              <a:extLst>
                <a:ext uri="{FF2B5EF4-FFF2-40B4-BE49-F238E27FC236}">
                  <a16:creationId xmlns:a16="http://schemas.microsoft.com/office/drawing/2014/main" id="{EFC80D48-F67B-2601-71FC-CCF77CDFE53A}"/>
                </a:ext>
              </a:extLst>
            </p:cNvPr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>
              <a:extLst>
                <a:ext uri="{FF2B5EF4-FFF2-40B4-BE49-F238E27FC236}">
                  <a16:creationId xmlns:a16="http://schemas.microsoft.com/office/drawing/2014/main" id="{6221449A-C7F5-BEC9-3304-62E5A6AE888C}"/>
                </a:ext>
              </a:extLst>
            </p:cNvPr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>
              <a:extLst>
                <a:ext uri="{FF2B5EF4-FFF2-40B4-BE49-F238E27FC236}">
                  <a16:creationId xmlns:a16="http://schemas.microsoft.com/office/drawing/2014/main" id="{D3847CA4-BEFE-CE15-DE2A-22C9B7CFC551}"/>
                </a:ext>
              </a:extLst>
            </p:cNvPr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>
              <a:extLst>
                <a:ext uri="{FF2B5EF4-FFF2-40B4-BE49-F238E27FC236}">
                  <a16:creationId xmlns:a16="http://schemas.microsoft.com/office/drawing/2014/main" id="{62BF055A-3B4B-843E-FDDC-467E5D932BAF}"/>
                </a:ext>
              </a:extLst>
            </p:cNvPr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>
              <a:extLst>
                <a:ext uri="{FF2B5EF4-FFF2-40B4-BE49-F238E27FC236}">
                  <a16:creationId xmlns:a16="http://schemas.microsoft.com/office/drawing/2014/main" id="{94D99105-F137-93BB-ED44-539D13ED7131}"/>
                </a:ext>
              </a:extLst>
            </p:cNvPr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>
              <a:extLst>
                <a:ext uri="{FF2B5EF4-FFF2-40B4-BE49-F238E27FC236}">
                  <a16:creationId xmlns:a16="http://schemas.microsoft.com/office/drawing/2014/main" id="{8762E616-9085-A6A3-382B-0D6FBB5F9E90}"/>
                </a:ext>
              </a:extLst>
            </p:cNvPr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>
              <a:extLst>
                <a:ext uri="{FF2B5EF4-FFF2-40B4-BE49-F238E27FC236}">
                  <a16:creationId xmlns:a16="http://schemas.microsoft.com/office/drawing/2014/main" id="{985A4DFE-BB8D-82C8-FD40-416980FE7C2F}"/>
                </a:ext>
              </a:extLst>
            </p:cNvPr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>
              <a:extLst>
                <a:ext uri="{FF2B5EF4-FFF2-40B4-BE49-F238E27FC236}">
                  <a16:creationId xmlns:a16="http://schemas.microsoft.com/office/drawing/2014/main" id="{DBD45FFA-785B-5B50-4B03-87BACD96649D}"/>
                </a:ext>
              </a:extLst>
            </p:cNvPr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>
              <a:extLst>
                <a:ext uri="{FF2B5EF4-FFF2-40B4-BE49-F238E27FC236}">
                  <a16:creationId xmlns:a16="http://schemas.microsoft.com/office/drawing/2014/main" id="{C842557C-D37D-17DA-B6E1-A0149661893C}"/>
                </a:ext>
              </a:extLst>
            </p:cNvPr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>
              <a:extLst>
                <a:ext uri="{FF2B5EF4-FFF2-40B4-BE49-F238E27FC236}">
                  <a16:creationId xmlns:a16="http://schemas.microsoft.com/office/drawing/2014/main" id="{1930F55F-0690-93EF-3800-7DAC461D7427}"/>
                </a:ext>
              </a:extLst>
            </p:cNvPr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>
              <a:extLst>
                <a:ext uri="{FF2B5EF4-FFF2-40B4-BE49-F238E27FC236}">
                  <a16:creationId xmlns:a16="http://schemas.microsoft.com/office/drawing/2014/main" id="{E35A3C3D-FA86-8B33-76EF-8588AC1C5757}"/>
                </a:ext>
              </a:extLst>
            </p:cNvPr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>
              <a:extLst>
                <a:ext uri="{FF2B5EF4-FFF2-40B4-BE49-F238E27FC236}">
                  <a16:creationId xmlns:a16="http://schemas.microsoft.com/office/drawing/2014/main" id="{090B77D6-444C-D325-1896-9915DC7AF7C6}"/>
                </a:ext>
              </a:extLst>
            </p:cNvPr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>
              <a:extLst>
                <a:ext uri="{FF2B5EF4-FFF2-40B4-BE49-F238E27FC236}">
                  <a16:creationId xmlns:a16="http://schemas.microsoft.com/office/drawing/2014/main" id="{F9F650EB-68EF-F03C-E64A-CEC65CEDE8C9}"/>
                </a:ext>
              </a:extLst>
            </p:cNvPr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>
              <a:extLst>
                <a:ext uri="{FF2B5EF4-FFF2-40B4-BE49-F238E27FC236}">
                  <a16:creationId xmlns:a16="http://schemas.microsoft.com/office/drawing/2014/main" id="{60CD9257-9DED-E3A3-A90D-B4ACFA1B45FF}"/>
                </a:ext>
              </a:extLst>
            </p:cNvPr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>
              <a:extLst>
                <a:ext uri="{FF2B5EF4-FFF2-40B4-BE49-F238E27FC236}">
                  <a16:creationId xmlns:a16="http://schemas.microsoft.com/office/drawing/2014/main" id="{9BEFC6AF-DC00-DA65-9B8F-D453E366B43A}"/>
                </a:ext>
              </a:extLst>
            </p:cNvPr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>
              <a:extLst>
                <a:ext uri="{FF2B5EF4-FFF2-40B4-BE49-F238E27FC236}">
                  <a16:creationId xmlns:a16="http://schemas.microsoft.com/office/drawing/2014/main" id="{76C00F2E-74DC-0568-AD4A-7D3CACB4640E}"/>
                </a:ext>
              </a:extLst>
            </p:cNvPr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>
              <a:extLst>
                <a:ext uri="{FF2B5EF4-FFF2-40B4-BE49-F238E27FC236}">
                  <a16:creationId xmlns:a16="http://schemas.microsoft.com/office/drawing/2014/main" id="{8C63A231-0BEB-33D1-F1E2-9110BF8F94CD}"/>
                </a:ext>
              </a:extLst>
            </p:cNvPr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>
              <a:extLst>
                <a:ext uri="{FF2B5EF4-FFF2-40B4-BE49-F238E27FC236}">
                  <a16:creationId xmlns:a16="http://schemas.microsoft.com/office/drawing/2014/main" id="{030BA573-F803-1CB8-2A03-271ED65F7CEB}"/>
                </a:ext>
              </a:extLst>
            </p:cNvPr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>
              <a:extLst>
                <a:ext uri="{FF2B5EF4-FFF2-40B4-BE49-F238E27FC236}">
                  <a16:creationId xmlns:a16="http://schemas.microsoft.com/office/drawing/2014/main" id="{623C6D02-4008-655C-4348-D67FD765D329}"/>
                </a:ext>
              </a:extLst>
            </p:cNvPr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>
              <a:extLst>
                <a:ext uri="{FF2B5EF4-FFF2-40B4-BE49-F238E27FC236}">
                  <a16:creationId xmlns:a16="http://schemas.microsoft.com/office/drawing/2014/main" id="{DF335735-ED9F-AB85-836A-25D7A9903E0A}"/>
                </a:ext>
              </a:extLst>
            </p:cNvPr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>
              <a:extLst>
                <a:ext uri="{FF2B5EF4-FFF2-40B4-BE49-F238E27FC236}">
                  <a16:creationId xmlns:a16="http://schemas.microsoft.com/office/drawing/2014/main" id="{F9F55FF9-CDB0-82CE-3A05-C064A1261FE8}"/>
                </a:ext>
              </a:extLst>
            </p:cNvPr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>
              <a:extLst>
                <a:ext uri="{FF2B5EF4-FFF2-40B4-BE49-F238E27FC236}">
                  <a16:creationId xmlns:a16="http://schemas.microsoft.com/office/drawing/2014/main" id="{DA421AF1-A699-2720-75C7-39A3D49C73AB}"/>
                </a:ext>
              </a:extLst>
            </p:cNvPr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>
              <a:extLst>
                <a:ext uri="{FF2B5EF4-FFF2-40B4-BE49-F238E27FC236}">
                  <a16:creationId xmlns:a16="http://schemas.microsoft.com/office/drawing/2014/main" id="{ECD80D20-8D3E-B360-9E6F-E78B1226E87F}"/>
                </a:ext>
              </a:extLst>
            </p:cNvPr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>
              <a:extLst>
                <a:ext uri="{FF2B5EF4-FFF2-40B4-BE49-F238E27FC236}">
                  <a16:creationId xmlns:a16="http://schemas.microsoft.com/office/drawing/2014/main" id="{D6D440D1-0A72-8F03-2B74-4212C3006466}"/>
                </a:ext>
              </a:extLst>
            </p:cNvPr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>
              <a:extLst>
                <a:ext uri="{FF2B5EF4-FFF2-40B4-BE49-F238E27FC236}">
                  <a16:creationId xmlns:a16="http://schemas.microsoft.com/office/drawing/2014/main" id="{A8E8EE76-B8B0-4EC6-B0E8-A5C2DAB2B30D}"/>
                </a:ext>
              </a:extLst>
            </p:cNvPr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>
              <a:extLst>
                <a:ext uri="{FF2B5EF4-FFF2-40B4-BE49-F238E27FC236}">
                  <a16:creationId xmlns:a16="http://schemas.microsoft.com/office/drawing/2014/main" id="{27B255F9-96B8-09C6-1CDF-C111749947CD}"/>
                </a:ext>
              </a:extLst>
            </p:cNvPr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>
              <a:extLst>
                <a:ext uri="{FF2B5EF4-FFF2-40B4-BE49-F238E27FC236}">
                  <a16:creationId xmlns:a16="http://schemas.microsoft.com/office/drawing/2014/main" id="{F6FBF453-734B-9741-534D-F4E55B56CF5D}"/>
                </a:ext>
              </a:extLst>
            </p:cNvPr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>
              <a:extLst>
                <a:ext uri="{FF2B5EF4-FFF2-40B4-BE49-F238E27FC236}">
                  <a16:creationId xmlns:a16="http://schemas.microsoft.com/office/drawing/2014/main" id="{ED6FEBAA-FE4B-1007-7769-7EDC43F4E6F0}"/>
                </a:ext>
              </a:extLst>
            </p:cNvPr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>
              <a:extLst>
                <a:ext uri="{FF2B5EF4-FFF2-40B4-BE49-F238E27FC236}">
                  <a16:creationId xmlns:a16="http://schemas.microsoft.com/office/drawing/2014/main" id="{504A1C54-699E-A081-173E-232966928787}"/>
                </a:ext>
              </a:extLst>
            </p:cNvPr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>
              <a:extLst>
                <a:ext uri="{FF2B5EF4-FFF2-40B4-BE49-F238E27FC236}">
                  <a16:creationId xmlns:a16="http://schemas.microsoft.com/office/drawing/2014/main" id="{859D6D1C-134C-A5A9-8DFC-944B9E3B2E61}"/>
                </a:ext>
              </a:extLst>
            </p:cNvPr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>
              <a:extLst>
                <a:ext uri="{FF2B5EF4-FFF2-40B4-BE49-F238E27FC236}">
                  <a16:creationId xmlns:a16="http://schemas.microsoft.com/office/drawing/2014/main" id="{71E0CE05-989D-8427-6124-6349C256E196}"/>
                </a:ext>
              </a:extLst>
            </p:cNvPr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>
              <a:extLst>
                <a:ext uri="{FF2B5EF4-FFF2-40B4-BE49-F238E27FC236}">
                  <a16:creationId xmlns:a16="http://schemas.microsoft.com/office/drawing/2014/main" id="{4DC059A1-82C2-8E49-960D-F29B43E24575}"/>
                </a:ext>
              </a:extLst>
            </p:cNvPr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>
              <a:extLst>
                <a:ext uri="{FF2B5EF4-FFF2-40B4-BE49-F238E27FC236}">
                  <a16:creationId xmlns:a16="http://schemas.microsoft.com/office/drawing/2014/main" id="{8FC1BC0C-D784-FB3F-B6D4-792302340C08}"/>
                </a:ext>
              </a:extLst>
            </p:cNvPr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>
              <a:extLst>
                <a:ext uri="{FF2B5EF4-FFF2-40B4-BE49-F238E27FC236}">
                  <a16:creationId xmlns:a16="http://schemas.microsoft.com/office/drawing/2014/main" id="{7284AB53-9671-A482-A90A-B2669991259C}"/>
                </a:ext>
              </a:extLst>
            </p:cNvPr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>
              <a:extLst>
                <a:ext uri="{FF2B5EF4-FFF2-40B4-BE49-F238E27FC236}">
                  <a16:creationId xmlns:a16="http://schemas.microsoft.com/office/drawing/2014/main" id="{A56E4E66-18B1-8EBE-DCCF-995420A79E16}"/>
                </a:ext>
              </a:extLst>
            </p:cNvPr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>
              <a:extLst>
                <a:ext uri="{FF2B5EF4-FFF2-40B4-BE49-F238E27FC236}">
                  <a16:creationId xmlns:a16="http://schemas.microsoft.com/office/drawing/2014/main" id="{D61C74ED-25A3-D317-D61C-5C9C88674E0E}"/>
                </a:ext>
              </a:extLst>
            </p:cNvPr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>
              <a:extLst>
                <a:ext uri="{FF2B5EF4-FFF2-40B4-BE49-F238E27FC236}">
                  <a16:creationId xmlns:a16="http://schemas.microsoft.com/office/drawing/2014/main" id="{8762FDBD-74F1-51DC-BFA9-F29F7F75A72E}"/>
                </a:ext>
              </a:extLst>
            </p:cNvPr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>
              <a:extLst>
                <a:ext uri="{FF2B5EF4-FFF2-40B4-BE49-F238E27FC236}">
                  <a16:creationId xmlns:a16="http://schemas.microsoft.com/office/drawing/2014/main" id="{00FFE470-F863-409E-5364-A2C8CA018BD0}"/>
                </a:ext>
              </a:extLst>
            </p:cNvPr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>
              <a:extLst>
                <a:ext uri="{FF2B5EF4-FFF2-40B4-BE49-F238E27FC236}">
                  <a16:creationId xmlns:a16="http://schemas.microsoft.com/office/drawing/2014/main" id="{18CCD047-ADF3-AE58-F69A-321F3FFCF6BA}"/>
                </a:ext>
              </a:extLst>
            </p:cNvPr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>
              <a:extLst>
                <a:ext uri="{FF2B5EF4-FFF2-40B4-BE49-F238E27FC236}">
                  <a16:creationId xmlns:a16="http://schemas.microsoft.com/office/drawing/2014/main" id="{969D67B7-2D00-2666-EBB6-3CB1DEC90766}"/>
                </a:ext>
              </a:extLst>
            </p:cNvPr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>
              <a:extLst>
                <a:ext uri="{FF2B5EF4-FFF2-40B4-BE49-F238E27FC236}">
                  <a16:creationId xmlns:a16="http://schemas.microsoft.com/office/drawing/2014/main" id="{67C924B9-614B-8604-47F3-B55CD0EDD2B3}"/>
                </a:ext>
              </a:extLst>
            </p:cNvPr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>
              <a:extLst>
                <a:ext uri="{FF2B5EF4-FFF2-40B4-BE49-F238E27FC236}">
                  <a16:creationId xmlns:a16="http://schemas.microsoft.com/office/drawing/2014/main" id="{48FD22CD-EB4F-6802-DB59-76E60DC2FFFE}"/>
                </a:ext>
              </a:extLst>
            </p:cNvPr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>
              <a:extLst>
                <a:ext uri="{FF2B5EF4-FFF2-40B4-BE49-F238E27FC236}">
                  <a16:creationId xmlns:a16="http://schemas.microsoft.com/office/drawing/2014/main" id="{B3BF7FA5-3C5F-A67D-3B72-997F790B3E8C}"/>
                </a:ext>
              </a:extLst>
            </p:cNvPr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>
              <a:extLst>
                <a:ext uri="{FF2B5EF4-FFF2-40B4-BE49-F238E27FC236}">
                  <a16:creationId xmlns:a16="http://schemas.microsoft.com/office/drawing/2014/main" id="{50CBDE93-8DF5-48EB-0AE9-8447E525C90D}"/>
                </a:ext>
              </a:extLst>
            </p:cNvPr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>
              <a:extLst>
                <a:ext uri="{FF2B5EF4-FFF2-40B4-BE49-F238E27FC236}">
                  <a16:creationId xmlns:a16="http://schemas.microsoft.com/office/drawing/2014/main" id="{986551FA-7AB4-C680-F972-940190FFB76E}"/>
                </a:ext>
              </a:extLst>
            </p:cNvPr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>
              <a:extLst>
                <a:ext uri="{FF2B5EF4-FFF2-40B4-BE49-F238E27FC236}">
                  <a16:creationId xmlns:a16="http://schemas.microsoft.com/office/drawing/2014/main" id="{D4291401-C0E9-B0D5-863F-2DD8805EB378}"/>
                </a:ext>
              </a:extLst>
            </p:cNvPr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>
              <a:extLst>
                <a:ext uri="{FF2B5EF4-FFF2-40B4-BE49-F238E27FC236}">
                  <a16:creationId xmlns:a16="http://schemas.microsoft.com/office/drawing/2014/main" id="{931CEFAB-1D94-09F7-B9F6-2B206043C836}"/>
                </a:ext>
              </a:extLst>
            </p:cNvPr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>
              <a:extLst>
                <a:ext uri="{FF2B5EF4-FFF2-40B4-BE49-F238E27FC236}">
                  <a16:creationId xmlns:a16="http://schemas.microsoft.com/office/drawing/2014/main" id="{3F5F5B12-537B-68F2-AAD7-9AD5A7B9F7AB}"/>
                </a:ext>
              </a:extLst>
            </p:cNvPr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>
              <a:extLst>
                <a:ext uri="{FF2B5EF4-FFF2-40B4-BE49-F238E27FC236}">
                  <a16:creationId xmlns:a16="http://schemas.microsoft.com/office/drawing/2014/main" id="{48B89990-87A5-A93E-522A-6ABF735BABB8}"/>
                </a:ext>
              </a:extLst>
            </p:cNvPr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>
              <a:extLst>
                <a:ext uri="{FF2B5EF4-FFF2-40B4-BE49-F238E27FC236}">
                  <a16:creationId xmlns:a16="http://schemas.microsoft.com/office/drawing/2014/main" id="{083A2661-D87D-847F-214B-9F66BBA5413D}"/>
                </a:ext>
              </a:extLst>
            </p:cNvPr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>
              <a:extLst>
                <a:ext uri="{FF2B5EF4-FFF2-40B4-BE49-F238E27FC236}">
                  <a16:creationId xmlns:a16="http://schemas.microsoft.com/office/drawing/2014/main" id="{77B73BD3-9331-4A93-1622-509E356BB88C}"/>
                </a:ext>
              </a:extLst>
            </p:cNvPr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>
              <a:extLst>
                <a:ext uri="{FF2B5EF4-FFF2-40B4-BE49-F238E27FC236}">
                  <a16:creationId xmlns:a16="http://schemas.microsoft.com/office/drawing/2014/main" id="{B4526483-5C32-4FD9-2AC3-2D1B026DE9F4}"/>
                </a:ext>
              </a:extLst>
            </p:cNvPr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>
              <a:extLst>
                <a:ext uri="{FF2B5EF4-FFF2-40B4-BE49-F238E27FC236}">
                  <a16:creationId xmlns:a16="http://schemas.microsoft.com/office/drawing/2014/main" id="{88D05419-D33C-AFBC-5EE3-93982D8A30F2}"/>
                </a:ext>
              </a:extLst>
            </p:cNvPr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>
              <a:extLst>
                <a:ext uri="{FF2B5EF4-FFF2-40B4-BE49-F238E27FC236}">
                  <a16:creationId xmlns:a16="http://schemas.microsoft.com/office/drawing/2014/main" id="{EFF6E2CC-D478-09CC-2E83-A2F3E9D44B01}"/>
                </a:ext>
              </a:extLst>
            </p:cNvPr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>
              <a:extLst>
                <a:ext uri="{FF2B5EF4-FFF2-40B4-BE49-F238E27FC236}">
                  <a16:creationId xmlns:a16="http://schemas.microsoft.com/office/drawing/2014/main" id="{82EC8989-6036-9B30-47C5-39BAF8A7105F}"/>
                </a:ext>
              </a:extLst>
            </p:cNvPr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>
              <a:extLst>
                <a:ext uri="{FF2B5EF4-FFF2-40B4-BE49-F238E27FC236}">
                  <a16:creationId xmlns:a16="http://schemas.microsoft.com/office/drawing/2014/main" id="{4AB51783-C707-22BB-567E-BC1ED11C66A9}"/>
                </a:ext>
              </a:extLst>
            </p:cNvPr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>
              <a:extLst>
                <a:ext uri="{FF2B5EF4-FFF2-40B4-BE49-F238E27FC236}">
                  <a16:creationId xmlns:a16="http://schemas.microsoft.com/office/drawing/2014/main" id="{602E66C9-3199-B23C-B625-FBD859AB9E3D}"/>
                </a:ext>
              </a:extLst>
            </p:cNvPr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>
              <a:extLst>
                <a:ext uri="{FF2B5EF4-FFF2-40B4-BE49-F238E27FC236}">
                  <a16:creationId xmlns:a16="http://schemas.microsoft.com/office/drawing/2014/main" id="{F2454C1E-423E-6C51-B5E3-86DD3B36D193}"/>
                </a:ext>
              </a:extLst>
            </p:cNvPr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>
              <a:extLst>
                <a:ext uri="{FF2B5EF4-FFF2-40B4-BE49-F238E27FC236}">
                  <a16:creationId xmlns:a16="http://schemas.microsoft.com/office/drawing/2014/main" id="{DE89649E-B529-EFA7-DE6A-3DA1108047AD}"/>
                </a:ext>
              </a:extLst>
            </p:cNvPr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>
              <a:extLst>
                <a:ext uri="{FF2B5EF4-FFF2-40B4-BE49-F238E27FC236}">
                  <a16:creationId xmlns:a16="http://schemas.microsoft.com/office/drawing/2014/main" id="{B6962526-45FB-64D1-EE3E-45E61442A74B}"/>
                </a:ext>
              </a:extLst>
            </p:cNvPr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>
              <a:extLst>
                <a:ext uri="{FF2B5EF4-FFF2-40B4-BE49-F238E27FC236}">
                  <a16:creationId xmlns:a16="http://schemas.microsoft.com/office/drawing/2014/main" id="{E243DF23-1291-F8B0-07B2-97A2E8C3CE20}"/>
                </a:ext>
              </a:extLst>
            </p:cNvPr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>
              <a:extLst>
                <a:ext uri="{FF2B5EF4-FFF2-40B4-BE49-F238E27FC236}">
                  <a16:creationId xmlns:a16="http://schemas.microsoft.com/office/drawing/2014/main" id="{8052B6DE-2E16-1FDB-2A20-CD222DD054A4}"/>
                </a:ext>
              </a:extLst>
            </p:cNvPr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>
              <a:extLst>
                <a:ext uri="{FF2B5EF4-FFF2-40B4-BE49-F238E27FC236}">
                  <a16:creationId xmlns:a16="http://schemas.microsoft.com/office/drawing/2014/main" id="{28EF0F88-BC15-C854-FD09-2EBFEE638FD9}"/>
                </a:ext>
              </a:extLst>
            </p:cNvPr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>
              <a:extLst>
                <a:ext uri="{FF2B5EF4-FFF2-40B4-BE49-F238E27FC236}">
                  <a16:creationId xmlns:a16="http://schemas.microsoft.com/office/drawing/2014/main" id="{4A8B1C6A-C765-30CB-3933-71D72A786B81}"/>
                </a:ext>
              </a:extLst>
            </p:cNvPr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>
              <a:extLst>
                <a:ext uri="{FF2B5EF4-FFF2-40B4-BE49-F238E27FC236}">
                  <a16:creationId xmlns:a16="http://schemas.microsoft.com/office/drawing/2014/main" id="{717D4DC3-8E98-E93A-2BDC-C1121D84B91E}"/>
                </a:ext>
              </a:extLst>
            </p:cNvPr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>
              <a:extLst>
                <a:ext uri="{FF2B5EF4-FFF2-40B4-BE49-F238E27FC236}">
                  <a16:creationId xmlns:a16="http://schemas.microsoft.com/office/drawing/2014/main" id="{1E425384-AE99-B506-83C8-25688F9CEE46}"/>
                </a:ext>
              </a:extLst>
            </p:cNvPr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>
              <a:extLst>
                <a:ext uri="{FF2B5EF4-FFF2-40B4-BE49-F238E27FC236}">
                  <a16:creationId xmlns:a16="http://schemas.microsoft.com/office/drawing/2014/main" id="{836068E2-15B2-7075-35F1-CB1ABDE55777}"/>
                </a:ext>
              </a:extLst>
            </p:cNvPr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>
              <a:extLst>
                <a:ext uri="{FF2B5EF4-FFF2-40B4-BE49-F238E27FC236}">
                  <a16:creationId xmlns:a16="http://schemas.microsoft.com/office/drawing/2014/main" id="{43B82F40-8324-4636-81EF-C478A37142B8}"/>
                </a:ext>
              </a:extLst>
            </p:cNvPr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>
              <a:extLst>
                <a:ext uri="{FF2B5EF4-FFF2-40B4-BE49-F238E27FC236}">
                  <a16:creationId xmlns:a16="http://schemas.microsoft.com/office/drawing/2014/main" id="{CDAF2663-F3EB-F328-FFCF-2AD642B24228}"/>
                </a:ext>
              </a:extLst>
            </p:cNvPr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>
              <a:extLst>
                <a:ext uri="{FF2B5EF4-FFF2-40B4-BE49-F238E27FC236}">
                  <a16:creationId xmlns:a16="http://schemas.microsoft.com/office/drawing/2014/main" id="{966DBA06-211C-30B4-7E28-60804A146F8B}"/>
                </a:ext>
              </a:extLst>
            </p:cNvPr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>
              <a:extLst>
                <a:ext uri="{FF2B5EF4-FFF2-40B4-BE49-F238E27FC236}">
                  <a16:creationId xmlns:a16="http://schemas.microsoft.com/office/drawing/2014/main" id="{ED22072B-150D-2242-08F5-E97E8E895ACB}"/>
                </a:ext>
              </a:extLst>
            </p:cNvPr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>
              <a:extLst>
                <a:ext uri="{FF2B5EF4-FFF2-40B4-BE49-F238E27FC236}">
                  <a16:creationId xmlns:a16="http://schemas.microsoft.com/office/drawing/2014/main" id="{DEC4BC9B-2C86-A916-8D22-FA5F2EE7AF47}"/>
                </a:ext>
              </a:extLst>
            </p:cNvPr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>
              <a:extLst>
                <a:ext uri="{FF2B5EF4-FFF2-40B4-BE49-F238E27FC236}">
                  <a16:creationId xmlns:a16="http://schemas.microsoft.com/office/drawing/2014/main" id="{1F88EBF4-90B5-F345-66B8-FB4A3C02B602}"/>
                </a:ext>
              </a:extLst>
            </p:cNvPr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>
              <a:extLst>
                <a:ext uri="{FF2B5EF4-FFF2-40B4-BE49-F238E27FC236}">
                  <a16:creationId xmlns:a16="http://schemas.microsoft.com/office/drawing/2014/main" id="{969499F5-99F3-BF8A-ADD9-5C83F7568092}"/>
                </a:ext>
              </a:extLst>
            </p:cNvPr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>
              <a:extLst>
                <a:ext uri="{FF2B5EF4-FFF2-40B4-BE49-F238E27FC236}">
                  <a16:creationId xmlns:a16="http://schemas.microsoft.com/office/drawing/2014/main" id="{DC294CAC-B6CA-563D-EEBA-590F4FE23D85}"/>
                </a:ext>
              </a:extLst>
            </p:cNvPr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>
              <a:extLst>
                <a:ext uri="{FF2B5EF4-FFF2-40B4-BE49-F238E27FC236}">
                  <a16:creationId xmlns:a16="http://schemas.microsoft.com/office/drawing/2014/main" id="{DD948B35-27A6-8C13-C994-AD20E325AA25}"/>
                </a:ext>
              </a:extLst>
            </p:cNvPr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>
              <a:extLst>
                <a:ext uri="{FF2B5EF4-FFF2-40B4-BE49-F238E27FC236}">
                  <a16:creationId xmlns:a16="http://schemas.microsoft.com/office/drawing/2014/main" id="{E0125654-0CE0-6A25-3979-F598190A479F}"/>
                </a:ext>
              </a:extLst>
            </p:cNvPr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>
              <a:extLst>
                <a:ext uri="{FF2B5EF4-FFF2-40B4-BE49-F238E27FC236}">
                  <a16:creationId xmlns:a16="http://schemas.microsoft.com/office/drawing/2014/main" id="{AF4D59AC-71A0-7C10-9731-BB556F54A2A3}"/>
                </a:ext>
              </a:extLst>
            </p:cNvPr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>
              <a:extLst>
                <a:ext uri="{FF2B5EF4-FFF2-40B4-BE49-F238E27FC236}">
                  <a16:creationId xmlns:a16="http://schemas.microsoft.com/office/drawing/2014/main" id="{6514F564-5222-1711-D6D6-DDDF3FE77B0A}"/>
                </a:ext>
              </a:extLst>
            </p:cNvPr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>
              <a:extLst>
                <a:ext uri="{FF2B5EF4-FFF2-40B4-BE49-F238E27FC236}">
                  <a16:creationId xmlns:a16="http://schemas.microsoft.com/office/drawing/2014/main" id="{6385A1FF-7BBE-6C60-5E8A-B5B3747E8E7B}"/>
                </a:ext>
              </a:extLst>
            </p:cNvPr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>
              <a:extLst>
                <a:ext uri="{FF2B5EF4-FFF2-40B4-BE49-F238E27FC236}">
                  <a16:creationId xmlns:a16="http://schemas.microsoft.com/office/drawing/2014/main" id="{07816993-C598-5941-53A6-A4701C1950B1}"/>
                </a:ext>
              </a:extLst>
            </p:cNvPr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>
              <a:extLst>
                <a:ext uri="{FF2B5EF4-FFF2-40B4-BE49-F238E27FC236}">
                  <a16:creationId xmlns:a16="http://schemas.microsoft.com/office/drawing/2014/main" id="{EDCE5E50-D485-D46C-CB69-53B0CBAA4D2E}"/>
                </a:ext>
              </a:extLst>
            </p:cNvPr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>
              <a:extLst>
                <a:ext uri="{FF2B5EF4-FFF2-40B4-BE49-F238E27FC236}">
                  <a16:creationId xmlns:a16="http://schemas.microsoft.com/office/drawing/2014/main" id="{12A0419E-9713-7B3D-66E1-9B61734BEFC5}"/>
                </a:ext>
              </a:extLst>
            </p:cNvPr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>
              <a:extLst>
                <a:ext uri="{FF2B5EF4-FFF2-40B4-BE49-F238E27FC236}">
                  <a16:creationId xmlns:a16="http://schemas.microsoft.com/office/drawing/2014/main" id="{EE0F29AB-B654-17EB-A6D1-185F087ACCC8}"/>
                </a:ext>
              </a:extLst>
            </p:cNvPr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>
              <a:extLst>
                <a:ext uri="{FF2B5EF4-FFF2-40B4-BE49-F238E27FC236}">
                  <a16:creationId xmlns:a16="http://schemas.microsoft.com/office/drawing/2014/main" id="{7A983A04-B3F0-DFE8-6305-046A35D6AF87}"/>
                </a:ext>
              </a:extLst>
            </p:cNvPr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>
              <a:extLst>
                <a:ext uri="{FF2B5EF4-FFF2-40B4-BE49-F238E27FC236}">
                  <a16:creationId xmlns:a16="http://schemas.microsoft.com/office/drawing/2014/main" id="{9CC58552-B3C7-8DD6-FCEF-87A29CA25213}"/>
                </a:ext>
              </a:extLst>
            </p:cNvPr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>
              <a:extLst>
                <a:ext uri="{FF2B5EF4-FFF2-40B4-BE49-F238E27FC236}">
                  <a16:creationId xmlns:a16="http://schemas.microsoft.com/office/drawing/2014/main" id="{53052E8D-3DA8-A185-F58D-A39FDED94385}"/>
                </a:ext>
              </a:extLst>
            </p:cNvPr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>
              <a:extLst>
                <a:ext uri="{FF2B5EF4-FFF2-40B4-BE49-F238E27FC236}">
                  <a16:creationId xmlns:a16="http://schemas.microsoft.com/office/drawing/2014/main" id="{709A7564-D101-27F6-11AB-6F4913F9D177}"/>
                </a:ext>
              </a:extLst>
            </p:cNvPr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>
              <a:extLst>
                <a:ext uri="{FF2B5EF4-FFF2-40B4-BE49-F238E27FC236}">
                  <a16:creationId xmlns:a16="http://schemas.microsoft.com/office/drawing/2014/main" id="{C7EFC7D3-79D6-63DF-28E8-9FB3DF719587}"/>
                </a:ext>
              </a:extLst>
            </p:cNvPr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>
              <a:extLst>
                <a:ext uri="{FF2B5EF4-FFF2-40B4-BE49-F238E27FC236}">
                  <a16:creationId xmlns:a16="http://schemas.microsoft.com/office/drawing/2014/main" id="{B27C3E6F-D01F-0C86-AF54-A84B71A4CFBE}"/>
                </a:ext>
              </a:extLst>
            </p:cNvPr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>
              <a:extLst>
                <a:ext uri="{FF2B5EF4-FFF2-40B4-BE49-F238E27FC236}">
                  <a16:creationId xmlns:a16="http://schemas.microsoft.com/office/drawing/2014/main" id="{81C6042A-3126-CB3E-CCA7-1FEDF9E6B9EE}"/>
                </a:ext>
              </a:extLst>
            </p:cNvPr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>
              <a:extLst>
                <a:ext uri="{FF2B5EF4-FFF2-40B4-BE49-F238E27FC236}">
                  <a16:creationId xmlns:a16="http://schemas.microsoft.com/office/drawing/2014/main" id="{A48CD82D-48E5-CDEE-FCEF-B310FD749948}"/>
                </a:ext>
              </a:extLst>
            </p:cNvPr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>
              <a:extLst>
                <a:ext uri="{FF2B5EF4-FFF2-40B4-BE49-F238E27FC236}">
                  <a16:creationId xmlns:a16="http://schemas.microsoft.com/office/drawing/2014/main" id="{3732636C-917F-AC53-3EE1-9610E6B8963A}"/>
                </a:ext>
              </a:extLst>
            </p:cNvPr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>
              <a:extLst>
                <a:ext uri="{FF2B5EF4-FFF2-40B4-BE49-F238E27FC236}">
                  <a16:creationId xmlns:a16="http://schemas.microsoft.com/office/drawing/2014/main" id="{40645FC9-BB87-EE97-5138-249E87E8819A}"/>
                </a:ext>
              </a:extLst>
            </p:cNvPr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>
              <a:extLst>
                <a:ext uri="{FF2B5EF4-FFF2-40B4-BE49-F238E27FC236}">
                  <a16:creationId xmlns:a16="http://schemas.microsoft.com/office/drawing/2014/main" id="{B02FB18F-9614-95A5-1D73-2DA2F9A94240}"/>
                </a:ext>
              </a:extLst>
            </p:cNvPr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>
              <a:extLst>
                <a:ext uri="{FF2B5EF4-FFF2-40B4-BE49-F238E27FC236}">
                  <a16:creationId xmlns:a16="http://schemas.microsoft.com/office/drawing/2014/main" id="{F110AFFE-BF18-742D-91E4-364B2914A9BD}"/>
                </a:ext>
              </a:extLst>
            </p:cNvPr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>
              <a:extLst>
                <a:ext uri="{FF2B5EF4-FFF2-40B4-BE49-F238E27FC236}">
                  <a16:creationId xmlns:a16="http://schemas.microsoft.com/office/drawing/2014/main" id="{A3787F79-EF4A-ABB8-4798-C17E75D0B36F}"/>
                </a:ext>
              </a:extLst>
            </p:cNvPr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>
              <a:extLst>
                <a:ext uri="{FF2B5EF4-FFF2-40B4-BE49-F238E27FC236}">
                  <a16:creationId xmlns:a16="http://schemas.microsoft.com/office/drawing/2014/main" id="{B0E66F07-DF12-CC47-D504-8421A69D3BC8}"/>
                </a:ext>
              </a:extLst>
            </p:cNvPr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>
              <a:extLst>
                <a:ext uri="{FF2B5EF4-FFF2-40B4-BE49-F238E27FC236}">
                  <a16:creationId xmlns:a16="http://schemas.microsoft.com/office/drawing/2014/main" id="{084E4BBA-AACC-F823-1633-7A4820B24B1D}"/>
                </a:ext>
              </a:extLst>
            </p:cNvPr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>
              <a:extLst>
                <a:ext uri="{FF2B5EF4-FFF2-40B4-BE49-F238E27FC236}">
                  <a16:creationId xmlns:a16="http://schemas.microsoft.com/office/drawing/2014/main" id="{EF1005B2-63E4-79B8-465E-5948EF968F7B}"/>
                </a:ext>
              </a:extLst>
            </p:cNvPr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>
              <a:extLst>
                <a:ext uri="{FF2B5EF4-FFF2-40B4-BE49-F238E27FC236}">
                  <a16:creationId xmlns:a16="http://schemas.microsoft.com/office/drawing/2014/main" id="{23390BEE-130D-DCC6-A57F-21F1112803DE}"/>
                </a:ext>
              </a:extLst>
            </p:cNvPr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>
              <a:extLst>
                <a:ext uri="{FF2B5EF4-FFF2-40B4-BE49-F238E27FC236}">
                  <a16:creationId xmlns:a16="http://schemas.microsoft.com/office/drawing/2014/main" id="{8A80C62D-69E0-8314-8498-57EABCE0CC66}"/>
                </a:ext>
              </a:extLst>
            </p:cNvPr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>
              <a:extLst>
                <a:ext uri="{FF2B5EF4-FFF2-40B4-BE49-F238E27FC236}">
                  <a16:creationId xmlns:a16="http://schemas.microsoft.com/office/drawing/2014/main" id="{CE9AF338-AA3D-5D07-6BDB-163B7D13B814}"/>
                </a:ext>
              </a:extLst>
            </p:cNvPr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>
              <a:extLst>
                <a:ext uri="{FF2B5EF4-FFF2-40B4-BE49-F238E27FC236}">
                  <a16:creationId xmlns:a16="http://schemas.microsoft.com/office/drawing/2014/main" id="{29D71C6F-1390-151D-3343-D47BA4D16E9F}"/>
                </a:ext>
              </a:extLst>
            </p:cNvPr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>
              <a:extLst>
                <a:ext uri="{FF2B5EF4-FFF2-40B4-BE49-F238E27FC236}">
                  <a16:creationId xmlns:a16="http://schemas.microsoft.com/office/drawing/2014/main" id="{9776E7B1-71C6-AC1D-ACA0-7D6216B4648B}"/>
                </a:ext>
              </a:extLst>
            </p:cNvPr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>
              <a:extLst>
                <a:ext uri="{FF2B5EF4-FFF2-40B4-BE49-F238E27FC236}">
                  <a16:creationId xmlns:a16="http://schemas.microsoft.com/office/drawing/2014/main" id="{4E384E73-61A3-23C7-53DE-374089C15391}"/>
                </a:ext>
              </a:extLst>
            </p:cNvPr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>
              <a:extLst>
                <a:ext uri="{FF2B5EF4-FFF2-40B4-BE49-F238E27FC236}">
                  <a16:creationId xmlns:a16="http://schemas.microsoft.com/office/drawing/2014/main" id="{BAC20E12-B628-DD31-4EA0-315E4853C173}"/>
                </a:ext>
              </a:extLst>
            </p:cNvPr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>
              <a:extLst>
                <a:ext uri="{FF2B5EF4-FFF2-40B4-BE49-F238E27FC236}">
                  <a16:creationId xmlns:a16="http://schemas.microsoft.com/office/drawing/2014/main" id="{CC891EF4-6B52-7480-8340-322B153D51A3}"/>
                </a:ext>
              </a:extLst>
            </p:cNvPr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>
              <a:extLst>
                <a:ext uri="{FF2B5EF4-FFF2-40B4-BE49-F238E27FC236}">
                  <a16:creationId xmlns:a16="http://schemas.microsoft.com/office/drawing/2014/main" id="{FA705AA3-10DF-7429-4E77-B480ED957B54}"/>
                </a:ext>
              </a:extLst>
            </p:cNvPr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>
              <a:extLst>
                <a:ext uri="{FF2B5EF4-FFF2-40B4-BE49-F238E27FC236}">
                  <a16:creationId xmlns:a16="http://schemas.microsoft.com/office/drawing/2014/main" id="{E56CAF67-6201-24A0-7EE5-354919C46414}"/>
                </a:ext>
              </a:extLst>
            </p:cNvPr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>
              <a:extLst>
                <a:ext uri="{FF2B5EF4-FFF2-40B4-BE49-F238E27FC236}">
                  <a16:creationId xmlns:a16="http://schemas.microsoft.com/office/drawing/2014/main" id="{639053E9-C80B-4D31-956D-5E97621550FF}"/>
                </a:ext>
              </a:extLst>
            </p:cNvPr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>
              <a:extLst>
                <a:ext uri="{FF2B5EF4-FFF2-40B4-BE49-F238E27FC236}">
                  <a16:creationId xmlns:a16="http://schemas.microsoft.com/office/drawing/2014/main" id="{C6316098-C450-536E-E2FE-F3A2C8F412C8}"/>
                </a:ext>
              </a:extLst>
            </p:cNvPr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>
              <a:extLst>
                <a:ext uri="{FF2B5EF4-FFF2-40B4-BE49-F238E27FC236}">
                  <a16:creationId xmlns:a16="http://schemas.microsoft.com/office/drawing/2014/main" id="{D7EC26C0-8196-A552-E0BD-AECBA9533458}"/>
                </a:ext>
              </a:extLst>
            </p:cNvPr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>
              <a:extLst>
                <a:ext uri="{FF2B5EF4-FFF2-40B4-BE49-F238E27FC236}">
                  <a16:creationId xmlns:a16="http://schemas.microsoft.com/office/drawing/2014/main" id="{202E6E88-9534-868E-FC6D-612F5D5DC966}"/>
                </a:ext>
              </a:extLst>
            </p:cNvPr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>
              <a:extLst>
                <a:ext uri="{FF2B5EF4-FFF2-40B4-BE49-F238E27FC236}">
                  <a16:creationId xmlns:a16="http://schemas.microsoft.com/office/drawing/2014/main" id="{552D642A-CDAC-65E1-7AA1-3CC786DAC754}"/>
                </a:ext>
              </a:extLst>
            </p:cNvPr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>
              <a:extLst>
                <a:ext uri="{FF2B5EF4-FFF2-40B4-BE49-F238E27FC236}">
                  <a16:creationId xmlns:a16="http://schemas.microsoft.com/office/drawing/2014/main" id="{B4CE4667-222D-BDA2-E59F-C9E4D8D6C232}"/>
                </a:ext>
              </a:extLst>
            </p:cNvPr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>
              <a:extLst>
                <a:ext uri="{FF2B5EF4-FFF2-40B4-BE49-F238E27FC236}">
                  <a16:creationId xmlns:a16="http://schemas.microsoft.com/office/drawing/2014/main" id="{FEB95A22-6C12-A3D5-4404-DED08A201345}"/>
                </a:ext>
              </a:extLst>
            </p:cNvPr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>
              <a:extLst>
                <a:ext uri="{FF2B5EF4-FFF2-40B4-BE49-F238E27FC236}">
                  <a16:creationId xmlns:a16="http://schemas.microsoft.com/office/drawing/2014/main" id="{A8D948CF-150D-A12A-2684-BFE21E20F728}"/>
                </a:ext>
              </a:extLst>
            </p:cNvPr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>
              <a:extLst>
                <a:ext uri="{FF2B5EF4-FFF2-40B4-BE49-F238E27FC236}">
                  <a16:creationId xmlns:a16="http://schemas.microsoft.com/office/drawing/2014/main" id="{732639ED-8B79-25AF-9B87-AFCFA0BEE269}"/>
                </a:ext>
              </a:extLst>
            </p:cNvPr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>
              <a:extLst>
                <a:ext uri="{FF2B5EF4-FFF2-40B4-BE49-F238E27FC236}">
                  <a16:creationId xmlns:a16="http://schemas.microsoft.com/office/drawing/2014/main" id="{768C5B53-84AA-79B5-4C75-6F54FA424952}"/>
                </a:ext>
              </a:extLst>
            </p:cNvPr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>
              <a:extLst>
                <a:ext uri="{FF2B5EF4-FFF2-40B4-BE49-F238E27FC236}">
                  <a16:creationId xmlns:a16="http://schemas.microsoft.com/office/drawing/2014/main" id="{329DDC91-04C3-ED2E-0E54-46404CA01FD6}"/>
                </a:ext>
              </a:extLst>
            </p:cNvPr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>
              <a:extLst>
                <a:ext uri="{FF2B5EF4-FFF2-40B4-BE49-F238E27FC236}">
                  <a16:creationId xmlns:a16="http://schemas.microsoft.com/office/drawing/2014/main" id="{3FA341F0-8AE0-0195-005E-AF7295D45FB8}"/>
                </a:ext>
              </a:extLst>
            </p:cNvPr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>
              <a:extLst>
                <a:ext uri="{FF2B5EF4-FFF2-40B4-BE49-F238E27FC236}">
                  <a16:creationId xmlns:a16="http://schemas.microsoft.com/office/drawing/2014/main" id="{E07D53CA-67E8-1986-4EAC-0E676B0FE5E0}"/>
                </a:ext>
              </a:extLst>
            </p:cNvPr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>
              <a:extLst>
                <a:ext uri="{FF2B5EF4-FFF2-40B4-BE49-F238E27FC236}">
                  <a16:creationId xmlns:a16="http://schemas.microsoft.com/office/drawing/2014/main" id="{13056710-B0E4-D065-2B9F-95275A2A8407}"/>
                </a:ext>
              </a:extLst>
            </p:cNvPr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>
              <a:extLst>
                <a:ext uri="{FF2B5EF4-FFF2-40B4-BE49-F238E27FC236}">
                  <a16:creationId xmlns:a16="http://schemas.microsoft.com/office/drawing/2014/main" id="{283E874C-2C6D-B0F0-B4BF-F9465004723A}"/>
                </a:ext>
              </a:extLst>
            </p:cNvPr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>
              <a:extLst>
                <a:ext uri="{FF2B5EF4-FFF2-40B4-BE49-F238E27FC236}">
                  <a16:creationId xmlns:a16="http://schemas.microsoft.com/office/drawing/2014/main" id="{CAE31E9D-D2F3-09CB-F925-84A51678DBFD}"/>
                </a:ext>
              </a:extLst>
            </p:cNvPr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>
              <a:extLst>
                <a:ext uri="{FF2B5EF4-FFF2-40B4-BE49-F238E27FC236}">
                  <a16:creationId xmlns:a16="http://schemas.microsoft.com/office/drawing/2014/main" id="{BA668B14-FF00-265A-6CE5-59AE92EA49AA}"/>
                </a:ext>
              </a:extLst>
            </p:cNvPr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>
              <a:extLst>
                <a:ext uri="{FF2B5EF4-FFF2-40B4-BE49-F238E27FC236}">
                  <a16:creationId xmlns:a16="http://schemas.microsoft.com/office/drawing/2014/main" id="{A8AED1B3-D3A0-11A4-56E6-45E2059D1DB6}"/>
                </a:ext>
              </a:extLst>
            </p:cNvPr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>
              <a:extLst>
                <a:ext uri="{FF2B5EF4-FFF2-40B4-BE49-F238E27FC236}">
                  <a16:creationId xmlns:a16="http://schemas.microsoft.com/office/drawing/2014/main" id="{0603706C-D3C1-94D5-E2FC-829F2993BE7F}"/>
                </a:ext>
              </a:extLst>
            </p:cNvPr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>
              <a:extLst>
                <a:ext uri="{FF2B5EF4-FFF2-40B4-BE49-F238E27FC236}">
                  <a16:creationId xmlns:a16="http://schemas.microsoft.com/office/drawing/2014/main" id="{FDC57413-0833-1C31-1EF2-9EADD37E1D9E}"/>
                </a:ext>
              </a:extLst>
            </p:cNvPr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>
              <a:extLst>
                <a:ext uri="{FF2B5EF4-FFF2-40B4-BE49-F238E27FC236}">
                  <a16:creationId xmlns:a16="http://schemas.microsoft.com/office/drawing/2014/main" id="{6609B83D-BEA2-3D45-7D10-95845CBF9078}"/>
                </a:ext>
              </a:extLst>
            </p:cNvPr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>
              <a:extLst>
                <a:ext uri="{FF2B5EF4-FFF2-40B4-BE49-F238E27FC236}">
                  <a16:creationId xmlns:a16="http://schemas.microsoft.com/office/drawing/2014/main" id="{E36B00F2-3333-F50D-7544-E04203765159}"/>
                </a:ext>
              </a:extLst>
            </p:cNvPr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>
              <a:extLst>
                <a:ext uri="{FF2B5EF4-FFF2-40B4-BE49-F238E27FC236}">
                  <a16:creationId xmlns:a16="http://schemas.microsoft.com/office/drawing/2014/main" id="{3A42A1DB-E734-68C1-64F3-BE2583B2EA0D}"/>
                </a:ext>
              </a:extLst>
            </p:cNvPr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>
              <a:extLst>
                <a:ext uri="{FF2B5EF4-FFF2-40B4-BE49-F238E27FC236}">
                  <a16:creationId xmlns:a16="http://schemas.microsoft.com/office/drawing/2014/main" id="{ACFF9356-2E0A-7D14-C1A4-CE9BD57BE8BE}"/>
                </a:ext>
              </a:extLst>
            </p:cNvPr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>
              <a:extLst>
                <a:ext uri="{FF2B5EF4-FFF2-40B4-BE49-F238E27FC236}">
                  <a16:creationId xmlns:a16="http://schemas.microsoft.com/office/drawing/2014/main" id="{586AECA6-7AF5-A9E1-648F-19AC3E7856CF}"/>
                </a:ext>
              </a:extLst>
            </p:cNvPr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>
              <a:extLst>
                <a:ext uri="{FF2B5EF4-FFF2-40B4-BE49-F238E27FC236}">
                  <a16:creationId xmlns:a16="http://schemas.microsoft.com/office/drawing/2014/main" id="{9BCFB4ED-96AA-D25F-B561-DA80BA380ED2}"/>
                </a:ext>
              </a:extLst>
            </p:cNvPr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>
              <a:extLst>
                <a:ext uri="{FF2B5EF4-FFF2-40B4-BE49-F238E27FC236}">
                  <a16:creationId xmlns:a16="http://schemas.microsoft.com/office/drawing/2014/main" id="{C0165BF3-950D-9A1F-D126-020AA380EDD4}"/>
                </a:ext>
              </a:extLst>
            </p:cNvPr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>
              <a:extLst>
                <a:ext uri="{FF2B5EF4-FFF2-40B4-BE49-F238E27FC236}">
                  <a16:creationId xmlns:a16="http://schemas.microsoft.com/office/drawing/2014/main" id="{91CF3EE3-9C84-8A86-18E7-171BFF967265}"/>
                </a:ext>
              </a:extLst>
            </p:cNvPr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>
              <a:extLst>
                <a:ext uri="{FF2B5EF4-FFF2-40B4-BE49-F238E27FC236}">
                  <a16:creationId xmlns:a16="http://schemas.microsoft.com/office/drawing/2014/main" id="{255669E0-C523-C61D-EA56-7540E8847E14}"/>
                </a:ext>
              </a:extLst>
            </p:cNvPr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>
              <a:extLst>
                <a:ext uri="{FF2B5EF4-FFF2-40B4-BE49-F238E27FC236}">
                  <a16:creationId xmlns:a16="http://schemas.microsoft.com/office/drawing/2014/main" id="{86A34350-292A-590A-1061-BB1D351295C5}"/>
                </a:ext>
              </a:extLst>
            </p:cNvPr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>
              <a:extLst>
                <a:ext uri="{FF2B5EF4-FFF2-40B4-BE49-F238E27FC236}">
                  <a16:creationId xmlns:a16="http://schemas.microsoft.com/office/drawing/2014/main" id="{31C23EDA-6FDF-6A3F-F741-884567066433}"/>
                </a:ext>
              </a:extLst>
            </p:cNvPr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>
              <a:extLst>
                <a:ext uri="{FF2B5EF4-FFF2-40B4-BE49-F238E27FC236}">
                  <a16:creationId xmlns:a16="http://schemas.microsoft.com/office/drawing/2014/main" id="{AC20E0DD-8109-0102-C48A-BD65216CDA61}"/>
                </a:ext>
              </a:extLst>
            </p:cNvPr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>
              <a:extLst>
                <a:ext uri="{FF2B5EF4-FFF2-40B4-BE49-F238E27FC236}">
                  <a16:creationId xmlns:a16="http://schemas.microsoft.com/office/drawing/2014/main" id="{CAAB76D6-6DA8-DB3B-5C6F-DDE1F5A3FD25}"/>
                </a:ext>
              </a:extLst>
            </p:cNvPr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>
              <a:extLst>
                <a:ext uri="{FF2B5EF4-FFF2-40B4-BE49-F238E27FC236}">
                  <a16:creationId xmlns:a16="http://schemas.microsoft.com/office/drawing/2014/main" id="{99B2B236-65D7-7951-2DF9-894443B37776}"/>
                </a:ext>
              </a:extLst>
            </p:cNvPr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>
              <a:extLst>
                <a:ext uri="{FF2B5EF4-FFF2-40B4-BE49-F238E27FC236}">
                  <a16:creationId xmlns:a16="http://schemas.microsoft.com/office/drawing/2014/main" id="{396C352C-5C84-32D7-04AD-E4A2706C45C1}"/>
                </a:ext>
              </a:extLst>
            </p:cNvPr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>
              <a:extLst>
                <a:ext uri="{FF2B5EF4-FFF2-40B4-BE49-F238E27FC236}">
                  <a16:creationId xmlns:a16="http://schemas.microsoft.com/office/drawing/2014/main" id="{564A1044-5E4E-A3EA-C059-C6263519459D}"/>
                </a:ext>
              </a:extLst>
            </p:cNvPr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>
              <a:extLst>
                <a:ext uri="{FF2B5EF4-FFF2-40B4-BE49-F238E27FC236}">
                  <a16:creationId xmlns:a16="http://schemas.microsoft.com/office/drawing/2014/main" id="{5D069832-9AB6-C280-0126-AB2686BA85A8}"/>
                </a:ext>
              </a:extLst>
            </p:cNvPr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>
              <a:extLst>
                <a:ext uri="{FF2B5EF4-FFF2-40B4-BE49-F238E27FC236}">
                  <a16:creationId xmlns:a16="http://schemas.microsoft.com/office/drawing/2014/main" id="{9985110D-03BC-1935-D11B-74E4E4FABA21}"/>
                </a:ext>
              </a:extLst>
            </p:cNvPr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>
              <a:extLst>
                <a:ext uri="{FF2B5EF4-FFF2-40B4-BE49-F238E27FC236}">
                  <a16:creationId xmlns:a16="http://schemas.microsoft.com/office/drawing/2014/main" id="{474B95D4-4515-D63C-5142-943B050DC9FD}"/>
                </a:ext>
              </a:extLst>
            </p:cNvPr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>
              <a:extLst>
                <a:ext uri="{FF2B5EF4-FFF2-40B4-BE49-F238E27FC236}">
                  <a16:creationId xmlns:a16="http://schemas.microsoft.com/office/drawing/2014/main" id="{73373957-B279-9A8F-1D34-3EED107F262F}"/>
                </a:ext>
              </a:extLst>
            </p:cNvPr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>
              <a:extLst>
                <a:ext uri="{FF2B5EF4-FFF2-40B4-BE49-F238E27FC236}">
                  <a16:creationId xmlns:a16="http://schemas.microsoft.com/office/drawing/2014/main" id="{68CB53A4-C1AF-4666-4C43-CD6AD9167B25}"/>
                </a:ext>
              </a:extLst>
            </p:cNvPr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>
              <a:extLst>
                <a:ext uri="{FF2B5EF4-FFF2-40B4-BE49-F238E27FC236}">
                  <a16:creationId xmlns:a16="http://schemas.microsoft.com/office/drawing/2014/main" id="{2F7C6356-CD6E-176A-99C8-DEAEC5945D10}"/>
                </a:ext>
              </a:extLst>
            </p:cNvPr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>
              <a:extLst>
                <a:ext uri="{FF2B5EF4-FFF2-40B4-BE49-F238E27FC236}">
                  <a16:creationId xmlns:a16="http://schemas.microsoft.com/office/drawing/2014/main" id="{B77A9706-AE20-4B83-CB1E-9C5285AA7557}"/>
                </a:ext>
              </a:extLst>
            </p:cNvPr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>
              <a:extLst>
                <a:ext uri="{FF2B5EF4-FFF2-40B4-BE49-F238E27FC236}">
                  <a16:creationId xmlns:a16="http://schemas.microsoft.com/office/drawing/2014/main" id="{B3686DB0-720B-0BDA-6E86-1838DA9539F5}"/>
                </a:ext>
              </a:extLst>
            </p:cNvPr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>
              <a:extLst>
                <a:ext uri="{FF2B5EF4-FFF2-40B4-BE49-F238E27FC236}">
                  <a16:creationId xmlns:a16="http://schemas.microsoft.com/office/drawing/2014/main" id="{726CA440-DB10-9619-F5C6-EAE0330A8E82}"/>
                </a:ext>
              </a:extLst>
            </p:cNvPr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>
              <a:extLst>
                <a:ext uri="{FF2B5EF4-FFF2-40B4-BE49-F238E27FC236}">
                  <a16:creationId xmlns:a16="http://schemas.microsoft.com/office/drawing/2014/main" id="{478A9DBA-81AF-3526-C1F9-0CD92053113D}"/>
                </a:ext>
              </a:extLst>
            </p:cNvPr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>
              <a:extLst>
                <a:ext uri="{FF2B5EF4-FFF2-40B4-BE49-F238E27FC236}">
                  <a16:creationId xmlns:a16="http://schemas.microsoft.com/office/drawing/2014/main" id="{B86DA057-A94E-3F27-1ED6-C8231537BB6E}"/>
                </a:ext>
              </a:extLst>
            </p:cNvPr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>
              <a:extLst>
                <a:ext uri="{FF2B5EF4-FFF2-40B4-BE49-F238E27FC236}">
                  <a16:creationId xmlns:a16="http://schemas.microsoft.com/office/drawing/2014/main" id="{C169981D-B79F-7984-90F8-AAE648E74B3E}"/>
                </a:ext>
              </a:extLst>
            </p:cNvPr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>
              <a:extLst>
                <a:ext uri="{FF2B5EF4-FFF2-40B4-BE49-F238E27FC236}">
                  <a16:creationId xmlns:a16="http://schemas.microsoft.com/office/drawing/2014/main" id="{DA521959-9179-0ADE-0CC7-E356AF029824}"/>
                </a:ext>
              </a:extLst>
            </p:cNvPr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>
              <a:extLst>
                <a:ext uri="{FF2B5EF4-FFF2-40B4-BE49-F238E27FC236}">
                  <a16:creationId xmlns:a16="http://schemas.microsoft.com/office/drawing/2014/main" id="{CFA5A875-0BED-EE81-8C0C-DA7588DF5654}"/>
                </a:ext>
              </a:extLst>
            </p:cNvPr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>
              <a:extLst>
                <a:ext uri="{FF2B5EF4-FFF2-40B4-BE49-F238E27FC236}">
                  <a16:creationId xmlns:a16="http://schemas.microsoft.com/office/drawing/2014/main" id="{45FE05B9-FD02-B32A-AF60-26C827146439}"/>
                </a:ext>
              </a:extLst>
            </p:cNvPr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>
              <a:extLst>
                <a:ext uri="{FF2B5EF4-FFF2-40B4-BE49-F238E27FC236}">
                  <a16:creationId xmlns:a16="http://schemas.microsoft.com/office/drawing/2014/main" id="{F5447BE1-FC27-2C87-BFEB-836BCF01A334}"/>
                </a:ext>
              </a:extLst>
            </p:cNvPr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>
              <a:extLst>
                <a:ext uri="{FF2B5EF4-FFF2-40B4-BE49-F238E27FC236}">
                  <a16:creationId xmlns:a16="http://schemas.microsoft.com/office/drawing/2014/main" id="{70262786-D149-29B8-BE69-A5DBC3B0C55C}"/>
                </a:ext>
              </a:extLst>
            </p:cNvPr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>
              <a:extLst>
                <a:ext uri="{FF2B5EF4-FFF2-40B4-BE49-F238E27FC236}">
                  <a16:creationId xmlns:a16="http://schemas.microsoft.com/office/drawing/2014/main" id="{AADE40FE-0B77-4A68-533A-C1AECC333EEE}"/>
                </a:ext>
              </a:extLst>
            </p:cNvPr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>
              <a:extLst>
                <a:ext uri="{FF2B5EF4-FFF2-40B4-BE49-F238E27FC236}">
                  <a16:creationId xmlns:a16="http://schemas.microsoft.com/office/drawing/2014/main" id="{01040957-C2FA-F1BF-C17E-B0907070AA11}"/>
                </a:ext>
              </a:extLst>
            </p:cNvPr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>
              <a:extLst>
                <a:ext uri="{FF2B5EF4-FFF2-40B4-BE49-F238E27FC236}">
                  <a16:creationId xmlns:a16="http://schemas.microsoft.com/office/drawing/2014/main" id="{0F77A006-A320-8EEF-B0A9-83DE20427670}"/>
                </a:ext>
              </a:extLst>
            </p:cNvPr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>
              <a:extLst>
                <a:ext uri="{FF2B5EF4-FFF2-40B4-BE49-F238E27FC236}">
                  <a16:creationId xmlns:a16="http://schemas.microsoft.com/office/drawing/2014/main" id="{A8207BB0-2958-5157-4514-BC8DA3A6B05A}"/>
                </a:ext>
              </a:extLst>
            </p:cNvPr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>
              <a:extLst>
                <a:ext uri="{FF2B5EF4-FFF2-40B4-BE49-F238E27FC236}">
                  <a16:creationId xmlns:a16="http://schemas.microsoft.com/office/drawing/2014/main" id="{C3FEDEB9-56E3-2582-E927-12C916901F29}"/>
                </a:ext>
              </a:extLst>
            </p:cNvPr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>
              <a:extLst>
                <a:ext uri="{FF2B5EF4-FFF2-40B4-BE49-F238E27FC236}">
                  <a16:creationId xmlns:a16="http://schemas.microsoft.com/office/drawing/2014/main" id="{2CFFAEFF-9157-FFA8-B316-6A4B196758C6}"/>
                </a:ext>
              </a:extLst>
            </p:cNvPr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>
              <a:extLst>
                <a:ext uri="{FF2B5EF4-FFF2-40B4-BE49-F238E27FC236}">
                  <a16:creationId xmlns:a16="http://schemas.microsoft.com/office/drawing/2014/main" id="{A1688782-9CDF-AA8F-F02D-1ADF22F6C40B}"/>
                </a:ext>
              </a:extLst>
            </p:cNvPr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>
              <a:extLst>
                <a:ext uri="{FF2B5EF4-FFF2-40B4-BE49-F238E27FC236}">
                  <a16:creationId xmlns:a16="http://schemas.microsoft.com/office/drawing/2014/main" id="{BE064408-4DA8-00B9-54ED-53181BDC3EBB}"/>
                </a:ext>
              </a:extLst>
            </p:cNvPr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>
              <a:extLst>
                <a:ext uri="{FF2B5EF4-FFF2-40B4-BE49-F238E27FC236}">
                  <a16:creationId xmlns:a16="http://schemas.microsoft.com/office/drawing/2014/main" id="{0D95F2DE-6FF4-8B9B-773C-18F6D26699CE}"/>
                </a:ext>
              </a:extLst>
            </p:cNvPr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>
              <a:extLst>
                <a:ext uri="{FF2B5EF4-FFF2-40B4-BE49-F238E27FC236}">
                  <a16:creationId xmlns:a16="http://schemas.microsoft.com/office/drawing/2014/main" id="{B23FC71F-B17A-3FFB-229A-3A4AE26790EC}"/>
                </a:ext>
              </a:extLst>
            </p:cNvPr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>
              <a:extLst>
                <a:ext uri="{FF2B5EF4-FFF2-40B4-BE49-F238E27FC236}">
                  <a16:creationId xmlns:a16="http://schemas.microsoft.com/office/drawing/2014/main" id="{724D83BB-6C13-BCF1-7F7A-0BD4BF205646}"/>
                </a:ext>
              </a:extLst>
            </p:cNvPr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>
              <a:extLst>
                <a:ext uri="{FF2B5EF4-FFF2-40B4-BE49-F238E27FC236}">
                  <a16:creationId xmlns:a16="http://schemas.microsoft.com/office/drawing/2014/main" id="{EC2E2F5F-BB76-0A1C-6B5C-2702903EFE20}"/>
                </a:ext>
              </a:extLst>
            </p:cNvPr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>
              <a:extLst>
                <a:ext uri="{FF2B5EF4-FFF2-40B4-BE49-F238E27FC236}">
                  <a16:creationId xmlns:a16="http://schemas.microsoft.com/office/drawing/2014/main" id="{2D818896-5AA5-2DD3-1A3B-376FB3AE7024}"/>
                </a:ext>
              </a:extLst>
            </p:cNvPr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>
              <a:extLst>
                <a:ext uri="{FF2B5EF4-FFF2-40B4-BE49-F238E27FC236}">
                  <a16:creationId xmlns:a16="http://schemas.microsoft.com/office/drawing/2014/main" id="{143843C8-2E28-9016-A095-F9E14DF8243A}"/>
                </a:ext>
              </a:extLst>
            </p:cNvPr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>
              <a:extLst>
                <a:ext uri="{FF2B5EF4-FFF2-40B4-BE49-F238E27FC236}">
                  <a16:creationId xmlns:a16="http://schemas.microsoft.com/office/drawing/2014/main" id="{4A0365B4-35A7-820E-13E9-B4993F9A03FC}"/>
                </a:ext>
              </a:extLst>
            </p:cNvPr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>
              <a:extLst>
                <a:ext uri="{FF2B5EF4-FFF2-40B4-BE49-F238E27FC236}">
                  <a16:creationId xmlns:a16="http://schemas.microsoft.com/office/drawing/2014/main" id="{E4F62A97-56F1-4374-10F2-6FF2B151D0B7}"/>
                </a:ext>
              </a:extLst>
            </p:cNvPr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>
              <a:extLst>
                <a:ext uri="{FF2B5EF4-FFF2-40B4-BE49-F238E27FC236}">
                  <a16:creationId xmlns:a16="http://schemas.microsoft.com/office/drawing/2014/main" id="{657DA543-6CF0-5E09-BA68-4595A5A14D68}"/>
                </a:ext>
              </a:extLst>
            </p:cNvPr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>
              <a:extLst>
                <a:ext uri="{FF2B5EF4-FFF2-40B4-BE49-F238E27FC236}">
                  <a16:creationId xmlns:a16="http://schemas.microsoft.com/office/drawing/2014/main" id="{AB6ABCF6-EEAE-5F12-A99C-C68A019812AA}"/>
                </a:ext>
              </a:extLst>
            </p:cNvPr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>
              <a:extLst>
                <a:ext uri="{FF2B5EF4-FFF2-40B4-BE49-F238E27FC236}">
                  <a16:creationId xmlns:a16="http://schemas.microsoft.com/office/drawing/2014/main" id="{FE15AED9-7EB2-6309-21D4-57ADE5F92BFD}"/>
                </a:ext>
              </a:extLst>
            </p:cNvPr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>
              <a:extLst>
                <a:ext uri="{FF2B5EF4-FFF2-40B4-BE49-F238E27FC236}">
                  <a16:creationId xmlns:a16="http://schemas.microsoft.com/office/drawing/2014/main" id="{31D24AB9-21F3-43DC-2BE3-AAA1093AD71D}"/>
                </a:ext>
              </a:extLst>
            </p:cNvPr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>
              <a:extLst>
                <a:ext uri="{FF2B5EF4-FFF2-40B4-BE49-F238E27FC236}">
                  <a16:creationId xmlns:a16="http://schemas.microsoft.com/office/drawing/2014/main" id="{71D0CC64-097A-6E31-5343-EBD9965D31C0}"/>
                </a:ext>
              </a:extLst>
            </p:cNvPr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>
              <a:extLst>
                <a:ext uri="{FF2B5EF4-FFF2-40B4-BE49-F238E27FC236}">
                  <a16:creationId xmlns:a16="http://schemas.microsoft.com/office/drawing/2014/main" id="{674A54E2-067D-8DAE-8FE3-DBA584F23FB6}"/>
                </a:ext>
              </a:extLst>
            </p:cNvPr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>
              <a:extLst>
                <a:ext uri="{FF2B5EF4-FFF2-40B4-BE49-F238E27FC236}">
                  <a16:creationId xmlns:a16="http://schemas.microsoft.com/office/drawing/2014/main" id="{D9197B85-71E6-5349-4A4F-8C2D60565982}"/>
                </a:ext>
              </a:extLst>
            </p:cNvPr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>
              <a:extLst>
                <a:ext uri="{FF2B5EF4-FFF2-40B4-BE49-F238E27FC236}">
                  <a16:creationId xmlns:a16="http://schemas.microsoft.com/office/drawing/2014/main" id="{98BCED1E-7CF9-641E-C5E3-FB696333D23F}"/>
                </a:ext>
              </a:extLst>
            </p:cNvPr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>
              <a:extLst>
                <a:ext uri="{FF2B5EF4-FFF2-40B4-BE49-F238E27FC236}">
                  <a16:creationId xmlns:a16="http://schemas.microsoft.com/office/drawing/2014/main" id="{3184EF4F-95B1-1904-9EF5-17F88BAC84DC}"/>
                </a:ext>
              </a:extLst>
            </p:cNvPr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>
              <a:extLst>
                <a:ext uri="{FF2B5EF4-FFF2-40B4-BE49-F238E27FC236}">
                  <a16:creationId xmlns:a16="http://schemas.microsoft.com/office/drawing/2014/main" id="{FC8FB81A-9F21-84AF-CC41-03A698677FE8}"/>
                </a:ext>
              </a:extLst>
            </p:cNvPr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>
              <a:extLst>
                <a:ext uri="{FF2B5EF4-FFF2-40B4-BE49-F238E27FC236}">
                  <a16:creationId xmlns:a16="http://schemas.microsoft.com/office/drawing/2014/main" id="{564E4C0F-EBEB-E806-C2DB-98BC82772429}"/>
                </a:ext>
              </a:extLst>
            </p:cNvPr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>
              <a:extLst>
                <a:ext uri="{FF2B5EF4-FFF2-40B4-BE49-F238E27FC236}">
                  <a16:creationId xmlns:a16="http://schemas.microsoft.com/office/drawing/2014/main" id="{239EEB76-FE88-2EC1-EF01-BEADCEC80870}"/>
                </a:ext>
              </a:extLst>
            </p:cNvPr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>
              <a:extLst>
                <a:ext uri="{FF2B5EF4-FFF2-40B4-BE49-F238E27FC236}">
                  <a16:creationId xmlns:a16="http://schemas.microsoft.com/office/drawing/2014/main" id="{C60E78F5-9031-BCD4-5855-1A4FE4F57DDD}"/>
                </a:ext>
              </a:extLst>
            </p:cNvPr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>
              <a:extLst>
                <a:ext uri="{FF2B5EF4-FFF2-40B4-BE49-F238E27FC236}">
                  <a16:creationId xmlns:a16="http://schemas.microsoft.com/office/drawing/2014/main" id="{1923EA71-ADFE-7AFE-550D-EB5BCDF36BD9}"/>
                </a:ext>
              </a:extLst>
            </p:cNvPr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>
              <a:extLst>
                <a:ext uri="{FF2B5EF4-FFF2-40B4-BE49-F238E27FC236}">
                  <a16:creationId xmlns:a16="http://schemas.microsoft.com/office/drawing/2014/main" id="{46F6F6D4-A380-7BA8-4E55-847A7686929F}"/>
                </a:ext>
              </a:extLst>
            </p:cNvPr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>
              <a:extLst>
                <a:ext uri="{FF2B5EF4-FFF2-40B4-BE49-F238E27FC236}">
                  <a16:creationId xmlns:a16="http://schemas.microsoft.com/office/drawing/2014/main" id="{67ED103A-1A71-605F-D57E-B73C17BD0AF8}"/>
                </a:ext>
              </a:extLst>
            </p:cNvPr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>
              <a:extLst>
                <a:ext uri="{FF2B5EF4-FFF2-40B4-BE49-F238E27FC236}">
                  <a16:creationId xmlns:a16="http://schemas.microsoft.com/office/drawing/2014/main" id="{1F7AB449-92F2-6A23-2138-EE7F68A1088D}"/>
                </a:ext>
              </a:extLst>
            </p:cNvPr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>
              <a:extLst>
                <a:ext uri="{FF2B5EF4-FFF2-40B4-BE49-F238E27FC236}">
                  <a16:creationId xmlns:a16="http://schemas.microsoft.com/office/drawing/2014/main" id="{9EB35DF5-85F7-97C9-3700-BFF7908E7240}"/>
                </a:ext>
              </a:extLst>
            </p:cNvPr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>
              <a:extLst>
                <a:ext uri="{FF2B5EF4-FFF2-40B4-BE49-F238E27FC236}">
                  <a16:creationId xmlns:a16="http://schemas.microsoft.com/office/drawing/2014/main" id="{1F49BADD-E14A-48FC-7680-E669D4871344}"/>
                </a:ext>
              </a:extLst>
            </p:cNvPr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>
              <a:extLst>
                <a:ext uri="{FF2B5EF4-FFF2-40B4-BE49-F238E27FC236}">
                  <a16:creationId xmlns:a16="http://schemas.microsoft.com/office/drawing/2014/main" id="{07F6E47C-A639-F287-0655-D0D84F780C70}"/>
                </a:ext>
              </a:extLst>
            </p:cNvPr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>
              <a:extLst>
                <a:ext uri="{FF2B5EF4-FFF2-40B4-BE49-F238E27FC236}">
                  <a16:creationId xmlns:a16="http://schemas.microsoft.com/office/drawing/2014/main" id="{A4DD1268-80F4-7214-77E2-865AE07F9171}"/>
                </a:ext>
              </a:extLst>
            </p:cNvPr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>
              <a:extLst>
                <a:ext uri="{FF2B5EF4-FFF2-40B4-BE49-F238E27FC236}">
                  <a16:creationId xmlns:a16="http://schemas.microsoft.com/office/drawing/2014/main" id="{9C6FBE4D-DE6D-95CA-1446-7C90FE310E05}"/>
                </a:ext>
              </a:extLst>
            </p:cNvPr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>
              <a:extLst>
                <a:ext uri="{FF2B5EF4-FFF2-40B4-BE49-F238E27FC236}">
                  <a16:creationId xmlns:a16="http://schemas.microsoft.com/office/drawing/2014/main" id="{5442CEC6-9EA4-96E5-9A3B-5DF64F300169}"/>
                </a:ext>
              </a:extLst>
            </p:cNvPr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>
              <a:extLst>
                <a:ext uri="{FF2B5EF4-FFF2-40B4-BE49-F238E27FC236}">
                  <a16:creationId xmlns:a16="http://schemas.microsoft.com/office/drawing/2014/main" id="{5DE18DB7-5EF4-DBD6-E65B-CEF37A1C3ABA}"/>
                </a:ext>
              </a:extLst>
            </p:cNvPr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>
              <a:extLst>
                <a:ext uri="{FF2B5EF4-FFF2-40B4-BE49-F238E27FC236}">
                  <a16:creationId xmlns:a16="http://schemas.microsoft.com/office/drawing/2014/main" id="{4217D87B-586F-5304-53E0-B161A7192242}"/>
                </a:ext>
              </a:extLst>
            </p:cNvPr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>
              <a:extLst>
                <a:ext uri="{FF2B5EF4-FFF2-40B4-BE49-F238E27FC236}">
                  <a16:creationId xmlns:a16="http://schemas.microsoft.com/office/drawing/2014/main" id="{11E733CC-6BF8-4DC5-E172-9F545C27D276}"/>
                </a:ext>
              </a:extLst>
            </p:cNvPr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>
              <a:extLst>
                <a:ext uri="{FF2B5EF4-FFF2-40B4-BE49-F238E27FC236}">
                  <a16:creationId xmlns:a16="http://schemas.microsoft.com/office/drawing/2014/main" id="{8103BFED-257A-84B2-2842-10ED2A6FE3A7}"/>
                </a:ext>
              </a:extLst>
            </p:cNvPr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>
              <a:extLst>
                <a:ext uri="{FF2B5EF4-FFF2-40B4-BE49-F238E27FC236}">
                  <a16:creationId xmlns:a16="http://schemas.microsoft.com/office/drawing/2014/main" id="{4859946B-CE8A-5457-0EDF-1A9C4CF423CC}"/>
                </a:ext>
              </a:extLst>
            </p:cNvPr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>
              <a:extLst>
                <a:ext uri="{FF2B5EF4-FFF2-40B4-BE49-F238E27FC236}">
                  <a16:creationId xmlns:a16="http://schemas.microsoft.com/office/drawing/2014/main" id="{B37F4A5C-6794-11E0-98F3-E6731DA9209B}"/>
                </a:ext>
              </a:extLst>
            </p:cNvPr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>
              <a:extLst>
                <a:ext uri="{FF2B5EF4-FFF2-40B4-BE49-F238E27FC236}">
                  <a16:creationId xmlns:a16="http://schemas.microsoft.com/office/drawing/2014/main" id="{31AFD118-AC61-2F15-686C-B5F271085C31}"/>
                </a:ext>
              </a:extLst>
            </p:cNvPr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>
              <a:extLst>
                <a:ext uri="{FF2B5EF4-FFF2-40B4-BE49-F238E27FC236}">
                  <a16:creationId xmlns:a16="http://schemas.microsoft.com/office/drawing/2014/main" id="{93E87436-015E-71A7-D133-0B7B67EE26C8}"/>
                </a:ext>
              </a:extLst>
            </p:cNvPr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>
              <a:extLst>
                <a:ext uri="{FF2B5EF4-FFF2-40B4-BE49-F238E27FC236}">
                  <a16:creationId xmlns:a16="http://schemas.microsoft.com/office/drawing/2014/main" id="{0D57325C-80EF-1CA3-68C6-1C602DBDD830}"/>
                </a:ext>
              </a:extLst>
            </p:cNvPr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>
              <a:extLst>
                <a:ext uri="{FF2B5EF4-FFF2-40B4-BE49-F238E27FC236}">
                  <a16:creationId xmlns:a16="http://schemas.microsoft.com/office/drawing/2014/main" id="{7D6CE2B5-09FC-8788-4FB7-FAEE47D9D1CB}"/>
                </a:ext>
              </a:extLst>
            </p:cNvPr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>
              <a:extLst>
                <a:ext uri="{FF2B5EF4-FFF2-40B4-BE49-F238E27FC236}">
                  <a16:creationId xmlns:a16="http://schemas.microsoft.com/office/drawing/2014/main" id="{A3119997-BA2A-40CB-1891-1648F2F66668}"/>
                </a:ext>
              </a:extLst>
            </p:cNvPr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>
              <a:extLst>
                <a:ext uri="{FF2B5EF4-FFF2-40B4-BE49-F238E27FC236}">
                  <a16:creationId xmlns:a16="http://schemas.microsoft.com/office/drawing/2014/main" id="{342F3BC1-1DB9-4D20-1C01-F0070ECDD88B}"/>
                </a:ext>
              </a:extLst>
            </p:cNvPr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>
              <a:extLst>
                <a:ext uri="{FF2B5EF4-FFF2-40B4-BE49-F238E27FC236}">
                  <a16:creationId xmlns:a16="http://schemas.microsoft.com/office/drawing/2014/main" id="{76C2F2B5-736F-97E9-D2CB-05E85FA42331}"/>
                </a:ext>
              </a:extLst>
            </p:cNvPr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>
              <a:extLst>
                <a:ext uri="{FF2B5EF4-FFF2-40B4-BE49-F238E27FC236}">
                  <a16:creationId xmlns:a16="http://schemas.microsoft.com/office/drawing/2014/main" id="{5F708B51-F267-7EE8-F75C-00FE444658E4}"/>
                </a:ext>
              </a:extLst>
            </p:cNvPr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>
              <a:extLst>
                <a:ext uri="{FF2B5EF4-FFF2-40B4-BE49-F238E27FC236}">
                  <a16:creationId xmlns:a16="http://schemas.microsoft.com/office/drawing/2014/main" id="{C339575D-D808-80CD-0AE9-71CD7B978FE4}"/>
                </a:ext>
              </a:extLst>
            </p:cNvPr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>
              <a:extLst>
                <a:ext uri="{FF2B5EF4-FFF2-40B4-BE49-F238E27FC236}">
                  <a16:creationId xmlns:a16="http://schemas.microsoft.com/office/drawing/2014/main" id="{667AF7E8-5566-357E-E42B-FAA9DA48EEDE}"/>
                </a:ext>
              </a:extLst>
            </p:cNvPr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>
              <a:extLst>
                <a:ext uri="{FF2B5EF4-FFF2-40B4-BE49-F238E27FC236}">
                  <a16:creationId xmlns:a16="http://schemas.microsoft.com/office/drawing/2014/main" id="{E17D9B9A-1E49-8C3A-51FF-65B963DBE100}"/>
                </a:ext>
              </a:extLst>
            </p:cNvPr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>
              <a:extLst>
                <a:ext uri="{FF2B5EF4-FFF2-40B4-BE49-F238E27FC236}">
                  <a16:creationId xmlns:a16="http://schemas.microsoft.com/office/drawing/2014/main" id="{9952E4C8-98CD-AF32-A00C-F50B2FAF25C4}"/>
                </a:ext>
              </a:extLst>
            </p:cNvPr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>
              <a:extLst>
                <a:ext uri="{FF2B5EF4-FFF2-40B4-BE49-F238E27FC236}">
                  <a16:creationId xmlns:a16="http://schemas.microsoft.com/office/drawing/2014/main" id="{6F254E45-A5C4-D42D-AF52-BA549094F293}"/>
                </a:ext>
              </a:extLst>
            </p:cNvPr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>
              <a:extLst>
                <a:ext uri="{FF2B5EF4-FFF2-40B4-BE49-F238E27FC236}">
                  <a16:creationId xmlns:a16="http://schemas.microsoft.com/office/drawing/2014/main" id="{18E80831-E49B-5A68-A60B-FCCBC521567C}"/>
                </a:ext>
              </a:extLst>
            </p:cNvPr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>
              <a:extLst>
                <a:ext uri="{FF2B5EF4-FFF2-40B4-BE49-F238E27FC236}">
                  <a16:creationId xmlns:a16="http://schemas.microsoft.com/office/drawing/2014/main" id="{97464C4A-ED09-0448-7AD4-1DF35FC26400}"/>
                </a:ext>
              </a:extLst>
            </p:cNvPr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>
              <a:extLst>
                <a:ext uri="{FF2B5EF4-FFF2-40B4-BE49-F238E27FC236}">
                  <a16:creationId xmlns:a16="http://schemas.microsoft.com/office/drawing/2014/main" id="{B0E64BBF-6321-9C26-65FA-FD721304D6CD}"/>
                </a:ext>
              </a:extLst>
            </p:cNvPr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>
              <a:extLst>
                <a:ext uri="{FF2B5EF4-FFF2-40B4-BE49-F238E27FC236}">
                  <a16:creationId xmlns:a16="http://schemas.microsoft.com/office/drawing/2014/main" id="{BAFACCDD-C2B0-CEB1-3E91-C4C46B2069CD}"/>
                </a:ext>
              </a:extLst>
            </p:cNvPr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>
              <a:extLst>
                <a:ext uri="{FF2B5EF4-FFF2-40B4-BE49-F238E27FC236}">
                  <a16:creationId xmlns:a16="http://schemas.microsoft.com/office/drawing/2014/main" id="{11F03B16-4417-8D5D-456D-4C7360041922}"/>
                </a:ext>
              </a:extLst>
            </p:cNvPr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>
              <a:extLst>
                <a:ext uri="{FF2B5EF4-FFF2-40B4-BE49-F238E27FC236}">
                  <a16:creationId xmlns:a16="http://schemas.microsoft.com/office/drawing/2014/main" id="{40FFE66B-CA09-6687-1B21-D4B023A54905}"/>
                </a:ext>
              </a:extLst>
            </p:cNvPr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>
              <a:extLst>
                <a:ext uri="{FF2B5EF4-FFF2-40B4-BE49-F238E27FC236}">
                  <a16:creationId xmlns:a16="http://schemas.microsoft.com/office/drawing/2014/main" id="{C4E75900-B1AC-CC5F-B9CD-5D2B8942C899}"/>
                </a:ext>
              </a:extLst>
            </p:cNvPr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>
              <a:extLst>
                <a:ext uri="{FF2B5EF4-FFF2-40B4-BE49-F238E27FC236}">
                  <a16:creationId xmlns:a16="http://schemas.microsoft.com/office/drawing/2014/main" id="{9053945E-F3B4-4F9F-8A52-15302E22A222}"/>
                </a:ext>
              </a:extLst>
            </p:cNvPr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>
              <a:extLst>
                <a:ext uri="{FF2B5EF4-FFF2-40B4-BE49-F238E27FC236}">
                  <a16:creationId xmlns:a16="http://schemas.microsoft.com/office/drawing/2014/main" id="{5FAC0173-D5FA-8B73-F330-231DF4DB7D3A}"/>
                </a:ext>
              </a:extLst>
            </p:cNvPr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>
              <a:extLst>
                <a:ext uri="{FF2B5EF4-FFF2-40B4-BE49-F238E27FC236}">
                  <a16:creationId xmlns:a16="http://schemas.microsoft.com/office/drawing/2014/main" id="{8839F07D-C468-FA6B-8806-D3C3881DB4C3}"/>
                </a:ext>
              </a:extLst>
            </p:cNvPr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>
              <a:extLst>
                <a:ext uri="{FF2B5EF4-FFF2-40B4-BE49-F238E27FC236}">
                  <a16:creationId xmlns:a16="http://schemas.microsoft.com/office/drawing/2014/main" id="{66DE6E92-F397-A77E-9047-DF507E8053E5}"/>
                </a:ext>
              </a:extLst>
            </p:cNvPr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>
              <a:extLst>
                <a:ext uri="{FF2B5EF4-FFF2-40B4-BE49-F238E27FC236}">
                  <a16:creationId xmlns:a16="http://schemas.microsoft.com/office/drawing/2014/main" id="{97496065-4E2D-CA88-6499-001C4591524A}"/>
                </a:ext>
              </a:extLst>
            </p:cNvPr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>
              <a:extLst>
                <a:ext uri="{FF2B5EF4-FFF2-40B4-BE49-F238E27FC236}">
                  <a16:creationId xmlns:a16="http://schemas.microsoft.com/office/drawing/2014/main" id="{46181896-8F77-A47F-098C-51D0F9D1EA16}"/>
                </a:ext>
              </a:extLst>
            </p:cNvPr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>
              <a:extLst>
                <a:ext uri="{FF2B5EF4-FFF2-40B4-BE49-F238E27FC236}">
                  <a16:creationId xmlns:a16="http://schemas.microsoft.com/office/drawing/2014/main" id="{BFB5ECE1-B7D0-2C92-99E2-6B58ED215183}"/>
                </a:ext>
              </a:extLst>
            </p:cNvPr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>
              <a:extLst>
                <a:ext uri="{FF2B5EF4-FFF2-40B4-BE49-F238E27FC236}">
                  <a16:creationId xmlns:a16="http://schemas.microsoft.com/office/drawing/2014/main" id="{509BC41F-DEDF-E5F3-323C-28191E3183ED}"/>
                </a:ext>
              </a:extLst>
            </p:cNvPr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>
              <a:extLst>
                <a:ext uri="{FF2B5EF4-FFF2-40B4-BE49-F238E27FC236}">
                  <a16:creationId xmlns:a16="http://schemas.microsoft.com/office/drawing/2014/main" id="{8784DF7F-B85E-A886-63B3-D8672AA9170A}"/>
                </a:ext>
              </a:extLst>
            </p:cNvPr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>
              <a:extLst>
                <a:ext uri="{FF2B5EF4-FFF2-40B4-BE49-F238E27FC236}">
                  <a16:creationId xmlns:a16="http://schemas.microsoft.com/office/drawing/2014/main" id="{739CC143-B339-2782-DB07-CEDFCBB43290}"/>
                </a:ext>
              </a:extLst>
            </p:cNvPr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>
              <a:extLst>
                <a:ext uri="{FF2B5EF4-FFF2-40B4-BE49-F238E27FC236}">
                  <a16:creationId xmlns:a16="http://schemas.microsoft.com/office/drawing/2014/main" id="{473E53E8-1BED-F393-01B1-EA583000FEB0}"/>
                </a:ext>
              </a:extLst>
            </p:cNvPr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>
              <a:extLst>
                <a:ext uri="{FF2B5EF4-FFF2-40B4-BE49-F238E27FC236}">
                  <a16:creationId xmlns:a16="http://schemas.microsoft.com/office/drawing/2014/main" id="{51221F68-C57B-C55E-5942-85844BE238E2}"/>
                </a:ext>
              </a:extLst>
            </p:cNvPr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>
              <a:extLst>
                <a:ext uri="{FF2B5EF4-FFF2-40B4-BE49-F238E27FC236}">
                  <a16:creationId xmlns:a16="http://schemas.microsoft.com/office/drawing/2014/main" id="{31214D20-73E5-5627-A6D2-1BBBC415C102}"/>
                </a:ext>
              </a:extLst>
            </p:cNvPr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>
              <a:extLst>
                <a:ext uri="{FF2B5EF4-FFF2-40B4-BE49-F238E27FC236}">
                  <a16:creationId xmlns:a16="http://schemas.microsoft.com/office/drawing/2014/main" id="{6558831F-A0A6-9C54-DFEE-D52403B1D45B}"/>
                </a:ext>
              </a:extLst>
            </p:cNvPr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>
              <a:extLst>
                <a:ext uri="{FF2B5EF4-FFF2-40B4-BE49-F238E27FC236}">
                  <a16:creationId xmlns:a16="http://schemas.microsoft.com/office/drawing/2014/main" id="{BEADAAD1-968C-3849-B762-36B6DA064477}"/>
                </a:ext>
              </a:extLst>
            </p:cNvPr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>
              <a:extLst>
                <a:ext uri="{FF2B5EF4-FFF2-40B4-BE49-F238E27FC236}">
                  <a16:creationId xmlns:a16="http://schemas.microsoft.com/office/drawing/2014/main" id="{10E4306F-CE7E-39F1-629B-EA8B3F3149C0}"/>
                </a:ext>
              </a:extLst>
            </p:cNvPr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>
              <a:extLst>
                <a:ext uri="{FF2B5EF4-FFF2-40B4-BE49-F238E27FC236}">
                  <a16:creationId xmlns:a16="http://schemas.microsoft.com/office/drawing/2014/main" id="{D04D27BD-EEE5-0014-D616-BFE515D6D768}"/>
                </a:ext>
              </a:extLst>
            </p:cNvPr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>
              <a:extLst>
                <a:ext uri="{FF2B5EF4-FFF2-40B4-BE49-F238E27FC236}">
                  <a16:creationId xmlns:a16="http://schemas.microsoft.com/office/drawing/2014/main" id="{83E639F5-A9D9-0F79-BCC9-4FF6E5E362C0}"/>
                </a:ext>
              </a:extLst>
            </p:cNvPr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>
              <a:extLst>
                <a:ext uri="{FF2B5EF4-FFF2-40B4-BE49-F238E27FC236}">
                  <a16:creationId xmlns:a16="http://schemas.microsoft.com/office/drawing/2014/main" id="{CBD30C26-0A29-3CCB-B672-67FD7B580F55}"/>
                </a:ext>
              </a:extLst>
            </p:cNvPr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>
              <a:extLst>
                <a:ext uri="{FF2B5EF4-FFF2-40B4-BE49-F238E27FC236}">
                  <a16:creationId xmlns:a16="http://schemas.microsoft.com/office/drawing/2014/main" id="{62D3C37B-0003-22DD-A294-6D6CCD5A1B69}"/>
                </a:ext>
              </a:extLst>
            </p:cNvPr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>
              <a:extLst>
                <a:ext uri="{FF2B5EF4-FFF2-40B4-BE49-F238E27FC236}">
                  <a16:creationId xmlns:a16="http://schemas.microsoft.com/office/drawing/2014/main" id="{252EDDD7-4916-1D70-AE4D-882736E9939F}"/>
                </a:ext>
              </a:extLst>
            </p:cNvPr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>
              <a:extLst>
                <a:ext uri="{FF2B5EF4-FFF2-40B4-BE49-F238E27FC236}">
                  <a16:creationId xmlns:a16="http://schemas.microsoft.com/office/drawing/2014/main" id="{6C5D1AA5-EBCD-C153-F1D3-6F761E3CA13E}"/>
                </a:ext>
              </a:extLst>
            </p:cNvPr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>
              <a:extLst>
                <a:ext uri="{FF2B5EF4-FFF2-40B4-BE49-F238E27FC236}">
                  <a16:creationId xmlns:a16="http://schemas.microsoft.com/office/drawing/2014/main" id="{4D767D02-EE75-7A62-D9DE-36A6F9E3135C}"/>
                </a:ext>
              </a:extLst>
            </p:cNvPr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>
              <a:extLst>
                <a:ext uri="{FF2B5EF4-FFF2-40B4-BE49-F238E27FC236}">
                  <a16:creationId xmlns:a16="http://schemas.microsoft.com/office/drawing/2014/main" id="{745BDF66-C1D2-75C6-6D21-625FCEE62600}"/>
                </a:ext>
              </a:extLst>
            </p:cNvPr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>
              <a:extLst>
                <a:ext uri="{FF2B5EF4-FFF2-40B4-BE49-F238E27FC236}">
                  <a16:creationId xmlns:a16="http://schemas.microsoft.com/office/drawing/2014/main" id="{C5981C45-9F69-2F90-1DEA-3D95D64BDAF7}"/>
                </a:ext>
              </a:extLst>
            </p:cNvPr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>
              <a:extLst>
                <a:ext uri="{FF2B5EF4-FFF2-40B4-BE49-F238E27FC236}">
                  <a16:creationId xmlns:a16="http://schemas.microsoft.com/office/drawing/2014/main" id="{A7E2B27D-D823-39BB-AD76-57FE83833AF9}"/>
                </a:ext>
              </a:extLst>
            </p:cNvPr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>
              <a:extLst>
                <a:ext uri="{FF2B5EF4-FFF2-40B4-BE49-F238E27FC236}">
                  <a16:creationId xmlns:a16="http://schemas.microsoft.com/office/drawing/2014/main" id="{1A2ABB70-0011-DBEE-8076-EBBBE6EC9A06}"/>
                </a:ext>
              </a:extLst>
            </p:cNvPr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>
              <a:extLst>
                <a:ext uri="{FF2B5EF4-FFF2-40B4-BE49-F238E27FC236}">
                  <a16:creationId xmlns:a16="http://schemas.microsoft.com/office/drawing/2014/main" id="{DE78AFE5-AD7D-F842-BEE1-3F4E36025FF6}"/>
                </a:ext>
              </a:extLst>
            </p:cNvPr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>
              <a:extLst>
                <a:ext uri="{FF2B5EF4-FFF2-40B4-BE49-F238E27FC236}">
                  <a16:creationId xmlns:a16="http://schemas.microsoft.com/office/drawing/2014/main" id="{C4A3FAC9-44C7-6A3A-6A14-1A66C4FE6924}"/>
                </a:ext>
              </a:extLst>
            </p:cNvPr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>
              <a:extLst>
                <a:ext uri="{FF2B5EF4-FFF2-40B4-BE49-F238E27FC236}">
                  <a16:creationId xmlns:a16="http://schemas.microsoft.com/office/drawing/2014/main" id="{25193ACF-175D-E01C-01B5-6A387E5306EB}"/>
                </a:ext>
              </a:extLst>
            </p:cNvPr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>
              <a:extLst>
                <a:ext uri="{FF2B5EF4-FFF2-40B4-BE49-F238E27FC236}">
                  <a16:creationId xmlns:a16="http://schemas.microsoft.com/office/drawing/2014/main" id="{9CDE70C1-A1E1-841E-C87C-A2B7A4ED543A}"/>
                </a:ext>
              </a:extLst>
            </p:cNvPr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>
              <a:extLst>
                <a:ext uri="{FF2B5EF4-FFF2-40B4-BE49-F238E27FC236}">
                  <a16:creationId xmlns:a16="http://schemas.microsoft.com/office/drawing/2014/main" id="{2D2CA069-C2C1-42FB-D037-400111F21CBA}"/>
                </a:ext>
              </a:extLst>
            </p:cNvPr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>
              <a:extLst>
                <a:ext uri="{FF2B5EF4-FFF2-40B4-BE49-F238E27FC236}">
                  <a16:creationId xmlns:a16="http://schemas.microsoft.com/office/drawing/2014/main" id="{7217D0C8-D95C-7695-AD7B-FC9D5EEAFBE8}"/>
                </a:ext>
              </a:extLst>
            </p:cNvPr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>
              <a:extLst>
                <a:ext uri="{FF2B5EF4-FFF2-40B4-BE49-F238E27FC236}">
                  <a16:creationId xmlns:a16="http://schemas.microsoft.com/office/drawing/2014/main" id="{8AB0A3CE-0757-C050-E2A2-E6079B224C97}"/>
                </a:ext>
              </a:extLst>
            </p:cNvPr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>
              <a:extLst>
                <a:ext uri="{FF2B5EF4-FFF2-40B4-BE49-F238E27FC236}">
                  <a16:creationId xmlns:a16="http://schemas.microsoft.com/office/drawing/2014/main" id="{9123C02E-C679-89FD-543B-14A6B1BFE93D}"/>
                </a:ext>
              </a:extLst>
            </p:cNvPr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>
              <a:extLst>
                <a:ext uri="{FF2B5EF4-FFF2-40B4-BE49-F238E27FC236}">
                  <a16:creationId xmlns:a16="http://schemas.microsoft.com/office/drawing/2014/main" id="{199F2DAA-08C1-79BC-F85B-82014DCD4E39}"/>
                </a:ext>
              </a:extLst>
            </p:cNvPr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>
              <a:extLst>
                <a:ext uri="{FF2B5EF4-FFF2-40B4-BE49-F238E27FC236}">
                  <a16:creationId xmlns:a16="http://schemas.microsoft.com/office/drawing/2014/main" id="{C27D1C01-9317-0E3D-7752-CE02B01BE318}"/>
                </a:ext>
              </a:extLst>
            </p:cNvPr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>
              <a:extLst>
                <a:ext uri="{FF2B5EF4-FFF2-40B4-BE49-F238E27FC236}">
                  <a16:creationId xmlns:a16="http://schemas.microsoft.com/office/drawing/2014/main" id="{DE65D249-C115-0E0E-5048-0B768D12E2CB}"/>
                </a:ext>
              </a:extLst>
            </p:cNvPr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>
              <a:extLst>
                <a:ext uri="{FF2B5EF4-FFF2-40B4-BE49-F238E27FC236}">
                  <a16:creationId xmlns:a16="http://schemas.microsoft.com/office/drawing/2014/main" id="{E50B449E-727A-3FD4-A8F0-11C2734990A5}"/>
                </a:ext>
              </a:extLst>
            </p:cNvPr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>
              <a:extLst>
                <a:ext uri="{FF2B5EF4-FFF2-40B4-BE49-F238E27FC236}">
                  <a16:creationId xmlns:a16="http://schemas.microsoft.com/office/drawing/2014/main" id="{9E5E3531-7C49-E805-DED4-04858F03AE2E}"/>
                </a:ext>
              </a:extLst>
            </p:cNvPr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>
              <a:extLst>
                <a:ext uri="{FF2B5EF4-FFF2-40B4-BE49-F238E27FC236}">
                  <a16:creationId xmlns:a16="http://schemas.microsoft.com/office/drawing/2014/main" id="{5C6EC885-D42A-E3EC-542F-28AF95398475}"/>
                </a:ext>
              </a:extLst>
            </p:cNvPr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>
              <a:extLst>
                <a:ext uri="{FF2B5EF4-FFF2-40B4-BE49-F238E27FC236}">
                  <a16:creationId xmlns:a16="http://schemas.microsoft.com/office/drawing/2014/main" id="{E138EDB7-63A3-8565-970D-857A0E17883D}"/>
                </a:ext>
              </a:extLst>
            </p:cNvPr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>
              <a:extLst>
                <a:ext uri="{FF2B5EF4-FFF2-40B4-BE49-F238E27FC236}">
                  <a16:creationId xmlns:a16="http://schemas.microsoft.com/office/drawing/2014/main" id="{AF49009E-4D49-C571-4A22-6035BF0C1E2E}"/>
                </a:ext>
              </a:extLst>
            </p:cNvPr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>
              <a:extLst>
                <a:ext uri="{FF2B5EF4-FFF2-40B4-BE49-F238E27FC236}">
                  <a16:creationId xmlns:a16="http://schemas.microsoft.com/office/drawing/2014/main" id="{F6F50F29-70D4-AF11-896A-25AE611092F7}"/>
                </a:ext>
              </a:extLst>
            </p:cNvPr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>
              <a:extLst>
                <a:ext uri="{FF2B5EF4-FFF2-40B4-BE49-F238E27FC236}">
                  <a16:creationId xmlns:a16="http://schemas.microsoft.com/office/drawing/2014/main" id="{75C12667-BAA4-3275-929E-D6D1BA1FC728}"/>
                </a:ext>
              </a:extLst>
            </p:cNvPr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>
              <a:extLst>
                <a:ext uri="{FF2B5EF4-FFF2-40B4-BE49-F238E27FC236}">
                  <a16:creationId xmlns:a16="http://schemas.microsoft.com/office/drawing/2014/main" id="{A80C93CA-7557-E28A-0A14-F4FFD38F5688}"/>
                </a:ext>
              </a:extLst>
            </p:cNvPr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>
              <a:extLst>
                <a:ext uri="{FF2B5EF4-FFF2-40B4-BE49-F238E27FC236}">
                  <a16:creationId xmlns:a16="http://schemas.microsoft.com/office/drawing/2014/main" id="{F985E304-7966-796E-E8C0-FA2A38F11ADC}"/>
                </a:ext>
              </a:extLst>
            </p:cNvPr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>
              <a:extLst>
                <a:ext uri="{FF2B5EF4-FFF2-40B4-BE49-F238E27FC236}">
                  <a16:creationId xmlns:a16="http://schemas.microsoft.com/office/drawing/2014/main" id="{7CE70429-C30F-92BE-096A-A3582B2DD513}"/>
                </a:ext>
              </a:extLst>
            </p:cNvPr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>
              <a:extLst>
                <a:ext uri="{FF2B5EF4-FFF2-40B4-BE49-F238E27FC236}">
                  <a16:creationId xmlns:a16="http://schemas.microsoft.com/office/drawing/2014/main" id="{9FE5DB35-3690-938D-AE24-4C3AF11FC6C3}"/>
                </a:ext>
              </a:extLst>
            </p:cNvPr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>
              <a:extLst>
                <a:ext uri="{FF2B5EF4-FFF2-40B4-BE49-F238E27FC236}">
                  <a16:creationId xmlns:a16="http://schemas.microsoft.com/office/drawing/2014/main" id="{441569DE-1223-03F7-0DBC-C9E4B7C7A737}"/>
                </a:ext>
              </a:extLst>
            </p:cNvPr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>
              <a:extLst>
                <a:ext uri="{FF2B5EF4-FFF2-40B4-BE49-F238E27FC236}">
                  <a16:creationId xmlns:a16="http://schemas.microsoft.com/office/drawing/2014/main" id="{F5F9B186-4B83-738C-50F9-52CFEC7135DF}"/>
                </a:ext>
              </a:extLst>
            </p:cNvPr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>
              <a:extLst>
                <a:ext uri="{FF2B5EF4-FFF2-40B4-BE49-F238E27FC236}">
                  <a16:creationId xmlns:a16="http://schemas.microsoft.com/office/drawing/2014/main" id="{4E273122-A7B2-916C-D11F-72618B70EA01}"/>
                </a:ext>
              </a:extLst>
            </p:cNvPr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>
              <a:extLst>
                <a:ext uri="{FF2B5EF4-FFF2-40B4-BE49-F238E27FC236}">
                  <a16:creationId xmlns:a16="http://schemas.microsoft.com/office/drawing/2014/main" id="{D918B15E-32B3-E5D6-65AB-C32714747043}"/>
                </a:ext>
              </a:extLst>
            </p:cNvPr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>
              <a:extLst>
                <a:ext uri="{FF2B5EF4-FFF2-40B4-BE49-F238E27FC236}">
                  <a16:creationId xmlns:a16="http://schemas.microsoft.com/office/drawing/2014/main" id="{82E09894-23A7-C441-39DB-D76B108A0CA0}"/>
                </a:ext>
              </a:extLst>
            </p:cNvPr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>
              <a:extLst>
                <a:ext uri="{FF2B5EF4-FFF2-40B4-BE49-F238E27FC236}">
                  <a16:creationId xmlns:a16="http://schemas.microsoft.com/office/drawing/2014/main" id="{DE3795B6-EF14-DA2D-2D3A-68F249BE1EF4}"/>
                </a:ext>
              </a:extLst>
            </p:cNvPr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>
              <a:extLst>
                <a:ext uri="{FF2B5EF4-FFF2-40B4-BE49-F238E27FC236}">
                  <a16:creationId xmlns:a16="http://schemas.microsoft.com/office/drawing/2014/main" id="{C02517C8-8C07-FEDA-B7A7-7F84851DCD5B}"/>
                </a:ext>
              </a:extLst>
            </p:cNvPr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>
              <a:extLst>
                <a:ext uri="{FF2B5EF4-FFF2-40B4-BE49-F238E27FC236}">
                  <a16:creationId xmlns:a16="http://schemas.microsoft.com/office/drawing/2014/main" id="{1A3107AE-ACF8-C023-8D0F-F0FD5618A31F}"/>
                </a:ext>
              </a:extLst>
            </p:cNvPr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>
              <a:extLst>
                <a:ext uri="{FF2B5EF4-FFF2-40B4-BE49-F238E27FC236}">
                  <a16:creationId xmlns:a16="http://schemas.microsoft.com/office/drawing/2014/main" id="{84F609F5-EB99-B557-25E5-A607D15A9B90}"/>
                </a:ext>
              </a:extLst>
            </p:cNvPr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>
              <a:extLst>
                <a:ext uri="{FF2B5EF4-FFF2-40B4-BE49-F238E27FC236}">
                  <a16:creationId xmlns:a16="http://schemas.microsoft.com/office/drawing/2014/main" id="{8F3D1FCD-10FF-538F-7ECF-9B18560944F7}"/>
                </a:ext>
              </a:extLst>
            </p:cNvPr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>
              <a:extLst>
                <a:ext uri="{FF2B5EF4-FFF2-40B4-BE49-F238E27FC236}">
                  <a16:creationId xmlns:a16="http://schemas.microsoft.com/office/drawing/2014/main" id="{AF361BFC-1FFE-0A5F-EC42-0A93B68ACCDC}"/>
                </a:ext>
              </a:extLst>
            </p:cNvPr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>
              <a:extLst>
                <a:ext uri="{FF2B5EF4-FFF2-40B4-BE49-F238E27FC236}">
                  <a16:creationId xmlns:a16="http://schemas.microsoft.com/office/drawing/2014/main" id="{A990C415-E189-1DBA-3758-32917650A1A6}"/>
                </a:ext>
              </a:extLst>
            </p:cNvPr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>
              <a:extLst>
                <a:ext uri="{FF2B5EF4-FFF2-40B4-BE49-F238E27FC236}">
                  <a16:creationId xmlns:a16="http://schemas.microsoft.com/office/drawing/2014/main" id="{7C67EC39-3268-E479-BDA1-9D125D81F89F}"/>
                </a:ext>
              </a:extLst>
            </p:cNvPr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>
              <a:extLst>
                <a:ext uri="{FF2B5EF4-FFF2-40B4-BE49-F238E27FC236}">
                  <a16:creationId xmlns:a16="http://schemas.microsoft.com/office/drawing/2014/main" id="{016561C2-4225-A0E2-25D9-80423CB46240}"/>
                </a:ext>
              </a:extLst>
            </p:cNvPr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>
              <a:extLst>
                <a:ext uri="{FF2B5EF4-FFF2-40B4-BE49-F238E27FC236}">
                  <a16:creationId xmlns:a16="http://schemas.microsoft.com/office/drawing/2014/main" id="{C8220F34-A96C-5C82-F817-BA35EDF71E8E}"/>
                </a:ext>
              </a:extLst>
            </p:cNvPr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>
              <a:extLst>
                <a:ext uri="{FF2B5EF4-FFF2-40B4-BE49-F238E27FC236}">
                  <a16:creationId xmlns:a16="http://schemas.microsoft.com/office/drawing/2014/main" id="{98474B65-1120-E30E-5E59-980B971FB389}"/>
                </a:ext>
              </a:extLst>
            </p:cNvPr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>
              <a:extLst>
                <a:ext uri="{FF2B5EF4-FFF2-40B4-BE49-F238E27FC236}">
                  <a16:creationId xmlns:a16="http://schemas.microsoft.com/office/drawing/2014/main" id="{97B699F1-E4BF-1AB7-E2AC-5BC9993B57D2}"/>
                </a:ext>
              </a:extLst>
            </p:cNvPr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>
              <a:extLst>
                <a:ext uri="{FF2B5EF4-FFF2-40B4-BE49-F238E27FC236}">
                  <a16:creationId xmlns:a16="http://schemas.microsoft.com/office/drawing/2014/main" id="{0594D461-52F3-B1DF-13E7-E9C0A16D9432}"/>
                </a:ext>
              </a:extLst>
            </p:cNvPr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>
              <a:extLst>
                <a:ext uri="{FF2B5EF4-FFF2-40B4-BE49-F238E27FC236}">
                  <a16:creationId xmlns:a16="http://schemas.microsoft.com/office/drawing/2014/main" id="{9292D34B-FFC5-0A28-D494-950CA5090D11}"/>
                </a:ext>
              </a:extLst>
            </p:cNvPr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>
              <a:extLst>
                <a:ext uri="{FF2B5EF4-FFF2-40B4-BE49-F238E27FC236}">
                  <a16:creationId xmlns:a16="http://schemas.microsoft.com/office/drawing/2014/main" id="{2056FDC5-47ED-0CB9-71D7-97A5F7916EAA}"/>
                </a:ext>
              </a:extLst>
            </p:cNvPr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>
              <a:extLst>
                <a:ext uri="{FF2B5EF4-FFF2-40B4-BE49-F238E27FC236}">
                  <a16:creationId xmlns:a16="http://schemas.microsoft.com/office/drawing/2014/main" id="{52B43C91-B06C-A5C8-70E9-373ECFE26EB6}"/>
                </a:ext>
              </a:extLst>
            </p:cNvPr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>
              <a:extLst>
                <a:ext uri="{FF2B5EF4-FFF2-40B4-BE49-F238E27FC236}">
                  <a16:creationId xmlns:a16="http://schemas.microsoft.com/office/drawing/2014/main" id="{3F36E844-8B20-0C62-3BB2-C2EBE90321FB}"/>
                </a:ext>
              </a:extLst>
            </p:cNvPr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>
              <a:extLst>
                <a:ext uri="{FF2B5EF4-FFF2-40B4-BE49-F238E27FC236}">
                  <a16:creationId xmlns:a16="http://schemas.microsoft.com/office/drawing/2014/main" id="{297F22E0-E144-EE2C-BEE8-51615FE26065}"/>
                </a:ext>
              </a:extLst>
            </p:cNvPr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>
              <a:extLst>
                <a:ext uri="{FF2B5EF4-FFF2-40B4-BE49-F238E27FC236}">
                  <a16:creationId xmlns:a16="http://schemas.microsoft.com/office/drawing/2014/main" id="{EE6B9A0B-E76C-3E06-35F3-7920D0D62646}"/>
                </a:ext>
              </a:extLst>
            </p:cNvPr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>
              <a:extLst>
                <a:ext uri="{FF2B5EF4-FFF2-40B4-BE49-F238E27FC236}">
                  <a16:creationId xmlns:a16="http://schemas.microsoft.com/office/drawing/2014/main" id="{D1C21484-B5A2-2F90-9F81-54E381054F71}"/>
                </a:ext>
              </a:extLst>
            </p:cNvPr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>
              <a:extLst>
                <a:ext uri="{FF2B5EF4-FFF2-40B4-BE49-F238E27FC236}">
                  <a16:creationId xmlns:a16="http://schemas.microsoft.com/office/drawing/2014/main" id="{41FD81A8-DAFA-B55B-F3FB-6C5F7DFB2732}"/>
                </a:ext>
              </a:extLst>
            </p:cNvPr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>
              <a:extLst>
                <a:ext uri="{FF2B5EF4-FFF2-40B4-BE49-F238E27FC236}">
                  <a16:creationId xmlns:a16="http://schemas.microsoft.com/office/drawing/2014/main" id="{A131D26D-6118-FF9D-7FD8-DE6BF8AF0E61}"/>
                </a:ext>
              </a:extLst>
            </p:cNvPr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>
              <a:extLst>
                <a:ext uri="{FF2B5EF4-FFF2-40B4-BE49-F238E27FC236}">
                  <a16:creationId xmlns:a16="http://schemas.microsoft.com/office/drawing/2014/main" id="{6A0C8CD6-ADDD-D901-ADE9-CB01C30E3DC1}"/>
                </a:ext>
              </a:extLst>
            </p:cNvPr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>
              <a:extLst>
                <a:ext uri="{FF2B5EF4-FFF2-40B4-BE49-F238E27FC236}">
                  <a16:creationId xmlns:a16="http://schemas.microsoft.com/office/drawing/2014/main" id="{28E829D7-AB66-EB8E-5081-B7A1D3788B14}"/>
                </a:ext>
              </a:extLst>
            </p:cNvPr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>
              <a:extLst>
                <a:ext uri="{FF2B5EF4-FFF2-40B4-BE49-F238E27FC236}">
                  <a16:creationId xmlns:a16="http://schemas.microsoft.com/office/drawing/2014/main" id="{146BCB68-43BC-D5E6-4382-6460F1ADDB0A}"/>
                </a:ext>
              </a:extLst>
            </p:cNvPr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>
              <a:extLst>
                <a:ext uri="{FF2B5EF4-FFF2-40B4-BE49-F238E27FC236}">
                  <a16:creationId xmlns:a16="http://schemas.microsoft.com/office/drawing/2014/main" id="{5F063E55-E51B-C949-C4EF-52A34C97A7EB}"/>
                </a:ext>
              </a:extLst>
            </p:cNvPr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>
              <a:extLst>
                <a:ext uri="{FF2B5EF4-FFF2-40B4-BE49-F238E27FC236}">
                  <a16:creationId xmlns:a16="http://schemas.microsoft.com/office/drawing/2014/main" id="{BB0DCB27-0F8D-17FD-80BB-8A17D658B707}"/>
                </a:ext>
              </a:extLst>
            </p:cNvPr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>
              <a:extLst>
                <a:ext uri="{FF2B5EF4-FFF2-40B4-BE49-F238E27FC236}">
                  <a16:creationId xmlns:a16="http://schemas.microsoft.com/office/drawing/2014/main" id="{80CF626A-ACCB-B8DE-9378-B3DB6428A8C3}"/>
                </a:ext>
              </a:extLst>
            </p:cNvPr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>
              <a:extLst>
                <a:ext uri="{FF2B5EF4-FFF2-40B4-BE49-F238E27FC236}">
                  <a16:creationId xmlns:a16="http://schemas.microsoft.com/office/drawing/2014/main" id="{632684E1-3A82-A881-F146-6D7BEC820A60}"/>
                </a:ext>
              </a:extLst>
            </p:cNvPr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>
              <a:extLst>
                <a:ext uri="{FF2B5EF4-FFF2-40B4-BE49-F238E27FC236}">
                  <a16:creationId xmlns:a16="http://schemas.microsoft.com/office/drawing/2014/main" id="{2AB8F4C1-D7F7-43C4-B48C-117B8CE3C7FD}"/>
                </a:ext>
              </a:extLst>
            </p:cNvPr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>
              <a:extLst>
                <a:ext uri="{FF2B5EF4-FFF2-40B4-BE49-F238E27FC236}">
                  <a16:creationId xmlns:a16="http://schemas.microsoft.com/office/drawing/2014/main" id="{D8A8B357-600B-4690-AC89-CF5C5366B60B}"/>
                </a:ext>
              </a:extLst>
            </p:cNvPr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>
              <a:extLst>
                <a:ext uri="{FF2B5EF4-FFF2-40B4-BE49-F238E27FC236}">
                  <a16:creationId xmlns:a16="http://schemas.microsoft.com/office/drawing/2014/main" id="{355E85DF-3D6F-9665-CED0-484B3A832F6E}"/>
                </a:ext>
              </a:extLst>
            </p:cNvPr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>
              <a:extLst>
                <a:ext uri="{FF2B5EF4-FFF2-40B4-BE49-F238E27FC236}">
                  <a16:creationId xmlns:a16="http://schemas.microsoft.com/office/drawing/2014/main" id="{FD88418A-6094-734A-8ABB-01146D1EF9E2}"/>
                </a:ext>
              </a:extLst>
            </p:cNvPr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>
              <a:extLst>
                <a:ext uri="{FF2B5EF4-FFF2-40B4-BE49-F238E27FC236}">
                  <a16:creationId xmlns:a16="http://schemas.microsoft.com/office/drawing/2014/main" id="{828F8D0F-443F-0F76-A3B7-EC3D03BB0EFC}"/>
                </a:ext>
              </a:extLst>
            </p:cNvPr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>
              <a:extLst>
                <a:ext uri="{FF2B5EF4-FFF2-40B4-BE49-F238E27FC236}">
                  <a16:creationId xmlns:a16="http://schemas.microsoft.com/office/drawing/2014/main" id="{915BBCC2-E68C-3A22-A6A1-674133CA7D94}"/>
                </a:ext>
              </a:extLst>
            </p:cNvPr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>
              <a:extLst>
                <a:ext uri="{FF2B5EF4-FFF2-40B4-BE49-F238E27FC236}">
                  <a16:creationId xmlns:a16="http://schemas.microsoft.com/office/drawing/2014/main" id="{2FDF1DC1-2057-CC2C-47B8-A6E804639BEB}"/>
                </a:ext>
              </a:extLst>
            </p:cNvPr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>
              <a:extLst>
                <a:ext uri="{FF2B5EF4-FFF2-40B4-BE49-F238E27FC236}">
                  <a16:creationId xmlns:a16="http://schemas.microsoft.com/office/drawing/2014/main" id="{6C4294C8-D0D5-9057-51F3-2795192F11CF}"/>
                </a:ext>
              </a:extLst>
            </p:cNvPr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>
              <a:extLst>
                <a:ext uri="{FF2B5EF4-FFF2-40B4-BE49-F238E27FC236}">
                  <a16:creationId xmlns:a16="http://schemas.microsoft.com/office/drawing/2014/main" id="{4B088A1B-7BF3-8BB5-C35B-02A634A1A470}"/>
                </a:ext>
              </a:extLst>
            </p:cNvPr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>
              <a:extLst>
                <a:ext uri="{FF2B5EF4-FFF2-40B4-BE49-F238E27FC236}">
                  <a16:creationId xmlns:a16="http://schemas.microsoft.com/office/drawing/2014/main" id="{F3F822AF-E5C0-B7F6-3AE6-2C46C58B6ACF}"/>
                </a:ext>
              </a:extLst>
            </p:cNvPr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>
              <a:extLst>
                <a:ext uri="{FF2B5EF4-FFF2-40B4-BE49-F238E27FC236}">
                  <a16:creationId xmlns:a16="http://schemas.microsoft.com/office/drawing/2014/main" id="{B1CE558D-1F60-823E-A96B-35D44F8C5ABA}"/>
                </a:ext>
              </a:extLst>
            </p:cNvPr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>
              <a:extLst>
                <a:ext uri="{FF2B5EF4-FFF2-40B4-BE49-F238E27FC236}">
                  <a16:creationId xmlns:a16="http://schemas.microsoft.com/office/drawing/2014/main" id="{8768F5ED-98DC-2AF7-FE3A-84FA67CAD5AE}"/>
                </a:ext>
              </a:extLst>
            </p:cNvPr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>
              <a:extLst>
                <a:ext uri="{FF2B5EF4-FFF2-40B4-BE49-F238E27FC236}">
                  <a16:creationId xmlns:a16="http://schemas.microsoft.com/office/drawing/2014/main" id="{FC9D375F-310D-81B5-814D-640614FC3C9C}"/>
                </a:ext>
              </a:extLst>
            </p:cNvPr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>
              <a:extLst>
                <a:ext uri="{FF2B5EF4-FFF2-40B4-BE49-F238E27FC236}">
                  <a16:creationId xmlns:a16="http://schemas.microsoft.com/office/drawing/2014/main" id="{3FF0DAD5-F5E1-972C-C27E-EC8579C2E215}"/>
                </a:ext>
              </a:extLst>
            </p:cNvPr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>
              <a:extLst>
                <a:ext uri="{FF2B5EF4-FFF2-40B4-BE49-F238E27FC236}">
                  <a16:creationId xmlns:a16="http://schemas.microsoft.com/office/drawing/2014/main" id="{BED8508F-416C-53A3-082E-84D24E842262}"/>
                </a:ext>
              </a:extLst>
            </p:cNvPr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>
              <a:extLst>
                <a:ext uri="{FF2B5EF4-FFF2-40B4-BE49-F238E27FC236}">
                  <a16:creationId xmlns:a16="http://schemas.microsoft.com/office/drawing/2014/main" id="{B5168539-F92A-E17A-834E-4CA29B26804F}"/>
                </a:ext>
              </a:extLst>
            </p:cNvPr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>
              <a:extLst>
                <a:ext uri="{FF2B5EF4-FFF2-40B4-BE49-F238E27FC236}">
                  <a16:creationId xmlns:a16="http://schemas.microsoft.com/office/drawing/2014/main" id="{3BCB3345-F2B1-250B-0499-8FB7DB063FD9}"/>
                </a:ext>
              </a:extLst>
            </p:cNvPr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>
              <a:extLst>
                <a:ext uri="{FF2B5EF4-FFF2-40B4-BE49-F238E27FC236}">
                  <a16:creationId xmlns:a16="http://schemas.microsoft.com/office/drawing/2014/main" id="{AE2B3421-8168-395A-A2D3-5587EA3D2A41}"/>
                </a:ext>
              </a:extLst>
            </p:cNvPr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>
              <a:extLst>
                <a:ext uri="{FF2B5EF4-FFF2-40B4-BE49-F238E27FC236}">
                  <a16:creationId xmlns:a16="http://schemas.microsoft.com/office/drawing/2014/main" id="{88301999-5306-1D5C-B4C1-A5A5D1AA8B1F}"/>
                </a:ext>
              </a:extLst>
            </p:cNvPr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>
              <a:extLst>
                <a:ext uri="{FF2B5EF4-FFF2-40B4-BE49-F238E27FC236}">
                  <a16:creationId xmlns:a16="http://schemas.microsoft.com/office/drawing/2014/main" id="{4B0F6694-3697-0C61-14CD-868407AF0450}"/>
                </a:ext>
              </a:extLst>
            </p:cNvPr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>
              <a:extLst>
                <a:ext uri="{FF2B5EF4-FFF2-40B4-BE49-F238E27FC236}">
                  <a16:creationId xmlns:a16="http://schemas.microsoft.com/office/drawing/2014/main" id="{9752B8DB-4DDB-DF11-1CFF-2D23054786FA}"/>
                </a:ext>
              </a:extLst>
            </p:cNvPr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>
              <a:extLst>
                <a:ext uri="{FF2B5EF4-FFF2-40B4-BE49-F238E27FC236}">
                  <a16:creationId xmlns:a16="http://schemas.microsoft.com/office/drawing/2014/main" id="{B282F4E9-5315-928E-5421-7D6BA06CF9FC}"/>
                </a:ext>
              </a:extLst>
            </p:cNvPr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>
              <a:extLst>
                <a:ext uri="{FF2B5EF4-FFF2-40B4-BE49-F238E27FC236}">
                  <a16:creationId xmlns:a16="http://schemas.microsoft.com/office/drawing/2014/main" id="{9BF03B0A-F5D6-F447-2A35-5691D0D0E138}"/>
                </a:ext>
              </a:extLst>
            </p:cNvPr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>
              <a:extLst>
                <a:ext uri="{FF2B5EF4-FFF2-40B4-BE49-F238E27FC236}">
                  <a16:creationId xmlns:a16="http://schemas.microsoft.com/office/drawing/2014/main" id="{C1FFAFE1-2049-A75F-7522-4C7CEE97C231}"/>
                </a:ext>
              </a:extLst>
            </p:cNvPr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>
              <a:extLst>
                <a:ext uri="{FF2B5EF4-FFF2-40B4-BE49-F238E27FC236}">
                  <a16:creationId xmlns:a16="http://schemas.microsoft.com/office/drawing/2014/main" id="{E8C1E026-6970-30F2-0A0B-8E64C3320C6E}"/>
                </a:ext>
              </a:extLst>
            </p:cNvPr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>
              <a:extLst>
                <a:ext uri="{FF2B5EF4-FFF2-40B4-BE49-F238E27FC236}">
                  <a16:creationId xmlns:a16="http://schemas.microsoft.com/office/drawing/2014/main" id="{DE076585-B0B5-1AF8-B3CF-E5A45D5DEE90}"/>
                </a:ext>
              </a:extLst>
            </p:cNvPr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>
              <a:extLst>
                <a:ext uri="{FF2B5EF4-FFF2-40B4-BE49-F238E27FC236}">
                  <a16:creationId xmlns:a16="http://schemas.microsoft.com/office/drawing/2014/main" id="{DC224FCB-3307-E765-6C42-6F2505C930A7}"/>
                </a:ext>
              </a:extLst>
            </p:cNvPr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>
              <a:extLst>
                <a:ext uri="{FF2B5EF4-FFF2-40B4-BE49-F238E27FC236}">
                  <a16:creationId xmlns:a16="http://schemas.microsoft.com/office/drawing/2014/main" id="{256F79C3-EA74-7EC0-84C9-3332D538D63B}"/>
                </a:ext>
              </a:extLst>
            </p:cNvPr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>
              <a:extLst>
                <a:ext uri="{FF2B5EF4-FFF2-40B4-BE49-F238E27FC236}">
                  <a16:creationId xmlns:a16="http://schemas.microsoft.com/office/drawing/2014/main" id="{A5271171-C445-0F09-C868-DA73D82FA13B}"/>
                </a:ext>
              </a:extLst>
            </p:cNvPr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>
              <a:extLst>
                <a:ext uri="{FF2B5EF4-FFF2-40B4-BE49-F238E27FC236}">
                  <a16:creationId xmlns:a16="http://schemas.microsoft.com/office/drawing/2014/main" id="{14E265FA-79EF-7B84-8B68-1139FFE8B703}"/>
                </a:ext>
              </a:extLst>
            </p:cNvPr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>
              <a:extLst>
                <a:ext uri="{FF2B5EF4-FFF2-40B4-BE49-F238E27FC236}">
                  <a16:creationId xmlns:a16="http://schemas.microsoft.com/office/drawing/2014/main" id="{66F10A70-27CB-F7A6-D91E-3CE14E06AB6F}"/>
                </a:ext>
              </a:extLst>
            </p:cNvPr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>
              <a:extLst>
                <a:ext uri="{FF2B5EF4-FFF2-40B4-BE49-F238E27FC236}">
                  <a16:creationId xmlns:a16="http://schemas.microsoft.com/office/drawing/2014/main" id="{0E748B99-22FF-47DB-0456-D59946465637}"/>
                </a:ext>
              </a:extLst>
            </p:cNvPr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>
              <a:extLst>
                <a:ext uri="{FF2B5EF4-FFF2-40B4-BE49-F238E27FC236}">
                  <a16:creationId xmlns:a16="http://schemas.microsoft.com/office/drawing/2014/main" id="{FBDF0829-2E60-27F7-F70C-058EE59AA329}"/>
                </a:ext>
              </a:extLst>
            </p:cNvPr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>
              <a:extLst>
                <a:ext uri="{FF2B5EF4-FFF2-40B4-BE49-F238E27FC236}">
                  <a16:creationId xmlns:a16="http://schemas.microsoft.com/office/drawing/2014/main" id="{CFD07482-6B28-20E8-9061-226015AAA859}"/>
                </a:ext>
              </a:extLst>
            </p:cNvPr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>
              <a:extLst>
                <a:ext uri="{FF2B5EF4-FFF2-40B4-BE49-F238E27FC236}">
                  <a16:creationId xmlns:a16="http://schemas.microsoft.com/office/drawing/2014/main" id="{182824E8-BB63-419E-1DC2-16042072D01A}"/>
                </a:ext>
              </a:extLst>
            </p:cNvPr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>
              <a:extLst>
                <a:ext uri="{FF2B5EF4-FFF2-40B4-BE49-F238E27FC236}">
                  <a16:creationId xmlns:a16="http://schemas.microsoft.com/office/drawing/2014/main" id="{40F266E3-DD0D-EA2C-10B2-BA450DB2896F}"/>
                </a:ext>
              </a:extLst>
            </p:cNvPr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>
              <a:extLst>
                <a:ext uri="{FF2B5EF4-FFF2-40B4-BE49-F238E27FC236}">
                  <a16:creationId xmlns:a16="http://schemas.microsoft.com/office/drawing/2014/main" id="{E384C665-6FF7-8D1E-9B8B-E9F7519E6B71}"/>
                </a:ext>
              </a:extLst>
            </p:cNvPr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>
              <a:extLst>
                <a:ext uri="{FF2B5EF4-FFF2-40B4-BE49-F238E27FC236}">
                  <a16:creationId xmlns:a16="http://schemas.microsoft.com/office/drawing/2014/main" id="{05F4CECE-9A91-B6D9-7CC9-778FE7AD37E3}"/>
                </a:ext>
              </a:extLst>
            </p:cNvPr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>
              <a:extLst>
                <a:ext uri="{FF2B5EF4-FFF2-40B4-BE49-F238E27FC236}">
                  <a16:creationId xmlns:a16="http://schemas.microsoft.com/office/drawing/2014/main" id="{2635E656-4E2D-7CBE-4333-EC778E02FFA1}"/>
                </a:ext>
              </a:extLst>
            </p:cNvPr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>
              <a:extLst>
                <a:ext uri="{FF2B5EF4-FFF2-40B4-BE49-F238E27FC236}">
                  <a16:creationId xmlns:a16="http://schemas.microsoft.com/office/drawing/2014/main" id="{4531129D-FE05-2A6C-C37A-F2B5E79CA350}"/>
                </a:ext>
              </a:extLst>
            </p:cNvPr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>
              <a:extLst>
                <a:ext uri="{FF2B5EF4-FFF2-40B4-BE49-F238E27FC236}">
                  <a16:creationId xmlns:a16="http://schemas.microsoft.com/office/drawing/2014/main" id="{BA44A9C8-6583-77B9-47FB-47EB2211568B}"/>
                </a:ext>
              </a:extLst>
            </p:cNvPr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>
              <a:extLst>
                <a:ext uri="{FF2B5EF4-FFF2-40B4-BE49-F238E27FC236}">
                  <a16:creationId xmlns:a16="http://schemas.microsoft.com/office/drawing/2014/main" id="{AE323580-F98A-F9B4-C9F5-B7945A0783E2}"/>
                </a:ext>
              </a:extLst>
            </p:cNvPr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>
              <a:extLst>
                <a:ext uri="{FF2B5EF4-FFF2-40B4-BE49-F238E27FC236}">
                  <a16:creationId xmlns:a16="http://schemas.microsoft.com/office/drawing/2014/main" id="{EC045797-0CF4-594E-1A4C-4E80A8C92F98}"/>
                </a:ext>
              </a:extLst>
            </p:cNvPr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>
              <a:extLst>
                <a:ext uri="{FF2B5EF4-FFF2-40B4-BE49-F238E27FC236}">
                  <a16:creationId xmlns:a16="http://schemas.microsoft.com/office/drawing/2014/main" id="{A32080A4-C84E-4601-B58E-720EF34B37CB}"/>
                </a:ext>
              </a:extLst>
            </p:cNvPr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>
              <a:extLst>
                <a:ext uri="{FF2B5EF4-FFF2-40B4-BE49-F238E27FC236}">
                  <a16:creationId xmlns:a16="http://schemas.microsoft.com/office/drawing/2014/main" id="{88C2F8C3-3483-A44D-4FD2-91B1DF698A11}"/>
                </a:ext>
              </a:extLst>
            </p:cNvPr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>
              <a:extLst>
                <a:ext uri="{FF2B5EF4-FFF2-40B4-BE49-F238E27FC236}">
                  <a16:creationId xmlns:a16="http://schemas.microsoft.com/office/drawing/2014/main" id="{BCB7EA31-2BA6-C032-1905-A10EEB1F3F83}"/>
                </a:ext>
              </a:extLst>
            </p:cNvPr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>
              <a:extLst>
                <a:ext uri="{FF2B5EF4-FFF2-40B4-BE49-F238E27FC236}">
                  <a16:creationId xmlns:a16="http://schemas.microsoft.com/office/drawing/2014/main" id="{93CB5AAB-D69C-7981-AC67-FEB758B0EF1A}"/>
                </a:ext>
              </a:extLst>
            </p:cNvPr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>
              <a:extLst>
                <a:ext uri="{FF2B5EF4-FFF2-40B4-BE49-F238E27FC236}">
                  <a16:creationId xmlns:a16="http://schemas.microsoft.com/office/drawing/2014/main" id="{C8243A21-875F-F703-7867-220DC8DD85E1}"/>
                </a:ext>
              </a:extLst>
            </p:cNvPr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>
              <a:extLst>
                <a:ext uri="{FF2B5EF4-FFF2-40B4-BE49-F238E27FC236}">
                  <a16:creationId xmlns:a16="http://schemas.microsoft.com/office/drawing/2014/main" id="{64117B5C-C079-902A-D646-8CFF88D3E0B9}"/>
                </a:ext>
              </a:extLst>
            </p:cNvPr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>
              <a:extLst>
                <a:ext uri="{FF2B5EF4-FFF2-40B4-BE49-F238E27FC236}">
                  <a16:creationId xmlns:a16="http://schemas.microsoft.com/office/drawing/2014/main" id="{17984EAD-6D12-AA64-F8BA-C68C51EEA57D}"/>
                </a:ext>
              </a:extLst>
            </p:cNvPr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>
              <a:extLst>
                <a:ext uri="{FF2B5EF4-FFF2-40B4-BE49-F238E27FC236}">
                  <a16:creationId xmlns:a16="http://schemas.microsoft.com/office/drawing/2014/main" id="{D9A6A0A5-0F7E-4B06-804F-0B0FE79551A8}"/>
                </a:ext>
              </a:extLst>
            </p:cNvPr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>
              <a:extLst>
                <a:ext uri="{FF2B5EF4-FFF2-40B4-BE49-F238E27FC236}">
                  <a16:creationId xmlns:a16="http://schemas.microsoft.com/office/drawing/2014/main" id="{51D92CB2-3BAD-0958-A6C7-1ED83932C0EA}"/>
                </a:ext>
              </a:extLst>
            </p:cNvPr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>
              <a:extLst>
                <a:ext uri="{FF2B5EF4-FFF2-40B4-BE49-F238E27FC236}">
                  <a16:creationId xmlns:a16="http://schemas.microsoft.com/office/drawing/2014/main" id="{38394743-8C97-611A-A6B2-83CFFCD50F04}"/>
                </a:ext>
              </a:extLst>
            </p:cNvPr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>
              <a:extLst>
                <a:ext uri="{FF2B5EF4-FFF2-40B4-BE49-F238E27FC236}">
                  <a16:creationId xmlns:a16="http://schemas.microsoft.com/office/drawing/2014/main" id="{07689C72-A4C1-B731-B7D9-E6598C3C93DA}"/>
                </a:ext>
              </a:extLst>
            </p:cNvPr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>
              <a:extLst>
                <a:ext uri="{FF2B5EF4-FFF2-40B4-BE49-F238E27FC236}">
                  <a16:creationId xmlns:a16="http://schemas.microsoft.com/office/drawing/2014/main" id="{781487F1-2DB5-091B-5718-66A0D4E95650}"/>
                </a:ext>
              </a:extLst>
            </p:cNvPr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>
              <a:extLst>
                <a:ext uri="{FF2B5EF4-FFF2-40B4-BE49-F238E27FC236}">
                  <a16:creationId xmlns:a16="http://schemas.microsoft.com/office/drawing/2014/main" id="{FACD75FE-3CD9-75C7-CD11-D96B7E3A7D34}"/>
                </a:ext>
              </a:extLst>
            </p:cNvPr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>
              <a:extLst>
                <a:ext uri="{FF2B5EF4-FFF2-40B4-BE49-F238E27FC236}">
                  <a16:creationId xmlns:a16="http://schemas.microsoft.com/office/drawing/2014/main" id="{AC830C26-3C27-6DFC-800E-A1072855519C}"/>
                </a:ext>
              </a:extLst>
            </p:cNvPr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>
              <a:extLst>
                <a:ext uri="{FF2B5EF4-FFF2-40B4-BE49-F238E27FC236}">
                  <a16:creationId xmlns:a16="http://schemas.microsoft.com/office/drawing/2014/main" id="{07BC0705-869F-C194-F70A-3836C6DFE78D}"/>
                </a:ext>
              </a:extLst>
            </p:cNvPr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>
              <a:extLst>
                <a:ext uri="{FF2B5EF4-FFF2-40B4-BE49-F238E27FC236}">
                  <a16:creationId xmlns:a16="http://schemas.microsoft.com/office/drawing/2014/main" id="{DFBB549D-0E5E-B2A9-6BFC-E0C047C05D65}"/>
                </a:ext>
              </a:extLst>
            </p:cNvPr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>
              <a:extLst>
                <a:ext uri="{FF2B5EF4-FFF2-40B4-BE49-F238E27FC236}">
                  <a16:creationId xmlns:a16="http://schemas.microsoft.com/office/drawing/2014/main" id="{226F6CA4-9612-3BEE-77EA-129E6FD7042F}"/>
                </a:ext>
              </a:extLst>
            </p:cNvPr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>
              <a:extLst>
                <a:ext uri="{FF2B5EF4-FFF2-40B4-BE49-F238E27FC236}">
                  <a16:creationId xmlns:a16="http://schemas.microsoft.com/office/drawing/2014/main" id="{2D38B71E-B4FC-D5AC-2B17-6C3670D06A9C}"/>
                </a:ext>
              </a:extLst>
            </p:cNvPr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>
              <a:extLst>
                <a:ext uri="{FF2B5EF4-FFF2-40B4-BE49-F238E27FC236}">
                  <a16:creationId xmlns:a16="http://schemas.microsoft.com/office/drawing/2014/main" id="{431361D6-CA4B-6108-13DE-46B59D9EF8CB}"/>
                </a:ext>
              </a:extLst>
            </p:cNvPr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>
              <a:extLst>
                <a:ext uri="{FF2B5EF4-FFF2-40B4-BE49-F238E27FC236}">
                  <a16:creationId xmlns:a16="http://schemas.microsoft.com/office/drawing/2014/main" id="{4D030C72-8CF0-9C0F-6A8A-7E13C0BB729B}"/>
                </a:ext>
              </a:extLst>
            </p:cNvPr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>
              <a:extLst>
                <a:ext uri="{FF2B5EF4-FFF2-40B4-BE49-F238E27FC236}">
                  <a16:creationId xmlns:a16="http://schemas.microsoft.com/office/drawing/2014/main" id="{14DE9ECF-A6B9-80D5-1F27-60A21FE2C90F}"/>
                </a:ext>
              </a:extLst>
            </p:cNvPr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>
              <a:extLst>
                <a:ext uri="{FF2B5EF4-FFF2-40B4-BE49-F238E27FC236}">
                  <a16:creationId xmlns:a16="http://schemas.microsoft.com/office/drawing/2014/main" id="{22568E53-4AD1-E36A-CEC6-B3FFD5BEA01F}"/>
                </a:ext>
              </a:extLst>
            </p:cNvPr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>
              <a:extLst>
                <a:ext uri="{FF2B5EF4-FFF2-40B4-BE49-F238E27FC236}">
                  <a16:creationId xmlns:a16="http://schemas.microsoft.com/office/drawing/2014/main" id="{FCE6D047-0479-BEF5-049A-A94211194806}"/>
                </a:ext>
              </a:extLst>
            </p:cNvPr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>
              <a:extLst>
                <a:ext uri="{FF2B5EF4-FFF2-40B4-BE49-F238E27FC236}">
                  <a16:creationId xmlns:a16="http://schemas.microsoft.com/office/drawing/2014/main" id="{4361126E-DA61-F643-50D6-820097A7A8DE}"/>
                </a:ext>
              </a:extLst>
            </p:cNvPr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>
              <a:extLst>
                <a:ext uri="{FF2B5EF4-FFF2-40B4-BE49-F238E27FC236}">
                  <a16:creationId xmlns:a16="http://schemas.microsoft.com/office/drawing/2014/main" id="{99798952-9A3D-BBB8-43E2-06A8D601BBA9}"/>
                </a:ext>
              </a:extLst>
            </p:cNvPr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>
              <a:extLst>
                <a:ext uri="{FF2B5EF4-FFF2-40B4-BE49-F238E27FC236}">
                  <a16:creationId xmlns:a16="http://schemas.microsoft.com/office/drawing/2014/main" id="{2FA0DC8C-4F42-187A-247C-9733436DE514}"/>
                </a:ext>
              </a:extLst>
            </p:cNvPr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>
              <a:extLst>
                <a:ext uri="{FF2B5EF4-FFF2-40B4-BE49-F238E27FC236}">
                  <a16:creationId xmlns:a16="http://schemas.microsoft.com/office/drawing/2014/main" id="{AD1D4083-6CEC-3AE5-CF78-6D2E41EDF527}"/>
                </a:ext>
              </a:extLst>
            </p:cNvPr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>
              <a:extLst>
                <a:ext uri="{FF2B5EF4-FFF2-40B4-BE49-F238E27FC236}">
                  <a16:creationId xmlns:a16="http://schemas.microsoft.com/office/drawing/2014/main" id="{B36A7008-B1D6-9D08-7616-56E38E66FC9E}"/>
                </a:ext>
              </a:extLst>
            </p:cNvPr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>
              <a:extLst>
                <a:ext uri="{FF2B5EF4-FFF2-40B4-BE49-F238E27FC236}">
                  <a16:creationId xmlns:a16="http://schemas.microsoft.com/office/drawing/2014/main" id="{9D2332AF-BB13-1A5A-4DDA-28166458FCED}"/>
                </a:ext>
              </a:extLst>
            </p:cNvPr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>
              <a:extLst>
                <a:ext uri="{FF2B5EF4-FFF2-40B4-BE49-F238E27FC236}">
                  <a16:creationId xmlns:a16="http://schemas.microsoft.com/office/drawing/2014/main" id="{DA3B4184-DAD5-8880-4BFE-10D8E92624CF}"/>
                </a:ext>
              </a:extLst>
            </p:cNvPr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>
              <a:extLst>
                <a:ext uri="{FF2B5EF4-FFF2-40B4-BE49-F238E27FC236}">
                  <a16:creationId xmlns:a16="http://schemas.microsoft.com/office/drawing/2014/main" id="{703A835B-5E17-D8E8-3C9C-6E90EBC01018}"/>
                </a:ext>
              </a:extLst>
            </p:cNvPr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>
              <a:extLst>
                <a:ext uri="{FF2B5EF4-FFF2-40B4-BE49-F238E27FC236}">
                  <a16:creationId xmlns:a16="http://schemas.microsoft.com/office/drawing/2014/main" id="{84FEEEBD-DB22-AB2A-417B-664A13F25BDA}"/>
                </a:ext>
              </a:extLst>
            </p:cNvPr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>
              <a:extLst>
                <a:ext uri="{FF2B5EF4-FFF2-40B4-BE49-F238E27FC236}">
                  <a16:creationId xmlns:a16="http://schemas.microsoft.com/office/drawing/2014/main" id="{EB67D9A1-D7E5-3541-3017-8F929F23AF9D}"/>
                </a:ext>
              </a:extLst>
            </p:cNvPr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>
              <a:extLst>
                <a:ext uri="{FF2B5EF4-FFF2-40B4-BE49-F238E27FC236}">
                  <a16:creationId xmlns:a16="http://schemas.microsoft.com/office/drawing/2014/main" id="{28ACA332-0AE0-EAD5-0114-9ECF036CBFEC}"/>
                </a:ext>
              </a:extLst>
            </p:cNvPr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>
              <a:extLst>
                <a:ext uri="{FF2B5EF4-FFF2-40B4-BE49-F238E27FC236}">
                  <a16:creationId xmlns:a16="http://schemas.microsoft.com/office/drawing/2014/main" id="{FB4EDB69-55C0-8256-420D-FB40E96EE41A}"/>
                </a:ext>
              </a:extLst>
            </p:cNvPr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>
              <a:extLst>
                <a:ext uri="{FF2B5EF4-FFF2-40B4-BE49-F238E27FC236}">
                  <a16:creationId xmlns:a16="http://schemas.microsoft.com/office/drawing/2014/main" id="{458C27B0-3158-2A95-4333-90E7996E228E}"/>
                </a:ext>
              </a:extLst>
            </p:cNvPr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>
              <a:extLst>
                <a:ext uri="{FF2B5EF4-FFF2-40B4-BE49-F238E27FC236}">
                  <a16:creationId xmlns:a16="http://schemas.microsoft.com/office/drawing/2014/main" id="{45F5CE71-4FB6-1BCB-AC77-57BD89BCB655}"/>
                </a:ext>
              </a:extLst>
            </p:cNvPr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>
              <a:extLst>
                <a:ext uri="{FF2B5EF4-FFF2-40B4-BE49-F238E27FC236}">
                  <a16:creationId xmlns:a16="http://schemas.microsoft.com/office/drawing/2014/main" id="{1DECCE93-66BA-79CA-72AE-50B81DBCB958}"/>
                </a:ext>
              </a:extLst>
            </p:cNvPr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>
              <a:extLst>
                <a:ext uri="{FF2B5EF4-FFF2-40B4-BE49-F238E27FC236}">
                  <a16:creationId xmlns:a16="http://schemas.microsoft.com/office/drawing/2014/main" id="{FA80853E-126E-4790-50FF-6A0FEA9C9E4E}"/>
                </a:ext>
              </a:extLst>
            </p:cNvPr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>
              <a:extLst>
                <a:ext uri="{FF2B5EF4-FFF2-40B4-BE49-F238E27FC236}">
                  <a16:creationId xmlns:a16="http://schemas.microsoft.com/office/drawing/2014/main" id="{97ED1F67-2F7F-2F04-7109-28C2B7BA2B09}"/>
                </a:ext>
              </a:extLst>
            </p:cNvPr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>
              <a:extLst>
                <a:ext uri="{FF2B5EF4-FFF2-40B4-BE49-F238E27FC236}">
                  <a16:creationId xmlns:a16="http://schemas.microsoft.com/office/drawing/2014/main" id="{1B6345DD-5AEB-C380-39F4-680C8C4F22DF}"/>
                </a:ext>
              </a:extLst>
            </p:cNvPr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>
              <a:extLst>
                <a:ext uri="{FF2B5EF4-FFF2-40B4-BE49-F238E27FC236}">
                  <a16:creationId xmlns:a16="http://schemas.microsoft.com/office/drawing/2014/main" id="{100CE099-747C-AE3C-0533-F152EA963766}"/>
                </a:ext>
              </a:extLst>
            </p:cNvPr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>
              <a:extLst>
                <a:ext uri="{FF2B5EF4-FFF2-40B4-BE49-F238E27FC236}">
                  <a16:creationId xmlns:a16="http://schemas.microsoft.com/office/drawing/2014/main" id="{44C354AA-B4EC-02A8-F7BD-4A5026F5B6DA}"/>
                </a:ext>
              </a:extLst>
            </p:cNvPr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>
              <a:extLst>
                <a:ext uri="{FF2B5EF4-FFF2-40B4-BE49-F238E27FC236}">
                  <a16:creationId xmlns:a16="http://schemas.microsoft.com/office/drawing/2014/main" id="{D45B0BAC-6E8D-A93E-AB1D-5CEC823DD48F}"/>
                </a:ext>
              </a:extLst>
            </p:cNvPr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>
              <a:extLst>
                <a:ext uri="{FF2B5EF4-FFF2-40B4-BE49-F238E27FC236}">
                  <a16:creationId xmlns:a16="http://schemas.microsoft.com/office/drawing/2014/main" id="{723185A9-87FE-095A-921F-F3573322C41F}"/>
                </a:ext>
              </a:extLst>
            </p:cNvPr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>
              <a:extLst>
                <a:ext uri="{FF2B5EF4-FFF2-40B4-BE49-F238E27FC236}">
                  <a16:creationId xmlns:a16="http://schemas.microsoft.com/office/drawing/2014/main" id="{570111CD-AB8F-335F-0A84-F67570BF2422}"/>
                </a:ext>
              </a:extLst>
            </p:cNvPr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>
              <a:extLst>
                <a:ext uri="{FF2B5EF4-FFF2-40B4-BE49-F238E27FC236}">
                  <a16:creationId xmlns:a16="http://schemas.microsoft.com/office/drawing/2014/main" id="{757DAE64-E3F0-5662-18BA-A204BB833154}"/>
                </a:ext>
              </a:extLst>
            </p:cNvPr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>
              <a:extLst>
                <a:ext uri="{FF2B5EF4-FFF2-40B4-BE49-F238E27FC236}">
                  <a16:creationId xmlns:a16="http://schemas.microsoft.com/office/drawing/2014/main" id="{453DBB05-6D41-2F21-3498-B3B9B4DA9008}"/>
                </a:ext>
              </a:extLst>
            </p:cNvPr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>
              <a:extLst>
                <a:ext uri="{FF2B5EF4-FFF2-40B4-BE49-F238E27FC236}">
                  <a16:creationId xmlns:a16="http://schemas.microsoft.com/office/drawing/2014/main" id="{444E33F6-095B-37BC-377A-B644F445342C}"/>
                </a:ext>
              </a:extLst>
            </p:cNvPr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>
              <a:extLst>
                <a:ext uri="{FF2B5EF4-FFF2-40B4-BE49-F238E27FC236}">
                  <a16:creationId xmlns:a16="http://schemas.microsoft.com/office/drawing/2014/main" id="{44FBA152-1A35-B03E-2921-5F444BDF20A0}"/>
                </a:ext>
              </a:extLst>
            </p:cNvPr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>
              <a:extLst>
                <a:ext uri="{FF2B5EF4-FFF2-40B4-BE49-F238E27FC236}">
                  <a16:creationId xmlns:a16="http://schemas.microsoft.com/office/drawing/2014/main" id="{B2417612-3506-1AE5-828A-0F61B17D9B1D}"/>
                </a:ext>
              </a:extLst>
            </p:cNvPr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>
              <a:extLst>
                <a:ext uri="{FF2B5EF4-FFF2-40B4-BE49-F238E27FC236}">
                  <a16:creationId xmlns:a16="http://schemas.microsoft.com/office/drawing/2014/main" id="{4AF7C87C-5695-0118-4507-4A61FCFCD01A}"/>
                </a:ext>
              </a:extLst>
            </p:cNvPr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>
              <a:extLst>
                <a:ext uri="{FF2B5EF4-FFF2-40B4-BE49-F238E27FC236}">
                  <a16:creationId xmlns:a16="http://schemas.microsoft.com/office/drawing/2014/main" id="{ECEFAEE7-B296-7CD3-4E23-4185507858DE}"/>
                </a:ext>
              </a:extLst>
            </p:cNvPr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>
              <a:extLst>
                <a:ext uri="{FF2B5EF4-FFF2-40B4-BE49-F238E27FC236}">
                  <a16:creationId xmlns:a16="http://schemas.microsoft.com/office/drawing/2014/main" id="{CABB4ACC-B1DE-9FFC-4949-A36C4CFA5D0C}"/>
                </a:ext>
              </a:extLst>
            </p:cNvPr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>
              <a:extLst>
                <a:ext uri="{FF2B5EF4-FFF2-40B4-BE49-F238E27FC236}">
                  <a16:creationId xmlns:a16="http://schemas.microsoft.com/office/drawing/2014/main" id="{4AD21479-1420-18B7-4222-9A90B767AE4F}"/>
                </a:ext>
              </a:extLst>
            </p:cNvPr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>
              <a:extLst>
                <a:ext uri="{FF2B5EF4-FFF2-40B4-BE49-F238E27FC236}">
                  <a16:creationId xmlns:a16="http://schemas.microsoft.com/office/drawing/2014/main" id="{63A71674-42AA-87FA-661B-372A8EC342C9}"/>
                </a:ext>
              </a:extLst>
            </p:cNvPr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>
              <a:extLst>
                <a:ext uri="{FF2B5EF4-FFF2-40B4-BE49-F238E27FC236}">
                  <a16:creationId xmlns:a16="http://schemas.microsoft.com/office/drawing/2014/main" id="{FBA8F896-4F87-FEBE-46E4-32B3B288B2DE}"/>
                </a:ext>
              </a:extLst>
            </p:cNvPr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>
              <a:extLst>
                <a:ext uri="{FF2B5EF4-FFF2-40B4-BE49-F238E27FC236}">
                  <a16:creationId xmlns:a16="http://schemas.microsoft.com/office/drawing/2014/main" id="{7C8AC74C-B258-2942-198B-32CE1FEF4400}"/>
                </a:ext>
              </a:extLst>
            </p:cNvPr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>
              <a:extLst>
                <a:ext uri="{FF2B5EF4-FFF2-40B4-BE49-F238E27FC236}">
                  <a16:creationId xmlns:a16="http://schemas.microsoft.com/office/drawing/2014/main" id="{8B4C5192-D0AC-CD1D-9C81-4E6FEE86F471}"/>
                </a:ext>
              </a:extLst>
            </p:cNvPr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>
              <a:extLst>
                <a:ext uri="{FF2B5EF4-FFF2-40B4-BE49-F238E27FC236}">
                  <a16:creationId xmlns:a16="http://schemas.microsoft.com/office/drawing/2014/main" id="{3738CE5E-87A4-7A05-8B9E-0B71582B713B}"/>
                </a:ext>
              </a:extLst>
            </p:cNvPr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>
              <a:extLst>
                <a:ext uri="{FF2B5EF4-FFF2-40B4-BE49-F238E27FC236}">
                  <a16:creationId xmlns:a16="http://schemas.microsoft.com/office/drawing/2014/main" id="{C5204DC1-5F10-8A9D-C2FD-930B4D34A8B8}"/>
                </a:ext>
              </a:extLst>
            </p:cNvPr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>
              <a:extLst>
                <a:ext uri="{FF2B5EF4-FFF2-40B4-BE49-F238E27FC236}">
                  <a16:creationId xmlns:a16="http://schemas.microsoft.com/office/drawing/2014/main" id="{CC43B836-C1F3-9F19-CC2F-20BB345D4C75}"/>
                </a:ext>
              </a:extLst>
            </p:cNvPr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>
              <a:extLst>
                <a:ext uri="{FF2B5EF4-FFF2-40B4-BE49-F238E27FC236}">
                  <a16:creationId xmlns:a16="http://schemas.microsoft.com/office/drawing/2014/main" id="{70629B5D-0164-0A76-1B2D-AD2BE2677FD7}"/>
                </a:ext>
              </a:extLst>
            </p:cNvPr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>
              <a:extLst>
                <a:ext uri="{FF2B5EF4-FFF2-40B4-BE49-F238E27FC236}">
                  <a16:creationId xmlns:a16="http://schemas.microsoft.com/office/drawing/2014/main" id="{3903209C-B039-AED7-BD1D-B99F1820D892}"/>
                </a:ext>
              </a:extLst>
            </p:cNvPr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>
              <a:extLst>
                <a:ext uri="{FF2B5EF4-FFF2-40B4-BE49-F238E27FC236}">
                  <a16:creationId xmlns:a16="http://schemas.microsoft.com/office/drawing/2014/main" id="{DC995235-33D5-D236-1978-ED0B0D60D38B}"/>
                </a:ext>
              </a:extLst>
            </p:cNvPr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>
              <a:extLst>
                <a:ext uri="{FF2B5EF4-FFF2-40B4-BE49-F238E27FC236}">
                  <a16:creationId xmlns:a16="http://schemas.microsoft.com/office/drawing/2014/main" id="{2551006C-B48E-F0DF-28F5-A56C647A5CC8}"/>
                </a:ext>
              </a:extLst>
            </p:cNvPr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>
              <a:extLst>
                <a:ext uri="{FF2B5EF4-FFF2-40B4-BE49-F238E27FC236}">
                  <a16:creationId xmlns:a16="http://schemas.microsoft.com/office/drawing/2014/main" id="{83FC17ED-294B-6F1F-E3F3-1FF0D7FAE180}"/>
                </a:ext>
              </a:extLst>
            </p:cNvPr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>
              <a:extLst>
                <a:ext uri="{FF2B5EF4-FFF2-40B4-BE49-F238E27FC236}">
                  <a16:creationId xmlns:a16="http://schemas.microsoft.com/office/drawing/2014/main" id="{38586E8C-EAE2-2C23-1A5A-30002C08451C}"/>
                </a:ext>
              </a:extLst>
            </p:cNvPr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>
              <a:extLst>
                <a:ext uri="{FF2B5EF4-FFF2-40B4-BE49-F238E27FC236}">
                  <a16:creationId xmlns:a16="http://schemas.microsoft.com/office/drawing/2014/main" id="{49922449-7025-EE40-6BBF-63FCEB67B0F4}"/>
                </a:ext>
              </a:extLst>
            </p:cNvPr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>
              <a:extLst>
                <a:ext uri="{FF2B5EF4-FFF2-40B4-BE49-F238E27FC236}">
                  <a16:creationId xmlns:a16="http://schemas.microsoft.com/office/drawing/2014/main" id="{533AE2A2-4941-069A-69C9-C5DD7307D9DE}"/>
                </a:ext>
              </a:extLst>
            </p:cNvPr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>
              <a:extLst>
                <a:ext uri="{FF2B5EF4-FFF2-40B4-BE49-F238E27FC236}">
                  <a16:creationId xmlns:a16="http://schemas.microsoft.com/office/drawing/2014/main" id="{2BD1E142-4A37-385C-9B59-AA9049F16347}"/>
                </a:ext>
              </a:extLst>
            </p:cNvPr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>
              <a:extLst>
                <a:ext uri="{FF2B5EF4-FFF2-40B4-BE49-F238E27FC236}">
                  <a16:creationId xmlns:a16="http://schemas.microsoft.com/office/drawing/2014/main" id="{F7764887-1221-B78E-D5D9-9F75EA41488B}"/>
                </a:ext>
              </a:extLst>
            </p:cNvPr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>
              <a:extLst>
                <a:ext uri="{FF2B5EF4-FFF2-40B4-BE49-F238E27FC236}">
                  <a16:creationId xmlns:a16="http://schemas.microsoft.com/office/drawing/2014/main" id="{177B510C-7BFE-3AAD-CB63-33A7FA8A229E}"/>
                </a:ext>
              </a:extLst>
            </p:cNvPr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>
              <a:extLst>
                <a:ext uri="{FF2B5EF4-FFF2-40B4-BE49-F238E27FC236}">
                  <a16:creationId xmlns:a16="http://schemas.microsoft.com/office/drawing/2014/main" id="{50F485C8-C4F6-EE5A-C09B-A46BF9FD0D90}"/>
                </a:ext>
              </a:extLst>
            </p:cNvPr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>
              <a:extLst>
                <a:ext uri="{FF2B5EF4-FFF2-40B4-BE49-F238E27FC236}">
                  <a16:creationId xmlns:a16="http://schemas.microsoft.com/office/drawing/2014/main" id="{1D4D107F-239B-6E32-6C04-E834C218A50D}"/>
                </a:ext>
              </a:extLst>
            </p:cNvPr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>
              <a:extLst>
                <a:ext uri="{FF2B5EF4-FFF2-40B4-BE49-F238E27FC236}">
                  <a16:creationId xmlns:a16="http://schemas.microsoft.com/office/drawing/2014/main" id="{EA7828F7-1C09-38A9-7720-F67BC3488C90}"/>
                </a:ext>
              </a:extLst>
            </p:cNvPr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>
              <a:extLst>
                <a:ext uri="{FF2B5EF4-FFF2-40B4-BE49-F238E27FC236}">
                  <a16:creationId xmlns:a16="http://schemas.microsoft.com/office/drawing/2014/main" id="{041C2B41-FDE4-8709-760F-31DE7A4DAF68}"/>
                </a:ext>
              </a:extLst>
            </p:cNvPr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>
              <a:extLst>
                <a:ext uri="{FF2B5EF4-FFF2-40B4-BE49-F238E27FC236}">
                  <a16:creationId xmlns:a16="http://schemas.microsoft.com/office/drawing/2014/main" id="{9CDE1612-DE69-8150-AC12-8912BD86F13E}"/>
                </a:ext>
              </a:extLst>
            </p:cNvPr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>
              <a:extLst>
                <a:ext uri="{FF2B5EF4-FFF2-40B4-BE49-F238E27FC236}">
                  <a16:creationId xmlns:a16="http://schemas.microsoft.com/office/drawing/2014/main" id="{52114272-F974-9010-5430-CE00157E409E}"/>
                </a:ext>
              </a:extLst>
            </p:cNvPr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>
              <a:extLst>
                <a:ext uri="{FF2B5EF4-FFF2-40B4-BE49-F238E27FC236}">
                  <a16:creationId xmlns:a16="http://schemas.microsoft.com/office/drawing/2014/main" id="{63FCA20B-C4B4-5124-18CD-A866D7D1B3AE}"/>
                </a:ext>
              </a:extLst>
            </p:cNvPr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>
              <a:extLst>
                <a:ext uri="{FF2B5EF4-FFF2-40B4-BE49-F238E27FC236}">
                  <a16:creationId xmlns:a16="http://schemas.microsoft.com/office/drawing/2014/main" id="{CCA0E998-99E3-AAEC-4332-4E97F1B3EBF6}"/>
                </a:ext>
              </a:extLst>
            </p:cNvPr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>
              <a:extLst>
                <a:ext uri="{FF2B5EF4-FFF2-40B4-BE49-F238E27FC236}">
                  <a16:creationId xmlns:a16="http://schemas.microsoft.com/office/drawing/2014/main" id="{225F6C1E-29EC-CD8A-CF7D-E2881BBA824A}"/>
                </a:ext>
              </a:extLst>
            </p:cNvPr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>
              <a:extLst>
                <a:ext uri="{FF2B5EF4-FFF2-40B4-BE49-F238E27FC236}">
                  <a16:creationId xmlns:a16="http://schemas.microsoft.com/office/drawing/2014/main" id="{FC78AF23-1F5A-C218-975C-E651220C8A7A}"/>
                </a:ext>
              </a:extLst>
            </p:cNvPr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>
              <a:extLst>
                <a:ext uri="{FF2B5EF4-FFF2-40B4-BE49-F238E27FC236}">
                  <a16:creationId xmlns:a16="http://schemas.microsoft.com/office/drawing/2014/main" id="{2B199F56-BE43-078C-CF37-97D952589714}"/>
                </a:ext>
              </a:extLst>
            </p:cNvPr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>
              <a:extLst>
                <a:ext uri="{FF2B5EF4-FFF2-40B4-BE49-F238E27FC236}">
                  <a16:creationId xmlns:a16="http://schemas.microsoft.com/office/drawing/2014/main" id="{7B5D1E48-0C1B-D113-8CA9-D292FE48786D}"/>
                </a:ext>
              </a:extLst>
            </p:cNvPr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>
              <a:extLst>
                <a:ext uri="{FF2B5EF4-FFF2-40B4-BE49-F238E27FC236}">
                  <a16:creationId xmlns:a16="http://schemas.microsoft.com/office/drawing/2014/main" id="{55495CDD-529F-3EB7-B65E-15C2A294AAF1}"/>
                </a:ext>
              </a:extLst>
            </p:cNvPr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>
              <a:extLst>
                <a:ext uri="{FF2B5EF4-FFF2-40B4-BE49-F238E27FC236}">
                  <a16:creationId xmlns:a16="http://schemas.microsoft.com/office/drawing/2014/main" id="{3CF3E8F1-358D-DD69-2A8A-78F3035A6C67}"/>
                </a:ext>
              </a:extLst>
            </p:cNvPr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>
              <a:extLst>
                <a:ext uri="{FF2B5EF4-FFF2-40B4-BE49-F238E27FC236}">
                  <a16:creationId xmlns:a16="http://schemas.microsoft.com/office/drawing/2014/main" id="{609A570C-4D30-08CA-980B-A61E3B18650D}"/>
                </a:ext>
              </a:extLst>
            </p:cNvPr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>
              <a:extLst>
                <a:ext uri="{FF2B5EF4-FFF2-40B4-BE49-F238E27FC236}">
                  <a16:creationId xmlns:a16="http://schemas.microsoft.com/office/drawing/2014/main" id="{7EAEBFB0-4484-B11D-D5F8-DB0ECF73F5F8}"/>
                </a:ext>
              </a:extLst>
            </p:cNvPr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>
              <a:extLst>
                <a:ext uri="{FF2B5EF4-FFF2-40B4-BE49-F238E27FC236}">
                  <a16:creationId xmlns:a16="http://schemas.microsoft.com/office/drawing/2014/main" id="{9C761001-22C8-0028-1596-9853C4E23852}"/>
                </a:ext>
              </a:extLst>
            </p:cNvPr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>
              <a:extLst>
                <a:ext uri="{FF2B5EF4-FFF2-40B4-BE49-F238E27FC236}">
                  <a16:creationId xmlns:a16="http://schemas.microsoft.com/office/drawing/2014/main" id="{41554784-E6C4-C46F-638D-C395F6AA4A5F}"/>
                </a:ext>
              </a:extLst>
            </p:cNvPr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>
              <a:extLst>
                <a:ext uri="{FF2B5EF4-FFF2-40B4-BE49-F238E27FC236}">
                  <a16:creationId xmlns:a16="http://schemas.microsoft.com/office/drawing/2014/main" id="{0F6F3123-04EB-089B-CD4D-D6899D75031F}"/>
                </a:ext>
              </a:extLst>
            </p:cNvPr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>
              <a:extLst>
                <a:ext uri="{FF2B5EF4-FFF2-40B4-BE49-F238E27FC236}">
                  <a16:creationId xmlns:a16="http://schemas.microsoft.com/office/drawing/2014/main" id="{0F073FA6-D446-66A4-5D8A-EBF9C14C3233}"/>
                </a:ext>
              </a:extLst>
            </p:cNvPr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>
              <a:extLst>
                <a:ext uri="{FF2B5EF4-FFF2-40B4-BE49-F238E27FC236}">
                  <a16:creationId xmlns:a16="http://schemas.microsoft.com/office/drawing/2014/main" id="{8633829F-4D32-3F9B-4A5C-0FD634CCBDC6}"/>
                </a:ext>
              </a:extLst>
            </p:cNvPr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>
              <a:extLst>
                <a:ext uri="{FF2B5EF4-FFF2-40B4-BE49-F238E27FC236}">
                  <a16:creationId xmlns:a16="http://schemas.microsoft.com/office/drawing/2014/main" id="{E0ACB6F9-E2C0-9F0C-08DC-6EFF247AEE07}"/>
                </a:ext>
              </a:extLst>
            </p:cNvPr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>
              <a:extLst>
                <a:ext uri="{FF2B5EF4-FFF2-40B4-BE49-F238E27FC236}">
                  <a16:creationId xmlns:a16="http://schemas.microsoft.com/office/drawing/2014/main" id="{08DB2240-74C6-A625-827A-70FAB6F28575}"/>
                </a:ext>
              </a:extLst>
            </p:cNvPr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>
              <a:extLst>
                <a:ext uri="{FF2B5EF4-FFF2-40B4-BE49-F238E27FC236}">
                  <a16:creationId xmlns:a16="http://schemas.microsoft.com/office/drawing/2014/main" id="{830023B7-AB46-E108-968B-EBE15432B0EB}"/>
                </a:ext>
              </a:extLst>
            </p:cNvPr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>
              <a:extLst>
                <a:ext uri="{FF2B5EF4-FFF2-40B4-BE49-F238E27FC236}">
                  <a16:creationId xmlns:a16="http://schemas.microsoft.com/office/drawing/2014/main" id="{0C5B87FA-8C68-D224-2F71-6ED9C5893442}"/>
                </a:ext>
              </a:extLst>
            </p:cNvPr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>
              <a:extLst>
                <a:ext uri="{FF2B5EF4-FFF2-40B4-BE49-F238E27FC236}">
                  <a16:creationId xmlns:a16="http://schemas.microsoft.com/office/drawing/2014/main" id="{1081D6BF-5B8F-EFD0-C333-6AD4D0A9356A}"/>
                </a:ext>
              </a:extLst>
            </p:cNvPr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>
              <a:extLst>
                <a:ext uri="{FF2B5EF4-FFF2-40B4-BE49-F238E27FC236}">
                  <a16:creationId xmlns:a16="http://schemas.microsoft.com/office/drawing/2014/main" id="{0D12259E-3295-C9CB-4694-FD92C0B91B3A}"/>
                </a:ext>
              </a:extLst>
            </p:cNvPr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>
              <a:extLst>
                <a:ext uri="{FF2B5EF4-FFF2-40B4-BE49-F238E27FC236}">
                  <a16:creationId xmlns:a16="http://schemas.microsoft.com/office/drawing/2014/main" id="{D409173F-DFA2-D02C-FB1E-B627209AE2EB}"/>
                </a:ext>
              </a:extLst>
            </p:cNvPr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>
              <a:extLst>
                <a:ext uri="{FF2B5EF4-FFF2-40B4-BE49-F238E27FC236}">
                  <a16:creationId xmlns:a16="http://schemas.microsoft.com/office/drawing/2014/main" id="{5F39B3D4-A88A-62F6-BA6B-B8FB2CE03C4F}"/>
                </a:ext>
              </a:extLst>
            </p:cNvPr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>
              <a:extLst>
                <a:ext uri="{FF2B5EF4-FFF2-40B4-BE49-F238E27FC236}">
                  <a16:creationId xmlns:a16="http://schemas.microsoft.com/office/drawing/2014/main" id="{41CB98F6-7F06-8137-AA44-55D9179A1AFD}"/>
                </a:ext>
              </a:extLst>
            </p:cNvPr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>
              <a:extLst>
                <a:ext uri="{FF2B5EF4-FFF2-40B4-BE49-F238E27FC236}">
                  <a16:creationId xmlns:a16="http://schemas.microsoft.com/office/drawing/2014/main" id="{C0354D07-5B98-2E9D-FF17-9178A8E522D7}"/>
                </a:ext>
              </a:extLst>
            </p:cNvPr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>
              <a:extLst>
                <a:ext uri="{FF2B5EF4-FFF2-40B4-BE49-F238E27FC236}">
                  <a16:creationId xmlns:a16="http://schemas.microsoft.com/office/drawing/2014/main" id="{AECE7CC8-075E-37B5-C9F2-D393DEBC313C}"/>
                </a:ext>
              </a:extLst>
            </p:cNvPr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>
              <a:extLst>
                <a:ext uri="{FF2B5EF4-FFF2-40B4-BE49-F238E27FC236}">
                  <a16:creationId xmlns:a16="http://schemas.microsoft.com/office/drawing/2014/main" id="{B993A1FF-CEE4-0FBD-5313-F78F91FCAFD5}"/>
                </a:ext>
              </a:extLst>
            </p:cNvPr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>
              <a:extLst>
                <a:ext uri="{FF2B5EF4-FFF2-40B4-BE49-F238E27FC236}">
                  <a16:creationId xmlns:a16="http://schemas.microsoft.com/office/drawing/2014/main" id="{F98E30F3-2A66-9C62-D7D4-9C5B76A40566}"/>
                </a:ext>
              </a:extLst>
            </p:cNvPr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>
              <a:extLst>
                <a:ext uri="{FF2B5EF4-FFF2-40B4-BE49-F238E27FC236}">
                  <a16:creationId xmlns:a16="http://schemas.microsoft.com/office/drawing/2014/main" id="{B84BE8F3-8124-0654-9FBD-51DE195FA2F6}"/>
                </a:ext>
              </a:extLst>
            </p:cNvPr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>
              <a:extLst>
                <a:ext uri="{FF2B5EF4-FFF2-40B4-BE49-F238E27FC236}">
                  <a16:creationId xmlns:a16="http://schemas.microsoft.com/office/drawing/2014/main" id="{821AB25D-4A7A-9CF0-2021-4E49F2EE4F1C}"/>
                </a:ext>
              </a:extLst>
            </p:cNvPr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>
              <a:extLst>
                <a:ext uri="{FF2B5EF4-FFF2-40B4-BE49-F238E27FC236}">
                  <a16:creationId xmlns:a16="http://schemas.microsoft.com/office/drawing/2014/main" id="{24E6813E-E0AE-B31F-D324-090CBD1A3224}"/>
                </a:ext>
              </a:extLst>
            </p:cNvPr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>
              <a:extLst>
                <a:ext uri="{FF2B5EF4-FFF2-40B4-BE49-F238E27FC236}">
                  <a16:creationId xmlns:a16="http://schemas.microsoft.com/office/drawing/2014/main" id="{F80C65F0-B70B-8030-591A-34D60818E7ED}"/>
                </a:ext>
              </a:extLst>
            </p:cNvPr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>
              <a:extLst>
                <a:ext uri="{FF2B5EF4-FFF2-40B4-BE49-F238E27FC236}">
                  <a16:creationId xmlns:a16="http://schemas.microsoft.com/office/drawing/2014/main" id="{AEC2FFDD-1958-22F4-0016-76608EDBD3DA}"/>
                </a:ext>
              </a:extLst>
            </p:cNvPr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>
              <a:extLst>
                <a:ext uri="{FF2B5EF4-FFF2-40B4-BE49-F238E27FC236}">
                  <a16:creationId xmlns:a16="http://schemas.microsoft.com/office/drawing/2014/main" id="{7ACD44E1-6BED-1887-D925-2EA29A765767}"/>
                </a:ext>
              </a:extLst>
            </p:cNvPr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>
              <a:extLst>
                <a:ext uri="{FF2B5EF4-FFF2-40B4-BE49-F238E27FC236}">
                  <a16:creationId xmlns:a16="http://schemas.microsoft.com/office/drawing/2014/main" id="{0A5BAEA9-3383-C97A-25D5-71E20CF8EC65}"/>
                </a:ext>
              </a:extLst>
            </p:cNvPr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>
              <a:extLst>
                <a:ext uri="{FF2B5EF4-FFF2-40B4-BE49-F238E27FC236}">
                  <a16:creationId xmlns:a16="http://schemas.microsoft.com/office/drawing/2014/main" id="{774C1181-307F-D5F0-0C23-12DD1FF773C7}"/>
                </a:ext>
              </a:extLst>
            </p:cNvPr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>
              <a:extLst>
                <a:ext uri="{FF2B5EF4-FFF2-40B4-BE49-F238E27FC236}">
                  <a16:creationId xmlns:a16="http://schemas.microsoft.com/office/drawing/2014/main" id="{02DBCEFC-2C87-C9A6-2725-3AF8CC13F02C}"/>
                </a:ext>
              </a:extLst>
            </p:cNvPr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>
              <a:extLst>
                <a:ext uri="{FF2B5EF4-FFF2-40B4-BE49-F238E27FC236}">
                  <a16:creationId xmlns:a16="http://schemas.microsoft.com/office/drawing/2014/main" id="{1AB694C4-52A8-C3AB-94ED-5B759DA3E785}"/>
                </a:ext>
              </a:extLst>
            </p:cNvPr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>
              <a:extLst>
                <a:ext uri="{FF2B5EF4-FFF2-40B4-BE49-F238E27FC236}">
                  <a16:creationId xmlns:a16="http://schemas.microsoft.com/office/drawing/2014/main" id="{0FE09F85-4798-C46A-646A-6A7E6C6A0BF7}"/>
                </a:ext>
              </a:extLst>
            </p:cNvPr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>
              <a:extLst>
                <a:ext uri="{FF2B5EF4-FFF2-40B4-BE49-F238E27FC236}">
                  <a16:creationId xmlns:a16="http://schemas.microsoft.com/office/drawing/2014/main" id="{9BD15A9F-BF59-F821-AA8A-16C678F1B121}"/>
                </a:ext>
              </a:extLst>
            </p:cNvPr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>
              <a:extLst>
                <a:ext uri="{FF2B5EF4-FFF2-40B4-BE49-F238E27FC236}">
                  <a16:creationId xmlns:a16="http://schemas.microsoft.com/office/drawing/2014/main" id="{75C8AB77-DFD1-CC94-F0DE-B558D2062E7E}"/>
                </a:ext>
              </a:extLst>
            </p:cNvPr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>
              <a:extLst>
                <a:ext uri="{FF2B5EF4-FFF2-40B4-BE49-F238E27FC236}">
                  <a16:creationId xmlns:a16="http://schemas.microsoft.com/office/drawing/2014/main" id="{277B7EFD-437B-F5F9-768A-D3B5DD000759}"/>
                </a:ext>
              </a:extLst>
            </p:cNvPr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>
              <a:extLst>
                <a:ext uri="{FF2B5EF4-FFF2-40B4-BE49-F238E27FC236}">
                  <a16:creationId xmlns:a16="http://schemas.microsoft.com/office/drawing/2014/main" id="{05B7B14F-6449-9A4B-1DB2-641ECCB5D679}"/>
                </a:ext>
              </a:extLst>
            </p:cNvPr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>
              <a:extLst>
                <a:ext uri="{FF2B5EF4-FFF2-40B4-BE49-F238E27FC236}">
                  <a16:creationId xmlns:a16="http://schemas.microsoft.com/office/drawing/2014/main" id="{2182E05D-581D-C5D6-2E3A-C067D9F1A214}"/>
                </a:ext>
              </a:extLst>
            </p:cNvPr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>
              <a:extLst>
                <a:ext uri="{FF2B5EF4-FFF2-40B4-BE49-F238E27FC236}">
                  <a16:creationId xmlns:a16="http://schemas.microsoft.com/office/drawing/2014/main" id="{7E96FF26-9D40-A5FE-3627-C2CF8CDA9BCF}"/>
                </a:ext>
              </a:extLst>
            </p:cNvPr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>
              <a:extLst>
                <a:ext uri="{FF2B5EF4-FFF2-40B4-BE49-F238E27FC236}">
                  <a16:creationId xmlns:a16="http://schemas.microsoft.com/office/drawing/2014/main" id="{787371DF-F722-2542-11F8-73424F0AA57C}"/>
                </a:ext>
              </a:extLst>
            </p:cNvPr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>
              <a:extLst>
                <a:ext uri="{FF2B5EF4-FFF2-40B4-BE49-F238E27FC236}">
                  <a16:creationId xmlns:a16="http://schemas.microsoft.com/office/drawing/2014/main" id="{4DE0E83A-B3CC-3A92-EE60-CFE89988AF18}"/>
                </a:ext>
              </a:extLst>
            </p:cNvPr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>
              <a:extLst>
                <a:ext uri="{FF2B5EF4-FFF2-40B4-BE49-F238E27FC236}">
                  <a16:creationId xmlns:a16="http://schemas.microsoft.com/office/drawing/2014/main" id="{39125FCC-FFC9-B6D3-8BAA-F161999EA352}"/>
                </a:ext>
              </a:extLst>
            </p:cNvPr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>
              <a:extLst>
                <a:ext uri="{FF2B5EF4-FFF2-40B4-BE49-F238E27FC236}">
                  <a16:creationId xmlns:a16="http://schemas.microsoft.com/office/drawing/2014/main" id="{379CE014-2BFF-0548-EF94-8511BB2BCDAD}"/>
                </a:ext>
              </a:extLst>
            </p:cNvPr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>
              <a:extLst>
                <a:ext uri="{FF2B5EF4-FFF2-40B4-BE49-F238E27FC236}">
                  <a16:creationId xmlns:a16="http://schemas.microsoft.com/office/drawing/2014/main" id="{B93A1C2A-EC31-81BA-7484-FFA9D3B36790}"/>
                </a:ext>
              </a:extLst>
            </p:cNvPr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>
              <a:extLst>
                <a:ext uri="{FF2B5EF4-FFF2-40B4-BE49-F238E27FC236}">
                  <a16:creationId xmlns:a16="http://schemas.microsoft.com/office/drawing/2014/main" id="{240E5F73-F823-9AA2-E9C2-B6A7FACAE7DE}"/>
                </a:ext>
              </a:extLst>
            </p:cNvPr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>
              <a:extLst>
                <a:ext uri="{FF2B5EF4-FFF2-40B4-BE49-F238E27FC236}">
                  <a16:creationId xmlns:a16="http://schemas.microsoft.com/office/drawing/2014/main" id="{686383D1-5211-420C-0A0E-7C8CEBB9AF36}"/>
                </a:ext>
              </a:extLst>
            </p:cNvPr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>
              <a:extLst>
                <a:ext uri="{FF2B5EF4-FFF2-40B4-BE49-F238E27FC236}">
                  <a16:creationId xmlns:a16="http://schemas.microsoft.com/office/drawing/2014/main" id="{A033ABAE-E4A5-D21E-2EF9-FE6241911EAF}"/>
                </a:ext>
              </a:extLst>
            </p:cNvPr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>
              <a:extLst>
                <a:ext uri="{FF2B5EF4-FFF2-40B4-BE49-F238E27FC236}">
                  <a16:creationId xmlns:a16="http://schemas.microsoft.com/office/drawing/2014/main" id="{3A5E9658-A039-B7BE-C100-367D5EC0D4A8}"/>
                </a:ext>
              </a:extLst>
            </p:cNvPr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>
              <a:extLst>
                <a:ext uri="{FF2B5EF4-FFF2-40B4-BE49-F238E27FC236}">
                  <a16:creationId xmlns:a16="http://schemas.microsoft.com/office/drawing/2014/main" id="{237AC499-DD59-4066-A85F-B1507E553E1F}"/>
                </a:ext>
              </a:extLst>
            </p:cNvPr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>
              <a:extLst>
                <a:ext uri="{FF2B5EF4-FFF2-40B4-BE49-F238E27FC236}">
                  <a16:creationId xmlns:a16="http://schemas.microsoft.com/office/drawing/2014/main" id="{1F9FD71A-36D7-2D26-83B4-AEDA5A767018}"/>
                </a:ext>
              </a:extLst>
            </p:cNvPr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>
              <a:extLst>
                <a:ext uri="{FF2B5EF4-FFF2-40B4-BE49-F238E27FC236}">
                  <a16:creationId xmlns:a16="http://schemas.microsoft.com/office/drawing/2014/main" id="{8DFCD561-5D1A-7BE6-B84D-1DC82CF234DC}"/>
                </a:ext>
              </a:extLst>
            </p:cNvPr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>
              <a:extLst>
                <a:ext uri="{FF2B5EF4-FFF2-40B4-BE49-F238E27FC236}">
                  <a16:creationId xmlns:a16="http://schemas.microsoft.com/office/drawing/2014/main" id="{F4C2DB8B-F685-3EE5-A591-18D126FD3352}"/>
                </a:ext>
              </a:extLst>
            </p:cNvPr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>
              <a:extLst>
                <a:ext uri="{FF2B5EF4-FFF2-40B4-BE49-F238E27FC236}">
                  <a16:creationId xmlns:a16="http://schemas.microsoft.com/office/drawing/2014/main" id="{136905BB-FA77-6F45-540C-BA0926DD8AF8}"/>
                </a:ext>
              </a:extLst>
            </p:cNvPr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>
              <a:extLst>
                <a:ext uri="{FF2B5EF4-FFF2-40B4-BE49-F238E27FC236}">
                  <a16:creationId xmlns:a16="http://schemas.microsoft.com/office/drawing/2014/main" id="{E9D27C11-14ED-FCF1-7C98-6AC8E21D450F}"/>
                </a:ext>
              </a:extLst>
            </p:cNvPr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>
              <a:extLst>
                <a:ext uri="{FF2B5EF4-FFF2-40B4-BE49-F238E27FC236}">
                  <a16:creationId xmlns:a16="http://schemas.microsoft.com/office/drawing/2014/main" id="{4907128E-CD30-3C35-9B51-7D46F9145E9B}"/>
                </a:ext>
              </a:extLst>
            </p:cNvPr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>
              <a:extLst>
                <a:ext uri="{FF2B5EF4-FFF2-40B4-BE49-F238E27FC236}">
                  <a16:creationId xmlns:a16="http://schemas.microsoft.com/office/drawing/2014/main" id="{7EF06720-D0E0-10C9-E5EC-0DC7F8B1FEF6}"/>
                </a:ext>
              </a:extLst>
            </p:cNvPr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>
              <a:extLst>
                <a:ext uri="{FF2B5EF4-FFF2-40B4-BE49-F238E27FC236}">
                  <a16:creationId xmlns:a16="http://schemas.microsoft.com/office/drawing/2014/main" id="{E9172E85-923B-C20C-EDBC-976F13C083BB}"/>
                </a:ext>
              </a:extLst>
            </p:cNvPr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>
              <a:extLst>
                <a:ext uri="{FF2B5EF4-FFF2-40B4-BE49-F238E27FC236}">
                  <a16:creationId xmlns:a16="http://schemas.microsoft.com/office/drawing/2014/main" id="{EB134C2C-1B46-CDA4-556C-CAF53F74D5B7}"/>
                </a:ext>
              </a:extLst>
            </p:cNvPr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>
              <a:extLst>
                <a:ext uri="{FF2B5EF4-FFF2-40B4-BE49-F238E27FC236}">
                  <a16:creationId xmlns:a16="http://schemas.microsoft.com/office/drawing/2014/main" id="{6F25DD27-BB14-C793-8544-A7E197611F7C}"/>
                </a:ext>
              </a:extLst>
            </p:cNvPr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>
              <a:extLst>
                <a:ext uri="{FF2B5EF4-FFF2-40B4-BE49-F238E27FC236}">
                  <a16:creationId xmlns:a16="http://schemas.microsoft.com/office/drawing/2014/main" id="{90428B97-7CDB-A0E4-0A66-0C7C45E52C32}"/>
                </a:ext>
              </a:extLst>
            </p:cNvPr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>
              <a:extLst>
                <a:ext uri="{FF2B5EF4-FFF2-40B4-BE49-F238E27FC236}">
                  <a16:creationId xmlns:a16="http://schemas.microsoft.com/office/drawing/2014/main" id="{2BDF55FD-68BE-2DEF-A3AC-74859B0F940E}"/>
                </a:ext>
              </a:extLst>
            </p:cNvPr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>
              <a:extLst>
                <a:ext uri="{FF2B5EF4-FFF2-40B4-BE49-F238E27FC236}">
                  <a16:creationId xmlns:a16="http://schemas.microsoft.com/office/drawing/2014/main" id="{BE2549B1-6DB5-23FA-8F00-81424C69EBAD}"/>
                </a:ext>
              </a:extLst>
            </p:cNvPr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>
              <a:extLst>
                <a:ext uri="{FF2B5EF4-FFF2-40B4-BE49-F238E27FC236}">
                  <a16:creationId xmlns:a16="http://schemas.microsoft.com/office/drawing/2014/main" id="{B6DFA5D4-67AA-C9F5-25D2-76E0B40497A5}"/>
                </a:ext>
              </a:extLst>
            </p:cNvPr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>
              <a:extLst>
                <a:ext uri="{FF2B5EF4-FFF2-40B4-BE49-F238E27FC236}">
                  <a16:creationId xmlns:a16="http://schemas.microsoft.com/office/drawing/2014/main" id="{423AAE46-0C93-A344-B090-C5CFE83B249A}"/>
                </a:ext>
              </a:extLst>
            </p:cNvPr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>
              <a:extLst>
                <a:ext uri="{FF2B5EF4-FFF2-40B4-BE49-F238E27FC236}">
                  <a16:creationId xmlns:a16="http://schemas.microsoft.com/office/drawing/2014/main" id="{3A749FA5-822D-E591-BEDF-AC6DD2F8D81C}"/>
                </a:ext>
              </a:extLst>
            </p:cNvPr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>
              <a:extLst>
                <a:ext uri="{FF2B5EF4-FFF2-40B4-BE49-F238E27FC236}">
                  <a16:creationId xmlns:a16="http://schemas.microsoft.com/office/drawing/2014/main" id="{C0EF224E-004C-4217-74EA-A5F6FB362E63}"/>
                </a:ext>
              </a:extLst>
            </p:cNvPr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>
              <a:extLst>
                <a:ext uri="{FF2B5EF4-FFF2-40B4-BE49-F238E27FC236}">
                  <a16:creationId xmlns:a16="http://schemas.microsoft.com/office/drawing/2014/main" id="{29F1AB54-45F2-B7F6-FB12-49128891098E}"/>
                </a:ext>
              </a:extLst>
            </p:cNvPr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>
              <a:extLst>
                <a:ext uri="{FF2B5EF4-FFF2-40B4-BE49-F238E27FC236}">
                  <a16:creationId xmlns:a16="http://schemas.microsoft.com/office/drawing/2014/main" id="{375F429D-05E4-323B-40DC-604059A68833}"/>
                </a:ext>
              </a:extLst>
            </p:cNvPr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>
              <a:extLst>
                <a:ext uri="{FF2B5EF4-FFF2-40B4-BE49-F238E27FC236}">
                  <a16:creationId xmlns:a16="http://schemas.microsoft.com/office/drawing/2014/main" id="{63CC5223-E0F7-895C-F4B3-B19FE5D51EA6}"/>
                </a:ext>
              </a:extLst>
            </p:cNvPr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>
              <a:extLst>
                <a:ext uri="{FF2B5EF4-FFF2-40B4-BE49-F238E27FC236}">
                  <a16:creationId xmlns:a16="http://schemas.microsoft.com/office/drawing/2014/main" id="{E1EAB92F-4A7A-2ACC-7C6F-3153980F66F0}"/>
                </a:ext>
              </a:extLst>
            </p:cNvPr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>
              <a:extLst>
                <a:ext uri="{FF2B5EF4-FFF2-40B4-BE49-F238E27FC236}">
                  <a16:creationId xmlns:a16="http://schemas.microsoft.com/office/drawing/2014/main" id="{58AE393B-31D4-A22C-D775-B80BE6A73A26}"/>
                </a:ext>
              </a:extLst>
            </p:cNvPr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>
              <a:extLst>
                <a:ext uri="{FF2B5EF4-FFF2-40B4-BE49-F238E27FC236}">
                  <a16:creationId xmlns:a16="http://schemas.microsoft.com/office/drawing/2014/main" id="{367F0F8F-B50D-5BBF-4951-613D42826D74}"/>
                </a:ext>
              </a:extLst>
            </p:cNvPr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>
              <a:extLst>
                <a:ext uri="{FF2B5EF4-FFF2-40B4-BE49-F238E27FC236}">
                  <a16:creationId xmlns:a16="http://schemas.microsoft.com/office/drawing/2014/main" id="{675B2031-E898-9A98-8140-AD75C61570F4}"/>
                </a:ext>
              </a:extLst>
            </p:cNvPr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>
              <a:extLst>
                <a:ext uri="{FF2B5EF4-FFF2-40B4-BE49-F238E27FC236}">
                  <a16:creationId xmlns:a16="http://schemas.microsoft.com/office/drawing/2014/main" id="{58BC6C84-0F06-87CD-E317-264459BBAE80}"/>
                </a:ext>
              </a:extLst>
            </p:cNvPr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>
              <a:extLst>
                <a:ext uri="{FF2B5EF4-FFF2-40B4-BE49-F238E27FC236}">
                  <a16:creationId xmlns:a16="http://schemas.microsoft.com/office/drawing/2014/main" id="{2A6705B3-4CC5-9164-819D-36C6F8981B79}"/>
                </a:ext>
              </a:extLst>
            </p:cNvPr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>
              <a:extLst>
                <a:ext uri="{FF2B5EF4-FFF2-40B4-BE49-F238E27FC236}">
                  <a16:creationId xmlns:a16="http://schemas.microsoft.com/office/drawing/2014/main" id="{AEDBBA26-F1C3-852F-27DC-1AA29EBDFF89}"/>
                </a:ext>
              </a:extLst>
            </p:cNvPr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>
              <a:extLst>
                <a:ext uri="{FF2B5EF4-FFF2-40B4-BE49-F238E27FC236}">
                  <a16:creationId xmlns:a16="http://schemas.microsoft.com/office/drawing/2014/main" id="{984FDA48-801C-C243-6CED-358FB84B94D4}"/>
                </a:ext>
              </a:extLst>
            </p:cNvPr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>
              <a:extLst>
                <a:ext uri="{FF2B5EF4-FFF2-40B4-BE49-F238E27FC236}">
                  <a16:creationId xmlns:a16="http://schemas.microsoft.com/office/drawing/2014/main" id="{672DCFAD-CE1E-CD0D-FEB9-FE52AAEC8763}"/>
                </a:ext>
              </a:extLst>
            </p:cNvPr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>
              <a:extLst>
                <a:ext uri="{FF2B5EF4-FFF2-40B4-BE49-F238E27FC236}">
                  <a16:creationId xmlns:a16="http://schemas.microsoft.com/office/drawing/2014/main" id="{1B6B7235-E7DD-AE53-0A1E-89A905EEA2E8}"/>
                </a:ext>
              </a:extLst>
            </p:cNvPr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>
              <a:extLst>
                <a:ext uri="{FF2B5EF4-FFF2-40B4-BE49-F238E27FC236}">
                  <a16:creationId xmlns:a16="http://schemas.microsoft.com/office/drawing/2014/main" id="{36227FC5-3C72-34C1-C4A4-5E8B976FFEEA}"/>
                </a:ext>
              </a:extLst>
            </p:cNvPr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>
              <a:extLst>
                <a:ext uri="{FF2B5EF4-FFF2-40B4-BE49-F238E27FC236}">
                  <a16:creationId xmlns:a16="http://schemas.microsoft.com/office/drawing/2014/main" id="{41FFC38A-4378-C30D-D7F2-284975209281}"/>
                </a:ext>
              </a:extLst>
            </p:cNvPr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>
              <a:extLst>
                <a:ext uri="{FF2B5EF4-FFF2-40B4-BE49-F238E27FC236}">
                  <a16:creationId xmlns:a16="http://schemas.microsoft.com/office/drawing/2014/main" id="{3A523F94-1A41-2FAD-9449-84D65ED1FBD1}"/>
                </a:ext>
              </a:extLst>
            </p:cNvPr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>
              <a:extLst>
                <a:ext uri="{FF2B5EF4-FFF2-40B4-BE49-F238E27FC236}">
                  <a16:creationId xmlns:a16="http://schemas.microsoft.com/office/drawing/2014/main" id="{85D06BC7-AEFB-0DBD-0FEC-66E0A7807746}"/>
                </a:ext>
              </a:extLst>
            </p:cNvPr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>
              <a:extLst>
                <a:ext uri="{FF2B5EF4-FFF2-40B4-BE49-F238E27FC236}">
                  <a16:creationId xmlns:a16="http://schemas.microsoft.com/office/drawing/2014/main" id="{0C8BCBF0-9201-C58C-C9DC-10A7BF0C3D02}"/>
                </a:ext>
              </a:extLst>
            </p:cNvPr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>
              <a:extLst>
                <a:ext uri="{FF2B5EF4-FFF2-40B4-BE49-F238E27FC236}">
                  <a16:creationId xmlns:a16="http://schemas.microsoft.com/office/drawing/2014/main" id="{3503F1A5-7248-C82C-2296-A0C6F634934A}"/>
                </a:ext>
              </a:extLst>
            </p:cNvPr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>
              <a:extLst>
                <a:ext uri="{FF2B5EF4-FFF2-40B4-BE49-F238E27FC236}">
                  <a16:creationId xmlns:a16="http://schemas.microsoft.com/office/drawing/2014/main" id="{AD455FFC-ED61-4D24-2367-0B46A9679F3D}"/>
                </a:ext>
              </a:extLst>
            </p:cNvPr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>
              <a:extLst>
                <a:ext uri="{FF2B5EF4-FFF2-40B4-BE49-F238E27FC236}">
                  <a16:creationId xmlns:a16="http://schemas.microsoft.com/office/drawing/2014/main" id="{FD3B64B1-BE8A-6317-2F2B-757198E6E200}"/>
                </a:ext>
              </a:extLst>
            </p:cNvPr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>
              <a:extLst>
                <a:ext uri="{FF2B5EF4-FFF2-40B4-BE49-F238E27FC236}">
                  <a16:creationId xmlns:a16="http://schemas.microsoft.com/office/drawing/2014/main" id="{6444D874-AD68-F2CC-DB76-10DE89F21EAB}"/>
                </a:ext>
              </a:extLst>
            </p:cNvPr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>
              <a:extLst>
                <a:ext uri="{FF2B5EF4-FFF2-40B4-BE49-F238E27FC236}">
                  <a16:creationId xmlns:a16="http://schemas.microsoft.com/office/drawing/2014/main" id="{5ED17A8C-1EA8-1719-234B-B5C538B2EA4F}"/>
                </a:ext>
              </a:extLst>
            </p:cNvPr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>
              <a:extLst>
                <a:ext uri="{FF2B5EF4-FFF2-40B4-BE49-F238E27FC236}">
                  <a16:creationId xmlns:a16="http://schemas.microsoft.com/office/drawing/2014/main" id="{85473C7F-4649-7158-0F47-8DA229A12D62}"/>
                </a:ext>
              </a:extLst>
            </p:cNvPr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>
              <a:extLst>
                <a:ext uri="{FF2B5EF4-FFF2-40B4-BE49-F238E27FC236}">
                  <a16:creationId xmlns:a16="http://schemas.microsoft.com/office/drawing/2014/main" id="{406783B8-AE17-B44D-875E-B722811FC9B4}"/>
                </a:ext>
              </a:extLst>
            </p:cNvPr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>
              <a:extLst>
                <a:ext uri="{FF2B5EF4-FFF2-40B4-BE49-F238E27FC236}">
                  <a16:creationId xmlns:a16="http://schemas.microsoft.com/office/drawing/2014/main" id="{038DEB95-CDF5-00D3-A852-B6267CCBF7D1}"/>
                </a:ext>
              </a:extLst>
            </p:cNvPr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>
              <a:extLst>
                <a:ext uri="{FF2B5EF4-FFF2-40B4-BE49-F238E27FC236}">
                  <a16:creationId xmlns:a16="http://schemas.microsoft.com/office/drawing/2014/main" id="{AA902BFB-2DDB-1D0F-9169-D4465FEF7AB7}"/>
                </a:ext>
              </a:extLst>
            </p:cNvPr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>
              <a:extLst>
                <a:ext uri="{FF2B5EF4-FFF2-40B4-BE49-F238E27FC236}">
                  <a16:creationId xmlns:a16="http://schemas.microsoft.com/office/drawing/2014/main" id="{ECA405D8-5F52-C494-CB55-266E6B1C9D7B}"/>
                </a:ext>
              </a:extLst>
            </p:cNvPr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>
              <a:extLst>
                <a:ext uri="{FF2B5EF4-FFF2-40B4-BE49-F238E27FC236}">
                  <a16:creationId xmlns:a16="http://schemas.microsoft.com/office/drawing/2014/main" id="{8FECB273-194E-812E-EE48-9BE7D6E22F50}"/>
                </a:ext>
              </a:extLst>
            </p:cNvPr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>
              <a:extLst>
                <a:ext uri="{FF2B5EF4-FFF2-40B4-BE49-F238E27FC236}">
                  <a16:creationId xmlns:a16="http://schemas.microsoft.com/office/drawing/2014/main" id="{467DBC06-5397-3FE5-D04F-EC705264D39C}"/>
                </a:ext>
              </a:extLst>
            </p:cNvPr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>
              <a:extLst>
                <a:ext uri="{FF2B5EF4-FFF2-40B4-BE49-F238E27FC236}">
                  <a16:creationId xmlns:a16="http://schemas.microsoft.com/office/drawing/2014/main" id="{84CF812C-BDD4-79C3-184C-18C244F8AC07}"/>
                </a:ext>
              </a:extLst>
            </p:cNvPr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>
              <a:extLst>
                <a:ext uri="{FF2B5EF4-FFF2-40B4-BE49-F238E27FC236}">
                  <a16:creationId xmlns:a16="http://schemas.microsoft.com/office/drawing/2014/main" id="{7F86B11D-8416-9A7C-40C1-6A318E27B049}"/>
                </a:ext>
              </a:extLst>
            </p:cNvPr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>
              <a:extLst>
                <a:ext uri="{FF2B5EF4-FFF2-40B4-BE49-F238E27FC236}">
                  <a16:creationId xmlns:a16="http://schemas.microsoft.com/office/drawing/2014/main" id="{5C8A015F-BAFC-4443-725C-409B15FF30BD}"/>
                </a:ext>
              </a:extLst>
            </p:cNvPr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>
              <a:extLst>
                <a:ext uri="{FF2B5EF4-FFF2-40B4-BE49-F238E27FC236}">
                  <a16:creationId xmlns:a16="http://schemas.microsoft.com/office/drawing/2014/main" id="{B066574F-7653-7080-64BC-57C0C3520AD3}"/>
                </a:ext>
              </a:extLst>
            </p:cNvPr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>
              <a:extLst>
                <a:ext uri="{FF2B5EF4-FFF2-40B4-BE49-F238E27FC236}">
                  <a16:creationId xmlns:a16="http://schemas.microsoft.com/office/drawing/2014/main" id="{29112361-ACE2-7F9F-F404-5102584051D9}"/>
                </a:ext>
              </a:extLst>
            </p:cNvPr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>
              <a:extLst>
                <a:ext uri="{FF2B5EF4-FFF2-40B4-BE49-F238E27FC236}">
                  <a16:creationId xmlns:a16="http://schemas.microsoft.com/office/drawing/2014/main" id="{63AF4230-0BE2-C2A3-24FB-B60390243B74}"/>
                </a:ext>
              </a:extLst>
            </p:cNvPr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>
              <a:extLst>
                <a:ext uri="{FF2B5EF4-FFF2-40B4-BE49-F238E27FC236}">
                  <a16:creationId xmlns:a16="http://schemas.microsoft.com/office/drawing/2014/main" id="{3D97F619-DB51-4EEF-2039-E193184CFC9B}"/>
                </a:ext>
              </a:extLst>
            </p:cNvPr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>
              <a:extLst>
                <a:ext uri="{FF2B5EF4-FFF2-40B4-BE49-F238E27FC236}">
                  <a16:creationId xmlns:a16="http://schemas.microsoft.com/office/drawing/2014/main" id="{DD1036F0-9138-717E-741C-AC3A0FC794DB}"/>
                </a:ext>
              </a:extLst>
            </p:cNvPr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>
              <a:extLst>
                <a:ext uri="{FF2B5EF4-FFF2-40B4-BE49-F238E27FC236}">
                  <a16:creationId xmlns:a16="http://schemas.microsoft.com/office/drawing/2014/main" id="{E5CD0979-2981-54DF-938E-12F40472EC8E}"/>
                </a:ext>
              </a:extLst>
            </p:cNvPr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>
              <a:extLst>
                <a:ext uri="{FF2B5EF4-FFF2-40B4-BE49-F238E27FC236}">
                  <a16:creationId xmlns:a16="http://schemas.microsoft.com/office/drawing/2014/main" id="{1DF11EE3-E3D2-303A-F887-AC62F9666BFE}"/>
                </a:ext>
              </a:extLst>
            </p:cNvPr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>
              <a:extLst>
                <a:ext uri="{FF2B5EF4-FFF2-40B4-BE49-F238E27FC236}">
                  <a16:creationId xmlns:a16="http://schemas.microsoft.com/office/drawing/2014/main" id="{32078181-DCEC-FB15-6986-A29E9A4738FC}"/>
                </a:ext>
              </a:extLst>
            </p:cNvPr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>
              <a:extLst>
                <a:ext uri="{FF2B5EF4-FFF2-40B4-BE49-F238E27FC236}">
                  <a16:creationId xmlns:a16="http://schemas.microsoft.com/office/drawing/2014/main" id="{311BE694-6B44-78E9-1698-9A1DB455CC1C}"/>
                </a:ext>
              </a:extLst>
            </p:cNvPr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>
              <a:extLst>
                <a:ext uri="{FF2B5EF4-FFF2-40B4-BE49-F238E27FC236}">
                  <a16:creationId xmlns:a16="http://schemas.microsoft.com/office/drawing/2014/main" id="{AC9290DD-E23C-E7BE-CE14-2158247361F4}"/>
                </a:ext>
              </a:extLst>
            </p:cNvPr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>
              <a:extLst>
                <a:ext uri="{FF2B5EF4-FFF2-40B4-BE49-F238E27FC236}">
                  <a16:creationId xmlns:a16="http://schemas.microsoft.com/office/drawing/2014/main" id="{32815512-C5D3-C459-1541-522CD8C54BE6}"/>
                </a:ext>
              </a:extLst>
            </p:cNvPr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>
              <a:extLst>
                <a:ext uri="{FF2B5EF4-FFF2-40B4-BE49-F238E27FC236}">
                  <a16:creationId xmlns:a16="http://schemas.microsoft.com/office/drawing/2014/main" id="{A6C8E400-9553-D55B-2845-C00B6908312D}"/>
                </a:ext>
              </a:extLst>
            </p:cNvPr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>
              <a:extLst>
                <a:ext uri="{FF2B5EF4-FFF2-40B4-BE49-F238E27FC236}">
                  <a16:creationId xmlns:a16="http://schemas.microsoft.com/office/drawing/2014/main" id="{56F4E622-00DF-5739-F644-933FF5FC81E7}"/>
                </a:ext>
              </a:extLst>
            </p:cNvPr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>
              <a:extLst>
                <a:ext uri="{FF2B5EF4-FFF2-40B4-BE49-F238E27FC236}">
                  <a16:creationId xmlns:a16="http://schemas.microsoft.com/office/drawing/2014/main" id="{0F275403-F706-0C48-5CFF-B849C9DCA495}"/>
                </a:ext>
              </a:extLst>
            </p:cNvPr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>
              <a:extLst>
                <a:ext uri="{FF2B5EF4-FFF2-40B4-BE49-F238E27FC236}">
                  <a16:creationId xmlns:a16="http://schemas.microsoft.com/office/drawing/2014/main" id="{42A0C2FF-F73E-F1AF-DC33-88DF75684E50}"/>
                </a:ext>
              </a:extLst>
            </p:cNvPr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>
              <a:extLst>
                <a:ext uri="{FF2B5EF4-FFF2-40B4-BE49-F238E27FC236}">
                  <a16:creationId xmlns:a16="http://schemas.microsoft.com/office/drawing/2014/main" id="{365A6AA5-9CA6-6D1D-CC27-E9279B7F0D2C}"/>
                </a:ext>
              </a:extLst>
            </p:cNvPr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>
              <a:extLst>
                <a:ext uri="{FF2B5EF4-FFF2-40B4-BE49-F238E27FC236}">
                  <a16:creationId xmlns:a16="http://schemas.microsoft.com/office/drawing/2014/main" id="{80350CD9-4DBF-9133-4DDC-081A22FAF474}"/>
                </a:ext>
              </a:extLst>
            </p:cNvPr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>
              <a:extLst>
                <a:ext uri="{FF2B5EF4-FFF2-40B4-BE49-F238E27FC236}">
                  <a16:creationId xmlns:a16="http://schemas.microsoft.com/office/drawing/2014/main" id="{7FE6025B-32D8-8E28-4168-26A33AD1B407}"/>
                </a:ext>
              </a:extLst>
            </p:cNvPr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>
              <a:extLst>
                <a:ext uri="{FF2B5EF4-FFF2-40B4-BE49-F238E27FC236}">
                  <a16:creationId xmlns:a16="http://schemas.microsoft.com/office/drawing/2014/main" id="{F14A6570-4756-6727-CB8A-6A02C6EB63FE}"/>
                </a:ext>
              </a:extLst>
            </p:cNvPr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>
              <a:extLst>
                <a:ext uri="{FF2B5EF4-FFF2-40B4-BE49-F238E27FC236}">
                  <a16:creationId xmlns:a16="http://schemas.microsoft.com/office/drawing/2014/main" id="{049BDE52-4BEB-89BB-310F-9B1555780BB7}"/>
                </a:ext>
              </a:extLst>
            </p:cNvPr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>
              <a:extLst>
                <a:ext uri="{FF2B5EF4-FFF2-40B4-BE49-F238E27FC236}">
                  <a16:creationId xmlns:a16="http://schemas.microsoft.com/office/drawing/2014/main" id="{1A5552CB-32EC-5776-E449-87AC5447AC3D}"/>
                </a:ext>
              </a:extLst>
            </p:cNvPr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>
              <a:extLst>
                <a:ext uri="{FF2B5EF4-FFF2-40B4-BE49-F238E27FC236}">
                  <a16:creationId xmlns:a16="http://schemas.microsoft.com/office/drawing/2014/main" id="{CC268CEB-6B27-1216-D9BC-5122C02DF77D}"/>
                </a:ext>
              </a:extLst>
            </p:cNvPr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>
              <a:extLst>
                <a:ext uri="{FF2B5EF4-FFF2-40B4-BE49-F238E27FC236}">
                  <a16:creationId xmlns:a16="http://schemas.microsoft.com/office/drawing/2014/main" id="{26E4BDDD-16A6-E175-CBE7-FFA25ADFCBD7}"/>
                </a:ext>
              </a:extLst>
            </p:cNvPr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>
              <a:extLst>
                <a:ext uri="{FF2B5EF4-FFF2-40B4-BE49-F238E27FC236}">
                  <a16:creationId xmlns:a16="http://schemas.microsoft.com/office/drawing/2014/main" id="{E0DAA365-F997-FA45-996A-BC8C042A464E}"/>
                </a:ext>
              </a:extLst>
            </p:cNvPr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>
              <a:extLst>
                <a:ext uri="{FF2B5EF4-FFF2-40B4-BE49-F238E27FC236}">
                  <a16:creationId xmlns:a16="http://schemas.microsoft.com/office/drawing/2014/main" id="{CD535159-8051-A7E7-1B3A-72BE1FD5A16B}"/>
                </a:ext>
              </a:extLst>
            </p:cNvPr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>
              <a:extLst>
                <a:ext uri="{FF2B5EF4-FFF2-40B4-BE49-F238E27FC236}">
                  <a16:creationId xmlns:a16="http://schemas.microsoft.com/office/drawing/2014/main" id="{8FB6A42A-765D-509A-05CD-5DB742AE8349}"/>
                </a:ext>
              </a:extLst>
            </p:cNvPr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>
              <a:extLst>
                <a:ext uri="{FF2B5EF4-FFF2-40B4-BE49-F238E27FC236}">
                  <a16:creationId xmlns:a16="http://schemas.microsoft.com/office/drawing/2014/main" id="{8988A515-600D-ECBA-09ED-327A883E2097}"/>
                </a:ext>
              </a:extLst>
            </p:cNvPr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>
              <a:extLst>
                <a:ext uri="{FF2B5EF4-FFF2-40B4-BE49-F238E27FC236}">
                  <a16:creationId xmlns:a16="http://schemas.microsoft.com/office/drawing/2014/main" id="{51C9431C-2E1D-0455-C484-D0CB4B4644CE}"/>
                </a:ext>
              </a:extLst>
            </p:cNvPr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>
              <a:extLst>
                <a:ext uri="{FF2B5EF4-FFF2-40B4-BE49-F238E27FC236}">
                  <a16:creationId xmlns:a16="http://schemas.microsoft.com/office/drawing/2014/main" id="{7DA7B752-24B0-3DDC-0963-5AFA13743943}"/>
                </a:ext>
              </a:extLst>
            </p:cNvPr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>
              <a:extLst>
                <a:ext uri="{FF2B5EF4-FFF2-40B4-BE49-F238E27FC236}">
                  <a16:creationId xmlns:a16="http://schemas.microsoft.com/office/drawing/2014/main" id="{159BAF2D-490D-D342-2575-000DAA056754}"/>
                </a:ext>
              </a:extLst>
            </p:cNvPr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>
              <a:extLst>
                <a:ext uri="{FF2B5EF4-FFF2-40B4-BE49-F238E27FC236}">
                  <a16:creationId xmlns:a16="http://schemas.microsoft.com/office/drawing/2014/main" id="{AE7E658C-1920-E77A-899A-6BDC9392DA64}"/>
                </a:ext>
              </a:extLst>
            </p:cNvPr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>
              <a:extLst>
                <a:ext uri="{FF2B5EF4-FFF2-40B4-BE49-F238E27FC236}">
                  <a16:creationId xmlns:a16="http://schemas.microsoft.com/office/drawing/2014/main" id="{374206C5-CA2F-0DB1-6330-284C5E88B14D}"/>
                </a:ext>
              </a:extLst>
            </p:cNvPr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>
              <a:extLst>
                <a:ext uri="{FF2B5EF4-FFF2-40B4-BE49-F238E27FC236}">
                  <a16:creationId xmlns:a16="http://schemas.microsoft.com/office/drawing/2014/main" id="{C137E77B-D95A-DAC8-C18D-424979F93D32}"/>
                </a:ext>
              </a:extLst>
            </p:cNvPr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>
              <a:extLst>
                <a:ext uri="{FF2B5EF4-FFF2-40B4-BE49-F238E27FC236}">
                  <a16:creationId xmlns:a16="http://schemas.microsoft.com/office/drawing/2014/main" id="{7160B652-E599-AD37-8C6C-783F9F3E00B8}"/>
                </a:ext>
              </a:extLst>
            </p:cNvPr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>
              <a:extLst>
                <a:ext uri="{FF2B5EF4-FFF2-40B4-BE49-F238E27FC236}">
                  <a16:creationId xmlns:a16="http://schemas.microsoft.com/office/drawing/2014/main" id="{F2C89AA8-1C26-E818-70B2-B38B836C5D71}"/>
                </a:ext>
              </a:extLst>
            </p:cNvPr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>
              <a:extLst>
                <a:ext uri="{FF2B5EF4-FFF2-40B4-BE49-F238E27FC236}">
                  <a16:creationId xmlns:a16="http://schemas.microsoft.com/office/drawing/2014/main" id="{7795798C-FBED-8636-D404-3A038AE10F2B}"/>
                </a:ext>
              </a:extLst>
            </p:cNvPr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>
              <a:extLst>
                <a:ext uri="{FF2B5EF4-FFF2-40B4-BE49-F238E27FC236}">
                  <a16:creationId xmlns:a16="http://schemas.microsoft.com/office/drawing/2014/main" id="{2D1CA7E8-54FD-27DA-ECBC-E8662128C58F}"/>
                </a:ext>
              </a:extLst>
            </p:cNvPr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>
              <a:extLst>
                <a:ext uri="{FF2B5EF4-FFF2-40B4-BE49-F238E27FC236}">
                  <a16:creationId xmlns:a16="http://schemas.microsoft.com/office/drawing/2014/main" id="{73C04322-A496-54FD-FBF5-F8BF24B6AE79}"/>
                </a:ext>
              </a:extLst>
            </p:cNvPr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>
              <a:extLst>
                <a:ext uri="{FF2B5EF4-FFF2-40B4-BE49-F238E27FC236}">
                  <a16:creationId xmlns:a16="http://schemas.microsoft.com/office/drawing/2014/main" id="{A04038CD-02E7-37AB-5C1B-FFEC224D1EBB}"/>
                </a:ext>
              </a:extLst>
            </p:cNvPr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>
              <a:extLst>
                <a:ext uri="{FF2B5EF4-FFF2-40B4-BE49-F238E27FC236}">
                  <a16:creationId xmlns:a16="http://schemas.microsoft.com/office/drawing/2014/main" id="{0ABC0A77-6958-8813-662B-1838D1AE2FC7}"/>
                </a:ext>
              </a:extLst>
            </p:cNvPr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>
              <a:extLst>
                <a:ext uri="{FF2B5EF4-FFF2-40B4-BE49-F238E27FC236}">
                  <a16:creationId xmlns:a16="http://schemas.microsoft.com/office/drawing/2014/main" id="{D925DF7A-A529-C639-6D95-DDA2E395B958}"/>
                </a:ext>
              </a:extLst>
            </p:cNvPr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>
              <a:extLst>
                <a:ext uri="{FF2B5EF4-FFF2-40B4-BE49-F238E27FC236}">
                  <a16:creationId xmlns:a16="http://schemas.microsoft.com/office/drawing/2014/main" id="{0BAF0E04-738C-63BE-940E-E3A9AE487BB0}"/>
                </a:ext>
              </a:extLst>
            </p:cNvPr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>
              <a:extLst>
                <a:ext uri="{FF2B5EF4-FFF2-40B4-BE49-F238E27FC236}">
                  <a16:creationId xmlns:a16="http://schemas.microsoft.com/office/drawing/2014/main" id="{F932BF34-C08F-0D6A-031E-A16ECE42B17C}"/>
                </a:ext>
              </a:extLst>
            </p:cNvPr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>
              <a:extLst>
                <a:ext uri="{FF2B5EF4-FFF2-40B4-BE49-F238E27FC236}">
                  <a16:creationId xmlns:a16="http://schemas.microsoft.com/office/drawing/2014/main" id="{EC0926B0-12A3-AB82-360F-888FC80A3205}"/>
                </a:ext>
              </a:extLst>
            </p:cNvPr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>
              <a:extLst>
                <a:ext uri="{FF2B5EF4-FFF2-40B4-BE49-F238E27FC236}">
                  <a16:creationId xmlns:a16="http://schemas.microsoft.com/office/drawing/2014/main" id="{F3D45734-6025-2CA3-129D-0647B8F5BC59}"/>
                </a:ext>
              </a:extLst>
            </p:cNvPr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>
              <a:extLst>
                <a:ext uri="{FF2B5EF4-FFF2-40B4-BE49-F238E27FC236}">
                  <a16:creationId xmlns:a16="http://schemas.microsoft.com/office/drawing/2014/main" id="{CF46B5FF-F49C-47FB-6939-C3C42B2CA504}"/>
                </a:ext>
              </a:extLst>
            </p:cNvPr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>
              <a:extLst>
                <a:ext uri="{FF2B5EF4-FFF2-40B4-BE49-F238E27FC236}">
                  <a16:creationId xmlns:a16="http://schemas.microsoft.com/office/drawing/2014/main" id="{25172A6A-1CC1-81DA-63E5-62B5FCB45206}"/>
                </a:ext>
              </a:extLst>
            </p:cNvPr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>
              <a:extLst>
                <a:ext uri="{FF2B5EF4-FFF2-40B4-BE49-F238E27FC236}">
                  <a16:creationId xmlns:a16="http://schemas.microsoft.com/office/drawing/2014/main" id="{4EC51178-719A-ACEA-78F2-DA5C674B438E}"/>
                </a:ext>
              </a:extLst>
            </p:cNvPr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>
              <a:extLst>
                <a:ext uri="{FF2B5EF4-FFF2-40B4-BE49-F238E27FC236}">
                  <a16:creationId xmlns:a16="http://schemas.microsoft.com/office/drawing/2014/main" id="{9B5741D0-6FB9-32D7-6308-1B509D2F9DAF}"/>
                </a:ext>
              </a:extLst>
            </p:cNvPr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>
              <a:extLst>
                <a:ext uri="{FF2B5EF4-FFF2-40B4-BE49-F238E27FC236}">
                  <a16:creationId xmlns:a16="http://schemas.microsoft.com/office/drawing/2014/main" id="{5378F926-E28E-DCF5-D6AD-737F89BD0DC6}"/>
                </a:ext>
              </a:extLst>
            </p:cNvPr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>
              <a:extLst>
                <a:ext uri="{FF2B5EF4-FFF2-40B4-BE49-F238E27FC236}">
                  <a16:creationId xmlns:a16="http://schemas.microsoft.com/office/drawing/2014/main" id="{38D2A1C9-CBE1-C4AE-8752-A69BABF4EF19}"/>
                </a:ext>
              </a:extLst>
            </p:cNvPr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>
              <a:extLst>
                <a:ext uri="{FF2B5EF4-FFF2-40B4-BE49-F238E27FC236}">
                  <a16:creationId xmlns:a16="http://schemas.microsoft.com/office/drawing/2014/main" id="{7C7D53F3-595D-DC0F-D420-295C301D85D5}"/>
                </a:ext>
              </a:extLst>
            </p:cNvPr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>
              <a:extLst>
                <a:ext uri="{FF2B5EF4-FFF2-40B4-BE49-F238E27FC236}">
                  <a16:creationId xmlns:a16="http://schemas.microsoft.com/office/drawing/2014/main" id="{C603B212-9B7A-5287-10FC-70F43E4635BE}"/>
                </a:ext>
              </a:extLst>
            </p:cNvPr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>
              <a:extLst>
                <a:ext uri="{FF2B5EF4-FFF2-40B4-BE49-F238E27FC236}">
                  <a16:creationId xmlns:a16="http://schemas.microsoft.com/office/drawing/2014/main" id="{14E764A4-ED86-7080-0867-CB17BAFB6B8B}"/>
                </a:ext>
              </a:extLst>
            </p:cNvPr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>
              <a:extLst>
                <a:ext uri="{FF2B5EF4-FFF2-40B4-BE49-F238E27FC236}">
                  <a16:creationId xmlns:a16="http://schemas.microsoft.com/office/drawing/2014/main" id="{C08CB9B7-58FA-A8A1-251A-596CE7C60586}"/>
                </a:ext>
              </a:extLst>
            </p:cNvPr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>
              <a:extLst>
                <a:ext uri="{FF2B5EF4-FFF2-40B4-BE49-F238E27FC236}">
                  <a16:creationId xmlns:a16="http://schemas.microsoft.com/office/drawing/2014/main" id="{C4F7D615-97D2-0B79-A85E-04D8EA472980}"/>
                </a:ext>
              </a:extLst>
            </p:cNvPr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>
              <a:extLst>
                <a:ext uri="{FF2B5EF4-FFF2-40B4-BE49-F238E27FC236}">
                  <a16:creationId xmlns:a16="http://schemas.microsoft.com/office/drawing/2014/main" id="{EF9CE15F-CB5C-8A93-1727-62B456129DF2}"/>
                </a:ext>
              </a:extLst>
            </p:cNvPr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>
              <a:extLst>
                <a:ext uri="{FF2B5EF4-FFF2-40B4-BE49-F238E27FC236}">
                  <a16:creationId xmlns:a16="http://schemas.microsoft.com/office/drawing/2014/main" id="{2DD4FD57-9E4F-4D61-09E4-FB46E7833BC0}"/>
                </a:ext>
              </a:extLst>
            </p:cNvPr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>
              <a:extLst>
                <a:ext uri="{FF2B5EF4-FFF2-40B4-BE49-F238E27FC236}">
                  <a16:creationId xmlns:a16="http://schemas.microsoft.com/office/drawing/2014/main" id="{28CD78FC-9AD6-6FC7-5D9D-C5CC3D01C6F3}"/>
                </a:ext>
              </a:extLst>
            </p:cNvPr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>
              <a:extLst>
                <a:ext uri="{FF2B5EF4-FFF2-40B4-BE49-F238E27FC236}">
                  <a16:creationId xmlns:a16="http://schemas.microsoft.com/office/drawing/2014/main" id="{C2DE6753-32CA-0A65-ED4F-25CDFAA38F59}"/>
                </a:ext>
              </a:extLst>
            </p:cNvPr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>
              <a:extLst>
                <a:ext uri="{FF2B5EF4-FFF2-40B4-BE49-F238E27FC236}">
                  <a16:creationId xmlns:a16="http://schemas.microsoft.com/office/drawing/2014/main" id="{A1683A46-CE9B-D358-9E4F-395A7E283F81}"/>
                </a:ext>
              </a:extLst>
            </p:cNvPr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>
              <a:extLst>
                <a:ext uri="{FF2B5EF4-FFF2-40B4-BE49-F238E27FC236}">
                  <a16:creationId xmlns:a16="http://schemas.microsoft.com/office/drawing/2014/main" id="{3F0E3DE0-F9FE-E609-F5E5-FBB91DEB690E}"/>
                </a:ext>
              </a:extLst>
            </p:cNvPr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>
              <a:extLst>
                <a:ext uri="{FF2B5EF4-FFF2-40B4-BE49-F238E27FC236}">
                  <a16:creationId xmlns:a16="http://schemas.microsoft.com/office/drawing/2014/main" id="{F8EF372D-D83F-A31C-BDF6-51817B593B48}"/>
                </a:ext>
              </a:extLst>
            </p:cNvPr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>
              <a:extLst>
                <a:ext uri="{FF2B5EF4-FFF2-40B4-BE49-F238E27FC236}">
                  <a16:creationId xmlns:a16="http://schemas.microsoft.com/office/drawing/2014/main" id="{C6168E25-C81D-F3C0-F398-41D1D7671154}"/>
                </a:ext>
              </a:extLst>
            </p:cNvPr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>
              <a:extLst>
                <a:ext uri="{FF2B5EF4-FFF2-40B4-BE49-F238E27FC236}">
                  <a16:creationId xmlns:a16="http://schemas.microsoft.com/office/drawing/2014/main" id="{A2C8A4F8-8577-A42B-F4B2-88EBDC167340}"/>
                </a:ext>
              </a:extLst>
            </p:cNvPr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>
              <a:extLst>
                <a:ext uri="{FF2B5EF4-FFF2-40B4-BE49-F238E27FC236}">
                  <a16:creationId xmlns:a16="http://schemas.microsoft.com/office/drawing/2014/main" id="{24266AB0-23AC-59CD-1D96-80A3018EA961}"/>
                </a:ext>
              </a:extLst>
            </p:cNvPr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>
              <a:extLst>
                <a:ext uri="{FF2B5EF4-FFF2-40B4-BE49-F238E27FC236}">
                  <a16:creationId xmlns:a16="http://schemas.microsoft.com/office/drawing/2014/main" id="{39D8FC57-27F9-228B-ED47-F3A8CFEB8D7A}"/>
                </a:ext>
              </a:extLst>
            </p:cNvPr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>
              <a:extLst>
                <a:ext uri="{FF2B5EF4-FFF2-40B4-BE49-F238E27FC236}">
                  <a16:creationId xmlns:a16="http://schemas.microsoft.com/office/drawing/2014/main" id="{99843C22-1879-B8ED-7629-8E3D83476DAC}"/>
                </a:ext>
              </a:extLst>
            </p:cNvPr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>
              <a:extLst>
                <a:ext uri="{FF2B5EF4-FFF2-40B4-BE49-F238E27FC236}">
                  <a16:creationId xmlns:a16="http://schemas.microsoft.com/office/drawing/2014/main" id="{07962A0E-5594-BB00-DEAF-189F5A726EF3}"/>
                </a:ext>
              </a:extLst>
            </p:cNvPr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>
              <a:extLst>
                <a:ext uri="{FF2B5EF4-FFF2-40B4-BE49-F238E27FC236}">
                  <a16:creationId xmlns:a16="http://schemas.microsoft.com/office/drawing/2014/main" id="{C4E08D71-F79D-A97F-3427-8F929D361A4B}"/>
                </a:ext>
              </a:extLst>
            </p:cNvPr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>
              <a:extLst>
                <a:ext uri="{FF2B5EF4-FFF2-40B4-BE49-F238E27FC236}">
                  <a16:creationId xmlns:a16="http://schemas.microsoft.com/office/drawing/2014/main" id="{BD941BE8-36A0-8D26-C4BB-D3DE6EA76267}"/>
                </a:ext>
              </a:extLst>
            </p:cNvPr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>
              <a:extLst>
                <a:ext uri="{FF2B5EF4-FFF2-40B4-BE49-F238E27FC236}">
                  <a16:creationId xmlns:a16="http://schemas.microsoft.com/office/drawing/2014/main" id="{E085D1DB-5290-5394-4CEA-8940D6D98C46}"/>
                </a:ext>
              </a:extLst>
            </p:cNvPr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>
              <a:extLst>
                <a:ext uri="{FF2B5EF4-FFF2-40B4-BE49-F238E27FC236}">
                  <a16:creationId xmlns:a16="http://schemas.microsoft.com/office/drawing/2014/main" id="{1C89598D-0910-3014-0C80-BE653CE0DF89}"/>
                </a:ext>
              </a:extLst>
            </p:cNvPr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>
              <a:extLst>
                <a:ext uri="{FF2B5EF4-FFF2-40B4-BE49-F238E27FC236}">
                  <a16:creationId xmlns:a16="http://schemas.microsoft.com/office/drawing/2014/main" id="{D1E75FBC-DD1C-5628-B9FF-3E71E2D27539}"/>
                </a:ext>
              </a:extLst>
            </p:cNvPr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>
              <a:extLst>
                <a:ext uri="{FF2B5EF4-FFF2-40B4-BE49-F238E27FC236}">
                  <a16:creationId xmlns:a16="http://schemas.microsoft.com/office/drawing/2014/main" id="{7F09E278-E609-6361-7AF6-20CB2EAAF986}"/>
                </a:ext>
              </a:extLst>
            </p:cNvPr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>
              <a:extLst>
                <a:ext uri="{FF2B5EF4-FFF2-40B4-BE49-F238E27FC236}">
                  <a16:creationId xmlns:a16="http://schemas.microsoft.com/office/drawing/2014/main" id="{336979A7-1F49-C51F-B92F-1E8C852E0C43}"/>
                </a:ext>
              </a:extLst>
            </p:cNvPr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>
              <a:extLst>
                <a:ext uri="{FF2B5EF4-FFF2-40B4-BE49-F238E27FC236}">
                  <a16:creationId xmlns:a16="http://schemas.microsoft.com/office/drawing/2014/main" id="{2DFE0589-E095-E6E5-BE21-2F9497CED1BB}"/>
                </a:ext>
              </a:extLst>
            </p:cNvPr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>
              <a:extLst>
                <a:ext uri="{FF2B5EF4-FFF2-40B4-BE49-F238E27FC236}">
                  <a16:creationId xmlns:a16="http://schemas.microsoft.com/office/drawing/2014/main" id="{F7FE3FC2-EAFB-7ACF-94D5-E2E6AEDA3FAB}"/>
                </a:ext>
              </a:extLst>
            </p:cNvPr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>
              <a:extLst>
                <a:ext uri="{FF2B5EF4-FFF2-40B4-BE49-F238E27FC236}">
                  <a16:creationId xmlns:a16="http://schemas.microsoft.com/office/drawing/2014/main" id="{18975C80-67E4-E4E9-B4C0-68E45AF73B8A}"/>
                </a:ext>
              </a:extLst>
            </p:cNvPr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>
              <a:extLst>
                <a:ext uri="{FF2B5EF4-FFF2-40B4-BE49-F238E27FC236}">
                  <a16:creationId xmlns:a16="http://schemas.microsoft.com/office/drawing/2014/main" id="{6B689FB1-F082-E7EC-183F-021DFC35FC93}"/>
                </a:ext>
              </a:extLst>
            </p:cNvPr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>
              <a:extLst>
                <a:ext uri="{FF2B5EF4-FFF2-40B4-BE49-F238E27FC236}">
                  <a16:creationId xmlns:a16="http://schemas.microsoft.com/office/drawing/2014/main" id="{D195AC44-46D7-7C9B-4A8D-9FF0A8C3809A}"/>
                </a:ext>
              </a:extLst>
            </p:cNvPr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>
              <a:extLst>
                <a:ext uri="{FF2B5EF4-FFF2-40B4-BE49-F238E27FC236}">
                  <a16:creationId xmlns:a16="http://schemas.microsoft.com/office/drawing/2014/main" id="{D6C1ED36-EFFB-C5A2-DF7A-022B9DB0E328}"/>
                </a:ext>
              </a:extLst>
            </p:cNvPr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>
              <a:extLst>
                <a:ext uri="{FF2B5EF4-FFF2-40B4-BE49-F238E27FC236}">
                  <a16:creationId xmlns:a16="http://schemas.microsoft.com/office/drawing/2014/main" id="{9240D03D-7E0C-9643-3A05-47A1F874395F}"/>
                </a:ext>
              </a:extLst>
            </p:cNvPr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>
              <a:extLst>
                <a:ext uri="{FF2B5EF4-FFF2-40B4-BE49-F238E27FC236}">
                  <a16:creationId xmlns:a16="http://schemas.microsoft.com/office/drawing/2014/main" id="{3704DC5B-9E2E-0ED0-4531-4AC5682166E7}"/>
                </a:ext>
              </a:extLst>
            </p:cNvPr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>
              <a:extLst>
                <a:ext uri="{FF2B5EF4-FFF2-40B4-BE49-F238E27FC236}">
                  <a16:creationId xmlns:a16="http://schemas.microsoft.com/office/drawing/2014/main" id="{FCC9A8C6-C214-92CF-B03A-07735BEE61D6}"/>
                </a:ext>
              </a:extLst>
            </p:cNvPr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>
              <a:extLst>
                <a:ext uri="{FF2B5EF4-FFF2-40B4-BE49-F238E27FC236}">
                  <a16:creationId xmlns:a16="http://schemas.microsoft.com/office/drawing/2014/main" id="{E9E362E8-53FC-7B7D-5F6C-F72A4944A2AD}"/>
                </a:ext>
              </a:extLst>
            </p:cNvPr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>
              <a:extLst>
                <a:ext uri="{FF2B5EF4-FFF2-40B4-BE49-F238E27FC236}">
                  <a16:creationId xmlns:a16="http://schemas.microsoft.com/office/drawing/2014/main" id="{A11198AB-1AC7-D8D5-A890-1B94207AED5F}"/>
                </a:ext>
              </a:extLst>
            </p:cNvPr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>
              <a:extLst>
                <a:ext uri="{FF2B5EF4-FFF2-40B4-BE49-F238E27FC236}">
                  <a16:creationId xmlns:a16="http://schemas.microsoft.com/office/drawing/2014/main" id="{E8ED0670-9235-ABBE-CE9F-CC79F909DBAE}"/>
                </a:ext>
              </a:extLst>
            </p:cNvPr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>
              <a:extLst>
                <a:ext uri="{FF2B5EF4-FFF2-40B4-BE49-F238E27FC236}">
                  <a16:creationId xmlns:a16="http://schemas.microsoft.com/office/drawing/2014/main" id="{D6256FB4-586A-A8ED-E03A-84D1A8010B14}"/>
                </a:ext>
              </a:extLst>
            </p:cNvPr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>
              <a:extLst>
                <a:ext uri="{FF2B5EF4-FFF2-40B4-BE49-F238E27FC236}">
                  <a16:creationId xmlns:a16="http://schemas.microsoft.com/office/drawing/2014/main" id="{7B56237B-2C9B-0D0D-0A2C-97C114EA004F}"/>
                </a:ext>
              </a:extLst>
            </p:cNvPr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>
              <a:extLst>
                <a:ext uri="{FF2B5EF4-FFF2-40B4-BE49-F238E27FC236}">
                  <a16:creationId xmlns:a16="http://schemas.microsoft.com/office/drawing/2014/main" id="{4AE704B3-B0E7-F63D-72DC-6BEC232D395E}"/>
                </a:ext>
              </a:extLst>
            </p:cNvPr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>
              <a:extLst>
                <a:ext uri="{FF2B5EF4-FFF2-40B4-BE49-F238E27FC236}">
                  <a16:creationId xmlns:a16="http://schemas.microsoft.com/office/drawing/2014/main" id="{5705EA74-92C1-F648-306F-7F62389C77F4}"/>
                </a:ext>
              </a:extLst>
            </p:cNvPr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>
              <a:extLst>
                <a:ext uri="{FF2B5EF4-FFF2-40B4-BE49-F238E27FC236}">
                  <a16:creationId xmlns:a16="http://schemas.microsoft.com/office/drawing/2014/main" id="{846D362C-F14B-421C-4803-251231111A87}"/>
                </a:ext>
              </a:extLst>
            </p:cNvPr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>
              <a:extLst>
                <a:ext uri="{FF2B5EF4-FFF2-40B4-BE49-F238E27FC236}">
                  <a16:creationId xmlns:a16="http://schemas.microsoft.com/office/drawing/2014/main" id="{FB307492-EBED-C5D2-00D0-3A063D6B8B23}"/>
                </a:ext>
              </a:extLst>
            </p:cNvPr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>
              <a:extLst>
                <a:ext uri="{FF2B5EF4-FFF2-40B4-BE49-F238E27FC236}">
                  <a16:creationId xmlns:a16="http://schemas.microsoft.com/office/drawing/2014/main" id="{53B91708-0221-32A0-B5EE-A6965081D65C}"/>
                </a:ext>
              </a:extLst>
            </p:cNvPr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>
              <a:extLst>
                <a:ext uri="{FF2B5EF4-FFF2-40B4-BE49-F238E27FC236}">
                  <a16:creationId xmlns:a16="http://schemas.microsoft.com/office/drawing/2014/main" id="{8602E0B8-94C6-4F19-1BFB-0935C4662DC3}"/>
                </a:ext>
              </a:extLst>
            </p:cNvPr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>
              <a:extLst>
                <a:ext uri="{FF2B5EF4-FFF2-40B4-BE49-F238E27FC236}">
                  <a16:creationId xmlns:a16="http://schemas.microsoft.com/office/drawing/2014/main" id="{E3B7C50A-2B2D-A114-FFB6-D64EF8EA1333}"/>
                </a:ext>
              </a:extLst>
            </p:cNvPr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>
              <a:extLst>
                <a:ext uri="{FF2B5EF4-FFF2-40B4-BE49-F238E27FC236}">
                  <a16:creationId xmlns:a16="http://schemas.microsoft.com/office/drawing/2014/main" id="{AB04D490-998B-A3EC-1005-20C8E6D6FDB0}"/>
                </a:ext>
              </a:extLst>
            </p:cNvPr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>
              <a:extLst>
                <a:ext uri="{FF2B5EF4-FFF2-40B4-BE49-F238E27FC236}">
                  <a16:creationId xmlns:a16="http://schemas.microsoft.com/office/drawing/2014/main" id="{D6E3A770-E759-C9E2-CC50-FDC8B4BBC604}"/>
                </a:ext>
              </a:extLst>
            </p:cNvPr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>
              <a:extLst>
                <a:ext uri="{FF2B5EF4-FFF2-40B4-BE49-F238E27FC236}">
                  <a16:creationId xmlns:a16="http://schemas.microsoft.com/office/drawing/2014/main" id="{068612E2-AE53-89F0-4A0A-91C40EF4F699}"/>
                </a:ext>
              </a:extLst>
            </p:cNvPr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>
              <a:extLst>
                <a:ext uri="{FF2B5EF4-FFF2-40B4-BE49-F238E27FC236}">
                  <a16:creationId xmlns:a16="http://schemas.microsoft.com/office/drawing/2014/main" id="{CB608DBD-C58F-202C-7262-1B88C5237F42}"/>
                </a:ext>
              </a:extLst>
            </p:cNvPr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>
              <a:extLst>
                <a:ext uri="{FF2B5EF4-FFF2-40B4-BE49-F238E27FC236}">
                  <a16:creationId xmlns:a16="http://schemas.microsoft.com/office/drawing/2014/main" id="{BBA766D0-DB78-8FE3-5A2C-A2DB56DB7E4E}"/>
                </a:ext>
              </a:extLst>
            </p:cNvPr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>
              <a:extLst>
                <a:ext uri="{FF2B5EF4-FFF2-40B4-BE49-F238E27FC236}">
                  <a16:creationId xmlns:a16="http://schemas.microsoft.com/office/drawing/2014/main" id="{5664187C-E503-B254-7723-284FC2FEB74B}"/>
                </a:ext>
              </a:extLst>
            </p:cNvPr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>
              <a:extLst>
                <a:ext uri="{FF2B5EF4-FFF2-40B4-BE49-F238E27FC236}">
                  <a16:creationId xmlns:a16="http://schemas.microsoft.com/office/drawing/2014/main" id="{553A2D4A-79C4-3C38-CCA1-2A2AB4B82CA7}"/>
                </a:ext>
              </a:extLst>
            </p:cNvPr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>
              <a:extLst>
                <a:ext uri="{FF2B5EF4-FFF2-40B4-BE49-F238E27FC236}">
                  <a16:creationId xmlns:a16="http://schemas.microsoft.com/office/drawing/2014/main" id="{EB92641B-E311-414D-CFA3-8CEC4DD958F2}"/>
                </a:ext>
              </a:extLst>
            </p:cNvPr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>
              <a:extLst>
                <a:ext uri="{FF2B5EF4-FFF2-40B4-BE49-F238E27FC236}">
                  <a16:creationId xmlns:a16="http://schemas.microsoft.com/office/drawing/2014/main" id="{CF7FC615-C3D3-751C-4403-FA53B11298CD}"/>
                </a:ext>
              </a:extLst>
            </p:cNvPr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>
              <a:extLst>
                <a:ext uri="{FF2B5EF4-FFF2-40B4-BE49-F238E27FC236}">
                  <a16:creationId xmlns:a16="http://schemas.microsoft.com/office/drawing/2014/main" id="{B44ECE7A-3B38-D316-5D10-F793DACE110A}"/>
                </a:ext>
              </a:extLst>
            </p:cNvPr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>
              <a:extLst>
                <a:ext uri="{FF2B5EF4-FFF2-40B4-BE49-F238E27FC236}">
                  <a16:creationId xmlns:a16="http://schemas.microsoft.com/office/drawing/2014/main" id="{3D174D18-B5FE-80BB-A092-7B57C317514C}"/>
                </a:ext>
              </a:extLst>
            </p:cNvPr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>
              <a:extLst>
                <a:ext uri="{FF2B5EF4-FFF2-40B4-BE49-F238E27FC236}">
                  <a16:creationId xmlns:a16="http://schemas.microsoft.com/office/drawing/2014/main" id="{617A4093-EAB9-7D60-4D12-5A8B4E1F5265}"/>
                </a:ext>
              </a:extLst>
            </p:cNvPr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>
              <a:extLst>
                <a:ext uri="{FF2B5EF4-FFF2-40B4-BE49-F238E27FC236}">
                  <a16:creationId xmlns:a16="http://schemas.microsoft.com/office/drawing/2014/main" id="{905EA5EB-4C08-D32F-2C80-F14035816E89}"/>
                </a:ext>
              </a:extLst>
            </p:cNvPr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>
              <a:extLst>
                <a:ext uri="{FF2B5EF4-FFF2-40B4-BE49-F238E27FC236}">
                  <a16:creationId xmlns:a16="http://schemas.microsoft.com/office/drawing/2014/main" id="{6953BAC4-7ABF-E791-8660-5307625F80EC}"/>
                </a:ext>
              </a:extLst>
            </p:cNvPr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>
              <a:extLst>
                <a:ext uri="{FF2B5EF4-FFF2-40B4-BE49-F238E27FC236}">
                  <a16:creationId xmlns:a16="http://schemas.microsoft.com/office/drawing/2014/main" id="{88633091-FD4E-C9D1-66B5-8E3884D8EFA7}"/>
                </a:ext>
              </a:extLst>
            </p:cNvPr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>
              <a:extLst>
                <a:ext uri="{FF2B5EF4-FFF2-40B4-BE49-F238E27FC236}">
                  <a16:creationId xmlns:a16="http://schemas.microsoft.com/office/drawing/2014/main" id="{367C2750-4384-85E5-A524-260899091B06}"/>
                </a:ext>
              </a:extLst>
            </p:cNvPr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>
              <a:extLst>
                <a:ext uri="{FF2B5EF4-FFF2-40B4-BE49-F238E27FC236}">
                  <a16:creationId xmlns:a16="http://schemas.microsoft.com/office/drawing/2014/main" id="{53C9984A-45D7-21AB-5E10-1E2875481FF5}"/>
                </a:ext>
              </a:extLst>
            </p:cNvPr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>
              <a:extLst>
                <a:ext uri="{FF2B5EF4-FFF2-40B4-BE49-F238E27FC236}">
                  <a16:creationId xmlns:a16="http://schemas.microsoft.com/office/drawing/2014/main" id="{FCC31641-FCFA-ECCE-8C4F-802F52C90C2E}"/>
                </a:ext>
              </a:extLst>
            </p:cNvPr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>
              <a:extLst>
                <a:ext uri="{FF2B5EF4-FFF2-40B4-BE49-F238E27FC236}">
                  <a16:creationId xmlns:a16="http://schemas.microsoft.com/office/drawing/2014/main" id="{3A7D3303-7681-EAD8-C1B6-EFEFA1834863}"/>
                </a:ext>
              </a:extLst>
            </p:cNvPr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>
              <a:extLst>
                <a:ext uri="{FF2B5EF4-FFF2-40B4-BE49-F238E27FC236}">
                  <a16:creationId xmlns:a16="http://schemas.microsoft.com/office/drawing/2014/main" id="{1D4B6810-35D7-6000-36C0-B7078DB28CCC}"/>
                </a:ext>
              </a:extLst>
            </p:cNvPr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>
              <a:extLst>
                <a:ext uri="{FF2B5EF4-FFF2-40B4-BE49-F238E27FC236}">
                  <a16:creationId xmlns:a16="http://schemas.microsoft.com/office/drawing/2014/main" id="{06600AD6-1C1E-9F14-31AD-69421ACCBABA}"/>
                </a:ext>
              </a:extLst>
            </p:cNvPr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>
              <a:extLst>
                <a:ext uri="{FF2B5EF4-FFF2-40B4-BE49-F238E27FC236}">
                  <a16:creationId xmlns:a16="http://schemas.microsoft.com/office/drawing/2014/main" id="{D589F705-3767-B2F1-FF2B-4DE6161F87D7}"/>
                </a:ext>
              </a:extLst>
            </p:cNvPr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>
              <a:extLst>
                <a:ext uri="{FF2B5EF4-FFF2-40B4-BE49-F238E27FC236}">
                  <a16:creationId xmlns:a16="http://schemas.microsoft.com/office/drawing/2014/main" id="{CFBC0551-00FE-FECC-5448-C72D709B9473}"/>
                </a:ext>
              </a:extLst>
            </p:cNvPr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>
              <a:extLst>
                <a:ext uri="{FF2B5EF4-FFF2-40B4-BE49-F238E27FC236}">
                  <a16:creationId xmlns:a16="http://schemas.microsoft.com/office/drawing/2014/main" id="{F8A85635-4245-64A7-8273-02CB9217E153}"/>
                </a:ext>
              </a:extLst>
            </p:cNvPr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>
              <a:extLst>
                <a:ext uri="{FF2B5EF4-FFF2-40B4-BE49-F238E27FC236}">
                  <a16:creationId xmlns:a16="http://schemas.microsoft.com/office/drawing/2014/main" id="{A4C5FD3D-4287-98D3-7A21-F5FAF9E1EAF4}"/>
                </a:ext>
              </a:extLst>
            </p:cNvPr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>
              <a:extLst>
                <a:ext uri="{FF2B5EF4-FFF2-40B4-BE49-F238E27FC236}">
                  <a16:creationId xmlns:a16="http://schemas.microsoft.com/office/drawing/2014/main" id="{22CA4A8B-D3B6-43A9-5A03-C4CDDC3BE6C6}"/>
                </a:ext>
              </a:extLst>
            </p:cNvPr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>
              <a:extLst>
                <a:ext uri="{FF2B5EF4-FFF2-40B4-BE49-F238E27FC236}">
                  <a16:creationId xmlns:a16="http://schemas.microsoft.com/office/drawing/2014/main" id="{16BC3F07-DD32-66F7-5D74-294DF8C08E85}"/>
                </a:ext>
              </a:extLst>
            </p:cNvPr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>
              <a:extLst>
                <a:ext uri="{FF2B5EF4-FFF2-40B4-BE49-F238E27FC236}">
                  <a16:creationId xmlns:a16="http://schemas.microsoft.com/office/drawing/2014/main" id="{5E9D9BE3-BA62-2E3A-746D-C5DF755BA47E}"/>
                </a:ext>
              </a:extLst>
            </p:cNvPr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>
              <a:extLst>
                <a:ext uri="{FF2B5EF4-FFF2-40B4-BE49-F238E27FC236}">
                  <a16:creationId xmlns:a16="http://schemas.microsoft.com/office/drawing/2014/main" id="{2AE907D1-5C29-B149-F8C9-844195F87FD2}"/>
                </a:ext>
              </a:extLst>
            </p:cNvPr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>
              <a:extLst>
                <a:ext uri="{FF2B5EF4-FFF2-40B4-BE49-F238E27FC236}">
                  <a16:creationId xmlns:a16="http://schemas.microsoft.com/office/drawing/2014/main" id="{4623C6CB-A52C-1D8F-C00D-16C32C9D9443}"/>
                </a:ext>
              </a:extLst>
            </p:cNvPr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>
              <a:extLst>
                <a:ext uri="{FF2B5EF4-FFF2-40B4-BE49-F238E27FC236}">
                  <a16:creationId xmlns:a16="http://schemas.microsoft.com/office/drawing/2014/main" id="{2AE1BB0E-7E06-B567-1961-759CE96C7735}"/>
                </a:ext>
              </a:extLst>
            </p:cNvPr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>
              <a:extLst>
                <a:ext uri="{FF2B5EF4-FFF2-40B4-BE49-F238E27FC236}">
                  <a16:creationId xmlns:a16="http://schemas.microsoft.com/office/drawing/2014/main" id="{64A46838-028D-B280-34E8-19D8D6A95330}"/>
                </a:ext>
              </a:extLst>
            </p:cNvPr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>
              <a:extLst>
                <a:ext uri="{FF2B5EF4-FFF2-40B4-BE49-F238E27FC236}">
                  <a16:creationId xmlns:a16="http://schemas.microsoft.com/office/drawing/2014/main" id="{C50D8DDC-6F89-B4D8-DD0C-93D05BC80D36}"/>
                </a:ext>
              </a:extLst>
            </p:cNvPr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>
              <a:extLst>
                <a:ext uri="{FF2B5EF4-FFF2-40B4-BE49-F238E27FC236}">
                  <a16:creationId xmlns:a16="http://schemas.microsoft.com/office/drawing/2014/main" id="{DE5E97CC-6C0C-B933-DF84-CF255609C4BF}"/>
                </a:ext>
              </a:extLst>
            </p:cNvPr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>
              <a:extLst>
                <a:ext uri="{FF2B5EF4-FFF2-40B4-BE49-F238E27FC236}">
                  <a16:creationId xmlns:a16="http://schemas.microsoft.com/office/drawing/2014/main" id="{93A93629-87CC-5CF8-10F8-8AAF4C9C2151}"/>
                </a:ext>
              </a:extLst>
            </p:cNvPr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>
              <a:extLst>
                <a:ext uri="{FF2B5EF4-FFF2-40B4-BE49-F238E27FC236}">
                  <a16:creationId xmlns:a16="http://schemas.microsoft.com/office/drawing/2014/main" id="{F20D3FE5-7DDC-467A-5A89-9A4BC5A98796}"/>
                </a:ext>
              </a:extLst>
            </p:cNvPr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>
              <a:extLst>
                <a:ext uri="{FF2B5EF4-FFF2-40B4-BE49-F238E27FC236}">
                  <a16:creationId xmlns:a16="http://schemas.microsoft.com/office/drawing/2014/main" id="{47F7EFA6-AC8E-CCFB-4370-6DFB89425478}"/>
                </a:ext>
              </a:extLst>
            </p:cNvPr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>
              <a:extLst>
                <a:ext uri="{FF2B5EF4-FFF2-40B4-BE49-F238E27FC236}">
                  <a16:creationId xmlns:a16="http://schemas.microsoft.com/office/drawing/2014/main" id="{14DF49AD-511F-6752-F1B8-1CA4794114ED}"/>
                </a:ext>
              </a:extLst>
            </p:cNvPr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>
              <a:extLst>
                <a:ext uri="{FF2B5EF4-FFF2-40B4-BE49-F238E27FC236}">
                  <a16:creationId xmlns:a16="http://schemas.microsoft.com/office/drawing/2014/main" id="{8D1CB465-980E-E84E-9C62-110238E0CEE8}"/>
                </a:ext>
              </a:extLst>
            </p:cNvPr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>
              <a:extLst>
                <a:ext uri="{FF2B5EF4-FFF2-40B4-BE49-F238E27FC236}">
                  <a16:creationId xmlns:a16="http://schemas.microsoft.com/office/drawing/2014/main" id="{302BA578-E044-2380-B503-F416514BDE70}"/>
                </a:ext>
              </a:extLst>
            </p:cNvPr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>
              <a:extLst>
                <a:ext uri="{FF2B5EF4-FFF2-40B4-BE49-F238E27FC236}">
                  <a16:creationId xmlns:a16="http://schemas.microsoft.com/office/drawing/2014/main" id="{8848200F-3ABE-C921-EBA0-41E39DA3FFCA}"/>
                </a:ext>
              </a:extLst>
            </p:cNvPr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>
              <a:extLst>
                <a:ext uri="{FF2B5EF4-FFF2-40B4-BE49-F238E27FC236}">
                  <a16:creationId xmlns:a16="http://schemas.microsoft.com/office/drawing/2014/main" id="{94B0964D-E867-49BF-63BC-C6073D128038}"/>
                </a:ext>
              </a:extLst>
            </p:cNvPr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>
              <a:extLst>
                <a:ext uri="{FF2B5EF4-FFF2-40B4-BE49-F238E27FC236}">
                  <a16:creationId xmlns:a16="http://schemas.microsoft.com/office/drawing/2014/main" id="{692B9B5D-9C71-E87F-00FB-840207136A15}"/>
                </a:ext>
              </a:extLst>
            </p:cNvPr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>
              <a:extLst>
                <a:ext uri="{FF2B5EF4-FFF2-40B4-BE49-F238E27FC236}">
                  <a16:creationId xmlns:a16="http://schemas.microsoft.com/office/drawing/2014/main" id="{B7D91B10-B94E-CE7A-AFA0-CF06BADE37B1}"/>
                </a:ext>
              </a:extLst>
            </p:cNvPr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>
              <a:extLst>
                <a:ext uri="{FF2B5EF4-FFF2-40B4-BE49-F238E27FC236}">
                  <a16:creationId xmlns:a16="http://schemas.microsoft.com/office/drawing/2014/main" id="{8DD06C9A-146D-9F26-494E-C6E454E534DE}"/>
                </a:ext>
              </a:extLst>
            </p:cNvPr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>
              <a:extLst>
                <a:ext uri="{FF2B5EF4-FFF2-40B4-BE49-F238E27FC236}">
                  <a16:creationId xmlns:a16="http://schemas.microsoft.com/office/drawing/2014/main" id="{D2C7EBD9-73B2-1B73-B8EF-5AD24D8FEC3A}"/>
                </a:ext>
              </a:extLst>
            </p:cNvPr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>
              <a:extLst>
                <a:ext uri="{FF2B5EF4-FFF2-40B4-BE49-F238E27FC236}">
                  <a16:creationId xmlns:a16="http://schemas.microsoft.com/office/drawing/2014/main" id="{4C8F1ABB-8242-FBED-2C15-B04366CDF793}"/>
                </a:ext>
              </a:extLst>
            </p:cNvPr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>
              <a:extLst>
                <a:ext uri="{FF2B5EF4-FFF2-40B4-BE49-F238E27FC236}">
                  <a16:creationId xmlns:a16="http://schemas.microsoft.com/office/drawing/2014/main" id="{C5C8F9BE-E722-5265-B401-87B8DE8492B2}"/>
                </a:ext>
              </a:extLst>
            </p:cNvPr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>
              <a:extLst>
                <a:ext uri="{FF2B5EF4-FFF2-40B4-BE49-F238E27FC236}">
                  <a16:creationId xmlns:a16="http://schemas.microsoft.com/office/drawing/2014/main" id="{466BD184-9A95-966E-3E42-DF7B72FF046E}"/>
                </a:ext>
              </a:extLst>
            </p:cNvPr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>
              <a:extLst>
                <a:ext uri="{FF2B5EF4-FFF2-40B4-BE49-F238E27FC236}">
                  <a16:creationId xmlns:a16="http://schemas.microsoft.com/office/drawing/2014/main" id="{A73C000B-A415-5784-A681-4EE5BBB514A7}"/>
                </a:ext>
              </a:extLst>
            </p:cNvPr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>
              <a:extLst>
                <a:ext uri="{FF2B5EF4-FFF2-40B4-BE49-F238E27FC236}">
                  <a16:creationId xmlns:a16="http://schemas.microsoft.com/office/drawing/2014/main" id="{B40B3DA7-D496-4CEB-9C1C-585041DBA7A2}"/>
                </a:ext>
              </a:extLst>
            </p:cNvPr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>
              <a:extLst>
                <a:ext uri="{FF2B5EF4-FFF2-40B4-BE49-F238E27FC236}">
                  <a16:creationId xmlns:a16="http://schemas.microsoft.com/office/drawing/2014/main" id="{84ED9851-3D34-C99B-4CE0-A2FC2BDE6045}"/>
                </a:ext>
              </a:extLst>
            </p:cNvPr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>
              <a:extLst>
                <a:ext uri="{FF2B5EF4-FFF2-40B4-BE49-F238E27FC236}">
                  <a16:creationId xmlns:a16="http://schemas.microsoft.com/office/drawing/2014/main" id="{ECF6F26C-DFE7-39C9-D981-07E2642E1820}"/>
                </a:ext>
              </a:extLst>
            </p:cNvPr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>
              <a:extLst>
                <a:ext uri="{FF2B5EF4-FFF2-40B4-BE49-F238E27FC236}">
                  <a16:creationId xmlns:a16="http://schemas.microsoft.com/office/drawing/2014/main" id="{7260D60D-75C8-7DE6-65FD-CD772E33D4A7}"/>
                </a:ext>
              </a:extLst>
            </p:cNvPr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>
              <a:extLst>
                <a:ext uri="{FF2B5EF4-FFF2-40B4-BE49-F238E27FC236}">
                  <a16:creationId xmlns:a16="http://schemas.microsoft.com/office/drawing/2014/main" id="{32AF5822-1677-75FA-A8B1-04BC194CE2AF}"/>
                </a:ext>
              </a:extLst>
            </p:cNvPr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>
              <a:extLst>
                <a:ext uri="{FF2B5EF4-FFF2-40B4-BE49-F238E27FC236}">
                  <a16:creationId xmlns:a16="http://schemas.microsoft.com/office/drawing/2014/main" id="{AEC9E3B9-8200-F796-09E7-6050F5537F95}"/>
                </a:ext>
              </a:extLst>
            </p:cNvPr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>
              <a:extLst>
                <a:ext uri="{FF2B5EF4-FFF2-40B4-BE49-F238E27FC236}">
                  <a16:creationId xmlns:a16="http://schemas.microsoft.com/office/drawing/2014/main" id="{17AD2946-32E1-CF39-8E68-F66D5B5B4E08}"/>
                </a:ext>
              </a:extLst>
            </p:cNvPr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>
              <a:extLst>
                <a:ext uri="{FF2B5EF4-FFF2-40B4-BE49-F238E27FC236}">
                  <a16:creationId xmlns:a16="http://schemas.microsoft.com/office/drawing/2014/main" id="{EE449D97-1531-DB41-1CAC-36DC39C56572}"/>
                </a:ext>
              </a:extLst>
            </p:cNvPr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>
              <a:extLst>
                <a:ext uri="{FF2B5EF4-FFF2-40B4-BE49-F238E27FC236}">
                  <a16:creationId xmlns:a16="http://schemas.microsoft.com/office/drawing/2014/main" id="{520264F8-A7F8-CD19-3A3B-3D35852862DE}"/>
                </a:ext>
              </a:extLst>
            </p:cNvPr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>
              <a:extLst>
                <a:ext uri="{FF2B5EF4-FFF2-40B4-BE49-F238E27FC236}">
                  <a16:creationId xmlns:a16="http://schemas.microsoft.com/office/drawing/2014/main" id="{90BDF3EA-F030-2D11-859F-D6A2EC6B10B5}"/>
                </a:ext>
              </a:extLst>
            </p:cNvPr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>
              <a:extLst>
                <a:ext uri="{FF2B5EF4-FFF2-40B4-BE49-F238E27FC236}">
                  <a16:creationId xmlns:a16="http://schemas.microsoft.com/office/drawing/2014/main" id="{57CC1150-E3C5-6963-7AE9-9A05B127DCFD}"/>
                </a:ext>
              </a:extLst>
            </p:cNvPr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>
              <a:extLst>
                <a:ext uri="{FF2B5EF4-FFF2-40B4-BE49-F238E27FC236}">
                  <a16:creationId xmlns:a16="http://schemas.microsoft.com/office/drawing/2014/main" id="{880BEC96-4B21-F1FC-CF28-498793B4BF29}"/>
                </a:ext>
              </a:extLst>
            </p:cNvPr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>
              <a:extLst>
                <a:ext uri="{FF2B5EF4-FFF2-40B4-BE49-F238E27FC236}">
                  <a16:creationId xmlns:a16="http://schemas.microsoft.com/office/drawing/2014/main" id="{24526617-78D0-9853-91E5-250BE1E30E01}"/>
                </a:ext>
              </a:extLst>
            </p:cNvPr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>
              <a:extLst>
                <a:ext uri="{FF2B5EF4-FFF2-40B4-BE49-F238E27FC236}">
                  <a16:creationId xmlns:a16="http://schemas.microsoft.com/office/drawing/2014/main" id="{878A2EFA-FA47-A5B9-80FF-2477D9374608}"/>
                </a:ext>
              </a:extLst>
            </p:cNvPr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>
              <a:extLst>
                <a:ext uri="{FF2B5EF4-FFF2-40B4-BE49-F238E27FC236}">
                  <a16:creationId xmlns:a16="http://schemas.microsoft.com/office/drawing/2014/main" id="{0B78A57A-2DBE-5497-853C-D98BBD029860}"/>
                </a:ext>
              </a:extLst>
            </p:cNvPr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>
              <a:extLst>
                <a:ext uri="{FF2B5EF4-FFF2-40B4-BE49-F238E27FC236}">
                  <a16:creationId xmlns:a16="http://schemas.microsoft.com/office/drawing/2014/main" id="{675EBE78-5CA6-4C02-CC50-298FBD140D07}"/>
                </a:ext>
              </a:extLst>
            </p:cNvPr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>
              <a:extLst>
                <a:ext uri="{FF2B5EF4-FFF2-40B4-BE49-F238E27FC236}">
                  <a16:creationId xmlns:a16="http://schemas.microsoft.com/office/drawing/2014/main" id="{46D978BA-B268-017B-BC82-6E1BD4CC13EB}"/>
                </a:ext>
              </a:extLst>
            </p:cNvPr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>
              <a:extLst>
                <a:ext uri="{FF2B5EF4-FFF2-40B4-BE49-F238E27FC236}">
                  <a16:creationId xmlns:a16="http://schemas.microsoft.com/office/drawing/2014/main" id="{932908E6-8F6B-3570-90F9-823BCD76A5EA}"/>
                </a:ext>
              </a:extLst>
            </p:cNvPr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>
              <a:extLst>
                <a:ext uri="{FF2B5EF4-FFF2-40B4-BE49-F238E27FC236}">
                  <a16:creationId xmlns:a16="http://schemas.microsoft.com/office/drawing/2014/main" id="{3F7F8A3A-C17D-BD7D-50F4-8F6ADCCEF91B}"/>
                </a:ext>
              </a:extLst>
            </p:cNvPr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>
              <a:extLst>
                <a:ext uri="{FF2B5EF4-FFF2-40B4-BE49-F238E27FC236}">
                  <a16:creationId xmlns:a16="http://schemas.microsoft.com/office/drawing/2014/main" id="{A6784AD1-BF3E-8EB0-9A99-0BC528DE5ACD}"/>
                </a:ext>
              </a:extLst>
            </p:cNvPr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>
              <a:extLst>
                <a:ext uri="{FF2B5EF4-FFF2-40B4-BE49-F238E27FC236}">
                  <a16:creationId xmlns:a16="http://schemas.microsoft.com/office/drawing/2014/main" id="{5549949C-8D6F-263D-E03C-24DDC46D30F1}"/>
                </a:ext>
              </a:extLst>
            </p:cNvPr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>
              <a:extLst>
                <a:ext uri="{FF2B5EF4-FFF2-40B4-BE49-F238E27FC236}">
                  <a16:creationId xmlns:a16="http://schemas.microsoft.com/office/drawing/2014/main" id="{CC0362C7-EF92-F82D-6AED-8CBB95069C4F}"/>
                </a:ext>
              </a:extLst>
            </p:cNvPr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>
              <a:extLst>
                <a:ext uri="{FF2B5EF4-FFF2-40B4-BE49-F238E27FC236}">
                  <a16:creationId xmlns:a16="http://schemas.microsoft.com/office/drawing/2014/main" id="{0CF1C5ED-65F2-7C64-7B0F-5C7D22E3C723}"/>
                </a:ext>
              </a:extLst>
            </p:cNvPr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>
              <a:extLst>
                <a:ext uri="{FF2B5EF4-FFF2-40B4-BE49-F238E27FC236}">
                  <a16:creationId xmlns:a16="http://schemas.microsoft.com/office/drawing/2014/main" id="{70E0A857-91A0-ABFB-B55D-14142CA427D4}"/>
                </a:ext>
              </a:extLst>
            </p:cNvPr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>
              <a:extLst>
                <a:ext uri="{FF2B5EF4-FFF2-40B4-BE49-F238E27FC236}">
                  <a16:creationId xmlns:a16="http://schemas.microsoft.com/office/drawing/2014/main" id="{0F9D5945-D711-2C15-4E76-999D1EF274FC}"/>
                </a:ext>
              </a:extLst>
            </p:cNvPr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>
              <a:extLst>
                <a:ext uri="{FF2B5EF4-FFF2-40B4-BE49-F238E27FC236}">
                  <a16:creationId xmlns:a16="http://schemas.microsoft.com/office/drawing/2014/main" id="{99F291A7-A853-2319-07A0-B73C8A82BBCB}"/>
                </a:ext>
              </a:extLst>
            </p:cNvPr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>
              <a:extLst>
                <a:ext uri="{FF2B5EF4-FFF2-40B4-BE49-F238E27FC236}">
                  <a16:creationId xmlns:a16="http://schemas.microsoft.com/office/drawing/2014/main" id="{6F420D50-D2E8-9FEF-3672-567D2455BD40}"/>
                </a:ext>
              </a:extLst>
            </p:cNvPr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>
              <a:extLst>
                <a:ext uri="{FF2B5EF4-FFF2-40B4-BE49-F238E27FC236}">
                  <a16:creationId xmlns:a16="http://schemas.microsoft.com/office/drawing/2014/main" id="{B1E4FA81-687B-4B63-29DA-74F4798A6429}"/>
                </a:ext>
              </a:extLst>
            </p:cNvPr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>
              <a:extLst>
                <a:ext uri="{FF2B5EF4-FFF2-40B4-BE49-F238E27FC236}">
                  <a16:creationId xmlns:a16="http://schemas.microsoft.com/office/drawing/2014/main" id="{7F9BE525-D3E6-96C0-58E7-8C1949101183}"/>
                </a:ext>
              </a:extLst>
            </p:cNvPr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>
              <a:extLst>
                <a:ext uri="{FF2B5EF4-FFF2-40B4-BE49-F238E27FC236}">
                  <a16:creationId xmlns:a16="http://schemas.microsoft.com/office/drawing/2014/main" id="{42E2BCF2-9E0A-FA08-E3B0-4E3D86290FE7}"/>
                </a:ext>
              </a:extLst>
            </p:cNvPr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>
              <a:extLst>
                <a:ext uri="{FF2B5EF4-FFF2-40B4-BE49-F238E27FC236}">
                  <a16:creationId xmlns:a16="http://schemas.microsoft.com/office/drawing/2014/main" id="{35C0768B-44C6-FD16-1173-32E4B77B6C7E}"/>
                </a:ext>
              </a:extLst>
            </p:cNvPr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>
              <a:extLst>
                <a:ext uri="{FF2B5EF4-FFF2-40B4-BE49-F238E27FC236}">
                  <a16:creationId xmlns:a16="http://schemas.microsoft.com/office/drawing/2014/main" id="{E3F3ACBB-8F20-A28A-74B6-D6FBADA6F93C}"/>
                </a:ext>
              </a:extLst>
            </p:cNvPr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>
              <a:extLst>
                <a:ext uri="{FF2B5EF4-FFF2-40B4-BE49-F238E27FC236}">
                  <a16:creationId xmlns:a16="http://schemas.microsoft.com/office/drawing/2014/main" id="{3FD49BD8-A324-75E4-7CB4-5A449EFA8188}"/>
                </a:ext>
              </a:extLst>
            </p:cNvPr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>
              <a:extLst>
                <a:ext uri="{FF2B5EF4-FFF2-40B4-BE49-F238E27FC236}">
                  <a16:creationId xmlns:a16="http://schemas.microsoft.com/office/drawing/2014/main" id="{09881E9D-1062-DEF4-688D-0618EEF9826F}"/>
                </a:ext>
              </a:extLst>
            </p:cNvPr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>
              <a:extLst>
                <a:ext uri="{FF2B5EF4-FFF2-40B4-BE49-F238E27FC236}">
                  <a16:creationId xmlns:a16="http://schemas.microsoft.com/office/drawing/2014/main" id="{BB7BB2C0-0F9F-5A92-065B-BD45DAF60F0A}"/>
                </a:ext>
              </a:extLst>
            </p:cNvPr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>
              <a:extLst>
                <a:ext uri="{FF2B5EF4-FFF2-40B4-BE49-F238E27FC236}">
                  <a16:creationId xmlns:a16="http://schemas.microsoft.com/office/drawing/2014/main" id="{CC29A2EC-ADA9-056D-4E10-2F830900C164}"/>
                </a:ext>
              </a:extLst>
            </p:cNvPr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>
              <a:extLst>
                <a:ext uri="{FF2B5EF4-FFF2-40B4-BE49-F238E27FC236}">
                  <a16:creationId xmlns:a16="http://schemas.microsoft.com/office/drawing/2014/main" id="{F63D7E1D-5679-1FBE-1770-F4AF2EA325C0}"/>
                </a:ext>
              </a:extLst>
            </p:cNvPr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>
              <a:extLst>
                <a:ext uri="{FF2B5EF4-FFF2-40B4-BE49-F238E27FC236}">
                  <a16:creationId xmlns:a16="http://schemas.microsoft.com/office/drawing/2014/main" id="{7EF367E1-971E-348F-1CDE-1ED01740E15B}"/>
                </a:ext>
              </a:extLst>
            </p:cNvPr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>
              <a:extLst>
                <a:ext uri="{FF2B5EF4-FFF2-40B4-BE49-F238E27FC236}">
                  <a16:creationId xmlns:a16="http://schemas.microsoft.com/office/drawing/2014/main" id="{288EA91D-2C64-507E-FB23-280EA413D041}"/>
                </a:ext>
              </a:extLst>
            </p:cNvPr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>
              <a:extLst>
                <a:ext uri="{FF2B5EF4-FFF2-40B4-BE49-F238E27FC236}">
                  <a16:creationId xmlns:a16="http://schemas.microsoft.com/office/drawing/2014/main" id="{0C2F761F-72EA-C891-8E49-CA3092135BFB}"/>
                </a:ext>
              </a:extLst>
            </p:cNvPr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>
              <a:extLst>
                <a:ext uri="{FF2B5EF4-FFF2-40B4-BE49-F238E27FC236}">
                  <a16:creationId xmlns:a16="http://schemas.microsoft.com/office/drawing/2014/main" id="{CA46A78A-54A7-937C-1D90-8C86FE134A12}"/>
                </a:ext>
              </a:extLst>
            </p:cNvPr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>
              <a:extLst>
                <a:ext uri="{FF2B5EF4-FFF2-40B4-BE49-F238E27FC236}">
                  <a16:creationId xmlns:a16="http://schemas.microsoft.com/office/drawing/2014/main" id="{B20808FD-635E-6DCB-C2CD-31D0EC93FD9D}"/>
                </a:ext>
              </a:extLst>
            </p:cNvPr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>
              <a:extLst>
                <a:ext uri="{FF2B5EF4-FFF2-40B4-BE49-F238E27FC236}">
                  <a16:creationId xmlns:a16="http://schemas.microsoft.com/office/drawing/2014/main" id="{FA15773B-A032-F163-AE78-7DB461D01CDD}"/>
                </a:ext>
              </a:extLst>
            </p:cNvPr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>
              <a:extLst>
                <a:ext uri="{FF2B5EF4-FFF2-40B4-BE49-F238E27FC236}">
                  <a16:creationId xmlns:a16="http://schemas.microsoft.com/office/drawing/2014/main" id="{E9B7A9C1-9F03-9B43-044E-2C2130B7D0F2}"/>
                </a:ext>
              </a:extLst>
            </p:cNvPr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>
              <a:extLst>
                <a:ext uri="{FF2B5EF4-FFF2-40B4-BE49-F238E27FC236}">
                  <a16:creationId xmlns:a16="http://schemas.microsoft.com/office/drawing/2014/main" id="{A4449515-60F4-3A9F-6DFE-ED8B66CD83A6}"/>
                </a:ext>
              </a:extLst>
            </p:cNvPr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>
              <a:extLst>
                <a:ext uri="{FF2B5EF4-FFF2-40B4-BE49-F238E27FC236}">
                  <a16:creationId xmlns:a16="http://schemas.microsoft.com/office/drawing/2014/main" id="{47C3AF2F-6AF4-F748-7976-0D0D00354D81}"/>
                </a:ext>
              </a:extLst>
            </p:cNvPr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>
              <a:extLst>
                <a:ext uri="{FF2B5EF4-FFF2-40B4-BE49-F238E27FC236}">
                  <a16:creationId xmlns:a16="http://schemas.microsoft.com/office/drawing/2014/main" id="{041FEB42-B5DF-3785-A01F-C95AE9341220}"/>
                </a:ext>
              </a:extLst>
            </p:cNvPr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>
              <a:extLst>
                <a:ext uri="{FF2B5EF4-FFF2-40B4-BE49-F238E27FC236}">
                  <a16:creationId xmlns:a16="http://schemas.microsoft.com/office/drawing/2014/main" id="{C8E0CDB7-E20D-9DEF-9907-D6C2CC768D18}"/>
                </a:ext>
              </a:extLst>
            </p:cNvPr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>
              <a:extLst>
                <a:ext uri="{FF2B5EF4-FFF2-40B4-BE49-F238E27FC236}">
                  <a16:creationId xmlns:a16="http://schemas.microsoft.com/office/drawing/2014/main" id="{D9D8D3EE-4AF5-981A-D092-FF5B6A0D33AA}"/>
                </a:ext>
              </a:extLst>
            </p:cNvPr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>
              <a:extLst>
                <a:ext uri="{FF2B5EF4-FFF2-40B4-BE49-F238E27FC236}">
                  <a16:creationId xmlns:a16="http://schemas.microsoft.com/office/drawing/2014/main" id="{3B7C4FDD-13D4-98BF-AC6B-BD2D32BA1392}"/>
                </a:ext>
              </a:extLst>
            </p:cNvPr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>
              <a:extLst>
                <a:ext uri="{FF2B5EF4-FFF2-40B4-BE49-F238E27FC236}">
                  <a16:creationId xmlns:a16="http://schemas.microsoft.com/office/drawing/2014/main" id="{6D24D563-123D-B441-3386-B75EBCF30810}"/>
                </a:ext>
              </a:extLst>
            </p:cNvPr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>
              <a:extLst>
                <a:ext uri="{FF2B5EF4-FFF2-40B4-BE49-F238E27FC236}">
                  <a16:creationId xmlns:a16="http://schemas.microsoft.com/office/drawing/2014/main" id="{ABCE0109-6870-5D7B-7EF8-E8BD56595474}"/>
                </a:ext>
              </a:extLst>
            </p:cNvPr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>
              <a:extLst>
                <a:ext uri="{FF2B5EF4-FFF2-40B4-BE49-F238E27FC236}">
                  <a16:creationId xmlns:a16="http://schemas.microsoft.com/office/drawing/2014/main" id="{527E56B6-6B02-7EFE-D40D-B2D49F7D7C0D}"/>
                </a:ext>
              </a:extLst>
            </p:cNvPr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>
              <a:extLst>
                <a:ext uri="{FF2B5EF4-FFF2-40B4-BE49-F238E27FC236}">
                  <a16:creationId xmlns:a16="http://schemas.microsoft.com/office/drawing/2014/main" id="{E99326E1-CC55-212A-6B9C-CB6FEB5D026A}"/>
                </a:ext>
              </a:extLst>
            </p:cNvPr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>
              <a:extLst>
                <a:ext uri="{FF2B5EF4-FFF2-40B4-BE49-F238E27FC236}">
                  <a16:creationId xmlns:a16="http://schemas.microsoft.com/office/drawing/2014/main" id="{F39997D5-6052-30A7-DB74-C1B1EAB004A3}"/>
                </a:ext>
              </a:extLst>
            </p:cNvPr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>
              <a:extLst>
                <a:ext uri="{FF2B5EF4-FFF2-40B4-BE49-F238E27FC236}">
                  <a16:creationId xmlns:a16="http://schemas.microsoft.com/office/drawing/2014/main" id="{76F197A2-18ED-8EC0-E814-137BCE22B31E}"/>
                </a:ext>
              </a:extLst>
            </p:cNvPr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>
              <a:extLst>
                <a:ext uri="{FF2B5EF4-FFF2-40B4-BE49-F238E27FC236}">
                  <a16:creationId xmlns:a16="http://schemas.microsoft.com/office/drawing/2014/main" id="{20521611-258F-0A69-62D2-30B32308913E}"/>
                </a:ext>
              </a:extLst>
            </p:cNvPr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>
              <a:extLst>
                <a:ext uri="{FF2B5EF4-FFF2-40B4-BE49-F238E27FC236}">
                  <a16:creationId xmlns:a16="http://schemas.microsoft.com/office/drawing/2014/main" id="{C2628454-AB29-D27D-2786-BD9B3E94829F}"/>
                </a:ext>
              </a:extLst>
            </p:cNvPr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>
              <a:extLst>
                <a:ext uri="{FF2B5EF4-FFF2-40B4-BE49-F238E27FC236}">
                  <a16:creationId xmlns:a16="http://schemas.microsoft.com/office/drawing/2014/main" id="{0A27D8B4-8576-A695-68D1-3BFACE581286}"/>
                </a:ext>
              </a:extLst>
            </p:cNvPr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>
              <a:extLst>
                <a:ext uri="{FF2B5EF4-FFF2-40B4-BE49-F238E27FC236}">
                  <a16:creationId xmlns:a16="http://schemas.microsoft.com/office/drawing/2014/main" id="{D41B6D0B-3EC2-BA85-0D60-A5DD8DFDA621}"/>
                </a:ext>
              </a:extLst>
            </p:cNvPr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>
              <a:extLst>
                <a:ext uri="{FF2B5EF4-FFF2-40B4-BE49-F238E27FC236}">
                  <a16:creationId xmlns:a16="http://schemas.microsoft.com/office/drawing/2014/main" id="{3D7D90B1-7061-98CA-6AA6-9C7FB9019060}"/>
                </a:ext>
              </a:extLst>
            </p:cNvPr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>
              <a:extLst>
                <a:ext uri="{FF2B5EF4-FFF2-40B4-BE49-F238E27FC236}">
                  <a16:creationId xmlns:a16="http://schemas.microsoft.com/office/drawing/2014/main" id="{E2CD0FBE-F200-E3A3-BBDA-0AD79F37F566}"/>
                </a:ext>
              </a:extLst>
            </p:cNvPr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>
              <a:extLst>
                <a:ext uri="{FF2B5EF4-FFF2-40B4-BE49-F238E27FC236}">
                  <a16:creationId xmlns:a16="http://schemas.microsoft.com/office/drawing/2014/main" id="{C1FDA27D-C3DA-112C-A414-FBB28F2F6D92}"/>
                </a:ext>
              </a:extLst>
            </p:cNvPr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>
              <a:extLst>
                <a:ext uri="{FF2B5EF4-FFF2-40B4-BE49-F238E27FC236}">
                  <a16:creationId xmlns:a16="http://schemas.microsoft.com/office/drawing/2014/main" id="{D9E06CF3-CED7-9F82-6EDB-3564EE9BC6E9}"/>
                </a:ext>
              </a:extLst>
            </p:cNvPr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>
              <a:extLst>
                <a:ext uri="{FF2B5EF4-FFF2-40B4-BE49-F238E27FC236}">
                  <a16:creationId xmlns:a16="http://schemas.microsoft.com/office/drawing/2014/main" id="{5D6A9609-F309-08F2-5338-6CED106F8CC1}"/>
                </a:ext>
              </a:extLst>
            </p:cNvPr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>
              <a:extLst>
                <a:ext uri="{FF2B5EF4-FFF2-40B4-BE49-F238E27FC236}">
                  <a16:creationId xmlns:a16="http://schemas.microsoft.com/office/drawing/2014/main" id="{9AA46694-3FFA-DD8F-422A-4EE6C74DF107}"/>
                </a:ext>
              </a:extLst>
            </p:cNvPr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>
              <a:extLst>
                <a:ext uri="{FF2B5EF4-FFF2-40B4-BE49-F238E27FC236}">
                  <a16:creationId xmlns:a16="http://schemas.microsoft.com/office/drawing/2014/main" id="{626B0825-93D8-8720-4C4F-45B3715E9B71}"/>
                </a:ext>
              </a:extLst>
            </p:cNvPr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>
              <a:extLst>
                <a:ext uri="{FF2B5EF4-FFF2-40B4-BE49-F238E27FC236}">
                  <a16:creationId xmlns:a16="http://schemas.microsoft.com/office/drawing/2014/main" id="{34B5DD84-11CF-1899-FA2F-43B1106BDACE}"/>
                </a:ext>
              </a:extLst>
            </p:cNvPr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>
              <a:extLst>
                <a:ext uri="{FF2B5EF4-FFF2-40B4-BE49-F238E27FC236}">
                  <a16:creationId xmlns:a16="http://schemas.microsoft.com/office/drawing/2014/main" id="{DA271557-DFC8-BB84-5E80-182343F6D3DB}"/>
                </a:ext>
              </a:extLst>
            </p:cNvPr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>
              <a:extLst>
                <a:ext uri="{FF2B5EF4-FFF2-40B4-BE49-F238E27FC236}">
                  <a16:creationId xmlns:a16="http://schemas.microsoft.com/office/drawing/2014/main" id="{E8B512EC-F373-1C8B-78BB-86B62ECA0E72}"/>
                </a:ext>
              </a:extLst>
            </p:cNvPr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>
              <a:extLst>
                <a:ext uri="{FF2B5EF4-FFF2-40B4-BE49-F238E27FC236}">
                  <a16:creationId xmlns:a16="http://schemas.microsoft.com/office/drawing/2014/main" id="{4099E97A-5752-DE4B-2647-9EEBA9D06CE8}"/>
                </a:ext>
              </a:extLst>
            </p:cNvPr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>
              <a:extLst>
                <a:ext uri="{FF2B5EF4-FFF2-40B4-BE49-F238E27FC236}">
                  <a16:creationId xmlns:a16="http://schemas.microsoft.com/office/drawing/2014/main" id="{3DA6A796-57F1-2819-AD68-436A688CAFB0}"/>
                </a:ext>
              </a:extLst>
            </p:cNvPr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>
              <a:extLst>
                <a:ext uri="{FF2B5EF4-FFF2-40B4-BE49-F238E27FC236}">
                  <a16:creationId xmlns:a16="http://schemas.microsoft.com/office/drawing/2014/main" id="{136BECA8-F10A-9CD2-8D76-9DD231AAA530}"/>
                </a:ext>
              </a:extLst>
            </p:cNvPr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>
              <a:extLst>
                <a:ext uri="{FF2B5EF4-FFF2-40B4-BE49-F238E27FC236}">
                  <a16:creationId xmlns:a16="http://schemas.microsoft.com/office/drawing/2014/main" id="{2727D587-85B3-655B-B57A-6E8C4DEB0101}"/>
                </a:ext>
              </a:extLst>
            </p:cNvPr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>
              <a:extLst>
                <a:ext uri="{FF2B5EF4-FFF2-40B4-BE49-F238E27FC236}">
                  <a16:creationId xmlns:a16="http://schemas.microsoft.com/office/drawing/2014/main" id="{16A47C8C-72EF-6AAF-EA7D-FDB9703721F0}"/>
                </a:ext>
              </a:extLst>
            </p:cNvPr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>
              <a:extLst>
                <a:ext uri="{FF2B5EF4-FFF2-40B4-BE49-F238E27FC236}">
                  <a16:creationId xmlns:a16="http://schemas.microsoft.com/office/drawing/2014/main" id="{2E53C6D3-0D82-8401-BEDB-747BB8B10D97}"/>
                </a:ext>
              </a:extLst>
            </p:cNvPr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>
              <a:extLst>
                <a:ext uri="{FF2B5EF4-FFF2-40B4-BE49-F238E27FC236}">
                  <a16:creationId xmlns:a16="http://schemas.microsoft.com/office/drawing/2014/main" id="{55CA5D28-13FE-C808-912C-5E36C6AC1CBA}"/>
                </a:ext>
              </a:extLst>
            </p:cNvPr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>
              <a:extLst>
                <a:ext uri="{FF2B5EF4-FFF2-40B4-BE49-F238E27FC236}">
                  <a16:creationId xmlns:a16="http://schemas.microsoft.com/office/drawing/2014/main" id="{17EADCBB-F8DE-FDDF-E04D-C6A233873BCD}"/>
                </a:ext>
              </a:extLst>
            </p:cNvPr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>
              <a:extLst>
                <a:ext uri="{FF2B5EF4-FFF2-40B4-BE49-F238E27FC236}">
                  <a16:creationId xmlns:a16="http://schemas.microsoft.com/office/drawing/2014/main" id="{B059F77F-4D15-6891-642A-FF345C04910A}"/>
                </a:ext>
              </a:extLst>
            </p:cNvPr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>
              <a:extLst>
                <a:ext uri="{FF2B5EF4-FFF2-40B4-BE49-F238E27FC236}">
                  <a16:creationId xmlns:a16="http://schemas.microsoft.com/office/drawing/2014/main" id="{D504681E-FDDB-E1FF-3861-26A7BCF5C289}"/>
                </a:ext>
              </a:extLst>
            </p:cNvPr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>
              <a:extLst>
                <a:ext uri="{FF2B5EF4-FFF2-40B4-BE49-F238E27FC236}">
                  <a16:creationId xmlns:a16="http://schemas.microsoft.com/office/drawing/2014/main" id="{AAC6BF9E-11CF-EDF9-3E69-8778B22F1C01}"/>
                </a:ext>
              </a:extLst>
            </p:cNvPr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>
              <a:extLst>
                <a:ext uri="{FF2B5EF4-FFF2-40B4-BE49-F238E27FC236}">
                  <a16:creationId xmlns:a16="http://schemas.microsoft.com/office/drawing/2014/main" id="{3326F2FB-87CB-FCEA-FA6D-B06087829F6B}"/>
                </a:ext>
              </a:extLst>
            </p:cNvPr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>
              <a:extLst>
                <a:ext uri="{FF2B5EF4-FFF2-40B4-BE49-F238E27FC236}">
                  <a16:creationId xmlns:a16="http://schemas.microsoft.com/office/drawing/2014/main" id="{0A677E3A-4E3B-E773-9A6F-72A02079A035}"/>
                </a:ext>
              </a:extLst>
            </p:cNvPr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>
              <a:extLst>
                <a:ext uri="{FF2B5EF4-FFF2-40B4-BE49-F238E27FC236}">
                  <a16:creationId xmlns:a16="http://schemas.microsoft.com/office/drawing/2014/main" id="{A2B1BC64-A5A4-9A4A-7528-18C12EFE145E}"/>
                </a:ext>
              </a:extLst>
            </p:cNvPr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>
              <a:extLst>
                <a:ext uri="{FF2B5EF4-FFF2-40B4-BE49-F238E27FC236}">
                  <a16:creationId xmlns:a16="http://schemas.microsoft.com/office/drawing/2014/main" id="{32C4E2A3-29E0-49C5-70F1-3C671E2046B7}"/>
                </a:ext>
              </a:extLst>
            </p:cNvPr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>
              <a:extLst>
                <a:ext uri="{FF2B5EF4-FFF2-40B4-BE49-F238E27FC236}">
                  <a16:creationId xmlns:a16="http://schemas.microsoft.com/office/drawing/2014/main" id="{9D4B5387-E84D-81F7-839F-23747CB2D4FD}"/>
                </a:ext>
              </a:extLst>
            </p:cNvPr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>
              <a:extLst>
                <a:ext uri="{FF2B5EF4-FFF2-40B4-BE49-F238E27FC236}">
                  <a16:creationId xmlns:a16="http://schemas.microsoft.com/office/drawing/2014/main" id="{4D3EDD96-1F10-C813-EB45-71D30039F41A}"/>
                </a:ext>
              </a:extLst>
            </p:cNvPr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>
              <a:extLst>
                <a:ext uri="{FF2B5EF4-FFF2-40B4-BE49-F238E27FC236}">
                  <a16:creationId xmlns:a16="http://schemas.microsoft.com/office/drawing/2014/main" id="{BC3718B9-ADF6-37E7-3EDA-DC685972F7B5}"/>
                </a:ext>
              </a:extLst>
            </p:cNvPr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>
              <a:extLst>
                <a:ext uri="{FF2B5EF4-FFF2-40B4-BE49-F238E27FC236}">
                  <a16:creationId xmlns:a16="http://schemas.microsoft.com/office/drawing/2014/main" id="{16DF17D4-A97D-383D-81BF-50F9279226D7}"/>
                </a:ext>
              </a:extLst>
            </p:cNvPr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>
              <a:extLst>
                <a:ext uri="{FF2B5EF4-FFF2-40B4-BE49-F238E27FC236}">
                  <a16:creationId xmlns:a16="http://schemas.microsoft.com/office/drawing/2014/main" id="{C88CE74D-CEA1-DF10-E0BE-43961805C844}"/>
                </a:ext>
              </a:extLst>
            </p:cNvPr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>
              <a:extLst>
                <a:ext uri="{FF2B5EF4-FFF2-40B4-BE49-F238E27FC236}">
                  <a16:creationId xmlns:a16="http://schemas.microsoft.com/office/drawing/2014/main" id="{1629DC78-91B1-5A63-8750-27D0EF899220}"/>
                </a:ext>
              </a:extLst>
            </p:cNvPr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>
              <a:extLst>
                <a:ext uri="{FF2B5EF4-FFF2-40B4-BE49-F238E27FC236}">
                  <a16:creationId xmlns:a16="http://schemas.microsoft.com/office/drawing/2014/main" id="{8767DB9A-C7E0-47EC-F9B8-4F8DF30A1269}"/>
                </a:ext>
              </a:extLst>
            </p:cNvPr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>
              <a:extLst>
                <a:ext uri="{FF2B5EF4-FFF2-40B4-BE49-F238E27FC236}">
                  <a16:creationId xmlns:a16="http://schemas.microsoft.com/office/drawing/2014/main" id="{2BE278A6-173D-F955-1B9F-AFF38C0730C3}"/>
                </a:ext>
              </a:extLst>
            </p:cNvPr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>
              <a:extLst>
                <a:ext uri="{FF2B5EF4-FFF2-40B4-BE49-F238E27FC236}">
                  <a16:creationId xmlns:a16="http://schemas.microsoft.com/office/drawing/2014/main" id="{6EF0556E-4EE7-8069-9B8E-D084B6803904}"/>
                </a:ext>
              </a:extLst>
            </p:cNvPr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>
              <a:extLst>
                <a:ext uri="{FF2B5EF4-FFF2-40B4-BE49-F238E27FC236}">
                  <a16:creationId xmlns:a16="http://schemas.microsoft.com/office/drawing/2014/main" id="{6C36EA7C-9A3B-4E91-9744-4974B72AF55D}"/>
                </a:ext>
              </a:extLst>
            </p:cNvPr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>
              <a:extLst>
                <a:ext uri="{FF2B5EF4-FFF2-40B4-BE49-F238E27FC236}">
                  <a16:creationId xmlns:a16="http://schemas.microsoft.com/office/drawing/2014/main" id="{E3E65439-0D24-0976-470D-A001611C745F}"/>
                </a:ext>
              </a:extLst>
            </p:cNvPr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>
              <a:extLst>
                <a:ext uri="{FF2B5EF4-FFF2-40B4-BE49-F238E27FC236}">
                  <a16:creationId xmlns:a16="http://schemas.microsoft.com/office/drawing/2014/main" id="{282EEE20-2BD0-45F5-A5B3-B4779E219076}"/>
                </a:ext>
              </a:extLst>
            </p:cNvPr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>
              <a:extLst>
                <a:ext uri="{FF2B5EF4-FFF2-40B4-BE49-F238E27FC236}">
                  <a16:creationId xmlns:a16="http://schemas.microsoft.com/office/drawing/2014/main" id="{731BEA5D-BD6E-B9D0-A036-E0395CF682B4}"/>
                </a:ext>
              </a:extLst>
            </p:cNvPr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>
              <a:extLst>
                <a:ext uri="{FF2B5EF4-FFF2-40B4-BE49-F238E27FC236}">
                  <a16:creationId xmlns:a16="http://schemas.microsoft.com/office/drawing/2014/main" id="{718B71D9-9664-A296-8B26-7D929BE7F839}"/>
                </a:ext>
              </a:extLst>
            </p:cNvPr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>
              <a:extLst>
                <a:ext uri="{FF2B5EF4-FFF2-40B4-BE49-F238E27FC236}">
                  <a16:creationId xmlns:a16="http://schemas.microsoft.com/office/drawing/2014/main" id="{AE77C56F-071C-F262-4688-4B12F07E93C1}"/>
                </a:ext>
              </a:extLst>
            </p:cNvPr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>
              <a:extLst>
                <a:ext uri="{FF2B5EF4-FFF2-40B4-BE49-F238E27FC236}">
                  <a16:creationId xmlns:a16="http://schemas.microsoft.com/office/drawing/2014/main" id="{64E97E99-C7B0-91E8-E58D-7AC782928FEE}"/>
                </a:ext>
              </a:extLst>
            </p:cNvPr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>
              <a:extLst>
                <a:ext uri="{FF2B5EF4-FFF2-40B4-BE49-F238E27FC236}">
                  <a16:creationId xmlns:a16="http://schemas.microsoft.com/office/drawing/2014/main" id="{A0179B1A-D3A2-99D0-E97F-FFFFDA71FCD7}"/>
                </a:ext>
              </a:extLst>
            </p:cNvPr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>
              <a:extLst>
                <a:ext uri="{FF2B5EF4-FFF2-40B4-BE49-F238E27FC236}">
                  <a16:creationId xmlns:a16="http://schemas.microsoft.com/office/drawing/2014/main" id="{E90A5408-3458-2270-96E1-11033802BCCB}"/>
                </a:ext>
              </a:extLst>
            </p:cNvPr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>
              <a:extLst>
                <a:ext uri="{FF2B5EF4-FFF2-40B4-BE49-F238E27FC236}">
                  <a16:creationId xmlns:a16="http://schemas.microsoft.com/office/drawing/2014/main" id="{BAD11C2A-5DA1-409E-46E4-6B8098EDB5BF}"/>
                </a:ext>
              </a:extLst>
            </p:cNvPr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>
              <a:extLst>
                <a:ext uri="{FF2B5EF4-FFF2-40B4-BE49-F238E27FC236}">
                  <a16:creationId xmlns:a16="http://schemas.microsoft.com/office/drawing/2014/main" id="{493D3646-F423-CA77-8D82-2D75A6135A7A}"/>
                </a:ext>
              </a:extLst>
            </p:cNvPr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>
              <a:extLst>
                <a:ext uri="{FF2B5EF4-FFF2-40B4-BE49-F238E27FC236}">
                  <a16:creationId xmlns:a16="http://schemas.microsoft.com/office/drawing/2014/main" id="{D51C7AF2-8C1D-7DFD-2841-ADF3385C1281}"/>
                </a:ext>
              </a:extLst>
            </p:cNvPr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>
              <a:extLst>
                <a:ext uri="{FF2B5EF4-FFF2-40B4-BE49-F238E27FC236}">
                  <a16:creationId xmlns:a16="http://schemas.microsoft.com/office/drawing/2014/main" id="{7D5CF0CA-668D-B104-901A-7BD6BA06BA38}"/>
                </a:ext>
              </a:extLst>
            </p:cNvPr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>
              <a:extLst>
                <a:ext uri="{FF2B5EF4-FFF2-40B4-BE49-F238E27FC236}">
                  <a16:creationId xmlns:a16="http://schemas.microsoft.com/office/drawing/2014/main" id="{85B7DC53-639E-9D3E-F081-5A242BAEC13D}"/>
                </a:ext>
              </a:extLst>
            </p:cNvPr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>
              <a:extLst>
                <a:ext uri="{FF2B5EF4-FFF2-40B4-BE49-F238E27FC236}">
                  <a16:creationId xmlns:a16="http://schemas.microsoft.com/office/drawing/2014/main" id="{3C299E96-A47E-6AEC-F838-CAD82D84261E}"/>
                </a:ext>
              </a:extLst>
            </p:cNvPr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>
              <a:extLst>
                <a:ext uri="{FF2B5EF4-FFF2-40B4-BE49-F238E27FC236}">
                  <a16:creationId xmlns:a16="http://schemas.microsoft.com/office/drawing/2014/main" id="{C85F69F9-B841-3FFC-52B9-4A62AB808A54}"/>
                </a:ext>
              </a:extLst>
            </p:cNvPr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>
              <a:extLst>
                <a:ext uri="{FF2B5EF4-FFF2-40B4-BE49-F238E27FC236}">
                  <a16:creationId xmlns:a16="http://schemas.microsoft.com/office/drawing/2014/main" id="{EE77784A-D130-E02D-3AF7-46525E0EF2B2}"/>
                </a:ext>
              </a:extLst>
            </p:cNvPr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>
              <a:extLst>
                <a:ext uri="{FF2B5EF4-FFF2-40B4-BE49-F238E27FC236}">
                  <a16:creationId xmlns:a16="http://schemas.microsoft.com/office/drawing/2014/main" id="{0D0D7193-A460-2815-ACBF-083F47C0DF75}"/>
                </a:ext>
              </a:extLst>
            </p:cNvPr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>
              <a:extLst>
                <a:ext uri="{FF2B5EF4-FFF2-40B4-BE49-F238E27FC236}">
                  <a16:creationId xmlns:a16="http://schemas.microsoft.com/office/drawing/2014/main" id="{ABCFECA8-27A8-1947-67BB-1496DE1179E2}"/>
                </a:ext>
              </a:extLst>
            </p:cNvPr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>
              <a:extLst>
                <a:ext uri="{FF2B5EF4-FFF2-40B4-BE49-F238E27FC236}">
                  <a16:creationId xmlns:a16="http://schemas.microsoft.com/office/drawing/2014/main" id="{4461E74A-1527-1DD3-B849-D6F26914A3E3}"/>
                </a:ext>
              </a:extLst>
            </p:cNvPr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>
              <a:extLst>
                <a:ext uri="{FF2B5EF4-FFF2-40B4-BE49-F238E27FC236}">
                  <a16:creationId xmlns:a16="http://schemas.microsoft.com/office/drawing/2014/main" id="{737861F5-88E3-44FE-F195-D1A5BD3EC2E3}"/>
                </a:ext>
              </a:extLst>
            </p:cNvPr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>
              <a:extLst>
                <a:ext uri="{FF2B5EF4-FFF2-40B4-BE49-F238E27FC236}">
                  <a16:creationId xmlns:a16="http://schemas.microsoft.com/office/drawing/2014/main" id="{710B669E-9E2A-592F-DE94-040F7EE5BD5B}"/>
                </a:ext>
              </a:extLst>
            </p:cNvPr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>
              <a:extLst>
                <a:ext uri="{FF2B5EF4-FFF2-40B4-BE49-F238E27FC236}">
                  <a16:creationId xmlns:a16="http://schemas.microsoft.com/office/drawing/2014/main" id="{0F644905-10D5-2B3C-1C3E-C8D97C02C4E0}"/>
                </a:ext>
              </a:extLst>
            </p:cNvPr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>
              <a:extLst>
                <a:ext uri="{FF2B5EF4-FFF2-40B4-BE49-F238E27FC236}">
                  <a16:creationId xmlns:a16="http://schemas.microsoft.com/office/drawing/2014/main" id="{37E1D0FF-719C-B87C-4A50-0C0B67057660}"/>
                </a:ext>
              </a:extLst>
            </p:cNvPr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>
              <a:extLst>
                <a:ext uri="{FF2B5EF4-FFF2-40B4-BE49-F238E27FC236}">
                  <a16:creationId xmlns:a16="http://schemas.microsoft.com/office/drawing/2014/main" id="{8DCB5CF2-6DAC-F418-4CAF-9EC95C70AA8F}"/>
                </a:ext>
              </a:extLst>
            </p:cNvPr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>
              <a:extLst>
                <a:ext uri="{FF2B5EF4-FFF2-40B4-BE49-F238E27FC236}">
                  <a16:creationId xmlns:a16="http://schemas.microsoft.com/office/drawing/2014/main" id="{14DFF87B-FFD0-A643-1AE0-6DEBBF5995A9}"/>
                </a:ext>
              </a:extLst>
            </p:cNvPr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>
              <a:extLst>
                <a:ext uri="{FF2B5EF4-FFF2-40B4-BE49-F238E27FC236}">
                  <a16:creationId xmlns:a16="http://schemas.microsoft.com/office/drawing/2014/main" id="{D6124DB6-0939-2432-6A17-94520DB14DA0}"/>
                </a:ext>
              </a:extLst>
            </p:cNvPr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>
              <a:extLst>
                <a:ext uri="{FF2B5EF4-FFF2-40B4-BE49-F238E27FC236}">
                  <a16:creationId xmlns:a16="http://schemas.microsoft.com/office/drawing/2014/main" id="{A35A717E-DC39-3F7F-E3D3-BACCA0016E00}"/>
                </a:ext>
              </a:extLst>
            </p:cNvPr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>
              <a:extLst>
                <a:ext uri="{FF2B5EF4-FFF2-40B4-BE49-F238E27FC236}">
                  <a16:creationId xmlns:a16="http://schemas.microsoft.com/office/drawing/2014/main" id="{534786E8-D4DA-129C-4A89-B601964F36CD}"/>
                </a:ext>
              </a:extLst>
            </p:cNvPr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>
              <a:extLst>
                <a:ext uri="{FF2B5EF4-FFF2-40B4-BE49-F238E27FC236}">
                  <a16:creationId xmlns:a16="http://schemas.microsoft.com/office/drawing/2014/main" id="{EA8BEBB2-1359-F466-075A-6C6FAC20B6A5}"/>
                </a:ext>
              </a:extLst>
            </p:cNvPr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>
              <a:extLst>
                <a:ext uri="{FF2B5EF4-FFF2-40B4-BE49-F238E27FC236}">
                  <a16:creationId xmlns:a16="http://schemas.microsoft.com/office/drawing/2014/main" id="{D3308FFD-C98E-0360-D28C-80F84020E5B7}"/>
                </a:ext>
              </a:extLst>
            </p:cNvPr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>
              <a:extLst>
                <a:ext uri="{FF2B5EF4-FFF2-40B4-BE49-F238E27FC236}">
                  <a16:creationId xmlns:a16="http://schemas.microsoft.com/office/drawing/2014/main" id="{23783305-3855-6701-E059-B880B1893C32}"/>
                </a:ext>
              </a:extLst>
            </p:cNvPr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>
              <a:extLst>
                <a:ext uri="{FF2B5EF4-FFF2-40B4-BE49-F238E27FC236}">
                  <a16:creationId xmlns:a16="http://schemas.microsoft.com/office/drawing/2014/main" id="{0F182C45-FE0F-2380-737F-E2A52D5DB3D4}"/>
                </a:ext>
              </a:extLst>
            </p:cNvPr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>
              <a:extLst>
                <a:ext uri="{FF2B5EF4-FFF2-40B4-BE49-F238E27FC236}">
                  <a16:creationId xmlns:a16="http://schemas.microsoft.com/office/drawing/2014/main" id="{7F6838B8-E58D-1306-F0EA-C4F12AC26B8C}"/>
                </a:ext>
              </a:extLst>
            </p:cNvPr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>
              <a:extLst>
                <a:ext uri="{FF2B5EF4-FFF2-40B4-BE49-F238E27FC236}">
                  <a16:creationId xmlns:a16="http://schemas.microsoft.com/office/drawing/2014/main" id="{13E4D85D-2BF8-684A-B15D-28780B00713A}"/>
                </a:ext>
              </a:extLst>
            </p:cNvPr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>
              <a:extLst>
                <a:ext uri="{FF2B5EF4-FFF2-40B4-BE49-F238E27FC236}">
                  <a16:creationId xmlns:a16="http://schemas.microsoft.com/office/drawing/2014/main" id="{07EF2883-4A88-255B-621E-2225090866BB}"/>
                </a:ext>
              </a:extLst>
            </p:cNvPr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>
              <a:extLst>
                <a:ext uri="{FF2B5EF4-FFF2-40B4-BE49-F238E27FC236}">
                  <a16:creationId xmlns:a16="http://schemas.microsoft.com/office/drawing/2014/main" id="{0A266144-6363-C415-9EED-AA40B971C247}"/>
                </a:ext>
              </a:extLst>
            </p:cNvPr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>
              <a:extLst>
                <a:ext uri="{FF2B5EF4-FFF2-40B4-BE49-F238E27FC236}">
                  <a16:creationId xmlns:a16="http://schemas.microsoft.com/office/drawing/2014/main" id="{D801FD2C-8E24-4326-C338-052D9D30D59A}"/>
                </a:ext>
              </a:extLst>
            </p:cNvPr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>
              <a:extLst>
                <a:ext uri="{FF2B5EF4-FFF2-40B4-BE49-F238E27FC236}">
                  <a16:creationId xmlns:a16="http://schemas.microsoft.com/office/drawing/2014/main" id="{6C62420E-AC1C-CF3D-AA42-0F522F0AC1F7}"/>
                </a:ext>
              </a:extLst>
            </p:cNvPr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>
              <a:extLst>
                <a:ext uri="{FF2B5EF4-FFF2-40B4-BE49-F238E27FC236}">
                  <a16:creationId xmlns:a16="http://schemas.microsoft.com/office/drawing/2014/main" id="{D6E1357E-25CA-4E6A-0A14-79724171A494}"/>
                </a:ext>
              </a:extLst>
            </p:cNvPr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>
              <a:extLst>
                <a:ext uri="{FF2B5EF4-FFF2-40B4-BE49-F238E27FC236}">
                  <a16:creationId xmlns:a16="http://schemas.microsoft.com/office/drawing/2014/main" id="{D7D68604-BCFC-A8A6-A65D-8A8257B002D6}"/>
                </a:ext>
              </a:extLst>
            </p:cNvPr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>
              <a:extLst>
                <a:ext uri="{FF2B5EF4-FFF2-40B4-BE49-F238E27FC236}">
                  <a16:creationId xmlns:a16="http://schemas.microsoft.com/office/drawing/2014/main" id="{D9E051E9-E753-351D-571B-779869EC5731}"/>
                </a:ext>
              </a:extLst>
            </p:cNvPr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>
              <a:extLst>
                <a:ext uri="{FF2B5EF4-FFF2-40B4-BE49-F238E27FC236}">
                  <a16:creationId xmlns:a16="http://schemas.microsoft.com/office/drawing/2014/main" id="{F73CCF82-D883-F182-5D33-331FE40910A5}"/>
                </a:ext>
              </a:extLst>
            </p:cNvPr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>
              <a:extLst>
                <a:ext uri="{FF2B5EF4-FFF2-40B4-BE49-F238E27FC236}">
                  <a16:creationId xmlns:a16="http://schemas.microsoft.com/office/drawing/2014/main" id="{E35504EF-A425-D46B-A11C-0C059E43D240}"/>
                </a:ext>
              </a:extLst>
            </p:cNvPr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>
              <a:extLst>
                <a:ext uri="{FF2B5EF4-FFF2-40B4-BE49-F238E27FC236}">
                  <a16:creationId xmlns:a16="http://schemas.microsoft.com/office/drawing/2014/main" id="{93CAB0E9-555F-4CCA-20D9-34D0EC93AB8D}"/>
                </a:ext>
              </a:extLst>
            </p:cNvPr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>
              <a:extLst>
                <a:ext uri="{FF2B5EF4-FFF2-40B4-BE49-F238E27FC236}">
                  <a16:creationId xmlns:a16="http://schemas.microsoft.com/office/drawing/2014/main" id="{A06984A6-310D-2602-2559-071C682C4E8D}"/>
                </a:ext>
              </a:extLst>
            </p:cNvPr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>
              <a:extLst>
                <a:ext uri="{FF2B5EF4-FFF2-40B4-BE49-F238E27FC236}">
                  <a16:creationId xmlns:a16="http://schemas.microsoft.com/office/drawing/2014/main" id="{419DD9F5-17A3-A203-7A3A-F19D2894A901}"/>
                </a:ext>
              </a:extLst>
            </p:cNvPr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>
              <a:extLst>
                <a:ext uri="{FF2B5EF4-FFF2-40B4-BE49-F238E27FC236}">
                  <a16:creationId xmlns:a16="http://schemas.microsoft.com/office/drawing/2014/main" id="{3CA4893A-F704-08EE-7277-9903D767E07A}"/>
                </a:ext>
              </a:extLst>
            </p:cNvPr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>
              <a:extLst>
                <a:ext uri="{FF2B5EF4-FFF2-40B4-BE49-F238E27FC236}">
                  <a16:creationId xmlns:a16="http://schemas.microsoft.com/office/drawing/2014/main" id="{1D920EDA-01E4-BC20-A0CA-99FD9BE36433}"/>
                </a:ext>
              </a:extLst>
            </p:cNvPr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>
              <a:extLst>
                <a:ext uri="{FF2B5EF4-FFF2-40B4-BE49-F238E27FC236}">
                  <a16:creationId xmlns:a16="http://schemas.microsoft.com/office/drawing/2014/main" id="{8789D464-E9AC-E3A8-6B9D-CF850EC7C268}"/>
                </a:ext>
              </a:extLst>
            </p:cNvPr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>
              <a:extLst>
                <a:ext uri="{FF2B5EF4-FFF2-40B4-BE49-F238E27FC236}">
                  <a16:creationId xmlns:a16="http://schemas.microsoft.com/office/drawing/2014/main" id="{6CECF5D0-4D1F-D8C2-57BB-3AA0131A8444}"/>
                </a:ext>
              </a:extLst>
            </p:cNvPr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>
              <a:extLst>
                <a:ext uri="{FF2B5EF4-FFF2-40B4-BE49-F238E27FC236}">
                  <a16:creationId xmlns:a16="http://schemas.microsoft.com/office/drawing/2014/main" id="{98478F7E-541D-4A19-3872-0F89A7AC7F3E}"/>
                </a:ext>
              </a:extLst>
            </p:cNvPr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>
              <a:extLst>
                <a:ext uri="{FF2B5EF4-FFF2-40B4-BE49-F238E27FC236}">
                  <a16:creationId xmlns:a16="http://schemas.microsoft.com/office/drawing/2014/main" id="{6C024EA7-388A-B9C3-9667-5D704521FD60}"/>
                </a:ext>
              </a:extLst>
            </p:cNvPr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>
              <a:extLst>
                <a:ext uri="{FF2B5EF4-FFF2-40B4-BE49-F238E27FC236}">
                  <a16:creationId xmlns:a16="http://schemas.microsoft.com/office/drawing/2014/main" id="{B26F4D1B-04AA-56E1-EA7D-7A7531A88985}"/>
                </a:ext>
              </a:extLst>
            </p:cNvPr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>
              <a:extLst>
                <a:ext uri="{FF2B5EF4-FFF2-40B4-BE49-F238E27FC236}">
                  <a16:creationId xmlns:a16="http://schemas.microsoft.com/office/drawing/2014/main" id="{E0B70A2E-B831-2FEC-14DE-91AF5124EB93}"/>
                </a:ext>
              </a:extLst>
            </p:cNvPr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>
              <a:extLst>
                <a:ext uri="{FF2B5EF4-FFF2-40B4-BE49-F238E27FC236}">
                  <a16:creationId xmlns:a16="http://schemas.microsoft.com/office/drawing/2014/main" id="{C7F6BE4E-1180-5A03-04CA-5B7522F64BA5}"/>
                </a:ext>
              </a:extLst>
            </p:cNvPr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>
              <a:extLst>
                <a:ext uri="{FF2B5EF4-FFF2-40B4-BE49-F238E27FC236}">
                  <a16:creationId xmlns:a16="http://schemas.microsoft.com/office/drawing/2014/main" id="{11B3CA5C-A006-3CDB-087A-15A16A128759}"/>
                </a:ext>
              </a:extLst>
            </p:cNvPr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>
              <a:extLst>
                <a:ext uri="{FF2B5EF4-FFF2-40B4-BE49-F238E27FC236}">
                  <a16:creationId xmlns:a16="http://schemas.microsoft.com/office/drawing/2014/main" id="{976B2064-5EF2-E193-24CE-87A9E8219758}"/>
                </a:ext>
              </a:extLst>
            </p:cNvPr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>
              <a:extLst>
                <a:ext uri="{FF2B5EF4-FFF2-40B4-BE49-F238E27FC236}">
                  <a16:creationId xmlns:a16="http://schemas.microsoft.com/office/drawing/2014/main" id="{FCC87B32-11F9-E4B0-A1F2-08C7E78FDB64}"/>
                </a:ext>
              </a:extLst>
            </p:cNvPr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>
              <a:extLst>
                <a:ext uri="{FF2B5EF4-FFF2-40B4-BE49-F238E27FC236}">
                  <a16:creationId xmlns:a16="http://schemas.microsoft.com/office/drawing/2014/main" id="{D0FF95A6-5BF2-876F-12B4-7BF84747B3B7}"/>
                </a:ext>
              </a:extLst>
            </p:cNvPr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>
              <a:extLst>
                <a:ext uri="{FF2B5EF4-FFF2-40B4-BE49-F238E27FC236}">
                  <a16:creationId xmlns:a16="http://schemas.microsoft.com/office/drawing/2014/main" id="{ABC75CC3-9BDA-8FB9-D9EA-F6595741E96B}"/>
                </a:ext>
              </a:extLst>
            </p:cNvPr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>
              <a:extLst>
                <a:ext uri="{FF2B5EF4-FFF2-40B4-BE49-F238E27FC236}">
                  <a16:creationId xmlns:a16="http://schemas.microsoft.com/office/drawing/2014/main" id="{81450102-439A-C270-856C-D5B673469B43}"/>
                </a:ext>
              </a:extLst>
            </p:cNvPr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>
              <a:extLst>
                <a:ext uri="{FF2B5EF4-FFF2-40B4-BE49-F238E27FC236}">
                  <a16:creationId xmlns:a16="http://schemas.microsoft.com/office/drawing/2014/main" id="{D8BE469F-62E2-5758-BE01-F091575CC4F1}"/>
                </a:ext>
              </a:extLst>
            </p:cNvPr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>
              <a:extLst>
                <a:ext uri="{FF2B5EF4-FFF2-40B4-BE49-F238E27FC236}">
                  <a16:creationId xmlns:a16="http://schemas.microsoft.com/office/drawing/2014/main" id="{9154BBBB-7A28-92F4-98FC-D21AAA0C2AF7}"/>
                </a:ext>
              </a:extLst>
            </p:cNvPr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>
              <a:extLst>
                <a:ext uri="{FF2B5EF4-FFF2-40B4-BE49-F238E27FC236}">
                  <a16:creationId xmlns:a16="http://schemas.microsoft.com/office/drawing/2014/main" id="{F3075349-5852-9A80-88AB-C141D1416ECA}"/>
                </a:ext>
              </a:extLst>
            </p:cNvPr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>
              <a:extLst>
                <a:ext uri="{FF2B5EF4-FFF2-40B4-BE49-F238E27FC236}">
                  <a16:creationId xmlns:a16="http://schemas.microsoft.com/office/drawing/2014/main" id="{EFC19CB9-5CEC-FE02-D03F-081A773048C9}"/>
                </a:ext>
              </a:extLst>
            </p:cNvPr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>
              <a:extLst>
                <a:ext uri="{FF2B5EF4-FFF2-40B4-BE49-F238E27FC236}">
                  <a16:creationId xmlns:a16="http://schemas.microsoft.com/office/drawing/2014/main" id="{1AE6AD6F-C81C-1B18-009D-90BE695A8BD9}"/>
                </a:ext>
              </a:extLst>
            </p:cNvPr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>
              <a:extLst>
                <a:ext uri="{FF2B5EF4-FFF2-40B4-BE49-F238E27FC236}">
                  <a16:creationId xmlns:a16="http://schemas.microsoft.com/office/drawing/2014/main" id="{3FE5DEA6-CB7C-EDB3-FDC2-71613FCB1DA0}"/>
                </a:ext>
              </a:extLst>
            </p:cNvPr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>
              <a:extLst>
                <a:ext uri="{FF2B5EF4-FFF2-40B4-BE49-F238E27FC236}">
                  <a16:creationId xmlns:a16="http://schemas.microsoft.com/office/drawing/2014/main" id="{16BCCE0F-1746-46FF-580E-E7BA6305A7FC}"/>
                </a:ext>
              </a:extLst>
            </p:cNvPr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>
              <a:extLst>
                <a:ext uri="{FF2B5EF4-FFF2-40B4-BE49-F238E27FC236}">
                  <a16:creationId xmlns:a16="http://schemas.microsoft.com/office/drawing/2014/main" id="{E81836E3-D4A3-A290-AB98-A850EACFB4DE}"/>
                </a:ext>
              </a:extLst>
            </p:cNvPr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>
              <a:extLst>
                <a:ext uri="{FF2B5EF4-FFF2-40B4-BE49-F238E27FC236}">
                  <a16:creationId xmlns:a16="http://schemas.microsoft.com/office/drawing/2014/main" id="{498060AD-FBCF-3350-FB3F-A4D1302E20E1}"/>
                </a:ext>
              </a:extLst>
            </p:cNvPr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>
              <a:extLst>
                <a:ext uri="{FF2B5EF4-FFF2-40B4-BE49-F238E27FC236}">
                  <a16:creationId xmlns:a16="http://schemas.microsoft.com/office/drawing/2014/main" id="{4EFD918A-DA5C-C50E-3128-97EBED598DBB}"/>
                </a:ext>
              </a:extLst>
            </p:cNvPr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>
              <a:extLst>
                <a:ext uri="{FF2B5EF4-FFF2-40B4-BE49-F238E27FC236}">
                  <a16:creationId xmlns:a16="http://schemas.microsoft.com/office/drawing/2014/main" id="{D1BA0E5D-A1DE-FD11-19AD-1A64B33E46C3}"/>
                </a:ext>
              </a:extLst>
            </p:cNvPr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>
              <a:extLst>
                <a:ext uri="{FF2B5EF4-FFF2-40B4-BE49-F238E27FC236}">
                  <a16:creationId xmlns:a16="http://schemas.microsoft.com/office/drawing/2014/main" id="{D60F0F23-5466-E99A-FD54-43E1F290CED5}"/>
                </a:ext>
              </a:extLst>
            </p:cNvPr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>
              <a:extLst>
                <a:ext uri="{FF2B5EF4-FFF2-40B4-BE49-F238E27FC236}">
                  <a16:creationId xmlns:a16="http://schemas.microsoft.com/office/drawing/2014/main" id="{38C7B4BF-6891-D01F-8E99-040EBD589CE6}"/>
                </a:ext>
              </a:extLst>
            </p:cNvPr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>
              <a:extLst>
                <a:ext uri="{FF2B5EF4-FFF2-40B4-BE49-F238E27FC236}">
                  <a16:creationId xmlns:a16="http://schemas.microsoft.com/office/drawing/2014/main" id="{67D528B1-6CDF-DA30-389E-C1A8CF2F5987}"/>
                </a:ext>
              </a:extLst>
            </p:cNvPr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>
              <a:extLst>
                <a:ext uri="{FF2B5EF4-FFF2-40B4-BE49-F238E27FC236}">
                  <a16:creationId xmlns:a16="http://schemas.microsoft.com/office/drawing/2014/main" id="{0E1A34B9-0797-B8A7-FC76-DA41EAB1E771}"/>
                </a:ext>
              </a:extLst>
            </p:cNvPr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>
              <a:extLst>
                <a:ext uri="{FF2B5EF4-FFF2-40B4-BE49-F238E27FC236}">
                  <a16:creationId xmlns:a16="http://schemas.microsoft.com/office/drawing/2014/main" id="{922695CD-D462-B00B-D830-21B9C9265A4D}"/>
                </a:ext>
              </a:extLst>
            </p:cNvPr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>
              <a:extLst>
                <a:ext uri="{FF2B5EF4-FFF2-40B4-BE49-F238E27FC236}">
                  <a16:creationId xmlns:a16="http://schemas.microsoft.com/office/drawing/2014/main" id="{F0129CC9-56DB-7B9B-448E-1438AED4D6E3}"/>
                </a:ext>
              </a:extLst>
            </p:cNvPr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>
              <a:extLst>
                <a:ext uri="{FF2B5EF4-FFF2-40B4-BE49-F238E27FC236}">
                  <a16:creationId xmlns:a16="http://schemas.microsoft.com/office/drawing/2014/main" id="{02102B00-F774-99E4-7BB9-6D4C0669F692}"/>
                </a:ext>
              </a:extLst>
            </p:cNvPr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>
              <a:extLst>
                <a:ext uri="{FF2B5EF4-FFF2-40B4-BE49-F238E27FC236}">
                  <a16:creationId xmlns:a16="http://schemas.microsoft.com/office/drawing/2014/main" id="{9870A469-2AB5-601C-DE13-40E91C0A1A9C}"/>
                </a:ext>
              </a:extLst>
            </p:cNvPr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>
              <a:extLst>
                <a:ext uri="{FF2B5EF4-FFF2-40B4-BE49-F238E27FC236}">
                  <a16:creationId xmlns:a16="http://schemas.microsoft.com/office/drawing/2014/main" id="{36DAA2EA-FA3A-5FE0-978B-0382C13FF1B0}"/>
                </a:ext>
              </a:extLst>
            </p:cNvPr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>
              <a:extLst>
                <a:ext uri="{FF2B5EF4-FFF2-40B4-BE49-F238E27FC236}">
                  <a16:creationId xmlns:a16="http://schemas.microsoft.com/office/drawing/2014/main" id="{533ED94C-DF01-9416-35B2-9EB6512C5631}"/>
                </a:ext>
              </a:extLst>
            </p:cNvPr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>
              <a:extLst>
                <a:ext uri="{FF2B5EF4-FFF2-40B4-BE49-F238E27FC236}">
                  <a16:creationId xmlns:a16="http://schemas.microsoft.com/office/drawing/2014/main" id="{7EF0E9BC-4090-6D11-E17D-92BC6DD49290}"/>
                </a:ext>
              </a:extLst>
            </p:cNvPr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>
              <a:extLst>
                <a:ext uri="{FF2B5EF4-FFF2-40B4-BE49-F238E27FC236}">
                  <a16:creationId xmlns:a16="http://schemas.microsoft.com/office/drawing/2014/main" id="{53ADF51A-8AD2-7B54-8F8C-578A415EAA2B}"/>
                </a:ext>
              </a:extLst>
            </p:cNvPr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>
              <a:extLst>
                <a:ext uri="{FF2B5EF4-FFF2-40B4-BE49-F238E27FC236}">
                  <a16:creationId xmlns:a16="http://schemas.microsoft.com/office/drawing/2014/main" id="{8B8D0970-4AE2-78D6-0E10-A2C64F5DCEC3}"/>
                </a:ext>
              </a:extLst>
            </p:cNvPr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>
              <a:extLst>
                <a:ext uri="{FF2B5EF4-FFF2-40B4-BE49-F238E27FC236}">
                  <a16:creationId xmlns:a16="http://schemas.microsoft.com/office/drawing/2014/main" id="{BE5CAC43-DC9E-61C5-7820-17121D3C1224}"/>
                </a:ext>
              </a:extLst>
            </p:cNvPr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>
              <a:extLst>
                <a:ext uri="{FF2B5EF4-FFF2-40B4-BE49-F238E27FC236}">
                  <a16:creationId xmlns:a16="http://schemas.microsoft.com/office/drawing/2014/main" id="{4AB8434E-FB54-69F6-5048-373D944C53B3}"/>
                </a:ext>
              </a:extLst>
            </p:cNvPr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>
              <a:extLst>
                <a:ext uri="{FF2B5EF4-FFF2-40B4-BE49-F238E27FC236}">
                  <a16:creationId xmlns:a16="http://schemas.microsoft.com/office/drawing/2014/main" id="{3F1FC63B-A634-0A80-648D-B714BE2D006E}"/>
                </a:ext>
              </a:extLst>
            </p:cNvPr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>
              <a:extLst>
                <a:ext uri="{FF2B5EF4-FFF2-40B4-BE49-F238E27FC236}">
                  <a16:creationId xmlns:a16="http://schemas.microsoft.com/office/drawing/2014/main" id="{4EE3F26D-C28A-FAEB-5ED1-7D468C23A810}"/>
                </a:ext>
              </a:extLst>
            </p:cNvPr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>
              <a:extLst>
                <a:ext uri="{FF2B5EF4-FFF2-40B4-BE49-F238E27FC236}">
                  <a16:creationId xmlns:a16="http://schemas.microsoft.com/office/drawing/2014/main" id="{C9E99428-D1AA-F2C7-C245-3E8972EE566D}"/>
                </a:ext>
              </a:extLst>
            </p:cNvPr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>
              <a:extLst>
                <a:ext uri="{FF2B5EF4-FFF2-40B4-BE49-F238E27FC236}">
                  <a16:creationId xmlns:a16="http://schemas.microsoft.com/office/drawing/2014/main" id="{CB3B7AFA-295B-EDF9-0EB3-9EFBE3C79805}"/>
                </a:ext>
              </a:extLst>
            </p:cNvPr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>
              <a:extLst>
                <a:ext uri="{FF2B5EF4-FFF2-40B4-BE49-F238E27FC236}">
                  <a16:creationId xmlns:a16="http://schemas.microsoft.com/office/drawing/2014/main" id="{09297288-0921-8107-3460-AFAD86400304}"/>
                </a:ext>
              </a:extLst>
            </p:cNvPr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>
              <a:extLst>
                <a:ext uri="{FF2B5EF4-FFF2-40B4-BE49-F238E27FC236}">
                  <a16:creationId xmlns:a16="http://schemas.microsoft.com/office/drawing/2014/main" id="{70C3F345-6FC9-C0D2-012C-6D2738FA494E}"/>
                </a:ext>
              </a:extLst>
            </p:cNvPr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>
              <a:extLst>
                <a:ext uri="{FF2B5EF4-FFF2-40B4-BE49-F238E27FC236}">
                  <a16:creationId xmlns:a16="http://schemas.microsoft.com/office/drawing/2014/main" id="{59ADE1E4-7AB7-C7AC-44B7-A72F01A3EE05}"/>
                </a:ext>
              </a:extLst>
            </p:cNvPr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>
              <a:extLst>
                <a:ext uri="{FF2B5EF4-FFF2-40B4-BE49-F238E27FC236}">
                  <a16:creationId xmlns:a16="http://schemas.microsoft.com/office/drawing/2014/main" id="{083892B2-0364-8D29-7CB2-DB5F827AC40E}"/>
                </a:ext>
              </a:extLst>
            </p:cNvPr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>
              <a:extLst>
                <a:ext uri="{FF2B5EF4-FFF2-40B4-BE49-F238E27FC236}">
                  <a16:creationId xmlns:a16="http://schemas.microsoft.com/office/drawing/2014/main" id="{5691076C-E624-7DE1-46F2-D4E58B932DEA}"/>
                </a:ext>
              </a:extLst>
            </p:cNvPr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>
              <a:extLst>
                <a:ext uri="{FF2B5EF4-FFF2-40B4-BE49-F238E27FC236}">
                  <a16:creationId xmlns:a16="http://schemas.microsoft.com/office/drawing/2014/main" id="{96D11B99-2E0A-C1CE-B1F5-5AAA5ED486D8}"/>
                </a:ext>
              </a:extLst>
            </p:cNvPr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>
              <a:extLst>
                <a:ext uri="{FF2B5EF4-FFF2-40B4-BE49-F238E27FC236}">
                  <a16:creationId xmlns:a16="http://schemas.microsoft.com/office/drawing/2014/main" id="{D13AEA2B-A367-7DA0-BB68-E0413C6143AC}"/>
                </a:ext>
              </a:extLst>
            </p:cNvPr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>
              <a:extLst>
                <a:ext uri="{FF2B5EF4-FFF2-40B4-BE49-F238E27FC236}">
                  <a16:creationId xmlns:a16="http://schemas.microsoft.com/office/drawing/2014/main" id="{7E0717D0-4A94-2EAA-7BEA-4A3292DE1566}"/>
                </a:ext>
              </a:extLst>
            </p:cNvPr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>
              <a:extLst>
                <a:ext uri="{FF2B5EF4-FFF2-40B4-BE49-F238E27FC236}">
                  <a16:creationId xmlns:a16="http://schemas.microsoft.com/office/drawing/2014/main" id="{51C059DE-B32B-6535-9826-7DADA2BC4E19}"/>
                </a:ext>
              </a:extLst>
            </p:cNvPr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>
              <a:extLst>
                <a:ext uri="{FF2B5EF4-FFF2-40B4-BE49-F238E27FC236}">
                  <a16:creationId xmlns:a16="http://schemas.microsoft.com/office/drawing/2014/main" id="{F37A7A05-729B-D1F9-1D77-A98527F6709E}"/>
                </a:ext>
              </a:extLst>
            </p:cNvPr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>
              <a:extLst>
                <a:ext uri="{FF2B5EF4-FFF2-40B4-BE49-F238E27FC236}">
                  <a16:creationId xmlns:a16="http://schemas.microsoft.com/office/drawing/2014/main" id="{4EA42051-6F82-9B30-F2A9-C5BD26B36F87}"/>
                </a:ext>
              </a:extLst>
            </p:cNvPr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>
              <a:extLst>
                <a:ext uri="{FF2B5EF4-FFF2-40B4-BE49-F238E27FC236}">
                  <a16:creationId xmlns:a16="http://schemas.microsoft.com/office/drawing/2014/main" id="{567B57CF-09E9-FFFF-DA40-BEE56B7498F8}"/>
                </a:ext>
              </a:extLst>
            </p:cNvPr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>
              <a:extLst>
                <a:ext uri="{FF2B5EF4-FFF2-40B4-BE49-F238E27FC236}">
                  <a16:creationId xmlns:a16="http://schemas.microsoft.com/office/drawing/2014/main" id="{162894E9-A243-2E98-F3B6-E7B4D94FF6C6}"/>
                </a:ext>
              </a:extLst>
            </p:cNvPr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>
              <a:extLst>
                <a:ext uri="{FF2B5EF4-FFF2-40B4-BE49-F238E27FC236}">
                  <a16:creationId xmlns:a16="http://schemas.microsoft.com/office/drawing/2014/main" id="{A7E0ECA9-C885-3333-A50A-C863DBBA5FDD}"/>
                </a:ext>
              </a:extLst>
            </p:cNvPr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>
              <a:extLst>
                <a:ext uri="{FF2B5EF4-FFF2-40B4-BE49-F238E27FC236}">
                  <a16:creationId xmlns:a16="http://schemas.microsoft.com/office/drawing/2014/main" id="{885DD2E2-26D2-F561-2598-D2FB53F279CD}"/>
                </a:ext>
              </a:extLst>
            </p:cNvPr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>
              <a:extLst>
                <a:ext uri="{FF2B5EF4-FFF2-40B4-BE49-F238E27FC236}">
                  <a16:creationId xmlns:a16="http://schemas.microsoft.com/office/drawing/2014/main" id="{0CDCBDFE-AA78-E659-8233-C5700538E518}"/>
                </a:ext>
              </a:extLst>
            </p:cNvPr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>
              <a:extLst>
                <a:ext uri="{FF2B5EF4-FFF2-40B4-BE49-F238E27FC236}">
                  <a16:creationId xmlns:a16="http://schemas.microsoft.com/office/drawing/2014/main" id="{E0B97268-E5E2-3671-FC54-7C13B87E469A}"/>
                </a:ext>
              </a:extLst>
            </p:cNvPr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>
              <a:extLst>
                <a:ext uri="{FF2B5EF4-FFF2-40B4-BE49-F238E27FC236}">
                  <a16:creationId xmlns:a16="http://schemas.microsoft.com/office/drawing/2014/main" id="{594CCA23-87A5-9593-78FD-86661E38385F}"/>
                </a:ext>
              </a:extLst>
            </p:cNvPr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>
              <a:extLst>
                <a:ext uri="{FF2B5EF4-FFF2-40B4-BE49-F238E27FC236}">
                  <a16:creationId xmlns:a16="http://schemas.microsoft.com/office/drawing/2014/main" id="{8B68FF10-9FB8-22AD-6125-55D34CDCABB3}"/>
                </a:ext>
              </a:extLst>
            </p:cNvPr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>
              <a:extLst>
                <a:ext uri="{FF2B5EF4-FFF2-40B4-BE49-F238E27FC236}">
                  <a16:creationId xmlns:a16="http://schemas.microsoft.com/office/drawing/2014/main" id="{D2D63313-B107-3960-7DB8-CE17F29129F2}"/>
                </a:ext>
              </a:extLst>
            </p:cNvPr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>
              <a:extLst>
                <a:ext uri="{FF2B5EF4-FFF2-40B4-BE49-F238E27FC236}">
                  <a16:creationId xmlns:a16="http://schemas.microsoft.com/office/drawing/2014/main" id="{2E07FE17-DD4C-EF30-1C88-A3154B035FFE}"/>
                </a:ext>
              </a:extLst>
            </p:cNvPr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>
              <a:extLst>
                <a:ext uri="{FF2B5EF4-FFF2-40B4-BE49-F238E27FC236}">
                  <a16:creationId xmlns:a16="http://schemas.microsoft.com/office/drawing/2014/main" id="{D0A5DE82-C116-2BBF-7FB5-38B35C57C6DC}"/>
                </a:ext>
              </a:extLst>
            </p:cNvPr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>
              <a:extLst>
                <a:ext uri="{FF2B5EF4-FFF2-40B4-BE49-F238E27FC236}">
                  <a16:creationId xmlns:a16="http://schemas.microsoft.com/office/drawing/2014/main" id="{C6CCB92B-AF3C-8208-53F6-471F2809B0D3}"/>
                </a:ext>
              </a:extLst>
            </p:cNvPr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>
              <a:extLst>
                <a:ext uri="{FF2B5EF4-FFF2-40B4-BE49-F238E27FC236}">
                  <a16:creationId xmlns:a16="http://schemas.microsoft.com/office/drawing/2014/main" id="{7FF2B46F-E0E1-DFA9-349A-050A2C6D458C}"/>
                </a:ext>
              </a:extLst>
            </p:cNvPr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>
              <a:extLst>
                <a:ext uri="{FF2B5EF4-FFF2-40B4-BE49-F238E27FC236}">
                  <a16:creationId xmlns:a16="http://schemas.microsoft.com/office/drawing/2014/main" id="{8A835AF0-EA54-5AA0-E2DB-BAFB2729AD51}"/>
                </a:ext>
              </a:extLst>
            </p:cNvPr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>
              <a:extLst>
                <a:ext uri="{FF2B5EF4-FFF2-40B4-BE49-F238E27FC236}">
                  <a16:creationId xmlns:a16="http://schemas.microsoft.com/office/drawing/2014/main" id="{B339696D-9703-FA4B-244A-91232D50F57D}"/>
                </a:ext>
              </a:extLst>
            </p:cNvPr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>
              <a:extLst>
                <a:ext uri="{FF2B5EF4-FFF2-40B4-BE49-F238E27FC236}">
                  <a16:creationId xmlns:a16="http://schemas.microsoft.com/office/drawing/2014/main" id="{5E16CFFC-009F-C949-6285-079915DD7A1E}"/>
                </a:ext>
              </a:extLst>
            </p:cNvPr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>
              <a:extLst>
                <a:ext uri="{FF2B5EF4-FFF2-40B4-BE49-F238E27FC236}">
                  <a16:creationId xmlns:a16="http://schemas.microsoft.com/office/drawing/2014/main" id="{4F74F1B9-ABD1-88CE-2350-F5B0A29B4987}"/>
                </a:ext>
              </a:extLst>
            </p:cNvPr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>
              <a:extLst>
                <a:ext uri="{FF2B5EF4-FFF2-40B4-BE49-F238E27FC236}">
                  <a16:creationId xmlns:a16="http://schemas.microsoft.com/office/drawing/2014/main" id="{02198997-C97F-D1DB-A46C-623E518901A1}"/>
                </a:ext>
              </a:extLst>
            </p:cNvPr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>
              <a:extLst>
                <a:ext uri="{FF2B5EF4-FFF2-40B4-BE49-F238E27FC236}">
                  <a16:creationId xmlns:a16="http://schemas.microsoft.com/office/drawing/2014/main" id="{2218DE7F-D0A8-FBBC-2C77-0779F85F1D2A}"/>
                </a:ext>
              </a:extLst>
            </p:cNvPr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>
              <a:extLst>
                <a:ext uri="{FF2B5EF4-FFF2-40B4-BE49-F238E27FC236}">
                  <a16:creationId xmlns:a16="http://schemas.microsoft.com/office/drawing/2014/main" id="{82FEFB80-B777-6E1A-5597-F6F8186408A7}"/>
                </a:ext>
              </a:extLst>
            </p:cNvPr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>
              <a:extLst>
                <a:ext uri="{FF2B5EF4-FFF2-40B4-BE49-F238E27FC236}">
                  <a16:creationId xmlns:a16="http://schemas.microsoft.com/office/drawing/2014/main" id="{4D50019C-BB82-8E8A-5E07-4CDF5FFA03EB}"/>
                </a:ext>
              </a:extLst>
            </p:cNvPr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>
              <a:extLst>
                <a:ext uri="{FF2B5EF4-FFF2-40B4-BE49-F238E27FC236}">
                  <a16:creationId xmlns:a16="http://schemas.microsoft.com/office/drawing/2014/main" id="{2D55F4F5-E37D-52E8-6667-E5E79AC10A8E}"/>
                </a:ext>
              </a:extLst>
            </p:cNvPr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>
              <a:extLst>
                <a:ext uri="{FF2B5EF4-FFF2-40B4-BE49-F238E27FC236}">
                  <a16:creationId xmlns:a16="http://schemas.microsoft.com/office/drawing/2014/main" id="{5BC28477-B893-62D9-FBA9-F003662FE68D}"/>
                </a:ext>
              </a:extLst>
            </p:cNvPr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>
              <a:extLst>
                <a:ext uri="{FF2B5EF4-FFF2-40B4-BE49-F238E27FC236}">
                  <a16:creationId xmlns:a16="http://schemas.microsoft.com/office/drawing/2014/main" id="{60C794D0-5ADE-E330-9D06-947B62851024}"/>
                </a:ext>
              </a:extLst>
            </p:cNvPr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>
              <a:extLst>
                <a:ext uri="{FF2B5EF4-FFF2-40B4-BE49-F238E27FC236}">
                  <a16:creationId xmlns:a16="http://schemas.microsoft.com/office/drawing/2014/main" id="{70DBC6B7-4FD0-ED20-E123-1329AFCD67E7}"/>
                </a:ext>
              </a:extLst>
            </p:cNvPr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>
              <a:extLst>
                <a:ext uri="{FF2B5EF4-FFF2-40B4-BE49-F238E27FC236}">
                  <a16:creationId xmlns:a16="http://schemas.microsoft.com/office/drawing/2014/main" id="{748AC292-5518-159C-E194-B1289A320E72}"/>
                </a:ext>
              </a:extLst>
            </p:cNvPr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>
              <a:extLst>
                <a:ext uri="{FF2B5EF4-FFF2-40B4-BE49-F238E27FC236}">
                  <a16:creationId xmlns:a16="http://schemas.microsoft.com/office/drawing/2014/main" id="{88792C1D-ECF2-2BA4-0F90-D6889FAEB2F6}"/>
                </a:ext>
              </a:extLst>
            </p:cNvPr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>
              <a:extLst>
                <a:ext uri="{FF2B5EF4-FFF2-40B4-BE49-F238E27FC236}">
                  <a16:creationId xmlns:a16="http://schemas.microsoft.com/office/drawing/2014/main" id="{F57B6A4B-A593-659E-C703-02802CB7DC9C}"/>
                </a:ext>
              </a:extLst>
            </p:cNvPr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>
              <a:extLst>
                <a:ext uri="{FF2B5EF4-FFF2-40B4-BE49-F238E27FC236}">
                  <a16:creationId xmlns:a16="http://schemas.microsoft.com/office/drawing/2014/main" id="{A4BA4520-8F74-BB74-39EA-93916328E664}"/>
                </a:ext>
              </a:extLst>
            </p:cNvPr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>
              <a:extLst>
                <a:ext uri="{FF2B5EF4-FFF2-40B4-BE49-F238E27FC236}">
                  <a16:creationId xmlns:a16="http://schemas.microsoft.com/office/drawing/2014/main" id="{301C39A0-84D3-3EF4-9A7D-77C43C8A6523}"/>
                </a:ext>
              </a:extLst>
            </p:cNvPr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>
              <a:extLst>
                <a:ext uri="{FF2B5EF4-FFF2-40B4-BE49-F238E27FC236}">
                  <a16:creationId xmlns:a16="http://schemas.microsoft.com/office/drawing/2014/main" id="{2A94317A-614D-2573-5BC7-AF0112266036}"/>
                </a:ext>
              </a:extLst>
            </p:cNvPr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>
              <a:extLst>
                <a:ext uri="{FF2B5EF4-FFF2-40B4-BE49-F238E27FC236}">
                  <a16:creationId xmlns:a16="http://schemas.microsoft.com/office/drawing/2014/main" id="{239962D4-9E1D-D962-AD25-4DB31E684591}"/>
                </a:ext>
              </a:extLst>
            </p:cNvPr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>
              <a:extLst>
                <a:ext uri="{FF2B5EF4-FFF2-40B4-BE49-F238E27FC236}">
                  <a16:creationId xmlns:a16="http://schemas.microsoft.com/office/drawing/2014/main" id="{EA1583F7-041F-9F83-9343-52844E1A33A1}"/>
                </a:ext>
              </a:extLst>
            </p:cNvPr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>
              <a:extLst>
                <a:ext uri="{FF2B5EF4-FFF2-40B4-BE49-F238E27FC236}">
                  <a16:creationId xmlns:a16="http://schemas.microsoft.com/office/drawing/2014/main" id="{D2E6A595-FA9B-1098-87C0-439FDD1DF740}"/>
                </a:ext>
              </a:extLst>
            </p:cNvPr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>
              <a:extLst>
                <a:ext uri="{FF2B5EF4-FFF2-40B4-BE49-F238E27FC236}">
                  <a16:creationId xmlns:a16="http://schemas.microsoft.com/office/drawing/2014/main" id="{5893F44D-6134-36DA-E4FA-D99B126F2CE5}"/>
                </a:ext>
              </a:extLst>
            </p:cNvPr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>
              <a:extLst>
                <a:ext uri="{FF2B5EF4-FFF2-40B4-BE49-F238E27FC236}">
                  <a16:creationId xmlns:a16="http://schemas.microsoft.com/office/drawing/2014/main" id="{7038BA57-8731-B890-5ECB-846FD2861B49}"/>
                </a:ext>
              </a:extLst>
            </p:cNvPr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>
              <a:extLst>
                <a:ext uri="{FF2B5EF4-FFF2-40B4-BE49-F238E27FC236}">
                  <a16:creationId xmlns:a16="http://schemas.microsoft.com/office/drawing/2014/main" id="{6B271234-C71F-AB16-DA4A-C8FB36F6BC4B}"/>
                </a:ext>
              </a:extLst>
            </p:cNvPr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>
              <a:extLst>
                <a:ext uri="{FF2B5EF4-FFF2-40B4-BE49-F238E27FC236}">
                  <a16:creationId xmlns:a16="http://schemas.microsoft.com/office/drawing/2014/main" id="{044E994B-ADE2-CF68-E033-4F371CAE03EB}"/>
                </a:ext>
              </a:extLst>
            </p:cNvPr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>
              <a:extLst>
                <a:ext uri="{FF2B5EF4-FFF2-40B4-BE49-F238E27FC236}">
                  <a16:creationId xmlns:a16="http://schemas.microsoft.com/office/drawing/2014/main" id="{B32F1BFF-FE6B-A242-F1F0-9ED683418DEB}"/>
                </a:ext>
              </a:extLst>
            </p:cNvPr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>
              <a:extLst>
                <a:ext uri="{FF2B5EF4-FFF2-40B4-BE49-F238E27FC236}">
                  <a16:creationId xmlns:a16="http://schemas.microsoft.com/office/drawing/2014/main" id="{8E79584D-984E-63F0-5511-D6C7C65188BE}"/>
                </a:ext>
              </a:extLst>
            </p:cNvPr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>
              <a:extLst>
                <a:ext uri="{FF2B5EF4-FFF2-40B4-BE49-F238E27FC236}">
                  <a16:creationId xmlns:a16="http://schemas.microsoft.com/office/drawing/2014/main" id="{94207847-5DD9-D60F-2BE7-42CFB1EAB227}"/>
                </a:ext>
              </a:extLst>
            </p:cNvPr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>
              <a:extLst>
                <a:ext uri="{FF2B5EF4-FFF2-40B4-BE49-F238E27FC236}">
                  <a16:creationId xmlns:a16="http://schemas.microsoft.com/office/drawing/2014/main" id="{DD1E3111-2F7B-0AA9-33D4-03AD1A5692E5}"/>
                </a:ext>
              </a:extLst>
            </p:cNvPr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>
              <a:extLst>
                <a:ext uri="{FF2B5EF4-FFF2-40B4-BE49-F238E27FC236}">
                  <a16:creationId xmlns:a16="http://schemas.microsoft.com/office/drawing/2014/main" id="{366F0A9E-5176-636D-480E-D0147FB3B5E7}"/>
                </a:ext>
              </a:extLst>
            </p:cNvPr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>
              <a:extLst>
                <a:ext uri="{FF2B5EF4-FFF2-40B4-BE49-F238E27FC236}">
                  <a16:creationId xmlns:a16="http://schemas.microsoft.com/office/drawing/2014/main" id="{35B85D0D-4FE0-E07A-F7BF-433A39F20DD4}"/>
                </a:ext>
              </a:extLst>
            </p:cNvPr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>
              <a:extLst>
                <a:ext uri="{FF2B5EF4-FFF2-40B4-BE49-F238E27FC236}">
                  <a16:creationId xmlns:a16="http://schemas.microsoft.com/office/drawing/2014/main" id="{2B5FE2D5-8249-BAE8-C9C1-192786FCF937}"/>
                </a:ext>
              </a:extLst>
            </p:cNvPr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>
              <a:extLst>
                <a:ext uri="{FF2B5EF4-FFF2-40B4-BE49-F238E27FC236}">
                  <a16:creationId xmlns:a16="http://schemas.microsoft.com/office/drawing/2014/main" id="{9CE45A20-E942-32CA-E442-B2D890BCF448}"/>
                </a:ext>
              </a:extLst>
            </p:cNvPr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>
              <a:extLst>
                <a:ext uri="{FF2B5EF4-FFF2-40B4-BE49-F238E27FC236}">
                  <a16:creationId xmlns:a16="http://schemas.microsoft.com/office/drawing/2014/main" id="{95196BE9-3B81-12A7-2883-55275AD06C92}"/>
                </a:ext>
              </a:extLst>
            </p:cNvPr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>
              <a:extLst>
                <a:ext uri="{FF2B5EF4-FFF2-40B4-BE49-F238E27FC236}">
                  <a16:creationId xmlns:a16="http://schemas.microsoft.com/office/drawing/2014/main" id="{596D20A0-0C46-3815-C672-77E385802B5E}"/>
                </a:ext>
              </a:extLst>
            </p:cNvPr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>
              <a:extLst>
                <a:ext uri="{FF2B5EF4-FFF2-40B4-BE49-F238E27FC236}">
                  <a16:creationId xmlns:a16="http://schemas.microsoft.com/office/drawing/2014/main" id="{EF07499C-0A83-12B9-C46F-8D49D2BA08F8}"/>
                </a:ext>
              </a:extLst>
            </p:cNvPr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>
              <a:extLst>
                <a:ext uri="{FF2B5EF4-FFF2-40B4-BE49-F238E27FC236}">
                  <a16:creationId xmlns:a16="http://schemas.microsoft.com/office/drawing/2014/main" id="{3DA84D6B-FBC8-3F36-3559-47E10F7014E1}"/>
                </a:ext>
              </a:extLst>
            </p:cNvPr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>
              <a:extLst>
                <a:ext uri="{FF2B5EF4-FFF2-40B4-BE49-F238E27FC236}">
                  <a16:creationId xmlns:a16="http://schemas.microsoft.com/office/drawing/2014/main" id="{06FF2F85-AE87-9BE4-4078-38585CD2BD7E}"/>
                </a:ext>
              </a:extLst>
            </p:cNvPr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>
              <a:extLst>
                <a:ext uri="{FF2B5EF4-FFF2-40B4-BE49-F238E27FC236}">
                  <a16:creationId xmlns:a16="http://schemas.microsoft.com/office/drawing/2014/main" id="{97CAA63B-5CF1-043A-32DF-E357E5AD6DFC}"/>
                </a:ext>
              </a:extLst>
            </p:cNvPr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>
              <a:extLst>
                <a:ext uri="{FF2B5EF4-FFF2-40B4-BE49-F238E27FC236}">
                  <a16:creationId xmlns:a16="http://schemas.microsoft.com/office/drawing/2014/main" id="{76C6D55F-B068-DA2C-E2CE-E3BFBDC9C3D2}"/>
                </a:ext>
              </a:extLst>
            </p:cNvPr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>
              <a:extLst>
                <a:ext uri="{FF2B5EF4-FFF2-40B4-BE49-F238E27FC236}">
                  <a16:creationId xmlns:a16="http://schemas.microsoft.com/office/drawing/2014/main" id="{8EBC8377-ECB7-A8D2-3BB4-86E33135A8EE}"/>
                </a:ext>
              </a:extLst>
            </p:cNvPr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>
              <a:extLst>
                <a:ext uri="{FF2B5EF4-FFF2-40B4-BE49-F238E27FC236}">
                  <a16:creationId xmlns:a16="http://schemas.microsoft.com/office/drawing/2014/main" id="{3878A575-88FD-C5F3-DA40-9D0C84E760CF}"/>
                </a:ext>
              </a:extLst>
            </p:cNvPr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>
              <a:extLst>
                <a:ext uri="{FF2B5EF4-FFF2-40B4-BE49-F238E27FC236}">
                  <a16:creationId xmlns:a16="http://schemas.microsoft.com/office/drawing/2014/main" id="{95C3D84C-F20E-D890-9AD7-F1E0A5EFE6F4}"/>
                </a:ext>
              </a:extLst>
            </p:cNvPr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>
              <a:extLst>
                <a:ext uri="{FF2B5EF4-FFF2-40B4-BE49-F238E27FC236}">
                  <a16:creationId xmlns:a16="http://schemas.microsoft.com/office/drawing/2014/main" id="{FA47DF28-7BD0-61AE-8499-FE03EC21A4D9}"/>
                </a:ext>
              </a:extLst>
            </p:cNvPr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>
              <a:extLst>
                <a:ext uri="{FF2B5EF4-FFF2-40B4-BE49-F238E27FC236}">
                  <a16:creationId xmlns:a16="http://schemas.microsoft.com/office/drawing/2014/main" id="{9E907AA5-76B9-D6B8-6153-A96C3C049EE9}"/>
                </a:ext>
              </a:extLst>
            </p:cNvPr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>
              <a:extLst>
                <a:ext uri="{FF2B5EF4-FFF2-40B4-BE49-F238E27FC236}">
                  <a16:creationId xmlns:a16="http://schemas.microsoft.com/office/drawing/2014/main" id="{D829C243-975B-523B-9CDB-39E4554C2A2D}"/>
                </a:ext>
              </a:extLst>
            </p:cNvPr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>
              <a:extLst>
                <a:ext uri="{FF2B5EF4-FFF2-40B4-BE49-F238E27FC236}">
                  <a16:creationId xmlns:a16="http://schemas.microsoft.com/office/drawing/2014/main" id="{8B95048F-BDDB-4E94-D7D5-D24982E9B7AC}"/>
                </a:ext>
              </a:extLst>
            </p:cNvPr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>
              <a:extLst>
                <a:ext uri="{FF2B5EF4-FFF2-40B4-BE49-F238E27FC236}">
                  <a16:creationId xmlns:a16="http://schemas.microsoft.com/office/drawing/2014/main" id="{915423BA-096E-6996-25C4-DE37F1549427}"/>
                </a:ext>
              </a:extLst>
            </p:cNvPr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>
              <a:extLst>
                <a:ext uri="{FF2B5EF4-FFF2-40B4-BE49-F238E27FC236}">
                  <a16:creationId xmlns:a16="http://schemas.microsoft.com/office/drawing/2014/main" id="{9F2A97E8-5555-3EB9-C386-E3B89EB23ECD}"/>
                </a:ext>
              </a:extLst>
            </p:cNvPr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>
              <a:extLst>
                <a:ext uri="{FF2B5EF4-FFF2-40B4-BE49-F238E27FC236}">
                  <a16:creationId xmlns:a16="http://schemas.microsoft.com/office/drawing/2014/main" id="{6BA64166-5D7B-55ED-94D8-4CEA73A109F2}"/>
                </a:ext>
              </a:extLst>
            </p:cNvPr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>
              <a:extLst>
                <a:ext uri="{FF2B5EF4-FFF2-40B4-BE49-F238E27FC236}">
                  <a16:creationId xmlns:a16="http://schemas.microsoft.com/office/drawing/2014/main" id="{186402F8-C42C-C10C-F0F0-5D7F2DCE813E}"/>
                </a:ext>
              </a:extLst>
            </p:cNvPr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>
              <a:extLst>
                <a:ext uri="{FF2B5EF4-FFF2-40B4-BE49-F238E27FC236}">
                  <a16:creationId xmlns:a16="http://schemas.microsoft.com/office/drawing/2014/main" id="{FF1B4AE5-A9F8-21E4-1EC9-142F1D7818DD}"/>
                </a:ext>
              </a:extLst>
            </p:cNvPr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>
              <a:extLst>
                <a:ext uri="{FF2B5EF4-FFF2-40B4-BE49-F238E27FC236}">
                  <a16:creationId xmlns:a16="http://schemas.microsoft.com/office/drawing/2014/main" id="{A617EC8C-BED4-029D-6C2C-D132C07DD00B}"/>
                </a:ext>
              </a:extLst>
            </p:cNvPr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>
              <a:extLst>
                <a:ext uri="{FF2B5EF4-FFF2-40B4-BE49-F238E27FC236}">
                  <a16:creationId xmlns:a16="http://schemas.microsoft.com/office/drawing/2014/main" id="{F09F71AE-465E-23FD-FB2E-8956E50A34FD}"/>
                </a:ext>
              </a:extLst>
            </p:cNvPr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>
              <a:extLst>
                <a:ext uri="{FF2B5EF4-FFF2-40B4-BE49-F238E27FC236}">
                  <a16:creationId xmlns:a16="http://schemas.microsoft.com/office/drawing/2014/main" id="{E3EC6328-4A0D-A015-C188-9269660F2794}"/>
                </a:ext>
              </a:extLst>
            </p:cNvPr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>
              <a:extLst>
                <a:ext uri="{FF2B5EF4-FFF2-40B4-BE49-F238E27FC236}">
                  <a16:creationId xmlns:a16="http://schemas.microsoft.com/office/drawing/2014/main" id="{A799C1D2-1B72-9B39-42B2-D73123F6A876}"/>
                </a:ext>
              </a:extLst>
            </p:cNvPr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>
              <a:extLst>
                <a:ext uri="{FF2B5EF4-FFF2-40B4-BE49-F238E27FC236}">
                  <a16:creationId xmlns:a16="http://schemas.microsoft.com/office/drawing/2014/main" id="{BC4E875F-9AF4-02C4-39CB-DDF704D79006}"/>
                </a:ext>
              </a:extLst>
            </p:cNvPr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>
              <a:extLst>
                <a:ext uri="{FF2B5EF4-FFF2-40B4-BE49-F238E27FC236}">
                  <a16:creationId xmlns:a16="http://schemas.microsoft.com/office/drawing/2014/main" id="{E1CCAFB2-BBC2-1544-900D-0B3EA97380DA}"/>
                </a:ext>
              </a:extLst>
            </p:cNvPr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>
              <a:extLst>
                <a:ext uri="{FF2B5EF4-FFF2-40B4-BE49-F238E27FC236}">
                  <a16:creationId xmlns:a16="http://schemas.microsoft.com/office/drawing/2014/main" id="{E81ACC9A-65A0-2A6E-DEB7-93D8FB8498DD}"/>
                </a:ext>
              </a:extLst>
            </p:cNvPr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>
              <a:extLst>
                <a:ext uri="{FF2B5EF4-FFF2-40B4-BE49-F238E27FC236}">
                  <a16:creationId xmlns:a16="http://schemas.microsoft.com/office/drawing/2014/main" id="{4A269F2C-AB50-7D34-8014-1A1D1279728D}"/>
                </a:ext>
              </a:extLst>
            </p:cNvPr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>
              <a:extLst>
                <a:ext uri="{FF2B5EF4-FFF2-40B4-BE49-F238E27FC236}">
                  <a16:creationId xmlns:a16="http://schemas.microsoft.com/office/drawing/2014/main" id="{28851DE0-09EC-C43F-62BF-101413587BB1}"/>
                </a:ext>
              </a:extLst>
            </p:cNvPr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>
              <a:extLst>
                <a:ext uri="{FF2B5EF4-FFF2-40B4-BE49-F238E27FC236}">
                  <a16:creationId xmlns:a16="http://schemas.microsoft.com/office/drawing/2014/main" id="{C433F880-2944-BEE7-A166-A3AD74ABB99F}"/>
                </a:ext>
              </a:extLst>
            </p:cNvPr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>
              <a:extLst>
                <a:ext uri="{FF2B5EF4-FFF2-40B4-BE49-F238E27FC236}">
                  <a16:creationId xmlns:a16="http://schemas.microsoft.com/office/drawing/2014/main" id="{CD9EF391-5D71-8AE6-D473-7722846AB618}"/>
                </a:ext>
              </a:extLst>
            </p:cNvPr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>
              <a:extLst>
                <a:ext uri="{FF2B5EF4-FFF2-40B4-BE49-F238E27FC236}">
                  <a16:creationId xmlns:a16="http://schemas.microsoft.com/office/drawing/2014/main" id="{F551BA93-74D0-73C7-AB2A-5D5FA9AC3E8E}"/>
                </a:ext>
              </a:extLst>
            </p:cNvPr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>
              <a:extLst>
                <a:ext uri="{FF2B5EF4-FFF2-40B4-BE49-F238E27FC236}">
                  <a16:creationId xmlns:a16="http://schemas.microsoft.com/office/drawing/2014/main" id="{3B28886F-B72B-E1A1-83DD-E381D70BC3AF}"/>
                </a:ext>
              </a:extLst>
            </p:cNvPr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>
              <a:extLst>
                <a:ext uri="{FF2B5EF4-FFF2-40B4-BE49-F238E27FC236}">
                  <a16:creationId xmlns:a16="http://schemas.microsoft.com/office/drawing/2014/main" id="{0C7DA9D7-8A56-1014-8B57-BDA1386DAB1E}"/>
                </a:ext>
              </a:extLst>
            </p:cNvPr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>
              <a:extLst>
                <a:ext uri="{FF2B5EF4-FFF2-40B4-BE49-F238E27FC236}">
                  <a16:creationId xmlns:a16="http://schemas.microsoft.com/office/drawing/2014/main" id="{7712208E-9CB8-C33E-A01F-F382419B0304}"/>
                </a:ext>
              </a:extLst>
            </p:cNvPr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>
              <a:extLst>
                <a:ext uri="{FF2B5EF4-FFF2-40B4-BE49-F238E27FC236}">
                  <a16:creationId xmlns:a16="http://schemas.microsoft.com/office/drawing/2014/main" id="{ABF174CC-4FCC-DC3B-8E29-B8B2372BEE37}"/>
                </a:ext>
              </a:extLst>
            </p:cNvPr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>
              <a:extLst>
                <a:ext uri="{FF2B5EF4-FFF2-40B4-BE49-F238E27FC236}">
                  <a16:creationId xmlns:a16="http://schemas.microsoft.com/office/drawing/2014/main" id="{748225BE-A406-606B-5D8A-808E6F31E886}"/>
                </a:ext>
              </a:extLst>
            </p:cNvPr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>
              <a:extLst>
                <a:ext uri="{FF2B5EF4-FFF2-40B4-BE49-F238E27FC236}">
                  <a16:creationId xmlns:a16="http://schemas.microsoft.com/office/drawing/2014/main" id="{D1BC9C49-9A21-2C1A-DD08-9806D4E8383F}"/>
                </a:ext>
              </a:extLst>
            </p:cNvPr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>
              <a:extLst>
                <a:ext uri="{FF2B5EF4-FFF2-40B4-BE49-F238E27FC236}">
                  <a16:creationId xmlns:a16="http://schemas.microsoft.com/office/drawing/2014/main" id="{F7DDD192-FBB8-2F06-0B72-4280F89B79B6}"/>
                </a:ext>
              </a:extLst>
            </p:cNvPr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>
              <a:extLst>
                <a:ext uri="{FF2B5EF4-FFF2-40B4-BE49-F238E27FC236}">
                  <a16:creationId xmlns:a16="http://schemas.microsoft.com/office/drawing/2014/main" id="{A7A0E7E7-5377-4D44-7F89-B2FBDC2A4C7C}"/>
                </a:ext>
              </a:extLst>
            </p:cNvPr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>
              <a:extLst>
                <a:ext uri="{FF2B5EF4-FFF2-40B4-BE49-F238E27FC236}">
                  <a16:creationId xmlns:a16="http://schemas.microsoft.com/office/drawing/2014/main" id="{E7035823-EA0D-F2D3-551F-1B29E77960DF}"/>
                </a:ext>
              </a:extLst>
            </p:cNvPr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>
              <a:extLst>
                <a:ext uri="{FF2B5EF4-FFF2-40B4-BE49-F238E27FC236}">
                  <a16:creationId xmlns:a16="http://schemas.microsoft.com/office/drawing/2014/main" id="{0DCDF51A-10A2-5103-E4B6-C35B4A7694C3}"/>
                </a:ext>
              </a:extLst>
            </p:cNvPr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>
              <a:extLst>
                <a:ext uri="{FF2B5EF4-FFF2-40B4-BE49-F238E27FC236}">
                  <a16:creationId xmlns:a16="http://schemas.microsoft.com/office/drawing/2014/main" id="{4806BB27-F8D8-DC25-3E1B-71E805CEC418}"/>
                </a:ext>
              </a:extLst>
            </p:cNvPr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>
              <a:extLst>
                <a:ext uri="{FF2B5EF4-FFF2-40B4-BE49-F238E27FC236}">
                  <a16:creationId xmlns:a16="http://schemas.microsoft.com/office/drawing/2014/main" id="{536FFFF5-46F0-68B6-C927-E11B081DA1B3}"/>
                </a:ext>
              </a:extLst>
            </p:cNvPr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>
              <a:extLst>
                <a:ext uri="{FF2B5EF4-FFF2-40B4-BE49-F238E27FC236}">
                  <a16:creationId xmlns:a16="http://schemas.microsoft.com/office/drawing/2014/main" id="{F513C488-0D3B-79EB-7460-EDC0B0A73E8E}"/>
                </a:ext>
              </a:extLst>
            </p:cNvPr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>
              <a:extLst>
                <a:ext uri="{FF2B5EF4-FFF2-40B4-BE49-F238E27FC236}">
                  <a16:creationId xmlns:a16="http://schemas.microsoft.com/office/drawing/2014/main" id="{457104A2-39FE-C743-865D-ECC9F44BFB37}"/>
                </a:ext>
              </a:extLst>
            </p:cNvPr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>
              <a:extLst>
                <a:ext uri="{FF2B5EF4-FFF2-40B4-BE49-F238E27FC236}">
                  <a16:creationId xmlns:a16="http://schemas.microsoft.com/office/drawing/2014/main" id="{B3736EE8-84F9-A7C9-A889-4E30D0DC137E}"/>
                </a:ext>
              </a:extLst>
            </p:cNvPr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>
              <a:extLst>
                <a:ext uri="{FF2B5EF4-FFF2-40B4-BE49-F238E27FC236}">
                  <a16:creationId xmlns:a16="http://schemas.microsoft.com/office/drawing/2014/main" id="{58074945-053A-B78B-C0D7-F09F6F51FF47}"/>
                </a:ext>
              </a:extLst>
            </p:cNvPr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>
              <a:extLst>
                <a:ext uri="{FF2B5EF4-FFF2-40B4-BE49-F238E27FC236}">
                  <a16:creationId xmlns:a16="http://schemas.microsoft.com/office/drawing/2014/main" id="{B539AFBB-BC72-77E1-7DC8-4E40DF18E9D1}"/>
                </a:ext>
              </a:extLst>
            </p:cNvPr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>
              <a:extLst>
                <a:ext uri="{FF2B5EF4-FFF2-40B4-BE49-F238E27FC236}">
                  <a16:creationId xmlns:a16="http://schemas.microsoft.com/office/drawing/2014/main" id="{C26A527B-127D-BA69-8E44-61FCD2F7955C}"/>
                </a:ext>
              </a:extLst>
            </p:cNvPr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>
              <a:extLst>
                <a:ext uri="{FF2B5EF4-FFF2-40B4-BE49-F238E27FC236}">
                  <a16:creationId xmlns:a16="http://schemas.microsoft.com/office/drawing/2014/main" id="{1FE3D86C-CA8D-B9F6-0572-99C99F1A81F0}"/>
                </a:ext>
              </a:extLst>
            </p:cNvPr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>
              <a:extLst>
                <a:ext uri="{FF2B5EF4-FFF2-40B4-BE49-F238E27FC236}">
                  <a16:creationId xmlns:a16="http://schemas.microsoft.com/office/drawing/2014/main" id="{6A4798C8-AC93-F1B3-7B52-63E464FA03F9}"/>
                </a:ext>
              </a:extLst>
            </p:cNvPr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>
              <a:extLst>
                <a:ext uri="{FF2B5EF4-FFF2-40B4-BE49-F238E27FC236}">
                  <a16:creationId xmlns:a16="http://schemas.microsoft.com/office/drawing/2014/main" id="{B726EB50-1442-2148-7361-5FB5DEDF2AF2}"/>
                </a:ext>
              </a:extLst>
            </p:cNvPr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>
              <a:extLst>
                <a:ext uri="{FF2B5EF4-FFF2-40B4-BE49-F238E27FC236}">
                  <a16:creationId xmlns:a16="http://schemas.microsoft.com/office/drawing/2014/main" id="{EFBEA354-5610-A526-4DE6-154748125AD6}"/>
                </a:ext>
              </a:extLst>
            </p:cNvPr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>
              <a:extLst>
                <a:ext uri="{FF2B5EF4-FFF2-40B4-BE49-F238E27FC236}">
                  <a16:creationId xmlns:a16="http://schemas.microsoft.com/office/drawing/2014/main" id="{3A288CB6-DCF5-B7AC-1204-9E98BC506CFC}"/>
                </a:ext>
              </a:extLst>
            </p:cNvPr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>
              <a:extLst>
                <a:ext uri="{FF2B5EF4-FFF2-40B4-BE49-F238E27FC236}">
                  <a16:creationId xmlns:a16="http://schemas.microsoft.com/office/drawing/2014/main" id="{C962742B-4DDD-5EA5-16EF-C4F14A896C19}"/>
                </a:ext>
              </a:extLst>
            </p:cNvPr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>
              <a:extLst>
                <a:ext uri="{FF2B5EF4-FFF2-40B4-BE49-F238E27FC236}">
                  <a16:creationId xmlns:a16="http://schemas.microsoft.com/office/drawing/2014/main" id="{908A08EF-D233-1D32-8EA4-15A2D66C689C}"/>
                </a:ext>
              </a:extLst>
            </p:cNvPr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>
              <a:extLst>
                <a:ext uri="{FF2B5EF4-FFF2-40B4-BE49-F238E27FC236}">
                  <a16:creationId xmlns:a16="http://schemas.microsoft.com/office/drawing/2014/main" id="{82500972-2C5E-8A02-4D2C-90250E90878A}"/>
                </a:ext>
              </a:extLst>
            </p:cNvPr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>
              <a:extLst>
                <a:ext uri="{FF2B5EF4-FFF2-40B4-BE49-F238E27FC236}">
                  <a16:creationId xmlns:a16="http://schemas.microsoft.com/office/drawing/2014/main" id="{4EA244C9-B16B-F6CB-E2E8-6D119C287487}"/>
                </a:ext>
              </a:extLst>
            </p:cNvPr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>
              <a:extLst>
                <a:ext uri="{FF2B5EF4-FFF2-40B4-BE49-F238E27FC236}">
                  <a16:creationId xmlns:a16="http://schemas.microsoft.com/office/drawing/2014/main" id="{D4097CDB-2B9E-7F63-01BF-897A6A300F20}"/>
                </a:ext>
              </a:extLst>
            </p:cNvPr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>
              <a:extLst>
                <a:ext uri="{FF2B5EF4-FFF2-40B4-BE49-F238E27FC236}">
                  <a16:creationId xmlns:a16="http://schemas.microsoft.com/office/drawing/2014/main" id="{49D49667-25ED-3065-77ED-3094EDAFCEBE}"/>
                </a:ext>
              </a:extLst>
            </p:cNvPr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>
              <a:extLst>
                <a:ext uri="{FF2B5EF4-FFF2-40B4-BE49-F238E27FC236}">
                  <a16:creationId xmlns:a16="http://schemas.microsoft.com/office/drawing/2014/main" id="{1BE25D9E-756A-4709-61C4-1B531F644BD2}"/>
                </a:ext>
              </a:extLst>
            </p:cNvPr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>
              <a:extLst>
                <a:ext uri="{FF2B5EF4-FFF2-40B4-BE49-F238E27FC236}">
                  <a16:creationId xmlns:a16="http://schemas.microsoft.com/office/drawing/2014/main" id="{527CF13A-9918-7CEF-9699-DDB4C4AA1821}"/>
                </a:ext>
              </a:extLst>
            </p:cNvPr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>
              <a:extLst>
                <a:ext uri="{FF2B5EF4-FFF2-40B4-BE49-F238E27FC236}">
                  <a16:creationId xmlns:a16="http://schemas.microsoft.com/office/drawing/2014/main" id="{5B98EAAE-241A-F539-FEC0-D03E5582C325}"/>
                </a:ext>
              </a:extLst>
            </p:cNvPr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>
              <a:extLst>
                <a:ext uri="{FF2B5EF4-FFF2-40B4-BE49-F238E27FC236}">
                  <a16:creationId xmlns:a16="http://schemas.microsoft.com/office/drawing/2014/main" id="{3DE58A12-6CC9-F348-0FD1-AEF15A2AD428}"/>
                </a:ext>
              </a:extLst>
            </p:cNvPr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>
              <a:extLst>
                <a:ext uri="{FF2B5EF4-FFF2-40B4-BE49-F238E27FC236}">
                  <a16:creationId xmlns:a16="http://schemas.microsoft.com/office/drawing/2014/main" id="{8D142225-CEA3-0C9B-DAB9-D04758C45183}"/>
                </a:ext>
              </a:extLst>
            </p:cNvPr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>
              <a:extLst>
                <a:ext uri="{FF2B5EF4-FFF2-40B4-BE49-F238E27FC236}">
                  <a16:creationId xmlns:a16="http://schemas.microsoft.com/office/drawing/2014/main" id="{0190CBC2-4BCB-A48E-A70D-6FAC7A09EB89}"/>
                </a:ext>
              </a:extLst>
            </p:cNvPr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>
              <a:extLst>
                <a:ext uri="{FF2B5EF4-FFF2-40B4-BE49-F238E27FC236}">
                  <a16:creationId xmlns:a16="http://schemas.microsoft.com/office/drawing/2014/main" id="{43CA7F27-A841-0A12-99B4-6EFA46096406}"/>
                </a:ext>
              </a:extLst>
            </p:cNvPr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>
              <a:extLst>
                <a:ext uri="{FF2B5EF4-FFF2-40B4-BE49-F238E27FC236}">
                  <a16:creationId xmlns:a16="http://schemas.microsoft.com/office/drawing/2014/main" id="{F94C215D-EC70-39F4-019F-9058389B5BD7}"/>
                </a:ext>
              </a:extLst>
            </p:cNvPr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>
              <a:extLst>
                <a:ext uri="{FF2B5EF4-FFF2-40B4-BE49-F238E27FC236}">
                  <a16:creationId xmlns:a16="http://schemas.microsoft.com/office/drawing/2014/main" id="{E2C8D386-E898-F606-1A5A-C1AF81C2041D}"/>
                </a:ext>
              </a:extLst>
            </p:cNvPr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>
              <a:extLst>
                <a:ext uri="{FF2B5EF4-FFF2-40B4-BE49-F238E27FC236}">
                  <a16:creationId xmlns:a16="http://schemas.microsoft.com/office/drawing/2014/main" id="{5886E797-E5F7-C3FD-3AAE-1AB6B7299B25}"/>
                </a:ext>
              </a:extLst>
            </p:cNvPr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>
              <a:extLst>
                <a:ext uri="{FF2B5EF4-FFF2-40B4-BE49-F238E27FC236}">
                  <a16:creationId xmlns:a16="http://schemas.microsoft.com/office/drawing/2014/main" id="{8F896DD2-F644-B287-FC02-6A7B69517A65}"/>
                </a:ext>
              </a:extLst>
            </p:cNvPr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>
              <a:extLst>
                <a:ext uri="{FF2B5EF4-FFF2-40B4-BE49-F238E27FC236}">
                  <a16:creationId xmlns:a16="http://schemas.microsoft.com/office/drawing/2014/main" id="{226232E4-3048-D8F4-3B38-4899D4D8BB7A}"/>
                </a:ext>
              </a:extLst>
            </p:cNvPr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>
              <a:extLst>
                <a:ext uri="{FF2B5EF4-FFF2-40B4-BE49-F238E27FC236}">
                  <a16:creationId xmlns:a16="http://schemas.microsoft.com/office/drawing/2014/main" id="{582A17FB-3EDE-BD14-1835-8D03DB88A6EA}"/>
                </a:ext>
              </a:extLst>
            </p:cNvPr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>
              <a:extLst>
                <a:ext uri="{FF2B5EF4-FFF2-40B4-BE49-F238E27FC236}">
                  <a16:creationId xmlns:a16="http://schemas.microsoft.com/office/drawing/2014/main" id="{43757504-4F0C-CC07-D4C7-F3F153D024B2}"/>
                </a:ext>
              </a:extLst>
            </p:cNvPr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>
              <a:extLst>
                <a:ext uri="{FF2B5EF4-FFF2-40B4-BE49-F238E27FC236}">
                  <a16:creationId xmlns:a16="http://schemas.microsoft.com/office/drawing/2014/main" id="{717D9865-274F-30A8-63AC-0E5BD8B511B1}"/>
                </a:ext>
              </a:extLst>
            </p:cNvPr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>
              <a:extLst>
                <a:ext uri="{FF2B5EF4-FFF2-40B4-BE49-F238E27FC236}">
                  <a16:creationId xmlns:a16="http://schemas.microsoft.com/office/drawing/2014/main" id="{A09310EB-5949-D214-E759-816224701B1D}"/>
                </a:ext>
              </a:extLst>
            </p:cNvPr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>
              <a:extLst>
                <a:ext uri="{FF2B5EF4-FFF2-40B4-BE49-F238E27FC236}">
                  <a16:creationId xmlns:a16="http://schemas.microsoft.com/office/drawing/2014/main" id="{5AF51B6C-14CA-A012-30FF-7458962620D6}"/>
                </a:ext>
              </a:extLst>
            </p:cNvPr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>
              <a:extLst>
                <a:ext uri="{FF2B5EF4-FFF2-40B4-BE49-F238E27FC236}">
                  <a16:creationId xmlns:a16="http://schemas.microsoft.com/office/drawing/2014/main" id="{6D5E57EE-4899-1CE6-50E5-A5B869C3654B}"/>
                </a:ext>
              </a:extLst>
            </p:cNvPr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>
              <a:extLst>
                <a:ext uri="{FF2B5EF4-FFF2-40B4-BE49-F238E27FC236}">
                  <a16:creationId xmlns:a16="http://schemas.microsoft.com/office/drawing/2014/main" id="{8B3A689D-F406-080A-2E77-011E92D8011E}"/>
                </a:ext>
              </a:extLst>
            </p:cNvPr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>
              <a:extLst>
                <a:ext uri="{FF2B5EF4-FFF2-40B4-BE49-F238E27FC236}">
                  <a16:creationId xmlns:a16="http://schemas.microsoft.com/office/drawing/2014/main" id="{AA5467A1-203C-F05F-86F4-4D1E54D5FDF8}"/>
                </a:ext>
              </a:extLst>
            </p:cNvPr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>
              <a:extLst>
                <a:ext uri="{FF2B5EF4-FFF2-40B4-BE49-F238E27FC236}">
                  <a16:creationId xmlns:a16="http://schemas.microsoft.com/office/drawing/2014/main" id="{CFB325BF-9B89-D61B-539B-F4E59CD569DA}"/>
                </a:ext>
              </a:extLst>
            </p:cNvPr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>
              <a:extLst>
                <a:ext uri="{FF2B5EF4-FFF2-40B4-BE49-F238E27FC236}">
                  <a16:creationId xmlns:a16="http://schemas.microsoft.com/office/drawing/2014/main" id="{D04D115B-2F83-ED88-D141-FC5EEC6E92AD}"/>
                </a:ext>
              </a:extLst>
            </p:cNvPr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>
              <a:extLst>
                <a:ext uri="{FF2B5EF4-FFF2-40B4-BE49-F238E27FC236}">
                  <a16:creationId xmlns:a16="http://schemas.microsoft.com/office/drawing/2014/main" id="{E1263361-3A4A-CD59-8B7C-3D3A93F5EB8F}"/>
                </a:ext>
              </a:extLst>
            </p:cNvPr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>
              <a:extLst>
                <a:ext uri="{FF2B5EF4-FFF2-40B4-BE49-F238E27FC236}">
                  <a16:creationId xmlns:a16="http://schemas.microsoft.com/office/drawing/2014/main" id="{30A80D79-62D2-646D-4EBF-EF1527FD130B}"/>
                </a:ext>
              </a:extLst>
            </p:cNvPr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>
              <a:extLst>
                <a:ext uri="{FF2B5EF4-FFF2-40B4-BE49-F238E27FC236}">
                  <a16:creationId xmlns:a16="http://schemas.microsoft.com/office/drawing/2014/main" id="{EDAFE91A-41B8-6741-AEBE-1C0F0C59FE0A}"/>
                </a:ext>
              </a:extLst>
            </p:cNvPr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>
              <a:extLst>
                <a:ext uri="{FF2B5EF4-FFF2-40B4-BE49-F238E27FC236}">
                  <a16:creationId xmlns:a16="http://schemas.microsoft.com/office/drawing/2014/main" id="{229CAE9D-09AB-3CC4-C3F5-5EC9CF55208D}"/>
                </a:ext>
              </a:extLst>
            </p:cNvPr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>
              <a:extLst>
                <a:ext uri="{FF2B5EF4-FFF2-40B4-BE49-F238E27FC236}">
                  <a16:creationId xmlns:a16="http://schemas.microsoft.com/office/drawing/2014/main" id="{BE9AAB1E-C492-9E72-21EC-F4ABE3BBDBCF}"/>
                </a:ext>
              </a:extLst>
            </p:cNvPr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>
              <a:extLst>
                <a:ext uri="{FF2B5EF4-FFF2-40B4-BE49-F238E27FC236}">
                  <a16:creationId xmlns:a16="http://schemas.microsoft.com/office/drawing/2014/main" id="{CF37228D-8B62-056A-B06E-BDD71A43DB69}"/>
                </a:ext>
              </a:extLst>
            </p:cNvPr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>
              <a:extLst>
                <a:ext uri="{FF2B5EF4-FFF2-40B4-BE49-F238E27FC236}">
                  <a16:creationId xmlns:a16="http://schemas.microsoft.com/office/drawing/2014/main" id="{CDC41D68-508E-7D98-5CBF-E935141BB418}"/>
                </a:ext>
              </a:extLst>
            </p:cNvPr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>
              <a:extLst>
                <a:ext uri="{FF2B5EF4-FFF2-40B4-BE49-F238E27FC236}">
                  <a16:creationId xmlns:a16="http://schemas.microsoft.com/office/drawing/2014/main" id="{16AC4ECA-2ADD-5DBA-0BC7-BA6D553A3465}"/>
                </a:ext>
              </a:extLst>
            </p:cNvPr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>
              <a:extLst>
                <a:ext uri="{FF2B5EF4-FFF2-40B4-BE49-F238E27FC236}">
                  <a16:creationId xmlns:a16="http://schemas.microsoft.com/office/drawing/2014/main" id="{4B47C307-0D58-35BC-BFDF-E42ABCCCC487}"/>
                </a:ext>
              </a:extLst>
            </p:cNvPr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>
              <a:extLst>
                <a:ext uri="{FF2B5EF4-FFF2-40B4-BE49-F238E27FC236}">
                  <a16:creationId xmlns:a16="http://schemas.microsoft.com/office/drawing/2014/main" id="{DF15AA81-5C36-451E-389B-1BA9429E06D6}"/>
                </a:ext>
              </a:extLst>
            </p:cNvPr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>
              <a:extLst>
                <a:ext uri="{FF2B5EF4-FFF2-40B4-BE49-F238E27FC236}">
                  <a16:creationId xmlns:a16="http://schemas.microsoft.com/office/drawing/2014/main" id="{E66A259F-DEB4-4CBF-FCD2-2738E3FC943F}"/>
                </a:ext>
              </a:extLst>
            </p:cNvPr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>
              <a:extLst>
                <a:ext uri="{FF2B5EF4-FFF2-40B4-BE49-F238E27FC236}">
                  <a16:creationId xmlns:a16="http://schemas.microsoft.com/office/drawing/2014/main" id="{8D8ED2A0-1499-094B-4C5E-A7477EFEBD3D}"/>
                </a:ext>
              </a:extLst>
            </p:cNvPr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>
              <a:extLst>
                <a:ext uri="{FF2B5EF4-FFF2-40B4-BE49-F238E27FC236}">
                  <a16:creationId xmlns:a16="http://schemas.microsoft.com/office/drawing/2014/main" id="{59AF01E0-AA31-A310-951C-C03D5388066F}"/>
                </a:ext>
              </a:extLst>
            </p:cNvPr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>
              <a:extLst>
                <a:ext uri="{FF2B5EF4-FFF2-40B4-BE49-F238E27FC236}">
                  <a16:creationId xmlns:a16="http://schemas.microsoft.com/office/drawing/2014/main" id="{8DFE1684-3C84-C88E-0B89-E4551E54C28F}"/>
                </a:ext>
              </a:extLst>
            </p:cNvPr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>
              <a:extLst>
                <a:ext uri="{FF2B5EF4-FFF2-40B4-BE49-F238E27FC236}">
                  <a16:creationId xmlns:a16="http://schemas.microsoft.com/office/drawing/2014/main" id="{B5B5A29E-C60B-42EF-67D1-814FB022737B}"/>
                </a:ext>
              </a:extLst>
            </p:cNvPr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>
              <a:extLst>
                <a:ext uri="{FF2B5EF4-FFF2-40B4-BE49-F238E27FC236}">
                  <a16:creationId xmlns:a16="http://schemas.microsoft.com/office/drawing/2014/main" id="{D71157F4-3E7C-DAD6-3083-F97E4E09B859}"/>
                </a:ext>
              </a:extLst>
            </p:cNvPr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>
              <a:extLst>
                <a:ext uri="{FF2B5EF4-FFF2-40B4-BE49-F238E27FC236}">
                  <a16:creationId xmlns:a16="http://schemas.microsoft.com/office/drawing/2014/main" id="{B72499A3-A024-98D7-9330-F7F916C8CBEF}"/>
                </a:ext>
              </a:extLst>
            </p:cNvPr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>
              <a:extLst>
                <a:ext uri="{FF2B5EF4-FFF2-40B4-BE49-F238E27FC236}">
                  <a16:creationId xmlns:a16="http://schemas.microsoft.com/office/drawing/2014/main" id="{DB7A907E-013A-2741-878C-49A44C41E526}"/>
                </a:ext>
              </a:extLst>
            </p:cNvPr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>
              <a:extLst>
                <a:ext uri="{FF2B5EF4-FFF2-40B4-BE49-F238E27FC236}">
                  <a16:creationId xmlns:a16="http://schemas.microsoft.com/office/drawing/2014/main" id="{C183F04A-E49C-30E8-91DB-B32E19FB0F91}"/>
                </a:ext>
              </a:extLst>
            </p:cNvPr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>
              <a:extLst>
                <a:ext uri="{FF2B5EF4-FFF2-40B4-BE49-F238E27FC236}">
                  <a16:creationId xmlns:a16="http://schemas.microsoft.com/office/drawing/2014/main" id="{42D58498-2294-7470-98C2-74EC378C86C9}"/>
                </a:ext>
              </a:extLst>
            </p:cNvPr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>
              <a:extLst>
                <a:ext uri="{FF2B5EF4-FFF2-40B4-BE49-F238E27FC236}">
                  <a16:creationId xmlns:a16="http://schemas.microsoft.com/office/drawing/2014/main" id="{8EBEE383-2CE3-C959-133F-70300F6EC584}"/>
                </a:ext>
              </a:extLst>
            </p:cNvPr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>
              <a:extLst>
                <a:ext uri="{FF2B5EF4-FFF2-40B4-BE49-F238E27FC236}">
                  <a16:creationId xmlns:a16="http://schemas.microsoft.com/office/drawing/2014/main" id="{A5B10100-9C3D-A062-C993-18EDA7A11A75}"/>
                </a:ext>
              </a:extLst>
            </p:cNvPr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>
              <a:extLst>
                <a:ext uri="{FF2B5EF4-FFF2-40B4-BE49-F238E27FC236}">
                  <a16:creationId xmlns:a16="http://schemas.microsoft.com/office/drawing/2014/main" id="{5A087494-8BAD-36C3-EA31-1DFC7C19628A}"/>
                </a:ext>
              </a:extLst>
            </p:cNvPr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>
              <a:extLst>
                <a:ext uri="{FF2B5EF4-FFF2-40B4-BE49-F238E27FC236}">
                  <a16:creationId xmlns:a16="http://schemas.microsoft.com/office/drawing/2014/main" id="{B3CD899E-5263-0C2E-AE06-26564D7422DA}"/>
                </a:ext>
              </a:extLst>
            </p:cNvPr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>
              <a:extLst>
                <a:ext uri="{FF2B5EF4-FFF2-40B4-BE49-F238E27FC236}">
                  <a16:creationId xmlns:a16="http://schemas.microsoft.com/office/drawing/2014/main" id="{B3E74E59-30C6-97CF-C575-DE4D4AF315C7}"/>
                </a:ext>
              </a:extLst>
            </p:cNvPr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>
              <a:extLst>
                <a:ext uri="{FF2B5EF4-FFF2-40B4-BE49-F238E27FC236}">
                  <a16:creationId xmlns:a16="http://schemas.microsoft.com/office/drawing/2014/main" id="{170FD94E-6D1E-0C7B-1736-413B6A1AB2EA}"/>
                </a:ext>
              </a:extLst>
            </p:cNvPr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>
              <a:extLst>
                <a:ext uri="{FF2B5EF4-FFF2-40B4-BE49-F238E27FC236}">
                  <a16:creationId xmlns:a16="http://schemas.microsoft.com/office/drawing/2014/main" id="{F4DA8D2F-F0CA-1ECB-A162-339F4F1E4DCD}"/>
                </a:ext>
              </a:extLst>
            </p:cNvPr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>
              <a:extLst>
                <a:ext uri="{FF2B5EF4-FFF2-40B4-BE49-F238E27FC236}">
                  <a16:creationId xmlns:a16="http://schemas.microsoft.com/office/drawing/2014/main" id="{AE38D51C-B046-F4AB-8EB6-3F533A1CBDD2}"/>
                </a:ext>
              </a:extLst>
            </p:cNvPr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>
              <a:extLst>
                <a:ext uri="{FF2B5EF4-FFF2-40B4-BE49-F238E27FC236}">
                  <a16:creationId xmlns:a16="http://schemas.microsoft.com/office/drawing/2014/main" id="{F4F902A2-6C03-DE58-3420-9AFEBCC7AB05}"/>
                </a:ext>
              </a:extLst>
            </p:cNvPr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>
              <a:extLst>
                <a:ext uri="{FF2B5EF4-FFF2-40B4-BE49-F238E27FC236}">
                  <a16:creationId xmlns:a16="http://schemas.microsoft.com/office/drawing/2014/main" id="{2926A4F9-EB57-9465-6E80-E10077679C2E}"/>
                </a:ext>
              </a:extLst>
            </p:cNvPr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>
              <a:extLst>
                <a:ext uri="{FF2B5EF4-FFF2-40B4-BE49-F238E27FC236}">
                  <a16:creationId xmlns:a16="http://schemas.microsoft.com/office/drawing/2014/main" id="{7EF8C68F-8900-26E9-5663-EB6C0D4AAAE8}"/>
                </a:ext>
              </a:extLst>
            </p:cNvPr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>
              <a:extLst>
                <a:ext uri="{FF2B5EF4-FFF2-40B4-BE49-F238E27FC236}">
                  <a16:creationId xmlns:a16="http://schemas.microsoft.com/office/drawing/2014/main" id="{71BC6E31-BDA8-66D6-9BFE-D0A5277649CE}"/>
                </a:ext>
              </a:extLst>
            </p:cNvPr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>
              <a:extLst>
                <a:ext uri="{FF2B5EF4-FFF2-40B4-BE49-F238E27FC236}">
                  <a16:creationId xmlns:a16="http://schemas.microsoft.com/office/drawing/2014/main" id="{EC88988B-AFA1-3982-5B0F-9468F399B4DE}"/>
                </a:ext>
              </a:extLst>
            </p:cNvPr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>
              <a:extLst>
                <a:ext uri="{FF2B5EF4-FFF2-40B4-BE49-F238E27FC236}">
                  <a16:creationId xmlns:a16="http://schemas.microsoft.com/office/drawing/2014/main" id="{F325D5BD-0C3D-1F1C-AC96-AE71E894CDBC}"/>
                </a:ext>
              </a:extLst>
            </p:cNvPr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>
              <a:extLst>
                <a:ext uri="{FF2B5EF4-FFF2-40B4-BE49-F238E27FC236}">
                  <a16:creationId xmlns:a16="http://schemas.microsoft.com/office/drawing/2014/main" id="{380D4B65-15BD-1064-0DFB-39899B9A87D3}"/>
                </a:ext>
              </a:extLst>
            </p:cNvPr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>
              <a:extLst>
                <a:ext uri="{FF2B5EF4-FFF2-40B4-BE49-F238E27FC236}">
                  <a16:creationId xmlns:a16="http://schemas.microsoft.com/office/drawing/2014/main" id="{0F28618E-A644-D708-0A8D-683EDBBE2CCE}"/>
                </a:ext>
              </a:extLst>
            </p:cNvPr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>
              <a:extLst>
                <a:ext uri="{FF2B5EF4-FFF2-40B4-BE49-F238E27FC236}">
                  <a16:creationId xmlns:a16="http://schemas.microsoft.com/office/drawing/2014/main" id="{C84ED2E8-6595-D96C-40FA-6E2E679EE172}"/>
                </a:ext>
              </a:extLst>
            </p:cNvPr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>
              <a:extLst>
                <a:ext uri="{FF2B5EF4-FFF2-40B4-BE49-F238E27FC236}">
                  <a16:creationId xmlns:a16="http://schemas.microsoft.com/office/drawing/2014/main" id="{2A89A5F6-19F4-6BC8-AB11-669E24E20C92}"/>
                </a:ext>
              </a:extLst>
            </p:cNvPr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>
              <a:extLst>
                <a:ext uri="{FF2B5EF4-FFF2-40B4-BE49-F238E27FC236}">
                  <a16:creationId xmlns:a16="http://schemas.microsoft.com/office/drawing/2014/main" id="{BC421676-6018-B6B9-CE93-C68771B1F3B9}"/>
                </a:ext>
              </a:extLst>
            </p:cNvPr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>
              <a:extLst>
                <a:ext uri="{FF2B5EF4-FFF2-40B4-BE49-F238E27FC236}">
                  <a16:creationId xmlns:a16="http://schemas.microsoft.com/office/drawing/2014/main" id="{B8175A7F-3119-68F8-654C-57C4733D983C}"/>
                </a:ext>
              </a:extLst>
            </p:cNvPr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>
              <a:extLst>
                <a:ext uri="{FF2B5EF4-FFF2-40B4-BE49-F238E27FC236}">
                  <a16:creationId xmlns:a16="http://schemas.microsoft.com/office/drawing/2014/main" id="{E76D641D-C5A2-9B47-B59E-3880643B21F3}"/>
                </a:ext>
              </a:extLst>
            </p:cNvPr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>
              <a:extLst>
                <a:ext uri="{FF2B5EF4-FFF2-40B4-BE49-F238E27FC236}">
                  <a16:creationId xmlns:a16="http://schemas.microsoft.com/office/drawing/2014/main" id="{9AE23349-C513-0D7D-CE28-A45D4CA1E1A4}"/>
                </a:ext>
              </a:extLst>
            </p:cNvPr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>
              <a:extLst>
                <a:ext uri="{FF2B5EF4-FFF2-40B4-BE49-F238E27FC236}">
                  <a16:creationId xmlns:a16="http://schemas.microsoft.com/office/drawing/2014/main" id="{22492858-309E-25C0-1F67-3A29BFC78BFE}"/>
                </a:ext>
              </a:extLst>
            </p:cNvPr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>
              <a:extLst>
                <a:ext uri="{FF2B5EF4-FFF2-40B4-BE49-F238E27FC236}">
                  <a16:creationId xmlns:a16="http://schemas.microsoft.com/office/drawing/2014/main" id="{4C3CD75E-EFF7-F3D6-A5DD-27C6BF833420}"/>
                </a:ext>
              </a:extLst>
            </p:cNvPr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>
              <a:extLst>
                <a:ext uri="{FF2B5EF4-FFF2-40B4-BE49-F238E27FC236}">
                  <a16:creationId xmlns:a16="http://schemas.microsoft.com/office/drawing/2014/main" id="{C65091B7-C0B7-E5ED-92A5-13E08BA399CC}"/>
                </a:ext>
              </a:extLst>
            </p:cNvPr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>
              <a:extLst>
                <a:ext uri="{FF2B5EF4-FFF2-40B4-BE49-F238E27FC236}">
                  <a16:creationId xmlns:a16="http://schemas.microsoft.com/office/drawing/2014/main" id="{DDF5507E-46F0-E217-F28B-567E1AF1110E}"/>
                </a:ext>
              </a:extLst>
            </p:cNvPr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>
              <a:extLst>
                <a:ext uri="{FF2B5EF4-FFF2-40B4-BE49-F238E27FC236}">
                  <a16:creationId xmlns:a16="http://schemas.microsoft.com/office/drawing/2014/main" id="{FDC65069-1A90-56E9-DCD6-775D4D0574FE}"/>
                </a:ext>
              </a:extLst>
            </p:cNvPr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>
              <a:extLst>
                <a:ext uri="{FF2B5EF4-FFF2-40B4-BE49-F238E27FC236}">
                  <a16:creationId xmlns:a16="http://schemas.microsoft.com/office/drawing/2014/main" id="{A5E4429A-865F-C721-A26C-E7574403DD68}"/>
                </a:ext>
              </a:extLst>
            </p:cNvPr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>
              <a:extLst>
                <a:ext uri="{FF2B5EF4-FFF2-40B4-BE49-F238E27FC236}">
                  <a16:creationId xmlns:a16="http://schemas.microsoft.com/office/drawing/2014/main" id="{278284F7-A490-DA45-09AC-448C52575BE9}"/>
                </a:ext>
              </a:extLst>
            </p:cNvPr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>
              <a:extLst>
                <a:ext uri="{FF2B5EF4-FFF2-40B4-BE49-F238E27FC236}">
                  <a16:creationId xmlns:a16="http://schemas.microsoft.com/office/drawing/2014/main" id="{2F117DA0-2C37-0781-3430-60BBA8C4EF39}"/>
                </a:ext>
              </a:extLst>
            </p:cNvPr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>
              <a:extLst>
                <a:ext uri="{FF2B5EF4-FFF2-40B4-BE49-F238E27FC236}">
                  <a16:creationId xmlns:a16="http://schemas.microsoft.com/office/drawing/2014/main" id="{1F71D91D-2609-6882-30A6-46B73E086242}"/>
                </a:ext>
              </a:extLst>
            </p:cNvPr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>
              <a:extLst>
                <a:ext uri="{FF2B5EF4-FFF2-40B4-BE49-F238E27FC236}">
                  <a16:creationId xmlns:a16="http://schemas.microsoft.com/office/drawing/2014/main" id="{E9471D0D-3636-6DAE-909B-8E5154637591}"/>
                </a:ext>
              </a:extLst>
            </p:cNvPr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>
              <a:extLst>
                <a:ext uri="{FF2B5EF4-FFF2-40B4-BE49-F238E27FC236}">
                  <a16:creationId xmlns:a16="http://schemas.microsoft.com/office/drawing/2014/main" id="{9AC06BF8-F9EC-D6C1-E3FB-EE81AFC05CCD}"/>
                </a:ext>
              </a:extLst>
            </p:cNvPr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>
              <a:extLst>
                <a:ext uri="{FF2B5EF4-FFF2-40B4-BE49-F238E27FC236}">
                  <a16:creationId xmlns:a16="http://schemas.microsoft.com/office/drawing/2014/main" id="{E72F1F5F-D423-E67B-FB1B-639AB1AB3A31}"/>
                </a:ext>
              </a:extLst>
            </p:cNvPr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>
              <a:extLst>
                <a:ext uri="{FF2B5EF4-FFF2-40B4-BE49-F238E27FC236}">
                  <a16:creationId xmlns:a16="http://schemas.microsoft.com/office/drawing/2014/main" id="{5D84B9DD-04FE-8687-BA36-D3F902A034C8}"/>
                </a:ext>
              </a:extLst>
            </p:cNvPr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>
              <a:extLst>
                <a:ext uri="{FF2B5EF4-FFF2-40B4-BE49-F238E27FC236}">
                  <a16:creationId xmlns:a16="http://schemas.microsoft.com/office/drawing/2014/main" id="{A1C9AC14-FBFA-196C-8726-9931ED51D8AB}"/>
                </a:ext>
              </a:extLst>
            </p:cNvPr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>
              <a:extLst>
                <a:ext uri="{FF2B5EF4-FFF2-40B4-BE49-F238E27FC236}">
                  <a16:creationId xmlns:a16="http://schemas.microsoft.com/office/drawing/2014/main" id="{29FD80B1-B084-7A64-4C90-4AA84A02FD9B}"/>
                </a:ext>
              </a:extLst>
            </p:cNvPr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>
              <a:extLst>
                <a:ext uri="{FF2B5EF4-FFF2-40B4-BE49-F238E27FC236}">
                  <a16:creationId xmlns:a16="http://schemas.microsoft.com/office/drawing/2014/main" id="{52B77CF9-911B-D541-B3E7-4C24CD25661F}"/>
                </a:ext>
              </a:extLst>
            </p:cNvPr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>
              <a:extLst>
                <a:ext uri="{FF2B5EF4-FFF2-40B4-BE49-F238E27FC236}">
                  <a16:creationId xmlns:a16="http://schemas.microsoft.com/office/drawing/2014/main" id="{A1AFE2E5-54C8-8FF2-E5A0-F294D35981F9}"/>
                </a:ext>
              </a:extLst>
            </p:cNvPr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>
              <a:extLst>
                <a:ext uri="{FF2B5EF4-FFF2-40B4-BE49-F238E27FC236}">
                  <a16:creationId xmlns:a16="http://schemas.microsoft.com/office/drawing/2014/main" id="{93CBF3B5-91A3-4936-2146-1F666EE0FB6D}"/>
                </a:ext>
              </a:extLst>
            </p:cNvPr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>
              <a:extLst>
                <a:ext uri="{FF2B5EF4-FFF2-40B4-BE49-F238E27FC236}">
                  <a16:creationId xmlns:a16="http://schemas.microsoft.com/office/drawing/2014/main" id="{703064FA-73A8-63DE-A372-734771152BF5}"/>
                </a:ext>
              </a:extLst>
            </p:cNvPr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>
              <a:extLst>
                <a:ext uri="{FF2B5EF4-FFF2-40B4-BE49-F238E27FC236}">
                  <a16:creationId xmlns:a16="http://schemas.microsoft.com/office/drawing/2014/main" id="{7F268254-6E6F-665E-15C4-6D08A39D7709}"/>
                </a:ext>
              </a:extLst>
            </p:cNvPr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>
              <a:extLst>
                <a:ext uri="{FF2B5EF4-FFF2-40B4-BE49-F238E27FC236}">
                  <a16:creationId xmlns:a16="http://schemas.microsoft.com/office/drawing/2014/main" id="{54228BB8-F922-C122-F350-16117AD95FB4}"/>
                </a:ext>
              </a:extLst>
            </p:cNvPr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>
              <a:extLst>
                <a:ext uri="{FF2B5EF4-FFF2-40B4-BE49-F238E27FC236}">
                  <a16:creationId xmlns:a16="http://schemas.microsoft.com/office/drawing/2014/main" id="{272FAB41-1153-060E-30E2-F2E7E8EC1EC5}"/>
                </a:ext>
              </a:extLst>
            </p:cNvPr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>
              <a:extLst>
                <a:ext uri="{FF2B5EF4-FFF2-40B4-BE49-F238E27FC236}">
                  <a16:creationId xmlns:a16="http://schemas.microsoft.com/office/drawing/2014/main" id="{6C040633-078F-59D3-988E-AB657C2E4B0D}"/>
                </a:ext>
              </a:extLst>
            </p:cNvPr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>
              <a:extLst>
                <a:ext uri="{FF2B5EF4-FFF2-40B4-BE49-F238E27FC236}">
                  <a16:creationId xmlns:a16="http://schemas.microsoft.com/office/drawing/2014/main" id="{DF00A268-D10D-7E05-5261-FFE97A19E379}"/>
                </a:ext>
              </a:extLst>
            </p:cNvPr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>
              <a:extLst>
                <a:ext uri="{FF2B5EF4-FFF2-40B4-BE49-F238E27FC236}">
                  <a16:creationId xmlns:a16="http://schemas.microsoft.com/office/drawing/2014/main" id="{2DF7A093-A530-182D-87F0-907412AD68CF}"/>
                </a:ext>
              </a:extLst>
            </p:cNvPr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>
              <a:extLst>
                <a:ext uri="{FF2B5EF4-FFF2-40B4-BE49-F238E27FC236}">
                  <a16:creationId xmlns:a16="http://schemas.microsoft.com/office/drawing/2014/main" id="{E474C739-242C-F924-90D6-9982DCCE84DE}"/>
                </a:ext>
              </a:extLst>
            </p:cNvPr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>
              <a:extLst>
                <a:ext uri="{FF2B5EF4-FFF2-40B4-BE49-F238E27FC236}">
                  <a16:creationId xmlns:a16="http://schemas.microsoft.com/office/drawing/2014/main" id="{E97B320D-E468-D94F-C974-B17CA9C9CDB6}"/>
                </a:ext>
              </a:extLst>
            </p:cNvPr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>
              <a:extLst>
                <a:ext uri="{FF2B5EF4-FFF2-40B4-BE49-F238E27FC236}">
                  <a16:creationId xmlns:a16="http://schemas.microsoft.com/office/drawing/2014/main" id="{BC4C4BFC-CC36-31DE-A43C-DE96BDEBA00F}"/>
                </a:ext>
              </a:extLst>
            </p:cNvPr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>
              <a:extLst>
                <a:ext uri="{FF2B5EF4-FFF2-40B4-BE49-F238E27FC236}">
                  <a16:creationId xmlns:a16="http://schemas.microsoft.com/office/drawing/2014/main" id="{D60B06DC-312F-E1A1-A682-DE76B050C295}"/>
                </a:ext>
              </a:extLst>
            </p:cNvPr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>
              <a:extLst>
                <a:ext uri="{FF2B5EF4-FFF2-40B4-BE49-F238E27FC236}">
                  <a16:creationId xmlns:a16="http://schemas.microsoft.com/office/drawing/2014/main" id="{FB0DC2BC-5E67-5B4F-B007-394733DBD28D}"/>
                </a:ext>
              </a:extLst>
            </p:cNvPr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>
              <a:extLst>
                <a:ext uri="{FF2B5EF4-FFF2-40B4-BE49-F238E27FC236}">
                  <a16:creationId xmlns:a16="http://schemas.microsoft.com/office/drawing/2014/main" id="{1EF9F2F5-BADF-599F-271E-0F73D49F7283}"/>
                </a:ext>
              </a:extLst>
            </p:cNvPr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>
              <a:extLst>
                <a:ext uri="{FF2B5EF4-FFF2-40B4-BE49-F238E27FC236}">
                  <a16:creationId xmlns:a16="http://schemas.microsoft.com/office/drawing/2014/main" id="{BB259FDF-E87A-CEBD-656C-C595F6ECE5D2}"/>
                </a:ext>
              </a:extLst>
            </p:cNvPr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>
              <a:extLst>
                <a:ext uri="{FF2B5EF4-FFF2-40B4-BE49-F238E27FC236}">
                  <a16:creationId xmlns:a16="http://schemas.microsoft.com/office/drawing/2014/main" id="{8C1B7E88-30B3-A693-FD13-766D5517C3B6}"/>
                </a:ext>
              </a:extLst>
            </p:cNvPr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>
              <a:extLst>
                <a:ext uri="{FF2B5EF4-FFF2-40B4-BE49-F238E27FC236}">
                  <a16:creationId xmlns:a16="http://schemas.microsoft.com/office/drawing/2014/main" id="{802E66EE-EE21-BE39-4131-ECB89BE07D8E}"/>
                </a:ext>
              </a:extLst>
            </p:cNvPr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>
              <a:extLst>
                <a:ext uri="{FF2B5EF4-FFF2-40B4-BE49-F238E27FC236}">
                  <a16:creationId xmlns:a16="http://schemas.microsoft.com/office/drawing/2014/main" id="{F39CABEC-22D8-12D6-759F-1F78CAB56050}"/>
                </a:ext>
              </a:extLst>
            </p:cNvPr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>
              <a:extLst>
                <a:ext uri="{FF2B5EF4-FFF2-40B4-BE49-F238E27FC236}">
                  <a16:creationId xmlns:a16="http://schemas.microsoft.com/office/drawing/2014/main" id="{3B8EA365-7A2C-20A1-8100-192DD45EAC8B}"/>
                </a:ext>
              </a:extLst>
            </p:cNvPr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>
              <a:extLst>
                <a:ext uri="{FF2B5EF4-FFF2-40B4-BE49-F238E27FC236}">
                  <a16:creationId xmlns:a16="http://schemas.microsoft.com/office/drawing/2014/main" id="{B8C1E3AF-0AFF-9A0D-009C-53BD44348647}"/>
                </a:ext>
              </a:extLst>
            </p:cNvPr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>
              <a:extLst>
                <a:ext uri="{FF2B5EF4-FFF2-40B4-BE49-F238E27FC236}">
                  <a16:creationId xmlns:a16="http://schemas.microsoft.com/office/drawing/2014/main" id="{F8311338-CBB2-6E76-E7C7-1E87045440DF}"/>
                </a:ext>
              </a:extLst>
            </p:cNvPr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>
              <a:extLst>
                <a:ext uri="{FF2B5EF4-FFF2-40B4-BE49-F238E27FC236}">
                  <a16:creationId xmlns:a16="http://schemas.microsoft.com/office/drawing/2014/main" id="{3710ACCB-9C28-D22D-DFA1-1A41822C770A}"/>
                </a:ext>
              </a:extLst>
            </p:cNvPr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>
              <a:extLst>
                <a:ext uri="{FF2B5EF4-FFF2-40B4-BE49-F238E27FC236}">
                  <a16:creationId xmlns:a16="http://schemas.microsoft.com/office/drawing/2014/main" id="{359CCDD4-CFF4-77F4-3263-41DD35F7A185}"/>
                </a:ext>
              </a:extLst>
            </p:cNvPr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>
              <a:extLst>
                <a:ext uri="{FF2B5EF4-FFF2-40B4-BE49-F238E27FC236}">
                  <a16:creationId xmlns:a16="http://schemas.microsoft.com/office/drawing/2014/main" id="{456889BD-594C-1D07-789D-5804612DE78F}"/>
                </a:ext>
              </a:extLst>
            </p:cNvPr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>
              <a:extLst>
                <a:ext uri="{FF2B5EF4-FFF2-40B4-BE49-F238E27FC236}">
                  <a16:creationId xmlns:a16="http://schemas.microsoft.com/office/drawing/2014/main" id="{9348FD6B-28AC-2648-3D4C-8480BC997C20}"/>
                </a:ext>
              </a:extLst>
            </p:cNvPr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>
              <a:extLst>
                <a:ext uri="{FF2B5EF4-FFF2-40B4-BE49-F238E27FC236}">
                  <a16:creationId xmlns:a16="http://schemas.microsoft.com/office/drawing/2014/main" id="{7AD26691-B162-5D5E-6F19-85573890E0B8}"/>
                </a:ext>
              </a:extLst>
            </p:cNvPr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>
              <a:extLst>
                <a:ext uri="{FF2B5EF4-FFF2-40B4-BE49-F238E27FC236}">
                  <a16:creationId xmlns:a16="http://schemas.microsoft.com/office/drawing/2014/main" id="{AA48574A-1888-9FB5-0F93-3786A93E71EB}"/>
                </a:ext>
              </a:extLst>
            </p:cNvPr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>
              <a:extLst>
                <a:ext uri="{FF2B5EF4-FFF2-40B4-BE49-F238E27FC236}">
                  <a16:creationId xmlns:a16="http://schemas.microsoft.com/office/drawing/2014/main" id="{3586405B-75F9-1CC4-88C7-E101804758CC}"/>
                </a:ext>
              </a:extLst>
            </p:cNvPr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>
              <a:extLst>
                <a:ext uri="{FF2B5EF4-FFF2-40B4-BE49-F238E27FC236}">
                  <a16:creationId xmlns:a16="http://schemas.microsoft.com/office/drawing/2014/main" id="{903C750D-4EDB-18BF-0CF4-0596A90FB26D}"/>
                </a:ext>
              </a:extLst>
            </p:cNvPr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>
              <a:extLst>
                <a:ext uri="{FF2B5EF4-FFF2-40B4-BE49-F238E27FC236}">
                  <a16:creationId xmlns:a16="http://schemas.microsoft.com/office/drawing/2014/main" id="{DBFFA6E9-12AD-3D69-106A-B22632BBEC6B}"/>
                </a:ext>
              </a:extLst>
            </p:cNvPr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>
              <a:extLst>
                <a:ext uri="{FF2B5EF4-FFF2-40B4-BE49-F238E27FC236}">
                  <a16:creationId xmlns:a16="http://schemas.microsoft.com/office/drawing/2014/main" id="{73F984BD-1C8D-E426-2B21-221F3E652271}"/>
                </a:ext>
              </a:extLst>
            </p:cNvPr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>
              <a:extLst>
                <a:ext uri="{FF2B5EF4-FFF2-40B4-BE49-F238E27FC236}">
                  <a16:creationId xmlns:a16="http://schemas.microsoft.com/office/drawing/2014/main" id="{3F352B94-E638-61BC-0FD1-D626481722FF}"/>
                </a:ext>
              </a:extLst>
            </p:cNvPr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>
              <a:extLst>
                <a:ext uri="{FF2B5EF4-FFF2-40B4-BE49-F238E27FC236}">
                  <a16:creationId xmlns:a16="http://schemas.microsoft.com/office/drawing/2014/main" id="{D4057146-3FF5-AB17-B211-039A07219FD4}"/>
                </a:ext>
              </a:extLst>
            </p:cNvPr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>
              <a:extLst>
                <a:ext uri="{FF2B5EF4-FFF2-40B4-BE49-F238E27FC236}">
                  <a16:creationId xmlns:a16="http://schemas.microsoft.com/office/drawing/2014/main" id="{423F8544-089E-6EC5-6013-29C1F6F7567D}"/>
                </a:ext>
              </a:extLst>
            </p:cNvPr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>
              <a:extLst>
                <a:ext uri="{FF2B5EF4-FFF2-40B4-BE49-F238E27FC236}">
                  <a16:creationId xmlns:a16="http://schemas.microsoft.com/office/drawing/2014/main" id="{299C53ED-540E-F4CE-DA8F-1C1EC5B6052B}"/>
                </a:ext>
              </a:extLst>
            </p:cNvPr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>
              <a:extLst>
                <a:ext uri="{FF2B5EF4-FFF2-40B4-BE49-F238E27FC236}">
                  <a16:creationId xmlns:a16="http://schemas.microsoft.com/office/drawing/2014/main" id="{C73BAACB-AAF3-1C2B-7D1C-ADEBFD15EA63}"/>
                </a:ext>
              </a:extLst>
            </p:cNvPr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>
              <a:extLst>
                <a:ext uri="{FF2B5EF4-FFF2-40B4-BE49-F238E27FC236}">
                  <a16:creationId xmlns:a16="http://schemas.microsoft.com/office/drawing/2014/main" id="{6519A633-2B0D-84E5-5D18-EF7CB59DA0E9}"/>
                </a:ext>
              </a:extLst>
            </p:cNvPr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>
              <a:extLst>
                <a:ext uri="{FF2B5EF4-FFF2-40B4-BE49-F238E27FC236}">
                  <a16:creationId xmlns:a16="http://schemas.microsoft.com/office/drawing/2014/main" id="{CBB211B1-434F-68E1-FAA2-98E9B2027EC9}"/>
                </a:ext>
              </a:extLst>
            </p:cNvPr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>
              <a:extLst>
                <a:ext uri="{FF2B5EF4-FFF2-40B4-BE49-F238E27FC236}">
                  <a16:creationId xmlns:a16="http://schemas.microsoft.com/office/drawing/2014/main" id="{32C6D830-C2B2-8727-E148-8F41FE74C003}"/>
                </a:ext>
              </a:extLst>
            </p:cNvPr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>
              <a:extLst>
                <a:ext uri="{FF2B5EF4-FFF2-40B4-BE49-F238E27FC236}">
                  <a16:creationId xmlns:a16="http://schemas.microsoft.com/office/drawing/2014/main" id="{66C1BC72-C096-92B4-4F42-719E797442D5}"/>
                </a:ext>
              </a:extLst>
            </p:cNvPr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>
              <a:extLst>
                <a:ext uri="{FF2B5EF4-FFF2-40B4-BE49-F238E27FC236}">
                  <a16:creationId xmlns:a16="http://schemas.microsoft.com/office/drawing/2014/main" id="{6E7D577F-3DCB-3539-5BD0-7C88D5468B36}"/>
                </a:ext>
              </a:extLst>
            </p:cNvPr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>
              <a:extLst>
                <a:ext uri="{FF2B5EF4-FFF2-40B4-BE49-F238E27FC236}">
                  <a16:creationId xmlns:a16="http://schemas.microsoft.com/office/drawing/2014/main" id="{393A41A7-1AFC-6C2B-E65F-0069A346F316}"/>
                </a:ext>
              </a:extLst>
            </p:cNvPr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>
              <a:extLst>
                <a:ext uri="{FF2B5EF4-FFF2-40B4-BE49-F238E27FC236}">
                  <a16:creationId xmlns:a16="http://schemas.microsoft.com/office/drawing/2014/main" id="{57CB6AE4-617E-FFAE-CAC0-ED318A7927AC}"/>
                </a:ext>
              </a:extLst>
            </p:cNvPr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>
              <a:extLst>
                <a:ext uri="{FF2B5EF4-FFF2-40B4-BE49-F238E27FC236}">
                  <a16:creationId xmlns:a16="http://schemas.microsoft.com/office/drawing/2014/main" id="{5E4BB1FB-BF68-827C-486F-A3D493C1F1DB}"/>
                </a:ext>
              </a:extLst>
            </p:cNvPr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>
              <a:extLst>
                <a:ext uri="{FF2B5EF4-FFF2-40B4-BE49-F238E27FC236}">
                  <a16:creationId xmlns:a16="http://schemas.microsoft.com/office/drawing/2014/main" id="{14539FA0-4E2A-CCE6-BE12-24AA88D55F89}"/>
                </a:ext>
              </a:extLst>
            </p:cNvPr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>
              <a:extLst>
                <a:ext uri="{FF2B5EF4-FFF2-40B4-BE49-F238E27FC236}">
                  <a16:creationId xmlns:a16="http://schemas.microsoft.com/office/drawing/2014/main" id="{0ABA1BD1-09E9-E787-DDA9-7DEB5CE32C95}"/>
                </a:ext>
              </a:extLst>
            </p:cNvPr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>
              <a:extLst>
                <a:ext uri="{FF2B5EF4-FFF2-40B4-BE49-F238E27FC236}">
                  <a16:creationId xmlns:a16="http://schemas.microsoft.com/office/drawing/2014/main" id="{23EB700A-6305-3D68-5BCB-361830DD2D84}"/>
                </a:ext>
              </a:extLst>
            </p:cNvPr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>
              <a:extLst>
                <a:ext uri="{FF2B5EF4-FFF2-40B4-BE49-F238E27FC236}">
                  <a16:creationId xmlns:a16="http://schemas.microsoft.com/office/drawing/2014/main" id="{F18AA4F9-D9B8-829B-F0FF-3C087CFD6135}"/>
                </a:ext>
              </a:extLst>
            </p:cNvPr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>
              <a:extLst>
                <a:ext uri="{FF2B5EF4-FFF2-40B4-BE49-F238E27FC236}">
                  <a16:creationId xmlns:a16="http://schemas.microsoft.com/office/drawing/2014/main" id="{040637D8-126F-66A8-5D56-B3CAF446F839}"/>
                </a:ext>
              </a:extLst>
            </p:cNvPr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>
              <a:extLst>
                <a:ext uri="{FF2B5EF4-FFF2-40B4-BE49-F238E27FC236}">
                  <a16:creationId xmlns:a16="http://schemas.microsoft.com/office/drawing/2014/main" id="{762D0E09-B413-85FC-9118-8A97804985BD}"/>
                </a:ext>
              </a:extLst>
            </p:cNvPr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>
              <a:extLst>
                <a:ext uri="{FF2B5EF4-FFF2-40B4-BE49-F238E27FC236}">
                  <a16:creationId xmlns:a16="http://schemas.microsoft.com/office/drawing/2014/main" id="{F7BBE3E1-483C-4DAF-1AC4-AB370EA451F3}"/>
                </a:ext>
              </a:extLst>
            </p:cNvPr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>
              <a:extLst>
                <a:ext uri="{FF2B5EF4-FFF2-40B4-BE49-F238E27FC236}">
                  <a16:creationId xmlns:a16="http://schemas.microsoft.com/office/drawing/2014/main" id="{B92529F0-05BB-B738-ECD7-7FCA593632F9}"/>
                </a:ext>
              </a:extLst>
            </p:cNvPr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>
              <a:extLst>
                <a:ext uri="{FF2B5EF4-FFF2-40B4-BE49-F238E27FC236}">
                  <a16:creationId xmlns:a16="http://schemas.microsoft.com/office/drawing/2014/main" id="{D50F67DD-7E60-CB4A-8305-3E9C3B1DA4B5}"/>
                </a:ext>
              </a:extLst>
            </p:cNvPr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>
              <a:extLst>
                <a:ext uri="{FF2B5EF4-FFF2-40B4-BE49-F238E27FC236}">
                  <a16:creationId xmlns:a16="http://schemas.microsoft.com/office/drawing/2014/main" id="{A5563090-C2A4-9CE3-4650-9C2ACB1934FC}"/>
                </a:ext>
              </a:extLst>
            </p:cNvPr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>
              <a:extLst>
                <a:ext uri="{FF2B5EF4-FFF2-40B4-BE49-F238E27FC236}">
                  <a16:creationId xmlns:a16="http://schemas.microsoft.com/office/drawing/2014/main" id="{11DC5A2C-A41C-122F-D75C-C0E43D23CD1D}"/>
                </a:ext>
              </a:extLst>
            </p:cNvPr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>
              <a:extLst>
                <a:ext uri="{FF2B5EF4-FFF2-40B4-BE49-F238E27FC236}">
                  <a16:creationId xmlns:a16="http://schemas.microsoft.com/office/drawing/2014/main" id="{0C967EDF-FFDA-0D7F-FCC3-DD080B4232F6}"/>
                </a:ext>
              </a:extLst>
            </p:cNvPr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>
              <a:extLst>
                <a:ext uri="{FF2B5EF4-FFF2-40B4-BE49-F238E27FC236}">
                  <a16:creationId xmlns:a16="http://schemas.microsoft.com/office/drawing/2014/main" id="{5C20223A-7271-625A-8B1D-204246D74650}"/>
                </a:ext>
              </a:extLst>
            </p:cNvPr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>
              <a:extLst>
                <a:ext uri="{FF2B5EF4-FFF2-40B4-BE49-F238E27FC236}">
                  <a16:creationId xmlns:a16="http://schemas.microsoft.com/office/drawing/2014/main" id="{8EE329D4-3E7D-36B9-AF49-5E2B912BE718}"/>
                </a:ext>
              </a:extLst>
            </p:cNvPr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>
              <a:extLst>
                <a:ext uri="{FF2B5EF4-FFF2-40B4-BE49-F238E27FC236}">
                  <a16:creationId xmlns:a16="http://schemas.microsoft.com/office/drawing/2014/main" id="{F74E636B-6F75-A417-6BAB-083099B0FE24}"/>
                </a:ext>
              </a:extLst>
            </p:cNvPr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>
              <a:extLst>
                <a:ext uri="{FF2B5EF4-FFF2-40B4-BE49-F238E27FC236}">
                  <a16:creationId xmlns:a16="http://schemas.microsoft.com/office/drawing/2014/main" id="{2927593D-B7F8-AEC5-DA56-654D33E57386}"/>
                </a:ext>
              </a:extLst>
            </p:cNvPr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>
              <a:extLst>
                <a:ext uri="{FF2B5EF4-FFF2-40B4-BE49-F238E27FC236}">
                  <a16:creationId xmlns:a16="http://schemas.microsoft.com/office/drawing/2014/main" id="{F6AE0BC1-B82D-4496-77B6-F504B035974A}"/>
                </a:ext>
              </a:extLst>
            </p:cNvPr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>
              <a:extLst>
                <a:ext uri="{FF2B5EF4-FFF2-40B4-BE49-F238E27FC236}">
                  <a16:creationId xmlns:a16="http://schemas.microsoft.com/office/drawing/2014/main" id="{0E8B1756-E2ED-FE31-1B1D-4829B1A6B48E}"/>
                </a:ext>
              </a:extLst>
            </p:cNvPr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>
              <a:extLst>
                <a:ext uri="{FF2B5EF4-FFF2-40B4-BE49-F238E27FC236}">
                  <a16:creationId xmlns:a16="http://schemas.microsoft.com/office/drawing/2014/main" id="{38A63F6D-C78F-F867-7F24-736B329014F2}"/>
                </a:ext>
              </a:extLst>
            </p:cNvPr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>
              <a:extLst>
                <a:ext uri="{FF2B5EF4-FFF2-40B4-BE49-F238E27FC236}">
                  <a16:creationId xmlns:a16="http://schemas.microsoft.com/office/drawing/2014/main" id="{916B07B0-9DD2-34C6-2312-F24AA3194D9F}"/>
                </a:ext>
              </a:extLst>
            </p:cNvPr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>
              <a:extLst>
                <a:ext uri="{FF2B5EF4-FFF2-40B4-BE49-F238E27FC236}">
                  <a16:creationId xmlns:a16="http://schemas.microsoft.com/office/drawing/2014/main" id="{7D6BD403-1A7A-31DE-7C28-5AD36C0C4945}"/>
                </a:ext>
              </a:extLst>
            </p:cNvPr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>
              <a:extLst>
                <a:ext uri="{FF2B5EF4-FFF2-40B4-BE49-F238E27FC236}">
                  <a16:creationId xmlns:a16="http://schemas.microsoft.com/office/drawing/2014/main" id="{A6BFAFB8-49CB-B212-F36C-13FBCDA71A8D}"/>
                </a:ext>
              </a:extLst>
            </p:cNvPr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>
              <a:extLst>
                <a:ext uri="{FF2B5EF4-FFF2-40B4-BE49-F238E27FC236}">
                  <a16:creationId xmlns:a16="http://schemas.microsoft.com/office/drawing/2014/main" id="{B123FE4B-FEE7-F2F0-D3C8-035A2DBB1763}"/>
                </a:ext>
              </a:extLst>
            </p:cNvPr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>
              <a:extLst>
                <a:ext uri="{FF2B5EF4-FFF2-40B4-BE49-F238E27FC236}">
                  <a16:creationId xmlns:a16="http://schemas.microsoft.com/office/drawing/2014/main" id="{D2CD79C9-841C-D571-0429-18CE0C08D4F5}"/>
                </a:ext>
              </a:extLst>
            </p:cNvPr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>
              <a:extLst>
                <a:ext uri="{FF2B5EF4-FFF2-40B4-BE49-F238E27FC236}">
                  <a16:creationId xmlns:a16="http://schemas.microsoft.com/office/drawing/2014/main" id="{66B23532-BB16-DE62-A168-DFC2A1842EBB}"/>
                </a:ext>
              </a:extLst>
            </p:cNvPr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>
              <a:extLst>
                <a:ext uri="{FF2B5EF4-FFF2-40B4-BE49-F238E27FC236}">
                  <a16:creationId xmlns:a16="http://schemas.microsoft.com/office/drawing/2014/main" id="{C173F16D-E134-A6FA-612E-5EB107E5D49D}"/>
                </a:ext>
              </a:extLst>
            </p:cNvPr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>
              <a:extLst>
                <a:ext uri="{FF2B5EF4-FFF2-40B4-BE49-F238E27FC236}">
                  <a16:creationId xmlns:a16="http://schemas.microsoft.com/office/drawing/2014/main" id="{694853CC-B781-81B1-9619-77709E96FD23}"/>
                </a:ext>
              </a:extLst>
            </p:cNvPr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>
              <a:extLst>
                <a:ext uri="{FF2B5EF4-FFF2-40B4-BE49-F238E27FC236}">
                  <a16:creationId xmlns:a16="http://schemas.microsoft.com/office/drawing/2014/main" id="{487B050C-349B-61C0-088E-A9BA9AD957BB}"/>
                </a:ext>
              </a:extLst>
            </p:cNvPr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>
              <a:extLst>
                <a:ext uri="{FF2B5EF4-FFF2-40B4-BE49-F238E27FC236}">
                  <a16:creationId xmlns:a16="http://schemas.microsoft.com/office/drawing/2014/main" id="{F27A85ED-A3E0-860D-0C23-C99B6675FC2C}"/>
                </a:ext>
              </a:extLst>
            </p:cNvPr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>
              <a:extLst>
                <a:ext uri="{FF2B5EF4-FFF2-40B4-BE49-F238E27FC236}">
                  <a16:creationId xmlns:a16="http://schemas.microsoft.com/office/drawing/2014/main" id="{82F57B7A-730E-58C0-67BD-7C81D1BB6621}"/>
                </a:ext>
              </a:extLst>
            </p:cNvPr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>
              <a:extLst>
                <a:ext uri="{FF2B5EF4-FFF2-40B4-BE49-F238E27FC236}">
                  <a16:creationId xmlns:a16="http://schemas.microsoft.com/office/drawing/2014/main" id="{14B4A61A-A791-871D-2081-C88E7AC9C611}"/>
                </a:ext>
              </a:extLst>
            </p:cNvPr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>
              <a:extLst>
                <a:ext uri="{FF2B5EF4-FFF2-40B4-BE49-F238E27FC236}">
                  <a16:creationId xmlns:a16="http://schemas.microsoft.com/office/drawing/2014/main" id="{03298968-29E5-DA0C-7FAA-7B64487D3A0A}"/>
                </a:ext>
              </a:extLst>
            </p:cNvPr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>
              <a:extLst>
                <a:ext uri="{FF2B5EF4-FFF2-40B4-BE49-F238E27FC236}">
                  <a16:creationId xmlns:a16="http://schemas.microsoft.com/office/drawing/2014/main" id="{FFAB2C1A-DE28-4397-4FBD-4B40609343BD}"/>
                </a:ext>
              </a:extLst>
            </p:cNvPr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>
              <a:extLst>
                <a:ext uri="{FF2B5EF4-FFF2-40B4-BE49-F238E27FC236}">
                  <a16:creationId xmlns:a16="http://schemas.microsoft.com/office/drawing/2014/main" id="{403FD3E8-4A33-21A8-5271-716B21958AB0}"/>
                </a:ext>
              </a:extLst>
            </p:cNvPr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>
              <a:extLst>
                <a:ext uri="{FF2B5EF4-FFF2-40B4-BE49-F238E27FC236}">
                  <a16:creationId xmlns:a16="http://schemas.microsoft.com/office/drawing/2014/main" id="{DAA0BE2E-6F7E-E9DC-98E8-9F187F54FFCE}"/>
                </a:ext>
              </a:extLst>
            </p:cNvPr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>
              <a:extLst>
                <a:ext uri="{FF2B5EF4-FFF2-40B4-BE49-F238E27FC236}">
                  <a16:creationId xmlns:a16="http://schemas.microsoft.com/office/drawing/2014/main" id="{533CA2D6-02AA-B870-40CC-9161AF5F9D57}"/>
                </a:ext>
              </a:extLst>
            </p:cNvPr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>
              <a:extLst>
                <a:ext uri="{FF2B5EF4-FFF2-40B4-BE49-F238E27FC236}">
                  <a16:creationId xmlns:a16="http://schemas.microsoft.com/office/drawing/2014/main" id="{C6118DE2-D007-5FC8-B8C1-0898292A5080}"/>
                </a:ext>
              </a:extLst>
            </p:cNvPr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>
              <a:extLst>
                <a:ext uri="{FF2B5EF4-FFF2-40B4-BE49-F238E27FC236}">
                  <a16:creationId xmlns:a16="http://schemas.microsoft.com/office/drawing/2014/main" id="{89CEEAD1-581D-A6B3-906B-9A9B6BE428F8}"/>
                </a:ext>
              </a:extLst>
            </p:cNvPr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>
              <a:extLst>
                <a:ext uri="{FF2B5EF4-FFF2-40B4-BE49-F238E27FC236}">
                  <a16:creationId xmlns:a16="http://schemas.microsoft.com/office/drawing/2014/main" id="{DBF7007B-DCC1-3482-8419-00D7094DF5E8}"/>
                </a:ext>
              </a:extLst>
            </p:cNvPr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>
              <a:extLst>
                <a:ext uri="{FF2B5EF4-FFF2-40B4-BE49-F238E27FC236}">
                  <a16:creationId xmlns:a16="http://schemas.microsoft.com/office/drawing/2014/main" id="{7D8A9116-7DE8-03B7-70C4-B66EE135E19A}"/>
                </a:ext>
              </a:extLst>
            </p:cNvPr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>
              <a:extLst>
                <a:ext uri="{FF2B5EF4-FFF2-40B4-BE49-F238E27FC236}">
                  <a16:creationId xmlns:a16="http://schemas.microsoft.com/office/drawing/2014/main" id="{C3EB1591-8BA6-2155-06C8-7DB0B1437E37}"/>
                </a:ext>
              </a:extLst>
            </p:cNvPr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>
              <a:extLst>
                <a:ext uri="{FF2B5EF4-FFF2-40B4-BE49-F238E27FC236}">
                  <a16:creationId xmlns:a16="http://schemas.microsoft.com/office/drawing/2014/main" id="{7E496BF4-FC77-EE46-F9F8-B624CB6F1522}"/>
                </a:ext>
              </a:extLst>
            </p:cNvPr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>
              <a:extLst>
                <a:ext uri="{FF2B5EF4-FFF2-40B4-BE49-F238E27FC236}">
                  <a16:creationId xmlns:a16="http://schemas.microsoft.com/office/drawing/2014/main" id="{9B86CE45-E9F4-0A7B-E240-2753A52AEBD4}"/>
                </a:ext>
              </a:extLst>
            </p:cNvPr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>
              <a:extLst>
                <a:ext uri="{FF2B5EF4-FFF2-40B4-BE49-F238E27FC236}">
                  <a16:creationId xmlns:a16="http://schemas.microsoft.com/office/drawing/2014/main" id="{1E95EADD-6778-80AB-F7A0-64C0F3BE3608}"/>
                </a:ext>
              </a:extLst>
            </p:cNvPr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>
              <a:extLst>
                <a:ext uri="{FF2B5EF4-FFF2-40B4-BE49-F238E27FC236}">
                  <a16:creationId xmlns:a16="http://schemas.microsoft.com/office/drawing/2014/main" id="{2CF828C1-9A6D-8117-23F7-9B1CCF63AEA2}"/>
                </a:ext>
              </a:extLst>
            </p:cNvPr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>
              <a:extLst>
                <a:ext uri="{FF2B5EF4-FFF2-40B4-BE49-F238E27FC236}">
                  <a16:creationId xmlns:a16="http://schemas.microsoft.com/office/drawing/2014/main" id="{BC739296-89DC-EB0A-C6BA-BD1301085891}"/>
                </a:ext>
              </a:extLst>
            </p:cNvPr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>
              <a:extLst>
                <a:ext uri="{FF2B5EF4-FFF2-40B4-BE49-F238E27FC236}">
                  <a16:creationId xmlns:a16="http://schemas.microsoft.com/office/drawing/2014/main" id="{878792B1-91CF-E4AF-BA03-97EF9ADB4F3F}"/>
                </a:ext>
              </a:extLst>
            </p:cNvPr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>
              <a:extLst>
                <a:ext uri="{FF2B5EF4-FFF2-40B4-BE49-F238E27FC236}">
                  <a16:creationId xmlns:a16="http://schemas.microsoft.com/office/drawing/2014/main" id="{4BC3AE67-F91D-7F4A-1903-D834D4482444}"/>
                </a:ext>
              </a:extLst>
            </p:cNvPr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>
              <a:extLst>
                <a:ext uri="{FF2B5EF4-FFF2-40B4-BE49-F238E27FC236}">
                  <a16:creationId xmlns:a16="http://schemas.microsoft.com/office/drawing/2014/main" id="{5524534A-96AE-E036-52E8-5241E2D82C54}"/>
                </a:ext>
              </a:extLst>
            </p:cNvPr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>
              <a:extLst>
                <a:ext uri="{FF2B5EF4-FFF2-40B4-BE49-F238E27FC236}">
                  <a16:creationId xmlns:a16="http://schemas.microsoft.com/office/drawing/2014/main" id="{2C606386-A4F6-C895-87FE-0464F7575619}"/>
                </a:ext>
              </a:extLst>
            </p:cNvPr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>
              <a:extLst>
                <a:ext uri="{FF2B5EF4-FFF2-40B4-BE49-F238E27FC236}">
                  <a16:creationId xmlns:a16="http://schemas.microsoft.com/office/drawing/2014/main" id="{2AFC5E46-CC93-024E-EB0E-EC9933732265}"/>
                </a:ext>
              </a:extLst>
            </p:cNvPr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>
              <a:extLst>
                <a:ext uri="{FF2B5EF4-FFF2-40B4-BE49-F238E27FC236}">
                  <a16:creationId xmlns:a16="http://schemas.microsoft.com/office/drawing/2014/main" id="{A46304E4-82C8-4D94-84DF-34DE990CC987}"/>
                </a:ext>
              </a:extLst>
            </p:cNvPr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>
              <a:extLst>
                <a:ext uri="{FF2B5EF4-FFF2-40B4-BE49-F238E27FC236}">
                  <a16:creationId xmlns:a16="http://schemas.microsoft.com/office/drawing/2014/main" id="{3D4F125D-A9C6-6889-9034-373D70AD8FAC}"/>
                </a:ext>
              </a:extLst>
            </p:cNvPr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>
              <a:extLst>
                <a:ext uri="{FF2B5EF4-FFF2-40B4-BE49-F238E27FC236}">
                  <a16:creationId xmlns:a16="http://schemas.microsoft.com/office/drawing/2014/main" id="{6AB4CC87-C315-1933-1EE9-FEB316F579E2}"/>
                </a:ext>
              </a:extLst>
            </p:cNvPr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>
              <a:extLst>
                <a:ext uri="{FF2B5EF4-FFF2-40B4-BE49-F238E27FC236}">
                  <a16:creationId xmlns:a16="http://schemas.microsoft.com/office/drawing/2014/main" id="{7D35E5B2-DA9B-B8A6-CE9D-BDDE3CB23F78}"/>
                </a:ext>
              </a:extLst>
            </p:cNvPr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>
              <a:extLst>
                <a:ext uri="{FF2B5EF4-FFF2-40B4-BE49-F238E27FC236}">
                  <a16:creationId xmlns:a16="http://schemas.microsoft.com/office/drawing/2014/main" id="{61D8DD1F-4787-DCBF-ACC8-42C19F3A21A1}"/>
                </a:ext>
              </a:extLst>
            </p:cNvPr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>
              <a:extLst>
                <a:ext uri="{FF2B5EF4-FFF2-40B4-BE49-F238E27FC236}">
                  <a16:creationId xmlns:a16="http://schemas.microsoft.com/office/drawing/2014/main" id="{80FAAA29-7666-6AFD-B938-22ABFB26E2B2}"/>
                </a:ext>
              </a:extLst>
            </p:cNvPr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>
              <a:extLst>
                <a:ext uri="{FF2B5EF4-FFF2-40B4-BE49-F238E27FC236}">
                  <a16:creationId xmlns:a16="http://schemas.microsoft.com/office/drawing/2014/main" id="{B11398C6-13EA-BC4E-EC95-251A2DADB4AD}"/>
                </a:ext>
              </a:extLst>
            </p:cNvPr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>
              <a:extLst>
                <a:ext uri="{FF2B5EF4-FFF2-40B4-BE49-F238E27FC236}">
                  <a16:creationId xmlns:a16="http://schemas.microsoft.com/office/drawing/2014/main" id="{8F1A3EFD-992C-4EAE-CE3D-47C26679E823}"/>
                </a:ext>
              </a:extLst>
            </p:cNvPr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>
              <a:extLst>
                <a:ext uri="{FF2B5EF4-FFF2-40B4-BE49-F238E27FC236}">
                  <a16:creationId xmlns:a16="http://schemas.microsoft.com/office/drawing/2014/main" id="{FB8081C1-90B7-4881-A6DE-4974E2F480D5}"/>
                </a:ext>
              </a:extLst>
            </p:cNvPr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>
              <a:extLst>
                <a:ext uri="{FF2B5EF4-FFF2-40B4-BE49-F238E27FC236}">
                  <a16:creationId xmlns:a16="http://schemas.microsoft.com/office/drawing/2014/main" id="{CE7500C2-8AB6-FC45-FE76-854C8E2581EF}"/>
                </a:ext>
              </a:extLst>
            </p:cNvPr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>
              <a:extLst>
                <a:ext uri="{FF2B5EF4-FFF2-40B4-BE49-F238E27FC236}">
                  <a16:creationId xmlns:a16="http://schemas.microsoft.com/office/drawing/2014/main" id="{99D72742-B95A-829F-10C0-294867760774}"/>
                </a:ext>
              </a:extLst>
            </p:cNvPr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>
              <a:extLst>
                <a:ext uri="{FF2B5EF4-FFF2-40B4-BE49-F238E27FC236}">
                  <a16:creationId xmlns:a16="http://schemas.microsoft.com/office/drawing/2014/main" id="{5F61EF68-E0FA-E6AF-6DDD-9FECA949B194}"/>
                </a:ext>
              </a:extLst>
            </p:cNvPr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>
              <a:extLst>
                <a:ext uri="{FF2B5EF4-FFF2-40B4-BE49-F238E27FC236}">
                  <a16:creationId xmlns:a16="http://schemas.microsoft.com/office/drawing/2014/main" id="{BA1202AF-B7B1-0FAC-6F4F-2909AAC0F538}"/>
                </a:ext>
              </a:extLst>
            </p:cNvPr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>
              <a:extLst>
                <a:ext uri="{FF2B5EF4-FFF2-40B4-BE49-F238E27FC236}">
                  <a16:creationId xmlns:a16="http://schemas.microsoft.com/office/drawing/2014/main" id="{BC270BE1-FC03-7F22-C496-8D0DE0D55B78}"/>
                </a:ext>
              </a:extLst>
            </p:cNvPr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>
              <a:extLst>
                <a:ext uri="{FF2B5EF4-FFF2-40B4-BE49-F238E27FC236}">
                  <a16:creationId xmlns:a16="http://schemas.microsoft.com/office/drawing/2014/main" id="{BB09F6AB-4743-5500-EF33-83947CB5D9EB}"/>
                </a:ext>
              </a:extLst>
            </p:cNvPr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>
              <a:extLst>
                <a:ext uri="{FF2B5EF4-FFF2-40B4-BE49-F238E27FC236}">
                  <a16:creationId xmlns:a16="http://schemas.microsoft.com/office/drawing/2014/main" id="{497C2E62-4DFA-7189-1F5F-F86055C30CE6}"/>
                </a:ext>
              </a:extLst>
            </p:cNvPr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>
              <a:extLst>
                <a:ext uri="{FF2B5EF4-FFF2-40B4-BE49-F238E27FC236}">
                  <a16:creationId xmlns:a16="http://schemas.microsoft.com/office/drawing/2014/main" id="{D10DE3C9-C7FB-8F5A-603B-9EAA59972C31}"/>
                </a:ext>
              </a:extLst>
            </p:cNvPr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>
              <a:extLst>
                <a:ext uri="{FF2B5EF4-FFF2-40B4-BE49-F238E27FC236}">
                  <a16:creationId xmlns:a16="http://schemas.microsoft.com/office/drawing/2014/main" id="{3D130E84-A97D-EFC7-947E-9BB366DC8BDA}"/>
                </a:ext>
              </a:extLst>
            </p:cNvPr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>
              <a:extLst>
                <a:ext uri="{FF2B5EF4-FFF2-40B4-BE49-F238E27FC236}">
                  <a16:creationId xmlns:a16="http://schemas.microsoft.com/office/drawing/2014/main" id="{AACB83D1-B23F-185E-FC10-952D689830EE}"/>
                </a:ext>
              </a:extLst>
            </p:cNvPr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>
              <a:extLst>
                <a:ext uri="{FF2B5EF4-FFF2-40B4-BE49-F238E27FC236}">
                  <a16:creationId xmlns:a16="http://schemas.microsoft.com/office/drawing/2014/main" id="{5E7A6F2A-A551-6070-371D-02D183572DE5}"/>
                </a:ext>
              </a:extLst>
            </p:cNvPr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>
              <a:extLst>
                <a:ext uri="{FF2B5EF4-FFF2-40B4-BE49-F238E27FC236}">
                  <a16:creationId xmlns:a16="http://schemas.microsoft.com/office/drawing/2014/main" id="{806728CF-CE9C-8111-D01B-E90B8ACE4B22}"/>
                </a:ext>
              </a:extLst>
            </p:cNvPr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>
              <a:extLst>
                <a:ext uri="{FF2B5EF4-FFF2-40B4-BE49-F238E27FC236}">
                  <a16:creationId xmlns:a16="http://schemas.microsoft.com/office/drawing/2014/main" id="{777D7904-9F6A-46D6-891D-B754ADC284EA}"/>
                </a:ext>
              </a:extLst>
            </p:cNvPr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>
              <a:extLst>
                <a:ext uri="{FF2B5EF4-FFF2-40B4-BE49-F238E27FC236}">
                  <a16:creationId xmlns:a16="http://schemas.microsoft.com/office/drawing/2014/main" id="{C1E136A4-A0DC-E8AA-4640-954120CBFABA}"/>
                </a:ext>
              </a:extLst>
            </p:cNvPr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>
              <a:extLst>
                <a:ext uri="{FF2B5EF4-FFF2-40B4-BE49-F238E27FC236}">
                  <a16:creationId xmlns:a16="http://schemas.microsoft.com/office/drawing/2014/main" id="{562EAB43-E3B4-EB86-EE75-60B62B3411ED}"/>
                </a:ext>
              </a:extLst>
            </p:cNvPr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>
              <a:extLst>
                <a:ext uri="{FF2B5EF4-FFF2-40B4-BE49-F238E27FC236}">
                  <a16:creationId xmlns:a16="http://schemas.microsoft.com/office/drawing/2014/main" id="{BA3DE671-60EA-D5DD-AE1C-C9CFC5884EF1}"/>
                </a:ext>
              </a:extLst>
            </p:cNvPr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>
              <a:extLst>
                <a:ext uri="{FF2B5EF4-FFF2-40B4-BE49-F238E27FC236}">
                  <a16:creationId xmlns:a16="http://schemas.microsoft.com/office/drawing/2014/main" id="{6DF10918-2FDC-506D-4A92-875110D0A123}"/>
                </a:ext>
              </a:extLst>
            </p:cNvPr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>
              <a:extLst>
                <a:ext uri="{FF2B5EF4-FFF2-40B4-BE49-F238E27FC236}">
                  <a16:creationId xmlns:a16="http://schemas.microsoft.com/office/drawing/2014/main" id="{B5182E48-6316-9A85-DC58-EC8E54BCB664}"/>
                </a:ext>
              </a:extLst>
            </p:cNvPr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>
              <a:extLst>
                <a:ext uri="{FF2B5EF4-FFF2-40B4-BE49-F238E27FC236}">
                  <a16:creationId xmlns:a16="http://schemas.microsoft.com/office/drawing/2014/main" id="{F4E84807-3048-0F23-639C-BDBED4053A08}"/>
                </a:ext>
              </a:extLst>
            </p:cNvPr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>
              <a:extLst>
                <a:ext uri="{FF2B5EF4-FFF2-40B4-BE49-F238E27FC236}">
                  <a16:creationId xmlns:a16="http://schemas.microsoft.com/office/drawing/2014/main" id="{15AC8055-1569-3069-9D1E-F3F755E9A4A7}"/>
                </a:ext>
              </a:extLst>
            </p:cNvPr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>
              <a:extLst>
                <a:ext uri="{FF2B5EF4-FFF2-40B4-BE49-F238E27FC236}">
                  <a16:creationId xmlns:a16="http://schemas.microsoft.com/office/drawing/2014/main" id="{C4D33D82-C81A-DC9C-47B5-715C884BA84A}"/>
                </a:ext>
              </a:extLst>
            </p:cNvPr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>
              <a:extLst>
                <a:ext uri="{FF2B5EF4-FFF2-40B4-BE49-F238E27FC236}">
                  <a16:creationId xmlns:a16="http://schemas.microsoft.com/office/drawing/2014/main" id="{3FB878E9-51FF-BB11-1330-489CDE07C485}"/>
                </a:ext>
              </a:extLst>
            </p:cNvPr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>
              <a:extLst>
                <a:ext uri="{FF2B5EF4-FFF2-40B4-BE49-F238E27FC236}">
                  <a16:creationId xmlns:a16="http://schemas.microsoft.com/office/drawing/2014/main" id="{5709803D-BE4B-B841-B8D5-EF3F9C01B8F0}"/>
                </a:ext>
              </a:extLst>
            </p:cNvPr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>
              <a:extLst>
                <a:ext uri="{FF2B5EF4-FFF2-40B4-BE49-F238E27FC236}">
                  <a16:creationId xmlns:a16="http://schemas.microsoft.com/office/drawing/2014/main" id="{5BE1DB76-81DE-11F3-E0F2-7AB9EFB2FBA5}"/>
                </a:ext>
              </a:extLst>
            </p:cNvPr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>
              <a:extLst>
                <a:ext uri="{FF2B5EF4-FFF2-40B4-BE49-F238E27FC236}">
                  <a16:creationId xmlns:a16="http://schemas.microsoft.com/office/drawing/2014/main" id="{3BC7F447-17FA-B3DE-C77B-AE101914774B}"/>
                </a:ext>
              </a:extLst>
            </p:cNvPr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>
              <a:extLst>
                <a:ext uri="{FF2B5EF4-FFF2-40B4-BE49-F238E27FC236}">
                  <a16:creationId xmlns:a16="http://schemas.microsoft.com/office/drawing/2014/main" id="{48EADF9F-5680-F1F2-CEF0-775DD2695665}"/>
                </a:ext>
              </a:extLst>
            </p:cNvPr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>
              <a:extLst>
                <a:ext uri="{FF2B5EF4-FFF2-40B4-BE49-F238E27FC236}">
                  <a16:creationId xmlns:a16="http://schemas.microsoft.com/office/drawing/2014/main" id="{9B31BC72-8959-1068-C036-E448E3BCA532}"/>
                </a:ext>
              </a:extLst>
            </p:cNvPr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>
              <a:extLst>
                <a:ext uri="{FF2B5EF4-FFF2-40B4-BE49-F238E27FC236}">
                  <a16:creationId xmlns:a16="http://schemas.microsoft.com/office/drawing/2014/main" id="{D73F7477-8C3E-78E8-E32A-69C88D24906B}"/>
                </a:ext>
              </a:extLst>
            </p:cNvPr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>
              <a:extLst>
                <a:ext uri="{FF2B5EF4-FFF2-40B4-BE49-F238E27FC236}">
                  <a16:creationId xmlns:a16="http://schemas.microsoft.com/office/drawing/2014/main" id="{C339AC24-DE87-FF5B-1A9E-CD9E4A5C1A11}"/>
                </a:ext>
              </a:extLst>
            </p:cNvPr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>
              <a:extLst>
                <a:ext uri="{FF2B5EF4-FFF2-40B4-BE49-F238E27FC236}">
                  <a16:creationId xmlns:a16="http://schemas.microsoft.com/office/drawing/2014/main" id="{C60D9FE6-C5FA-4CC7-E95A-4A3AD5BF4C21}"/>
                </a:ext>
              </a:extLst>
            </p:cNvPr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>
              <a:extLst>
                <a:ext uri="{FF2B5EF4-FFF2-40B4-BE49-F238E27FC236}">
                  <a16:creationId xmlns:a16="http://schemas.microsoft.com/office/drawing/2014/main" id="{0340E295-A634-962E-9FDA-96318AC39D3D}"/>
                </a:ext>
              </a:extLst>
            </p:cNvPr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>
              <a:extLst>
                <a:ext uri="{FF2B5EF4-FFF2-40B4-BE49-F238E27FC236}">
                  <a16:creationId xmlns:a16="http://schemas.microsoft.com/office/drawing/2014/main" id="{DCAD7440-66C9-FB3A-0D2F-C2466D8C3469}"/>
                </a:ext>
              </a:extLst>
            </p:cNvPr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>
              <a:extLst>
                <a:ext uri="{FF2B5EF4-FFF2-40B4-BE49-F238E27FC236}">
                  <a16:creationId xmlns:a16="http://schemas.microsoft.com/office/drawing/2014/main" id="{3AEEB902-FE84-09D2-C822-6B09054FB98F}"/>
                </a:ext>
              </a:extLst>
            </p:cNvPr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>
              <a:extLst>
                <a:ext uri="{FF2B5EF4-FFF2-40B4-BE49-F238E27FC236}">
                  <a16:creationId xmlns:a16="http://schemas.microsoft.com/office/drawing/2014/main" id="{43C1DC4C-DCB2-4C16-303F-F83690A4A439}"/>
                </a:ext>
              </a:extLst>
            </p:cNvPr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>
              <a:extLst>
                <a:ext uri="{FF2B5EF4-FFF2-40B4-BE49-F238E27FC236}">
                  <a16:creationId xmlns:a16="http://schemas.microsoft.com/office/drawing/2014/main" id="{0E8900E3-467C-CD1C-14BD-DB15F5E1FAAC}"/>
                </a:ext>
              </a:extLst>
            </p:cNvPr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>
              <a:extLst>
                <a:ext uri="{FF2B5EF4-FFF2-40B4-BE49-F238E27FC236}">
                  <a16:creationId xmlns:a16="http://schemas.microsoft.com/office/drawing/2014/main" id="{500B9AF9-6D01-EA24-EA4F-3B79566E1182}"/>
                </a:ext>
              </a:extLst>
            </p:cNvPr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>
              <a:extLst>
                <a:ext uri="{FF2B5EF4-FFF2-40B4-BE49-F238E27FC236}">
                  <a16:creationId xmlns:a16="http://schemas.microsoft.com/office/drawing/2014/main" id="{CC9C3920-843F-9EEF-DC35-E926670B89F6}"/>
                </a:ext>
              </a:extLst>
            </p:cNvPr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>
              <a:extLst>
                <a:ext uri="{FF2B5EF4-FFF2-40B4-BE49-F238E27FC236}">
                  <a16:creationId xmlns:a16="http://schemas.microsoft.com/office/drawing/2014/main" id="{80DE294C-D451-53EC-597A-AF3857D31193}"/>
                </a:ext>
              </a:extLst>
            </p:cNvPr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>
              <a:extLst>
                <a:ext uri="{FF2B5EF4-FFF2-40B4-BE49-F238E27FC236}">
                  <a16:creationId xmlns:a16="http://schemas.microsoft.com/office/drawing/2014/main" id="{A6080C74-4FD0-83DA-4C13-5C1119F6F55D}"/>
                </a:ext>
              </a:extLst>
            </p:cNvPr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>
              <a:extLst>
                <a:ext uri="{FF2B5EF4-FFF2-40B4-BE49-F238E27FC236}">
                  <a16:creationId xmlns:a16="http://schemas.microsoft.com/office/drawing/2014/main" id="{CD80E52F-3004-5000-415E-35FCA6EA748B}"/>
                </a:ext>
              </a:extLst>
            </p:cNvPr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>
              <a:extLst>
                <a:ext uri="{FF2B5EF4-FFF2-40B4-BE49-F238E27FC236}">
                  <a16:creationId xmlns:a16="http://schemas.microsoft.com/office/drawing/2014/main" id="{D3AAB428-EDB3-114C-C333-E68C1B07ECD5}"/>
                </a:ext>
              </a:extLst>
            </p:cNvPr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>
              <a:extLst>
                <a:ext uri="{FF2B5EF4-FFF2-40B4-BE49-F238E27FC236}">
                  <a16:creationId xmlns:a16="http://schemas.microsoft.com/office/drawing/2014/main" id="{4FC83A66-3C35-3487-7143-E17CF28A2762}"/>
                </a:ext>
              </a:extLst>
            </p:cNvPr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>
              <a:extLst>
                <a:ext uri="{FF2B5EF4-FFF2-40B4-BE49-F238E27FC236}">
                  <a16:creationId xmlns:a16="http://schemas.microsoft.com/office/drawing/2014/main" id="{3225FC59-20A9-611C-E968-EAA6919FAD0A}"/>
                </a:ext>
              </a:extLst>
            </p:cNvPr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>
              <a:extLst>
                <a:ext uri="{FF2B5EF4-FFF2-40B4-BE49-F238E27FC236}">
                  <a16:creationId xmlns:a16="http://schemas.microsoft.com/office/drawing/2014/main" id="{83ED99EB-C30A-72B0-6A27-B76C61EE655F}"/>
                </a:ext>
              </a:extLst>
            </p:cNvPr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>
              <a:extLst>
                <a:ext uri="{FF2B5EF4-FFF2-40B4-BE49-F238E27FC236}">
                  <a16:creationId xmlns:a16="http://schemas.microsoft.com/office/drawing/2014/main" id="{248BCD94-1DA1-6574-770E-A3CD2B2449D6}"/>
                </a:ext>
              </a:extLst>
            </p:cNvPr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>
              <a:extLst>
                <a:ext uri="{FF2B5EF4-FFF2-40B4-BE49-F238E27FC236}">
                  <a16:creationId xmlns:a16="http://schemas.microsoft.com/office/drawing/2014/main" id="{C6F0DC4F-8D3C-8FEA-4F94-88797BBC450F}"/>
                </a:ext>
              </a:extLst>
            </p:cNvPr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>
              <a:extLst>
                <a:ext uri="{FF2B5EF4-FFF2-40B4-BE49-F238E27FC236}">
                  <a16:creationId xmlns:a16="http://schemas.microsoft.com/office/drawing/2014/main" id="{2728D862-7130-6D96-C7A4-F78FC6A80EA8}"/>
                </a:ext>
              </a:extLst>
            </p:cNvPr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>
              <a:extLst>
                <a:ext uri="{FF2B5EF4-FFF2-40B4-BE49-F238E27FC236}">
                  <a16:creationId xmlns:a16="http://schemas.microsoft.com/office/drawing/2014/main" id="{682EE5B1-BD48-28AA-11AC-9C4BAE7E7AF7}"/>
                </a:ext>
              </a:extLst>
            </p:cNvPr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>
              <a:extLst>
                <a:ext uri="{FF2B5EF4-FFF2-40B4-BE49-F238E27FC236}">
                  <a16:creationId xmlns:a16="http://schemas.microsoft.com/office/drawing/2014/main" id="{A809B27B-8A3A-78AF-DC88-E066BD8EEA27}"/>
                </a:ext>
              </a:extLst>
            </p:cNvPr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>
              <a:extLst>
                <a:ext uri="{FF2B5EF4-FFF2-40B4-BE49-F238E27FC236}">
                  <a16:creationId xmlns:a16="http://schemas.microsoft.com/office/drawing/2014/main" id="{C3ED22DF-62E9-9A08-941D-93787821DED4}"/>
                </a:ext>
              </a:extLst>
            </p:cNvPr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>
              <a:extLst>
                <a:ext uri="{FF2B5EF4-FFF2-40B4-BE49-F238E27FC236}">
                  <a16:creationId xmlns:a16="http://schemas.microsoft.com/office/drawing/2014/main" id="{B000D727-77DA-2689-649B-226A580B2E1A}"/>
                </a:ext>
              </a:extLst>
            </p:cNvPr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>
              <a:extLst>
                <a:ext uri="{FF2B5EF4-FFF2-40B4-BE49-F238E27FC236}">
                  <a16:creationId xmlns:a16="http://schemas.microsoft.com/office/drawing/2014/main" id="{AD17E824-29CF-4D22-C2D9-F8958931B580}"/>
                </a:ext>
              </a:extLst>
            </p:cNvPr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>
              <a:extLst>
                <a:ext uri="{FF2B5EF4-FFF2-40B4-BE49-F238E27FC236}">
                  <a16:creationId xmlns:a16="http://schemas.microsoft.com/office/drawing/2014/main" id="{90B277FE-77B4-14EC-3BC9-D8A9132D4D77}"/>
                </a:ext>
              </a:extLst>
            </p:cNvPr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>
              <a:extLst>
                <a:ext uri="{FF2B5EF4-FFF2-40B4-BE49-F238E27FC236}">
                  <a16:creationId xmlns:a16="http://schemas.microsoft.com/office/drawing/2014/main" id="{4BE2C4F8-B0DE-5C2E-5A9F-1171F3C3B176}"/>
                </a:ext>
              </a:extLst>
            </p:cNvPr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>
              <a:extLst>
                <a:ext uri="{FF2B5EF4-FFF2-40B4-BE49-F238E27FC236}">
                  <a16:creationId xmlns:a16="http://schemas.microsoft.com/office/drawing/2014/main" id="{CE8141C4-21BD-06CC-CE2A-8FF5E4AA49DD}"/>
                </a:ext>
              </a:extLst>
            </p:cNvPr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>
              <a:extLst>
                <a:ext uri="{FF2B5EF4-FFF2-40B4-BE49-F238E27FC236}">
                  <a16:creationId xmlns:a16="http://schemas.microsoft.com/office/drawing/2014/main" id="{9654E36B-C704-7B6E-7C2E-F6753F697B95}"/>
                </a:ext>
              </a:extLst>
            </p:cNvPr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>
              <a:extLst>
                <a:ext uri="{FF2B5EF4-FFF2-40B4-BE49-F238E27FC236}">
                  <a16:creationId xmlns:a16="http://schemas.microsoft.com/office/drawing/2014/main" id="{BA6EDEF2-B75F-25FF-8D79-93D20D78EDA3}"/>
                </a:ext>
              </a:extLst>
            </p:cNvPr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>
              <a:extLst>
                <a:ext uri="{FF2B5EF4-FFF2-40B4-BE49-F238E27FC236}">
                  <a16:creationId xmlns:a16="http://schemas.microsoft.com/office/drawing/2014/main" id="{95F4D9C3-907B-C299-0553-0389167ADA3B}"/>
                </a:ext>
              </a:extLst>
            </p:cNvPr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>
              <a:extLst>
                <a:ext uri="{FF2B5EF4-FFF2-40B4-BE49-F238E27FC236}">
                  <a16:creationId xmlns:a16="http://schemas.microsoft.com/office/drawing/2014/main" id="{87B1A847-5530-E22F-EE0B-CDC96C81D973}"/>
                </a:ext>
              </a:extLst>
            </p:cNvPr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>
              <a:extLst>
                <a:ext uri="{FF2B5EF4-FFF2-40B4-BE49-F238E27FC236}">
                  <a16:creationId xmlns:a16="http://schemas.microsoft.com/office/drawing/2014/main" id="{DED5D192-7B86-AA9A-FC4F-9C8671A96532}"/>
                </a:ext>
              </a:extLst>
            </p:cNvPr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>
              <a:extLst>
                <a:ext uri="{FF2B5EF4-FFF2-40B4-BE49-F238E27FC236}">
                  <a16:creationId xmlns:a16="http://schemas.microsoft.com/office/drawing/2014/main" id="{8CD839CC-76B8-0B9C-4BC4-203D296ED487}"/>
                </a:ext>
              </a:extLst>
            </p:cNvPr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>
              <a:extLst>
                <a:ext uri="{FF2B5EF4-FFF2-40B4-BE49-F238E27FC236}">
                  <a16:creationId xmlns:a16="http://schemas.microsoft.com/office/drawing/2014/main" id="{9DFC57AD-1DF3-54BA-4407-7362331DC92F}"/>
                </a:ext>
              </a:extLst>
            </p:cNvPr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>
              <a:extLst>
                <a:ext uri="{FF2B5EF4-FFF2-40B4-BE49-F238E27FC236}">
                  <a16:creationId xmlns:a16="http://schemas.microsoft.com/office/drawing/2014/main" id="{BC492035-9EB4-80BB-A396-09DC107BFBAB}"/>
                </a:ext>
              </a:extLst>
            </p:cNvPr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>
              <a:extLst>
                <a:ext uri="{FF2B5EF4-FFF2-40B4-BE49-F238E27FC236}">
                  <a16:creationId xmlns:a16="http://schemas.microsoft.com/office/drawing/2014/main" id="{2673A06C-775A-148A-3170-93A2A40FBB51}"/>
                </a:ext>
              </a:extLst>
            </p:cNvPr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>
              <a:extLst>
                <a:ext uri="{FF2B5EF4-FFF2-40B4-BE49-F238E27FC236}">
                  <a16:creationId xmlns:a16="http://schemas.microsoft.com/office/drawing/2014/main" id="{91F884BF-C0E2-C0A9-8C0E-F1AA7E1EA349}"/>
                </a:ext>
              </a:extLst>
            </p:cNvPr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>
              <a:extLst>
                <a:ext uri="{FF2B5EF4-FFF2-40B4-BE49-F238E27FC236}">
                  <a16:creationId xmlns:a16="http://schemas.microsoft.com/office/drawing/2014/main" id="{D01534A4-57AF-8FC1-B103-E8477C32F1EC}"/>
                </a:ext>
              </a:extLst>
            </p:cNvPr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>
              <a:extLst>
                <a:ext uri="{FF2B5EF4-FFF2-40B4-BE49-F238E27FC236}">
                  <a16:creationId xmlns:a16="http://schemas.microsoft.com/office/drawing/2014/main" id="{1EC8166B-E204-BF51-66B9-B80D8E39CF0D}"/>
                </a:ext>
              </a:extLst>
            </p:cNvPr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>
              <a:extLst>
                <a:ext uri="{FF2B5EF4-FFF2-40B4-BE49-F238E27FC236}">
                  <a16:creationId xmlns:a16="http://schemas.microsoft.com/office/drawing/2014/main" id="{01F05408-FDE2-4E3B-8128-9679093867A4}"/>
                </a:ext>
              </a:extLst>
            </p:cNvPr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>
              <a:extLst>
                <a:ext uri="{FF2B5EF4-FFF2-40B4-BE49-F238E27FC236}">
                  <a16:creationId xmlns:a16="http://schemas.microsoft.com/office/drawing/2014/main" id="{D4A773A4-84C0-8B43-808C-8A6FC0A43C07}"/>
                </a:ext>
              </a:extLst>
            </p:cNvPr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>
              <a:extLst>
                <a:ext uri="{FF2B5EF4-FFF2-40B4-BE49-F238E27FC236}">
                  <a16:creationId xmlns:a16="http://schemas.microsoft.com/office/drawing/2014/main" id="{D6F7C0D4-A462-795B-61CA-BCA94ABBEEAF}"/>
                </a:ext>
              </a:extLst>
            </p:cNvPr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>
              <a:extLst>
                <a:ext uri="{FF2B5EF4-FFF2-40B4-BE49-F238E27FC236}">
                  <a16:creationId xmlns:a16="http://schemas.microsoft.com/office/drawing/2014/main" id="{F73D24D3-DABB-E786-CE5D-5D44FF9FC877}"/>
                </a:ext>
              </a:extLst>
            </p:cNvPr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>
              <a:extLst>
                <a:ext uri="{FF2B5EF4-FFF2-40B4-BE49-F238E27FC236}">
                  <a16:creationId xmlns:a16="http://schemas.microsoft.com/office/drawing/2014/main" id="{6ABEBE9E-F51D-6640-CD82-44159D1337EA}"/>
                </a:ext>
              </a:extLst>
            </p:cNvPr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>
              <a:extLst>
                <a:ext uri="{FF2B5EF4-FFF2-40B4-BE49-F238E27FC236}">
                  <a16:creationId xmlns:a16="http://schemas.microsoft.com/office/drawing/2014/main" id="{E314AA44-FE0B-301F-E39B-FAFE8BCBB8D3}"/>
                </a:ext>
              </a:extLst>
            </p:cNvPr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>
              <a:extLst>
                <a:ext uri="{FF2B5EF4-FFF2-40B4-BE49-F238E27FC236}">
                  <a16:creationId xmlns:a16="http://schemas.microsoft.com/office/drawing/2014/main" id="{8637EF93-5AF0-7AD8-3A9F-1EECBE43EA86}"/>
                </a:ext>
              </a:extLst>
            </p:cNvPr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>
              <a:extLst>
                <a:ext uri="{FF2B5EF4-FFF2-40B4-BE49-F238E27FC236}">
                  <a16:creationId xmlns:a16="http://schemas.microsoft.com/office/drawing/2014/main" id="{D71A01C4-D697-FCCB-325E-AA5D8A81F997}"/>
                </a:ext>
              </a:extLst>
            </p:cNvPr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>
              <a:extLst>
                <a:ext uri="{FF2B5EF4-FFF2-40B4-BE49-F238E27FC236}">
                  <a16:creationId xmlns:a16="http://schemas.microsoft.com/office/drawing/2014/main" id="{9C925DE2-D8D3-243C-67D3-B5DDC77DDBB0}"/>
                </a:ext>
              </a:extLst>
            </p:cNvPr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>
              <a:extLst>
                <a:ext uri="{FF2B5EF4-FFF2-40B4-BE49-F238E27FC236}">
                  <a16:creationId xmlns:a16="http://schemas.microsoft.com/office/drawing/2014/main" id="{E689E3DE-C2A8-90FF-3D8D-52310020B84F}"/>
                </a:ext>
              </a:extLst>
            </p:cNvPr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>
              <a:extLst>
                <a:ext uri="{FF2B5EF4-FFF2-40B4-BE49-F238E27FC236}">
                  <a16:creationId xmlns:a16="http://schemas.microsoft.com/office/drawing/2014/main" id="{4925A9EE-D12F-BD80-FCD2-FCEC3C7ED34D}"/>
                </a:ext>
              </a:extLst>
            </p:cNvPr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>
              <a:extLst>
                <a:ext uri="{FF2B5EF4-FFF2-40B4-BE49-F238E27FC236}">
                  <a16:creationId xmlns:a16="http://schemas.microsoft.com/office/drawing/2014/main" id="{0942A0BB-B23D-D080-C549-19B5AE7F2B80}"/>
                </a:ext>
              </a:extLst>
            </p:cNvPr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>
              <a:extLst>
                <a:ext uri="{FF2B5EF4-FFF2-40B4-BE49-F238E27FC236}">
                  <a16:creationId xmlns:a16="http://schemas.microsoft.com/office/drawing/2014/main" id="{8FF8B302-A6E6-38D5-F189-A372C8C9B609}"/>
                </a:ext>
              </a:extLst>
            </p:cNvPr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>
              <a:extLst>
                <a:ext uri="{FF2B5EF4-FFF2-40B4-BE49-F238E27FC236}">
                  <a16:creationId xmlns:a16="http://schemas.microsoft.com/office/drawing/2014/main" id="{EB85A0B3-A63E-2037-3B97-17E15A22092D}"/>
                </a:ext>
              </a:extLst>
            </p:cNvPr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>
              <a:extLst>
                <a:ext uri="{FF2B5EF4-FFF2-40B4-BE49-F238E27FC236}">
                  <a16:creationId xmlns:a16="http://schemas.microsoft.com/office/drawing/2014/main" id="{C1E9F954-D843-E8ED-2014-D3F3684918E7}"/>
                </a:ext>
              </a:extLst>
            </p:cNvPr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>
              <a:extLst>
                <a:ext uri="{FF2B5EF4-FFF2-40B4-BE49-F238E27FC236}">
                  <a16:creationId xmlns:a16="http://schemas.microsoft.com/office/drawing/2014/main" id="{1781B032-07B9-2483-EAA3-3DF6165B673E}"/>
                </a:ext>
              </a:extLst>
            </p:cNvPr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>
              <a:extLst>
                <a:ext uri="{FF2B5EF4-FFF2-40B4-BE49-F238E27FC236}">
                  <a16:creationId xmlns:a16="http://schemas.microsoft.com/office/drawing/2014/main" id="{C5B6E274-177C-63D6-280C-14FA2529D811}"/>
                </a:ext>
              </a:extLst>
            </p:cNvPr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>
              <a:extLst>
                <a:ext uri="{FF2B5EF4-FFF2-40B4-BE49-F238E27FC236}">
                  <a16:creationId xmlns:a16="http://schemas.microsoft.com/office/drawing/2014/main" id="{FCECC5E8-DCBD-17BB-9F9A-B9A3F856023A}"/>
                </a:ext>
              </a:extLst>
            </p:cNvPr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>
              <a:extLst>
                <a:ext uri="{FF2B5EF4-FFF2-40B4-BE49-F238E27FC236}">
                  <a16:creationId xmlns:a16="http://schemas.microsoft.com/office/drawing/2014/main" id="{DA1E79F3-F74A-7971-947E-DC988FC8A6ED}"/>
                </a:ext>
              </a:extLst>
            </p:cNvPr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>
              <a:extLst>
                <a:ext uri="{FF2B5EF4-FFF2-40B4-BE49-F238E27FC236}">
                  <a16:creationId xmlns:a16="http://schemas.microsoft.com/office/drawing/2014/main" id="{34FD1911-50F3-8524-CFD0-A8038193FFC1}"/>
                </a:ext>
              </a:extLst>
            </p:cNvPr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>
              <a:extLst>
                <a:ext uri="{FF2B5EF4-FFF2-40B4-BE49-F238E27FC236}">
                  <a16:creationId xmlns:a16="http://schemas.microsoft.com/office/drawing/2014/main" id="{779791D2-FB02-8FAB-DC48-C55524D5D425}"/>
                </a:ext>
              </a:extLst>
            </p:cNvPr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>
              <a:extLst>
                <a:ext uri="{FF2B5EF4-FFF2-40B4-BE49-F238E27FC236}">
                  <a16:creationId xmlns:a16="http://schemas.microsoft.com/office/drawing/2014/main" id="{3B663068-CB9F-AA65-EEA2-5EB99FD19F34}"/>
                </a:ext>
              </a:extLst>
            </p:cNvPr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>
              <a:extLst>
                <a:ext uri="{FF2B5EF4-FFF2-40B4-BE49-F238E27FC236}">
                  <a16:creationId xmlns:a16="http://schemas.microsoft.com/office/drawing/2014/main" id="{8E52C422-EF52-B7AC-2BBB-64B423EFF78C}"/>
                </a:ext>
              </a:extLst>
            </p:cNvPr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>
              <a:extLst>
                <a:ext uri="{FF2B5EF4-FFF2-40B4-BE49-F238E27FC236}">
                  <a16:creationId xmlns:a16="http://schemas.microsoft.com/office/drawing/2014/main" id="{C52F881C-5E1F-316B-D1EC-08329C29029F}"/>
                </a:ext>
              </a:extLst>
            </p:cNvPr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>
              <a:extLst>
                <a:ext uri="{FF2B5EF4-FFF2-40B4-BE49-F238E27FC236}">
                  <a16:creationId xmlns:a16="http://schemas.microsoft.com/office/drawing/2014/main" id="{9A14EBFE-A238-200E-1FE3-CD71817B483C}"/>
                </a:ext>
              </a:extLst>
            </p:cNvPr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>
              <a:extLst>
                <a:ext uri="{FF2B5EF4-FFF2-40B4-BE49-F238E27FC236}">
                  <a16:creationId xmlns:a16="http://schemas.microsoft.com/office/drawing/2014/main" id="{A27E80FB-7B9E-C191-D5A5-2AA677E11EA2}"/>
                </a:ext>
              </a:extLst>
            </p:cNvPr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>
              <a:extLst>
                <a:ext uri="{FF2B5EF4-FFF2-40B4-BE49-F238E27FC236}">
                  <a16:creationId xmlns:a16="http://schemas.microsoft.com/office/drawing/2014/main" id="{743FAE9B-68F3-CEF3-39D4-EF2956561B1F}"/>
                </a:ext>
              </a:extLst>
            </p:cNvPr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>
              <a:extLst>
                <a:ext uri="{FF2B5EF4-FFF2-40B4-BE49-F238E27FC236}">
                  <a16:creationId xmlns:a16="http://schemas.microsoft.com/office/drawing/2014/main" id="{F02F8766-D136-B180-C1B7-D9A147C49609}"/>
                </a:ext>
              </a:extLst>
            </p:cNvPr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>
              <a:extLst>
                <a:ext uri="{FF2B5EF4-FFF2-40B4-BE49-F238E27FC236}">
                  <a16:creationId xmlns:a16="http://schemas.microsoft.com/office/drawing/2014/main" id="{73458ED8-0712-16D4-77A1-64C8A094BF14}"/>
                </a:ext>
              </a:extLst>
            </p:cNvPr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>
              <a:extLst>
                <a:ext uri="{FF2B5EF4-FFF2-40B4-BE49-F238E27FC236}">
                  <a16:creationId xmlns:a16="http://schemas.microsoft.com/office/drawing/2014/main" id="{46B1CC98-8231-5ED9-81F0-01E6ECF27BF2}"/>
                </a:ext>
              </a:extLst>
            </p:cNvPr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>
              <a:extLst>
                <a:ext uri="{FF2B5EF4-FFF2-40B4-BE49-F238E27FC236}">
                  <a16:creationId xmlns:a16="http://schemas.microsoft.com/office/drawing/2014/main" id="{E09C44C4-5A8D-92BB-7EAB-E5D4A80384A2}"/>
                </a:ext>
              </a:extLst>
            </p:cNvPr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>
              <a:extLst>
                <a:ext uri="{FF2B5EF4-FFF2-40B4-BE49-F238E27FC236}">
                  <a16:creationId xmlns:a16="http://schemas.microsoft.com/office/drawing/2014/main" id="{5DED3F74-428D-5374-1E01-3C1548D91D1D}"/>
                </a:ext>
              </a:extLst>
            </p:cNvPr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>
              <a:extLst>
                <a:ext uri="{FF2B5EF4-FFF2-40B4-BE49-F238E27FC236}">
                  <a16:creationId xmlns:a16="http://schemas.microsoft.com/office/drawing/2014/main" id="{5001807C-3F98-76CC-FF11-DD9F73B36E67}"/>
                </a:ext>
              </a:extLst>
            </p:cNvPr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>
              <a:extLst>
                <a:ext uri="{FF2B5EF4-FFF2-40B4-BE49-F238E27FC236}">
                  <a16:creationId xmlns:a16="http://schemas.microsoft.com/office/drawing/2014/main" id="{61C9C977-16BB-AD86-FBB9-53F287EECE35}"/>
                </a:ext>
              </a:extLst>
            </p:cNvPr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>
              <a:extLst>
                <a:ext uri="{FF2B5EF4-FFF2-40B4-BE49-F238E27FC236}">
                  <a16:creationId xmlns:a16="http://schemas.microsoft.com/office/drawing/2014/main" id="{04FEA470-994B-029B-2952-2F6DB212A5B4}"/>
                </a:ext>
              </a:extLst>
            </p:cNvPr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>
              <a:extLst>
                <a:ext uri="{FF2B5EF4-FFF2-40B4-BE49-F238E27FC236}">
                  <a16:creationId xmlns:a16="http://schemas.microsoft.com/office/drawing/2014/main" id="{7F488301-3884-E6FE-C08C-4EAE1A3CA54D}"/>
                </a:ext>
              </a:extLst>
            </p:cNvPr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>
              <a:extLst>
                <a:ext uri="{FF2B5EF4-FFF2-40B4-BE49-F238E27FC236}">
                  <a16:creationId xmlns:a16="http://schemas.microsoft.com/office/drawing/2014/main" id="{B1342739-484F-1D01-57A9-07659C5DD090}"/>
                </a:ext>
              </a:extLst>
            </p:cNvPr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>
              <a:extLst>
                <a:ext uri="{FF2B5EF4-FFF2-40B4-BE49-F238E27FC236}">
                  <a16:creationId xmlns:a16="http://schemas.microsoft.com/office/drawing/2014/main" id="{29D52D2D-7818-A636-DD1C-0975B40015D2}"/>
                </a:ext>
              </a:extLst>
            </p:cNvPr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>
              <a:extLst>
                <a:ext uri="{FF2B5EF4-FFF2-40B4-BE49-F238E27FC236}">
                  <a16:creationId xmlns:a16="http://schemas.microsoft.com/office/drawing/2014/main" id="{3E064563-4D4C-AD12-C7FF-5CEE37E1E6A6}"/>
                </a:ext>
              </a:extLst>
            </p:cNvPr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>
              <a:extLst>
                <a:ext uri="{FF2B5EF4-FFF2-40B4-BE49-F238E27FC236}">
                  <a16:creationId xmlns:a16="http://schemas.microsoft.com/office/drawing/2014/main" id="{E0362682-32AD-090A-C21B-61D533916985}"/>
                </a:ext>
              </a:extLst>
            </p:cNvPr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>
              <a:extLst>
                <a:ext uri="{FF2B5EF4-FFF2-40B4-BE49-F238E27FC236}">
                  <a16:creationId xmlns:a16="http://schemas.microsoft.com/office/drawing/2014/main" id="{A00BFE9D-D5B6-93DA-2ABE-D2C451BB70E0}"/>
                </a:ext>
              </a:extLst>
            </p:cNvPr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>
              <a:extLst>
                <a:ext uri="{FF2B5EF4-FFF2-40B4-BE49-F238E27FC236}">
                  <a16:creationId xmlns:a16="http://schemas.microsoft.com/office/drawing/2014/main" id="{F11ABEE5-4C9A-CDF4-CE6A-02C11746E14B}"/>
                </a:ext>
              </a:extLst>
            </p:cNvPr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>
              <a:extLst>
                <a:ext uri="{FF2B5EF4-FFF2-40B4-BE49-F238E27FC236}">
                  <a16:creationId xmlns:a16="http://schemas.microsoft.com/office/drawing/2014/main" id="{26263251-E7B7-CC57-DD18-EDACDDE83A5F}"/>
                </a:ext>
              </a:extLst>
            </p:cNvPr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>
              <a:extLst>
                <a:ext uri="{FF2B5EF4-FFF2-40B4-BE49-F238E27FC236}">
                  <a16:creationId xmlns:a16="http://schemas.microsoft.com/office/drawing/2014/main" id="{DF759D45-2C8D-1A6F-8256-8B79AE8D29E2}"/>
                </a:ext>
              </a:extLst>
            </p:cNvPr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>
              <a:extLst>
                <a:ext uri="{FF2B5EF4-FFF2-40B4-BE49-F238E27FC236}">
                  <a16:creationId xmlns:a16="http://schemas.microsoft.com/office/drawing/2014/main" id="{80363FCB-4BE6-6F84-7241-5C3D160C4D66}"/>
                </a:ext>
              </a:extLst>
            </p:cNvPr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>
              <a:extLst>
                <a:ext uri="{FF2B5EF4-FFF2-40B4-BE49-F238E27FC236}">
                  <a16:creationId xmlns:a16="http://schemas.microsoft.com/office/drawing/2014/main" id="{7D17FCFD-1F00-8433-3F6E-115297395090}"/>
                </a:ext>
              </a:extLst>
            </p:cNvPr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>
              <a:extLst>
                <a:ext uri="{FF2B5EF4-FFF2-40B4-BE49-F238E27FC236}">
                  <a16:creationId xmlns:a16="http://schemas.microsoft.com/office/drawing/2014/main" id="{345FF31F-7416-6959-1D9B-9DFCBF653B87}"/>
                </a:ext>
              </a:extLst>
            </p:cNvPr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>
              <a:extLst>
                <a:ext uri="{FF2B5EF4-FFF2-40B4-BE49-F238E27FC236}">
                  <a16:creationId xmlns:a16="http://schemas.microsoft.com/office/drawing/2014/main" id="{B0D2E0A3-C1FB-DEB4-CC6E-1F1E561875FD}"/>
                </a:ext>
              </a:extLst>
            </p:cNvPr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>
              <a:extLst>
                <a:ext uri="{FF2B5EF4-FFF2-40B4-BE49-F238E27FC236}">
                  <a16:creationId xmlns:a16="http://schemas.microsoft.com/office/drawing/2014/main" id="{A56C7096-4831-74C6-1974-4D6FE0F9EE71}"/>
                </a:ext>
              </a:extLst>
            </p:cNvPr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>
              <a:extLst>
                <a:ext uri="{FF2B5EF4-FFF2-40B4-BE49-F238E27FC236}">
                  <a16:creationId xmlns:a16="http://schemas.microsoft.com/office/drawing/2014/main" id="{C3998343-711B-7B56-E58F-B5760CC8D150}"/>
                </a:ext>
              </a:extLst>
            </p:cNvPr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>
              <a:extLst>
                <a:ext uri="{FF2B5EF4-FFF2-40B4-BE49-F238E27FC236}">
                  <a16:creationId xmlns:a16="http://schemas.microsoft.com/office/drawing/2014/main" id="{7F7F0FF7-D1B1-53A8-680C-5E87D57CB004}"/>
                </a:ext>
              </a:extLst>
            </p:cNvPr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>
              <a:extLst>
                <a:ext uri="{FF2B5EF4-FFF2-40B4-BE49-F238E27FC236}">
                  <a16:creationId xmlns:a16="http://schemas.microsoft.com/office/drawing/2014/main" id="{5C0398BF-0540-5639-C85E-07DEA4F58B11}"/>
                </a:ext>
              </a:extLst>
            </p:cNvPr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>
              <a:extLst>
                <a:ext uri="{FF2B5EF4-FFF2-40B4-BE49-F238E27FC236}">
                  <a16:creationId xmlns:a16="http://schemas.microsoft.com/office/drawing/2014/main" id="{EF1A2E85-CFE9-0098-DF37-16569DD116ED}"/>
                </a:ext>
              </a:extLst>
            </p:cNvPr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>
              <a:extLst>
                <a:ext uri="{FF2B5EF4-FFF2-40B4-BE49-F238E27FC236}">
                  <a16:creationId xmlns:a16="http://schemas.microsoft.com/office/drawing/2014/main" id="{9DAE03B9-3868-5920-47C0-37A5FDA71422}"/>
                </a:ext>
              </a:extLst>
            </p:cNvPr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>
              <a:extLst>
                <a:ext uri="{FF2B5EF4-FFF2-40B4-BE49-F238E27FC236}">
                  <a16:creationId xmlns:a16="http://schemas.microsoft.com/office/drawing/2014/main" id="{CC70F5A3-E859-BD9E-3BC1-9F78E4EE1EC3}"/>
                </a:ext>
              </a:extLst>
            </p:cNvPr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>
              <a:extLst>
                <a:ext uri="{FF2B5EF4-FFF2-40B4-BE49-F238E27FC236}">
                  <a16:creationId xmlns:a16="http://schemas.microsoft.com/office/drawing/2014/main" id="{983F2D34-5B4F-A21C-5DC8-B6ED983AABC8}"/>
                </a:ext>
              </a:extLst>
            </p:cNvPr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>
              <a:extLst>
                <a:ext uri="{FF2B5EF4-FFF2-40B4-BE49-F238E27FC236}">
                  <a16:creationId xmlns:a16="http://schemas.microsoft.com/office/drawing/2014/main" id="{43C4013D-B691-D307-519D-1B7887EB90D6}"/>
                </a:ext>
              </a:extLst>
            </p:cNvPr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>
              <a:extLst>
                <a:ext uri="{FF2B5EF4-FFF2-40B4-BE49-F238E27FC236}">
                  <a16:creationId xmlns:a16="http://schemas.microsoft.com/office/drawing/2014/main" id="{062E795F-18F6-6E32-9476-FBE1CF4044E8}"/>
                </a:ext>
              </a:extLst>
            </p:cNvPr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>
              <a:extLst>
                <a:ext uri="{FF2B5EF4-FFF2-40B4-BE49-F238E27FC236}">
                  <a16:creationId xmlns:a16="http://schemas.microsoft.com/office/drawing/2014/main" id="{7CDB7F84-4E85-5B9B-DF95-B4C91166093B}"/>
                </a:ext>
              </a:extLst>
            </p:cNvPr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>
              <a:extLst>
                <a:ext uri="{FF2B5EF4-FFF2-40B4-BE49-F238E27FC236}">
                  <a16:creationId xmlns:a16="http://schemas.microsoft.com/office/drawing/2014/main" id="{8935A8CB-7FB6-D561-5B5A-C734840FB29C}"/>
                </a:ext>
              </a:extLst>
            </p:cNvPr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>
              <a:extLst>
                <a:ext uri="{FF2B5EF4-FFF2-40B4-BE49-F238E27FC236}">
                  <a16:creationId xmlns:a16="http://schemas.microsoft.com/office/drawing/2014/main" id="{545B6026-908B-705E-7F55-7616454B3097}"/>
                </a:ext>
              </a:extLst>
            </p:cNvPr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>
              <a:extLst>
                <a:ext uri="{FF2B5EF4-FFF2-40B4-BE49-F238E27FC236}">
                  <a16:creationId xmlns:a16="http://schemas.microsoft.com/office/drawing/2014/main" id="{2D1FD3C2-A832-AF07-4296-4C5959ABDA5C}"/>
                </a:ext>
              </a:extLst>
            </p:cNvPr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>
              <a:extLst>
                <a:ext uri="{FF2B5EF4-FFF2-40B4-BE49-F238E27FC236}">
                  <a16:creationId xmlns:a16="http://schemas.microsoft.com/office/drawing/2014/main" id="{8C4AE772-8B41-E99E-5E33-874CD6846041}"/>
                </a:ext>
              </a:extLst>
            </p:cNvPr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>
              <a:extLst>
                <a:ext uri="{FF2B5EF4-FFF2-40B4-BE49-F238E27FC236}">
                  <a16:creationId xmlns:a16="http://schemas.microsoft.com/office/drawing/2014/main" id="{9D8E1F48-3D00-DAE2-B6F0-61E2A6A57791}"/>
                </a:ext>
              </a:extLst>
            </p:cNvPr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>
              <a:extLst>
                <a:ext uri="{FF2B5EF4-FFF2-40B4-BE49-F238E27FC236}">
                  <a16:creationId xmlns:a16="http://schemas.microsoft.com/office/drawing/2014/main" id="{9E0D8483-B2EA-DFF5-58AC-3CD7D59C88AB}"/>
                </a:ext>
              </a:extLst>
            </p:cNvPr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>
              <a:extLst>
                <a:ext uri="{FF2B5EF4-FFF2-40B4-BE49-F238E27FC236}">
                  <a16:creationId xmlns:a16="http://schemas.microsoft.com/office/drawing/2014/main" id="{26D99C81-9E2A-1198-6057-A426112A6262}"/>
                </a:ext>
              </a:extLst>
            </p:cNvPr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>
              <a:extLst>
                <a:ext uri="{FF2B5EF4-FFF2-40B4-BE49-F238E27FC236}">
                  <a16:creationId xmlns:a16="http://schemas.microsoft.com/office/drawing/2014/main" id="{3DBD2502-0245-517C-F85C-112198ED5A44}"/>
                </a:ext>
              </a:extLst>
            </p:cNvPr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>
              <a:extLst>
                <a:ext uri="{FF2B5EF4-FFF2-40B4-BE49-F238E27FC236}">
                  <a16:creationId xmlns:a16="http://schemas.microsoft.com/office/drawing/2014/main" id="{14819330-3837-AA8F-9656-170BE94BC776}"/>
                </a:ext>
              </a:extLst>
            </p:cNvPr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>
              <a:extLst>
                <a:ext uri="{FF2B5EF4-FFF2-40B4-BE49-F238E27FC236}">
                  <a16:creationId xmlns:a16="http://schemas.microsoft.com/office/drawing/2014/main" id="{33D8C68C-4075-944D-04DB-33E57CB27140}"/>
                </a:ext>
              </a:extLst>
            </p:cNvPr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>
              <a:extLst>
                <a:ext uri="{FF2B5EF4-FFF2-40B4-BE49-F238E27FC236}">
                  <a16:creationId xmlns:a16="http://schemas.microsoft.com/office/drawing/2014/main" id="{1B34C4C5-E255-DE78-3B48-D05B868B3F14}"/>
                </a:ext>
              </a:extLst>
            </p:cNvPr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>
              <a:extLst>
                <a:ext uri="{FF2B5EF4-FFF2-40B4-BE49-F238E27FC236}">
                  <a16:creationId xmlns:a16="http://schemas.microsoft.com/office/drawing/2014/main" id="{F2304179-0DDE-B4FE-9A16-F4460347E4EF}"/>
                </a:ext>
              </a:extLst>
            </p:cNvPr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>
              <a:extLst>
                <a:ext uri="{FF2B5EF4-FFF2-40B4-BE49-F238E27FC236}">
                  <a16:creationId xmlns:a16="http://schemas.microsoft.com/office/drawing/2014/main" id="{6396001F-6DF0-45BF-5D03-1CF42503C56B}"/>
                </a:ext>
              </a:extLst>
            </p:cNvPr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>
              <a:extLst>
                <a:ext uri="{FF2B5EF4-FFF2-40B4-BE49-F238E27FC236}">
                  <a16:creationId xmlns:a16="http://schemas.microsoft.com/office/drawing/2014/main" id="{82FA842D-5577-5721-A146-73C5E88EAC78}"/>
                </a:ext>
              </a:extLst>
            </p:cNvPr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>
              <a:extLst>
                <a:ext uri="{FF2B5EF4-FFF2-40B4-BE49-F238E27FC236}">
                  <a16:creationId xmlns:a16="http://schemas.microsoft.com/office/drawing/2014/main" id="{DED66BAC-5630-2D6F-1DF4-9DB00471DFF4}"/>
                </a:ext>
              </a:extLst>
            </p:cNvPr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>
              <a:extLst>
                <a:ext uri="{FF2B5EF4-FFF2-40B4-BE49-F238E27FC236}">
                  <a16:creationId xmlns:a16="http://schemas.microsoft.com/office/drawing/2014/main" id="{6DF9CBD6-A18E-2F99-3761-AC942020215E}"/>
                </a:ext>
              </a:extLst>
            </p:cNvPr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>
              <a:extLst>
                <a:ext uri="{FF2B5EF4-FFF2-40B4-BE49-F238E27FC236}">
                  <a16:creationId xmlns:a16="http://schemas.microsoft.com/office/drawing/2014/main" id="{423ED29B-22BD-63D8-39CC-D48E0DF0DB46}"/>
                </a:ext>
              </a:extLst>
            </p:cNvPr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>
              <a:extLst>
                <a:ext uri="{FF2B5EF4-FFF2-40B4-BE49-F238E27FC236}">
                  <a16:creationId xmlns:a16="http://schemas.microsoft.com/office/drawing/2014/main" id="{4ECBEE7C-B617-4F6D-9708-4692A75D0991}"/>
                </a:ext>
              </a:extLst>
            </p:cNvPr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>
              <a:extLst>
                <a:ext uri="{FF2B5EF4-FFF2-40B4-BE49-F238E27FC236}">
                  <a16:creationId xmlns:a16="http://schemas.microsoft.com/office/drawing/2014/main" id="{0E578B08-9343-210C-88B5-7CAC9963C39F}"/>
                </a:ext>
              </a:extLst>
            </p:cNvPr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>
              <a:extLst>
                <a:ext uri="{FF2B5EF4-FFF2-40B4-BE49-F238E27FC236}">
                  <a16:creationId xmlns:a16="http://schemas.microsoft.com/office/drawing/2014/main" id="{9729E191-32E5-EC93-AF26-EB1309F68E4A}"/>
                </a:ext>
              </a:extLst>
            </p:cNvPr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>
              <a:extLst>
                <a:ext uri="{FF2B5EF4-FFF2-40B4-BE49-F238E27FC236}">
                  <a16:creationId xmlns:a16="http://schemas.microsoft.com/office/drawing/2014/main" id="{E22DD26B-36A8-DACF-BD8A-5B946E00AF37}"/>
                </a:ext>
              </a:extLst>
            </p:cNvPr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>
              <a:extLst>
                <a:ext uri="{FF2B5EF4-FFF2-40B4-BE49-F238E27FC236}">
                  <a16:creationId xmlns:a16="http://schemas.microsoft.com/office/drawing/2014/main" id="{44D13AB0-803E-7DFE-D722-174386DAE674}"/>
                </a:ext>
              </a:extLst>
            </p:cNvPr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>
              <a:extLst>
                <a:ext uri="{FF2B5EF4-FFF2-40B4-BE49-F238E27FC236}">
                  <a16:creationId xmlns:a16="http://schemas.microsoft.com/office/drawing/2014/main" id="{EF1D279C-7311-098B-905D-CD114C177990}"/>
                </a:ext>
              </a:extLst>
            </p:cNvPr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>
              <a:extLst>
                <a:ext uri="{FF2B5EF4-FFF2-40B4-BE49-F238E27FC236}">
                  <a16:creationId xmlns:a16="http://schemas.microsoft.com/office/drawing/2014/main" id="{45900334-A72C-2592-D2A7-6E824A6D3209}"/>
                </a:ext>
              </a:extLst>
            </p:cNvPr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>
              <a:extLst>
                <a:ext uri="{FF2B5EF4-FFF2-40B4-BE49-F238E27FC236}">
                  <a16:creationId xmlns:a16="http://schemas.microsoft.com/office/drawing/2014/main" id="{9E405B9B-9448-F4E6-2F55-B2D3A63395DB}"/>
                </a:ext>
              </a:extLst>
            </p:cNvPr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>
              <a:extLst>
                <a:ext uri="{FF2B5EF4-FFF2-40B4-BE49-F238E27FC236}">
                  <a16:creationId xmlns:a16="http://schemas.microsoft.com/office/drawing/2014/main" id="{6D3334CA-5CF2-2912-6FAF-AD81E33666B2}"/>
                </a:ext>
              </a:extLst>
            </p:cNvPr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>
              <a:extLst>
                <a:ext uri="{FF2B5EF4-FFF2-40B4-BE49-F238E27FC236}">
                  <a16:creationId xmlns:a16="http://schemas.microsoft.com/office/drawing/2014/main" id="{832A9C62-8C9F-B143-2ACE-3B84E819AA2F}"/>
                </a:ext>
              </a:extLst>
            </p:cNvPr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>
              <a:extLst>
                <a:ext uri="{FF2B5EF4-FFF2-40B4-BE49-F238E27FC236}">
                  <a16:creationId xmlns:a16="http://schemas.microsoft.com/office/drawing/2014/main" id="{F8D14B84-9E6F-D555-39EE-7CE29FC1B043}"/>
                </a:ext>
              </a:extLst>
            </p:cNvPr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>
              <a:extLst>
                <a:ext uri="{FF2B5EF4-FFF2-40B4-BE49-F238E27FC236}">
                  <a16:creationId xmlns:a16="http://schemas.microsoft.com/office/drawing/2014/main" id="{054D389E-7035-A53C-2781-F54500499017}"/>
                </a:ext>
              </a:extLst>
            </p:cNvPr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>
              <a:extLst>
                <a:ext uri="{FF2B5EF4-FFF2-40B4-BE49-F238E27FC236}">
                  <a16:creationId xmlns:a16="http://schemas.microsoft.com/office/drawing/2014/main" id="{58FDDED5-2ED2-65D1-1B45-CD6F7101EADC}"/>
                </a:ext>
              </a:extLst>
            </p:cNvPr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>
              <a:extLst>
                <a:ext uri="{FF2B5EF4-FFF2-40B4-BE49-F238E27FC236}">
                  <a16:creationId xmlns:a16="http://schemas.microsoft.com/office/drawing/2014/main" id="{5A84168A-EAF3-92CD-F0D0-CEA5F4D15BA3}"/>
                </a:ext>
              </a:extLst>
            </p:cNvPr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>
              <a:extLst>
                <a:ext uri="{FF2B5EF4-FFF2-40B4-BE49-F238E27FC236}">
                  <a16:creationId xmlns:a16="http://schemas.microsoft.com/office/drawing/2014/main" id="{005385B2-7D31-762A-6ADE-23A38C36F67D}"/>
                </a:ext>
              </a:extLst>
            </p:cNvPr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>
              <a:extLst>
                <a:ext uri="{FF2B5EF4-FFF2-40B4-BE49-F238E27FC236}">
                  <a16:creationId xmlns:a16="http://schemas.microsoft.com/office/drawing/2014/main" id="{BEC6746D-6774-6B1C-3579-D1E52140770E}"/>
                </a:ext>
              </a:extLst>
            </p:cNvPr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>
              <a:extLst>
                <a:ext uri="{FF2B5EF4-FFF2-40B4-BE49-F238E27FC236}">
                  <a16:creationId xmlns:a16="http://schemas.microsoft.com/office/drawing/2014/main" id="{CC1AB24B-ED62-20BA-6488-330FB62C715F}"/>
                </a:ext>
              </a:extLst>
            </p:cNvPr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>
              <a:extLst>
                <a:ext uri="{FF2B5EF4-FFF2-40B4-BE49-F238E27FC236}">
                  <a16:creationId xmlns:a16="http://schemas.microsoft.com/office/drawing/2014/main" id="{020EC7E9-15B1-DFC2-337C-3C422CF8B02A}"/>
                </a:ext>
              </a:extLst>
            </p:cNvPr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>
              <a:extLst>
                <a:ext uri="{FF2B5EF4-FFF2-40B4-BE49-F238E27FC236}">
                  <a16:creationId xmlns:a16="http://schemas.microsoft.com/office/drawing/2014/main" id="{BF92E7F7-B224-5436-778D-85D5192418D6}"/>
                </a:ext>
              </a:extLst>
            </p:cNvPr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>
              <a:extLst>
                <a:ext uri="{FF2B5EF4-FFF2-40B4-BE49-F238E27FC236}">
                  <a16:creationId xmlns:a16="http://schemas.microsoft.com/office/drawing/2014/main" id="{109FCDF0-7DAC-504C-A0D7-8CFB5FA8B734}"/>
                </a:ext>
              </a:extLst>
            </p:cNvPr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>
              <a:extLst>
                <a:ext uri="{FF2B5EF4-FFF2-40B4-BE49-F238E27FC236}">
                  <a16:creationId xmlns:a16="http://schemas.microsoft.com/office/drawing/2014/main" id="{53D32100-72E9-6B51-86D0-5038006C6028}"/>
                </a:ext>
              </a:extLst>
            </p:cNvPr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>
              <a:extLst>
                <a:ext uri="{FF2B5EF4-FFF2-40B4-BE49-F238E27FC236}">
                  <a16:creationId xmlns:a16="http://schemas.microsoft.com/office/drawing/2014/main" id="{4E61E48F-59EE-0320-3C47-EAA0FAC4CF2E}"/>
                </a:ext>
              </a:extLst>
            </p:cNvPr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>
              <a:extLst>
                <a:ext uri="{FF2B5EF4-FFF2-40B4-BE49-F238E27FC236}">
                  <a16:creationId xmlns:a16="http://schemas.microsoft.com/office/drawing/2014/main" id="{274D67BD-D48C-6B00-79CF-274ECB0C0E91}"/>
                </a:ext>
              </a:extLst>
            </p:cNvPr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>
              <a:extLst>
                <a:ext uri="{FF2B5EF4-FFF2-40B4-BE49-F238E27FC236}">
                  <a16:creationId xmlns:a16="http://schemas.microsoft.com/office/drawing/2014/main" id="{DB153604-52CC-7C6A-D861-B27425F8F2AC}"/>
                </a:ext>
              </a:extLst>
            </p:cNvPr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>
              <a:extLst>
                <a:ext uri="{FF2B5EF4-FFF2-40B4-BE49-F238E27FC236}">
                  <a16:creationId xmlns:a16="http://schemas.microsoft.com/office/drawing/2014/main" id="{D83F2DEC-40AD-A6EE-B0F3-9C5B95F10EF6}"/>
                </a:ext>
              </a:extLst>
            </p:cNvPr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>
              <a:extLst>
                <a:ext uri="{FF2B5EF4-FFF2-40B4-BE49-F238E27FC236}">
                  <a16:creationId xmlns:a16="http://schemas.microsoft.com/office/drawing/2014/main" id="{E1C85D7F-2971-CF01-0B10-ECF85B6567A9}"/>
                </a:ext>
              </a:extLst>
            </p:cNvPr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>
              <a:extLst>
                <a:ext uri="{FF2B5EF4-FFF2-40B4-BE49-F238E27FC236}">
                  <a16:creationId xmlns:a16="http://schemas.microsoft.com/office/drawing/2014/main" id="{9AAFCF66-9E44-553A-3333-BFC85E88EF8E}"/>
                </a:ext>
              </a:extLst>
            </p:cNvPr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>
              <a:extLst>
                <a:ext uri="{FF2B5EF4-FFF2-40B4-BE49-F238E27FC236}">
                  <a16:creationId xmlns:a16="http://schemas.microsoft.com/office/drawing/2014/main" id="{C236B020-A6BB-89A0-13F2-8148246DEA10}"/>
                </a:ext>
              </a:extLst>
            </p:cNvPr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>
              <a:extLst>
                <a:ext uri="{FF2B5EF4-FFF2-40B4-BE49-F238E27FC236}">
                  <a16:creationId xmlns:a16="http://schemas.microsoft.com/office/drawing/2014/main" id="{5FEC0A4F-11BF-66BB-292F-E973AADCC4D6}"/>
                </a:ext>
              </a:extLst>
            </p:cNvPr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>
              <a:extLst>
                <a:ext uri="{FF2B5EF4-FFF2-40B4-BE49-F238E27FC236}">
                  <a16:creationId xmlns:a16="http://schemas.microsoft.com/office/drawing/2014/main" id="{629AF29D-B7DA-3163-3A62-937A3BB001F7}"/>
                </a:ext>
              </a:extLst>
            </p:cNvPr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>
              <a:extLst>
                <a:ext uri="{FF2B5EF4-FFF2-40B4-BE49-F238E27FC236}">
                  <a16:creationId xmlns:a16="http://schemas.microsoft.com/office/drawing/2014/main" id="{36232E27-DFB0-F195-C4BF-5AF8E0031844}"/>
                </a:ext>
              </a:extLst>
            </p:cNvPr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>
              <a:extLst>
                <a:ext uri="{FF2B5EF4-FFF2-40B4-BE49-F238E27FC236}">
                  <a16:creationId xmlns:a16="http://schemas.microsoft.com/office/drawing/2014/main" id="{C13E8703-0829-FEDB-666B-F84E7CBD2438}"/>
                </a:ext>
              </a:extLst>
            </p:cNvPr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>
              <a:extLst>
                <a:ext uri="{FF2B5EF4-FFF2-40B4-BE49-F238E27FC236}">
                  <a16:creationId xmlns:a16="http://schemas.microsoft.com/office/drawing/2014/main" id="{702A42DE-EBF1-6D4C-7044-2D9E67210900}"/>
                </a:ext>
              </a:extLst>
            </p:cNvPr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>
              <a:extLst>
                <a:ext uri="{FF2B5EF4-FFF2-40B4-BE49-F238E27FC236}">
                  <a16:creationId xmlns:a16="http://schemas.microsoft.com/office/drawing/2014/main" id="{0F2BE0F4-9A9A-A674-FAC2-0C8333284FF9}"/>
                </a:ext>
              </a:extLst>
            </p:cNvPr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>
              <a:extLst>
                <a:ext uri="{FF2B5EF4-FFF2-40B4-BE49-F238E27FC236}">
                  <a16:creationId xmlns:a16="http://schemas.microsoft.com/office/drawing/2014/main" id="{500891B0-DDB9-C3E6-A07F-060C29E9FA75}"/>
                </a:ext>
              </a:extLst>
            </p:cNvPr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>
              <a:extLst>
                <a:ext uri="{FF2B5EF4-FFF2-40B4-BE49-F238E27FC236}">
                  <a16:creationId xmlns:a16="http://schemas.microsoft.com/office/drawing/2014/main" id="{6DADE384-75D0-C8AC-754F-3F9426CE377C}"/>
                </a:ext>
              </a:extLst>
            </p:cNvPr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>
              <a:extLst>
                <a:ext uri="{FF2B5EF4-FFF2-40B4-BE49-F238E27FC236}">
                  <a16:creationId xmlns:a16="http://schemas.microsoft.com/office/drawing/2014/main" id="{22403E50-5CDE-65F3-AB93-B6090D155827}"/>
                </a:ext>
              </a:extLst>
            </p:cNvPr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>
              <a:extLst>
                <a:ext uri="{FF2B5EF4-FFF2-40B4-BE49-F238E27FC236}">
                  <a16:creationId xmlns:a16="http://schemas.microsoft.com/office/drawing/2014/main" id="{FBC4B928-A250-9A43-7D93-F202545743B6}"/>
                </a:ext>
              </a:extLst>
            </p:cNvPr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>
              <a:extLst>
                <a:ext uri="{FF2B5EF4-FFF2-40B4-BE49-F238E27FC236}">
                  <a16:creationId xmlns:a16="http://schemas.microsoft.com/office/drawing/2014/main" id="{49722B68-78F0-85FB-3161-DF0FF983FB45}"/>
                </a:ext>
              </a:extLst>
            </p:cNvPr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>
              <a:extLst>
                <a:ext uri="{FF2B5EF4-FFF2-40B4-BE49-F238E27FC236}">
                  <a16:creationId xmlns:a16="http://schemas.microsoft.com/office/drawing/2014/main" id="{3DBD8231-7890-71D3-1EB4-CAD30AE66496}"/>
                </a:ext>
              </a:extLst>
            </p:cNvPr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>
              <a:extLst>
                <a:ext uri="{FF2B5EF4-FFF2-40B4-BE49-F238E27FC236}">
                  <a16:creationId xmlns:a16="http://schemas.microsoft.com/office/drawing/2014/main" id="{E5FADC93-F9A6-8B50-6C25-509E468BEE0D}"/>
                </a:ext>
              </a:extLst>
            </p:cNvPr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>
              <a:extLst>
                <a:ext uri="{FF2B5EF4-FFF2-40B4-BE49-F238E27FC236}">
                  <a16:creationId xmlns:a16="http://schemas.microsoft.com/office/drawing/2014/main" id="{F79B237A-3400-7D15-7413-D1AD4B3A7D5B}"/>
                </a:ext>
              </a:extLst>
            </p:cNvPr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>
              <a:extLst>
                <a:ext uri="{FF2B5EF4-FFF2-40B4-BE49-F238E27FC236}">
                  <a16:creationId xmlns:a16="http://schemas.microsoft.com/office/drawing/2014/main" id="{2869F8D8-C181-CF20-37A6-43F3BC9FD5BB}"/>
                </a:ext>
              </a:extLst>
            </p:cNvPr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>
              <a:extLst>
                <a:ext uri="{FF2B5EF4-FFF2-40B4-BE49-F238E27FC236}">
                  <a16:creationId xmlns:a16="http://schemas.microsoft.com/office/drawing/2014/main" id="{34B7A1EF-9789-FBE6-590F-A51E85E6256F}"/>
                </a:ext>
              </a:extLst>
            </p:cNvPr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>
              <a:extLst>
                <a:ext uri="{FF2B5EF4-FFF2-40B4-BE49-F238E27FC236}">
                  <a16:creationId xmlns:a16="http://schemas.microsoft.com/office/drawing/2014/main" id="{DFC6A2D0-23D7-72C4-5E0F-A9476E0F307B}"/>
                </a:ext>
              </a:extLst>
            </p:cNvPr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>
              <a:extLst>
                <a:ext uri="{FF2B5EF4-FFF2-40B4-BE49-F238E27FC236}">
                  <a16:creationId xmlns:a16="http://schemas.microsoft.com/office/drawing/2014/main" id="{486CAA77-7F04-295F-6E3E-A98185B5E32C}"/>
                </a:ext>
              </a:extLst>
            </p:cNvPr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>
              <a:extLst>
                <a:ext uri="{FF2B5EF4-FFF2-40B4-BE49-F238E27FC236}">
                  <a16:creationId xmlns:a16="http://schemas.microsoft.com/office/drawing/2014/main" id="{700F11B0-8E89-55FF-26EE-A398AD9D9B4C}"/>
                </a:ext>
              </a:extLst>
            </p:cNvPr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>
              <a:extLst>
                <a:ext uri="{FF2B5EF4-FFF2-40B4-BE49-F238E27FC236}">
                  <a16:creationId xmlns:a16="http://schemas.microsoft.com/office/drawing/2014/main" id="{2AFE55FD-5E9A-D0DE-A78B-20AAF5A7EF69}"/>
                </a:ext>
              </a:extLst>
            </p:cNvPr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>
              <a:extLst>
                <a:ext uri="{FF2B5EF4-FFF2-40B4-BE49-F238E27FC236}">
                  <a16:creationId xmlns:a16="http://schemas.microsoft.com/office/drawing/2014/main" id="{074DE957-7FD0-3A8D-9BB3-31A053F8A4C9}"/>
                </a:ext>
              </a:extLst>
            </p:cNvPr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>
              <a:extLst>
                <a:ext uri="{FF2B5EF4-FFF2-40B4-BE49-F238E27FC236}">
                  <a16:creationId xmlns:a16="http://schemas.microsoft.com/office/drawing/2014/main" id="{156A87FF-69EE-CAC0-1DDE-3CB7373415D2}"/>
                </a:ext>
              </a:extLst>
            </p:cNvPr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>
              <a:extLst>
                <a:ext uri="{FF2B5EF4-FFF2-40B4-BE49-F238E27FC236}">
                  <a16:creationId xmlns:a16="http://schemas.microsoft.com/office/drawing/2014/main" id="{875D9967-1BFF-FA46-9870-E432F98BDCD6}"/>
                </a:ext>
              </a:extLst>
            </p:cNvPr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>
              <a:extLst>
                <a:ext uri="{FF2B5EF4-FFF2-40B4-BE49-F238E27FC236}">
                  <a16:creationId xmlns:a16="http://schemas.microsoft.com/office/drawing/2014/main" id="{3138F80F-24BB-BB0B-14A0-BCBF2AF5A0E6}"/>
                </a:ext>
              </a:extLst>
            </p:cNvPr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>
              <a:extLst>
                <a:ext uri="{FF2B5EF4-FFF2-40B4-BE49-F238E27FC236}">
                  <a16:creationId xmlns:a16="http://schemas.microsoft.com/office/drawing/2014/main" id="{3109CA98-1046-32BE-765C-F6DB8900B85E}"/>
                </a:ext>
              </a:extLst>
            </p:cNvPr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>
              <a:extLst>
                <a:ext uri="{FF2B5EF4-FFF2-40B4-BE49-F238E27FC236}">
                  <a16:creationId xmlns:a16="http://schemas.microsoft.com/office/drawing/2014/main" id="{0DF8285E-F7AC-8416-1424-CB4D1409F217}"/>
                </a:ext>
              </a:extLst>
            </p:cNvPr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>
              <a:extLst>
                <a:ext uri="{FF2B5EF4-FFF2-40B4-BE49-F238E27FC236}">
                  <a16:creationId xmlns:a16="http://schemas.microsoft.com/office/drawing/2014/main" id="{5E230CAC-2DAB-E1ED-B8EC-6025186F168C}"/>
                </a:ext>
              </a:extLst>
            </p:cNvPr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>
              <a:extLst>
                <a:ext uri="{FF2B5EF4-FFF2-40B4-BE49-F238E27FC236}">
                  <a16:creationId xmlns:a16="http://schemas.microsoft.com/office/drawing/2014/main" id="{9950E7B2-FEF2-5E80-3D0C-947B81000EA5}"/>
                </a:ext>
              </a:extLst>
            </p:cNvPr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>
              <a:extLst>
                <a:ext uri="{FF2B5EF4-FFF2-40B4-BE49-F238E27FC236}">
                  <a16:creationId xmlns:a16="http://schemas.microsoft.com/office/drawing/2014/main" id="{2CD7687F-0A45-2102-CB82-DD0D7E8ED3D0}"/>
                </a:ext>
              </a:extLst>
            </p:cNvPr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>
              <a:extLst>
                <a:ext uri="{FF2B5EF4-FFF2-40B4-BE49-F238E27FC236}">
                  <a16:creationId xmlns:a16="http://schemas.microsoft.com/office/drawing/2014/main" id="{A76FE7A8-18F4-ED92-7CF0-D7C9C0E16E54}"/>
                </a:ext>
              </a:extLst>
            </p:cNvPr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>
              <a:extLst>
                <a:ext uri="{FF2B5EF4-FFF2-40B4-BE49-F238E27FC236}">
                  <a16:creationId xmlns:a16="http://schemas.microsoft.com/office/drawing/2014/main" id="{511DDCC6-6E6D-5AF7-7CF2-4FA46E1C31FF}"/>
                </a:ext>
              </a:extLst>
            </p:cNvPr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>
              <a:extLst>
                <a:ext uri="{FF2B5EF4-FFF2-40B4-BE49-F238E27FC236}">
                  <a16:creationId xmlns:a16="http://schemas.microsoft.com/office/drawing/2014/main" id="{D133B224-501E-2D5E-6DF3-F17B1A5C30E0}"/>
                </a:ext>
              </a:extLst>
            </p:cNvPr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>
              <a:extLst>
                <a:ext uri="{FF2B5EF4-FFF2-40B4-BE49-F238E27FC236}">
                  <a16:creationId xmlns:a16="http://schemas.microsoft.com/office/drawing/2014/main" id="{459F2E9B-DCAF-358E-C6FA-BC02AA7D4629}"/>
                </a:ext>
              </a:extLst>
            </p:cNvPr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>
              <a:extLst>
                <a:ext uri="{FF2B5EF4-FFF2-40B4-BE49-F238E27FC236}">
                  <a16:creationId xmlns:a16="http://schemas.microsoft.com/office/drawing/2014/main" id="{BA3AE50D-A7D4-19F8-6C8C-C84186F3501C}"/>
                </a:ext>
              </a:extLst>
            </p:cNvPr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>
              <a:extLst>
                <a:ext uri="{FF2B5EF4-FFF2-40B4-BE49-F238E27FC236}">
                  <a16:creationId xmlns:a16="http://schemas.microsoft.com/office/drawing/2014/main" id="{02EA3C4C-0122-149C-2D57-B4AA99C88405}"/>
                </a:ext>
              </a:extLst>
            </p:cNvPr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>
              <a:extLst>
                <a:ext uri="{FF2B5EF4-FFF2-40B4-BE49-F238E27FC236}">
                  <a16:creationId xmlns:a16="http://schemas.microsoft.com/office/drawing/2014/main" id="{F12D263E-9859-06CB-257D-193C1C779C97}"/>
                </a:ext>
              </a:extLst>
            </p:cNvPr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>
              <a:extLst>
                <a:ext uri="{FF2B5EF4-FFF2-40B4-BE49-F238E27FC236}">
                  <a16:creationId xmlns:a16="http://schemas.microsoft.com/office/drawing/2014/main" id="{C4554D93-9061-976E-F65A-E84356580C2B}"/>
                </a:ext>
              </a:extLst>
            </p:cNvPr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>
              <a:extLst>
                <a:ext uri="{FF2B5EF4-FFF2-40B4-BE49-F238E27FC236}">
                  <a16:creationId xmlns:a16="http://schemas.microsoft.com/office/drawing/2014/main" id="{C1C94B83-9EDC-00C0-D7E9-A21A8885B990}"/>
                </a:ext>
              </a:extLst>
            </p:cNvPr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>
              <a:extLst>
                <a:ext uri="{FF2B5EF4-FFF2-40B4-BE49-F238E27FC236}">
                  <a16:creationId xmlns:a16="http://schemas.microsoft.com/office/drawing/2014/main" id="{A7CC7298-D1E1-3F25-1A50-276953D6E242}"/>
                </a:ext>
              </a:extLst>
            </p:cNvPr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>
              <a:extLst>
                <a:ext uri="{FF2B5EF4-FFF2-40B4-BE49-F238E27FC236}">
                  <a16:creationId xmlns:a16="http://schemas.microsoft.com/office/drawing/2014/main" id="{E3539A08-9349-7D46-2334-CB4E8410FB3E}"/>
                </a:ext>
              </a:extLst>
            </p:cNvPr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>
              <a:extLst>
                <a:ext uri="{FF2B5EF4-FFF2-40B4-BE49-F238E27FC236}">
                  <a16:creationId xmlns:a16="http://schemas.microsoft.com/office/drawing/2014/main" id="{0D7273F1-3ED1-C007-3432-F4E9C7D0DB7A}"/>
                </a:ext>
              </a:extLst>
            </p:cNvPr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>
              <a:extLst>
                <a:ext uri="{FF2B5EF4-FFF2-40B4-BE49-F238E27FC236}">
                  <a16:creationId xmlns:a16="http://schemas.microsoft.com/office/drawing/2014/main" id="{2A084625-547A-C411-EF3C-55C337BA196C}"/>
                </a:ext>
              </a:extLst>
            </p:cNvPr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>
              <a:extLst>
                <a:ext uri="{FF2B5EF4-FFF2-40B4-BE49-F238E27FC236}">
                  <a16:creationId xmlns:a16="http://schemas.microsoft.com/office/drawing/2014/main" id="{4014A2DF-4841-F3AB-99ED-B0FFF560C132}"/>
                </a:ext>
              </a:extLst>
            </p:cNvPr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>
              <a:extLst>
                <a:ext uri="{FF2B5EF4-FFF2-40B4-BE49-F238E27FC236}">
                  <a16:creationId xmlns:a16="http://schemas.microsoft.com/office/drawing/2014/main" id="{C96B2EB0-7643-A0A9-2B9E-C02AECB13D48}"/>
                </a:ext>
              </a:extLst>
            </p:cNvPr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>
              <a:extLst>
                <a:ext uri="{FF2B5EF4-FFF2-40B4-BE49-F238E27FC236}">
                  <a16:creationId xmlns:a16="http://schemas.microsoft.com/office/drawing/2014/main" id="{AD549BCB-8E0C-36AF-96B9-72E0485C8918}"/>
                </a:ext>
              </a:extLst>
            </p:cNvPr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>
              <a:extLst>
                <a:ext uri="{FF2B5EF4-FFF2-40B4-BE49-F238E27FC236}">
                  <a16:creationId xmlns:a16="http://schemas.microsoft.com/office/drawing/2014/main" id="{1537BB94-BE67-BDFD-F4F7-7CC726403398}"/>
                </a:ext>
              </a:extLst>
            </p:cNvPr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>
              <a:extLst>
                <a:ext uri="{FF2B5EF4-FFF2-40B4-BE49-F238E27FC236}">
                  <a16:creationId xmlns:a16="http://schemas.microsoft.com/office/drawing/2014/main" id="{FF05CE21-C06A-CCC8-64F8-9A660C47C17E}"/>
                </a:ext>
              </a:extLst>
            </p:cNvPr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>
              <a:extLst>
                <a:ext uri="{FF2B5EF4-FFF2-40B4-BE49-F238E27FC236}">
                  <a16:creationId xmlns:a16="http://schemas.microsoft.com/office/drawing/2014/main" id="{CCE8961C-A70C-0A8A-938B-28DA8864B312}"/>
                </a:ext>
              </a:extLst>
            </p:cNvPr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>
              <a:extLst>
                <a:ext uri="{FF2B5EF4-FFF2-40B4-BE49-F238E27FC236}">
                  <a16:creationId xmlns:a16="http://schemas.microsoft.com/office/drawing/2014/main" id="{C21288A8-6224-6856-73E9-590C54443E93}"/>
                </a:ext>
              </a:extLst>
            </p:cNvPr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>
              <a:extLst>
                <a:ext uri="{FF2B5EF4-FFF2-40B4-BE49-F238E27FC236}">
                  <a16:creationId xmlns:a16="http://schemas.microsoft.com/office/drawing/2014/main" id="{995E35DF-D6D9-7F35-4D38-B395FFD95567}"/>
                </a:ext>
              </a:extLst>
            </p:cNvPr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>
              <a:extLst>
                <a:ext uri="{FF2B5EF4-FFF2-40B4-BE49-F238E27FC236}">
                  <a16:creationId xmlns:a16="http://schemas.microsoft.com/office/drawing/2014/main" id="{BBC4081E-2603-CF34-A3C6-3DF3AE8068E3}"/>
                </a:ext>
              </a:extLst>
            </p:cNvPr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>
              <a:extLst>
                <a:ext uri="{FF2B5EF4-FFF2-40B4-BE49-F238E27FC236}">
                  <a16:creationId xmlns:a16="http://schemas.microsoft.com/office/drawing/2014/main" id="{B38C94CA-2AC9-262A-F119-26DF57DE0F82}"/>
                </a:ext>
              </a:extLst>
            </p:cNvPr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>
              <a:extLst>
                <a:ext uri="{FF2B5EF4-FFF2-40B4-BE49-F238E27FC236}">
                  <a16:creationId xmlns:a16="http://schemas.microsoft.com/office/drawing/2014/main" id="{DD720899-2733-9E9D-FADF-B84096763828}"/>
                </a:ext>
              </a:extLst>
            </p:cNvPr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>
              <a:extLst>
                <a:ext uri="{FF2B5EF4-FFF2-40B4-BE49-F238E27FC236}">
                  <a16:creationId xmlns:a16="http://schemas.microsoft.com/office/drawing/2014/main" id="{AE732940-F33A-FB35-5B62-30C4CE7BF942}"/>
                </a:ext>
              </a:extLst>
            </p:cNvPr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>
              <a:extLst>
                <a:ext uri="{FF2B5EF4-FFF2-40B4-BE49-F238E27FC236}">
                  <a16:creationId xmlns:a16="http://schemas.microsoft.com/office/drawing/2014/main" id="{6808FC8E-84E5-B7CD-2136-4F3F47F38B57}"/>
                </a:ext>
              </a:extLst>
            </p:cNvPr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>
              <a:extLst>
                <a:ext uri="{FF2B5EF4-FFF2-40B4-BE49-F238E27FC236}">
                  <a16:creationId xmlns:a16="http://schemas.microsoft.com/office/drawing/2014/main" id="{C2F6EEFC-2391-CC40-4DBB-603F95D2CB00}"/>
                </a:ext>
              </a:extLst>
            </p:cNvPr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>
              <a:extLst>
                <a:ext uri="{FF2B5EF4-FFF2-40B4-BE49-F238E27FC236}">
                  <a16:creationId xmlns:a16="http://schemas.microsoft.com/office/drawing/2014/main" id="{94927A6C-20FD-4756-0D5C-4C2495A107E5}"/>
                </a:ext>
              </a:extLst>
            </p:cNvPr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>
              <a:extLst>
                <a:ext uri="{FF2B5EF4-FFF2-40B4-BE49-F238E27FC236}">
                  <a16:creationId xmlns:a16="http://schemas.microsoft.com/office/drawing/2014/main" id="{1D8E6CD5-4476-8CED-C204-1DD33D8BEA23}"/>
                </a:ext>
              </a:extLst>
            </p:cNvPr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>
              <a:extLst>
                <a:ext uri="{FF2B5EF4-FFF2-40B4-BE49-F238E27FC236}">
                  <a16:creationId xmlns:a16="http://schemas.microsoft.com/office/drawing/2014/main" id="{68DAD8C2-7ECE-568F-91C9-498C680D7D66}"/>
                </a:ext>
              </a:extLst>
            </p:cNvPr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>
              <a:extLst>
                <a:ext uri="{FF2B5EF4-FFF2-40B4-BE49-F238E27FC236}">
                  <a16:creationId xmlns:a16="http://schemas.microsoft.com/office/drawing/2014/main" id="{47C34974-4B22-FDC2-1819-A36068B801CE}"/>
                </a:ext>
              </a:extLst>
            </p:cNvPr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>
              <a:extLst>
                <a:ext uri="{FF2B5EF4-FFF2-40B4-BE49-F238E27FC236}">
                  <a16:creationId xmlns:a16="http://schemas.microsoft.com/office/drawing/2014/main" id="{9F03D3C1-CF01-CB46-A43D-64F2770D92D6}"/>
                </a:ext>
              </a:extLst>
            </p:cNvPr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>
              <a:extLst>
                <a:ext uri="{FF2B5EF4-FFF2-40B4-BE49-F238E27FC236}">
                  <a16:creationId xmlns:a16="http://schemas.microsoft.com/office/drawing/2014/main" id="{ECDCEC65-B71E-E78B-0A40-155368223985}"/>
                </a:ext>
              </a:extLst>
            </p:cNvPr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>
              <a:extLst>
                <a:ext uri="{FF2B5EF4-FFF2-40B4-BE49-F238E27FC236}">
                  <a16:creationId xmlns:a16="http://schemas.microsoft.com/office/drawing/2014/main" id="{32758F96-AF74-3313-DA00-7025D4A344E3}"/>
                </a:ext>
              </a:extLst>
            </p:cNvPr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>
              <a:extLst>
                <a:ext uri="{FF2B5EF4-FFF2-40B4-BE49-F238E27FC236}">
                  <a16:creationId xmlns:a16="http://schemas.microsoft.com/office/drawing/2014/main" id="{1042FDC3-7E30-E936-E576-A77A2F733CEC}"/>
                </a:ext>
              </a:extLst>
            </p:cNvPr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>
              <a:extLst>
                <a:ext uri="{FF2B5EF4-FFF2-40B4-BE49-F238E27FC236}">
                  <a16:creationId xmlns:a16="http://schemas.microsoft.com/office/drawing/2014/main" id="{44BE1274-AF0B-F08F-B0C2-E8BDBF3F2B17}"/>
                </a:ext>
              </a:extLst>
            </p:cNvPr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>
              <a:extLst>
                <a:ext uri="{FF2B5EF4-FFF2-40B4-BE49-F238E27FC236}">
                  <a16:creationId xmlns:a16="http://schemas.microsoft.com/office/drawing/2014/main" id="{924AE14B-1F5C-0CAE-BD2C-FCD236C51AE1}"/>
                </a:ext>
              </a:extLst>
            </p:cNvPr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>
              <a:extLst>
                <a:ext uri="{FF2B5EF4-FFF2-40B4-BE49-F238E27FC236}">
                  <a16:creationId xmlns:a16="http://schemas.microsoft.com/office/drawing/2014/main" id="{6615C01F-23C7-4BF5-C8E4-1B85C8A28092}"/>
                </a:ext>
              </a:extLst>
            </p:cNvPr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>
              <a:extLst>
                <a:ext uri="{FF2B5EF4-FFF2-40B4-BE49-F238E27FC236}">
                  <a16:creationId xmlns:a16="http://schemas.microsoft.com/office/drawing/2014/main" id="{D227C878-DBA4-192A-A158-7C37CCC2DF0D}"/>
                </a:ext>
              </a:extLst>
            </p:cNvPr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>
              <a:extLst>
                <a:ext uri="{FF2B5EF4-FFF2-40B4-BE49-F238E27FC236}">
                  <a16:creationId xmlns:a16="http://schemas.microsoft.com/office/drawing/2014/main" id="{7A0DE4A3-9A92-E5D8-20D0-ADA0D5ED52C8}"/>
                </a:ext>
              </a:extLst>
            </p:cNvPr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>
              <a:extLst>
                <a:ext uri="{FF2B5EF4-FFF2-40B4-BE49-F238E27FC236}">
                  <a16:creationId xmlns:a16="http://schemas.microsoft.com/office/drawing/2014/main" id="{61A933CF-6006-529F-7066-64BE581FDC89}"/>
                </a:ext>
              </a:extLst>
            </p:cNvPr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>
              <a:extLst>
                <a:ext uri="{FF2B5EF4-FFF2-40B4-BE49-F238E27FC236}">
                  <a16:creationId xmlns:a16="http://schemas.microsoft.com/office/drawing/2014/main" id="{7635A1DA-8F64-7378-6C4F-478A3514E4CC}"/>
                </a:ext>
              </a:extLst>
            </p:cNvPr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>
              <a:extLst>
                <a:ext uri="{FF2B5EF4-FFF2-40B4-BE49-F238E27FC236}">
                  <a16:creationId xmlns:a16="http://schemas.microsoft.com/office/drawing/2014/main" id="{65D97A7D-A547-AD2E-6F3C-31AA8B726A6E}"/>
                </a:ext>
              </a:extLst>
            </p:cNvPr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>
              <a:extLst>
                <a:ext uri="{FF2B5EF4-FFF2-40B4-BE49-F238E27FC236}">
                  <a16:creationId xmlns:a16="http://schemas.microsoft.com/office/drawing/2014/main" id="{C9CE23F5-C93D-BF46-5C3F-A7875DDDD42A}"/>
                </a:ext>
              </a:extLst>
            </p:cNvPr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>
              <a:extLst>
                <a:ext uri="{FF2B5EF4-FFF2-40B4-BE49-F238E27FC236}">
                  <a16:creationId xmlns:a16="http://schemas.microsoft.com/office/drawing/2014/main" id="{53BFB103-CECE-B62D-F1E2-7C2BFAC1911B}"/>
                </a:ext>
              </a:extLst>
            </p:cNvPr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>
              <a:extLst>
                <a:ext uri="{FF2B5EF4-FFF2-40B4-BE49-F238E27FC236}">
                  <a16:creationId xmlns:a16="http://schemas.microsoft.com/office/drawing/2014/main" id="{187C3E69-075A-0555-D7FC-90774D8891F0}"/>
                </a:ext>
              </a:extLst>
            </p:cNvPr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>
              <a:extLst>
                <a:ext uri="{FF2B5EF4-FFF2-40B4-BE49-F238E27FC236}">
                  <a16:creationId xmlns:a16="http://schemas.microsoft.com/office/drawing/2014/main" id="{FCC3A9FF-18E7-CCED-B608-F2488C39E543}"/>
                </a:ext>
              </a:extLst>
            </p:cNvPr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>
              <a:extLst>
                <a:ext uri="{FF2B5EF4-FFF2-40B4-BE49-F238E27FC236}">
                  <a16:creationId xmlns:a16="http://schemas.microsoft.com/office/drawing/2014/main" id="{E3C6E9CA-A6C2-F93D-D125-2CB76E2A8B08}"/>
                </a:ext>
              </a:extLst>
            </p:cNvPr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>
              <a:extLst>
                <a:ext uri="{FF2B5EF4-FFF2-40B4-BE49-F238E27FC236}">
                  <a16:creationId xmlns:a16="http://schemas.microsoft.com/office/drawing/2014/main" id="{DD075C83-86D5-F052-A82B-88B6752C0E82}"/>
                </a:ext>
              </a:extLst>
            </p:cNvPr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>
              <a:extLst>
                <a:ext uri="{FF2B5EF4-FFF2-40B4-BE49-F238E27FC236}">
                  <a16:creationId xmlns:a16="http://schemas.microsoft.com/office/drawing/2014/main" id="{B437C5D2-98F4-4EB2-7696-2704C11CDFAF}"/>
                </a:ext>
              </a:extLst>
            </p:cNvPr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>
              <a:extLst>
                <a:ext uri="{FF2B5EF4-FFF2-40B4-BE49-F238E27FC236}">
                  <a16:creationId xmlns:a16="http://schemas.microsoft.com/office/drawing/2014/main" id="{7962C8FA-1D83-6E61-74DB-B1C8CCFC7359}"/>
                </a:ext>
              </a:extLst>
            </p:cNvPr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>
              <a:extLst>
                <a:ext uri="{FF2B5EF4-FFF2-40B4-BE49-F238E27FC236}">
                  <a16:creationId xmlns:a16="http://schemas.microsoft.com/office/drawing/2014/main" id="{27AAEF90-9B1F-5123-63D1-717A82CF713C}"/>
                </a:ext>
              </a:extLst>
            </p:cNvPr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>
              <a:extLst>
                <a:ext uri="{FF2B5EF4-FFF2-40B4-BE49-F238E27FC236}">
                  <a16:creationId xmlns:a16="http://schemas.microsoft.com/office/drawing/2014/main" id="{B25DABCB-3436-D1AC-1DBD-9276F6DFBC3E}"/>
                </a:ext>
              </a:extLst>
            </p:cNvPr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>
              <a:extLst>
                <a:ext uri="{FF2B5EF4-FFF2-40B4-BE49-F238E27FC236}">
                  <a16:creationId xmlns:a16="http://schemas.microsoft.com/office/drawing/2014/main" id="{53D84295-4763-35FB-1BA9-D901D2CE2C7F}"/>
                </a:ext>
              </a:extLst>
            </p:cNvPr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>
              <a:extLst>
                <a:ext uri="{FF2B5EF4-FFF2-40B4-BE49-F238E27FC236}">
                  <a16:creationId xmlns:a16="http://schemas.microsoft.com/office/drawing/2014/main" id="{DD929E04-F454-A4E3-F9E6-5EE731F41D11}"/>
                </a:ext>
              </a:extLst>
            </p:cNvPr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>
              <a:extLst>
                <a:ext uri="{FF2B5EF4-FFF2-40B4-BE49-F238E27FC236}">
                  <a16:creationId xmlns:a16="http://schemas.microsoft.com/office/drawing/2014/main" id="{231BD0AD-8036-E5D3-9299-2CE161B49EB1}"/>
                </a:ext>
              </a:extLst>
            </p:cNvPr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>
              <a:extLst>
                <a:ext uri="{FF2B5EF4-FFF2-40B4-BE49-F238E27FC236}">
                  <a16:creationId xmlns:a16="http://schemas.microsoft.com/office/drawing/2014/main" id="{CE351C59-DA4E-C82E-B384-77E16698A029}"/>
                </a:ext>
              </a:extLst>
            </p:cNvPr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>
              <a:extLst>
                <a:ext uri="{FF2B5EF4-FFF2-40B4-BE49-F238E27FC236}">
                  <a16:creationId xmlns:a16="http://schemas.microsoft.com/office/drawing/2014/main" id="{D16AEE34-2F9C-2963-EC57-3779B05468B3}"/>
                </a:ext>
              </a:extLst>
            </p:cNvPr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>
              <a:extLst>
                <a:ext uri="{FF2B5EF4-FFF2-40B4-BE49-F238E27FC236}">
                  <a16:creationId xmlns:a16="http://schemas.microsoft.com/office/drawing/2014/main" id="{DF718F43-56EF-ED6C-2073-19E557D304EA}"/>
                </a:ext>
              </a:extLst>
            </p:cNvPr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>
              <a:extLst>
                <a:ext uri="{FF2B5EF4-FFF2-40B4-BE49-F238E27FC236}">
                  <a16:creationId xmlns:a16="http://schemas.microsoft.com/office/drawing/2014/main" id="{882844BD-9907-5653-8455-DFDEC44B4019}"/>
                </a:ext>
              </a:extLst>
            </p:cNvPr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>
              <a:extLst>
                <a:ext uri="{FF2B5EF4-FFF2-40B4-BE49-F238E27FC236}">
                  <a16:creationId xmlns:a16="http://schemas.microsoft.com/office/drawing/2014/main" id="{6AA1F32C-716D-00B7-7E54-7E908DB7EB86}"/>
                </a:ext>
              </a:extLst>
            </p:cNvPr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>
              <a:extLst>
                <a:ext uri="{FF2B5EF4-FFF2-40B4-BE49-F238E27FC236}">
                  <a16:creationId xmlns:a16="http://schemas.microsoft.com/office/drawing/2014/main" id="{F6317479-8AE2-F4BD-54E9-BC1190527A92}"/>
                </a:ext>
              </a:extLst>
            </p:cNvPr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>
              <a:extLst>
                <a:ext uri="{FF2B5EF4-FFF2-40B4-BE49-F238E27FC236}">
                  <a16:creationId xmlns:a16="http://schemas.microsoft.com/office/drawing/2014/main" id="{0592832D-1D10-8DAA-207A-ABF5E1D91C23}"/>
                </a:ext>
              </a:extLst>
            </p:cNvPr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>
              <a:extLst>
                <a:ext uri="{FF2B5EF4-FFF2-40B4-BE49-F238E27FC236}">
                  <a16:creationId xmlns:a16="http://schemas.microsoft.com/office/drawing/2014/main" id="{B1A57462-1C3E-0E8C-393C-F3F541649B78}"/>
                </a:ext>
              </a:extLst>
            </p:cNvPr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>
              <a:extLst>
                <a:ext uri="{FF2B5EF4-FFF2-40B4-BE49-F238E27FC236}">
                  <a16:creationId xmlns:a16="http://schemas.microsoft.com/office/drawing/2014/main" id="{F628A061-EEC7-EF4A-9721-FE3E7CE29729}"/>
                </a:ext>
              </a:extLst>
            </p:cNvPr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>
              <a:extLst>
                <a:ext uri="{FF2B5EF4-FFF2-40B4-BE49-F238E27FC236}">
                  <a16:creationId xmlns:a16="http://schemas.microsoft.com/office/drawing/2014/main" id="{32511F1B-5FEB-5B5D-72E2-94A267EA3FC9}"/>
                </a:ext>
              </a:extLst>
            </p:cNvPr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>
              <a:extLst>
                <a:ext uri="{FF2B5EF4-FFF2-40B4-BE49-F238E27FC236}">
                  <a16:creationId xmlns:a16="http://schemas.microsoft.com/office/drawing/2014/main" id="{89472B43-FAA9-0D5E-1C56-7D62B937896B}"/>
                </a:ext>
              </a:extLst>
            </p:cNvPr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>
              <a:extLst>
                <a:ext uri="{FF2B5EF4-FFF2-40B4-BE49-F238E27FC236}">
                  <a16:creationId xmlns:a16="http://schemas.microsoft.com/office/drawing/2014/main" id="{196D4211-81D7-54C2-E297-356B2EE9DEAA}"/>
                </a:ext>
              </a:extLst>
            </p:cNvPr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>
              <a:extLst>
                <a:ext uri="{FF2B5EF4-FFF2-40B4-BE49-F238E27FC236}">
                  <a16:creationId xmlns:a16="http://schemas.microsoft.com/office/drawing/2014/main" id="{79C9479F-9B13-599F-0B9B-2448A82CCE55}"/>
                </a:ext>
              </a:extLst>
            </p:cNvPr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>
              <a:extLst>
                <a:ext uri="{FF2B5EF4-FFF2-40B4-BE49-F238E27FC236}">
                  <a16:creationId xmlns:a16="http://schemas.microsoft.com/office/drawing/2014/main" id="{219C5301-61B6-E4DD-C333-CE4F01846ED9}"/>
                </a:ext>
              </a:extLst>
            </p:cNvPr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>
              <a:extLst>
                <a:ext uri="{FF2B5EF4-FFF2-40B4-BE49-F238E27FC236}">
                  <a16:creationId xmlns:a16="http://schemas.microsoft.com/office/drawing/2014/main" id="{8EE3EE7C-27AE-4B11-BDE1-FAF218AE4839}"/>
                </a:ext>
              </a:extLst>
            </p:cNvPr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>
              <a:extLst>
                <a:ext uri="{FF2B5EF4-FFF2-40B4-BE49-F238E27FC236}">
                  <a16:creationId xmlns:a16="http://schemas.microsoft.com/office/drawing/2014/main" id="{79E8AE51-5160-A5AD-1855-0D2A926398CC}"/>
                </a:ext>
              </a:extLst>
            </p:cNvPr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>
              <a:extLst>
                <a:ext uri="{FF2B5EF4-FFF2-40B4-BE49-F238E27FC236}">
                  <a16:creationId xmlns:a16="http://schemas.microsoft.com/office/drawing/2014/main" id="{C78ED58B-7518-D345-3549-BB2F92D5689A}"/>
                </a:ext>
              </a:extLst>
            </p:cNvPr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>
              <a:extLst>
                <a:ext uri="{FF2B5EF4-FFF2-40B4-BE49-F238E27FC236}">
                  <a16:creationId xmlns:a16="http://schemas.microsoft.com/office/drawing/2014/main" id="{540711EA-EA93-7D82-6A03-682436BB3059}"/>
                </a:ext>
              </a:extLst>
            </p:cNvPr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>
              <a:extLst>
                <a:ext uri="{FF2B5EF4-FFF2-40B4-BE49-F238E27FC236}">
                  <a16:creationId xmlns:a16="http://schemas.microsoft.com/office/drawing/2014/main" id="{33F08ECA-0095-B9DF-9870-553D3A4C431E}"/>
                </a:ext>
              </a:extLst>
            </p:cNvPr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>
              <a:extLst>
                <a:ext uri="{FF2B5EF4-FFF2-40B4-BE49-F238E27FC236}">
                  <a16:creationId xmlns:a16="http://schemas.microsoft.com/office/drawing/2014/main" id="{6E1C8436-322B-FB7D-FB05-F30B5B336AB3}"/>
                </a:ext>
              </a:extLst>
            </p:cNvPr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>
              <a:extLst>
                <a:ext uri="{FF2B5EF4-FFF2-40B4-BE49-F238E27FC236}">
                  <a16:creationId xmlns:a16="http://schemas.microsoft.com/office/drawing/2014/main" id="{2152E0F2-6C58-DD34-FE9A-1970D650CFCA}"/>
                </a:ext>
              </a:extLst>
            </p:cNvPr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>
              <a:extLst>
                <a:ext uri="{FF2B5EF4-FFF2-40B4-BE49-F238E27FC236}">
                  <a16:creationId xmlns:a16="http://schemas.microsoft.com/office/drawing/2014/main" id="{9A334F77-B11F-905C-A93B-2050CE1ED5F8}"/>
                </a:ext>
              </a:extLst>
            </p:cNvPr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>
              <a:extLst>
                <a:ext uri="{FF2B5EF4-FFF2-40B4-BE49-F238E27FC236}">
                  <a16:creationId xmlns:a16="http://schemas.microsoft.com/office/drawing/2014/main" id="{9677CC12-161E-DE7E-BBE8-5278B36A7FF1}"/>
                </a:ext>
              </a:extLst>
            </p:cNvPr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>
              <a:extLst>
                <a:ext uri="{FF2B5EF4-FFF2-40B4-BE49-F238E27FC236}">
                  <a16:creationId xmlns:a16="http://schemas.microsoft.com/office/drawing/2014/main" id="{C8A50EC1-BB48-815D-F85A-8BEE60923A4B}"/>
                </a:ext>
              </a:extLst>
            </p:cNvPr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>
              <a:extLst>
                <a:ext uri="{FF2B5EF4-FFF2-40B4-BE49-F238E27FC236}">
                  <a16:creationId xmlns:a16="http://schemas.microsoft.com/office/drawing/2014/main" id="{BDBD8201-A4C8-BBE6-5676-9ED763814A35}"/>
                </a:ext>
              </a:extLst>
            </p:cNvPr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>
              <a:extLst>
                <a:ext uri="{FF2B5EF4-FFF2-40B4-BE49-F238E27FC236}">
                  <a16:creationId xmlns:a16="http://schemas.microsoft.com/office/drawing/2014/main" id="{1B2C41C1-7495-2D39-167A-2E7F9350F70F}"/>
                </a:ext>
              </a:extLst>
            </p:cNvPr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>
              <a:extLst>
                <a:ext uri="{FF2B5EF4-FFF2-40B4-BE49-F238E27FC236}">
                  <a16:creationId xmlns:a16="http://schemas.microsoft.com/office/drawing/2014/main" id="{55329729-33AF-BAA9-DDAD-E3470FEA24F5}"/>
                </a:ext>
              </a:extLst>
            </p:cNvPr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>
              <a:extLst>
                <a:ext uri="{FF2B5EF4-FFF2-40B4-BE49-F238E27FC236}">
                  <a16:creationId xmlns:a16="http://schemas.microsoft.com/office/drawing/2014/main" id="{4499DB03-5418-8682-842A-0F4AC8C36C31}"/>
                </a:ext>
              </a:extLst>
            </p:cNvPr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>
              <a:extLst>
                <a:ext uri="{FF2B5EF4-FFF2-40B4-BE49-F238E27FC236}">
                  <a16:creationId xmlns:a16="http://schemas.microsoft.com/office/drawing/2014/main" id="{8AE5F279-E33B-CA4B-746E-A8C5EC8EAEDE}"/>
                </a:ext>
              </a:extLst>
            </p:cNvPr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>
              <a:extLst>
                <a:ext uri="{FF2B5EF4-FFF2-40B4-BE49-F238E27FC236}">
                  <a16:creationId xmlns:a16="http://schemas.microsoft.com/office/drawing/2014/main" id="{70A1546C-FF84-4D87-B939-92C92A57D7F5}"/>
                </a:ext>
              </a:extLst>
            </p:cNvPr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>
              <a:extLst>
                <a:ext uri="{FF2B5EF4-FFF2-40B4-BE49-F238E27FC236}">
                  <a16:creationId xmlns:a16="http://schemas.microsoft.com/office/drawing/2014/main" id="{D950B721-DE8B-49DE-F9A0-BBA725D397D2}"/>
                </a:ext>
              </a:extLst>
            </p:cNvPr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>
              <a:extLst>
                <a:ext uri="{FF2B5EF4-FFF2-40B4-BE49-F238E27FC236}">
                  <a16:creationId xmlns:a16="http://schemas.microsoft.com/office/drawing/2014/main" id="{D7B2DD9D-137D-4F24-5BAE-6BD2B2A2A8E7}"/>
                </a:ext>
              </a:extLst>
            </p:cNvPr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>
              <a:extLst>
                <a:ext uri="{FF2B5EF4-FFF2-40B4-BE49-F238E27FC236}">
                  <a16:creationId xmlns:a16="http://schemas.microsoft.com/office/drawing/2014/main" id="{93DEA402-CCBD-51D5-BB7B-E0A3E4488C79}"/>
                </a:ext>
              </a:extLst>
            </p:cNvPr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>
              <a:extLst>
                <a:ext uri="{FF2B5EF4-FFF2-40B4-BE49-F238E27FC236}">
                  <a16:creationId xmlns:a16="http://schemas.microsoft.com/office/drawing/2014/main" id="{B5327AA6-C38B-423B-820A-F5263DCB324C}"/>
                </a:ext>
              </a:extLst>
            </p:cNvPr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>
              <a:extLst>
                <a:ext uri="{FF2B5EF4-FFF2-40B4-BE49-F238E27FC236}">
                  <a16:creationId xmlns:a16="http://schemas.microsoft.com/office/drawing/2014/main" id="{2A85ED98-17DB-D97B-A39F-57A57D974462}"/>
                </a:ext>
              </a:extLst>
            </p:cNvPr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>
              <a:extLst>
                <a:ext uri="{FF2B5EF4-FFF2-40B4-BE49-F238E27FC236}">
                  <a16:creationId xmlns:a16="http://schemas.microsoft.com/office/drawing/2014/main" id="{69178E28-36A0-734B-4FBA-C15DF7DF4542}"/>
                </a:ext>
              </a:extLst>
            </p:cNvPr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>
              <a:extLst>
                <a:ext uri="{FF2B5EF4-FFF2-40B4-BE49-F238E27FC236}">
                  <a16:creationId xmlns:a16="http://schemas.microsoft.com/office/drawing/2014/main" id="{1CF2F27D-BE69-022F-709C-E6A4893EB325}"/>
                </a:ext>
              </a:extLst>
            </p:cNvPr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>
              <a:extLst>
                <a:ext uri="{FF2B5EF4-FFF2-40B4-BE49-F238E27FC236}">
                  <a16:creationId xmlns:a16="http://schemas.microsoft.com/office/drawing/2014/main" id="{14690E78-FE55-180D-2473-B7A4B1E4640A}"/>
                </a:ext>
              </a:extLst>
            </p:cNvPr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>
              <a:extLst>
                <a:ext uri="{FF2B5EF4-FFF2-40B4-BE49-F238E27FC236}">
                  <a16:creationId xmlns:a16="http://schemas.microsoft.com/office/drawing/2014/main" id="{0EB1DD4F-BBEE-1BD2-D928-AF3254396C61}"/>
                </a:ext>
              </a:extLst>
            </p:cNvPr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>
              <a:extLst>
                <a:ext uri="{FF2B5EF4-FFF2-40B4-BE49-F238E27FC236}">
                  <a16:creationId xmlns:a16="http://schemas.microsoft.com/office/drawing/2014/main" id="{1264C52D-3ACC-2253-4B73-B1820E200B6F}"/>
                </a:ext>
              </a:extLst>
            </p:cNvPr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>
              <a:extLst>
                <a:ext uri="{FF2B5EF4-FFF2-40B4-BE49-F238E27FC236}">
                  <a16:creationId xmlns:a16="http://schemas.microsoft.com/office/drawing/2014/main" id="{E2B7669F-9052-6484-0642-A7337408B22D}"/>
                </a:ext>
              </a:extLst>
            </p:cNvPr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>
              <a:extLst>
                <a:ext uri="{FF2B5EF4-FFF2-40B4-BE49-F238E27FC236}">
                  <a16:creationId xmlns:a16="http://schemas.microsoft.com/office/drawing/2014/main" id="{988ABC19-309E-0394-0F8E-9B810098F22F}"/>
                </a:ext>
              </a:extLst>
            </p:cNvPr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>
              <a:extLst>
                <a:ext uri="{FF2B5EF4-FFF2-40B4-BE49-F238E27FC236}">
                  <a16:creationId xmlns:a16="http://schemas.microsoft.com/office/drawing/2014/main" id="{38EFF5BA-E6D3-403B-9B68-810D2A52EA1C}"/>
                </a:ext>
              </a:extLst>
            </p:cNvPr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>
              <a:extLst>
                <a:ext uri="{FF2B5EF4-FFF2-40B4-BE49-F238E27FC236}">
                  <a16:creationId xmlns:a16="http://schemas.microsoft.com/office/drawing/2014/main" id="{E055C9AA-E8E1-A3F6-E600-2F01FDF7CB54}"/>
                </a:ext>
              </a:extLst>
            </p:cNvPr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>
              <a:extLst>
                <a:ext uri="{FF2B5EF4-FFF2-40B4-BE49-F238E27FC236}">
                  <a16:creationId xmlns:a16="http://schemas.microsoft.com/office/drawing/2014/main" id="{10C3EA98-710E-6547-9FD6-E0CBDEDD208C}"/>
                </a:ext>
              </a:extLst>
            </p:cNvPr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>
              <a:extLst>
                <a:ext uri="{FF2B5EF4-FFF2-40B4-BE49-F238E27FC236}">
                  <a16:creationId xmlns:a16="http://schemas.microsoft.com/office/drawing/2014/main" id="{098151E6-DE18-6E81-79E8-19887946F6C4}"/>
                </a:ext>
              </a:extLst>
            </p:cNvPr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>
              <a:extLst>
                <a:ext uri="{FF2B5EF4-FFF2-40B4-BE49-F238E27FC236}">
                  <a16:creationId xmlns:a16="http://schemas.microsoft.com/office/drawing/2014/main" id="{109FB8D3-9F18-D733-C956-75D004E083A1}"/>
                </a:ext>
              </a:extLst>
            </p:cNvPr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>
              <a:extLst>
                <a:ext uri="{FF2B5EF4-FFF2-40B4-BE49-F238E27FC236}">
                  <a16:creationId xmlns:a16="http://schemas.microsoft.com/office/drawing/2014/main" id="{8EDE34A6-4E0B-B080-D23C-BDE73CD31BBC}"/>
                </a:ext>
              </a:extLst>
            </p:cNvPr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>
              <a:extLst>
                <a:ext uri="{FF2B5EF4-FFF2-40B4-BE49-F238E27FC236}">
                  <a16:creationId xmlns:a16="http://schemas.microsoft.com/office/drawing/2014/main" id="{0EEDCA94-0197-BE78-6489-57F5E8E8BCB4}"/>
                </a:ext>
              </a:extLst>
            </p:cNvPr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>
              <a:extLst>
                <a:ext uri="{FF2B5EF4-FFF2-40B4-BE49-F238E27FC236}">
                  <a16:creationId xmlns:a16="http://schemas.microsoft.com/office/drawing/2014/main" id="{597F2237-2752-A724-264F-39CF4F1494AD}"/>
                </a:ext>
              </a:extLst>
            </p:cNvPr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>
              <a:extLst>
                <a:ext uri="{FF2B5EF4-FFF2-40B4-BE49-F238E27FC236}">
                  <a16:creationId xmlns:a16="http://schemas.microsoft.com/office/drawing/2014/main" id="{70C7C767-463F-8DAB-B065-FCA969D863A3}"/>
                </a:ext>
              </a:extLst>
            </p:cNvPr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>
              <a:extLst>
                <a:ext uri="{FF2B5EF4-FFF2-40B4-BE49-F238E27FC236}">
                  <a16:creationId xmlns:a16="http://schemas.microsoft.com/office/drawing/2014/main" id="{48A188A3-0124-5271-FF9F-3D6A0531EAD4}"/>
                </a:ext>
              </a:extLst>
            </p:cNvPr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>
              <a:extLst>
                <a:ext uri="{FF2B5EF4-FFF2-40B4-BE49-F238E27FC236}">
                  <a16:creationId xmlns:a16="http://schemas.microsoft.com/office/drawing/2014/main" id="{45806522-BAB5-1553-1005-A3281EC00B9B}"/>
                </a:ext>
              </a:extLst>
            </p:cNvPr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>
              <a:extLst>
                <a:ext uri="{FF2B5EF4-FFF2-40B4-BE49-F238E27FC236}">
                  <a16:creationId xmlns:a16="http://schemas.microsoft.com/office/drawing/2014/main" id="{3DABDC29-061F-8EAC-A8FE-DC670071A95C}"/>
                </a:ext>
              </a:extLst>
            </p:cNvPr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>
              <a:extLst>
                <a:ext uri="{FF2B5EF4-FFF2-40B4-BE49-F238E27FC236}">
                  <a16:creationId xmlns:a16="http://schemas.microsoft.com/office/drawing/2014/main" id="{0BC1976D-72B3-ABB6-EBB0-7A7A1083D529}"/>
                </a:ext>
              </a:extLst>
            </p:cNvPr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>
              <a:extLst>
                <a:ext uri="{FF2B5EF4-FFF2-40B4-BE49-F238E27FC236}">
                  <a16:creationId xmlns:a16="http://schemas.microsoft.com/office/drawing/2014/main" id="{07919A3C-C1DA-882D-528C-7E52066A3C5F}"/>
                </a:ext>
              </a:extLst>
            </p:cNvPr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>
              <a:extLst>
                <a:ext uri="{FF2B5EF4-FFF2-40B4-BE49-F238E27FC236}">
                  <a16:creationId xmlns:a16="http://schemas.microsoft.com/office/drawing/2014/main" id="{8F0401A3-F3E5-3E01-4E0C-0FFE40CFF71E}"/>
                </a:ext>
              </a:extLst>
            </p:cNvPr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>
              <a:extLst>
                <a:ext uri="{FF2B5EF4-FFF2-40B4-BE49-F238E27FC236}">
                  <a16:creationId xmlns:a16="http://schemas.microsoft.com/office/drawing/2014/main" id="{CE0BE5D6-9CCB-DB00-8FD0-B4D50C7C3BD1}"/>
                </a:ext>
              </a:extLst>
            </p:cNvPr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>
              <a:extLst>
                <a:ext uri="{FF2B5EF4-FFF2-40B4-BE49-F238E27FC236}">
                  <a16:creationId xmlns:a16="http://schemas.microsoft.com/office/drawing/2014/main" id="{92FA20A4-C562-DBF8-7D46-08452A8F2C11}"/>
                </a:ext>
              </a:extLst>
            </p:cNvPr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>
              <a:extLst>
                <a:ext uri="{FF2B5EF4-FFF2-40B4-BE49-F238E27FC236}">
                  <a16:creationId xmlns:a16="http://schemas.microsoft.com/office/drawing/2014/main" id="{08CCD4D3-010C-B1F0-D092-6A93C0CA26C1}"/>
                </a:ext>
              </a:extLst>
            </p:cNvPr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>
              <a:extLst>
                <a:ext uri="{FF2B5EF4-FFF2-40B4-BE49-F238E27FC236}">
                  <a16:creationId xmlns:a16="http://schemas.microsoft.com/office/drawing/2014/main" id="{19F54989-2694-1EFD-16E5-326B1A15AF29}"/>
                </a:ext>
              </a:extLst>
            </p:cNvPr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>
              <a:extLst>
                <a:ext uri="{FF2B5EF4-FFF2-40B4-BE49-F238E27FC236}">
                  <a16:creationId xmlns:a16="http://schemas.microsoft.com/office/drawing/2014/main" id="{1548C1EB-1D8E-8042-4A16-D3E51388FDDE}"/>
                </a:ext>
              </a:extLst>
            </p:cNvPr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>
              <a:extLst>
                <a:ext uri="{FF2B5EF4-FFF2-40B4-BE49-F238E27FC236}">
                  <a16:creationId xmlns:a16="http://schemas.microsoft.com/office/drawing/2014/main" id="{06616B70-9EE1-2D1C-7C8F-9CA4EB577521}"/>
                </a:ext>
              </a:extLst>
            </p:cNvPr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>
              <a:extLst>
                <a:ext uri="{FF2B5EF4-FFF2-40B4-BE49-F238E27FC236}">
                  <a16:creationId xmlns:a16="http://schemas.microsoft.com/office/drawing/2014/main" id="{FA492258-EA16-4522-6442-D0C31EBC0DD6}"/>
                </a:ext>
              </a:extLst>
            </p:cNvPr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>
              <a:extLst>
                <a:ext uri="{FF2B5EF4-FFF2-40B4-BE49-F238E27FC236}">
                  <a16:creationId xmlns:a16="http://schemas.microsoft.com/office/drawing/2014/main" id="{1A872480-EDC3-9B7A-8826-EDE5E50201BB}"/>
                </a:ext>
              </a:extLst>
            </p:cNvPr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>
              <a:extLst>
                <a:ext uri="{FF2B5EF4-FFF2-40B4-BE49-F238E27FC236}">
                  <a16:creationId xmlns:a16="http://schemas.microsoft.com/office/drawing/2014/main" id="{9F1DAC80-6C13-7E34-AE88-D7848B544524}"/>
                </a:ext>
              </a:extLst>
            </p:cNvPr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>
              <a:extLst>
                <a:ext uri="{FF2B5EF4-FFF2-40B4-BE49-F238E27FC236}">
                  <a16:creationId xmlns:a16="http://schemas.microsoft.com/office/drawing/2014/main" id="{9F72AF9D-5ED7-D425-77B5-31239E4880DA}"/>
                </a:ext>
              </a:extLst>
            </p:cNvPr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>
              <a:extLst>
                <a:ext uri="{FF2B5EF4-FFF2-40B4-BE49-F238E27FC236}">
                  <a16:creationId xmlns:a16="http://schemas.microsoft.com/office/drawing/2014/main" id="{10736BA5-8ED6-20C9-A2D5-6428E985628F}"/>
                </a:ext>
              </a:extLst>
            </p:cNvPr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>
              <a:extLst>
                <a:ext uri="{FF2B5EF4-FFF2-40B4-BE49-F238E27FC236}">
                  <a16:creationId xmlns:a16="http://schemas.microsoft.com/office/drawing/2014/main" id="{E107F76E-3D59-D015-7344-C40C9A77E1C3}"/>
                </a:ext>
              </a:extLst>
            </p:cNvPr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>
              <a:extLst>
                <a:ext uri="{FF2B5EF4-FFF2-40B4-BE49-F238E27FC236}">
                  <a16:creationId xmlns:a16="http://schemas.microsoft.com/office/drawing/2014/main" id="{D3CA0553-605D-C7D2-6DF9-3B1056DB9768}"/>
                </a:ext>
              </a:extLst>
            </p:cNvPr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>
              <a:extLst>
                <a:ext uri="{FF2B5EF4-FFF2-40B4-BE49-F238E27FC236}">
                  <a16:creationId xmlns:a16="http://schemas.microsoft.com/office/drawing/2014/main" id="{718293E5-71DA-77F5-964E-5202E689820B}"/>
                </a:ext>
              </a:extLst>
            </p:cNvPr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>
              <a:extLst>
                <a:ext uri="{FF2B5EF4-FFF2-40B4-BE49-F238E27FC236}">
                  <a16:creationId xmlns:a16="http://schemas.microsoft.com/office/drawing/2014/main" id="{BFBACB08-AE7A-89F0-AF1B-906C091DA33D}"/>
                </a:ext>
              </a:extLst>
            </p:cNvPr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>
              <a:extLst>
                <a:ext uri="{FF2B5EF4-FFF2-40B4-BE49-F238E27FC236}">
                  <a16:creationId xmlns:a16="http://schemas.microsoft.com/office/drawing/2014/main" id="{FC1084AD-AA6B-A1DB-FB3C-C453C11DEF95}"/>
                </a:ext>
              </a:extLst>
            </p:cNvPr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>
              <a:extLst>
                <a:ext uri="{FF2B5EF4-FFF2-40B4-BE49-F238E27FC236}">
                  <a16:creationId xmlns:a16="http://schemas.microsoft.com/office/drawing/2014/main" id="{E5D871BE-8463-1294-D9B0-25B0FEBB39B7}"/>
                </a:ext>
              </a:extLst>
            </p:cNvPr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>
              <a:extLst>
                <a:ext uri="{FF2B5EF4-FFF2-40B4-BE49-F238E27FC236}">
                  <a16:creationId xmlns:a16="http://schemas.microsoft.com/office/drawing/2014/main" id="{9E6A2C5A-80E4-C4E5-277C-727480CC9DC5}"/>
                </a:ext>
              </a:extLst>
            </p:cNvPr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>
              <a:extLst>
                <a:ext uri="{FF2B5EF4-FFF2-40B4-BE49-F238E27FC236}">
                  <a16:creationId xmlns:a16="http://schemas.microsoft.com/office/drawing/2014/main" id="{E7BADD7F-2201-63D3-B611-912951E02606}"/>
                </a:ext>
              </a:extLst>
            </p:cNvPr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>
              <a:extLst>
                <a:ext uri="{FF2B5EF4-FFF2-40B4-BE49-F238E27FC236}">
                  <a16:creationId xmlns:a16="http://schemas.microsoft.com/office/drawing/2014/main" id="{B0A81C49-2F74-1C8B-F8F2-BC7015170BF3}"/>
                </a:ext>
              </a:extLst>
            </p:cNvPr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>
              <a:extLst>
                <a:ext uri="{FF2B5EF4-FFF2-40B4-BE49-F238E27FC236}">
                  <a16:creationId xmlns:a16="http://schemas.microsoft.com/office/drawing/2014/main" id="{A228F7DE-F143-52F2-BE89-A8E29969591A}"/>
                </a:ext>
              </a:extLst>
            </p:cNvPr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>
              <a:extLst>
                <a:ext uri="{FF2B5EF4-FFF2-40B4-BE49-F238E27FC236}">
                  <a16:creationId xmlns:a16="http://schemas.microsoft.com/office/drawing/2014/main" id="{B46BF0DB-2F1B-5724-F210-0414D1635067}"/>
                </a:ext>
              </a:extLst>
            </p:cNvPr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>
              <a:extLst>
                <a:ext uri="{FF2B5EF4-FFF2-40B4-BE49-F238E27FC236}">
                  <a16:creationId xmlns:a16="http://schemas.microsoft.com/office/drawing/2014/main" id="{CB1DD485-5B47-C510-3C2B-6FC647AB76CC}"/>
                </a:ext>
              </a:extLst>
            </p:cNvPr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>
              <a:extLst>
                <a:ext uri="{FF2B5EF4-FFF2-40B4-BE49-F238E27FC236}">
                  <a16:creationId xmlns:a16="http://schemas.microsoft.com/office/drawing/2014/main" id="{462A65A9-0D3B-CB3D-51CD-33A500FF6A94}"/>
                </a:ext>
              </a:extLst>
            </p:cNvPr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>
              <a:extLst>
                <a:ext uri="{FF2B5EF4-FFF2-40B4-BE49-F238E27FC236}">
                  <a16:creationId xmlns:a16="http://schemas.microsoft.com/office/drawing/2014/main" id="{6907B93B-A585-84F7-6275-928A2E2B8D77}"/>
                </a:ext>
              </a:extLst>
            </p:cNvPr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>
              <a:extLst>
                <a:ext uri="{FF2B5EF4-FFF2-40B4-BE49-F238E27FC236}">
                  <a16:creationId xmlns:a16="http://schemas.microsoft.com/office/drawing/2014/main" id="{503A65C7-72C7-AD62-4E3D-A7947563E880}"/>
                </a:ext>
              </a:extLst>
            </p:cNvPr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>
              <a:extLst>
                <a:ext uri="{FF2B5EF4-FFF2-40B4-BE49-F238E27FC236}">
                  <a16:creationId xmlns:a16="http://schemas.microsoft.com/office/drawing/2014/main" id="{53FD8807-9F75-465F-F703-A30A9A1BAEFB}"/>
                </a:ext>
              </a:extLst>
            </p:cNvPr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>
              <a:extLst>
                <a:ext uri="{FF2B5EF4-FFF2-40B4-BE49-F238E27FC236}">
                  <a16:creationId xmlns:a16="http://schemas.microsoft.com/office/drawing/2014/main" id="{28098356-62A0-B5FF-EE58-B9E2C9F8333C}"/>
                </a:ext>
              </a:extLst>
            </p:cNvPr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>
              <a:extLst>
                <a:ext uri="{FF2B5EF4-FFF2-40B4-BE49-F238E27FC236}">
                  <a16:creationId xmlns:a16="http://schemas.microsoft.com/office/drawing/2014/main" id="{63C01C37-2E8A-BCEB-61D4-D4AC2D6BC296}"/>
                </a:ext>
              </a:extLst>
            </p:cNvPr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>
              <a:extLst>
                <a:ext uri="{FF2B5EF4-FFF2-40B4-BE49-F238E27FC236}">
                  <a16:creationId xmlns:a16="http://schemas.microsoft.com/office/drawing/2014/main" id="{112BFA5B-80B9-73B6-2A80-656D2BA65F2D}"/>
                </a:ext>
              </a:extLst>
            </p:cNvPr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>
              <a:extLst>
                <a:ext uri="{FF2B5EF4-FFF2-40B4-BE49-F238E27FC236}">
                  <a16:creationId xmlns:a16="http://schemas.microsoft.com/office/drawing/2014/main" id="{BA986607-6400-8C3A-2DC7-A6E8496CB735}"/>
                </a:ext>
              </a:extLst>
            </p:cNvPr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>
              <a:extLst>
                <a:ext uri="{FF2B5EF4-FFF2-40B4-BE49-F238E27FC236}">
                  <a16:creationId xmlns:a16="http://schemas.microsoft.com/office/drawing/2014/main" id="{B5B8053F-D901-7414-BCFA-B09BD2329538}"/>
                </a:ext>
              </a:extLst>
            </p:cNvPr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>
              <a:extLst>
                <a:ext uri="{FF2B5EF4-FFF2-40B4-BE49-F238E27FC236}">
                  <a16:creationId xmlns:a16="http://schemas.microsoft.com/office/drawing/2014/main" id="{6EB68A87-B760-DCC2-67F8-ED6ED1FDCA1F}"/>
                </a:ext>
              </a:extLst>
            </p:cNvPr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>
              <a:extLst>
                <a:ext uri="{FF2B5EF4-FFF2-40B4-BE49-F238E27FC236}">
                  <a16:creationId xmlns:a16="http://schemas.microsoft.com/office/drawing/2014/main" id="{86E44159-96F8-7AD4-9722-41FC57F33A30}"/>
                </a:ext>
              </a:extLst>
            </p:cNvPr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>
              <a:extLst>
                <a:ext uri="{FF2B5EF4-FFF2-40B4-BE49-F238E27FC236}">
                  <a16:creationId xmlns:a16="http://schemas.microsoft.com/office/drawing/2014/main" id="{527ABE4E-9DDB-8393-5F61-1B265717FFA5}"/>
                </a:ext>
              </a:extLst>
            </p:cNvPr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>
              <a:extLst>
                <a:ext uri="{FF2B5EF4-FFF2-40B4-BE49-F238E27FC236}">
                  <a16:creationId xmlns:a16="http://schemas.microsoft.com/office/drawing/2014/main" id="{C5EE509D-9681-42AF-623A-E6BB4754B8BF}"/>
                </a:ext>
              </a:extLst>
            </p:cNvPr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>
              <a:extLst>
                <a:ext uri="{FF2B5EF4-FFF2-40B4-BE49-F238E27FC236}">
                  <a16:creationId xmlns:a16="http://schemas.microsoft.com/office/drawing/2014/main" id="{E78ED640-D2F1-2608-51F8-6A8823B07C70}"/>
                </a:ext>
              </a:extLst>
            </p:cNvPr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>
              <a:extLst>
                <a:ext uri="{FF2B5EF4-FFF2-40B4-BE49-F238E27FC236}">
                  <a16:creationId xmlns:a16="http://schemas.microsoft.com/office/drawing/2014/main" id="{9CA17A2B-D54F-D957-0449-0439FAE9B7EA}"/>
                </a:ext>
              </a:extLst>
            </p:cNvPr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>
              <a:extLst>
                <a:ext uri="{FF2B5EF4-FFF2-40B4-BE49-F238E27FC236}">
                  <a16:creationId xmlns:a16="http://schemas.microsoft.com/office/drawing/2014/main" id="{2B0AF464-9CC2-8CD7-FC9F-B0365A3568DA}"/>
                </a:ext>
              </a:extLst>
            </p:cNvPr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>
              <a:extLst>
                <a:ext uri="{FF2B5EF4-FFF2-40B4-BE49-F238E27FC236}">
                  <a16:creationId xmlns:a16="http://schemas.microsoft.com/office/drawing/2014/main" id="{71EBEC3A-B1BC-77D0-3842-90D0DCD06C1D}"/>
                </a:ext>
              </a:extLst>
            </p:cNvPr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>
              <a:extLst>
                <a:ext uri="{FF2B5EF4-FFF2-40B4-BE49-F238E27FC236}">
                  <a16:creationId xmlns:a16="http://schemas.microsoft.com/office/drawing/2014/main" id="{CBC91700-D6D4-6AB0-163F-A7B4499C8036}"/>
                </a:ext>
              </a:extLst>
            </p:cNvPr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>
              <a:extLst>
                <a:ext uri="{FF2B5EF4-FFF2-40B4-BE49-F238E27FC236}">
                  <a16:creationId xmlns:a16="http://schemas.microsoft.com/office/drawing/2014/main" id="{55141CF9-92E6-EEA2-8754-2925A86DB0CE}"/>
                </a:ext>
              </a:extLst>
            </p:cNvPr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>
              <a:extLst>
                <a:ext uri="{FF2B5EF4-FFF2-40B4-BE49-F238E27FC236}">
                  <a16:creationId xmlns:a16="http://schemas.microsoft.com/office/drawing/2014/main" id="{F5663B4A-1342-D302-C095-D7A9EC0844A9}"/>
                </a:ext>
              </a:extLst>
            </p:cNvPr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>
              <a:extLst>
                <a:ext uri="{FF2B5EF4-FFF2-40B4-BE49-F238E27FC236}">
                  <a16:creationId xmlns:a16="http://schemas.microsoft.com/office/drawing/2014/main" id="{9A8E9E22-B563-0682-5FD7-CDED2727E03A}"/>
                </a:ext>
              </a:extLst>
            </p:cNvPr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>
              <a:extLst>
                <a:ext uri="{FF2B5EF4-FFF2-40B4-BE49-F238E27FC236}">
                  <a16:creationId xmlns:a16="http://schemas.microsoft.com/office/drawing/2014/main" id="{327E6321-B92E-CB12-A35A-51D8801F39A8}"/>
                </a:ext>
              </a:extLst>
            </p:cNvPr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>
              <a:extLst>
                <a:ext uri="{FF2B5EF4-FFF2-40B4-BE49-F238E27FC236}">
                  <a16:creationId xmlns:a16="http://schemas.microsoft.com/office/drawing/2014/main" id="{4BBACB01-B2B9-A3B7-55A1-5FAA78310BD6}"/>
                </a:ext>
              </a:extLst>
            </p:cNvPr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>
              <a:extLst>
                <a:ext uri="{FF2B5EF4-FFF2-40B4-BE49-F238E27FC236}">
                  <a16:creationId xmlns:a16="http://schemas.microsoft.com/office/drawing/2014/main" id="{748F58CB-0863-B13B-719E-57C7B9F977DC}"/>
                </a:ext>
              </a:extLst>
            </p:cNvPr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>
              <a:extLst>
                <a:ext uri="{FF2B5EF4-FFF2-40B4-BE49-F238E27FC236}">
                  <a16:creationId xmlns:a16="http://schemas.microsoft.com/office/drawing/2014/main" id="{43D3CA82-D243-10DA-8FF1-F4D08B56C39B}"/>
                </a:ext>
              </a:extLst>
            </p:cNvPr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>
              <a:extLst>
                <a:ext uri="{FF2B5EF4-FFF2-40B4-BE49-F238E27FC236}">
                  <a16:creationId xmlns:a16="http://schemas.microsoft.com/office/drawing/2014/main" id="{94FA7992-05E7-B2F7-4667-7AB33CEB27BE}"/>
                </a:ext>
              </a:extLst>
            </p:cNvPr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>
              <a:extLst>
                <a:ext uri="{FF2B5EF4-FFF2-40B4-BE49-F238E27FC236}">
                  <a16:creationId xmlns:a16="http://schemas.microsoft.com/office/drawing/2014/main" id="{DB759729-EA48-1418-CBA6-4582C90773AB}"/>
                </a:ext>
              </a:extLst>
            </p:cNvPr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>
              <a:extLst>
                <a:ext uri="{FF2B5EF4-FFF2-40B4-BE49-F238E27FC236}">
                  <a16:creationId xmlns:a16="http://schemas.microsoft.com/office/drawing/2014/main" id="{D33D2316-1633-4F34-09CF-BD4EE90E134A}"/>
                </a:ext>
              </a:extLst>
            </p:cNvPr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>
              <a:extLst>
                <a:ext uri="{FF2B5EF4-FFF2-40B4-BE49-F238E27FC236}">
                  <a16:creationId xmlns:a16="http://schemas.microsoft.com/office/drawing/2014/main" id="{B4BC1BD8-BA3C-AC65-C507-F68C7EFCE632}"/>
                </a:ext>
              </a:extLst>
            </p:cNvPr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>
              <a:extLst>
                <a:ext uri="{FF2B5EF4-FFF2-40B4-BE49-F238E27FC236}">
                  <a16:creationId xmlns:a16="http://schemas.microsoft.com/office/drawing/2014/main" id="{BDC84248-2B7A-3CE1-3480-016222F73FDF}"/>
                </a:ext>
              </a:extLst>
            </p:cNvPr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>
              <a:extLst>
                <a:ext uri="{FF2B5EF4-FFF2-40B4-BE49-F238E27FC236}">
                  <a16:creationId xmlns:a16="http://schemas.microsoft.com/office/drawing/2014/main" id="{2F79DA35-DCCC-75A1-9F50-ED4A751B1FA7}"/>
                </a:ext>
              </a:extLst>
            </p:cNvPr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>
              <a:extLst>
                <a:ext uri="{FF2B5EF4-FFF2-40B4-BE49-F238E27FC236}">
                  <a16:creationId xmlns:a16="http://schemas.microsoft.com/office/drawing/2014/main" id="{F6EAC876-DAF1-416E-8EAB-BCB4AC38830B}"/>
                </a:ext>
              </a:extLst>
            </p:cNvPr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>
              <a:extLst>
                <a:ext uri="{FF2B5EF4-FFF2-40B4-BE49-F238E27FC236}">
                  <a16:creationId xmlns:a16="http://schemas.microsoft.com/office/drawing/2014/main" id="{5EDB0DA7-EBEF-7F69-DDC3-9FBB91A4A653}"/>
                </a:ext>
              </a:extLst>
            </p:cNvPr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>
              <a:extLst>
                <a:ext uri="{FF2B5EF4-FFF2-40B4-BE49-F238E27FC236}">
                  <a16:creationId xmlns:a16="http://schemas.microsoft.com/office/drawing/2014/main" id="{6A877BC0-3EF5-B93A-8A9C-87FA901580B8}"/>
                </a:ext>
              </a:extLst>
            </p:cNvPr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>
              <a:extLst>
                <a:ext uri="{FF2B5EF4-FFF2-40B4-BE49-F238E27FC236}">
                  <a16:creationId xmlns:a16="http://schemas.microsoft.com/office/drawing/2014/main" id="{1320DEFA-AB4A-8119-6DFE-2229FC178FA9}"/>
                </a:ext>
              </a:extLst>
            </p:cNvPr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>
              <a:extLst>
                <a:ext uri="{FF2B5EF4-FFF2-40B4-BE49-F238E27FC236}">
                  <a16:creationId xmlns:a16="http://schemas.microsoft.com/office/drawing/2014/main" id="{05CD23BC-E2E8-ECC3-E6C0-31153B7F30FC}"/>
                </a:ext>
              </a:extLst>
            </p:cNvPr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>
              <a:extLst>
                <a:ext uri="{FF2B5EF4-FFF2-40B4-BE49-F238E27FC236}">
                  <a16:creationId xmlns:a16="http://schemas.microsoft.com/office/drawing/2014/main" id="{D49DA47A-0B30-BFBF-23B3-AA249B0A2084}"/>
                </a:ext>
              </a:extLst>
            </p:cNvPr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>
              <a:extLst>
                <a:ext uri="{FF2B5EF4-FFF2-40B4-BE49-F238E27FC236}">
                  <a16:creationId xmlns:a16="http://schemas.microsoft.com/office/drawing/2014/main" id="{C5F9A40F-1788-24E1-C4B3-E1008612CC65}"/>
                </a:ext>
              </a:extLst>
            </p:cNvPr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>
              <a:extLst>
                <a:ext uri="{FF2B5EF4-FFF2-40B4-BE49-F238E27FC236}">
                  <a16:creationId xmlns:a16="http://schemas.microsoft.com/office/drawing/2014/main" id="{7ACE2E96-34C8-0722-3C0B-29089CA6DFAC}"/>
                </a:ext>
              </a:extLst>
            </p:cNvPr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>
              <a:extLst>
                <a:ext uri="{FF2B5EF4-FFF2-40B4-BE49-F238E27FC236}">
                  <a16:creationId xmlns:a16="http://schemas.microsoft.com/office/drawing/2014/main" id="{84F93DEF-8C3A-7EF8-A97B-5C4579F6CEAD}"/>
                </a:ext>
              </a:extLst>
            </p:cNvPr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>
              <a:extLst>
                <a:ext uri="{FF2B5EF4-FFF2-40B4-BE49-F238E27FC236}">
                  <a16:creationId xmlns:a16="http://schemas.microsoft.com/office/drawing/2014/main" id="{E8330A2B-8C24-31A4-6976-6B6B2BFCC8B4}"/>
                </a:ext>
              </a:extLst>
            </p:cNvPr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>
              <a:extLst>
                <a:ext uri="{FF2B5EF4-FFF2-40B4-BE49-F238E27FC236}">
                  <a16:creationId xmlns:a16="http://schemas.microsoft.com/office/drawing/2014/main" id="{B18FE8B2-A399-22ED-B5C9-965DE263DA98}"/>
                </a:ext>
              </a:extLst>
            </p:cNvPr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>
              <a:extLst>
                <a:ext uri="{FF2B5EF4-FFF2-40B4-BE49-F238E27FC236}">
                  <a16:creationId xmlns:a16="http://schemas.microsoft.com/office/drawing/2014/main" id="{0E35931A-2199-A7A8-54D6-F0BD3E501930}"/>
                </a:ext>
              </a:extLst>
            </p:cNvPr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>
              <a:extLst>
                <a:ext uri="{FF2B5EF4-FFF2-40B4-BE49-F238E27FC236}">
                  <a16:creationId xmlns:a16="http://schemas.microsoft.com/office/drawing/2014/main" id="{A87AB0B3-890B-7993-85D2-43CBF055763D}"/>
                </a:ext>
              </a:extLst>
            </p:cNvPr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>
              <a:extLst>
                <a:ext uri="{FF2B5EF4-FFF2-40B4-BE49-F238E27FC236}">
                  <a16:creationId xmlns:a16="http://schemas.microsoft.com/office/drawing/2014/main" id="{4C259CDD-EC63-C8A2-F26C-6FFC7FCC563F}"/>
                </a:ext>
              </a:extLst>
            </p:cNvPr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>
              <a:extLst>
                <a:ext uri="{FF2B5EF4-FFF2-40B4-BE49-F238E27FC236}">
                  <a16:creationId xmlns:a16="http://schemas.microsoft.com/office/drawing/2014/main" id="{9973BFE2-A1B4-C91A-1097-AC932D982CDE}"/>
                </a:ext>
              </a:extLst>
            </p:cNvPr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>
              <a:extLst>
                <a:ext uri="{FF2B5EF4-FFF2-40B4-BE49-F238E27FC236}">
                  <a16:creationId xmlns:a16="http://schemas.microsoft.com/office/drawing/2014/main" id="{33A6A00A-3776-D47D-08E6-398DB588AD66}"/>
                </a:ext>
              </a:extLst>
            </p:cNvPr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>
              <a:extLst>
                <a:ext uri="{FF2B5EF4-FFF2-40B4-BE49-F238E27FC236}">
                  <a16:creationId xmlns:a16="http://schemas.microsoft.com/office/drawing/2014/main" id="{72087EAB-D2FA-ABC4-FBD4-C4D6D88CBA45}"/>
                </a:ext>
              </a:extLst>
            </p:cNvPr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>
              <a:extLst>
                <a:ext uri="{FF2B5EF4-FFF2-40B4-BE49-F238E27FC236}">
                  <a16:creationId xmlns:a16="http://schemas.microsoft.com/office/drawing/2014/main" id="{9428AD01-4293-A900-990E-920D26FAD99B}"/>
                </a:ext>
              </a:extLst>
            </p:cNvPr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>
              <a:extLst>
                <a:ext uri="{FF2B5EF4-FFF2-40B4-BE49-F238E27FC236}">
                  <a16:creationId xmlns:a16="http://schemas.microsoft.com/office/drawing/2014/main" id="{0F6928EC-5B5E-B193-E53D-567EE52CDCDB}"/>
                </a:ext>
              </a:extLst>
            </p:cNvPr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>
              <a:extLst>
                <a:ext uri="{FF2B5EF4-FFF2-40B4-BE49-F238E27FC236}">
                  <a16:creationId xmlns:a16="http://schemas.microsoft.com/office/drawing/2014/main" id="{B823E7CB-70E6-79F5-0EDC-84E73B67A5A9}"/>
                </a:ext>
              </a:extLst>
            </p:cNvPr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>
              <a:extLst>
                <a:ext uri="{FF2B5EF4-FFF2-40B4-BE49-F238E27FC236}">
                  <a16:creationId xmlns:a16="http://schemas.microsoft.com/office/drawing/2014/main" id="{C08742FA-547A-0079-815D-7ABCBECE114E}"/>
                </a:ext>
              </a:extLst>
            </p:cNvPr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>
              <a:extLst>
                <a:ext uri="{FF2B5EF4-FFF2-40B4-BE49-F238E27FC236}">
                  <a16:creationId xmlns:a16="http://schemas.microsoft.com/office/drawing/2014/main" id="{FD8A404E-0470-CB69-FDF9-4FCF4E541BDF}"/>
                </a:ext>
              </a:extLst>
            </p:cNvPr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>
              <a:extLst>
                <a:ext uri="{FF2B5EF4-FFF2-40B4-BE49-F238E27FC236}">
                  <a16:creationId xmlns:a16="http://schemas.microsoft.com/office/drawing/2014/main" id="{8F0D2557-9D22-9CFB-D031-DA0ED17A61EA}"/>
                </a:ext>
              </a:extLst>
            </p:cNvPr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>
              <a:extLst>
                <a:ext uri="{FF2B5EF4-FFF2-40B4-BE49-F238E27FC236}">
                  <a16:creationId xmlns:a16="http://schemas.microsoft.com/office/drawing/2014/main" id="{00B2726E-066B-676F-8BA4-41B8B0240801}"/>
                </a:ext>
              </a:extLst>
            </p:cNvPr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>
              <a:extLst>
                <a:ext uri="{FF2B5EF4-FFF2-40B4-BE49-F238E27FC236}">
                  <a16:creationId xmlns:a16="http://schemas.microsoft.com/office/drawing/2014/main" id="{5CB3EA47-4150-1C70-6CCB-8342D66B0BF1}"/>
                </a:ext>
              </a:extLst>
            </p:cNvPr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>
              <a:extLst>
                <a:ext uri="{FF2B5EF4-FFF2-40B4-BE49-F238E27FC236}">
                  <a16:creationId xmlns:a16="http://schemas.microsoft.com/office/drawing/2014/main" id="{55B81FC4-CBC0-A043-9E68-6182E6ADF098}"/>
                </a:ext>
              </a:extLst>
            </p:cNvPr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>
              <a:extLst>
                <a:ext uri="{FF2B5EF4-FFF2-40B4-BE49-F238E27FC236}">
                  <a16:creationId xmlns:a16="http://schemas.microsoft.com/office/drawing/2014/main" id="{D09E7214-A0F6-D468-D760-4654196EB8CE}"/>
                </a:ext>
              </a:extLst>
            </p:cNvPr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>
              <a:extLst>
                <a:ext uri="{FF2B5EF4-FFF2-40B4-BE49-F238E27FC236}">
                  <a16:creationId xmlns:a16="http://schemas.microsoft.com/office/drawing/2014/main" id="{FB58B512-51E6-8338-DC4D-3A2DC7B1BD83}"/>
                </a:ext>
              </a:extLst>
            </p:cNvPr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>
              <a:extLst>
                <a:ext uri="{FF2B5EF4-FFF2-40B4-BE49-F238E27FC236}">
                  <a16:creationId xmlns:a16="http://schemas.microsoft.com/office/drawing/2014/main" id="{BF71D915-20B5-0BB3-27BA-026DF8A79579}"/>
                </a:ext>
              </a:extLst>
            </p:cNvPr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>
              <a:extLst>
                <a:ext uri="{FF2B5EF4-FFF2-40B4-BE49-F238E27FC236}">
                  <a16:creationId xmlns:a16="http://schemas.microsoft.com/office/drawing/2014/main" id="{82DA57A9-DD4F-E2FF-C233-BA636A32FF20}"/>
                </a:ext>
              </a:extLst>
            </p:cNvPr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>
              <a:extLst>
                <a:ext uri="{FF2B5EF4-FFF2-40B4-BE49-F238E27FC236}">
                  <a16:creationId xmlns:a16="http://schemas.microsoft.com/office/drawing/2014/main" id="{40BD4F9B-88F4-A97B-DBA6-78F560DCA757}"/>
                </a:ext>
              </a:extLst>
            </p:cNvPr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>
              <a:extLst>
                <a:ext uri="{FF2B5EF4-FFF2-40B4-BE49-F238E27FC236}">
                  <a16:creationId xmlns:a16="http://schemas.microsoft.com/office/drawing/2014/main" id="{FC072821-2AE0-77D4-641D-50F8F4492C8C}"/>
                </a:ext>
              </a:extLst>
            </p:cNvPr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>
              <a:extLst>
                <a:ext uri="{FF2B5EF4-FFF2-40B4-BE49-F238E27FC236}">
                  <a16:creationId xmlns:a16="http://schemas.microsoft.com/office/drawing/2014/main" id="{E8CDD0B5-4C72-C8B4-34E0-C2B5F2579474}"/>
                </a:ext>
              </a:extLst>
            </p:cNvPr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>
              <a:extLst>
                <a:ext uri="{FF2B5EF4-FFF2-40B4-BE49-F238E27FC236}">
                  <a16:creationId xmlns:a16="http://schemas.microsoft.com/office/drawing/2014/main" id="{74CDC66B-E1D8-05A6-CC37-237CEF12C2DB}"/>
                </a:ext>
              </a:extLst>
            </p:cNvPr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>
              <a:extLst>
                <a:ext uri="{FF2B5EF4-FFF2-40B4-BE49-F238E27FC236}">
                  <a16:creationId xmlns:a16="http://schemas.microsoft.com/office/drawing/2014/main" id="{7D8E8976-1573-752B-D502-5E2C89F988A1}"/>
                </a:ext>
              </a:extLst>
            </p:cNvPr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>
              <a:extLst>
                <a:ext uri="{FF2B5EF4-FFF2-40B4-BE49-F238E27FC236}">
                  <a16:creationId xmlns:a16="http://schemas.microsoft.com/office/drawing/2014/main" id="{A9482BD0-717F-5C61-D167-E40BC6B90406}"/>
                </a:ext>
              </a:extLst>
            </p:cNvPr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>
              <a:extLst>
                <a:ext uri="{FF2B5EF4-FFF2-40B4-BE49-F238E27FC236}">
                  <a16:creationId xmlns:a16="http://schemas.microsoft.com/office/drawing/2014/main" id="{37BCE3E4-099E-0BD9-0A9E-4F707AC8E15E}"/>
                </a:ext>
              </a:extLst>
            </p:cNvPr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>
              <a:extLst>
                <a:ext uri="{FF2B5EF4-FFF2-40B4-BE49-F238E27FC236}">
                  <a16:creationId xmlns:a16="http://schemas.microsoft.com/office/drawing/2014/main" id="{A5BF4198-C2EC-97C2-169B-947C0D1CB7B8}"/>
                </a:ext>
              </a:extLst>
            </p:cNvPr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>
              <a:extLst>
                <a:ext uri="{FF2B5EF4-FFF2-40B4-BE49-F238E27FC236}">
                  <a16:creationId xmlns:a16="http://schemas.microsoft.com/office/drawing/2014/main" id="{6415F17B-C99E-8B60-F041-3B46E766DCCB}"/>
                </a:ext>
              </a:extLst>
            </p:cNvPr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>
              <a:extLst>
                <a:ext uri="{FF2B5EF4-FFF2-40B4-BE49-F238E27FC236}">
                  <a16:creationId xmlns:a16="http://schemas.microsoft.com/office/drawing/2014/main" id="{E9B4EC61-A09F-76F9-983A-8DFD1F476952}"/>
                </a:ext>
              </a:extLst>
            </p:cNvPr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>
              <a:extLst>
                <a:ext uri="{FF2B5EF4-FFF2-40B4-BE49-F238E27FC236}">
                  <a16:creationId xmlns:a16="http://schemas.microsoft.com/office/drawing/2014/main" id="{9CD2C194-CD9B-279F-FE5A-0253EDD14FF7}"/>
                </a:ext>
              </a:extLst>
            </p:cNvPr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>
              <a:extLst>
                <a:ext uri="{FF2B5EF4-FFF2-40B4-BE49-F238E27FC236}">
                  <a16:creationId xmlns:a16="http://schemas.microsoft.com/office/drawing/2014/main" id="{1C6A6067-468C-E16E-71ED-BB7C4F406F04}"/>
                </a:ext>
              </a:extLst>
            </p:cNvPr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>
              <a:extLst>
                <a:ext uri="{FF2B5EF4-FFF2-40B4-BE49-F238E27FC236}">
                  <a16:creationId xmlns:a16="http://schemas.microsoft.com/office/drawing/2014/main" id="{342F74B2-3BA7-3D8E-6B0A-DAD3195FE237}"/>
                </a:ext>
              </a:extLst>
            </p:cNvPr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>
              <a:extLst>
                <a:ext uri="{FF2B5EF4-FFF2-40B4-BE49-F238E27FC236}">
                  <a16:creationId xmlns:a16="http://schemas.microsoft.com/office/drawing/2014/main" id="{ABBA2B44-3291-FBC8-D9B0-1DC9249B173A}"/>
                </a:ext>
              </a:extLst>
            </p:cNvPr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>
              <a:extLst>
                <a:ext uri="{FF2B5EF4-FFF2-40B4-BE49-F238E27FC236}">
                  <a16:creationId xmlns:a16="http://schemas.microsoft.com/office/drawing/2014/main" id="{768D769F-0781-0C83-67A5-2995593A7713}"/>
                </a:ext>
              </a:extLst>
            </p:cNvPr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>
              <a:extLst>
                <a:ext uri="{FF2B5EF4-FFF2-40B4-BE49-F238E27FC236}">
                  <a16:creationId xmlns:a16="http://schemas.microsoft.com/office/drawing/2014/main" id="{88FE40F7-7068-F410-1AE2-0351B4951373}"/>
                </a:ext>
              </a:extLst>
            </p:cNvPr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>
              <a:extLst>
                <a:ext uri="{FF2B5EF4-FFF2-40B4-BE49-F238E27FC236}">
                  <a16:creationId xmlns:a16="http://schemas.microsoft.com/office/drawing/2014/main" id="{74C0A247-0DE8-C2EE-DE27-B75FC148E228}"/>
                </a:ext>
              </a:extLst>
            </p:cNvPr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>
              <a:extLst>
                <a:ext uri="{FF2B5EF4-FFF2-40B4-BE49-F238E27FC236}">
                  <a16:creationId xmlns:a16="http://schemas.microsoft.com/office/drawing/2014/main" id="{29705E44-508D-B83E-B195-1ED2D3AC30E4}"/>
                </a:ext>
              </a:extLst>
            </p:cNvPr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>
              <a:extLst>
                <a:ext uri="{FF2B5EF4-FFF2-40B4-BE49-F238E27FC236}">
                  <a16:creationId xmlns:a16="http://schemas.microsoft.com/office/drawing/2014/main" id="{6FCE51C0-7E60-337C-1040-2B02DA5BE0C8}"/>
                </a:ext>
              </a:extLst>
            </p:cNvPr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>
              <a:extLst>
                <a:ext uri="{FF2B5EF4-FFF2-40B4-BE49-F238E27FC236}">
                  <a16:creationId xmlns:a16="http://schemas.microsoft.com/office/drawing/2014/main" id="{9F5D2DE1-ABD2-8CAA-9D99-C85D91C4CA7E}"/>
                </a:ext>
              </a:extLst>
            </p:cNvPr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>
              <a:extLst>
                <a:ext uri="{FF2B5EF4-FFF2-40B4-BE49-F238E27FC236}">
                  <a16:creationId xmlns:a16="http://schemas.microsoft.com/office/drawing/2014/main" id="{80AFD120-7F9F-247F-E793-07411C62EC7E}"/>
                </a:ext>
              </a:extLst>
            </p:cNvPr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>
              <a:extLst>
                <a:ext uri="{FF2B5EF4-FFF2-40B4-BE49-F238E27FC236}">
                  <a16:creationId xmlns:a16="http://schemas.microsoft.com/office/drawing/2014/main" id="{0B9B7CAB-E3B0-3D73-5AF6-2E67A7CBDB41}"/>
                </a:ext>
              </a:extLst>
            </p:cNvPr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>
              <a:extLst>
                <a:ext uri="{FF2B5EF4-FFF2-40B4-BE49-F238E27FC236}">
                  <a16:creationId xmlns:a16="http://schemas.microsoft.com/office/drawing/2014/main" id="{4CDCF09A-A094-0CB4-480F-6121471AC27D}"/>
                </a:ext>
              </a:extLst>
            </p:cNvPr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>
              <a:extLst>
                <a:ext uri="{FF2B5EF4-FFF2-40B4-BE49-F238E27FC236}">
                  <a16:creationId xmlns:a16="http://schemas.microsoft.com/office/drawing/2014/main" id="{5C9A6218-8DCE-945A-34D8-037CFD29E01C}"/>
                </a:ext>
              </a:extLst>
            </p:cNvPr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>
              <a:extLst>
                <a:ext uri="{FF2B5EF4-FFF2-40B4-BE49-F238E27FC236}">
                  <a16:creationId xmlns:a16="http://schemas.microsoft.com/office/drawing/2014/main" id="{384D4A08-DC48-FE48-5B89-ACD5E4E7F44E}"/>
                </a:ext>
              </a:extLst>
            </p:cNvPr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>
              <a:extLst>
                <a:ext uri="{FF2B5EF4-FFF2-40B4-BE49-F238E27FC236}">
                  <a16:creationId xmlns:a16="http://schemas.microsoft.com/office/drawing/2014/main" id="{47343B5F-CA28-E178-0DB9-75EA6C21E1E4}"/>
                </a:ext>
              </a:extLst>
            </p:cNvPr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>
              <a:extLst>
                <a:ext uri="{FF2B5EF4-FFF2-40B4-BE49-F238E27FC236}">
                  <a16:creationId xmlns:a16="http://schemas.microsoft.com/office/drawing/2014/main" id="{80496F11-28E0-F305-7737-077D7490A96E}"/>
                </a:ext>
              </a:extLst>
            </p:cNvPr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>
              <a:extLst>
                <a:ext uri="{FF2B5EF4-FFF2-40B4-BE49-F238E27FC236}">
                  <a16:creationId xmlns:a16="http://schemas.microsoft.com/office/drawing/2014/main" id="{7284B405-333D-AC7F-1BD5-86E44D30B2B8}"/>
                </a:ext>
              </a:extLst>
            </p:cNvPr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>
              <a:extLst>
                <a:ext uri="{FF2B5EF4-FFF2-40B4-BE49-F238E27FC236}">
                  <a16:creationId xmlns:a16="http://schemas.microsoft.com/office/drawing/2014/main" id="{7129DCEF-7B68-C0C4-30AB-A5191179023B}"/>
                </a:ext>
              </a:extLst>
            </p:cNvPr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>
              <a:extLst>
                <a:ext uri="{FF2B5EF4-FFF2-40B4-BE49-F238E27FC236}">
                  <a16:creationId xmlns:a16="http://schemas.microsoft.com/office/drawing/2014/main" id="{85BBB4F6-686C-703D-2695-6195DC8B33C3}"/>
                </a:ext>
              </a:extLst>
            </p:cNvPr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>
              <a:extLst>
                <a:ext uri="{FF2B5EF4-FFF2-40B4-BE49-F238E27FC236}">
                  <a16:creationId xmlns:a16="http://schemas.microsoft.com/office/drawing/2014/main" id="{0CF6C158-73AB-EB91-144E-B24E3E59C1DF}"/>
                </a:ext>
              </a:extLst>
            </p:cNvPr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>
              <a:extLst>
                <a:ext uri="{FF2B5EF4-FFF2-40B4-BE49-F238E27FC236}">
                  <a16:creationId xmlns:a16="http://schemas.microsoft.com/office/drawing/2014/main" id="{D909FB1C-5093-713E-F3BE-1D966651372A}"/>
                </a:ext>
              </a:extLst>
            </p:cNvPr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>
              <a:extLst>
                <a:ext uri="{FF2B5EF4-FFF2-40B4-BE49-F238E27FC236}">
                  <a16:creationId xmlns:a16="http://schemas.microsoft.com/office/drawing/2014/main" id="{2FD49485-E0B8-EBAA-9B8B-32E75B949D57}"/>
                </a:ext>
              </a:extLst>
            </p:cNvPr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>
              <a:extLst>
                <a:ext uri="{FF2B5EF4-FFF2-40B4-BE49-F238E27FC236}">
                  <a16:creationId xmlns:a16="http://schemas.microsoft.com/office/drawing/2014/main" id="{5D508B78-4E70-4902-D8AE-6E4D77FFDF89}"/>
                </a:ext>
              </a:extLst>
            </p:cNvPr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>
              <a:extLst>
                <a:ext uri="{FF2B5EF4-FFF2-40B4-BE49-F238E27FC236}">
                  <a16:creationId xmlns:a16="http://schemas.microsoft.com/office/drawing/2014/main" id="{9C8E4FB3-9CA5-E20F-CEB1-A1375BF0B973}"/>
                </a:ext>
              </a:extLst>
            </p:cNvPr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>
              <a:extLst>
                <a:ext uri="{FF2B5EF4-FFF2-40B4-BE49-F238E27FC236}">
                  <a16:creationId xmlns:a16="http://schemas.microsoft.com/office/drawing/2014/main" id="{C47CE97C-93D8-23D3-83EC-E601D9A9A6DF}"/>
                </a:ext>
              </a:extLst>
            </p:cNvPr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>
              <a:extLst>
                <a:ext uri="{FF2B5EF4-FFF2-40B4-BE49-F238E27FC236}">
                  <a16:creationId xmlns:a16="http://schemas.microsoft.com/office/drawing/2014/main" id="{BFB3FA2E-C934-A54F-C592-60E02369C3F1}"/>
                </a:ext>
              </a:extLst>
            </p:cNvPr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>
              <a:extLst>
                <a:ext uri="{FF2B5EF4-FFF2-40B4-BE49-F238E27FC236}">
                  <a16:creationId xmlns:a16="http://schemas.microsoft.com/office/drawing/2014/main" id="{0632768F-3AEB-37EF-DAB2-9A96BACEB65C}"/>
                </a:ext>
              </a:extLst>
            </p:cNvPr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>
              <a:extLst>
                <a:ext uri="{FF2B5EF4-FFF2-40B4-BE49-F238E27FC236}">
                  <a16:creationId xmlns:a16="http://schemas.microsoft.com/office/drawing/2014/main" id="{B08E0C4F-A383-02A3-0D05-4DAC69E3724A}"/>
                </a:ext>
              </a:extLst>
            </p:cNvPr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>
              <a:extLst>
                <a:ext uri="{FF2B5EF4-FFF2-40B4-BE49-F238E27FC236}">
                  <a16:creationId xmlns:a16="http://schemas.microsoft.com/office/drawing/2014/main" id="{974DBBA2-D07B-FAF7-2173-44DE146030FF}"/>
                </a:ext>
              </a:extLst>
            </p:cNvPr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>
              <a:extLst>
                <a:ext uri="{FF2B5EF4-FFF2-40B4-BE49-F238E27FC236}">
                  <a16:creationId xmlns:a16="http://schemas.microsoft.com/office/drawing/2014/main" id="{FA6EF77A-B554-5EFF-F147-744AF46DE430}"/>
                </a:ext>
              </a:extLst>
            </p:cNvPr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>
              <a:extLst>
                <a:ext uri="{FF2B5EF4-FFF2-40B4-BE49-F238E27FC236}">
                  <a16:creationId xmlns:a16="http://schemas.microsoft.com/office/drawing/2014/main" id="{1CAED346-DDFB-8D5B-45FC-C64C46472659}"/>
                </a:ext>
              </a:extLst>
            </p:cNvPr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>
              <a:extLst>
                <a:ext uri="{FF2B5EF4-FFF2-40B4-BE49-F238E27FC236}">
                  <a16:creationId xmlns:a16="http://schemas.microsoft.com/office/drawing/2014/main" id="{1BA7C18F-3AE8-51DA-3CA1-AEB0E93F7766}"/>
                </a:ext>
              </a:extLst>
            </p:cNvPr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>
              <a:extLst>
                <a:ext uri="{FF2B5EF4-FFF2-40B4-BE49-F238E27FC236}">
                  <a16:creationId xmlns:a16="http://schemas.microsoft.com/office/drawing/2014/main" id="{141AF309-1010-74F6-2395-B8BC9EAA8E56}"/>
                </a:ext>
              </a:extLst>
            </p:cNvPr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>
              <a:extLst>
                <a:ext uri="{FF2B5EF4-FFF2-40B4-BE49-F238E27FC236}">
                  <a16:creationId xmlns:a16="http://schemas.microsoft.com/office/drawing/2014/main" id="{02A6B6F1-5517-DC83-915E-A9E58E78AE7E}"/>
                </a:ext>
              </a:extLst>
            </p:cNvPr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>
              <a:extLst>
                <a:ext uri="{FF2B5EF4-FFF2-40B4-BE49-F238E27FC236}">
                  <a16:creationId xmlns:a16="http://schemas.microsoft.com/office/drawing/2014/main" id="{E30C3D66-F72F-EB30-EA96-4082F871FC47}"/>
                </a:ext>
              </a:extLst>
            </p:cNvPr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>
              <a:extLst>
                <a:ext uri="{FF2B5EF4-FFF2-40B4-BE49-F238E27FC236}">
                  <a16:creationId xmlns:a16="http://schemas.microsoft.com/office/drawing/2014/main" id="{02775903-4777-8EA9-86AF-59B148EDE5FB}"/>
                </a:ext>
              </a:extLst>
            </p:cNvPr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>
              <a:extLst>
                <a:ext uri="{FF2B5EF4-FFF2-40B4-BE49-F238E27FC236}">
                  <a16:creationId xmlns:a16="http://schemas.microsoft.com/office/drawing/2014/main" id="{F0A8A48F-18CF-AD76-37CF-35EFC0FE874C}"/>
                </a:ext>
              </a:extLst>
            </p:cNvPr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>
              <a:extLst>
                <a:ext uri="{FF2B5EF4-FFF2-40B4-BE49-F238E27FC236}">
                  <a16:creationId xmlns:a16="http://schemas.microsoft.com/office/drawing/2014/main" id="{8076878E-8AB5-2DF9-D930-E4635872ED25}"/>
                </a:ext>
              </a:extLst>
            </p:cNvPr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>
              <a:extLst>
                <a:ext uri="{FF2B5EF4-FFF2-40B4-BE49-F238E27FC236}">
                  <a16:creationId xmlns:a16="http://schemas.microsoft.com/office/drawing/2014/main" id="{79B2DCF0-4878-7649-B86D-E5296427DC1E}"/>
                </a:ext>
              </a:extLst>
            </p:cNvPr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>
              <a:extLst>
                <a:ext uri="{FF2B5EF4-FFF2-40B4-BE49-F238E27FC236}">
                  <a16:creationId xmlns:a16="http://schemas.microsoft.com/office/drawing/2014/main" id="{AC2F29F1-D216-D036-9A06-CAEBACABA89C}"/>
                </a:ext>
              </a:extLst>
            </p:cNvPr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>
              <a:extLst>
                <a:ext uri="{FF2B5EF4-FFF2-40B4-BE49-F238E27FC236}">
                  <a16:creationId xmlns:a16="http://schemas.microsoft.com/office/drawing/2014/main" id="{C720C8F1-EDE3-A774-18C9-DD2D1B68AC06}"/>
                </a:ext>
              </a:extLst>
            </p:cNvPr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>
              <a:extLst>
                <a:ext uri="{FF2B5EF4-FFF2-40B4-BE49-F238E27FC236}">
                  <a16:creationId xmlns:a16="http://schemas.microsoft.com/office/drawing/2014/main" id="{3D712ED8-23D4-7CE6-5644-76EAE1562776}"/>
                </a:ext>
              </a:extLst>
            </p:cNvPr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>
              <a:extLst>
                <a:ext uri="{FF2B5EF4-FFF2-40B4-BE49-F238E27FC236}">
                  <a16:creationId xmlns:a16="http://schemas.microsoft.com/office/drawing/2014/main" id="{1CD446D5-CD46-B743-6708-BC78C3CA403B}"/>
                </a:ext>
              </a:extLst>
            </p:cNvPr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>
              <a:extLst>
                <a:ext uri="{FF2B5EF4-FFF2-40B4-BE49-F238E27FC236}">
                  <a16:creationId xmlns:a16="http://schemas.microsoft.com/office/drawing/2014/main" id="{C508C490-C49C-AD99-9EC3-AADBE5F6069C}"/>
                </a:ext>
              </a:extLst>
            </p:cNvPr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>
              <a:extLst>
                <a:ext uri="{FF2B5EF4-FFF2-40B4-BE49-F238E27FC236}">
                  <a16:creationId xmlns:a16="http://schemas.microsoft.com/office/drawing/2014/main" id="{1C47DC13-0AE0-B361-6CC5-852F3D40CB76}"/>
                </a:ext>
              </a:extLst>
            </p:cNvPr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>
              <a:extLst>
                <a:ext uri="{FF2B5EF4-FFF2-40B4-BE49-F238E27FC236}">
                  <a16:creationId xmlns:a16="http://schemas.microsoft.com/office/drawing/2014/main" id="{1B054701-98FD-D28F-9CB1-755B432AE4DE}"/>
                </a:ext>
              </a:extLst>
            </p:cNvPr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>
              <a:extLst>
                <a:ext uri="{FF2B5EF4-FFF2-40B4-BE49-F238E27FC236}">
                  <a16:creationId xmlns:a16="http://schemas.microsoft.com/office/drawing/2014/main" id="{ABC64065-05A2-1486-CFF0-B16860DB62A4}"/>
                </a:ext>
              </a:extLst>
            </p:cNvPr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>
              <a:extLst>
                <a:ext uri="{FF2B5EF4-FFF2-40B4-BE49-F238E27FC236}">
                  <a16:creationId xmlns:a16="http://schemas.microsoft.com/office/drawing/2014/main" id="{AC78EAC4-C13B-665D-BF8F-6BC0F1C236B2}"/>
                </a:ext>
              </a:extLst>
            </p:cNvPr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>
              <a:extLst>
                <a:ext uri="{FF2B5EF4-FFF2-40B4-BE49-F238E27FC236}">
                  <a16:creationId xmlns:a16="http://schemas.microsoft.com/office/drawing/2014/main" id="{23338450-96BA-0E21-3DB0-6CFD3E0C9ECD}"/>
                </a:ext>
              </a:extLst>
            </p:cNvPr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>
              <a:extLst>
                <a:ext uri="{FF2B5EF4-FFF2-40B4-BE49-F238E27FC236}">
                  <a16:creationId xmlns:a16="http://schemas.microsoft.com/office/drawing/2014/main" id="{319AE671-B114-4D26-FC6E-E86E33DECB83}"/>
                </a:ext>
              </a:extLst>
            </p:cNvPr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>
              <a:extLst>
                <a:ext uri="{FF2B5EF4-FFF2-40B4-BE49-F238E27FC236}">
                  <a16:creationId xmlns:a16="http://schemas.microsoft.com/office/drawing/2014/main" id="{DCF7078C-1BFC-8180-44CA-4C722912FA74}"/>
                </a:ext>
              </a:extLst>
            </p:cNvPr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>
              <a:extLst>
                <a:ext uri="{FF2B5EF4-FFF2-40B4-BE49-F238E27FC236}">
                  <a16:creationId xmlns:a16="http://schemas.microsoft.com/office/drawing/2014/main" id="{8DECF36C-B1B7-491C-53BC-FB60E463A4A6}"/>
                </a:ext>
              </a:extLst>
            </p:cNvPr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>
              <a:extLst>
                <a:ext uri="{FF2B5EF4-FFF2-40B4-BE49-F238E27FC236}">
                  <a16:creationId xmlns:a16="http://schemas.microsoft.com/office/drawing/2014/main" id="{D00E5108-BEC0-DCCC-8DD5-72D5878EF293}"/>
                </a:ext>
              </a:extLst>
            </p:cNvPr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>
              <a:extLst>
                <a:ext uri="{FF2B5EF4-FFF2-40B4-BE49-F238E27FC236}">
                  <a16:creationId xmlns:a16="http://schemas.microsoft.com/office/drawing/2014/main" id="{FF150871-00FE-0902-C8E0-390BFEF99F34}"/>
                </a:ext>
              </a:extLst>
            </p:cNvPr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>
              <a:extLst>
                <a:ext uri="{FF2B5EF4-FFF2-40B4-BE49-F238E27FC236}">
                  <a16:creationId xmlns:a16="http://schemas.microsoft.com/office/drawing/2014/main" id="{23E99045-99D6-8643-8864-3AA7F134E642}"/>
                </a:ext>
              </a:extLst>
            </p:cNvPr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>
              <a:extLst>
                <a:ext uri="{FF2B5EF4-FFF2-40B4-BE49-F238E27FC236}">
                  <a16:creationId xmlns:a16="http://schemas.microsoft.com/office/drawing/2014/main" id="{7CBEFDD2-F9B9-E2E1-4B3F-9C5B0F26F46E}"/>
                </a:ext>
              </a:extLst>
            </p:cNvPr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>
              <a:extLst>
                <a:ext uri="{FF2B5EF4-FFF2-40B4-BE49-F238E27FC236}">
                  <a16:creationId xmlns:a16="http://schemas.microsoft.com/office/drawing/2014/main" id="{E5609BB7-A7BA-80B1-E28E-F37A3A54A1F1}"/>
                </a:ext>
              </a:extLst>
            </p:cNvPr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>
              <a:extLst>
                <a:ext uri="{FF2B5EF4-FFF2-40B4-BE49-F238E27FC236}">
                  <a16:creationId xmlns:a16="http://schemas.microsoft.com/office/drawing/2014/main" id="{36C30951-4356-5CB7-2D3E-649D5285FD0E}"/>
                </a:ext>
              </a:extLst>
            </p:cNvPr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>
              <a:extLst>
                <a:ext uri="{FF2B5EF4-FFF2-40B4-BE49-F238E27FC236}">
                  <a16:creationId xmlns:a16="http://schemas.microsoft.com/office/drawing/2014/main" id="{AB0248D9-D95C-E86D-FBF4-E02E11B31CB3}"/>
                </a:ext>
              </a:extLst>
            </p:cNvPr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>
              <a:extLst>
                <a:ext uri="{FF2B5EF4-FFF2-40B4-BE49-F238E27FC236}">
                  <a16:creationId xmlns:a16="http://schemas.microsoft.com/office/drawing/2014/main" id="{3A026ECF-72E0-D33C-9053-8EF66F74F8EE}"/>
                </a:ext>
              </a:extLst>
            </p:cNvPr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>
              <a:extLst>
                <a:ext uri="{FF2B5EF4-FFF2-40B4-BE49-F238E27FC236}">
                  <a16:creationId xmlns:a16="http://schemas.microsoft.com/office/drawing/2014/main" id="{74D6FDB0-3CBF-E136-DDF7-A8945A20BF44}"/>
                </a:ext>
              </a:extLst>
            </p:cNvPr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>
              <a:extLst>
                <a:ext uri="{FF2B5EF4-FFF2-40B4-BE49-F238E27FC236}">
                  <a16:creationId xmlns:a16="http://schemas.microsoft.com/office/drawing/2014/main" id="{BDAB8150-AAF6-162A-E21A-90914C4EF908}"/>
                </a:ext>
              </a:extLst>
            </p:cNvPr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92F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>
              <a:extLst>
                <a:ext uri="{FF2B5EF4-FFF2-40B4-BE49-F238E27FC236}">
                  <a16:creationId xmlns:a16="http://schemas.microsoft.com/office/drawing/2014/main" id="{1998A8C9-1121-0C36-481A-C673933318BE}"/>
                </a:ext>
              </a:extLst>
            </p:cNvPr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B3B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>
              <a:extLst>
                <a:ext uri="{FF2B5EF4-FFF2-40B4-BE49-F238E27FC236}">
                  <a16:creationId xmlns:a16="http://schemas.microsoft.com/office/drawing/2014/main" id="{4B1A4055-960E-860E-61C2-FCCEFA097E4D}"/>
                </a:ext>
              </a:extLst>
            </p:cNvPr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>
              <a:extLst>
                <a:ext uri="{FF2B5EF4-FFF2-40B4-BE49-F238E27FC236}">
                  <a16:creationId xmlns:a16="http://schemas.microsoft.com/office/drawing/2014/main" id="{EE4F87A9-BED2-3C1C-3F8F-3CC31D3BD4CD}"/>
                </a:ext>
              </a:extLst>
            </p:cNvPr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95D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>
              <a:extLst>
                <a:ext uri="{FF2B5EF4-FFF2-40B4-BE49-F238E27FC236}">
                  <a16:creationId xmlns:a16="http://schemas.microsoft.com/office/drawing/2014/main" id="{9FAD6E09-3063-9CBE-2C37-747305942A79}"/>
                </a:ext>
              </a:extLst>
            </p:cNvPr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>
              <a:extLst>
                <a:ext uri="{FF2B5EF4-FFF2-40B4-BE49-F238E27FC236}">
                  <a16:creationId xmlns:a16="http://schemas.microsoft.com/office/drawing/2014/main" id="{CD7D6501-CAE3-53E0-8430-860FCA1D722C}"/>
                </a:ext>
              </a:extLst>
            </p:cNvPr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>
              <a:extLst>
                <a:ext uri="{FF2B5EF4-FFF2-40B4-BE49-F238E27FC236}">
                  <a16:creationId xmlns:a16="http://schemas.microsoft.com/office/drawing/2014/main" id="{44E2BD67-F375-D442-8748-1337D0193867}"/>
                </a:ext>
              </a:extLst>
            </p:cNvPr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49A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>
              <a:extLst>
                <a:ext uri="{FF2B5EF4-FFF2-40B4-BE49-F238E27FC236}">
                  <a16:creationId xmlns:a16="http://schemas.microsoft.com/office/drawing/2014/main" id="{A0EEB168-14B3-5B82-E47D-C573E4C49F5B}"/>
                </a:ext>
              </a:extLst>
            </p:cNvPr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>
              <a:extLst>
                <a:ext uri="{FF2B5EF4-FFF2-40B4-BE49-F238E27FC236}">
                  <a16:creationId xmlns:a16="http://schemas.microsoft.com/office/drawing/2014/main" id="{0020CBA6-59A8-1A20-DFA8-08132CFC8FB3}"/>
                </a:ext>
              </a:extLst>
            </p:cNvPr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>
              <a:extLst>
                <a:ext uri="{FF2B5EF4-FFF2-40B4-BE49-F238E27FC236}">
                  <a16:creationId xmlns:a16="http://schemas.microsoft.com/office/drawing/2014/main" id="{B01DB0E8-26B7-F01F-790B-BB75BE94F661}"/>
                </a:ext>
              </a:extLst>
            </p:cNvPr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>
              <a:extLst>
                <a:ext uri="{FF2B5EF4-FFF2-40B4-BE49-F238E27FC236}">
                  <a16:creationId xmlns:a16="http://schemas.microsoft.com/office/drawing/2014/main" id="{1F319A2F-1830-85F8-3084-FE5618A159E7}"/>
                </a:ext>
              </a:extLst>
            </p:cNvPr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B51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>
              <a:extLst>
                <a:ext uri="{FF2B5EF4-FFF2-40B4-BE49-F238E27FC236}">
                  <a16:creationId xmlns:a16="http://schemas.microsoft.com/office/drawing/2014/main" id="{8FCE13C9-C4CB-BD68-9755-EBDA0D292E02}"/>
                </a:ext>
              </a:extLst>
            </p:cNvPr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>
              <a:extLst>
                <a:ext uri="{FF2B5EF4-FFF2-40B4-BE49-F238E27FC236}">
                  <a16:creationId xmlns:a16="http://schemas.microsoft.com/office/drawing/2014/main" id="{B0DDD9C1-85A1-5650-F26B-587CB935431D}"/>
                </a:ext>
              </a:extLst>
            </p:cNvPr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76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>
              <a:extLst>
                <a:ext uri="{FF2B5EF4-FFF2-40B4-BE49-F238E27FC236}">
                  <a16:creationId xmlns:a16="http://schemas.microsoft.com/office/drawing/2014/main" id="{9637493E-8B21-8E27-56C2-DE8B7F27EB09}"/>
                </a:ext>
              </a:extLst>
            </p:cNvPr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>
              <a:extLst>
                <a:ext uri="{FF2B5EF4-FFF2-40B4-BE49-F238E27FC236}">
                  <a16:creationId xmlns:a16="http://schemas.microsoft.com/office/drawing/2014/main" id="{B45E4F16-7106-BE04-6308-8590B6E9855A}"/>
                </a:ext>
              </a:extLst>
            </p:cNvPr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>
              <a:extLst>
                <a:ext uri="{FF2B5EF4-FFF2-40B4-BE49-F238E27FC236}">
                  <a16:creationId xmlns:a16="http://schemas.microsoft.com/office/drawing/2014/main" id="{0022B7CA-B5FE-5704-EA63-A4AE3530EAED}"/>
                </a:ext>
              </a:extLst>
            </p:cNvPr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>
              <a:extLst>
                <a:ext uri="{FF2B5EF4-FFF2-40B4-BE49-F238E27FC236}">
                  <a16:creationId xmlns:a16="http://schemas.microsoft.com/office/drawing/2014/main" id="{C907B600-C20C-D576-2D73-503C9D04BE8F}"/>
                </a:ext>
              </a:extLst>
            </p:cNvPr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C437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>
              <a:extLst>
                <a:ext uri="{FF2B5EF4-FFF2-40B4-BE49-F238E27FC236}">
                  <a16:creationId xmlns:a16="http://schemas.microsoft.com/office/drawing/2014/main" id="{DC8ED18D-81C2-92FC-22AD-D0105D26C82D}"/>
                </a:ext>
              </a:extLst>
            </p:cNvPr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A62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>
              <a:extLst>
                <a:ext uri="{FF2B5EF4-FFF2-40B4-BE49-F238E27FC236}">
                  <a16:creationId xmlns:a16="http://schemas.microsoft.com/office/drawing/2014/main" id="{AC35C706-305C-A182-022E-A0F34E65CD8B}"/>
                </a:ext>
              </a:extLst>
            </p:cNvPr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>
              <a:extLst>
                <a:ext uri="{FF2B5EF4-FFF2-40B4-BE49-F238E27FC236}">
                  <a16:creationId xmlns:a16="http://schemas.microsoft.com/office/drawing/2014/main" id="{95482BC3-C532-F776-9739-ED54E86B2A5F}"/>
                </a:ext>
              </a:extLst>
            </p:cNvPr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A66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>
              <a:extLst>
                <a:ext uri="{FF2B5EF4-FFF2-40B4-BE49-F238E27FC236}">
                  <a16:creationId xmlns:a16="http://schemas.microsoft.com/office/drawing/2014/main" id="{9986721D-1210-CF54-F3B6-2591F14F6838}"/>
                </a:ext>
              </a:extLst>
            </p:cNvPr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>
              <a:extLst>
                <a:ext uri="{FF2B5EF4-FFF2-40B4-BE49-F238E27FC236}">
                  <a16:creationId xmlns:a16="http://schemas.microsoft.com/office/drawing/2014/main" id="{BDE88193-5229-F8CD-59CF-53461980D6A0}"/>
                </a:ext>
              </a:extLst>
            </p:cNvPr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>
              <a:extLst>
                <a:ext uri="{FF2B5EF4-FFF2-40B4-BE49-F238E27FC236}">
                  <a16:creationId xmlns:a16="http://schemas.microsoft.com/office/drawing/2014/main" id="{01E646F7-E450-192F-1031-9B20830BCC7A}"/>
                </a:ext>
              </a:extLst>
            </p:cNvPr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A6B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>
              <a:extLst>
                <a:ext uri="{FF2B5EF4-FFF2-40B4-BE49-F238E27FC236}">
                  <a16:creationId xmlns:a16="http://schemas.microsoft.com/office/drawing/2014/main" id="{29E4D4F3-E610-1650-4FEE-DAEC85B2069D}"/>
                </a:ext>
              </a:extLst>
            </p:cNvPr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>
              <a:extLst>
                <a:ext uri="{FF2B5EF4-FFF2-40B4-BE49-F238E27FC236}">
                  <a16:creationId xmlns:a16="http://schemas.microsoft.com/office/drawing/2014/main" id="{48E8A515-FAAA-80CE-FC6E-9FA5E33B8DA7}"/>
                </a:ext>
              </a:extLst>
            </p:cNvPr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>
              <a:extLst>
                <a:ext uri="{FF2B5EF4-FFF2-40B4-BE49-F238E27FC236}">
                  <a16:creationId xmlns:a16="http://schemas.microsoft.com/office/drawing/2014/main" id="{D14AEB86-DB5D-E5DE-134D-E8CB839CF942}"/>
                </a:ext>
              </a:extLst>
            </p:cNvPr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B50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>
              <a:extLst>
                <a:ext uri="{FF2B5EF4-FFF2-40B4-BE49-F238E27FC236}">
                  <a16:creationId xmlns:a16="http://schemas.microsoft.com/office/drawing/2014/main" id="{DC227C1D-DCB5-6EC8-40CE-2599003429FC}"/>
                </a:ext>
              </a:extLst>
            </p:cNvPr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>
              <a:extLst>
                <a:ext uri="{FF2B5EF4-FFF2-40B4-BE49-F238E27FC236}">
                  <a16:creationId xmlns:a16="http://schemas.microsoft.com/office/drawing/2014/main" id="{108274A9-A144-21A8-9696-B27BFEE01017}"/>
                </a:ext>
              </a:extLst>
            </p:cNvPr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>
              <a:extLst>
                <a:ext uri="{FF2B5EF4-FFF2-40B4-BE49-F238E27FC236}">
                  <a16:creationId xmlns:a16="http://schemas.microsoft.com/office/drawing/2014/main" id="{706E6C1D-75B5-1BB4-D3FA-866EE8A32CFC}"/>
                </a:ext>
              </a:extLst>
            </p:cNvPr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B51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>
              <a:extLst>
                <a:ext uri="{FF2B5EF4-FFF2-40B4-BE49-F238E27FC236}">
                  <a16:creationId xmlns:a16="http://schemas.microsoft.com/office/drawing/2014/main" id="{74A61550-79D0-867A-94B5-29C3B7101014}"/>
                </a:ext>
              </a:extLst>
            </p:cNvPr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t3961">
              <a:extLst>
                <a:ext uri="{FF2B5EF4-FFF2-40B4-BE49-F238E27FC236}">
                  <a16:creationId xmlns:a16="http://schemas.microsoft.com/office/drawing/2014/main" id="{453BF56D-393B-1F04-FA86-A7502FD64989}"/>
                </a:ext>
              </a:extLst>
            </p:cNvPr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92F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>
              <a:extLst>
                <a:ext uri="{FF2B5EF4-FFF2-40B4-BE49-F238E27FC236}">
                  <a16:creationId xmlns:a16="http://schemas.microsoft.com/office/drawing/2014/main" id="{487C491E-DFD3-37CD-9502-4150E97FA04E}"/>
                </a:ext>
              </a:extLst>
            </p:cNvPr>
            <p:cNvSpPr/>
            <p:nvPr/>
          </p:nvSpPr>
          <p:spPr>
            <a:xfrm>
              <a:off x="2850462" y="4909128"/>
              <a:ext cx="52351" cy="84400"/>
            </a:xfrm>
            <a:custGeom>
              <a:avLst/>
              <a:gdLst/>
              <a:ahLst/>
              <a:cxnLst/>
              <a:rect l="0" t="0" r="0" b="0"/>
              <a:pathLst>
                <a:path w="52351" h="84400">
                  <a:moveTo>
                    <a:pt x="0" y="0"/>
                  </a:moveTo>
                  <a:lnTo>
                    <a:pt x="52351" y="8440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>
              <a:extLst>
                <a:ext uri="{FF2B5EF4-FFF2-40B4-BE49-F238E27FC236}">
                  <a16:creationId xmlns:a16="http://schemas.microsoft.com/office/drawing/2014/main" id="{DD4423DA-CB2B-6B01-60A1-93E67212BB20}"/>
                </a:ext>
              </a:extLst>
            </p:cNvPr>
            <p:cNvSpPr/>
            <p:nvPr/>
          </p:nvSpPr>
          <p:spPr>
            <a:xfrm>
              <a:off x="3511657" y="4762446"/>
              <a:ext cx="53673" cy="82418"/>
            </a:xfrm>
            <a:custGeom>
              <a:avLst/>
              <a:gdLst/>
              <a:ahLst/>
              <a:cxnLst/>
              <a:rect l="0" t="0" r="0" b="0"/>
              <a:pathLst>
                <a:path w="53673" h="82418">
                  <a:moveTo>
                    <a:pt x="0" y="0"/>
                  </a:moveTo>
                  <a:lnTo>
                    <a:pt x="53673" y="8241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>
              <a:extLst>
                <a:ext uri="{FF2B5EF4-FFF2-40B4-BE49-F238E27FC236}">
                  <a16:creationId xmlns:a16="http://schemas.microsoft.com/office/drawing/2014/main" id="{2B36CBD8-0A9C-D90F-6B72-7188E318D346}"/>
                </a:ext>
              </a:extLst>
            </p:cNvPr>
            <p:cNvSpPr/>
            <p:nvPr/>
          </p:nvSpPr>
          <p:spPr>
            <a:xfrm>
              <a:off x="4513396" y="4609209"/>
              <a:ext cx="54430" cy="79690"/>
            </a:xfrm>
            <a:custGeom>
              <a:avLst/>
              <a:gdLst/>
              <a:ahLst/>
              <a:cxnLst/>
              <a:rect l="0" t="0" r="0" b="0"/>
              <a:pathLst>
                <a:path w="54430" h="79690">
                  <a:moveTo>
                    <a:pt x="0" y="0"/>
                  </a:moveTo>
                  <a:lnTo>
                    <a:pt x="54430" y="7969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>
              <a:extLst>
                <a:ext uri="{FF2B5EF4-FFF2-40B4-BE49-F238E27FC236}">
                  <a16:creationId xmlns:a16="http://schemas.microsoft.com/office/drawing/2014/main" id="{784F7690-B3C4-0FEF-35AA-98B7E72F5566}"/>
                </a:ext>
              </a:extLst>
            </p:cNvPr>
            <p:cNvSpPr/>
            <p:nvPr/>
          </p:nvSpPr>
          <p:spPr>
            <a:xfrm>
              <a:off x="5509823" y="3047368"/>
              <a:ext cx="163081" cy="11328"/>
            </a:xfrm>
            <a:custGeom>
              <a:avLst/>
              <a:gdLst/>
              <a:ahLst/>
              <a:cxnLst/>
              <a:rect l="0" t="0" r="0" b="0"/>
              <a:pathLst>
                <a:path w="163081" h="11328">
                  <a:moveTo>
                    <a:pt x="0" y="0"/>
                  </a:moveTo>
                  <a:lnTo>
                    <a:pt x="163081" y="1132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l3966">
              <a:extLst>
                <a:ext uri="{FF2B5EF4-FFF2-40B4-BE49-F238E27FC236}">
                  <a16:creationId xmlns:a16="http://schemas.microsoft.com/office/drawing/2014/main" id="{08B3A10C-78EE-AB1F-437D-DC96BDC38020}"/>
                </a:ext>
              </a:extLst>
            </p:cNvPr>
            <p:cNvSpPr/>
            <p:nvPr/>
          </p:nvSpPr>
          <p:spPr>
            <a:xfrm>
              <a:off x="5746896" y="2860157"/>
              <a:ext cx="77231" cy="63986"/>
            </a:xfrm>
            <a:custGeom>
              <a:avLst/>
              <a:gdLst/>
              <a:ahLst/>
              <a:cxnLst/>
              <a:rect l="0" t="0" r="0" b="0"/>
              <a:pathLst>
                <a:path w="77231" h="63986">
                  <a:moveTo>
                    <a:pt x="0" y="0"/>
                  </a:moveTo>
                  <a:lnTo>
                    <a:pt x="77231" y="6398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pg3967">
              <a:extLst>
                <a:ext uri="{FF2B5EF4-FFF2-40B4-BE49-F238E27FC236}">
                  <a16:creationId xmlns:a16="http://schemas.microsoft.com/office/drawing/2014/main" id="{87FF9EEE-001D-4AF7-F286-14C444AF5772}"/>
                </a:ext>
              </a:extLst>
            </p:cNvPr>
            <p:cNvSpPr/>
            <p:nvPr/>
          </p:nvSpPr>
          <p:spPr>
            <a:xfrm>
              <a:off x="2291946" y="4760424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8" name="tx3968">
              <a:extLst>
                <a:ext uri="{FF2B5EF4-FFF2-40B4-BE49-F238E27FC236}">
                  <a16:creationId xmlns:a16="http://schemas.microsoft.com/office/drawing/2014/main" id="{DF91A6A9-68A4-CFB7-A527-9F20C6F12EDB}"/>
                </a:ext>
              </a:extLst>
            </p:cNvPr>
            <p:cNvSpPr/>
            <p:nvPr/>
          </p:nvSpPr>
          <p:spPr>
            <a:xfrm>
              <a:off x="2337666" y="4806144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TX</a:t>
              </a:r>
            </a:p>
          </p:txBody>
        </p:sp>
        <p:sp>
          <p:nvSpPr>
            <p:cNvPr id="3969" name="pg3969">
              <a:extLst>
                <a:ext uri="{FF2B5EF4-FFF2-40B4-BE49-F238E27FC236}">
                  <a16:creationId xmlns:a16="http://schemas.microsoft.com/office/drawing/2014/main" id="{1D19A46C-A8D9-668A-98E4-FFC8564C6D15}"/>
                </a:ext>
              </a:extLst>
            </p:cNvPr>
            <p:cNvSpPr/>
            <p:nvPr/>
          </p:nvSpPr>
          <p:spPr>
            <a:xfrm>
              <a:off x="2960823" y="4613749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0" name="tx3970">
              <a:extLst>
                <a:ext uri="{FF2B5EF4-FFF2-40B4-BE49-F238E27FC236}">
                  <a16:creationId xmlns:a16="http://schemas.microsoft.com/office/drawing/2014/main" id="{4D638302-A190-603E-6CFE-2786B22A1B4B}"/>
                </a:ext>
              </a:extLst>
            </p:cNvPr>
            <p:cNvSpPr/>
            <p:nvPr/>
          </p:nvSpPr>
          <p:spPr>
            <a:xfrm>
              <a:off x="3006543" y="4659469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</a:t>
              </a:r>
            </a:p>
          </p:txBody>
        </p:sp>
        <p:sp>
          <p:nvSpPr>
            <p:cNvPr id="3971" name="pg3971">
              <a:extLst>
                <a:ext uri="{FF2B5EF4-FFF2-40B4-BE49-F238E27FC236}">
                  <a16:creationId xmlns:a16="http://schemas.microsoft.com/office/drawing/2014/main" id="{1C59EA0A-D896-5435-37F0-F87232423862}"/>
                </a:ext>
              </a:extLst>
            </p:cNvPr>
            <p:cNvSpPr/>
            <p:nvPr/>
          </p:nvSpPr>
          <p:spPr>
            <a:xfrm>
              <a:off x="3970425" y="4460312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2" name="tx3972">
              <a:extLst>
                <a:ext uri="{FF2B5EF4-FFF2-40B4-BE49-F238E27FC236}">
                  <a16:creationId xmlns:a16="http://schemas.microsoft.com/office/drawing/2014/main" id="{09C25A2B-F41A-0580-C611-E342A1723474}"/>
                </a:ext>
              </a:extLst>
            </p:cNvPr>
            <p:cNvSpPr/>
            <p:nvPr/>
          </p:nvSpPr>
          <p:spPr>
            <a:xfrm>
              <a:off x="4016145" y="4506032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FL</a:t>
              </a:r>
            </a:p>
          </p:txBody>
        </p:sp>
        <p:sp>
          <p:nvSpPr>
            <p:cNvPr id="3973" name="pg3973">
              <a:extLst>
                <a:ext uri="{FF2B5EF4-FFF2-40B4-BE49-F238E27FC236}">
                  <a16:creationId xmlns:a16="http://schemas.microsoft.com/office/drawing/2014/main" id="{80247E6D-D178-0AD9-0944-4489AA7F7AD3}"/>
                </a:ext>
              </a:extLst>
            </p:cNvPr>
            <p:cNvSpPr/>
            <p:nvPr/>
          </p:nvSpPr>
          <p:spPr>
            <a:xfrm>
              <a:off x="4928081" y="2951351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4" name="tx3974">
              <a:extLst>
                <a:ext uri="{FF2B5EF4-FFF2-40B4-BE49-F238E27FC236}">
                  <a16:creationId xmlns:a16="http://schemas.microsoft.com/office/drawing/2014/main" id="{23BE6E39-7C7E-199D-3C67-7259928635C9}"/>
                </a:ext>
              </a:extLst>
            </p:cNvPr>
            <p:cNvSpPr/>
            <p:nvPr/>
          </p:nvSpPr>
          <p:spPr>
            <a:xfrm>
              <a:off x="4973801" y="2997071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NH</a:t>
              </a:r>
            </a:p>
          </p:txBody>
        </p:sp>
        <p:sp>
          <p:nvSpPr>
            <p:cNvPr id="3975" name="pg3975">
              <a:extLst>
                <a:ext uri="{FF2B5EF4-FFF2-40B4-BE49-F238E27FC236}">
                  <a16:creationId xmlns:a16="http://schemas.microsoft.com/office/drawing/2014/main" id="{D7E2BDC4-6E6D-3531-77CB-81172F5E504C}"/>
                </a:ext>
              </a:extLst>
            </p:cNvPr>
            <p:cNvSpPr/>
            <p:nvPr/>
          </p:nvSpPr>
          <p:spPr>
            <a:xfrm>
              <a:off x="5289413" y="2668224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6" name="tx3976">
              <a:extLst>
                <a:ext uri="{FF2B5EF4-FFF2-40B4-BE49-F238E27FC236}">
                  <a16:creationId xmlns:a16="http://schemas.microsoft.com/office/drawing/2014/main" id="{48C809C2-8E97-DFEE-4CC4-11FC471EDBD8}"/>
                </a:ext>
              </a:extLst>
            </p:cNvPr>
            <p:cNvSpPr/>
            <p:nvPr/>
          </p:nvSpPr>
          <p:spPr>
            <a:xfrm>
              <a:off x="5335133" y="2713944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</a:t>
              </a:r>
            </a:p>
          </p:txBody>
        </p:sp>
        <p:sp>
          <p:nvSpPr>
            <p:cNvPr id="3977" name="rc3977">
              <a:extLst>
                <a:ext uri="{FF2B5EF4-FFF2-40B4-BE49-F238E27FC236}">
                  <a16:creationId xmlns:a16="http://schemas.microsoft.com/office/drawing/2014/main" id="{1CBDDECF-1B0D-58F5-D099-7D0A563195FF}"/>
                </a:ext>
              </a:extLst>
            </p:cNvPr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8" name="tx3978">
              <a:extLst>
                <a:ext uri="{FF2B5EF4-FFF2-40B4-BE49-F238E27FC236}">
                  <a16:creationId xmlns:a16="http://schemas.microsoft.com/office/drawing/2014/main" id="{55E610AB-70AC-D6EA-5023-191029FF708C}"/>
                </a:ext>
              </a:extLst>
            </p:cNvPr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>
              <a:extLst>
                <a:ext uri="{FF2B5EF4-FFF2-40B4-BE49-F238E27FC236}">
                  <a16:creationId xmlns:a16="http://schemas.microsoft.com/office/drawing/2014/main" id="{00B78AF5-A804-4C02-1854-3D9B7889CAAA}"/>
                </a:ext>
              </a:extLst>
            </p:cNvPr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>
              <a:extLst>
                <a:ext uri="{FF2B5EF4-FFF2-40B4-BE49-F238E27FC236}">
                  <a16:creationId xmlns:a16="http://schemas.microsoft.com/office/drawing/2014/main" id="{9C7BE703-1B3D-7606-7398-FAC20A541D56}"/>
                </a:ext>
              </a:extLst>
            </p:cNvPr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>
              <a:extLst>
                <a:ext uri="{FF2B5EF4-FFF2-40B4-BE49-F238E27FC236}">
                  <a16:creationId xmlns:a16="http://schemas.microsoft.com/office/drawing/2014/main" id="{A93F815C-E32E-B777-11CF-BF3C0ADA6D3A}"/>
                </a:ext>
              </a:extLst>
            </p:cNvPr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>
              <a:extLst>
                <a:ext uri="{FF2B5EF4-FFF2-40B4-BE49-F238E27FC236}">
                  <a16:creationId xmlns:a16="http://schemas.microsoft.com/office/drawing/2014/main" id="{86BCDEBB-EFD6-7742-5EBB-A49B1C9DA4DD}"/>
                </a:ext>
              </a:extLst>
            </p:cNvPr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>
              <a:extLst>
                <a:ext uri="{FF2B5EF4-FFF2-40B4-BE49-F238E27FC236}">
                  <a16:creationId xmlns:a16="http://schemas.microsoft.com/office/drawing/2014/main" id="{1099BAC8-B836-4E6D-D88F-FF42C67E34A6}"/>
                </a:ext>
              </a:extLst>
            </p:cNvPr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>
              <a:extLst>
                <a:ext uri="{FF2B5EF4-FFF2-40B4-BE49-F238E27FC236}">
                  <a16:creationId xmlns:a16="http://schemas.microsoft.com/office/drawing/2014/main" id="{33A291D5-E049-B8FB-7A3D-284AAD0DBD61}"/>
                </a:ext>
              </a:extLst>
            </p:cNvPr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>
              <a:extLst>
                <a:ext uri="{FF2B5EF4-FFF2-40B4-BE49-F238E27FC236}">
                  <a16:creationId xmlns:a16="http://schemas.microsoft.com/office/drawing/2014/main" id="{44E90E36-B939-0F49-ABE0-347550E1152D}"/>
                </a:ext>
              </a:extLst>
            </p:cNvPr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>
              <a:extLst>
                <a:ext uri="{FF2B5EF4-FFF2-40B4-BE49-F238E27FC236}">
                  <a16:creationId xmlns:a16="http://schemas.microsoft.com/office/drawing/2014/main" id="{E0972F9E-655F-5DB5-4416-EB2060CECB68}"/>
                </a:ext>
              </a:extLst>
            </p:cNvPr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>
              <a:extLst>
                <a:ext uri="{FF2B5EF4-FFF2-40B4-BE49-F238E27FC236}">
                  <a16:creationId xmlns:a16="http://schemas.microsoft.com/office/drawing/2014/main" id="{873A4D07-DA5D-B348-48C0-BE83F1F776B3}"/>
                </a:ext>
              </a:extLst>
            </p:cNvPr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>
              <a:extLst>
                <a:ext uri="{FF2B5EF4-FFF2-40B4-BE49-F238E27FC236}">
                  <a16:creationId xmlns:a16="http://schemas.microsoft.com/office/drawing/2014/main" id="{50BC2F9F-5B24-6CCA-9CBE-F1B06763E1A9}"/>
                </a:ext>
              </a:extLst>
            </p:cNvPr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>
              <a:extLst>
                <a:ext uri="{FF2B5EF4-FFF2-40B4-BE49-F238E27FC236}">
                  <a16:creationId xmlns:a16="http://schemas.microsoft.com/office/drawing/2014/main" id="{8715CD2C-53BA-BDB9-BFD3-94A91D980FB6}"/>
                </a:ext>
              </a:extLst>
            </p:cNvPr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>
              <a:extLst>
                <a:ext uri="{FF2B5EF4-FFF2-40B4-BE49-F238E27FC236}">
                  <a16:creationId xmlns:a16="http://schemas.microsoft.com/office/drawing/2014/main" id="{10243B22-6ECA-8291-9FA0-434178D1FC8F}"/>
                </a:ext>
              </a:extLst>
            </p:cNvPr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>
              <a:extLst>
                <a:ext uri="{FF2B5EF4-FFF2-40B4-BE49-F238E27FC236}">
                  <a16:creationId xmlns:a16="http://schemas.microsoft.com/office/drawing/2014/main" id="{5763D4FF-7811-A7DF-D550-B8F272C8B55E}"/>
                </a:ext>
              </a:extLst>
            </p:cNvPr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>
              <a:extLst>
                <a:ext uri="{FF2B5EF4-FFF2-40B4-BE49-F238E27FC236}">
                  <a16:creationId xmlns:a16="http://schemas.microsoft.com/office/drawing/2014/main" id="{F9D085F0-CF5C-45AE-C5C0-A1C6841F7830}"/>
                </a:ext>
              </a:extLst>
            </p:cNvPr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>
              <a:extLst>
                <a:ext uri="{FF2B5EF4-FFF2-40B4-BE49-F238E27FC236}">
                  <a16:creationId xmlns:a16="http://schemas.microsoft.com/office/drawing/2014/main" id="{2AA26063-B3D2-5C46-ED53-64151B8F4372}"/>
                </a:ext>
              </a:extLst>
            </p:cNvPr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>
              <a:extLst>
                <a:ext uri="{FF2B5EF4-FFF2-40B4-BE49-F238E27FC236}">
                  <a16:creationId xmlns:a16="http://schemas.microsoft.com/office/drawing/2014/main" id="{66FE691C-FA7F-1DC2-391D-D0F97F25A90B}"/>
                </a:ext>
              </a:extLst>
            </p:cNvPr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>
              <a:extLst>
                <a:ext uri="{FF2B5EF4-FFF2-40B4-BE49-F238E27FC236}">
                  <a16:creationId xmlns:a16="http://schemas.microsoft.com/office/drawing/2014/main" id="{BD7684FD-7BC7-4211-13B0-C1A1D24D8B07}"/>
                </a:ext>
              </a:extLst>
            </p:cNvPr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>
              <a:extLst>
                <a:ext uri="{FF2B5EF4-FFF2-40B4-BE49-F238E27FC236}">
                  <a16:creationId xmlns:a16="http://schemas.microsoft.com/office/drawing/2014/main" id="{B43DCF26-0946-9496-B633-7E6B28DBC82B}"/>
                </a:ext>
              </a:extLst>
            </p:cNvPr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>
              <a:extLst>
                <a:ext uri="{FF2B5EF4-FFF2-40B4-BE49-F238E27FC236}">
                  <a16:creationId xmlns:a16="http://schemas.microsoft.com/office/drawing/2014/main" id="{FAE03219-5232-8347-4175-92FCB4CA01D1}"/>
                </a:ext>
              </a:extLst>
            </p:cNvPr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>
              <a:extLst>
                <a:ext uri="{FF2B5EF4-FFF2-40B4-BE49-F238E27FC236}">
                  <a16:creationId xmlns:a16="http://schemas.microsoft.com/office/drawing/2014/main" id="{DB6C50D0-8166-EF35-0F66-2BF8A32722F4}"/>
                </a:ext>
              </a:extLst>
            </p:cNvPr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>
              <a:extLst>
                <a:ext uri="{FF2B5EF4-FFF2-40B4-BE49-F238E27FC236}">
                  <a16:creationId xmlns:a16="http://schemas.microsoft.com/office/drawing/2014/main" id="{354619E9-F91B-7178-7E6B-4B74D452EBE8}"/>
                </a:ext>
              </a:extLst>
            </p:cNvPr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>
              <a:extLst>
                <a:ext uri="{FF2B5EF4-FFF2-40B4-BE49-F238E27FC236}">
                  <a16:creationId xmlns:a16="http://schemas.microsoft.com/office/drawing/2014/main" id="{8449DF7B-2D05-76D5-E2D4-2642AC09047D}"/>
                </a:ext>
              </a:extLst>
            </p:cNvPr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>
              <a:extLst>
                <a:ext uri="{FF2B5EF4-FFF2-40B4-BE49-F238E27FC236}">
                  <a16:creationId xmlns:a16="http://schemas.microsoft.com/office/drawing/2014/main" id="{9EEE3446-8208-37E8-4CEA-7A98501A5B5A}"/>
                </a:ext>
              </a:extLst>
            </p:cNvPr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>
              <a:extLst>
                <a:ext uri="{FF2B5EF4-FFF2-40B4-BE49-F238E27FC236}">
                  <a16:creationId xmlns:a16="http://schemas.microsoft.com/office/drawing/2014/main" id="{F3957F0B-6EC9-E5C7-6AB4-FC26245082AA}"/>
                </a:ext>
              </a:extLst>
            </p:cNvPr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>
              <a:extLst>
                <a:ext uri="{FF2B5EF4-FFF2-40B4-BE49-F238E27FC236}">
                  <a16:creationId xmlns:a16="http://schemas.microsoft.com/office/drawing/2014/main" id="{BB1BDDA9-CCB5-02CD-8055-77440FC1E871}"/>
                </a:ext>
              </a:extLst>
            </p:cNvPr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>
              <a:extLst>
                <a:ext uri="{FF2B5EF4-FFF2-40B4-BE49-F238E27FC236}">
                  <a16:creationId xmlns:a16="http://schemas.microsoft.com/office/drawing/2014/main" id="{C7086924-ABB5-488B-C3D0-0BC5F6CC3F86}"/>
                </a:ext>
              </a:extLst>
            </p:cNvPr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pl4005">
              <a:extLst>
                <a:ext uri="{FF2B5EF4-FFF2-40B4-BE49-F238E27FC236}">
                  <a16:creationId xmlns:a16="http://schemas.microsoft.com/office/drawing/2014/main" id="{E9283ED0-242F-355C-0FF7-A5F6A1C843C6}"/>
                </a:ext>
              </a:extLst>
            </p:cNvPr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6" name="tx4006">
              <a:extLst>
                <a:ext uri="{FF2B5EF4-FFF2-40B4-BE49-F238E27FC236}">
                  <a16:creationId xmlns:a16="http://schemas.microsoft.com/office/drawing/2014/main" id="{7BCA6A95-73C8-7376-34ED-A7D605238882}"/>
                </a:ext>
              </a:extLst>
            </p:cNvPr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>
              <a:extLst>
                <a:ext uri="{FF2B5EF4-FFF2-40B4-BE49-F238E27FC236}">
                  <a16:creationId xmlns:a16="http://schemas.microsoft.com/office/drawing/2014/main" id="{C1F6B282-88D1-2D5B-B588-72E2287884B0}"/>
                </a:ext>
              </a:extLst>
            </p:cNvPr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>
              <a:extLst>
                <a:ext uri="{FF2B5EF4-FFF2-40B4-BE49-F238E27FC236}">
                  <a16:creationId xmlns:a16="http://schemas.microsoft.com/office/drawing/2014/main" id="{D9146E73-69D0-94B5-AB2F-65E8E88C69CD}"/>
                </a:ext>
              </a:extLst>
            </p:cNvPr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>
              <a:extLst>
                <a:ext uri="{FF2B5EF4-FFF2-40B4-BE49-F238E27FC236}">
                  <a16:creationId xmlns:a16="http://schemas.microsoft.com/office/drawing/2014/main" id="{C506B4F4-7007-5450-7A5D-47FC27DD4C18}"/>
                </a:ext>
              </a:extLst>
            </p:cNvPr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>
              <a:extLst>
                <a:ext uri="{FF2B5EF4-FFF2-40B4-BE49-F238E27FC236}">
                  <a16:creationId xmlns:a16="http://schemas.microsoft.com/office/drawing/2014/main" id="{7B6A5CA0-6D4C-E85F-E590-F74F6B7326B3}"/>
                </a:ext>
              </a:extLst>
            </p:cNvPr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>
              <a:extLst>
                <a:ext uri="{FF2B5EF4-FFF2-40B4-BE49-F238E27FC236}">
                  <a16:creationId xmlns:a16="http://schemas.microsoft.com/office/drawing/2014/main" id="{CC021793-1EEC-CF2A-FF7C-141722EE1EEE}"/>
                </a:ext>
              </a:extLst>
            </p:cNvPr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>
              <a:extLst>
                <a:ext uri="{FF2B5EF4-FFF2-40B4-BE49-F238E27FC236}">
                  <a16:creationId xmlns:a16="http://schemas.microsoft.com/office/drawing/2014/main" id="{F7FDBAE7-4548-F769-8C9D-573232F32ED8}"/>
                </a:ext>
              </a:extLst>
            </p:cNvPr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>
              <a:extLst>
                <a:ext uri="{FF2B5EF4-FFF2-40B4-BE49-F238E27FC236}">
                  <a16:creationId xmlns:a16="http://schemas.microsoft.com/office/drawing/2014/main" id="{7B1A4FE3-E77B-9905-3498-169944A1896C}"/>
                </a:ext>
              </a:extLst>
            </p:cNvPr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>
              <a:extLst>
                <a:ext uri="{FF2B5EF4-FFF2-40B4-BE49-F238E27FC236}">
                  <a16:creationId xmlns:a16="http://schemas.microsoft.com/office/drawing/2014/main" id="{DC3F63D0-8F47-348A-20FF-1558AFAFDDA2}"/>
                </a:ext>
              </a:extLst>
            </p:cNvPr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>
              <a:extLst>
                <a:ext uri="{FF2B5EF4-FFF2-40B4-BE49-F238E27FC236}">
                  <a16:creationId xmlns:a16="http://schemas.microsoft.com/office/drawing/2014/main" id="{BC802842-FAD6-1938-3258-28A401FE98C8}"/>
                </a:ext>
              </a:extLst>
            </p:cNvPr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>
              <a:extLst>
                <a:ext uri="{FF2B5EF4-FFF2-40B4-BE49-F238E27FC236}">
                  <a16:creationId xmlns:a16="http://schemas.microsoft.com/office/drawing/2014/main" id="{5D10E5D2-2492-3F89-6780-5E1F8D8DE9C6}"/>
                </a:ext>
              </a:extLst>
            </p:cNvPr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>
              <a:extLst>
                <a:ext uri="{FF2B5EF4-FFF2-40B4-BE49-F238E27FC236}">
                  <a16:creationId xmlns:a16="http://schemas.microsoft.com/office/drawing/2014/main" id="{BBC3EFC1-8287-6CD6-51E0-76CD11652473}"/>
                </a:ext>
              </a:extLst>
            </p:cNvPr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>
              <a:extLst>
                <a:ext uri="{FF2B5EF4-FFF2-40B4-BE49-F238E27FC236}">
                  <a16:creationId xmlns:a16="http://schemas.microsoft.com/office/drawing/2014/main" id="{C7F34A74-DAFA-6F64-A8BE-C221BA91FACB}"/>
                </a:ext>
              </a:extLst>
            </p:cNvPr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>
              <a:extLst>
                <a:ext uri="{FF2B5EF4-FFF2-40B4-BE49-F238E27FC236}">
                  <a16:creationId xmlns:a16="http://schemas.microsoft.com/office/drawing/2014/main" id="{7D331907-6BC9-F89F-7E1A-367302720D9A}"/>
                </a:ext>
              </a:extLst>
            </p:cNvPr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>
              <a:extLst>
                <a:ext uri="{FF2B5EF4-FFF2-40B4-BE49-F238E27FC236}">
                  <a16:creationId xmlns:a16="http://schemas.microsoft.com/office/drawing/2014/main" id="{8E76F9DE-8304-CA29-0DBB-D3474487E742}"/>
                </a:ext>
              </a:extLst>
            </p:cNvPr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>
              <a:extLst>
                <a:ext uri="{FF2B5EF4-FFF2-40B4-BE49-F238E27FC236}">
                  <a16:creationId xmlns:a16="http://schemas.microsoft.com/office/drawing/2014/main" id="{B2CAAFA7-98E2-A11C-6574-77C9F4E4D433}"/>
                </a:ext>
              </a:extLst>
            </p:cNvPr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>
              <a:extLst>
                <a:ext uri="{FF2B5EF4-FFF2-40B4-BE49-F238E27FC236}">
                  <a16:creationId xmlns:a16="http://schemas.microsoft.com/office/drawing/2014/main" id="{B5622750-7B47-EAB4-891B-96DB8B0C5609}"/>
                </a:ext>
              </a:extLst>
            </p:cNvPr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>
              <a:extLst>
                <a:ext uri="{FF2B5EF4-FFF2-40B4-BE49-F238E27FC236}">
                  <a16:creationId xmlns:a16="http://schemas.microsoft.com/office/drawing/2014/main" id="{3879A3EB-CE70-7911-F4F2-BB6A3A1F728A}"/>
                </a:ext>
              </a:extLst>
            </p:cNvPr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>
              <a:extLst>
                <a:ext uri="{FF2B5EF4-FFF2-40B4-BE49-F238E27FC236}">
                  <a16:creationId xmlns:a16="http://schemas.microsoft.com/office/drawing/2014/main" id="{96E6FEA1-2E6B-2A00-A88A-8B66F8D4F298}"/>
                </a:ext>
              </a:extLst>
            </p:cNvPr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>
              <a:extLst>
                <a:ext uri="{FF2B5EF4-FFF2-40B4-BE49-F238E27FC236}">
                  <a16:creationId xmlns:a16="http://schemas.microsoft.com/office/drawing/2014/main" id="{A93AF169-3B3B-3D45-0259-4ACFD599C158}"/>
                </a:ext>
              </a:extLst>
            </p:cNvPr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>
              <a:extLst>
                <a:ext uri="{FF2B5EF4-FFF2-40B4-BE49-F238E27FC236}">
                  <a16:creationId xmlns:a16="http://schemas.microsoft.com/office/drawing/2014/main" id="{60941C2A-3FF0-7400-F427-F45158C7F579}"/>
                </a:ext>
              </a:extLst>
            </p:cNvPr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>
              <a:extLst>
                <a:ext uri="{FF2B5EF4-FFF2-40B4-BE49-F238E27FC236}">
                  <a16:creationId xmlns:a16="http://schemas.microsoft.com/office/drawing/2014/main" id="{41E6F537-1878-F16E-3411-E688810BE01F}"/>
                </a:ext>
              </a:extLst>
            </p:cNvPr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>
              <a:extLst>
                <a:ext uri="{FF2B5EF4-FFF2-40B4-BE49-F238E27FC236}">
                  <a16:creationId xmlns:a16="http://schemas.microsoft.com/office/drawing/2014/main" id="{F772BEEF-27EC-966F-2E8A-A37B57310BA2}"/>
                </a:ext>
              </a:extLst>
            </p:cNvPr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>
              <a:extLst>
                <a:ext uri="{FF2B5EF4-FFF2-40B4-BE49-F238E27FC236}">
                  <a16:creationId xmlns:a16="http://schemas.microsoft.com/office/drawing/2014/main" id="{65B487D5-AD09-9E21-3609-F227F4D966E7}"/>
                </a:ext>
              </a:extLst>
            </p:cNvPr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>
              <a:extLst>
                <a:ext uri="{FF2B5EF4-FFF2-40B4-BE49-F238E27FC236}">
                  <a16:creationId xmlns:a16="http://schemas.microsoft.com/office/drawing/2014/main" id="{B42DB3EA-EF5B-0EE8-FB04-EE4CD81CB560}"/>
                </a:ext>
              </a:extLst>
            </p:cNvPr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>
              <a:extLst>
                <a:ext uri="{FF2B5EF4-FFF2-40B4-BE49-F238E27FC236}">
                  <a16:creationId xmlns:a16="http://schemas.microsoft.com/office/drawing/2014/main" id="{6A832BB9-B750-706E-8CCC-3F5BB1FA5E7A}"/>
                </a:ext>
              </a:extLst>
            </p:cNvPr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>
              <a:extLst>
                <a:ext uri="{FF2B5EF4-FFF2-40B4-BE49-F238E27FC236}">
                  <a16:creationId xmlns:a16="http://schemas.microsoft.com/office/drawing/2014/main" id="{2ED6D918-1C00-DD1B-DABF-D0DBE13EAB65}"/>
                </a:ext>
              </a:extLst>
            </p:cNvPr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3" name="tx4033">
              <a:extLst>
                <a:ext uri="{FF2B5EF4-FFF2-40B4-BE49-F238E27FC236}">
                  <a16:creationId xmlns:a16="http://schemas.microsoft.com/office/drawing/2014/main" id="{F9D15B1E-2A18-B14A-4506-CB9377811CB2}"/>
                </a:ext>
              </a:extLst>
            </p:cNvPr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>
              <a:extLst>
                <a:ext uri="{FF2B5EF4-FFF2-40B4-BE49-F238E27FC236}">
                  <a16:creationId xmlns:a16="http://schemas.microsoft.com/office/drawing/2014/main" id="{59391EEC-B3EB-EE2D-C9D0-2AC42AFAEA3F}"/>
                </a:ext>
              </a:extLst>
            </p:cNvPr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>
              <a:extLst>
                <a:ext uri="{FF2B5EF4-FFF2-40B4-BE49-F238E27FC236}">
                  <a16:creationId xmlns:a16="http://schemas.microsoft.com/office/drawing/2014/main" id="{3ADC4931-E865-0A3A-B612-D2915C5259F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>
              <a:extLst>
                <a:ext uri="{FF2B5EF4-FFF2-40B4-BE49-F238E27FC236}">
                  <a16:creationId xmlns:a16="http://schemas.microsoft.com/office/drawing/2014/main" id="{F90B3301-E9CA-F2C1-E71F-AFCCD7E1C8EA}"/>
                </a:ext>
              </a:extLst>
            </p:cNvPr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>
              <a:extLst>
                <a:ext uri="{FF2B5EF4-FFF2-40B4-BE49-F238E27FC236}">
                  <a16:creationId xmlns:a16="http://schemas.microsoft.com/office/drawing/2014/main" id="{1490D663-5A8C-90C8-5DE7-64C1DF69D5A6}"/>
                </a:ext>
              </a:extLst>
            </p:cNvPr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>
              <a:extLst>
                <a:ext uri="{FF2B5EF4-FFF2-40B4-BE49-F238E27FC236}">
                  <a16:creationId xmlns:a16="http://schemas.microsoft.com/office/drawing/2014/main" id="{B030FD04-DC91-6AD5-4834-5C4FE6EBA06C}"/>
                </a:ext>
              </a:extLst>
            </p:cNvPr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>
              <a:extLst>
                <a:ext uri="{FF2B5EF4-FFF2-40B4-BE49-F238E27FC236}">
                  <a16:creationId xmlns:a16="http://schemas.microsoft.com/office/drawing/2014/main" id="{6C8F4D0F-E9F6-589C-D07F-D97B44DABC79}"/>
                </a:ext>
              </a:extLst>
            </p:cNvPr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>
              <a:extLst>
                <a:ext uri="{FF2B5EF4-FFF2-40B4-BE49-F238E27FC236}">
                  <a16:creationId xmlns:a16="http://schemas.microsoft.com/office/drawing/2014/main" id="{B38941CA-38F5-69CA-35DF-10F1C456FE7C}"/>
                </a:ext>
              </a:extLst>
            </p:cNvPr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>
              <a:extLst>
                <a:ext uri="{FF2B5EF4-FFF2-40B4-BE49-F238E27FC236}">
                  <a16:creationId xmlns:a16="http://schemas.microsoft.com/office/drawing/2014/main" id="{91E2096A-648C-D310-0BB3-A3CD94F474ED}"/>
                </a:ext>
              </a:extLst>
            </p:cNvPr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>
              <a:extLst>
                <a:ext uri="{FF2B5EF4-FFF2-40B4-BE49-F238E27FC236}">
                  <a16:creationId xmlns:a16="http://schemas.microsoft.com/office/drawing/2014/main" id="{86C751C2-437C-3BFE-4C37-AD270C0814F7}"/>
                </a:ext>
              </a:extLst>
            </p:cNvPr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>
              <a:extLst>
                <a:ext uri="{FF2B5EF4-FFF2-40B4-BE49-F238E27FC236}">
                  <a16:creationId xmlns:a16="http://schemas.microsoft.com/office/drawing/2014/main" id="{55B3B534-5C4B-2CCE-8157-271D0FD8AEC3}"/>
                </a:ext>
              </a:extLst>
            </p:cNvPr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>
              <a:extLst>
                <a:ext uri="{FF2B5EF4-FFF2-40B4-BE49-F238E27FC236}">
                  <a16:creationId xmlns:a16="http://schemas.microsoft.com/office/drawing/2014/main" id="{18775F60-97DD-D891-C0CD-0BFA6DF5B75B}"/>
                </a:ext>
              </a:extLst>
            </p:cNvPr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l4045">
              <a:extLst>
                <a:ext uri="{FF2B5EF4-FFF2-40B4-BE49-F238E27FC236}">
                  <a16:creationId xmlns:a16="http://schemas.microsoft.com/office/drawing/2014/main" id="{15C44377-1F61-C1DB-1E28-AE257B69593A}"/>
                </a:ext>
              </a:extLst>
            </p:cNvPr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tx4046">
              <a:extLst>
                <a:ext uri="{FF2B5EF4-FFF2-40B4-BE49-F238E27FC236}">
                  <a16:creationId xmlns:a16="http://schemas.microsoft.com/office/drawing/2014/main" id="{3E8318EE-DCD5-2E4B-986F-3B1D5EE9BA28}"/>
                </a:ext>
              </a:extLst>
            </p:cNvPr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>
              <a:extLst>
                <a:ext uri="{FF2B5EF4-FFF2-40B4-BE49-F238E27FC236}">
                  <a16:creationId xmlns:a16="http://schemas.microsoft.com/office/drawing/2014/main" id="{FF7F2E26-7FE6-4306-4115-741EA6953906}"/>
                </a:ext>
              </a:extLst>
            </p:cNvPr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48" name="tx4048">
              <a:extLst>
                <a:ext uri="{FF2B5EF4-FFF2-40B4-BE49-F238E27FC236}">
                  <a16:creationId xmlns:a16="http://schemas.microsoft.com/office/drawing/2014/main" id="{4823D4DC-1A66-F94C-ACD2-31DED2643FA0}"/>
                </a:ext>
              </a:extLst>
            </p:cNvPr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9" name="tx4049">
              <a:extLst>
                <a:ext uri="{FF2B5EF4-FFF2-40B4-BE49-F238E27FC236}">
                  <a16:creationId xmlns:a16="http://schemas.microsoft.com/office/drawing/2014/main" id="{CD2A1E40-9FD5-7ECE-B64E-FDFE60A9B841}"/>
                </a:ext>
              </a:extLst>
            </p:cNvPr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0" name="tx4050">
              <a:extLst>
                <a:ext uri="{FF2B5EF4-FFF2-40B4-BE49-F238E27FC236}">
                  <a16:creationId xmlns:a16="http://schemas.microsoft.com/office/drawing/2014/main" id="{75C9688C-3C44-F2E6-EF25-FBFD04E18C63}"/>
                </a:ext>
              </a:extLst>
            </p:cNvPr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>
              <a:extLst>
                <a:ext uri="{FF2B5EF4-FFF2-40B4-BE49-F238E27FC236}">
                  <a16:creationId xmlns:a16="http://schemas.microsoft.com/office/drawing/2014/main" id="{0BD0CFE3-216B-566B-4B2E-63B076E34234}"/>
                </a:ext>
              </a:extLst>
            </p:cNvPr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>
              <a:extLst>
                <a:ext uri="{FF2B5EF4-FFF2-40B4-BE49-F238E27FC236}">
                  <a16:creationId xmlns:a16="http://schemas.microsoft.com/office/drawing/2014/main" id="{C9D46388-7F48-409C-E352-B4E6843C85F7}"/>
                </a:ext>
              </a:extLst>
            </p:cNvPr>
            <p:cNvSpPr/>
            <p:nvPr/>
          </p:nvSpPr>
          <p:spPr>
            <a:xfrm>
              <a:off x="2201917" y="1998973"/>
              <a:ext cx="1998695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(GF)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4823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8" name="Group 747">
            <a:extLst>
              <a:ext uri="{FF2B5EF4-FFF2-40B4-BE49-F238E27FC236}">
                <a16:creationId xmlns:a16="http://schemas.microsoft.com/office/drawing/2014/main" id="{85CA9C62-89D8-7132-A362-734E38925488}"/>
              </a:ext>
            </a:extLst>
          </p:cNvPr>
          <p:cNvGrpSpPr/>
          <p:nvPr/>
        </p:nvGrpSpPr>
        <p:grpSpPr>
          <a:xfrm>
            <a:off x="11627768" y="16712933"/>
            <a:ext cx="3967904" cy="3667707"/>
            <a:chOff x="2483768" y="1853932"/>
            <a:chExt cx="3967904" cy="3667707"/>
          </a:xfrm>
        </p:grpSpPr>
        <p:sp>
          <p:nvSpPr>
            <p:cNvPr id="5" name="rc5"/>
            <p:cNvSpPr/>
            <p:nvPr/>
          </p:nvSpPr>
          <p:spPr>
            <a:xfrm>
              <a:off x="2483768" y="1859855"/>
              <a:ext cx="3967903" cy="3657377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57377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76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B1E6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38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536967" y="3324744"/>
              <a:ext cx="1087493" cy="365181"/>
            </a:xfrm>
            <a:custGeom>
              <a:avLst/>
              <a:gdLst/>
              <a:ahLst/>
              <a:cxnLst/>
              <a:rect l="0" t="0" r="0" b="0"/>
              <a:pathLst>
                <a:path w="1087493" h="365181">
                  <a:moveTo>
                    <a:pt x="1087493" y="0"/>
                  </a:moveTo>
                  <a:lnTo>
                    <a:pt x="0" y="36518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08713" y="3825356"/>
              <a:ext cx="1246170" cy="552083"/>
            </a:xfrm>
            <a:custGeom>
              <a:avLst/>
              <a:gdLst/>
              <a:ahLst/>
              <a:cxnLst/>
              <a:rect l="0" t="0" r="0" b="0"/>
              <a:pathLst>
                <a:path w="1246170" h="552083">
                  <a:moveTo>
                    <a:pt x="1246170" y="0"/>
                  </a:moveTo>
                  <a:lnTo>
                    <a:pt x="0" y="55208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408814" y="4237402"/>
              <a:ext cx="1101005" cy="235289"/>
            </a:xfrm>
            <a:custGeom>
              <a:avLst/>
              <a:gdLst/>
              <a:ahLst/>
              <a:cxnLst/>
              <a:rect l="0" t="0" r="0" b="0"/>
              <a:pathLst>
                <a:path w="1101005" h="235289">
                  <a:moveTo>
                    <a:pt x="1101005" y="0"/>
                  </a:moveTo>
                  <a:lnTo>
                    <a:pt x="0" y="2352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624461" y="3156336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670181" y="3202056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754884" y="3655931"/>
              <a:ext cx="1554937" cy="324611"/>
            </a:xfrm>
            <a:custGeom>
              <a:avLst/>
              <a:gdLst/>
              <a:ahLst/>
              <a:cxnLst/>
              <a:rect l="0" t="0" r="0" b="0"/>
              <a:pathLst>
                <a:path w="1554937" h="324611">
                  <a:moveTo>
                    <a:pt x="27431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800604" y="3701651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509819" y="4071658"/>
              <a:ext cx="1193383" cy="324611"/>
            </a:xfrm>
            <a:custGeom>
              <a:avLst/>
              <a:gdLst/>
              <a:ahLst/>
              <a:cxnLst/>
              <a:rect l="0" t="0" r="0" b="0"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555539" y="4117378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483768" y="1859855"/>
              <a:ext cx="3967904" cy="3657377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13" name="Group 4712">
            <a:extLst>
              <a:ext uri="{FF2B5EF4-FFF2-40B4-BE49-F238E27FC236}">
                <a16:creationId xmlns:a16="http://schemas.microsoft.com/office/drawing/2014/main" id="{48C19DCE-FE25-7D3E-AE20-BDC1B8B385EC}"/>
              </a:ext>
            </a:extLst>
          </p:cNvPr>
          <p:cNvGrpSpPr/>
          <p:nvPr/>
        </p:nvGrpSpPr>
        <p:grpSpPr>
          <a:xfrm>
            <a:off x="10798055" y="16025018"/>
            <a:ext cx="5835888" cy="4525962"/>
            <a:chOff x="10798055" y="16025018"/>
            <a:chExt cx="5835888" cy="4525962"/>
          </a:xfrm>
        </p:grpSpPr>
        <p:grpSp>
          <p:nvGrpSpPr>
            <p:cNvPr id="2" name="Content Placeholder 2"/>
            <p:cNvGrpSpPr/>
            <p:nvPr/>
          </p:nvGrpSpPr>
          <p:grpSpPr>
            <a:xfrm>
              <a:off x="10798055" y="16025018"/>
              <a:ext cx="5835888" cy="4525962"/>
              <a:chOff x="1654055" y="1600200"/>
              <a:chExt cx="5835888" cy="4525962"/>
            </a:xfrm>
          </p:grpSpPr>
          <p:sp>
            <p:nvSpPr>
              <p:cNvPr id="4" name="rc4"/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" name="rc5"/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pl6"/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pl7"/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pl8"/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" name="pl9"/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pl10"/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pl11"/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pl12"/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pl13"/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pl14"/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pl15"/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pl16"/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pl17"/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pl18"/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pg19"/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" name="pg20"/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pg21"/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pg22"/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pg23"/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pg24"/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pg25"/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pg26"/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pg27"/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pg28"/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pg29"/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pg30"/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" name="pg31"/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pg32"/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pg33"/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pg34"/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pg35"/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pg36"/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pg37"/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" name="pg38"/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pg39"/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pg40"/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pg41"/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pg42"/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" name="pg43"/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" name="pg44"/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pg45"/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pg46"/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pg47"/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pg48"/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pg49"/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pg50"/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pg51"/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pg52"/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pg53"/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pg54"/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" name="pg55"/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pg56"/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pg57"/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pg58"/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pg59"/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pg60"/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" name="pg61"/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" name="pg62"/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pg63"/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pg64"/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pg65"/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pg66"/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" name="pg67"/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" name="pg68"/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pg69"/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pg70"/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pg71"/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pg72"/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" name="pg73"/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" name="pg74"/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pg75"/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pg76"/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pg77"/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pg78"/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" name="pg79"/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" name="pg80"/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pg81"/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pg82"/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pg83"/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pg84"/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" name="pg85"/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" name="pg86"/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pg87"/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pg88"/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" name="pg89"/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" name="pg90"/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pg91"/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" name="pg92"/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" name="pg93"/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" name="pg94"/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" name="pg95"/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" name="pg96"/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" name="pg97"/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" name="pg98"/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" name="pg99"/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" name="pg100"/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" name="pg101"/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" name="pg102"/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" name="pg103"/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" name="pg104"/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" name="pg105"/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" name="pg106"/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" name="pg107"/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" name="pg108"/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" name="pg109"/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" name="pg110"/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" name="pg111"/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" name="pg112"/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pg113"/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" name="pg114"/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" name="pg115"/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" name="pg116"/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" name="pg117"/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" name="pg118"/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" name="pg119"/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" name="pg120"/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" name="pg121"/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" name="pg122"/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" name="pg123"/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" name="pg124"/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" name="pg125"/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" name="pg126"/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" name="pg127"/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" name="pg128"/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" name="pg129"/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" name="pg130"/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" name="pg131"/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" name="pg132"/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" name="pg133"/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" name="pg134"/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" name="pg135"/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" name="pg136"/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" name="pg137"/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" name="pg138"/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" name="pg139"/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" name="pg140"/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" name="pg141"/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" name="pg142"/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" name="pg143"/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" name="pg144"/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" name="pg145"/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" name="pg146"/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" name="pg147"/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" name="pg148"/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" name="pg149"/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" name="pg150"/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" name="pg151"/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" name="pg152"/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" name="pg153"/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" name="pg154"/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" name="pg155"/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" name="pg156"/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" name="pg157"/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" name="pg158"/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" name="pg159"/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" name="pg160"/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" name="pg161"/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" name="pg162"/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" name="pg163"/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" name="pg164"/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" name="pg165"/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" name="pg166"/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" name="pg167"/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" name="pg168"/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" name="pg169"/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" name="pg170"/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" name="pg171"/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" name="pg172"/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" name="pg173"/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" name="pg174"/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" name="pg175"/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" name="pg176"/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" name="pg177"/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" name="pg178"/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" name="pg179"/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" name="pg180"/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" name="pg181"/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" name="pg182"/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" name="pg183"/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" name="pg184"/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" name="pg185"/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" name="pg186"/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" name="pg187"/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" name="pg188"/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" name="pg189"/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" name="pg190"/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" name="pg191"/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" name="pg192"/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" name="pg193"/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" name="pg194"/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" name="pg195"/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" name="pg196"/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" name="pg197"/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" name="pg198"/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" name="pg199"/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" name="pg200"/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" name="pg201"/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" name="pg202"/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" name="pg203"/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" name="pg204"/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" name="pg205"/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" name="pg206"/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" name="pg207"/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" name="pg208"/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" name="pg209"/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" name="pg210"/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" name="pg211"/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" name="pg212"/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" name="pg213"/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" name="pg214"/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" name="pg215"/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" name="pg216"/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" name="pg217"/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" name="pg218"/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" name="pg219"/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" name="pg220"/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" name="pg221"/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" name="pg222"/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" name="pg223"/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" name="pg224"/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" name="pg225"/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" name="pg226"/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" name="pg227"/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" name="pg228"/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" name="pg229"/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" name="pg230"/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" name="pg231"/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" name="pg232"/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" name="pg233"/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" name="pg234"/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" name="pg235"/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" name="pg236"/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" name="pg237"/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" name="pg238"/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" name="pg239"/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" name="pg240"/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" name="pg241"/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" name="pg242"/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" name="pg243"/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" name="pg244"/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" name="pg245"/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" name="pg246"/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" name="pg247"/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" name="pg248"/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" name="pg249"/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" name="pg250"/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" name="pg251"/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" name="pg252"/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" name="pg253"/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" name="pg254"/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" name="pg255"/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" name="pg256"/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" name="pg257"/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" name="pg258"/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" name="pg259"/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" name="pg260"/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" name="pg261"/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" name="pg262"/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" name="pg263"/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" name="pg264"/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" name="pg265"/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" name="pg266"/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" name="pg267"/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" name="pg268"/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" name="pg269"/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" name="pg270"/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" name="pg271"/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" name="pg272"/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" name="pg273"/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" name="pg274"/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" name="pg275"/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" name="pg276"/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" name="pg277"/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" name="pg278"/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" name="pg279"/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" name="pg280"/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" name="pg281"/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" name="pg282"/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" name="pg283"/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" name="pg284"/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" name="pg285"/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" name="pg286"/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" name="pg287"/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" name="pg288"/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" name="pg289"/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" name="pg290"/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" name="pg291"/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" name="pg292"/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" name="pg293"/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" name="pg294"/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" name="pg295"/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" name="pg296"/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" name="pg297"/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" name="pg298"/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" name="pg299"/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" name="pg300"/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" name="pg301"/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" name="pg302"/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" name="pg303"/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" name="pg304"/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" name="pg305"/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" name="pg306"/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" name="pg307"/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" name="pg308"/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" name="pg309"/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" name="pg310"/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" name="pg311"/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" name="pg312"/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" name="pg313"/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" name="pg314"/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" name="pg315"/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" name="pg316"/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" name="pg317"/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" name="pg318"/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" name="pg319"/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" name="pg320"/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" name="pg321"/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" name="pg322"/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" name="pg323"/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" name="pg324"/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" name="pg325"/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" name="pg326"/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" name="pg327"/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" name="pg328"/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" name="pg329"/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" name="pg330"/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" name="pg331"/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" name="pg332"/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" name="pg333"/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" name="pg334"/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" name="pg335"/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" name="pg336"/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" name="pg337"/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" name="pg338"/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" name="pg339"/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" name="pg340"/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" name="pg341"/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" name="pg342"/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" name="pg343"/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" name="pg344"/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" name="pg345"/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" name="pg346"/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" name="pg347"/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" name="pg348"/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" name="pg349"/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" name="pg350"/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" name="pg351"/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" name="pg352"/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" name="pg353"/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" name="pg354"/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" name="pg355"/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" name="pg356"/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" name="pg357"/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" name="pg358"/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" name="pg359"/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" name="pg360"/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" name="pg361"/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C">
                  <a:alpha val="100000"/>
                </a:srgbClr>
              </a:solidFill>
              <a:ln w="5420" cap="flat">
                <a:solidFill>
                  <a:srgbClr val="3B51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" name="pg362"/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" name="pg363"/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" name="pg364"/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" name="pg365"/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" name="pg366"/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" name="pg367"/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" name="pg368"/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" name="pg369"/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" name="pg370"/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" name="pg371"/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" name="pg372"/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" name="pg373"/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" name="pg374"/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" name="pg375"/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" name="pg376"/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" name="pg377"/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" name="pg378"/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" name="pg379"/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" name="pg380"/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" name="pg381"/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" name="pg382"/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" name="pg383"/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" name="pg384"/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" name="pg385"/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" name="pg386"/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" name="pg387"/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" name="pg388"/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" name="pg389"/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" name="pg390"/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" name="pg391"/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" name="pg392"/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" name="pg393"/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" name="pg394"/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" name="pg395"/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" name="pg396"/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" name="pg397"/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" name="pg398"/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" name="pg399"/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C">
                  <a:alpha val="100000"/>
                </a:srgbClr>
              </a:solidFill>
              <a:ln w="5420" cap="flat">
                <a:solidFill>
                  <a:srgbClr val="3B51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" name="pg400"/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" name="pg401"/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" name="pg402"/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" name="pg403"/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" name="pg404"/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" name="pg405"/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" name="pg406"/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" name="pg407"/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" name="pg408"/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" name="pg409"/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" name="pg410"/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" name="pg411"/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" name="pg412"/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" name="pg413"/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" name="pg414"/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" name="pg415"/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" name="pg416"/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" name="pg417"/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" name="pg418"/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" name="pg419"/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" name="pg420"/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" name="pg421"/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" name="pg422"/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" name="pg423"/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" name="pg424"/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" name="pg425"/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" name="pg426"/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" name="pg427"/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" name="pg428"/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" name="pg429"/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" name="pg430"/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" name="pg431"/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" name="pg432"/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" name="pg433"/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" name="pg434"/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" name="pg435"/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" name="pg436"/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" name="pg437"/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" name="pg438"/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" name="pg439"/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" name="pg440"/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" name="pg441"/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" name="pg442"/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" name="pg443"/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" name="pg444"/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" name="pg445"/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" name="pg446"/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" name="pg447"/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" name="pg448"/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" name="pg449"/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" name="pg450"/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" name="pg451"/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" name="pg452"/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" name="pg453"/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" name="pg454"/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" name="pg455"/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" name="pg456"/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" name="pg457"/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" name="pg458"/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" name="pg459"/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" name="pg460"/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" name="pg461"/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" name="pg462"/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" name="pg463"/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" name="pg464"/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" name="pg465"/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" name="pg466"/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" name="pg467"/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" name="pg468"/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" name="pg469"/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" name="pg470"/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1" name="pg471"/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2" name="pg472"/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3" name="pg473"/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4" name="pg474"/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5" name="pg475"/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6" name="pg476"/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7" name="pg477"/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8" name="pg478"/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9" name="pg479"/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0" name="pg480"/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1" name="pg481"/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2" name="pg482"/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3" name="pg483"/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4" name="pg484"/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5" name="pg485"/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6" name="pg486"/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7" name="pg487"/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8" name="pg488"/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9" name="pg489"/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0" name="pg490"/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1" name="pg491"/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2">
                  <a:alpha val="100000"/>
                </a:srgbClr>
              </a:solidFill>
              <a:ln w="5420" cap="flat">
                <a:solidFill>
                  <a:srgbClr val="3C4A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2" name="pg492"/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3" name="pg493"/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4" name="pg494"/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5" name="pg495"/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6" name="pg496"/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7" name="pg497"/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8" name="pg498"/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9" name="pg499"/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0" name="pg500"/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1" name="pg501"/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2" name="pg502"/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3" name="pg503"/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4" name="pg504"/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5" name="pg505"/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6" name="pg506"/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7" name="pg507"/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8" name="pg508"/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9" name="pg509"/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0" name="pg510"/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1" name="pg511"/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2" name="pg512"/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3" name="pg513"/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4" name="pg514"/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5" name="pg515"/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6" name="pg516"/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7" name="pg517"/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8" name="pg518"/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9" name="pg519"/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0" name="pg520"/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1" name="pg521"/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2" name="pg522"/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3" name="pg523"/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4" name="pg524"/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5" name="pg525"/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6" name="pg526"/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7" name="pg527"/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8" name="pg528"/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9" name="pg529"/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0" name="pg530"/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1" name="pg531"/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2" name="pg532"/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3" name="pg533"/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4" name="pg534"/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5" name="pg535"/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6" name="pg536"/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" name="pg537"/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" name="pg538"/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" name="pg539"/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" name="pg540"/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" name="pg541"/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" name="pg542"/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" name="pg543"/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" name="pg544"/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" name="pg545"/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" name="pg546"/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" name="pg547"/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" name="pg548"/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" name="pg549"/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" name="pg550"/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" name="pg551"/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" name="pg552"/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" name="pg553"/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" name="pg554"/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" name="pg555"/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" name="pg556"/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" name="pg557"/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" name="pg558"/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" name="pg559"/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" name="pg560"/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" name="pg561"/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" name="pg562"/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" name="pg563"/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" name="pg564"/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" name="pg565"/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" name="pg566"/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" name="pg567"/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" name="pg568"/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" name="pg569"/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" name="pg570"/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" name="pg571"/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" name="pg572"/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" name="pg573"/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" name="pg574"/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" name="pg575"/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" name="pg576"/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" name="pg577"/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" name="pg578"/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" name="pg579"/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2">
                  <a:alpha val="100000"/>
                </a:srgbClr>
              </a:solidFill>
              <a:ln w="5420" cap="flat">
                <a:solidFill>
                  <a:srgbClr val="3C4A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" name="pg580"/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" name="pg581"/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" name="pg582"/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" name="pg583"/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" name="pg584"/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" name="pg585"/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" name="pg586"/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" name="pg587"/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" name="pg588"/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" name="pg589"/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" name="pg590"/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" name="pg591"/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" name="pg592"/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" name="pg593"/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" name="pg594"/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" name="pg595"/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" name="pg596"/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" name="pg597"/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" name="pg598"/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" name="pg599"/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" name="pg600"/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" name="pg601"/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" name="pg602"/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" name="pg603"/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" name="pg604"/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" name="pg605"/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" name="pg606"/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" name="pg607"/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" name="pg608"/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" name="pg609"/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" name="pg610"/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" name="pg611"/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" name="pg612"/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" name="pg613"/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" name="pg614"/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" name="pg615"/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" name="pg616"/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" name="pg617"/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" name="pg618"/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" name="pg619"/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" name="pg620"/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" name="pg621"/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" name="pg622"/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" name="pg623"/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" name="pg624"/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" name="pg625"/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" name="pg626"/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" name="pg627"/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" name="pg628"/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" name="pg629"/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" name="pg630"/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" name="pg631"/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" name="pg632"/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" name="pg633"/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" name="pg634"/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" name="pg635"/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" name="pg636"/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" name="pg637"/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" name="pg638"/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" name="pg639"/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" name="pg640"/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" name="pg641"/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" name="pg642"/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" name="pg643"/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" name="pg644"/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" name="pg645"/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" name="pg646"/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" name="pg647"/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" name="pg648"/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" name="pg649"/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" name="pg650"/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" name="pg651"/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" name="pg652"/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8">
                  <a:alpha val="100000"/>
                </a:srgbClr>
              </a:solidFill>
              <a:ln w="5420" cap="flat">
                <a:solidFill>
                  <a:srgbClr val="3C43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" name="pg653"/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" name="pg654"/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" name="pg655"/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" name="pg656"/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" name="pg657"/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" name="pg658"/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" name="pg659"/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" name="pg660"/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" name="pg661"/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" name="pg662"/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" name="pg663"/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" name="pg664"/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" name="pg665"/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" name="pg666"/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" name="pg667"/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" name="pg668"/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" name="pg669"/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" name="pg670"/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" name="pg671"/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" name="pg672"/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" name="pg673"/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" name="pg674"/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" name="pg675"/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" name="pg676"/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" name="pg677"/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" name="pg678"/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" name="pg679"/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" name="pg680"/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" name="pg681"/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" name="pg682"/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" name="pg683"/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3">
                  <a:alpha val="100000"/>
                </a:srgbClr>
              </a:solidFill>
              <a:ln w="5420" cap="flat">
                <a:solidFill>
                  <a:srgbClr val="3C41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" name="pg684"/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" name="pg685"/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" name="pg686"/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" name="pg687"/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" name="pg688"/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" name="pg689"/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" name="pg690"/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" name="pg691"/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" name="pg692"/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" name="pg693"/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" name="pg694"/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" name="pg695"/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" name="pg696"/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" name="pg697"/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" name="pg698"/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" name="pg699"/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" name="pg700"/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" name="pg701"/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" name="pg702"/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" name="pg703"/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" name="pg704"/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" name="pg705"/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" name="pg706"/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" name="pg707"/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" name="pg708"/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" name="pg709"/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" name="pg710"/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" name="pg711"/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" name="pg712"/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" name="pg713"/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" name="pg714"/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" name="pg715"/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" name="pg716"/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" name="pg717"/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" name="pg718"/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" name="pg719"/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" name="pg720"/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" name="pg721"/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" name="pg722"/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" name="pg723"/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" name="pg724"/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" name="pg725"/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" name="pg726"/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" name="pg727"/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" name="pg728"/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" name="pg729"/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" name="pg730"/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" name="pg731"/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" name="pg732"/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" name="pg733"/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" name="pg734"/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" name="pg735"/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" name="pg736"/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" name="pg737"/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" name="pg738"/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" name="pg739"/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" name="pg740"/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" name="pg741"/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" name="pg742"/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" name="pg743"/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" name="pg744"/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" name="pg745"/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" name="pg746"/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" name="pg747"/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" name="pg748"/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" name="pg749"/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" name="pg750"/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" name="pg751"/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" name="pg752"/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" name="pg753"/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" name="pg754"/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" name="pg755"/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" name="pg756"/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" name="pg757"/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" name="pg758"/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" name="pg759"/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" name="pg760"/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" name="pg761"/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" name="pg762"/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" name="pg763"/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" name="pg764"/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" name="pg765"/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" name="pg766"/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" name="pg767"/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" name="pg768"/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" name="pg769"/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" name="pg770"/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" name="pg771"/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" name="pg772"/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" name="pg773"/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" name="pg774"/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" name="pg775"/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" name="pg776"/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" name="pg777"/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" name="pg778"/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" name="pg779"/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" name="pg780"/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" name="pg781"/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" name="pg782"/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" name="pg783"/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" name="pg784"/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" name="pg785"/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" name="pg786"/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" name="pg787"/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" name="pg788"/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" name="pg789"/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" name="pg790"/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" name="pg791"/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" name="pg792"/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" name="pg793"/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" name="pg794"/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" name="pg795"/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" name="pg796"/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" name="pg797"/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" name="pg798"/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" name="pg799"/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" name="pg800"/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" name="pg801"/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" name="pg802"/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" name="pg803"/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" name="pg804"/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" name="pg805"/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" name="pg806"/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" name="pg807"/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" name="pg808"/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" name="pg809"/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" name="pg810"/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" name="pg811"/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" name="pg812"/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" name="pg813"/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" name="pg814"/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" name="pg815"/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" name="pg816"/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" name="pg817"/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" name="pg818"/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" name="pg819"/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" name="pg820"/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" name="pg821"/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" name="pg822"/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" name="pg823"/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" name="pg824"/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" name="pg825"/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" name="pg826"/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" name="pg827"/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" name="pg828"/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" name="pg829"/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" name="pg830"/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" name="pg831"/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" name="pg832"/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" name="pg833"/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" name="pg834"/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" name="pg835"/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" name="pg836"/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" name="pg837"/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" name="pg838"/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" name="pg839"/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" name="pg840"/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" name="pg841"/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" name="pg842"/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" name="pg843"/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" name="pg844"/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" name="pg845"/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" name="pg846"/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" name="pg847"/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" name="pg848"/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" name="pg849"/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" name="pg850"/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" name="pg851"/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" name="pg852"/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" name="pg853"/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" name="pg854"/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" name="pg855"/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" name="pg856"/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" name="pg857"/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" name="pg858"/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" name="pg859"/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" name="pg860"/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" name="pg861"/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" name="pg862"/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" name="pg863"/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" name="pg864"/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" name="pg865"/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" name="pg866"/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" name="pg867"/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" name="pg868"/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" name="pg869"/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" name="pg870"/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" name="pg871"/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" name="pg872"/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" name="pg873"/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" name="pg874"/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" name="pg875"/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" name="pg876"/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" name="pg877"/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" name="pg878"/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" name="pg879"/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" name="pg880"/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" name="pg881"/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" name="pg882"/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" name="pg883"/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" name="pg884"/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" name="pg885"/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" name="pg886"/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" name="pg887"/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" name="pg888"/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" name="pg889"/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" name="pg890"/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" name="pg891"/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" name="pg892"/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" name="pg893"/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" name="pg894"/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" name="pg895"/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" name="pg896"/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" name="pg897"/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" name="pg898"/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" name="pg899"/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" name="pg900"/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" name="pg901"/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" name="pg902"/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" name="pg903"/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" name="pg904"/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" name="pg905"/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" name="pg906"/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4">
                  <a:alpha val="100000"/>
                </a:srgbClr>
              </a:solidFill>
              <a:ln w="5420" cap="flat">
                <a:solidFill>
                  <a:srgbClr val="3C4D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" name="pg907"/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" name="pg908"/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" name="pg909"/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" name="pg910"/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" name="pg911"/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" name="pg912"/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" name="pg913"/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" name="pg914"/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" name="pg915"/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" name="pg916"/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" name="pg917"/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" name="pg918"/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" name="pg919"/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" name="pg920"/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" name="pg921"/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" name="pg922"/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" name="pg923"/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" name="pg924"/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" name="pg925"/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" name="pg926"/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" name="pg927"/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" name="pg928"/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" name="pg929"/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" name="pg930"/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" name="pg931"/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" name="pg932"/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" name="pg933"/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" name="pg934"/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5" name="pg935"/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6" name="pg936"/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" name="pg937"/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8" name="pg938"/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8">
                  <a:alpha val="100000"/>
                </a:srgbClr>
              </a:solidFill>
              <a:ln w="5420" cap="flat">
                <a:solidFill>
                  <a:srgbClr val="3A5B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9" name="pg939"/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0" name="pg940"/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" name="pg941"/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" name="pg942"/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" name="pg943"/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" name="pg944"/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" name="pg945"/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" name="pg946"/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" name="pg947"/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" name="pg948"/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" name="pg949"/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" name="pg950"/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" name="pg951"/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" name="pg952"/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" name="pg953"/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" name="pg954"/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" name="pg955"/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" name="pg956"/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" name="pg957"/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" name="pg958"/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" name="pg959"/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" name="pg960"/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" name="pg961"/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" name="pg962"/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" name="pg963"/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" name="pg964"/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" name="pg965"/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" name="pg966"/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" name="pg967"/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" name="pg968"/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" name="pg969"/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" name="pg970"/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" name="pg971"/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" name="pg972"/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" name="pg973"/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" name="pg974"/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" name="pg975"/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" name="pg976"/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" name="pg977"/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" name="pg978"/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" name="pg979"/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" name="pg980"/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" name="pg981"/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" name="pg982"/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" name="pg983"/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" name="pg984"/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" name="pg985"/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" name="pg986"/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" name="pg987"/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" name="pg988"/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" name="pg989"/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" name="pg990"/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" name="pg991"/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" name="pg992"/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" name="pg993"/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" name="pg994"/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" name="pg995"/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" name="pg996"/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" name="pg997"/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" name="pg998"/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" name="pg999"/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" name="pg1000"/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" name="pg1001"/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" name="pg1002"/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" name="pg1003"/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" name="pg1004"/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" name="pg1005"/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" name="pg1006"/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" name="pg1007"/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" name="pg1008"/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" name="pg1009"/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" name="pg1010"/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" name="pg1011"/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" name="pg1012"/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" name="pg1013"/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" name="pg1014"/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" name="pg1015"/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" name="pg1016"/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" name="pg1017"/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" name="pg1018"/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" name="pg1019"/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" name="pg1020"/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" name="pg1021"/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" name="pg1022"/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" name="pg1023"/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" name="pg1024"/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" name="pg1025"/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" name="pg1026"/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" name="pg1027"/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" name="pg1028"/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" name="pg1029"/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" name="pg1030"/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" name="pg1031"/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" name="pg1032"/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" name="pg1033"/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" name="pg1034"/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" name="pg1035"/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" name="pg1036"/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" name="pg1037"/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" name="pg1038"/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" name="pg1039"/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" name="pg1040"/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" name="pg1041"/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" name="pg1042"/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" name="pg1043"/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" name="pg1044"/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" name="pg1045"/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" name="pg1046"/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" name="pg1047"/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" name="pg1048"/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" name="pg1049"/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" name="pg1050"/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" name="pg1051"/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" name="pg1052"/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" name="pg1053"/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" name="pg1054"/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" name="pg1055"/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" name="pg1056"/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" name="pg1057"/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" name="pg1058"/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" name="pg1059"/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" name="pg1060"/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" name="pg1061"/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" name="pg1062"/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" name="pg1063"/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" name="pg1064"/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" name="pg1065"/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" name="pg1066"/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" name="pg1067"/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" name="pg1068"/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" name="pg1069"/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" name="pg1070"/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" name="pg1071"/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" name="pg1072"/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" name="pg1073"/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" name="pg1074"/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" name="pg1075"/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" name="pg1076"/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" name="pg1077"/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" name="pg1078"/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" name="pg1079"/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" name="pg1080"/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" name="pg1081"/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" name="pg1082"/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" name="pg1083"/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" name="pg1084"/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" name="pg1085"/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" name="pg1086"/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" name="pg1087"/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" name="pg1088"/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" name="pg1089"/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" name="pg1090"/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" name="pg1091"/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" name="pg1092"/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" name="pg1093"/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" name="pg1094"/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" name="pg1095"/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" name="pg1096"/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" name="pg1097"/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" name="pg1098"/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" name="pg1099"/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" name="pg1100"/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" name="pg1101"/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" name="pg1102"/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" name="pg1103"/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" name="pg1104"/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" name="pg1105"/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" name="pg1106"/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" name="pg1107"/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" name="pg1108"/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" name="pg1109"/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" name="pg1110"/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" name="pg1111"/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" name="pg1112"/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" name="pg1113"/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" name="pg1114"/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" name="pg1115"/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" name="pg1116"/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" name="pg1117"/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" name="pg1118"/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" name="pg1119"/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" name="pg1120"/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" name="pg1121"/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" name="pg1122"/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" name="pg1123"/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" name="pg1124"/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" name="pg1125"/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" name="pg1126"/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" name="pg1127"/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" name="pg1128"/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" name="pg1129"/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" name="pg1130"/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" name="pg1131"/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" name="pg1132"/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" name="pg1133"/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" name="pg1134"/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" name="pg1135"/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" name="pg1136"/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" name="pg1137"/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" name="pg1138"/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" name="pg1139"/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" name="pg1140"/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" name="pg1141"/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" name="pg1142"/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" name="pg1143"/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" name="pg1144"/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" name="pg1145"/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" name="pg1146"/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" name="pg1147"/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" name="pg1148"/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" name="pg1149"/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" name="pg1150"/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" name="pg1151"/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" name="pg1152"/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" name="pg1153"/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" name="pg1154"/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" name="pg1155"/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" name="pg1156"/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" name="pg1157"/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" name="pg1158"/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" name="pg1159"/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" name="pg1160"/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" name="pg1161"/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" name="pg1162"/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" name="pg1163"/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" name="pg1164"/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" name="pg1165"/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" name="pg1166"/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" name="pg1167"/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" name="pg1168"/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" name="pg1169"/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" name="pg1170"/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" name="pg1171"/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" name="pg1172"/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" name="pg1173"/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" name="pg1174"/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" name="pg1175"/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" name="pg1176"/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" name="pg1177"/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" name="pg1178"/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" name="pg1179"/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" name="pg1180"/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" name="pg1181"/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" name="pg1182"/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" name="pg1183"/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" name="pg1184"/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" name="pg1185"/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" name="pg1186"/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" name="pg1187"/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" name="pg1188"/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" name="pg1189"/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" name="pg1190"/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" name="pg1191"/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" name="pg1192"/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" name="pg1193"/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" name="pg1194"/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" name="pg1195"/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" name="pg1196"/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" name="pg1197"/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" name="pg1198"/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" name="pg1199"/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" name="pg1200"/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" name="pg1201"/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" name="pg1202"/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" name="pg1203"/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" name="pg1204"/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" name="pg1205"/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" name="pg1206"/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" name="pg1207"/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" name="pg1208"/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" name="pg1209"/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" name="pg1210"/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" name="pg1211"/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" name="pg1212"/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" name="pg1213"/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" name="pg1214"/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" name="pg1215"/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" name="pg1216"/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" name="pg1217"/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" name="pg1218"/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" name="pg1219"/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" name="pg1220"/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" name="pg1221"/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" name="pg1222"/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" name="pg1223"/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" name="pg1224"/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" name="pg1225"/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" name="pg1226"/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" name="pg1227"/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" name="pg1228"/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" name="pg1229"/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" name="pg1230"/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" name="pg1231"/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" name="pg1232"/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" name="pg1233"/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" name="pg1234"/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" name="pg1235"/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" name="pg1236"/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" name="pg1237"/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" name="pg1238"/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" name="pg1239"/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" name="pg1240"/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" name="pg1241"/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" name="pg1242"/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" name="pg1243"/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" name="pg1244"/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" name="pg1245"/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" name="pg1246"/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" name="pg1247"/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" name="pg1248"/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" name="pg1249"/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" name="pg1250"/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" name="pg1251"/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" name="pg1252"/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" name="pg1253"/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" name="pg1254"/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" name="pg1255"/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" name="pg1256"/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" name="pg1257"/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" name="pg1258"/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" name="pg1259"/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" name="pg1260"/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" name="pg1261"/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" name="pg1262"/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" name="pg1263"/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" name="pg1264"/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" name="pg1265"/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" name="pg1266"/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" name="pg1267"/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" name="pg1268"/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" name="pg1269"/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" name="pg1270"/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" name="pg1271"/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" name="pg1272"/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" name="pg1273"/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" name="pg1274"/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" name="pg1275"/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" name="pg1276"/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" name="pg1277"/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" name="pg1278"/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" name="pg1279"/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" name="pg1280"/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" name="pg1281"/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" name="pg1282"/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" name="pg1283"/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" name="pg1284"/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" name="pg1285"/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" name="pg1286"/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" name="pg1287"/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" name="pg1288"/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" name="pg1289"/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" name="pg1290"/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" name="pg1291"/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" name="pg1292"/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" name="pg1293"/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" name="pg1294"/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" name="pg1295"/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" name="pg1296"/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" name="pg1297"/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" name="pg1298"/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" name="pg1299"/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" name="pg1300"/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" name="pg1301"/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" name="pg1302"/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" name="pg1303"/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" name="pg1304"/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" name="pg1305"/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" name="pg1306"/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" name="pg1307"/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" name="pg1308"/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" name="pg1309"/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" name="pg1310"/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" name="pg1311"/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" name="pg1312"/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" name="pg1313"/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" name="pg1314"/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" name="pg1315"/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" name="pg1316"/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" name="pg1317"/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" name="pg1318"/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" name="pg1319"/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" name="pg1320"/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" name="pg1321"/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" name="pg1322"/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" name="pg1323"/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" name="pg1324"/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" name="pg1325"/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" name="pg1326"/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" name="pg1327"/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" name="pg1328"/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" name="pg1329"/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" name="pg1330"/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" name="pg1331"/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" name="pg1332"/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" name="pg1333"/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" name="pg1334"/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" name="pg1335"/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" name="pg1336"/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" name="pg1337"/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" name="pg1338"/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" name="pg1339"/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" name="pg1340"/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" name="pg1341"/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" name="pg1342"/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" name="pg1343"/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" name="pg1344"/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" name="pg1345"/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" name="pg1346"/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" name="pg1347"/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" name="pg1348"/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" name="pg1349"/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" name="pg1350"/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" name="pg1351"/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" name="pg1352"/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" name="pg1353"/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" name="pg1354"/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" name="pg1355"/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" name="pg1356"/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" name="pg1357"/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" name="pg1358"/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" name="pg1359"/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" name="pg1360"/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" name="pg1361"/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" name="pg1362"/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" name="pg1363"/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" name="pg1364"/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" name="pg1365"/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" name="pg1366"/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" name="pg1367"/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" name="pg1368"/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" name="pg1369"/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" name="pg1370"/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" name="pg1371"/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" name="pg1372"/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" name="pg1373"/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" name="pg1374"/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" name="pg1375"/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" name="pg1376"/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" name="pg1377"/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" name="pg1378"/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" name="pg1379"/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" name="pg1380"/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" name="pg1381"/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" name="pg1382"/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" name="pg1383"/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" name="pg1384"/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" name="pg1385"/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" name="pg1386"/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" name="pg1387"/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" name="pg1388"/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" name="pg1389"/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" name="pg1390"/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" name="pg1391"/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" name="pg1392"/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" name="pg1393"/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" name="pg1394"/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" name="pg1395"/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" name="pg1396"/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" name="pg1397"/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" name="pg1398"/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" name="pg1399"/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" name="pg1400"/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" name="pg1401"/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" name="pg1402"/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" name="pg1403"/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" name="pg1404"/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" name="pg1405"/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" name="pg1406"/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" name="pg1407"/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" name="pg1408"/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" name="pg1409"/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" name="pg1410"/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" name="pg1411"/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" name="pg1412"/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" name="pg1413"/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" name="pg1414"/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" name="pg1415"/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" name="pg1416"/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" name="pg1417"/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" name="pg1418"/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" name="pg1419"/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" name="pg1420"/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" name="pg1421"/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" name="pg1422"/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" name="pg1423"/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" name="pg1424"/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" name="pg1425"/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" name="pg1426"/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" name="pg1427"/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" name="pg1428"/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" name="pg1429"/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" name="pg1430"/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" name="pg1431"/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" name="pg1432"/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" name="pg1433"/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" name="pg1434"/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" name="pg1435"/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" name="pg1436"/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" name="pg1437"/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" name="pg1438"/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" name="pg1439"/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" name="pg1440"/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" name="pg1441"/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" name="pg1442"/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" name="pg1443"/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" name="pg1444"/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" name="pg1445"/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" name="pg1446"/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" name="pg1447"/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" name="pg1448"/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" name="pg1449"/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" name="pg1450"/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" name="pg1451"/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" name="pg1452"/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" name="pg1453"/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" name="pg1454"/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" name="pg1455"/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" name="pg1456"/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" name="pg1457"/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" name="pg1458"/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" name="pg1459"/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" name="pg1460"/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" name="pg1461"/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" name="pg1462"/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" name="pg1463"/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" name="pg1464"/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" name="pg1465"/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" name="pg1466"/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" name="pg1467"/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" name="pg1468"/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" name="pg1469"/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" name="pg1470"/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" name="pg1471"/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" name="pg1472"/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" name="pg1473"/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" name="pg1474"/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" name="pg1475"/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" name="pg1476"/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" name="pg1477"/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" name="pg1478"/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" name="pg1479"/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" name="pg1480"/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" name="pg1481"/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" name="pg1482"/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" name="pg1483"/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" name="pg1484"/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" name="pg1485"/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" name="pg1486"/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" name="pg1487"/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" name="pg1488"/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" name="pg1489"/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" name="pg1490"/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" name="pg1491"/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" name="pg1492"/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" name="pg1493"/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" name="pg1494"/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" name="pg1495"/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" name="pg1496"/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" name="pg1497"/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" name="pg1498"/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" name="pg1499"/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" name="pg1500"/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" name="pg1501"/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" name="pg1502"/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" name="pg1503"/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" name="pg1504"/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" name="pg1505"/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" name="pg1506"/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" name="pg1507"/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" name="pg1508"/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" name="pg1509"/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" name="pg1510"/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" name="pg1511"/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" name="pg1512"/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" name="pg1513"/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" name="pg1514"/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" name="pg1515"/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" name="pg1516"/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" name="pg1517"/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" name="pg1518"/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" name="pg1519"/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" name="pg1520"/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" name="pg1521"/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" name="pg1522"/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" name="pg1523"/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" name="pg1524"/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" name="pg1525"/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" name="pg1526"/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" name="pg1527"/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" name="pg1528"/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" name="pg1529"/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" name="pg1530"/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" name="pg1531"/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" name="pg1532"/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" name="pg1533"/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" name="pg1534"/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" name="pg1535"/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" name="pg1536"/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" name="pg1537"/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" name="pg1538"/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" name="pg1539"/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" name="pg1540"/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" name="pg1541"/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" name="pg1542"/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" name="pg1543"/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" name="pg1544"/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" name="pg1545"/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" name="pg1546"/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" name="pg1547"/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" name="pg1548"/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" name="pg1549"/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" name="pg1550"/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" name="pg1551"/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" name="pg1552"/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" name="pg1553"/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" name="pg1554"/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" name="pg1555"/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" name="pg1556"/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" name="pg1557"/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" name="pg1558"/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" name="pg1559"/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" name="pg1560"/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" name="pg1561"/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" name="pg1562"/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" name="pg1563"/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" name="pg1564"/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" name="pg1565"/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" name="pg1566"/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" name="pg1567"/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" name="pg1568"/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" name="pg1569"/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" name="pg1570"/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" name="pg1571"/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" name="pg1572"/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" name="pg1573"/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" name="pg1574"/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" name="pg1575"/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" name="pg1576"/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" name="pg1577"/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" name="pg1578"/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" name="pg1579"/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" name="pg1580"/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" name="pg1581"/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" name="pg1582"/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" name="pg1583"/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" name="pg1584"/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" name="pg1585"/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" name="pg1586"/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" name="pg1587"/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" name="pg1588"/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" name="pg1589"/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" name="pg1590"/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" name="pg1591"/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" name="pg1592"/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" name="pg1593"/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" name="pg1594"/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" name="pg1595"/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" name="pg1596"/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" name="pg1597"/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" name="pg1598"/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" name="pg1599"/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" name="pg1600"/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" name="pg1601"/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" name="pg1602"/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" name="pg1603"/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" name="pg1604"/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" name="pg1605"/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" name="pg1606"/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" name="pg1607"/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" name="pg1608"/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" name="pg1609"/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" name="pg1610"/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" name="pg1611"/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" name="pg1612"/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" name="pg1613"/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" name="pg1614"/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" name="pg1615"/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" name="pg1616"/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" name="pg1617"/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" name="pg1618"/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" name="pg1619"/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" name="pg1620"/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" name="pg1621"/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" name="pg1622"/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" name="pg1623"/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" name="pg1624"/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" name="pg1625"/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" name="pg1626"/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" name="pg1627"/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" name="pg1628"/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" name="pg1629"/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" name="pg1630"/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" name="pg1631"/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" name="pg1632"/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" name="pg1633"/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" name="pg1634"/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" name="pg1635"/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" name="pg1636"/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" name="pg1637"/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" name="pg1638"/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" name="pg1639"/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" name="pg1640"/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" name="pg1641"/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" name="pg1642"/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" name="pg1643"/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" name="pg1644"/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" name="pg1645"/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" name="pg1646"/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" name="pg1647"/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" name="pg1648"/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" name="pg1649"/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" name="pg1650"/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" name="pg1651"/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" name="pg1652"/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" name="pg1653"/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" name="pg1654"/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" name="pg1655"/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" name="pg1656"/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" name="pg1657"/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" name="pg1658"/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" name="pg1659"/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" name="pg1660"/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" name="pg1661"/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" name="pg1662"/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" name="pg1663"/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" name="pg1664"/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" name="pg1665"/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" name="pg1666"/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" name="pg1667"/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" name="pg1668"/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" name="pg1669"/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" name="pg1670"/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" name="pg1671"/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" name="pg1672"/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" name="pg1673"/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" name="pg1674"/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" name="pg1675"/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" name="pg1676"/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" name="pg1677"/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" name="pg1678"/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" name="pg1679"/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" name="pg1680"/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" name="pg1681"/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" name="pg1682"/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" name="pg1683"/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" name="pg1684"/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" name="pg1685"/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" name="pg1686"/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" name="pg1687"/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" name="pg1688"/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" name="pg1689"/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" name="pg1690"/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" name="pg1691"/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" name="pg1692"/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" name="pg1693"/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" name="pg1694"/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" name="pg1695"/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" name="pg1696"/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" name="pg1697"/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" name="pg1698"/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" name="pg1699"/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" name="pg1700"/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" name="pg1701"/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" name="pg1702"/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" name="pg1703"/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" name="pg1704"/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" name="pg1705"/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" name="pg1706"/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" name="pg1707"/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" name="pg1708"/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" name="pg1709"/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" name="pg1710"/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" name="pg1711"/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" name="pg1712"/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" name="pg1713"/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" name="pg1714"/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" name="pg1715"/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" name="pg1716"/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" name="pg1717"/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" name="pg1718"/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" name="pg1719"/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" name="pg1720"/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" name="pg1721"/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" name="pg1722"/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" name="pg1723"/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" name="pg1724"/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" name="pg1725"/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" name="pg1726"/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" name="pg1727"/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" name="pg1728"/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" name="pg1729"/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" name="pg1730"/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" name="pg1731"/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" name="pg1732"/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" name="pg1733"/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" name="pg1734"/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" name="pg1735"/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" name="pg1736"/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" name="pg1737"/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" name="pg1738"/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" name="pg1739"/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" name="pg1740"/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" name="pg1741"/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" name="pg1742"/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" name="pg1743"/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" name="pg1744"/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" name="pg1745"/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" name="pg1746"/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" name="pg1747"/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" name="pg1748"/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" name="pg1749"/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" name="pg1750"/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" name="pg1751"/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" name="pg1752"/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" name="pg1753"/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" name="pg1754"/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" name="pg1755"/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" name="pg1756"/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" name="pg1757"/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" name="pg1758"/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" name="pg1759"/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" name="pg1760"/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" name="pg1761"/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" name="pg1762"/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" name="pg1763"/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" name="pg1764"/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" name="pg1765"/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" name="pg1766"/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" name="pg1767"/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" name="pg1768"/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" name="pg1769"/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" name="pg1770"/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" name="pg1771"/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" name="pg1772"/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" name="pg1773"/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" name="pg1774"/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" name="pg1775"/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" name="pg1776"/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" name="pg1777"/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" name="pg1778"/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" name="pg1779"/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" name="pg1780"/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" name="pg1781"/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" name="pg1782"/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" name="pg1783"/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" name="pg1784"/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" name="pg1785"/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" name="pg1786"/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" name="pg1787"/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" name="pg1788"/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" name="pg1789"/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" name="pg1790"/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" name="pg1791"/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2" name="pg1792"/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3" name="pg1793"/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" name="pg1794"/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5" name="pg1795"/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6" name="pg1796"/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7" name="pg1797"/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" name="pg1798"/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" name="pg1799"/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" name="pg1800"/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" name="pg1801"/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" name="pg1802"/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" name="pg1803"/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" name="pg1804"/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" name="pg1805"/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" name="pg1806"/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" name="pg1807"/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" name="pg1808"/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" name="pg1809"/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" name="pg1810"/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" name="pg1811"/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" name="pg1812"/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" name="pg1813"/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" name="pg1814"/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" name="pg1815"/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" name="pg1816"/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" name="pg1817"/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" name="pg1818"/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" name="pg1819"/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" name="pg1820"/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" name="pg1821"/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" name="pg1822"/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" name="pg1823"/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" name="pg1824"/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" name="pg1825"/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" name="pg1826"/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" name="pg1827"/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" name="pg1828"/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" name="pg1829"/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" name="pg1830"/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" name="pg1831"/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" name="pg1832"/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" name="pg1833"/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" name="pg1834"/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" name="pg1835"/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" name="pg1836"/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" name="pg1837"/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" name="pg1838"/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" name="pg1839"/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" name="pg1840"/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" name="pg1841"/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" name="pg1842"/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" name="pg1843"/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" name="pg1844"/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" name="pg1845"/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" name="pg1846"/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" name="pg1847"/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" name="pg1848"/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" name="pg1849"/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" name="pg1850"/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" name="pg1851"/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" name="pg1852"/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" name="pg1853"/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" name="pg1854"/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" name="pg1855"/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" name="pg1856"/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" name="pg1857"/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" name="pg1858"/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" name="pg1859"/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" name="pg1860"/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" name="pg1861"/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" name="pg1862"/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" name="pg1863"/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" name="pg1864"/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" name="pg1865"/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" name="pg1866"/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" name="pg1867"/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" name="pg1868"/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" name="pg1869"/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" name="pg1870"/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" name="pg1871"/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" name="pg1872"/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" name="pg1873"/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" name="pg1874"/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" name="pg1875"/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" name="pg1876"/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" name="pg1877"/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" name="pg1878"/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" name="pg1879"/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" name="pg1880"/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" name="pg1881"/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" name="pg1882"/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" name="pg1883"/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" name="pg1884"/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" name="pg1885"/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" name="pg1886"/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" name="pg1887"/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" name="pg1888"/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" name="pg1889"/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" name="pg1890"/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" name="pg1891"/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" name="pg1892"/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" name="pg1893"/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" name="pg1894"/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" name="pg1895"/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" name="pg1896"/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" name="pg1897"/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" name="pg1898"/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" name="pg1899"/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" name="pg1900"/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" name="pg1901"/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" name="pg1902"/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" name="pg1903"/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" name="pg1904"/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" name="pg1905"/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" name="pg1906"/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" name="pg1907"/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" name="pg1908"/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" name="pg1909"/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" name="pg1910"/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" name="pg1911"/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" name="pg1912"/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" name="pg1913"/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" name="pg1914"/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" name="pg1915"/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" name="pg1916"/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" name="pg1917"/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" name="pg1918"/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" name="pg1919"/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" name="pg1920"/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" name="pg1921"/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" name="pg1922"/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" name="pg1923"/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" name="pg1924"/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" name="pg1925"/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" name="pg1926"/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" name="pg1927"/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" name="pg1928"/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" name="pg1929"/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" name="pg1930"/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" name="pg1931"/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" name="pg1932"/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" name="pg1933"/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" name="pg1934"/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5" name="pg1935"/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6" name="pg1936"/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7" name="pg1937"/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8" name="pg1938"/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9" name="pg1939"/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0" name="pg1940"/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1" name="pg1941"/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2" name="pg1942"/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3" name="pg1943"/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4" name="pg1944"/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5" name="pg1945"/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6" name="pg1946"/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7" name="pg1947"/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8" name="pg1948"/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9" name="pg1949"/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0" name="pg1950"/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1" name="pg1951"/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2" name="pg1952"/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3" name="pg1953"/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4" name="pg1954"/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" name="pg1955"/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" name="pg1956"/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" name="pg1957"/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" name="pg1958"/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" name="pg1959"/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" name="pg1960"/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" name="pg1961"/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" name="pg1962"/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" name="pg1963"/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" name="pg1964"/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" name="pg1965"/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" name="pg1966"/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" name="pg1967"/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" name="pg1968"/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" name="pg1969"/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" name="pg1970"/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" name="pg1971"/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" name="pg1972"/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" name="pg1973"/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" name="pg1974"/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" name="pg1975"/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" name="pg1976"/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" name="pg1977"/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" name="pg1978"/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" name="pg1979"/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" name="pg1980"/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" name="pg1981"/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" name="pg1982"/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" name="pg1983"/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" name="pg1984"/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" name="pg1985"/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" name="pg1986"/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" name="pg1987"/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" name="pg1988"/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" name="pg1989"/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" name="pg1990"/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" name="pg1991"/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" name="pg1992"/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" name="pg1993"/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" name="pg1994"/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" name="pg1995"/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" name="pg1996"/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" name="pg1997"/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" name="pg1998"/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" name="pg1999"/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" name="pg2000"/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" name="pg2001"/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" name="pg2002"/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" name="pg2003"/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" name="pg2004"/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" name="pg2005"/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" name="pg2006"/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" name="pg2007"/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" name="pg2008"/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" name="pg2009"/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" name="pg2010"/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" name="pg2011"/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" name="pg2012"/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" name="pg2013"/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" name="pg2014"/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" name="pg2015"/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" name="pg2016"/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" name="pg2017"/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" name="pg2018"/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" name="pg2019"/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" name="pg2020"/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" name="pg2021"/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" name="pg2022"/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" name="pg2023"/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" name="pg2024"/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" name="pg2025"/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" name="pg2026"/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" name="pg2027"/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" name="pg2028"/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" name="pg2029"/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" name="pg2030"/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" name="pg2031"/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" name="pg2032"/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" name="pg2033"/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" name="pg2034"/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" name="pg2035"/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" name="pg2036"/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" name="pg2037"/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" name="pg2038"/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" name="pg2039"/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" name="pg2040"/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" name="pg2041"/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" name="pg2042"/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" name="pg2043"/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" name="pg2044"/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" name="pg2045"/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" name="pg2046"/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" name="pg2047"/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" name="pg2048"/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" name="pg2049"/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" name="pg2050"/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" name="pg2051"/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" name="pg2052"/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" name="pg2053"/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" name="pg2054"/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" name="pg2055"/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" name="pg2056"/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" name="pg2057"/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" name="pg2058"/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" name="pg2059"/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" name="pg2060"/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" name="pg2061"/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" name="pg2062"/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" name="pg2063"/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" name="pg2064"/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" name="pg2065"/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" name="pg2066"/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" name="pg2067"/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" name="pg2068"/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" name="pg2069"/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" name="pg2070"/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" name="pg2071"/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" name="pg2072"/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" name="pg2073"/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" name="pg2074"/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" name="pg2075"/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" name="pg2076"/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" name="pg2077"/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" name="pg2078"/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" name="pg2079"/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" name="pg2080"/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" name="pg2081"/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" name="pg2082"/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" name="pg2083"/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" name="pg2084"/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" name="pg2085"/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" name="pg2086"/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" name="pg2087"/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" name="pg2088"/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" name="pg2089"/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" name="pg2090"/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" name="pg2091"/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" name="pg2092"/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" name="pg2093"/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" name="pg2094"/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" name="pg2095"/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" name="pg2096"/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" name="pg2097"/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" name="pg2098"/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" name="pg2099"/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" name="pg2100"/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" name="pg2101"/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" name="pg2102"/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" name="pg2103"/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E">
                  <a:alpha val="100000"/>
                </a:srgbClr>
              </a:solidFill>
              <a:ln w="5420" cap="flat">
                <a:solidFill>
                  <a:srgbClr val="3A68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" name="pg2104"/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" name="pg2105"/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" name="pg2106"/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" name="pg2107"/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" name="pg2108"/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" name="pg2109"/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" name="pg2110"/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" name="pg2111"/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" name="pg2112"/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" name="pg2113"/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" name="pg2114"/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" name="pg2115"/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" name="pg2116"/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" name="pg2117"/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" name="pg2118"/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" name="pg2119"/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" name="pg2120"/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" name="pg2121"/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" name="pg2122"/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" name="pg2123"/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" name="pg2124"/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" name="pg2125"/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" name="pg2126"/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" name="pg2127"/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" name="pg2128"/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" name="pg2129"/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" name="pg2130"/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" name="pg2131"/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" name="pg2132"/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" name="pg2133"/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" name="pg2134"/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" name="pg2135"/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" name="pg2136"/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" name="pg2137"/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" name="pg2138"/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" name="pg2139"/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" name="pg2140"/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" name="pg2141"/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" name="pg2142"/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" name="pg2143"/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" name="pg2144"/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" name="pg2145"/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" name="pg2146"/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" name="pg2147"/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" name="pg2148"/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" name="pg2149"/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" name="pg2150"/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" name="pg2151"/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" name="pg2152"/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" name="pg2153"/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" name="pg2154"/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" name="pg2155"/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" name="pg2156"/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" name="pg2157"/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" name="pg2158"/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" name="pg2159"/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" name="pg2160"/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" name="pg2161"/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" name="pg2162"/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" name="pg2163"/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" name="pg2164"/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" name="pg2165"/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" name="pg2166"/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" name="pg2167"/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" name="pg2168"/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" name="pg2169"/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" name="pg2170"/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" name="pg2171"/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" name="pg2172"/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" name="pg2173"/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" name="pg2174"/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" name="pg2175"/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" name="pg2176"/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" name="pg2177"/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" name="pg2178"/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" name="pg2179"/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" name="pg2180"/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" name="pg2181"/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" name="pg2182"/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" name="pg2183"/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" name="pg2184"/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" name="pg2185"/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" name="pg2186"/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" name="pg2187"/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" name="pg2188"/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" name="pg2189"/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" name="pg2190"/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" name="pg2191"/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" name="pg2192"/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" name="pg2193"/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" name="pg2194"/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" name="pg2195"/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" name="pg2196"/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" name="pg2197"/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" name="pg2198"/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" name="pg2199"/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" name="pg2200"/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" name="pg2201"/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" name="pg2202"/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" name="pg2203"/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" name="pg2204"/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" name="pg2205"/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" name="pg2206"/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" name="pg2207"/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" name="pg2208"/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" name="pg2209"/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" name="pg2210"/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" name="pg2211"/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" name="pg2212"/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" name="pg2213"/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" name="pg2214"/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" name="pg2215"/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" name="pg2216"/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" name="pg2217"/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" name="pg2218"/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" name="pg2219"/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" name="pg2220"/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" name="pg2221"/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" name="pg2222"/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" name="pg2223"/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" name="pg2224"/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" name="pg2225"/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" name="pg2226"/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" name="pg2227"/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" name="pg2228"/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" name="pg2229"/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" name="pg2230"/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" name="pg2231"/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" name="pg2232"/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" name="pg2233"/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" name="pg2234"/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" name="pg2235"/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" name="pg2236"/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" name="pg2237"/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" name="pg2238"/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" name="pg2239"/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" name="pg2240"/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" name="pg2241"/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" name="pg2242"/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" name="pg2243"/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" name="pg2244"/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" name="pg2245"/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" name="pg2246"/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" name="pg2247"/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" name="pg2248"/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" name="pg2249"/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" name="pg2250"/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" name="pg2251"/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" name="pg2252"/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" name="pg2253"/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" name="pg2254"/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" name="pg2255"/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" name="pg2256"/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" name="pg2257"/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" name="pg2258"/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" name="pg2259"/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" name="pg2260"/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" name="pg2261"/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" name="pg2262"/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" name="pg2263"/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" name="pg2264"/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" name="pg2265"/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" name="pg2266"/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" name="pg2267"/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" name="pg2268"/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" name="pg2269"/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" name="pg2270"/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" name="pg2271"/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" name="pg2272"/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" name="pg2273"/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" name="pg2274"/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" name="pg2275"/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" name="pg2276"/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" name="pg2277"/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" name="pg2278"/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" name="pg2279"/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" name="pg2280"/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" name="pg2281"/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" name="pg2282"/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" name="pg2283"/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" name="pg2284"/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" name="pg2285"/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" name="pg2286"/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" name="pg2287"/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" name="pg2288"/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" name="pg2289"/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" name="pg2290"/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" name="pg2291"/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" name="pg2292"/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6">
                  <a:alpha val="100000"/>
                </a:srgbClr>
              </a:solidFill>
              <a:ln w="5420" cap="flat">
                <a:solidFill>
                  <a:srgbClr val="3A58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" name="pg2293"/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" name="pg2294"/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" name="pg2295"/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" name="pg2296"/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" name="pg2297"/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" name="pg2298"/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" name="pg2299"/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" name="pg2300"/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" name="pg2301"/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" name="pg2302"/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" name="pg2303"/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" name="pg2304"/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" name="pg2305"/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" name="pg2306"/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" name="pg2307"/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" name="pg2308"/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" name="pg2309"/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" name="pg2310"/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" name="pg2311"/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" name="pg2312"/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" name="pg2313"/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" name="pg2314"/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" name="pg2315"/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" name="pg2316"/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" name="pg2317"/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" name="pg2318"/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" name="pg2319"/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" name="pg2320"/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" name="pg2321"/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" name="pg2322"/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" name="pg2323"/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" name="pg2324"/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" name="pg2325"/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" name="pg2326"/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" name="pg2327"/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" name="pg2328"/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" name="pg2329"/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" name="pg2330"/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" name="pg2331"/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" name="pg2332"/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" name="pg2333"/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" name="pg2334"/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" name="pg2335"/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" name="pg2336"/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" name="pg2337"/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" name="pg2338"/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" name="pg2339"/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" name="pg2340"/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" name="pg2341"/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" name="pg2342"/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" name="pg2343"/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" name="pg2344"/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" name="pg2345"/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" name="pg2346"/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" name="pg2347"/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" name="pg2348"/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" name="pg2349"/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" name="pg2350"/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" name="pg2351"/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" name="pg2352"/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" name="pg2353"/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" name="pg2354"/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" name="pg2355"/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" name="pg2356"/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" name="pg2357"/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" name="pg2358"/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" name="pg2359"/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" name="pg2360"/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" name="pg2361"/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" name="pg2362"/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" name="pg2363"/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" name="pg2364"/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" name="pg2365"/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" name="pg2366"/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" name="pg2367"/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" name="pg2368"/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" name="pg2369"/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" name="pg2370"/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" name="pg2371"/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" name="pg2372"/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" name="pg2373"/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" name="pg2374"/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" name="pg2375"/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" name="pg2376"/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" name="pg2377"/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" name="pg2378"/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" name="pg2379"/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" name="pg2380"/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" name="pg2381"/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" name="pg2382"/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" name="pg2383"/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" name="pg2384"/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" name="pg2385"/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" name="pg2386"/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" name="pg2387"/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" name="pg2388"/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" name="pg2389"/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" name="pg2390"/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" name="pg2391"/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" name="pg2392"/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" name="pg2393"/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" name="pg2394"/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" name="pg2395"/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8">
                  <a:alpha val="100000"/>
                </a:srgbClr>
              </a:solidFill>
              <a:ln w="5420" cap="flat">
                <a:solidFill>
                  <a:srgbClr val="3A5B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" name="pg2396"/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" name="pg2397"/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" name="pg2398"/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" name="pg2399"/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" name="pg2400"/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" name="pg2401"/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" name="pg2402"/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" name="pg2403"/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" name="pg2404"/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" name="pg2405"/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" name="pg2406"/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" name="pg2407"/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" name="pg2408"/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" name="pg2409"/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" name="pg2410"/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" name="pg2411"/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" name="pg2412"/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" name="pg2413"/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" name="pg2414"/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" name="pg2415"/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" name="pg2416"/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" name="pg2417"/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" name="pg2418"/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" name="pg2419"/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" name="pg2420"/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" name="pg2421"/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" name="pg2422"/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" name="pg2423"/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" name="pg2424"/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" name="pg2425"/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" name="pg2426"/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" name="pg2427"/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" name="pg2428"/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" name="pg2429"/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" name="pg2430"/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" name="pg2431"/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" name="pg2432"/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" name="pg2433"/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" name="pg2434"/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" name="pg2435"/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" name="pg2436"/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" name="pg2437"/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" name="pg2438"/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" name="pg2439"/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" name="pg2440"/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" name="pg2441"/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" name="pg2442"/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" name="pg2443"/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" name="pg2444"/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" name="pg2445"/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" name="pg2446"/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" name="pg2447"/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" name="pg2448"/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" name="pg2449"/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" name="pg2450"/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" name="pg2451"/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" name="pg2452"/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" name="pg2453"/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" name="pg2454"/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" name="pg2455"/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" name="pg2456"/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" name="pg2457"/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" name="pg2458"/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" name="pg2459"/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" name="pg2460"/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" name="pg2461"/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" name="pg2462"/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" name="pg2463"/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" name="pg2464"/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" name="pg2465"/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" name="pg2466"/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" name="pg2467"/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" name="pg2468"/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" name="pg2469"/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" name="pg2470"/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" name="pg2471"/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" name="pg2472"/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" name="pg2473"/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" name="pg2474"/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" name="pg2475"/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" name="pg2476"/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" name="pg2477"/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" name="pg2478"/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" name="pg2479"/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" name="pg2480"/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" name="pg2481"/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" name="pg2482"/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" name="pg2483"/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" name="pg2484"/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" name="pg2485"/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" name="pg2486"/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" name="pg2487"/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" name="pg2488"/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" name="pg2489"/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" name="pg2490"/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" name="pg2491"/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" name="pg2492"/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" name="pg2493"/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" name="pg2494"/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" name="pg2495"/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" name="pg2496"/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" name="pg2497"/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" name="pg2498"/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" name="pg2499"/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" name="pg2500"/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" name="pg2501"/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" name="pg2502"/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" name="pg2503"/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" name="pg2504"/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" name="pg2505"/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" name="pg2506"/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" name="pg2507"/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" name="pg2508"/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" name="pg2509"/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" name="pg2510"/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" name="pg2511"/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" name="pg2512"/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" name="pg2513"/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" name="pg2514"/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" name="pg2515"/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" name="pg2516"/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" name="pg2517"/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" name="pg2518"/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" name="pg2519"/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" name="pg2520"/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" name="pg2521"/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" name="pg2522"/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" name="pg2523"/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" name="pg2524"/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" name="pg2525"/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" name="pg2526"/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" name="pg2527"/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" name="pg2528"/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" name="pg2529"/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" name="pg2530"/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" name="pg2531"/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" name="pg2532"/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" name="pg2533"/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" name="pg2534"/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" name="pg2535"/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" name="pg2536"/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" name="pg2537"/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" name="pg2538"/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" name="pg2539"/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" name="pg2540"/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" name="pg2541"/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" name="pg2542"/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" name="pg2543"/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" name="pg2544"/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" name="pg2545"/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" name="pg2546"/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" name="pg2547"/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" name="pg2548"/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" name="pg2549"/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" name="pg2550"/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" name="pg2551"/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" name="pg2552"/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" name="pg2553"/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" name="pg2554"/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" name="pg2555"/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" name="pg2556"/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" name="pg2557"/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" name="pg2558"/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" name="pg2559"/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" name="pg2560"/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" name="pg2561"/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" name="pg2562"/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" name="pg2563"/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" name="pg2564"/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" name="pg2565"/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" name="pg2566"/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" name="pg2567"/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" name="pg2568"/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" name="pg2569"/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" name="pg2570"/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" name="pg2571"/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" name="pg2572"/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" name="pg2573"/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" name="pg2574"/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" name="pg2575"/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" name="pg2576"/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" name="pg2577"/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" name="pg2578"/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" name="pg2579"/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" name="pg2580"/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" name="pg2581"/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" name="pg2582"/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" name="pg2583"/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" name="pg2584"/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" name="pg2585"/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" name="pg2586"/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" name="pg2587"/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" name="pg2588"/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" name="pg2589"/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" name="pg2590"/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" name="pg2591"/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" name="pg2592"/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" name="pg2593"/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" name="pg2594"/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" name="pg2595"/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" name="pg2596"/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" name="pg2597"/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" name="pg2598"/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" name="pg2599"/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" name="pg2600"/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" name="pg2601"/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" name="pg2602"/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" name="pg2603"/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" name="pg2604"/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" name="pg2605"/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" name="pg2606"/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" name="pg2607"/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" name="pg2608"/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" name="pg2609"/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" name="pg2610"/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" name="pg2611"/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" name="pg2612"/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" name="pg2613"/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" name="pg2614"/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" name="pg2615"/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" name="pg2616"/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" name="pg2617"/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" name="pg2618"/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" name="pg2619"/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" name="pg2620"/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" name="pg2621"/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" name="pg2622"/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" name="pg2623"/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" name="pg2624"/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" name="pg2625"/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" name="pg2626"/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" name="pg2627"/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" name="pg2628"/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" name="pg2629"/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" name="pg2630"/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" name="pg2631"/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" name="pg2632"/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" name="pg2633"/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" name="pg2634"/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" name="pg2635"/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" name="pg2636"/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" name="pg2637"/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" name="pg2638"/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" name="pg2639"/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" name="pg2640"/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" name="pg2641"/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" name="pg2642"/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" name="pg2643"/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" name="pg2644"/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" name="pg2645"/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" name="pg2646"/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" name="pg2647"/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" name="pg2648"/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" name="pg2649"/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" name="pg2650"/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" name="pg2651"/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" name="pg2652"/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" name="pg2653"/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" name="pg2654"/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" name="pg2655"/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" name="pg2656"/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" name="pg2657"/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" name="pg2658"/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" name="pg2659"/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" name="pg2660"/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" name="pg2661"/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" name="pg2662"/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" name="pg2663"/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" name="pg2664"/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" name="pg2665"/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" name="pg2666"/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6">
                  <a:alpha val="100000"/>
                </a:srgbClr>
              </a:solidFill>
              <a:ln w="5420" cap="flat">
                <a:solidFill>
                  <a:srgbClr val="3A58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" name="pg2667"/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" name="pg2668"/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" name="pg2669"/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" name="pg2670"/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" name="pg2671"/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" name="pg2672"/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" name="pg2673"/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" name="pg2674"/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" name="pg2675"/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" name="pg2676"/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" name="pg2677"/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" name="pg2678"/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" name="pg2679"/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" name="pg2680"/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" name="pg2681"/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" name="pg2682"/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" name="pg2683"/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" name="pg2684"/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" name="pg2685"/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" name="pg2686"/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" name="pg2687"/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" name="pg2688"/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" name="pg2689"/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" name="pg2690"/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" name="pg2691"/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" name="pg2692"/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" name="pg2693"/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" name="pg2694"/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" name="pg2695"/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" name="pg2696"/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" name="pg2697"/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" name="pg2698"/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" name="pg2699"/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" name="pg2700"/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" name="pg2701"/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" name="pg2702"/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" name="pg2703"/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" name="pg2704"/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" name="pg2705"/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" name="pg2706"/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" name="pg2707"/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" name="pg2708"/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" name="pg2709"/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" name="pg2710"/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" name="pg2711"/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" name="pg2712"/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" name="pg2713"/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" name="pg2714"/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" name="pg2715"/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" name="pg2716"/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" name="pg2717"/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" name="pg2718"/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" name="pg2719"/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" name="pg2720"/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" name="pg2721"/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" name="pg2722"/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" name="pg2723"/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" name="pg2724"/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" name="pg2725"/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" name="pg2726"/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" name="pg2727"/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" name="pg2728"/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" name="pg2729"/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" name="pg2730"/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" name="pg2731"/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" name="pg2732"/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" name="pg2733"/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" name="pg2734"/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" name="pg2735"/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" name="pg2736"/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" name="pg2737"/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" name="pg2738"/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" name="pg2739"/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" name="pg2740"/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" name="pg2741"/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" name="pg2742"/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" name="pg2743"/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8">
                  <a:alpha val="100000"/>
                </a:srgbClr>
              </a:solidFill>
              <a:ln w="5420" cap="flat">
                <a:solidFill>
                  <a:srgbClr val="3A5B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" name="pg2744"/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" name="pg2745"/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" name="pg2746"/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" name="pg2747"/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" name="pg2748"/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" name="pg2749"/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" name="pg2750"/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" name="pg2751"/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" name="pg2752"/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" name="pg2753"/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" name="pg2754"/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" name="pg2755"/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" name="pg2756"/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" name="pg2757"/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" name="pg2758"/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" name="pg2759"/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" name="pg2760"/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" name="pg2761"/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" name="pg2762"/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" name="pg2763"/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" name="pg2764"/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" name="pg2765"/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" name="pg2766"/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" name="pg2767"/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" name="pg2768"/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" name="pg2769"/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" name="pg2770"/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" name="pg2771"/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" name="pg2772"/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" name="pg2773"/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" name="pg2774"/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" name="pg2775"/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" name="pg2776"/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" name="pg2777"/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" name="pg2778"/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" name="pg2779"/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" name="pg2780"/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" name="pg2781"/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" name="pg2782"/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" name="pg2783"/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" name="pg2784"/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" name="pg2785"/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" name="pg2786"/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" name="pg2787"/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" name="pg2788"/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" name="pg2789"/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" name="pg2790"/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" name="pg2791"/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" name="pg2792"/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" name="pg2793"/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" name="pg2794"/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" name="pg2795"/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" name="pg2796"/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" name="pg2797"/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" name="pg2798"/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" name="pg2799"/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" name="pg2800"/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" name="pg2801"/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" name="pg2802"/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" name="pg2803"/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" name="pg2804"/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" name="pg2805"/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" name="pg2806"/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" name="pg2807"/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" name="pg2808"/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" name="pg2809"/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" name="pg2810"/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" name="pg2811"/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" name="pg2812"/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" name="pg2813"/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" name="pg2814"/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" name="pg2815"/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" name="pg2816"/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" name="pg2817"/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" name="pg2818"/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" name="pg2819"/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" name="pg2820"/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" name="pg2821"/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" name="pg2822"/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" name="pg2823"/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" name="pg2824"/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" name="pg2825"/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" name="pg2826"/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" name="pg2827"/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" name="pg2828"/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" name="pg2829"/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" name="pg2830"/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" name="pg2831"/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" name="pg2832"/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" name="pg2833"/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" name="pg2834"/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" name="pg2835"/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" name="pg2836"/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" name="pg2837"/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" name="pg2838"/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" name="pg2839"/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" name="pg2840"/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" name="pg2841"/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" name="pg2842"/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" name="pg2843"/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" name="pg2844"/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" name="pg2845"/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" name="pg2846"/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" name="pg2847"/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" name="pg2848"/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" name="pg2849"/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" name="pg2850"/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" name="pg2851"/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" name="pg2852"/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" name="pg2853"/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" name="pg2854"/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" name="pg2855"/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" name="pg2856"/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" name="pg2857"/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" name="pg2858"/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" name="pg2859"/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" name="pg2860"/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" name="pg2861"/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" name="pg2862"/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" name="pg2863"/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" name="pg2864"/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" name="pg2865"/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" name="pg2866"/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" name="pg2867"/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" name="pg2868"/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" name="pg2869"/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" name="pg2870"/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" name="pg2871"/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" name="pg2872"/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" name="pg2873"/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" name="pg2874"/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" name="pg2875"/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" name="pg2876"/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" name="pg2877"/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" name="pg2878"/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" name="pg2879"/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" name="pg2880"/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" name="pg2881"/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" name="pg2882"/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" name="pg2883"/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" name="pg2884"/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" name="pg2885"/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" name="pg2886"/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" name="pg2887"/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8" name="pg2888"/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9" name="pg2889"/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" name="pg2890"/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1" name="pg2891"/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2" name="pg2892"/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3" name="pg2893"/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" name="pg2894"/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5" name="pg2895"/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6" name="pg2896"/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7" name="pg2897"/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8" name="pg2898"/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9" name="pg2899"/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0" name="pg2900"/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1" name="pg2901"/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2" name="pg2902"/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3" name="pg2903"/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4" name="pg2904"/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5" name="pg2905"/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6" name="pg2906"/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7" name="pg2907"/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8" name="pg2908"/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9" name="pg2909"/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0" name="pg2910"/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1" name="pg2911"/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2" name="pg2912"/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3" name="pg2913"/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4" name="pg2914"/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5" name="pg2915"/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6" name="pg2916"/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7" name="pg2917"/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8" name="pg2918"/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9" name="pg2919"/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0" name="pg2920"/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1" name="pg2921"/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2" name="pg2922"/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3" name="pg2923"/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4" name="pg2924"/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5" name="pg2925"/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6" name="pg2926"/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7" name="pg2927"/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8" name="pg2928"/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9" name="pg2929"/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0" name="pg2930"/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1" name="pg2931"/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2" name="pg2932"/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3" name="pg2933"/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4" name="pg2934"/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5" name="pg2935"/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6" name="pg2936"/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7" name="pg2937"/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8" name="pg2938"/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9" name="pg2939"/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0" name="pg2940"/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1" name="pg2941"/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2" name="pg2942"/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3" name="pg2943"/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4" name="pg2944"/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5" name="pg2945"/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6" name="pg2946"/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7" name="pg2947"/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8" name="pg2948"/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9" name="pg2949"/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0" name="pg2950"/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1" name="pg2951"/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2" name="pg2952"/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3" name="pg2953"/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4" name="pg2954"/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5" name="pg2955"/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6" name="pg2956"/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7" name="pg2957"/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8" name="pg2958"/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9" name="pg2959"/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0" name="pg2960"/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1" name="pg2961"/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2" name="pg2962"/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3" name="pg2963"/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4" name="pg2964"/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5" name="pg2965"/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6" name="pg2966"/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7" name="pg2967"/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8" name="pg2968"/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9" name="pg2969"/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0" name="pg2970"/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1" name="pg2971"/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2" name="pg2972"/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3" name="pg2973"/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4" name="pg2974"/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5" name="pg2975"/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6" name="pg2976"/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7" name="pg2977"/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8" name="pg2978"/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9" name="pg2979"/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0" name="pg2980"/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1" name="pg2981"/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2" name="pg2982"/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3" name="pg2983"/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4" name="pg2984"/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5" name="pg2985"/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6" name="pg2986"/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7" name="pg2987"/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8" name="pg2988"/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9" name="pg2989"/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0" name="pg2990"/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1" name="pg2991"/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2" name="pg2992"/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3" name="pg2993"/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4" name="pg2994"/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5" name="pg2995"/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6" name="pg2996"/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7" name="pg2997"/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8" name="pg2998"/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9" name="pg2999"/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0" name="pg3000"/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1" name="pg3001"/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2" name="pg3002"/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3" name="pg3003"/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4" name="pg3004"/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5" name="pg3005"/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6" name="pg3006"/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7" name="pg3007"/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8" name="pg3008"/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9" name="pg3009"/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0" name="pg3010"/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1" name="pg3011"/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2" name="pg3012"/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3" name="pg3013"/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4" name="pg3014"/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5" name="pg3015"/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6" name="pg3016"/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7" name="pg3017"/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8" name="pg3018"/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9" name="pg3019"/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0" name="pg3020"/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1" name="pg3021"/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2" name="pg3022"/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3" name="pg3023"/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4" name="pg3024"/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5" name="pg3025"/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6" name="pg3026"/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7" name="pg3027"/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8" name="pg3028"/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9" name="pg3029"/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0" name="pg3030"/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1" name="pg3031"/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2" name="pg3032"/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3" name="pg3033"/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4" name="pg3034"/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5" name="pg3035"/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6" name="pg3036"/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7" name="pg3037"/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8" name="pg3038"/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9" name="pg3039"/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0" name="pg3040"/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1" name="pg3041"/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2" name="pg3042"/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3" name="pg3043"/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4" name="pg3044"/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5" name="pg3045"/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6" name="pg3046"/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7" name="pg3047"/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8" name="pg3048"/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9" name="pg3049"/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0" name="pg3050"/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1" name="pg3051"/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2" name="pg3052"/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3" name="pg3053"/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4" name="pg3054"/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5" name="pg3055"/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6" name="pg3056"/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7" name="pg3057"/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8" name="pg3058"/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9" name="pg3059"/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0" name="pg3060"/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1" name="pg3061"/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2" name="pg3062"/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3" name="pg3063"/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4" name="pg3064"/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5" name="pg3065"/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6" name="pg3066"/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7" name="pg3067"/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8" name="pg3068"/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9" name="pg3069"/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0" name="pg3070"/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1" name="pg3071"/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2" name="pg3072"/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3" name="pg3073"/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4" name="pg3074"/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5" name="pg3075"/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6" name="pg3076"/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7" name="pg3077"/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8" name="pg3078"/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9" name="pg3079"/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0" name="pg3080"/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1" name="pg3081"/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2" name="pg3082"/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3" name="pg3083"/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4" name="pg3084"/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5" name="pg3085"/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6" name="pg3086"/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7" name="pg3087"/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8" name="pg3088"/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9" name="pg3089"/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0" name="pg3090"/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1" name="pg3091"/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2" name="pg3092"/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3" name="pg3093"/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4" name="pg3094"/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5" name="pg3095"/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6" name="pg3096"/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7" name="pg3097"/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8" name="pg3098"/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9" name="pg3099"/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0" name="pg3100"/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1" name="pg3101"/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2" name="pg3102"/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3" name="pg3103"/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4" name="pg3104"/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5" name="pg3105"/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6" name="pg3106"/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7" name="pg3107"/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8" name="pg3108"/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9" name="pg3109"/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0" name="pg3110"/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1" name="pg3111"/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2" name="pg3112"/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3" name="pg3113"/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4" name="pg3114"/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5" name="pg3115"/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6" name="pg3116"/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7" name="pg3117"/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8" name="pg3118"/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9" name="pg3119"/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0" name="pg3120"/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1" name="pg3121"/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2" name="pg3122"/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3" name="pg3123"/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4" name="pg3124"/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5" name="pg3125"/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6" name="pg3126"/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7" name="pg3127"/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8" name="pg3128"/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9" name="pg3129"/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0" name="pg3130"/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1" name="pg3131"/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2" name="pg3132"/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3" name="pg3133"/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4" name="pg3134"/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5" name="pg3135"/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6" name="pg3136"/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7" name="pg3137"/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8" name="pg3138"/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9" name="pg3139"/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0" name="pg3140"/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1" name="pg3141"/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2" name="pg3142"/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3" name="pg3143"/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4" name="pg3144"/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5" name="pg3145"/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6" name="pg3146"/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7" name="pg3147"/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8" name="pg3148"/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9" name="pg3149"/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0" name="pg3150"/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1" name="pg3151"/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2" name="pg3152"/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3" name="pg3153"/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4" name="pg3154"/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5" name="pg3155"/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6" name="pg3156"/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7" name="pg3157"/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8" name="pg3158"/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9" name="pg3159"/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0" name="pg3160"/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1" name="pg3161"/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2" name="pg3162"/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3" name="pg3163"/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4" name="pg3164"/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5" name="pg3165"/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6" name="pg3166"/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7" name="pg3167"/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8" name="pg3168"/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9" name="pg3169"/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0" name="pg3170"/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1" name="pg3171"/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2" name="pg3172"/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3" name="pg3173"/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4" name="pg3174"/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5" name="pg3175"/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6" name="pg3176"/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7" name="pg3177"/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8" name="pg3178"/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9" name="pg3179"/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0" name="pg3180"/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1" name="pg3181"/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2" name="pg3182"/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3" name="pg3183"/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4" name="pg3184"/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5" name="pg3185"/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6" name="pg3186"/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7" name="pg3187"/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8" name="pg3188"/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9" name="pg3189"/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0" name="pg3190"/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1" name="pg3191"/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2" name="pg3192"/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3" name="pg3193"/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4" name="pg3194"/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5" name="pg3195"/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6" name="pg3196"/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7" name="pg3197"/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8" name="pg3198"/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9" name="pg3199"/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0" name="pg3200"/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1" name="pg3201"/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2" name="pg3202"/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3" name="pg3203"/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4" name="pg3204"/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5" name="pg3205"/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6" name="pg3206"/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7" name="pg3207"/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8" name="pg3208"/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9" name="pg3209"/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0" name="pg3210"/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1" name="pg3211"/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2" name="pg3212"/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3" name="pg3213"/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4" name="pg3214"/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5" name="pg3215"/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6" name="pg3216"/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7" name="pg3217"/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8" name="pg3218"/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9" name="pg3219"/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0" name="pg3220"/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1" name="pg3221"/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2" name="pg3222"/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3" name="pg3223"/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4" name="pg3224"/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5" name="pg3225"/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6" name="pg3226"/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7" name="pg3227"/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8" name="pg3228"/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9" name="pg3229"/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0" name="pg3230"/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1" name="pg3231"/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2" name="pg3232"/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3" name="pg3233"/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4" name="pg3234"/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5" name="pg3235"/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6" name="pg3236"/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7" name="pg3237"/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8" name="pg3238"/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9" name="pg3239"/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0" name="pg3240"/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1" name="pg3241"/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2" name="pg3242"/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3" name="pg3243"/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4" name="pg3244"/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5" name="pg3245"/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6" name="pg3246"/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7" name="pg3247"/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8" name="pg3248"/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9" name="pg3249"/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0" name="pg3250"/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1" name="pg3251"/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2" name="pg3252"/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3" name="pg3253"/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4" name="pg3254"/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5" name="pg3255"/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6" name="pg3256"/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7" name="pg3257"/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8" name="pg3258"/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9" name="pg3259"/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0" name="pg3260"/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1" name="pg3261"/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2" name="pg3262"/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3" name="pg3263"/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4" name="pg3264"/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5" name="pg3265"/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6" name="pg3266"/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7" name="pg3267"/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8" name="pg3268"/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9" name="pg3269"/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0" name="pg3270"/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1" name="pg3271"/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2" name="pg3272"/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3" name="pg3273"/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4" name="pg3274"/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5" name="pg3275"/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6" name="pg3276"/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7" name="pg3277"/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8" name="pg3278"/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9" name="pg3279"/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0" name="pg3280"/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1" name="pg3281"/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2" name="pg3282"/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3" name="pg3283"/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4" name="pg3284"/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5" name="pg3285"/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6" name="pg3286"/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7" name="pg3287"/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8" name="pg3288"/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9" name="pg3289"/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0" name="pg3290"/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1" name="pg3291"/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2" name="pg3292"/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3" name="pg3293"/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4" name="pg3294"/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5" name="pg3295"/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6" name="pg3296"/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7" name="pg3297"/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8" name="pg3298"/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9" name="pg3299"/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0" name="pg3300"/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1" name="pg3301"/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2" name="pg3302"/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3" name="pg3303"/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4" name="pg3304"/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5" name="pg3305"/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6" name="pg3306"/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7" name="pg3307"/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8" name="pg3308"/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9" name="pg3309"/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0" name="pg3310"/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1" name="pg3311"/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2" name="pg3312"/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3" name="pg3313"/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4" name="pg3314"/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5" name="pg3315"/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6" name="pg3316"/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7" name="pg3317"/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8" name="pg3318"/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9" name="pg3319"/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0" name="pg3320"/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1" name="pg3321"/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2" name="pg3322"/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3" name="pg3323"/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4" name="pg3324"/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5" name="pg3325"/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6" name="pg3326"/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7" name="pg3327"/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8" name="pg3328"/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9" name="pg3329"/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0" name="pg3330"/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1" name="pg3331"/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2" name="pg3332"/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3" name="pg3333"/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4" name="pg3334"/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5" name="pg3335"/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6" name="pg3336"/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7" name="pg3337"/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8" name="pg3338"/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9" name="pg3339"/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0" name="pg3340"/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1" name="pg3341"/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2" name="pg3342"/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3" name="pg3343"/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4" name="pg3344"/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5" name="pg3345"/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6" name="pg3346"/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7" name="pg3347"/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8" name="pg3348"/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9" name="pg3349"/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0" name="pg3350"/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1" name="pg3351"/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2" name="pg3352"/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3" name="pg3353"/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4" name="pg3354"/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5" name="pg3355"/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6" name="pg3356"/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7" name="pg3357"/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8" name="pg3358"/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9" name="pg3359"/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0" name="pg3360"/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1" name="pg3361"/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2" name="pg3362"/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3" name="pg3363"/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4" name="pg3364"/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5" name="pg3365"/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6" name="pg3366"/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7" name="pg3367"/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8" name="pg3368"/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9" name="pg3369"/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0" name="pg3370"/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1" name="pg3371"/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2" name="pg3372"/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3" name="pg3373"/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4" name="pg3374"/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5" name="pg3375"/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6" name="pg3376"/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7" name="pg3377"/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8" name="pg3378"/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9" name="pg3379"/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0" name="pg3380"/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1" name="pg3381"/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2" name="pg3382"/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3" name="pg3383"/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4" name="pg3384"/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5" name="pg3385"/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6" name="pg3386"/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7" name="pg3387"/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8" name="pg3388"/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9" name="pg3389"/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0" name="pg3390"/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1" name="pg3391"/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2" name="pg3392"/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3" name="pg3393"/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4" name="pg3394"/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5" name="pg3395"/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6" name="pg3396"/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7" name="pg3397"/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8" name="pg3398"/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9" name="pg3399"/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0" name="pg3400"/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1" name="pg3401"/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2" name="pg3402"/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3" name="pg3403"/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4" name="pg3404"/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5" name="pg3405"/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6" name="pg3406"/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7" name="pg3407"/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8" name="pg3408"/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9" name="pg3409"/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0" name="pg3410"/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1" name="pg3411"/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2" name="pg3412"/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3" name="pg3413"/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4" name="pg3414"/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5" name="pg3415"/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6" name="pg3416"/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7" name="pg3417"/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8" name="pg3418"/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9" name="pg3419"/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0" name="pg3420"/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1" name="pg3421"/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2" name="pg3422"/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3" name="pg3423"/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4" name="pg3424"/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5" name="pg3425"/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6" name="pg3426"/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7" name="pg3427"/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8" name="pg3428"/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9" name="pg3429"/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0" name="pg3430"/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1" name="pg3431"/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2" name="pg3432"/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3" name="pg3433"/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4" name="pg3434"/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5" name="pg3435"/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6" name="pg3436"/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7" name="pg3437"/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8" name="pg3438"/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9" name="pg3439"/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0" name="pg3440"/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1" name="pg3441"/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2" name="pg3442"/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3" name="pg3443"/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4" name="pg3444"/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5" name="pg3445"/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6" name="pg3446"/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7" name="pg3447"/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8" name="pg3448"/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9" name="pg3449"/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0" name="pg3450"/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1" name="pg3451"/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2" name="pg3452"/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3" name="pg3453"/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4" name="pg3454"/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5" name="pg3455"/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6" name="pg3456"/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7" name="pg3457"/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8" name="pg3458"/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9" name="pg3459"/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0" name="pg3460"/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1" name="pg3461"/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2" name="pg3462"/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3" name="pg3463"/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4" name="pg3464"/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5" name="pg3465"/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6" name="pg3466"/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7" name="pg3467"/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8" name="pg3468"/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9" name="pg3469"/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0" name="pg3470"/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1" name="pg3471"/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2" name="pg3472"/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3" name="pg3473"/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4" name="pg3474"/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5" name="pg3475"/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6" name="pg3476"/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7" name="pg3477"/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8" name="pg3478"/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9" name="pg3479"/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0" name="pg3480"/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1" name="pg3481"/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2" name="pg3482"/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3" name="pg3483"/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4" name="pg3484"/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5" name="pg3485"/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6" name="pg3486"/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7" name="pg3487"/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8" name="pg3488"/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9" name="pg3489"/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0" name="pg3490"/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1" name="pg3491"/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2" name="pg3492"/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3" name="pg3493"/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4" name="pg3494"/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5" name="pg3495"/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6" name="pg3496"/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7" name="pg3497"/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8" name="pg3498"/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9" name="pg3499"/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0" name="pg3500"/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1" name="pg3501"/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2" name="pg3502"/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3" name="pg3503"/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4" name="pg3504"/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5" name="pg3505"/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6" name="pg3506"/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7" name="pg3507"/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8" name="pg3508"/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9" name="pg3509"/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0" name="pg3510"/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1" name="pg3511"/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2" name="pg3512"/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3" name="pg3513"/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4" name="pg3514"/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5" name="pg3515"/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6" name="pg3516"/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7" name="pg3517"/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8" name="pg3518"/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9" name="pg3519"/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0" name="pg3520"/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1" name="pg3521"/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2" name="pg3522"/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3" name="pg3523"/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4" name="pg3524"/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5" name="pg3525"/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6" name="pg3526"/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7" name="pg3527"/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8" name="pg3528"/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9" name="pg3529"/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0" name="pg3530"/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1" name="pg3531"/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2" name="pg3532"/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3" name="pg3533"/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4" name="pg3534"/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5" name="pg3535"/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6" name="pg3536"/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7" name="pg3537"/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8" name="pg3538"/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9" name="pg3539"/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0" name="pg3540"/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1" name="pg3541"/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2" name="pg3542"/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3" name="pg3543"/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4" name="pg3544"/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E">
                  <a:alpha val="100000"/>
                </a:srgbClr>
              </a:solidFill>
              <a:ln w="5420" cap="flat">
                <a:solidFill>
                  <a:srgbClr val="3A68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5" name="pg3545"/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6" name="pg3546"/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7" name="pg3547"/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8" name="pg3548"/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9" name="pg3549"/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0" name="pg3550"/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1" name="pg3551"/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2" name="pg3552"/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3" name="pg3553"/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4" name="pg3554"/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5" name="pg3555"/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6" name="pg3556"/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7" name="pg3557"/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8" name="pg3558"/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9" name="pg3559"/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0" name="pg3560"/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1" name="pg3561"/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2" name="pg3562"/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3" name="pg3563"/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4" name="pg3564"/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5" name="pg3565"/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6" name="pg3566"/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7" name="pg3567"/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8" name="pg3568"/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9" name="pg3569"/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0" name="pg3570"/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1" name="pg3571"/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2" name="pg3572"/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3" name="pg3573"/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E">
                  <a:alpha val="100000"/>
                </a:srgbClr>
              </a:solidFill>
              <a:ln w="5420" cap="flat">
                <a:solidFill>
                  <a:srgbClr val="3A68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4" name="pg3574"/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5" name="pg3575"/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6" name="pg3576"/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7" name="pg3577"/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8" name="pg3578"/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9" name="pg3579"/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0" name="pg3580"/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1" name="pg3581"/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2" name="pg3582"/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3" name="pg3583"/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4" name="pg3584"/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5" name="pg3585"/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6" name="pg3586"/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7" name="pg3587"/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8" name="pg3588"/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9" name="pg3589"/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0" name="pg3590"/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1" name="pg3591"/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2" name="pg3592"/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3" name="pg3593"/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4" name="pg3594"/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5" name="pg3595"/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6" name="pg3596"/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7" name="pg3597"/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8" name="pg3598"/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9" name="pg3599"/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0" name="pg3600"/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1" name="pg3601"/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2" name="pg3602"/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3" name="pg3603"/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4" name="pg3604"/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5" name="pg3605"/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6" name="pg3606"/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7" name="pg3607"/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8" name="pg3608"/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9" name="pg3609"/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0" name="pg3610"/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1" name="pg3611"/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2" name="pg3612"/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3" name="pg3613"/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4" name="pg3614"/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5" name="pg3615"/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6" name="pg3616"/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7" name="pg3617"/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8" name="pg3618"/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9" name="pg3619"/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0" name="pg3620"/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1" name="pg3621"/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2" name="pg3622"/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3" name="pg3623"/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4" name="pg3624"/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5" name="pg3625"/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6" name="pg3626"/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7" name="pg3627"/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8" name="pg3628"/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9" name="pg3629"/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0" name="pg3630"/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1" name="pg3631"/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2" name="pg3632"/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3" name="pg3633"/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4" name="pg3634"/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5" name="pg3635"/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6" name="pg3636"/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7" name="pg3637"/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8" name="pg3638"/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9" name="pg3639"/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0" name="pg3640"/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1" name="pg3641"/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2" name="pg3642"/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3" name="pg3643"/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4" name="pg3644"/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5" name="pg3645"/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6" name="pg3646"/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7" name="pg3647"/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8" name="pg3648"/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9" name="pg3649"/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0" name="pg3650"/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1" name="pg3651"/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2" name="pg3652"/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3" name="pg3653"/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4" name="pg3654"/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5" name="pg3655"/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6" name="pg3656"/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7" name="pg3657"/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8" name="pg3658"/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9" name="pg3659"/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0" name="pg3660"/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1" name="pg3661"/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2" name="pg3662"/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3" name="pg3663"/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4" name="pg3664"/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5" name="pg3665"/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6" name="pg3666"/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7" name="pg3667"/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8" name="pg3668"/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9" name="pg3669"/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0" name="pg3670"/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1" name="pg3671"/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2" name="pg3672"/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3" name="pg3673"/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4" name="pg3674"/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5" name="pg3675"/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6" name="pg3676"/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7" name="pg3677"/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8" name="pg3678"/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9" name="pg3679"/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0" name="pg3680"/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1" name="pg3681"/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2" name="pg3682"/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3" name="pg3683"/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4" name="pg3684"/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5" name="pg3685"/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6" name="pg3686"/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7" name="pg3687"/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8" name="pg3688"/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9" name="pg3689"/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0" name="pg3690"/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1" name="pg3691"/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2" name="pg3692"/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3" name="pg3693"/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4" name="pg3694"/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5" name="pg3695"/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6" name="pg3696"/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7" name="pg3697"/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8" name="pg3698"/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9" name="pg3699"/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0" name="pg3700"/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1" name="pg3701"/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2" name="pg3702"/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3" name="pg3703"/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4" name="pg3704"/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5" name="pg3705"/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6" name="pg3706"/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7" name="pg3707"/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8" name="pg3708"/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9" name="pg3709"/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0" name="pg3710"/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1" name="pg3711"/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2" name="pg3712"/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3" name="pg3713"/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4" name="pg3714"/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5" name="pg3715"/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6" name="pg3716"/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7" name="pg3717"/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8" name="pg3718"/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9" name="pg3719"/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0" name="pg3720"/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1" name="pg3721"/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2" name="pg3722"/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3" name="pg3723"/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4" name="pg3724"/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5" name="pg3725"/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6" name="pg3726"/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7" name="pg3727"/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8" name="pg3728"/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9" name="pg3729"/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0" name="pg3730"/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1" name="pg3731"/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2" name="pg3732"/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3" name="pg3733"/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4" name="pg3734"/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5" name="pg3735"/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6" name="pg3736"/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7" name="pg3737"/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8" name="pg3738"/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9" name="pg3739"/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0" name="pg3740"/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1" name="pg3741"/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2" name="pg3742"/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3" name="pg3743"/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4" name="pg3744"/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5" name="pg3745"/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6" name="pg3746"/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7" name="pg3747"/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8" name="pg3748"/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9" name="pg3749"/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0" name="pg3750"/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1" name="pg3751"/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2" name="pg3752"/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3" name="pg3753"/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4" name="pg3754"/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5" name="pg3755"/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6" name="pg3756"/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7" name="pg3757"/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8" name="pg3758"/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9" name="pg3759"/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0" name="pg3760"/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1" name="pg3761"/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2" name="pg3762"/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3" name="pg3763"/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4" name="pg3764"/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5" name="pg3765"/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6" name="pg3766"/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7" name="pg3767"/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8" name="pg3768"/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9" name="pg3769"/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0" name="pg3770"/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1" name="pg3771"/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2" name="pg3772"/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3" name="pg3773"/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4" name="pg3774"/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5" name="pg3775"/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6" name="pg3776"/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7" name="pg3777"/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8" name="pg3778"/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9" name="pg3779"/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0" name="pg3780"/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1" name="pg3781"/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2" name="pg3782"/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3" name="pg3783"/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4" name="pg3784"/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5" name="pg3785"/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6" name="pg3786"/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7" name="pg3787"/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8" name="pg3788"/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9" name="pg3789"/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0" name="pg3790"/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1" name="pg3791"/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2" name="pg3792"/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3" name="pg3793"/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4" name="pg3794"/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5" name="pg3795"/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6" name="pg3796"/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7" name="pg3797"/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8" name="pg3798"/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9" name="pg3799"/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0" name="pg3800"/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1" name="pg3801"/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2" name="pg3802"/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3" name="pg3803"/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4" name="pg3804"/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5" name="pg3805"/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6" name="pg3806"/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7" name="pg3807"/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8" name="pg3808"/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9" name="pg3809"/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0" name="pg3810"/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1" name="pg3811"/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2" name="pg3812"/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3" name="pg3813"/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4" name="pg3814"/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5" name="pg3815"/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6" name="pg3816"/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7" name="pg3817"/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8" name="pg3818"/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9" name="pg3819"/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0" name="pg3820"/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1" name="pg3821"/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2" name="pg3822"/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3" name="pg3823"/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4" name="pg3824"/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5" name="pg3825"/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6" name="pg3826"/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7" name="pg3827"/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8" name="pg3828"/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9" name="pg3829"/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0" name="pg3830"/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1" name="pg3831"/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2" name="pg3832"/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3" name="pg3833"/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4" name="pg3834"/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5" name="pg3835"/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6" name="pg3836"/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7" name="pg3837"/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8" name="pg3838"/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9" name="pg3839"/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0" name="pg3840"/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1" name="pg3841"/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2" name="pg3842"/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3" name="pg3843"/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4" name="pg3844"/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5" name="pg3845"/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6" name="pg3846"/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7" name="pg3847"/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8" name="pg3848"/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9" name="pg3849"/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0" name="pg3850"/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1" name="pg3851"/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2" name="pg3852"/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3" name="pg3853"/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4" name="pg3854"/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5" name="pg3855"/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6" name="pg3856"/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7" name="pg3857"/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8" name="pg3858"/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9" name="pg3859"/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0" name="pg3860"/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1" name="pg3861"/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2" name="pg3862"/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3" name="pg3863"/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4" name="pg3864"/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5" name="pg3865"/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6" name="pg3866"/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7" name="pg3867"/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8" name="pg3868"/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9" name="pg3869"/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0" name="pg3870"/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1" name="pg3871"/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2" name="pg3872"/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3" name="pg3873"/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4" name="pg3874"/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5" name="pg3875"/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6" name="pg3876"/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7" name="pg3877"/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8" name="pg3878"/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9" name="pg3879"/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0" name="pg3880"/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1" name="pg3881"/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2" name="pg3882"/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3" name="pg3883"/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4" name="pg3884"/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5" name="pg3885"/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6" name="pg3886"/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7" name="pg3887"/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8" name="pg3888"/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9" name="pg3889"/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0" name="pg3890"/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1" name="pg3891"/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2" name="pg3892"/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3" name="pg3893"/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4" name="pg3894"/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5" name="pg3895"/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6" name="pg3896"/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7" name="pg3897"/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8" name="pg3898"/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9" name="pg3899"/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0" name="pg3900"/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1" name="pg3901"/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2" name="pg3902"/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3" name="pg3903"/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4" name="pg3904"/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5" name="pg3905"/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6" name="pg3906"/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7" name="pg3907"/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8" name="pg3908"/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9" name="pg3909"/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0" name="pg3910"/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1" name="pg3911"/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2" name="pg3912"/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3" name="pg3913"/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4" name="pg3914"/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5" name="pg3915"/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6" name="pg3916"/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7" name="pg3917"/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8" name="pg3918"/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9" name="pg3919"/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0" name="pg3920"/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1" name="pg3921"/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2" name="pg3922"/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3" name="pg3923"/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4" name="pt3924"/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3497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5" name="pt3925"/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3A61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6" name="pt3926"/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3960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7" name="pt3927"/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3A6D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8" name="pt3928"/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3A589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9" name="pt3929"/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0" name="pt3930"/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3A69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1" name="pt3931"/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92F5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2" name="pt3932"/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3B3B6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3" name="pt3933"/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5CC7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4" name="pt3934"/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395D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5" name="pt3935"/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3984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6" name="pt3936"/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3A589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7" name="pt3937"/>
              <p:cNvSpPr/>
              <p:nvPr/>
            </p:nvSpPr>
            <p:spPr>
              <a:xfrm>
                <a:off x="3118737" y="4784820"/>
                <a:ext cx="63202" cy="63202"/>
              </a:xfrm>
              <a:prstGeom prst="ellipse">
                <a:avLst/>
              </a:prstGeom>
              <a:solidFill>
                <a:srgbClr val="49AD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8" name="pt3938"/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3A69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9" name="pt3939"/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60CD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0" name="pt3940"/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3A61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1" name="pt3941"/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3B518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2" name="pt3942"/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3A75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3" name="pt3943"/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76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4" name="pt3944"/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3A68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5" name="pt3945"/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3982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6" name="pt3946"/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3960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7" name="pt3947"/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C437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8" name="pt3948"/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3A62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9" name="pt3949"/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C487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0" name="pt3950"/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3A669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1" name="pt3951"/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3984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2" name="pt3952"/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3A69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3" name="pt3953"/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3A6B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4" name="pt3954"/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5" name="pt3955"/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395E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6" name="pt3956"/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3B508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7" name="pt3957"/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960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8" name="pt3958"/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3A69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9" name="pt3959"/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3B518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0" name="pt3960"/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1" name="pt3961"/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92F5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2" name="pl3962"/>
              <p:cNvSpPr/>
              <p:nvPr/>
            </p:nvSpPr>
            <p:spPr>
              <a:xfrm>
                <a:off x="2850462" y="4909128"/>
                <a:ext cx="52351" cy="84400"/>
              </a:xfrm>
              <a:custGeom>
                <a:avLst/>
                <a:gdLst/>
                <a:ahLst/>
                <a:cxnLst/>
                <a:rect l="0" t="0" r="0" b="0"/>
                <a:pathLst>
                  <a:path w="52351" h="84400">
                    <a:moveTo>
                      <a:pt x="0" y="0"/>
                    </a:moveTo>
                    <a:lnTo>
                      <a:pt x="52351" y="8440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3" name="pl3963"/>
              <p:cNvSpPr/>
              <p:nvPr/>
            </p:nvSpPr>
            <p:spPr>
              <a:xfrm>
                <a:off x="3511657" y="4762446"/>
                <a:ext cx="53673" cy="82418"/>
              </a:xfrm>
              <a:custGeom>
                <a:avLst/>
                <a:gdLst/>
                <a:ahLst/>
                <a:cxnLst/>
                <a:rect l="0" t="0" r="0" b="0"/>
                <a:pathLst>
                  <a:path w="53673" h="82418">
                    <a:moveTo>
                      <a:pt x="0" y="0"/>
                    </a:moveTo>
                    <a:lnTo>
                      <a:pt x="53673" y="82418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4" name="pl3964"/>
              <p:cNvSpPr/>
              <p:nvPr/>
            </p:nvSpPr>
            <p:spPr>
              <a:xfrm>
                <a:off x="4513396" y="4609209"/>
                <a:ext cx="54430" cy="79690"/>
              </a:xfrm>
              <a:custGeom>
                <a:avLst/>
                <a:gdLst/>
                <a:ahLst/>
                <a:cxnLst/>
                <a:rect l="0" t="0" r="0" b="0"/>
                <a:pathLst>
                  <a:path w="54430" h="79690">
                    <a:moveTo>
                      <a:pt x="0" y="0"/>
                    </a:moveTo>
                    <a:lnTo>
                      <a:pt x="54430" y="7969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5" name="pl3965"/>
              <p:cNvSpPr/>
              <p:nvPr/>
            </p:nvSpPr>
            <p:spPr>
              <a:xfrm>
                <a:off x="5509823" y="3047368"/>
                <a:ext cx="163081" cy="11328"/>
              </a:xfrm>
              <a:custGeom>
                <a:avLst/>
                <a:gdLst/>
                <a:ahLst/>
                <a:cxnLst/>
                <a:rect l="0" t="0" r="0" b="0"/>
                <a:pathLst>
                  <a:path w="163081" h="11328">
                    <a:moveTo>
                      <a:pt x="0" y="0"/>
                    </a:moveTo>
                    <a:lnTo>
                      <a:pt x="163081" y="11328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6" name="pl3966"/>
              <p:cNvSpPr/>
              <p:nvPr/>
            </p:nvSpPr>
            <p:spPr>
              <a:xfrm>
                <a:off x="5746896" y="2860157"/>
                <a:ext cx="77231" cy="63986"/>
              </a:xfrm>
              <a:custGeom>
                <a:avLst/>
                <a:gdLst/>
                <a:ahLst/>
                <a:cxnLst/>
                <a:rect l="0" t="0" r="0" b="0"/>
                <a:pathLst>
                  <a:path w="77231" h="63986">
                    <a:moveTo>
                      <a:pt x="0" y="0"/>
                    </a:moveTo>
                    <a:lnTo>
                      <a:pt x="77231" y="6398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7" name="pg3967"/>
              <p:cNvSpPr/>
              <p:nvPr/>
            </p:nvSpPr>
            <p:spPr>
              <a:xfrm>
                <a:off x="2291946" y="4760424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8" name="tx3968"/>
              <p:cNvSpPr/>
              <p:nvPr/>
            </p:nvSpPr>
            <p:spPr>
              <a:xfrm>
                <a:off x="2337666" y="4806144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3969" name="pg3969"/>
              <p:cNvSpPr/>
              <p:nvPr/>
            </p:nvSpPr>
            <p:spPr>
              <a:xfrm>
                <a:off x="2960823" y="4613749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2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0" name="tx3970"/>
              <p:cNvSpPr/>
              <p:nvPr/>
            </p:nvSpPr>
            <p:spPr>
              <a:xfrm>
                <a:off x="3006543" y="4659469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3971" name="pg3971"/>
              <p:cNvSpPr/>
              <p:nvPr/>
            </p:nvSpPr>
            <p:spPr>
              <a:xfrm>
                <a:off x="3970425" y="4460312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1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2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2" name="tx3972"/>
              <p:cNvSpPr/>
              <p:nvPr/>
            </p:nvSpPr>
            <p:spPr>
              <a:xfrm>
                <a:off x="4016145" y="4506032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3973" name="pg3973"/>
              <p:cNvSpPr/>
              <p:nvPr/>
            </p:nvSpPr>
            <p:spPr>
              <a:xfrm>
                <a:off x="4928081" y="2951351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2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4" name="tx3974"/>
              <p:cNvSpPr/>
              <p:nvPr/>
            </p:nvSpPr>
            <p:spPr>
              <a:xfrm>
                <a:off x="4973801" y="2997071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3975" name="pg3975"/>
              <p:cNvSpPr/>
              <p:nvPr/>
            </p:nvSpPr>
            <p:spPr>
              <a:xfrm>
                <a:off x="5289413" y="2668224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2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2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6" name="tx3976"/>
              <p:cNvSpPr/>
              <p:nvPr/>
            </p:nvSpPr>
            <p:spPr>
              <a:xfrm>
                <a:off x="5335133" y="2713944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3977" name="rc3977"/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8" name="tx3978"/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3979" name="tx3979"/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0" name="tx3980"/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1" name="tx3981"/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3982" name="tx3982"/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3" name="tx3983"/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4" name="tx3984"/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3985" name="tx3985"/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6" name="tx3986"/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7" name="tx3987"/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3988" name="tx3988"/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9" name="tx3989"/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90" name="tx3990"/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3991" name="tx3991"/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92" name="tx3992"/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93" name="pl3993"/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4" name="pl3994"/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5" name="pl3995"/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6" name="pl3996"/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7" name="pl3997"/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8" name="pl3998"/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9" name="pl3999"/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0" name="pl4000"/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1" name="pl4001"/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2" name="pl4002"/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3" name="pl4003"/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4" name="pl4004"/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5" name="pl4005"/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6" name="tx4006"/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4007" name="tx4007"/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08" name="tx4008"/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09" name="tx4009"/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4010" name="tx4010"/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1" name="tx4011"/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2" name="tx4012"/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4013" name="tx4013"/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4" name="tx4014"/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5" name="tx4015"/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4016" name="tx4016"/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7" name="tx4017"/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8" name="tx4018"/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4019" name="tx4019"/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0" name="tx4020"/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1" name="tx4021"/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4022" name="tx4022"/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3" name="tx4023"/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4" name="tx4024"/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4025" name="tx4025"/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6" name="tx4026"/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7" name="tx4027"/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4028" name="tx4028"/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9" name="tx4029"/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30" name="tx4030"/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4031" name="tx4031"/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4032" name="rc4032"/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3" name="tx4033"/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4034" name="tx4034"/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4035" name="pic40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4036" name="pl4036"/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7" name="pl4037"/>
              <p:cNvSpPr/>
              <p:nvPr/>
            </p:nvSpPr>
            <p:spPr>
              <a:xfrm>
                <a:off x="6928496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8" name="pl4038"/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9" name="pl4039"/>
              <p:cNvSpPr/>
              <p:nvPr/>
            </p:nvSpPr>
            <p:spPr>
              <a:xfrm>
                <a:off x="6928496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0" name="pl4040"/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1" name="pl4041"/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2" name="pl4042"/>
              <p:cNvSpPr/>
              <p:nvPr/>
            </p:nvSpPr>
            <p:spPr>
              <a:xfrm>
                <a:off x="6752931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3" name="pl4043"/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4" name="pl4044"/>
              <p:cNvSpPr/>
              <p:nvPr/>
            </p:nvSpPr>
            <p:spPr>
              <a:xfrm>
                <a:off x="6752931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5" name="pl4045"/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6" name="tx4046"/>
              <p:cNvSpPr/>
              <p:nvPr/>
            </p:nvSpPr>
            <p:spPr>
              <a:xfrm>
                <a:off x="7041976" y="472032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0.00</a:t>
                </a:r>
              </a:p>
            </p:txBody>
          </p:sp>
          <p:sp>
            <p:nvSpPr>
              <p:cNvPr id="4047" name="tx4047"/>
              <p:cNvSpPr/>
              <p:nvPr/>
            </p:nvSpPr>
            <p:spPr>
              <a:xfrm>
                <a:off x="7041976" y="4446917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0.01</a:t>
                </a:r>
              </a:p>
            </p:txBody>
          </p:sp>
          <p:sp>
            <p:nvSpPr>
              <p:cNvPr id="4048" name="tx4048"/>
              <p:cNvSpPr/>
              <p:nvPr/>
            </p:nvSpPr>
            <p:spPr>
              <a:xfrm>
                <a:off x="7041976" y="417351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0.02</a:t>
                </a:r>
              </a:p>
            </p:txBody>
          </p:sp>
          <p:sp>
            <p:nvSpPr>
              <p:cNvPr id="4049" name="tx4049"/>
              <p:cNvSpPr/>
              <p:nvPr/>
            </p:nvSpPr>
            <p:spPr>
              <a:xfrm>
                <a:off x="7041976" y="3900105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0.03</a:t>
                </a:r>
              </a:p>
            </p:txBody>
          </p:sp>
          <p:sp>
            <p:nvSpPr>
              <p:cNvPr id="4050" name="tx4050"/>
              <p:cNvSpPr/>
              <p:nvPr/>
            </p:nvSpPr>
            <p:spPr>
              <a:xfrm>
                <a:off x="7041976" y="362670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0.04</a:t>
                </a:r>
              </a:p>
            </p:txBody>
          </p:sp>
          <p:sp>
            <p:nvSpPr>
              <p:cNvPr id="4051" name="tx4051"/>
              <p:cNvSpPr/>
              <p:nvPr/>
            </p:nvSpPr>
            <p:spPr>
              <a:xfrm>
                <a:off x="2201917" y="1669789"/>
                <a:ext cx="2541117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Offset to </a:t>
                </a:r>
              </a:p>
            </p:txBody>
          </p:sp>
          <p:sp>
            <p:nvSpPr>
              <p:cNvPr id="4052" name="tx4052"/>
              <p:cNvSpPr/>
              <p:nvPr/>
            </p:nvSpPr>
            <p:spPr>
              <a:xfrm>
                <a:off x="2201917" y="1998973"/>
                <a:ext cx="1998695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 (GF)</a:t>
                </a:r>
              </a:p>
            </p:txBody>
          </p:sp>
        </p:grpSp>
        <p:grpSp>
          <p:nvGrpSpPr>
            <p:cNvPr id="4053" name="Group 4052">
              <a:extLst>
                <a:ext uri="{FF2B5EF4-FFF2-40B4-BE49-F238E27FC236}">
                  <a16:creationId xmlns:a16="http://schemas.microsoft.com/office/drawing/2014/main" id="{4CC5C5DF-D7B7-851B-3356-CD0094A46689}"/>
                </a:ext>
              </a:extLst>
            </p:cNvPr>
            <p:cNvGrpSpPr/>
            <p:nvPr/>
          </p:nvGrpSpPr>
          <p:grpSpPr>
            <a:xfrm>
              <a:off x="11539729" y="16962120"/>
              <a:ext cx="1842945" cy="1728216"/>
              <a:chOff x="2483768" y="1853932"/>
              <a:chExt cx="3967904" cy="3667707"/>
            </a:xfrm>
          </p:grpSpPr>
          <p:sp>
            <p:nvSpPr>
              <p:cNvPr id="4054" name="rc5">
                <a:extLst>
                  <a:ext uri="{FF2B5EF4-FFF2-40B4-BE49-F238E27FC236}">
                    <a16:creationId xmlns:a16="http://schemas.microsoft.com/office/drawing/2014/main" id="{48DBCAC1-3645-AFE3-B6C7-15CF82ACBBB7}"/>
                  </a:ext>
                </a:extLst>
              </p:cNvPr>
              <p:cNvSpPr/>
              <p:nvPr/>
            </p:nvSpPr>
            <p:spPr>
              <a:xfrm>
                <a:off x="2483768" y="1859855"/>
                <a:ext cx="3967903" cy="3657377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5" name="pg29">
                <a:extLst>
                  <a:ext uri="{FF2B5EF4-FFF2-40B4-BE49-F238E27FC236}">
                    <a16:creationId xmlns:a16="http://schemas.microsoft.com/office/drawing/2014/main" id="{6454827A-B1A3-9488-D50C-2D466CD822E3}"/>
                  </a:ext>
                </a:extLst>
              </p:cNvPr>
              <p:cNvSpPr/>
              <p:nvPr/>
            </p:nvSpPr>
            <p:spPr>
              <a:xfrm>
                <a:off x="408979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6" name="pg30">
                <a:extLst>
                  <a:ext uri="{FF2B5EF4-FFF2-40B4-BE49-F238E27FC236}">
                    <a16:creationId xmlns:a16="http://schemas.microsoft.com/office/drawing/2014/main" id="{F7F8343E-DB97-DB27-5457-C540002E3EF7}"/>
                  </a:ext>
                </a:extLst>
              </p:cNvPr>
              <p:cNvSpPr/>
              <p:nvPr/>
            </p:nvSpPr>
            <p:spPr>
              <a:xfrm>
                <a:off x="4171236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7" name="pg31">
                <a:extLst>
                  <a:ext uri="{FF2B5EF4-FFF2-40B4-BE49-F238E27FC236}">
                    <a16:creationId xmlns:a16="http://schemas.microsoft.com/office/drawing/2014/main" id="{E7B1341E-8FAC-B099-02AD-4364A53BFDB7}"/>
                  </a:ext>
                </a:extLst>
              </p:cNvPr>
              <p:cNvSpPr/>
              <p:nvPr/>
            </p:nvSpPr>
            <p:spPr>
              <a:xfrm>
                <a:off x="425267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8" name="pg32">
                <a:extLst>
                  <a:ext uri="{FF2B5EF4-FFF2-40B4-BE49-F238E27FC236}">
                    <a16:creationId xmlns:a16="http://schemas.microsoft.com/office/drawing/2014/main" id="{004E39FF-D0B1-ABC7-355D-824E440AF97A}"/>
                  </a:ext>
                </a:extLst>
              </p:cNvPr>
              <p:cNvSpPr/>
              <p:nvPr/>
            </p:nvSpPr>
            <p:spPr>
              <a:xfrm>
                <a:off x="4334110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9" name="pg33">
                <a:extLst>
                  <a:ext uri="{FF2B5EF4-FFF2-40B4-BE49-F238E27FC236}">
                    <a16:creationId xmlns:a16="http://schemas.microsoft.com/office/drawing/2014/main" id="{301174CA-74AE-970B-B805-8F229FE93BB5}"/>
                  </a:ext>
                </a:extLst>
              </p:cNvPr>
              <p:cNvSpPr/>
              <p:nvPr/>
            </p:nvSpPr>
            <p:spPr>
              <a:xfrm>
                <a:off x="4415547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0" name="pg34">
                <a:extLst>
                  <a:ext uri="{FF2B5EF4-FFF2-40B4-BE49-F238E27FC236}">
                    <a16:creationId xmlns:a16="http://schemas.microsoft.com/office/drawing/2014/main" id="{D260F489-F987-4FF1-8473-15187EE37C98}"/>
                  </a:ext>
                </a:extLst>
              </p:cNvPr>
              <p:cNvSpPr/>
              <p:nvPr/>
            </p:nvSpPr>
            <p:spPr>
              <a:xfrm>
                <a:off x="449698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1" name="pg35">
                <a:extLst>
                  <a:ext uri="{FF2B5EF4-FFF2-40B4-BE49-F238E27FC236}">
                    <a16:creationId xmlns:a16="http://schemas.microsoft.com/office/drawing/2014/main" id="{AC8A4F45-7360-3A84-3E59-E3E56265A7C7}"/>
                  </a:ext>
                </a:extLst>
              </p:cNvPr>
              <p:cNvSpPr/>
              <p:nvPr/>
            </p:nvSpPr>
            <p:spPr>
              <a:xfrm>
                <a:off x="457842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2" name="pg36">
                <a:extLst>
                  <a:ext uri="{FF2B5EF4-FFF2-40B4-BE49-F238E27FC236}">
                    <a16:creationId xmlns:a16="http://schemas.microsoft.com/office/drawing/2014/main" id="{AA5FB512-8807-BAE6-8384-1E8369BBE1B8}"/>
                  </a:ext>
                </a:extLst>
              </p:cNvPr>
              <p:cNvSpPr/>
              <p:nvPr/>
            </p:nvSpPr>
            <p:spPr>
              <a:xfrm>
                <a:off x="465985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3" name="pg37">
                <a:extLst>
                  <a:ext uri="{FF2B5EF4-FFF2-40B4-BE49-F238E27FC236}">
                    <a16:creationId xmlns:a16="http://schemas.microsoft.com/office/drawing/2014/main" id="{51610B3F-855D-9E1C-61DD-827E891DD1C1}"/>
                  </a:ext>
                </a:extLst>
              </p:cNvPr>
              <p:cNvSpPr/>
              <p:nvPr/>
            </p:nvSpPr>
            <p:spPr>
              <a:xfrm>
                <a:off x="506704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4" name="pg38">
                <a:extLst>
                  <a:ext uri="{FF2B5EF4-FFF2-40B4-BE49-F238E27FC236}">
                    <a16:creationId xmlns:a16="http://schemas.microsoft.com/office/drawing/2014/main" id="{2036CB57-EB5D-D4D6-C58E-703A65A95E21}"/>
                  </a:ext>
                </a:extLst>
              </p:cNvPr>
              <p:cNvSpPr/>
              <p:nvPr/>
            </p:nvSpPr>
            <p:spPr>
              <a:xfrm>
                <a:off x="514848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5" name="pg39">
                <a:extLst>
                  <a:ext uri="{FF2B5EF4-FFF2-40B4-BE49-F238E27FC236}">
                    <a16:creationId xmlns:a16="http://schemas.microsoft.com/office/drawing/2014/main" id="{12931D8D-5E9B-1EF7-8BAA-D061DFDEF07A}"/>
                  </a:ext>
                </a:extLst>
              </p:cNvPr>
              <p:cNvSpPr/>
              <p:nvPr/>
            </p:nvSpPr>
            <p:spPr>
              <a:xfrm>
                <a:off x="522991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6" name="pg40">
                <a:extLst>
                  <a:ext uri="{FF2B5EF4-FFF2-40B4-BE49-F238E27FC236}">
                    <a16:creationId xmlns:a16="http://schemas.microsoft.com/office/drawing/2014/main" id="{BE5BF4E6-5576-5769-12A7-3A4E68C79DE5}"/>
                  </a:ext>
                </a:extLst>
              </p:cNvPr>
              <p:cNvSpPr/>
              <p:nvPr/>
            </p:nvSpPr>
            <p:spPr>
              <a:xfrm>
                <a:off x="5311355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7" name="pg41">
                <a:extLst>
                  <a:ext uri="{FF2B5EF4-FFF2-40B4-BE49-F238E27FC236}">
                    <a16:creationId xmlns:a16="http://schemas.microsoft.com/office/drawing/2014/main" id="{7B5B4CC2-82E9-4B94-4F87-30172C489A90}"/>
                  </a:ext>
                </a:extLst>
              </p:cNvPr>
              <p:cNvSpPr/>
              <p:nvPr/>
            </p:nvSpPr>
            <p:spPr>
              <a:xfrm>
                <a:off x="539279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8" name="pg42">
                <a:extLst>
                  <a:ext uri="{FF2B5EF4-FFF2-40B4-BE49-F238E27FC236}">
                    <a16:creationId xmlns:a16="http://schemas.microsoft.com/office/drawing/2014/main" id="{039347D6-AA8A-86A5-B7F4-FAA1C03B3730}"/>
                  </a:ext>
                </a:extLst>
              </p:cNvPr>
              <p:cNvSpPr/>
              <p:nvPr/>
            </p:nvSpPr>
            <p:spPr>
              <a:xfrm>
                <a:off x="368261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9" name="pg43">
                <a:extLst>
                  <a:ext uri="{FF2B5EF4-FFF2-40B4-BE49-F238E27FC236}">
                    <a16:creationId xmlns:a16="http://schemas.microsoft.com/office/drawing/2014/main" id="{AC6AC86B-16C2-AC30-DBB0-D0DDB97CFDAB}"/>
                  </a:ext>
                </a:extLst>
              </p:cNvPr>
              <p:cNvSpPr/>
              <p:nvPr/>
            </p:nvSpPr>
            <p:spPr>
              <a:xfrm>
                <a:off x="376405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0" name="pg44">
                <a:extLst>
                  <a:ext uri="{FF2B5EF4-FFF2-40B4-BE49-F238E27FC236}">
                    <a16:creationId xmlns:a16="http://schemas.microsoft.com/office/drawing/2014/main" id="{49749697-D490-5D94-50B7-F38B4D3C9B74}"/>
                  </a:ext>
                </a:extLst>
              </p:cNvPr>
              <p:cNvSpPr/>
              <p:nvPr/>
            </p:nvSpPr>
            <p:spPr>
              <a:xfrm>
                <a:off x="384548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1" name="pg45">
                <a:extLst>
                  <a:ext uri="{FF2B5EF4-FFF2-40B4-BE49-F238E27FC236}">
                    <a16:creationId xmlns:a16="http://schemas.microsoft.com/office/drawing/2014/main" id="{23E49B24-1107-5C06-FD25-9C78C569F990}"/>
                  </a:ext>
                </a:extLst>
              </p:cNvPr>
              <p:cNvSpPr/>
              <p:nvPr/>
            </p:nvSpPr>
            <p:spPr>
              <a:xfrm>
                <a:off x="392692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2" name="pg46">
                <a:extLst>
                  <a:ext uri="{FF2B5EF4-FFF2-40B4-BE49-F238E27FC236}">
                    <a16:creationId xmlns:a16="http://schemas.microsoft.com/office/drawing/2014/main" id="{86EC4846-61A4-C878-F636-8907F700C811}"/>
                  </a:ext>
                </a:extLst>
              </p:cNvPr>
              <p:cNvSpPr/>
              <p:nvPr/>
            </p:nvSpPr>
            <p:spPr>
              <a:xfrm>
                <a:off x="400836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3" name="pg47">
                <a:extLst>
                  <a:ext uri="{FF2B5EF4-FFF2-40B4-BE49-F238E27FC236}">
                    <a16:creationId xmlns:a16="http://schemas.microsoft.com/office/drawing/2014/main" id="{006AF675-B8AA-39A6-2965-7C2CC24FEC6A}"/>
                  </a:ext>
                </a:extLst>
              </p:cNvPr>
              <p:cNvSpPr/>
              <p:nvPr/>
            </p:nvSpPr>
            <p:spPr>
              <a:xfrm>
                <a:off x="408979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4" name="pg48">
                <a:extLst>
                  <a:ext uri="{FF2B5EF4-FFF2-40B4-BE49-F238E27FC236}">
                    <a16:creationId xmlns:a16="http://schemas.microsoft.com/office/drawing/2014/main" id="{B0AF620D-A704-7DAD-1AAF-82C9E118C0AF}"/>
                  </a:ext>
                </a:extLst>
              </p:cNvPr>
              <p:cNvSpPr/>
              <p:nvPr/>
            </p:nvSpPr>
            <p:spPr>
              <a:xfrm>
                <a:off x="4171236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5" name="pg49">
                <a:extLst>
                  <a:ext uri="{FF2B5EF4-FFF2-40B4-BE49-F238E27FC236}">
                    <a16:creationId xmlns:a16="http://schemas.microsoft.com/office/drawing/2014/main" id="{BCF20EFF-96AB-37BB-CBF7-BBE0C5F02AAD}"/>
                  </a:ext>
                </a:extLst>
              </p:cNvPr>
              <p:cNvSpPr/>
              <p:nvPr/>
            </p:nvSpPr>
            <p:spPr>
              <a:xfrm>
                <a:off x="425267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6" name="pg50">
                <a:extLst>
                  <a:ext uri="{FF2B5EF4-FFF2-40B4-BE49-F238E27FC236}">
                    <a16:creationId xmlns:a16="http://schemas.microsoft.com/office/drawing/2014/main" id="{85D2584D-4543-4185-F677-703894D17FD7}"/>
                  </a:ext>
                </a:extLst>
              </p:cNvPr>
              <p:cNvSpPr/>
              <p:nvPr/>
            </p:nvSpPr>
            <p:spPr>
              <a:xfrm>
                <a:off x="433411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7" name="pg51">
                <a:extLst>
                  <a:ext uri="{FF2B5EF4-FFF2-40B4-BE49-F238E27FC236}">
                    <a16:creationId xmlns:a16="http://schemas.microsoft.com/office/drawing/2014/main" id="{2F76A3B5-8736-02BE-25F3-FB2748C89049}"/>
                  </a:ext>
                </a:extLst>
              </p:cNvPr>
              <p:cNvSpPr/>
              <p:nvPr/>
            </p:nvSpPr>
            <p:spPr>
              <a:xfrm>
                <a:off x="441554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8" name="pg52">
                <a:extLst>
                  <a:ext uri="{FF2B5EF4-FFF2-40B4-BE49-F238E27FC236}">
                    <a16:creationId xmlns:a16="http://schemas.microsoft.com/office/drawing/2014/main" id="{93B52DB2-CEBE-5737-9D97-8FE3A0FED911}"/>
                  </a:ext>
                </a:extLst>
              </p:cNvPr>
              <p:cNvSpPr/>
              <p:nvPr/>
            </p:nvSpPr>
            <p:spPr>
              <a:xfrm>
                <a:off x="449698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9" name="pg53">
                <a:extLst>
                  <a:ext uri="{FF2B5EF4-FFF2-40B4-BE49-F238E27FC236}">
                    <a16:creationId xmlns:a16="http://schemas.microsoft.com/office/drawing/2014/main" id="{56A2B1FD-2B3D-F29F-BC72-2139B917A23D}"/>
                  </a:ext>
                </a:extLst>
              </p:cNvPr>
              <p:cNvSpPr/>
              <p:nvPr/>
            </p:nvSpPr>
            <p:spPr>
              <a:xfrm>
                <a:off x="457842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0" name="pg54">
                <a:extLst>
                  <a:ext uri="{FF2B5EF4-FFF2-40B4-BE49-F238E27FC236}">
                    <a16:creationId xmlns:a16="http://schemas.microsoft.com/office/drawing/2014/main" id="{47045806-7444-64BC-FB31-F8B3D4A8FB2C}"/>
                  </a:ext>
                </a:extLst>
              </p:cNvPr>
              <p:cNvSpPr/>
              <p:nvPr/>
            </p:nvSpPr>
            <p:spPr>
              <a:xfrm>
                <a:off x="498560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1" name="pg55">
                <a:extLst>
                  <a:ext uri="{FF2B5EF4-FFF2-40B4-BE49-F238E27FC236}">
                    <a16:creationId xmlns:a16="http://schemas.microsoft.com/office/drawing/2014/main" id="{431C803E-E3F6-6FFC-159C-F5294FF9EA79}"/>
                  </a:ext>
                </a:extLst>
              </p:cNvPr>
              <p:cNvSpPr/>
              <p:nvPr/>
            </p:nvSpPr>
            <p:spPr>
              <a:xfrm>
                <a:off x="506704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2" name="pg56">
                <a:extLst>
                  <a:ext uri="{FF2B5EF4-FFF2-40B4-BE49-F238E27FC236}">
                    <a16:creationId xmlns:a16="http://schemas.microsoft.com/office/drawing/2014/main" id="{E9D9D51B-917D-A3F0-6ADA-2A2E60230895}"/>
                  </a:ext>
                </a:extLst>
              </p:cNvPr>
              <p:cNvSpPr/>
              <p:nvPr/>
            </p:nvSpPr>
            <p:spPr>
              <a:xfrm>
                <a:off x="514848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3" name="pg57">
                <a:extLst>
                  <a:ext uri="{FF2B5EF4-FFF2-40B4-BE49-F238E27FC236}">
                    <a16:creationId xmlns:a16="http://schemas.microsoft.com/office/drawing/2014/main" id="{FD700171-69F2-7606-AFAA-DC1FF38466A0}"/>
                  </a:ext>
                </a:extLst>
              </p:cNvPr>
              <p:cNvSpPr/>
              <p:nvPr/>
            </p:nvSpPr>
            <p:spPr>
              <a:xfrm>
                <a:off x="522991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4" name="pg58">
                <a:extLst>
                  <a:ext uri="{FF2B5EF4-FFF2-40B4-BE49-F238E27FC236}">
                    <a16:creationId xmlns:a16="http://schemas.microsoft.com/office/drawing/2014/main" id="{EFB43753-A451-1DF9-EE34-2CF3A5338E76}"/>
                  </a:ext>
                </a:extLst>
              </p:cNvPr>
              <p:cNvSpPr/>
              <p:nvPr/>
            </p:nvSpPr>
            <p:spPr>
              <a:xfrm>
                <a:off x="5311355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5" name="pg59">
                <a:extLst>
                  <a:ext uri="{FF2B5EF4-FFF2-40B4-BE49-F238E27FC236}">
                    <a16:creationId xmlns:a16="http://schemas.microsoft.com/office/drawing/2014/main" id="{D215B9DD-7B71-F188-F20E-508AC2AE8F14}"/>
                  </a:ext>
                </a:extLst>
              </p:cNvPr>
              <p:cNvSpPr/>
              <p:nvPr/>
            </p:nvSpPr>
            <p:spPr>
              <a:xfrm>
                <a:off x="539279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6" name="pg60">
                <a:extLst>
                  <a:ext uri="{FF2B5EF4-FFF2-40B4-BE49-F238E27FC236}">
                    <a16:creationId xmlns:a16="http://schemas.microsoft.com/office/drawing/2014/main" id="{4003B655-8903-AD54-3D7C-D5D738CD2471}"/>
                  </a:ext>
                </a:extLst>
              </p:cNvPr>
              <p:cNvSpPr/>
              <p:nvPr/>
            </p:nvSpPr>
            <p:spPr>
              <a:xfrm>
                <a:off x="360117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7" name="pg61">
                <a:extLst>
                  <a:ext uri="{FF2B5EF4-FFF2-40B4-BE49-F238E27FC236}">
                    <a16:creationId xmlns:a16="http://schemas.microsoft.com/office/drawing/2014/main" id="{1F21C6D9-A731-BFC7-0FA0-6CEE4132B8AD}"/>
                  </a:ext>
                </a:extLst>
              </p:cNvPr>
              <p:cNvSpPr/>
              <p:nvPr/>
            </p:nvSpPr>
            <p:spPr>
              <a:xfrm>
                <a:off x="368261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8" name="pg62">
                <a:extLst>
                  <a:ext uri="{FF2B5EF4-FFF2-40B4-BE49-F238E27FC236}">
                    <a16:creationId xmlns:a16="http://schemas.microsoft.com/office/drawing/2014/main" id="{A712C073-785B-B31A-C115-7B9F22EE7BC5}"/>
                  </a:ext>
                </a:extLst>
              </p:cNvPr>
              <p:cNvSpPr/>
              <p:nvPr/>
            </p:nvSpPr>
            <p:spPr>
              <a:xfrm>
                <a:off x="376405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9" name="pg63">
                <a:extLst>
                  <a:ext uri="{FF2B5EF4-FFF2-40B4-BE49-F238E27FC236}">
                    <a16:creationId xmlns:a16="http://schemas.microsoft.com/office/drawing/2014/main" id="{43F52DF2-8FA7-C58E-F345-7D6D30ECC0B3}"/>
                  </a:ext>
                </a:extLst>
              </p:cNvPr>
              <p:cNvSpPr/>
              <p:nvPr/>
            </p:nvSpPr>
            <p:spPr>
              <a:xfrm>
                <a:off x="384548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0" name="pg64">
                <a:extLst>
                  <a:ext uri="{FF2B5EF4-FFF2-40B4-BE49-F238E27FC236}">
                    <a16:creationId xmlns:a16="http://schemas.microsoft.com/office/drawing/2014/main" id="{DB7B1003-4A37-5B4F-FC9E-E99CE9BF32CC}"/>
                  </a:ext>
                </a:extLst>
              </p:cNvPr>
              <p:cNvSpPr/>
              <p:nvPr/>
            </p:nvSpPr>
            <p:spPr>
              <a:xfrm>
                <a:off x="392692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1" name="pg65">
                <a:extLst>
                  <a:ext uri="{FF2B5EF4-FFF2-40B4-BE49-F238E27FC236}">
                    <a16:creationId xmlns:a16="http://schemas.microsoft.com/office/drawing/2014/main" id="{FB6C88A7-D9C7-EC40-D4D2-0913F51C5EEA}"/>
                  </a:ext>
                </a:extLst>
              </p:cNvPr>
              <p:cNvSpPr/>
              <p:nvPr/>
            </p:nvSpPr>
            <p:spPr>
              <a:xfrm>
                <a:off x="400836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2" name="pg66">
                <a:extLst>
                  <a:ext uri="{FF2B5EF4-FFF2-40B4-BE49-F238E27FC236}">
                    <a16:creationId xmlns:a16="http://schemas.microsoft.com/office/drawing/2014/main" id="{F5E9296E-8D32-74A5-A54A-14ECE79A2811}"/>
                  </a:ext>
                </a:extLst>
              </p:cNvPr>
              <p:cNvSpPr/>
              <p:nvPr/>
            </p:nvSpPr>
            <p:spPr>
              <a:xfrm>
                <a:off x="408979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3" name="pg67">
                <a:extLst>
                  <a:ext uri="{FF2B5EF4-FFF2-40B4-BE49-F238E27FC236}">
                    <a16:creationId xmlns:a16="http://schemas.microsoft.com/office/drawing/2014/main" id="{1FD064FC-1881-F877-F568-E468545C791D}"/>
                  </a:ext>
                </a:extLst>
              </p:cNvPr>
              <p:cNvSpPr/>
              <p:nvPr/>
            </p:nvSpPr>
            <p:spPr>
              <a:xfrm>
                <a:off x="417123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4" name="pg68">
                <a:extLst>
                  <a:ext uri="{FF2B5EF4-FFF2-40B4-BE49-F238E27FC236}">
                    <a16:creationId xmlns:a16="http://schemas.microsoft.com/office/drawing/2014/main" id="{A3C3C952-8762-0C64-8441-5F1D43DCE888}"/>
                  </a:ext>
                </a:extLst>
              </p:cNvPr>
              <p:cNvSpPr/>
              <p:nvPr/>
            </p:nvSpPr>
            <p:spPr>
              <a:xfrm>
                <a:off x="425267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5" name="pg69">
                <a:extLst>
                  <a:ext uri="{FF2B5EF4-FFF2-40B4-BE49-F238E27FC236}">
                    <a16:creationId xmlns:a16="http://schemas.microsoft.com/office/drawing/2014/main" id="{2CF97327-DBD8-6F83-9E14-A3DEE2263D30}"/>
                  </a:ext>
                </a:extLst>
              </p:cNvPr>
              <p:cNvSpPr/>
              <p:nvPr/>
            </p:nvSpPr>
            <p:spPr>
              <a:xfrm>
                <a:off x="433411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6" name="pg70">
                <a:extLst>
                  <a:ext uri="{FF2B5EF4-FFF2-40B4-BE49-F238E27FC236}">
                    <a16:creationId xmlns:a16="http://schemas.microsoft.com/office/drawing/2014/main" id="{EDD90D65-F64F-33E1-C9CD-27DEB3DDC9AF}"/>
                  </a:ext>
                </a:extLst>
              </p:cNvPr>
              <p:cNvSpPr/>
              <p:nvPr/>
            </p:nvSpPr>
            <p:spPr>
              <a:xfrm>
                <a:off x="441554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7" name="pg71">
                <a:extLst>
                  <a:ext uri="{FF2B5EF4-FFF2-40B4-BE49-F238E27FC236}">
                    <a16:creationId xmlns:a16="http://schemas.microsoft.com/office/drawing/2014/main" id="{A2CBD1D8-81BD-EF8D-726F-4FB211AA5F18}"/>
                  </a:ext>
                </a:extLst>
              </p:cNvPr>
              <p:cNvSpPr/>
              <p:nvPr/>
            </p:nvSpPr>
            <p:spPr>
              <a:xfrm>
                <a:off x="449698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8" name="pg72">
                <a:extLst>
                  <a:ext uri="{FF2B5EF4-FFF2-40B4-BE49-F238E27FC236}">
                    <a16:creationId xmlns:a16="http://schemas.microsoft.com/office/drawing/2014/main" id="{5345B1F2-9638-775C-81B0-1478408E0C51}"/>
                  </a:ext>
                </a:extLst>
              </p:cNvPr>
              <p:cNvSpPr/>
              <p:nvPr/>
            </p:nvSpPr>
            <p:spPr>
              <a:xfrm>
                <a:off x="490417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9" name="pg73">
                <a:extLst>
                  <a:ext uri="{FF2B5EF4-FFF2-40B4-BE49-F238E27FC236}">
                    <a16:creationId xmlns:a16="http://schemas.microsoft.com/office/drawing/2014/main" id="{1D3EDC99-D2E4-43BE-0ED7-C03356DEA66F}"/>
                  </a:ext>
                </a:extLst>
              </p:cNvPr>
              <p:cNvSpPr/>
              <p:nvPr/>
            </p:nvSpPr>
            <p:spPr>
              <a:xfrm>
                <a:off x="498560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0" name="pg74">
                <a:extLst>
                  <a:ext uri="{FF2B5EF4-FFF2-40B4-BE49-F238E27FC236}">
                    <a16:creationId xmlns:a16="http://schemas.microsoft.com/office/drawing/2014/main" id="{5B70B4FA-7571-BDA4-12A5-2D22F9C345F9}"/>
                  </a:ext>
                </a:extLst>
              </p:cNvPr>
              <p:cNvSpPr/>
              <p:nvPr/>
            </p:nvSpPr>
            <p:spPr>
              <a:xfrm>
                <a:off x="506704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1" name="pg75">
                <a:extLst>
                  <a:ext uri="{FF2B5EF4-FFF2-40B4-BE49-F238E27FC236}">
                    <a16:creationId xmlns:a16="http://schemas.microsoft.com/office/drawing/2014/main" id="{95C0DA60-FE85-970F-AAC8-AAC0C33D692E}"/>
                  </a:ext>
                </a:extLst>
              </p:cNvPr>
              <p:cNvSpPr/>
              <p:nvPr/>
            </p:nvSpPr>
            <p:spPr>
              <a:xfrm>
                <a:off x="514848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2" name="pg76">
                <a:extLst>
                  <a:ext uri="{FF2B5EF4-FFF2-40B4-BE49-F238E27FC236}">
                    <a16:creationId xmlns:a16="http://schemas.microsoft.com/office/drawing/2014/main" id="{AC2961BE-C7A4-4F6C-734B-518BD707213D}"/>
                  </a:ext>
                </a:extLst>
              </p:cNvPr>
              <p:cNvSpPr/>
              <p:nvPr/>
            </p:nvSpPr>
            <p:spPr>
              <a:xfrm>
                <a:off x="522991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3" name="pg77">
                <a:extLst>
                  <a:ext uri="{FF2B5EF4-FFF2-40B4-BE49-F238E27FC236}">
                    <a16:creationId xmlns:a16="http://schemas.microsoft.com/office/drawing/2014/main" id="{B12603A3-40A6-3843-1599-E0DA9B3717B9}"/>
                  </a:ext>
                </a:extLst>
              </p:cNvPr>
              <p:cNvSpPr/>
              <p:nvPr/>
            </p:nvSpPr>
            <p:spPr>
              <a:xfrm>
                <a:off x="5311355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4" name="pg78">
                <a:extLst>
                  <a:ext uri="{FF2B5EF4-FFF2-40B4-BE49-F238E27FC236}">
                    <a16:creationId xmlns:a16="http://schemas.microsoft.com/office/drawing/2014/main" id="{B748C97D-67C5-30F0-13DD-0FFDA536B402}"/>
                  </a:ext>
                </a:extLst>
              </p:cNvPr>
              <p:cNvSpPr/>
              <p:nvPr/>
            </p:nvSpPr>
            <p:spPr>
              <a:xfrm>
                <a:off x="539279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5" name="pg79">
                <a:extLst>
                  <a:ext uri="{FF2B5EF4-FFF2-40B4-BE49-F238E27FC236}">
                    <a16:creationId xmlns:a16="http://schemas.microsoft.com/office/drawing/2014/main" id="{8D57B5AD-76B4-4E85-BD56-644847471B0C}"/>
                  </a:ext>
                </a:extLst>
              </p:cNvPr>
              <p:cNvSpPr/>
              <p:nvPr/>
            </p:nvSpPr>
            <p:spPr>
              <a:xfrm>
                <a:off x="343830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6" name="pg80">
                <a:extLst>
                  <a:ext uri="{FF2B5EF4-FFF2-40B4-BE49-F238E27FC236}">
                    <a16:creationId xmlns:a16="http://schemas.microsoft.com/office/drawing/2014/main" id="{392135CF-E5B2-B2BE-F6E3-CEE3D4E0D8CA}"/>
                  </a:ext>
                </a:extLst>
              </p:cNvPr>
              <p:cNvSpPr/>
              <p:nvPr/>
            </p:nvSpPr>
            <p:spPr>
              <a:xfrm>
                <a:off x="351973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7" name="pg81">
                <a:extLst>
                  <a:ext uri="{FF2B5EF4-FFF2-40B4-BE49-F238E27FC236}">
                    <a16:creationId xmlns:a16="http://schemas.microsoft.com/office/drawing/2014/main" id="{D30891E0-48D7-6886-FA3E-E7CE4C7C90D1}"/>
                  </a:ext>
                </a:extLst>
              </p:cNvPr>
              <p:cNvSpPr/>
              <p:nvPr/>
            </p:nvSpPr>
            <p:spPr>
              <a:xfrm>
                <a:off x="360117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8" name="pg82">
                <a:extLst>
                  <a:ext uri="{FF2B5EF4-FFF2-40B4-BE49-F238E27FC236}">
                    <a16:creationId xmlns:a16="http://schemas.microsoft.com/office/drawing/2014/main" id="{87A887F5-5A8B-EAEA-0300-3A46B9112D38}"/>
                  </a:ext>
                </a:extLst>
              </p:cNvPr>
              <p:cNvSpPr/>
              <p:nvPr/>
            </p:nvSpPr>
            <p:spPr>
              <a:xfrm>
                <a:off x="368261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9" name="pg83">
                <a:extLst>
                  <a:ext uri="{FF2B5EF4-FFF2-40B4-BE49-F238E27FC236}">
                    <a16:creationId xmlns:a16="http://schemas.microsoft.com/office/drawing/2014/main" id="{5AEFE7C0-210C-C62B-BFF5-CF0FD0F9457F}"/>
                  </a:ext>
                </a:extLst>
              </p:cNvPr>
              <p:cNvSpPr/>
              <p:nvPr/>
            </p:nvSpPr>
            <p:spPr>
              <a:xfrm>
                <a:off x="376405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0" name="pg84">
                <a:extLst>
                  <a:ext uri="{FF2B5EF4-FFF2-40B4-BE49-F238E27FC236}">
                    <a16:creationId xmlns:a16="http://schemas.microsoft.com/office/drawing/2014/main" id="{98D855F8-2661-A24F-DAF0-626077F5CCEE}"/>
                  </a:ext>
                </a:extLst>
              </p:cNvPr>
              <p:cNvSpPr/>
              <p:nvPr/>
            </p:nvSpPr>
            <p:spPr>
              <a:xfrm>
                <a:off x="384548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1" name="pg85">
                <a:extLst>
                  <a:ext uri="{FF2B5EF4-FFF2-40B4-BE49-F238E27FC236}">
                    <a16:creationId xmlns:a16="http://schemas.microsoft.com/office/drawing/2014/main" id="{F6143912-2CD5-B158-FBBB-B7D6A163A4E0}"/>
                  </a:ext>
                </a:extLst>
              </p:cNvPr>
              <p:cNvSpPr/>
              <p:nvPr/>
            </p:nvSpPr>
            <p:spPr>
              <a:xfrm>
                <a:off x="392692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2" name="pg86">
                <a:extLst>
                  <a:ext uri="{FF2B5EF4-FFF2-40B4-BE49-F238E27FC236}">
                    <a16:creationId xmlns:a16="http://schemas.microsoft.com/office/drawing/2014/main" id="{89DA98ED-9051-4709-86D2-F129CEF0BF14}"/>
                  </a:ext>
                </a:extLst>
              </p:cNvPr>
              <p:cNvSpPr/>
              <p:nvPr/>
            </p:nvSpPr>
            <p:spPr>
              <a:xfrm>
                <a:off x="400836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3" name="pg87">
                <a:extLst>
                  <a:ext uri="{FF2B5EF4-FFF2-40B4-BE49-F238E27FC236}">
                    <a16:creationId xmlns:a16="http://schemas.microsoft.com/office/drawing/2014/main" id="{515EEAD1-E92B-64A8-3B83-4D72618BFEFE}"/>
                  </a:ext>
                </a:extLst>
              </p:cNvPr>
              <p:cNvSpPr/>
              <p:nvPr/>
            </p:nvSpPr>
            <p:spPr>
              <a:xfrm>
                <a:off x="408979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4" name="pg88">
                <a:extLst>
                  <a:ext uri="{FF2B5EF4-FFF2-40B4-BE49-F238E27FC236}">
                    <a16:creationId xmlns:a16="http://schemas.microsoft.com/office/drawing/2014/main" id="{2F888AB0-8995-5A6F-EC0B-C76ADE2AE21A}"/>
                  </a:ext>
                </a:extLst>
              </p:cNvPr>
              <p:cNvSpPr/>
              <p:nvPr/>
            </p:nvSpPr>
            <p:spPr>
              <a:xfrm>
                <a:off x="417123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5" name="pg89">
                <a:extLst>
                  <a:ext uri="{FF2B5EF4-FFF2-40B4-BE49-F238E27FC236}">
                    <a16:creationId xmlns:a16="http://schemas.microsoft.com/office/drawing/2014/main" id="{1243AA0F-BF15-7F3B-5B7B-508721FDAA6D}"/>
                  </a:ext>
                </a:extLst>
              </p:cNvPr>
              <p:cNvSpPr/>
              <p:nvPr/>
            </p:nvSpPr>
            <p:spPr>
              <a:xfrm>
                <a:off x="425267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6" name="pg90">
                <a:extLst>
                  <a:ext uri="{FF2B5EF4-FFF2-40B4-BE49-F238E27FC236}">
                    <a16:creationId xmlns:a16="http://schemas.microsoft.com/office/drawing/2014/main" id="{5528CC03-822E-986C-5CB9-FC206CDF6D6D}"/>
                  </a:ext>
                </a:extLst>
              </p:cNvPr>
              <p:cNvSpPr/>
              <p:nvPr/>
            </p:nvSpPr>
            <p:spPr>
              <a:xfrm>
                <a:off x="433411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7" name="pg91">
                <a:extLst>
                  <a:ext uri="{FF2B5EF4-FFF2-40B4-BE49-F238E27FC236}">
                    <a16:creationId xmlns:a16="http://schemas.microsoft.com/office/drawing/2014/main" id="{5E592285-A393-77FA-9E4E-4FBF84B7ACDF}"/>
                  </a:ext>
                </a:extLst>
              </p:cNvPr>
              <p:cNvSpPr/>
              <p:nvPr/>
            </p:nvSpPr>
            <p:spPr>
              <a:xfrm>
                <a:off x="482273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8" name="pg92">
                <a:extLst>
                  <a:ext uri="{FF2B5EF4-FFF2-40B4-BE49-F238E27FC236}">
                    <a16:creationId xmlns:a16="http://schemas.microsoft.com/office/drawing/2014/main" id="{2275B08D-587B-38CC-014C-186504C99589}"/>
                  </a:ext>
                </a:extLst>
              </p:cNvPr>
              <p:cNvSpPr/>
              <p:nvPr/>
            </p:nvSpPr>
            <p:spPr>
              <a:xfrm>
                <a:off x="490417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9" name="pg93">
                <a:extLst>
                  <a:ext uri="{FF2B5EF4-FFF2-40B4-BE49-F238E27FC236}">
                    <a16:creationId xmlns:a16="http://schemas.microsoft.com/office/drawing/2014/main" id="{5E77ACDB-7D18-07D2-AA4E-B3587A6D940B}"/>
                  </a:ext>
                </a:extLst>
              </p:cNvPr>
              <p:cNvSpPr/>
              <p:nvPr/>
            </p:nvSpPr>
            <p:spPr>
              <a:xfrm>
                <a:off x="498560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0" name="pg94">
                <a:extLst>
                  <a:ext uri="{FF2B5EF4-FFF2-40B4-BE49-F238E27FC236}">
                    <a16:creationId xmlns:a16="http://schemas.microsoft.com/office/drawing/2014/main" id="{CFAAE31D-B294-D05D-F8F0-C712FD5ED2B5}"/>
                  </a:ext>
                </a:extLst>
              </p:cNvPr>
              <p:cNvSpPr/>
              <p:nvPr/>
            </p:nvSpPr>
            <p:spPr>
              <a:xfrm>
                <a:off x="506704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1" name="pg95">
                <a:extLst>
                  <a:ext uri="{FF2B5EF4-FFF2-40B4-BE49-F238E27FC236}">
                    <a16:creationId xmlns:a16="http://schemas.microsoft.com/office/drawing/2014/main" id="{068B7B08-8F3E-C281-F0C7-DD6C4C8517DF}"/>
                  </a:ext>
                </a:extLst>
              </p:cNvPr>
              <p:cNvSpPr/>
              <p:nvPr/>
            </p:nvSpPr>
            <p:spPr>
              <a:xfrm>
                <a:off x="514848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2" name="pg96">
                <a:extLst>
                  <a:ext uri="{FF2B5EF4-FFF2-40B4-BE49-F238E27FC236}">
                    <a16:creationId xmlns:a16="http://schemas.microsoft.com/office/drawing/2014/main" id="{1BA7AD2E-8F97-7FF7-AFB6-8BEDD30AB3CD}"/>
                  </a:ext>
                </a:extLst>
              </p:cNvPr>
              <p:cNvSpPr/>
              <p:nvPr/>
            </p:nvSpPr>
            <p:spPr>
              <a:xfrm>
                <a:off x="522991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3" name="pg97">
                <a:extLst>
                  <a:ext uri="{FF2B5EF4-FFF2-40B4-BE49-F238E27FC236}">
                    <a16:creationId xmlns:a16="http://schemas.microsoft.com/office/drawing/2014/main" id="{2B16B59B-CD6E-834E-7165-308EA27C1775}"/>
                  </a:ext>
                </a:extLst>
              </p:cNvPr>
              <p:cNvSpPr/>
              <p:nvPr/>
            </p:nvSpPr>
            <p:spPr>
              <a:xfrm>
                <a:off x="327542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4" name="pg98">
                <a:extLst>
                  <a:ext uri="{FF2B5EF4-FFF2-40B4-BE49-F238E27FC236}">
                    <a16:creationId xmlns:a16="http://schemas.microsoft.com/office/drawing/2014/main" id="{EC919A81-EBE7-8C66-C0E9-208B57EEB27D}"/>
                  </a:ext>
                </a:extLst>
              </p:cNvPr>
              <p:cNvSpPr/>
              <p:nvPr/>
            </p:nvSpPr>
            <p:spPr>
              <a:xfrm>
                <a:off x="335686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5" name="pg99">
                <a:extLst>
                  <a:ext uri="{FF2B5EF4-FFF2-40B4-BE49-F238E27FC236}">
                    <a16:creationId xmlns:a16="http://schemas.microsoft.com/office/drawing/2014/main" id="{FBAA093A-AE1F-1822-64BB-2A6D40503CA1}"/>
                  </a:ext>
                </a:extLst>
              </p:cNvPr>
              <p:cNvSpPr/>
              <p:nvPr/>
            </p:nvSpPr>
            <p:spPr>
              <a:xfrm>
                <a:off x="343830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6" name="pg100">
                <a:extLst>
                  <a:ext uri="{FF2B5EF4-FFF2-40B4-BE49-F238E27FC236}">
                    <a16:creationId xmlns:a16="http://schemas.microsoft.com/office/drawing/2014/main" id="{15ABF0C6-22CE-4955-6D69-B93642E7017A}"/>
                  </a:ext>
                </a:extLst>
              </p:cNvPr>
              <p:cNvSpPr/>
              <p:nvPr/>
            </p:nvSpPr>
            <p:spPr>
              <a:xfrm>
                <a:off x="351973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7" name="pg101">
                <a:extLst>
                  <a:ext uri="{FF2B5EF4-FFF2-40B4-BE49-F238E27FC236}">
                    <a16:creationId xmlns:a16="http://schemas.microsoft.com/office/drawing/2014/main" id="{AD6C33CD-2466-9E14-67F1-E1204904ABD8}"/>
                  </a:ext>
                </a:extLst>
              </p:cNvPr>
              <p:cNvSpPr/>
              <p:nvPr/>
            </p:nvSpPr>
            <p:spPr>
              <a:xfrm>
                <a:off x="360117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8" name="pg102">
                <a:extLst>
                  <a:ext uri="{FF2B5EF4-FFF2-40B4-BE49-F238E27FC236}">
                    <a16:creationId xmlns:a16="http://schemas.microsoft.com/office/drawing/2014/main" id="{D2DC7CFA-6715-4AD4-027D-6FAF74016745}"/>
                  </a:ext>
                </a:extLst>
              </p:cNvPr>
              <p:cNvSpPr/>
              <p:nvPr/>
            </p:nvSpPr>
            <p:spPr>
              <a:xfrm>
                <a:off x="368261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9" name="pg103">
                <a:extLst>
                  <a:ext uri="{FF2B5EF4-FFF2-40B4-BE49-F238E27FC236}">
                    <a16:creationId xmlns:a16="http://schemas.microsoft.com/office/drawing/2014/main" id="{5D86488B-2199-F864-77B0-11CC02B5B8D3}"/>
                  </a:ext>
                </a:extLst>
              </p:cNvPr>
              <p:cNvSpPr/>
              <p:nvPr/>
            </p:nvSpPr>
            <p:spPr>
              <a:xfrm>
                <a:off x="376405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0" name="pg104">
                <a:extLst>
                  <a:ext uri="{FF2B5EF4-FFF2-40B4-BE49-F238E27FC236}">
                    <a16:creationId xmlns:a16="http://schemas.microsoft.com/office/drawing/2014/main" id="{9AAC983A-D9EB-B9AD-B499-E44E2588F206}"/>
                  </a:ext>
                </a:extLst>
              </p:cNvPr>
              <p:cNvSpPr/>
              <p:nvPr/>
            </p:nvSpPr>
            <p:spPr>
              <a:xfrm>
                <a:off x="384548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1" name="pg105">
                <a:extLst>
                  <a:ext uri="{FF2B5EF4-FFF2-40B4-BE49-F238E27FC236}">
                    <a16:creationId xmlns:a16="http://schemas.microsoft.com/office/drawing/2014/main" id="{13D63E46-7A3F-B3F1-4CCC-8C8130469416}"/>
                  </a:ext>
                </a:extLst>
              </p:cNvPr>
              <p:cNvSpPr/>
              <p:nvPr/>
            </p:nvSpPr>
            <p:spPr>
              <a:xfrm>
                <a:off x="392692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2" name="pg106">
                <a:extLst>
                  <a:ext uri="{FF2B5EF4-FFF2-40B4-BE49-F238E27FC236}">
                    <a16:creationId xmlns:a16="http://schemas.microsoft.com/office/drawing/2014/main" id="{A16173D0-EF8E-B3E0-7050-5878A93A88A6}"/>
                  </a:ext>
                </a:extLst>
              </p:cNvPr>
              <p:cNvSpPr/>
              <p:nvPr/>
            </p:nvSpPr>
            <p:spPr>
              <a:xfrm>
                <a:off x="400836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3" name="pg107">
                <a:extLst>
                  <a:ext uri="{FF2B5EF4-FFF2-40B4-BE49-F238E27FC236}">
                    <a16:creationId xmlns:a16="http://schemas.microsoft.com/office/drawing/2014/main" id="{D4FCBB8B-F59E-C3BE-CD77-3BB069D2415D}"/>
                  </a:ext>
                </a:extLst>
              </p:cNvPr>
              <p:cNvSpPr/>
              <p:nvPr/>
            </p:nvSpPr>
            <p:spPr>
              <a:xfrm>
                <a:off x="408979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4" name="pg108">
                <a:extLst>
                  <a:ext uri="{FF2B5EF4-FFF2-40B4-BE49-F238E27FC236}">
                    <a16:creationId xmlns:a16="http://schemas.microsoft.com/office/drawing/2014/main" id="{783F6F9F-61C1-5A2B-1890-3BC8C0D65DF2}"/>
                  </a:ext>
                </a:extLst>
              </p:cNvPr>
              <p:cNvSpPr/>
              <p:nvPr/>
            </p:nvSpPr>
            <p:spPr>
              <a:xfrm>
                <a:off x="417123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5" name="pg109">
                <a:extLst>
                  <a:ext uri="{FF2B5EF4-FFF2-40B4-BE49-F238E27FC236}">
                    <a16:creationId xmlns:a16="http://schemas.microsoft.com/office/drawing/2014/main" id="{07A05719-9826-CF85-CE74-663167FC79D0}"/>
                  </a:ext>
                </a:extLst>
              </p:cNvPr>
              <p:cNvSpPr/>
              <p:nvPr/>
            </p:nvSpPr>
            <p:spPr>
              <a:xfrm>
                <a:off x="425267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6" name="pg110">
                <a:extLst>
                  <a:ext uri="{FF2B5EF4-FFF2-40B4-BE49-F238E27FC236}">
                    <a16:creationId xmlns:a16="http://schemas.microsoft.com/office/drawing/2014/main" id="{6482B644-BE42-9F3F-AE43-D5A582D0BC92}"/>
                  </a:ext>
                </a:extLst>
              </p:cNvPr>
              <p:cNvSpPr/>
              <p:nvPr/>
            </p:nvSpPr>
            <p:spPr>
              <a:xfrm>
                <a:off x="433411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7" name="pg111">
                <a:extLst>
                  <a:ext uri="{FF2B5EF4-FFF2-40B4-BE49-F238E27FC236}">
                    <a16:creationId xmlns:a16="http://schemas.microsoft.com/office/drawing/2014/main" id="{7951BF9A-DAEB-EF47-8993-034E720B4C3F}"/>
                  </a:ext>
                </a:extLst>
              </p:cNvPr>
              <p:cNvSpPr/>
              <p:nvPr/>
            </p:nvSpPr>
            <p:spPr>
              <a:xfrm>
                <a:off x="441554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8" name="pg112">
                <a:extLst>
                  <a:ext uri="{FF2B5EF4-FFF2-40B4-BE49-F238E27FC236}">
                    <a16:creationId xmlns:a16="http://schemas.microsoft.com/office/drawing/2014/main" id="{CD7C2A2F-B452-9A79-E773-2882BEE1985F}"/>
                  </a:ext>
                </a:extLst>
              </p:cNvPr>
              <p:cNvSpPr/>
              <p:nvPr/>
            </p:nvSpPr>
            <p:spPr>
              <a:xfrm>
                <a:off x="449698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9" name="pg113">
                <a:extLst>
                  <a:ext uri="{FF2B5EF4-FFF2-40B4-BE49-F238E27FC236}">
                    <a16:creationId xmlns:a16="http://schemas.microsoft.com/office/drawing/2014/main" id="{D49C24E6-7EC4-86D0-826E-CE854C1E8939}"/>
                  </a:ext>
                </a:extLst>
              </p:cNvPr>
              <p:cNvSpPr/>
              <p:nvPr/>
            </p:nvSpPr>
            <p:spPr>
              <a:xfrm>
                <a:off x="457842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0" name="pg114">
                <a:extLst>
                  <a:ext uri="{FF2B5EF4-FFF2-40B4-BE49-F238E27FC236}">
                    <a16:creationId xmlns:a16="http://schemas.microsoft.com/office/drawing/2014/main" id="{64CC14CD-B223-E8DB-36D8-63C3E2811309}"/>
                  </a:ext>
                </a:extLst>
              </p:cNvPr>
              <p:cNvSpPr/>
              <p:nvPr/>
            </p:nvSpPr>
            <p:spPr>
              <a:xfrm>
                <a:off x="474129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1" name="pg115">
                <a:extLst>
                  <a:ext uri="{FF2B5EF4-FFF2-40B4-BE49-F238E27FC236}">
                    <a16:creationId xmlns:a16="http://schemas.microsoft.com/office/drawing/2014/main" id="{0B531198-37A6-BB8F-5F8F-6E760627307E}"/>
                  </a:ext>
                </a:extLst>
              </p:cNvPr>
              <p:cNvSpPr/>
              <p:nvPr/>
            </p:nvSpPr>
            <p:spPr>
              <a:xfrm>
                <a:off x="482273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2" name="pg116">
                <a:extLst>
                  <a:ext uri="{FF2B5EF4-FFF2-40B4-BE49-F238E27FC236}">
                    <a16:creationId xmlns:a16="http://schemas.microsoft.com/office/drawing/2014/main" id="{DE42AB6A-068D-C361-ACFA-B0C68703ACB2}"/>
                  </a:ext>
                </a:extLst>
              </p:cNvPr>
              <p:cNvSpPr/>
              <p:nvPr/>
            </p:nvSpPr>
            <p:spPr>
              <a:xfrm>
                <a:off x="490417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3" name="pg117">
                <a:extLst>
                  <a:ext uri="{FF2B5EF4-FFF2-40B4-BE49-F238E27FC236}">
                    <a16:creationId xmlns:a16="http://schemas.microsoft.com/office/drawing/2014/main" id="{474E0253-D5B2-0D7B-21EC-CED89B4DF0E8}"/>
                  </a:ext>
                </a:extLst>
              </p:cNvPr>
              <p:cNvSpPr/>
              <p:nvPr/>
            </p:nvSpPr>
            <p:spPr>
              <a:xfrm>
                <a:off x="498560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4" name="pg118">
                <a:extLst>
                  <a:ext uri="{FF2B5EF4-FFF2-40B4-BE49-F238E27FC236}">
                    <a16:creationId xmlns:a16="http://schemas.microsoft.com/office/drawing/2014/main" id="{7F364B61-DBE2-BCB8-3FF6-63FB39C61B5F}"/>
                  </a:ext>
                </a:extLst>
              </p:cNvPr>
              <p:cNvSpPr/>
              <p:nvPr/>
            </p:nvSpPr>
            <p:spPr>
              <a:xfrm>
                <a:off x="506704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5" name="pg119">
                <a:extLst>
                  <a:ext uri="{FF2B5EF4-FFF2-40B4-BE49-F238E27FC236}">
                    <a16:creationId xmlns:a16="http://schemas.microsoft.com/office/drawing/2014/main" id="{4715C6C7-9413-DDEB-E4CB-D54FED60F296}"/>
                  </a:ext>
                </a:extLst>
              </p:cNvPr>
              <p:cNvSpPr/>
              <p:nvPr/>
            </p:nvSpPr>
            <p:spPr>
              <a:xfrm>
                <a:off x="514848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6" name="pg120">
                <a:extLst>
                  <a:ext uri="{FF2B5EF4-FFF2-40B4-BE49-F238E27FC236}">
                    <a16:creationId xmlns:a16="http://schemas.microsoft.com/office/drawing/2014/main" id="{BC4FB22A-F0E4-C975-36A4-CEB292C454A1}"/>
                  </a:ext>
                </a:extLst>
              </p:cNvPr>
              <p:cNvSpPr/>
              <p:nvPr/>
            </p:nvSpPr>
            <p:spPr>
              <a:xfrm>
                <a:off x="522991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7" name="pg121">
                <a:extLst>
                  <a:ext uri="{FF2B5EF4-FFF2-40B4-BE49-F238E27FC236}">
                    <a16:creationId xmlns:a16="http://schemas.microsoft.com/office/drawing/2014/main" id="{F0DEDF4E-5ADD-547D-A13F-399C63433F60}"/>
                  </a:ext>
                </a:extLst>
              </p:cNvPr>
              <p:cNvSpPr/>
              <p:nvPr/>
            </p:nvSpPr>
            <p:spPr>
              <a:xfrm>
                <a:off x="327542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8" name="pg122">
                <a:extLst>
                  <a:ext uri="{FF2B5EF4-FFF2-40B4-BE49-F238E27FC236}">
                    <a16:creationId xmlns:a16="http://schemas.microsoft.com/office/drawing/2014/main" id="{1A5B6E27-1FCA-EC7A-400A-6B97E23E573D}"/>
                  </a:ext>
                </a:extLst>
              </p:cNvPr>
              <p:cNvSpPr/>
              <p:nvPr/>
            </p:nvSpPr>
            <p:spPr>
              <a:xfrm>
                <a:off x="335686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9" name="pg123">
                <a:extLst>
                  <a:ext uri="{FF2B5EF4-FFF2-40B4-BE49-F238E27FC236}">
                    <a16:creationId xmlns:a16="http://schemas.microsoft.com/office/drawing/2014/main" id="{08C98CC4-623E-A1E5-2D04-2CBFDE26018C}"/>
                  </a:ext>
                </a:extLst>
              </p:cNvPr>
              <p:cNvSpPr/>
              <p:nvPr/>
            </p:nvSpPr>
            <p:spPr>
              <a:xfrm>
                <a:off x="343830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0" name="pg124">
                <a:extLst>
                  <a:ext uri="{FF2B5EF4-FFF2-40B4-BE49-F238E27FC236}">
                    <a16:creationId xmlns:a16="http://schemas.microsoft.com/office/drawing/2014/main" id="{98EB6948-43D9-BF56-E437-98E0A5FF219B}"/>
                  </a:ext>
                </a:extLst>
              </p:cNvPr>
              <p:cNvSpPr/>
              <p:nvPr/>
            </p:nvSpPr>
            <p:spPr>
              <a:xfrm>
                <a:off x="351973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1" name="pg125">
                <a:extLst>
                  <a:ext uri="{FF2B5EF4-FFF2-40B4-BE49-F238E27FC236}">
                    <a16:creationId xmlns:a16="http://schemas.microsoft.com/office/drawing/2014/main" id="{4322C095-37D8-FA0B-91C1-18A7FE959A91}"/>
                  </a:ext>
                </a:extLst>
              </p:cNvPr>
              <p:cNvSpPr/>
              <p:nvPr/>
            </p:nvSpPr>
            <p:spPr>
              <a:xfrm>
                <a:off x="360117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2" name="pg126">
                <a:extLst>
                  <a:ext uri="{FF2B5EF4-FFF2-40B4-BE49-F238E27FC236}">
                    <a16:creationId xmlns:a16="http://schemas.microsoft.com/office/drawing/2014/main" id="{3A79A910-E07A-1956-A966-EB20FB682DFA}"/>
                  </a:ext>
                </a:extLst>
              </p:cNvPr>
              <p:cNvSpPr/>
              <p:nvPr/>
            </p:nvSpPr>
            <p:spPr>
              <a:xfrm>
                <a:off x="368261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3" name="pg127">
                <a:extLst>
                  <a:ext uri="{FF2B5EF4-FFF2-40B4-BE49-F238E27FC236}">
                    <a16:creationId xmlns:a16="http://schemas.microsoft.com/office/drawing/2014/main" id="{A71DA3C4-9EB8-165F-C58B-A5126CE6177E}"/>
                  </a:ext>
                </a:extLst>
              </p:cNvPr>
              <p:cNvSpPr/>
              <p:nvPr/>
            </p:nvSpPr>
            <p:spPr>
              <a:xfrm>
                <a:off x="376405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4" name="pg128">
                <a:extLst>
                  <a:ext uri="{FF2B5EF4-FFF2-40B4-BE49-F238E27FC236}">
                    <a16:creationId xmlns:a16="http://schemas.microsoft.com/office/drawing/2014/main" id="{FB9A8249-3A04-CD2C-183E-721F63AFDDC0}"/>
                  </a:ext>
                </a:extLst>
              </p:cNvPr>
              <p:cNvSpPr/>
              <p:nvPr/>
            </p:nvSpPr>
            <p:spPr>
              <a:xfrm>
                <a:off x="384548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5" name="pg129">
                <a:extLst>
                  <a:ext uri="{FF2B5EF4-FFF2-40B4-BE49-F238E27FC236}">
                    <a16:creationId xmlns:a16="http://schemas.microsoft.com/office/drawing/2014/main" id="{DD04F966-AB82-7C25-DEA8-127056E1B80A}"/>
                  </a:ext>
                </a:extLst>
              </p:cNvPr>
              <p:cNvSpPr/>
              <p:nvPr/>
            </p:nvSpPr>
            <p:spPr>
              <a:xfrm>
                <a:off x="392692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6" name="pg130">
                <a:extLst>
                  <a:ext uri="{FF2B5EF4-FFF2-40B4-BE49-F238E27FC236}">
                    <a16:creationId xmlns:a16="http://schemas.microsoft.com/office/drawing/2014/main" id="{A75DFC34-EBFE-C57E-8729-E4FEF0D7D905}"/>
                  </a:ext>
                </a:extLst>
              </p:cNvPr>
              <p:cNvSpPr/>
              <p:nvPr/>
            </p:nvSpPr>
            <p:spPr>
              <a:xfrm>
                <a:off x="400836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7" name="pg131">
                <a:extLst>
                  <a:ext uri="{FF2B5EF4-FFF2-40B4-BE49-F238E27FC236}">
                    <a16:creationId xmlns:a16="http://schemas.microsoft.com/office/drawing/2014/main" id="{2225034E-5BAA-8EAD-AB0F-4246D3000575}"/>
                  </a:ext>
                </a:extLst>
              </p:cNvPr>
              <p:cNvSpPr/>
              <p:nvPr/>
            </p:nvSpPr>
            <p:spPr>
              <a:xfrm>
                <a:off x="408979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8" name="pg132">
                <a:extLst>
                  <a:ext uri="{FF2B5EF4-FFF2-40B4-BE49-F238E27FC236}">
                    <a16:creationId xmlns:a16="http://schemas.microsoft.com/office/drawing/2014/main" id="{A7DAB0AB-6571-9749-B4C0-703DAF501D45}"/>
                  </a:ext>
                </a:extLst>
              </p:cNvPr>
              <p:cNvSpPr/>
              <p:nvPr/>
            </p:nvSpPr>
            <p:spPr>
              <a:xfrm>
                <a:off x="417123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9" name="pg133">
                <a:extLst>
                  <a:ext uri="{FF2B5EF4-FFF2-40B4-BE49-F238E27FC236}">
                    <a16:creationId xmlns:a16="http://schemas.microsoft.com/office/drawing/2014/main" id="{CB7B081A-0DE4-7412-3BED-392C3A23B6A5}"/>
                  </a:ext>
                </a:extLst>
              </p:cNvPr>
              <p:cNvSpPr/>
              <p:nvPr/>
            </p:nvSpPr>
            <p:spPr>
              <a:xfrm>
                <a:off x="425267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0" name="pg134">
                <a:extLst>
                  <a:ext uri="{FF2B5EF4-FFF2-40B4-BE49-F238E27FC236}">
                    <a16:creationId xmlns:a16="http://schemas.microsoft.com/office/drawing/2014/main" id="{01937F12-45FC-D5D5-9724-0171C9FA6D59}"/>
                  </a:ext>
                </a:extLst>
              </p:cNvPr>
              <p:cNvSpPr/>
              <p:nvPr/>
            </p:nvSpPr>
            <p:spPr>
              <a:xfrm>
                <a:off x="433411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1" name="pg135">
                <a:extLst>
                  <a:ext uri="{FF2B5EF4-FFF2-40B4-BE49-F238E27FC236}">
                    <a16:creationId xmlns:a16="http://schemas.microsoft.com/office/drawing/2014/main" id="{40B90874-3CB4-17D7-55D9-6B724B7EF65B}"/>
                  </a:ext>
                </a:extLst>
              </p:cNvPr>
              <p:cNvSpPr/>
              <p:nvPr/>
            </p:nvSpPr>
            <p:spPr>
              <a:xfrm>
                <a:off x="441554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2" name="pg136">
                <a:extLst>
                  <a:ext uri="{FF2B5EF4-FFF2-40B4-BE49-F238E27FC236}">
                    <a16:creationId xmlns:a16="http://schemas.microsoft.com/office/drawing/2014/main" id="{A2CE807E-AA6E-9739-7A05-7FC5502DF8BA}"/>
                  </a:ext>
                </a:extLst>
              </p:cNvPr>
              <p:cNvSpPr/>
              <p:nvPr/>
            </p:nvSpPr>
            <p:spPr>
              <a:xfrm>
                <a:off x="449698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3" name="pg137">
                <a:extLst>
                  <a:ext uri="{FF2B5EF4-FFF2-40B4-BE49-F238E27FC236}">
                    <a16:creationId xmlns:a16="http://schemas.microsoft.com/office/drawing/2014/main" id="{7D7A263E-CA7C-4283-E6D0-0B5F51107CD2}"/>
                  </a:ext>
                </a:extLst>
              </p:cNvPr>
              <p:cNvSpPr/>
              <p:nvPr/>
            </p:nvSpPr>
            <p:spPr>
              <a:xfrm>
                <a:off x="457842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4" name="pg138">
                <a:extLst>
                  <a:ext uri="{FF2B5EF4-FFF2-40B4-BE49-F238E27FC236}">
                    <a16:creationId xmlns:a16="http://schemas.microsoft.com/office/drawing/2014/main" id="{D05CBA38-4161-E485-C7FC-558D0C12D3B9}"/>
                  </a:ext>
                </a:extLst>
              </p:cNvPr>
              <p:cNvSpPr/>
              <p:nvPr/>
            </p:nvSpPr>
            <p:spPr>
              <a:xfrm>
                <a:off x="465985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5" name="pg139">
                <a:extLst>
                  <a:ext uri="{FF2B5EF4-FFF2-40B4-BE49-F238E27FC236}">
                    <a16:creationId xmlns:a16="http://schemas.microsoft.com/office/drawing/2014/main" id="{C7628EBD-5755-C8F5-86EB-3215648934BA}"/>
                  </a:ext>
                </a:extLst>
              </p:cNvPr>
              <p:cNvSpPr/>
              <p:nvPr/>
            </p:nvSpPr>
            <p:spPr>
              <a:xfrm>
                <a:off x="474129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6" name="pg140">
                <a:extLst>
                  <a:ext uri="{FF2B5EF4-FFF2-40B4-BE49-F238E27FC236}">
                    <a16:creationId xmlns:a16="http://schemas.microsoft.com/office/drawing/2014/main" id="{1CA6EC28-9BB4-2D4D-B4DF-48A202CC2AE0}"/>
                  </a:ext>
                </a:extLst>
              </p:cNvPr>
              <p:cNvSpPr/>
              <p:nvPr/>
            </p:nvSpPr>
            <p:spPr>
              <a:xfrm>
                <a:off x="482273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7" name="pg141">
                <a:extLst>
                  <a:ext uri="{FF2B5EF4-FFF2-40B4-BE49-F238E27FC236}">
                    <a16:creationId xmlns:a16="http://schemas.microsoft.com/office/drawing/2014/main" id="{0458884F-BADC-8B98-F527-08CB3178EDA4}"/>
                  </a:ext>
                </a:extLst>
              </p:cNvPr>
              <p:cNvSpPr/>
              <p:nvPr/>
            </p:nvSpPr>
            <p:spPr>
              <a:xfrm>
                <a:off x="490417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8" name="pg142">
                <a:extLst>
                  <a:ext uri="{FF2B5EF4-FFF2-40B4-BE49-F238E27FC236}">
                    <a16:creationId xmlns:a16="http://schemas.microsoft.com/office/drawing/2014/main" id="{1961704A-56D4-49DC-A94E-CF9BEA90D9D9}"/>
                  </a:ext>
                </a:extLst>
              </p:cNvPr>
              <p:cNvSpPr/>
              <p:nvPr/>
            </p:nvSpPr>
            <p:spPr>
              <a:xfrm>
                <a:off x="498560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9" name="pg143">
                <a:extLst>
                  <a:ext uri="{FF2B5EF4-FFF2-40B4-BE49-F238E27FC236}">
                    <a16:creationId xmlns:a16="http://schemas.microsoft.com/office/drawing/2014/main" id="{CAD264DA-E6E6-1431-80FE-69EDB330BDF1}"/>
                  </a:ext>
                </a:extLst>
              </p:cNvPr>
              <p:cNvSpPr/>
              <p:nvPr/>
            </p:nvSpPr>
            <p:spPr>
              <a:xfrm>
                <a:off x="506704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0" name="pg144">
                <a:extLst>
                  <a:ext uri="{FF2B5EF4-FFF2-40B4-BE49-F238E27FC236}">
                    <a16:creationId xmlns:a16="http://schemas.microsoft.com/office/drawing/2014/main" id="{6F51E5C3-2471-75A2-6D31-66E78442D951}"/>
                  </a:ext>
                </a:extLst>
              </p:cNvPr>
              <p:cNvSpPr/>
              <p:nvPr/>
            </p:nvSpPr>
            <p:spPr>
              <a:xfrm>
                <a:off x="514848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1" name="pg145">
                <a:extLst>
                  <a:ext uri="{FF2B5EF4-FFF2-40B4-BE49-F238E27FC236}">
                    <a16:creationId xmlns:a16="http://schemas.microsoft.com/office/drawing/2014/main" id="{596E5B56-85FE-6E5A-2300-10BF4729FF0D}"/>
                  </a:ext>
                </a:extLst>
              </p:cNvPr>
              <p:cNvSpPr/>
              <p:nvPr/>
            </p:nvSpPr>
            <p:spPr>
              <a:xfrm>
                <a:off x="327542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2" name="pg146">
                <a:extLst>
                  <a:ext uri="{FF2B5EF4-FFF2-40B4-BE49-F238E27FC236}">
                    <a16:creationId xmlns:a16="http://schemas.microsoft.com/office/drawing/2014/main" id="{D0BDEB4F-B979-2BE2-20B3-3B3CF7114C38}"/>
                  </a:ext>
                </a:extLst>
              </p:cNvPr>
              <p:cNvSpPr/>
              <p:nvPr/>
            </p:nvSpPr>
            <p:spPr>
              <a:xfrm>
                <a:off x="335686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3" name="pg147">
                <a:extLst>
                  <a:ext uri="{FF2B5EF4-FFF2-40B4-BE49-F238E27FC236}">
                    <a16:creationId xmlns:a16="http://schemas.microsoft.com/office/drawing/2014/main" id="{81C72824-3B4B-1849-F0FC-5F1EC1751CEE}"/>
                  </a:ext>
                </a:extLst>
              </p:cNvPr>
              <p:cNvSpPr/>
              <p:nvPr/>
            </p:nvSpPr>
            <p:spPr>
              <a:xfrm>
                <a:off x="343830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4" name="pg148">
                <a:extLst>
                  <a:ext uri="{FF2B5EF4-FFF2-40B4-BE49-F238E27FC236}">
                    <a16:creationId xmlns:a16="http://schemas.microsoft.com/office/drawing/2014/main" id="{EC9E9CFA-452C-36CB-5B48-49E90E583EBB}"/>
                  </a:ext>
                </a:extLst>
              </p:cNvPr>
              <p:cNvSpPr/>
              <p:nvPr/>
            </p:nvSpPr>
            <p:spPr>
              <a:xfrm>
                <a:off x="351973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5" name="pg149">
                <a:extLst>
                  <a:ext uri="{FF2B5EF4-FFF2-40B4-BE49-F238E27FC236}">
                    <a16:creationId xmlns:a16="http://schemas.microsoft.com/office/drawing/2014/main" id="{C3F8F37D-49C2-1503-D993-A787E478707A}"/>
                  </a:ext>
                </a:extLst>
              </p:cNvPr>
              <p:cNvSpPr/>
              <p:nvPr/>
            </p:nvSpPr>
            <p:spPr>
              <a:xfrm>
                <a:off x="360117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6" name="pg150">
                <a:extLst>
                  <a:ext uri="{FF2B5EF4-FFF2-40B4-BE49-F238E27FC236}">
                    <a16:creationId xmlns:a16="http://schemas.microsoft.com/office/drawing/2014/main" id="{3BF72A67-60B8-D64A-EEA7-83B9CCBE6C44}"/>
                  </a:ext>
                </a:extLst>
              </p:cNvPr>
              <p:cNvSpPr/>
              <p:nvPr/>
            </p:nvSpPr>
            <p:spPr>
              <a:xfrm>
                <a:off x="368261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7" name="pg151">
                <a:extLst>
                  <a:ext uri="{FF2B5EF4-FFF2-40B4-BE49-F238E27FC236}">
                    <a16:creationId xmlns:a16="http://schemas.microsoft.com/office/drawing/2014/main" id="{E4C03020-3BBB-5981-BF99-B6AF0D7AA5BD}"/>
                  </a:ext>
                </a:extLst>
              </p:cNvPr>
              <p:cNvSpPr/>
              <p:nvPr/>
            </p:nvSpPr>
            <p:spPr>
              <a:xfrm>
                <a:off x="376405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8" name="pg152">
                <a:extLst>
                  <a:ext uri="{FF2B5EF4-FFF2-40B4-BE49-F238E27FC236}">
                    <a16:creationId xmlns:a16="http://schemas.microsoft.com/office/drawing/2014/main" id="{B259DB6F-5494-3069-0383-A05EE81AC9E6}"/>
                  </a:ext>
                </a:extLst>
              </p:cNvPr>
              <p:cNvSpPr/>
              <p:nvPr/>
            </p:nvSpPr>
            <p:spPr>
              <a:xfrm>
                <a:off x="384548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9" name="pg153">
                <a:extLst>
                  <a:ext uri="{FF2B5EF4-FFF2-40B4-BE49-F238E27FC236}">
                    <a16:creationId xmlns:a16="http://schemas.microsoft.com/office/drawing/2014/main" id="{87EF8E81-5FA1-9F48-03A3-C57E24864959}"/>
                  </a:ext>
                </a:extLst>
              </p:cNvPr>
              <p:cNvSpPr/>
              <p:nvPr/>
            </p:nvSpPr>
            <p:spPr>
              <a:xfrm>
                <a:off x="392692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0" name="pg154">
                <a:extLst>
                  <a:ext uri="{FF2B5EF4-FFF2-40B4-BE49-F238E27FC236}">
                    <a16:creationId xmlns:a16="http://schemas.microsoft.com/office/drawing/2014/main" id="{3B9799CA-E318-E451-FEDC-A33CE406428A}"/>
                  </a:ext>
                </a:extLst>
              </p:cNvPr>
              <p:cNvSpPr/>
              <p:nvPr/>
            </p:nvSpPr>
            <p:spPr>
              <a:xfrm>
                <a:off x="400836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1" name="pg155">
                <a:extLst>
                  <a:ext uri="{FF2B5EF4-FFF2-40B4-BE49-F238E27FC236}">
                    <a16:creationId xmlns:a16="http://schemas.microsoft.com/office/drawing/2014/main" id="{777CE5AD-7241-1400-D9E5-4D071D65B958}"/>
                  </a:ext>
                </a:extLst>
              </p:cNvPr>
              <p:cNvSpPr/>
              <p:nvPr/>
            </p:nvSpPr>
            <p:spPr>
              <a:xfrm>
                <a:off x="408979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2" name="pg156">
                <a:extLst>
                  <a:ext uri="{FF2B5EF4-FFF2-40B4-BE49-F238E27FC236}">
                    <a16:creationId xmlns:a16="http://schemas.microsoft.com/office/drawing/2014/main" id="{3DC9D126-954D-C636-0099-1D89CC69F621}"/>
                  </a:ext>
                </a:extLst>
              </p:cNvPr>
              <p:cNvSpPr/>
              <p:nvPr/>
            </p:nvSpPr>
            <p:spPr>
              <a:xfrm>
                <a:off x="417123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3" name="pg157">
                <a:extLst>
                  <a:ext uri="{FF2B5EF4-FFF2-40B4-BE49-F238E27FC236}">
                    <a16:creationId xmlns:a16="http://schemas.microsoft.com/office/drawing/2014/main" id="{82C1AC8F-7F37-85B8-2CCC-E8BB3BA24755}"/>
                  </a:ext>
                </a:extLst>
              </p:cNvPr>
              <p:cNvSpPr/>
              <p:nvPr/>
            </p:nvSpPr>
            <p:spPr>
              <a:xfrm>
                <a:off x="425267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4" name="pg158">
                <a:extLst>
                  <a:ext uri="{FF2B5EF4-FFF2-40B4-BE49-F238E27FC236}">
                    <a16:creationId xmlns:a16="http://schemas.microsoft.com/office/drawing/2014/main" id="{82174EC2-6C58-A778-F40C-920B005609B7}"/>
                  </a:ext>
                </a:extLst>
              </p:cNvPr>
              <p:cNvSpPr/>
              <p:nvPr/>
            </p:nvSpPr>
            <p:spPr>
              <a:xfrm>
                <a:off x="433411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5" name="pg159">
                <a:extLst>
                  <a:ext uri="{FF2B5EF4-FFF2-40B4-BE49-F238E27FC236}">
                    <a16:creationId xmlns:a16="http://schemas.microsoft.com/office/drawing/2014/main" id="{E9FD0770-C3A6-42F7-057C-627E448EB6D5}"/>
                  </a:ext>
                </a:extLst>
              </p:cNvPr>
              <p:cNvSpPr/>
              <p:nvPr/>
            </p:nvSpPr>
            <p:spPr>
              <a:xfrm>
                <a:off x="441554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6" name="pg160">
                <a:extLst>
                  <a:ext uri="{FF2B5EF4-FFF2-40B4-BE49-F238E27FC236}">
                    <a16:creationId xmlns:a16="http://schemas.microsoft.com/office/drawing/2014/main" id="{F219CFBD-5634-3CFF-8D14-F1D526672AE4}"/>
                  </a:ext>
                </a:extLst>
              </p:cNvPr>
              <p:cNvSpPr/>
              <p:nvPr/>
            </p:nvSpPr>
            <p:spPr>
              <a:xfrm>
                <a:off x="449698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7" name="pg161">
                <a:extLst>
                  <a:ext uri="{FF2B5EF4-FFF2-40B4-BE49-F238E27FC236}">
                    <a16:creationId xmlns:a16="http://schemas.microsoft.com/office/drawing/2014/main" id="{664D3365-88B1-3AAC-AD6B-EDD6C658D47D}"/>
                  </a:ext>
                </a:extLst>
              </p:cNvPr>
              <p:cNvSpPr/>
              <p:nvPr/>
            </p:nvSpPr>
            <p:spPr>
              <a:xfrm>
                <a:off x="457842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8" name="pg162">
                <a:extLst>
                  <a:ext uri="{FF2B5EF4-FFF2-40B4-BE49-F238E27FC236}">
                    <a16:creationId xmlns:a16="http://schemas.microsoft.com/office/drawing/2014/main" id="{EC50A026-E3A4-AF68-72A4-89DC83A86F95}"/>
                  </a:ext>
                </a:extLst>
              </p:cNvPr>
              <p:cNvSpPr/>
              <p:nvPr/>
            </p:nvSpPr>
            <p:spPr>
              <a:xfrm>
                <a:off x="465985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9" name="pg163">
                <a:extLst>
                  <a:ext uri="{FF2B5EF4-FFF2-40B4-BE49-F238E27FC236}">
                    <a16:creationId xmlns:a16="http://schemas.microsoft.com/office/drawing/2014/main" id="{5D40C19A-063C-D2E5-8C21-20497721B2CC}"/>
                  </a:ext>
                </a:extLst>
              </p:cNvPr>
              <p:cNvSpPr/>
              <p:nvPr/>
            </p:nvSpPr>
            <p:spPr>
              <a:xfrm>
                <a:off x="474129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0" name="pg164">
                <a:extLst>
                  <a:ext uri="{FF2B5EF4-FFF2-40B4-BE49-F238E27FC236}">
                    <a16:creationId xmlns:a16="http://schemas.microsoft.com/office/drawing/2014/main" id="{2116239D-77CE-B922-1E88-7481DDBFAFA7}"/>
                  </a:ext>
                </a:extLst>
              </p:cNvPr>
              <p:cNvSpPr/>
              <p:nvPr/>
            </p:nvSpPr>
            <p:spPr>
              <a:xfrm>
                <a:off x="482273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1" name="pg165">
                <a:extLst>
                  <a:ext uri="{FF2B5EF4-FFF2-40B4-BE49-F238E27FC236}">
                    <a16:creationId xmlns:a16="http://schemas.microsoft.com/office/drawing/2014/main" id="{74FF8075-6EAA-F77C-D417-42A40DEB68A3}"/>
                  </a:ext>
                </a:extLst>
              </p:cNvPr>
              <p:cNvSpPr/>
              <p:nvPr/>
            </p:nvSpPr>
            <p:spPr>
              <a:xfrm>
                <a:off x="490417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2" name="pg166">
                <a:extLst>
                  <a:ext uri="{FF2B5EF4-FFF2-40B4-BE49-F238E27FC236}">
                    <a16:creationId xmlns:a16="http://schemas.microsoft.com/office/drawing/2014/main" id="{347FFFF8-BC01-D442-47B1-3B07C74FD224}"/>
                  </a:ext>
                </a:extLst>
              </p:cNvPr>
              <p:cNvSpPr/>
              <p:nvPr/>
            </p:nvSpPr>
            <p:spPr>
              <a:xfrm>
                <a:off x="498560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3" name="pg167">
                <a:extLst>
                  <a:ext uri="{FF2B5EF4-FFF2-40B4-BE49-F238E27FC236}">
                    <a16:creationId xmlns:a16="http://schemas.microsoft.com/office/drawing/2014/main" id="{C6946400-B71E-1E4D-8817-7E42CB13C176}"/>
                  </a:ext>
                </a:extLst>
              </p:cNvPr>
              <p:cNvSpPr/>
              <p:nvPr/>
            </p:nvSpPr>
            <p:spPr>
              <a:xfrm>
                <a:off x="506704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4" name="pg168">
                <a:extLst>
                  <a:ext uri="{FF2B5EF4-FFF2-40B4-BE49-F238E27FC236}">
                    <a16:creationId xmlns:a16="http://schemas.microsoft.com/office/drawing/2014/main" id="{490922D7-8ECF-23F3-197D-F4B79052AE63}"/>
                  </a:ext>
                </a:extLst>
              </p:cNvPr>
              <p:cNvSpPr/>
              <p:nvPr/>
            </p:nvSpPr>
            <p:spPr>
              <a:xfrm>
                <a:off x="303111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5" name="pg169">
                <a:extLst>
                  <a:ext uri="{FF2B5EF4-FFF2-40B4-BE49-F238E27FC236}">
                    <a16:creationId xmlns:a16="http://schemas.microsoft.com/office/drawing/2014/main" id="{E000C688-4AAE-4930-DC89-AFE0D305B2ED}"/>
                  </a:ext>
                </a:extLst>
              </p:cNvPr>
              <p:cNvSpPr/>
              <p:nvPr/>
            </p:nvSpPr>
            <p:spPr>
              <a:xfrm>
                <a:off x="311255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6" name="pg170">
                <a:extLst>
                  <a:ext uri="{FF2B5EF4-FFF2-40B4-BE49-F238E27FC236}">
                    <a16:creationId xmlns:a16="http://schemas.microsoft.com/office/drawing/2014/main" id="{6ADCDEBF-B9E6-59C9-AF16-9A742FCAD289}"/>
                  </a:ext>
                </a:extLst>
              </p:cNvPr>
              <p:cNvSpPr/>
              <p:nvPr/>
            </p:nvSpPr>
            <p:spPr>
              <a:xfrm>
                <a:off x="327542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7" name="pg171">
                <a:extLst>
                  <a:ext uri="{FF2B5EF4-FFF2-40B4-BE49-F238E27FC236}">
                    <a16:creationId xmlns:a16="http://schemas.microsoft.com/office/drawing/2014/main" id="{45C76D5C-B0BA-BC09-6C8F-0C48A4CEBF62}"/>
                  </a:ext>
                </a:extLst>
              </p:cNvPr>
              <p:cNvSpPr/>
              <p:nvPr/>
            </p:nvSpPr>
            <p:spPr>
              <a:xfrm>
                <a:off x="335686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8" name="pg172">
                <a:extLst>
                  <a:ext uri="{FF2B5EF4-FFF2-40B4-BE49-F238E27FC236}">
                    <a16:creationId xmlns:a16="http://schemas.microsoft.com/office/drawing/2014/main" id="{16C824DA-73E1-4EC3-43DB-88A82C4206B8}"/>
                  </a:ext>
                </a:extLst>
              </p:cNvPr>
              <p:cNvSpPr/>
              <p:nvPr/>
            </p:nvSpPr>
            <p:spPr>
              <a:xfrm>
                <a:off x="343830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9" name="pg173">
                <a:extLst>
                  <a:ext uri="{FF2B5EF4-FFF2-40B4-BE49-F238E27FC236}">
                    <a16:creationId xmlns:a16="http://schemas.microsoft.com/office/drawing/2014/main" id="{49BB4A08-EEA5-7446-41F5-072D01BEB704}"/>
                  </a:ext>
                </a:extLst>
              </p:cNvPr>
              <p:cNvSpPr/>
              <p:nvPr/>
            </p:nvSpPr>
            <p:spPr>
              <a:xfrm>
                <a:off x="351973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0" name="pg174">
                <a:extLst>
                  <a:ext uri="{FF2B5EF4-FFF2-40B4-BE49-F238E27FC236}">
                    <a16:creationId xmlns:a16="http://schemas.microsoft.com/office/drawing/2014/main" id="{30B966E6-9E32-8948-016D-8DB868A4BF78}"/>
                  </a:ext>
                </a:extLst>
              </p:cNvPr>
              <p:cNvSpPr/>
              <p:nvPr/>
            </p:nvSpPr>
            <p:spPr>
              <a:xfrm>
                <a:off x="360117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1" name="pg175">
                <a:extLst>
                  <a:ext uri="{FF2B5EF4-FFF2-40B4-BE49-F238E27FC236}">
                    <a16:creationId xmlns:a16="http://schemas.microsoft.com/office/drawing/2014/main" id="{8C8BD582-B8B9-57FC-8C26-9CA6D167279E}"/>
                  </a:ext>
                </a:extLst>
              </p:cNvPr>
              <p:cNvSpPr/>
              <p:nvPr/>
            </p:nvSpPr>
            <p:spPr>
              <a:xfrm>
                <a:off x="368261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2" name="pg176">
                <a:extLst>
                  <a:ext uri="{FF2B5EF4-FFF2-40B4-BE49-F238E27FC236}">
                    <a16:creationId xmlns:a16="http://schemas.microsoft.com/office/drawing/2014/main" id="{1EDFF18E-6071-1EBC-ECF9-F8572A956F93}"/>
                  </a:ext>
                </a:extLst>
              </p:cNvPr>
              <p:cNvSpPr/>
              <p:nvPr/>
            </p:nvSpPr>
            <p:spPr>
              <a:xfrm>
                <a:off x="376405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3" name="pg177">
                <a:extLst>
                  <a:ext uri="{FF2B5EF4-FFF2-40B4-BE49-F238E27FC236}">
                    <a16:creationId xmlns:a16="http://schemas.microsoft.com/office/drawing/2014/main" id="{D7FA6B1A-1079-85F7-CF91-E0A5ACCA403E}"/>
                  </a:ext>
                </a:extLst>
              </p:cNvPr>
              <p:cNvSpPr/>
              <p:nvPr/>
            </p:nvSpPr>
            <p:spPr>
              <a:xfrm>
                <a:off x="384548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4" name="pg178">
                <a:extLst>
                  <a:ext uri="{FF2B5EF4-FFF2-40B4-BE49-F238E27FC236}">
                    <a16:creationId xmlns:a16="http://schemas.microsoft.com/office/drawing/2014/main" id="{E616A512-5874-CAC2-6A59-E40D56634EA6}"/>
                  </a:ext>
                </a:extLst>
              </p:cNvPr>
              <p:cNvSpPr/>
              <p:nvPr/>
            </p:nvSpPr>
            <p:spPr>
              <a:xfrm>
                <a:off x="408979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5" name="pg179">
                <a:extLst>
                  <a:ext uri="{FF2B5EF4-FFF2-40B4-BE49-F238E27FC236}">
                    <a16:creationId xmlns:a16="http://schemas.microsoft.com/office/drawing/2014/main" id="{4F165CDC-8676-CB82-10BF-87AB9590C0DF}"/>
                  </a:ext>
                </a:extLst>
              </p:cNvPr>
              <p:cNvSpPr/>
              <p:nvPr/>
            </p:nvSpPr>
            <p:spPr>
              <a:xfrm>
                <a:off x="417123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6" name="pg180">
                <a:extLst>
                  <a:ext uri="{FF2B5EF4-FFF2-40B4-BE49-F238E27FC236}">
                    <a16:creationId xmlns:a16="http://schemas.microsoft.com/office/drawing/2014/main" id="{FDAF25BD-1F8A-A472-E204-4BCE4D016D4B}"/>
                  </a:ext>
                </a:extLst>
              </p:cNvPr>
              <p:cNvSpPr/>
              <p:nvPr/>
            </p:nvSpPr>
            <p:spPr>
              <a:xfrm>
                <a:off x="425267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7" name="pg181">
                <a:extLst>
                  <a:ext uri="{FF2B5EF4-FFF2-40B4-BE49-F238E27FC236}">
                    <a16:creationId xmlns:a16="http://schemas.microsoft.com/office/drawing/2014/main" id="{7E95FAC6-269E-0B87-B5F3-54B0A05FADA9}"/>
                  </a:ext>
                </a:extLst>
              </p:cNvPr>
              <p:cNvSpPr/>
              <p:nvPr/>
            </p:nvSpPr>
            <p:spPr>
              <a:xfrm>
                <a:off x="433411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8" name="pg182">
                <a:extLst>
                  <a:ext uri="{FF2B5EF4-FFF2-40B4-BE49-F238E27FC236}">
                    <a16:creationId xmlns:a16="http://schemas.microsoft.com/office/drawing/2014/main" id="{6F0D9B57-A87A-6A2F-D803-94B5770726B0}"/>
                  </a:ext>
                </a:extLst>
              </p:cNvPr>
              <p:cNvSpPr/>
              <p:nvPr/>
            </p:nvSpPr>
            <p:spPr>
              <a:xfrm>
                <a:off x="441554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9" name="pg183">
                <a:extLst>
                  <a:ext uri="{FF2B5EF4-FFF2-40B4-BE49-F238E27FC236}">
                    <a16:creationId xmlns:a16="http://schemas.microsoft.com/office/drawing/2014/main" id="{2ED75BCB-E975-D5F4-647A-2D75553BB6CF}"/>
                  </a:ext>
                </a:extLst>
              </p:cNvPr>
              <p:cNvSpPr/>
              <p:nvPr/>
            </p:nvSpPr>
            <p:spPr>
              <a:xfrm>
                <a:off x="449698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0" name="pg184">
                <a:extLst>
                  <a:ext uri="{FF2B5EF4-FFF2-40B4-BE49-F238E27FC236}">
                    <a16:creationId xmlns:a16="http://schemas.microsoft.com/office/drawing/2014/main" id="{DA7D27D7-4CF7-39BA-0486-4C0309496B99}"/>
                  </a:ext>
                </a:extLst>
              </p:cNvPr>
              <p:cNvSpPr/>
              <p:nvPr/>
            </p:nvSpPr>
            <p:spPr>
              <a:xfrm>
                <a:off x="457842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1" name="pg185">
                <a:extLst>
                  <a:ext uri="{FF2B5EF4-FFF2-40B4-BE49-F238E27FC236}">
                    <a16:creationId xmlns:a16="http://schemas.microsoft.com/office/drawing/2014/main" id="{A4551ABE-88FA-30AD-149B-B220FB3D17C1}"/>
                  </a:ext>
                </a:extLst>
              </p:cNvPr>
              <p:cNvSpPr/>
              <p:nvPr/>
            </p:nvSpPr>
            <p:spPr>
              <a:xfrm>
                <a:off x="465985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2" name="pg186">
                <a:extLst>
                  <a:ext uri="{FF2B5EF4-FFF2-40B4-BE49-F238E27FC236}">
                    <a16:creationId xmlns:a16="http://schemas.microsoft.com/office/drawing/2014/main" id="{AF06E3BD-C109-DDAC-D557-7CABDBA661F5}"/>
                  </a:ext>
                </a:extLst>
              </p:cNvPr>
              <p:cNvSpPr/>
              <p:nvPr/>
            </p:nvSpPr>
            <p:spPr>
              <a:xfrm>
                <a:off x="474129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3" name="pg187">
                <a:extLst>
                  <a:ext uri="{FF2B5EF4-FFF2-40B4-BE49-F238E27FC236}">
                    <a16:creationId xmlns:a16="http://schemas.microsoft.com/office/drawing/2014/main" id="{B229EA5F-25EA-F987-5471-2237FF8A98E8}"/>
                  </a:ext>
                </a:extLst>
              </p:cNvPr>
              <p:cNvSpPr/>
              <p:nvPr/>
            </p:nvSpPr>
            <p:spPr>
              <a:xfrm>
                <a:off x="482273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4" name="pg188">
                <a:extLst>
                  <a:ext uri="{FF2B5EF4-FFF2-40B4-BE49-F238E27FC236}">
                    <a16:creationId xmlns:a16="http://schemas.microsoft.com/office/drawing/2014/main" id="{62FB722B-2313-D7EC-BFF2-E52BE6DBB0A9}"/>
                  </a:ext>
                </a:extLst>
              </p:cNvPr>
              <p:cNvSpPr/>
              <p:nvPr/>
            </p:nvSpPr>
            <p:spPr>
              <a:xfrm>
                <a:off x="490417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5" name="pg189">
                <a:extLst>
                  <a:ext uri="{FF2B5EF4-FFF2-40B4-BE49-F238E27FC236}">
                    <a16:creationId xmlns:a16="http://schemas.microsoft.com/office/drawing/2014/main" id="{A381863B-34C9-77FC-4EE4-C9C2500ABB76}"/>
                  </a:ext>
                </a:extLst>
              </p:cNvPr>
              <p:cNvSpPr/>
              <p:nvPr/>
            </p:nvSpPr>
            <p:spPr>
              <a:xfrm>
                <a:off x="498560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6" name="pg190">
                <a:extLst>
                  <a:ext uri="{FF2B5EF4-FFF2-40B4-BE49-F238E27FC236}">
                    <a16:creationId xmlns:a16="http://schemas.microsoft.com/office/drawing/2014/main" id="{19F74D69-FDEF-E0AA-51A9-E9C04BBCC820}"/>
                  </a:ext>
                </a:extLst>
              </p:cNvPr>
              <p:cNvSpPr/>
              <p:nvPr/>
            </p:nvSpPr>
            <p:spPr>
              <a:xfrm>
                <a:off x="294967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7" name="pg191">
                <a:extLst>
                  <a:ext uri="{FF2B5EF4-FFF2-40B4-BE49-F238E27FC236}">
                    <a16:creationId xmlns:a16="http://schemas.microsoft.com/office/drawing/2014/main" id="{82AD3FA4-958F-7DEF-2736-50969A04BEFD}"/>
                  </a:ext>
                </a:extLst>
              </p:cNvPr>
              <p:cNvSpPr/>
              <p:nvPr/>
            </p:nvSpPr>
            <p:spPr>
              <a:xfrm>
                <a:off x="303111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8" name="pg192">
                <a:extLst>
                  <a:ext uri="{FF2B5EF4-FFF2-40B4-BE49-F238E27FC236}">
                    <a16:creationId xmlns:a16="http://schemas.microsoft.com/office/drawing/2014/main" id="{ED843277-C6FC-66F0-3645-68B739728ACA}"/>
                  </a:ext>
                </a:extLst>
              </p:cNvPr>
              <p:cNvSpPr/>
              <p:nvPr/>
            </p:nvSpPr>
            <p:spPr>
              <a:xfrm>
                <a:off x="311255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9" name="pg193">
                <a:extLst>
                  <a:ext uri="{FF2B5EF4-FFF2-40B4-BE49-F238E27FC236}">
                    <a16:creationId xmlns:a16="http://schemas.microsoft.com/office/drawing/2014/main" id="{69C9D46E-2CC7-2640-60B6-31FF7D30030E}"/>
                  </a:ext>
                </a:extLst>
              </p:cNvPr>
              <p:cNvSpPr/>
              <p:nvPr/>
            </p:nvSpPr>
            <p:spPr>
              <a:xfrm>
                <a:off x="319399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0" name="pg194">
                <a:extLst>
                  <a:ext uri="{FF2B5EF4-FFF2-40B4-BE49-F238E27FC236}">
                    <a16:creationId xmlns:a16="http://schemas.microsoft.com/office/drawing/2014/main" id="{B85613EA-D07A-7C84-5D64-688E79B81473}"/>
                  </a:ext>
                </a:extLst>
              </p:cNvPr>
              <p:cNvSpPr/>
              <p:nvPr/>
            </p:nvSpPr>
            <p:spPr>
              <a:xfrm>
                <a:off x="327542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1" name="pg195">
                <a:extLst>
                  <a:ext uri="{FF2B5EF4-FFF2-40B4-BE49-F238E27FC236}">
                    <a16:creationId xmlns:a16="http://schemas.microsoft.com/office/drawing/2014/main" id="{385B7F1F-98FD-A121-43B7-13C31376AC78}"/>
                  </a:ext>
                </a:extLst>
              </p:cNvPr>
              <p:cNvSpPr/>
              <p:nvPr/>
            </p:nvSpPr>
            <p:spPr>
              <a:xfrm>
                <a:off x="335686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2" name="pg196">
                <a:extLst>
                  <a:ext uri="{FF2B5EF4-FFF2-40B4-BE49-F238E27FC236}">
                    <a16:creationId xmlns:a16="http://schemas.microsoft.com/office/drawing/2014/main" id="{DFB168B2-810A-AAB0-6608-FDB774A4B30B}"/>
                  </a:ext>
                </a:extLst>
              </p:cNvPr>
              <p:cNvSpPr/>
              <p:nvPr/>
            </p:nvSpPr>
            <p:spPr>
              <a:xfrm>
                <a:off x="343830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3" name="pg197">
                <a:extLst>
                  <a:ext uri="{FF2B5EF4-FFF2-40B4-BE49-F238E27FC236}">
                    <a16:creationId xmlns:a16="http://schemas.microsoft.com/office/drawing/2014/main" id="{1410C6BB-7C17-1A82-E7D3-3599A82A3548}"/>
                  </a:ext>
                </a:extLst>
              </p:cNvPr>
              <p:cNvSpPr/>
              <p:nvPr/>
            </p:nvSpPr>
            <p:spPr>
              <a:xfrm>
                <a:off x="351973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4" name="pg198">
                <a:extLst>
                  <a:ext uri="{FF2B5EF4-FFF2-40B4-BE49-F238E27FC236}">
                    <a16:creationId xmlns:a16="http://schemas.microsoft.com/office/drawing/2014/main" id="{40FE412E-0988-50B8-7ACA-AFBBC16B2573}"/>
                  </a:ext>
                </a:extLst>
              </p:cNvPr>
              <p:cNvSpPr/>
              <p:nvPr/>
            </p:nvSpPr>
            <p:spPr>
              <a:xfrm>
                <a:off x="360117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5" name="pg199">
                <a:extLst>
                  <a:ext uri="{FF2B5EF4-FFF2-40B4-BE49-F238E27FC236}">
                    <a16:creationId xmlns:a16="http://schemas.microsoft.com/office/drawing/2014/main" id="{71393592-848E-B96B-38F2-74DB26D1BAD9}"/>
                  </a:ext>
                </a:extLst>
              </p:cNvPr>
              <p:cNvSpPr/>
              <p:nvPr/>
            </p:nvSpPr>
            <p:spPr>
              <a:xfrm>
                <a:off x="368261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6" name="pg200">
                <a:extLst>
                  <a:ext uri="{FF2B5EF4-FFF2-40B4-BE49-F238E27FC236}">
                    <a16:creationId xmlns:a16="http://schemas.microsoft.com/office/drawing/2014/main" id="{2247AC10-682A-DBF3-CCD5-22E515786E3F}"/>
                  </a:ext>
                </a:extLst>
              </p:cNvPr>
              <p:cNvSpPr/>
              <p:nvPr/>
            </p:nvSpPr>
            <p:spPr>
              <a:xfrm>
                <a:off x="376405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7" name="pg201">
                <a:extLst>
                  <a:ext uri="{FF2B5EF4-FFF2-40B4-BE49-F238E27FC236}">
                    <a16:creationId xmlns:a16="http://schemas.microsoft.com/office/drawing/2014/main" id="{F7261CA5-8701-9A85-FA7A-351385C1D182}"/>
                  </a:ext>
                </a:extLst>
              </p:cNvPr>
              <p:cNvSpPr/>
              <p:nvPr/>
            </p:nvSpPr>
            <p:spPr>
              <a:xfrm>
                <a:off x="384548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8" name="pg202">
                <a:extLst>
                  <a:ext uri="{FF2B5EF4-FFF2-40B4-BE49-F238E27FC236}">
                    <a16:creationId xmlns:a16="http://schemas.microsoft.com/office/drawing/2014/main" id="{8BCC8DB7-A6A1-EF87-E62D-B753A467F812}"/>
                  </a:ext>
                </a:extLst>
              </p:cNvPr>
              <p:cNvSpPr/>
              <p:nvPr/>
            </p:nvSpPr>
            <p:spPr>
              <a:xfrm>
                <a:off x="417123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9" name="pg203">
                <a:extLst>
                  <a:ext uri="{FF2B5EF4-FFF2-40B4-BE49-F238E27FC236}">
                    <a16:creationId xmlns:a16="http://schemas.microsoft.com/office/drawing/2014/main" id="{97350023-7D8A-1EF3-0894-4A9872A03E79}"/>
                  </a:ext>
                </a:extLst>
              </p:cNvPr>
              <p:cNvSpPr/>
              <p:nvPr/>
            </p:nvSpPr>
            <p:spPr>
              <a:xfrm>
                <a:off x="425267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0" name="pg204">
                <a:extLst>
                  <a:ext uri="{FF2B5EF4-FFF2-40B4-BE49-F238E27FC236}">
                    <a16:creationId xmlns:a16="http://schemas.microsoft.com/office/drawing/2014/main" id="{68F06C47-2FAC-E7DF-01B2-AFC6D0FB993E}"/>
                  </a:ext>
                </a:extLst>
              </p:cNvPr>
              <p:cNvSpPr/>
              <p:nvPr/>
            </p:nvSpPr>
            <p:spPr>
              <a:xfrm>
                <a:off x="433411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1" name="pg205">
                <a:extLst>
                  <a:ext uri="{FF2B5EF4-FFF2-40B4-BE49-F238E27FC236}">
                    <a16:creationId xmlns:a16="http://schemas.microsoft.com/office/drawing/2014/main" id="{88AACE48-B0A0-96E7-BAB3-2EB3EDF9B79B}"/>
                  </a:ext>
                </a:extLst>
              </p:cNvPr>
              <p:cNvSpPr/>
              <p:nvPr/>
            </p:nvSpPr>
            <p:spPr>
              <a:xfrm>
                <a:off x="441554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2" name="pg206">
                <a:extLst>
                  <a:ext uri="{FF2B5EF4-FFF2-40B4-BE49-F238E27FC236}">
                    <a16:creationId xmlns:a16="http://schemas.microsoft.com/office/drawing/2014/main" id="{2EE73C85-424D-ED38-676F-E13A25E389AF}"/>
                  </a:ext>
                </a:extLst>
              </p:cNvPr>
              <p:cNvSpPr/>
              <p:nvPr/>
            </p:nvSpPr>
            <p:spPr>
              <a:xfrm>
                <a:off x="449698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3" name="pg207">
                <a:extLst>
                  <a:ext uri="{FF2B5EF4-FFF2-40B4-BE49-F238E27FC236}">
                    <a16:creationId xmlns:a16="http://schemas.microsoft.com/office/drawing/2014/main" id="{A389E9D9-5996-CB3C-81B3-033FADF5628D}"/>
                  </a:ext>
                </a:extLst>
              </p:cNvPr>
              <p:cNvSpPr/>
              <p:nvPr/>
            </p:nvSpPr>
            <p:spPr>
              <a:xfrm>
                <a:off x="457842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4" name="pg208">
                <a:extLst>
                  <a:ext uri="{FF2B5EF4-FFF2-40B4-BE49-F238E27FC236}">
                    <a16:creationId xmlns:a16="http://schemas.microsoft.com/office/drawing/2014/main" id="{A29A5997-41DC-2521-CDA5-52C8582F3DEA}"/>
                  </a:ext>
                </a:extLst>
              </p:cNvPr>
              <p:cNvSpPr/>
              <p:nvPr/>
            </p:nvSpPr>
            <p:spPr>
              <a:xfrm>
                <a:off x="465985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5" name="pg209">
                <a:extLst>
                  <a:ext uri="{FF2B5EF4-FFF2-40B4-BE49-F238E27FC236}">
                    <a16:creationId xmlns:a16="http://schemas.microsoft.com/office/drawing/2014/main" id="{1D901C7C-D20A-4533-9FC2-2104B07D01AB}"/>
                  </a:ext>
                </a:extLst>
              </p:cNvPr>
              <p:cNvSpPr/>
              <p:nvPr/>
            </p:nvSpPr>
            <p:spPr>
              <a:xfrm>
                <a:off x="474129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6" name="pg210">
                <a:extLst>
                  <a:ext uri="{FF2B5EF4-FFF2-40B4-BE49-F238E27FC236}">
                    <a16:creationId xmlns:a16="http://schemas.microsoft.com/office/drawing/2014/main" id="{D8951017-31A0-CAAD-BCDC-27DC56AA179C}"/>
                  </a:ext>
                </a:extLst>
              </p:cNvPr>
              <p:cNvSpPr/>
              <p:nvPr/>
            </p:nvSpPr>
            <p:spPr>
              <a:xfrm>
                <a:off x="482273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7" name="pg211">
                <a:extLst>
                  <a:ext uri="{FF2B5EF4-FFF2-40B4-BE49-F238E27FC236}">
                    <a16:creationId xmlns:a16="http://schemas.microsoft.com/office/drawing/2014/main" id="{EA7EBDDD-168F-82EF-DEEE-FC417C957DFF}"/>
                  </a:ext>
                </a:extLst>
              </p:cNvPr>
              <p:cNvSpPr/>
              <p:nvPr/>
            </p:nvSpPr>
            <p:spPr>
              <a:xfrm>
                <a:off x="490417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8" name="pg212">
                <a:extLst>
                  <a:ext uri="{FF2B5EF4-FFF2-40B4-BE49-F238E27FC236}">
                    <a16:creationId xmlns:a16="http://schemas.microsoft.com/office/drawing/2014/main" id="{19331535-2531-39C7-1DE3-0008AD523A53}"/>
                  </a:ext>
                </a:extLst>
              </p:cNvPr>
              <p:cNvSpPr/>
              <p:nvPr/>
            </p:nvSpPr>
            <p:spPr>
              <a:xfrm>
                <a:off x="286824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9" name="pg213">
                <a:extLst>
                  <a:ext uri="{FF2B5EF4-FFF2-40B4-BE49-F238E27FC236}">
                    <a16:creationId xmlns:a16="http://schemas.microsoft.com/office/drawing/2014/main" id="{05691F64-ADB1-9556-92D5-914ED59BB413}"/>
                  </a:ext>
                </a:extLst>
              </p:cNvPr>
              <p:cNvSpPr/>
              <p:nvPr/>
            </p:nvSpPr>
            <p:spPr>
              <a:xfrm>
                <a:off x="294967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0" name="pg214">
                <a:extLst>
                  <a:ext uri="{FF2B5EF4-FFF2-40B4-BE49-F238E27FC236}">
                    <a16:creationId xmlns:a16="http://schemas.microsoft.com/office/drawing/2014/main" id="{3687784E-F5EF-BA66-F133-6DD21ED1D984}"/>
                  </a:ext>
                </a:extLst>
              </p:cNvPr>
              <p:cNvSpPr/>
              <p:nvPr/>
            </p:nvSpPr>
            <p:spPr>
              <a:xfrm>
                <a:off x="303111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1" name="pg215">
                <a:extLst>
                  <a:ext uri="{FF2B5EF4-FFF2-40B4-BE49-F238E27FC236}">
                    <a16:creationId xmlns:a16="http://schemas.microsoft.com/office/drawing/2014/main" id="{53A3E184-4C78-21A5-174F-61E33A143629}"/>
                  </a:ext>
                </a:extLst>
              </p:cNvPr>
              <p:cNvSpPr/>
              <p:nvPr/>
            </p:nvSpPr>
            <p:spPr>
              <a:xfrm>
                <a:off x="311255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2" name="pg216">
                <a:extLst>
                  <a:ext uri="{FF2B5EF4-FFF2-40B4-BE49-F238E27FC236}">
                    <a16:creationId xmlns:a16="http://schemas.microsoft.com/office/drawing/2014/main" id="{A991F9D8-CCB1-A69C-1CD6-FCE6CE11E4E1}"/>
                  </a:ext>
                </a:extLst>
              </p:cNvPr>
              <p:cNvSpPr/>
              <p:nvPr/>
            </p:nvSpPr>
            <p:spPr>
              <a:xfrm>
                <a:off x="319399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3" name="pg217">
                <a:extLst>
                  <a:ext uri="{FF2B5EF4-FFF2-40B4-BE49-F238E27FC236}">
                    <a16:creationId xmlns:a16="http://schemas.microsoft.com/office/drawing/2014/main" id="{E0BE576A-7FA7-5AD7-3815-4FAD4E6FB737}"/>
                  </a:ext>
                </a:extLst>
              </p:cNvPr>
              <p:cNvSpPr/>
              <p:nvPr/>
            </p:nvSpPr>
            <p:spPr>
              <a:xfrm>
                <a:off x="327542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4" name="pg218">
                <a:extLst>
                  <a:ext uri="{FF2B5EF4-FFF2-40B4-BE49-F238E27FC236}">
                    <a16:creationId xmlns:a16="http://schemas.microsoft.com/office/drawing/2014/main" id="{E5EA1055-48D9-A720-1FA1-6E852DD2A16D}"/>
                  </a:ext>
                </a:extLst>
              </p:cNvPr>
              <p:cNvSpPr/>
              <p:nvPr/>
            </p:nvSpPr>
            <p:spPr>
              <a:xfrm>
                <a:off x="335686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5" name="pg219">
                <a:extLst>
                  <a:ext uri="{FF2B5EF4-FFF2-40B4-BE49-F238E27FC236}">
                    <a16:creationId xmlns:a16="http://schemas.microsoft.com/office/drawing/2014/main" id="{3319D738-05A8-E847-D7D0-74D0D775D652}"/>
                  </a:ext>
                </a:extLst>
              </p:cNvPr>
              <p:cNvSpPr/>
              <p:nvPr/>
            </p:nvSpPr>
            <p:spPr>
              <a:xfrm>
                <a:off x="343830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6" name="pg220">
                <a:extLst>
                  <a:ext uri="{FF2B5EF4-FFF2-40B4-BE49-F238E27FC236}">
                    <a16:creationId xmlns:a16="http://schemas.microsoft.com/office/drawing/2014/main" id="{9B34CBA5-BAE1-4340-CFB7-259159FDDE0C}"/>
                  </a:ext>
                </a:extLst>
              </p:cNvPr>
              <p:cNvSpPr/>
              <p:nvPr/>
            </p:nvSpPr>
            <p:spPr>
              <a:xfrm>
                <a:off x="351973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7" name="pg221">
                <a:extLst>
                  <a:ext uri="{FF2B5EF4-FFF2-40B4-BE49-F238E27FC236}">
                    <a16:creationId xmlns:a16="http://schemas.microsoft.com/office/drawing/2014/main" id="{63A085C9-353C-626F-04FB-13D0E01F8EF7}"/>
                  </a:ext>
                </a:extLst>
              </p:cNvPr>
              <p:cNvSpPr/>
              <p:nvPr/>
            </p:nvSpPr>
            <p:spPr>
              <a:xfrm>
                <a:off x="360117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8" name="pg222">
                <a:extLst>
                  <a:ext uri="{FF2B5EF4-FFF2-40B4-BE49-F238E27FC236}">
                    <a16:creationId xmlns:a16="http://schemas.microsoft.com/office/drawing/2014/main" id="{BE9B9B48-7A73-7B5E-779F-7CE4E758CA29}"/>
                  </a:ext>
                </a:extLst>
              </p:cNvPr>
              <p:cNvSpPr/>
              <p:nvPr/>
            </p:nvSpPr>
            <p:spPr>
              <a:xfrm>
                <a:off x="368261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9" name="pg223">
                <a:extLst>
                  <a:ext uri="{FF2B5EF4-FFF2-40B4-BE49-F238E27FC236}">
                    <a16:creationId xmlns:a16="http://schemas.microsoft.com/office/drawing/2014/main" id="{87258542-C393-44FE-A254-6B6293942416}"/>
                  </a:ext>
                </a:extLst>
              </p:cNvPr>
              <p:cNvSpPr/>
              <p:nvPr/>
            </p:nvSpPr>
            <p:spPr>
              <a:xfrm>
                <a:off x="376405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0" name="pg224">
                <a:extLst>
                  <a:ext uri="{FF2B5EF4-FFF2-40B4-BE49-F238E27FC236}">
                    <a16:creationId xmlns:a16="http://schemas.microsoft.com/office/drawing/2014/main" id="{D8BBF54F-982B-DE4A-E4F6-8593646CF884}"/>
                  </a:ext>
                </a:extLst>
              </p:cNvPr>
              <p:cNvSpPr/>
              <p:nvPr/>
            </p:nvSpPr>
            <p:spPr>
              <a:xfrm>
                <a:off x="384548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1" name="pg225">
                <a:extLst>
                  <a:ext uri="{FF2B5EF4-FFF2-40B4-BE49-F238E27FC236}">
                    <a16:creationId xmlns:a16="http://schemas.microsoft.com/office/drawing/2014/main" id="{88B6FF84-5F87-37C1-CA96-61BC2E90B9A6}"/>
                  </a:ext>
                </a:extLst>
              </p:cNvPr>
              <p:cNvSpPr/>
              <p:nvPr/>
            </p:nvSpPr>
            <p:spPr>
              <a:xfrm>
                <a:off x="417123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2" name="pg226">
                <a:extLst>
                  <a:ext uri="{FF2B5EF4-FFF2-40B4-BE49-F238E27FC236}">
                    <a16:creationId xmlns:a16="http://schemas.microsoft.com/office/drawing/2014/main" id="{A918E644-F632-014D-E04C-ABD3DD87BE33}"/>
                  </a:ext>
                </a:extLst>
              </p:cNvPr>
              <p:cNvSpPr/>
              <p:nvPr/>
            </p:nvSpPr>
            <p:spPr>
              <a:xfrm>
                <a:off x="425267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3" name="pg227">
                <a:extLst>
                  <a:ext uri="{FF2B5EF4-FFF2-40B4-BE49-F238E27FC236}">
                    <a16:creationId xmlns:a16="http://schemas.microsoft.com/office/drawing/2014/main" id="{E8EF1EBC-3CE6-EFD8-9D4D-B42B0E45589C}"/>
                  </a:ext>
                </a:extLst>
              </p:cNvPr>
              <p:cNvSpPr/>
              <p:nvPr/>
            </p:nvSpPr>
            <p:spPr>
              <a:xfrm>
                <a:off x="433411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4" name="pg228">
                <a:extLst>
                  <a:ext uri="{FF2B5EF4-FFF2-40B4-BE49-F238E27FC236}">
                    <a16:creationId xmlns:a16="http://schemas.microsoft.com/office/drawing/2014/main" id="{111062E6-1BAD-480E-BBC2-FC2CC09AE354}"/>
                  </a:ext>
                </a:extLst>
              </p:cNvPr>
              <p:cNvSpPr/>
              <p:nvPr/>
            </p:nvSpPr>
            <p:spPr>
              <a:xfrm>
                <a:off x="441554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5" name="pg229">
                <a:extLst>
                  <a:ext uri="{FF2B5EF4-FFF2-40B4-BE49-F238E27FC236}">
                    <a16:creationId xmlns:a16="http://schemas.microsoft.com/office/drawing/2014/main" id="{6DC70D36-2F8D-4686-0E25-A1661123560F}"/>
                  </a:ext>
                </a:extLst>
              </p:cNvPr>
              <p:cNvSpPr/>
              <p:nvPr/>
            </p:nvSpPr>
            <p:spPr>
              <a:xfrm>
                <a:off x="449698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6" name="pg230">
                <a:extLst>
                  <a:ext uri="{FF2B5EF4-FFF2-40B4-BE49-F238E27FC236}">
                    <a16:creationId xmlns:a16="http://schemas.microsoft.com/office/drawing/2014/main" id="{40A5F325-04ED-402B-7044-81887D369176}"/>
                  </a:ext>
                </a:extLst>
              </p:cNvPr>
              <p:cNvSpPr/>
              <p:nvPr/>
            </p:nvSpPr>
            <p:spPr>
              <a:xfrm>
                <a:off x="457842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7" name="pg231">
                <a:extLst>
                  <a:ext uri="{FF2B5EF4-FFF2-40B4-BE49-F238E27FC236}">
                    <a16:creationId xmlns:a16="http://schemas.microsoft.com/office/drawing/2014/main" id="{921767C6-181F-C32A-7672-49343883025A}"/>
                  </a:ext>
                </a:extLst>
              </p:cNvPr>
              <p:cNvSpPr/>
              <p:nvPr/>
            </p:nvSpPr>
            <p:spPr>
              <a:xfrm>
                <a:off x="465985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8" name="pg232">
                <a:extLst>
                  <a:ext uri="{FF2B5EF4-FFF2-40B4-BE49-F238E27FC236}">
                    <a16:creationId xmlns:a16="http://schemas.microsoft.com/office/drawing/2014/main" id="{E7D6EBA9-57B9-813A-A3F2-F2DE53A4630E}"/>
                  </a:ext>
                </a:extLst>
              </p:cNvPr>
              <p:cNvSpPr/>
              <p:nvPr/>
            </p:nvSpPr>
            <p:spPr>
              <a:xfrm>
                <a:off x="474129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9" name="pg233">
                <a:extLst>
                  <a:ext uri="{FF2B5EF4-FFF2-40B4-BE49-F238E27FC236}">
                    <a16:creationId xmlns:a16="http://schemas.microsoft.com/office/drawing/2014/main" id="{75EB147C-351B-E0DA-55D0-66C203D82839}"/>
                  </a:ext>
                </a:extLst>
              </p:cNvPr>
              <p:cNvSpPr/>
              <p:nvPr/>
            </p:nvSpPr>
            <p:spPr>
              <a:xfrm>
                <a:off x="482273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0" name="pg234">
                <a:extLst>
                  <a:ext uri="{FF2B5EF4-FFF2-40B4-BE49-F238E27FC236}">
                    <a16:creationId xmlns:a16="http://schemas.microsoft.com/office/drawing/2014/main" id="{77D110D0-2632-E726-0060-4F198D9D0538}"/>
                  </a:ext>
                </a:extLst>
              </p:cNvPr>
              <p:cNvSpPr/>
              <p:nvPr/>
            </p:nvSpPr>
            <p:spPr>
              <a:xfrm>
                <a:off x="278680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1" name="pg235">
                <a:extLst>
                  <a:ext uri="{FF2B5EF4-FFF2-40B4-BE49-F238E27FC236}">
                    <a16:creationId xmlns:a16="http://schemas.microsoft.com/office/drawing/2014/main" id="{14A097A8-D619-49C6-6453-B60005F18ED7}"/>
                  </a:ext>
                </a:extLst>
              </p:cNvPr>
              <p:cNvSpPr/>
              <p:nvPr/>
            </p:nvSpPr>
            <p:spPr>
              <a:xfrm>
                <a:off x="286824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2" name="pg236">
                <a:extLst>
                  <a:ext uri="{FF2B5EF4-FFF2-40B4-BE49-F238E27FC236}">
                    <a16:creationId xmlns:a16="http://schemas.microsoft.com/office/drawing/2014/main" id="{2D307B26-5076-F169-BEAD-A86030DA8C80}"/>
                  </a:ext>
                </a:extLst>
              </p:cNvPr>
              <p:cNvSpPr/>
              <p:nvPr/>
            </p:nvSpPr>
            <p:spPr>
              <a:xfrm>
                <a:off x="294967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3" name="pg237">
                <a:extLst>
                  <a:ext uri="{FF2B5EF4-FFF2-40B4-BE49-F238E27FC236}">
                    <a16:creationId xmlns:a16="http://schemas.microsoft.com/office/drawing/2014/main" id="{00DE26AF-F99F-2298-07FB-E3F8A3905693}"/>
                  </a:ext>
                </a:extLst>
              </p:cNvPr>
              <p:cNvSpPr/>
              <p:nvPr/>
            </p:nvSpPr>
            <p:spPr>
              <a:xfrm>
                <a:off x="303111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4" name="pg238">
                <a:extLst>
                  <a:ext uri="{FF2B5EF4-FFF2-40B4-BE49-F238E27FC236}">
                    <a16:creationId xmlns:a16="http://schemas.microsoft.com/office/drawing/2014/main" id="{78681D7F-57DF-7C88-43C1-35091368C5E0}"/>
                  </a:ext>
                </a:extLst>
              </p:cNvPr>
              <p:cNvSpPr/>
              <p:nvPr/>
            </p:nvSpPr>
            <p:spPr>
              <a:xfrm>
                <a:off x="311255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5" name="pg239">
                <a:extLst>
                  <a:ext uri="{FF2B5EF4-FFF2-40B4-BE49-F238E27FC236}">
                    <a16:creationId xmlns:a16="http://schemas.microsoft.com/office/drawing/2014/main" id="{CB81B913-C1CA-36BD-FA32-B910D955A61C}"/>
                  </a:ext>
                </a:extLst>
              </p:cNvPr>
              <p:cNvSpPr/>
              <p:nvPr/>
            </p:nvSpPr>
            <p:spPr>
              <a:xfrm>
                <a:off x="319399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6" name="pg240">
                <a:extLst>
                  <a:ext uri="{FF2B5EF4-FFF2-40B4-BE49-F238E27FC236}">
                    <a16:creationId xmlns:a16="http://schemas.microsoft.com/office/drawing/2014/main" id="{C987A04F-BA7D-2057-30D0-AB0655813C0F}"/>
                  </a:ext>
                </a:extLst>
              </p:cNvPr>
              <p:cNvSpPr/>
              <p:nvPr/>
            </p:nvSpPr>
            <p:spPr>
              <a:xfrm>
                <a:off x="327542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7" name="pg241">
                <a:extLst>
                  <a:ext uri="{FF2B5EF4-FFF2-40B4-BE49-F238E27FC236}">
                    <a16:creationId xmlns:a16="http://schemas.microsoft.com/office/drawing/2014/main" id="{8C77C184-0AF7-5933-61B4-754D57C6EBE1}"/>
                  </a:ext>
                </a:extLst>
              </p:cNvPr>
              <p:cNvSpPr/>
              <p:nvPr/>
            </p:nvSpPr>
            <p:spPr>
              <a:xfrm>
                <a:off x="335686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8" name="pg242">
                <a:extLst>
                  <a:ext uri="{FF2B5EF4-FFF2-40B4-BE49-F238E27FC236}">
                    <a16:creationId xmlns:a16="http://schemas.microsoft.com/office/drawing/2014/main" id="{4D10C2D5-7218-B9CE-38B0-C544DFD3D0EC}"/>
                  </a:ext>
                </a:extLst>
              </p:cNvPr>
              <p:cNvSpPr/>
              <p:nvPr/>
            </p:nvSpPr>
            <p:spPr>
              <a:xfrm>
                <a:off x="343830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9" name="pg243">
                <a:extLst>
                  <a:ext uri="{FF2B5EF4-FFF2-40B4-BE49-F238E27FC236}">
                    <a16:creationId xmlns:a16="http://schemas.microsoft.com/office/drawing/2014/main" id="{4EE88635-DBB8-F528-C382-0C81A3C19E5B}"/>
                  </a:ext>
                </a:extLst>
              </p:cNvPr>
              <p:cNvSpPr/>
              <p:nvPr/>
            </p:nvSpPr>
            <p:spPr>
              <a:xfrm>
                <a:off x="351973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0" name="pg244">
                <a:extLst>
                  <a:ext uri="{FF2B5EF4-FFF2-40B4-BE49-F238E27FC236}">
                    <a16:creationId xmlns:a16="http://schemas.microsoft.com/office/drawing/2014/main" id="{537A0695-7B1E-3B8F-B9FA-98C90D33C370}"/>
                  </a:ext>
                </a:extLst>
              </p:cNvPr>
              <p:cNvSpPr/>
              <p:nvPr/>
            </p:nvSpPr>
            <p:spPr>
              <a:xfrm>
                <a:off x="360117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1" name="pg245">
                <a:extLst>
                  <a:ext uri="{FF2B5EF4-FFF2-40B4-BE49-F238E27FC236}">
                    <a16:creationId xmlns:a16="http://schemas.microsoft.com/office/drawing/2014/main" id="{D9E3D018-791A-8FD5-F7E3-9C94E89EEB6F}"/>
                  </a:ext>
                </a:extLst>
              </p:cNvPr>
              <p:cNvSpPr/>
              <p:nvPr/>
            </p:nvSpPr>
            <p:spPr>
              <a:xfrm>
                <a:off x="368261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2" name="pg246">
                <a:extLst>
                  <a:ext uri="{FF2B5EF4-FFF2-40B4-BE49-F238E27FC236}">
                    <a16:creationId xmlns:a16="http://schemas.microsoft.com/office/drawing/2014/main" id="{B4196501-5BC3-F687-7C58-CB2C07C4F880}"/>
                  </a:ext>
                </a:extLst>
              </p:cNvPr>
              <p:cNvSpPr/>
              <p:nvPr/>
            </p:nvSpPr>
            <p:spPr>
              <a:xfrm>
                <a:off x="376405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3" name="pg247">
                <a:extLst>
                  <a:ext uri="{FF2B5EF4-FFF2-40B4-BE49-F238E27FC236}">
                    <a16:creationId xmlns:a16="http://schemas.microsoft.com/office/drawing/2014/main" id="{1B66BBF2-DD60-CEFD-0919-2D24687FBE7F}"/>
                  </a:ext>
                </a:extLst>
              </p:cNvPr>
              <p:cNvSpPr/>
              <p:nvPr/>
            </p:nvSpPr>
            <p:spPr>
              <a:xfrm>
                <a:off x="384548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4" name="pg248">
                <a:extLst>
                  <a:ext uri="{FF2B5EF4-FFF2-40B4-BE49-F238E27FC236}">
                    <a16:creationId xmlns:a16="http://schemas.microsoft.com/office/drawing/2014/main" id="{059D5B88-2E6C-2B86-D802-AF0DBEB55E2E}"/>
                  </a:ext>
                </a:extLst>
              </p:cNvPr>
              <p:cNvSpPr/>
              <p:nvPr/>
            </p:nvSpPr>
            <p:spPr>
              <a:xfrm>
                <a:off x="392692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5" name="pg249">
                <a:extLst>
                  <a:ext uri="{FF2B5EF4-FFF2-40B4-BE49-F238E27FC236}">
                    <a16:creationId xmlns:a16="http://schemas.microsoft.com/office/drawing/2014/main" id="{D2DBE910-C225-1EBD-7314-5164B3499D80}"/>
                  </a:ext>
                </a:extLst>
              </p:cNvPr>
              <p:cNvSpPr/>
              <p:nvPr/>
            </p:nvSpPr>
            <p:spPr>
              <a:xfrm>
                <a:off x="425267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6" name="pg250">
                <a:extLst>
                  <a:ext uri="{FF2B5EF4-FFF2-40B4-BE49-F238E27FC236}">
                    <a16:creationId xmlns:a16="http://schemas.microsoft.com/office/drawing/2014/main" id="{FED9E97B-9CD2-E905-72B1-1453229F6300}"/>
                  </a:ext>
                </a:extLst>
              </p:cNvPr>
              <p:cNvSpPr/>
              <p:nvPr/>
            </p:nvSpPr>
            <p:spPr>
              <a:xfrm>
                <a:off x="433411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7" name="pg251">
                <a:extLst>
                  <a:ext uri="{FF2B5EF4-FFF2-40B4-BE49-F238E27FC236}">
                    <a16:creationId xmlns:a16="http://schemas.microsoft.com/office/drawing/2014/main" id="{42FC5FE4-05E9-CD56-303C-AA4DF2F24AE3}"/>
                  </a:ext>
                </a:extLst>
              </p:cNvPr>
              <p:cNvSpPr/>
              <p:nvPr/>
            </p:nvSpPr>
            <p:spPr>
              <a:xfrm>
                <a:off x="441554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8" name="pg252">
                <a:extLst>
                  <a:ext uri="{FF2B5EF4-FFF2-40B4-BE49-F238E27FC236}">
                    <a16:creationId xmlns:a16="http://schemas.microsoft.com/office/drawing/2014/main" id="{E301F3C2-AEFB-C0F5-7DF4-FBE11E2DB61F}"/>
                  </a:ext>
                </a:extLst>
              </p:cNvPr>
              <p:cNvSpPr/>
              <p:nvPr/>
            </p:nvSpPr>
            <p:spPr>
              <a:xfrm>
                <a:off x="449698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9" name="pg253">
                <a:extLst>
                  <a:ext uri="{FF2B5EF4-FFF2-40B4-BE49-F238E27FC236}">
                    <a16:creationId xmlns:a16="http://schemas.microsoft.com/office/drawing/2014/main" id="{E57F2DEE-AEAB-99BD-1464-A4404DD2DD41}"/>
                  </a:ext>
                </a:extLst>
              </p:cNvPr>
              <p:cNvSpPr/>
              <p:nvPr/>
            </p:nvSpPr>
            <p:spPr>
              <a:xfrm>
                <a:off x="457842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0" name="pg254">
                <a:extLst>
                  <a:ext uri="{FF2B5EF4-FFF2-40B4-BE49-F238E27FC236}">
                    <a16:creationId xmlns:a16="http://schemas.microsoft.com/office/drawing/2014/main" id="{EA84BE69-FBA7-6045-DB4F-D5AB2ADF92EA}"/>
                  </a:ext>
                </a:extLst>
              </p:cNvPr>
              <p:cNvSpPr/>
              <p:nvPr/>
            </p:nvSpPr>
            <p:spPr>
              <a:xfrm>
                <a:off x="465985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1" name="pg255">
                <a:extLst>
                  <a:ext uri="{FF2B5EF4-FFF2-40B4-BE49-F238E27FC236}">
                    <a16:creationId xmlns:a16="http://schemas.microsoft.com/office/drawing/2014/main" id="{122E286F-2479-5CE4-1F40-BEC6D0711384}"/>
                  </a:ext>
                </a:extLst>
              </p:cNvPr>
              <p:cNvSpPr/>
              <p:nvPr/>
            </p:nvSpPr>
            <p:spPr>
              <a:xfrm>
                <a:off x="474129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2" name="pg256">
                <a:extLst>
                  <a:ext uri="{FF2B5EF4-FFF2-40B4-BE49-F238E27FC236}">
                    <a16:creationId xmlns:a16="http://schemas.microsoft.com/office/drawing/2014/main" id="{66A1A6B4-8252-95BC-D776-A59EBBCA83B1}"/>
                  </a:ext>
                </a:extLst>
              </p:cNvPr>
              <p:cNvSpPr/>
              <p:nvPr/>
            </p:nvSpPr>
            <p:spPr>
              <a:xfrm>
                <a:off x="278680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3" name="pg257">
                <a:extLst>
                  <a:ext uri="{FF2B5EF4-FFF2-40B4-BE49-F238E27FC236}">
                    <a16:creationId xmlns:a16="http://schemas.microsoft.com/office/drawing/2014/main" id="{CABDF1E9-E003-BA33-5AB5-1B874E730159}"/>
                  </a:ext>
                </a:extLst>
              </p:cNvPr>
              <p:cNvSpPr/>
              <p:nvPr/>
            </p:nvSpPr>
            <p:spPr>
              <a:xfrm>
                <a:off x="286824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4" name="pg258">
                <a:extLst>
                  <a:ext uri="{FF2B5EF4-FFF2-40B4-BE49-F238E27FC236}">
                    <a16:creationId xmlns:a16="http://schemas.microsoft.com/office/drawing/2014/main" id="{E0BF071B-B407-E0DD-D048-996018061958}"/>
                  </a:ext>
                </a:extLst>
              </p:cNvPr>
              <p:cNvSpPr/>
              <p:nvPr/>
            </p:nvSpPr>
            <p:spPr>
              <a:xfrm>
                <a:off x="294967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5" name="pg259">
                <a:extLst>
                  <a:ext uri="{FF2B5EF4-FFF2-40B4-BE49-F238E27FC236}">
                    <a16:creationId xmlns:a16="http://schemas.microsoft.com/office/drawing/2014/main" id="{C989840A-F07D-B79F-A89A-4772C77B1608}"/>
                  </a:ext>
                </a:extLst>
              </p:cNvPr>
              <p:cNvSpPr/>
              <p:nvPr/>
            </p:nvSpPr>
            <p:spPr>
              <a:xfrm>
                <a:off x="303111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6" name="pg260">
                <a:extLst>
                  <a:ext uri="{FF2B5EF4-FFF2-40B4-BE49-F238E27FC236}">
                    <a16:creationId xmlns:a16="http://schemas.microsoft.com/office/drawing/2014/main" id="{3ADD8E55-7280-6445-D321-596450362015}"/>
                  </a:ext>
                </a:extLst>
              </p:cNvPr>
              <p:cNvSpPr/>
              <p:nvPr/>
            </p:nvSpPr>
            <p:spPr>
              <a:xfrm>
                <a:off x="311255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7" name="pg261">
                <a:extLst>
                  <a:ext uri="{FF2B5EF4-FFF2-40B4-BE49-F238E27FC236}">
                    <a16:creationId xmlns:a16="http://schemas.microsoft.com/office/drawing/2014/main" id="{FCAD0C48-F854-B9F5-2BF1-7BEBDD5B1CC8}"/>
                  </a:ext>
                </a:extLst>
              </p:cNvPr>
              <p:cNvSpPr/>
              <p:nvPr/>
            </p:nvSpPr>
            <p:spPr>
              <a:xfrm>
                <a:off x="319399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8" name="pg262">
                <a:extLst>
                  <a:ext uri="{FF2B5EF4-FFF2-40B4-BE49-F238E27FC236}">
                    <a16:creationId xmlns:a16="http://schemas.microsoft.com/office/drawing/2014/main" id="{EFCEC4B4-DE92-BC06-A666-0977BA3FFE51}"/>
                  </a:ext>
                </a:extLst>
              </p:cNvPr>
              <p:cNvSpPr/>
              <p:nvPr/>
            </p:nvSpPr>
            <p:spPr>
              <a:xfrm>
                <a:off x="327542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9" name="pg263">
                <a:extLst>
                  <a:ext uri="{FF2B5EF4-FFF2-40B4-BE49-F238E27FC236}">
                    <a16:creationId xmlns:a16="http://schemas.microsoft.com/office/drawing/2014/main" id="{0260E0DC-3DE7-8244-9A3E-1D523F94E517}"/>
                  </a:ext>
                </a:extLst>
              </p:cNvPr>
              <p:cNvSpPr/>
              <p:nvPr/>
            </p:nvSpPr>
            <p:spPr>
              <a:xfrm>
                <a:off x="335686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0" name="pg264">
                <a:extLst>
                  <a:ext uri="{FF2B5EF4-FFF2-40B4-BE49-F238E27FC236}">
                    <a16:creationId xmlns:a16="http://schemas.microsoft.com/office/drawing/2014/main" id="{8A51C263-58AB-55CC-E662-407891BB860E}"/>
                  </a:ext>
                </a:extLst>
              </p:cNvPr>
              <p:cNvSpPr/>
              <p:nvPr/>
            </p:nvSpPr>
            <p:spPr>
              <a:xfrm>
                <a:off x="343830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1" name="pg265">
                <a:extLst>
                  <a:ext uri="{FF2B5EF4-FFF2-40B4-BE49-F238E27FC236}">
                    <a16:creationId xmlns:a16="http://schemas.microsoft.com/office/drawing/2014/main" id="{E65ED11A-8138-9DB3-2092-3EABCF95EB18}"/>
                  </a:ext>
                </a:extLst>
              </p:cNvPr>
              <p:cNvSpPr/>
              <p:nvPr/>
            </p:nvSpPr>
            <p:spPr>
              <a:xfrm>
                <a:off x="351973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2" name="pg266">
                <a:extLst>
                  <a:ext uri="{FF2B5EF4-FFF2-40B4-BE49-F238E27FC236}">
                    <a16:creationId xmlns:a16="http://schemas.microsoft.com/office/drawing/2014/main" id="{C93FE17A-BDA5-FEAA-7328-22F7488E11B0}"/>
                  </a:ext>
                </a:extLst>
              </p:cNvPr>
              <p:cNvSpPr/>
              <p:nvPr/>
            </p:nvSpPr>
            <p:spPr>
              <a:xfrm>
                <a:off x="360117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3" name="pg267">
                <a:extLst>
                  <a:ext uri="{FF2B5EF4-FFF2-40B4-BE49-F238E27FC236}">
                    <a16:creationId xmlns:a16="http://schemas.microsoft.com/office/drawing/2014/main" id="{6C31D3C0-8C4B-447C-4816-6C981D1C3889}"/>
                  </a:ext>
                </a:extLst>
              </p:cNvPr>
              <p:cNvSpPr/>
              <p:nvPr/>
            </p:nvSpPr>
            <p:spPr>
              <a:xfrm>
                <a:off x="368261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4" name="pg268">
                <a:extLst>
                  <a:ext uri="{FF2B5EF4-FFF2-40B4-BE49-F238E27FC236}">
                    <a16:creationId xmlns:a16="http://schemas.microsoft.com/office/drawing/2014/main" id="{D71811EF-CE2D-9A89-F013-EFEFFB00C31C}"/>
                  </a:ext>
                </a:extLst>
              </p:cNvPr>
              <p:cNvSpPr/>
              <p:nvPr/>
            </p:nvSpPr>
            <p:spPr>
              <a:xfrm>
                <a:off x="376405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5" name="pg269">
                <a:extLst>
                  <a:ext uri="{FF2B5EF4-FFF2-40B4-BE49-F238E27FC236}">
                    <a16:creationId xmlns:a16="http://schemas.microsoft.com/office/drawing/2014/main" id="{39A9DF90-85BD-FC4F-459C-924FCCF87FB9}"/>
                  </a:ext>
                </a:extLst>
              </p:cNvPr>
              <p:cNvSpPr/>
              <p:nvPr/>
            </p:nvSpPr>
            <p:spPr>
              <a:xfrm>
                <a:off x="384548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6" name="pg270">
                <a:extLst>
                  <a:ext uri="{FF2B5EF4-FFF2-40B4-BE49-F238E27FC236}">
                    <a16:creationId xmlns:a16="http://schemas.microsoft.com/office/drawing/2014/main" id="{15D6B0CF-87A5-8E0C-8B0B-B3FB4569CDC1}"/>
                  </a:ext>
                </a:extLst>
              </p:cNvPr>
              <p:cNvSpPr/>
              <p:nvPr/>
            </p:nvSpPr>
            <p:spPr>
              <a:xfrm>
                <a:off x="392692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7" name="pg271">
                <a:extLst>
                  <a:ext uri="{FF2B5EF4-FFF2-40B4-BE49-F238E27FC236}">
                    <a16:creationId xmlns:a16="http://schemas.microsoft.com/office/drawing/2014/main" id="{FA70D6E9-E25B-D310-E873-5639565E5A44}"/>
                  </a:ext>
                </a:extLst>
              </p:cNvPr>
              <p:cNvSpPr/>
              <p:nvPr/>
            </p:nvSpPr>
            <p:spPr>
              <a:xfrm>
                <a:off x="425267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8" name="pg272">
                <a:extLst>
                  <a:ext uri="{FF2B5EF4-FFF2-40B4-BE49-F238E27FC236}">
                    <a16:creationId xmlns:a16="http://schemas.microsoft.com/office/drawing/2014/main" id="{CA456324-744D-CB7D-6489-FD3024812904}"/>
                  </a:ext>
                </a:extLst>
              </p:cNvPr>
              <p:cNvSpPr/>
              <p:nvPr/>
            </p:nvSpPr>
            <p:spPr>
              <a:xfrm>
                <a:off x="433411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9" name="pg273">
                <a:extLst>
                  <a:ext uri="{FF2B5EF4-FFF2-40B4-BE49-F238E27FC236}">
                    <a16:creationId xmlns:a16="http://schemas.microsoft.com/office/drawing/2014/main" id="{C35D6212-8551-46A5-247B-8B6B43582721}"/>
                  </a:ext>
                </a:extLst>
              </p:cNvPr>
              <p:cNvSpPr/>
              <p:nvPr/>
            </p:nvSpPr>
            <p:spPr>
              <a:xfrm>
                <a:off x="441554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0" name="pg274">
                <a:extLst>
                  <a:ext uri="{FF2B5EF4-FFF2-40B4-BE49-F238E27FC236}">
                    <a16:creationId xmlns:a16="http://schemas.microsoft.com/office/drawing/2014/main" id="{18602069-18EE-B073-A773-143C77805247}"/>
                  </a:ext>
                </a:extLst>
              </p:cNvPr>
              <p:cNvSpPr/>
              <p:nvPr/>
            </p:nvSpPr>
            <p:spPr>
              <a:xfrm>
                <a:off x="449698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1" name="pg275">
                <a:extLst>
                  <a:ext uri="{FF2B5EF4-FFF2-40B4-BE49-F238E27FC236}">
                    <a16:creationId xmlns:a16="http://schemas.microsoft.com/office/drawing/2014/main" id="{5F07C664-1013-BF3B-2F15-DF833A3FC8A3}"/>
                  </a:ext>
                </a:extLst>
              </p:cNvPr>
              <p:cNvSpPr/>
              <p:nvPr/>
            </p:nvSpPr>
            <p:spPr>
              <a:xfrm>
                <a:off x="457842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2" name="pg276">
                <a:extLst>
                  <a:ext uri="{FF2B5EF4-FFF2-40B4-BE49-F238E27FC236}">
                    <a16:creationId xmlns:a16="http://schemas.microsoft.com/office/drawing/2014/main" id="{B3C34365-34AE-C292-C2AD-4C6277B8F471}"/>
                  </a:ext>
                </a:extLst>
              </p:cNvPr>
              <p:cNvSpPr/>
              <p:nvPr/>
            </p:nvSpPr>
            <p:spPr>
              <a:xfrm>
                <a:off x="465985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3" name="pg277">
                <a:extLst>
                  <a:ext uri="{FF2B5EF4-FFF2-40B4-BE49-F238E27FC236}">
                    <a16:creationId xmlns:a16="http://schemas.microsoft.com/office/drawing/2014/main" id="{0740D08F-7199-28E0-05F0-0E021D32AA43}"/>
                  </a:ext>
                </a:extLst>
              </p:cNvPr>
              <p:cNvSpPr/>
              <p:nvPr/>
            </p:nvSpPr>
            <p:spPr>
              <a:xfrm>
                <a:off x="270536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4" name="pg278">
                <a:extLst>
                  <a:ext uri="{FF2B5EF4-FFF2-40B4-BE49-F238E27FC236}">
                    <a16:creationId xmlns:a16="http://schemas.microsoft.com/office/drawing/2014/main" id="{8790967F-E472-4862-9E81-4962ECE21534}"/>
                  </a:ext>
                </a:extLst>
              </p:cNvPr>
              <p:cNvSpPr/>
              <p:nvPr/>
            </p:nvSpPr>
            <p:spPr>
              <a:xfrm>
                <a:off x="278680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5" name="pg279">
                <a:extLst>
                  <a:ext uri="{FF2B5EF4-FFF2-40B4-BE49-F238E27FC236}">
                    <a16:creationId xmlns:a16="http://schemas.microsoft.com/office/drawing/2014/main" id="{FC846663-18F1-1AB0-4CDB-CAC3CB05656A}"/>
                  </a:ext>
                </a:extLst>
              </p:cNvPr>
              <p:cNvSpPr/>
              <p:nvPr/>
            </p:nvSpPr>
            <p:spPr>
              <a:xfrm>
                <a:off x="286824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6" name="pg280">
                <a:extLst>
                  <a:ext uri="{FF2B5EF4-FFF2-40B4-BE49-F238E27FC236}">
                    <a16:creationId xmlns:a16="http://schemas.microsoft.com/office/drawing/2014/main" id="{5AED2D4E-68B2-74A5-D11F-00A7AA1A17A2}"/>
                  </a:ext>
                </a:extLst>
              </p:cNvPr>
              <p:cNvSpPr/>
              <p:nvPr/>
            </p:nvSpPr>
            <p:spPr>
              <a:xfrm>
                <a:off x="294967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7" name="pg281">
                <a:extLst>
                  <a:ext uri="{FF2B5EF4-FFF2-40B4-BE49-F238E27FC236}">
                    <a16:creationId xmlns:a16="http://schemas.microsoft.com/office/drawing/2014/main" id="{95B9911B-1FD5-4673-3109-2168482F7911}"/>
                  </a:ext>
                </a:extLst>
              </p:cNvPr>
              <p:cNvSpPr/>
              <p:nvPr/>
            </p:nvSpPr>
            <p:spPr>
              <a:xfrm>
                <a:off x="303111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8" name="pg282">
                <a:extLst>
                  <a:ext uri="{FF2B5EF4-FFF2-40B4-BE49-F238E27FC236}">
                    <a16:creationId xmlns:a16="http://schemas.microsoft.com/office/drawing/2014/main" id="{EB497784-7424-F0B0-0470-2DEA1BB338FA}"/>
                  </a:ext>
                </a:extLst>
              </p:cNvPr>
              <p:cNvSpPr/>
              <p:nvPr/>
            </p:nvSpPr>
            <p:spPr>
              <a:xfrm>
                <a:off x="311255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9" name="pg283">
                <a:extLst>
                  <a:ext uri="{FF2B5EF4-FFF2-40B4-BE49-F238E27FC236}">
                    <a16:creationId xmlns:a16="http://schemas.microsoft.com/office/drawing/2014/main" id="{D9597C5A-3974-E2C1-A3A0-DCFCCEE8F1AD}"/>
                  </a:ext>
                </a:extLst>
              </p:cNvPr>
              <p:cNvSpPr/>
              <p:nvPr/>
            </p:nvSpPr>
            <p:spPr>
              <a:xfrm>
                <a:off x="319399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0" name="pg284">
                <a:extLst>
                  <a:ext uri="{FF2B5EF4-FFF2-40B4-BE49-F238E27FC236}">
                    <a16:creationId xmlns:a16="http://schemas.microsoft.com/office/drawing/2014/main" id="{73394041-2A2E-EC00-70A7-2520FBA8E80D}"/>
                  </a:ext>
                </a:extLst>
              </p:cNvPr>
              <p:cNvSpPr/>
              <p:nvPr/>
            </p:nvSpPr>
            <p:spPr>
              <a:xfrm>
                <a:off x="327542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1" name="pg285">
                <a:extLst>
                  <a:ext uri="{FF2B5EF4-FFF2-40B4-BE49-F238E27FC236}">
                    <a16:creationId xmlns:a16="http://schemas.microsoft.com/office/drawing/2014/main" id="{B18B8D1F-4D9A-FF85-25F1-CF760184CC95}"/>
                  </a:ext>
                </a:extLst>
              </p:cNvPr>
              <p:cNvSpPr/>
              <p:nvPr/>
            </p:nvSpPr>
            <p:spPr>
              <a:xfrm>
                <a:off x="335686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2" name="pg286">
                <a:extLst>
                  <a:ext uri="{FF2B5EF4-FFF2-40B4-BE49-F238E27FC236}">
                    <a16:creationId xmlns:a16="http://schemas.microsoft.com/office/drawing/2014/main" id="{B4DE761F-DFBD-2ACC-93E9-D2C6DB1FF4B8}"/>
                  </a:ext>
                </a:extLst>
              </p:cNvPr>
              <p:cNvSpPr/>
              <p:nvPr/>
            </p:nvSpPr>
            <p:spPr>
              <a:xfrm>
                <a:off x="343830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3" name="pg287">
                <a:extLst>
                  <a:ext uri="{FF2B5EF4-FFF2-40B4-BE49-F238E27FC236}">
                    <a16:creationId xmlns:a16="http://schemas.microsoft.com/office/drawing/2014/main" id="{54145F66-2BAA-E0D7-6D90-B4525A6A9DBF}"/>
                  </a:ext>
                </a:extLst>
              </p:cNvPr>
              <p:cNvSpPr/>
              <p:nvPr/>
            </p:nvSpPr>
            <p:spPr>
              <a:xfrm>
                <a:off x="351973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4" name="pg288">
                <a:extLst>
                  <a:ext uri="{FF2B5EF4-FFF2-40B4-BE49-F238E27FC236}">
                    <a16:creationId xmlns:a16="http://schemas.microsoft.com/office/drawing/2014/main" id="{55E5BBC6-5DF9-7288-4E54-204513932678}"/>
                  </a:ext>
                </a:extLst>
              </p:cNvPr>
              <p:cNvSpPr/>
              <p:nvPr/>
            </p:nvSpPr>
            <p:spPr>
              <a:xfrm>
                <a:off x="360117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5" name="pg289">
                <a:extLst>
                  <a:ext uri="{FF2B5EF4-FFF2-40B4-BE49-F238E27FC236}">
                    <a16:creationId xmlns:a16="http://schemas.microsoft.com/office/drawing/2014/main" id="{DEB9E9A3-374A-6204-0BA1-88CBC5A27BD8}"/>
                  </a:ext>
                </a:extLst>
              </p:cNvPr>
              <p:cNvSpPr/>
              <p:nvPr/>
            </p:nvSpPr>
            <p:spPr>
              <a:xfrm>
                <a:off x="368261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6" name="pg290">
                <a:extLst>
                  <a:ext uri="{FF2B5EF4-FFF2-40B4-BE49-F238E27FC236}">
                    <a16:creationId xmlns:a16="http://schemas.microsoft.com/office/drawing/2014/main" id="{743569B5-FE84-3CF2-4608-7C5EC91C4944}"/>
                  </a:ext>
                </a:extLst>
              </p:cNvPr>
              <p:cNvSpPr/>
              <p:nvPr/>
            </p:nvSpPr>
            <p:spPr>
              <a:xfrm>
                <a:off x="376405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7" name="pg291">
                <a:extLst>
                  <a:ext uri="{FF2B5EF4-FFF2-40B4-BE49-F238E27FC236}">
                    <a16:creationId xmlns:a16="http://schemas.microsoft.com/office/drawing/2014/main" id="{8F28A44B-44FC-6206-066F-197292541FFE}"/>
                  </a:ext>
                </a:extLst>
              </p:cNvPr>
              <p:cNvSpPr/>
              <p:nvPr/>
            </p:nvSpPr>
            <p:spPr>
              <a:xfrm>
                <a:off x="384548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8" name="pg292">
                <a:extLst>
                  <a:ext uri="{FF2B5EF4-FFF2-40B4-BE49-F238E27FC236}">
                    <a16:creationId xmlns:a16="http://schemas.microsoft.com/office/drawing/2014/main" id="{36A411A5-3C4E-DA53-6E9E-3F3701277E75}"/>
                  </a:ext>
                </a:extLst>
              </p:cNvPr>
              <p:cNvSpPr/>
              <p:nvPr/>
            </p:nvSpPr>
            <p:spPr>
              <a:xfrm>
                <a:off x="392692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9" name="pg293">
                <a:extLst>
                  <a:ext uri="{FF2B5EF4-FFF2-40B4-BE49-F238E27FC236}">
                    <a16:creationId xmlns:a16="http://schemas.microsoft.com/office/drawing/2014/main" id="{0C4CADC4-DEC1-4103-BF6E-A414290F65E5}"/>
                  </a:ext>
                </a:extLst>
              </p:cNvPr>
              <p:cNvSpPr/>
              <p:nvPr/>
            </p:nvSpPr>
            <p:spPr>
              <a:xfrm>
                <a:off x="400836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0" name="pg294">
                <a:extLst>
                  <a:ext uri="{FF2B5EF4-FFF2-40B4-BE49-F238E27FC236}">
                    <a16:creationId xmlns:a16="http://schemas.microsoft.com/office/drawing/2014/main" id="{1B47E546-9109-B4F5-2313-6BA8A66C8B5C}"/>
                  </a:ext>
                </a:extLst>
              </p:cNvPr>
              <p:cNvSpPr/>
              <p:nvPr/>
            </p:nvSpPr>
            <p:spPr>
              <a:xfrm>
                <a:off x="425267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1" name="pg295">
                <a:extLst>
                  <a:ext uri="{FF2B5EF4-FFF2-40B4-BE49-F238E27FC236}">
                    <a16:creationId xmlns:a16="http://schemas.microsoft.com/office/drawing/2014/main" id="{06CF4740-84AF-4135-E8FD-C12E7E8C6101}"/>
                  </a:ext>
                </a:extLst>
              </p:cNvPr>
              <p:cNvSpPr/>
              <p:nvPr/>
            </p:nvSpPr>
            <p:spPr>
              <a:xfrm>
                <a:off x="433411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2" name="pg296">
                <a:extLst>
                  <a:ext uri="{FF2B5EF4-FFF2-40B4-BE49-F238E27FC236}">
                    <a16:creationId xmlns:a16="http://schemas.microsoft.com/office/drawing/2014/main" id="{29ADF2FC-A826-5695-1C81-08F581E9010B}"/>
                  </a:ext>
                </a:extLst>
              </p:cNvPr>
              <p:cNvSpPr/>
              <p:nvPr/>
            </p:nvSpPr>
            <p:spPr>
              <a:xfrm>
                <a:off x="441554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3" name="pg297">
                <a:extLst>
                  <a:ext uri="{FF2B5EF4-FFF2-40B4-BE49-F238E27FC236}">
                    <a16:creationId xmlns:a16="http://schemas.microsoft.com/office/drawing/2014/main" id="{977F7B76-9DF6-D4AA-A96F-EB81F51CA8AD}"/>
                  </a:ext>
                </a:extLst>
              </p:cNvPr>
              <p:cNvSpPr/>
              <p:nvPr/>
            </p:nvSpPr>
            <p:spPr>
              <a:xfrm>
                <a:off x="449698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4" name="pg298">
                <a:extLst>
                  <a:ext uri="{FF2B5EF4-FFF2-40B4-BE49-F238E27FC236}">
                    <a16:creationId xmlns:a16="http://schemas.microsoft.com/office/drawing/2014/main" id="{69822DD6-34D2-2657-83DE-E3E30AFF848C}"/>
                  </a:ext>
                </a:extLst>
              </p:cNvPr>
              <p:cNvSpPr/>
              <p:nvPr/>
            </p:nvSpPr>
            <p:spPr>
              <a:xfrm>
                <a:off x="457842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5" name="pg299">
                <a:extLst>
                  <a:ext uri="{FF2B5EF4-FFF2-40B4-BE49-F238E27FC236}">
                    <a16:creationId xmlns:a16="http://schemas.microsoft.com/office/drawing/2014/main" id="{948BC166-EA23-B194-E003-367A12C68848}"/>
                  </a:ext>
                </a:extLst>
              </p:cNvPr>
              <p:cNvSpPr/>
              <p:nvPr/>
            </p:nvSpPr>
            <p:spPr>
              <a:xfrm>
                <a:off x="465985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6" name="pg300">
                <a:extLst>
                  <a:ext uri="{FF2B5EF4-FFF2-40B4-BE49-F238E27FC236}">
                    <a16:creationId xmlns:a16="http://schemas.microsoft.com/office/drawing/2014/main" id="{D5AA6890-8BF4-69E8-1B17-62BDDF360A98}"/>
                  </a:ext>
                </a:extLst>
              </p:cNvPr>
              <p:cNvSpPr/>
              <p:nvPr/>
            </p:nvSpPr>
            <p:spPr>
              <a:xfrm>
                <a:off x="270536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7" name="pg301">
                <a:extLst>
                  <a:ext uri="{FF2B5EF4-FFF2-40B4-BE49-F238E27FC236}">
                    <a16:creationId xmlns:a16="http://schemas.microsoft.com/office/drawing/2014/main" id="{245B28CB-65DF-8432-68AB-448ABAA87BB3}"/>
                  </a:ext>
                </a:extLst>
              </p:cNvPr>
              <p:cNvSpPr/>
              <p:nvPr/>
            </p:nvSpPr>
            <p:spPr>
              <a:xfrm>
                <a:off x="278680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8" name="pg302">
                <a:extLst>
                  <a:ext uri="{FF2B5EF4-FFF2-40B4-BE49-F238E27FC236}">
                    <a16:creationId xmlns:a16="http://schemas.microsoft.com/office/drawing/2014/main" id="{6335D174-F8AA-2B3B-BDCC-3F107807DE4B}"/>
                  </a:ext>
                </a:extLst>
              </p:cNvPr>
              <p:cNvSpPr/>
              <p:nvPr/>
            </p:nvSpPr>
            <p:spPr>
              <a:xfrm>
                <a:off x="286824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9" name="pg303">
                <a:extLst>
                  <a:ext uri="{FF2B5EF4-FFF2-40B4-BE49-F238E27FC236}">
                    <a16:creationId xmlns:a16="http://schemas.microsoft.com/office/drawing/2014/main" id="{03CC4FB4-21BE-1BFF-A690-10B21D5E2082}"/>
                  </a:ext>
                </a:extLst>
              </p:cNvPr>
              <p:cNvSpPr/>
              <p:nvPr/>
            </p:nvSpPr>
            <p:spPr>
              <a:xfrm>
                <a:off x="294967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0" name="pg304">
                <a:extLst>
                  <a:ext uri="{FF2B5EF4-FFF2-40B4-BE49-F238E27FC236}">
                    <a16:creationId xmlns:a16="http://schemas.microsoft.com/office/drawing/2014/main" id="{A388A146-0414-12BB-6732-89F2F3DB37F4}"/>
                  </a:ext>
                </a:extLst>
              </p:cNvPr>
              <p:cNvSpPr/>
              <p:nvPr/>
            </p:nvSpPr>
            <p:spPr>
              <a:xfrm>
                <a:off x="303111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1" name="pg305">
                <a:extLst>
                  <a:ext uri="{FF2B5EF4-FFF2-40B4-BE49-F238E27FC236}">
                    <a16:creationId xmlns:a16="http://schemas.microsoft.com/office/drawing/2014/main" id="{3CB5B4BD-7AFC-F7D7-DC0B-28F7E0042860}"/>
                  </a:ext>
                </a:extLst>
              </p:cNvPr>
              <p:cNvSpPr/>
              <p:nvPr/>
            </p:nvSpPr>
            <p:spPr>
              <a:xfrm>
                <a:off x="311255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2" name="pg306">
                <a:extLst>
                  <a:ext uri="{FF2B5EF4-FFF2-40B4-BE49-F238E27FC236}">
                    <a16:creationId xmlns:a16="http://schemas.microsoft.com/office/drawing/2014/main" id="{AF7B4929-980D-77E2-B2C6-4D4352CE4FE7}"/>
                  </a:ext>
                </a:extLst>
              </p:cNvPr>
              <p:cNvSpPr/>
              <p:nvPr/>
            </p:nvSpPr>
            <p:spPr>
              <a:xfrm>
                <a:off x="319399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3" name="pg307">
                <a:extLst>
                  <a:ext uri="{FF2B5EF4-FFF2-40B4-BE49-F238E27FC236}">
                    <a16:creationId xmlns:a16="http://schemas.microsoft.com/office/drawing/2014/main" id="{7F326B22-5127-ACB3-1C17-7F9967E0C11F}"/>
                  </a:ext>
                </a:extLst>
              </p:cNvPr>
              <p:cNvSpPr/>
              <p:nvPr/>
            </p:nvSpPr>
            <p:spPr>
              <a:xfrm>
                <a:off x="327542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4" name="pg308">
                <a:extLst>
                  <a:ext uri="{FF2B5EF4-FFF2-40B4-BE49-F238E27FC236}">
                    <a16:creationId xmlns:a16="http://schemas.microsoft.com/office/drawing/2014/main" id="{8A98B269-2198-4124-CB0E-1DE7025E853B}"/>
                  </a:ext>
                </a:extLst>
              </p:cNvPr>
              <p:cNvSpPr/>
              <p:nvPr/>
            </p:nvSpPr>
            <p:spPr>
              <a:xfrm>
                <a:off x="335686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5" name="pg309">
                <a:extLst>
                  <a:ext uri="{FF2B5EF4-FFF2-40B4-BE49-F238E27FC236}">
                    <a16:creationId xmlns:a16="http://schemas.microsoft.com/office/drawing/2014/main" id="{87F71D34-9938-5BF6-A5A6-FC2A5D4156C8}"/>
                  </a:ext>
                </a:extLst>
              </p:cNvPr>
              <p:cNvSpPr/>
              <p:nvPr/>
            </p:nvSpPr>
            <p:spPr>
              <a:xfrm>
                <a:off x="343830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6" name="pg310">
                <a:extLst>
                  <a:ext uri="{FF2B5EF4-FFF2-40B4-BE49-F238E27FC236}">
                    <a16:creationId xmlns:a16="http://schemas.microsoft.com/office/drawing/2014/main" id="{BF6067B8-CF5B-4203-9D3F-B6B853A7740C}"/>
                  </a:ext>
                </a:extLst>
              </p:cNvPr>
              <p:cNvSpPr/>
              <p:nvPr/>
            </p:nvSpPr>
            <p:spPr>
              <a:xfrm>
                <a:off x="351973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7" name="pg311">
                <a:extLst>
                  <a:ext uri="{FF2B5EF4-FFF2-40B4-BE49-F238E27FC236}">
                    <a16:creationId xmlns:a16="http://schemas.microsoft.com/office/drawing/2014/main" id="{1554BCA4-7C31-5E94-4B5A-5A9778171B80}"/>
                  </a:ext>
                </a:extLst>
              </p:cNvPr>
              <p:cNvSpPr/>
              <p:nvPr/>
            </p:nvSpPr>
            <p:spPr>
              <a:xfrm>
                <a:off x="360117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8" name="pg312">
                <a:extLst>
                  <a:ext uri="{FF2B5EF4-FFF2-40B4-BE49-F238E27FC236}">
                    <a16:creationId xmlns:a16="http://schemas.microsoft.com/office/drawing/2014/main" id="{427E906D-4547-EDF4-FC16-21CB5801F8EC}"/>
                  </a:ext>
                </a:extLst>
              </p:cNvPr>
              <p:cNvSpPr/>
              <p:nvPr/>
            </p:nvSpPr>
            <p:spPr>
              <a:xfrm>
                <a:off x="368261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9" name="pg313">
                <a:extLst>
                  <a:ext uri="{FF2B5EF4-FFF2-40B4-BE49-F238E27FC236}">
                    <a16:creationId xmlns:a16="http://schemas.microsoft.com/office/drawing/2014/main" id="{1070EF1F-A1B3-4F55-8F7A-80A6657CE72A}"/>
                  </a:ext>
                </a:extLst>
              </p:cNvPr>
              <p:cNvSpPr/>
              <p:nvPr/>
            </p:nvSpPr>
            <p:spPr>
              <a:xfrm>
                <a:off x="376405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0" name="pg314">
                <a:extLst>
                  <a:ext uri="{FF2B5EF4-FFF2-40B4-BE49-F238E27FC236}">
                    <a16:creationId xmlns:a16="http://schemas.microsoft.com/office/drawing/2014/main" id="{87EC9BC3-110F-51DC-409F-3C8E3B4DEA94}"/>
                  </a:ext>
                </a:extLst>
              </p:cNvPr>
              <p:cNvSpPr/>
              <p:nvPr/>
            </p:nvSpPr>
            <p:spPr>
              <a:xfrm>
                <a:off x="384548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1" name="pg315">
                <a:extLst>
                  <a:ext uri="{FF2B5EF4-FFF2-40B4-BE49-F238E27FC236}">
                    <a16:creationId xmlns:a16="http://schemas.microsoft.com/office/drawing/2014/main" id="{1791FB8B-47D8-3FBB-D710-2F3F98ED9EA5}"/>
                  </a:ext>
                </a:extLst>
              </p:cNvPr>
              <p:cNvSpPr/>
              <p:nvPr/>
            </p:nvSpPr>
            <p:spPr>
              <a:xfrm>
                <a:off x="392692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2" name="pg316">
                <a:extLst>
                  <a:ext uri="{FF2B5EF4-FFF2-40B4-BE49-F238E27FC236}">
                    <a16:creationId xmlns:a16="http://schemas.microsoft.com/office/drawing/2014/main" id="{33378FA4-27DA-29F7-3C4F-7134BBEE124A}"/>
                  </a:ext>
                </a:extLst>
              </p:cNvPr>
              <p:cNvSpPr/>
              <p:nvPr/>
            </p:nvSpPr>
            <p:spPr>
              <a:xfrm>
                <a:off x="400836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3" name="pg317">
                <a:extLst>
                  <a:ext uri="{FF2B5EF4-FFF2-40B4-BE49-F238E27FC236}">
                    <a16:creationId xmlns:a16="http://schemas.microsoft.com/office/drawing/2014/main" id="{8C3148FC-28E8-6DA7-FB3B-92D986A9C9F3}"/>
                  </a:ext>
                </a:extLst>
              </p:cNvPr>
              <p:cNvSpPr/>
              <p:nvPr/>
            </p:nvSpPr>
            <p:spPr>
              <a:xfrm>
                <a:off x="408979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4" name="pg318">
                <a:extLst>
                  <a:ext uri="{FF2B5EF4-FFF2-40B4-BE49-F238E27FC236}">
                    <a16:creationId xmlns:a16="http://schemas.microsoft.com/office/drawing/2014/main" id="{71035FB6-D53D-4E2A-A8FD-8CC42DB1BFDE}"/>
                  </a:ext>
                </a:extLst>
              </p:cNvPr>
              <p:cNvSpPr/>
              <p:nvPr/>
            </p:nvSpPr>
            <p:spPr>
              <a:xfrm>
                <a:off x="433411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5" name="pg319">
                <a:extLst>
                  <a:ext uri="{FF2B5EF4-FFF2-40B4-BE49-F238E27FC236}">
                    <a16:creationId xmlns:a16="http://schemas.microsoft.com/office/drawing/2014/main" id="{E80533BF-8634-427A-27B4-570659CBC11A}"/>
                  </a:ext>
                </a:extLst>
              </p:cNvPr>
              <p:cNvSpPr/>
              <p:nvPr/>
            </p:nvSpPr>
            <p:spPr>
              <a:xfrm>
                <a:off x="441554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6" name="pg320">
                <a:extLst>
                  <a:ext uri="{FF2B5EF4-FFF2-40B4-BE49-F238E27FC236}">
                    <a16:creationId xmlns:a16="http://schemas.microsoft.com/office/drawing/2014/main" id="{BF5A62AB-D18A-23E5-C018-65B8FA3B1750}"/>
                  </a:ext>
                </a:extLst>
              </p:cNvPr>
              <p:cNvSpPr/>
              <p:nvPr/>
            </p:nvSpPr>
            <p:spPr>
              <a:xfrm>
                <a:off x="449698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7" name="pg321">
                <a:extLst>
                  <a:ext uri="{FF2B5EF4-FFF2-40B4-BE49-F238E27FC236}">
                    <a16:creationId xmlns:a16="http://schemas.microsoft.com/office/drawing/2014/main" id="{89A5115B-1A9C-0001-52B8-52817BB95400}"/>
                  </a:ext>
                </a:extLst>
              </p:cNvPr>
              <p:cNvSpPr/>
              <p:nvPr/>
            </p:nvSpPr>
            <p:spPr>
              <a:xfrm>
                <a:off x="457842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8" name="pg322">
                <a:extLst>
                  <a:ext uri="{FF2B5EF4-FFF2-40B4-BE49-F238E27FC236}">
                    <a16:creationId xmlns:a16="http://schemas.microsoft.com/office/drawing/2014/main" id="{559D720D-5720-C95C-4784-BD897B7A7103}"/>
                  </a:ext>
                </a:extLst>
              </p:cNvPr>
              <p:cNvSpPr/>
              <p:nvPr/>
            </p:nvSpPr>
            <p:spPr>
              <a:xfrm>
                <a:off x="465985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9" name="pg323">
                <a:extLst>
                  <a:ext uri="{FF2B5EF4-FFF2-40B4-BE49-F238E27FC236}">
                    <a16:creationId xmlns:a16="http://schemas.microsoft.com/office/drawing/2014/main" id="{52CF6568-8B89-5290-F967-EC063FD95FE0}"/>
                  </a:ext>
                </a:extLst>
              </p:cNvPr>
              <p:cNvSpPr/>
              <p:nvPr/>
            </p:nvSpPr>
            <p:spPr>
              <a:xfrm>
                <a:off x="270536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0" name="pg324">
                <a:extLst>
                  <a:ext uri="{FF2B5EF4-FFF2-40B4-BE49-F238E27FC236}">
                    <a16:creationId xmlns:a16="http://schemas.microsoft.com/office/drawing/2014/main" id="{458FDC6D-92FE-A103-1AFD-9A5FF2CDAC72}"/>
                  </a:ext>
                </a:extLst>
              </p:cNvPr>
              <p:cNvSpPr/>
              <p:nvPr/>
            </p:nvSpPr>
            <p:spPr>
              <a:xfrm>
                <a:off x="278680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1" name="pg325">
                <a:extLst>
                  <a:ext uri="{FF2B5EF4-FFF2-40B4-BE49-F238E27FC236}">
                    <a16:creationId xmlns:a16="http://schemas.microsoft.com/office/drawing/2014/main" id="{845B9BDF-CF84-57F7-023B-05EE18E8BE5C}"/>
                  </a:ext>
                </a:extLst>
              </p:cNvPr>
              <p:cNvSpPr/>
              <p:nvPr/>
            </p:nvSpPr>
            <p:spPr>
              <a:xfrm>
                <a:off x="286824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2" name="pg326">
                <a:extLst>
                  <a:ext uri="{FF2B5EF4-FFF2-40B4-BE49-F238E27FC236}">
                    <a16:creationId xmlns:a16="http://schemas.microsoft.com/office/drawing/2014/main" id="{2CAA7909-623A-192F-9A61-6D94E884F83F}"/>
                  </a:ext>
                </a:extLst>
              </p:cNvPr>
              <p:cNvSpPr/>
              <p:nvPr/>
            </p:nvSpPr>
            <p:spPr>
              <a:xfrm>
                <a:off x="294967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3" name="pg327">
                <a:extLst>
                  <a:ext uri="{FF2B5EF4-FFF2-40B4-BE49-F238E27FC236}">
                    <a16:creationId xmlns:a16="http://schemas.microsoft.com/office/drawing/2014/main" id="{70748949-8501-89C3-388F-5441BB0E16E6}"/>
                  </a:ext>
                </a:extLst>
              </p:cNvPr>
              <p:cNvSpPr/>
              <p:nvPr/>
            </p:nvSpPr>
            <p:spPr>
              <a:xfrm>
                <a:off x="303111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4" name="pg328">
                <a:extLst>
                  <a:ext uri="{FF2B5EF4-FFF2-40B4-BE49-F238E27FC236}">
                    <a16:creationId xmlns:a16="http://schemas.microsoft.com/office/drawing/2014/main" id="{C9E52024-AA9C-52DC-B684-E27209B07050}"/>
                  </a:ext>
                </a:extLst>
              </p:cNvPr>
              <p:cNvSpPr/>
              <p:nvPr/>
            </p:nvSpPr>
            <p:spPr>
              <a:xfrm>
                <a:off x="311255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5" name="pg329">
                <a:extLst>
                  <a:ext uri="{FF2B5EF4-FFF2-40B4-BE49-F238E27FC236}">
                    <a16:creationId xmlns:a16="http://schemas.microsoft.com/office/drawing/2014/main" id="{A7E8D9B6-7A3A-EB71-98FD-8225FBEB2A98}"/>
                  </a:ext>
                </a:extLst>
              </p:cNvPr>
              <p:cNvSpPr/>
              <p:nvPr/>
            </p:nvSpPr>
            <p:spPr>
              <a:xfrm>
                <a:off x="319399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6" name="pg330">
                <a:extLst>
                  <a:ext uri="{FF2B5EF4-FFF2-40B4-BE49-F238E27FC236}">
                    <a16:creationId xmlns:a16="http://schemas.microsoft.com/office/drawing/2014/main" id="{D7B14C32-5FEA-744A-19AF-F5CA18BF1A02}"/>
                  </a:ext>
                </a:extLst>
              </p:cNvPr>
              <p:cNvSpPr/>
              <p:nvPr/>
            </p:nvSpPr>
            <p:spPr>
              <a:xfrm>
                <a:off x="327542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7" name="pg331">
                <a:extLst>
                  <a:ext uri="{FF2B5EF4-FFF2-40B4-BE49-F238E27FC236}">
                    <a16:creationId xmlns:a16="http://schemas.microsoft.com/office/drawing/2014/main" id="{0E6139EC-44CB-084D-DCA3-C2558D9C85A4}"/>
                  </a:ext>
                </a:extLst>
              </p:cNvPr>
              <p:cNvSpPr/>
              <p:nvPr/>
            </p:nvSpPr>
            <p:spPr>
              <a:xfrm>
                <a:off x="335686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8" name="pg332">
                <a:extLst>
                  <a:ext uri="{FF2B5EF4-FFF2-40B4-BE49-F238E27FC236}">
                    <a16:creationId xmlns:a16="http://schemas.microsoft.com/office/drawing/2014/main" id="{741049C4-E8F3-5311-825E-8319D7E2CDF9}"/>
                  </a:ext>
                </a:extLst>
              </p:cNvPr>
              <p:cNvSpPr/>
              <p:nvPr/>
            </p:nvSpPr>
            <p:spPr>
              <a:xfrm>
                <a:off x="343830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9" name="pg333">
                <a:extLst>
                  <a:ext uri="{FF2B5EF4-FFF2-40B4-BE49-F238E27FC236}">
                    <a16:creationId xmlns:a16="http://schemas.microsoft.com/office/drawing/2014/main" id="{75010D5A-3AD8-0CCC-893D-3AFE16437177}"/>
                  </a:ext>
                </a:extLst>
              </p:cNvPr>
              <p:cNvSpPr/>
              <p:nvPr/>
            </p:nvSpPr>
            <p:spPr>
              <a:xfrm>
                <a:off x="351973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0" name="pg334">
                <a:extLst>
                  <a:ext uri="{FF2B5EF4-FFF2-40B4-BE49-F238E27FC236}">
                    <a16:creationId xmlns:a16="http://schemas.microsoft.com/office/drawing/2014/main" id="{0EB3DC81-B2A8-4129-C2C5-11593788FB8B}"/>
                  </a:ext>
                </a:extLst>
              </p:cNvPr>
              <p:cNvSpPr/>
              <p:nvPr/>
            </p:nvSpPr>
            <p:spPr>
              <a:xfrm>
                <a:off x="360117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1" name="pg335">
                <a:extLst>
                  <a:ext uri="{FF2B5EF4-FFF2-40B4-BE49-F238E27FC236}">
                    <a16:creationId xmlns:a16="http://schemas.microsoft.com/office/drawing/2014/main" id="{EAF390CB-0453-1AC4-1A79-F04BDB34326B}"/>
                  </a:ext>
                </a:extLst>
              </p:cNvPr>
              <p:cNvSpPr/>
              <p:nvPr/>
            </p:nvSpPr>
            <p:spPr>
              <a:xfrm>
                <a:off x="368261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2" name="pg336">
                <a:extLst>
                  <a:ext uri="{FF2B5EF4-FFF2-40B4-BE49-F238E27FC236}">
                    <a16:creationId xmlns:a16="http://schemas.microsoft.com/office/drawing/2014/main" id="{346C415D-02C2-1109-5CDB-B1CEA49B5443}"/>
                  </a:ext>
                </a:extLst>
              </p:cNvPr>
              <p:cNvSpPr/>
              <p:nvPr/>
            </p:nvSpPr>
            <p:spPr>
              <a:xfrm>
                <a:off x="376405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3" name="pg337">
                <a:extLst>
                  <a:ext uri="{FF2B5EF4-FFF2-40B4-BE49-F238E27FC236}">
                    <a16:creationId xmlns:a16="http://schemas.microsoft.com/office/drawing/2014/main" id="{0920864E-FEC1-1E45-5B9E-992B62AA59E1}"/>
                  </a:ext>
                </a:extLst>
              </p:cNvPr>
              <p:cNvSpPr/>
              <p:nvPr/>
            </p:nvSpPr>
            <p:spPr>
              <a:xfrm>
                <a:off x="384548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4" name="pg338">
                <a:extLst>
                  <a:ext uri="{FF2B5EF4-FFF2-40B4-BE49-F238E27FC236}">
                    <a16:creationId xmlns:a16="http://schemas.microsoft.com/office/drawing/2014/main" id="{4F60E24A-6353-519A-3348-9822BED00FF0}"/>
                  </a:ext>
                </a:extLst>
              </p:cNvPr>
              <p:cNvSpPr/>
              <p:nvPr/>
            </p:nvSpPr>
            <p:spPr>
              <a:xfrm>
                <a:off x="392692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5" name="pg339">
                <a:extLst>
                  <a:ext uri="{FF2B5EF4-FFF2-40B4-BE49-F238E27FC236}">
                    <a16:creationId xmlns:a16="http://schemas.microsoft.com/office/drawing/2014/main" id="{BD04A0E9-037D-9B4D-8D07-1CF9EDCD31DC}"/>
                  </a:ext>
                </a:extLst>
              </p:cNvPr>
              <p:cNvSpPr/>
              <p:nvPr/>
            </p:nvSpPr>
            <p:spPr>
              <a:xfrm>
                <a:off x="400836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6" name="pg340">
                <a:extLst>
                  <a:ext uri="{FF2B5EF4-FFF2-40B4-BE49-F238E27FC236}">
                    <a16:creationId xmlns:a16="http://schemas.microsoft.com/office/drawing/2014/main" id="{CBC8EB64-381E-6235-462F-AB2376664B8C}"/>
                  </a:ext>
                </a:extLst>
              </p:cNvPr>
              <p:cNvSpPr/>
              <p:nvPr/>
            </p:nvSpPr>
            <p:spPr>
              <a:xfrm>
                <a:off x="408979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7" name="pg341">
                <a:extLst>
                  <a:ext uri="{FF2B5EF4-FFF2-40B4-BE49-F238E27FC236}">
                    <a16:creationId xmlns:a16="http://schemas.microsoft.com/office/drawing/2014/main" id="{39E8B9FB-8571-02B7-F41B-DBC38347E40A}"/>
                  </a:ext>
                </a:extLst>
              </p:cNvPr>
              <p:cNvSpPr/>
              <p:nvPr/>
            </p:nvSpPr>
            <p:spPr>
              <a:xfrm>
                <a:off x="425267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8" name="pg342">
                <a:extLst>
                  <a:ext uri="{FF2B5EF4-FFF2-40B4-BE49-F238E27FC236}">
                    <a16:creationId xmlns:a16="http://schemas.microsoft.com/office/drawing/2014/main" id="{F82016A0-9928-2AE0-4471-AA439B3FAE58}"/>
                  </a:ext>
                </a:extLst>
              </p:cNvPr>
              <p:cNvSpPr/>
              <p:nvPr/>
            </p:nvSpPr>
            <p:spPr>
              <a:xfrm>
                <a:off x="433411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9" name="pg343">
                <a:extLst>
                  <a:ext uri="{FF2B5EF4-FFF2-40B4-BE49-F238E27FC236}">
                    <a16:creationId xmlns:a16="http://schemas.microsoft.com/office/drawing/2014/main" id="{8B932567-6F97-9398-30C4-8DDF7C7C899C}"/>
                  </a:ext>
                </a:extLst>
              </p:cNvPr>
              <p:cNvSpPr/>
              <p:nvPr/>
            </p:nvSpPr>
            <p:spPr>
              <a:xfrm>
                <a:off x="441554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0" name="pg344">
                <a:extLst>
                  <a:ext uri="{FF2B5EF4-FFF2-40B4-BE49-F238E27FC236}">
                    <a16:creationId xmlns:a16="http://schemas.microsoft.com/office/drawing/2014/main" id="{9FFADDD0-AA09-32F6-07D7-623D8F4A8A76}"/>
                  </a:ext>
                </a:extLst>
              </p:cNvPr>
              <p:cNvSpPr/>
              <p:nvPr/>
            </p:nvSpPr>
            <p:spPr>
              <a:xfrm>
                <a:off x="449698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1" name="pg345">
                <a:extLst>
                  <a:ext uri="{FF2B5EF4-FFF2-40B4-BE49-F238E27FC236}">
                    <a16:creationId xmlns:a16="http://schemas.microsoft.com/office/drawing/2014/main" id="{2DD33BCB-2042-58CD-FFF6-0A5F63D8A7CF}"/>
                  </a:ext>
                </a:extLst>
              </p:cNvPr>
              <p:cNvSpPr/>
              <p:nvPr/>
            </p:nvSpPr>
            <p:spPr>
              <a:xfrm>
                <a:off x="457842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2" name="pg346">
                <a:extLst>
                  <a:ext uri="{FF2B5EF4-FFF2-40B4-BE49-F238E27FC236}">
                    <a16:creationId xmlns:a16="http://schemas.microsoft.com/office/drawing/2014/main" id="{C10525EA-3CC7-1C08-7A59-6794C8376ED6}"/>
                  </a:ext>
                </a:extLst>
              </p:cNvPr>
              <p:cNvSpPr/>
              <p:nvPr/>
            </p:nvSpPr>
            <p:spPr>
              <a:xfrm>
                <a:off x="465985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3" name="pg347">
                <a:extLst>
                  <a:ext uri="{FF2B5EF4-FFF2-40B4-BE49-F238E27FC236}">
                    <a16:creationId xmlns:a16="http://schemas.microsoft.com/office/drawing/2014/main" id="{E49326A6-ACB2-A016-6471-5B4ABCF5C6D7}"/>
                  </a:ext>
                </a:extLst>
              </p:cNvPr>
              <p:cNvSpPr/>
              <p:nvPr/>
            </p:nvSpPr>
            <p:spPr>
              <a:xfrm>
                <a:off x="278680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4" name="pg348">
                <a:extLst>
                  <a:ext uri="{FF2B5EF4-FFF2-40B4-BE49-F238E27FC236}">
                    <a16:creationId xmlns:a16="http://schemas.microsoft.com/office/drawing/2014/main" id="{F5393570-0DFF-5044-9AFA-614F05505A43}"/>
                  </a:ext>
                </a:extLst>
              </p:cNvPr>
              <p:cNvSpPr/>
              <p:nvPr/>
            </p:nvSpPr>
            <p:spPr>
              <a:xfrm>
                <a:off x="286824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5" name="pg349">
                <a:extLst>
                  <a:ext uri="{FF2B5EF4-FFF2-40B4-BE49-F238E27FC236}">
                    <a16:creationId xmlns:a16="http://schemas.microsoft.com/office/drawing/2014/main" id="{08DBC3EA-854A-A57D-B76C-D760252FD456}"/>
                  </a:ext>
                </a:extLst>
              </p:cNvPr>
              <p:cNvSpPr/>
              <p:nvPr/>
            </p:nvSpPr>
            <p:spPr>
              <a:xfrm>
                <a:off x="294967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6" name="pg350">
                <a:extLst>
                  <a:ext uri="{FF2B5EF4-FFF2-40B4-BE49-F238E27FC236}">
                    <a16:creationId xmlns:a16="http://schemas.microsoft.com/office/drawing/2014/main" id="{8CC73FB8-491C-530B-E9F1-2F410EE3EFF8}"/>
                  </a:ext>
                </a:extLst>
              </p:cNvPr>
              <p:cNvSpPr/>
              <p:nvPr/>
            </p:nvSpPr>
            <p:spPr>
              <a:xfrm>
                <a:off x="303111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7" name="pg351">
                <a:extLst>
                  <a:ext uri="{FF2B5EF4-FFF2-40B4-BE49-F238E27FC236}">
                    <a16:creationId xmlns:a16="http://schemas.microsoft.com/office/drawing/2014/main" id="{B68C52AF-99F7-F57B-D195-81BAEBD81D2C}"/>
                  </a:ext>
                </a:extLst>
              </p:cNvPr>
              <p:cNvSpPr/>
              <p:nvPr/>
            </p:nvSpPr>
            <p:spPr>
              <a:xfrm>
                <a:off x="311255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8" name="pg352">
                <a:extLst>
                  <a:ext uri="{FF2B5EF4-FFF2-40B4-BE49-F238E27FC236}">
                    <a16:creationId xmlns:a16="http://schemas.microsoft.com/office/drawing/2014/main" id="{3AB15B5C-C1C0-CA5B-57FA-EB65D065B648}"/>
                  </a:ext>
                </a:extLst>
              </p:cNvPr>
              <p:cNvSpPr/>
              <p:nvPr/>
            </p:nvSpPr>
            <p:spPr>
              <a:xfrm>
                <a:off x="319399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9" name="pg353">
                <a:extLst>
                  <a:ext uri="{FF2B5EF4-FFF2-40B4-BE49-F238E27FC236}">
                    <a16:creationId xmlns:a16="http://schemas.microsoft.com/office/drawing/2014/main" id="{FC3C5DAD-2E3B-BEEA-50B9-24767D5B02E1}"/>
                  </a:ext>
                </a:extLst>
              </p:cNvPr>
              <p:cNvSpPr/>
              <p:nvPr/>
            </p:nvSpPr>
            <p:spPr>
              <a:xfrm>
                <a:off x="327542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0" name="pg354">
                <a:extLst>
                  <a:ext uri="{FF2B5EF4-FFF2-40B4-BE49-F238E27FC236}">
                    <a16:creationId xmlns:a16="http://schemas.microsoft.com/office/drawing/2014/main" id="{6640F1CA-D1FC-8CA5-390F-DEA9C5BEF350}"/>
                  </a:ext>
                </a:extLst>
              </p:cNvPr>
              <p:cNvSpPr/>
              <p:nvPr/>
            </p:nvSpPr>
            <p:spPr>
              <a:xfrm>
                <a:off x="335686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1" name="pg355">
                <a:extLst>
                  <a:ext uri="{FF2B5EF4-FFF2-40B4-BE49-F238E27FC236}">
                    <a16:creationId xmlns:a16="http://schemas.microsoft.com/office/drawing/2014/main" id="{D7B1C9F5-A840-81C9-5FD5-7225E7291F39}"/>
                  </a:ext>
                </a:extLst>
              </p:cNvPr>
              <p:cNvSpPr/>
              <p:nvPr/>
            </p:nvSpPr>
            <p:spPr>
              <a:xfrm>
                <a:off x="343830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2" name="pg356">
                <a:extLst>
                  <a:ext uri="{FF2B5EF4-FFF2-40B4-BE49-F238E27FC236}">
                    <a16:creationId xmlns:a16="http://schemas.microsoft.com/office/drawing/2014/main" id="{85F744FF-ADFB-46D5-702F-883702FFF5C7}"/>
                  </a:ext>
                </a:extLst>
              </p:cNvPr>
              <p:cNvSpPr/>
              <p:nvPr/>
            </p:nvSpPr>
            <p:spPr>
              <a:xfrm>
                <a:off x="351973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3" name="pg357">
                <a:extLst>
                  <a:ext uri="{FF2B5EF4-FFF2-40B4-BE49-F238E27FC236}">
                    <a16:creationId xmlns:a16="http://schemas.microsoft.com/office/drawing/2014/main" id="{34013BE6-448F-D94B-5B80-CFEE97946413}"/>
                  </a:ext>
                </a:extLst>
              </p:cNvPr>
              <p:cNvSpPr/>
              <p:nvPr/>
            </p:nvSpPr>
            <p:spPr>
              <a:xfrm>
                <a:off x="360117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4" name="pg358">
                <a:extLst>
                  <a:ext uri="{FF2B5EF4-FFF2-40B4-BE49-F238E27FC236}">
                    <a16:creationId xmlns:a16="http://schemas.microsoft.com/office/drawing/2014/main" id="{E04AE727-72B2-E3EE-FF48-05DB74AC1135}"/>
                  </a:ext>
                </a:extLst>
              </p:cNvPr>
              <p:cNvSpPr/>
              <p:nvPr/>
            </p:nvSpPr>
            <p:spPr>
              <a:xfrm>
                <a:off x="368261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5" name="pg359">
                <a:extLst>
                  <a:ext uri="{FF2B5EF4-FFF2-40B4-BE49-F238E27FC236}">
                    <a16:creationId xmlns:a16="http://schemas.microsoft.com/office/drawing/2014/main" id="{8BDBA1EF-B9F7-A1FA-FECB-D87144B74E70}"/>
                  </a:ext>
                </a:extLst>
              </p:cNvPr>
              <p:cNvSpPr/>
              <p:nvPr/>
            </p:nvSpPr>
            <p:spPr>
              <a:xfrm>
                <a:off x="376405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6" name="pg360">
                <a:extLst>
                  <a:ext uri="{FF2B5EF4-FFF2-40B4-BE49-F238E27FC236}">
                    <a16:creationId xmlns:a16="http://schemas.microsoft.com/office/drawing/2014/main" id="{9C0159F8-F188-D390-EDBF-646FA776ACDA}"/>
                  </a:ext>
                </a:extLst>
              </p:cNvPr>
              <p:cNvSpPr/>
              <p:nvPr/>
            </p:nvSpPr>
            <p:spPr>
              <a:xfrm>
                <a:off x="384548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7" name="pg361">
                <a:extLst>
                  <a:ext uri="{FF2B5EF4-FFF2-40B4-BE49-F238E27FC236}">
                    <a16:creationId xmlns:a16="http://schemas.microsoft.com/office/drawing/2014/main" id="{E7E582F2-FC02-CB99-85B2-0324F7A662A1}"/>
                  </a:ext>
                </a:extLst>
              </p:cNvPr>
              <p:cNvSpPr/>
              <p:nvPr/>
            </p:nvSpPr>
            <p:spPr>
              <a:xfrm>
                <a:off x="392692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8" name="pg362">
                <a:extLst>
                  <a:ext uri="{FF2B5EF4-FFF2-40B4-BE49-F238E27FC236}">
                    <a16:creationId xmlns:a16="http://schemas.microsoft.com/office/drawing/2014/main" id="{A23671E7-160B-9B98-74F6-8B6A89802A4A}"/>
                  </a:ext>
                </a:extLst>
              </p:cNvPr>
              <p:cNvSpPr/>
              <p:nvPr/>
            </p:nvSpPr>
            <p:spPr>
              <a:xfrm>
                <a:off x="400836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9" name="pg363">
                <a:extLst>
                  <a:ext uri="{FF2B5EF4-FFF2-40B4-BE49-F238E27FC236}">
                    <a16:creationId xmlns:a16="http://schemas.microsoft.com/office/drawing/2014/main" id="{99CE4A80-20FD-416D-F185-D8ED65D4E7BF}"/>
                  </a:ext>
                </a:extLst>
              </p:cNvPr>
              <p:cNvSpPr/>
              <p:nvPr/>
            </p:nvSpPr>
            <p:spPr>
              <a:xfrm>
                <a:off x="408979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0" name="pg364">
                <a:extLst>
                  <a:ext uri="{FF2B5EF4-FFF2-40B4-BE49-F238E27FC236}">
                    <a16:creationId xmlns:a16="http://schemas.microsoft.com/office/drawing/2014/main" id="{2BCA3C43-D465-116C-BE5A-FE913E16C53B}"/>
                  </a:ext>
                </a:extLst>
              </p:cNvPr>
              <p:cNvSpPr/>
              <p:nvPr/>
            </p:nvSpPr>
            <p:spPr>
              <a:xfrm>
                <a:off x="417123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1" name="pg365">
                <a:extLst>
                  <a:ext uri="{FF2B5EF4-FFF2-40B4-BE49-F238E27FC236}">
                    <a16:creationId xmlns:a16="http://schemas.microsoft.com/office/drawing/2014/main" id="{8D8D4913-2246-BA2A-FEDB-B689C25B08DF}"/>
                  </a:ext>
                </a:extLst>
              </p:cNvPr>
              <p:cNvSpPr/>
              <p:nvPr/>
            </p:nvSpPr>
            <p:spPr>
              <a:xfrm>
                <a:off x="425267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2" name="pg366">
                <a:extLst>
                  <a:ext uri="{FF2B5EF4-FFF2-40B4-BE49-F238E27FC236}">
                    <a16:creationId xmlns:a16="http://schemas.microsoft.com/office/drawing/2014/main" id="{EE2A99D2-D71B-8F05-D83E-0FC8D99090B5}"/>
                  </a:ext>
                </a:extLst>
              </p:cNvPr>
              <p:cNvSpPr/>
              <p:nvPr/>
            </p:nvSpPr>
            <p:spPr>
              <a:xfrm>
                <a:off x="433411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3" name="pg367">
                <a:extLst>
                  <a:ext uri="{FF2B5EF4-FFF2-40B4-BE49-F238E27FC236}">
                    <a16:creationId xmlns:a16="http://schemas.microsoft.com/office/drawing/2014/main" id="{6322A6AB-1200-A048-5248-A2F58179DCE1}"/>
                  </a:ext>
                </a:extLst>
              </p:cNvPr>
              <p:cNvSpPr/>
              <p:nvPr/>
            </p:nvSpPr>
            <p:spPr>
              <a:xfrm>
                <a:off x="441554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4" name="pg368">
                <a:extLst>
                  <a:ext uri="{FF2B5EF4-FFF2-40B4-BE49-F238E27FC236}">
                    <a16:creationId xmlns:a16="http://schemas.microsoft.com/office/drawing/2014/main" id="{7065F430-4673-EBC5-F8DD-962678506E93}"/>
                  </a:ext>
                </a:extLst>
              </p:cNvPr>
              <p:cNvSpPr/>
              <p:nvPr/>
            </p:nvSpPr>
            <p:spPr>
              <a:xfrm>
                <a:off x="449698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5" name="pg369">
                <a:extLst>
                  <a:ext uri="{FF2B5EF4-FFF2-40B4-BE49-F238E27FC236}">
                    <a16:creationId xmlns:a16="http://schemas.microsoft.com/office/drawing/2014/main" id="{C3C1A759-FBB4-B973-984E-8A3EA3AE3B46}"/>
                  </a:ext>
                </a:extLst>
              </p:cNvPr>
              <p:cNvSpPr/>
              <p:nvPr/>
            </p:nvSpPr>
            <p:spPr>
              <a:xfrm>
                <a:off x="457842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6" name="pg370">
                <a:extLst>
                  <a:ext uri="{FF2B5EF4-FFF2-40B4-BE49-F238E27FC236}">
                    <a16:creationId xmlns:a16="http://schemas.microsoft.com/office/drawing/2014/main" id="{D01F4E02-FCB5-E0C7-5D24-66FB2AA6CDBD}"/>
                  </a:ext>
                </a:extLst>
              </p:cNvPr>
              <p:cNvSpPr/>
              <p:nvPr/>
            </p:nvSpPr>
            <p:spPr>
              <a:xfrm>
                <a:off x="465985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7" name="pg371">
                <a:extLst>
                  <a:ext uri="{FF2B5EF4-FFF2-40B4-BE49-F238E27FC236}">
                    <a16:creationId xmlns:a16="http://schemas.microsoft.com/office/drawing/2014/main" id="{6EF70C6B-A446-7173-2730-5967C8B19271}"/>
                  </a:ext>
                </a:extLst>
              </p:cNvPr>
              <p:cNvSpPr/>
              <p:nvPr/>
            </p:nvSpPr>
            <p:spPr>
              <a:xfrm>
                <a:off x="286824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8" name="pg372">
                <a:extLst>
                  <a:ext uri="{FF2B5EF4-FFF2-40B4-BE49-F238E27FC236}">
                    <a16:creationId xmlns:a16="http://schemas.microsoft.com/office/drawing/2014/main" id="{1C29A015-778C-244F-4AF8-05FB8B9F19D6}"/>
                  </a:ext>
                </a:extLst>
              </p:cNvPr>
              <p:cNvSpPr/>
              <p:nvPr/>
            </p:nvSpPr>
            <p:spPr>
              <a:xfrm>
                <a:off x="294967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9" name="pg373">
                <a:extLst>
                  <a:ext uri="{FF2B5EF4-FFF2-40B4-BE49-F238E27FC236}">
                    <a16:creationId xmlns:a16="http://schemas.microsoft.com/office/drawing/2014/main" id="{4134171F-21FE-579C-FB2C-30C2BF848082}"/>
                  </a:ext>
                </a:extLst>
              </p:cNvPr>
              <p:cNvSpPr/>
              <p:nvPr/>
            </p:nvSpPr>
            <p:spPr>
              <a:xfrm>
                <a:off x="303111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0" name="pg374">
                <a:extLst>
                  <a:ext uri="{FF2B5EF4-FFF2-40B4-BE49-F238E27FC236}">
                    <a16:creationId xmlns:a16="http://schemas.microsoft.com/office/drawing/2014/main" id="{5BB351DF-2075-ED26-2D5A-978561A6419E}"/>
                  </a:ext>
                </a:extLst>
              </p:cNvPr>
              <p:cNvSpPr/>
              <p:nvPr/>
            </p:nvSpPr>
            <p:spPr>
              <a:xfrm>
                <a:off x="311255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1" name="pg375">
                <a:extLst>
                  <a:ext uri="{FF2B5EF4-FFF2-40B4-BE49-F238E27FC236}">
                    <a16:creationId xmlns:a16="http://schemas.microsoft.com/office/drawing/2014/main" id="{E6EA1326-9C60-87EE-70B0-D892CD24CA5B}"/>
                  </a:ext>
                </a:extLst>
              </p:cNvPr>
              <p:cNvSpPr/>
              <p:nvPr/>
            </p:nvSpPr>
            <p:spPr>
              <a:xfrm>
                <a:off x="319399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2" name="pg376">
                <a:extLst>
                  <a:ext uri="{FF2B5EF4-FFF2-40B4-BE49-F238E27FC236}">
                    <a16:creationId xmlns:a16="http://schemas.microsoft.com/office/drawing/2014/main" id="{DF3AF831-9216-D0C7-7B85-B9993BBB9277}"/>
                  </a:ext>
                </a:extLst>
              </p:cNvPr>
              <p:cNvSpPr/>
              <p:nvPr/>
            </p:nvSpPr>
            <p:spPr>
              <a:xfrm>
                <a:off x="327542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3" name="pg377">
                <a:extLst>
                  <a:ext uri="{FF2B5EF4-FFF2-40B4-BE49-F238E27FC236}">
                    <a16:creationId xmlns:a16="http://schemas.microsoft.com/office/drawing/2014/main" id="{013A80FD-D610-43B1-C543-BA84B2E39F59}"/>
                  </a:ext>
                </a:extLst>
              </p:cNvPr>
              <p:cNvSpPr/>
              <p:nvPr/>
            </p:nvSpPr>
            <p:spPr>
              <a:xfrm>
                <a:off x="335686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4" name="pg378">
                <a:extLst>
                  <a:ext uri="{FF2B5EF4-FFF2-40B4-BE49-F238E27FC236}">
                    <a16:creationId xmlns:a16="http://schemas.microsoft.com/office/drawing/2014/main" id="{8AC783C7-0E4B-5935-4AFF-3D1FBD85FB7F}"/>
                  </a:ext>
                </a:extLst>
              </p:cNvPr>
              <p:cNvSpPr/>
              <p:nvPr/>
            </p:nvSpPr>
            <p:spPr>
              <a:xfrm>
                <a:off x="343830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5" name="pg379">
                <a:extLst>
                  <a:ext uri="{FF2B5EF4-FFF2-40B4-BE49-F238E27FC236}">
                    <a16:creationId xmlns:a16="http://schemas.microsoft.com/office/drawing/2014/main" id="{9897BED7-521F-A73B-03C2-55A367488587}"/>
                  </a:ext>
                </a:extLst>
              </p:cNvPr>
              <p:cNvSpPr/>
              <p:nvPr/>
            </p:nvSpPr>
            <p:spPr>
              <a:xfrm>
                <a:off x="351973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6" name="pg380">
                <a:extLst>
                  <a:ext uri="{FF2B5EF4-FFF2-40B4-BE49-F238E27FC236}">
                    <a16:creationId xmlns:a16="http://schemas.microsoft.com/office/drawing/2014/main" id="{800AF63A-3D2C-8307-7C7C-15E3D5EEC349}"/>
                  </a:ext>
                </a:extLst>
              </p:cNvPr>
              <p:cNvSpPr/>
              <p:nvPr/>
            </p:nvSpPr>
            <p:spPr>
              <a:xfrm>
                <a:off x="360117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7" name="pg381">
                <a:extLst>
                  <a:ext uri="{FF2B5EF4-FFF2-40B4-BE49-F238E27FC236}">
                    <a16:creationId xmlns:a16="http://schemas.microsoft.com/office/drawing/2014/main" id="{EB937D87-4385-1592-238F-6F4DFC813940}"/>
                  </a:ext>
                </a:extLst>
              </p:cNvPr>
              <p:cNvSpPr/>
              <p:nvPr/>
            </p:nvSpPr>
            <p:spPr>
              <a:xfrm>
                <a:off x="368261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8" name="pg382">
                <a:extLst>
                  <a:ext uri="{FF2B5EF4-FFF2-40B4-BE49-F238E27FC236}">
                    <a16:creationId xmlns:a16="http://schemas.microsoft.com/office/drawing/2014/main" id="{82E78AEE-9849-659E-D6F3-3A64F255956A}"/>
                  </a:ext>
                </a:extLst>
              </p:cNvPr>
              <p:cNvSpPr/>
              <p:nvPr/>
            </p:nvSpPr>
            <p:spPr>
              <a:xfrm>
                <a:off x="376405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9" name="pg383">
                <a:extLst>
                  <a:ext uri="{FF2B5EF4-FFF2-40B4-BE49-F238E27FC236}">
                    <a16:creationId xmlns:a16="http://schemas.microsoft.com/office/drawing/2014/main" id="{E952406C-326B-0505-47AA-8E35E04E00DE}"/>
                  </a:ext>
                </a:extLst>
              </p:cNvPr>
              <p:cNvSpPr/>
              <p:nvPr/>
            </p:nvSpPr>
            <p:spPr>
              <a:xfrm>
                <a:off x="384548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0" name="pg384">
                <a:extLst>
                  <a:ext uri="{FF2B5EF4-FFF2-40B4-BE49-F238E27FC236}">
                    <a16:creationId xmlns:a16="http://schemas.microsoft.com/office/drawing/2014/main" id="{A940C67B-C087-B7D6-EAA0-529184C4D81B}"/>
                  </a:ext>
                </a:extLst>
              </p:cNvPr>
              <p:cNvSpPr/>
              <p:nvPr/>
            </p:nvSpPr>
            <p:spPr>
              <a:xfrm>
                <a:off x="392692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1" name="pg385">
                <a:extLst>
                  <a:ext uri="{FF2B5EF4-FFF2-40B4-BE49-F238E27FC236}">
                    <a16:creationId xmlns:a16="http://schemas.microsoft.com/office/drawing/2014/main" id="{F54DE9EB-2F8B-6AEF-70E0-73754BF433DF}"/>
                  </a:ext>
                </a:extLst>
              </p:cNvPr>
              <p:cNvSpPr/>
              <p:nvPr/>
            </p:nvSpPr>
            <p:spPr>
              <a:xfrm>
                <a:off x="400836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2" name="pg386">
                <a:extLst>
                  <a:ext uri="{FF2B5EF4-FFF2-40B4-BE49-F238E27FC236}">
                    <a16:creationId xmlns:a16="http://schemas.microsoft.com/office/drawing/2014/main" id="{B7A4987D-6D68-A4B3-159D-77D85BF5CF3E}"/>
                  </a:ext>
                </a:extLst>
              </p:cNvPr>
              <p:cNvSpPr/>
              <p:nvPr/>
            </p:nvSpPr>
            <p:spPr>
              <a:xfrm>
                <a:off x="408979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3" name="pg387">
                <a:extLst>
                  <a:ext uri="{FF2B5EF4-FFF2-40B4-BE49-F238E27FC236}">
                    <a16:creationId xmlns:a16="http://schemas.microsoft.com/office/drawing/2014/main" id="{3EF1B5C2-2800-22E5-9F0E-B26CE7B97962}"/>
                  </a:ext>
                </a:extLst>
              </p:cNvPr>
              <p:cNvSpPr/>
              <p:nvPr/>
            </p:nvSpPr>
            <p:spPr>
              <a:xfrm>
                <a:off x="417123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4" name="pg388">
                <a:extLst>
                  <a:ext uri="{FF2B5EF4-FFF2-40B4-BE49-F238E27FC236}">
                    <a16:creationId xmlns:a16="http://schemas.microsoft.com/office/drawing/2014/main" id="{24709B3A-75CD-8E46-F5E4-4A05889FEC73}"/>
                  </a:ext>
                </a:extLst>
              </p:cNvPr>
              <p:cNvSpPr/>
              <p:nvPr/>
            </p:nvSpPr>
            <p:spPr>
              <a:xfrm>
                <a:off x="425267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5" name="pg389">
                <a:extLst>
                  <a:ext uri="{FF2B5EF4-FFF2-40B4-BE49-F238E27FC236}">
                    <a16:creationId xmlns:a16="http://schemas.microsoft.com/office/drawing/2014/main" id="{BE98FECB-CB90-4CF4-1698-22C7ADE1B11D}"/>
                  </a:ext>
                </a:extLst>
              </p:cNvPr>
              <p:cNvSpPr/>
              <p:nvPr/>
            </p:nvSpPr>
            <p:spPr>
              <a:xfrm>
                <a:off x="433411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6" name="pg390">
                <a:extLst>
                  <a:ext uri="{FF2B5EF4-FFF2-40B4-BE49-F238E27FC236}">
                    <a16:creationId xmlns:a16="http://schemas.microsoft.com/office/drawing/2014/main" id="{5D47203D-0837-5F0C-2A27-9DEBCF8DEAA0}"/>
                  </a:ext>
                </a:extLst>
              </p:cNvPr>
              <p:cNvSpPr/>
              <p:nvPr/>
            </p:nvSpPr>
            <p:spPr>
              <a:xfrm>
                <a:off x="441554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7" name="pg391">
                <a:extLst>
                  <a:ext uri="{FF2B5EF4-FFF2-40B4-BE49-F238E27FC236}">
                    <a16:creationId xmlns:a16="http://schemas.microsoft.com/office/drawing/2014/main" id="{94160763-89C2-4A4C-FACB-4A035AF11D6A}"/>
                  </a:ext>
                </a:extLst>
              </p:cNvPr>
              <p:cNvSpPr/>
              <p:nvPr/>
            </p:nvSpPr>
            <p:spPr>
              <a:xfrm>
                <a:off x="449698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8" name="pg392">
                <a:extLst>
                  <a:ext uri="{FF2B5EF4-FFF2-40B4-BE49-F238E27FC236}">
                    <a16:creationId xmlns:a16="http://schemas.microsoft.com/office/drawing/2014/main" id="{72B871A8-B178-5B78-DE48-CC0A08A0F7A9}"/>
                  </a:ext>
                </a:extLst>
              </p:cNvPr>
              <p:cNvSpPr/>
              <p:nvPr/>
            </p:nvSpPr>
            <p:spPr>
              <a:xfrm>
                <a:off x="457842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9" name="pg393">
                <a:extLst>
                  <a:ext uri="{FF2B5EF4-FFF2-40B4-BE49-F238E27FC236}">
                    <a16:creationId xmlns:a16="http://schemas.microsoft.com/office/drawing/2014/main" id="{2C26CA2A-F2E9-EC30-893B-C6827E6B7F7A}"/>
                  </a:ext>
                </a:extLst>
              </p:cNvPr>
              <p:cNvSpPr/>
              <p:nvPr/>
            </p:nvSpPr>
            <p:spPr>
              <a:xfrm>
                <a:off x="286824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0" name="pg394">
                <a:extLst>
                  <a:ext uri="{FF2B5EF4-FFF2-40B4-BE49-F238E27FC236}">
                    <a16:creationId xmlns:a16="http://schemas.microsoft.com/office/drawing/2014/main" id="{B9DBD74B-B688-4705-8FA5-86F9757C0ACB}"/>
                  </a:ext>
                </a:extLst>
              </p:cNvPr>
              <p:cNvSpPr/>
              <p:nvPr/>
            </p:nvSpPr>
            <p:spPr>
              <a:xfrm>
                <a:off x="294967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1" name="pg395">
                <a:extLst>
                  <a:ext uri="{FF2B5EF4-FFF2-40B4-BE49-F238E27FC236}">
                    <a16:creationId xmlns:a16="http://schemas.microsoft.com/office/drawing/2014/main" id="{3FF17B69-4BB9-2148-C14D-FDBC80A3598A}"/>
                  </a:ext>
                </a:extLst>
              </p:cNvPr>
              <p:cNvSpPr/>
              <p:nvPr/>
            </p:nvSpPr>
            <p:spPr>
              <a:xfrm>
                <a:off x="303111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2" name="pg396">
                <a:extLst>
                  <a:ext uri="{FF2B5EF4-FFF2-40B4-BE49-F238E27FC236}">
                    <a16:creationId xmlns:a16="http://schemas.microsoft.com/office/drawing/2014/main" id="{2879A78D-30D7-719E-3B85-D94D6AD12B65}"/>
                  </a:ext>
                </a:extLst>
              </p:cNvPr>
              <p:cNvSpPr/>
              <p:nvPr/>
            </p:nvSpPr>
            <p:spPr>
              <a:xfrm>
                <a:off x="311255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3" name="pg397">
                <a:extLst>
                  <a:ext uri="{FF2B5EF4-FFF2-40B4-BE49-F238E27FC236}">
                    <a16:creationId xmlns:a16="http://schemas.microsoft.com/office/drawing/2014/main" id="{552075BD-DB9B-04F1-AF68-0144BB5B3CF0}"/>
                  </a:ext>
                </a:extLst>
              </p:cNvPr>
              <p:cNvSpPr/>
              <p:nvPr/>
            </p:nvSpPr>
            <p:spPr>
              <a:xfrm>
                <a:off x="319399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4" name="pg398">
                <a:extLst>
                  <a:ext uri="{FF2B5EF4-FFF2-40B4-BE49-F238E27FC236}">
                    <a16:creationId xmlns:a16="http://schemas.microsoft.com/office/drawing/2014/main" id="{81315291-C4E1-94E4-6C63-1E70CA7BEDF2}"/>
                  </a:ext>
                </a:extLst>
              </p:cNvPr>
              <p:cNvSpPr/>
              <p:nvPr/>
            </p:nvSpPr>
            <p:spPr>
              <a:xfrm>
                <a:off x="327542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5" name="pg399">
                <a:extLst>
                  <a:ext uri="{FF2B5EF4-FFF2-40B4-BE49-F238E27FC236}">
                    <a16:creationId xmlns:a16="http://schemas.microsoft.com/office/drawing/2014/main" id="{029DEA80-9A36-FC9B-85F3-B5B2FD9A89EB}"/>
                  </a:ext>
                </a:extLst>
              </p:cNvPr>
              <p:cNvSpPr/>
              <p:nvPr/>
            </p:nvSpPr>
            <p:spPr>
              <a:xfrm>
                <a:off x="335686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6" name="pg400">
                <a:extLst>
                  <a:ext uri="{FF2B5EF4-FFF2-40B4-BE49-F238E27FC236}">
                    <a16:creationId xmlns:a16="http://schemas.microsoft.com/office/drawing/2014/main" id="{4E55E1EE-90ED-6D5C-946A-94D8669469A3}"/>
                  </a:ext>
                </a:extLst>
              </p:cNvPr>
              <p:cNvSpPr/>
              <p:nvPr/>
            </p:nvSpPr>
            <p:spPr>
              <a:xfrm>
                <a:off x="343830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7" name="pg401">
                <a:extLst>
                  <a:ext uri="{FF2B5EF4-FFF2-40B4-BE49-F238E27FC236}">
                    <a16:creationId xmlns:a16="http://schemas.microsoft.com/office/drawing/2014/main" id="{CE46362F-D031-722E-AD17-CD82F9192905}"/>
                  </a:ext>
                </a:extLst>
              </p:cNvPr>
              <p:cNvSpPr/>
              <p:nvPr/>
            </p:nvSpPr>
            <p:spPr>
              <a:xfrm>
                <a:off x="351973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8" name="pg402">
                <a:extLst>
                  <a:ext uri="{FF2B5EF4-FFF2-40B4-BE49-F238E27FC236}">
                    <a16:creationId xmlns:a16="http://schemas.microsoft.com/office/drawing/2014/main" id="{A8BD43A7-20EA-3985-B9B7-4510F3A51472}"/>
                  </a:ext>
                </a:extLst>
              </p:cNvPr>
              <p:cNvSpPr/>
              <p:nvPr/>
            </p:nvSpPr>
            <p:spPr>
              <a:xfrm>
                <a:off x="360117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9" name="pg403">
                <a:extLst>
                  <a:ext uri="{FF2B5EF4-FFF2-40B4-BE49-F238E27FC236}">
                    <a16:creationId xmlns:a16="http://schemas.microsoft.com/office/drawing/2014/main" id="{739FC46A-E764-8AE8-E712-E5E935C31A07}"/>
                  </a:ext>
                </a:extLst>
              </p:cNvPr>
              <p:cNvSpPr/>
              <p:nvPr/>
            </p:nvSpPr>
            <p:spPr>
              <a:xfrm>
                <a:off x="368261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0" name="pg404">
                <a:extLst>
                  <a:ext uri="{FF2B5EF4-FFF2-40B4-BE49-F238E27FC236}">
                    <a16:creationId xmlns:a16="http://schemas.microsoft.com/office/drawing/2014/main" id="{9EE79281-62BB-D018-0F3D-CCC39992F126}"/>
                  </a:ext>
                </a:extLst>
              </p:cNvPr>
              <p:cNvSpPr/>
              <p:nvPr/>
            </p:nvSpPr>
            <p:spPr>
              <a:xfrm>
                <a:off x="376405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1" name="pg405">
                <a:extLst>
                  <a:ext uri="{FF2B5EF4-FFF2-40B4-BE49-F238E27FC236}">
                    <a16:creationId xmlns:a16="http://schemas.microsoft.com/office/drawing/2014/main" id="{4BBC77BF-CE6E-5D23-DB92-80B138D06883}"/>
                  </a:ext>
                </a:extLst>
              </p:cNvPr>
              <p:cNvSpPr/>
              <p:nvPr/>
            </p:nvSpPr>
            <p:spPr>
              <a:xfrm>
                <a:off x="384548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2" name="pg406">
                <a:extLst>
                  <a:ext uri="{FF2B5EF4-FFF2-40B4-BE49-F238E27FC236}">
                    <a16:creationId xmlns:a16="http://schemas.microsoft.com/office/drawing/2014/main" id="{9D891AFE-10F1-C802-0D54-FA6CD9158890}"/>
                  </a:ext>
                </a:extLst>
              </p:cNvPr>
              <p:cNvSpPr/>
              <p:nvPr/>
            </p:nvSpPr>
            <p:spPr>
              <a:xfrm>
                <a:off x="392692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3" name="pg407">
                <a:extLst>
                  <a:ext uri="{FF2B5EF4-FFF2-40B4-BE49-F238E27FC236}">
                    <a16:creationId xmlns:a16="http://schemas.microsoft.com/office/drawing/2014/main" id="{74A0A77B-2A2F-83E0-CFD5-CAE18ECB182D}"/>
                  </a:ext>
                </a:extLst>
              </p:cNvPr>
              <p:cNvSpPr/>
              <p:nvPr/>
            </p:nvSpPr>
            <p:spPr>
              <a:xfrm>
                <a:off x="400836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4" name="pg408">
                <a:extLst>
                  <a:ext uri="{FF2B5EF4-FFF2-40B4-BE49-F238E27FC236}">
                    <a16:creationId xmlns:a16="http://schemas.microsoft.com/office/drawing/2014/main" id="{B24D6710-A157-404A-4120-72CFF8EA428A}"/>
                  </a:ext>
                </a:extLst>
              </p:cNvPr>
              <p:cNvSpPr/>
              <p:nvPr/>
            </p:nvSpPr>
            <p:spPr>
              <a:xfrm>
                <a:off x="408979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5" name="pg409">
                <a:extLst>
                  <a:ext uri="{FF2B5EF4-FFF2-40B4-BE49-F238E27FC236}">
                    <a16:creationId xmlns:a16="http://schemas.microsoft.com/office/drawing/2014/main" id="{49714A72-E739-FFBD-4E33-5CC354AD2C70}"/>
                  </a:ext>
                </a:extLst>
              </p:cNvPr>
              <p:cNvSpPr/>
              <p:nvPr/>
            </p:nvSpPr>
            <p:spPr>
              <a:xfrm>
                <a:off x="417123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6" name="pg410">
                <a:extLst>
                  <a:ext uri="{FF2B5EF4-FFF2-40B4-BE49-F238E27FC236}">
                    <a16:creationId xmlns:a16="http://schemas.microsoft.com/office/drawing/2014/main" id="{D7EAEB05-927F-B221-AEFF-C5E79CC5891D}"/>
                  </a:ext>
                </a:extLst>
              </p:cNvPr>
              <p:cNvSpPr/>
              <p:nvPr/>
            </p:nvSpPr>
            <p:spPr>
              <a:xfrm>
                <a:off x="425267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7" name="pg411">
                <a:extLst>
                  <a:ext uri="{FF2B5EF4-FFF2-40B4-BE49-F238E27FC236}">
                    <a16:creationId xmlns:a16="http://schemas.microsoft.com/office/drawing/2014/main" id="{5868E6B9-D212-9885-0EAA-85C6DDB6B723}"/>
                  </a:ext>
                </a:extLst>
              </p:cNvPr>
              <p:cNvSpPr/>
              <p:nvPr/>
            </p:nvSpPr>
            <p:spPr>
              <a:xfrm>
                <a:off x="433411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8" name="pg412">
                <a:extLst>
                  <a:ext uri="{FF2B5EF4-FFF2-40B4-BE49-F238E27FC236}">
                    <a16:creationId xmlns:a16="http://schemas.microsoft.com/office/drawing/2014/main" id="{62F8A958-2ED4-2C2C-3002-6890092B7B0B}"/>
                  </a:ext>
                </a:extLst>
              </p:cNvPr>
              <p:cNvSpPr/>
              <p:nvPr/>
            </p:nvSpPr>
            <p:spPr>
              <a:xfrm>
                <a:off x="441554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9" name="pg413">
                <a:extLst>
                  <a:ext uri="{FF2B5EF4-FFF2-40B4-BE49-F238E27FC236}">
                    <a16:creationId xmlns:a16="http://schemas.microsoft.com/office/drawing/2014/main" id="{AF43BCEF-F918-E091-EA8E-FA2849CBB9FD}"/>
                  </a:ext>
                </a:extLst>
              </p:cNvPr>
              <p:cNvSpPr/>
              <p:nvPr/>
            </p:nvSpPr>
            <p:spPr>
              <a:xfrm>
                <a:off x="449698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0" name="pg414">
                <a:extLst>
                  <a:ext uri="{FF2B5EF4-FFF2-40B4-BE49-F238E27FC236}">
                    <a16:creationId xmlns:a16="http://schemas.microsoft.com/office/drawing/2014/main" id="{AE4E92B5-A546-8F7F-3260-2FE41E56FDFA}"/>
                  </a:ext>
                </a:extLst>
              </p:cNvPr>
              <p:cNvSpPr/>
              <p:nvPr/>
            </p:nvSpPr>
            <p:spPr>
              <a:xfrm>
                <a:off x="303111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1" name="pg415">
                <a:extLst>
                  <a:ext uri="{FF2B5EF4-FFF2-40B4-BE49-F238E27FC236}">
                    <a16:creationId xmlns:a16="http://schemas.microsoft.com/office/drawing/2014/main" id="{A0486694-0ADB-DA9A-E0F5-13E6D1BB85FF}"/>
                  </a:ext>
                </a:extLst>
              </p:cNvPr>
              <p:cNvSpPr/>
              <p:nvPr/>
            </p:nvSpPr>
            <p:spPr>
              <a:xfrm>
                <a:off x="311255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2" name="pg416">
                <a:extLst>
                  <a:ext uri="{FF2B5EF4-FFF2-40B4-BE49-F238E27FC236}">
                    <a16:creationId xmlns:a16="http://schemas.microsoft.com/office/drawing/2014/main" id="{53EA2B49-481C-F0AE-C28F-7A64313B0BA1}"/>
                  </a:ext>
                </a:extLst>
              </p:cNvPr>
              <p:cNvSpPr/>
              <p:nvPr/>
            </p:nvSpPr>
            <p:spPr>
              <a:xfrm>
                <a:off x="319399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3" name="pg417">
                <a:extLst>
                  <a:ext uri="{FF2B5EF4-FFF2-40B4-BE49-F238E27FC236}">
                    <a16:creationId xmlns:a16="http://schemas.microsoft.com/office/drawing/2014/main" id="{76019096-88E1-E20C-4CC2-459487AAD3C7}"/>
                  </a:ext>
                </a:extLst>
              </p:cNvPr>
              <p:cNvSpPr/>
              <p:nvPr/>
            </p:nvSpPr>
            <p:spPr>
              <a:xfrm>
                <a:off x="327542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4" name="pg418">
                <a:extLst>
                  <a:ext uri="{FF2B5EF4-FFF2-40B4-BE49-F238E27FC236}">
                    <a16:creationId xmlns:a16="http://schemas.microsoft.com/office/drawing/2014/main" id="{E4D00582-97F4-6FF5-054E-A204DF49F691}"/>
                  </a:ext>
                </a:extLst>
              </p:cNvPr>
              <p:cNvSpPr/>
              <p:nvPr/>
            </p:nvSpPr>
            <p:spPr>
              <a:xfrm>
                <a:off x="335686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5" name="pg419">
                <a:extLst>
                  <a:ext uri="{FF2B5EF4-FFF2-40B4-BE49-F238E27FC236}">
                    <a16:creationId xmlns:a16="http://schemas.microsoft.com/office/drawing/2014/main" id="{5C05285C-7026-B9BB-B576-716A6DB3ED68}"/>
                  </a:ext>
                </a:extLst>
              </p:cNvPr>
              <p:cNvSpPr/>
              <p:nvPr/>
            </p:nvSpPr>
            <p:spPr>
              <a:xfrm>
                <a:off x="343830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6" name="pg420">
                <a:extLst>
                  <a:ext uri="{FF2B5EF4-FFF2-40B4-BE49-F238E27FC236}">
                    <a16:creationId xmlns:a16="http://schemas.microsoft.com/office/drawing/2014/main" id="{BCE58190-7DA8-1BA0-F5EB-D19AE85A0A72}"/>
                  </a:ext>
                </a:extLst>
              </p:cNvPr>
              <p:cNvSpPr/>
              <p:nvPr/>
            </p:nvSpPr>
            <p:spPr>
              <a:xfrm>
                <a:off x="351973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7" name="pg421">
                <a:extLst>
                  <a:ext uri="{FF2B5EF4-FFF2-40B4-BE49-F238E27FC236}">
                    <a16:creationId xmlns:a16="http://schemas.microsoft.com/office/drawing/2014/main" id="{A8B873B7-0B41-2893-653E-66D640F39430}"/>
                  </a:ext>
                </a:extLst>
              </p:cNvPr>
              <p:cNvSpPr/>
              <p:nvPr/>
            </p:nvSpPr>
            <p:spPr>
              <a:xfrm>
                <a:off x="360117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8" name="pg422">
                <a:extLst>
                  <a:ext uri="{FF2B5EF4-FFF2-40B4-BE49-F238E27FC236}">
                    <a16:creationId xmlns:a16="http://schemas.microsoft.com/office/drawing/2014/main" id="{B5E0F2CA-984F-0EE3-4013-B1D87E98FDF7}"/>
                  </a:ext>
                </a:extLst>
              </p:cNvPr>
              <p:cNvSpPr/>
              <p:nvPr/>
            </p:nvSpPr>
            <p:spPr>
              <a:xfrm>
                <a:off x="368261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9" name="pg423">
                <a:extLst>
                  <a:ext uri="{FF2B5EF4-FFF2-40B4-BE49-F238E27FC236}">
                    <a16:creationId xmlns:a16="http://schemas.microsoft.com/office/drawing/2014/main" id="{689EB974-C570-52A6-7664-6EEF99F5347E}"/>
                  </a:ext>
                </a:extLst>
              </p:cNvPr>
              <p:cNvSpPr/>
              <p:nvPr/>
            </p:nvSpPr>
            <p:spPr>
              <a:xfrm>
                <a:off x="376405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0" name="pg424">
                <a:extLst>
                  <a:ext uri="{FF2B5EF4-FFF2-40B4-BE49-F238E27FC236}">
                    <a16:creationId xmlns:a16="http://schemas.microsoft.com/office/drawing/2014/main" id="{59282000-66C8-B73D-8078-30168CF48971}"/>
                  </a:ext>
                </a:extLst>
              </p:cNvPr>
              <p:cNvSpPr/>
              <p:nvPr/>
            </p:nvSpPr>
            <p:spPr>
              <a:xfrm>
                <a:off x="384548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1" name="pg425">
                <a:extLst>
                  <a:ext uri="{FF2B5EF4-FFF2-40B4-BE49-F238E27FC236}">
                    <a16:creationId xmlns:a16="http://schemas.microsoft.com/office/drawing/2014/main" id="{6283BF80-B180-6520-55B9-DF8442562F88}"/>
                  </a:ext>
                </a:extLst>
              </p:cNvPr>
              <p:cNvSpPr/>
              <p:nvPr/>
            </p:nvSpPr>
            <p:spPr>
              <a:xfrm>
                <a:off x="392692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2" name="pg426">
                <a:extLst>
                  <a:ext uri="{FF2B5EF4-FFF2-40B4-BE49-F238E27FC236}">
                    <a16:creationId xmlns:a16="http://schemas.microsoft.com/office/drawing/2014/main" id="{8660255A-244C-58B6-48FB-A08272F4C388}"/>
                  </a:ext>
                </a:extLst>
              </p:cNvPr>
              <p:cNvSpPr/>
              <p:nvPr/>
            </p:nvSpPr>
            <p:spPr>
              <a:xfrm>
                <a:off x="400836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3" name="pg427">
                <a:extLst>
                  <a:ext uri="{FF2B5EF4-FFF2-40B4-BE49-F238E27FC236}">
                    <a16:creationId xmlns:a16="http://schemas.microsoft.com/office/drawing/2014/main" id="{17CB6E5C-4DF9-FBE5-92F6-0BAB878B0BF8}"/>
                  </a:ext>
                </a:extLst>
              </p:cNvPr>
              <p:cNvSpPr/>
              <p:nvPr/>
            </p:nvSpPr>
            <p:spPr>
              <a:xfrm>
                <a:off x="408979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4" name="pg428">
                <a:extLst>
                  <a:ext uri="{FF2B5EF4-FFF2-40B4-BE49-F238E27FC236}">
                    <a16:creationId xmlns:a16="http://schemas.microsoft.com/office/drawing/2014/main" id="{FEFD0D2B-F56D-AFF0-CBA9-F249C48077B2}"/>
                  </a:ext>
                </a:extLst>
              </p:cNvPr>
              <p:cNvSpPr/>
              <p:nvPr/>
            </p:nvSpPr>
            <p:spPr>
              <a:xfrm>
                <a:off x="417123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5" name="pg429">
                <a:extLst>
                  <a:ext uri="{FF2B5EF4-FFF2-40B4-BE49-F238E27FC236}">
                    <a16:creationId xmlns:a16="http://schemas.microsoft.com/office/drawing/2014/main" id="{2DD66D19-EFBC-0FA3-AF36-5142710F4732}"/>
                  </a:ext>
                </a:extLst>
              </p:cNvPr>
              <p:cNvSpPr/>
              <p:nvPr/>
            </p:nvSpPr>
            <p:spPr>
              <a:xfrm>
                <a:off x="425267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6" name="pg430">
                <a:extLst>
                  <a:ext uri="{FF2B5EF4-FFF2-40B4-BE49-F238E27FC236}">
                    <a16:creationId xmlns:a16="http://schemas.microsoft.com/office/drawing/2014/main" id="{1EB41CBE-6F47-2C3B-DE51-27A456EEF472}"/>
                  </a:ext>
                </a:extLst>
              </p:cNvPr>
              <p:cNvSpPr/>
              <p:nvPr/>
            </p:nvSpPr>
            <p:spPr>
              <a:xfrm>
                <a:off x="433411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7" name="pg431">
                <a:extLst>
                  <a:ext uri="{FF2B5EF4-FFF2-40B4-BE49-F238E27FC236}">
                    <a16:creationId xmlns:a16="http://schemas.microsoft.com/office/drawing/2014/main" id="{9E667BD2-CD2E-D950-F00F-77BE08F93A3E}"/>
                  </a:ext>
                </a:extLst>
              </p:cNvPr>
              <p:cNvSpPr/>
              <p:nvPr/>
            </p:nvSpPr>
            <p:spPr>
              <a:xfrm>
                <a:off x="441554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8" name="pg432">
                <a:extLst>
                  <a:ext uri="{FF2B5EF4-FFF2-40B4-BE49-F238E27FC236}">
                    <a16:creationId xmlns:a16="http://schemas.microsoft.com/office/drawing/2014/main" id="{70D5EC6E-42D0-B6AC-DB45-55291F41745F}"/>
                  </a:ext>
                </a:extLst>
              </p:cNvPr>
              <p:cNvSpPr/>
              <p:nvPr/>
            </p:nvSpPr>
            <p:spPr>
              <a:xfrm>
                <a:off x="311255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9" name="pg433">
                <a:extLst>
                  <a:ext uri="{FF2B5EF4-FFF2-40B4-BE49-F238E27FC236}">
                    <a16:creationId xmlns:a16="http://schemas.microsoft.com/office/drawing/2014/main" id="{5878C0F4-D24A-F142-B4B0-E0B1BDFC8A35}"/>
                  </a:ext>
                </a:extLst>
              </p:cNvPr>
              <p:cNvSpPr/>
              <p:nvPr/>
            </p:nvSpPr>
            <p:spPr>
              <a:xfrm>
                <a:off x="319399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0" name="pg434">
                <a:extLst>
                  <a:ext uri="{FF2B5EF4-FFF2-40B4-BE49-F238E27FC236}">
                    <a16:creationId xmlns:a16="http://schemas.microsoft.com/office/drawing/2014/main" id="{04DBCD50-2F18-001F-70D6-FF7917982497}"/>
                  </a:ext>
                </a:extLst>
              </p:cNvPr>
              <p:cNvSpPr/>
              <p:nvPr/>
            </p:nvSpPr>
            <p:spPr>
              <a:xfrm>
                <a:off x="327542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1" name="pg435">
                <a:extLst>
                  <a:ext uri="{FF2B5EF4-FFF2-40B4-BE49-F238E27FC236}">
                    <a16:creationId xmlns:a16="http://schemas.microsoft.com/office/drawing/2014/main" id="{8C536BA7-C813-8738-F9FF-D572871AE373}"/>
                  </a:ext>
                </a:extLst>
              </p:cNvPr>
              <p:cNvSpPr/>
              <p:nvPr/>
            </p:nvSpPr>
            <p:spPr>
              <a:xfrm>
                <a:off x="335686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2" name="pg436">
                <a:extLst>
                  <a:ext uri="{FF2B5EF4-FFF2-40B4-BE49-F238E27FC236}">
                    <a16:creationId xmlns:a16="http://schemas.microsoft.com/office/drawing/2014/main" id="{5B7D4319-5F7D-F6A2-80AB-AFF38708905B}"/>
                  </a:ext>
                </a:extLst>
              </p:cNvPr>
              <p:cNvSpPr/>
              <p:nvPr/>
            </p:nvSpPr>
            <p:spPr>
              <a:xfrm>
                <a:off x="343830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3" name="pg437">
                <a:extLst>
                  <a:ext uri="{FF2B5EF4-FFF2-40B4-BE49-F238E27FC236}">
                    <a16:creationId xmlns:a16="http://schemas.microsoft.com/office/drawing/2014/main" id="{92DD8F30-D9CA-435C-47D3-2774020FF771}"/>
                  </a:ext>
                </a:extLst>
              </p:cNvPr>
              <p:cNvSpPr/>
              <p:nvPr/>
            </p:nvSpPr>
            <p:spPr>
              <a:xfrm>
                <a:off x="351973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4" name="pg438">
                <a:extLst>
                  <a:ext uri="{FF2B5EF4-FFF2-40B4-BE49-F238E27FC236}">
                    <a16:creationId xmlns:a16="http://schemas.microsoft.com/office/drawing/2014/main" id="{48D794D8-EBCF-64B3-5172-5C24957172DF}"/>
                  </a:ext>
                </a:extLst>
              </p:cNvPr>
              <p:cNvSpPr/>
              <p:nvPr/>
            </p:nvSpPr>
            <p:spPr>
              <a:xfrm>
                <a:off x="360117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5" name="pg439">
                <a:extLst>
                  <a:ext uri="{FF2B5EF4-FFF2-40B4-BE49-F238E27FC236}">
                    <a16:creationId xmlns:a16="http://schemas.microsoft.com/office/drawing/2014/main" id="{A4B005A8-883C-455F-A3A0-1956C89E3A29}"/>
                  </a:ext>
                </a:extLst>
              </p:cNvPr>
              <p:cNvSpPr/>
              <p:nvPr/>
            </p:nvSpPr>
            <p:spPr>
              <a:xfrm>
                <a:off x="368261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6" name="pg440">
                <a:extLst>
                  <a:ext uri="{FF2B5EF4-FFF2-40B4-BE49-F238E27FC236}">
                    <a16:creationId xmlns:a16="http://schemas.microsoft.com/office/drawing/2014/main" id="{AC08F050-3076-A1CF-279A-99546A8B0EDF}"/>
                  </a:ext>
                </a:extLst>
              </p:cNvPr>
              <p:cNvSpPr/>
              <p:nvPr/>
            </p:nvSpPr>
            <p:spPr>
              <a:xfrm>
                <a:off x="376405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7" name="pg441">
                <a:extLst>
                  <a:ext uri="{FF2B5EF4-FFF2-40B4-BE49-F238E27FC236}">
                    <a16:creationId xmlns:a16="http://schemas.microsoft.com/office/drawing/2014/main" id="{91EEE5FD-D69D-FE7F-A95A-FC3763C12372}"/>
                  </a:ext>
                </a:extLst>
              </p:cNvPr>
              <p:cNvSpPr/>
              <p:nvPr/>
            </p:nvSpPr>
            <p:spPr>
              <a:xfrm>
                <a:off x="384548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8" name="pg442">
                <a:extLst>
                  <a:ext uri="{FF2B5EF4-FFF2-40B4-BE49-F238E27FC236}">
                    <a16:creationId xmlns:a16="http://schemas.microsoft.com/office/drawing/2014/main" id="{C84709D9-E69F-182F-C0CE-BDB88786C467}"/>
                  </a:ext>
                </a:extLst>
              </p:cNvPr>
              <p:cNvSpPr/>
              <p:nvPr/>
            </p:nvSpPr>
            <p:spPr>
              <a:xfrm>
                <a:off x="392692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9" name="pg443">
                <a:extLst>
                  <a:ext uri="{FF2B5EF4-FFF2-40B4-BE49-F238E27FC236}">
                    <a16:creationId xmlns:a16="http://schemas.microsoft.com/office/drawing/2014/main" id="{098BD063-7DC5-AB81-4597-805404E4EF1A}"/>
                  </a:ext>
                </a:extLst>
              </p:cNvPr>
              <p:cNvSpPr/>
              <p:nvPr/>
            </p:nvSpPr>
            <p:spPr>
              <a:xfrm>
                <a:off x="400836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0" name="pg444">
                <a:extLst>
                  <a:ext uri="{FF2B5EF4-FFF2-40B4-BE49-F238E27FC236}">
                    <a16:creationId xmlns:a16="http://schemas.microsoft.com/office/drawing/2014/main" id="{F0A55F91-6CCB-44F4-128A-B658ED2430EB}"/>
                  </a:ext>
                </a:extLst>
              </p:cNvPr>
              <p:cNvSpPr/>
              <p:nvPr/>
            </p:nvSpPr>
            <p:spPr>
              <a:xfrm>
                <a:off x="408979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1" name="pg445">
                <a:extLst>
                  <a:ext uri="{FF2B5EF4-FFF2-40B4-BE49-F238E27FC236}">
                    <a16:creationId xmlns:a16="http://schemas.microsoft.com/office/drawing/2014/main" id="{777B1997-106E-BFD4-57FC-C4BD47B22738}"/>
                  </a:ext>
                </a:extLst>
              </p:cNvPr>
              <p:cNvSpPr/>
              <p:nvPr/>
            </p:nvSpPr>
            <p:spPr>
              <a:xfrm>
                <a:off x="417123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2" name="pg446">
                <a:extLst>
                  <a:ext uri="{FF2B5EF4-FFF2-40B4-BE49-F238E27FC236}">
                    <a16:creationId xmlns:a16="http://schemas.microsoft.com/office/drawing/2014/main" id="{10DBF431-4332-2917-A49A-1DE49CD8440A}"/>
                  </a:ext>
                </a:extLst>
              </p:cNvPr>
              <p:cNvSpPr/>
              <p:nvPr/>
            </p:nvSpPr>
            <p:spPr>
              <a:xfrm>
                <a:off x="425267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3" name="pg447">
                <a:extLst>
                  <a:ext uri="{FF2B5EF4-FFF2-40B4-BE49-F238E27FC236}">
                    <a16:creationId xmlns:a16="http://schemas.microsoft.com/office/drawing/2014/main" id="{BE6227DB-89BF-79A0-BABB-2042632BE730}"/>
                  </a:ext>
                </a:extLst>
              </p:cNvPr>
              <p:cNvSpPr/>
              <p:nvPr/>
            </p:nvSpPr>
            <p:spPr>
              <a:xfrm>
                <a:off x="433411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4" name="pg448">
                <a:extLst>
                  <a:ext uri="{FF2B5EF4-FFF2-40B4-BE49-F238E27FC236}">
                    <a16:creationId xmlns:a16="http://schemas.microsoft.com/office/drawing/2014/main" id="{A239995B-DE67-7CD1-0163-E2FEC7538387}"/>
                  </a:ext>
                </a:extLst>
              </p:cNvPr>
              <p:cNvSpPr/>
              <p:nvPr/>
            </p:nvSpPr>
            <p:spPr>
              <a:xfrm>
                <a:off x="319399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5" name="pg449">
                <a:extLst>
                  <a:ext uri="{FF2B5EF4-FFF2-40B4-BE49-F238E27FC236}">
                    <a16:creationId xmlns:a16="http://schemas.microsoft.com/office/drawing/2014/main" id="{CA66BA00-CA4B-1706-58CA-E92BB256AA23}"/>
                  </a:ext>
                </a:extLst>
              </p:cNvPr>
              <p:cNvSpPr/>
              <p:nvPr/>
            </p:nvSpPr>
            <p:spPr>
              <a:xfrm>
                <a:off x="327542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6" name="pg450">
                <a:extLst>
                  <a:ext uri="{FF2B5EF4-FFF2-40B4-BE49-F238E27FC236}">
                    <a16:creationId xmlns:a16="http://schemas.microsoft.com/office/drawing/2014/main" id="{D0A89C76-ED47-BA67-7BD9-B30A9CD1FB0C}"/>
                  </a:ext>
                </a:extLst>
              </p:cNvPr>
              <p:cNvSpPr/>
              <p:nvPr/>
            </p:nvSpPr>
            <p:spPr>
              <a:xfrm>
                <a:off x="335686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7" name="pg451">
                <a:extLst>
                  <a:ext uri="{FF2B5EF4-FFF2-40B4-BE49-F238E27FC236}">
                    <a16:creationId xmlns:a16="http://schemas.microsoft.com/office/drawing/2014/main" id="{2AFDB22C-5800-2C8A-5956-8703E85FD230}"/>
                  </a:ext>
                </a:extLst>
              </p:cNvPr>
              <p:cNvSpPr/>
              <p:nvPr/>
            </p:nvSpPr>
            <p:spPr>
              <a:xfrm>
                <a:off x="343830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8" name="pg452">
                <a:extLst>
                  <a:ext uri="{FF2B5EF4-FFF2-40B4-BE49-F238E27FC236}">
                    <a16:creationId xmlns:a16="http://schemas.microsoft.com/office/drawing/2014/main" id="{CA8976C6-1CF6-FC7A-C8D4-6130B2546025}"/>
                  </a:ext>
                </a:extLst>
              </p:cNvPr>
              <p:cNvSpPr/>
              <p:nvPr/>
            </p:nvSpPr>
            <p:spPr>
              <a:xfrm>
                <a:off x="351973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9" name="pg453">
                <a:extLst>
                  <a:ext uri="{FF2B5EF4-FFF2-40B4-BE49-F238E27FC236}">
                    <a16:creationId xmlns:a16="http://schemas.microsoft.com/office/drawing/2014/main" id="{7170538C-867E-5282-EFB7-F092B6A34217}"/>
                  </a:ext>
                </a:extLst>
              </p:cNvPr>
              <p:cNvSpPr/>
              <p:nvPr/>
            </p:nvSpPr>
            <p:spPr>
              <a:xfrm>
                <a:off x="360117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0" name="pg454">
                <a:extLst>
                  <a:ext uri="{FF2B5EF4-FFF2-40B4-BE49-F238E27FC236}">
                    <a16:creationId xmlns:a16="http://schemas.microsoft.com/office/drawing/2014/main" id="{B0D61471-3C28-32CA-AD5A-D5DD2BD9AF0A}"/>
                  </a:ext>
                </a:extLst>
              </p:cNvPr>
              <p:cNvSpPr/>
              <p:nvPr/>
            </p:nvSpPr>
            <p:spPr>
              <a:xfrm>
                <a:off x="368261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1" name="pg455">
                <a:extLst>
                  <a:ext uri="{FF2B5EF4-FFF2-40B4-BE49-F238E27FC236}">
                    <a16:creationId xmlns:a16="http://schemas.microsoft.com/office/drawing/2014/main" id="{EF74570B-8DB0-0B65-F200-9A269C7CD057}"/>
                  </a:ext>
                </a:extLst>
              </p:cNvPr>
              <p:cNvSpPr/>
              <p:nvPr/>
            </p:nvSpPr>
            <p:spPr>
              <a:xfrm>
                <a:off x="376405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2" name="pg456">
                <a:extLst>
                  <a:ext uri="{FF2B5EF4-FFF2-40B4-BE49-F238E27FC236}">
                    <a16:creationId xmlns:a16="http://schemas.microsoft.com/office/drawing/2014/main" id="{B5CF3A53-4215-E5F3-E175-C97FE8E4FDDC}"/>
                  </a:ext>
                </a:extLst>
              </p:cNvPr>
              <p:cNvSpPr/>
              <p:nvPr/>
            </p:nvSpPr>
            <p:spPr>
              <a:xfrm>
                <a:off x="384548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3" name="pg457">
                <a:extLst>
                  <a:ext uri="{FF2B5EF4-FFF2-40B4-BE49-F238E27FC236}">
                    <a16:creationId xmlns:a16="http://schemas.microsoft.com/office/drawing/2014/main" id="{57B1683D-A00A-DA86-FC4E-D10C3E49E4D8}"/>
                  </a:ext>
                </a:extLst>
              </p:cNvPr>
              <p:cNvSpPr/>
              <p:nvPr/>
            </p:nvSpPr>
            <p:spPr>
              <a:xfrm>
                <a:off x="392692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4" name="pg458">
                <a:extLst>
                  <a:ext uri="{FF2B5EF4-FFF2-40B4-BE49-F238E27FC236}">
                    <a16:creationId xmlns:a16="http://schemas.microsoft.com/office/drawing/2014/main" id="{D4258942-48F4-F1E5-4446-188D6D01B3B2}"/>
                  </a:ext>
                </a:extLst>
              </p:cNvPr>
              <p:cNvSpPr/>
              <p:nvPr/>
            </p:nvSpPr>
            <p:spPr>
              <a:xfrm>
                <a:off x="400836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5" name="pg459">
                <a:extLst>
                  <a:ext uri="{FF2B5EF4-FFF2-40B4-BE49-F238E27FC236}">
                    <a16:creationId xmlns:a16="http://schemas.microsoft.com/office/drawing/2014/main" id="{BDB0F7C4-38D7-71FD-D5DC-85858A9B6695}"/>
                  </a:ext>
                </a:extLst>
              </p:cNvPr>
              <p:cNvSpPr/>
              <p:nvPr/>
            </p:nvSpPr>
            <p:spPr>
              <a:xfrm>
                <a:off x="408979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6" name="pg460">
                <a:extLst>
                  <a:ext uri="{FF2B5EF4-FFF2-40B4-BE49-F238E27FC236}">
                    <a16:creationId xmlns:a16="http://schemas.microsoft.com/office/drawing/2014/main" id="{4E383666-4D6A-87AC-A26F-E940FB86B292}"/>
                  </a:ext>
                </a:extLst>
              </p:cNvPr>
              <p:cNvSpPr/>
              <p:nvPr/>
            </p:nvSpPr>
            <p:spPr>
              <a:xfrm>
                <a:off x="417123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7" name="pg461">
                <a:extLst>
                  <a:ext uri="{FF2B5EF4-FFF2-40B4-BE49-F238E27FC236}">
                    <a16:creationId xmlns:a16="http://schemas.microsoft.com/office/drawing/2014/main" id="{E065A108-8191-5D4F-0F33-2854EE8311F1}"/>
                  </a:ext>
                </a:extLst>
              </p:cNvPr>
              <p:cNvSpPr/>
              <p:nvPr/>
            </p:nvSpPr>
            <p:spPr>
              <a:xfrm>
                <a:off x="425267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8" name="pg462">
                <a:extLst>
                  <a:ext uri="{FF2B5EF4-FFF2-40B4-BE49-F238E27FC236}">
                    <a16:creationId xmlns:a16="http://schemas.microsoft.com/office/drawing/2014/main" id="{63EF0D74-3556-2266-548C-0BFFE9FFCE65}"/>
                  </a:ext>
                </a:extLst>
              </p:cNvPr>
              <p:cNvSpPr/>
              <p:nvPr/>
            </p:nvSpPr>
            <p:spPr>
              <a:xfrm>
                <a:off x="433411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9" name="pg463">
                <a:extLst>
                  <a:ext uri="{FF2B5EF4-FFF2-40B4-BE49-F238E27FC236}">
                    <a16:creationId xmlns:a16="http://schemas.microsoft.com/office/drawing/2014/main" id="{2A71FBB3-C362-60BC-AF7A-03F97876556F}"/>
                  </a:ext>
                </a:extLst>
              </p:cNvPr>
              <p:cNvSpPr/>
              <p:nvPr/>
            </p:nvSpPr>
            <p:spPr>
              <a:xfrm>
                <a:off x="286824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0" name="pg464">
                <a:extLst>
                  <a:ext uri="{FF2B5EF4-FFF2-40B4-BE49-F238E27FC236}">
                    <a16:creationId xmlns:a16="http://schemas.microsoft.com/office/drawing/2014/main" id="{E679E810-5D38-230F-8B43-D6C58BDDBFF3}"/>
                  </a:ext>
                </a:extLst>
              </p:cNvPr>
              <p:cNvSpPr/>
              <p:nvPr/>
            </p:nvSpPr>
            <p:spPr>
              <a:xfrm>
                <a:off x="294967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1" name="pg465">
                <a:extLst>
                  <a:ext uri="{FF2B5EF4-FFF2-40B4-BE49-F238E27FC236}">
                    <a16:creationId xmlns:a16="http://schemas.microsoft.com/office/drawing/2014/main" id="{B79618F7-FF04-26E5-CDC9-E6F43ED08B08}"/>
                  </a:ext>
                </a:extLst>
              </p:cNvPr>
              <p:cNvSpPr/>
              <p:nvPr/>
            </p:nvSpPr>
            <p:spPr>
              <a:xfrm>
                <a:off x="303111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2" name="pg466">
                <a:extLst>
                  <a:ext uri="{FF2B5EF4-FFF2-40B4-BE49-F238E27FC236}">
                    <a16:creationId xmlns:a16="http://schemas.microsoft.com/office/drawing/2014/main" id="{9D94ED30-E438-0B0E-4DCA-EC37E826F006}"/>
                  </a:ext>
                </a:extLst>
              </p:cNvPr>
              <p:cNvSpPr/>
              <p:nvPr/>
            </p:nvSpPr>
            <p:spPr>
              <a:xfrm>
                <a:off x="311255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3" name="pg467">
                <a:extLst>
                  <a:ext uri="{FF2B5EF4-FFF2-40B4-BE49-F238E27FC236}">
                    <a16:creationId xmlns:a16="http://schemas.microsoft.com/office/drawing/2014/main" id="{CBCCBFEE-3EE3-9AA0-94E5-2110CD8E20AC}"/>
                  </a:ext>
                </a:extLst>
              </p:cNvPr>
              <p:cNvSpPr/>
              <p:nvPr/>
            </p:nvSpPr>
            <p:spPr>
              <a:xfrm>
                <a:off x="319399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4" name="pg468">
                <a:extLst>
                  <a:ext uri="{FF2B5EF4-FFF2-40B4-BE49-F238E27FC236}">
                    <a16:creationId xmlns:a16="http://schemas.microsoft.com/office/drawing/2014/main" id="{7F73D364-653D-AF82-1FC4-C8F5FF1F7EE7}"/>
                  </a:ext>
                </a:extLst>
              </p:cNvPr>
              <p:cNvSpPr/>
              <p:nvPr/>
            </p:nvSpPr>
            <p:spPr>
              <a:xfrm>
                <a:off x="327542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5" name="pg469">
                <a:extLst>
                  <a:ext uri="{FF2B5EF4-FFF2-40B4-BE49-F238E27FC236}">
                    <a16:creationId xmlns:a16="http://schemas.microsoft.com/office/drawing/2014/main" id="{C678B455-CC58-636B-1FFD-4CB5D245C318}"/>
                  </a:ext>
                </a:extLst>
              </p:cNvPr>
              <p:cNvSpPr/>
              <p:nvPr/>
            </p:nvSpPr>
            <p:spPr>
              <a:xfrm>
                <a:off x="335686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6" name="pg470">
                <a:extLst>
                  <a:ext uri="{FF2B5EF4-FFF2-40B4-BE49-F238E27FC236}">
                    <a16:creationId xmlns:a16="http://schemas.microsoft.com/office/drawing/2014/main" id="{CF2713E4-8A4A-237B-62E0-BE7BA0A7F1AF}"/>
                  </a:ext>
                </a:extLst>
              </p:cNvPr>
              <p:cNvSpPr/>
              <p:nvPr/>
            </p:nvSpPr>
            <p:spPr>
              <a:xfrm>
                <a:off x="343830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7" name="pg471">
                <a:extLst>
                  <a:ext uri="{FF2B5EF4-FFF2-40B4-BE49-F238E27FC236}">
                    <a16:creationId xmlns:a16="http://schemas.microsoft.com/office/drawing/2014/main" id="{02229735-F300-370D-5899-E66CB90B4079}"/>
                  </a:ext>
                </a:extLst>
              </p:cNvPr>
              <p:cNvSpPr/>
              <p:nvPr/>
            </p:nvSpPr>
            <p:spPr>
              <a:xfrm>
                <a:off x="351973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8" name="pg472">
                <a:extLst>
                  <a:ext uri="{FF2B5EF4-FFF2-40B4-BE49-F238E27FC236}">
                    <a16:creationId xmlns:a16="http://schemas.microsoft.com/office/drawing/2014/main" id="{EC01ED11-D411-6237-9FF1-E369DEB210AB}"/>
                  </a:ext>
                </a:extLst>
              </p:cNvPr>
              <p:cNvSpPr/>
              <p:nvPr/>
            </p:nvSpPr>
            <p:spPr>
              <a:xfrm>
                <a:off x="360117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9" name="pg473">
                <a:extLst>
                  <a:ext uri="{FF2B5EF4-FFF2-40B4-BE49-F238E27FC236}">
                    <a16:creationId xmlns:a16="http://schemas.microsoft.com/office/drawing/2014/main" id="{03CB03E9-4B98-440A-BA95-66B1B6DEDB34}"/>
                  </a:ext>
                </a:extLst>
              </p:cNvPr>
              <p:cNvSpPr/>
              <p:nvPr/>
            </p:nvSpPr>
            <p:spPr>
              <a:xfrm>
                <a:off x="368261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0" name="pg474">
                <a:extLst>
                  <a:ext uri="{FF2B5EF4-FFF2-40B4-BE49-F238E27FC236}">
                    <a16:creationId xmlns:a16="http://schemas.microsoft.com/office/drawing/2014/main" id="{2F4BA948-1D6E-8637-F1B5-5D472B0EB01E}"/>
                  </a:ext>
                </a:extLst>
              </p:cNvPr>
              <p:cNvSpPr/>
              <p:nvPr/>
            </p:nvSpPr>
            <p:spPr>
              <a:xfrm>
                <a:off x="376405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1" name="pg475">
                <a:extLst>
                  <a:ext uri="{FF2B5EF4-FFF2-40B4-BE49-F238E27FC236}">
                    <a16:creationId xmlns:a16="http://schemas.microsoft.com/office/drawing/2014/main" id="{B01C0AC7-AED2-BF62-F2F2-66B502038A2A}"/>
                  </a:ext>
                </a:extLst>
              </p:cNvPr>
              <p:cNvSpPr/>
              <p:nvPr/>
            </p:nvSpPr>
            <p:spPr>
              <a:xfrm>
                <a:off x="384548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2" name="pg476">
                <a:extLst>
                  <a:ext uri="{FF2B5EF4-FFF2-40B4-BE49-F238E27FC236}">
                    <a16:creationId xmlns:a16="http://schemas.microsoft.com/office/drawing/2014/main" id="{1E6712A9-D1C7-13F3-2842-BCF125D233EE}"/>
                  </a:ext>
                </a:extLst>
              </p:cNvPr>
              <p:cNvSpPr/>
              <p:nvPr/>
            </p:nvSpPr>
            <p:spPr>
              <a:xfrm>
                <a:off x="392692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3" name="pg477">
                <a:extLst>
                  <a:ext uri="{FF2B5EF4-FFF2-40B4-BE49-F238E27FC236}">
                    <a16:creationId xmlns:a16="http://schemas.microsoft.com/office/drawing/2014/main" id="{37C33461-483A-5748-528A-9BC20FF34B29}"/>
                  </a:ext>
                </a:extLst>
              </p:cNvPr>
              <p:cNvSpPr/>
              <p:nvPr/>
            </p:nvSpPr>
            <p:spPr>
              <a:xfrm>
                <a:off x="400836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4" name="pg478">
                <a:extLst>
                  <a:ext uri="{FF2B5EF4-FFF2-40B4-BE49-F238E27FC236}">
                    <a16:creationId xmlns:a16="http://schemas.microsoft.com/office/drawing/2014/main" id="{9B0D2470-86C5-3935-6C31-1AB5268F35C3}"/>
                  </a:ext>
                </a:extLst>
              </p:cNvPr>
              <p:cNvSpPr/>
              <p:nvPr/>
            </p:nvSpPr>
            <p:spPr>
              <a:xfrm>
                <a:off x="408979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5" name="pg479">
                <a:extLst>
                  <a:ext uri="{FF2B5EF4-FFF2-40B4-BE49-F238E27FC236}">
                    <a16:creationId xmlns:a16="http://schemas.microsoft.com/office/drawing/2014/main" id="{954581C1-E7DC-DB3D-45E5-4361D3DD26E1}"/>
                  </a:ext>
                </a:extLst>
              </p:cNvPr>
              <p:cNvSpPr/>
              <p:nvPr/>
            </p:nvSpPr>
            <p:spPr>
              <a:xfrm>
                <a:off x="417123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6" name="pg480">
                <a:extLst>
                  <a:ext uri="{FF2B5EF4-FFF2-40B4-BE49-F238E27FC236}">
                    <a16:creationId xmlns:a16="http://schemas.microsoft.com/office/drawing/2014/main" id="{D1FFC489-3986-AA3F-55F9-03BD067AD0B6}"/>
                  </a:ext>
                </a:extLst>
              </p:cNvPr>
              <p:cNvSpPr/>
              <p:nvPr/>
            </p:nvSpPr>
            <p:spPr>
              <a:xfrm>
                <a:off x="425267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7" name="pg481">
                <a:extLst>
                  <a:ext uri="{FF2B5EF4-FFF2-40B4-BE49-F238E27FC236}">
                    <a16:creationId xmlns:a16="http://schemas.microsoft.com/office/drawing/2014/main" id="{72408E12-4903-E95B-BC75-795BC95730E0}"/>
                  </a:ext>
                </a:extLst>
              </p:cNvPr>
              <p:cNvSpPr/>
              <p:nvPr/>
            </p:nvSpPr>
            <p:spPr>
              <a:xfrm>
                <a:off x="278680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8" name="pg482">
                <a:extLst>
                  <a:ext uri="{FF2B5EF4-FFF2-40B4-BE49-F238E27FC236}">
                    <a16:creationId xmlns:a16="http://schemas.microsoft.com/office/drawing/2014/main" id="{9EC67687-D618-5021-2CD0-E95854E9D978}"/>
                  </a:ext>
                </a:extLst>
              </p:cNvPr>
              <p:cNvSpPr/>
              <p:nvPr/>
            </p:nvSpPr>
            <p:spPr>
              <a:xfrm>
                <a:off x="286824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9" name="pg483">
                <a:extLst>
                  <a:ext uri="{FF2B5EF4-FFF2-40B4-BE49-F238E27FC236}">
                    <a16:creationId xmlns:a16="http://schemas.microsoft.com/office/drawing/2014/main" id="{09F48D44-2CEA-0D44-D7B7-003662F02C10}"/>
                  </a:ext>
                </a:extLst>
              </p:cNvPr>
              <p:cNvSpPr/>
              <p:nvPr/>
            </p:nvSpPr>
            <p:spPr>
              <a:xfrm>
                <a:off x="294967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0" name="pg484">
                <a:extLst>
                  <a:ext uri="{FF2B5EF4-FFF2-40B4-BE49-F238E27FC236}">
                    <a16:creationId xmlns:a16="http://schemas.microsoft.com/office/drawing/2014/main" id="{73D1182E-AABF-699E-753E-1D82AD2D917E}"/>
                  </a:ext>
                </a:extLst>
              </p:cNvPr>
              <p:cNvSpPr/>
              <p:nvPr/>
            </p:nvSpPr>
            <p:spPr>
              <a:xfrm>
                <a:off x="303111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1" name="pg485">
                <a:extLst>
                  <a:ext uri="{FF2B5EF4-FFF2-40B4-BE49-F238E27FC236}">
                    <a16:creationId xmlns:a16="http://schemas.microsoft.com/office/drawing/2014/main" id="{3E282392-1011-19CE-08AF-78EE3FBF30C7}"/>
                  </a:ext>
                </a:extLst>
              </p:cNvPr>
              <p:cNvSpPr/>
              <p:nvPr/>
            </p:nvSpPr>
            <p:spPr>
              <a:xfrm>
                <a:off x="311255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2" name="pg486">
                <a:extLst>
                  <a:ext uri="{FF2B5EF4-FFF2-40B4-BE49-F238E27FC236}">
                    <a16:creationId xmlns:a16="http://schemas.microsoft.com/office/drawing/2014/main" id="{1CC0CE77-DE08-CDA6-50E6-C2723733E564}"/>
                  </a:ext>
                </a:extLst>
              </p:cNvPr>
              <p:cNvSpPr/>
              <p:nvPr/>
            </p:nvSpPr>
            <p:spPr>
              <a:xfrm>
                <a:off x="319399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3" name="pg487">
                <a:extLst>
                  <a:ext uri="{FF2B5EF4-FFF2-40B4-BE49-F238E27FC236}">
                    <a16:creationId xmlns:a16="http://schemas.microsoft.com/office/drawing/2014/main" id="{D8C71958-B930-424C-0D51-A4C80B773ECC}"/>
                  </a:ext>
                </a:extLst>
              </p:cNvPr>
              <p:cNvSpPr/>
              <p:nvPr/>
            </p:nvSpPr>
            <p:spPr>
              <a:xfrm>
                <a:off x="327542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4" name="pg488">
                <a:extLst>
                  <a:ext uri="{FF2B5EF4-FFF2-40B4-BE49-F238E27FC236}">
                    <a16:creationId xmlns:a16="http://schemas.microsoft.com/office/drawing/2014/main" id="{22BF50A0-8AC8-AB14-0E47-D8F57DABD495}"/>
                  </a:ext>
                </a:extLst>
              </p:cNvPr>
              <p:cNvSpPr/>
              <p:nvPr/>
            </p:nvSpPr>
            <p:spPr>
              <a:xfrm>
                <a:off x="335686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5" name="pg489">
                <a:extLst>
                  <a:ext uri="{FF2B5EF4-FFF2-40B4-BE49-F238E27FC236}">
                    <a16:creationId xmlns:a16="http://schemas.microsoft.com/office/drawing/2014/main" id="{80CF7EBA-1C1F-9260-A6F4-83A40BBA5584}"/>
                  </a:ext>
                </a:extLst>
              </p:cNvPr>
              <p:cNvSpPr/>
              <p:nvPr/>
            </p:nvSpPr>
            <p:spPr>
              <a:xfrm>
                <a:off x="343830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6" name="pg490">
                <a:extLst>
                  <a:ext uri="{FF2B5EF4-FFF2-40B4-BE49-F238E27FC236}">
                    <a16:creationId xmlns:a16="http://schemas.microsoft.com/office/drawing/2014/main" id="{E5AD1042-06B2-4EAB-1B7F-A284C40CB0EE}"/>
                  </a:ext>
                </a:extLst>
              </p:cNvPr>
              <p:cNvSpPr/>
              <p:nvPr/>
            </p:nvSpPr>
            <p:spPr>
              <a:xfrm>
                <a:off x="351973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7" name="pg491">
                <a:extLst>
                  <a:ext uri="{FF2B5EF4-FFF2-40B4-BE49-F238E27FC236}">
                    <a16:creationId xmlns:a16="http://schemas.microsoft.com/office/drawing/2014/main" id="{E9BA86BB-B8DC-D03A-9D88-07DC66F50DB4}"/>
                  </a:ext>
                </a:extLst>
              </p:cNvPr>
              <p:cNvSpPr/>
              <p:nvPr/>
            </p:nvSpPr>
            <p:spPr>
              <a:xfrm>
                <a:off x="360117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8" name="pg492">
                <a:extLst>
                  <a:ext uri="{FF2B5EF4-FFF2-40B4-BE49-F238E27FC236}">
                    <a16:creationId xmlns:a16="http://schemas.microsoft.com/office/drawing/2014/main" id="{9F4E9435-B0E1-9DA3-13C4-4FF600B35712}"/>
                  </a:ext>
                </a:extLst>
              </p:cNvPr>
              <p:cNvSpPr/>
              <p:nvPr/>
            </p:nvSpPr>
            <p:spPr>
              <a:xfrm>
                <a:off x="368261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9" name="pg493">
                <a:extLst>
                  <a:ext uri="{FF2B5EF4-FFF2-40B4-BE49-F238E27FC236}">
                    <a16:creationId xmlns:a16="http://schemas.microsoft.com/office/drawing/2014/main" id="{8FF7343E-E3E8-D6E6-1E83-AB1AB831F2CA}"/>
                  </a:ext>
                </a:extLst>
              </p:cNvPr>
              <p:cNvSpPr/>
              <p:nvPr/>
            </p:nvSpPr>
            <p:spPr>
              <a:xfrm>
                <a:off x="376405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0" name="pg494">
                <a:extLst>
                  <a:ext uri="{FF2B5EF4-FFF2-40B4-BE49-F238E27FC236}">
                    <a16:creationId xmlns:a16="http://schemas.microsoft.com/office/drawing/2014/main" id="{8E566942-7EDB-25A1-2641-068B2CF461C8}"/>
                  </a:ext>
                </a:extLst>
              </p:cNvPr>
              <p:cNvSpPr/>
              <p:nvPr/>
            </p:nvSpPr>
            <p:spPr>
              <a:xfrm>
                <a:off x="384548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1" name="pg495">
                <a:extLst>
                  <a:ext uri="{FF2B5EF4-FFF2-40B4-BE49-F238E27FC236}">
                    <a16:creationId xmlns:a16="http://schemas.microsoft.com/office/drawing/2014/main" id="{5CE72EA6-5B25-9192-3B3B-2A3454517388}"/>
                  </a:ext>
                </a:extLst>
              </p:cNvPr>
              <p:cNvSpPr/>
              <p:nvPr/>
            </p:nvSpPr>
            <p:spPr>
              <a:xfrm>
                <a:off x="392692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2" name="pg496">
                <a:extLst>
                  <a:ext uri="{FF2B5EF4-FFF2-40B4-BE49-F238E27FC236}">
                    <a16:creationId xmlns:a16="http://schemas.microsoft.com/office/drawing/2014/main" id="{54F42FA4-C82B-35F2-7C2D-7EF1B0821090}"/>
                  </a:ext>
                </a:extLst>
              </p:cNvPr>
              <p:cNvSpPr/>
              <p:nvPr/>
            </p:nvSpPr>
            <p:spPr>
              <a:xfrm>
                <a:off x="400836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3" name="pg497">
                <a:extLst>
                  <a:ext uri="{FF2B5EF4-FFF2-40B4-BE49-F238E27FC236}">
                    <a16:creationId xmlns:a16="http://schemas.microsoft.com/office/drawing/2014/main" id="{33A1849A-5E60-EAB2-3835-5F4C04A48F5D}"/>
                  </a:ext>
                </a:extLst>
              </p:cNvPr>
              <p:cNvSpPr/>
              <p:nvPr/>
            </p:nvSpPr>
            <p:spPr>
              <a:xfrm>
                <a:off x="408979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4" name="pg498">
                <a:extLst>
                  <a:ext uri="{FF2B5EF4-FFF2-40B4-BE49-F238E27FC236}">
                    <a16:creationId xmlns:a16="http://schemas.microsoft.com/office/drawing/2014/main" id="{16E94E54-99B2-B187-0B8A-7AAF1BF660F3}"/>
                  </a:ext>
                </a:extLst>
              </p:cNvPr>
              <p:cNvSpPr/>
              <p:nvPr/>
            </p:nvSpPr>
            <p:spPr>
              <a:xfrm>
                <a:off x="417123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5" name="pg499">
                <a:extLst>
                  <a:ext uri="{FF2B5EF4-FFF2-40B4-BE49-F238E27FC236}">
                    <a16:creationId xmlns:a16="http://schemas.microsoft.com/office/drawing/2014/main" id="{299BC7DA-4048-908C-013A-3CBEE116F1C4}"/>
                  </a:ext>
                </a:extLst>
              </p:cNvPr>
              <p:cNvSpPr/>
              <p:nvPr/>
            </p:nvSpPr>
            <p:spPr>
              <a:xfrm>
                <a:off x="425267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6" name="pg500">
                <a:extLst>
                  <a:ext uri="{FF2B5EF4-FFF2-40B4-BE49-F238E27FC236}">
                    <a16:creationId xmlns:a16="http://schemas.microsoft.com/office/drawing/2014/main" id="{3E79BE3A-B7DB-6B58-923A-B5A90951B014}"/>
                  </a:ext>
                </a:extLst>
              </p:cNvPr>
              <p:cNvSpPr/>
              <p:nvPr/>
            </p:nvSpPr>
            <p:spPr>
              <a:xfrm>
                <a:off x="278680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7" name="pg501">
                <a:extLst>
                  <a:ext uri="{FF2B5EF4-FFF2-40B4-BE49-F238E27FC236}">
                    <a16:creationId xmlns:a16="http://schemas.microsoft.com/office/drawing/2014/main" id="{D5C45AB2-D3B9-6877-AEA4-EC58792865A9}"/>
                  </a:ext>
                </a:extLst>
              </p:cNvPr>
              <p:cNvSpPr/>
              <p:nvPr/>
            </p:nvSpPr>
            <p:spPr>
              <a:xfrm>
                <a:off x="286824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8" name="pg502">
                <a:extLst>
                  <a:ext uri="{FF2B5EF4-FFF2-40B4-BE49-F238E27FC236}">
                    <a16:creationId xmlns:a16="http://schemas.microsoft.com/office/drawing/2014/main" id="{94A5FB0C-5B3B-1329-4E8F-FF71B672E0F8}"/>
                  </a:ext>
                </a:extLst>
              </p:cNvPr>
              <p:cNvSpPr/>
              <p:nvPr/>
            </p:nvSpPr>
            <p:spPr>
              <a:xfrm>
                <a:off x="294967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9" name="pg503">
                <a:extLst>
                  <a:ext uri="{FF2B5EF4-FFF2-40B4-BE49-F238E27FC236}">
                    <a16:creationId xmlns:a16="http://schemas.microsoft.com/office/drawing/2014/main" id="{05C1FC79-A75A-E071-B6C5-7FC62EBF0703}"/>
                  </a:ext>
                </a:extLst>
              </p:cNvPr>
              <p:cNvSpPr/>
              <p:nvPr/>
            </p:nvSpPr>
            <p:spPr>
              <a:xfrm>
                <a:off x="303111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0" name="pg504">
                <a:extLst>
                  <a:ext uri="{FF2B5EF4-FFF2-40B4-BE49-F238E27FC236}">
                    <a16:creationId xmlns:a16="http://schemas.microsoft.com/office/drawing/2014/main" id="{0461EB4F-E41E-4C5B-4E5F-A6BDDD5E9AF2}"/>
                  </a:ext>
                </a:extLst>
              </p:cNvPr>
              <p:cNvSpPr/>
              <p:nvPr/>
            </p:nvSpPr>
            <p:spPr>
              <a:xfrm>
                <a:off x="311255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1" name="pg505">
                <a:extLst>
                  <a:ext uri="{FF2B5EF4-FFF2-40B4-BE49-F238E27FC236}">
                    <a16:creationId xmlns:a16="http://schemas.microsoft.com/office/drawing/2014/main" id="{1A50C41E-7029-6BF0-722F-EF5BD6B92DF8}"/>
                  </a:ext>
                </a:extLst>
              </p:cNvPr>
              <p:cNvSpPr/>
              <p:nvPr/>
            </p:nvSpPr>
            <p:spPr>
              <a:xfrm>
                <a:off x="319399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2" name="pg506">
                <a:extLst>
                  <a:ext uri="{FF2B5EF4-FFF2-40B4-BE49-F238E27FC236}">
                    <a16:creationId xmlns:a16="http://schemas.microsoft.com/office/drawing/2014/main" id="{C3693A7F-549C-3202-1769-5DEF95C00EB8}"/>
                  </a:ext>
                </a:extLst>
              </p:cNvPr>
              <p:cNvSpPr/>
              <p:nvPr/>
            </p:nvSpPr>
            <p:spPr>
              <a:xfrm>
                <a:off x="327542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3" name="pg507">
                <a:extLst>
                  <a:ext uri="{FF2B5EF4-FFF2-40B4-BE49-F238E27FC236}">
                    <a16:creationId xmlns:a16="http://schemas.microsoft.com/office/drawing/2014/main" id="{CEB05D40-D691-4A06-DF27-FCBAD507FBBA}"/>
                  </a:ext>
                </a:extLst>
              </p:cNvPr>
              <p:cNvSpPr/>
              <p:nvPr/>
            </p:nvSpPr>
            <p:spPr>
              <a:xfrm>
                <a:off x="335686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4" name="pg508">
                <a:extLst>
                  <a:ext uri="{FF2B5EF4-FFF2-40B4-BE49-F238E27FC236}">
                    <a16:creationId xmlns:a16="http://schemas.microsoft.com/office/drawing/2014/main" id="{4F660286-B1BC-9182-CF94-01D84E4B9508}"/>
                  </a:ext>
                </a:extLst>
              </p:cNvPr>
              <p:cNvSpPr/>
              <p:nvPr/>
            </p:nvSpPr>
            <p:spPr>
              <a:xfrm>
                <a:off x="343830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5" name="pg509">
                <a:extLst>
                  <a:ext uri="{FF2B5EF4-FFF2-40B4-BE49-F238E27FC236}">
                    <a16:creationId xmlns:a16="http://schemas.microsoft.com/office/drawing/2014/main" id="{2988B47D-2376-90B4-1183-0F7E17A8809D}"/>
                  </a:ext>
                </a:extLst>
              </p:cNvPr>
              <p:cNvSpPr/>
              <p:nvPr/>
            </p:nvSpPr>
            <p:spPr>
              <a:xfrm>
                <a:off x="351973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6" name="pg510">
                <a:extLst>
                  <a:ext uri="{FF2B5EF4-FFF2-40B4-BE49-F238E27FC236}">
                    <a16:creationId xmlns:a16="http://schemas.microsoft.com/office/drawing/2014/main" id="{9262A273-900A-AE55-C006-4800161E8FA4}"/>
                  </a:ext>
                </a:extLst>
              </p:cNvPr>
              <p:cNvSpPr/>
              <p:nvPr/>
            </p:nvSpPr>
            <p:spPr>
              <a:xfrm>
                <a:off x="360117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7" name="pg511">
                <a:extLst>
                  <a:ext uri="{FF2B5EF4-FFF2-40B4-BE49-F238E27FC236}">
                    <a16:creationId xmlns:a16="http://schemas.microsoft.com/office/drawing/2014/main" id="{E52ABE61-CD4D-45E8-D978-157CAC882BE9}"/>
                  </a:ext>
                </a:extLst>
              </p:cNvPr>
              <p:cNvSpPr/>
              <p:nvPr/>
            </p:nvSpPr>
            <p:spPr>
              <a:xfrm>
                <a:off x="368261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8" name="pg512">
                <a:extLst>
                  <a:ext uri="{FF2B5EF4-FFF2-40B4-BE49-F238E27FC236}">
                    <a16:creationId xmlns:a16="http://schemas.microsoft.com/office/drawing/2014/main" id="{DA876005-2FF4-3437-39C2-A3E3A35E1E56}"/>
                  </a:ext>
                </a:extLst>
              </p:cNvPr>
              <p:cNvSpPr/>
              <p:nvPr/>
            </p:nvSpPr>
            <p:spPr>
              <a:xfrm>
                <a:off x="376405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9" name="pg513">
                <a:extLst>
                  <a:ext uri="{FF2B5EF4-FFF2-40B4-BE49-F238E27FC236}">
                    <a16:creationId xmlns:a16="http://schemas.microsoft.com/office/drawing/2014/main" id="{D3B44D13-1C49-2390-1396-2CE4EBDB015C}"/>
                  </a:ext>
                </a:extLst>
              </p:cNvPr>
              <p:cNvSpPr/>
              <p:nvPr/>
            </p:nvSpPr>
            <p:spPr>
              <a:xfrm>
                <a:off x="384548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0" name="pg514">
                <a:extLst>
                  <a:ext uri="{FF2B5EF4-FFF2-40B4-BE49-F238E27FC236}">
                    <a16:creationId xmlns:a16="http://schemas.microsoft.com/office/drawing/2014/main" id="{12A6F994-077C-BDE9-F827-9FF76AF9FB56}"/>
                  </a:ext>
                </a:extLst>
              </p:cNvPr>
              <p:cNvSpPr/>
              <p:nvPr/>
            </p:nvSpPr>
            <p:spPr>
              <a:xfrm>
                <a:off x="392692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1" name="pg515">
                <a:extLst>
                  <a:ext uri="{FF2B5EF4-FFF2-40B4-BE49-F238E27FC236}">
                    <a16:creationId xmlns:a16="http://schemas.microsoft.com/office/drawing/2014/main" id="{BC0C4CD3-71E0-890D-BAC8-23320FF48D18}"/>
                  </a:ext>
                </a:extLst>
              </p:cNvPr>
              <p:cNvSpPr/>
              <p:nvPr/>
            </p:nvSpPr>
            <p:spPr>
              <a:xfrm>
                <a:off x="400836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2" name="pg516">
                <a:extLst>
                  <a:ext uri="{FF2B5EF4-FFF2-40B4-BE49-F238E27FC236}">
                    <a16:creationId xmlns:a16="http://schemas.microsoft.com/office/drawing/2014/main" id="{4361A02B-C2D9-283D-4E8F-E547F3EC1934}"/>
                  </a:ext>
                </a:extLst>
              </p:cNvPr>
              <p:cNvSpPr/>
              <p:nvPr/>
            </p:nvSpPr>
            <p:spPr>
              <a:xfrm>
                <a:off x="408979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3" name="pg517">
                <a:extLst>
                  <a:ext uri="{FF2B5EF4-FFF2-40B4-BE49-F238E27FC236}">
                    <a16:creationId xmlns:a16="http://schemas.microsoft.com/office/drawing/2014/main" id="{C39A54EE-F34C-3309-5926-88F1644B8EE0}"/>
                  </a:ext>
                </a:extLst>
              </p:cNvPr>
              <p:cNvSpPr/>
              <p:nvPr/>
            </p:nvSpPr>
            <p:spPr>
              <a:xfrm>
                <a:off x="417123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4" name="pg518">
                <a:extLst>
                  <a:ext uri="{FF2B5EF4-FFF2-40B4-BE49-F238E27FC236}">
                    <a16:creationId xmlns:a16="http://schemas.microsoft.com/office/drawing/2014/main" id="{DE71CD82-7533-4F8A-F6FC-1F94B204F932}"/>
                  </a:ext>
                </a:extLst>
              </p:cNvPr>
              <p:cNvSpPr/>
              <p:nvPr/>
            </p:nvSpPr>
            <p:spPr>
              <a:xfrm>
                <a:off x="278680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5" name="pg519">
                <a:extLst>
                  <a:ext uri="{FF2B5EF4-FFF2-40B4-BE49-F238E27FC236}">
                    <a16:creationId xmlns:a16="http://schemas.microsoft.com/office/drawing/2014/main" id="{D1CDFCAE-E704-6826-349E-BDAE0205891C}"/>
                  </a:ext>
                </a:extLst>
              </p:cNvPr>
              <p:cNvSpPr/>
              <p:nvPr/>
            </p:nvSpPr>
            <p:spPr>
              <a:xfrm>
                <a:off x="286824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6" name="pg520">
                <a:extLst>
                  <a:ext uri="{FF2B5EF4-FFF2-40B4-BE49-F238E27FC236}">
                    <a16:creationId xmlns:a16="http://schemas.microsoft.com/office/drawing/2014/main" id="{27617AD6-2681-30C8-BE8B-61DB8C6C37BC}"/>
                  </a:ext>
                </a:extLst>
              </p:cNvPr>
              <p:cNvSpPr/>
              <p:nvPr/>
            </p:nvSpPr>
            <p:spPr>
              <a:xfrm>
                <a:off x="294967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7" name="pg521">
                <a:extLst>
                  <a:ext uri="{FF2B5EF4-FFF2-40B4-BE49-F238E27FC236}">
                    <a16:creationId xmlns:a16="http://schemas.microsoft.com/office/drawing/2014/main" id="{FF584649-9404-341D-AE27-D147832124B5}"/>
                  </a:ext>
                </a:extLst>
              </p:cNvPr>
              <p:cNvSpPr/>
              <p:nvPr/>
            </p:nvSpPr>
            <p:spPr>
              <a:xfrm>
                <a:off x="303111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8" name="pg522">
                <a:extLst>
                  <a:ext uri="{FF2B5EF4-FFF2-40B4-BE49-F238E27FC236}">
                    <a16:creationId xmlns:a16="http://schemas.microsoft.com/office/drawing/2014/main" id="{0CB6A9EB-C18E-4B2A-349B-EFF458BD108F}"/>
                  </a:ext>
                </a:extLst>
              </p:cNvPr>
              <p:cNvSpPr/>
              <p:nvPr/>
            </p:nvSpPr>
            <p:spPr>
              <a:xfrm>
                <a:off x="311255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9" name="pg523">
                <a:extLst>
                  <a:ext uri="{FF2B5EF4-FFF2-40B4-BE49-F238E27FC236}">
                    <a16:creationId xmlns:a16="http://schemas.microsoft.com/office/drawing/2014/main" id="{AB939D9D-63B8-774A-1358-EAF6190D7CB5}"/>
                  </a:ext>
                </a:extLst>
              </p:cNvPr>
              <p:cNvSpPr/>
              <p:nvPr/>
            </p:nvSpPr>
            <p:spPr>
              <a:xfrm>
                <a:off x="319399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0" name="pg524">
                <a:extLst>
                  <a:ext uri="{FF2B5EF4-FFF2-40B4-BE49-F238E27FC236}">
                    <a16:creationId xmlns:a16="http://schemas.microsoft.com/office/drawing/2014/main" id="{65881217-0C74-D4FA-1DE0-19EAC9007C40}"/>
                  </a:ext>
                </a:extLst>
              </p:cNvPr>
              <p:cNvSpPr/>
              <p:nvPr/>
            </p:nvSpPr>
            <p:spPr>
              <a:xfrm>
                <a:off x="327542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1" name="pg525">
                <a:extLst>
                  <a:ext uri="{FF2B5EF4-FFF2-40B4-BE49-F238E27FC236}">
                    <a16:creationId xmlns:a16="http://schemas.microsoft.com/office/drawing/2014/main" id="{75CF5918-1B76-226E-B0A6-25B6011B2238}"/>
                  </a:ext>
                </a:extLst>
              </p:cNvPr>
              <p:cNvSpPr/>
              <p:nvPr/>
            </p:nvSpPr>
            <p:spPr>
              <a:xfrm>
                <a:off x="335686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2" name="pg526">
                <a:extLst>
                  <a:ext uri="{FF2B5EF4-FFF2-40B4-BE49-F238E27FC236}">
                    <a16:creationId xmlns:a16="http://schemas.microsoft.com/office/drawing/2014/main" id="{739B5565-8514-4DBD-7FF9-6F00475CC7EE}"/>
                  </a:ext>
                </a:extLst>
              </p:cNvPr>
              <p:cNvSpPr/>
              <p:nvPr/>
            </p:nvSpPr>
            <p:spPr>
              <a:xfrm>
                <a:off x="343830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3" name="pg527">
                <a:extLst>
                  <a:ext uri="{FF2B5EF4-FFF2-40B4-BE49-F238E27FC236}">
                    <a16:creationId xmlns:a16="http://schemas.microsoft.com/office/drawing/2014/main" id="{0B5A0A87-086D-AE3B-8FDC-2B7D18A6BB9C}"/>
                  </a:ext>
                </a:extLst>
              </p:cNvPr>
              <p:cNvSpPr/>
              <p:nvPr/>
            </p:nvSpPr>
            <p:spPr>
              <a:xfrm>
                <a:off x="351973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4" name="pg528">
                <a:extLst>
                  <a:ext uri="{FF2B5EF4-FFF2-40B4-BE49-F238E27FC236}">
                    <a16:creationId xmlns:a16="http://schemas.microsoft.com/office/drawing/2014/main" id="{97669627-3E82-1BAD-3DF7-E3E95049170F}"/>
                  </a:ext>
                </a:extLst>
              </p:cNvPr>
              <p:cNvSpPr/>
              <p:nvPr/>
            </p:nvSpPr>
            <p:spPr>
              <a:xfrm>
                <a:off x="360117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5" name="pg529">
                <a:extLst>
                  <a:ext uri="{FF2B5EF4-FFF2-40B4-BE49-F238E27FC236}">
                    <a16:creationId xmlns:a16="http://schemas.microsoft.com/office/drawing/2014/main" id="{60F5DAD0-EC37-3197-0AFE-21EC27DA7BB2}"/>
                  </a:ext>
                </a:extLst>
              </p:cNvPr>
              <p:cNvSpPr/>
              <p:nvPr/>
            </p:nvSpPr>
            <p:spPr>
              <a:xfrm>
                <a:off x="368261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6" name="pg530">
                <a:extLst>
                  <a:ext uri="{FF2B5EF4-FFF2-40B4-BE49-F238E27FC236}">
                    <a16:creationId xmlns:a16="http://schemas.microsoft.com/office/drawing/2014/main" id="{3D89F413-5DBD-BCA2-6A41-6AD1FFAC9941}"/>
                  </a:ext>
                </a:extLst>
              </p:cNvPr>
              <p:cNvSpPr/>
              <p:nvPr/>
            </p:nvSpPr>
            <p:spPr>
              <a:xfrm>
                <a:off x="376405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7" name="pg531">
                <a:extLst>
                  <a:ext uri="{FF2B5EF4-FFF2-40B4-BE49-F238E27FC236}">
                    <a16:creationId xmlns:a16="http://schemas.microsoft.com/office/drawing/2014/main" id="{A7C78AFB-990A-5BDD-9F61-90FC29071A38}"/>
                  </a:ext>
                </a:extLst>
              </p:cNvPr>
              <p:cNvSpPr/>
              <p:nvPr/>
            </p:nvSpPr>
            <p:spPr>
              <a:xfrm>
                <a:off x="384548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8" name="pg532">
                <a:extLst>
                  <a:ext uri="{FF2B5EF4-FFF2-40B4-BE49-F238E27FC236}">
                    <a16:creationId xmlns:a16="http://schemas.microsoft.com/office/drawing/2014/main" id="{52CD77AF-9BF7-6F3D-D07B-8EB54D9FA8FC}"/>
                  </a:ext>
                </a:extLst>
              </p:cNvPr>
              <p:cNvSpPr/>
              <p:nvPr/>
            </p:nvSpPr>
            <p:spPr>
              <a:xfrm>
                <a:off x="392692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9" name="pg533">
                <a:extLst>
                  <a:ext uri="{FF2B5EF4-FFF2-40B4-BE49-F238E27FC236}">
                    <a16:creationId xmlns:a16="http://schemas.microsoft.com/office/drawing/2014/main" id="{06606C91-A394-6C04-F928-2B546D2438AB}"/>
                  </a:ext>
                </a:extLst>
              </p:cNvPr>
              <p:cNvSpPr/>
              <p:nvPr/>
            </p:nvSpPr>
            <p:spPr>
              <a:xfrm>
                <a:off x="400836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0" name="pg534">
                <a:extLst>
                  <a:ext uri="{FF2B5EF4-FFF2-40B4-BE49-F238E27FC236}">
                    <a16:creationId xmlns:a16="http://schemas.microsoft.com/office/drawing/2014/main" id="{6742BD1A-C040-9696-7FD1-CE14404C9745}"/>
                  </a:ext>
                </a:extLst>
              </p:cNvPr>
              <p:cNvSpPr/>
              <p:nvPr/>
            </p:nvSpPr>
            <p:spPr>
              <a:xfrm>
                <a:off x="408979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1" name="pg535">
                <a:extLst>
                  <a:ext uri="{FF2B5EF4-FFF2-40B4-BE49-F238E27FC236}">
                    <a16:creationId xmlns:a16="http://schemas.microsoft.com/office/drawing/2014/main" id="{0A1CAB27-9154-24C4-67FE-19A40A50A598}"/>
                  </a:ext>
                </a:extLst>
              </p:cNvPr>
              <p:cNvSpPr/>
              <p:nvPr/>
            </p:nvSpPr>
            <p:spPr>
              <a:xfrm>
                <a:off x="286824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2" name="pg536">
                <a:extLst>
                  <a:ext uri="{FF2B5EF4-FFF2-40B4-BE49-F238E27FC236}">
                    <a16:creationId xmlns:a16="http://schemas.microsoft.com/office/drawing/2014/main" id="{9C999CB1-F581-75D7-D9C7-31476144F2C1}"/>
                  </a:ext>
                </a:extLst>
              </p:cNvPr>
              <p:cNvSpPr/>
              <p:nvPr/>
            </p:nvSpPr>
            <p:spPr>
              <a:xfrm>
                <a:off x="294967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3" name="pg537">
                <a:extLst>
                  <a:ext uri="{FF2B5EF4-FFF2-40B4-BE49-F238E27FC236}">
                    <a16:creationId xmlns:a16="http://schemas.microsoft.com/office/drawing/2014/main" id="{07E39182-0F8E-B9BB-E79E-2592F379F32C}"/>
                  </a:ext>
                </a:extLst>
              </p:cNvPr>
              <p:cNvSpPr/>
              <p:nvPr/>
            </p:nvSpPr>
            <p:spPr>
              <a:xfrm>
                <a:off x="303111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4" name="pg538">
                <a:extLst>
                  <a:ext uri="{FF2B5EF4-FFF2-40B4-BE49-F238E27FC236}">
                    <a16:creationId xmlns:a16="http://schemas.microsoft.com/office/drawing/2014/main" id="{871D2360-BE18-C997-8C8E-42DE6F270870}"/>
                  </a:ext>
                </a:extLst>
              </p:cNvPr>
              <p:cNvSpPr/>
              <p:nvPr/>
            </p:nvSpPr>
            <p:spPr>
              <a:xfrm>
                <a:off x="311255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5" name="pg539">
                <a:extLst>
                  <a:ext uri="{FF2B5EF4-FFF2-40B4-BE49-F238E27FC236}">
                    <a16:creationId xmlns:a16="http://schemas.microsoft.com/office/drawing/2014/main" id="{5C78BFE6-91BF-54DD-60BD-F3262800AA51}"/>
                  </a:ext>
                </a:extLst>
              </p:cNvPr>
              <p:cNvSpPr/>
              <p:nvPr/>
            </p:nvSpPr>
            <p:spPr>
              <a:xfrm>
                <a:off x="319399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6" name="pg540">
                <a:extLst>
                  <a:ext uri="{FF2B5EF4-FFF2-40B4-BE49-F238E27FC236}">
                    <a16:creationId xmlns:a16="http://schemas.microsoft.com/office/drawing/2014/main" id="{0F698264-D2CA-EBF0-586B-143E3C3BA166}"/>
                  </a:ext>
                </a:extLst>
              </p:cNvPr>
              <p:cNvSpPr/>
              <p:nvPr/>
            </p:nvSpPr>
            <p:spPr>
              <a:xfrm>
                <a:off x="327542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7" name="pg541">
                <a:extLst>
                  <a:ext uri="{FF2B5EF4-FFF2-40B4-BE49-F238E27FC236}">
                    <a16:creationId xmlns:a16="http://schemas.microsoft.com/office/drawing/2014/main" id="{C9BC916C-2BF9-DEA2-4A8D-144ECDA3115E}"/>
                  </a:ext>
                </a:extLst>
              </p:cNvPr>
              <p:cNvSpPr/>
              <p:nvPr/>
            </p:nvSpPr>
            <p:spPr>
              <a:xfrm>
                <a:off x="335686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8" name="pg542">
                <a:extLst>
                  <a:ext uri="{FF2B5EF4-FFF2-40B4-BE49-F238E27FC236}">
                    <a16:creationId xmlns:a16="http://schemas.microsoft.com/office/drawing/2014/main" id="{8967F8E0-DFCE-CDF4-978D-4B1878251508}"/>
                  </a:ext>
                </a:extLst>
              </p:cNvPr>
              <p:cNvSpPr/>
              <p:nvPr/>
            </p:nvSpPr>
            <p:spPr>
              <a:xfrm>
                <a:off x="343830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9" name="pg543">
                <a:extLst>
                  <a:ext uri="{FF2B5EF4-FFF2-40B4-BE49-F238E27FC236}">
                    <a16:creationId xmlns:a16="http://schemas.microsoft.com/office/drawing/2014/main" id="{DF761328-2C41-F23A-D3B2-B48DCE19EA36}"/>
                  </a:ext>
                </a:extLst>
              </p:cNvPr>
              <p:cNvSpPr/>
              <p:nvPr/>
            </p:nvSpPr>
            <p:spPr>
              <a:xfrm>
                <a:off x="351973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0" name="pg544">
                <a:extLst>
                  <a:ext uri="{FF2B5EF4-FFF2-40B4-BE49-F238E27FC236}">
                    <a16:creationId xmlns:a16="http://schemas.microsoft.com/office/drawing/2014/main" id="{7AF31B86-822A-30EE-D8BE-34169DC159BE}"/>
                  </a:ext>
                </a:extLst>
              </p:cNvPr>
              <p:cNvSpPr/>
              <p:nvPr/>
            </p:nvSpPr>
            <p:spPr>
              <a:xfrm>
                <a:off x="360117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1" name="pg545">
                <a:extLst>
                  <a:ext uri="{FF2B5EF4-FFF2-40B4-BE49-F238E27FC236}">
                    <a16:creationId xmlns:a16="http://schemas.microsoft.com/office/drawing/2014/main" id="{E3A55CDA-B794-0D44-97CF-142134DCF8C1}"/>
                  </a:ext>
                </a:extLst>
              </p:cNvPr>
              <p:cNvSpPr/>
              <p:nvPr/>
            </p:nvSpPr>
            <p:spPr>
              <a:xfrm>
                <a:off x="368261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2" name="pg546">
                <a:extLst>
                  <a:ext uri="{FF2B5EF4-FFF2-40B4-BE49-F238E27FC236}">
                    <a16:creationId xmlns:a16="http://schemas.microsoft.com/office/drawing/2014/main" id="{2DED1BBE-943C-7C74-54D7-E97959425372}"/>
                  </a:ext>
                </a:extLst>
              </p:cNvPr>
              <p:cNvSpPr/>
              <p:nvPr/>
            </p:nvSpPr>
            <p:spPr>
              <a:xfrm>
                <a:off x="376405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3" name="pg547">
                <a:extLst>
                  <a:ext uri="{FF2B5EF4-FFF2-40B4-BE49-F238E27FC236}">
                    <a16:creationId xmlns:a16="http://schemas.microsoft.com/office/drawing/2014/main" id="{0CB844CC-4BEB-1A42-E490-48F0ECAF3AFD}"/>
                  </a:ext>
                </a:extLst>
              </p:cNvPr>
              <p:cNvSpPr/>
              <p:nvPr/>
            </p:nvSpPr>
            <p:spPr>
              <a:xfrm>
                <a:off x="384548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4" name="pg548">
                <a:extLst>
                  <a:ext uri="{FF2B5EF4-FFF2-40B4-BE49-F238E27FC236}">
                    <a16:creationId xmlns:a16="http://schemas.microsoft.com/office/drawing/2014/main" id="{3C1AE56E-D5E6-F354-6CD1-B71C2E9E0BCA}"/>
                  </a:ext>
                </a:extLst>
              </p:cNvPr>
              <p:cNvSpPr/>
              <p:nvPr/>
            </p:nvSpPr>
            <p:spPr>
              <a:xfrm>
                <a:off x="392692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5" name="pg549">
                <a:extLst>
                  <a:ext uri="{FF2B5EF4-FFF2-40B4-BE49-F238E27FC236}">
                    <a16:creationId xmlns:a16="http://schemas.microsoft.com/office/drawing/2014/main" id="{279D3322-2494-11A3-4070-61422F97191C}"/>
                  </a:ext>
                </a:extLst>
              </p:cNvPr>
              <p:cNvSpPr/>
              <p:nvPr/>
            </p:nvSpPr>
            <p:spPr>
              <a:xfrm>
                <a:off x="400836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6" name="pg550">
                <a:extLst>
                  <a:ext uri="{FF2B5EF4-FFF2-40B4-BE49-F238E27FC236}">
                    <a16:creationId xmlns:a16="http://schemas.microsoft.com/office/drawing/2014/main" id="{AEAD17D7-6952-5330-0FF9-686AA7D50B3B}"/>
                  </a:ext>
                </a:extLst>
              </p:cNvPr>
              <p:cNvSpPr/>
              <p:nvPr/>
            </p:nvSpPr>
            <p:spPr>
              <a:xfrm>
                <a:off x="311255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7" name="pg551">
                <a:extLst>
                  <a:ext uri="{FF2B5EF4-FFF2-40B4-BE49-F238E27FC236}">
                    <a16:creationId xmlns:a16="http://schemas.microsoft.com/office/drawing/2014/main" id="{07BA9ECB-F472-1AE1-42C6-DBD1EDB916B9}"/>
                  </a:ext>
                </a:extLst>
              </p:cNvPr>
              <p:cNvSpPr/>
              <p:nvPr/>
            </p:nvSpPr>
            <p:spPr>
              <a:xfrm>
                <a:off x="319399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8" name="pg552">
                <a:extLst>
                  <a:ext uri="{FF2B5EF4-FFF2-40B4-BE49-F238E27FC236}">
                    <a16:creationId xmlns:a16="http://schemas.microsoft.com/office/drawing/2014/main" id="{C5132718-EBEC-B5FB-1A52-1723CE14FB78}"/>
                  </a:ext>
                </a:extLst>
              </p:cNvPr>
              <p:cNvSpPr/>
              <p:nvPr/>
            </p:nvSpPr>
            <p:spPr>
              <a:xfrm>
                <a:off x="327542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9" name="pg553">
                <a:extLst>
                  <a:ext uri="{FF2B5EF4-FFF2-40B4-BE49-F238E27FC236}">
                    <a16:creationId xmlns:a16="http://schemas.microsoft.com/office/drawing/2014/main" id="{9CA0B686-DDEC-04B3-1BE1-87E1B2D79A9A}"/>
                  </a:ext>
                </a:extLst>
              </p:cNvPr>
              <p:cNvSpPr/>
              <p:nvPr/>
            </p:nvSpPr>
            <p:spPr>
              <a:xfrm>
                <a:off x="335686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0" name="pg554">
                <a:extLst>
                  <a:ext uri="{FF2B5EF4-FFF2-40B4-BE49-F238E27FC236}">
                    <a16:creationId xmlns:a16="http://schemas.microsoft.com/office/drawing/2014/main" id="{F9C87E78-8978-F5B4-03A3-D9DDFA945235}"/>
                  </a:ext>
                </a:extLst>
              </p:cNvPr>
              <p:cNvSpPr/>
              <p:nvPr/>
            </p:nvSpPr>
            <p:spPr>
              <a:xfrm>
                <a:off x="343830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1" name="pg555">
                <a:extLst>
                  <a:ext uri="{FF2B5EF4-FFF2-40B4-BE49-F238E27FC236}">
                    <a16:creationId xmlns:a16="http://schemas.microsoft.com/office/drawing/2014/main" id="{A387AF94-E3C7-761C-2595-38987022F829}"/>
                  </a:ext>
                </a:extLst>
              </p:cNvPr>
              <p:cNvSpPr/>
              <p:nvPr/>
            </p:nvSpPr>
            <p:spPr>
              <a:xfrm>
                <a:off x="3519738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2" name="pg556">
                <a:extLst>
                  <a:ext uri="{FF2B5EF4-FFF2-40B4-BE49-F238E27FC236}">
                    <a16:creationId xmlns:a16="http://schemas.microsoft.com/office/drawing/2014/main" id="{3738ECED-137A-0DE9-6EBF-D740924762FE}"/>
                  </a:ext>
                </a:extLst>
              </p:cNvPr>
              <p:cNvSpPr/>
              <p:nvPr/>
            </p:nvSpPr>
            <p:spPr>
              <a:xfrm>
                <a:off x="3601176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3" name="pg557">
                <a:extLst>
                  <a:ext uri="{FF2B5EF4-FFF2-40B4-BE49-F238E27FC236}">
                    <a16:creationId xmlns:a16="http://schemas.microsoft.com/office/drawing/2014/main" id="{BCBE090D-E148-2EFF-50AA-EBB6AD6CBFF5}"/>
                  </a:ext>
                </a:extLst>
              </p:cNvPr>
              <p:cNvSpPr/>
              <p:nvPr/>
            </p:nvSpPr>
            <p:spPr>
              <a:xfrm>
                <a:off x="368261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4" name="pg558">
                <a:extLst>
                  <a:ext uri="{FF2B5EF4-FFF2-40B4-BE49-F238E27FC236}">
                    <a16:creationId xmlns:a16="http://schemas.microsoft.com/office/drawing/2014/main" id="{52597914-8A96-9CBD-DE62-07A9C5255326}"/>
                  </a:ext>
                </a:extLst>
              </p:cNvPr>
              <p:cNvSpPr/>
              <p:nvPr/>
            </p:nvSpPr>
            <p:spPr>
              <a:xfrm>
                <a:off x="376405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5" name="pg559">
                <a:extLst>
                  <a:ext uri="{FF2B5EF4-FFF2-40B4-BE49-F238E27FC236}">
                    <a16:creationId xmlns:a16="http://schemas.microsoft.com/office/drawing/2014/main" id="{EA2D0AF8-DCB3-8D1F-89B4-8170D425CA5A}"/>
                  </a:ext>
                </a:extLst>
              </p:cNvPr>
              <p:cNvSpPr/>
              <p:nvPr/>
            </p:nvSpPr>
            <p:spPr>
              <a:xfrm>
                <a:off x="384548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6" name="pg560">
                <a:extLst>
                  <a:ext uri="{FF2B5EF4-FFF2-40B4-BE49-F238E27FC236}">
                    <a16:creationId xmlns:a16="http://schemas.microsoft.com/office/drawing/2014/main" id="{5DC1D4B4-CE7E-9DC8-5D22-5E94D97C9091}"/>
                  </a:ext>
                </a:extLst>
              </p:cNvPr>
              <p:cNvSpPr/>
              <p:nvPr/>
            </p:nvSpPr>
            <p:spPr>
              <a:xfrm>
                <a:off x="392692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7" name="pg561">
                <a:extLst>
                  <a:ext uri="{FF2B5EF4-FFF2-40B4-BE49-F238E27FC236}">
                    <a16:creationId xmlns:a16="http://schemas.microsoft.com/office/drawing/2014/main" id="{5E1B012B-03B7-3074-4C7E-D7823CFD1B91}"/>
                  </a:ext>
                </a:extLst>
              </p:cNvPr>
              <p:cNvSpPr/>
              <p:nvPr/>
            </p:nvSpPr>
            <p:spPr>
              <a:xfrm>
                <a:off x="400836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8" name="pg562">
                <a:extLst>
                  <a:ext uri="{FF2B5EF4-FFF2-40B4-BE49-F238E27FC236}">
                    <a16:creationId xmlns:a16="http://schemas.microsoft.com/office/drawing/2014/main" id="{485C476D-DD6E-1A59-4205-2D0118D4F4D8}"/>
                  </a:ext>
                </a:extLst>
              </p:cNvPr>
              <p:cNvSpPr/>
              <p:nvPr/>
            </p:nvSpPr>
            <p:spPr>
              <a:xfrm>
                <a:off x="327542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9" name="pg563">
                <a:extLst>
                  <a:ext uri="{FF2B5EF4-FFF2-40B4-BE49-F238E27FC236}">
                    <a16:creationId xmlns:a16="http://schemas.microsoft.com/office/drawing/2014/main" id="{8561B9D6-E6CB-F423-20C5-E4730D955533}"/>
                  </a:ext>
                </a:extLst>
              </p:cNvPr>
              <p:cNvSpPr/>
              <p:nvPr/>
            </p:nvSpPr>
            <p:spPr>
              <a:xfrm>
                <a:off x="335686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0" name="pg564">
                <a:extLst>
                  <a:ext uri="{FF2B5EF4-FFF2-40B4-BE49-F238E27FC236}">
                    <a16:creationId xmlns:a16="http://schemas.microsoft.com/office/drawing/2014/main" id="{1B60E5C1-1EB7-46CF-C1A8-68AE366FF397}"/>
                  </a:ext>
                </a:extLst>
              </p:cNvPr>
              <p:cNvSpPr/>
              <p:nvPr/>
            </p:nvSpPr>
            <p:spPr>
              <a:xfrm>
                <a:off x="343830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1" name="pg565">
                <a:extLst>
                  <a:ext uri="{FF2B5EF4-FFF2-40B4-BE49-F238E27FC236}">
                    <a16:creationId xmlns:a16="http://schemas.microsoft.com/office/drawing/2014/main" id="{877F2DF9-5FB3-FF1B-F3D7-83857EA013D0}"/>
                  </a:ext>
                </a:extLst>
              </p:cNvPr>
              <p:cNvSpPr/>
              <p:nvPr/>
            </p:nvSpPr>
            <p:spPr>
              <a:xfrm>
                <a:off x="3519738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2" name="pg566">
                <a:extLst>
                  <a:ext uri="{FF2B5EF4-FFF2-40B4-BE49-F238E27FC236}">
                    <a16:creationId xmlns:a16="http://schemas.microsoft.com/office/drawing/2014/main" id="{C886BC7E-0528-5133-9EF8-8E924F8F6F93}"/>
                  </a:ext>
                </a:extLst>
              </p:cNvPr>
              <p:cNvSpPr/>
              <p:nvPr/>
            </p:nvSpPr>
            <p:spPr>
              <a:xfrm>
                <a:off x="3601176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3" name="pg567">
                <a:extLst>
                  <a:ext uri="{FF2B5EF4-FFF2-40B4-BE49-F238E27FC236}">
                    <a16:creationId xmlns:a16="http://schemas.microsoft.com/office/drawing/2014/main" id="{41D715B3-2032-9B13-B289-98ADD86AA096}"/>
                  </a:ext>
                </a:extLst>
              </p:cNvPr>
              <p:cNvSpPr/>
              <p:nvPr/>
            </p:nvSpPr>
            <p:spPr>
              <a:xfrm>
                <a:off x="3682613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4" name="pg568">
                <a:extLst>
                  <a:ext uri="{FF2B5EF4-FFF2-40B4-BE49-F238E27FC236}">
                    <a16:creationId xmlns:a16="http://schemas.microsoft.com/office/drawing/2014/main" id="{81DCE6D7-FAD0-2726-A5A3-6B5432785359}"/>
                  </a:ext>
                </a:extLst>
              </p:cNvPr>
              <p:cNvSpPr/>
              <p:nvPr/>
            </p:nvSpPr>
            <p:spPr>
              <a:xfrm>
                <a:off x="3764050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5" name="pg569">
                <a:extLst>
                  <a:ext uri="{FF2B5EF4-FFF2-40B4-BE49-F238E27FC236}">
                    <a16:creationId xmlns:a16="http://schemas.microsoft.com/office/drawing/2014/main" id="{590E5023-64A7-936B-499A-D43B66F3F241}"/>
                  </a:ext>
                </a:extLst>
              </p:cNvPr>
              <p:cNvSpPr/>
              <p:nvPr/>
            </p:nvSpPr>
            <p:spPr>
              <a:xfrm>
                <a:off x="384548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6" name="pg570">
                <a:extLst>
                  <a:ext uri="{FF2B5EF4-FFF2-40B4-BE49-F238E27FC236}">
                    <a16:creationId xmlns:a16="http://schemas.microsoft.com/office/drawing/2014/main" id="{8646B605-8CFA-ABD3-4104-5ECEEE7E5EC0}"/>
                  </a:ext>
                </a:extLst>
              </p:cNvPr>
              <p:cNvSpPr/>
              <p:nvPr/>
            </p:nvSpPr>
            <p:spPr>
              <a:xfrm>
                <a:off x="392692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7" name="pg571">
                <a:extLst>
                  <a:ext uri="{FF2B5EF4-FFF2-40B4-BE49-F238E27FC236}">
                    <a16:creationId xmlns:a16="http://schemas.microsoft.com/office/drawing/2014/main" id="{9947AB02-7CE0-17F3-45D2-0E3655B53E50}"/>
                  </a:ext>
                </a:extLst>
              </p:cNvPr>
              <p:cNvSpPr/>
              <p:nvPr/>
            </p:nvSpPr>
            <p:spPr>
              <a:xfrm>
                <a:off x="400836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8" name="pg572">
                <a:extLst>
                  <a:ext uri="{FF2B5EF4-FFF2-40B4-BE49-F238E27FC236}">
                    <a16:creationId xmlns:a16="http://schemas.microsoft.com/office/drawing/2014/main" id="{64CAB071-843F-8394-8F1F-8BA4F4BD50C9}"/>
                  </a:ext>
                </a:extLst>
              </p:cNvPr>
              <p:cNvSpPr/>
              <p:nvPr/>
            </p:nvSpPr>
            <p:spPr>
              <a:xfrm>
                <a:off x="335686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9" name="pg573">
                <a:extLst>
                  <a:ext uri="{FF2B5EF4-FFF2-40B4-BE49-F238E27FC236}">
                    <a16:creationId xmlns:a16="http://schemas.microsoft.com/office/drawing/2014/main" id="{F61E9E20-8431-7688-9161-E9DDFB4286A8}"/>
                  </a:ext>
                </a:extLst>
              </p:cNvPr>
              <p:cNvSpPr/>
              <p:nvPr/>
            </p:nvSpPr>
            <p:spPr>
              <a:xfrm>
                <a:off x="343830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0" name="pg574">
                <a:extLst>
                  <a:ext uri="{FF2B5EF4-FFF2-40B4-BE49-F238E27FC236}">
                    <a16:creationId xmlns:a16="http://schemas.microsoft.com/office/drawing/2014/main" id="{422FD649-F5F0-F29E-EF5A-0D99C5E7A9DF}"/>
                  </a:ext>
                </a:extLst>
              </p:cNvPr>
              <p:cNvSpPr/>
              <p:nvPr/>
            </p:nvSpPr>
            <p:spPr>
              <a:xfrm>
                <a:off x="3519738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1" name="pg575">
                <a:extLst>
                  <a:ext uri="{FF2B5EF4-FFF2-40B4-BE49-F238E27FC236}">
                    <a16:creationId xmlns:a16="http://schemas.microsoft.com/office/drawing/2014/main" id="{BA22326D-8D21-1737-03B3-48E16E3CB855}"/>
                  </a:ext>
                </a:extLst>
              </p:cNvPr>
              <p:cNvSpPr/>
              <p:nvPr/>
            </p:nvSpPr>
            <p:spPr>
              <a:xfrm>
                <a:off x="3601176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2" name="pg576">
                <a:extLst>
                  <a:ext uri="{FF2B5EF4-FFF2-40B4-BE49-F238E27FC236}">
                    <a16:creationId xmlns:a16="http://schemas.microsoft.com/office/drawing/2014/main" id="{5FE7E728-94E5-20CE-3A41-EDF0CC19A49F}"/>
                  </a:ext>
                </a:extLst>
              </p:cNvPr>
              <p:cNvSpPr/>
              <p:nvPr/>
            </p:nvSpPr>
            <p:spPr>
              <a:xfrm>
                <a:off x="3682613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3" name="pg577">
                <a:extLst>
                  <a:ext uri="{FF2B5EF4-FFF2-40B4-BE49-F238E27FC236}">
                    <a16:creationId xmlns:a16="http://schemas.microsoft.com/office/drawing/2014/main" id="{B9A1E5FB-FA75-B50E-E085-02FA5D7273EC}"/>
                  </a:ext>
                </a:extLst>
              </p:cNvPr>
              <p:cNvSpPr/>
              <p:nvPr/>
            </p:nvSpPr>
            <p:spPr>
              <a:xfrm>
                <a:off x="3764050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4" name="pg578">
                <a:extLst>
                  <a:ext uri="{FF2B5EF4-FFF2-40B4-BE49-F238E27FC236}">
                    <a16:creationId xmlns:a16="http://schemas.microsoft.com/office/drawing/2014/main" id="{C9616BB4-92CD-C0D7-E061-630F88BB093B}"/>
                  </a:ext>
                </a:extLst>
              </p:cNvPr>
              <p:cNvSpPr/>
              <p:nvPr/>
            </p:nvSpPr>
            <p:spPr>
              <a:xfrm>
                <a:off x="3845487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5" name="pg579">
                <a:extLst>
                  <a:ext uri="{FF2B5EF4-FFF2-40B4-BE49-F238E27FC236}">
                    <a16:creationId xmlns:a16="http://schemas.microsoft.com/office/drawing/2014/main" id="{49C8B017-7A5E-F085-3CDE-0E403F9848B9}"/>
                  </a:ext>
                </a:extLst>
              </p:cNvPr>
              <p:cNvSpPr/>
              <p:nvPr/>
            </p:nvSpPr>
            <p:spPr>
              <a:xfrm>
                <a:off x="392692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6" name="pg580">
                <a:extLst>
                  <a:ext uri="{FF2B5EF4-FFF2-40B4-BE49-F238E27FC236}">
                    <a16:creationId xmlns:a16="http://schemas.microsoft.com/office/drawing/2014/main" id="{459B95AC-8DD8-97CC-E31B-2A95B3880E6C}"/>
                  </a:ext>
                </a:extLst>
              </p:cNvPr>
              <p:cNvSpPr/>
              <p:nvPr/>
            </p:nvSpPr>
            <p:spPr>
              <a:xfrm>
                <a:off x="400836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7" name="pg581">
                <a:extLst>
                  <a:ext uri="{FF2B5EF4-FFF2-40B4-BE49-F238E27FC236}">
                    <a16:creationId xmlns:a16="http://schemas.microsoft.com/office/drawing/2014/main" id="{B9C4A801-F7F9-ECED-AB7B-6B0F725B7291}"/>
                  </a:ext>
                </a:extLst>
              </p:cNvPr>
              <p:cNvSpPr/>
              <p:nvPr/>
            </p:nvSpPr>
            <p:spPr>
              <a:xfrm>
                <a:off x="343830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8" name="pg582">
                <a:extLst>
                  <a:ext uri="{FF2B5EF4-FFF2-40B4-BE49-F238E27FC236}">
                    <a16:creationId xmlns:a16="http://schemas.microsoft.com/office/drawing/2014/main" id="{8EEFE683-E2A9-ABC6-D276-75FE189E3211}"/>
                  </a:ext>
                </a:extLst>
              </p:cNvPr>
              <p:cNvSpPr/>
              <p:nvPr/>
            </p:nvSpPr>
            <p:spPr>
              <a:xfrm>
                <a:off x="351973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9" name="pg583">
                <a:extLst>
                  <a:ext uri="{FF2B5EF4-FFF2-40B4-BE49-F238E27FC236}">
                    <a16:creationId xmlns:a16="http://schemas.microsoft.com/office/drawing/2014/main" id="{3074F02F-FFEA-D474-657D-21E4A8360C83}"/>
                  </a:ext>
                </a:extLst>
              </p:cNvPr>
              <p:cNvSpPr/>
              <p:nvPr/>
            </p:nvSpPr>
            <p:spPr>
              <a:xfrm>
                <a:off x="3601176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0" name="pg584">
                <a:extLst>
                  <a:ext uri="{FF2B5EF4-FFF2-40B4-BE49-F238E27FC236}">
                    <a16:creationId xmlns:a16="http://schemas.microsoft.com/office/drawing/2014/main" id="{FB57B727-14E2-9D2D-B16A-FFD0B6034A77}"/>
                  </a:ext>
                </a:extLst>
              </p:cNvPr>
              <p:cNvSpPr/>
              <p:nvPr/>
            </p:nvSpPr>
            <p:spPr>
              <a:xfrm>
                <a:off x="3682613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1" name="pg585">
                <a:extLst>
                  <a:ext uri="{FF2B5EF4-FFF2-40B4-BE49-F238E27FC236}">
                    <a16:creationId xmlns:a16="http://schemas.microsoft.com/office/drawing/2014/main" id="{EC3C19B0-6FB5-170C-20EE-07C88BCB27A9}"/>
                  </a:ext>
                </a:extLst>
              </p:cNvPr>
              <p:cNvSpPr/>
              <p:nvPr/>
            </p:nvSpPr>
            <p:spPr>
              <a:xfrm>
                <a:off x="3764050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2" name="pg586">
                <a:extLst>
                  <a:ext uri="{FF2B5EF4-FFF2-40B4-BE49-F238E27FC236}">
                    <a16:creationId xmlns:a16="http://schemas.microsoft.com/office/drawing/2014/main" id="{300F9909-8488-9900-B698-047969131237}"/>
                  </a:ext>
                </a:extLst>
              </p:cNvPr>
              <p:cNvSpPr/>
              <p:nvPr/>
            </p:nvSpPr>
            <p:spPr>
              <a:xfrm>
                <a:off x="3845487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3" name="pg587">
                <a:extLst>
                  <a:ext uri="{FF2B5EF4-FFF2-40B4-BE49-F238E27FC236}">
                    <a16:creationId xmlns:a16="http://schemas.microsoft.com/office/drawing/2014/main" id="{ACB0635F-D9BB-5370-FCFA-54D8A9A86099}"/>
                  </a:ext>
                </a:extLst>
              </p:cNvPr>
              <p:cNvSpPr/>
              <p:nvPr/>
            </p:nvSpPr>
            <p:spPr>
              <a:xfrm>
                <a:off x="3926924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4" name="pg588">
                <a:extLst>
                  <a:ext uri="{FF2B5EF4-FFF2-40B4-BE49-F238E27FC236}">
                    <a16:creationId xmlns:a16="http://schemas.microsoft.com/office/drawing/2014/main" id="{372C6418-0753-25C1-CA87-49AB2E84C150}"/>
                  </a:ext>
                </a:extLst>
              </p:cNvPr>
              <p:cNvSpPr/>
              <p:nvPr/>
            </p:nvSpPr>
            <p:spPr>
              <a:xfrm>
                <a:off x="400836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5" name="pg589">
                <a:extLst>
                  <a:ext uri="{FF2B5EF4-FFF2-40B4-BE49-F238E27FC236}">
                    <a16:creationId xmlns:a16="http://schemas.microsoft.com/office/drawing/2014/main" id="{BF60F547-FD40-5241-CF7C-878E81946FDC}"/>
                  </a:ext>
                </a:extLst>
              </p:cNvPr>
              <p:cNvSpPr/>
              <p:nvPr/>
            </p:nvSpPr>
            <p:spPr>
              <a:xfrm>
                <a:off x="408979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6" name="pg590">
                <a:extLst>
                  <a:ext uri="{FF2B5EF4-FFF2-40B4-BE49-F238E27FC236}">
                    <a16:creationId xmlns:a16="http://schemas.microsoft.com/office/drawing/2014/main" id="{F06845F0-197B-3E16-83DE-13AE77D6BFF9}"/>
                  </a:ext>
                </a:extLst>
              </p:cNvPr>
              <p:cNvSpPr/>
              <p:nvPr/>
            </p:nvSpPr>
            <p:spPr>
              <a:xfrm>
                <a:off x="3682613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7" name="pg591">
                <a:extLst>
                  <a:ext uri="{FF2B5EF4-FFF2-40B4-BE49-F238E27FC236}">
                    <a16:creationId xmlns:a16="http://schemas.microsoft.com/office/drawing/2014/main" id="{7F862CFE-2D15-9025-1837-824BAA27B35E}"/>
                  </a:ext>
                </a:extLst>
              </p:cNvPr>
              <p:cNvSpPr/>
              <p:nvPr/>
            </p:nvSpPr>
            <p:spPr>
              <a:xfrm>
                <a:off x="3764050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8" name="pg592">
                <a:extLst>
                  <a:ext uri="{FF2B5EF4-FFF2-40B4-BE49-F238E27FC236}">
                    <a16:creationId xmlns:a16="http://schemas.microsoft.com/office/drawing/2014/main" id="{27353B4A-2B26-DD0E-E92A-BD5FDD57618A}"/>
                  </a:ext>
                </a:extLst>
              </p:cNvPr>
              <p:cNvSpPr/>
              <p:nvPr/>
            </p:nvSpPr>
            <p:spPr>
              <a:xfrm>
                <a:off x="3845487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9" name="pg593">
                <a:extLst>
                  <a:ext uri="{FF2B5EF4-FFF2-40B4-BE49-F238E27FC236}">
                    <a16:creationId xmlns:a16="http://schemas.microsoft.com/office/drawing/2014/main" id="{9E246B13-AE53-0B2F-82A5-EB23EE511B47}"/>
                  </a:ext>
                </a:extLst>
              </p:cNvPr>
              <p:cNvSpPr/>
              <p:nvPr/>
            </p:nvSpPr>
            <p:spPr>
              <a:xfrm>
                <a:off x="3926924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0" name="pg594">
                <a:extLst>
                  <a:ext uri="{FF2B5EF4-FFF2-40B4-BE49-F238E27FC236}">
                    <a16:creationId xmlns:a16="http://schemas.microsoft.com/office/drawing/2014/main" id="{3ABAFE96-2AAA-AF4C-1E98-F11274000FCF}"/>
                  </a:ext>
                </a:extLst>
              </p:cNvPr>
              <p:cNvSpPr/>
              <p:nvPr/>
            </p:nvSpPr>
            <p:spPr>
              <a:xfrm>
                <a:off x="4008361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1" name="pg595">
                <a:extLst>
                  <a:ext uri="{FF2B5EF4-FFF2-40B4-BE49-F238E27FC236}">
                    <a16:creationId xmlns:a16="http://schemas.microsoft.com/office/drawing/2014/main" id="{E5CDAE0B-191E-DEAD-0647-1854271874BD}"/>
                  </a:ext>
                </a:extLst>
              </p:cNvPr>
              <p:cNvSpPr/>
              <p:nvPr/>
            </p:nvSpPr>
            <p:spPr>
              <a:xfrm>
                <a:off x="4089798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2" name="pg596">
                <a:extLst>
                  <a:ext uri="{FF2B5EF4-FFF2-40B4-BE49-F238E27FC236}">
                    <a16:creationId xmlns:a16="http://schemas.microsoft.com/office/drawing/2014/main" id="{0D5FE2A3-7CC3-5874-24D8-471192392BCA}"/>
                  </a:ext>
                </a:extLst>
              </p:cNvPr>
              <p:cNvSpPr/>
              <p:nvPr/>
            </p:nvSpPr>
            <p:spPr>
              <a:xfrm>
                <a:off x="327542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3" name="pg597">
                <a:extLst>
                  <a:ext uri="{FF2B5EF4-FFF2-40B4-BE49-F238E27FC236}">
                    <a16:creationId xmlns:a16="http://schemas.microsoft.com/office/drawing/2014/main" id="{E60022D2-73C1-2998-FA47-15C471D7AEFD}"/>
                  </a:ext>
                </a:extLst>
              </p:cNvPr>
              <p:cNvSpPr/>
              <p:nvPr/>
            </p:nvSpPr>
            <p:spPr>
              <a:xfrm>
                <a:off x="3601176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4" name="pg598">
                <a:extLst>
                  <a:ext uri="{FF2B5EF4-FFF2-40B4-BE49-F238E27FC236}">
                    <a16:creationId xmlns:a16="http://schemas.microsoft.com/office/drawing/2014/main" id="{859655D8-49EE-3FCC-87DF-D09C74438F8E}"/>
                  </a:ext>
                </a:extLst>
              </p:cNvPr>
              <p:cNvSpPr/>
              <p:nvPr/>
            </p:nvSpPr>
            <p:spPr>
              <a:xfrm>
                <a:off x="3682613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5" name="pg599">
                <a:extLst>
                  <a:ext uri="{FF2B5EF4-FFF2-40B4-BE49-F238E27FC236}">
                    <a16:creationId xmlns:a16="http://schemas.microsoft.com/office/drawing/2014/main" id="{C53C8C33-3E73-B248-3AAA-0D24C7920230}"/>
                  </a:ext>
                </a:extLst>
              </p:cNvPr>
              <p:cNvSpPr/>
              <p:nvPr/>
            </p:nvSpPr>
            <p:spPr>
              <a:xfrm>
                <a:off x="3764050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6" name="pg600">
                <a:extLst>
                  <a:ext uri="{FF2B5EF4-FFF2-40B4-BE49-F238E27FC236}">
                    <a16:creationId xmlns:a16="http://schemas.microsoft.com/office/drawing/2014/main" id="{4A6A6E0D-4596-B408-4AB4-6E1FFC990E67}"/>
                  </a:ext>
                </a:extLst>
              </p:cNvPr>
              <p:cNvSpPr/>
              <p:nvPr/>
            </p:nvSpPr>
            <p:spPr>
              <a:xfrm>
                <a:off x="384548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7" name="pg601">
                <a:extLst>
                  <a:ext uri="{FF2B5EF4-FFF2-40B4-BE49-F238E27FC236}">
                    <a16:creationId xmlns:a16="http://schemas.microsoft.com/office/drawing/2014/main" id="{655475F0-BC72-A235-3415-7FD3D7705054}"/>
                  </a:ext>
                </a:extLst>
              </p:cNvPr>
              <p:cNvSpPr/>
              <p:nvPr/>
            </p:nvSpPr>
            <p:spPr>
              <a:xfrm>
                <a:off x="3926924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8" name="pg602">
                <a:extLst>
                  <a:ext uri="{FF2B5EF4-FFF2-40B4-BE49-F238E27FC236}">
                    <a16:creationId xmlns:a16="http://schemas.microsoft.com/office/drawing/2014/main" id="{95774EAB-EEAF-EF14-06E2-0B1E16D30AD1}"/>
                  </a:ext>
                </a:extLst>
              </p:cNvPr>
              <p:cNvSpPr/>
              <p:nvPr/>
            </p:nvSpPr>
            <p:spPr>
              <a:xfrm>
                <a:off x="4008361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9" name="pg603">
                <a:extLst>
                  <a:ext uri="{FF2B5EF4-FFF2-40B4-BE49-F238E27FC236}">
                    <a16:creationId xmlns:a16="http://schemas.microsoft.com/office/drawing/2014/main" id="{2308FF57-F6D4-B251-5BAD-91CF3E703412}"/>
                  </a:ext>
                </a:extLst>
              </p:cNvPr>
              <p:cNvSpPr/>
              <p:nvPr/>
            </p:nvSpPr>
            <p:spPr>
              <a:xfrm>
                <a:off x="4089798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0" name="pg604">
                <a:extLst>
                  <a:ext uri="{FF2B5EF4-FFF2-40B4-BE49-F238E27FC236}">
                    <a16:creationId xmlns:a16="http://schemas.microsoft.com/office/drawing/2014/main" id="{0929D962-E036-29D9-32E5-31AED80595A1}"/>
                  </a:ext>
                </a:extLst>
              </p:cNvPr>
              <p:cNvSpPr/>
              <p:nvPr/>
            </p:nvSpPr>
            <p:spPr>
              <a:xfrm>
                <a:off x="319399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1" name="pg605">
                <a:extLst>
                  <a:ext uri="{FF2B5EF4-FFF2-40B4-BE49-F238E27FC236}">
                    <a16:creationId xmlns:a16="http://schemas.microsoft.com/office/drawing/2014/main" id="{077DEFDF-FE64-C84C-F7E7-7BD6A7AFB7E3}"/>
                  </a:ext>
                </a:extLst>
              </p:cNvPr>
              <p:cNvSpPr/>
              <p:nvPr/>
            </p:nvSpPr>
            <p:spPr>
              <a:xfrm>
                <a:off x="327542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2" name="pg606">
                <a:extLst>
                  <a:ext uri="{FF2B5EF4-FFF2-40B4-BE49-F238E27FC236}">
                    <a16:creationId xmlns:a16="http://schemas.microsoft.com/office/drawing/2014/main" id="{955D040A-9BFC-43B6-689B-93457215CB86}"/>
                  </a:ext>
                </a:extLst>
              </p:cNvPr>
              <p:cNvSpPr/>
              <p:nvPr/>
            </p:nvSpPr>
            <p:spPr>
              <a:xfrm>
                <a:off x="335686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3" name="pg607">
                <a:extLst>
                  <a:ext uri="{FF2B5EF4-FFF2-40B4-BE49-F238E27FC236}">
                    <a16:creationId xmlns:a16="http://schemas.microsoft.com/office/drawing/2014/main" id="{3DC081DD-9334-55B8-401D-DBE485E2A83B}"/>
                  </a:ext>
                </a:extLst>
              </p:cNvPr>
              <p:cNvSpPr/>
              <p:nvPr/>
            </p:nvSpPr>
            <p:spPr>
              <a:xfrm>
                <a:off x="343830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4" name="pg608">
                <a:extLst>
                  <a:ext uri="{FF2B5EF4-FFF2-40B4-BE49-F238E27FC236}">
                    <a16:creationId xmlns:a16="http://schemas.microsoft.com/office/drawing/2014/main" id="{B3E7AA20-3FC1-70BD-6F72-BC0734E1410C}"/>
                  </a:ext>
                </a:extLst>
              </p:cNvPr>
              <p:cNvSpPr/>
              <p:nvPr/>
            </p:nvSpPr>
            <p:spPr>
              <a:xfrm>
                <a:off x="351973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5" name="pg609">
                <a:extLst>
                  <a:ext uri="{FF2B5EF4-FFF2-40B4-BE49-F238E27FC236}">
                    <a16:creationId xmlns:a16="http://schemas.microsoft.com/office/drawing/2014/main" id="{AD979058-40F1-69BC-21F9-6D11CF396AED}"/>
                  </a:ext>
                </a:extLst>
              </p:cNvPr>
              <p:cNvSpPr/>
              <p:nvPr/>
            </p:nvSpPr>
            <p:spPr>
              <a:xfrm>
                <a:off x="3601176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6" name="pg610">
                <a:extLst>
                  <a:ext uri="{FF2B5EF4-FFF2-40B4-BE49-F238E27FC236}">
                    <a16:creationId xmlns:a16="http://schemas.microsoft.com/office/drawing/2014/main" id="{BF790E38-FC5C-53EE-F71C-5DB73D488164}"/>
                  </a:ext>
                </a:extLst>
              </p:cNvPr>
              <p:cNvSpPr/>
              <p:nvPr/>
            </p:nvSpPr>
            <p:spPr>
              <a:xfrm>
                <a:off x="3682613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7" name="pg611">
                <a:extLst>
                  <a:ext uri="{FF2B5EF4-FFF2-40B4-BE49-F238E27FC236}">
                    <a16:creationId xmlns:a16="http://schemas.microsoft.com/office/drawing/2014/main" id="{469F7FF5-D26F-5644-24F9-B657EF6775FD}"/>
                  </a:ext>
                </a:extLst>
              </p:cNvPr>
              <p:cNvSpPr/>
              <p:nvPr/>
            </p:nvSpPr>
            <p:spPr>
              <a:xfrm>
                <a:off x="376405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8" name="pg612">
                <a:extLst>
                  <a:ext uri="{FF2B5EF4-FFF2-40B4-BE49-F238E27FC236}">
                    <a16:creationId xmlns:a16="http://schemas.microsoft.com/office/drawing/2014/main" id="{30F77F24-0E78-D58C-6C0C-D7514FCC349F}"/>
                  </a:ext>
                </a:extLst>
              </p:cNvPr>
              <p:cNvSpPr/>
              <p:nvPr/>
            </p:nvSpPr>
            <p:spPr>
              <a:xfrm>
                <a:off x="384548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9" name="pg613">
                <a:extLst>
                  <a:ext uri="{FF2B5EF4-FFF2-40B4-BE49-F238E27FC236}">
                    <a16:creationId xmlns:a16="http://schemas.microsoft.com/office/drawing/2014/main" id="{D3CAC22C-0AE8-F41D-79DA-D1B3AC852F0E}"/>
                  </a:ext>
                </a:extLst>
              </p:cNvPr>
              <p:cNvSpPr/>
              <p:nvPr/>
            </p:nvSpPr>
            <p:spPr>
              <a:xfrm>
                <a:off x="392692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0" name="pg614">
                <a:extLst>
                  <a:ext uri="{FF2B5EF4-FFF2-40B4-BE49-F238E27FC236}">
                    <a16:creationId xmlns:a16="http://schemas.microsoft.com/office/drawing/2014/main" id="{946D6BDA-2F5C-DF44-93C7-D429AC108718}"/>
                  </a:ext>
                </a:extLst>
              </p:cNvPr>
              <p:cNvSpPr/>
              <p:nvPr/>
            </p:nvSpPr>
            <p:spPr>
              <a:xfrm>
                <a:off x="400836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1" name="pg615">
                <a:extLst>
                  <a:ext uri="{FF2B5EF4-FFF2-40B4-BE49-F238E27FC236}">
                    <a16:creationId xmlns:a16="http://schemas.microsoft.com/office/drawing/2014/main" id="{5365C0D7-759D-05B9-44D7-4E153A4E35EE}"/>
                  </a:ext>
                </a:extLst>
              </p:cNvPr>
              <p:cNvSpPr/>
              <p:nvPr/>
            </p:nvSpPr>
            <p:spPr>
              <a:xfrm>
                <a:off x="408979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2" name="pg616">
                <a:extLst>
                  <a:ext uri="{FF2B5EF4-FFF2-40B4-BE49-F238E27FC236}">
                    <a16:creationId xmlns:a16="http://schemas.microsoft.com/office/drawing/2014/main" id="{8B838E37-CE23-F639-54A1-AD190BD60B47}"/>
                  </a:ext>
                </a:extLst>
              </p:cNvPr>
              <p:cNvSpPr/>
              <p:nvPr/>
            </p:nvSpPr>
            <p:spPr>
              <a:xfrm>
                <a:off x="311255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3" name="pg617">
                <a:extLst>
                  <a:ext uri="{FF2B5EF4-FFF2-40B4-BE49-F238E27FC236}">
                    <a16:creationId xmlns:a16="http://schemas.microsoft.com/office/drawing/2014/main" id="{C1FDADFD-33DF-AA9D-66EC-71493F86BC8B}"/>
                  </a:ext>
                </a:extLst>
              </p:cNvPr>
              <p:cNvSpPr/>
              <p:nvPr/>
            </p:nvSpPr>
            <p:spPr>
              <a:xfrm>
                <a:off x="319399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4" name="pg618">
                <a:extLst>
                  <a:ext uri="{FF2B5EF4-FFF2-40B4-BE49-F238E27FC236}">
                    <a16:creationId xmlns:a16="http://schemas.microsoft.com/office/drawing/2014/main" id="{EF2540E1-CC49-BAC3-9B29-27B2B17F9ED2}"/>
                  </a:ext>
                </a:extLst>
              </p:cNvPr>
              <p:cNvSpPr/>
              <p:nvPr/>
            </p:nvSpPr>
            <p:spPr>
              <a:xfrm>
                <a:off x="327542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5" name="pg619">
                <a:extLst>
                  <a:ext uri="{FF2B5EF4-FFF2-40B4-BE49-F238E27FC236}">
                    <a16:creationId xmlns:a16="http://schemas.microsoft.com/office/drawing/2014/main" id="{283CE903-429E-E7EC-9F1E-E7B52BDC9A48}"/>
                  </a:ext>
                </a:extLst>
              </p:cNvPr>
              <p:cNvSpPr/>
              <p:nvPr/>
            </p:nvSpPr>
            <p:spPr>
              <a:xfrm>
                <a:off x="335686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6" name="pg620">
                <a:extLst>
                  <a:ext uri="{FF2B5EF4-FFF2-40B4-BE49-F238E27FC236}">
                    <a16:creationId xmlns:a16="http://schemas.microsoft.com/office/drawing/2014/main" id="{7688C9D6-417F-42A3-1D8F-0560E3F293D6}"/>
                  </a:ext>
                </a:extLst>
              </p:cNvPr>
              <p:cNvSpPr/>
              <p:nvPr/>
            </p:nvSpPr>
            <p:spPr>
              <a:xfrm>
                <a:off x="343830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7" name="pg621">
                <a:extLst>
                  <a:ext uri="{FF2B5EF4-FFF2-40B4-BE49-F238E27FC236}">
                    <a16:creationId xmlns:a16="http://schemas.microsoft.com/office/drawing/2014/main" id="{9E286F49-1E70-3B19-E5E2-EF74047FB43B}"/>
                  </a:ext>
                </a:extLst>
              </p:cNvPr>
              <p:cNvSpPr/>
              <p:nvPr/>
            </p:nvSpPr>
            <p:spPr>
              <a:xfrm>
                <a:off x="351973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8" name="pg622">
                <a:extLst>
                  <a:ext uri="{FF2B5EF4-FFF2-40B4-BE49-F238E27FC236}">
                    <a16:creationId xmlns:a16="http://schemas.microsoft.com/office/drawing/2014/main" id="{4C38847E-5012-F020-38E2-CCE5A6D1AB2E}"/>
                  </a:ext>
                </a:extLst>
              </p:cNvPr>
              <p:cNvSpPr/>
              <p:nvPr/>
            </p:nvSpPr>
            <p:spPr>
              <a:xfrm>
                <a:off x="360117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9" name="pg623">
                <a:extLst>
                  <a:ext uri="{FF2B5EF4-FFF2-40B4-BE49-F238E27FC236}">
                    <a16:creationId xmlns:a16="http://schemas.microsoft.com/office/drawing/2014/main" id="{4333647D-A960-A387-4212-52D3E379D1E8}"/>
                  </a:ext>
                </a:extLst>
              </p:cNvPr>
              <p:cNvSpPr/>
              <p:nvPr/>
            </p:nvSpPr>
            <p:spPr>
              <a:xfrm>
                <a:off x="368261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0" name="pg624">
                <a:extLst>
                  <a:ext uri="{FF2B5EF4-FFF2-40B4-BE49-F238E27FC236}">
                    <a16:creationId xmlns:a16="http://schemas.microsoft.com/office/drawing/2014/main" id="{D72FE622-D308-B32D-496C-FA735C158430}"/>
                  </a:ext>
                </a:extLst>
              </p:cNvPr>
              <p:cNvSpPr/>
              <p:nvPr/>
            </p:nvSpPr>
            <p:spPr>
              <a:xfrm>
                <a:off x="376405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1" name="pg625">
                <a:extLst>
                  <a:ext uri="{FF2B5EF4-FFF2-40B4-BE49-F238E27FC236}">
                    <a16:creationId xmlns:a16="http://schemas.microsoft.com/office/drawing/2014/main" id="{B62E728A-2285-13DE-CB0D-2BB34B302A04}"/>
                  </a:ext>
                </a:extLst>
              </p:cNvPr>
              <p:cNvSpPr/>
              <p:nvPr/>
            </p:nvSpPr>
            <p:spPr>
              <a:xfrm>
                <a:off x="384548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2" name="pg626">
                <a:extLst>
                  <a:ext uri="{FF2B5EF4-FFF2-40B4-BE49-F238E27FC236}">
                    <a16:creationId xmlns:a16="http://schemas.microsoft.com/office/drawing/2014/main" id="{F11F42AF-DF82-6E6B-3A8F-2BC9A503EA2C}"/>
                  </a:ext>
                </a:extLst>
              </p:cNvPr>
              <p:cNvSpPr/>
              <p:nvPr/>
            </p:nvSpPr>
            <p:spPr>
              <a:xfrm>
                <a:off x="392692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3" name="pg627">
                <a:extLst>
                  <a:ext uri="{FF2B5EF4-FFF2-40B4-BE49-F238E27FC236}">
                    <a16:creationId xmlns:a16="http://schemas.microsoft.com/office/drawing/2014/main" id="{6C14EA3F-5389-0264-4CB9-92FEC6555A59}"/>
                  </a:ext>
                </a:extLst>
              </p:cNvPr>
              <p:cNvSpPr/>
              <p:nvPr/>
            </p:nvSpPr>
            <p:spPr>
              <a:xfrm>
                <a:off x="400836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4" name="pg628">
                <a:extLst>
                  <a:ext uri="{FF2B5EF4-FFF2-40B4-BE49-F238E27FC236}">
                    <a16:creationId xmlns:a16="http://schemas.microsoft.com/office/drawing/2014/main" id="{548DB66E-4477-4D36-A6BE-3F186DA68837}"/>
                  </a:ext>
                </a:extLst>
              </p:cNvPr>
              <p:cNvSpPr/>
              <p:nvPr/>
            </p:nvSpPr>
            <p:spPr>
              <a:xfrm>
                <a:off x="408979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5" name="pg629">
                <a:extLst>
                  <a:ext uri="{FF2B5EF4-FFF2-40B4-BE49-F238E27FC236}">
                    <a16:creationId xmlns:a16="http://schemas.microsoft.com/office/drawing/2014/main" id="{6C3B2EBF-9075-9FEB-130B-A1F8E6378EE5}"/>
                  </a:ext>
                </a:extLst>
              </p:cNvPr>
              <p:cNvSpPr/>
              <p:nvPr/>
            </p:nvSpPr>
            <p:spPr>
              <a:xfrm>
                <a:off x="417123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6" name="pg630">
                <a:extLst>
                  <a:ext uri="{FF2B5EF4-FFF2-40B4-BE49-F238E27FC236}">
                    <a16:creationId xmlns:a16="http://schemas.microsoft.com/office/drawing/2014/main" id="{00955F3B-5E1F-1EA1-C4C8-9C8473664AB6}"/>
                  </a:ext>
                </a:extLst>
              </p:cNvPr>
              <p:cNvSpPr/>
              <p:nvPr/>
            </p:nvSpPr>
            <p:spPr>
              <a:xfrm>
                <a:off x="311255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7" name="pg631">
                <a:extLst>
                  <a:ext uri="{FF2B5EF4-FFF2-40B4-BE49-F238E27FC236}">
                    <a16:creationId xmlns:a16="http://schemas.microsoft.com/office/drawing/2014/main" id="{6D038173-6F0A-A566-08E7-B60D1B3E9ECF}"/>
                  </a:ext>
                </a:extLst>
              </p:cNvPr>
              <p:cNvSpPr/>
              <p:nvPr/>
            </p:nvSpPr>
            <p:spPr>
              <a:xfrm>
                <a:off x="319399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8" name="pg632">
                <a:extLst>
                  <a:ext uri="{FF2B5EF4-FFF2-40B4-BE49-F238E27FC236}">
                    <a16:creationId xmlns:a16="http://schemas.microsoft.com/office/drawing/2014/main" id="{3F780A3A-E0FD-2397-7867-BA25044BEA1B}"/>
                  </a:ext>
                </a:extLst>
              </p:cNvPr>
              <p:cNvSpPr/>
              <p:nvPr/>
            </p:nvSpPr>
            <p:spPr>
              <a:xfrm>
                <a:off x="327542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9" name="pg633">
                <a:extLst>
                  <a:ext uri="{FF2B5EF4-FFF2-40B4-BE49-F238E27FC236}">
                    <a16:creationId xmlns:a16="http://schemas.microsoft.com/office/drawing/2014/main" id="{02107FE3-CAEC-6843-B8F0-31BE97C450AF}"/>
                  </a:ext>
                </a:extLst>
              </p:cNvPr>
              <p:cNvSpPr/>
              <p:nvPr/>
            </p:nvSpPr>
            <p:spPr>
              <a:xfrm>
                <a:off x="335686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0" name="pg634">
                <a:extLst>
                  <a:ext uri="{FF2B5EF4-FFF2-40B4-BE49-F238E27FC236}">
                    <a16:creationId xmlns:a16="http://schemas.microsoft.com/office/drawing/2014/main" id="{F44C8C43-4FA0-1743-A7BA-07F76F192519}"/>
                  </a:ext>
                </a:extLst>
              </p:cNvPr>
              <p:cNvSpPr/>
              <p:nvPr/>
            </p:nvSpPr>
            <p:spPr>
              <a:xfrm>
                <a:off x="343830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1" name="pg635">
                <a:extLst>
                  <a:ext uri="{FF2B5EF4-FFF2-40B4-BE49-F238E27FC236}">
                    <a16:creationId xmlns:a16="http://schemas.microsoft.com/office/drawing/2014/main" id="{C8B73DE8-F93C-323A-99CC-80E00F56967B}"/>
                  </a:ext>
                </a:extLst>
              </p:cNvPr>
              <p:cNvSpPr/>
              <p:nvPr/>
            </p:nvSpPr>
            <p:spPr>
              <a:xfrm>
                <a:off x="351973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2" name="pg636">
                <a:extLst>
                  <a:ext uri="{FF2B5EF4-FFF2-40B4-BE49-F238E27FC236}">
                    <a16:creationId xmlns:a16="http://schemas.microsoft.com/office/drawing/2014/main" id="{BFF35500-EF40-1244-AA93-0CE8FDEA2642}"/>
                  </a:ext>
                </a:extLst>
              </p:cNvPr>
              <p:cNvSpPr/>
              <p:nvPr/>
            </p:nvSpPr>
            <p:spPr>
              <a:xfrm>
                <a:off x="360117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3" name="pg637">
                <a:extLst>
                  <a:ext uri="{FF2B5EF4-FFF2-40B4-BE49-F238E27FC236}">
                    <a16:creationId xmlns:a16="http://schemas.microsoft.com/office/drawing/2014/main" id="{1D0372A4-3773-5D4F-3D31-7981E0D967A1}"/>
                  </a:ext>
                </a:extLst>
              </p:cNvPr>
              <p:cNvSpPr/>
              <p:nvPr/>
            </p:nvSpPr>
            <p:spPr>
              <a:xfrm>
                <a:off x="368261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4" name="pg638">
                <a:extLst>
                  <a:ext uri="{FF2B5EF4-FFF2-40B4-BE49-F238E27FC236}">
                    <a16:creationId xmlns:a16="http://schemas.microsoft.com/office/drawing/2014/main" id="{061AB056-9023-521A-E1EE-7EE0ADA8432E}"/>
                  </a:ext>
                </a:extLst>
              </p:cNvPr>
              <p:cNvSpPr/>
              <p:nvPr/>
            </p:nvSpPr>
            <p:spPr>
              <a:xfrm>
                <a:off x="376405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5" name="pg639">
                <a:extLst>
                  <a:ext uri="{FF2B5EF4-FFF2-40B4-BE49-F238E27FC236}">
                    <a16:creationId xmlns:a16="http://schemas.microsoft.com/office/drawing/2014/main" id="{990BD696-6162-5826-AEA5-5348E209D50C}"/>
                  </a:ext>
                </a:extLst>
              </p:cNvPr>
              <p:cNvSpPr/>
              <p:nvPr/>
            </p:nvSpPr>
            <p:spPr>
              <a:xfrm>
                <a:off x="384548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6" name="pg640">
                <a:extLst>
                  <a:ext uri="{FF2B5EF4-FFF2-40B4-BE49-F238E27FC236}">
                    <a16:creationId xmlns:a16="http://schemas.microsoft.com/office/drawing/2014/main" id="{CEA628E8-E500-0996-37DA-6383B3F1D010}"/>
                  </a:ext>
                </a:extLst>
              </p:cNvPr>
              <p:cNvSpPr/>
              <p:nvPr/>
            </p:nvSpPr>
            <p:spPr>
              <a:xfrm>
                <a:off x="392692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7" name="pg641">
                <a:extLst>
                  <a:ext uri="{FF2B5EF4-FFF2-40B4-BE49-F238E27FC236}">
                    <a16:creationId xmlns:a16="http://schemas.microsoft.com/office/drawing/2014/main" id="{3A115A4F-EB38-5636-82D7-257A050B8DE6}"/>
                  </a:ext>
                </a:extLst>
              </p:cNvPr>
              <p:cNvSpPr/>
              <p:nvPr/>
            </p:nvSpPr>
            <p:spPr>
              <a:xfrm>
                <a:off x="400836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8" name="pg642">
                <a:extLst>
                  <a:ext uri="{FF2B5EF4-FFF2-40B4-BE49-F238E27FC236}">
                    <a16:creationId xmlns:a16="http://schemas.microsoft.com/office/drawing/2014/main" id="{24B493B2-9875-8D5B-7E24-492BFB830EB1}"/>
                  </a:ext>
                </a:extLst>
              </p:cNvPr>
              <p:cNvSpPr/>
              <p:nvPr/>
            </p:nvSpPr>
            <p:spPr>
              <a:xfrm>
                <a:off x="408979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9" name="pg643">
                <a:extLst>
                  <a:ext uri="{FF2B5EF4-FFF2-40B4-BE49-F238E27FC236}">
                    <a16:creationId xmlns:a16="http://schemas.microsoft.com/office/drawing/2014/main" id="{370CFE11-0884-5183-1A11-5454457416E7}"/>
                  </a:ext>
                </a:extLst>
              </p:cNvPr>
              <p:cNvSpPr/>
              <p:nvPr/>
            </p:nvSpPr>
            <p:spPr>
              <a:xfrm>
                <a:off x="417123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0" name="pg644">
                <a:extLst>
                  <a:ext uri="{FF2B5EF4-FFF2-40B4-BE49-F238E27FC236}">
                    <a16:creationId xmlns:a16="http://schemas.microsoft.com/office/drawing/2014/main" id="{193798F8-35A1-1A7C-930C-C3CCCE7FC0E4}"/>
                  </a:ext>
                </a:extLst>
              </p:cNvPr>
              <p:cNvSpPr/>
              <p:nvPr/>
            </p:nvSpPr>
            <p:spPr>
              <a:xfrm>
                <a:off x="425267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1" name="pg645">
                <a:extLst>
                  <a:ext uri="{FF2B5EF4-FFF2-40B4-BE49-F238E27FC236}">
                    <a16:creationId xmlns:a16="http://schemas.microsoft.com/office/drawing/2014/main" id="{0C30E1F7-F505-E565-E719-0131777CFF42}"/>
                  </a:ext>
                </a:extLst>
              </p:cNvPr>
              <p:cNvSpPr/>
              <p:nvPr/>
            </p:nvSpPr>
            <p:spPr>
              <a:xfrm>
                <a:off x="311255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2" name="pg646">
                <a:extLst>
                  <a:ext uri="{FF2B5EF4-FFF2-40B4-BE49-F238E27FC236}">
                    <a16:creationId xmlns:a16="http://schemas.microsoft.com/office/drawing/2014/main" id="{A02AD4E6-9A9F-ACBA-68CA-0D78D7C0CF07}"/>
                  </a:ext>
                </a:extLst>
              </p:cNvPr>
              <p:cNvSpPr/>
              <p:nvPr/>
            </p:nvSpPr>
            <p:spPr>
              <a:xfrm>
                <a:off x="319399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3" name="pg647">
                <a:extLst>
                  <a:ext uri="{FF2B5EF4-FFF2-40B4-BE49-F238E27FC236}">
                    <a16:creationId xmlns:a16="http://schemas.microsoft.com/office/drawing/2014/main" id="{A27B0EEB-287E-FE65-DA75-B6310FEF2E22}"/>
                  </a:ext>
                </a:extLst>
              </p:cNvPr>
              <p:cNvSpPr/>
              <p:nvPr/>
            </p:nvSpPr>
            <p:spPr>
              <a:xfrm>
                <a:off x="327542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4" name="pg648">
                <a:extLst>
                  <a:ext uri="{FF2B5EF4-FFF2-40B4-BE49-F238E27FC236}">
                    <a16:creationId xmlns:a16="http://schemas.microsoft.com/office/drawing/2014/main" id="{02AF10F2-930B-FA1E-D7D1-FC1DD07DFB3D}"/>
                  </a:ext>
                </a:extLst>
              </p:cNvPr>
              <p:cNvSpPr/>
              <p:nvPr/>
            </p:nvSpPr>
            <p:spPr>
              <a:xfrm>
                <a:off x="335686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5" name="pg649">
                <a:extLst>
                  <a:ext uri="{FF2B5EF4-FFF2-40B4-BE49-F238E27FC236}">
                    <a16:creationId xmlns:a16="http://schemas.microsoft.com/office/drawing/2014/main" id="{D763F92B-E9C6-52E8-A320-6FC911BCDFFC}"/>
                  </a:ext>
                </a:extLst>
              </p:cNvPr>
              <p:cNvSpPr/>
              <p:nvPr/>
            </p:nvSpPr>
            <p:spPr>
              <a:xfrm>
                <a:off x="343830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6" name="pg650">
                <a:extLst>
                  <a:ext uri="{FF2B5EF4-FFF2-40B4-BE49-F238E27FC236}">
                    <a16:creationId xmlns:a16="http://schemas.microsoft.com/office/drawing/2014/main" id="{BC8A9A77-C657-1EDA-7873-649369190260}"/>
                  </a:ext>
                </a:extLst>
              </p:cNvPr>
              <p:cNvSpPr/>
              <p:nvPr/>
            </p:nvSpPr>
            <p:spPr>
              <a:xfrm>
                <a:off x="351973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7" name="pg651">
                <a:extLst>
                  <a:ext uri="{FF2B5EF4-FFF2-40B4-BE49-F238E27FC236}">
                    <a16:creationId xmlns:a16="http://schemas.microsoft.com/office/drawing/2014/main" id="{54C92BB5-3854-8E68-F89F-1008D59CC982}"/>
                  </a:ext>
                </a:extLst>
              </p:cNvPr>
              <p:cNvSpPr/>
              <p:nvPr/>
            </p:nvSpPr>
            <p:spPr>
              <a:xfrm>
                <a:off x="360117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8" name="pg652">
                <a:extLst>
                  <a:ext uri="{FF2B5EF4-FFF2-40B4-BE49-F238E27FC236}">
                    <a16:creationId xmlns:a16="http://schemas.microsoft.com/office/drawing/2014/main" id="{21799889-9B07-01F5-D268-D4DD0C3811D4}"/>
                  </a:ext>
                </a:extLst>
              </p:cNvPr>
              <p:cNvSpPr/>
              <p:nvPr/>
            </p:nvSpPr>
            <p:spPr>
              <a:xfrm>
                <a:off x="368261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9" name="pg653">
                <a:extLst>
                  <a:ext uri="{FF2B5EF4-FFF2-40B4-BE49-F238E27FC236}">
                    <a16:creationId xmlns:a16="http://schemas.microsoft.com/office/drawing/2014/main" id="{F1681946-AF7C-28EB-623E-DC886C039AF1}"/>
                  </a:ext>
                </a:extLst>
              </p:cNvPr>
              <p:cNvSpPr/>
              <p:nvPr/>
            </p:nvSpPr>
            <p:spPr>
              <a:xfrm>
                <a:off x="376405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0" name="pg654">
                <a:extLst>
                  <a:ext uri="{FF2B5EF4-FFF2-40B4-BE49-F238E27FC236}">
                    <a16:creationId xmlns:a16="http://schemas.microsoft.com/office/drawing/2014/main" id="{9C3C3351-8E2C-871B-8E68-4B655CC41DE7}"/>
                  </a:ext>
                </a:extLst>
              </p:cNvPr>
              <p:cNvSpPr/>
              <p:nvPr/>
            </p:nvSpPr>
            <p:spPr>
              <a:xfrm>
                <a:off x="384548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1" name="pg655">
                <a:extLst>
                  <a:ext uri="{FF2B5EF4-FFF2-40B4-BE49-F238E27FC236}">
                    <a16:creationId xmlns:a16="http://schemas.microsoft.com/office/drawing/2014/main" id="{785F1B61-53D7-1C17-96B9-8C1100B6D0DA}"/>
                  </a:ext>
                </a:extLst>
              </p:cNvPr>
              <p:cNvSpPr/>
              <p:nvPr/>
            </p:nvSpPr>
            <p:spPr>
              <a:xfrm>
                <a:off x="392692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2" name="pg656">
                <a:extLst>
                  <a:ext uri="{FF2B5EF4-FFF2-40B4-BE49-F238E27FC236}">
                    <a16:creationId xmlns:a16="http://schemas.microsoft.com/office/drawing/2014/main" id="{C22A7C8A-4D55-EB64-4D28-D9D1C41F5F71}"/>
                  </a:ext>
                </a:extLst>
              </p:cNvPr>
              <p:cNvSpPr/>
              <p:nvPr/>
            </p:nvSpPr>
            <p:spPr>
              <a:xfrm>
                <a:off x="400836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3" name="pg657">
                <a:extLst>
                  <a:ext uri="{FF2B5EF4-FFF2-40B4-BE49-F238E27FC236}">
                    <a16:creationId xmlns:a16="http://schemas.microsoft.com/office/drawing/2014/main" id="{A0861454-08B8-484C-07F8-C75CA016CA52}"/>
                  </a:ext>
                </a:extLst>
              </p:cNvPr>
              <p:cNvSpPr/>
              <p:nvPr/>
            </p:nvSpPr>
            <p:spPr>
              <a:xfrm>
                <a:off x="408979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4" name="pg658">
                <a:extLst>
                  <a:ext uri="{FF2B5EF4-FFF2-40B4-BE49-F238E27FC236}">
                    <a16:creationId xmlns:a16="http://schemas.microsoft.com/office/drawing/2014/main" id="{52D54029-5017-8FF9-19A4-3EF5AB7D6B78}"/>
                  </a:ext>
                </a:extLst>
              </p:cNvPr>
              <p:cNvSpPr/>
              <p:nvPr/>
            </p:nvSpPr>
            <p:spPr>
              <a:xfrm>
                <a:off x="417123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5" name="pg659">
                <a:extLst>
                  <a:ext uri="{FF2B5EF4-FFF2-40B4-BE49-F238E27FC236}">
                    <a16:creationId xmlns:a16="http://schemas.microsoft.com/office/drawing/2014/main" id="{C4836E31-17CA-6E67-05FB-93D5F71C1928}"/>
                  </a:ext>
                </a:extLst>
              </p:cNvPr>
              <p:cNvSpPr/>
              <p:nvPr/>
            </p:nvSpPr>
            <p:spPr>
              <a:xfrm>
                <a:off x="425267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6" name="pg660">
                <a:extLst>
                  <a:ext uri="{FF2B5EF4-FFF2-40B4-BE49-F238E27FC236}">
                    <a16:creationId xmlns:a16="http://schemas.microsoft.com/office/drawing/2014/main" id="{77781D06-81F3-8184-1A4C-936D275C650B}"/>
                  </a:ext>
                </a:extLst>
              </p:cNvPr>
              <p:cNvSpPr/>
              <p:nvPr/>
            </p:nvSpPr>
            <p:spPr>
              <a:xfrm>
                <a:off x="5284534" y="1853932"/>
                <a:ext cx="27605" cy="141906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7" name="pg661">
                <a:extLst>
                  <a:ext uri="{FF2B5EF4-FFF2-40B4-BE49-F238E27FC236}">
                    <a16:creationId xmlns:a16="http://schemas.microsoft.com/office/drawing/2014/main" id="{2C4FAD6E-EF08-2B4D-C4A1-E0EBA5C789FC}"/>
                  </a:ext>
                </a:extLst>
              </p:cNvPr>
              <p:cNvSpPr/>
              <p:nvPr/>
            </p:nvSpPr>
            <p:spPr>
              <a:xfrm>
                <a:off x="4217860" y="1853932"/>
                <a:ext cx="1042192" cy="937770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8" name="pg662">
                <a:extLst>
                  <a:ext uri="{FF2B5EF4-FFF2-40B4-BE49-F238E27FC236}">
                    <a16:creationId xmlns:a16="http://schemas.microsoft.com/office/drawing/2014/main" id="{588AC2BF-B450-2162-4D23-DBAF6810730F}"/>
                  </a:ext>
                </a:extLst>
              </p:cNvPr>
              <p:cNvSpPr/>
              <p:nvPr/>
            </p:nvSpPr>
            <p:spPr>
              <a:xfrm>
                <a:off x="2490532" y="1853932"/>
                <a:ext cx="2088998" cy="3657377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9" name="pg663">
                <a:extLst>
                  <a:ext uri="{FF2B5EF4-FFF2-40B4-BE49-F238E27FC236}">
                    <a16:creationId xmlns:a16="http://schemas.microsoft.com/office/drawing/2014/main" id="{7FC58B3A-736C-E193-F0E0-F12EBE623CF2}"/>
                  </a:ext>
                </a:extLst>
              </p:cNvPr>
              <p:cNvSpPr/>
              <p:nvPr/>
            </p:nvSpPr>
            <p:spPr>
              <a:xfrm>
                <a:off x="5159228" y="2035019"/>
                <a:ext cx="108453" cy="203932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0" name="pg664">
                <a:extLst>
                  <a:ext uri="{FF2B5EF4-FFF2-40B4-BE49-F238E27FC236}">
                    <a16:creationId xmlns:a16="http://schemas.microsoft.com/office/drawing/2014/main" id="{7DAE2F4A-740F-7B8A-A892-F1C1E85C22D6}"/>
                  </a:ext>
                </a:extLst>
              </p:cNvPr>
              <p:cNvSpPr/>
              <p:nvPr/>
            </p:nvSpPr>
            <p:spPr>
              <a:xfrm>
                <a:off x="4325772" y="3395883"/>
                <a:ext cx="207830" cy="400294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1" name="pt665">
                <a:extLst>
                  <a:ext uri="{FF2B5EF4-FFF2-40B4-BE49-F238E27FC236}">
                    <a16:creationId xmlns:a16="http://schemas.microsoft.com/office/drawing/2014/main" id="{BC9781A3-4B40-B8D3-CEF1-E4C95AB0D6A3}"/>
                  </a:ext>
                </a:extLst>
              </p:cNvPr>
              <p:cNvSpPr/>
              <p:nvPr/>
            </p:nvSpPr>
            <p:spPr>
              <a:xfrm>
                <a:off x="4042131" y="3963949"/>
                <a:ext cx="144506" cy="144506"/>
              </a:xfrm>
              <a:prstGeom prst="ellipse">
                <a:avLst/>
              </a:prstGeom>
              <a:solidFill>
                <a:srgbClr val="3A6D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2" name="pt666">
                <a:extLst>
                  <a:ext uri="{FF2B5EF4-FFF2-40B4-BE49-F238E27FC236}">
                    <a16:creationId xmlns:a16="http://schemas.microsoft.com/office/drawing/2014/main" id="{36F642AE-54FC-AD15-FD28-7B64B0432952}"/>
                  </a:ext>
                </a:extLst>
              </p:cNvPr>
              <p:cNvSpPr/>
              <p:nvPr/>
            </p:nvSpPr>
            <p:spPr>
              <a:xfrm>
                <a:off x="4598279" y="2594972"/>
                <a:ext cx="144506" cy="144506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3" name="pt667">
                <a:extLst>
                  <a:ext uri="{FF2B5EF4-FFF2-40B4-BE49-F238E27FC236}">
                    <a16:creationId xmlns:a16="http://schemas.microsoft.com/office/drawing/2014/main" id="{5DB8336D-61AF-4027-DBC6-D163C725A557}"/>
                  </a:ext>
                </a:extLst>
              </p:cNvPr>
              <p:cNvSpPr/>
              <p:nvPr/>
            </p:nvSpPr>
            <p:spPr>
              <a:xfrm>
                <a:off x="3322535" y="4403436"/>
                <a:ext cx="144506" cy="144506"/>
              </a:xfrm>
              <a:prstGeom prst="ellipse">
                <a:avLst/>
              </a:prstGeom>
              <a:solidFill>
                <a:srgbClr val="5CC7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4" name="pt668">
                <a:extLst>
                  <a:ext uri="{FF2B5EF4-FFF2-40B4-BE49-F238E27FC236}">
                    <a16:creationId xmlns:a16="http://schemas.microsoft.com/office/drawing/2014/main" id="{AF7926C1-3106-A911-321A-F0CAA3F275DD}"/>
                  </a:ext>
                </a:extLst>
              </p:cNvPr>
              <p:cNvSpPr/>
              <p:nvPr/>
            </p:nvSpPr>
            <p:spPr>
              <a:xfrm>
                <a:off x="4150995" y="2255653"/>
                <a:ext cx="144506" cy="144506"/>
              </a:xfrm>
              <a:prstGeom prst="ellipse">
                <a:avLst/>
              </a:prstGeom>
              <a:solidFill>
                <a:srgbClr val="60CD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5" name="pt669">
                <a:extLst>
                  <a:ext uri="{FF2B5EF4-FFF2-40B4-BE49-F238E27FC236}">
                    <a16:creationId xmlns:a16="http://schemas.microsoft.com/office/drawing/2014/main" id="{A4A6CF21-82A9-E635-AA5A-1168FD2EC697}"/>
                  </a:ext>
                </a:extLst>
              </p:cNvPr>
              <p:cNvSpPr/>
              <p:nvPr/>
            </p:nvSpPr>
            <p:spPr>
              <a:xfrm>
                <a:off x="3069870" y="3287113"/>
                <a:ext cx="144506" cy="144506"/>
              </a:xfrm>
              <a:prstGeom prst="ellipse">
                <a:avLst/>
              </a:prstGeom>
              <a:solidFill>
                <a:srgbClr val="76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6" name="pt670">
                <a:extLst>
                  <a:ext uri="{FF2B5EF4-FFF2-40B4-BE49-F238E27FC236}">
                    <a16:creationId xmlns:a16="http://schemas.microsoft.com/office/drawing/2014/main" id="{3318FDB1-1109-0730-6134-2837E840052A}"/>
                  </a:ext>
                </a:extLst>
              </p:cNvPr>
              <p:cNvSpPr/>
              <p:nvPr/>
            </p:nvSpPr>
            <p:spPr>
              <a:xfrm>
                <a:off x="3424033" y="3595128"/>
                <a:ext cx="245632" cy="252276"/>
              </a:xfrm>
              <a:prstGeom prst="ellipse">
                <a:avLst/>
              </a:prstGeom>
              <a:solidFill>
                <a:srgbClr val="B1E6C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7" name="pt671">
                <a:extLst>
                  <a:ext uri="{FF2B5EF4-FFF2-40B4-BE49-F238E27FC236}">
                    <a16:creationId xmlns:a16="http://schemas.microsoft.com/office/drawing/2014/main" id="{C04CE242-AD3C-0275-16D2-DD42B305D0F0}"/>
                  </a:ext>
                </a:extLst>
              </p:cNvPr>
              <p:cNvSpPr/>
              <p:nvPr/>
            </p:nvSpPr>
            <p:spPr>
              <a:xfrm>
                <a:off x="3396282" y="4283877"/>
                <a:ext cx="245632" cy="252276"/>
              </a:xfrm>
              <a:prstGeom prst="ellipse">
                <a:avLst/>
              </a:prstGeom>
              <a:solidFill>
                <a:srgbClr val="389B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8" name="pt672">
                <a:extLst>
                  <a:ext uri="{FF2B5EF4-FFF2-40B4-BE49-F238E27FC236}">
                    <a16:creationId xmlns:a16="http://schemas.microsoft.com/office/drawing/2014/main" id="{E4F41245-A754-0957-26C2-A375570F2DBC}"/>
                  </a:ext>
                </a:extLst>
              </p:cNvPr>
              <p:cNvSpPr/>
              <p:nvPr/>
            </p:nvSpPr>
            <p:spPr>
              <a:xfrm>
                <a:off x="3295432" y="4376333"/>
                <a:ext cx="245632" cy="252276"/>
              </a:xfrm>
              <a:prstGeom prst="ellipse">
                <a:avLst/>
              </a:prstGeom>
              <a:solidFill>
                <a:srgbClr val="5CC7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9" name="pg673">
                <a:extLst>
                  <a:ext uri="{FF2B5EF4-FFF2-40B4-BE49-F238E27FC236}">
                    <a16:creationId xmlns:a16="http://schemas.microsoft.com/office/drawing/2014/main" id="{D5584F33-7016-27F6-7969-0B0D53F84CB7}"/>
                  </a:ext>
                </a:extLst>
              </p:cNvPr>
              <p:cNvSpPr/>
              <p:nvPr/>
            </p:nvSpPr>
            <p:spPr>
              <a:xfrm>
                <a:off x="3241457" y="3539977"/>
                <a:ext cx="267615" cy="231762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0" name="pl674">
                <a:extLst>
                  <a:ext uri="{FF2B5EF4-FFF2-40B4-BE49-F238E27FC236}">
                    <a16:creationId xmlns:a16="http://schemas.microsoft.com/office/drawing/2014/main" id="{7013BB10-E8E7-E2A2-3AA6-7E51054F1204}"/>
                  </a:ext>
                </a:extLst>
              </p:cNvPr>
              <p:cNvSpPr/>
              <p:nvPr/>
            </p:nvSpPr>
            <p:spPr>
              <a:xfrm>
                <a:off x="3536967" y="3324744"/>
                <a:ext cx="1087493" cy="365181"/>
              </a:xfrm>
              <a:custGeom>
                <a:avLst/>
                <a:gdLst/>
                <a:ahLst/>
                <a:cxnLst/>
                <a:rect l="0" t="0" r="0" b="0"/>
                <a:pathLst>
                  <a:path w="1087493" h="365181">
                    <a:moveTo>
                      <a:pt x="1087493" y="0"/>
                    </a:moveTo>
                    <a:lnTo>
                      <a:pt x="0" y="36518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1" name="pl675">
                <a:extLst>
                  <a:ext uri="{FF2B5EF4-FFF2-40B4-BE49-F238E27FC236}">
                    <a16:creationId xmlns:a16="http://schemas.microsoft.com/office/drawing/2014/main" id="{57CAEA48-B83F-3847-2B30-0CB2F0322837}"/>
                  </a:ext>
                </a:extLst>
              </p:cNvPr>
              <p:cNvSpPr/>
              <p:nvPr/>
            </p:nvSpPr>
            <p:spPr>
              <a:xfrm>
                <a:off x="3558456" y="3825356"/>
                <a:ext cx="1196426" cy="536787"/>
              </a:xfrm>
              <a:custGeom>
                <a:avLst/>
                <a:gdLst/>
                <a:ahLst/>
                <a:cxnLst/>
                <a:rect l="0" t="0" r="0" b="0"/>
                <a:pathLst>
                  <a:path w="1246170" h="552083">
                    <a:moveTo>
                      <a:pt x="1246170" y="0"/>
                    </a:moveTo>
                    <a:lnTo>
                      <a:pt x="0" y="55208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2" name="rc683">
                <a:extLst>
                  <a:ext uri="{FF2B5EF4-FFF2-40B4-BE49-F238E27FC236}">
                    <a16:creationId xmlns:a16="http://schemas.microsoft.com/office/drawing/2014/main" id="{E7F92568-25BB-2019-5C99-BA2CB0FE5CC3}"/>
                  </a:ext>
                </a:extLst>
              </p:cNvPr>
              <p:cNvSpPr/>
              <p:nvPr/>
            </p:nvSpPr>
            <p:spPr>
              <a:xfrm>
                <a:off x="2483768" y="1859855"/>
                <a:ext cx="3967904" cy="3657377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703" name="pg681">
              <a:extLst>
                <a:ext uri="{FF2B5EF4-FFF2-40B4-BE49-F238E27FC236}">
                  <a16:creationId xmlns:a16="http://schemas.microsoft.com/office/drawing/2014/main" id="{A5ED0DB8-0434-A066-C4E1-E9FA977DC11C}"/>
                </a:ext>
              </a:extLst>
            </p:cNvPr>
            <p:cNvSpPr/>
            <p:nvPr/>
          </p:nvSpPr>
          <p:spPr>
            <a:xfrm>
              <a:off x="12563872" y="17567920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S1-LOLA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4704" name="pg683">
              <a:extLst>
                <a:ext uri="{FF2B5EF4-FFF2-40B4-BE49-F238E27FC236}">
                  <a16:creationId xmlns:a16="http://schemas.microsoft.com/office/drawing/2014/main" id="{FC7E9369-460E-00BD-38DF-FCD5595C4A80}"/>
                </a:ext>
              </a:extLst>
            </p:cNvPr>
            <p:cNvSpPr/>
            <p:nvPr/>
          </p:nvSpPr>
          <p:spPr>
            <a:xfrm>
              <a:off x="12563872" y="17855952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S2-DEBY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4705" name="pl674">
              <a:extLst>
                <a:ext uri="{FF2B5EF4-FFF2-40B4-BE49-F238E27FC236}">
                  <a16:creationId xmlns:a16="http://schemas.microsoft.com/office/drawing/2014/main" id="{44D446C8-AA03-82FC-6EF3-1C0ACFF57499}"/>
                </a:ext>
              </a:extLst>
            </p:cNvPr>
            <p:cNvSpPr/>
            <p:nvPr/>
          </p:nvSpPr>
          <p:spPr>
            <a:xfrm flipV="1">
              <a:off x="12001506" y="18213367"/>
              <a:ext cx="346343" cy="28803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7" name="pl677">
              <a:extLst>
                <a:ext uri="{FF2B5EF4-FFF2-40B4-BE49-F238E27FC236}">
                  <a16:creationId xmlns:a16="http://schemas.microsoft.com/office/drawing/2014/main" id="{FF5AEB70-C01E-0CB5-0E51-D1E1437F4AC7}"/>
                </a:ext>
              </a:extLst>
            </p:cNvPr>
            <p:cNvSpPr/>
            <p:nvPr/>
          </p:nvSpPr>
          <p:spPr>
            <a:xfrm>
              <a:off x="11960353" y="17364457"/>
              <a:ext cx="45719" cy="428121"/>
            </a:xfrm>
            <a:custGeom>
              <a:avLst/>
              <a:gdLst/>
              <a:ahLst/>
              <a:cxnLst/>
              <a:rect l="0" t="0" r="0" b="0"/>
              <a:pathLst>
                <a:path w="1087496" h="365184">
                  <a:moveTo>
                    <a:pt x="1087496" y="0"/>
                  </a:moveTo>
                  <a:lnTo>
                    <a:pt x="0" y="3651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6" name="pg681">
              <a:extLst>
                <a:ext uri="{FF2B5EF4-FFF2-40B4-BE49-F238E27FC236}">
                  <a16:creationId xmlns:a16="http://schemas.microsoft.com/office/drawing/2014/main" id="{BF462733-5A1D-0E06-51A0-99BABBBBEC30}"/>
                </a:ext>
              </a:extLst>
            </p:cNvPr>
            <p:cNvSpPr/>
            <p:nvPr/>
          </p:nvSpPr>
          <p:spPr>
            <a:xfrm>
              <a:off x="11603736" y="17218152"/>
              <a:ext cx="699244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Lewisetta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4708" name="pg679">
              <a:extLst>
                <a:ext uri="{FF2B5EF4-FFF2-40B4-BE49-F238E27FC236}">
                  <a16:creationId xmlns:a16="http://schemas.microsoft.com/office/drawing/2014/main" id="{03EB0B98-BF28-25DB-6888-8F1E4A4AB1BB}"/>
                </a:ext>
              </a:extLst>
            </p:cNvPr>
            <p:cNvSpPr/>
            <p:nvPr/>
          </p:nvSpPr>
          <p:spPr>
            <a:xfrm>
              <a:off x="12307825" y="18434304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4709" name="Rectangle 4708">
              <a:extLst>
                <a:ext uri="{FF2B5EF4-FFF2-40B4-BE49-F238E27FC236}">
                  <a16:creationId xmlns:a16="http://schemas.microsoft.com/office/drawing/2014/main" id="{266EF481-7F45-7D1B-F25A-1CA7D223E89F}"/>
                </a:ext>
              </a:extLst>
            </p:cNvPr>
            <p:cNvSpPr/>
            <p:nvPr/>
          </p:nvSpPr>
          <p:spPr>
            <a:xfrm>
              <a:off x="14061232" y="17897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10" name="Straight Connector 4709">
              <a:extLst>
                <a:ext uri="{FF2B5EF4-FFF2-40B4-BE49-F238E27FC236}">
                  <a16:creationId xmlns:a16="http://schemas.microsoft.com/office/drawing/2014/main" id="{5B4DCFFD-CA4B-BC36-5067-A4FDA4BCD3A3}"/>
                </a:ext>
              </a:extLst>
            </p:cNvPr>
            <p:cNvCxnSpPr>
              <a:cxnSpLocks/>
            </p:cNvCxnSpPr>
            <p:nvPr/>
          </p:nvCxnSpPr>
          <p:spPr>
            <a:xfrm>
              <a:off x="13382674" y="16961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11" name="Straight Connector 4710">
              <a:extLst>
                <a:ext uri="{FF2B5EF4-FFF2-40B4-BE49-F238E27FC236}">
                  <a16:creationId xmlns:a16="http://schemas.microsoft.com/office/drawing/2014/main" id="{82FAFD56-8CE3-4E93-5022-F9CAA027F3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82674" y="18401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712" name="Picture 4711">
              <a:extLst>
                <a:ext uri="{FF2B5EF4-FFF2-40B4-BE49-F238E27FC236}">
                  <a16:creationId xmlns:a16="http://schemas.microsoft.com/office/drawing/2014/main" id="{E2BFD79F-116F-3DBB-F1AC-05A2ECAB37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686671" y="16882365"/>
              <a:ext cx="1799263" cy="8486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9601200" y="16459201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765">
                <a:alpha val="100000"/>
              </a:srgbClr>
            </a:solidFill>
            <a:ln w="5420" cap="flat">
              <a:solidFill>
                <a:srgbClr val="3A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78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9305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88B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B386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6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594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395F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B396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A346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88B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A366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4A8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82C5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B9E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2850414" y="4909068"/>
              <a:ext cx="52398" cy="84460"/>
            </a:xfrm>
            <a:custGeom>
              <a:avLst/>
              <a:gdLst/>
              <a:ahLst/>
              <a:cxnLst/>
              <a:rect l="0" t="0" r="0" b="0"/>
              <a:pathLst>
                <a:path w="52398" h="84460">
                  <a:moveTo>
                    <a:pt x="0" y="0"/>
                  </a:moveTo>
                  <a:lnTo>
                    <a:pt x="52398" y="8446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3511781" y="4762624"/>
              <a:ext cx="53549" cy="82240"/>
            </a:xfrm>
            <a:custGeom>
              <a:avLst/>
              <a:gdLst/>
              <a:ahLst/>
              <a:cxnLst/>
              <a:rect l="0" t="0" r="0" b="0"/>
              <a:pathLst>
                <a:path w="53549" h="82240">
                  <a:moveTo>
                    <a:pt x="0" y="0"/>
                  </a:moveTo>
                  <a:lnTo>
                    <a:pt x="53549" y="822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4513488" y="4609337"/>
              <a:ext cx="54339" cy="79562"/>
            </a:xfrm>
            <a:custGeom>
              <a:avLst/>
              <a:gdLst/>
              <a:ahLst/>
              <a:cxnLst/>
              <a:rect l="0" t="0" r="0" b="0"/>
              <a:pathLst>
                <a:path w="54339" h="79562">
                  <a:moveTo>
                    <a:pt x="0" y="0"/>
                  </a:moveTo>
                  <a:lnTo>
                    <a:pt x="54339" y="7956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5584819" y="3006210"/>
              <a:ext cx="90785" cy="46504"/>
            </a:xfrm>
            <a:custGeom>
              <a:avLst/>
              <a:gdLst/>
              <a:ahLst/>
              <a:cxnLst/>
              <a:rect l="0" t="0" r="0" b="0"/>
              <a:pathLst>
                <a:path w="90785" h="46504">
                  <a:moveTo>
                    <a:pt x="0" y="0"/>
                  </a:moveTo>
                  <a:lnTo>
                    <a:pt x="90785" y="4650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l3966"/>
            <p:cNvSpPr/>
            <p:nvPr/>
          </p:nvSpPr>
          <p:spPr>
            <a:xfrm>
              <a:off x="5712842" y="2801489"/>
              <a:ext cx="112937" cy="121600"/>
            </a:xfrm>
            <a:custGeom>
              <a:avLst/>
              <a:gdLst/>
              <a:ahLst/>
              <a:cxnLst/>
              <a:rect l="0" t="0" r="0" b="0"/>
              <a:pathLst>
                <a:path w="112937" h="121600">
                  <a:moveTo>
                    <a:pt x="0" y="0"/>
                  </a:moveTo>
                  <a:lnTo>
                    <a:pt x="112937" y="12160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pg3967"/>
            <p:cNvSpPr/>
            <p:nvPr/>
          </p:nvSpPr>
          <p:spPr>
            <a:xfrm>
              <a:off x="2291898" y="4760384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8" name="tx3968"/>
            <p:cNvSpPr/>
            <p:nvPr/>
          </p:nvSpPr>
          <p:spPr>
            <a:xfrm>
              <a:off x="2337618" y="4806104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2960947" y="4613872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0" name="tx3970"/>
            <p:cNvSpPr/>
            <p:nvPr/>
          </p:nvSpPr>
          <p:spPr>
            <a:xfrm>
              <a:off x="3006667" y="4659592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517" y="4460399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2" name="tx3972"/>
            <p:cNvSpPr/>
            <p:nvPr/>
          </p:nvSpPr>
          <p:spPr>
            <a:xfrm>
              <a:off x="4016237" y="4506119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5003077" y="2892420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4" name="tx3974"/>
            <p:cNvSpPr/>
            <p:nvPr/>
          </p:nvSpPr>
          <p:spPr>
            <a:xfrm>
              <a:off x="5048797" y="2938140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363927" y="2609556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6" name="tx3976"/>
            <p:cNvSpPr/>
            <p:nvPr/>
          </p:nvSpPr>
          <p:spPr>
            <a:xfrm>
              <a:off x="5409647" y="2655276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l4045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1917" y="1998973"/>
              <a:ext cx="2133660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(GF)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8" name="Group 747">
            <a:extLst>
              <a:ext uri="{FF2B5EF4-FFF2-40B4-BE49-F238E27FC236}">
                <a16:creationId xmlns:a16="http://schemas.microsoft.com/office/drawing/2014/main" id="{1B700ECD-7F89-8E5D-FED4-DD64F71D1A88}"/>
              </a:ext>
            </a:extLst>
          </p:cNvPr>
          <p:cNvGrpSpPr/>
          <p:nvPr/>
        </p:nvGrpSpPr>
        <p:grpSpPr>
          <a:xfrm>
            <a:off x="11627768" y="16712933"/>
            <a:ext cx="3967904" cy="3667707"/>
            <a:chOff x="2483768" y="1853932"/>
            <a:chExt cx="3967904" cy="3667707"/>
          </a:xfrm>
        </p:grpSpPr>
        <p:sp>
          <p:nvSpPr>
            <p:cNvPr id="5" name="rc5"/>
            <p:cNvSpPr/>
            <p:nvPr/>
          </p:nvSpPr>
          <p:spPr>
            <a:xfrm>
              <a:off x="2483768" y="1859855"/>
              <a:ext cx="3967904" cy="3657377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4571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3"/>
              <a:ext cx="2088998" cy="3657376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3496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B6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536967" y="3324745"/>
              <a:ext cx="1087492" cy="365180"/>
            </a:xfrm>
            <a:custGeom>
              <a:avLst/>
              <a:gdLst/>
              <a:ahLst/>
              <a:cxnLst/>
              <a:rect l="0" t="0" r="0" b="0"/>
              <a:pathLst>
                <a:path w="1087492" h="365180">
                  <a:moveTo>
                    <a:pt x="1087492" y="0"/>
                  </a:moveTo>
                  <a:lnTo>
                    <a:pt x="0" y="36518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08712" y="3824616"/>
              <a:ext cx="1247173" cy="552821"/>
            </a:xfrm>
            <a:custGeom>
              <a:avLst/>
              <a:gdLst/>
              <a:ahLst/>
              <a:cxnLst/>
              <a:rect l="0" t="0" r="0" b="0"/>
              <a:pathLst>
                <a:path w="1247173" h="552821">
                  <a:moveTo>
                    <a:pt x="1247173" y="0"/>
                  </a:moveTo>
                  <a:lnTo>
                    <a:pt x="0" y="5528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408812" y="4236532"/>
              <a:ext cx="1102022" cy="236151"/>
            </a:xfrm>
            <a:custGeom>
              <a:avLst/>
              <a:gdLst/>
              <a:ahLst/>
              <a:cxnLst/>
              <a:rect l="0" t="0" r="0" b="0"/>
              <a:pathLst>
                <a:path w="1102022" h="236151">
                  <a:moveTo>
                    <a:pt x="1102022" y="0"/>
                  </a:moveTo>
                  <a:lnTo>
                    <a:pt x="0" y="23615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624459" y="3156338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670179" y="3202058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755886" y="3655193"/>
              <a:ext cx="1554937" cy="324612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801606" y="3700913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510834" y="4070776"/>
              <a:ext cx="1193383" cy="324611"/>
            </a:xfrm>
            <a:custGeom>
              <a:avLst/>
              <a:gdLst/>
              <a:ahLst/>
              <a:cxnLst/>
              <a:rect l="0" t="0" r="0" b="0"/>
              <a:pathLst>
                <a:path w="1193383" h="324611">
                  <a:moveTo>
                    <a:pt x="27432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556554" y="4116496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560"/>
                </a:lnSpc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483768" y="1859855"/>
              <a:ext cx="3967904" cy="3657377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628AF-1EC2-8FDE-7204-B06F8B8D4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30" name="Group 6029">
            <a:extLst>
              <a:ext uri="{FF2B5EF4-FFF2-40B4-BE49-F238E27FC236}">
                <a16:creationId xmlns:a16="http://schemas.microsoft.com/office/drawing/2014/main" id="{9C5B5DA0-D211-937B-014A-18D42A419894}"/>
              </a:ext>
            </a:extLst>
          </p:cNvPr>
          <p:cNvGrpSpPr/>
          <p:nvPr/>
        </p:nvGrpSpPr>
        <p:grpSpPr>
          <a:xfrm>
            <a:off x="10798055" y="16025018"/>
            <a:ext cx="5835888" cy="4525962"/>
            <a:chOff x="10798055" y="16025018"/>
            <a:chExt cx="5835888" cy="4525962"/>
          </a:xfrm>
        </p:grpSpPr>
        <p:grpSp>
          <p:nvGrpSpPr>
            <p:cNvPr id="2" name="Content Placeholder 2">
              <a:extLst>
                <a:ext uri="{FF2B5EF4-FFF2-40B4-BE49-F238E27FC236}">
                  <a16:creationId xmlns:a16="http://schemas.microsoft.com/office/drawing/2014/main" id="{49107438-EF1F-D1F1-10FE-BBA33BA42C01}"/>
                </a:ext>
              </a:extLst>
            </p:cNvPr>
            <p:cNvGrpSpPr/>
            <p:nvPr/>
          </p:nvGrpSpPr>
          <p:grpSpPr>
            <a:xfrm>
              <a:off x="10798055" y="16025018"/>
              <a:ext cx="5835888" cy="4525962"/>
              <a:chOff x="1654055" y="1600200"/>
              <a:chExt cx="5835888" cy="4525962"/>
            </a:xfrm>
          </p:grpSpPr>
          <p:sp>
            <p:nvSpPr>
              <p:cNvPr id="4" name="rc4">
                <a:extLst>
                  <a:ext uri="{FF2B5EF4-FFF2-40B4-BE49-F238E27FC236}">
                    <a16:creationId xmlns:a16="http://schemas.microsoft.com/office/drawing/2014/main" id="{F8C4D3C7-CE51-0D3C-3E86-CCF443FA51A0}"/>
                  </a:ext>
                </a:extLst>
              </p:cNvPr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" name="rc5">
                <a:extLst>
                  <a:ext uri="{FF2B5EF4-FFF2-40B4-BE49-F238E27FC236}">
                    <a16:creationId xmlns:a16="http://schemas.microsoft.com/office/drawing/2014/main" id="{EC057197-8ADE-7495-A5BD-BCB92DD3E74E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pl6">
                <a:extLst>
                  <a:ext uri="{FF2B5EF4-FFF2-40B4-BE49-F238E27FC236}">
                    <a16:creationId xmlns:a16="http://schemas.microsoft.com/office/drawing/2014/main" id="{08AEC294-6F14-E8D2-890A-4CFD7772B7E9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pl7">
                <a:extLst>
                  <a:ext uri="{FF2B5EF4-FFF2-40B4-BE49-F238E27FC236}">
                    <a16:creationId xmlns:a16="http://schemas.microsoft.com/office/drawing/2014/main" id="{69076055-9C71-CD79-13FB-7B325ABC516B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pl8">
                <a:extLst>
                  <a:ext uri="{FF2B5EF4-FFF2-40B4-BE49-F238E27FC236}">
                    <a16:creationId xmlns:a16="http://schemas.microsoft.com/office/drawing/2014/main" id="{BCCAEE14-0381-8F4F-8C02-454BA3ED45AB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" name="pl9">
                <a:extLst>
                  <a:ext uri="{FF2B5EF4-FFF2-40B4-BE49-F238E27FC236}">
                    <a16:creationId xmlns:a16="http://schemas.microsoft.com/office/drawing/2014/main" id="{A01BA6FB-39A4-CB33-373A-870B87F7A1ED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pl10">
                <a:extLst>
                  <a:ext uri="{FF2B5EF4-FFF2-40B4-BE49-F238E27FC236}">
                    <a16:creationId xmlns:a16="http://schemas.microsoft.com/office/drawing/2014/main" id="{A8CA8A7D-4E39-41F5-A0E6-36A3D2B0338E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pl11">
                <a:extLst>
                  <a:ext uri="{FF2B5EF4-FFF2-40B4-BE49-F238E27FC236}">
                    <a16:creationId xmlns:a16="http://schemas.microsoft.com/office/drawing/2014/main" id="{779D107B-C51F-5C11-BED2-05F30249E018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pl12">
                <a:extLst>
                  <a:ext uri="{FF2B5EF4-FFF2-40B4-BE49-F238E27FC236}">
                    <a16:creationId xmlns:a16="http://schemas.microsoft.com/office/drawing/2014/main" id="{FFA2C55B-20C3-0363-962E-304290C203FA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pl13">
                <a:extLst>
                  <a:ext uri="{FF2B5EF4-FFF2-40B4-BE49-F238E27FC236}">
                    <a16:creationId xmlns:a16="http://schemas.microsoft.com/office/drawing/2014/main" id="{30A5D64F-1256-C210-61DE-7D7C91A38244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pl14">
                <a:extLst>
                  <a:ext uri="{FF2B5EF4-FFF2-40B4-BE49-F238E27FC236}">
                    <a16:creationId xmlns:a16="http://schemas.microsoft.com/office/drawing/2014/main" id="{E9232DC2-E8B0-2646-DAB4-0D15093DD31D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pl15">
                <a:extLst>
                  <a:ext uri="{FF2B5EF4-FFF2-40B4-BE49-F238E27FC236}">
                    <a16:creationId xmlns:a16="http://schemas.microsoft.com/office/drawing/2014/main" id="{47DFD73C-78E9-B2D6-D357-D702A332277F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pl16">
                <a:extLst>
                  <a:ext uri="{FF2B5EF4-FFF2-40B4-BE49-F238E27FC236}">
                    <a16:creationId xmlns:a16="http://schemas.microsoft.com/office/drawing/2014/main" id="{E2B68111-6853-417D-C701-A9A333B18F2E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pl17">
                <a:extLst>
                  <a:ext uri="{FF2B5EF4-FFF2-40B4-BE49-F238E27FC236}">
                    <a16:creationId xmlns:a16="http://schemas.microsoft.com/office/drawing/2014/main" id="{9E9E6ECE-153D-C1AC-C4E0-F769A5D9901F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pl18">
                <a:extLst>
                  <a:ext uri="{FF2B5EF4-FFF2-40B4-BE49-F238E27FC236}">
                    <a16:creationId xmlns:a16="http://schemas.microsoft.com/office/drawing/2014/main" id="{F49D393A-E5C1-2424-7BDB-CF85EEA716AA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pg19">
                <a:extLst>
                  <a:ext uri="{FF2B5EF4-FFF2-40B4-BE49-F238E27FC236}">
                    <a16:creationId xmlns:a16="http://schemas.microsoft.com/office/drawing/2014/main" id="{C60C7040-DC67-AF7E-FA2C-F457E09160A8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" name="pg20">
                <a:extLst>
                  <a:ext uri="{FF2B5EF4-FFF2-40B4-BE49-F238E27FC236}">
                    <a16:creationId xmlns:a16="http://schemas.microsoft.com/office/drawing/2014/main" id="{DF364F67-7D4E-22C1-849B-F3CA3BA7D71C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pg21">
                <a:extLst>
                  <a:ext uri="{FF2B5EF4-FFF2-40B4-BE49-F238E27FC236}">
                    <a16:creationId xmlns:a16="http://schemas.microsoft.com/office/drawing/2014/main" id="{1D45243C-254F-3F1A-6033-8ACAD706A467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pg22">
                <a:extLst>
                  <a:ext uri="{FF2B5EF4-FFF2-40B4-BE49-F238E27FC236}">
                    <a16:creationId xmlns:a16="http://schemas.microsoft.com/office/drawing/2014/main" id="{8927AEFE-AAEC-9B9B-B819-48B28D7A5D6F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pg23">
                <a:extLst>
                  <a:ext uri="{FF2B5EF4-FFF2-40B4-BE49-F238E27FC236}">
                    <a16:creationId xmlns:a16="http://schemas.microsoft.com/office/drawing/2014/main" id="{DEFBD3C8-29F5-EAD4-5C35-EA21476922FD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pg24">
                <a:extLst>
                  <a:ext uri="{FF2B5EF4-FFF2-40B4-BE49-F238E27FC236}">
                    <a16:creationId xmlns:a16="http://schemas.microsoft.com/office/drawing/2014/main" id="{E3B0F5CE-F416-5E78-E49E-6120F9A66FBD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pg25">
                <a:extLst>
                  <a:ext uri="{FF2B5EF4-FFF2-40B4-BE49-F238E27FC236}">
                    <a16:creationId xmlns:a16="http://schemas.microsoft.com/office/drawing/2014/main" id="{6F20B3B6-6E86-4CE4-E7B9-BA57917F544A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pg26">
                <a:extLst>
                  <a:ext uri="{FF2B5EF4-FFF2-40B4-BE49-F238E27FC236}">
                    <a16:creationId xmlns:a16="http://schemas.microsoft.com/office/drawing/2014/main" id="{65265E2D-4071-2AB3-905A-AF1FE7A8B6BF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pg27">
                <a:extLst>
                  <a:ext uri="{FF2B5EF4-FFF2-40B4-BE49-F238E27FC236}">
                    <a16:creationId xmlns:a16="http://schemas.microsoft.com/office/drawing/2014/main" id="{7F0B3016-C7C6-908B-BD14-55D23B0C037B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pg28">
                <a:extLst>
                  <a:ext uri="{FF2B5EF4-FFF2-40B4-BE49-F238E27FC236}">
                    <a16:creationId xmlns:a16="http://schemas.microsoft.com/office/drawing/2014/main" id="{2C31A7FD-46FF-A4E4-DAAB-AE77E6D4BD8D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pg29">
                <a:extLst>
                  <a:ext uri="{FF2B5EF4-FFF2-40B4-BE49-F238E27FC236}">
                    <a16:creationId xmlns:a16="http://schemas.microsoft.com/office/drawing/2014/main" id="{FD983B3A-E394-C9FF-E714-D0EBB0FC1EBE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pg30">
                <a:extLst>
                  <a:ext uri="{FF2B5EF4-FFF2-40B4-BE49-F238E27FC236}">
                    <a16:creationId xmlns:a16="http://schemas.microsoft.com/office/drawing/2014/main" id="{E36BFDE4-7F31-72B2-231B-0FCB419C3C14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" name="pg31">
                <a:extLst>
                  <a:ext uri="{FF2B5EF4-FFF2-40B4-BE49-F238E27FC236}">
                    <a16:creationId xmlns:a16="http://schemas.microsoft.com/office/drawing/2014/main" id="{BBA9F23A-A9A1-ECA0-6929-680068813C0C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pg32">
                <a:extLst>
                  <a:ext uri="{FF2B5EF4-FFF2-40B4-BE49-F238E27FC236}">
                    <a16:creationId xmlns:a16="http://schemas.microsoft.com/office/drawing/2014/main" id="{EBA33C9D-41EB-9573-ECD0-65D2A4916D8B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pg33">
                <a:extLst>
                  <a:ext uri="{FF2B5EF4-FFF2-40B4-BE49-F238E27FC236}">
                    <a16:creationId xmlns:a16="http://schemas.microsoft.com/office/drawing/2014/main" id="{7DF72BA6-A9A2-55E2-DADC-1DC7DC548EF4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pg34">
                <a:extLst>
                  <a:ext uri="{FF2B5EF4-FFF2-40B4-BE49-F238E27FC236}">
                    <a16:creationId xmlns:a16="http://schemas.microsoft.com/office/drawing/2014/main" id="{7C90F079-062D-13FD-649D-253D9DCBC4F4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pg35">
                <a:extLst>
                  <a:ext uri="{FF2B5EF4-FFF2-40B4-BE49-F238E27FC236}">
                    <a16:creationId xmlns:a16="http://schemas.microsoft.com/office/drawing/2014/main" id="{3678A3AE-B78F-61B5-4B91-D4CFCEBED007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pg36">
                <a:extLst>
                  <a:ext uri="{FF2B5EF4-FFF2-40B4-BE49-F238E27FC236}">
                    <a16:creationId xmlns:a16="http://schemas.microsoft.com/office/drawing/2014/main" id="{46476CBA-E29A-D781-E5F5-078797373E79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pg37">
                <a:extLst>
                  <a:ext uri="{FF2B5EF4-FFF2-40B4-BE49-F238E27FC236}">
                    <a16:creationId xmlns:a16="http://schemas.microsoft.com/office/drawing/2014/main" id="{3A6DB36E-CE36-01AC-6E44-3782869E9899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" name="pg38">
                <a:extLst>
                  <a:ext uri="{FF2B5EF4-FFF2-40B4-BE49-F238E27FC236}">
                    <a16:creationId xmlns:a16="http://schemas.microsoft.com/office/drawing/2014/main" id="{892FB7E9-838E-9C11-41A3-A57E2D3C8D9E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pg39">
                <a:extLst>
                  <a:ext uri="{FF2B5EF4-FFF2-40B4-BE49-F238E27FC236}">
                    <a16:creationId xmlns:a16="http://schemas.microsoft.com/office/drawing/2014/main" id="{B5696260-D193-2EDB-017A-E1FFD2E8131E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pg40">
                <a:extLst>
                  <a:ext uri="{FF2B5EF4-FFF2-40B4-BE49-F238E27FC236}">
                    <a16:creationId xmlns:a16="http://schemas.microsoft.com/office/drawing/2014/main" id="{E5EA6FAD-07F5-6F60-BAB3-08D5AC29B1E8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pg41">
                <a:extLst>
                  <a:ext uri="{FF2B5EF4-FFF2-40B4-BE49-F238E27FC236}">
                    <a16:creationId xmlns:a16="http://schemas.microsoft.com/office/drawing/2014/main" id="{230E449A-5162-DD93-88F6-63030742ECAB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pg42">
                <a:extLst>
                  <a:ext uri="{FF2B5EF4-FFF2-40B4-BE49-F238E27FC236}">
                    <a16:creationId xmlns:a16="http://schemas.microsoft.com/office/drawing/2014/main" id="{028E915B-8544-5F39-9837-05CB534461D8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" name="pg43">
                <a:extLst>
                  <a:ext uri="{FF2B5EF4-FFF2-40B4-BE49-F238E27FC236}">
                    <a16:creationId xmlns:a16="http://schemas.microsoft.com/office/drawing/2014/main" id="{5848B6C1-4947-DACA-65D2-77202780749B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" name="pg44">
                <a:extLst>
                  <a:ext uri="{FF2B5EF4-FFF2-40B4-BE49-F238E27FC236}">
                    <a16:creationId xmlns:a16="http://schemas.microsoft.com/office/drawing/2014/main" id="{0DC46E62-820B-AFE7-A14E-AF99D75ED3E4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pg45">
                <a:extLst>
                  <a:ext uri="{FF2B5EF4-FFF2-40B4-BE49-F238E27FC236}">
                    <a16:creationId xmlns:a16="http://schemas.microsoft.com/office/drawing/2014/main" id="{1CDFD948-34EF-3F15-2C18-13A310D025F2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pg46">
                <a:extLst>
                  <a:ext uri="{FF2B5EF4-FFF2-40B4-BE49-F238E27FC236}">
                    <a16:creationId xmlns:a16="http://schemas.microsoft.com/office/drawing/2014/main" id="{41F08404-9BDA-4C06-C84A-82AD6262A5AE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pg47">
                <a:extLst>
                  <a:ext uri="{FF2B5EF4-FFF2-40B4-BE49-F238E27FC236}">
                    <a16:creationId xmlns:a16="http://schemas.microsoft.com/office/drawing/2014/main" id="{E9F04877-F82F-6E8D-A798-2A632AADB4B1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pg48">
                <a:extLst>
                  <a:ext uri="{FF2B5EF4-FFF2-40B4-BE49-F238E27FC236}">
                    <a16:creationId xmlns:a16="http://schemas.microsoft.com/office/drawing/2014/main" id="{DC4857B9-4672-365A-FA97-ED403E1615F2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pg49">
                <a:extLst>
                  <a:ext uri="{FF2B5EF4-FFF2-40B4-BE49-F238E27FC236}">
                    <a16:creationId xmlns:a16="http://schemas.microsoft.com/office/drawing/2014/main" id="{EFE76BE1-392A-B7BF-2237-3A3E8E51381D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pg50">
                <a:extLst>
                  <a:ext uri="{FF2B5EF4-FFF2-40B4-BE49-F238E27FC236}">
                    <a16:creationId xmlns:a16="http://schemas.microsoft.com/office/drawing/2014/main" id="{EDC40F41-BA9E-B0BD-7CE9-80C5CA9BCEC6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pg51">
                <a:extLst>
                  <a:ext uri="{FF2B5EF4-FFF2-40B4-BE49-F238E27FC236}">
                    <a16:creationId xmlns:a16="http://schemas.microsoft.com/office/drawing/2014/main" id="{C912F7B3-1231-D404-0A57-FD9D349EDEBD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pg52">
                <a:extLst>
                  <a:ext uri="{FF2B5EF4-FFF2-40B4-BE49-F238E27FC236}">
                    <a16:creationId xmlns:a16="http://schemas.microsoft.com/office/drawing/2014/main" id="{EDF7BCD8-18B8-8FF6-BB81-22F40E8658C3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pg53">
                <a:extLst>
                  <a:ext uri="{FF2B5EF4-FFF2-40B4-BE49-F238E27FC236}">
                    <a16:creationId xmlns:a16="http://schemas.microsoft.com/office/drawing/2014/main" id="{85353186-E7CC-7115-6E30-7A9C55F3B15C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pg54">
                <a:extLst>
                  <a:ext uri="{FF2B5EF4-FFF2-40B4-BE49-F238E27FC236}">
                    <a16:creationId xmlns:a16="http://schemas.microsoft.com/office/drawing/2014/main" id="{F8950EDB-A160-7ECB-AFCB-AB263F97FA17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" name="pg55">
                <a:extLst>
                  <a:ext uri="{FF2B5EF4-FFF2-40B4-BE49-F238E27FC236}">
                    <a16:creationId xmlns:a16="http://schemas.microsoft.com/office/drawing/2014/main" id="{3DE0A3EC-5C78-D56F-D1FE-9A50D4029D1B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pg56">
                <a:extLst>
                  <a:ext uri="{FF2B5EF4-FFF2-40B4-BE49-F238E27FC236}">
                    <a16:creationId xmlns:a16="http://schemas.microsoft.com/office/drawing/2014/main" id="{09E6A6E1-90F4-0415-C5B4-8A5C6C408847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pg57">
                <a:extLst>
                  <a:ext uri="{FF2B5EF4-FFF2-40B4-BE49-F238E27FC236}">
                    <a16:creationId xmlns:a16="http://schemas.microsoft.com/office/drawing/2014/main" id="{2BF77A82-655A-48F3-A918-710954067502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pg58">
                <a:extLst>
                  <a:ext uri="{FF2B5EF4-FFF2-40B4-BE49-F238E27FC236}">
                    <a16:creationId xmlns:a16="http://schemas.microsoft.com/office/drawing/2014/main" id="{51206EE9-A797-29F1-C67B-0C09D4B249E5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pg59">
                <a:extLst>
                  <a:ext uri="{FF2B5EF4-FFF2-40B4-BE49-F238E27FC236}">
                    <a16:creationId xmlns:a16="http://schemas.microsoft.com/office/drawing/2014/main" id="{90A8AB2A-02C9-AC66-7803-428B77F7598A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pg60">
                <a:extLst>
                  <a:ext uri="{FF2B5EF4-FFF2-40B4-BE49-F238E27FC236}">
                    <a16:creationId xmlns:a16="http://schemas.microsoft.com/office/drawing/2014/main" id="{AB392C04-033A-5C39-2EE5-C64069C652F4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" name="pg61">
                <a:extLst>
                  <a:ext uri="{FF2B5EF4-FFF2-40B4-BE49-F238E27FC236}">
                    <a16:creationId xmlns:a16="http://schemas.microsoft.com/office/drawing/2014/main" id="{D609D600-283F-3BAD-5EEA-039E0EEE2D55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" name="pg62">
                <a:extLst>
                  <a:ext uri="{FF2B5EF4-FFF2-40B4-BE49-F238E27FC236}">
                    <a16:creationId xmlns:a16="http://schemas.microsoft.com/office/drawing/2014/main" id="{1FCE292F-3ACB-B5F2-90F6-A44A41F0784A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pg63">
                <a:extLst>
                  <a:ext uri="{FF2B5EF4-FFF2-40B4-BE49-F238E27FC236}">
                    <a16:creationId xmlns:a16="http://schemas.microsoft.com/office/drawing/2014/main" id="{1F84768B-102E-0A2C-07A1-C0BE8FB25C33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pg64">
                <a:extLst>
                  <a:ext uri="{FF2B5EF4-FFF2-40B4-BE49-F238E27FC236}">
                    <a16:creationId xmlns:a16="http://schemas.microsoft.com/office/drawing/2014/main" id="{7E3D48C4-A458-7F6C-A206-184D95D549AC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pg65">
                <a:extLst>
                  <a:ext uri="{FF2B5EF4-FFF2-40B4-BE49-F238E27FC236}">
                    <a16:creationId xmlns:a16="http://schemas.microsoft.com/office/drawing/2014/main" id="{6B37612A-F863-9E4E-E42E-69E1322F70C3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pg66">
                <a:extLst>
                  <a:ext uri="{FF2B5EF4-FFF2-40B4-BE49-F238E27FC236}">
                    <a16:creationId xmlns:a16="http://schemas.microsoft.com/office/drawing/2014/main" id="{B2D8FEC7-17C1-6D7A-C07D-F579438896F4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" name="pg67">
                <a:extLst>
                  <a:ext uri="{FF2B5EF4-FFF2-40B4-BE49-F238E27FC236}">
                    <a16:creationId xmlns:a16="http://schemas.microsoft.com/office/drawing/2014/main" id="{834D38EE-1E80-D088-D7A7-08A7294861EC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" name="pg68">
                <a:extLst>
                  <a:ext uri="{FF2B5EF4-FFF2-40B4-BE49-F238E27FC236}">
                    <a16:creationId xmlns:a16="http://schemas.microsoft.com/office/drawing/2014/main" id="{BA0A3400-27A8-6339-27C6-77A111495D6E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pg69">
                <a:extLst>
                  <a:ext uri="{FF2B5EF4-FFF2-40B4-BE49-F238E27FC236}">
                    <a16:creationId xmlns:a16="http://schemas.microsoft.com/office/drawing/2014/main" id="{1B92DA8D-3831-4F58-2759-57DCBB8FF415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pg70">
                <a:extLst>
                  <a:ext uri="{FF2B5EF4-FFF2-40B4-BE49-F238E27FC236}">
                    <a16:creationId xmlns:a16="http://schemas.microsoft.com/office/drawing/2014/main" id="{7AE401EB-8DD5-118E-00C0-B96F53F4BD0A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pg71">
                <a:extLst>
                  <a:ext uri="{FF2B5EF4-FFF2-40B4-BE49-F238E27FC236}">
                    <a16:creationId xmlns:a16="http://schemas.microsoft.com/office/drawing/2014/main" id="{2051A2B0-D792-6B28-7111-A19C5F9B914A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pg72">
                <a:extLst>
                  <a:ext uri="{FF2B5EF4-FFF2-40B4-BE49-F238E27FC236}">
                    <a16:creationId xmlns:a16="http://schemas.microsoft.com/office/drawing/2014/main" id="{7941ECDC-BDC4-3D00-7F3D-004676C88DBA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" name="pg73">
                <a:extLst>
                  <a:ext uri="{FF2B5EF4-FFF2-40B4-BE49-F238E27FC236}">
                    <a16:creationId xmlns:a16="http://schemas.microsoft.com/office/drawing/2014/main" id="{D3BDD2C6-1DF3-0CC5-495E-486B84024305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" name="pg74">
                <a:extLst>
                  <a:ext uri="{FF2B5EF4-FFF2-40B4-BE49-F238E27FC236}">
                    <a16:creationId xmlns:a16="http://schemas.microsoft.com/office/drawing/2014/main" id="{450217CB-97A4-CB77-7EAA-146810088E19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pg75">
                <a:extLst>
                  <a:ext uri="{FF2B5EF4-FFF2-40B4-BE49-F238E27FC236}">
                    <a16:creationId xmlns:a16="http://schemas.microsoft.com/office/drawing/2014/main" id="{C7AB08D0-390D-5226-CC7D-BDB23A4ADC94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pg76">
                <a:extLst>
                  <a:ext uri="{FF2B5EF4-FFF2-40B4-BE49-F238E27FC236}">
                    <a16:creationId xmlns:a16="http://schemas.microsoft.com/office/drawing/2014/main" id="{7DF00F2E-6826-08FC-9ECE-688E78BB6C8C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pg77">
                <a:extLst>
                  <a:ext uri="{FF2B5EF4-FFF2-40B4-BE49-F238E27FC236}">
                    <a16:creationId xmlns:a16="http://schemas.microsoft.com/office/drawing/2014/main" id="{1C6757B1-77DD-917E-D46A-1A8165DCFC2C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pg78">
                <a:extLst>
                  <a:ext uri="{FF2B5EF4-FFF2-40B4-BE49-F238E27FC236}">
                    <a16:creationId xmlns:a16="http://schemas.microsoft.com/office/drawing/2014/main" id="{BD89CBD1-8178-EB0B-A553-4887C4893078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" name="pg79">
                <a:extLst>
                  <a:ext uri="{FF2B5EF4-FFF2-40B4-BE49-F238E27FC236}">
                    <a16:creationId xmlns:a16="http://schemas.microsoft.com/office/drawing/2014/main" id="{AE0AB1F5-C671-8AE7-BDA6-E86B2F3C30FF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" name="pg80">
                <a:extLst>
                  <a:ext uri="{FF2B5EF4-FFF2-40B4-BE49-F238E27FC236}">
                    <a16:creationId xmlns:a16="http://schemas.microsoft.com/office/drawing/2014/main" id="{024B074D-ED1B-63A3-DC05-EB8D8B31FEB3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pg81">
                <a:extLst>
                  <a:ext uri="{FF2B5EF4-FFF2-40B4-BE49-F238E27FC236}">
                    <a16:creationId xmlns:a16="http://schemas.microsoft.com/office/drawing/2014/main" id="{C2400659-B40F-1B31-51F8-DFA774934C66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pg82">
                <a:extLst>
                  <a:ext uri="{FF2B5EF4-FFF2-40B4-BE49-F238E27FC236}">
                    <a16:creationId xmlns:a16="http://schemas.microsoft.com/office/drawing/2014/main" id="{05F24687-DCE3-D7B3-20C1-5C65C23B089E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pg83">
                <a:extLst>
                  <a:ext uri="{FF2B5EF4-FFF2-40B4-BE49-F238E27FC236}">
                    <a16:creationId xmlns:a16="http://schemas.microsoft.com/office/drawing/2014/main" id="{AF61B212-DB82-9092-9E66-AC7EAB8C9B1D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pg84">
                <a:extLst>
                  <a:ext uri="{FF2B5EF4-FFF2-40B4-BE49-F238E27FC236}">
                    <a16:creationId xmlns:a16="http://schemas.microsoft.com/office/drawing/2014/main" id="{FC8BDF59-A351-6509-07FC-FE5B9901A397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" name="pg85">
                <a:extLst>
                  <a:ext uri="{FF2B5EF4-FFF2-40B4-BE49-F238E27FC236}">
                    <a16:creationId xmlns:a16="http://schemas.microsoft.com/office/drawing/2014/main" id="{300114C5-0ED1-0D7D-E4C7-E750ED8397BD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" name="pg86">
                <a:extLst>
                  <a:ext uri="{FF2B5EF4-FFF2-40B4-BE49-F238E27FC236}">
                    <a16:creationId xmlns:a16="http://schemas.microsoft.com/office/drawing/2014/main" id="{B57C9F0A-F7BA-AEEE-DD15-F658F761D6B5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pg87">
                <a:extLst>
                  <a:ext uri="{FF2B5EF4-FFF2-40B4-BE49-F238E27FC236}">
                    <a16:creationId xmlns:a16="http://schemas.microsoft.com/office/drawing/2014/main" id="{6BE80D00-5430-6A8F-C00B-1478D490730F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pg88">
                <a:extLst>
                  <a:ext uri="{FF2B5EF4-FFF2-40B4-BE49-F238E27FC236}">
                    <a16:creationId xmlns:a16="http://schemas.microsoft.com/office/drawing/2014/main" id="{AEB06DE2-7673-0E3C-869F-27B61F5AED2A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" name="pg89">
                <a:extLst>
                  <a:ext uri="{FF2B5EF4-FFF2-40B4-BE49-F238E27FC236}">
                    <a16:creationId xmlns:a16="http://schemas.microsoft.com/office/drawing/2014/main" id="{C4E910EE-24B2-8C10-72E9-DFF0DCEFA5B5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" name="pg90">
                <a:extLst>
                  <a:ext uri="{FF2B5EF4-FFF2-40B4-BE49-F238E27FC236}">
                    <a16:creationId xmlns:a16="http://schemas.microsoft.com/office/drawing/2014/main" id="{E315B4B9-1344-5E6E-6F62-DC674916E970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pg91">
                <a:extLst>
                  <a:ext uri="{FF2B5EF4-FFF2-40B4-BE49-F238E27FC236}">
                    <a16:creationId xmlns:a16="http://schemas.microsoft.com/office/drawing/2014/main" id="{F350EA24-A2BA-B9CD-4A30-59B742F19BBC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" name="pg92">
                <a:extLst>
                  <a:ext uri="{FF2B5EF4-FFF2-40B4-BE49-F238E27FC236}">
                    <a16:creationId xmlns:a16="http://schemas.microsoft.com/office/drawing/2014/main" id="{B64972BB-7536-8937-8FE9-9A757171F316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" name="pg93">
                <a:extLst>
                  <a:ext uri="{FF2B5EF4-FFF2-40B4-BE49-F238E27FC236}">
                    <a16:creationId xmlns:a16="http://schemas.microsoft.com/office/drawing/2014/main" id="{3CFDDEA6-9C3D-0549-6AAA-F298668ADE12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" name="pg94">
                <a:extLst>
                  <a:ext uri="{FF2B5EF4-FFF2-40B4-BE49-F238E27FC236}">
                    <a16:creationId xmlns:a16="http://schemas.microsoft.com/office/drawing/2014/main" id="{95F38585-8FC9-D6C5-0461-18B8931F30B3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" name="pg95">
                <a:extLst>
                  <a:ext uri="{FF2B5EF4-FFF2-40B4-BE49-F238E27FC236}">
                    <a16:creationId xmlns:a16="http://schemas.microsoft.com/office/drawing/2014/main" id="{2323C0D3-2DEB-2E23-8A6F-F6476A2C6E54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" name="pg96">
                <a:extLst>
                  <a:ext uri="{FF2B5EF4-FFF2-40B4-BE49-F238E27FC236}">
                    <a16:creationId xmlns:a16="http://schemas.microsoft.com/office/drawing/2014/main" id="{FADB9E18-F9A4-0912-2BAB-81249D1EFF2D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" name="pg97">
                <a:extLst>
                  <a:ext uri="{FF2B5EF4-FFF2-40B4-BE49-F238E27FC236}">
                    <a16:creationId xmlns:a16="http://schemas.microsoft.com/office/drawing/2014/main" id="{F7F7E5D5-9CD8-CAEB-019F-9E652CA772E1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" name="pg98">
                <a:extLst>
                  <a:ext uri="{FF2B5EF4-FFF2-40B4-BE49-F238E27FC236}">
                    <a16:creationId xmlns:a16="http://schemas.microsoft.com/office/drawing/2014/main" id="{C6124BB1-E1FB-D31C-973A-0AA1987734A6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" name="pg99">
                <a:extLst>
                  <a:ext uri="{FF2B5EF4-FFF2-40B4-BE49-F238E27FC236}">
                    <a16:creationId xmlns:a16="http://schemas.microsoft.com/office/drawing/2014/main" id="{8A795432-4C65-BAF4-7215-8E25FA2BB518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" name="pg100">
                <a:extLst>
                  <a:ext uri="{FF2B5EF4-FFF2-40B4-BE49-F238E27FC236}">
                    <a16:creationId xmlns:a16="http://schemas.microsoft.com/office/drawing/2014/main" id="{8F4ADCE5-233D-E3BE-1811-1E9AA4D1D93D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" name="pg101">
                <a:extLst>
                  <a:ext uri="{FF2B5EF4-FFF2-40B4-BE49-F238E27FC236}">
                    <a16:creationId xmlns:a16="http://schemas.microsoft.com/office/drawing/2014/main" id="{ABD14F8F-E310-2385-2779-9EE153D37DC7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" name="pg102">
                <a:extLst>
                  <a:ext uri="{FF2B5EF4-FFF2-40B4-BE49-F238E27FC236}">
                    <a16:creationId xmlns:a16="http://schemas.microsoft.com/office/drawing/2014/main" id="{6ADE64DF-982A-DBA2-7EE9-8A8957DBD8A6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" name="pg103">
                <a:extLst>
                  <a:ext uri="{FF2B5EF4-FFF2-40B4-BE49-F238E27FC236}">
                    <a16:creationId xmlns:a16="http://schemas.microsoft.com/office/drawing/2014/main" id="{B5BF18D4-AEC5-A8A0-DD59-4ED66209DCD4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" name="pg104">
                <a:extLst>
                  <a:ext uri="{FF2B5EF4-FFF2-40B4-BE49-F238E27FC236}">
                    <a16:creationId xmlns:a16="http://schemas.microsoft.com/office/drawing/2014/main" id="{94131863-2449-BB05-2B37-F1A4ACD7538D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" name="pg105">
                <a:extLst>
                  <a:ext uri="{FF2B5EF4-FFF2-40B4-BE49-F238E27FC236}">
                    <a16:creationId xmlns:a16="http://schemas.microsoft.com/office/drawing/2014/main" id="{F3FA4B64-C64F-59D8-92EF-D96308C4F272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" name="pg106">
                <a:extLst>
                  <a:ext uri="{FF2B5EF4-FFF2-40B4-BE49-F238E27FC236}">
                    <a16:creationId xmlns:a16="http://schemas.microsoft.com/office/drawing/2014/main" id="{957C5C6C-3783-A045-E208-2A20D873E71E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" name="pg107">
                <a:extLst>
                  <a:ext uri="{FF2B5EF4-FFF2-40B4-BE49-F238E27FC236}">
                    <a16:creationId xmlns:a16="http://schemas.microsoft.com/office/drawing/2014/main" id="{BF6DBACF-AD3B-AFE5-DD62-3D9B254BA070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" name="pg108">
                <a:extLst>
                  <a:ext uri="{FF2B5EF4-FFF2-40B4-BE49-F238E27FC236}">
                    <a16:creationId xmlns:a16="http://schemas.microsoft.com/office/drawing/2014/main" id="{A5AFA95F-76EC-9FB4-3B2B-C4CE30C25B1A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" name="pg109">
                <a:extLst>
                  <a:ext uri="{FF2B5EF4-FFF2-40B4-BE49-F238E27FC236}">
                    <a16:creationId xmlns:a16="http://schemas.microsoft.com/office/drawing/2014/main" id="{3BAD4B20-BEFE-A408-2755-B75B2E406B45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" name="pg110">
                <a:extLst>
                  <a:ext uri="{FF2B5EF4-FFF2-40B4-BE49-F238E27FC236}">
                    <a16:creationId xmlns:a16="http://schemas.microsoft.com/office/drawing/2014/main" id="{FD93213F-7E08-65CD-13B2-D6AB3555521F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" name="pg111">
                <a:extLst>
                  <a:ext uri="{FF2B5EF4-FFF2-40B4-BE49-F238E27FC236}">
                    <a16:creationId xmlns:a16="http://schemas.microsoft.com/office/drawing/2014/main" id="{FA048C23-D26E-555E-0D01-E13BA1ADDE76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" name="pg112">
                <a:extLst>
                  <a:ext uri="{FF2B5EF4-FFF2-40B4-BE49-F238E27FC236}">
                    <a16:creationId xmlns:a16="http://schemas.microsoft.com/office/drawing/2014/main" id="{EB3F6F70-A235-C4DF-617A-EE5FD9E0D031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pg113">
                <a:extLst>
                  <a:ext uri="{FF2B5EF4-FFF2-40B4-BE49-F238E27FC236}">
                    <a16:creationId xmlns:a16="http://schemas.microsoft.com/office/drawing/2014/main" id="{69B6995A-BB0A-B904-3C33-08063EBA7642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" name="pg114">
                <a:extLst>
                  <a:ext uri="{FF2B5EF4-FFF2-40B4-BE49-F238E27FC236}">
                    <a16:creationId xmlns:a16="http://schemas.microsoft.com/office/drawing/2014/main" id="{4828B707-A5CD-71FC-4345-8AF7B52DBEB0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" name="pg115">
                <a:extLst>
                  <a:ext uri="{FF2B5EF4-FFF2-40B4-BE49-F238E27FC236}">
                    <a16:creationId xmlns:a16="http://schemas.microsoft.com/office/drawing/2014/main" id="{A6C58469-1D99-2A79-4F10-AD7E939F0CC7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" name="pg116">
                <a:extLst>
                  <a:ext uri="{FF2B5EF4-FFF2-40B4-BE49-F238E27FC236}">
                    <a16:creationId xmlns:a16="http://schemas.microsoft.com/office/drawing/2014/main" id="{630E2209-0AF8-47C2-35CC-ED0A08189BCA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" name="pg117">
                <a:extLst>
                  <a:ext uri="{FF2B5EF4-FFF2-40B4-BE49-F238E27FC236}">
                    <a16:creationId xmlns:a16="http://schemas.microsoft.com/office/drawing/2014/main" id="{951B0454-1EED-EFBE-FF57-E44CBA51BA9E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" name="pg118">
                <a:extLst>
                  <a:ext uri="{FF2B5EF4-FFF2-40B4-BE49-F238E27FC236}">
                    <a16:creationId xmlns:a16="http://schemas.microsoft.com/office/drawing/2014/main" id="{DF089AD6-E250-D142-445F-61A85BA0B2D5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" name="pg119">
                <a:extLst>
                  <a:ext uri="{FF2B5EF4-FFF2-40B4-BE49-F238E27FC236}">
                    <a16:creationId xmlns:a16="http://schemas.microsoft.com/office/drawing/2014/main" id="{1203E40A-03F4-0B09-3605-771B9B1C7136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" name="pg120">
                <a:extLst>
                  <a:ext uri="{FF2B5EF4-FFF2-40B4-BE49-F238E27FC236}">
                    <a16:creationId xmlns:a16="http://schemas.microsoft.com/office/drawing/2014/main" id="{E50BA52F-EB48-5EF1-E277-3FC094D5D789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" name="pg121">
                <a:extLst>
                  <a:ext uri="{FF2B5EF4-FFF2-40B4-BE49-F238E27FC236}">
                    <a16:creationId xmlns:a16="http://schemas.microsoft.com/office/drawing/2014/main" id="{7B24BCE3-4690-B1A9-1656-FB1226C70FEF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" name="pg122">
                <a:extLst>
                  <a:ext uri="{FF2B5EF4-FFF2-40B4-BE49-F238E27FC236}">
                    <a16:creationId xmlns:a16="http://schemas.microsoft.com/office/drawing/2014/main" id="{EBC6C74B-2F45-C906-402E-A1C586BEE8E8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" name="pg123">
                <a:extLst>
                  <a:ext uri="{FF2B5EF4-FFF2-40B4-BE49-F238E27FC236}">
                    <a16:creationId xmlns:a16="http://schemas.microsoft.com/office/drawing/2014/main" id="{DA8049A3-5EBF-537B-B27D-BC6F8AD8A1DA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" name="pg124">
                <a:extLst>
                  <a:ext uri="{FF2B5EF4-FFF2-40B4-BE49-F238E27FC236}">
                    <a16:creationId xmlns:a16="http://schemas.microsoft.com/office/drawing/2014/main" id="{536075AD-4D56-FA0B-4DBF-4EFBA88E0E6F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" name="pg125">
                <a:extLst>
                  <a:ext uri="{FF2B5EF4-FFF2-40B4-BE49-F238E27FC236}">
                    <a16:creationId xmlns:a16="http://schemas.microsoft.com/office/drawing/2014/main" id="{10C2B84D-8EEB-C0CD-7547-E2D0D93BBC66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" name="pg126">
                <a:extLst>
                  <a:ext uri="{FF2B5EF4-FFF2-40B4-BE49-F238E27FC236}">
                    <a16:creationId xmlns:a16="http://schemas.microsoft.com/office/drawing/2014/main" id="{548D6C04-2F56-11B4-087B-5CBFC874A913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" name="pg127">
                <a:extLst>
                  <a:ext uri="{FF2B5EF4-FFF2-40B4-BE49-F238E27FC236}">
                    <a16:creationId xmlns:a16="http://schemas.microsoft.com/office/drawing/2014/main" id="{C3794AFC-69A8-DD2A-F5EF-2935711CEDA3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" name="pg128">
                <a:extLst>
                  <a:ext uri="{FF2B5EF4-FFF2-40B4-BE49-F238E27FC236}">
                    <a16:creationId xmlns:a16="http://schemas.microsoft.com/office/drawing/2014/main" id="{7545CECF-622C-81A2-ACFF-C06EE89727C6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" name="pg129">
                <a:extLst>
                  <a:ext uri="{FF2B5EF4-FFF2-40B4-BE49-F238E27FC236}">
                    <a16:creationId xmlns:a16="http://schemas.microsoft.com/office/drawing/2014/main" id="{FA6AF2D1-DA64-A8D7-E3E9-217C1B8EAE2E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" name="pg130">
                <a:extLst>
                  <a:ext uri="{FF2B5EF4-FFF2-40B4-BE49-F238E27FC236}">
                    <a16:creationId xmlns:a16="http://schemas.microsoft.com/office/drawing/2014/main" id="{6017E8FF-1C3B-6CD8-600D-7E339AAAE199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" name="pg131">
                <a:extLst>
                  <a:ext uri="{FF2B5EF4-FFF2-40B4-BE49-F238E27FC236}">
                    <a16:creationId xmlns:a16="http://schemas.microsoft.com/office/drawing/2014/main" id="{A60DADCA-D02D-A280-C0C0-39A63BFE9D2E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" name="pg132">
                <a:extLst>
                  <a:ext uri="{FF2B5EF4-FFF2-40B4-BE49-F238E27FC236}">
                    <a16:creationId xmlns:a16="http://schemas.microsoft.com/office/drawing/2014/main" id="{09B390B1-5C67-B971-C093-AAB8D34B0073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" name="pg133">
                <a:extLst>
                  <a:ext uri="{FF2B5EF4-FFF2-40B4-BE49-F238E27FC236}">
                    <a16:creationId xmlns:a16="http://schemas.microsoft.com/office/drawing/2014/main" id="{93CC9FFE-0913-0829-43DE-5FB6B8DCB4A8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" name="pg134">
                <a:extLst>
                  <a:ext uri="{FF2B5EF4-FFF2-40B4-BE49-F238E27FC236}">
                    <a16:creationId xmlns:a16="http://schemas.microsoft.com/office/drawing/2014/main" id="{1DB9B60A-D1EC-132B-F34B-4471BC3BE1E5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" name="pg135">
                <a:extLst>
                  <a:ext uri="{FF2B5EF4-FFF2-40B4-BE49-F238E27FC236}">
                    <a16:creationId xmlns:a16="http://schemas.microsoft.com/office/drawing/2014/main" id="{5BF80FD7-B631-CA20-E2A1-5B5CC0270127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" name="pg136">
                <a:extLst>
                  <a:ext uri="{FF2B5EF4-FFF2-40B4-BE49-F238E27FC236}">
                    <a16:creationId xmlns:a16="http://schemas.microsoft.com/office/drawing/2014/main" id="{46DE6486-2442-0D03-A5BD-826DB1A022F2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" name="pg137">
                <a:extLst>
                  <a:ext uri="{FF2B5EF4-FFF2-40B4-BE49-F238E27FC236}">
                    <a16:creationId xmlns:a16="http://schemas.microsoft.com/office/drawing/2014/main" id="{064BD3BE-AE18-4586-947C-2A75C3CFFF52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" name="pg138">
                <a:extLst>
                  <a:ext uri="{FF2B5EF4-FFF2-40B4-BE49-F238E27FC236}">
                    <a16:creationId xmlns:a16="http://schemas.microsoft.com/office/drawing/2014/main" id="{620273C9-CF65-7307-0455-1793A85996B5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" name="pg139">
                <a:extLst>
                  <a:ext uri="{FF2B5EF4-FFF2-40B4-BE49-F238E27FC236}">
                    <a16:creationId xmlns:a16="http://schemas.microsoft.com/office/drawing/2014/main" id="{32993A6A-8A4A-3186-DA3C-D27247F03872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" name="pg140">
                <a:extLst>
                  <a:ext uri="{FF2B5EF4-FFF2-40B4-BE49-F238E27FC236}">
                    <a16:creationId xmlns:a16="http://schemas.microsoft.com/office/drawing/2014/main" id="{416B6856-6B63-C9B3-C8AF-720131C31A05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" name="pg141">
                <a:extLst>
                  <a:ext uri="{FF2B5EF4-FFF2-40B4-BE49-F238E27FC236}">
                    <a16:creationId xmlns:a16="http://schemas.microsoft.com/office/drawing/2014/main" id="{94A0AE55-1E04-BD2B-D007-3E5B7806C225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" name="pg142">
                <a:extLst>
                  <a:ext uri="{FF2B5EF4-FFF2-40B4-BE49-F238E27FC236}">
                    <a16:creationId xmlns:a16="http://schemas.microsoft.com/office/drawing/2014/main" id="{6717EF1F-F82D-1B7D-3C02-4A024C353F1F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" name="pg143">
                <a:extLst>
                  <a:ext uri="{FF2B5EF4-FFF2-40B4-BE49-F238E27FC236}">
                    <a16:creationId xmlns:a16="http://schemas.microsoft.com/office/drawing/2014/main" id="{319A8FAB-C024-CA7D-5F67-1D916D437FF6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" name="pg144">
                <a:extLst>
                  <a:ext uri="{FF2B5EF4-FFF2-40B4-BE49-F238E27FC236}">
                    <a16:creationId xmlns:a16="http://schemas.microsoft.com/office/drawing/2014/main" id="{8CC583B8-037C-36D2-D603-1C605942FCF0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" name="pg145">
                <a:extLst>
                  <a:ext uri="{FF2B5EF4-FFF2-40B4-BE49-F238E27FC236}">
                    <a16:creationId xmlns:a16="http://schemas.microsoft.com/office/drawing/2014/main" id="{283BF6E1-8D57-3EAB-3AE6-A5EE70C6DD3D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" name="pg146">
                <a:extLst>
                  <a:ext uri="{FF2B5EF4-FFF2-40B4-BE49-F238E27FC236}">
                    <a16:creationId xmlns:a16="http://schemas.microsoft.com/office/drawing/2014/main" id="{5F67060F-609E-4D0C-C97F-4316BCF65CDD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" name="pg147">
                <a:extLst>
                  <a:ext uri="{FF2B5EF4-FFF2-40B4-BE49-F238E27FC236}">
                    <a16:creationId xmlns:a16="http://schemas.microsoft.com/office/drawing/2014/main" id="{94177299-AEA6-5196-8AC2-D5BC0D4F767A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" name="pg148">
                <a:extLst>
                  <a:ext uri="{FF2B5EF4-FFF2-40B4-BE49-F238E27FC236}">
                    <a16:creationId xmlns:a16="http://schemas.microsoft.com/office/drawing/2014/main" id="{90862244-1C03-780B-E093-30A714084C54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" name="pg149">
                <a:extLst>
                  <a:ext uri="{FF2B5EF4-FFF2-40B4-BE49-F238E27FC236}">
                    <a16:creationId xmlns:a16="http://schemas.microsoft.com/office/drawing/2014/main" id="{74F60A8F-3FC7-C330-71C5-DCF28AF9449D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" name="pg150">
                <a:extLst>
                  <a:ext uri="{FF2B5EF4-FFF2-40B4-BE49-F238E27FC236}">
                    <a16:creationId xmlns:a16="http://schemas.microsoft.com/office/drawing/2014/main" id="{90F9BCE7-A270-B7BF-4F12-F4CC1D1A1BDC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" name="pg151">
                <a:extLst>
                  <a:ext uri="{FF2B5EF4-FFF2-40B4-BE49-F238E27FC236}">
                    <a16:creationId xmlns:a16="http://schemas.microsoft.com/office/drawing/2014/main" id="{E7FC3E63-9B7C-25D7-C64E-7741CC49EA2C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" name="pg152">
                <a:extLst>
                  <a:ext uri="{FF2B5EF4-FFF2-40B4-BE49-F238E27FC236}">
                    <a16:creationId xmlns:a16="http://schemas.microsoft.com/office/drawing/2014/main" id="{3176A91E-BC86-A888-B870-D180A48B1CDC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" name="pg153">
                <a:extLst>
                  <a:ext uri="{FF2B5EF4-FFF2-40B4-BE49-F238E27FC236}">
                    <a16:creationId xmlns:a16="http://schemas.microsoft.com/office/drawing/2014/main" id="{338F01DC-CD14-E2D9-51B8-5108FD369CFD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" name="pg154">
                <a:extLst>
                  <a:ext uri="{FF2B5EF4-FFF2-40B4-BE49-F238E27FC236}">
                    <a16:creationId xmlns:a16="http://schemas.microsoft.com/office/drawing/2014/main" id="{09233B49-F445-4CD3-EE73-933330082853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" name="pg155">
                <a:extLst>
                  <a:ext uri="{FF2B5EF4-FFF2-40B4-BE49-F238E27FC236}">
                    <a16:creationId xmlns:a16="http://schemas.microsoft.com/office/drawing/2014/main" id="{7924E6F8-09E8-99FA-D542-9E1AC48E183A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" name="pg156">
                <a:extLst>
                  <a:ext uri="{FF2B5EF4-FFF2-40B4-BE49-F238E27FC236}">
                    <a16:creationId xmlns:a16="http://schemas.microsoft.com/office/drawing/2014/main" id="{91BC5E0B-F909-D017-8ABE-217BBBC920D1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" name="pg157">
                <a:extLst>
                  <a:ext uri="{FF2B5EF4-FFF2-40B4-BE49-F238E27FC236}">
                    <a16:creationId xmlns:a16="http://schemas.microsoft.com/office/drawing/2014/main" id="{E6FA133D-C887-7143-AE8E-4EF500F1A84B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" name="pg158">
                <a:extLst>
                  <a:ext uri="{FF2B5EF4-FFF2-40B4-BE49-F238E27FC236}">
                    <a16:creationId xmlns:a16="http://schemas.microsoft.com/office/drawing/2014/main" id="{01265DC8-A4A6-6B32-5BCA-FFA1618FC602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" name="pg159">
                <a:extLst>
                  <a:ext uri="{FF2B5EF4-FFF2-40B4-BE49-F238E27FC236}">
                    <a16:creationId xmlns:a16="http://schemas.microsoft.com/office/drawing/2014/main" id="{CB7F267C-0BEB-C5B8-F561-4D66530C836B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" name="pg160">
                <a:extLst>
                  <a:ext uri="{FF2B5EF4-FFF2-40B4-BE49-F238E27FC236}">
                    <a16:creationId xmlns:a16="http://schemas.microsoft.com/office/drawing/2014/main" id="{78831D47-DCBE-4ADD-5532-C64D5437BF67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" name="pg161">
                <a:extLst>
                  <a:ext uri="{FF2B5EF4-FFF2-40B4-BE49-F238E27FC236}">
                    <a16:creationId xmlns:a16="http://schemas.microsoft.com/office/drawing/2014/main" id="{37AF73FA-D6A9-85F7-5A64-8C52FAEA8297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" name="pg162">
                <a:extLst>
                  <a:ext uri="{FF2B5EF4-FFF2-40B4-BE49-F238E27FC236}">
                    <a16:creationId xmlns:a16="http://schemas.microsoft.com/office/drawing/2014/main" id="{1704FD1E-F668-21AD-7C2E-9B54844A2199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" name="pg163">
                <a:extLst>
                  <a:ext uri="{FF2B5EF4-FFF2-40B4-BE49-F238E27FC236}">
                    <a16:creationId xmlns:a16="http://schemas.microsoft.com/office/drawing/2014/main" id="{F7B9DCCC-6366-C0D2-78BE-19FFD06A3F7F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" name="pg164">
                <a:extLst>
                  <a:ext uri="{FF2B5EF4-FFF2-40B4-BE49-F238E27FC236}">
                    <a16:creationId xmlns:a16="http://schemas.microsoft.com/office/drawing/2014/main" id="{5B84F332-847E-7011-ED14-967822E12A6A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" name="pg165">
                <a:extLst>
                  <a:ext uri="{FF2B5EF4-FFF2-40B4-BE49-F238E27FC236}">
                    <a16:creationId xmlns:a16="http://schemas.microsoft.com/office/drawing/2014/main" id="{D5BF658E-8E15-15B9-844F-FB530798CD7A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" name="pg166">
                <a:extLst>
                  <a:ext uri="{FF2B5EF4-FFF2-40B4-BE49-F238E27FC236}">
                    <a16:creationId xmlns:a16="http://schemas.microsoft.com/office/drawing/2014/main" id="{D1D59FDA-E799-E350-6B71-6C2ECE476AA9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" name="pg167">
                <a:extLst>
                  <a:ext uri="{FF2B5EF4-FFF2-40B4-BE49-F238E27FC236}">
                    <a16:creationId xmlns:a16="http://schemas.microsoft.com/office/drawing/2014/main" id="{82E319F5-1AF5-75B4-A48A-2BAFF5612137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" name="pg168">
                <a:extLst>
                  <a:ext uri="{FF2B5EF4-FFF2-40B4-BE49-F238E27FC236}">
                    <a16:creationId xmlns:a16="http://schemas.microsoft.com/office/drawing/2014/main" id="{7C373F5F-2BF5-A6FF-E5F2-100731CBAD93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" name="pg169">
                <a:extLst>
                  <a:ext uri="{FF2B5EF4-FFF2-40B4-BE49-F238E27FC236}">
                    <a16:creationId xmlns:a16="http://schemas.microsoft.com/office/drawing/2014/main" id="{CD98C45E-34B4-F55D-4053-458FBCE0E940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" name="pg170">
                <a:extLst>
                  <a:ext uri="{FF2B5EF4-FFF2-40B4-BE49-F238E27FC236}">
                    <a16:creationId xmlns:a16="http://schemas.microsoft.com/office/drawing/2014/main" id="{E9981BAA-D4DA-6390-57E6-F900460C5784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" name="pg171">
                <a:extLst>
                  <a:ext uri="{FF2B5EF4-FFF2-40B4-BE49-F238E27FC236}">
                    <a16:creationId xmlns:a16="http://schemas.microsoft.com/office/drawing/2014/main" id="{38F9B665-C92F-079C-5967-5A536BB6DBEE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" name="pg172">
                <a:extLst>
                  <a:ext uri="{FF2B5EF4-FFF2-40B4-BE49-F238E27FC236}">
                    <a16:creationId xmlns:a16="http://schemas.microsoft.com/office/drawing/2014/main" id="{194C15F8-337E-1C0F-C5DF-713AE7622DA7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" name="pg173">
                <a:extLst>
                  <a:ext uri="{FF2B5EF4-FFF2-40B4-BE49-F238E27FC236}">
                    <a16:creationId xmlns:a16="http://schemas.microsoft.com/office/drawing/2014/main" id="{176C77B7-1ACE-B1A4-7296-517084BC166B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" name="pg174">
                <a:extLst>
                  <a:ext uri="{FF2B5EF4-FFF2-40B4-BE49-F238E27FC236}">
                    <a16:creationId xmlns:a16="http://schemas.microsoft.com/office/drawing/2014/main" id="{EB660055-6556-F947-0A48-37F136220B8E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" name="pg175">
                <a:extLst>
                  <a:ext uri="{FF2B5EF4-FFF2-40B4-BE49-F238E27FC236}">
                    <a16:creationId xmlns:a16="http://schemas.microsoft.com/office/drawing/2014/main" id="{A078CCEB-2799-C683-15FA-00A99D856377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" name="pg176">
                <a:extLst>
                  <a:ext uri="{FF2B5EF4-FFF2-40B4-BE49-F238E27FC236}">
                    <a16:creationId xmlns:a16="http://schemas.microsoft.com/office/drawing/2014/main" id="{F1E04F5C-13FA-535C-C1C3-1FCFB2B7761B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" name="pg177">
                <a:extLst>
                  <a:ext uri="{FF2B5EF4-FFF2-40B4-BE49-F238E27FC236}">
                    <a16:creationId xmlns:a16="http://schemas.microsoft.com/office/drawing/2014/main" id="{92B2E2DE-521A-7B9B-121A-BC7720203632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" name="pg178">
                <a:extLst>
                  <a:ext uri="{FF2B5EF4-FFF2-40B4-BE49-F238E27FC236}">
                    <a16:creationId xmlns:a16="http://schemas.microsoft.com/office/drawing/2014/main" id="{E4A010E9-06C5-B9BC-5694-0097F5C4331E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" name="pg179">
                <a:extLst>
                  <a:ext uri="{FF2B5EF4-FFF2-40B4-BE49-F238E27FC236}">
                    <a16:creationId xmlns:a16="http://schemas.microsoft.com/office/drawing/2014/main" id="{04BCD322-5434-58AA-7B7C-23A3812F1BC6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" name="pg180">
                <a:extLst>
                  <a:ext uri="{FF2B5EF4-FFF2-40B4-BE49-F238E27FC236}">
                    <a16:creationId xmlns:a16="http://schemas.microsoft.com/office/drawing/2014/main" id="{194F5BD3-D060-6441-BC28-3052B520BBAA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" name="pg181">
                <a:extLst>
                  <a:ext uri="{FF2B5EF4-FFF2-40B4-BE49-F238E27FC236}">
                    <a16:creationId xmlns:a16="http://schemas.microsoft.com/office/drawing/2014/main" id="{CB526854-6CD2-7B9F-C9F2-203EF3C4A4A6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" name="pg182">
                <a:extLst>
                  <a:ext uri="{FF2B5EF4-FFF2-40B4-BE49-F238E27FC236}">
                    <a16:creationId xmlns:a16="http://schemas.microsoft.com/office/drawing/2014/main" id="{2E842EF2-5B28-0EC3-8D5C-EEAE67425D26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" name="pg183">
                <a:extLst>
                  <a:ext uri="{FF2B5EF4-FFF2-40B4-BE49-F238E27FC236}">
                    <a16:creationId xmlns:a16="http://schemas.microsoft.com/office/drawing/2014/main" id="{797C98BC-E54A-52AA-621E-A9A336201BF3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" name="pg184">
                <a:extLst>
                  <a:ext uri="{FF2B5EF4-FFF2-40B4-BE49-F238E27FC236}">
                    <a16:creationId xmlns:a16="http://schemas.microsoft.com/office/drawing/2014/main" id="{74E10FB8-ABB9-EFE6-A830-995B0308B2C2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" name="pg185">
                <a:extLst>
                  <a:ext uri="{FF2B5EF4-FFF2-40B4-BE49-F238E27FC236}">
                    <a16:creationId xmlns:a16="http://schemas.microsoft.com/office/drawing/2014/main" id="{C1429E76-D9EB-90E9-6113-2FB7401F9B5F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" name="pg186">
                <a:extLst>
                  <a:ext uri="{FF2B5EF4-FFF2-40B4-BE49-F238E27FC236}">
                    <a16:creationId xmlns:a16="http://schemas.microsoft.com/office/drawing/2014/main" id="{81BD82FF-5194-595C-9CF1-E02C749B85CE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" name="pg187">
                <a:extLst>
                  <a:ext uri="{FF2B5EF4-FFF2-40B4-BE49-F238E27FC236}">
                    <a16:creationId xmlns:a16="http://schemas.microsoft.com/office/drawing/2014/main" id="{6F6282D2-FA5F-7A83-1C5D-CF48B9F4C9DC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" name="pg188">
                <a:extLst>
                  <a:ext uri="{FF2B5EF4-FFF2-40B4-BE49-F238E27FC236}">
                    <a16:creationId xmlns:a16="http://schemas.microsoft.com/office/drawing/2014/main" id="{176C6951-902A-EE26-1208-CDE43DBC0F7E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" name="pg189">
                <a:extLst>
                  <a:ext uri="{FF2B5EF4-FFF2-40B4-BE49-F238E27FC236}">
                    <a16:creationId xmlns:a16="http://schemas.microsoft.com/office/drawing/2014/main" id="{0ADDE89D-EC53-F263-6B12-F355034DBFF5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" name="pg190">
                <a:extLst>
                  <a:ext uri="{FF2B5EF4-FFF2-40B4-BE49-F238E27FC236}">
                    <a16:creationId xmlns:a16="http://schemas.microsoft.com/office/drawing/2014/main" id="{5CFCBA61-6B65-6AAA-15CA-9870ABBE77B4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" name="pg191">
                <a:extLst>
                  <a:ext uri="{FF2B5EF4-FFF2-40B4-BE49-F238E27FC236}">
                    <a16:creationId xmlns:a16="http://schemas.microsoft.com/office/drawing/2014/main" id="{0A39E8B5-1080-8CC7-0A66-02B784A4E122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" name="pg192">
                <a:extLst>
                  <a:ext uri="{FF2B5EF4-FFF2-40B4-BE49-F238E27FC236}">
                    <a16:creationId xmlns:a16="http://schemas.microsoft.com/office/drawing/2014/main" id="{CAF049F9-0063-565D-308C-34CAA79A7728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" name="pg193">
                <a:extLst>
                  <a:ext uri="{FF2B5EF4-FFF2-40B4-BE49-F238E27FC236}">
                    <a16:creationId xmlns:a16="http://schemas.microsoft.com/office/drawing/2014/main" id="{72767AE5-0E78-DB88-50C2-BA129CA85DAC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" name="pg194">
                <a:extLst>
                  <a:ext uri="{FF2B5EF4-FFF2-40B4-BE49-F238E27FC236}">
                    <a16:creationId xmlns:a16="http://schemas.microsoft.com/office/drawing/2014/main" id="{E18437C1-DD16-2E04-B83C-7ED8708F8A3C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" name="pg195">
                <a:extLst>
                  <a:ext uri="{FF2B5EF4-FFF2-40B4-BE49-F238E27FC236}">
                    <a16:creationId xmlns:a16="http://schemas.microsoft.com/office/drawing/2014/main" id="{69BEAEC0-ACE5-DC44-BA25-79770DCB2DC5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" name="pg196">
                <a:extLst>
                  <a:ext uri="{FF2B5EF4-FFF2-40B4-BE49-F238E27FC236}">
                    <a16:creationId xmlns:a16="http://schemas.microsoft.com/office/drawing/2014/main" id="{29AC0108-695D-CD81-F8A0-4826EE72D7C5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" name="pg197">
                <a:extLst>
                  <a:ext uri="{FF2B5EF4-FFF2-40B4-BE49-F238E27FC236}">
                    <a16:creationId xmlns:a16="http://schemas.microsoft.com/office/drawing/2014/main" id="{620859DC-FA89-EE7C-6A45-0CA0DD3AADBC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" name="pg198">
                <a:extLst>
                  <a:ext uri="{FF2B5EF4-FFF2-40B4-BE49-F238E27FC236}">
                    <a16:creationId xmlns:a16="http://schemas.microsoft.com/office/drawing/2014/main" id="{C5E433BE-B6EE-C41D-3C84-B8F9252EDDE7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" name="pg199">
                <a:extLst>
                  <a:ext uri="{FF2B5EF4-FFF2-40B4-BE49-F238E27FC236}">
                    <a16:creationId xmlns:a16="http://schemas.microsoft.com/office/drawing/2014/main" id="{B859BA73-774D-45C6-68A4-C81419758B73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" name="pg200">
                <a:extLst>
                  <a:ext uri="{FF2B5EF4-FFF2-40B4-BE49-F238E27FC236}">
                    <a16:creationId xmlns:a16="http://schemas.microsoft.com/office/drawing/2014/main" id="{042FD8F0-F5C0-38BE-73C2-F34E0FE115EA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" name="pg201">
                <a:extLst>
                  <a:ext uri="{FF2B5EF4-FFF2-40B4-BE49-F238E27FC236}">
                    <a16:creationId xmlns:a16="http://schemas.microsoft.com/office/drawing/2014/main" id="{52C93A3B-CC59-032D-B05D-EA7394E9ACBE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" name="pg202">
                <a:extLst>
                  <a:ext uri="{FF2B5EF4-FFF2-40B4-BE49-F238E27FC236}">
                    <a16:creationId xmlns:a16="http://schemas.microsoft.com/office/drawing/2014/main" id="{9475FD3D-46AF-BE15-CA31-AF20938B5EC3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" name="pg203">
                <a:extLst>
                  <a:ext uri="{FF2B5EF4-FFF2-40B4-BE49-F238E27FC236}">
                    <a16:creationId xmlns:a16="http://schemas.microsoft.com/office/drawing/2014/main" id="{130D186D-192F-B9A0-87AF-86F1FC6B9C86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" name="pg204">
                <a:extLst>
                  <a:ext uri="{FF2B5EF4-FFF2-40B4-BE49-F238E27FC236}">
                    <a16:creationId xmlns:a16="http://schemas.microsoft.com/office/drawing/2014/main" id="{1E0143CB-9D25-9A92-1BB3-2E1B3B19A3A1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" name="pg205">
                <a:extLst>
                  <a:ext uri="{FF2B5EF4-FFF2-40B4-BE49-F238E27FC236}">
                    <a16:creationId xmlns:a16="http://schemas.microsoft.com/office/drawing/2014/main" id="{1966FE66-1494-8091-338C-486A3BC39D3C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" name="pg206">
                <a:extLst>
                  <a:ext uri="{FF2B5EF4-FFF2-40B4-BE49-F238E27FC236}">
                    <a16:creationId xmlns:a16="http://schemas.microsoft.com/office/drawing/2014/main" id="{E7923CD6-1744-8A07-B909-A77992B9F551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" name="pg207">
                <a:extLst>
                  <a:ext uri="{FF2B5EF4-FFF2-40B4-BE49-F238E27FC236}">
                    <a16:creationId xmlns:a16="http://schemas.microsoft.com/office/drawing/2014/main" id="{5B7EE2A5-6C35-F39D-5655-B6A3BB31D0E3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" name="pg208">
                <a:extLst>
                  <a:ext uri="{FF2B5EF4-FFF2-40B4-BE49-F238E27FC236}">
                    <a16:creationId xmlns:a16="http://schemas.microsoft.com/office/drawing/2014/main" id="{37BE922E-6581-B689-0757-96A589AC36AB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" name="pg209">
                <a:extLst>
                  <a:ext uri="{FF2B5EF4-FFF2-40B4-BE49-F238E27FC236}">
                    <a16:creationId xmlns:a16="http://schemas.microsoft.com/office/drawing/2014/main" id="{224B0E40-4A1E-7288-09D9-1E1471370C4D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" name="pg210">
                <a:extLst>
                  <a:ext uri="{FF2B5EF4-FFF2-40B4-BE49-F238E27FC236}">
                    <a16:creationId xmlns:a16="http://schemas.microsoft.com/office/drawing/2014/main" id="{C1BC9EEB-3E7D-8006-8ABC-A6319225B459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" name="pg211">
                <a:extLst>
                  <a:ext uri="{FF2B5EF4-FFF2-40B4-BE49-F238E27FC236}">
                    <a16:creationId xmlns:a16="http://schemas.microsoft.com/office/drawing/2014/main" id="{55877C37-52D3-A63E-B64A-CD71B653EFEF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" name="pg212">
                <a:extLst>
                  <a:ext uri="{FF2B5EF4-FFF2-40B4-BE49-F238E27FC236}">
                    <a16:creationId xmlns:a16="http://schemas.microsoft.com/office/drawing/2014/main" id="{12A9B08D-9307-0A3A-438F-C0797A1232A6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" name="pg213">
                <a:extLst>
                  <a:ext uri="{FF2B5EF4-FFF2-40B4-BE49-F238E27FC236}">
                    <a16:creationId xmlns:a16="http://schemas.microsoft.com/office/drawing/2014/main" id="{DC36B167-B5AE-E83D-195E-C40617E0EA88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" name="pg214">
                <a:extLst>
                  <a:ext uri="{FF2B5EF4-FFF2-40B4-BE49-F238E27FC236}">
                    <a16:creationId xmlns:a16="http://schemas.microsoft.com/office/drawing/2014/main" id="{AC92741E-9A76-72AE-4835-A5A23AF3E6EF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" name="pg215">
                <a:extLst>
                  <a:ext uri="{FF2B5EF4-FFF2-40B4-BE49-F238E27FC236}">
                    <a16:creationId xmlns:a16="http://schemas.microsoft.com/office/drawing/2014/main" id="{7F3C04B2-889F-1B70-208F-9CC1715C7653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" name="pg216">
                <a:extLst>
                  <a:ext uri="{FF2B5EF4-FFF2-40B4-BE49-F238E27FC236}">
                    <a16:creationId xmlns:a16="http://schemas.microsoft.com/office/drawing/2014/main" id="{B7D70480-E306-EA06-F48E-115EDD977758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" name="pg217">
                <a:extLst>
                  <a:ext uri="{FF2B5EF4-FFF2-40B4-BE49-F238E27FC236}">
                    <a16:creationId xmlns:a16="http://schemas.microsoft.com/office/drawing/2014/main" id="{E781FDB1-D66E-3964-E68C-4E303C56C9C9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" name="pg218">
                <a:extLst>
                  <a:ext uri="{FF2B5EF4-FFF2-40B4-BE49-F238E27FC236}">
                    <a16:creationId xmlns:a16="http://schemas.microsoft.com/office/drawing/2014/main" id="{2FF377FD-DA5B-CA40-F51F-C5DF01CCAAE8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" name="pg219">
                <a:extLst>
                  <a:ext uri="{FF2B5EF4-FFF2-40B4-BE49-F238E27FC236}">
                    <a16:creationId xmlns:a16="http://schemas.microsoft.com/office/drawing/2014/main" id="{8A3807E1-44CC-3F47-B999-6BA1735AF76D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" name="pg220">
                <a:extLst>
                  <a:ext uri="{FF2B5EF4-FFF2-40B4-BE49-F238E27FC236}">
                    <a16:creationId xmlns:a16="http://schemas.microsoft.com/office/drawing/2014/main" id="{CC1F9223-B8E9-BECF-93E6-F62FE79AECFC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" name="pg221">
                <a:extLst>
                  <a:ext uri="{FF2B5EF4-FFF2-40B4-BE49-F238E27FC236}">
                    <a16:creationId xmlns:a16="http://schemas.microsoft.com/office/drawing/2014/main" id="{BD0142DF-972A-6741-E965-2AD2118628CA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" name="pg222">
                <a:extLst>
                  <a:ext uri="{FF2B5EF4-FFF2-40B4-BE49-F238E27FC236}">
                    <a16:creationId xmlns:a16="http://schemas.microsoft.com/office/drawing/2014/main" id="{E33504E5-DA27-2418-AC41-19415D1F689B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" name="pg223">
                <a:extLst>
                  <a:ext uri="{FF2B5EF4-FFF2-40B4-BE49-F238E27FC236}">
                    <a16:creationId xmlns:a16="http://schemas.microsoft.com/office/drawing/2014/main" id="{D9597367-7E26-6A74-1CA2-D96A068CC534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" name="pg224">
                <a:extLst>
                  <a:ext uri="{FF2B5EF4-FFF2-40B4-BE49-F238E27FC236}">
                    <a16:creationId xmlns:a16="http://schemas.microsoft.com/office/drawing/2014/main" id="{740ABB1F-56A6-3BEB-37F1-EB8D59E7A9FA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" name="pg225">
                <a:extLst>
                  <a:ext uri="{FF2B5EF4-FFF2-40B4-BE49-F238E27FC236}">
                    <a16:creationId xmlns:a16="http://schemas.microsoft.com/office/drawing/2014/main" id="{E93AABB6-AAAA-413B-6218-844CBFCEF0DD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" name="pg226">
                <a:extLst>
                  <a:ext uri="{FF2B5EF4-FFF2-40B4-BE49-F238E27FC236}">
                    <a16:creationId xmlns:a16="http://schemas.microsoft.com/office/drawing/2014/main" id="{4351519B-4E74-7491-1F37-2BDCA7A02E0A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" name="pg227">
                <a:extLst>
                  <a:ext uri="{FF2B5EF4-FFF2-40B4-BE49-F238E27FC236}">
                    <a16:creationId xmlns:a16="http://schemas.microsoft.com/office/drawing/2014/main" id="{8DC90700-85D0-75AB-E26D-E51B3C9C89F1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" name="pg228">
                <a:extLst>
                  <a:ext uri="{FF2B5EF4-FFF2-40B4-BE49-F238E27FC236}">
                    <a16:creationId xmlns:a16="http://schemas.microsoft.com/office/drawing/2014/main" id="{84C97605-E72F-21AD-A3B4-45EDADDDAEE9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" name="pg229">
                <a:extLst>
                  <a:ext uri="{FF2B5EF4-FFF2-40B4-BE49-F238E27FC236}">
                    <a16:creationId xmlns:a16="http://schemas.microsoft.com/office/drawing/2014/main" id="{78FC1966-B3D2-62F5-F940-2C91D46C19FA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" name="pg230">
                <a:extLst>
                  <a:ext uri="{FF2B5EF4-FFF2-40B4-BE49-F238E27FC236}">
                    <a16:creationId xmlns:a16="http://schemas.microsoft.com/office/drawing/2014/main" id="{0C51C5E7-0100-65FB-BE48-B244389175B8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" name="pg231">
                <a:extLst>
                  <a:ext uri="{FF2B5EF4-FFF2-40B4-BE49-F238E27FC236}">
                    <a16:creationId xmlns:a16="http://schemas.microsoft.com/office/drawing/2014/main" id="{3A7F10DD-A05B-BBB9-232E-7BD0A4CB767B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" name="pg232">
                <a:extLst>
                  <a:ext uri="{FF2B5EF4-FFF2-40B4-BE49-F238E27FC236}">
                    <a16:creationId xmlns:a16="http://schemas.microsoft.com/office/drawing/2014/main" id="{C0F78A3B-17B7-83CA-7DED-751BD014CE1D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" name="pg233">
                <a:extLst>
                  <a:ext uri="{FF2B5EF4-FFF2-40B4-BE49-F238E27FC236}">
                    <a16:creationId xmlns:a16="http://schemas.microsoft.com/office/drawing/2014/main" id="{6005DF1D-6C5C-3B0F-BCA2-49491988F26B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" name="pg234">
                <a:extLst>
                  <a:ext uri="{FF2B5EF4-FFF2-40B4-BE49-F238E27FC236}">
                    <a16:creationId xmlns:a16="http://schemas.microsoft.com/office/drawing/2014/main" id="{5D32994A-5382-DE8D-F21E-DBACC109931C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" name="pg235">
                <a:extLst>
                  <a:ext uri="{FF2B5EF4-FFF2-40B4-BE49-F238E27FC236}">
                    <a16:creationId xmlns:a16="http://schemas.microsoft.com/office/drawing/2014/main" id="{5011D4A0-BD47-843B-8FFA-2230967D4D56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" name="pg236">
                <a:extLst>
                  <a:ext uri="{FF2B5EF4-FFF2-40B4-BE49-F238E27FC236}">
                    <a16:creationId xmlns:a16="http://schemas.microsoft.com/office/drawing/2014/main" id="{9D4B6A4F-CB92-B218-DF9E-68C22745367B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" name="pg237">
                <a:extLst>
                  <a:ext uri="{FF2B5EF4-FFF2-40B4-BE49-F238E27FC236}">
                    <a16:creationId xmlns:a16="http://schemas.microsoft.com/office/drawing/2014/main" id="{8CF4FB7F-FEF2-2541-220B-19A5373B2A8F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" name="pg238">
                <a:extLst>
                  <a:ext uri="{FF2B5EF4-FFF2-40B4-BE49-F238E27FC236}">
                    <a16:creationId xmlns:a16="http://schemas.microsoft.com/office/drawing/2014/main" id="{99BFF41A-D9BF-DD82-6DCE-53465F046E10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" name="pg239">
                <a:extLst>
                  <a:ext uri="{FF2B5EF4-FFF2-40B4-BE49-F238E27FC236}">
                    <a16:creationId xmlns:a16="http://schemas.microsoft.com/office/drawing/2014/main" id="{A13E2D57-E3CE-B81B-A1D3-6DC1E118CA40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" name="pg240">
                <a:extLst>
                  <a:ext uri="{FF2B5EF4-FFF2-40B4-BE49-F238E27FC236}">
                    <a16:creationId xmlns:a16="http://schemas.microsoft.com/office/drawing/2014/main" id="{D4428859-737A-98A7-DFC4-0C4E4238C2D1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" name="pg241">
                <a:extLst>
                  <a:ext uri="{FF2B5EF4-FFF2-40B4-BE49-F238E27FC236}">
                    <a16:creationId xmlns:a16="http://schemas.microsoft.com/office/drawing/2014/main" id="{4CD09824-7902-1542-DF5C-6764682CA082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" name="pg242">
                <a:extLst>
                  <a:ext uri="{FF2B5EF4-FFF2-40B4-BE49-F238E27FC236}">
                    <a16:creationId xmlns:a16="http://schemas.microsoft.com/office/drawing/2014/main" id="{0C2F6012-E4BC-3FBD-8C98-7A7C6F46959F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" name="pg243">
                <a:extLst>
                  <a:ext uri="{FF2B5EF4-FFF2-40B4-BE49-F238E27FC236}">
                    <a16:creationId xmlns:a16="http://schemas.microsoft.com/office/drawing/2014/main" id="{81301E99-8E29-4C93-7815-31D7D7881B58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" name="pg244">
                <a:extLst>
                  <a:ext uri="{FF2B5EF4-FFF2-40B4-BE49-F238E27FC236}">
                    <a16:creationId xmlns:a16="http://schemas.microsoft.com/office/drawing/2014/main" id="{E229B136-C51F-EC2C-A315-313A5EA5591F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" name="pg245">
                <a:extLst>
                  <a:ext uri="{FF2B5EF4-FFF2-40B4-BE49-F238E27FC236}">
                    <a16:creationId xmlns:a16="http://schemas.microsoft.com/office/drawing/2014/main" id="{6C73A49D-0850-69D3-00CA-09565E65337C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" name="pg246">
                <a:extLst>
                  <a:ext uri="{FF2B5EF4-FFF2-40B4-BE49-F238E27FC236}">
                    <a16:creationId xmlns:a16="http://schemas.microsoft.com/office/drawing/2014/main" id="{130C4C57-D940-9285-2378-D106CE3F14CD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" name="pg247">
                <a:extLst>
                  <a:ext uri="{FF2B5EF4-FFF2-40B4-BE49-F238E27FC236}">
                    <a16:creationId xmlns:a16="http://schemas.microsoft.com/office/drawing/2014/main" id="{A164F90E-7FF8-C25B-6992-1F990C4C000D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" name="pg248">
                <a:extLst>
                  <a:ext uri="{FF2B5EF4-FFF2-40B4-BE49-F238E27FC236}">
                    <a16:creationId xmlns:a16="http://schemas.microsoft.com/office/drawing/2014/main" id="{3DB30424-5CF9-D5ED-315E-E8BE2323580F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" name="pg249">
                <a:extLst>
                  <a:ext uri="{FF2B5EF4-FFF2-40B4-BE49-F238E27FC236}">
                    <a16:creationId xmlns:a16="http://schemas.microsoft.com/office/drawing/2014/main" id="{41D3B8E0-1844-F99C-B79D-0938F7295A91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" name="pg250">
                <a:extLst>
                  <a:ext uri="{FF2B5EF4-FFF2-40B4-BE49-F238E27FC236}">
                    <a16:creationId xmlns:a16="http://schemas.microsoft.com/office/drawing/2014/main" id="{F1FD6895-E2AD-C103-64B4-D84964EFFA37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" name="pg251">
                <a:extLst>
                  <a:ext uri="{FF2B5EF4-FFF2-40B4-BE49-F238E27FC236}">
                    <a16:creationId xmlns:a16="http://schemas.microsoft.com/office/drawing/2014/main" id="{C6027DC7-CAEE-7F94-D6E1-D97A6DE78B05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" name="pg252">
                <a:extLst>
                  <a:ext uri="{FF2B5EF4-FFF2-40B4-BE49-F238E27FC236}">
                    <a16:creationId xmlns:a16="http://schemas.microsoft.com/office/drawing/2014/main" id="{ED91BAE8-B108-13C7-2D3E-DCC31690F935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" name="pg253">
                <a:extLst>
                  <a:ext uri="{FF2B5EF4-FFF2-40B4-BE49-F238E27FC236}">
                    <a16:creationId xmlns:a16="http://schemas.microsoft.com/office/drawing/2014/main" id="{A89DA33E-97AC-818C-62F6-18183CB2196A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" name="pg254">
                <a:extLst>
                  <a:ext uri="{FF2B5EF4-FFF2-40B4-BE49-F238E27FC236}">
                    <a16:creationId xmlns:a16="http://schemas.microsoft.com/office/drawing/2014/main" id="{B8CC3223-64A7-2DB3-EA9C-EF299C25A538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" name="pg255">
                <a:extLst>
                  <a:ext uri="{FF2B5EF4-FFF2-40B4-BE49-F238E27FC236}">
                    <a16:creationId xmlns:a16="http://schemas.microsoft.com/office/drawing/2014/main" id="{94F8453E-8C8C-D38E-4DE1-690A8642FBA7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" name="pg256">
                <a:extLst>
                  <a:ext uri="{FF2B5EF4-FFF2-40B4-BE49-F238E27FC236}">
                    <a16:creationId xmlns:a16="http://schemas.microsoft.com/office/drawing/2014/main" id="{99ABD059-9CD5-9543-45B1-0F58321A9927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" name="pg257">
                <a:extLst>
                  <a:ext uri="{FF2B5EF4-FFF2-40B4-BE49-F238E27FC236}">
                    <a16:creationId xmlns:a16="http://schemas.microsoft.com/office/drawing/2014/main" id="{EE72ED03-F99D-4D93-E20C-885EB368B87D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" name="pg258">
                <a:extLst>
                  <a:ext uri="{FF2B5EF4-FFF2-40B4-BE49-F238E27FC236}">
                    <a16:creationId xmlns:a16="http://schemas.microsoft.com/office/drawing/2014/main" id="{A08322AF-AA2E-865F-A400-328FFF2ABF32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" name="pg259">
                <a:extLst>
                  <a:ext uri="{FF2B5EF4-FFF2-40B4-BE49-F238E27FC236}">
                    <a16:creationId xmlns:a16="http://schemas.microsoft.com/office/drawing/2014/main" id="{CD7DDB04-6D24-C63C-00BA-EECA089112D0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" name="pg260">
                <a:extLst>
                  <a:ext uri="{FF2B5EF4-FFF2-40B4-BE49-F238E27FC236}">
                    <a16:creationId xmlns:a16="http://schemas.microsoft.com/office/drawing/2014/main" id="{AA45565E-1EDA-D3AE-4844-6FA3629B279D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" name="pg261">
                <a:extLst>
                  <a:ext uri="{FF2B5EF4-FFF2-40B4-BE49-F238E27FC236}">
                    <a16:creationId xmlns:a16="http://schemas.microsoft.com/office/drawing/2014/main" id="{0E8B8417-941F-DD41-F57B-150E71A5B545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" name="pg262">
                <a:extLst>
                  <a:ext uri="{FF2B5EF4-FFF2-40B4-BE49-F238E27FC236}">
                    <a16:creationId xmlns:a16="http://schemas.microsoft.com/office/drawing/2014/main" id="{BD983B7A-E8DE-A1C9-8165-D98BA4CEF0BB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" name="pg263">
                <a:extLst>
                  <a:ext uri="{FF2B5EF4-FFF2-40B4-BE49-F238E27FC236}">
                    <a16:creationId xmlns:a16="http://schemas.microsoft.com/office/drawing/2014/main" id="{47E014FA-7933-1407-0735-C277F24ECF24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" name="pg264">
                <a:extLst>
                  <a:ext uri="{FF2B5EF4-FFF2-40B4-BE49-F238E27FC236}">
                    <a16:creationId xmlns:a16="http://schemas.microsoft.com/office/drawing/2014/main" id="{AB68D97E-97FC-C591-FCA7-ED96FFD18658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" name="pg265">
                <a:extLst>
                  <a:ext uri="{FF2B5EF4-FFF2-40B4-BE49-F238E27FC236}">
                    <a16:creationId xmlns:a16="http://schemas.microsoft.com/office/drawing/2014/main" id="{8805DF55-48EF-0382-7249-4D5B8EC61A54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" name="pg266">
                <a:extLst>
                  <a:ext uri="{FF2B5EF4-FFF2-40B4-BE49-F238E27FC236}">
                    <a16:creationId xmlns:a16="http://schemas.microsoft.com/office/drawing/2014/main" id="{0BA76E4B-994D-D073-6B33-C45F62D3AF8E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" name="pg267">
                <a:extLst>
                  <a:ext uri="{FF2B5EF4-FFF2-40B4-BE49-F238E27FC236}">
                    <a16:creationId xmlns:a16="http://schemas.microsoft.com/office/drawing/2014/main" id="{74EE0FE4-42C9-F423-8763-5373BF2AFFB5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" name="pg268">
                <a:extLst>
                  <a:ext uri="{FF2B5EF4-FFF2-40B4-BE49-F238E27FC236}">
                    <a16:creationId xmlns:a16="http://schemas.microsoft.com/office/drawing/2014/main" id="{43C3D416-DB58-E025-55EA-61EDC2B24206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" name="pg269">
                <a:extLst>
                  <a:ext uri="{FF2B5EF4-FFF2-40B4-BE49-F238E27FC236}">
                    <a16:creationId xmlns:a16="http://schemas.microsoft.com/office/drawing/2014/main" id="{B5DBEF78-50EE-5559-427F-600849E7679E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" name="pg270">
                <a:extLst>
                  <a:ext uri="{FF2B5EF4-FFF2-40B4-BE49-F238E27FC236}">
                    <a16:creationId xmlns:a16="http://schemas.microsoft.com/office/drawing/2014/main" id="{73DC395E-D339-E9A3-AD3D-300256D797E6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" name="pg271">
                <a:extLst>
                  <a:ext uri="{FF2B5EF4-FFF2-40B4-BE49-F238E27FC236}">
                    <a16:creationId xmlns:a16="http://schemas.microsoft.com/office/drawing/2014/main" id="{8B33233E-8A53-1625-85E2-1F28D74DBF0F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" name="pg272">
                <a:extLst>
                  <a:ext uri="{FF2B5EF4-FFF2-40B4-BE49-F238E27FC236}">
                    <a16:creationId xmlns:a16="http://schemas.microsoft.com/office/drawing/2014/main" id="{BF99490F-4384-888C-FC0B-E663A026D328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" name="pg273">
                <a:extLst>
                  <a:ext uri="{FF2B5EF4-FFF2-40B4-BE49-F238E27FC236}">
                    <a16:creationId xmlns:a16="http://schemas.microsoft.com/office/drawing/2014/main" id="{432D2113-81A2-A213-836B-09607CC8B216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" name="pg274">
                <a:extLst>
                  <a:ext uri="{FF2B5EF4-FFF2-40B4-BE49-F238E27FC236}">
                    <a16:creationId xmlns:a16="http://schemas.microsoft.com/office/drawing/2014/main" id="{9732A17A-5D9B-1443-D587-AC0D0A78079C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" name="pg275">
                <a:extLst>
                  <a:ext uri="{FF2B5EF4-FFF2-40B4-BE49-F238E27FC236}">
                    <a16:creationId xmlns:a16="http://schemas.microsoft.com/office/drawing/2014/main" id="{64ECC656-16B6-8FC7-7D44-9446018F5EBA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" name="pg276">
                <a:extLst>
                  <a:ext uri="{FF2B5EF4-FFF2-40B4-BE49-F238E27FC236}">
                    <a16:creationId xmlns:a16="http://schemas.microsoft.com/office/drawing/2014/main" id="{19F97DD9-C54C-74AB-4E3B-C742722CA6CB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" name="pg277">
                <a:extLst>
                  <a:ext uri="{FF2B5EF4-FFF2-40B4-BE49-F238E27FC236}">
                    <a16:creationId xmlns:a16="http://schemas.microsoft.com/office/drawing/2014/main" id="{F49B3FF7-BEAF-4656-6E81-70B422349AA7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" name="pg278">
                <a:extLst>
                  <a:ext uri="{FF2B5EF4-FFF2-40B4-BE49-F238E27FC236}">
                    <a16:creationId xmlns:a16="http://schemas.microsoft.com/office/drawing/2014/main" id="{9C8C0693-821C-CBC8-3FC4-3F3B98F14083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" name="pg279">
                <a:extLst>
                  <a:ext uri="{FF2B5EF4-FFF2-40B4-BE49-F238E27FC236}">
                    <a16:creationId xmlns:a16="http://schemas.microsoft.com/office/drawing/2014/main" id="{4E6DEF3B-304F-5243-5AFA-8E13A8184920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" name="pg280">
                <a:extLst>
                  <a:ext uri="{FF2B5EF4-FFF2-40B4-BE49-F238E27FC236}">
                    <a16:creationId xmlns:a16="http://schemas.microsoft.com/office/drawing/2014/main" id="{7E3C32F5-F50D-B464-FDD3-B4B27A7419B2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" name="pg281">
                <a:extLst>
                  <a:ext uri="{FF2B5EF4-FFF2-40B4-BE49-F238E27FC236}">
                    <a16:creationId xmlns:a16="http://schemas.microsoft.com/office/drawing/2014/main" id="{78273AF9-0D25-6C7B-DF16-BBD0BC872EAE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" name="pg282">
                <a:extLst>
                  <a:ext uri="{FF2B5EF4-FFF2-40B4-BE49-F238E27FC236}">
                    <a16:creationId xmlns:a16="http://schemas.microsoft.com/office/drawing/2014/main" id="{5B7CE452-8AF7-837E-59E4-A989F54E8EF1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" name="pg283">
                <a:extLst>
                  <a:ext uri="{FF2B5EF4-FFF2-40B4-BE49-F238E27FC236}">
                    <a16:creationId xmlns:a16="http://schemas.microsoft.com/office/drawing/2014/main" id="{73A566C7-4576-C756-D7A2-DDB17108F22F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" name="pg284">
                <a:extLst>
                  <a:ext uri="{FF2B5EF4-FFF2-40B4-BE49-F238E27FC236}">
                    <a16:creationId xmlns:a16="http://schemas.microsoft.com/office/drawing/2014/main" id="{255E7A03-420D-2F6E-D82F-E5DCA1F7CF2F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" name="pg285">
                <a:extLst>
                  <a:ext uri="{FF2B5EF4-FFF2-40B4-BE49-F238E27FC236}">
                    <a16:creationId xmlns:a16="http://schemas.microsoft.com/office/drawing/2014/main" id="{C308CCFE-EC27-EF1D-4A10-663CD47E4617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" name="pg286">
                <a:extLst>
                  <a:ext uri="{FF2B5EF4-FFF2-40B4-BE49-F238E27FC236}">
                    <a16:creationId xmlns:a16="http://schemas.microsoft.com/office/drawing/2014/main" id="{60B8AB6F-A496-E277-A527-9A2B403A69FC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" name="pg287">
                <a:extLst>
                  <a:ext uri="{FF2B5EF4-FFF2-40B4-BE49-F238E27FC236}">
                    <a16:creationId xmlns:a16="http://schemas.microsoft.com/office/drawing/2014/main" id="{968DBAFC-B3E9-DBF5-839E-9A78475FD0BB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" name="pg288">
                <a:extLst>
                  <a:ext uri="{FF2B5EF4-FFF2-40B4-BE49-F238E27FC236}">
                    <a16:creationId xmlns:a16="http://schemas.microsoft.com/office/drawing/2014/main" id="{615C6C83-670D-EFA9-3845-99135BDBDABD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" name="pg289">
                <a:extLst>
                  <a:ext uri="{FF2B5EF4-FFF2-40B4-BE49-F238E27FC236}">
                    <a16:creationId xmlns:a16="http://schemas.microsoft.com/office/drawing/2014/main" id="{964D8BC8-E9D7-D42E-8DB3-CE4197B03F74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" name="pg290">
                <a:extLst>
                  <a:ext uri="{FF2B5EF4-FFF2-40B4-BE49-F238E27FC236}">
                    <a16:creationId xmlns:a16="http://schemas.microsoft.com/office/drawing/2014/main" id="{CFBD2F04-FB02-C6A3-150F-FBB76E9B3349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" name="pg291">
                <a:extLst>
                  <a:ext uri="{FF2B5EF4-FFF2-40B4-BE49-F238E27FC236}">
                    <a16:creationId xmlns:a16="http://schemas.microsoft.com/office/drawing/2014/main" id="{9DFDA590-97BD-17BB-33D0-A4F6B1A303D3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" name="pg292">
                <a:extLst>
                  <a:ext uri="{FF2B5EF4-FFF2-40B4-BE49-F238E27FC236}">
                    <a16:creationId xmlns:a16="http://schemas.microsoft.com/office/drawing/2014/main" id="{181822FE-0755-CE4B-BD7D-1E2F7E4BF972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" name="pg293">
                <a:extLst>
                  <a:ext uri="{FF2B5EF4-FFF2-40B4-BE49-F238E27FC236}">
                    <a16:creationId xmlns:a16="http://schemas.microsoft.com/office/drawing/2014/main" id="{97B4C451-7815-928D-674F-9256C7CE40D1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" name="pg294">
                <a:extLst>
                  <a:ext uri="{FF2B5EF4-FFF2-40B4-BE49-F238E27FC236}">
                    <a16:creationId xmlns:a16="http://schemas.microsoft.com/office/drawing/2014/main" id="{1DE533CF-6837-1CDB-A224-F7A23AA3903F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" name="pg295">
                <a:extLst>
                  <a:ext uri="{FF2B5EF4-FFF2-40B4-BE49-F238E27FC236}">
                    <a16:creationId xmlns:a16="http://schemas.microsoft.com/office/drawing/2014/main" id="{B58D767D-DC18-3DEE-1672-33299C28B824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" name="pg296">
                <a:extLst>
                  <a:ext uri="{FF2B5EF4-FFF2-40B4-BE49-F238E27FC236}">
                    <a16:creationId xmlns:a16="http://schemas.microsoft.com/office/drawing/2014/main" id="{92810CAB-2505-0570-5947-5569DEC03CB2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" name="pg297">
                <a:extLst>
                  <a:ext uri="{FF2B5EF4-FFF2-40B4-BE49-F238E27FC236}">
                    <a16:creationId xmlns:a16="http://schemas.microsoft.com/office/drawing/2014/main" id="{C6D6D8FD-33E0-663F-26E4-5751D72F8CCE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" name="pg298">
                <a:extLst>
                  <a:ext uri="{FF2B5EF4-FFF2-40B4-BE49-F238E27FC236}">
                    <a16:creationId xmlns:a16="http://schemas.microsoft.com/office/drawing/2014/main" id="{0F6F8131-CE8D-7370-B398-7B047897946F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" name="pg299">
                <a:extLst>
                  <a:ext uri="{FF2B5EF4-FFF2-40B4-BE49-F238E27FC236}">
                    <a16:creationId xmlns:a16="http://schemas.microsoft.com/office/drawing/2014/main" id="{5F03CFF8-79F2-2978-920C-6FF4D3C10199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" name="pg300">
                <a:extLst>
                  <a:ext uri="{FF2B5EF4-FFF2-40B4-BE49-F238E27FC236}">
                    <a16:creationId xmlns:a16="http://schemas.microsoft.com/office/drawing/2014/main" id="{7F0B2AF8-DA5D-FE3D-DF0F-43B351BD1018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" name="pg301">
                <a:extLst>
                  <a:ext uri="{FF2B5EF4-FFF2-40B4-BE49-F238E27FC236}">
                    <a16:creationId xmlns:a16="http://schemas.microsoft.com/office/drawing/2014/main" id="{CC49DB37-FEBE-2E3A-411E-A0B6D89ACA92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" name="pg302">
                <a:extLst>
                  <a:ext uri="{FF2B5EF4-FFF2-40B4-BE49-F238E27FC236}">
                    <a16:creationId xmlns:a16="http://schemas.microsoft.com/office/drawing/2014/main" id="{E82EC01E-6EF4-0A23-D2DE-DE70B7AC8D82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" name="pg303">
                <a:extLst>
                  <a:ext uri="{FF2B5EF4-FFF2-40B4-BE49-F238E27FC236}">
                    <a16:creationId xmlns:a16="http://schemas.microsoft.com/office/drawing/2014/main" id="{AE790E61-3CCB-E224-32E9-0D7B7279DEC6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" name="pg304">
                <a:extLst>
                  <a:ext uri="{FF2B5EF4-FFF2-40B4-BE49-F238E27FC236}">
                    <a16:creationId xmlns:a16="http://schemas.microsoft.com/office/drawing/2014/main" id="{464E1DE2-113B-E46B-EA45-6A08083FE34C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" name="pg305">
                <a:extLst>
                  <a:ext uri="{FF2B5EF4-FFF2-40B4-BE49-F238E27FC236}">
                    <a16:creationId xmlns:a16="http://schemas.microsoft.com/office/drawing/2014/main" id="{8BA95A59-3412-BE1B-9841-C3407B6F1CC3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" name="pg306">
                <a:extLst>
                  <a:ext uri="{FF2B5EF4-FFF2-40B4-BE49-F238E27FC236}">
                    <a16:creationId xmlns:a16="http://schemas.microsoft.com/office/drawing/2014/main" id="{7ABC61EC-4209-1ED8-C9BE-0D587F6C6168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" name="pg307">
                <a:extLst>
                  <a:ext uri="{FF2B5EF4-FFF2-40B4-BE49-F238E27FC236}">
                    <a16:creationId xmlns:a16="http://schemas.microsoft.com/office/drawing/2014/main" id="{06E9A369-E523-433B-8632-E51753821397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" name="pg308">
                <a:extLst>
                  <a:ext uri="{FF2B5EF4-FFF2-40B4-BE49-F238E27FC236}">
                    <a16:creationId xmlns:a16="http://schemas.microsoft.com/office/drawing/2014/main" id="{EE8F1F67-D1E1-9CCF-5BE3-4405D23C8475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" name="pg309">
                <a:extLst>
                  <a:ext uri="{FF2B5EF4-FFF2-40B4-BE49-F238E27FC236}">
                    <a16:creationId xmlns:a16="http://schemas.microsoft.com/office/drawing/2014/main" id="{769F8702-6B29-A6A8-EA37-97B7D21700C0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" name="pg310">
                <a:extLst>
                  <a:ext uri="{FF2B5EF4-FFF2-40B4-BE49-F238E27FC236}">
                    <a16:creationId xmlns:a16="http://schemas.microsoft.com/office/drawing/2014/main" id="{F30D5F22-6377-5220-8BF6-1FA8B13ECC2D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" name="pg311">
                <a:extLst>
                  <a:ext uri="{FF2B5EF4-FFF2-40B4-BE49-F238E27FC236}">
                    <a16:creationId xmlns:a16="http://schemas.microsoft.com/office/drawing/2014/main" id="{7D9D5902-D1F9-37C2-4198-67BBE5DE2138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" name="pg312">
                <a:extLst>
                  <a:ext uri="{FF2B5EF4-FFF2-40B4-BE49-F238E27FC236}">
                    <a16:creationId xmlns:a16="http://schemas.microsoft.com/office/drawing/2014/main" id="{A4ABB977-E861-C2E9-0E0B-D3194B52F554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" name="pg313">
                <a:extLst>
                  <a:ext uri="{FF2B5EF4-FFF2-40B4-BE49-F238E27FC236}">
                    <a16:creationId xmlns:a16="http://schemas.microsoft.com/office/drawing/2014/main" id="{2E8A8263-336E-BB55-A141-67F09F870A5C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" name="pg314">
                <a:extLst>
                  <a:ext uri="{FF2B5EF4-FFF2-40B4-BE49-F238E27FC236}">
                    <a16:creationId xmlns:a16="http://schemas.microsoft.com/office/drawing/2014/main" id="{F86B7568-7A61-CAFC-49CE-49C95A7C9773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" name="pg315">
                <a:extLst>
                  <a:ext uri="{FF2B5EF4-FFF2-40B4-BE49-F238E27FC236}">
                    <a16:creationId xmlns:a16="http://schemas.microsoft.com/office/drawing/2014/main" id="{F6F95319-3BFF-E5FB-EFEC-CFA1F5BAD1D4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" name="pg316">
                <a:extLst>
                  <a:ext uri="{FF2B5EF4-FFF2-40B4-BE49-F238E27FC236}">
                    <a16:creationId xmlns:a16="http://schemas.microsoft.com/office/drawing/2014/main" id="{B95123B4-8E9A-F041-8ECA-D0966E922EB8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" name="pg317">
                <a:extLst>
                  <a:ext uri="{FF2B5EF4-FFF2-40B4-BE49-F238E27FC236}">
                    <a16:creationId xmlns:a16="http://schemas.microsoft.com/office/drawing/2014/main" id="{790A1527-060C-A220-EF3B-B36427C4F7DD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" name="pg318">
                <a:extLst>
                  <a:ext uri="{FF2B5EF4-FFF2-40B4-BE49-F238E27FC236}">
                    <a16:creationId xmlns:a16="http://schemas.microsoft.com/office/drawing/2014/main" id="{A5DD97C9-3FC1-5C6D-2D10-EC2E8876E63B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" name="pg319">
                <a:extLst>
                  <a:ext uri="{FF2B5EF4-FFF2-40B4-BE49-F238E27FC236}">
                    <a16:creationId xmlns:a16="http://schemas.microsoft.com/office/drawing/2014/main" id="{621A3A5A-0629-05F4-5F84-578E1D63CA3E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" name="pg320">
                <a:extLst>
                  <a:ext uri="{FF2B5EF4-FFF2-40B4-BE49-F238E27FC236}">
                    <a16:creationId xmlns:a16="http://schemas.microsoft.com/office/drawing/2014/main" id="{9A2153D2-FB08-554A-A00B-710545BC31B4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" name="pg321">
                <a:extLst>
                  <a:ext uri="{FF2B5EF4-FFF2-40B4-BE49-F238E27FC236}">
                    <a16:creationId xmlns:a16="http://schemas.microsoft.com/office/drawing/2014/main" id="{254ECE90-05B3-D926-1984-782A6928C3AC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" name="pg322">
                <a:extLst>
                  <a:ext uri="{FF2B5EF4-FFF2-40B4-BE49-F238E27FC236}">
                    <a16:creationId xmlns:a16="http://schemas.microsoft.com/office/drawing/2014/main" id="{FAC1495C-3319-E0C5-7D6C-76DB23A2F39A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" name="pg323">
                <a:extLst>
                  <a:ext uri="{FF2B5EF4-FFF2-40B4-BE49-F238E27FC236}">
                    <a16:creationId xmlns:a16="http://schemas.microsoft.com/office/drawing/2014/main" id="{B9429492-9C71-4E5B-064D-076316E78962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" name="pg324">
                <a:extLst>
                  <a:ext uri="{FF2B5EF4-FFF2-40B4-BE49-F238E27FC236}">
                    <a16:creationId xmlns:a16="http://schemas.microsoft.com/office/drawing/2014/main" id="{2272B933-3667-8019-6F1E-0ED6E03E9123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" name="pg325">
                <a:extLst>
                  <a:ext uri="{FF2B5EF4-FFF2-40B4-BE49-F238E27FC236}">
                    <a16:creationId xmlns:a16="http://schemas.microsoft.com/office/drawing/2014/main" id="{284A405F-8696-CC01-5AB4-D641B0375B97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" name="pg326">
                <a:extLst>
                  <a:ext uri="{FF2B5EF4-FFF2-40B4-BE49-F238E27FC236}">
                    <a16:creationId xmlns:a16="http://schemas.microsoft.com/office/drawing/2014/main" id="{EB1497CB-2935-70DA-D87D-E57A50B0734A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" name="pg327">
                <a:extLst>
                  <a:ext uri="{FF2B5EF4-FFF2-40B4-BE49-F238E27FC236}">
                    <a16:creationId xmlns:a16="http://schemas.microsoft.com/office/drawing/2014/main" id="{2677F991-4E9D-038C-2150-CCDBED868891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" name="pg328">
                <a:extLst>
                  <a:ext uri="{FF2B5EF4-FFF2-40B4-BE49-F238E27FC236}">
                    <a16:creationId xmlns:a16="http://schemas.microsoft.com/office/drawing/2014/main" id="{BD463471-DED0-183C-8A00-B05ED65D2294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" name="pg329">
                <a:extLst>
                  <a:ext uri="{FF2B5EF4-FFF2-40B4-BE49-F238E27FC236}">
                    <a16:creationId xmlns:a16="http://schemas.microsoft.com/office/drawing/2014/main" id="{EBC3D792-7BF4-514B-647C-F96F462F497C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" name="pg330">
                <a:extLst>
                  <a:ext uri="{FF2B5EF4-FFF2-40B4-BE49-F238E27FC236}">
                    <a16:creationId xmlns:a16="http://schemas.microsoft.com/office/drawing/2014/main" id="{B44BCACB-A850-3848-F6DD-AC3BA1B6076A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" name="pg331">
                <a:extLst>
                  <a:ext uri="{FF2B5EF4-FFF2-40B4-BE49-F238E27FC236}">
                    <a16:creationId xmlns:a16="http://schemas.microsoft.com/office/drawing/2014/main" id="{0A210BA7-E1D0-73A4-9219-78F61C364D51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" name="pg332">
                <a:extLst>
                  <a:ext uri="{FF2B5EF4-FFF2-40B4-BE49-F238E27FC236}">
                    <a16:creationId xmlns:a16="http://schemas.microsoft.com/office/drawing/2014/main" id="{C9986D0E-9476-AC57-84AA-8ED146C62155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" name="pg333">
                <a:extLst>
                  <a:ext uri="{FF2B5EF4-FFF2-40B4-BE49-F238E27FC236}">
                    <a16:creationId xmlns:a16="http://schemas.microsoft.com/office/drawing/2014/main" id="{B29DF832-7B74-F7FB-AA9B-82C00C589E8F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" name="pg334">
                <a:extLst>
                  <a:ext uri="{FF2B5EF4-FFF2-40B4-BE49-F238E27FC236}">
                    <a16:creationId xmlns:a16="http://schemas.microsoft.com/office/drawing/2014/main" id="{6B305CA9-D623-CFDF-7D40-C7401A8F69DF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" name="pg335">
                <a:extLst>
                  <a:ext uri="{FF2B5EF4-FFF2-40B4-BE49-F238E27FC236}">
                    <a16:creationId xmlns:a16="http://schemas.microsoft.com/office/drawing/2014/main" id="{3D7A3886-CD8F-9F96-98E8-CF3DE5478317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" name="pg336">
                <a:extLst>
                  <a:ext uri="{FF2B5EF4-FFF2-40B4-BE49-F238E27FC236}">
                    <a16:creationId xmlns:a16="http://schemas.microsoft.com/office/drawing/2014/main" id="{061A0DE9-9296-C3EA-9DE2-325BC0053A43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" name="pg337">
                <a:extLst>
                  <a:ext uri="{FF2B5EF4-FFF2-40B4-BE49-F238E27FC236}">
                    <a16:creationId xmlns:a16="http://schemas.microsoft.com/office/drawing/2014/main" id="{81E949EB-41B1-0B20-4D09-EC8DCBA131F4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" name="pg338">
                <a:extLst>
                  <a:ext uri="{FF2B5EF4-FFF2-40B4-BE49-F238E27FC236}">
                    <a16:creationId xmlns:a16="http://schemas.microsoft.com/office/drawing/2014/main" id="{ADAAF56D-9FCC-AAB8-0194-C5746DFC9B90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" name="pg339">
                <a:extLst>
                  <a:ext uri="{FF2B5EF4-FFF2-40B4-BE49-F238E27FC236}">
                    <a16:creationId xmlns:a16="http://schemas.microsoft.com/office/drawing/2014/main" id="{FE1478D1-3659-6AFF-860E-C2830A172453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" name="pg340">
                <a:extLst>
                  <a:ext uri="{FF2B5EF4-FFF2-40B4-BE49-F238E27FC236}">
                    <a16:creationId xmlns:a16="http://schemas.microsoft.com/office/drawing/2014/main" id="{0959449D-974D-731A-13F5-528A8C2EBE4E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" name="pg341">
                <a:extLst>
                  <a:ext uri="{FF2B5EF4-FFF2-40B4-BE49-F238E27FC236}">
                    <a16:creationId xmlns:a16="http://schemas.microsoft.com/office/drawing/2014/main" id="{38E540AE-44AD-0D42-A87D-3B98C856CDB6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" name="pg342">
                <a:extLst>
                  <a:ext uri="{FF2B5EF4-FFF2-40B4-BE49-F238E27FC236}">
                    <a16:creationId xmlns:a16="http://schemas.microsoft.com/office/drawing/2014/main" id="{184890FA-DF2A-01EB-4677-2C5E644C3EC5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" name="pg343">
                <a:extLst>
                  <a:ext uri="{FF2B5EF4-FFF2-40B4-BE49-F238E27FC236}">
                    <a16:creationId xmlns:a16="http://schemas.microsoft.com/office/drawing/2014/main" id="{D888E62F-9A0E-3A5B-7B69-79C7296CE711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" name="pg344">
                <a:extLst>
                  <a:ext uri="{FF2B5EF4-FFF2-40B4-BE49-F238E27FC236}">
                    <a16:creationId xmlns:a16="http://schemas.microsoft.com/office/drawing/2014/main" id="{2FE78DA5-4372-F697-8CC3-4A5A809F568C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" name="pg345">
                <a:extLst>
                  <a:ext uri="{FF2B5EF4-FFF2-40B4-BE49-F238E27FC236}">
                    <a16:creationId xmlns:a16="http://schemas.microsoft.com/office/drawing/2014/main" id="{C1052F01-5CC4-7391-4B70-C70961D3D161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" name="pg346">
                <a:extLst>
                  <a:ext uri="{FF2B5EF4-FFF2-40B4-BE49-F238E27FC236}">
                    <a16:creationId xmlns:a16="http://schemas.microsoft.com/office/drawing/2014/main" id="{A40C4D69-2F38-6D56-1EEC-8689B7FDF0B2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" name="pg347">
                <a:extLst>
                  <a:ext uri="{FF2B5EF4-FFF2-40B4-BE49-F238E27FC236}">
                    <a16:creationId xmlns:a16="http://schemas.microsoft.com/office/drawing/2014/main" id="{BEBED565-138F-E9FF-9DCB-4F1CC71EE2E5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" name="pg348">
                <a:extLst>
                  <a:ext uri="{FF2B5EF4-FFF2-40B4-BE49-F238E27FC236}">
                    <a16:creationId xmlns:a16="http://schemas.microsoft.com/office/drawing/2014/main" id="{C444F9D6-1AF1-6BC2-73AC-B1E429FF3542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" name="pg349">
                <a:extLst>
                  <a:ext uri="{FF2B5EF4-FFF2-40B4-BE49-F238E27FC236}">
                    <a16:creationId xmlns:a16="http://schemas.microsoft.com/office/drawing/2014/main" id="{A77EF8B0-8ECC-72D0-F3B2-E1FC95A97A79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" name="pg350">
                <a:extLst>
                  <a:ext uri="{FF2B5EF4-FFF2-40B4-BE49-F238E27FC236}">
                    <a16:creationId xmlns:a16="http://schemas.microsoft.com/office/drawing/2014/main" id="{5C4B49F4-2758-8608-ABF9-5AF31DF63873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" name="pg351">
                <a:extLst>
                  <a:ext uri="{FF2B5EF4-FFF2-40B4-BE49-F238E27FC236}">
                    <a16:creationId xmlns:a16="http://schemas.microsoft.com/office/drawing/2014/main" id="{FE043180-35B1-37E5-F11B-83E05737F666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" name="pg352">
                <a:extLst>
                  <a:ext uri="{FF2B5EF4-FFF2-40B4-BE49-F238E27FC236}">
                    <a16:creationId xmlns:a16="http://schemas.microsoft.com/office/drawing/2014/main" id="{1C22F376-482F-003E-23A6-5FCCCA3802A8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" name="pg353">
                <a:extLst>
                  <a:ext uri="{FF2B5EF4-FFF2-40B4-BE49-F238E27FC236}">
                    <a16:creationId xmlns:a16="http://schemas.microsoft.com/office/drawing/2014/main" id="{7F3372D3-5837-6F22-C499-6034B4351780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" name="pg354">
                <a:extLst>
                  <a:ext uri="{FF2B5EF4-FFF2-40B4-BE49-F238E27FC236}">
                    <a16:creationId xmlns:a16="http://schemas.microsoft.com/office/drawing/2014/main" id="{1F063F83-8610-6892-B80B-7B4562617C51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" name="pg355">
                <a:extLst>
                  <a:ext uri="{FF2B5EF4-FFF2-40B4-BE49-F238E27FC236}">
                    <a16:creationId xmlns:a16="http://schemas.microsoft.com/office/drawing/2014/main" id="{9FBB86C8-968A-7F52-3FF6-95DD43E96123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" name="pg356">
                <a:extLst>
                  <a:ext uri="{FF2B5EF4-FFF2-40B4-BE49-F238E27FC236}">
                    <a16:creationId xmlns:a16="http://schemas.microsoft.com/office/drawing/2014/main" id="{F5973AD4-5866-9CDB-C443-610FB4B95D9B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" name="pg357">
                <a:extLst>
                  <a:ext uri="{FF2B5EF4-FFF2-40B4-BE49-F238E27FC236}">
                    <a16:creationId xmlns:a16="http://schemas.microsoft.com/office/drawing/2014/main" id="{B44D6FDF-98B8-17F7-BB71-C980C00BB2EA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" name="pg358">
                <a:extLst>
                  <a:ext uri="{FF2B5EF4-FFF2-40B4-BE49-F238E27FC236}">
                    <a16:creationId xmlns:a16="http://schemas.microsoft.com/office/drawing/2014/main" id="{42BEB7DF-AE2C-A88F-E2BC-ECFB68652AA7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" name="pg359">
                <a:extLst>
                  <a:ext uri="{FF2B5EF4-FFF2-40B4-BE49-F238E27FC236}">
                    <a16:creationId xmlns:a16="http://schemas.microsoft.com/office/drawing/2014/main" id="{0CB100F0-8B45-FD0E-BD03-885915022A73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" name="pg360">
                <a:extLst>
                  <a:ext uri="{FF2B5EF4-FFF2-40B4-BE49-F238E27FC236}">
                    <a16:creationId xmlns:a16="http://schemas.microsoft.com/office/drawing/2014/main" id="{BE8134F6-8B65-F0F1-ED55-542F1FAEE554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" name="pg361">
                <a:extLst>
                  <a:ext uri="{FF2B5EF4-FFF2-40B4-BE49-F238E27FC236}">
                    <a16:creationId xmlns:a16="http://schemas.microsoft.com/office/drawing/2014/main" id="{18BF904E-9B5A-2C56-B5C5-01885A8B2E34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" name="pg362">
                <a:extLst>
                  <a:ext uri="{FF2B5EF4-FFF2-40B4-BE49-F238E27FC236}">
                    <a16:creationId xmlns:a16="http://schemas.microsoft.com/office/drawing/2014/main" id="{AFFE61F7-36C8-D243-3037-1F83BDB30807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" name="pg363">
                <a:extLst>
                  <a:ext uri="{FF2B5EF4-FFF2-40B4-BE49-F238E27FC236}">
                    <a16:creationId xmlns:a16="http://schemas.microsoft.com/office/drawing/2014/main" id="{A68A7ECE-3AF9-9F5F-9C3B-94CDF57FB55E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" name="pg364">
                <a:extLst>
                  <a:ext uri="{FF2B5EF4-FFF2-40B4-BE49-F238E27FC236}">
                    <a16:creationId xmlns:a16="http://schemas.microsoft.com/office/drawing/2014/main" id="{3F29FC4D-1DB8-4F74-479C-54B0D610A4B7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" name="pg365">
                <a:extLst>
                  <a:ext uri="{FF2B5EF4-FFF2-40B4-BE49-F238E27FC236}">
                    <a16:creationId xmlns:a16="http://schemas.microsoft.com/office/drawing/2014/main" id="{94BD15AE-1BED-9467-8CD0-97BB4DB962AC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" name="pg366">
                <a:extLst>
                  <a:ext uri="{FF2B5EF4-FFF2-40B4-BE49-F238E27FC236}">
                    <a16:creationId xmlns:a16="http://schemas.microsoft.com/office/drawing/2014/main" id="{3AF9F806-26E3-34E3-A201-12DE2522BFC2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" name="pg367">
                <a:extLst>
                  <a:ext uri="{FF2B5EF4-FFF2-40B4-BE49-F238E27FC236}">
                    <a16:creationId xmlns:a16="http://schemas.microsoft.com/office/drawing/2014/main" id="{4875628D-9CD7-85D4-14FF-8AB6A4F6827E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" name="pg368">
                <a:extLst>
                  <a:ext uri="{FF2B5EF4-FFF2-40B4-BE49-F238E27FC236}">
                    <a16:creationId xmlns:a16="http://schemas.microsoft.com/office/drawing/2014/main" id="{764603E1-E944-395D-071E-ED234A8F4FA3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" name="pg369">
                <a:extLst>
                  <a:ext uri="{FF2B5EF4-FFF2-40B4-BE49-F238E27FC236}">
                    <a16:creationId xmlns:a16="http://schemas.microsoft.com/office/drawing/2014/main" id="{D3CDD066-36CE-417B-5F45-2932B1C5DBCD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" name="pg370">
                <a:extLst>
                  <a:ext uri="{FF2B5EF4-FFF2-40B4-BE49-F238E27FC236}">
                    <a16:creationId xmlns:a16="http://schemas.microsoft.com/office/drawing/2014/main" id="{0BF2C1B0-1DAD-EFD9-D724-D3B7D0027162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" name="pg371">
                <a:extLst>
                  <a:ext uri="{FF2B5EF4-FFF2-40B4-BE49-F238E27FC236}">
                    <a16:creationId xmlns:a16="http://schemas.microsoft.com/office/drawing/2014/main" id="{BF995D4D-3548-4F2B-1A3F-A5904CB8764E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" name="pg372">
                <a:extLst>
                  <a:ext uri="{FF2B5EF4-FFF2-40B4-BE49-F238E27FC236}">
                    <a16:creationId xmlns:a16="http://schemas.microsoft.com/office/drawing/2014/main" id="{BBB0E4A1-911E-FB7C-F95E-057248E84D93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" name="pg373">
                <a:extLst>
                  <a:ext uri="{FF2B5EF4-FFF2-40B4-BE49-F238E27FC236}">
                    <a16:creationId xmlns:a16="http://schemas.microsoft.com/office/drawing/2014/main" id="{495FE6D4-DB1E-31D5-C568-B562857C6BDF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" name="pg374">
                <a:extLst>
                  <a:ext uri="{FF2B5EF4-FFF2-40B4-BE49-F238E27FC236}">
                    <a16:creationId xmlns:a16="http://schemas.microsoft.com/office/drawing/2014/main" id="{1B1DD5AC-969F-6BF0-47C2-618034B69571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" name="pg375">
                <a:extLst>
                  <a:ext uri="{FF2B5EF4-FFF2-40B4-BE49-F238E27FC236}">
                    <a16:creationId xmlns:a16="http://schemas.microsoft.com/office/drawing/2014/main" id="{7D584751-D8D0-EC77-9B62-186B783A18B4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" name="pg376">
                <a:extLst>
                  <a:ext uri="{FF2B5EF4-FFF2-40B4-BE49-F238E27FC236}">
                    <a16:creationId xmlns:a16="http://schemas.microsoft.com/office/drawing/2014/main" id="{4C404A2B-B676-63CE-BE13-1C08EC70FFD5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" name="pg377">
                <a:extLst>
                  <a:ext uri="{FF2B5EF4-FFF2-40B4-BE49-F238E27FC236}">
                    <a16:creationId xmlns:a16="http://schemas.microsoft.com/office/drawing/2014/main" id="{88B43061-51AA-DA40-75DA-43CFEF425280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" name="pg378">
                <a:extLst>
                  <a:ext uri="{FF2B5EF4-FFF2-40B4-BE49-F238E27FC236}">
                    <a16:creationId xmlns:a16="http://schemas.microsoft.com/office/drawing/2014/main" id="{3B2029BB-9BE4-5721-0973-26A1DBF03B5D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" name="pg379">
                <a:extLst>
                  <a:ext uri="{FF2B5EF4-FFF2-40B4-BE49-F238E27FC236}">
                    <a16:creationId xmlns:a16="http://schemas.microsoft.com/office/drawing/2014/main" id="{482627C4-860A-5287-8960-938A91575D51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" name="pg380">
                <a:extLst>
                  <a:ext uri="{FF2B5EF4-FFF2-40B4-BE49-F238E27FC236}">
                    <a16:creationId xmlns:a16="http://schemas.microsoft.com/office/drawing/2014/main" id="{D8BF4B24-22A9-7FBA-4E2F-B48654385176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" name="pg381">
                <a:extLst>
                  <a:ext uri="{FF2B5EF4-FFF2-40B4-BE49-F238E27FC236}">
                    <a16:creationId xmlns:a16="http://schemas.microsoft.com/office/drawing/2014/main" id="{63E17022-0E3A-501C-F4A2-C10DC3CFD6D2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" name="pg382">
                <a:extLst>
                  <a:ext uri="{FF2B5EF4-FFF2-40B4-BE49-F238E27FC236}">
                    <a16:creationId xmlns:a16="http://schemas.microsoft.com/office/drawing/2014/main" id="{D69625E1-5407-D494-C833-4816E1662F41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" name="pg383">
                <a:extLst>
                  <a:ext uri="{FF2B5EF4-FFF2-40B4-BE49-F238E27FC236}">
                    <a16:creationId xmlns:a16="http://schemas.microsoft.com/office/drawing/2014/main" id="{4DBC8E85-56BC-2834-4705-8C553588A606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" name="pg384">
                <a:extLst>
                  <a:ext uri="{FF2B5EF4-FFF2-40B4-BE49-F238E27FC236}">
                    <a16:creationId xmlns:a16="http://schemas.microsoft.com/office/drawing/2014/main" id="{58688BC3-A58D-3E35-09C5-1A8533FB12C5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" name="pg385">
                <a:extLst>
                  <a:ext uri="{FF2B5EF4-FFF2-40B4-BE49-F238E27FC236}">
                    <a16:creationId xmlns:a16="http://schemas.microsoft.com/office/drawing/2014/main" id="{6BB1BFE5-C8D7-B6FA-7183-74A4C106B018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" name="pg386">
                <a:extLst>
                  <a:ext uri="{FF2B5EF4-FFF2-40B4-BE49-F238E27FC236}">
                    <a16:creationId xmlns:a16="http://schemas.microsoft.com/office/drawing/2014/main" id="{25AE77D8-B822-C7C5-5944-5004662C2070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" name="pg387">
                <a:extLst>
                  <a:ext uri="{FF2B5EF4-FFF2-40B4-BE49-F238E27FC236}">
                    <a16:creationId xmlns:a16="http://schemas.microsoft.com/office/drawing/2014/main" id="{3DEE6B68-D8E1-1A9D-0D1A-E69AE0D9F920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" name="pg388">
                <a:extLst>
                  <a:ext uri="{FF2B5EF4-FFF2-40B4-BE49-F238E27FC236}">
                    <a16:creationId xmlns:a16="http://schemas.microsoft.com/office/drawing/2014/main" id="{AB37811A-6F05-6E9C-6F21-B6C175C8B550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" name="pg389">
                <a:extLst>
                  <a:ext uri="{FF2B5EF4-FFF2-40B4-BE49-F238E27FC236}">
                    <a16:creationId xmlns:a16="http://schemas.microsoft.com/office/drawing/2014/main" id="{B10918B5-49D1-EC86-0A75-BE18C96A82D2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" name="pg390">
                <a:extLst>
                  <a:ext uri="{FF2B5EF4-FFF2-40B4-BE49-F238E27FC236}">
                    <a16:creationId xmlns:a16="http://schemas.microsoft.com/office/drawing/2014/main" id="{E5B67093-7DA6-46DF-DF75-C9195DAF811B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" name="pg391">
                <a:extLst>
                  <a:ext uri="{FF2B5EF4-FFF2-40B4-BE49-F238E27FC236}">
                    <a16:creationId xmlns:a16="http://schemas.microsoft.com/office/drawing/2014/main" id="{FA677F47-BE1D-1339-430B-F3474B142C09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" name="pg392">
                <a:extLst>
                  <a:ext uri="{FF2B5EF4-FFF2-40B4-BE49-F238E27FC236}">
                    <a16:creationId xmlns:a16="http://schemas.microsoft.com/office/drawing/2014/main" id="{7378D2AB-457B-6A7A-B27E-87E66520E63B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" name="pg393">
                <a:extLst>
                  <a:ext uri="{FF2B5EF4-FFF2-40B4-BE49-F238E27FC236}">
                    <a16:creationId xmlns:a16="http://schemas.microsoft.com/office/drawing/2014/main" id="{5000B8DB-1E7A-6E86-A21F-97BC99870952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" name="pg394">
                <a:extLst>
                  <a:ext uri="{FF2B5EF4-FFF2-40B4-BE49-F238E27FC236}">
                    <a16:creationId xmlns:a16="http://schemas.microsoft.com/office/drawing/2014/main" id="{B5E1D935-6ACF-F354-2B57-40FB5F203019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" name="pg395">
                <a:extLst>
                  <a:ext uri="{FF2B5EF4-FFF2-40B4-BE49-F238E27FC236}">
                    <a16:creationId xmlns:a16="http://schemas.microsoft.com/office/drawing/2014/main" id="{90153BDA-DBB1-C20D-44C2-D7D4E0106BC8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" name="pg396">
                <a:extLst>
                  <a:ext uri="{FF2B5EF4-FFF2-40B4-BE49-F238E27FC236}">
                    <a16:creationId xmlns:a16="http://schemas.microsoft.com/office/drawing/2014/main" id="{696A2FFE-5AD8-4DE8-E2D1-A1AE7E7F493D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" name="pg397">
                <a:extLst>
                  <a:ext uri="{FF2B5EF4-FFF2-40B4-BE49-F238E27FC236}">
                    <a16:creationId xmlns:a16="http://schemas.microsoft.com/office/drawing/2014/main" id="{109B30BC-BBB1-7E6A-BF48-85991CF04A63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" name="pg398">
                <a:extLst>
                  <a:ext uri="{FF2B5EF4-FFF2-40B4-BE49-F238E27FC236}">
                    <a16:creationId xmlns:a16="http://schemas.microsoft.com/office/drawing/2014/main" id="{EFA470D4-2233-D9F3-108D-F7A634E67C34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" name="pg399">
                <a:extLst>
                  <a:ext uri="{FF2B5EF4-FFF2-40B4-BE49-F238E27FC236}">
                    <a16:creationId xmlns:a16="http://schemas.microsoft.com/office/drawing/2014/main" id="{4387B5DA-463B-EE78-1A61-62DE8D116754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" name="pg400">
                <a:extLst>
                  <a:ext uri="{FF2B5EF4-FFF2-40B4-BE49-F238E27FC236}">
                    <a16:creationId xmlns:a16="http://schemas.microsoft.com/office/drawing/2014/main" id="{3AC39D70-F5D7-FF1B-3753-D9E37F2D4474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" name="pg401">
                <a:extLst>
                  <a:ext uri="{FF2B5EF4-FFF2-40B4-BE49-F238E27FC236}">
                    <a16:creationId xmlns:a16="http://schemas.microsoft.com/office/drawing/2014/main" id="{66826876-8EEC-6ECD-748B-42F0421FF137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" name="pg402">
                <a:extLst>
                  <a:ext uri="{FF2B5EF4-FFF2-40B4-BE49-F238E27FC236}">
                    <a16:creationId xmlns:a16="http://schemas.microsoft.com/office/drawing/2014/main" id="{6E3AAB92-A798-64E3-2827-A0C9384876D9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" name="pg403">
                <a:extLst>
                  <a:ext uri="{FF2B5EF4-FFF2-40B4-BE49-F238E27FC236}">
                    <a16:creationId xmlns:a16="http://schemas.microsoft.com/office/drawing/2014/main" id="{7635E70A-AA18-32A1-7AB8-934315BCCF09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" name="pg404">
                <a:extLst>
                  <a:ext uri="{FF2B5EF4-FFF2-40B4-BE49-F238E27FC236}">
                    <a16:creationId xmlns:a16="http://schemas.microsoft.com/office/drawing/2014/main" id="{AA1F24B1-7E44-F9C2-0600-7AC5A6C23E15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" name="pg405">
                <a:extLst>
                  <a:ext uri="{FF2B5EF4-FFF2-40B4-BE49-F238E27FC236}">
                    <a16:creationId xmlns:a16="http://schemas.microsoft.com/office/drawing/2014/main" id="{14BB9513-259C-1723-76E5-B07AF2423A0A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" name="pg406">
                <a:extLst>
                  <a:ext uri="{FF2B5EF4-FFF2-40B4-BE49-F238E27FC236}">
                    <a16:creationId xmlns:a16="http://schemas.microsoft.com/office/drawing/2014/main" id="{45B7A60C-FBCA-2391-265F-8784F4FEAC28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" name="pg407">
                <a:extLst>
                  <a:ext uri="{FF2B5EF4-FFF2-40B4-BE49-F238E27FC236}">
                    <a16:creationId xmlns:a16="http://schemas.microsoft.com/office/drawing/2014/main" id="{8B582FBB-5A07-6BD6-80D4-37D6704AE565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" name="pg408">
                <a:extLst>
                  <a:ext uri="{FF2B5EF4-FFF2-40B4-BE49-F238E27FC236}">
                    <a16:creationId xmlns:a16="http://schemas.microsoft.com/office/drawing/2014/main" id="{67336702-3F3E-7CDF-D827-DB4ECD93FA89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" name="pg409">
                <a:extLst>
                  <a:ext uri="{FF2B5EF4-FFF2-40B4-BE49-F238E27FC236}">
                    <a16:creationId xmlns:a16="http://schemas.microsoft.com/office/drawing/2014/main" id="{B5355B34-EE27-C1D9-C710-58F7EFDA2DE4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" name="pg410">
                <a:extLst>
                  <a:ext uri="{FF2B5EF4-FFF2-40B4-BE49-F238E27FC236}">
                    <a16:creationId xmlns:a16="http://schemas.microsoft.com/office/drawing/2014/main" id="{BFE1EAC2-D076-C1A9-BCDB-670F538B180D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" name="pg411">
                <a:extLst>
                  <a:ext uri="{FF2B5EF4-FFF2-40B4-BE49-F238E27FC236}">
                    <a16:creationId xmlns:a16="http://schemas.microsoft.com/office/drawing/2014/main" id="{3D0AE288-A98E-23DF-911A-D7555BF6265C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" name="pg412">
                <a:extLst>
                  <a:ext uri="{FF2B5EF4-FFF2-40B4-BE49-F238E27FC236}">
                    <a16:creationId xmlns:a16="http://schemas.microsoft.com/office/drawing/2014/main" id="{0295A30E-25A4-E94D-15C2-103F543CDAA3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" name="pg413">
                <a:extLst>
                  <a:ext uri="{FF2B5EF4-FFF2-40B4-BE49-F238E27FC236}">
                    <a16:creationId xmlns:a16="http://schemas.microsoft.com/office/drawing/2014/main" id="{EE79A4FF-16D0-7B26-6A3D-0A5CBA50FFFE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" name="pg414">
                <a:extLst>
                  <a:ext uri="{FF2B5EF4-FFF2-40B4-BE49-F238E27FC236}">
                    <a16:creationId xmlns:a16="http://schemas.microsoft.com/office/drawing/2014/main" id="{5EFC47F3-5492-A069-65C8-D0A514719B1D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" name="pg415">
                <a:extLst>
                  <a:ext uri="{FF2B5EF4-FFF2-40B4-BE49-F238E27FC236}">
                    <a16:creationId xmlns:a16="http://schemas.microsoft.com/office/drawing/2014/main" id="{26DD0940-2EA8-83BA-4A6C-4EA1B7AF1BA6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" name="pg416">
                <a:extLst>
                  <a:ext uri="{FF2B5EF4-FFF2-40B4-BE49-F238E27FC236}">
                    <a16:creationId xmlns:a16="http://schemas.microsoft.com/office/drawing/2014/main" id="{B7D4D905-AB65-4044-0BD8-7E997EC975A2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" name="pg417">
                <a:extLst>
                  <a:ext uri="{FF2B5EF4-FFF2-40B4-BE49-F238E27FC236}">
                    <a16:creationId xmlns:a16="http://schemas.microsoft.com/office/drawing/2014/main" id="{E3978965-DE50-81D4-5029-491F48A60D95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" name="pg418">
                <a:extLst>
                  <a:ext uri="{FF2B5EF4-FFF2-40B4-BE49-F238E27FC236}">
                    <a16:creationId xmlns:a16="http://schemas.microsoft.com/office/drawing/2014/main" id="{C8DE21BA-307C-1A59-33C3-40BDAA66A622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" name="pg419">
                <a:extLst>
                  <a:ext uri="{FF2B5EF4-FFF2-40B4-BE49-F238E27FC236}">
                    <a16:creationId xmlns:a16="http://schemas.microsoft.com/office/drawing/2014/main" id="{D4D22080-FE50-47B7-CA44-690B1FC81797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" name="pg420">
                <a:extLst>
                  <a:ext uri="{FF2B5EF4-FFF2-40B4-BE49-F238E27FC236}">
                    <a16:creationId xmlns:a16="http://schemas.microsoft.com/office/drawing/2014/main" id="{9F728363-96DC-57F3-9517-268EFE4FA14C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" name="pg421">
                <a:extLst>
                  <a:ext uri="{FF2B5EF4-FFF2-40B4-BE49-F238E27FC236}">
                    <a16:creationId xmlns:a16="http://schemas.microsoft.com/office/drawing/2014/main" id="{597EAC0D-83B6-3568-A37E-D49BC765BBAE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" name="pg422">
                <a:extLst>
                  <a:ext uri="{FF2B5EF4-FFF2-40B4-BE49-F238E27FC236}">
                    <a16:creationId xmlns:a16="http://schemas.microsoft.com/office/drawing/2014/main" id="{4A431CFE-AEA7-F290-3199-B38FE328BBD8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" name="pg423">
                <a:extLst>
                  <a:ext uri="{FF2B5EF4-FFF2-40B4-BE49-F238E27FC236}">
                    <a16:creationId xmlns:a16="http://schemas.microsoft.com/office/drawing/2014/main" id="{DECB4CC4-AA4B-5F13-AF34-7ADAF785E698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" name="pg424">
                <a:extLst>
                  <a:ext uri="{FF2B5EF4-FFF2-40B4-BE49-F238E27FC236}">
                    <a16:creationId xmlns:a16="http://schemas.microsoft.com/office/drawing/2014/main" id="{ABA655E1-9442-DB96-65D5-3B5BAAC758E6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" name="pg425">
                <a:extLst>
                  <a:ext uri="{FF2B5EF4-FFF2-40B4-BE49-F238E27FC236}">
                    <a16:creationId xmlns:a16="http://schemas.microsoft.com/office/drawing/2014/main" id="{82902501-DDA4-4DE5-F91A-19E81EA011FA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" name="pg426">
                <a:extLst>
                  <a:ext uri="{FF2B5EF4-FFF2-40B4-BE49-F238E27FC236}">
                    <a16:creationId xmlns:a16="http://schemas.microsoft.com/office/drawing/2014/main" id="{B6C13E50-A07E-A3B1-0FAD-91E93B373494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" name="pg427">
                <a:extLst>
                  <a:ext uri="{FF2B5EF4-FFF2-40B4-BE49-F238E27FC236}">
                    <a16:creationId xmlns:a16="http://schemas.microsoft.com/office/drawing/2014/main" id="{354585E9-7653-8632-A5B4-69292F184F7D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" name="pg428">
                <a:extLst>
                  <a:ext uri="{FF2B5EF4-FFF2-40B4-BE49-F238E27FC236}">
                    <a16:creationId xmlns:a16="http://schemas.microsoft.com/office/drawing/2014/main" id="{211F641B-FDAC-5CCA-52E3-70E04DE7AE8D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" name="pg429">
                <a:extLst>
                  <a:ext uri="{FF2B5EF4-FFF2-40B4-BE49-F238E27FC236}">
                    <a16:creationId xmlns:a16="http://schemas.microsoft.com/office/drawing/2014/main" id="{4120C9F1-21F9-DE64-59BE-FE6A16AE1B53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" name="pg430">
                <a:extLst>
                  <a:ext uri="{FF2B5EF4-FFF2-40B4-BE49-F238E27FC236}">
                    <a16:creationId xmlns:a16="http://schemas.microsoft.com/office/drawing/2014/main" id="{8944BA8F-77CF-7C79-3862-C03BA591DBA3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" name="pg431">
                <a:extLst>
                  <a:ext uri="{FF2B5EF4-FFF2-40B4-BE49-F238E27FC236}">
                    <a16:creationId xmlns:a16="http://schemas.microsoft.com/office/drawing/2014/main" id="{694DD380-3432-ACD3-2694-321BE2DFE429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" name="pg432">
                <a:extLst>
                  <a:ext uri="{FF2B5EF4-FFF2-40B4-BE49-F238E27FC236}">
                    <a16:creationId xmlns:a16="http://schemas.microsoft.com/office/drawing/2014/main" id="{46B47D25-8DE4-8E4C-92BD-BCE8997717DA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" name="pg433">
                <a:extLst>
                  <a:ext uri="{FF2B5EF4-FFF2-40B4-BE49-F238E27FC236}">
                    <a16:creationId xmlns:a16="http://schemas.microsoft.com/office/drawing/2014/main" id="{CE2842A8-2BCC-F1EA-5E5E-D3DC6BCED69F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" name="pg434">
                <a:extLst>
                  <a:ext uri="{FF2B5EF4-FFF2-40B4-BE49-F238E27FC236}">
                    <a16:creationId xmlns:a16="http://schemas.microsoft.com/office/drawing/2014/main" id="{552718AB-31B3-41B0-7317-6985F2749F77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" name="pg435">
                <a:extLst>
                  <a:ext uri="{FF2B5EF4-FFF2-40B4-BE49-F238E27FC236}">
                    <a16:creationId xmlns:a16="http://schemas.microsoft.com/office/drawing/2014/main" id="{3FD86E25-C1A9-91D7-315E-CEB6C6F19AAA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" name="pg436">
                <a:extLst>
                  <a:ext uri="{FF2B5EF4-FFF2-40B4-BE49-F238E27FC236}">
                    <a16:creationId xmlns:a16="http://schemas.microsoft.com/office/drawing/2014/main" id="{480614A6-3F2D-0936-2A50-233E7941C1D9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" name="pg437">
                <a:extLst>
                  <a:ext uri="{FF2B5EF4-FFF2-40B4-BE49-F238E27FC236}">
                    <a16:creationId xmlns:a16="http://schemas.microsoft.com/office/drawing/2014/main" id="{4763ECDD-DF5B-04E7-DBC0-5AA8362445F8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" name="pg438">
                <a:extLst>
                  <a:ext uri="{FF2B5EF4-FFF2-40B4-BE49-F238E27FC236}">
                    <a16:creationId xmlns:a16="http://schemas.microsoft.com/office/drawing/2014/main" id="{F74B8DCF-BE49-A7BE-D274-35D9B96F212E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" name="pg439">
                <a:extLst>
                  <a:ext uri="{FF2B5EF4-FFF2-40B4-BE49-F238E27FC236}">
                    <a16:creationId xmlns:a16="http://schemas.microsoft.com/office/drawing/2014/main" id="{DF50FB1E-06E6-35E2-4460-A77736CF100E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" name="pg440">
                <a:extLst>
                  <a:ext uri="{FF2B5EF4-FFF2-40B4-BE49-F238E27FC236}">
                    <a16:creationId xmlns:a16="http://schemas.microsoft.com/office/drawing/2014/main" id="{4B415891-2595-CF99-E750-37A5988142BF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" name="pg441">
                <a:extLst>
                  <a:ext uri="{FF2B5EF4-FFF2-40B4-BE49-F238E27FC236}">
                    <a16:creationId xmlns:a16="http://schemas.microsoft.com/office/drawing/2014/main" id="{6AC1EAAD-3986-BFE8-99BD-4C45B6B27739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" name="pg442">
                <a:extLst>
                  <a:ext uri="{FF2B5EF4-FFF2-40B4-BE49-F238E27FC236}">
                    <a16:creationId xmlns:a16="http://schemas.microsoft.com/office/drawing/2014/main" id="{99947D27-DB10-FB2E-C4DD-B21F47765116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" name="pg443">
                <a:extLst>
                  <a:ext uri="{FF2B5EF4-FFF2-40B4-BE49-F238E27FC236}">
                    <a16:creationId xmlns:a16="http://schemas.microsoft.com/office/drawing/2014/main" id="{7D7F4A34-E0B5-532A-69E6-43613B07224F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" name="pg444">
                <a:extLst>
                  <a:ext uri="{FF2B5EF4-FFF2-40B4-BE49-F238E27FC236}">
                    <a16:creationId xmlns:a16="http://schemas.microsoft.com/office/drawing/2014/main" id="{CDF2CB61-3CE9-9536-97B1-F571B57B094F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" name="pg445">
                <a:extLst>
                  <a:ext uri="{FF2B5EF4-FFF2-40B4-BE49-F238E27FC236}">
                    <a16:creationId xmlns:a16="http://schemas.microsoft.com/office/drawing/2014/main" id="{2D3CC6D7-62E3-A1EC-F04D-B30979B4A3E2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" name="pg446">
                <a:extLst>
                  <a:ext uri="{FF2B5EF4-FFF2-40B4-BE49-F238E27FC236}">
                    <a16:creationId xmlns:a16="http://schemas.microsoft.com/office/drawing/2014/main" id="{A44C1321-7A67-F9AA-0137-F4D2BAE99EFB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" name="pg447">
                <a:extLst>
                  <a:ext uri="{FF2B5EF4-FFF2-40B4-BE49-F238E27FC236}">
                    <a16:creationId xmlns:a16="http://schemas.microsoft.com/office/drawing/2014/main" id="{299E9262-EF54-A2C8-693D-8CC908BAEBD0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" name="pg448">
                <a:extLst>
                  <a:ext uri="{FF2B5EF4-FFF2-40B4-BE49-F238E27FC236}">
                    <a16:creationId xmlns:a16="http://schemas.microsoft.com/office/drawing/2014/main" id="{8A11259F-BDC4-6C58-A0FE-F4C6F0F378DA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" name="pg449">
                <a:extLst>
                  <a:ext uri="{FF2B5EF4-FFF2-40B4-BE49-F238E27FC236}">
                    <a16:creationId xmlns:a16="http://schemas.microsoft.com/office/drawing/2014/main" id="{8585AA55-8A06-F95C-28C3-295D99A404F8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" name="pg450">
                <a:extLst>
                  <a:ext uri="{FF2B5EF4-FFF2-40B4-BE49-F238E27FC236}">
                    <a16:creationId xmlns:a16="http://schemas.microsoft.com/office/drawing/2014/main" id="{D94659BF-3B32-3C2C-8819-75B399B8E401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" name="pg451">
                <a:extLst>
                  <a:ext uri="{FF2B5EF4-FFF2-40B4-BE49-F238E27FC236}">
                    <a16:creationId xmlns:a16="http://schemas.microsoft.com/office/drawing/2014/main" id="{C607D5C0-29A9-67FE-3720-40BF39A374FF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" name="pg452">
                <a:extLst>
                  <a:ext uri="{FF2B5EF4-FFF2-40B4-BE49-F238E27FC236}">
                    <a16:creationId xmlns:a16="http://schemas.microsoft.com/office/drawing/2014/main" id="{A1439F88-45AC-BB81-94D8-39964FB64742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" name="pg453">
                <a:extLst>
                  <a:ext uri="{FF2B5EF4-FFF2-40B4-BE49-F238E27FC236}">
                    <a16:creationId xmlns:a16="http://schemas.microsoft.com/office/drawing/2014/main" id="{D4E07C69-0321-E050-A611-5427BEFA9EBA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" name="pg454">
                <a:extLst>
                  <a:ext uri="{FF2B5EF4-FFF2-40B4-BE49-F238E27FC236}">
                    <a16:creationId xmlns:a16="http://schemas.microsoft.com/office/drawing/2014/main" id="{410B5B13-C3B8-73CF-DBE4-0982D78C2896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" name="pg455">
                <a:extLst>
                  <a:ext uri="{FF2B5EF4-FFF2-40B4-BE49-F238E27FC236}">
                    <a16:creationId xmlns:a16="http://schemas.microsoft.com/office/drawing/2014/main" id="{BA5C536A-DAE6-A565-02E2-47A5275DC090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" name="pg456">
                <a:extLst>
                  <a:ext uri="{FF2B5EF4-FFF2-40B4-BE49-F238E27FC236}">
                    <a16:creationId xmlns:a16="http://schemas.microsoft.com/office/drawing/2014/main" id="{BCF3B4CE-99F6-115F-60EC-270669079356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" name="pg457">
                <a:extLst>
                  <a:ext uri="{FF2B5EF4-FFF2-40B4-BE49-F238E27FC236}">
                    <a16:creationId xmlns:a16="http://schemas.microsoft.com/office/drawing/2014/main" id="{4AA83127-A2A9-E8F4-78F7-532469E47049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" name="pg458">
                <a:extLst>
                  <a:ext uri="{FF2B5EF4-FFF2-40B4-BE49-F238E27FC236}">
                    <a16:creationId xmlns:a16="http://schemas.microsoft.com/office/drawing/2014/main" id="{F8932782-4B0E-3E37-F4BD-F3C66839BA81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" name="pg459">
                <a:extLst>
                  <a:ext uri="{FF2B5EF4-FFF2-40B4-BE49-F238E27FC236}">
                    <a16:creationId xmlns:a16="http://schemas.microsoft.com/office/drawing/2014/main" id="{43CA4067-5876-FE89-60CB-C8C7FD66E8EE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" name="pg460">
                <a:extLst>
                  <a:ext uri="{FF2B5EF4-FFF2-40B4-BE49-F238E27FC236}">
                    <a16:creationId xmlns:a16="http://schemas.microsoft.com/office/drawing/2014/main" id="{ECD35002-1B44-BD05-B8F9-BA5DDE8A057B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" name="pg461">
                <a:extLst>
                  <a:ext uri="{FF2B5EF4-FFF2-40B4-BE49-F238E27FC236}">
                    <a16:creationId xmlns:a16="http://schemas.microsoft.com/office/drawing/2014/main" id="{823779F9-3175-8965-4BAA-D45B755F0339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" name="pg462">
                <a:extLst>
                  <a:ext uri="{FF2B5EF4-FFF2-40B4-BE49-F238E27FC236}">
                    <a16:creationId xmlns:a16="http://schemas.microsoft.com/office/drawing/2014/main" id="{0EDEDC6A-667D-85AD-A6AB-83A943E60547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" name="pg463">
                <a:extLst>
                  <a:ext uri="{FF2B5EF4-FFF2-40B4-BE49-F238E27FC236}">
                    <a16:creationId xmlns:a16="http://schemas.microsoft.com/office/drawing/2014/main" id="{A32F5793-3408-D9E2-B5A0-B3E3DAAEC82B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" name="pg464">
                <a:extLst>
                  <a:ext uri="{FF2B5EF4-FFF2-40B4-BE49-F238E27FC236}">
                    <a16:creationId xmlns:a16="http://schemas.microsoft.com/office/drawing/2014/main" id="{0E949749-69F4-2C1D-3362-B5A32ACB1750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" name="pg465">
                <a:extLst>
                  <a:ext uri="{FF2B5EF4-FFF2-40B4-BE49-F238E27FC236}">
                    <a16:creationId xmlns:a16="http://schemas.microsoft.com/office/drawing/2014/main" id="{F6EFEBE3-DBFC-DEBB-CC4F-22AFF84035F6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" name="pg466">
                <a:extLst>
                  <a:ext uri="{FF2B5EF4-FFF2-40B4-BE49-F238E27FC236}">
                    <a16:creationId xmlns:a16="http://schemas.microsoft.com/office/drawing/2014/main" id="{BA8ED4AF-0B08-46E0-1A55-10A3DD2B7FE2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" name="pg467">
                <a:extLst>
                  <a:ext uri="{FF2B5EF4-FFF2-40B4-BE49-F238E27FC236}">
                    <a16:creationId xmlns:a16="http://schemas.microsoft.com/office/drawing/2014/main" id="{FE10E370-237E-A3AB-6FA8-B9CEEEA4D58D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" name="pg468">
                <a:extLst>
                  <a:ext uri="{FF2B5EF4-FFF2-40B4-BE49-F238E27FC236}">
                    <a16:creationId xmlns:a16="http://schemas.microsoft.com/office/drawing/2014/main" id="{2D6ED68D-F64E-A350-C692-2CB18F1EA6EF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" name="pg469">
                <a:extLst>
                  <a:ext uri="{FF2B5EF4-FFF2-40B4-BE49-F238E27FC236}">
                    <a16:creationId xmlns:a16="http://schemas.microsoft.com/office/drawing/2014/main" id="{1868D69F-CD61-155A-06D4-45421189F57E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" name="pg470">
                <a:extLst>
                  <a:ext uri="{FF2B5EF4-FFF2-40B4-BE49-F238E27FC236}">
                    <a16:creationId xmlns:a16="http://schemas.microsoft.com/office/drawing/2014/main" id="{D4D29562-FCD0-049D-BEA7-1C8FFD278412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1" name="pg471">
                <a:extLst>
                  <a:ext uri="{FF2B5EF4-FFF2-40B4-BE49-F238E27FC236}">
                    <a16:creationId xmlns:a16="http://schemas.microsoft.com/office/drawing/2014/main" id="{AAB99293-09BB-7035-E004-7005E9B7BEEE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2" name="pg472">
                <a:extLst>
                  <a:ext uri="{FF2B5EF4-FFF2-40B4-BE49-F238E27FC236}">
                    <a16:creationId xmlns:a16="http://schemas.microsoft.com/office/drawing/2014/main" id="{EC25F177-C821-C908-4939-1E5B322BF83F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3" name="pg473">
                <a:extLst>
                  <a:ext uri="{FF2B5EF4-FFF2-40B4-BE49-F238E27FC236}">
                    <a16:creationId xmlns:a16="http://schemas.microsoft.com/office/drawing/2014/main" id="{F36BA739-E175-35CB-BEC1-320A2324F375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4" name="pg474">
                <a:extLst>
                  <a:ext uri="{FF2B5EF4-FFF2-40B4-BE49-F238E27FC236}">
                    <a16:creationId xmlns:a16="http://schemas.microsoft.com/office/drawing/2014/main" id="{C0858357-9018-8247-12B0-AB63FBA6613D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5" name="pg475">
                <a:extLst>
                  <a:ext uri="{FF2B5EF4-FFF2-40B4-BE49-F238E27FC236}">
                    <a16:creationId xmlns:a16="http://schemas.microsoft.com/office/drawing/2014/main" id="{827601DA-B381-8631-D7C9-2C08191CB825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6" name="pg476">
                <a:extLst>
                  <a:ext uri="{FF2B5EF4-FFF2-40B4-BE49-F238E27FC236}">
                    <a16:creationId xmlns:a16="http://schemas.microsoft.com/office/drawing/2014/main" id="{27F1E503-E7E1-F672-E8E1-DE620590DC97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7" name="pg477">
                <a:extLst>
                  <a:ext uri="{FF2B5EF4-FFF2-40B4-BE49-F238E27FC236}">
                    <a16:creationId xmlns:a16="http://schemas.microsoft.com/office/drawing/2014/main" id="{9A06152C-D167-E03E-92EC-631C90195BA5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8" name="pg478">
                <a:extLst>
                  <a:ext uri="{FF2B5EF4-FFF2-40B4-BE49-F238E27FC236}">
                    <a16:creationId xmlns:a16="http://schemas.microsoft.com/office/drawing/2014/main" id="{6D867BD3-FC11-5362-4C4B-DF12570DA232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9" name="pg479">
                <a:extLst>
                  <a:ext uri="{FF2B5EF4-FFF2-40B4-BE49-F238E27FC236}">
                    <a16:creationId xmlns:a16="http://schemas.microsoft.com/office/drawing/2014/main" id="{DB6CE0C9-D33B-9797-86AE-D659662CFA1F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0" name="pg480">
                <a:extLst>
                  <a:ext uri="{FF2B5EF4-FFF2-40B4-BE49-F238E27FC236}">
                    <a16:creationId xmlns:a16="http://schemas.microsoft.com/office/drawing/2014/main" id="{DC3EE66E-9302-7ADD-F682-58A48F33ECBD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1" name="pg481">
                <a:extLst>
                  <a:ext uri="{FF2B5EF4-FFF2-40B4-BE49-F238E27FC236}">
                    <a16:creationId xmlns:a16="http://schemas.microsoft.com/office/drawing/2014/main" id="{E56E1736-DD8E-1493-07F8-ADF07D31E144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2" name="pg482">
                <a:extLst>
                  <a:ext uri="{FF2B5EF4-FFF2-40B4-BE49-F238E27FC236}">
                    <a16:creationId xmlns:a16="http://schemas.microsoft.com/office/drawing/2014/main" id="{F559B4BC-0132-301A-3B55-2F54C9FC1666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3" name="pg483">
                <a:extLst>
                  <a:ext uri="{FF2B5EF4-FFF2-40B4-BE49-F238E27FC236}">
                    <a16:creationId xmlns:a16="http://schemas.microsoft.com/office/drawing/2014/main" id="{CAC3C0C4-AFBC-57B2-1154-9653060EB9C2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4" name="pg484">
                <a:extLst>
                  <a:ext uri="{FF2B5EF4-FFF2-40B4-BE49-F238E27FC236}">
                    <a16:creationId xmlns:a16="http://schemas.microsoft.com/office/drawing/2014/main" id="{24BE4F00-E23E-3395-0253-005129E200B9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5" name="pg485">
                <a:extLst>
                  <a:ext uri="{FF2B5EF4-FFF2-40B4-BE49-F238E27FC236}">
                    <a16:creationId xmlns:a16="http://schemas.microsoft.com/office/drawing/2014/main" id="{6AEF0ED6-0CFC-027B-C857-D98CF651A454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6" name="pg486">
                <a:extLst>
                  <a:ext uri="{FF2B5EF4-FFF2-40B4-BE49-F238E27FC236}">
                    <a16:creationId xmlns:a16="http://schemas.microsoft.com/office/drawing/2014/main" id="{6B1A54A1-3CF3-B4E4-A782-E119F04EAD16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7" name="pg487">
                <a:extLst>
                  <a:ext uri="{FF2B5EF4-FFF2-40B4-BE49-F238E27FC236}">
                    <a16:creationId xmlns:a16="http://schemas.microsoft.com/office/drawing/2014/main" id="{E3FCDDAD-B97F-BB2D-3FDA-FB5ADB4E1A3C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8" name="pg488">
                <a:extLst>
                  <a:ext uri="{FF2B5EF4-FFF2-40B4-BE49-F238E27FC236}">
                    <a16:creationId xmlns:a16="http://schemas.microsoft.com/office/drawing/2014/main" id="{E8402522-F6F6-C292-B31B-9A624B5F88B3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9" name="pg489">
                <a:extLst>
                  <a:ext uri="{FF2B5EF4-FFF2-40B4-BE49-F238E27FC236}">
                    <a16:creationId xmlns:a16="http://schemas.microsoft.com/office/drawing/2014/main" id="{9CDFD7EC-8A83-10A6-E79F-1A400C590819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0" name="pg490">
                <a:extLst>
                  <a:ext uri="{FF2B5EF4-FFF2-40B4-BE49-F238E27FC236}">
                    <a16:creationId xmlns:a16="http://schemas.microsoft.com/office/drawing/2014/main" id="{FDBAD16F-42E4-E705-80E5-83FFA8931D56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1" name="pg491">
                <a:extLst>
                  <a:ext uri="{FF2B5EF4-FFF2-40B4-BE49-F238E27FC236}">
                    <a16:creationId xmlns:a16="http://schemas.microsoft.com/office/drawing/2014/main" id="{869A9CB5-9473-D064-00ED-F6D8D8F39872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2" name="pg492">
                <a:extLst>
                  <a:ext uri="{FF2B5EF4-FFF2-40B4-BE49-F238E27FC236}">
                    <a16:creationId xmlns:a16="http://schemas.microsoft.com/office/drawing/2014/main" id="{847AC595-0B58-1DAD-ED72-D0731C0DF61C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3" name="pg493">
                <a:extLst>
                  <a:ext uri="{FF2B5EF4-FFF2-40B4-BE49-F238E27FC236}">
                    <a16:creationId xmlns:a16="http://schemas.microsoft.com/office/drawing/2014/main" id="{339E79A0-E5FC-6A6D-8815-EBFD665C93A5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4" name="pg494">
                <a:extLst>
                  <a:ext uri="{FF2B5EF4-FFF2-40B4-BE49-F238E27FC236}">
                    <a16:creationId xmlns:a16="http://schemas.microsoft.com/office/drawing/2014/main" id="{7F82BB9F-FBDF-4800-9899-5CF87A6D814A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5" name="pg495">
                <a:extLst>
                  <a:ext uri="{FF2B5EF4-FFF2-40B4-BE49-F238E27FC236}">
                    <a16:creationId xmlns:a16="http://schemas.microsoft.com/office/drawing/2014/main" id="{72C27DCD-EEE1-6084-33C5-F81A4E013D14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6" name="pg496">
                <a:extLst>
                  <a:ext uri="{FF2B5EF4-FFF2-40B4-BE49-F238E27FC236}">
                    <a16:creationId xmlns:a16="http://schemas.microsoft.com/office/drawing/2014/main" id="{71EE4186-D3BF-F410-608B-BB3896436D2E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7" name="pg497">
                <a:extLst>
                  <a:ext uri="{FF2B5EF4-FFF2-40B4-BE49-F238E27FC236}">
                    <a16:creationId xmlns:a16="http://schemas.microsoft.com/office/drawing/2014/main" id="{87A2298D-1F56-0172-FE79-29CB7D0B614A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8" name="pg498">
                <a:extLst>
                  <a:ext uri="{FF2B5EF4-FFF2-40B4-BE49-F238E27FC236}">
                    <a16:creationId xmlns:a16="http://schemas.microsoft.com/office/drawing/2014/main" id="{72CA4691-C5AD-7692-7DCA-AC7EEB36F56A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9" name="pg499">
                <a:extLst>
                  <a:ext uri="{FF2B5EF4-FFF2-40B4-BE49-F238E27FC236}">
                    <a16:creationId xmlns:a16="http://schemas.microsoft.com/office/drawing/2014/main" id="{D43328BA-892D-D19B-5839-DAA0432682B2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0" name="pg500">
                <a:extLst>
                  <a:ext uri="{FF2B5EF4-FFF2-40B4-BE49-F238E27FC236}">
                    <a16:creationId xmlns:a16="http://schemas.microsoft.com/office/drawing/2014/main" id="{4EBAEEBC-9724-8831-6BC1-25A22C0E6861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1" name="pg501">
                <a:extLst>
                  <a:ext uri="{FF2B5EF4-FFF2-40B4-BE49-F238E27FC236}">
                    <a16:creationId xmlns:a16="http://schemas.microsoft.com/office/drawing/2014/main" id="{92DAF291-6D46-0117-950F-5F19D4F241A8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2" name="pg502">
                <a:extLst>
                  <a:ext uri="{FF2B5EF4-FFF2-40B4-BE49-F238E27FC236}">
                    <a16:creationId xmlns:a16="http://schemas.microsoft.com/office/drawing/2014/main" id="{F4CB39F8-ABB6-268A-83CE-0DE3A967AEC7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3" name="pg503">
                <a:extLst>
                  <a:ext uri="{FF2B5EF4-FFF2-40B4-BE49-F238E27FC236}">
                    <a16:creationId xmlns:a16="http://schemas.microsoft.com/office/drawing/2014/main" id="{086533FC-B928-875D-1864-A4BB4B0B45D7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4" name="pg504">
                <a:extLst>
                  <a:ext uri="{FF2B5EF4-FFF2-40B4-BE49-F238E27FC236}">
                    <a16:creationId xmlns:a16="http://schemas.microsoft.com/office/drawing/2014/main" id="{9B2078D3-9980-F897-D4B3-CCF43EB82DFB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5" name="pg505">
                <a:extLst>
                  <a:ext uri="{FF2B5EF4-FFF2-40B4-BE49-F238E27FC236}">
                    <a16:creationId xmlns:a16="http://schemas.microsoft.com/office/drawing/2014/main" id="{49A8B047-A857-9A3A-F3F6-7B19D3522FC9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6" name="pg506">
                <a:extLst>
                  <a:ext uri="{FF2B5EF4-FFF2-40B4-BE49-F238E27FC236}">
                    <a16:creationId xmlns:a16="http://schemas.microsoft.com/office/drawing/2014/main" id="{B7E3E1A9-9363-3A26-6F70-9C7FF8A0012F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7" name="pg507">
                <a:extLst>
                  <a:ext uri="{FF2B5EF4-FFF2-40B4-BE49-F238E27FC236}">
                    <a16:creationId xmlns:a16="http://schemas.microsoft.com/office/drawing/2014/main" id="{96A26D57-1B1B-B3DA-B198-663E66845FA4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8" name="pg508">
                <a:extLst>
                  <a:ext uri="{FF2B5EF4-FFF2-40B4-BE49-F238E27FC236}">
                    <a16:creationId xmlns:a16="http://schemas.microsoft.com/office/drawing/2014/main" id="{2AC615A9-9DBB-837B-4AE8-0916D82263F0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9" name="pg509">
                <a:extLst>
                  <a:ext uri="{FF2B5EF4-FFF2-40B4-BE49-F238E27FC236}">
                    <a16:creationId xmlns:a16="http://schemas.microsoft.com/office/drawing/2014/main" id="{2543460C-1FDD-F3DE-F9AC-B7A3B82CC3FE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0" name="pg510">
                <a:extLst>
                  <a:ext uri="{FF2B5EF4-FFF2-40B4-BE49-F238E27FC236}">
                    <a16:creationId xmlns:a16="http://schemas.microsoft.com/office/drawing/2014/main" id="{0D066804-7E83-B8BE-6327-AE5C5C95F463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1" name="pg511">
                <a:extLst>
                  <a:ext uri="{FF2B5EF4-FFF2-40B4-BE49-F238E27FC236}">
                    <a16:creationId xmlns:a16="http://schemas.microsoft.com/office/drawing/2014/main" id="{7F851EEE-8301-9690-8B26-4D374BE8EFE3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2" name="pg512">
                <a:extLst>
                  <a:ext uri="{FF2B5EF4-FFF2-40B4-BE49-F238E27FC236}">
                    <a16:creationId xmlns:a16="http://schemas.microsoft.com/office/drawing/2014/main" id="{15E0DB57-B359-2ECE-8527-FF545B2357EE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3" name="pg513">
                <a:extLst>
                  <a:ext uri="{FF2B5EF4-FFF2-40B4-BE49-F238E27FC236}">
                    <a16:creationId xmlns:a16="http://schemas.microsoft.com/office/drawing/2014/main" id="{530DFCDC-2DD8-3F00-E8EF-A0529CF1B042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4" name="pg514">
                <a:extLst>
                  <a:ext uri="{FF2B5EF4-FFF2-40B4-BE49-F238E27FC236}">
                    <a16:creationId xmlns:a16="http://schemas.microsoft.com/office/drawing/2014/main" id="{C0D20855-3FAD-53D8-CAA4-6136E040F5D4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5" name="pg515">
                <a:extLst>
                  <a:ext uri="{FF2B5EF4-FFF2-40B4-BE49-F238E27FC236}">
                    <a16:creationId xmlns:a16="http://schemas.microsoft.com/office/drawing/2014/main" id="{004B4F6F-58DD-63B7-54AC-7EEBED5DCF67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6" name="pg516">
                <a:extLst>
                  <a:ext uri="{FF2B5EF4-FFF2-40B4-BE49-F238E27FC236}">
                    <a16:creationId xmlns:a16="http://schemas.microsoft.com/office/drawing/2014/main" id="{628DB0A9-B6D4-0AB1-9EDE-B3FB22F3F509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7" name="pg517">
                <a:extLst>
                  <a:ext uri="{FF2B5EF4-FFF2-40B4-BE49-F238E27FC236}">
                    <a16:creationId xmlns:a16="http://schemas.microsoft.com/office/drawing/2014/main" id="{28704C60-C968-07F0-0797-E62B73627BF7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8" name="pg518">
                <a:extLst>
                  <a:ext uri="{FF2B5EF4-FFF2-40B4-BE49-F238E27FC236}">
                    <a16:creationId xmlns:a16="http://schemas.microsoft.com/office/drawing/2014/main" id="{E0734AE2-5700-090C-44BC-AB52771E21DF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9" name="pg519">
                <a:extLst>
                  <a:ext uri="{FF2B5EF4-FFF2-40B4-BE49-F238E27FC236}">
                    <a16:creationId xmlns:a16="http://schemas.microsoft.com/office/drawing/2014/main" id="{6E86DE8F-8A59-2877-CEC3-3367F71992D2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0" name="pg520">
                <a:extLst>
                  <a:ext uri="{FF2B5EF4-FFF2-40B4-BE49-F238E27FC236}">
                    <a16:creationId xmlns:a16="http://schemas.microsoft.com/office/drawing/2014/main" id="{6032270C-C6AF-6A7C-A120-23D0C9A0E983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1" name="pg521">
                <a:extLst>
                  <a:ext uri="{FF2B5EF4-FFF2-40B4-BE49-F238E27FC236}">
                    <a16:creationId xmlns:a16="http://schemas.microsoft.com/office/drawing/2014/main" id="{0EB86A91-F289-EB26-516C-4C2271FF7DEC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2" name="pg522">
                <a:extLst>
                  <a:ext uri="{FF2B5EF4-FFF2-40B4-BE49-F238E27FC236}">
                    <a16:creationId xmlns:a16="http://schemas.microsoft.com/office/drawing/2014/main" id="{2C30B55E-385A-6C0A-FDD9-CD6F6BBF361A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3" name="pg523">
                <a:extLst>
                  <a:ext uri="{FF2B5EF4-FFF2-40B4-BE49-F238E27FC236}">
                    <a16:creationId xmlns:a16="http://schemas.microsoft.com/office/drawing/2014/main" id="{FF5BAC7B-3E92-EC21-AAC8-C183116123A2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4" name="pg524">
                <a:extLst>
                  <a:ext uri="{FF2B5EF4-FFF2-40B4-BE49-F238E27FC236}">
                    <a16:creationId xmlns:a16="http://schemas.microsoft.com/office/drawing/2014/main" id="{574E089C-F9C2-B9E7-7D02-87C0BC369615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5" name="pg525">
                <a:extLst>
                  <a:ext uri="{FF2B5EF4-FFF2-40B4-BE49-F238E27FC236}">
                    <a16:creationId xmlns:a16="http://schemas.microsoft.com/office/drawing/2014/main" id="{9DBEA021-3748-5846-9132-8B297D660870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6" name="pg526">
                <a:extLst>
                  <a:ext uri="{FF2B5EF4-FFF2-40B4-BE49-F238E27FC236}">
                    <a16:creationId xmlns:a16="http://schemas.microsoft.com/office/drawing/2014/main" id="{E3BC49DD-946C-0F73-44A2-8FBDA739EDD3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7" name="pg527">
                <a:extLst>
                  <a:ext uri="{FF2B5EF4-FFF2-40B4-BE49-F238E27FC236}">
                    <a16:creationId xmlns:a16="http://schemas.microsoft.com/office/drawing/2014/main" id="{724559BF-FE04-4438-4F40-A575B61CBDBD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8" name="pg528">
                <a:extLst>
                  <a:ext uri="{FF2B5EF4-FFF2-40B4-BE49-F238E27FC236}">
                    <a16:creationId xmlns:a16="http://schemas.microsoft.com/office/drawing/2014/main" id="{34E328EB-803E-FFFE-AFB3-7F6096A18BD1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9" name="pg529">
                <a:extLst>
                  <a:ext uri="{FF2B5EF4-FFF2-40B4-BE49-F238E27FC236}">
                    <a16:creationId xmlns:a16="http://schemas.microsoft.com/office/drawing/2014/main" id="{1C3C2089-C1FA-9712-109F-C0E2CB9D0402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0" name="pg530">
                <a:extLst>
                  <a:ext uri="{FF2B5EF4-FFF2-40B4-BE49-F238E27FC236}">
                    <a16:creationId xmlns:a16="http://schemas.microsoft.com/office/drawing/2014/main" id="{9DDBF4CB-729E-DA69-467A-E038A1BC2DD4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1" name="pg531">
                <a:extLst>
                  <a:ext uri="{FF2B5EF4-FFF2-40B4-BE49-F238E27FC236}">
                    <a16:creationId xmlns:a16="http://schemas.microsoft.com/office/drawing/2014/main" id="{F35ED24C-551E-FB9B-B0D5-6627CB48ADE7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2" name="pg532">
                <a:extLst>
                  <a:ext uri="{FF2B5EF4-FFF2-40B4-BE49-F238E27FC236}">
                    <a16:creationId xmlns:a16="http://schemas.microsoft.com/office/drawing/2014/main" id="{B63CBAE0-3BF4-8746-565D-8B151CC03FCF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3" name="pg533">
                <a:extLst>
                  <a:ext uri="{FF2B5EF4-FFF2-40B4-BE49-F238E27FC236}">
                    <a16:creationId xmlns:a16="http://schemas.microsoft.com/office/drawing/2014/main" id="{6DC12496-BEC4-EC71-2AB6-4F1F7E45205B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4" name="pg534">
                <a:extLst>
                  <a:ext uri="{FF2B5EF4-FFF2-40B4-BE49-F238E27FC236}">
                    <a16:creationId xmlns:a16="http://schemas.microsoft.com/office/drawing/2014/main" id="{A62A1839-81E8-5136-A640-9520F6708465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5" name="pg535">
                <a:extLst>
                  <a:ext uri="{FF2B5EF4-FFF2-40B4-BE49-F238E27FC236}">
                    <a16:creationId xmlns:a16="http://schemas.microsoft.com/office/drawing/2014/main" id="{D0E24737-0962-79AF-CC03-3D9B6A7CE73A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6" name="pg536">
                <a:extLst>
                  <a:ext uri="{FF2B5EF4-FFF2-40B4-BE49-F238E27FC236}">
                    <a16:creationId xmlns:a16="http://schemas.microsoft.com/office/drawing/2014/main" id="{97CCA610-2E40-0559-2EDE-635BE3A23FAC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" name="pg537">
                <a:extLst>
                  <a:ext uri="{FF2B5EF4-FFF2-40B4-BE49-F238E27FC236}">
                    <a16:creationId xmlns:a16="http://schemas.microsoft.com/office/drawing/2014/main" id="{ACCD3D6C-876C-7C54-B76E-9829E5A8A7A5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" name="pg538">
                <a:extLst>
                  <a:ext uri="{FF2B5EF4-FFF2-40B4-BE49-F238E27FC236}">
                    <a16:creationId xmlns:a16="http://schemas.microsoft.com/office/drawing/2014/main" id="{76FABFA2-32F5-8F36-3D86-729CF45338DD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" name="pg539">
                <a:extLst>
                  <a:ext uri="{FF2B5EF4-FFF2-40B4-BE49-F238E27FC236}">
                    <a16:creationId xmlns:a16="http://schemas.microsoft.com/office/drawing/2014/main" id="{53D59F1F-5A1B-D0B6-45F5-77773D69EC99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" name="pg540">
                <a:extLst>
                  <a:ext uri="{FF2B5EF4-FFF2-40B4-BE49-F238E27FC236}">
                    <a16:creationId xmlns:a16="http://schemas.microsoft.com/office/drawing/2014/main" id="{0D97D19D-2D8E-F20E-ECEA-78CA9C1B4A32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" name="pg541">
                <a:extLst>
                  <a:ext uri="{FF2B5EF4-FFF2-40B4-BE49-F238E27FC236}">
                    <a16:creationId xmlns:a16="http://schemas.microsoft.com/office/drawing/2014/main" id="{62A50FA6-7157-B3BD-E061-8AFAF0DED488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" name="pg542">
                <a:extLst>
                  <a:ext uri="{FF2B5EF4-FFF2-40B4-BE49-F238E27FC236}">
                    <a16:creationId xmlns:a16="http://schemas.microsoft.com/office/drawing/2014/main" id="{8C0DC5B9-439F-B58D-E95E-F379D6B45197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" name="pg543">
                <a:extLst>
                  <a:ext uri="{FF2B5EF4-FFF2-40B4-BE49-F238E27FC236}">
                    <a16:creationId xmlns:a16="http://schemas.microsoft.com/office/drawing/2014/main" id="{34C24EE7-4ECC-EF88-D4A2-84777DD539FC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" name="pg544">
                <a:extLst>
                  <a:ext uri="{FF2B5EF4-FFF2-40B4-BE49-F238E27FC236}">
                    <a16:creationId xmlns:a16="http://schemas.microsoft.com/office/drawing/2014/main" id="{36A6DFE5-A388-DB7D-F3A9-A308FF0FE896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" name="pg545">
                <a:extLst>
                  <a:ext uri="{FF2B5EF4-FFF2-40B4-BE49-F238E27FC236}">
                    <a16:creationId xmlns:a16="http://schemas.microsoft.com/office/drawing/2014/main" id="{A6A5AA40-53C9-1992-43F0-1EB550F12E8E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" name="pg546">
                <a:extLst>
                  <a:ext uri="{FF2B5EF4-FFF2-40B4-BE49-F238E27FC236}">
                    <a16:creationId xmlns:a16="http://schemas.microsoft.com/office/drawing/2014/main" id="{A9FCFF57-8009-1CB6-6A6F-15AEDB7949D6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" name="pg547">
                <a:extLst>
                  <a:ext uri="{FF2B5EF4-FFF2-40B4-BE49-F238E27FC236}">
                    <a16:creationId xmlns:a16="http://schemas.microsoft.com/office/drawing/2014/main" id="{2A968A53-0972-353C-1ABD-6AA9D5A19BE4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" name="pg548">
                <a:extLst>
                  <a:ext uri="{FF2B5EF4-FFF2-40B4-BE49-F238E27FC236}">
                    <a16:creationId xmlns:a16="http://schemas.microsoft.com/office/drawing/2014/main" id="{70399F28-7B66-4C96-2544-C64A647A1F4E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" name="pg549">
                <a:extLst>
                  <a:ext uri="{FF2B5EF4-FFF2-40B4-BE49-F238E27FC236}">
                    <a16:creationId xmlns:a16="http://schemas.microsoft.com/office/drawing/2014/main" id="{DC028A70-A8C3-6C97-64B0-96627ADAA890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" name="pg550">
                <a:extLst>
                  <a:ext uri="{FF2B5EF4-FFF2-40B4-BE49-F238E27FC236}">
                    <a16:creationId xmlns:a16="http://schemas.microsoft.com/office/drawing/2014/main" id="{C4A2AB5C-21F1-2E07-DED7-2CDD133F4CC9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" name="pg551">
                <a:extLst>
                  <a:ext uri="{FF2B5EF4-FFF2-40B4-BE49-F238E27FC236}">
                    <a16:creationId xmlns:a16="http://schemas.microsoft.com/office/drawing/2014/main" id="{799AD087-297C-A1A1-FF39-6827FBF2E0E9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" name="pg552">
                <a:extLst>
                  <a:ext uri="{FF2B5EF4-FFF2-40B4-BE49-F238E27FC236}">
                    <a16:creationId xmlns:a16="http://schemas.microsoft.com/office/drawing/2014/main" id="{0FFA683A-F66E-0D48-C751-3EF4D99E9565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" name="pg553">
                <a:extLst>
                  <a:ext uri="{FF2B5EF4-FFF2-40B4-BE49-F238E27FC236}">
                    <a16:creationId xmlns:a16="http://schemas.microsoft.com/office/drawing/2014/main" id="{AFC4CB0A-C549-5FAB-19C7-86A5B09725C6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" name="pg554">
                <a:extLst>
                  <a:ext uri="{FF2B5EF4-FFF2-40B4-BE49-F238E27FC236}">
                    <a16:creationId xmlns:a16="http://schemas.microsoft.com/office/drawing/2014/main" id="{21091F0A-654D-84D6-B55C-B97F341971D7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" name="pg555">
                <a:extLst>
                  <a:ext uri="{FF2B5EF4-FFF2-40B4-BE49-F238E27FC236}">
                    <a16:creationId xmlns:a16="http://schemas.microsoft.com/office/drawing/2014/main" id="{238EBD93-9809-A6BB-15E7-6E556C191132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" name="pg556">
                <a:extLst>
                  <a:ext uri="{FF2B5EF4-FFF2-40B4-BE49-F238E27FC236}">
                    <a16:creationId xmlns:a16="http://schemas.microsoft.com/office/drawing/2014/main" id="{10F053E8-4316-68CD-FC78-6BC82F01308A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" name="pg557">
                <a:extLst>
                  <a:ext uri="{FF2B5EF4-FFF2-40B4-BE49-F238E27FC236}">
                    <a16:creationId xmlns:a16="http://schemas.microsoft.com/office/drawing/2014/main" id="{ABFD4BB1-696A-B70C-94DF-937FEBA7EE89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" name="pg558">
                <a:extLst>
                  <a:ext uri="{FF2B5EF4-FFF2-40B4-BE49-F238E27FC236}">
                    <a16:creationId xmlns:a16="http://schemas.microsoft.com/office/drawing/2014/main" id="{0ECCE17A-E4A5-396D-29DB-25422BDC2F8C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" name="pg559">
                <a:extLst>
                  <a:ext uri="{FF2B5EF4-FFF2-40B4-BE49-F238E27FC236}">
                    <a16:creationId xmlns:a16="http://schemas.microsoft.com/office/drawing/2014/main" id="{82F9789F-0C19-9F74-F812-21FDF9D6532A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" name="pg560">
                <a:extLst>
                  <a:ext uri="{FF2B5EF4-FFF2-40B4-BE49-F238E27FC236}">
                    <a16:creationId xmlns:a16="http://schemas.microsoft.com/office/drawing/2014/main" id="{2E8F96BE-0DBB-3061-F060-F7AF7FB49EFE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" name="pg561">
                <a:extLst>
                  <a:ext uri="{FF2B5EF4-FFF2-40B4-BE49-F238E27FC236}">
                    <a16:creationId xmlns:a16="http://schemas.microsoft.com/office/drawing/2014/main" id="{F56FCB0B-7182-D9F6-B55F-6DD8BA02A12B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" name="pg562">
                <a:extLst>
                  <a:ext uri="{FF2B5EF4-FFF2-40B4-BE49-F238E27FC236}">
                    <a16:creationId xmlns:a16="http://schemas.microsoft.com/office/drawing/2014/main" id="{59CDD035-9AB3-E8D0-A4E0-8A2F2418D08D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" name="pg563">
                <a:extLst>
                  <a:ext uri="{FF2B5EF4-FFF2-40B4-BE49-F238E27FC236}">
                    <a16:creationId xmlns:a16="http://schemas.microsoft.com/office/drawing/2014/main" id="{C2E9A912-DE5C-40E1-9EBB-6B4A481C86D5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" name="pg564">
                <a:extLst>
                  <a:ext uri="{FF2B5EF4-FFF2-40B4-BE49-F238E27FC236}">
                    <a16:creationId xmlns:a16="http://schemas.microsoft.com/office/drawing/2014/main" id="{1BA4C105-A2D2-4F63-66EB-94828D9BBF70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" name="pg565">
                <a:extLst>
                  <a:ext uri="{FF2B5EF4-FFF2-40B4-BE49-F238E27FC236}">
                    <a16:creationId xmlns:a16="http://schemas.microsoft.com/office/drawing/2014/main" id="{0B73DD45-E3F4-CC81-CB8C-0DADD77AC6A9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" name="pg566">
                <a:extLst>
                  <a:ext uri="{FF2B5EF4-FFF2-40B4-BE49-F238E27FC236}">
                    <a16:creationId xmlns:a16="http://schemas.microsoft.com/office/drawing/2014/main" id="{805A43CF-DE7E-A50C-14C0-B0608C1B8DBA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" name="pg567">
                <a:extLst>
                  <a:ext uri="{FF2B5EF4-FFF2-40B4-BE49-F238E27FC236}">
                    <a16:creationId xmlns:a16="http://schemas.microsoft.com/office/drawing/2014/main" id="{76691D34-F668-2F47-A28E-293FB710C930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" name="pg568">
                <a:extLst>
                  <a:ext uri="{FF2B5EF4-FFF2-40B4-BE49-F238E27FC236}">
                    <a16:creationId xmlns:a16="http://schemas.microsoft.com/office/drawing/2014/main" id="{88DA8AC6-0990-4DE6-F363-61BDE405159E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" name="pg569">
                <a:extLst>
                  <a:ext uri="{FF2B5EF4-FFF2-40B4-BE49-F238E27FC236}">
                    <a16:creationId xmlns:a16="http://schemas.microsoft.com/office/drawing/2014/main" id="{4B386FEE-805C-965A-FA0E-8A5C6896297C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" name="pg570">
                <a:extLst>
                  <a:ext uri="{FF2B5EF4-FFF2-40B4-BE49-F238E27FC236}">
                    <a16:creationId xmlns:a16="http://schemas.microsoft.com/office/drawing/2014/main" id="{34E7C480-A290-9639-31F3-0283F45CEC2A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" name="pg571">
                <a:extLst>
                  <a:ext uri="{FF2B5EF4-FFF2-40B4-BE49-F238E27FC236}">
                    <a16:creationId xmlns:a16="http://schemas.microsoft.com/office/drawing/2014/main" id="{36D463B2-8590-31DB-7FA1-317E1DF77B00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" name="pg572">
                <a:extLst>
                  <a:ext uri="{FF2B5EF4-FFF2-40B4-BE49-F238E27FC236}">
                    <a16:creationId xmlns:a16="http://schemas.microsoft.com/office/drawing/2014/main" id="{E79C884A-0F2A-8BE2-A862-90DF6EFF283A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" name="pg573">
                <a:extLst>
                  <a:ext uri="{FF2B5EF4-FFF2-40B4-BE49-F238E27FC236}">
                    <a16:creationId xmlns:a16="http://schemas.microsoft.com/office/drawing/2014/main" id="{DE74DBC3-DA80-C7EA-3A5A-BBB5190C66EE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" name="pg574">
                <a:extLst>
                  <a:ext uri="{FF2B5EF4-FFF2-40B4-BE49-F238E27FC236}">
                    <a16:creationId xmlns:a16="http://schemas.microsoft.com/office/drawing/2014/main" id="{9220B9C6-68E5-933C-209A-0A8A36D0792B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" name="pg575">
                <a:extLst>
                  <a:ext uri="{FF2B5EF4-FFF2-40B4-BE49-F238E27FC236}">
                    <a16:creationId xmlns:a16="http://schemas.microsoft.com/office/drawing/2014/main" id="{57753EE7-7E72-EFA5-C388-6026AE6C3DF1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" name="pg576">
                <a:extLst>
                  <a:ext uri="{FF2B5EF4-FFF2-40B4-BE49-F238E27FC236}">
                    <a16:creationId xmlns:a16="http://schemas.microsoft.com/office/drawing/2014/main" id="{7E03B495-624B-065A-ECAA-FFE6953A624D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" name="pg577">
                <a:extLst>
                  <a:ext uri="{FF2B5EF4-FFF2-40B4-BE49-F238E27FC236}">
                    <a16:creationId xmlns:a16="http://schemas.microsoft.com/office/drawing/2014/main" id="{9D8E45B7-80F4-8FE3-514A-D553B787F559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" name="pg578">
                <a:extLst>
                  <a:ext uri="{FF2B5EF4-FFF2-40B4-BE49-F238E27FC236}">
                    <a16:creationId xmlns:a16="http://schemas.microsoft.com/office/drawing/2014/main" id="{A838E8C5-7C9A-9500-1C9F-4089985B266D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" name="pg579">
                <a:extLst>
                  <a:ext uri="{FF2B5EF4-FFF2-40B4-BE49-F238E27FC236}">
                    <a16:creationId xmlns:a16="http://schemas.microsoft.com/office/drawing/2014/main" id="{14051CE9-BEE1-AFA5-4DA1-6966863C213B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" name="pg580">
                <a:extLst>
                  <a:ext uri="{FF2B5EF4-FFF2-40B4-BE49-F238E27FC236}">
                    <a16:creationId xmlns:a16="http://schemas.microsoft.com/office/drawing/2014/main" id="{025CD4FE-C7E5-D3A7-D3D4-65D16E5AE307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" name="pg581">
                <a:extLst>
                  <a:ext uri="{FF2B5EF4-FFF2-40B4-BE49-F238E27FC236}">
                    <a16:creationId xmlns:a16="http://schemas.microsoft.com/office/drawing/2014/main" id="{B4BB78F7-6003-0571-D62E-C56AE3C727DC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" name="pg582">
                <a:extLst>
                  <a:ext uri="{FF2B5EF4-FFF2-40B4-BE49-F238E27FC236}">
                    <a16:creationId xmlns:a16="http://schemas.microsoft.com/office/drawing/2014/main" id="{F6FBCBBC-78AC-3370-A2BB-A4A578FF9DBA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" name="pg583">
                <a:extLst>
                  <a:ext uri="{FF2B5EF4-FFF2-40B4-BE49-F238E27FC236}">
                    <a16:creationId xmlns:a16="http://schemas.microsoft.com/office/drawing/2014/main" id="{5207DDE2-FB75-46AC-CAF5-8A99F4EF838C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" name="pg584">
                <a:extLst>
                  <a:ext uri="{FF2B5EF4-FFF2-40B4-BE49-F238E27FC236}">
                    <a16:creationId xmlns:a16="http://schemas.microsoft.com/office/drawing/2014/main" id="{B799E103-6D9D-0BEF-EFA3-8D119AECB170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" name="pg585">
                <a:extLst>
                  <a:ext uri="{FF2B5EF4-FFF2-40B4-BE49-F238E27FC236}">
                    <a16:creationId xmlns:a16="http://schemas.microsoft.com/office/drawing/2014/main" id="{13A4F0E9-EF35-7E8D-F168-AE7C949181E4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" name="pg586">
                <a:extLst>
                  <a:ext uri="{FF2B5EF4-FFF2-40B4-BE49-F238E27FC236}">
                    <a16:creationId xmlns:a16="http://schemas.microsoft.com/office/drawing/2014/main" id="{DCDD920D-3855-0265-1C38-832D02FAEA8C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" name="pg587">
                <a:extLst>
                  <a:ext uri="{FF2B5EF4-FFF2-40B4-BE49-F238E27FC236}">
                    <a16:creationId xmlns:a16="http://schemas.microsoft.com/office/drawing/2014/main" id="{A93F4DFC-6FC9-6ADD-8145-5DB3FAE8F418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" name="pg588">
                <a:extLst>
                  <a:ext uri="{FF2B5EF4-FFF2-40B4-BE49-F238E27FC236}">
                    <a16:creationId xmlns:a16="http://schemas.microsoft.com/office/drawing/2014/main" id="{A136230E-73C2-A27F-B4FA-DCD6E2B6C6CB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" name="pg589">
                <a:extLst>
                  <a:ext uri="{FF2B5EF4-FFF2-40B4-BE49-F238E27FC236}">
                    <a16:creationId xmlns:a16="http://schemas.microsoft.com/office/drawing/2014/main" id="{80E7625E-DA51-2F4B-FE8E-C77DBD78D709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" name="pg590">
                <a:extLst>
                  <a:ext uri="{FF2B5EF4-FFF2-40B4-BE49-F238E27FC236}">
                    <a16:creationId xmlns:a16="http://schemas.microsoft.com/office/drawing/2014/main" id="{B49DADB2-4C45-218A-9B17-2680D5E9F158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" name="pg591">
                <a:extLst>
                  <a:ext uri="{FF2B5EF4-FFF2-40B4-BE49-F238E27FC236}">
                    <a16:creationId xmlns:a16="http://schemas.microsoft.com/office/drawing/2014/main" id="{DA271F00-C61F-69DC-442E-BBA494CBF8A3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" name="pg592">
                <a:extLst>
                  <a:ext uri="{FF2B5EF4-FFF2-40B4-BE49-F238E27FC236}">
                    <a16:creationId xmlns:a16="http://schemas.microsoft.com/office/drawing/2014/main" id="{6CF04782-4582-0223-EB1B-BB023470C943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" name="pg593">
                <a:extLst>
                  <a:ext uri="{FF2B5EF4-FFF2-40B4-BE49-F238E27FC236}">
                    <a16:creationId xmlns:a16="http://schemas.microsoft.com/office/drawing/2014/main" id="{DAC92A3E-A39A-3A6E-C403-94BC63704654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" name="pg594">
                <a:extLst>
                  <a:ext uri="{FF2B5EF4-FFF2-40B4-BE49-F238E27FC236}">
                    <a16:creationId xmlns:a16="http://schemas.microsoft.com/office/drawing/2014/main" id="{26AE9D3B-C386-A6D7-C13C-715028CC5C58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" name="pg595">
                <a:extLst>
                  <a:ext uri="{FF2B5EF4-FFF2-40B4-BE49-F238E27FC236}">
                    <a16:creationId xmlns:a16="http://schemas.microsoft.com/office/drawing/2014/main" id="{5B139C55-7C55-5309-0961-6A24C36535BF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" name="pg596">
                <a:extLst>
                  <a:ext uri="{FF2B5EF4-FFF2-40B4-BE49-F238E27FC236}">
                    <a16:creationId xmlns:a16="http://schemas.microsoft.com/office/drawing/2014/main" id="{D72FF53F-9F19-2E25-88BB-097A48CD9ADD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" name="pg597">
                <a:extLst>
                  <a:ext uri="{FF2B5EF4-FFF2-40B4-BE49-F238E27FC236}">
                    <a16:creationId xmlns:a16="http://schemas.microsoft.com/office/drawing/2014/main" id="{0CDD1AF9-E783-37E4-47AC-252B81A91BAF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" name="pg598">
                <a:extLst>
                  <a:ext uri="{FF2B5EF4-FFF2-40B4-BE49-F238E27FC236}">
                    <a16:creationId xmlns:a16="http://schemas.microsoft.com/office/drawing/2014/main" id="{5D44B68E-CC64-3D8F-09F0-27E4DA4653DE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" name="pg599">
                <a:extLst>
                  <a:ext uri="{FF2B5EF4-FFF2-40B4-BE49-F238E27FC236}">
                    <a16:creationId xmlns:a16="http://schemas.microsoft.com/office/drawing/2014/main" id="{1AA55F9C-B83F-B4B5-DDA5-2599B625CC25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" name="pg600">
                <a:extLst>
                  <a:ext uri="{FF2B5EF4-FFF2-40B4-BE49-F238E27FC236}">
                    <a16:creationId xmlns:a16="http://schemas.microsoft.com/office/drawing/2014/main" id="{89AA7AC5-1C38-B55D-520D-2DFE403CC43A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" name="pg601">
                <a:extLst>
                  <a:ext uri="{FF2B5EF4-FFF2-40B4-BE49-F238E27FC236}">
                    <a16:creationId xmlns:a16="http://schemas.microsoft.com/office/drawing/2014/main" id="{9BF931AB-CA6C-DC35-7500-F211B481CF15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" name="pg602">
                <a:extLst>
                  <a:ext uri="{FF2B5EF4-FFF2-40B4-BE49-F238E27FC236}">
                    <a16:creationId xmlns:a16="http://schemas.microsoft.com/office/drawing/2014/main" id="{65CE7036-4F2A-86E3-40D9-A783A23F1951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" name="pg603">
                <a:extLst>
                  <a:ext uri="{FF2B5EF4-FFF2-40B4-BE49-F238E27FC236}">
                    <a16:creationId xmlns:a16="http://schemas.microsoft.com/office/drawing/2014/main" id="{75685395-B26D-0D66-6855-8B7787662BF9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" name="pg604">
                <a:extLst>
                  <a:ext uri="{FF2B5EF4-FFF2-40B4-BE49-F238E27FC236}">
                    <a16:creationId xmlns:a16="http://schemas.microsoft.com/office/drawing/2014/main" id="{C7FA11FF-0317-D28D-1843-8BF311770966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" name="pg605">
                <a:extLst>
                  <a:ext uri="{FF2B5EF4-FFF2-40B4-BE49-F238E27FC236}">
                    <a16:creationId xmlns:a16="http://schemas.microsoft.com/office/drawing/2014/main" id="{784DB255-171B-95D1-7719-93B9799BFAB6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" name="pg606">
                <a:extLst>
                  <a:ext uri="{FF2B5EF4-FFF2-40B4-BE49-F238E27FC236}">
                    <a16:creationId xmlns:a16="http://schemas.microsoft.com/office/drawing/2014/main" id="{51B2F4FB-305A-7B03-3FE0-2F106F73498C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" name="pg607">
                <a:extLst>
                  <a:ext uri="{FF2B5EF4-FFF2-40B4-BE49-F238E27FC236}">
                    <a16:creationId xmlns:a16="http://schemas.microsoft.com/office/drawing/2014/main" id="{C7DCA0CB-3104-F46B-699F-16F5986147C8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" name="pg608">
                <a:extLst>
                  <a:ext uri="{FF2B5EF4-FFF2-40B4-BE49-F238E27FC236}">
                    <a16:creationId xmlns:a16="http://schemas.microsoft.com/office/drawing/2014/main" id="{695FB174-CD37-3C6A-9B63-9FA6F224D689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" name="pg609">
                <a:extLst>
                  <a:ext uri="{FF2B5EF4-FFF2-40B4-BE49-F238E27FC236}">
                    <a16:creationId xmlns:a16="http://schemas.microsoft.com/office/drawing/2014/main" id="{BD0D9339-5DAD-E83D-D9D9-1151B2FA5BC0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" name="pg610">
                <a:extLst>
                  <a:ext uri="{FF2B5EF4-FFF2-40B4-BE49-F238E27FC236}">
                    <a16:creationId xmlns:a16="http://schemas.microsoft.com/office/drawing/2014/main" id="{CBF8B183-81FD-89D1-A838-2E4901BAC9B9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" name="pg611">
                <a:extLst>
                  <a:ext uri="{FF2B5EF4-FFF2-40B4-BE49-F238E27FC236}">
                    <a16:creationId xmlns:a16="http://schemas.microsoft.com/office/drawing/2014/main" id="{0C167156-646A-D7E9-9942-B8B4041A2F02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" name="pg612">
                <a:extLst>
                  <a:ext uri="{FF2B5EF4-FFF2-40B4-BE49-F238E27FC236}">
                    <a16:creationId xmlns:a16="http://schemas.microsoft.com/office/drawing/2014/main" id="{43618C7C-104C-80C6-DC79-549F0D4D20AC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" name="pg613">
                <a:extLst>
                  <a:ext uri="{FF2B5EF4-FFF2-40B4-BE49-F238E27FC236}">
                    <a16:creationId xmlns:a16="http://schemas.microsoft.com/office/drawing/2014/main" id="{DDA0E7F6-3D5B-A6D3-C624-416795B8844E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" name="pg614">
                <a:extLst>
                  <a:ext uri="{FF2B5EF4-FFF2-40B4-BE49-F238E27FC236}">
                    <a16:creationId xmlns:a16="http://schemas.microsoft.com/office/drawing/2014/main" id="{623A2B38-A869-8758-BD37-B8460B39F3E8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" name="pg615">
                <a:extLst>
                  <a:ext uri="{FF2B5EF4-FFF2-40B4-BE49-F238E27FC236}">
                    <a16:creationId xmlns:a16="http://schemas.microsoft.com/office/drawing/2014/main" id="{C179245E-025C-D138-3CBD-2AA5A6C39D47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" name="pg616">
                <a:extLst>
                  <a:ext uri="{FF2B5EF4-FFF2-40B4-BE49-F238E27FC236}">
                    <a16:creationId xmlns:a16="http://schemas.microsoft.com/office/drawing/2014/main" id="{BC463E7A-7BF8-DA20-86A7-DFA457D7F4EB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" name="pg617">
                <a:extLst>
                  <a:ext uri="{FF2B5EF4-FFF2-40B4-BE49-F238E27FC236}">
                    <a16:creationId xmlns:a16="http://schemas.microsoft.com/office/drawing/2014/main" id="{E4414F4E-695B-B9C2-7E43-35C4EEBDBA42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" name="pg618">
                <a:extLst>
                  <a:ext uri="{FF2B5EF4-FFF2-40B4-BE49-F238E27FC236}">
                    <a16:creationId xmlns:a16="http://schemas.microsoft.com/office/drawing/2014/main" id="{4D3A83DD-E317-7E90-E3E4-ACBF58558FCD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" name="pg619">
                <a:extLst>
                  <a:ext uri="{FF2B5EF4-FFF2-40B4-BE49-F238E27FC236}">
                    <a16:creationId xmlns:a16="http://schemas.microsoft.com/office/drawing/2014/main" id="{C5623917-4D8C-C972-FF80-EBF63E29E089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" name="pg620">
                <a:extLst>
                  <a:ext uri="{FF2B5EF4-FFF2-40B4-BE49-F238E27FC236}">
                    <a16:creationId xmlns:a16="http://schemas.microsoft.com/office/drawing/2014/main" id="{108B5A0E-C1A5-82B0-A19F-9558871B8E41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" name="pg621">
                <a:extLst>
                  <a:ext uri="{FF2B5EF4-FFF2-40B4-BE49-F238E27FC236}">
                    <a16:creationId xmlns:a16="http://schemas.microsoft.com/office/drawing/2014/main" id="{5BAB469C-D71E-1262-67E2-86A0F26B9972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" name="pg622">
                <a:extLst>
                  <a:ext uri="{FF2B5EF4-FFF2-40B4-BE49-F238E27FC236}">
                    <a16:creationId xmlns:a16="http://schemas.microsoft.com/office/drawing/2014/main" id="{D94B3A79-F5E9-B68E-B1A6-A8CD28499848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" name="pg623">
                <a:extLst>
                  <a:ext uri="{FF2B5EF4-FFF2-40B4-BE49-F238E27FC236}">
                    <a16:creationId xmlns:a16="http://schemas.microsoft.com/office/drawing/2014/main" id="{7D78D845-F983-C0E8-372F-227F497CD77D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" name="pg624">
                <a:extLst>
                  <a:ext uri="{FF2B5EF4-FFF2-40B4-BE49-F238E27FC236}">
                    <a16:creationId xmlns:a16="http://schemas.microsoft.com/office/drawing/2014/main" id="{8A740761-A6C2-64BF-CCCD-2218E0767EDB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" name="pg625">
                <a:extLst>
                  <a:ext uri="{FF2B5EF4-FFF2-40B4-BE49-F238E27FC236}">
                    <a16:creationId xmlns:a16="http://schemas.microsoft.com/office/drawing/2014/main" id="{E786862F-84EC-5332-CF9B-21B40F6C4D92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" name="pg626">
                <a:extLst>
                  <a:ext uri="{FF2B5EF4-FFF2-40B4-BE49-F238E27FC236}">
                    <a16:creationId xmlns:a16="http://schemas.microsoft.com/office/drawing/2014/main" id="{0B438BD0-6A4B-5EB8-5974-C09EEEBBBA62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" name="pg627">
                <a:extLst>
                  <a:ext uri="{FF2B5EF4-FFF2-40B4-BE49-F238E27FC236}">
                    <a16:creationId xmlns:a16="http://schemas.microsoft.com/office/drawing/2014/main" id="{AFE1AEB3-F070-EBFB-8F54-D2474BC17FD4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" name="pg628">
                <a:extLst>
                  <a:ext uri="{FF2B5EF4-FFF2-40B4-BE49-F238E27FC236}">
                    <a16:creationId xmlns:a16="http://schemas.microsoft.com/office/drawing/2014/main" id="{75CE9404-8392-3929-26D0-580A199CC8A8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" name="pg629">
                <a:extLst>
                  <a:ext uri="{FF2B5EF4-FFF2-40B4-BE49-F238E27FC236}">
                    <a16:creationId xmlns:a16="http://schemas.microsoft.com/office/drawing/2014/main" id="{CDD95734-CC3D-014A-1FDF-B3E6C98494DC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" name="pg630">
                <a:extLst>
                  <a:ext uri="{FF2B5EF4-FFF2-40B4-BE49-F238E27FC236}">
                    <a16:creationId xmlns:a16="http://schemas.microsoft.com/office/drawing/2014/main" id="{DFD859CB-8E45-3A31-701D-88873DF2D044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" name="pg631">
                <a:extLst>
                  <a:ext uri="{FF2B5EF4-FFF2-40B4-BE49-F238E27FC236}">
                    <a16:creationId xmlns:a16="http://schemas.microsoft.com/office/drawing/2014/main" id="{A1CAD807-39AE-32A2-9890-4D4F769AFEB8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" name="pg632">
                <a:extLst>
                  <a:ext uri="{FF2B5EF4-FFF2-40B4-BE49-F238E27FC236}">
                    <a16:creationId xmlns:a16="http://schemas.microsoft.com/office/drawing/2014/main" id="{EDED416D-91D5-5C22-431B-F75BEC7CFF8C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" name="pg633">
                <a:extLst>
                  <a:ext uri="{FF2B5EF4-FFF2-40B4-BE49-F238E27FC236}">
                    <a16:creationId xmlns:a16="http://schemas.microsoft.com/office/drawing/2014/main" id="{656A82EF-158C-DB1F-7BAE-57E98CF9C9C8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" name="pg634">
                <a:extLst>
                  <a:ext uri="{FF2B5EF4-FFF2-40B4-BE49-F238E27FC236}">
                    <a16:creationId xmlns:a16="http://schemas.microsoft.com/office/drawing/2014/main" id="{9F59F407-76D4-097D-7505-FC634D654176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" name="pg635">
                <a:extLst>
                  <a:ext uri="{FF2B5EF4-FFF2-40B4-BE49-F238E27FC236}">
                    <a16:creationId xmlns:a16="http://schemas.microsoft.com/office/drawing/2014/main" id="{4BCA7EDD-243C-0FFB-1082-BA0F9C358619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" name="pg636">
                <a:extLst>
                  <a:ext uri="{FF2B5EF4-FFF2-40B4-BE49-F238E27FC236}">
                    <a16:creationId xmlns:a16="http://schemas.microsoft.com/office/drawing/2014/main" id="{47DDC1AE-13D4-0579-F8F8-83DBAEF54E18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" name="pg637">
                <a:extLst>
                  <a:ext uri="{FF2B5EF4-FFF2-40B4-BE49-F238E27FC236}">
                    <a16:creationId xmlns:a16="http://schemas.microsoft.com/office/drawing/2014/main" id="{A80E1869-208C-B0EC-B494-6B1D7A63B01C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" name="pg638">
                <a:extLst>
                  <a:ext uri="{FF2B5EF4-FFF2-40B4-BE49-F238E27FC236}">
                    <a16:creationId xmlns:a16="http://schemas.microsoft.com/office/drawing/2014/main" id="{B691747A-905E-B1DA-E065-B943B295985E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" name="pg639">
                <a:extLst>
                  <a:ext uri="{FF2B5EF4-FFF2-40B4-BE49-F238E27FC236}">
                    <a16:creationId xmlns:a16="http://schemas.microsoft.com/office/drawing/2014/main" id="{62639511-8799-4541-1CDC-3316ED3DD429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" name="pg640">
                <a:extLst>
                  <a:ext uri="{FF2B5EF4-FFF2-40B4-BE49-F238E27FC236}">
                    <a16:creationId xmlns:a16="http://schemas.microsoft.com/office/drawing/2014/main" id="{7ECDCDE8-D672-C714-023A-1422C02FC6C2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" name="pg641">
                <a:extLst>
                  <a:ext uri="{FF2B5EF4-FFF2-40B4-BE49-F238E27FC236}">
                    <a16:creationId xmlns:a16="http://schemas.microsoft.com/office/drawing/2014/main" id="{11D92447-92BA-FF2B-F0FD-C4436847A668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" name="pg642">
                <a:extLst>
                  <a:ext uri="{FF2B5EF4-FFF2-40B4-BE49-F238E27FC236}">
                    <a16:creationId xmlns:a16="http://schemas.microsoft.com/office/drawing/2014/main" id="{EA936ACC-66AF-565C-9460-0F71F9B6E9ED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" name="pg643">
                <a:extLst>
                  <a:ext uri="{FF2B5EF4-FFF2-40B4-BE49-F238E27FC236}">
                    <a16:creationId xmlns:a16="http://schemas.microsoft.com/office/drawing/2014/main" id="{A34C5C22-AFE7-3804-1C9A-174D0255927D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" name="pg644">
                <a:extLst>
                  <a:ext uri="{FF2B5EF4-FFF2-40B4-BE49-F238E27FC236}">
                    <a16:creationId xmlns:a16="http://schemas.microsoft.com/office/drawing/2014/main" id="{CBD40C2D-FD74-AC6B-A22E-2B31BF9250CF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" name="pg645">
                <a:extLst>
                  <a:ext uri="{FF2B5EF4-FFF2-40B4-BE49-F238E27FC236}">
                    <a16:creationId xmlns:a16="http://schemas.microsoft.com/office/drawing/2014/main" id="{54FBDEAC-1907-1272-DA77-AF60B92D4909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" name="pg646">
                <a:extLst>
                  <a:ext uri="{FF2B5EF4-FFF2-40B4-BE49-F238E27FC236}">
                    <a16:creationId xmlns:a16="http://schemas.microsoft.com/office/drawing/2014/main" id="{9946B3D9-9AA0-CEC5-73A9-BE36E19DE11A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" name="pg647">
                <a:extLst>
                  <a:ext uri="{FF2B5EF4-FFF2-40B4-BE49-F238E27FC236}">
                    <a16:creationId xmlns:a16="http://schemas.microsoft.com/office/drawing/2014/main" id="{B807A91A-3541-121C-0607-3D7858AE7BEF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" name="pg648">
                <a:extLst>
                  <a:ext uri="{FF2B5EF4-FFF2-40B4-BE49-F238E27FC236}">
                    <a16:creationId xmlns:a16="http://schemas.microsoft.com/office/drawing/2014/main" id="{D7A474CD-CA2F-C009-91F9-677C2CB80BD3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" name="pg649">
                <a:extLst>
                  <a:ext uri="{FF2B5EF4-FFF2-40B4-BE49-F238E27FC236}">
                    <a16:creationId xmlns:a16="http://schemas.microsoft.com/office/drawing/2014/main" id="{64306919-BE11-BBCA-A982-86C95552C2DA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" name="pg650">
                <a:extLst>
                  <a:ext uri="{FF2B5EF4-FFF2-40B4-BE49-F238E27FC236}">
                    <a16:creationId xmlns:a16="http://schemas.microsoft.com/office/drawing/2014/main" id="{2501E8F0-9126-D555-7B4D-4B24FA605F16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" name="pg651">
                <a:extLst>
                  <a:ext uri="{FF2B5EF4-FFF2-40B4-BE49-F238E27FC236}">
                    <a16:creationId xmlns:a16="http://schemas.microsoft.com/office/drawing/2014/main" id="{7699B21C-54E6-C506-F4BB-B310816188D8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" name="pg652">
                <a:extLst>
                  <a:ext uri="{FF2B5EF4-FFF2-40B4-BE49-F238E27FC236}">
                    <a16:creationId xmlns:a16="http://schemas.microsoft.com/office/drawing/2014/main" id="{3DA7B06B-EF1B-032D-5C21-B3FC4E76EE4E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" name="pg653">
                <a:extLst>
                  <a:ext uri="{FF2B5EF4-FFF2-40B4-BE49-F238E27FC236}">
                    <a16:creationId xmlns:a16="http://schemas.microsoft.com/office/drawing/2014/main" id="{C818C605-115A-18BE-DF9E-45DFFEAC1F8A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" name="pg654">
                <a:extLst>
                  <a:ext uri="{FF2B5EF4-FFF2-40B4-BE49-F238E27FC236}">
                    <a16:creationId xmlns:a16="http://schemas.microsoft.com/office/drawing/2014/main" id="{EEE597A3-36C2-4052-B38C-9D27D796FA4B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" name="pg655">
                <a:extLst>
                  <a:ext uri="{FF2B5EF4-FFF2-40B4-BE49-F238E27FC236}">
                    <a16:creationId xmlns:a16="http://schemas.microsoft.com/office/drawing/2014/main" id="{B0B83A71-F50C-0B54-EF49-053A75AB8E9B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" name="pg656">
                <a:extLst>
                  <a:ext uri="{FF2B5EF4-FFF2-40B4-BE49-F238E27FC236}">
                    <a16:creationId xmlns:a16="http://schemas.microsoft.com/office/drawing/2014/main" id="{484FC76E-87BD-D8F6-26A6-616A06E4EF39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" name="pg657">
                <a:extLst>
                  <a:ext uri="{FF2B5EF4-FFF2-40B4-BE49-F238E27FC236}">
                    <a16:creationId xmlns:a16="http://schemas.microsoft.com/office/drawing/2014/main" id="{F6A79681-A5DA-5015-C856-63A04B6BCB35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" name="pg658">
                <a:extLst>
                  <a:ext uri="{FF2B5EF4-FFF2-40B4-BE49-F238E27FC236}">
                    <a16:creationId xmlns:a16="http://schemas.microsoft.com/office/drawing/2014/main" id="{A8BA712E-F722-7713-AF5B-7C18156ED6AB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" name="pg659">
                <a:extLst>
                  <a:ext uri="{FF2B5EF4-FFF2-40B4-BE49-F238E27FC236}">
                    <a16:creationId xmlns:a16="http://schemas.microsoft.com/office/drawing/2014/main" id="{A02A120B-5996-C093-FCAD-753BDE06B96B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" name="pg660">
                <a:extLst>
                  <a:ext uri="{FF2B5EF4-FFF2-40B4-BE49-F238E27FC236}">
                    <a16:creationId xmlns:a16="http://schemas.microsoft.com/office/drawing/2014/main" id="{A81DDDF4-07A9-912D-29C2-124742ED8FF7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" name="pg661">
                <a:extLst>
                  <a:ext uri="{FF2B5EF4-FFF2-40B4-BE49-F238E27FC236}">
                    <a16:creationId xmlns:a16="http://schemas.microsoft.com/office/drawing/2014/main" id="{0D909781-5B5F-1697-5FEF-F3AB6481BF5B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" name="pg662">
                <a:extLst>
                  <a:ext uri="{FF2B5EF4-FFF2-40B4-BE49-F238E27FC236}">
                    <a16:creationId xmlns:a16="http://schemas.microsoft.com/office/drawing/2014/main" id="{BF31148A-B7DC-2E13-4378-512E8D42CF8C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" name="pg663">
                <a:extLst>
                  <a:ext uri="{FF2B5EF4-FFF2-40B4-BE49-F238E27FC236}">
                    <a16:creationId xmlns:a16="http://schemas.microsoft.com/office/drawing/2014/main" id="{EA0F15C6-D4E0-498A-8ACD-CBB8BB79A561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" name="pg664">
                <a:extLst>
                  <a:ext uri="{FF2B5EF4-FFF2-40B4-BE49-F238E27FC236}">
                    <a16:creationId xmlns:a16="http://schemas.microsoft.com/office/drawing/2014/main" id="{7B699B23-A367-441A-8582-EE34226BC441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" name="pg665">
                <a:extLst>
                  <a:ext uri="{FF2B5EF4-FFF2-40B4-BE49-F238E27FC236}">
                    <a16:creationId xmlns:a16="http://schemas.microsoft.com/office/drawing/2014/main" id="{AA1BE868-130F-D1A6-C345-EC808B59279A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" name="pg666">
                <a:extLst>
                  <a:ext uri="{FF2B5EF4-FFF2-40B4-BE49-F238E27FC236}">
                    <a16:creationId xmlns:a16="http://schemas.microsoft.com/office/drawing/2014/main" id="{BCAD89B5-6BA5-5C46-8826-4E920D227249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" name="pg667">
                <a:extLst>
                  <a:ext uri="{FF2B5EF4-FFF2-40B4-BE49-F238E27FC236}">
                    <a16:creationId xmlns:a16="http://schemas.microsoft.com/office/drawing/2014/main" id="{880B3722-79DC-1BDE-D42F-DE859BA04CB7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" name="pg668">
                <a:extLst>
                  <a:ext uri="{FF2B5EF4-FFF2-40B4-BE49-F238E27FC236}">
                    <a16:creationId xmlns:a16="http://schemas.microsoft.com/office/drawing/2014/main" id="{13693077-B3FA-EC22-D9D3-464707B9B686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" name="pg669">
                <a:extLst>
                  <a:ext uri="{FF2B5EF4-FFF2-40B4-BE49-F238E27FC236}">
                    <a16:creationId xmlns:a16="http://schemas.microsoft.com/office/drawing/2014/main" id="{6A0C987E-2B2E-EA20-57A4-1A1003C95408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" name="pg670">
                <a:extLst>
                  <a:ext uri="{FF2B5EF4-FFF2-40B4-BE49-F238E27FC236}">
                    <a16:creationId xmlns:a16="http://schemas.microsoft.com/office/drawing/2014/main" id="{E2A18B71-1CB2-D35D-B045-BCEC44E45899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" name="pg671">
                <a:extLst>
                  <a:ext uri="{FF2B5EF4-FFF2-40B4-BE49-F238E27FC236}">
                    <a16:creationId xmlns:a16="http://schemas.microsoft.com/office/drawing/2014/main" id="{74FBE869-7EA5-8877-E2E4-E25111810B20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" name="pg672">
                <a:extLst>
                  <a:ext uri="{FF2B5EF4-FFF2-40B4-BE49-F238E27FC236}">
                    <a16:creationId xmlns:a16="http://schemas.microsoft.com/office/drawing/2014/main" id="{96DF6799-2EE7-13BC-CA56-7F18143F2B5D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" name="pg673">
                <a:extLst>
                  <a:ext uri="{FF2B5EF4-FFF2-40B4-BE49-F238E27FC236}">
                    <a16:creationId xmlns:a16="http://schemas.microsoft.com/office/drawing/2014/main" id="{F80D4E4F-9C4B-2BE7-38D5-2B060E9438FB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" name="pg674">
                <a:extLst>
                  <a:ext uri="{FF2B5EF4-FFF2-40B4-BE49-F238E27FC236}">
                    <a16:creationId xmlns:a16="http://schemas.microsoft.com/office/drawing/2014/main" id="{12F021FE-B8B4-A180-429C-4E4B029B71B9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" name="pg675">
                <a:extLst>
                  <a:ext uri="{FF2B5EF4-FFF2-40B4-BE49-F238E27FC236}">
                    <a16:creationId xmlns:a16="http://schemas.microsoft.com/office/drawing/2014/main" id="{CFEA172B-B512-C751-095D-714EB90A301E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" name="pg676">
                <a:extLst>
                  <a:ext uri="{FF2B5EF4-FFF2-40B4-BE49-F238E27FC236}">
                    <a16:creationId xmlns:a16="http://schemas.microsoft.com/office/drawing/2014/main" id="{D2C3320D-2AF3-DE33-2315-1B401CDA2646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" name="pg677">
                <a:extLst>
                  <a:ext uri="{FF2B5EF4-FFF2-40B4-BE49-F238E27FC236}">
                    <a16:creationId xmlns:a16="http://schemas.microsoft.com/office/drawing/2014/main" id="{7E6F72DC-0FDC-8041-3FC5-1FB1A205508A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" name="pg678">
                <a:extLst>
                  <a:ext uri="{FF2B5EF4-FFF2-40B4-BE49-F238E27FC236}">
                    <a16:creationId xmlns:a16="http://schemas.microsoft.com/office/drawing/2014/main" id="{10986420-7FB0-AFAA-109F-3A0BE1E3F20A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" name="pg679">
                <a:extLst>
                  <a:ext uri="{FF2B5EF4-FFF2-40B4-BE49-F238E27FC236}">
                    <a16:creationId xmlns:a16="http://schemas.microsoft.com/office/drawing/2014/main" id="{DFF016F1-2107-2F0B-5EAF-C76F92212DA8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" name="pg680">
                <a:extLst>
                  <a:ext uri="{FF2B5EF4-FFF2-40B4-BE49-F238E27FC236}">
                    <a16:creationId xmlns:a16="http://schemas.microsoft.com/office/drawing/2014/main" id="{B9E98C21-E0D9-9AE7-47BA-2D7287EB0F2E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" name="pg681">
                <a:extLst>
                  <a:ext uri="{FF2B5EF4-FFF2-40B4-BE49-F238E27FC236}">
                    <a16:creationId xmlns:a16="http://schemas.microsoft.com/office/drawing/2014/main" id="{6EDF04C5-2348-8A2F-6669-6A4A038CCFCA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" name="pg682">
                <a:extLst>
                  <a:ext uri="{FF2B5EF4-FFF2-40B4-BE49-F238E27FC236}">
                    <a16:creationId xmlns:a16="http://schemas.microsoft.com/office/drawing/2014/main" id="{59A5299C-6993-970F-8D72-D9F616C47620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" name="pg683">
                <a:extLst>
                  <a:ext uri="{FF2B5EF4-FFF2-40B4-BE49-F238E27FC236}">
                    <a16:creationId xmlns:a16="http://schemas.microsoft.com/office/drawing/2014/main" id="{E77357AD-FCF6-64ED-0722-C1A06A551723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" name="pg684">
                <a:extLst>
                  <a:ext uri="{FF2B5EF4-FFF2-40B4-BE49-F238E27FC236}">
                    <a16:creationId xmlns:a16="http://schemas.microsoft.com/office/drawing/2014/main" id="{1DD1F82E-3C95-94EE-D15A-273C6A9B29BD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" name="pg685">
                <a:extLst>
                  <a:ext uri="{FF2B5EF4-FFF2-40B4-BE49-F238E27FC236}">
                    <a16:creationId xmlns:a16="http://schemas.microsoft.com/office/drawing/2014/main" id="{3DB06848-FDF5-BB2B-DAAC-E1B21D4A7279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" name="pg686">
                <a:extLst>
                  <a:ext uri="{FF2B5EF4-FFF2-40B4-BE49-F238E27FC236}">
                    <a16:creationId xmlns:a16="http://schemas.microsoft.com/office/drawing/2014/main" id="{3304152C-F3A1-CA20-9414-7F462A239206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" name="pg687">
                <a:extLst>
                  <a:ext uri="{FF2B5EF4-FFF2-40B4-BE49-F238E27FC236}">
                    <a16:creationId xmlns:a16="http://schemas.microsoft.com/office/drawing/2014/main" id="{CD4302B3-45E4-191D-CF23-5E90ECEB66FA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" name="pg688">
                <a:extLst>
                  <a:ext uri="{FF2B5EF4-FFF2-40B4-BE49-F238E27FC236}">
                    <a16:creationId xmlns:a16="http://schemas.microsoft.com/office/drawing/2014/main" id="{8C166518-EF97-E565-7124-6139B696CADA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" name="pg689">
                <a:extLst>
                  <a:ext uri="{FF2B5EF4-FFF2-40B4-BE49-F238E27FC236}">
                    <a16:creationId xmlns:a16="http://schemas.microsoft.com/office/drawing/2014/main" id="{BD6C2366-1AD2-82A7-C39B-AA57592BD3AB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" name="pg690">
                <a:extLst>
                  <a:ext uri="{FF2B5EF4-FFF2-40B4-BE49-F238E27FC236}">
                    <a16:creationId xmlns:a16="http://schemas.microsoft.com/office/drawing/2014/main" id="{6F00878C-E71F-66F2-4D01-7D5E772D128B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" name="pg691">
                <a:extLst>
                  <a:ext uri="{FF2B5EF4-FFF2-40B4-BE49-F238E27FC236}">
                    <a16:creationId xmlns:a16="http://schemas.microsoft.com/office/drawing/2014/main" id="{999E57C2-F1B2-BC33-CA7B-5175BD00DD7B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" name="pg692">
                <a:extLst>
                  <a:ext uri="{FF2B5EF4-FFF2-40B4-BE49-F238E27FC236}">
                    <a16:creationId xmlns:a16="http://schemas.microsoft.com/office/drawing/2014/main" id="{BA404C24-2D3E-E5A1-CD31-D4A137B5E797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" name="pg693">
                <a:extLst>
                  <a:ext uri="{FF2B5EF4-FFF2-40B4-BE49-F238E27FC236}">
                    <a16:creationId xmlns:a16="http://schemas.microsoft.com/office/drawing/2014/main" id="{FC30CA96-0523-CAF0-0481-F3DB602D66F2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" name="pg694">
                <a:extLst>
                  <a:ext uri="{FF2B5EF4-FFF2-40B4-BE49-F238E27FC236}">
                    <a16:creationId xmlns:a16="http://schemas.microsoft.com/office/drawing/2014/main" id="{749017A4-4BD6-1524-7B90-2EE2D6F53140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" name="pg695">
                <a:extLst>
                  <a:ext uri="{FF2B5EF4-FFF2-40B4-BE49-F238E27FC236}">
                    <a16:creationId xmlns:a16="http://schemas.microsoft.com/office/drawing/2014/main" id="{CFBF2678-EC9D-C6B9-DA6B-EA2D7715B75E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" name="pg696">
                <a:extLst>
                  <a:ext uri="{FF2B5EF4-FFF2-40B4-BE49-F238E27FC236}">
                    <a16:creationId xmlns:a16="http://schemas.microsoft.com/office/drawing/2014/main" id="{35343D8C-5FBF-2537-E462-1A0606D59305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" name="pg697">
                <a:extLst>
                  <a:ext uri="{FF2B5EF4-FFF2-40B4-BE49-F238E27FC236}">
                    <a16:creationId xmlns:a16="http://schemas.microsoft.com/office/drawing/2014/main" id="{B57AAE96-2725-8BA3-F782-2CFBDFC3C63B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" name="pg698">
                <a:extLst>
                  <a:ext uri="{FF2B5EF4-FFF2-40B4-BE49-F238E27FC236}">
                    <a16:creationId xmlns:a16="http://schemas.microsoft.com/office/drawing/2014/main" id="{B56B072A-5578-3E85-B0EC-3AE0BEF29EDE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" name="pg699">
                <a:extLst>
                  <a:ext uri="{FF2B5EF4-FFF2-40B4-BE49-F238E27FC236}">
                    <a16:creationId xmlns:a16="http://schemas.microsoft.com/office/drawing/2014/main" id="{AB7914F6-AE7D-E129-012E-B0ECA2B77D26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" name="pg700">
                <a:extLst>
                  <a:ext uri="{FF2B5EF4-FFF2-40B4-BE49-F238E27FC236}">
                    <a16:creationId xmlns:a16="http://schemas.microsoft.com/office/drawing/2014/main" id="{F87F2321-DA96-CD3D-053D-3F76531F6B6C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" name="pg701">
                <a:extLst>
                  <a:ext uri="{FF2B5EF4-FFF2-40B4-BE49-F238E27FC236}">
                    <a16:creationId xmlns:a16="http://schemas.microsoft.com/office/drawing/2014/main" id="{E5EA9EA1-C070-8A6A-D928-85AF0805C47E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" name="pg702">
                <a:extLst>
                  <a:ext uri="{FF2B5EF4-FFF2-40B4-BE49-F238E27FC236}">
                    <a16:creationId xmlns:a16="http://schemas.microsoft.com/office/drawing/2014/main" id="{8285BF9D-94C7-AC2D-966C-C79459EDDC78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" name="pg703">
                <a:extLst>
                  <a:ext uri="{FF2B5EF4-FFF2-40B4-BE49-F238E27FC236}">
                    <a16:creationId xmlns:a16="http://schemas.microsoft.com/office/drawing/2014/main" id="{DC689298-80C8-75A5-297B-82445B2C38D3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" name="pg704">
                <a:extLst>
                  <a:ext uri="{FF2B5EF4-FFF2-40B4-BE49-F238E27FC236}">
                    <a16:creationId xmlns:a16="http://schemas.microsoft.com/office/drawing/2014/main" id="{E1D18D66-B878-4CC4-F384-ED0CED96E483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" name="pg705">
                <a:extLst>
                  <a:ext uri="{FF2B5EF4-FFF2-40B4-BE49-F238E27FC236}">
                    <a16:creationId xmlns:a16="http://schemas.microsoft.com/office/drawing/2014/main" id="{A51C55DC-BA5D-5C0E-2994-90FEEFE4F878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" name="pg706">
                <a:extLst>
                  <a:ext uri="{FF2B5EF4-FFF2-40B4-BE49-F238E27FC236}">
                    <a16:creationId xmlns:a16="http://schemas.microsoft.com/office/drawing/2014/main" id="{E8D7E83A-E330-18DE-B0BD-DAAACCEFC7D8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" name="pg707">
                <a:extLst>
                  <a:ext uri="{FF2B5EF4-FFF2-40B4-BE49-F238E27FC236}">
                    <a16:creationId xmlns:a16="http://schemas.microsoft.com/office/drawing/2014/main" id="{3992125D-D89D-5959-AAF0-75BCD57034D9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" name="pg708">
                <a:extLst>
                  <a:ext uri="{FF2B5EF4-FFF2-40B4-BE49-F238E27FC236}">
                    <a16:creationId xmlns:a16="http://schemas.microsoft.com/office/drawing/2014/main" id="{4FD45309-5872-89AF-83AB-0790D401DFA4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" name="pg709">
                <a:extLst>
                  <a:ext uri="{FF2B5EF4-FFF2-40B4-BE49-F238E27FC236}">
                    <a16:creationId xmlns:a16="http://schemas.microsoft.com/office/drawing/2014/main" id="{BABAEC99-2D35-D653-7381-523DF07F4D81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" name="pg710">
                <a:extLst>
                  <a:ext uri="{FF2B5EF4-FFF2-40B4-BE49-F238E27FC236}">
                    <a16:creationId xmlns:a16="http://schemas.microsoft.com/office/drawing/2014/main" id="{7C821DD4-ADCE-BB1C-9203-1A2CA3AF65A7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" name="pg711">
                <a:extLst>
                  <a:ext uri="{FF2B5EF4-FFF2-40B4-BE49-F238E27FC236}">
                    <a16:creationId xmlns:a16="http://schemas.microsoft.com/office/drawing/2014/main" id="{5D1250FF-4E9C-23EC-100F-0317D2671F5A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" name="pg712">
                <a:extLst>
                  <a:ext uri="{FF2B5EF4-FFF2-40B4-BE49-F238E27FC236}">
                    <a16:creationId xmlns:a16="http://schemas.microsoft.com/office/drawing/2014/main" id="{FF7A578E-252B-7084-6856-8CD19BBE501A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" name="pg713">
                <a:extLst>
                  <a:ext uri="{FF2B5EF4-FFF2-40B4-BE49-F238E27FC236}">
                    <a16:creationId xmlns:a16="http://schemas.microsoft.com/office/drawing/2014/main" id="{A585FEED-96A3-1321-303D-DC106EA947EB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" name="pg714">
                <a:extLst>
                  <a:ext uri="{FF2B5EF4-FFF2-40B4-BE49-F238E27FC236}">
                    <a16:creationId xmlns:a16="http://schemas.microsoft.com/office/drawing/2014/main" id="{B0736999-B96A-59ED-FE04-1EA6F9570F5C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" name="pg715">
                <a:extLst>
                  <a:ext uri="{FF2B5EF4-FFF2-40B4-BE49-F238E27FC236}">
                    <a16:creationId xmlns:a16="http://schemas.microsoft.com/office/drawing/2014/main" id="{1CC87421-BE74-27C2-BEB7-2F92B384D643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" name="pg716">
                <a:extLst>
                  <a:ext uri="{FF2B5EF4-FFF2-40B4-BE49-F238E27FC236}">
                    <a16:creationId xmlns:a16="http://schemas.microsoft.com/office/drawing/2014/main" id="{B6BD8E45-37D8-49F7-6A6B-63FCE83BB0A9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" name="pg717">
                <a:extLst>
                  <a:ext uri="{FF2B5EF4-FFF2-40B4-BE49-F238E27FC236}">
                    <a16:creationId xmlns:a16="http://schemas.microsoft.com/office/drawing/2014/main" id="{D895F475-0F39-8E50-851A-FEEE2150D7EF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" name="pg718">
                <a:extLst>
                  <a:ext uri="{FF2B5EF4-FFF2-40B4-BE49-F238E27FC236}">
                    <a16:creationId xmlns:a16="http://schemas.microsoft.com/office/drawing/2014/main" id="{AD93876F-BC49-7C9E-39D8-62C54097B6E1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" name="pg719">
                <a:extLst>
                  <a:ext uri="{FF2B5EF4-FFF2-40B4-BE49-F238E27FC236}">
                    <a16:creationId xmlns:a16="http://schemas.microsoft.com/office/drawing/2014/main" id="{7658AA53-4884-36B5-9E7D-825F547D607A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" name="pg720">
                <a:extLst>
                  <a:ext uri="{FF2B5EF4-FFF2-40B4-BE49-F238E27FC236}">
                    <a16:creationId xmlns:a16="http://schemas.microsoft.com/office/drawing/2014/main" id="{83F6F9DB-879C-E90E-6508-930E59094329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" name="pg721">
                <a:extLst>
                  <a:ext uri="{FF2B5EF4-FFF2-40B4-BE49-F238E27FC236}">
                    <a16:creationId xmlns:a16="http://schemas.microsoft.com/office/drawing/2014/main" id="{F879750D-5E11-E51D-9FBB-DCA1D8031FAE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" name="pg722">
                <a:extLst>
                  <a:ext uri="{FF2B5EF4-FFF2-40B4-BE49-F238E27FC236}">
                    <a16:creationId xmlns:a16="http://schemas.microsoft.com/office/drawing/2014/main" id="{1155F528-78A3-94BB-0882-EFBE90E5A1D0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" name="pg723">
                <a:extLst>
                  <a:ext uri="{FF2B5EF4-FFF2-40B4-BE49-F238E27FC236}">
                    <a16:creationId xmlns:a16="http://schemas.microsoft.com/office/drawing/2014/main" id="{2160A214-2475-5A31-C605-A97064434290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" name="pg724">
                <a:extLst>
                  <a:ext uri="{FF2B5EF4-FFF2-40B4-BE49-F238E27FC236}">
                    <a16:creationId xmlns:a16="http://schemas.microsoft.com/office/drawing/2014/main" id="{367E0F5C-1121-FA81-C221-05074E8048CE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" name="pg725">
                <a:extLst>
                  <a:ext uri="{FF2B5EF4-FFF2-40B4-BE49-F238E27FC236}">
                    <a16:creationId xmlns:a16="http://schemas.microsoft.com/office/drawing/2014/main" id="{BAAB780B-3791-BF01-9AB5-773103414B35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" name="pg726">
                <a:extLst>
                  <a:ext uri="{FF2B5EF4-FFF2-40B4-BE49-F238E27FC236}">
                    <a16:creationId xmlns:a16="http://schemas.microsoft.com/office/drawing/2014/main" id="{7B98F213-2B98-7690-CEA3-A2F6600F5C04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" name="pg727">
                <a:extLst>
                  <a:ext uri="{FF2B5EF4-FFF2-40B4-BE49-F238E27FC236}">
                    <a16:creationId xmlns:a16="http://schemas.microsoft.com/office/drawing/2014/main" id="{873D4A71-FFA1-50C1-FAFF-6659E5D828DC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" name="pg728">
                <a:extLst>
                  <a:ext uri="{FF2B5EF4-FFF2-40B4-BE49-F238E27FC236}">
                    <a16:creationId xmlns:a16="http://schemas.microsoft.com/office/drawing/2014/main" id="{3136F58C-13E7-535E-9E61-8AC901BE89B2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" name="pg729">
                <a:extLst>
                  <a:ext uri="{FF2B5EF4-FFF2-40B4-BE49-F238E27FC236}">
                    <a16:creationId xmlns:a16="http://schemas.microsoft.com/office/drawing/2014/main" id="{A2D44EAC-1D91-E44C-1A43-C36E1465CCB2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" name="pg730">
                <a:extLst>
                  <a:ext uri="{FF2B5EF4-FFF2-40B4-BE49-F238E27FC236}">
                    <a16:creationId xmlns:a16="http://schemas.microsoft.com/office/drawing/2014/main" id="{106907C9-B469-5321-FD6D-99F66D60EC31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" name="pg731">
                <a:extLst>
                  <a:ext uri="{FF2B5EF4-FFF2-40B4-BE49-F238E27FC236}">
                    <a16:creationId xmlns:a16="http://schemas.microsoft.com/office/drawing/2014/main" id="{8025D2A2-0952-1D50-E095-34270B08DA7A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" name="pg732">
                <a:extLst>
                  <a:ext uri="{FF2B5EF4-FFF2-40B4-BE49-F238E27FC236}">
                    <a16:creationId xmlns:a16="http://schemas.microsoft.com/office/drawing/2014/main" id="{0591EE66-CC2C-ADB7-F57A-D9708D8ADE56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" name="pg733">
                <a:extLst>
                  <a:ext uri="{FF2B5EF4-FFF2-40B4-BE49-F238E27FC236}">
                    <a16:creationId xmlns:a16="http://schemas.microsoft.com/office/drawing/2014/main" id="{610B1C3C-075B-1E8A-0374-F87FF995D551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" name="pg734">
                <a:extLst>
                  <a:ext uri="{FF2B5EF4-FFF2-40B4-BE49-F238E27FC236}">
                    <a16:creationId xmlns:a16="http://schemas.microsoft.com/office/drawing/2014/main" id="{71626526-9E23-E3F8-23B2-DE63F04D5F4A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" name="pg735">
                <a:extLst>
                  <a:ext uri="{FF2B5EF4-FFF2-40B4-BE49-F238E27FC236}">
                    <a16:creationId xmlns:a16="http://schemas.microsoft.com/office/drawing/2014/main" id="{6EA971B8-2B72-8D1B-4557-9C8C17E5D079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" name="pg736">
                <a:extLst>
                  <a:ext uri="{FF2B5EF4-FFF2-40B4-BE49-F238E27FC236}">
                    <a16:creationId xmlns:a16="http://schemas.microsoft.com/office/drawing/2014/main" id="{14ACA7B5-A167-3474-FD7D-3D2AAF40EAD8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" name="pg737">
                <a:extLst>
                  <a:ext uri="{FF2B5EF4-FFF2-40B4-BE49-F238E27FC236}">
                    <a16:creationId xmlns:a16="http://schemas.microsoft.com/office/drawing/2014/main" id="{2F2436BB-A632-AD8D-E822-2DCFCB481DB7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" name="pg738">
                <a:extLst>
                  <a:ext uri="{FF2B5EF4-FFF2-40B4-BE49-F238E27FC236}">
                    <a16:creationId xmlns:a16="http://schemas.microsoft.com/office/drawing/2014/main" id="{6E608304-F9AF-6C77-60F8-EFDBEB28B683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" name="pg739">
                <a:extLst>
                  <a:ext uri="{FF2B5EF4-FFF2-40B4-BE49-F238E27FC236}">
                    <a16:creationId xmlns:a16="http://schemas.microsoft.com/office/drawing/2014/main" id="{84D85C60-B4A7-F61F-224B-9A2A939FB120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" name="pg740">
                <a:extLst>
                  <a:ext uri="{FF2B5EF4-FFF2-40B4-BE49-F238E27FC236}">
                    <a16:creationId xmlns:a16="http://schemas.microsoft.com/office/drawing/2014/main" id="{48CBCD10-13F1-2C31-70C0-DE69C9CDFB5B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" name="pg741">
                <a:extLst>
                  <a:ext uri="{FF2B5EF4-FFF2-40B4-BE49-F238E27FC236}">
                    <a16:creationId xmlns:a16="http://schemas.microsoft.com/office/drawing/2014/main" id="{9EC79907-A88D-B0C9-A8A7-D6DF188D2D63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" name="pg742">
                <a:extLst>
                  <a:ext uri="{FF2B5EF4-FFF2-40B4-BE49-F238E27FC236}">
                    <a16:creationId xmlns:a16="http://schemas.microsoft.com/office/drawing/2014/main" id="{A2412393-E86A-BDE2-F0D0-18D7350264D9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" name="pg743">
                <a:extLst>
                  <a:ext uri="{FF2B5EF4-FFF2-40B4-BE49-F238E27FC236}">
                    <a16:creationId xmlns:a16="http://schemas.microsoft.com/office/drawing/2014/main" id="{2BECE9E3-3FD2-DD2D-B9D5-F55CE807D470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" name="pg744">
                <a:extLst>
                  <a:ext uri="{FF2B5EF4-FFF2-40B4-BE49-F238E27FC236}">
                    <a16:creationId xmlns:a16="http://schemas.microsoft.com/office/drawing/2014/main" id="{5F2DCE3E-5CC3-17F4-E40B-66B5E5AF8058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" name="pg745">
                <a:extLst>
                  <a:ext uri="{FF2B5EF4-FFF2-40B4-BE49-F238E27FC236}">
                    <a16:creationId xmlns:a16="http://schemas.microsoft.com/office/drawing/2014/main" id="{B5D6947B-A334-68F4-7648-CF3C5A0F4155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" name="pg746">
                <a:extLst>
                  <a:ext uri="{FF2B5EF4-FFF2-40B4-BE49-F238E27FC236}">
                    <a16:creationId xmlns:a16="http://schemas.microsoft.com/office/drawing/2014/main" id="{5A843A55-E830-7843-F9FD-2AD0D44FC672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" name="pg747">
                <a:extLst>
                  <a:ext uri="{FF2B5EF4-FFF2-40B4-BE49-F238E27FC236}">
                    <a16:creationId xmlns:a16="http://schemas.microsoft.com/office/drawing/2014/main" id="{91AF9D81-EFB0-17B2-E35C-97612A7711ED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" name="pg748">
                <a:extLst>
                  <a:ext uri="{FF2B5EF4-FFF2-40B4-BE49-F238E27FC236}">
                    <a16:creationId xmlns:a16="http://schemas.microsoft.com/office/drawing/2014/main" id="{429CA8B7-4B6E-4252-D12B-DEBCAEFEDC2B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" name="pg749">
                <a:extLst>
                  <a:ext uri="{FF2B5EF4-FFF2-40B4-BE49-F238E27FC236}">
                    <a16:creationId xmlns:a16="http://schemas.microsoft.com/office/drawing/2014/main" id="{E9D29488-C32F-0F6C-1A0F-3F506F2FCFE1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" name="pg750">
                <a:extLst>
                  <a:ext uri="{FF2B5EF4-FFF2-40B4-BE49-F238E27FC236}">
                    <a16:creationId xmlns:a16="http://schemas.microsoft.com/office/drawing/2014/main" id="{5CF084F8-3229-9E1F-D564-352F7440A562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" name="pg751">
                <a:extLst>
                  <a:ext uri="{FF2B5EF4-FFF2-40B4-BE49-F238E27FC236}">
                    <a16:creationId xmlns:a16="http://schemas.microsoft.com/office/drawing/2014/main" id="{1A003948-757C-0399-BC85-7A4D28A81869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" name="pg752">
                <a:extLst>
                  <a:ext uri="{FF2B5EF4-FFF2-40B4-BE49-F238E27FC236}">
                    <a16:creationId xmlns:a16="http://schemas.microsoft.com/office/drawing/2014/main" id="{55220F25-1F44-D094-12B4-A62D69261753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" name="pg753">
                <a:extLst>
                  <a:ext uri="{FF2B5EF4-FFF2-40B4-BE49-F238E27FC236}">
                    <a16:creationId xmlns:a16="http://schemas.microsoft.com/office/drawing/2014/main" id="{980008AC-947F-A4CA-1C28-DC3BDEB135E0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" name="pg754">
                <a:extLst>
                  <a:ext uri="{FF2B5EF4-FFF2-40B4-BE49-F238E27FC236}">
                    <a16:creationId xmlns:a16="http://schemas.microsoft.com/office/drawing/2014/main" id="{FFC13694-0F68-B802-6A5A-AC15D3A91262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" name="pg755">
                <a:extLst>
                  <a:ext uri="{FF2B5EF4-FFF2-40B4-BE49-F238E27FC236}">
                    <a16:creationId xmlns:a16="http://schemas.microsoft.com/office/drawing/2014/main" id="{37C70803-D47B-93CC-D332-DF2ADEC0A31E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" name="pg756">
                <a:extLst>
                  <a:ext uri="{FF2B5EF4-FFF2-40B4-BE49-F238E27FC236}">
                    <a16:creationId xmlns:a16="http://schemas.microsoft.com/office/drawing/2014/main" id="{47585C78-95CE-9DC1-3C02-45CDDE4C4EA8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" name="pg757">
                <a:extLst>
                  <a:ext uri="{FF2B5EF4-FFF2-40B4-BE49-F238E27FC236}">
                    <a16:creationId xmlns:a16="http://schemas.microsoft.com/office/drawing/2014/main" id="{0C8A1D79-CB5A-BC5D-74DA-1F5269967603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" name="pg758">
                <a:extLst>
                  <a:ext uri="{FF2B5EF4-FFF2-40B4-BE49-F238E27FC236}">
                    <a16:creationId xmlns:a16="http://schemas.microsoft.com/office/drawing/2014/main" id="{30754687-5368-D674-A454-6100288BE99C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" name="pg759">
                <a:extLst>
                  <a:ext uri="{FF2B5EF4-FFF2-40B4-BE49-F238E27FC236}">
                    <a16:creationId xmlns:a16="http://schemas.microsoft.com/office/drawing/2014/main" id="{6EFA8626-82FE-5E1B-4766-2E6BF7E399EA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" name="pg760">
                <a:extLst>
                  <a:ext uri="{FF2B5EF4-FFF2-40B4-BE49-F238E27FC236}">
                    <a16:creationId xmlns:a16="http://schemas.microsoft.com/office/drawing/2014/main" id="{60880CFF-92BF-5004-8B9F-FAF0A00039CB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" name="pg761">
                <a:extLst>
                  <a:ext uri="{FF2B5EF4-FFF2-40B4-BE49-F238E27FC236}">
                    <a16:creationId xmlns:a16="http://schemas.microsoft.com/office/drawing/2014/main" id="{8F2291C9-6580-C18B-A5AC-EF6FA5C34E7F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" name="pg762">
                <a:extLst>
                  <a:ext uri="{FF2B5EF4-FFF2-40B4-BE49-F238E27FC236}">
                    <a16:creationId xmlns:a16="http://schemas.microsoft.com/office/drawing/2014/main" id="{B7AA1FC0-A9A8-13B8-16B5-77A05E83AAB1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" name="pg763">
                <a:extLst>
                  <a:ext uri="{FF2B5EF4-FFF2-40B4-BE49-F238E27FC236}">
                    <a16:creationId xmlns:a16="http://schemas.microsoft.com/office/drawing/2014/main" id="{6D268619-4D96-AD4F-5651-1A7A8F225AC1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" name="pg764">
                <a:extLst>
                  <a:ext uri="{FF2B5EF4-FFF2-40B4-BE49-F238E27FC236}">
                    <a16:creationId xmlns:a16="http://schemas.microsoft.com/office/drawing/2014/main" id="{CDD2B411-BE46-EE07-5621-E96533594C43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" name="pg765">
                <a:extLst>
                  <a:ext uri="{FF2B5EF4-FFF2-40B4-BE49-F238E27FC236}">
                    <a16:creationId xmlns:a16="http://schemas.microsoft.com/office/drawing/2014/main" id="{1A3AAB33-4413-4B3E-9E93-8A770F810D2F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" name="pg766">
                <a:extLst>
                  <a:ext uri="{FF2B5EF4-FFF2-40B4-BE49-F238E27FC236}">
                    <a16:creationId xmlns:a16="http://schemas.microsoft.com/office/drawing/2014/main" id="{C3C2CC5E-1041-B8D8-476F-ACE48ED9ED6B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" name="pg767">
                <a:extLst>
                  <a:ext uri="{FF2B5EF4-FFF2-40B4-BE49-F238E27FC236}">
                    <a16:creationId xmlns:a16="http://schemas.microsoft.com/office/drawing/2014/main" id="{7C3D16B9-0C3C-F494-9FB1-28D5CD2E1AFE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" name="pg768">
                <a:extLst>
                  <a:ext uri="{FF2B5EF4-FFF2-40B4-BE49-F238E27FC236}">
                    <a16:creationId xmlns:a16="http://schemas.microsoft.com/office/drawing/2014/main" id="{68A99F09-0804-E4BE-1B14-3243CBE8112D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" name="pg769">
                <a:extLst>
                  <a:ext uri="{FF2B5EF4-FFF2-40B4-BE49-F238E27FC236}">
                    <a16:creationId xmlns:a16="http://schemas.microsoft.com/office/drawing/2014/main" id="{BEF4A441-A63C-1BB2-4754-8046562E8418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" name="pg770">
                <a:extLst>
                  <a:ext uri="{FF2B5EF4-FFF2-40B4-BE49-F238E27FC236}">
                    <a16:creationId xmlns:a16="http://schemas.microsoft.com/office/drawing/2014/main" id="{6331F72B-2722-5F21-958F-CE79552CD7AB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" name="pg771">
                <a:extLst>
                  <a:ext uri="{FF2B5EF4-FFF2-40B4-BE49-F238E27FC236}">
                    <a16:creationId xmlns:a16="http://schemas.microsoft.com/office/drawing/2014/main" id="{B76009AA-DF41-2D93-C4EB-7D9317741AEA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" name="pg772">
                <a:extLst>
                  <a:ext uri="{FF2B5EF4-FFF2-40B4-BE49-F238E27FC236}">
                    <a16:creationId xmlns:a16="http://schemas.microsoft.com/office/drawing/2014/main" id="{E1278BBA-E052-AE34-27F6-C622030DBE21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" name="pg773">
                <a:extLst>
                  <a:ext uri="{FF2B5EF4-FFF2-40B4-BE49-F238E27FC236}">
                    <a16:creationId xmlns:a16="http://schemas.microsoft.com/office/drawing/2014/main" id="{FE320BF5-5C94-1781-8064-09D0BE806CD9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" name="pg774">
                <a:extLst>
                  <a:ext uri="{FF2B5EF4-FFF2-40B4-BE49-F238E27FC236}">
                    <a16:creationId xmlns:a16="http://schemas.microsoft.com/office/drawing/2014/main" id="{9CE39E77-0E2C-2448-A897-5210093604A6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" name="pg775">
                <a:extLst>
                  <a:ext uri="{FF2B5EF4-FFF2-40B4-BE49-F238E27FC236}">
                    <a16:creationId xmlns:a16="http://schemas.microsoft.com/office/drawing/2014/main" id="{51246921-9EA4-3F56-1EC0-79990B7EB294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" name="pg776">
                <a:extLst>
                  <a:ext uri="{FF2B5EF4-FFF2-40B4-BE49-F238E27FC236}">
                    <a16:creationId xmlns:a16="http://schemas.microsoft.com/office/drawing/2014/main" id="{D8D03976-BE3A-12D8-D65D-1FE9CF3E762C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" name="pg777">
                <a:extLst>
                  <a:ext uri="{FF2B5EF4-FFF2-40B4-BE49-F238E27FC236}">
                    <a16:creationId xmlns:a16="http://schemas.microsoft.com/office/drawing/2014/main" id="{4124DF5A-88E1-617B-F0C9-3F006D70FE5C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" name="pg778">
                <a:extLst>
                  <a:ext uri="{FF2B5EF4-FFF2-40B4-BE49-F238E27FC236}">
                    <a16:creationId xmlns:a16="http://schemas.microsoft.com/office/drawing/2014/main" id="{97152C9A-DA3D-1CC8-E512-E4D8CDA15E10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" name="pg779">
                <a:extLst>
                  <a:ext uri="{FF2B5EF4-FFF2-40B4-BE49-F238E27FC236}">
                    <a16:creationId xmlns:a16="http://schemas.microsoft.com/office/drawing/2014/main" id="{7363F3B0-9183-3B2E-75A5-3547E3072DF3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" name="pg780">
                <a:extLst>
                  <a:ext uri="{FF2B5EF4-FFF2-40B4-BE49-F238E27FC236}">
                    <a16:creationId xmlns:a16="http://schemas.microsoft.com/office/drawing/2014/main" id="{E0E3F853-F545-DDD7-C973-18DE60712F43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" name="pg781">
                <a:extLst>
                  <a:ext uri="{FF2B5EF4-FFF2-40B4-BE49-F238E27FC236}">
                    <a16:creationId xmlns:a16="http://schemas.microsoft.com/office/drawing/2014/main" id="{C2393F7E-5987-EA02-FA03-B54464C3563F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" name="pg782">
                <a:extLst>
                  <a:ext uri="{FF2B5EF4-FFF2-40B4-BE49-F238E27FC236}">
                    <a16:creationId xmlns:a16="http://schemas.microsoft.com/office/drawing/2014/main" id="{B3B1D6DB-CCF7-270B-8983-DE6C8697BF80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" name="pg783">
                <a:extLst>
                  <a:ext uri="{FF2B5EF4-FFF2-40B4-BE49-F238E27FC236}">
                    <a16:creationId xmlns:a16="http://schemas.microsoft.com/office/drawing/2014/main" id="{B8E99B68-B135-5C7E-278F-3AC8E51414BC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" name="pg784">
                <a:extLst>
                  <a:ext uri="{FF2B5EF4-FFF2-40B4-BE49-F238E27FC236}">
                    <a16:creationId xmlns:a16="http://schemas.microsoft.com/office/drawing/2014/main" id="{A3F3186E-2B05-CC67-7A15-A9908A09A781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" name="pg785">
                <a:extLst>
                  <a:ext uri="{FF2B5EF4-FFF2-40B4-BE49-F238E27FC236}">
                    <a16:creationId xmlns:a16="http://schemas.microsoft.com/office/drawing/2014/main" id="{2F9CA14A-623C-5695-2A9D-6706BDF4BBFF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" name="pg786">
                <a:extLst>
                  <a:ext uri="{FF2B5EF4-FFF2-40B4-BE49-F238E27FC236}">
                    <a16:creationId xmlns:a16="http://schemas.microsoft.com/office/drawing/2014/main" id="{72BD82F9-7229-B3FB-CC4D-07C3C0B948A1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" name="pg787">
                <a:extLst>
                  <a:ext uri="{FF2B5EF4-FFF2-40B4-BE49-F238E27FC236}">
                    <a16:creationId xmlns:a16="http://schemas.microsoft.com/office/drawing/2014/main" id="{AB6EC90F-00E6-7810-3273-3BCDDBB51C3A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" name="pg788">
                <a:extLst>
                  <a:ext uri="{FF2B5EF4-FFF2-40B4-BE49-F238E27FC236}">
                    <a16:creationId xmlns:a16="http://schemas.microsoft.com/office/drawing/2014/main" id="{983C9E9C-C3E7-E9BE-9E6D-12D7EB4BFD0F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" name="pg789">
                <a:extLst>
                  <a:ext uri="{FF2B5EF4-FFF2-40B4-BE49-F238E27FC236}">
                    <a16:creationId xmlns:a16="http://schemas.microsoft.com/office/drawing/2014/main" id="{DF917BDC-45DB-4A75-D3F8-215AAF6071FA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" name="pg790">
                <a:extLst>
                  <a:ext uri="{FF2B5EF4-FFF2-40B4-BE49-F238E27FC236}">
                    <a16:creationId xmlns:a16="http://schemas.microsoft.com/office/drawing/2014/main" id="{5E612369-9EA0-091F-FF07-8A4490F749F5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" name="pg791">
                <a:extLst>
                  <a:ext uri="{FF2B5EF4-FFF2-40B4-BE49-F238E27FC236}">
                    <a16:creationId xmlns:a16="http://schemas.microsoft.com/office/drawing/2014/main" id="{07F8A8BF-D051-F4B8-C2BB-9238C184AC10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" name="pg792">
                <a:extLst>
                  <a:ext uri="{FF2B5EF4-FFF2-40B4-BE49-F238E27FC236}">
                    <a16:creationId xmlns:a16="http://schemas.microsoft.com/office/drawing/2014/main" id="{8B2BC62E-CED6-99A7-C2FE-B12A8E4E1361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" name="pg793">
                <a:extLst>
                  <a:ext uri="{FF2B5EF4-FFF2-40B4-BE49-F238E27FC236}">
                    <a16:creationId xmlns:a16="http://schemas.microsoft.com/office/drawing/2014/main" id="{1ED29ADE-A2B6-DA12-5F41-2E498D579D9E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" name="pg794">
                <a:extLst>
                  <a:ext uri="{FF2B5EF4-FFF2-40B4-BE49-F238E27FC236}">
                    <a16:creationId xmlns:a16="http://schemas.microsoft.com/office/drawing/2014/main" id="{7623BFC7-BB11-A49C-2C88-6B9794B976E0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" name="pg795">
                <a:extLst>
                  <a:ext uri="{FF2B5EF4-FFF2-40B4-BE49-F238E27FC236}">
                    <a16:creationId xmlns:a16="http://schemas.microsoft.com/office/drawing/2014/main" id="{849F9BD6-5E74-9B7B-B298-3A66E21A3C97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" name="pg796">
                <a:extLst>
                  <a:ext uri="{FF2B5EF4-FFF2-40B4-BE49-F238E27FC236}">
                    <a16:creationId xmlns:a16="http://schemas.microsoft.com/office/drawing/2014/main" id="{1361FC17-68F2-C184-77BC-72F9D101E9E7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" name="pg797">
                <a:extLst>
                  <a:ext uri="{FF2B5EF4-FFF2-40B4-BE49-F238E27FC236}">
                    <a16:creationId xmlns:a16="http://schemas.microsoft.com/office/drawing/2014/main" id="{56DA7AA0-DAFB-3438-F11C-02F548F72AD3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" name="pg798">
                <a:extLst>
                  <a:ext uri="{FF2B5EF4-FFF2-40B4-BE49-F238E27FC236}">
                    <a16:creationId xmlns:a16="http://schemas.microsoft.com/office/drawing/2014/main" id="{3069B3A1-136A-B84E-3153-000095259987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" name="pg799">
                <a:extLst>
                  <a:ext uri="{FF2B5EF4-FFF2-40B4-BE49-F238E27FC236}">
                    <a16:creationId xmlns:a16="http://schemas.microsoft.com/office/drawing/2014/main" id="{83DD50FF-5CC5-3DA7-A09C-55CD2B13759D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" name="pg800">
                <a:extLst>
                  <a:ext uri="{FF2B5EF4-FFF2-40B4-BE49-F238E27FC236}">
                    <a16:creationId xmlns:a16="http://schemas.microsoft.com/office/drawing/2014/main" id="{55C91496-F47E-B6B3-DA77-9254AC461FE7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" name="pg801">
                <a:extLst>
                  <a:ext uri="{FF2B5EF4-FFF2-40B4-BE49-F238E27FC236}">
                    <a16:creationId xmlns:a16="http://schemas.microsoft.com/office/drawing/2014/main" id="{28BD5406-ED4A-3E2E-DB7A-A06F71CFC6C6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" name="pg802">
                <a:extLst>
                  <a:ext uri="{FF2B5EF4-FFF2-40B4-BE49-F238E27FC236}">
                    <a16:creationId xmlns:a16="http://schemas.microsoft.com/office/drawing/2014/main" id="{438EF8AF-B084-FEDF-441A-D546340FD212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" name="pg803">
                <a:extLst>
                  <a:ext uri="{FF2B5EF4-FFF2-40B4-BE49-F238E27FC236}">
                    <a16:creationId xmlns:a16="http://schemas.microsoft.com/office/drawing/2014/main" id="{7AA243B0-27DD-2684-0DE7-4DF7721DC1EB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" name="pg804">
                <a:extLst>
                  <a:ext uri="{FF2B5EF4-FFF2-40B4-BE49-F238E27FC236}">
                    <a16:creationId xmlns:a16="http://schemas.microsoft.com/office/drawing/2014/main" id="{8298862A-DBDD-E8DB-DB4B-507CA6DEA684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" name="pg805">
                <a:extLst>
                  <a:ext uri="{FF2B5EF4-FFF2-40B4-BE49-F238E27FC236}">
                    <a16:creationId xmlns:a16="http://schemas.microsoft.com/office/drawing/2014/main" id="{C4506A26-7BEC-2350-6089-8E0BBBEED0F4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" name="pg806">
                <a:extLst>
                  <a:ext uri="{FF2B5EF4-FFF2-40B4-BE49-F238E27FC236}">
                    <a16:creationId xmlns:a16="http://schemas.microsoft.com/office/drawing/2014/main" id="{0189D205-34F9-81C8-A308-D901A494425A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" name="pg807">
                <a:extLst>
                  <a:ext uri="{FF2B5EF4-FFF2-40B4-BE49-F238E27FC236}">
                    <a16:creationId xmlns:a16="http://schemas.microsoft.com/office/drawing/2014/main" id="{B382DC95-EABA-CF73-9095-EC4029093C17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" name="pg808">
                <a:extLst>
                  <a:ext uri="{FF2B5EF4-FFF2-40B4-BE49-F238E27FC236}">
                    <a16:creationId xmlns:a16="http://schemas.microsoft.com/office/drawing/2014/main" id="{5D9381C3-AD2A-F170-D8E6-D9EA2306EA51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" name="pg809">
                <a:extLst>
                  <a:ext uri="{FF2B5EF4-FFF2-40B4-BE49-F238E27FC236}">
                    <a16:creationId xmlns:a16="http://schemas.microsoft.com/office/drawing/2014/main" id="{CD9D8F33-CCCD-7F8F-04A1-967E6DFDD8FA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" name="pg810">
                <a:extLst>
                  <a:ext uri="{FF2B5EF4-FFF2-40B4-BE49-F238E27FC236}">
                    <a16:creationId xmlns:a16="http://schemas.microsoft.com/office/drawing/2014/main" id="{0E698081-7E6F-2565-5AEA-B5FE66D2752D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" name="pg811">
                <a:extLst>
                  <a:ext uri="{FF2B5EF4-FFF2-40B4-BE49-F238E27FC236}">
                    <a16:creationId xmlns:a16="http://schemas.microsoft.com/office/drawing/2014/main" id="{147CEEBF-E33A-B483-BFB7-76F6B8792132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" name="pg812">
                <a:extLst>
                  <a:ext uri="{FF2B5EF4-FFF2-40B4-BE49-F238E27FC236}">
                    <a16:creationId xmlns:a16="http://schemas.microsoft.com/office/drawing/2014/main" id="{909EC407-A173-AC2C-C688-A50EB0EA1BE9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" name="pg813">
                <a:extLst>
                  <a:ext uri="{FF2B5EF4-FFF2-40B4-BE49-F238E27FC236}">
                    <a16:creationId xmlns:a16="http://schemas.microsoft.com/office/drawing/2014/main" id="{0E26B060-103D-D8AB-7DD3-F040334D68E6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" name="pg814">
                <a:extLst>
                  <a:ext uri="{FF2B5EF4-FFF2-40B4-BE49-F238E27FC236}">
                    <a16:creationId xmlns:a16="http://schemas.microsoft.com/office/drawing/2014/main" id="{D243B067-F8C5-D94C-8AFE-EDF0117275F3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" name="pg815">
                <a:extLst>
                  <a:ext uri="{FF2B5EF4-FFF2-40B4-BE49-F238E27FC236}">
                    <a16:creationId xmlns:a16="http://schemas.microsoft.com/office/drawing/2014/main" id="{FD43883C-E0C5-78CB-C71C-93135548993F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" name="pg816">
                <a:extLst>
                  <a:ext uri="{FF2B5EF4-FFF2-40B4-BE49-F238E27FC236}">
                    <a16:creationId xmlns:a16="http://schemas.microsoft.com/office/drawing/2014/main" id="{A8F408BC-EF86-B406-46ED-A0CC6D2046B3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" name="pg817">
                <a:extLst>
                  <a:ext uri="{FF2B5EF4-FFF2-40B4-BE49-F238E27FC236}">
                    <a16:creationId xmlns:a16="http://schemas.microsoft.com/office/drawing/2014/main" id="{1A4E1318-DA85-DC5E-90FA-F1F13F18F132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" name="pg818">
                <a:extLst>
                  <a:ext uri="{FF2B5EF4-FFF2-40B4-BE49-F238E27FC236}">
                    <a16:creationId xmlns:a16="http://schemas.microsoft.com/office/drawing/2014/main" id="{363F25BD-A579-C58A-E404-EC50F292F119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" name="pg819">
                <a:extLst>
                  <a:ext uri="{FF2B5EF4-FFF2-40B4-BE49-F238E27FC236}">
                    <a16:creationId xmlns:a16="http://schemas.microsoft.com/office/drawing/2014/main" id="{B981E186-47FD-F15E-94FA-61802CB8BCBF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" name="pg820">
                <a:extLst>
                  <a:ext uri="{FF2B5EF4-FFF2-40B4-BE49-F238E27FC236}">
                    <a16:creationId xmlns:a16="http://schemas.microsoft.com/office/drawing/2014/main" id="{54D0ED1F-482F-2B67-2BCE-C226F36B63C5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" name="pg821">
                <a:extLst>
                  <a:ext uri="{FF2B5EF4-FFF2-40B4-BE49-F238E27FC236}">
                    <a16:creationId xmlns:a16="http://schemas.microsoft.com/office/drawing/2014/main" id="{5700C9B6-C54A-5461-AC09-4AB3FB412618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" name="pg822">
                <a:extLst>
                  <a:ext uri="{FF2B5EF4-FFF2-40B4-BE49-F238E27FC236}">
                    <a16:creationId xmlns:a16="http://schemas.microsoft.com/office/drawing/2014/main" id="{FEFAFE18-75B6-8508-70E7-4716E67168A5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" name="pg823">
                <a:extLst>
                  <a:ext uri="{FF2B5EF4-FFF2-40B4-BE49-F238E27FC236}">
                    <a16:creationId xmlns:a16="http://schemas.microsoft.com/office/drawing/2014/main" id="{EC448AAB-A14A-D2E5-ADEE-00D8A3389C54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" name="pg824">
                <a:extLst>
                  <a:ext uri="{FF2B5EF4-FFF2-40B4-BE49-F238E27FC236}">
                    <a16:creationId xmlns:a16="http://schemas.microsoft.com/office/drawing/2014/main" id="{EC8B34E3-68AA-BF83-D927-29ADC1C5F235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" name="pg825">
                <a:extLst>
                  <a:ext uri="{FF2B5EF4-FFF2-40B4-BE49-F238E27FC236}">
                    <a16:creationId xmlns:a16="http://schemas.microsoft.com/office/drawing/2014/main" id="{500A174A-E3CF-6098-7DD6-BF76011EC420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" name="pg826">
                <a:extLst>
                  <a:ext uri="{FF2B5EF4-FFF2-40B4-BE49-F238E27FC236}">
                    <a16:creationId xmlns:a16="http://schemas.microsoft.com/office/drawing/2014/main" id="{CC571C1D-599C-4439-CCA7-19CAC1F05DAA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" name="pg827">
                <a:extLst>
                  <a:ext uri="{FF2B5EF4-FFF2-40B4-BE49-F238E27FC236}">
                    <a16:creationId xmlns:a16="http://schemas.microsoft.com/office/drawing/2014/main" id="{E1249EBB-7037-56E5-7266-81A417185816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" name="pg828">
                <a:extLst>
                  <a:ext uri="{FF2B5EF4-FFF2-40B4-BE49-F238E27FC236}">
                    <a16:creationId xmlns:a16="http://schemas.microsoft.com/office/drawing/2014/main" id="{924B9342-BBB5-F4E7-3FB6-2C6AB3E974BC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" name="pg829">
                <a:extLst>
                  <a:ext uri="{FF2B5EF4-FFF2-40B4-BE49-F238E27FC236}">
                    <a16:creationId xmlns:a16="http://schemas.microsoft.com/office/drawing/2014/main" id="{3346644E-7243-3429-B350-E3CA8ADF4DD0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" name="pg830">
                <a:extLst>
                  <a:ext uri="{FF2B5EF4-FFF2-40B4-BE49-F238E27FC236}">
                    <a16:creationId xmlns:a16="http://schemas.microsoft.com/office/drawing/2014/main" id="{06BF3E77-436E-60BD-BC18-C0FA847A9D3C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" name="pg831">
                <a:extLst>
                  <a:ext uri="{FF2B5EF4-FFF2-40B4-BE49-F238E27FC236}">
                    <a16:creationId xmlns:a16="http://schemas.microsoft.com/office/drawing/2014/main" id="{B925AE3B-80F1-805B-A23F-43747A8564A3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" name="pg832">
                <a:extLst>
                  <a:ext uri="{FF2B5EF4-FFF2-40B4-BE49-F238E27FC236}">
                    <a16:creationId xmlns:a16="http://schemas.microsoft.com/office/drawing/2014/main" id="{E4ECAE18-56C8-3D9C-24AA-E28FB2A16B6F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" name="pg833">
                <a:extLst>
                  <a:ext uri="{FF2B5EF4-FFF2-40B4-BE49-F238E27FC236}">
                    <a16:creationId xmlns:a16="http://schemas.microsoft.com/office/drawing/2014/main" id="{DEC52F7C-2340-B0D1-4911-4D3883BDC129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" name="pg834">
                <a:extLst>
                  <a:ext uri="{FF2B5EF4-FFF2-40B4-BE49-F238E27FC236}">
                    <a16:creationId xmlns:a16="http://schemas.microsoft.com/office/drawing/2014/main" id="{9CAE49FC-1D43-B234-0351-C2B95720F384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" name="pg835">
                <a:extLst>
                  <a:ext uri="{FF2B5EF4-FFF2-40B4-BE49-F238E27FC236}">
                    <a16:creationId xmlns:a16="http://schemas.microsoft.com/office/drawing/2014/main" id="{EF743CB1-FF86-F1D0-7F1C-7121F44F2A5A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" name="pg836">
                <a:extLst>
                  <a:ext uri="{FF2B5EF4-FFF2-40B4-BE49-F238E27FC236}">
                    <a16:creationId xmlns:a16="http://schemas.microsoft.com/office/drawing/2014/main" id="{ED7D7CA6-9CCB-80B5-E570-BE34AF5EB4D4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" name="pg837">
                <a:extLst>
                  <a:ext uri="{FF2B5EF4-FFF2-40B4-BE49-F238E27FC236}">
                    <a16:creationId xmlns:a16="http://schemas.microsoft.com/office/drawing/2014/main" id="{6E26A370-BD2C-A0A6-51BF-D93608AE4493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" name="pg838">
                <a:extLst>
                  <a:ext uri="{FF2B5EF4-FFF2-40B4-BE49-F238E27FC236}">
                    <a16:creationId xmlns:a16="http://schemas.microsoft.com/office/drawing/2014/main" id="{3C54D177-49A6-15AD-B251-4A2EAB69F80B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" name="pg839">
                <a:extLst>
                  <a:ext uri="{FF2B5EF4-FFF2-40B4-BE49-F238E27FC236}">
                    <a16:creationId xmlns:a16="http://schemas.microsoft.com/office/drawing/2014/main" id="{3DBA13B3-F7BE-1F6A-258E-3C809FB5F977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" name="pg840">
                <a:extLst>
                  <a:ext uri="{FF2B5EF4-FFF2-40B4-BE49-F238E27FC236}">
                    <a16:creationId xmlns:a16="http://schemas.microsoft.com/office/drawing/2014/main" id="{3CE54D2F-EDA8-ED6E-E393-5508798B0A3C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" name="pg841">
                <a:extLst>
                  <a:ext uri="{FF2B5EF4-FFF2-40B4-BE49-F238E27FC236}">
                    <a16:creationId xmlns:a16="http://schemas.microsoft.com/office/drawing/2014/main" id="{673FB243-A202-BA81-97D7-B4DD8F509C63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" name="pg842">
                <a:extLst>
                  <a:ext uri="{FF2B5EF4-FFF2-40B4-BE49-F238E27FC236}">
                    <a16:creationId xmlns:a16="http://schemas.microsoft.com/office/drawing/2014/main" id="{877C02C8-B86F-5F2E-A3BB-30E478DA5658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" name="pg843">
                <a:extLst>
                  <a:ext uri="{FF2B5EF4-FFF2-40B4-BE49-F238E27FC236}">
                    <a16:creationId xmlns:a16="http://schemas.microsoft.com/office/drawing/2014/main" id="{06685D21-DDEE-0B9D-11C3-204776ADCA2A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" name="pg844">
                <a:extLst>
                  <a:ext uri="{FF2B5EF4-FFF2-40B4-BE49-F238E27FC236}">
                    <a16:creationId xmlns:a16="http://schemas.microsoft.com/office/drawing/2014/main" id="{CE9421F2-E18B-A6FF-3BC6-A8AE4978061B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" name="pg845">
                <a:extLst>
                  <a:ext uri="{FF2B5EF4-FFF2-40B4-BE49-F238E27FC236}">
                    <a16:creationId xmlns:a16="http://schemas.microsoft.com/office/drawing/2014/main" id="{05D70743-677F-67DE-30E6-E3FDC7A8EB91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" name="pg846">
                <a:extLst>
                  <a:ext uri="{FF2B5EF4-FFF2-40B4-BE49-F238E27FC236}">
                    <a16:creationId xmlns:a16="http://schemas.microsoft.com/office/drawing/2014/main" id="{33A53B14-395D-4E09-9590-719D70115A24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" name="pg847">
                <a:extLst>
                  <a:ext uri="{FF2B5EF4-FFF2-40B4-BE49-F238E27FC236}">
                    <a16:creationId xmlns:a16="http://schemas.microsoft.com/office/drawing/2014/main" id="{AF35F279-5D27-F069-407E-43AFD65D7B89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" name="pg848">
                <a:extLst>
                  <a:ext uri="{FF2B5EF4-FFF2-40B4-BE49-F238E27FC236}">
                    <a16:creationId xmlns:a16="http://schemas.microsoft.com/office/drawing/2014/main" id="{A37BC342-2141-D692-80D8-24208AE31969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" name="pg849">
                <a:extLst>
                  <a:ext uri="{FF2B5EF4-FFF2-40B4-BE49-F238E27FC236}">
                    <a16:creationId xmlns:a16="http://schemas.microsoft.com/office/drawing/2014/main" id="{8DE2A5E8-0991-1FCF-D311-F2B52461CABE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" name="pg850">
                <a:extLst>
                  <a:ext uri="{FF2B5EF4-FFF2-40B4-BE49-F238E27FC236}">
                    <a16:creationId xmlns:a16="http://schemas.microsoft.com/office/drawing/2014/main" id="{26F2EDDC-3B1D-F325-E642-B2DFB196DA5E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" name="pg851">
                <a:extLst>
                  <a:ext uri="{FF2B5EF4-FFF2-40B4-BE49-F238E27FC236}">
                    <a16:creationId xmlns:a16="http://schemas.microsoft.com/office/drawing/2014/main" id="{2CED5813-C327-2BC5-773F-05825CF4A9A0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" name="pg852">
                <a:extLst>
                  <a:ext uri="{FF2B5EF4-FFF2-40B4-BE49-F238E27FC236}">
                    <a16:creationId xmlns:a16="http://schemas.microsoft.com/office/drawing/2014/main" id="{6A8CA659-1122-E71F-7AB8-5BC32D86B4A0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" name="pg853">
                <a:extLst>
                  <a:ext uri="{FF2B5EF4-FFF2-40B4-BE49-F238E27FC236}">
                    <a16:creationId xmlns:a16="http://schemas.microsoft.com/office/drawing/2014/main" id="{160CA55D-2DC2-CDF9-45DE-A29AC52D15E4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" name="pg854">
                <a:extLst>
                  <a:ext uri="{FF2B5EF4-FFF2-40B4-BE49-F238E27FC236}">
                    <a16:creationId xmlns:a16="http://schemas.microsoft.com/office/drawing/2014/main" id="{C261074C-21ED-875E-80B3-909E726A2CFE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" name="pg855">
                <a:extLst>
                  <a:ext uri="{FF2B5EF4-FFF2-40B4-BE49-F238E27FC236}">
                    <a16:creationId xmlns:a16="http://schemas.microsoft.com/office/drawing/2014/main" id="{FDF93952-A0E7-AEFB-72BF-D911969DBF3F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" name="pg856">
                <a:extLst>
                  <a:ext uri="{FF2B5EF4-FFF2-40B4-BE49-F238E27FC236}">
                    <a16:creationId xmlns:a16="http://schemas.microsoft.com/office/drawing/2014/main" id="{48ACAD56-EFCD-B08E-2DB3-559DB9653D88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" name="pg857">
                <a:extLst>
                  <a:ext uri="{FF2B5EF4-FFF2-40B4-BE49-F238E27FC236}">
                    <a16:creationId xmlns:a16="http://schemas.microsoft.com/office/drawing/2014/main" id="{6F966C83-805B-012E-179A-0C351EB79EDF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" name="pg858">
                <a:extLst>
                  <a:ext uri="{FF2B5EF4-FFF2-40B4-BE49-F238E27FC236}">
                    <a16:creationId xmlns:a16="http://schemas.microsoft.com/office/drawing/2014/main" id="{0C251831-03F1-F193-4737-A01AF8711FCE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" name="pg859">
                <a:extLst>
                  <a:ext uri="{FF2B5EF4-FFF2-40B4-BE49-F238E27FC236}">
                    <a16:creationId xmlns:a16="http://schemas.microsoft.com/office/drawing/2014/main" id="{C4DA57C9-9E9D-F61E-1126-253D37A1934E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" name="pg860">
                <a:extLst>
                  <a:ext uri="{FF2B5EF4-FFF2-40B4-BE49-F238E27FC236}">
                    <a16:creationId xmlns:a16="http://schemas.microsoft.com/office/drawing/2014/main" id="{D6C2E933-F16F-0A75-81DC-8573AC205DF6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" name="pg861">
                <a:extLst>
                  <a:ext uri="{FF2B5EF4-FFF2-40B4-BE49-F238E27FC236}">
                    <a16:creationId xmlns:a16="http://schemas.microsoft.com/office/drawing/2014/main" id="{8388F29A-0D7F-8892-9873-E0EA66680482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" name="pg862">
                <a:extLst>
                  <a:ext uri="{FF2B5EF4-FFF2-40B4-BE49-F238E27FC236}">
                    <a16:creationId xmlns:a16="http://schemas.microsoft.com/office/drawing/2014/main" id="{63F44036-3D13-B1AF-E8C6-55B56E0E97E7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" name="pg863">
                <a:extLst>
                  <a:ext uri="{FF2B5EF4-FFF2-40B4-BE49-F238E27FC236}">
                    <a16:creationId xmlns:a16="http://schemas.microsoft.com/office/drawing/2014/main" id="{31736FB9-F205-7920-24C8-1A9FD52C2F16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" name="pg864">
                <a:extLst>
                  <a:ext uri="{FF2B5EF4-FFF2-40B4-BE49-F238E27FC236}">
                    <a16:creationId xmlns:a16="http://schemas.microsoft.com/office/drawing/2014/main" id="{80040314-DF91-CF8F-E649-45BBBB2E0EF7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" name="pg865">
                <a:extLst>
                  <a:ext uri="{FF2B5EF4-FFF2-40B4-BE49-F238E27FC236}">
                    <a16:creationId xmlns:a16="http://schemas.microsoft.com/office/drawing/2014/main" id="{2FBFE603-4B00-E784-E9C1-71B63693C3D9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" name="pg866">
                <a:extLst>
                  <a:ext uri="{FF2B5EF4-FFF2-40B4-BE49-F238E27FC236}">
                    <a16:creationId xmlns:a16="http://schemas.microsoft.com/office/drawing/2014/main" id="{12FD8913-4D4D-5086-661E-9F0691848426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" name="pg867">
                <a:extLst>
                  <a:ext uri="{FF2B5EF4-FFF2-40B4-BE49-F238E27FC236}">
                    <a16:creationId xmlns:a16="http://schemas.microsoft.com/office/drawing/2014/main" id="{8E0D9845-DD0B-6F0D-76ED-38D6A584E490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" name="pg868">
                <a:extLst>
                  <a:ext uri="{FF2B5EF4-FFF2-40B4-BE49-F238E27FC236}">
                    <a16:creationId xmlns:a16="http://schemas.microsoft.com/office/drawing/2014/main" id="{2BBB30B5-EA05-EED1-A1E5-EBBEDDA4593D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" name="pg869">
                <a:extLst>
                  <a:ext uri="{FF2B5EF4-FFF2-40B4-BE49-F238E27FC236}">
                    <a16:creationId xmlns:a16="http://schemas.microsoft.com/office/drawing/2014/main" id="{E73C296D-703D-8F10-B0C5-500B4B7AB419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" name="pg870">
                <a:extLst>
                  <a:ext uri="{FF2B5EF4-FFF2-40B4-BE49-F238E27FC236}">
                    <a16:creationId xmlns:a16="http://schemas.microsoft.com/office/drawing/2014/main" id="{0BAD0AA5-72AB-8659-0BB4-4B18DBAB80BB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" name="pg871">
                <a:extLst>
                  <a:ext uri="{FF2B5EF4-FFF2-40B4-BE49-F238E27FC236}">
                    <a16:creationId xmlns:a16="http://schemas.microsoft.com/office/drawing/2014/main" id="{8205B3BA-81A6-66E6-BB8A-F4F4EAA72FCE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" name="pg872">
                <a:extLst>
                  <a:ext uri="{FF2B5EF4-FFF2-40B4-BE49-F238E27FC236}">
                    <a16:creationId xmlns:a16="http://schemas.microsoft.com/office/drawing/2014/main" id="{42D55651-E4FD-35AB-8E93-52DD458EC11C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" name="pg873">
                <a:extLst>
                  <a:ext uri="{FF2B5EF4-FFF2-40B4-BE49-F238E27FC236}">
                    <a16:creationId xmlns:a16="http://schemas.microsoft.com/office/drawing/2014/main" id="{9806ECF5-3EB9-BBB0-88AF-160AB7417531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" name="pg874">
                <a:extLst>
                  <a:ext uri="{FF2B5EF4-FFF2-40B4-BE49-F238E27FC236}">
                    <a16:creationId xmlns:a16="http://schemas.microsoft.com/office/drawing/2014/main" id="{28522D75-F06A-E2A7-1AA9-5E753A7B5258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" name="pg875">
                <a:extLst>
                  <a:ext uri="{FF2B5EF4-FFF2-40B4-BE49-F238E27FC236}">
                    <a16:creationId xmlns:a16="http://schemas.microsoft.com/office/drawing/2014/main" id="{4C179829-521B-D30C-74AB-58C1A7B311F2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" name="pg876">
                <a:extLst>
                  <a:ext uri="{FF2B5EF4-FFF2-40B4-BE49-F238E27FC236}">
                    <a16:creationId xmlns:a16="http://schemas.microsoft.com/office/drawing/2014/main" id="{C2697E29-7B3F-101C-B68E-AC462AA86AE5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" name="pg877">
                <a:extLst>
                  <a:ext uri="{FF2B5EF4-FFF2-40B4-BE49-F238E27FC236}">
                    <a16:creationId xmlns:a16="http://schemas.microsoft.com/office/drawing/2014/main" id="{B4EF0966-990F-1A4D-9DF7-AC8803A957B1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" name="pg878">
                <a:extLst>
                  <a:ext uri="{FF2B5EF4-FFF2-40B4-BE49-F238E27FC236}">
                    <a16:creationId xmlns:a16="http://schemas.microsoft.com/office/drawing/2014/main" id="{3DF30518-E8C7-77E8-19FE-E59F8669928A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" name="pg879">
                <a:extLst>
                  <a:ext uri="{FF2B5EF4-FFF2-40B4-BE49-F238E27FC236}">
                    <a16:creationId xmlns:a16="http://schemas.microsoft.com/office/drawing/2014/main" id="{93A1ACDB-69EA-B0A3-0A32-D81B4017CAE0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" name="pg880">
                <a:extLst>
                  <a:ext uri="{FF2B5EF4-FFF2-40B4-BE49-F238E27FC236}">
                    <a16:creationId xmlns:a16="http://schemas.microsoft.com/office/drawing/2014/main" id="{435375BD-3DC9-54F4-A00A-8E0EBD3433B7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" name="pg881">
                <a:extLst>
                  <a:ext uri="{FF2B5EF4-FFF2-40B4-BE49-F238E27FC236}">
                    <a16:creationId xmlns:a16="http://schemas.microsoft.com/office/drawing/2014/main" id="{7A5BCE92-7387-4497-AAE2-0175A15CAFF0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" name="pg882">
                <a:extLst>
                  <a:ext uri="{FF2B5EF4-FFF2-40B4-BE49-F238E27FC236}">
                    <a16:creationId xmlns:a16="http://schemas.microsoft.com/office/drawing/2014/main" id="{F3792C36-C446-AB2A-5B00-566C523DF7BB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" name="pg883">
                <a:extLst>
                  <a:ext uri="{FF2B5EF4-FFF2-40B4-BE49-F238E27FC236}">
                    <a16:creationId xmlns:a16="http://schemas.microsoft.com/office/drawing/2014/main" id="{99CFE870-4539-6367-7F8B-AB28EA943858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" name="pg884">
                <a:extLst>
                  <a:ext uri="{FF2B5EF4-FFF2-40B4-BE49-F238E27FC236}">
                    <a16:creationId xmlns:a16="http://schemas.microsoft.com/office/drawing/2014/main" id="{997A0247-2936-DB38-7CD7-106539FF1765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" name="pg885">
                <a:extLst>
                  <a:ext uri="{FF2B5EF4-FFF2-40B4-BE49-F238E27FC236}">
                    <a16:creationId xmlns:a16="http://schemas.microsoft.com/office/drawing/2014/main" id="{659F6BF4-CCBF-4293-AF5C-6D2F7A68B22F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" name="pg886">
                <a:extLst>
                  <a:ext uri="{FF2B5EF4-FFF2-40B4-BE49-F238E27FC236}">
                    <a16:creationId xmlns:a16="http://schemas.microsoft.com/office/drawing/2014/main" id="{691F7B8C-CA8A-3F88-6EB7-FF12FFC9197C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" name="pg887">
                <a:extLst>
                  <a:ext uri="{FF2B5EF4-FFF2-40B4-BE49-F238E27FC236}">
                    <a16:creationId xmlns:a16="http://schemas.microsoft.com/office/drawing/2014/main" id="{867836A2-28F5-EED6-A664-5C5304650B30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" name="pg888">
                <a:extLst>
                  <a:ext uri="{FF2B5EF4-FFF2-40B4-BE49-F238E27FC236}">
                    <a16:creationId xmlns:a16="http://schemas.microsoft.com/office/drawing/2014/main" id="{E0DBA524-ACE3-28B8-86A0-AB67308FCAA7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" name="pg889">
                <a:extLst>
                  <a:ext uri="{FF2B5EF4-FFF2-40B4-BE49-F238E27FC236}">
                    <a16:creationId xmlns:a16="http://schemas.microsoft.com/office/drawing/2014/main" id="{302C4EC4-A035-E574-14B1-5ECFB04221D1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" name="pg890">
                <a:extLst>
                  <a:ext uri="{FF2B5EF4-FFF2-40B4-BE49-F238E27FC236}">
                    <a16:creationId xmlns:a16="http://schemas.microsoft.com/office/drawing/2014/main" id="{AAFC215A-572B-8A3A-0A1B-1686360F6D69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" name="pg891">
                <a:extLst>
                  <a:ext uri="{FF2B5EF4-FFF2-40B4-BE49-F238E27FC236}">
                    <a16:creationId xmlns:a16="http://schemas.microsoft.com/office/drawing/2014/main" id="{79DBC491-8A4F-34E7-4455-E56A8D419222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" name="pg892">
                <a:extLst>
                  <a:ext uri="{FF2B5EF4-FFF2-40B4-BE49-F238E27FC236}">
                    <a16:creationId xmlns:a16="http://schemas.microsoft.com/office/drawing/2014/main" id="{ABAD27BD-B763-D51C-2A07-88F4578C8921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" name="pg893">
                <a:extLst>
                  <a:ext uri="{FF2B5EF4-FFF2-40B4-BE49-F238E27FC236}">
                    <a16:creationId xmlns:a16="http://schemas.microsoft.com/office/drawing/2014/main" id="{1188ED30-D1B7-3D1F-AD3E-007F5410174F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" name="pg894">
                <a:extLst>
                  <a:ext uri="{FF2B5EF4-FFF2-40B4-BE49-F238E27FC236}">
                    <a16:creationId xmlns:a16="http://schemas.microsoft.com/office/drawing/2014/main" id="{C4ACD3C7-29E5-BD1F-2090-2B53C49FD467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" name="pg895">
                <a:extLst>
                  <a:ext uri="{FF2B5EF4-FFF2-40B4-BE49-F238E27FC236}">
                    <a16:creationId xmlns:a16="http://schemas.microsoft.com/office/drawing/2014/main" id="{F2FC14AD-9C9E-91CD-449D-19FEAEC90A53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" name="pg896">
                <a:extLst>
                  <a:ext uri="{FF2B5EF4-FFF2-40B4-BE49-F238E27FC236}">
                    <a16:creationId xmlns:a16="http://schemas.microsoft.com/office/drawing/2014/main" id="{9BFC82C4-2ECF-46A9-9905-8507442456C2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" name="pg897">
                <a:extLst>
                  <a:ext uri="{FF2B5EF4-FFF2-40B4-BE49-F238E27FC236}">
                    <a16:creationId xmlns:a16="http://schemas.microsoft.com/office/drawing/2014/main" id="{AF680CA2-4ED7-F742-4036-84376C6E42D4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" name="pg898">
                <a:extLst>
                  <a:ext uri="{FF2B5EF4-FFF2-40B4-BE49-F238E27FC236}">
                    <a16:creationId xmlns:a16="http://schemas.microsoft.com/office/drawing/2014/main" id="{EC341A92-D2B0-F6B0-7A7D-71DB40C42DF2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" name="pg899">
                <a:extLst>
                  <a:ext uri="{FF2B5EF4-FFF2-40B4-BE49-F238E27FC236}">
                    <a16:creationId xmlns:a16="http://schemas.microsoft.com/office/drawing/2014/main" id="{A0EE792E-A93C-4435-C958-A6AEC7D8B880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" name="pg900">
                <a:extLst>
                  <a:ext uri="{FF2B5EF4-FFF2-40B4-BE49-F238E27FC236}">
                    <a16:creationId xmlns:a16="http://schemas.microsoft.com/office/drawing/2014/main" id="{5484EDE3-F431-E00D-A033-9366C13D932F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" name="pg901">
                <a:extLst>
                  <a:ext uri="{FF2B5EF4-FFF2-40B4-BE49-F238E27FC236}">
                    <a16:creationId xmlns:a16="http://schemas.microsoft.com/office/drawing/2014/main" id="{A3069C04-4942-D718-E6BE-41FD33D984F0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" name="pg902">
                <a:extLst>
                  <a:ext uri="{FF2B5EF4-FFF2-40B4-BE49-F238E27FC236}">
                    <a16:creationId xmlns:a16="http://schemas.microsoft.com/office/drawing/2014/main" id="{D1E8A42A-F143-2230-1C75-4D97F9E6ED9F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" name="pg903">
                <a:extLst>
                  <a:ext uri="{FF2B5EF4-FFF2-40B4-BE49-F238E27FC236}">
                    <a16:creationId xmlns:a16="http://schemas.microsoft.com/office/drawing/2014/main" id="{2F82B07D-08E1-AF57-78C4-609EB13645FE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" name="pg904">
                <a:extLst>
                  <a:ext uri="{FF2B5EF4-FFF2-40B4-BE49-F238E27FC236}">
                    <a16:creationId xmlns:a16="http://schemas.microsoft.com/office/drawing/2014/main" id="{58945478-160C-A6CC-0C47-9A7AA3E144F5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" name="pg905">
                <a:extLst>
                  <a:ext uri="{FF2B5EF4-FFF2-40B4-BE49-F238E27FC236}">
                    <a16:creationId xmlns:a16="http://schemas.microsoft.com/office/drawing/2014/main" id="{F5785909-E535-9B53-F2F0-879DDE789204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" name="pg906">
                <a:extLst>
                  <a:ext uri="{FF2B5EF4-FFF2-40B4-BE49-F238E27FC236}">
                    <a16:creationId xmlns:a16="http://schemas.microsoft.com/office/drawing/2014/main" id="{AF96769E-0DAB-768C-E932-64F31A84991D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" name="pg907">
                <a:extLst>
                  <a:ext uri="{FF2B5EF4-FFF2-40B4-BE49-F238E27FC236}">
                    <a16:creationId xmlns:a16="http://schemas.microsoft.com/office/drawing/2014/main" id="{638165C7-277B-E791-94C0-039356B04EE7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" name="pg908">
                <a:extLst>
                  <a:ext uri="{FF2B5EF4-FFF2-40B4-BE49-F238E27FC236}">
                    <a16:creationId xmlns:a16="http://schemas.microsoft.com/office/drawing/2014/main" id="{56BBFFA6-E14F-879A-BAF6-75951780D80C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" name="pg909">
                <a:extLst>
                  <a:ext uri="{FF2B5EF4-FFF2-40B4-BE49-F238E27FC236}">
                    <a16:creationId xmlns:a16="http://schemas.microsoft.com/office/drawing/2014/main" id="{279EF150-6A3D-8A94-052D-EAEF0322D9CD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" name="pg910">
                <a:extLst>
                  <a:ext uri="{FF2B5EF4-FFF2-40B4-BE49-F238E27FC236}">
                    <a16:creationId xmlns:a16="http://schemas.microsoft.com/office/drawing/2014/main" id="{0EEE7432-388A-8E9C-74E7-5563477FE12C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" name="pg911">
                <a:extLst>
                  <a:ext uri="{FF2B5EF4-FFF2-40B4-BE49-F238E27FC236}">
                    <a16:creationId xmlns:a16="http://schemas.microsoft.com/office/drawing/2014/main" id="{88FEAC55-4B9B-663A-E6BD-4D3BD77269A1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" name="pg912">
                <a:extLst>
                  <a:ext uri="{FF2B5EF4-FFF2-40B4-BE49-F238E27FC236}">
                    <a16:creationId xmlns:a16="http://schemas.microsoft.com/office/drawing/2014/main" id="{FEB6C92A-0D8B-8A36-A17F-FB2A9A8E2F81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" name="pg913">
                <a:extLst>
                  <a:ext uri="{FF2B5EF4-FFF2-40B4-BE49-F238E27FC236}">
                    <a16:creationId xmlns:a16="http://schemas.microsoft.com/office/drawing/2014/main" id="{6244001D-0F05-DEA5-E3DE-B9052E9CCADD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" name="pg914">
                <a:extLst>
                  <a:ext uri="{FF2B5EF4-FFF2-40B4-BE49-F238E27FC236}">
                    <a16:creationId xmlns:a16="http://schemas.microsoft.com/office/drawing/2014/main" id="{AD6B8D65-1F7F-7BBE-BEB0-843584601890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" name="pg915">
                <a:extLst>
                  <a:ext uri="{FF2B5EF4-FFF2-40B4-BE49-F238E27FC236}">
                    <a16:creationId xmlns:a16="http://schemas.microsoft.com/office/drawing/2014/main" id="{4E5DB79B-D4C4-EFC6-21AF-D28EDAF652CB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" name="pg916">
                <a:extLst>
                  <a:ext uri="{FF2B5EF4-FFF2-40B4-BE49-F238E27FC236}">
                    <a16:creationId xmlns:a16="http://schemas.microsoft.com/office/drawing/2014/main" id="{50E8B201-F826-FB1F-7F7D-F44F07EEAE40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" name="pg917">
                <a:extLst>
                  <a:ext uri="{FF2B5EF4-FFF2-40B4-BE49-F238E27FC236}">
                    <a16:creationId xmlns:a16="http://schemas.microsoft.com/office/drawing/2014/main" id="{1B414BC0-EA5E-9666-CF59-CCF83A6E9946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" name="pg918">
                <a:extLst>
                  <a:ext uri="{FF2B5EF4-FFF2-40B4-BE49-F238E27FC236}">
                    <a16:creationId xmlns:a16="http://schemas.microsoft.com/office/drawing/2014/main" id="{DA2A91BA-B83B-E177-6246-3ED7B542927E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" name="pg919">
                <a:extLst>
                  <a:ext uri="{FF2B5EF4-FFF2-40B4-BE49-F238E27FC236}">
                    <a16:creationId xmlns:a16="http://schemas.microsoft.com/office/drawing/2014/main" id="{B17AC64D-6E3F-F8EB-D350-347E31B8C82C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" name="pg920">
                <a:extLst>
                  <a:ext uri="{FF2B5EF4-FFF2-40B4-BE49-F238E27FC236}">
                    <a16:creationId xmlns:a16="http://schemas.microsoft.com/office/drawing/2014/main" id="{F6C8773F-DA09-E3CA-BD5C-FB8337A6D1AB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" name="pg921">
                <a:extLst>
                  <a:ext uri="{FF2B5EF4-FFF2-40B4-BE49-F238E27FC236}">
                    <a16:creationId xmlns:a16="http://schemas.microsoft.com/office/drawing/2014/main" id="{0B4D4496-F541-C3E8-D7AE-747AEE9744F3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" name="pg922">
                <a:extLst>
                  <a:ext uri="{FF2B5EF4-FFF2-40B4-BE49-F238E27FC236}">
                    <a16:creationId xmlns:a16="http://schemas.microsoft.com/office/drawing/2014/main" id="{FAFE44D4-2175-6819-A048-3FDB951E0E01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" name="pg923">
                <a:extLst>
                  <a:ext uri="{FF2B5EF4-FFF2-40B4-BE49-F238E27FC236}">
                    <a16:creationId xmlns:a16="http://schemas.microsoft.com/office/drawing/2014/main" id="{9F668DC5-4D1C-04A9-EB96-0E140A21AF67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" name="pg924">
                <a:extLst>
                  <a:ext uri="{FF2B5EF4-FFF2-40B4-BE49-F238E27FC236}">
                    <a16:creationId xmlns:a16="http://schemas.microsoft.com/office/drawing/2014/main" id="{2E7BAB8C-88A0-CD5E-5383-318E345217EF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" name="pg925">
                <a:extLst>
                  <a:ext uri="{FF2B5EF4-FFF2-40B4-BE49-F238E27FC236}">
                    <a16:creationId xmlns:a16="http://schemas.microsoft.com/office/drawing/2014/main" id="{DD705C6C-A9AD-6A93-2CD3-8E95520E130E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" name="pg926">
                <a:extLst>
                  <a:ext uri="{FF2B5EF4-FFF2-40B4-BE49-F238E27FC236}">
                    <a16:creationId xmlns:a16="http://schemas.microsoft.com/office/drawing/2014/main" id="{72D4DE95-2BE9-E97B-91E8-97CFA9E9FA9F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" name="pg927">
                <a:extLst>
                  <a:ext uri="{FF2B5EF4-FFF2-40B4-BE49-F238E27FC236}">
                    <a16:creationId xmlns:a16="http://schemas.microsoft.com/office/drawing/2014/main" id="{1DE00F8A-CA8A-AC89-A344-651D1C988663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" name="pg928">
                <a:extLst>
                  <a:ext uri="{FF2B5EF4-FFF2-40B4-BE49-F238E27FC236}">
                    <a16:creationId xmlns:a16="http://schemas.microsoft.com/office/drawing/2014/main" id="{4E3CBE5B-511D-F94E-424B-1C92C95D2D53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" name="pg929">
                <a:extLst>
                  <a:ext uri="{FF2B5EF4-FFF2-40B4-BE49-F238E27FC236}">
                    <a16:creationId xmlns:a16="http://schemas.microsoft.com/office/drawing/2014/main" id="{EC365D7A-65E6-4BE1-1650-FCCD7DD83439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" name="pg930">
                <a:extLst>
                  <a:ext uri="{FF2B5EF4-FFF2-40B4-BE49-F238E27FC236}">
                    <a16:creationId xmlns:a16="http://schemas.microsoft.com/office/drawing/2014/main" id="{32C84B2C-088D-BA35-857A-DAA0E9595B57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" name="pg931">
                <a:extLst>
                  <a:ext uri="{FF2B5EF4-FFF2-40B4-BE49-F238E27FC236}">
                    <a16:creationId xmlns:a16="http://schemas.microsoft.com/office/drawing/2014/main" id="{1B09CF3D-99FA-4E61-3B88-518EBCC70A93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" name="pg932">
                <a:extLst>
                  <a:ext uri="{FF2B5EF4-FFF2-40B4-BE49-F238E27FC236}">
                    <a16:creationId xmlns:a16="http://schemas.microsoft.com/office/drawing/2014/main" id="{AC1748A7-6B7B-0D20-14B7-503B825A7059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" name="pg933">
                <a:extLst>
                  <a:ext uri="{FF2B5EF4-FFF2-40B4-BE49-F238E27FC236}">
                    <a16:creationId xmlns:a16="http://schemas.microsoft.com/office/drawing/2014/main" id="{0DAE54BC-55C1-8FE1-1FA2-77410B2D9A54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" name="pg934">
                <a:extLst>
                  <a:ext uri="{FF2B5EF4-FFF2-40B4-BE49-F238E27FC236}">
                    <a16:creationId xmlns:a16="http://schemas.microsoft.com/office/drawing/2014/main" id="{1044D60D-17C2-4C6E-FADB-E17707816892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5" name="pg935">
                <a:extLst>
                  <a:ext uri="{FF2B5EF4-FFF2-40B4-BE49-F238E27FC236}">
                    <a16:creationId xmlns:a16="http://schemas.microsoft.com/office/drawing/2014/main" id="{00520720-0A68-6C44-2F01-BA785C55BEAE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6" name="pg936">
                <a:extLst>
                  <a:ext uri="{FF2B5EF4-FFF2-40B4-BE49-F238E27FC236}">
                    <a16:creationId xmlns:a16="http://schemas.microsoft.com/office/drawing/2014/main" id="{0BEDEA0A-8CE6-0A91-5184-5248010AE498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" name="pg937">
                <a:extLst>
                  <a:ext uri="{FF2B5EF4-FFF2-40B4-BE49-F238E27FC236}">
                    <a16:creationId xmlns:a16="http://schemas.microsoft.com/office/drawing/2014/main" id="{F11E0EC1-8F32-F831-16BE-28939DA629BB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8" name="pg938">
                <a:extLst>
                  <a:ext uri="{FF2B5EF4-FFF2-40B4-BE49-F238E27FC236}">
                    <a16:creationId xmlns:a16="http://schemas.microsoft.com/office/drawing/2014/main" id="{2B4BB37A-EF38-D34C-C98C-95C25AE254BD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9" name="pg939">
                <a:extLst>
                  <a:ext uri="{FF2B5EF4-FFF2-40B4-BE49-F238E27FC236}">
                    <a16:creationId xmlns:a16="http://schemas.microsoft.com/office/drawing/2014/main" id="{78A2EA48-D9BE-55B3-7822-E3B14E5E1A58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0" name="pg940">
                <a:extLst>
                  <a:ext uri="{FF2B5EF4-FFF2-40B4-BE49-F238E27FC236}">
                    <a16:creationId xmlns:a16="http://schemas.microsoft.com/office/drawing/2014/main" id="{9999212A-72E6-20F7-BC57-DEA6E01DE7E9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" name="pg941">
                <a:extLst>
                  <a:ext uri="{FF2B5EF4-FFF2-40B4-BE49-F238E27FC236}">
                    <a16:creationId xmlns:a16="http://schemas.microsoft.com/office/drawing/2014/main" id="{64959DF6-2F79-0AB2-E187-1519122FB424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" name="pg942">
                <a:extLst>
                  <a:ext uri="{FF2B5EF4-FFF2-40B4-BE49-F238E27FC236}">
                    <a16:creationId xmlns:a16="http://schemas.microsoft.com/office/drawing/2014/main" id="{55CAE8FB-6B64-B714-4D1E-9E938EB90C08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" name="pg943">
                <a:extLst>
                  <a:ext uri="{FF2B5EF4-FFF2-40B4-BE49-F238E27FC236}">
                    <a16:creationId xmlns:a16="http://schemas.microsoft.com/office/drawing/2014/main" id="{A42E3ABB-51D4-F52D-8A84-273A6B489E8D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" name="pg944">
                <a:extLst>
                  <a:ext uri="{FF2B5EF4-FFF2-40B4-BE49-F238E27FC236}">
                    <a16:creationId xmlns:a16="http://schemas.microsoft.com/office/drawing/2014/main" id="{6E525C24-6200-A8BC-E910-B1A863074D3E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" name="pg945">
                <a:extLst>
                  <a:ext uri="{FF2B5EF4-FFF2-40B4-BE49-F238E27FC236}">
                    <a16:creationId xmlns:a16="http://schemas.microsoft.com/office/drawing/2014/main" id="{F2377B4D-7A21-7E10-B27F-59583750F020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" name="pg946">
                <a:extLst>
                  <a:ext uri="{FF2B5EF4-FFF2-40B4-BE49-F238E27FC236}">
                    <a16:creationId xmlns:a16="http://schemas.microsoft.com/office/drawing/2014/main" id="{4C85E2D9-024E-374A-FAAA-508C87BC6268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" name="pg947">
                <a:extLst>
                  <a:ext uri="{FF2B5EF4-FFF2-40B4-BE49-F238E27FC236}">
                    <a16:creationId xmlns:a16="http://schemas.microsoft.com/office/drawing/2014/main" id="{352E8EBA-6859-5451-35F6-E388C16EBD61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" name="pg948">
                <a:extLst>
                  <a:ext uri="{FF2B5EF4-FFF2-40B4-BE49-F238E27FC236}">
                    <a16:creationId xmlns:a16="http://schemas.microsoft.com/office/drawing/2014/main" id="{35690A0F-20C3-780C-B617-817583D9723E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" name="pg949">
                <a:extLst>
                  <a:ext uri="{FF2B5EF4-FFF2-40B4-BE49-F238E27FC236}">
                    <a16:creationId xmlns:a16="http://schemas.microsoft.com/office/drawing/2014/main" id="{6C2F4F5F-5353-22F2-AF9C-FECF1B9F180C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" name="pg950">
                <a:extLst>
                  <a:ext uri="{FF2B5EF4-FFF2-40B4-BE49-F238E27FC236}">
                    <a16:creationId xmlns:a16="http://schemas.microsoft.com/office/drawing/2014/main" id="{F84EAFC9-B8C7-3573-6208-79C7EFE3DF4E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" name="pg951">
                <a:extLst>
                  <a:ext uri="{FF2B5EF4-FFF2-40B4-BE49-F238E27FC236}">
                    <a16:creationId xmlns:a16="http://schemas.microsoft.com/office/drawing/2014/main" id="{19223F04-12F3-C01B-CA49-11802B339E2C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" name="pg952">
                <a:extLst>
                  <a:ext uri="{FF2B5EF4-FFF2-40B4-BE49-F238E27FC236}">
                    <a16:creationId xmlns:a16="http://schemas.microsoft.com/office/drawing/2014/main" id="{FB0F7C79-F1E8-8398-50CE-AD771BCC3145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" name="pg953">
                <a:extLst>
                  <a:ext uri="{FF2B5EF4-FFF2-40B4-BE49-F238E27FC236}">
                    <a16:creationId xmlns:a16="http://schemas.microsoft.com/office/drawing/2014/main" id="{9D94927F-CB67-D690-08DF-3CF0785029EE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" name="pg954">
                <a:extLst>
                  <a:ext uri="{FF2B5EF4-FFF2-40B4-BE49-F238E27FC236}">
                    <a16:creationId xmlns:a16="http://schemas.microsoft.com/office/drawing/2014/main" id="{FE51543F-395F-BF73-F3A6-9ADC35F84874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" name="pg955">
                <a:extLst>
                  <a:ext uri="{FF2B5EF4-FFF2-40B4-BE49-F238E27FC236}">
                    <a16:creationId xmlns:a16="http://schemas.microsoft.com/office/drawing/2014/main" id="{2DB117E1-2A91-7B23-9185-DBADBA6DC552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" name="pg956">
                <a:extLst>
                  <a:ext uri="{FF2B5EF4-FFF2-40B4-BE49-F238E27FC236}">
                    <a16:creationId xmlns:a16="http://schemas.microsoft.com/office/drawing/2014/main" id="{406ED2AB-0FF2-2A77-459C-921E4388E59C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" name="pg957">
                <a:extLst>
                  <a:ext uri="{FF2B5EF4-FFF2-40B4-BE49-F238E27FC236}">
                    <a16:creationId xmlns:a16="http://schemas.microsoft.com/office/drawing/2014/main" id="{25A6FA7E-B3A8-7887-E193-7E42945EEBBD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" name="pg958">
                <a:extLst>
                  <a:ext uri="{FF2B5EF4-FFF2-40B4-BE49-F238E27FC236}">
                    <a16:creationId xmlns:a16="http://schemas.microsoft.com/office/drawing/2014/main" id="{B3CF2206-0B61-C714-C0C7-F8998A5BE714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" name="pg959">
                <a:extLst>
                  <a:ext uri="{FF2B5EF4-FFF2-40B4-BE49-F238E27FC236}">
                    <a16:creationId xmlns:a16="http://schemas.microsoft.com/office/drawing/2014/main" id="{ED86AAC6-410B-E6DE-0E49-0A5CA768A555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" name="pg960">
                <a:extLst>
                  <a:ext uri="{FF2B5EF4-FFF2-40B4-BE49-F238E27FC236}">
                    <a16:creationId xmlns:a16="http://schemas.microsoft.com/office/drawing/2014/main" id="{20AAD1B4-1C49-1900-83AB-391C983CD7AD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" name="pg961">
                <a:extLst>
                  <a:ext uri="{FF2B5EF4-FFF2-40B4-BE49-F238E27FC236}">
                    <a16:creationId xmlns:a16="http://schemas.microsoft.com/office/drawing/2014/main" id="{6BAA0D7F-6B5E-BA18-363E-6D2A38C37670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" name="pg962">
                <a:extLst>
                  <a:ext uri="{FF2B5EF4-FFF2-40B4-BE49-F238E27FC236}">
                    <a16:creationId xmlns:a16="http://schemas.microsoft.com/office/drawing/2014/main" id="{1E552278-6F02-AE63-AAF3-3F8E789730CD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" name="pg963">
                <a:extLst>
                  <a:ext uri="{FF2B5EF4-FFF2-40B4-BE49-F238E27FC236}">
                    <a16:creationId xmlns:a16="http://schemas.microsoft.com/office/drawing/2014/main" id="{3AB2C55A-1D8B-07CA-22C4-71AB2E8F4D5C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" name="pg964">
                <a:extLst>
                  <a:ext uri="{FF2B5EF4-FFF2-40B4-BE49-F238E27FC236}">
                    <a16:creationId xmlns:a16="http://schemas.microsoft.com/office/drawing/2014/main" id="{3766EDB5-C732-0771-C725-011B168ED8E1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" name="pg965">
                <a:extLst>
                  <a:ext uri="{FF2B5EF4-FFF2-40B4-BE49-F238E27FC236}">
                    <a16:creationId xmlns:a16="http://schemas.microsoft.com/office/drawing/2014/main" id="{CD0336B5-47FA-EE9B-10FB-A817748F8B1B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" name="pg966">
                <a:extLst>
                  <a:ext uri="{FF2B5EF4-FFF2-40B4-BE49-F238E27FC236}">
                    <a16:creationId xmlns:a16="http://schemas.microsoft.com/office/drawing/2014/main" id="{BE790C8A-93AD-B5FE-D480-B64FCE273B10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" name="pg967">
                <a:extLst>
                  <a:ext uri="{FF2B5EF4-FFF2-40B4-BE49-F238E27FC236}">
                    <a16:creationId xmlns:a16="http://schemas.microsoft.com/office/drawing/2014/main" id="{77AACA02-C5C6-1EF1-335F-E0B97628AF47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" name="pg968">
                <a:extLst>
                  <a:ext uri="{FF2B5EF4-FFF2-40B4-BE49-F238E27FC236}">
                    <a16:creationId xmlns:a16="http://schemas.microsoft.com/office/drawing/2014/main" id="{F87D1AD6-FF24-1A48-14F2-33BB74DD69A0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" name="pg969">
                <a:extLst>
                  <a:ext uri="{FF2B5EF4-FFF2-40B4-BE49-F238E27FC236}">
                    <a16:creationId xmlns:a16="http://schemas.microsoft.com/office/drawing/2014/main" id="{224881A2-ED86-CA1A-42C7-22705416863B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" name="pg970">
                <a:extLst>
                  <a:ext uri="{FF2B5EF4-FFF2-40B4-BE49-F238E27FC236}">
                    <a16:creationId xmlns:a16="http://schemas.microsoft.com/office/drawing/2014/main" id="{0EF510D5-C23F-D4EE-56C4-817653F68DFE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" name="pg971">
                <a:extLst>
                  <a:ext uri="{FF2B5EF4-FFF2-40B4-BE49-F238E27FC236}">
                    <a16:creationId xmlns:a16="http://schemas.microsoft.com/office/drawing/2014/main" id="{B97E7B53-AE2B-2CEA-97C7-1FEC584BD5E5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" name="pg972">
                <a:extLst>
                  <a:ext uri="{FF2B5EF4-FFF2-40B4-BE49-F238E27FC236}">
                    <a16:creationId xmlns:a16="http://schemas.microsoft.com/office/drawing/2014/main" id="{025E2769-3F2D-A4C1-BDCD-9AE3F5C6A01B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" name="pg973">
                <a:extLst>
                  <a:ext uri="{FF2B5EF4-FFF2-40B4-BE49-F238E27FC236}">
                    <a16:creationId xmlns:a16="http://schemas.microsoft.com/office/drawing/2014/main" id="{056F8D3B-628F-3839-86FB-502F8141D539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" name="pg974">
                <a:extLst>
                  <a:ext uri="{FF2B5EF4-FFF2-40B4-BE49-F238E27FC236}">
                    <a16:creationId xmlns:a16="http://schemas.microsoft.com/office/drawing/2014/main" id="{713F9837-814E-621E-A2CA-DE2D9AED4F09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" name="pg975">
                <a:extLst>
                  <a:ext uri="{FF2B5EF4-FFF2-40B4-BE49-F238E27FC236}">
                    <a16:creationId xmlns:a16="http://schemas.microsoft.com/office/drawing/2014/main" id="{805DB5C2-507B-63F7-279F-9E2198781652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" name="pg976">
                <a:extLst>
                  <a:ext uri="{FF2B5EF4-FFF2-40B4-BE49-F238E27FC236}">
                    <a16:creationId xmlns:a16="http://schemas.microsoft.com/office/drawing/2014/main" id="{38ADF431-DBD1-E6A4-5E23-220FEF60B0D4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" name="pg977">
                <a:extLst>
                  <a:ext uri="{FF2B5EF4-FFF2-40B4-BE49-F238E27FC236}">
                    <a16:creationId xmlns:a16="http://schemas.microsoft.com/office/drawing/2014/main" id="{E5056C97-D43C-AD3B-61DA-2D2BBC74595D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" name="pg978">
                <a:extLst>
                  <a:ext uri="{FF2B5EF4-FFF2-40B4-BE49-F238E27FC236}">
                    <a16:creationId xmlns:a16="http://schemas.microsoft.com/office/drawing/2014/main" id="{A61A1EB5-4305-75E1-D4D4-7DDE6A0E49C2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" name="pg979">
                <a:extLst>
                  <a:ext uri="{FF2B5EF4-FFF2-40B4-BE49-F238E27FC236}">
                    <a16:creationId xmlns:a16="http://schemas.microsoft.com/office/drawing/2014/main" id="{DF2A1D1B-109F-2042-E8A4-A45D83F54CCD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" name="pg980">
                <a:extLst>
                  <a:ext uri="{FF2B5EF4-FFF2-40B4-BE49-F238E27FC236}">
                    <a16:creationId xmlns:a16="http://schemas.microsoft.com/office/drawing/2014/main" id="{BAD0CBA0-137F-E085-B657-994F9DDA88A9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" name="pg981">
                <a:extLst>
                  <a:ext uri="{FF2B5EF4-FFF2-40B4-BE49-F238E27FC236}">
                    <a16:creationId xmlns:a16="http://schemas.microsoft.com/office/drawing/2014/main" id="{F9627624-745C-5D02-9F78-94DEB35E66FA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" name="pg982">
                <a:extLst>
                  <a:ext uri="{FF2B5EF4-FFF2-40B4-BE49-F238E27FC236}">
                    <a16:creationId xmlns:a16="http://schemas.microsoft.com/office/drawing/2014/main" id="{A0674D69-89A5-CBC6-149E-107BAD31AD25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" name="pg983">
                <a:extLst>
                  <a:ext uri="{FF2B5EF4-FFF2-40B4-BE49-F238E27FC236}">
                    <a16:creationId xmlns:a16="http://schemas.microsoft.com/office/drawing/2014/main" id="{40284A5A-8EC6-3D89-B86B-0482718BD025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" name="pg984">
                <a:extLst>
                  <a:ext uri="{FF2B5EF4-FFF2-40B4-BE49-F238E27FC236}">
                    <a16:creationId xmlns:a16="http://schemas.microsoft.com/office/drawing/2014/main" id="{BCECC4C6-44C2-C10C-6CA2-EC16F0C426E2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" name="pg985">
                <a:extLst>
                  <a:ext uri="{FF2B5EF4-FFF2-40B4-BE49-F238E27FC236}">
                    <a16:creationId xmlns:a16="http://schemas.microsoft.com/office/drawing/2014/main" id="{5AC3A428-C439-B4D7-AFDC-98FDC3DB7399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" name="pg986">
                <a:extLst>
                  <a:ext uri="{FF2B5EF4-FFF2-40B4-BE49-F238E27FC236}">
                    <a16:creationId xmlns:a16="http://schemas.microsoft.com/office/drawing/2014/main" id="{74A0A179-153A-F3B6-AB24-3FD305E7F5E3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" name="pg987">
                <a:extLst>
                  <a:ext uri="{FF2B5EF4-FFF2-40B4-BE49-F238E27FC236}">
                    <a16:creationId xmlns:a16="http://schemas.microsoft.com/office/drawing/2014/main" id="{C7922A9B-95BA-7F0E-A38B-E345DC8136F6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" name="pg988">
                <a:extLst>
                  <a:ext uri="{FF2B5EF4-FFF2-40B4-BE49-F238E27FC236}">
                    <a16:creationId xmlns:a16="http://schemas.microsoft.com/office/drawing/2014/main" id="{470C9317-A5B6-5EF6-79C7-972D19310BBF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" name="pg989">
                <a:extLst>
                  <a:ext uri="{FF2B5EF4-FFF2-40B4-BE49-F238E27FC236}">
                    <a16:creationId xmlns:a16="http://schemas.microsoft.com/office/drawing/2014/main" id="{866F1347-AA8B-E124-3B4A-B94A312ABB7F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" name="pg990">
                <a:extLst>
                  <a:ext uri="{FF2B5EF4-FFF2-40B4-BE49-F238E27FC236}">
                    <a16:creationId xmlns:a16="http://schemas.microsoft.com/office/drawing/2014/main" id="{98706034-0109-5475-CEEB-98DBBCA1C17E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" name="pg991">
                <a:extLst>
                  <a:ext uri="{FF2B5EF4-FFF2-40B4-BE49-F238E27FC236}">
                    <a16:creationId xmlns:a16="http://schemas.microsoft.com/office/drawing/2014/main" id="{97585F62-B787-9975-A498-D407F95A5DFB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" name="pg992">
                <a:extLst>
                  <a:ext uri="{FF2B5EF4-FFF2-40B4-BE49-F238E27FC236}">
                    <a16:creationId xmlns:a16="http://schemas.microsoft.com/office/drawing/2014/main" id="{E487F1DF-7E0C-B035-4828-0C10292D7B0D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" name="pg993">
                <a:extLst>
                  <a:ext uri="{FF2B5EF4-FFF2-40B4-BE49-F238E27FC236}">
                    <a16:creationId xmlns:a16="http://schemas.microsoft.com/office/drawing/2014/main" id="{A8EB3FD3-15F3-5159-7E6F-103D6E74D100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" name="pg994">
                <a:extLst>
                  <a:ext uri="{FF2B5EF4-FFF2-40B4-BE49-F238E27FC236}">
                    <a16:creationId xmlns:a16="http://schemas.microsoft.com/office/drawing/2014/main" id="{1878FC59-8629-8A14-8A5F-E415CC0C15FC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" name="pg995">
                <a:extLst>
                  <a:ext uri="{FF2B5EF4-FFF2-40B4-BE49-F238E27FC236}">
                    <a16:creationId xmlns:a16="http://schemas.microsoft.com/office/drawing/2014/main" id="{F73F3041-C898-6040-5DE5-B772BA2E7BB0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" name="pg996">
                <a:extLst>
                  <a:ext uri="{FF2B5EF4-FFF2-40B4-BE49-F238E27FC236}">
                    <a16:creationId xmlns:a16="http://schemas.microsoft.com/office/drawing/2014/main" id="{44C51A9C-66E7-AD9D-8412-15CDC4D96F89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" name="pg997">
                <a:extLst>
                  <a:ext uri="{FF2B5EF4-FFF2-40B4-BE49-F238E27FC236}">
                    <a16:creationId xmlns:a16="http://schemas.microsoft.com/office/drawing/2014/main" id="{DC9979F5-EC22-CBC7-EC10-BBEAA0C9EFB6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" name="pg998">
                <a:extLst>
                  <a:ext uri="{FF2B5EF4-FFF2-40B4-BE49-F238E27FC236}">
                    <a16:creationId xmlns:a16="http://schemas.microsoft.com/office/drawing/2014/main" id="{AA5FFFCE-D198-53BD-35C3-A5B52951239A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" name="pg999">
                <a:extLst>
                  <a:ext uri="{FF2B5EF4-FFF2-40B4-BE49-F238E27FC236}">
                    <a16:creationId xmlns:a16="http://schemas.microsoft.com/office/drawing/2014/main" id="{52A5AF11-7603-A59A-BF53-10062A531582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" name="pg1000">
                <a:extLst>
                  <a:ext uri="{FF2B5EF4-FFF2-40B4-BE49-F238E27FC236}">
                    <a16:creationId xmlns:a16="http://schemas.microsoft.com/office/drawing/2014/main" id="{D4DCF8CA-6D98-12CD-CADF-37B2168C7F57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" name="pg1001">
                <a:extLst>
                  <a:ext uri="{FF2B5EF4-FFF2-40B4-BE49-F238E27FC236}">
                    <a16:creationId xmlns:a16="http://schemas.microsoft.com/office/drawing/2014/main" id="{A2C81F9D-8B69-C4CB-FD95-EE0C2CC50E6C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" name="pg1002">
                <a:extLst>
                  <a:ext uri="{FF2B5EF4-FFF2-40B4-BE49-F238E27FC236}">
                    <a16:creationId xmlns:a16="http://schemas.microsoft.com/office/drawing/2014/main" id="{7B63D80E-16F9-71F7-18B3-95B3D1D3B62A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" name="pg1003">
                <a:extLst>
                  <a:ext uri="{FF2B5EF4-FFF2-40B4-BE49-F238E27FC236}">
                    <a16:creationId xmlns:a16="http://schemas.microsoft.com/office/drawing/2014/main" id="{7DED9C2E-31CA-112A-6063-19BD24C9411D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" name="pg1004">
                <a:extLst>
                  <a:ext uri="{FF2B5EF4-FFF2-40B4-BE49-F238E27FC236}">
                    <a16:creationId xmlns:a16="http://schemas.microsoft.com/office/drawing/2014/main" id="{763E9CDE-1113-39F6-BF3F-43E0F333566A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" name="pg1005">
                <a:extLst>
                  <a:ext uri="{FF2B5EF4-FFF2-40B4-BE49-F238E27FC236}">
                    <a16:creationId xmlns:a16="http://schemas.microsoft.com/office/drawing/2014/main" id="{F6E981C9-C5E3-29B1-1505-CA43FDE1253B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" name="pg1006">
                <a:extLst>
                  <a:ext uri="{FF2B5EF4-FFF2-40B4-BE49-F238E27FC236}">
                    <a16:creationId xmlns:a16="http://schemas.microsoft.com/office/drawing/2014/main" id="{68617491-F427-C308-A43D-6DCAA4E4CEB6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" name="pg1007">
                <a:extLst>
                  <a:ext uri="{FF2B5EF4-FFF2-40B4-BE49-F238E27FC236}">
                    <a16:creationId xmlns:a16="http://schemas.microsoft.com/office/drawing/2014/main" id="{89FE122B-C0F8-5BBC-1281-0C188077FDDF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" name="pg1008">
                <a:extLst>
                  <a:ext uri="{FF2B5EF4-FFF2-40B4-BE49-F238E27FC236}">
                    <a16:creationId xmlns:a16="http://schemas.microsoft.com/office/drawing/2014/main" id="{BBC70FBE-64DA-4469-31F9-CD8F4EF20AC6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" name="pg1009">
                <a:extLst>
                  <a:ext uri="{FF2B5EF4-FFF2-40B4-BE49-F238E27FC236}">
                    <a16:creationId xmlns:a16="http://schemas.microsoft.com/office/drawing/2014/main" id="{1C4B2EC3-A366-FA4B-0C4B-637B40B80BCD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" name="pg1010">
                <a:extLst>
                  <a:ext uri="{FF2B5EF4-FFF2-40B4-BE49-F238E27FC236}">
                    <a16:creationId xmlns:a16="http://schemas.microsoft.com/office/drawing/2014/main" id="{83617B0A-63E7-03C6-E26F-8AC2CB38E434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" name="pg1011">
                <a:extLst>
                  <a:ext uri="{FF2B5EF4-FFF2-40B4-BE49-F238E27FC236}">
                    <a16:creationId xmlns:a16="http://schemas.microsoft.com/office/drawing/2014/main" id="{00AEE5B3-132C-5539-4BEB-7DE9661CC512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" name="pg1012">
                <a:extLst>
                  <a:ext uri="{FF2B5EF4-FFF2-40B4-BE49-F238E27FC236}">
                    <a16:creationId xmlns:a16="http://schemas.microsoft.com/office/drawing/2014/main" id="{B9837D0E-06C0-C033-E338-65FD2A1C0561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" name="pg1013">
                <a:extLst>
                  <a:ext uri="{FF2B5EF4-FFF2-40B4-BE49-F238E27FC236}">
                    <a16:creationId xmlns:a16="http://schemas.microsoft.com/office/drawing/2014/main" id="{07185009-4E9E-F2D9-DA1F-B948D1EA227E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" name="pg1014">
                <a:extLst>
                  <a:ext uri="{FF2B5EF4-FFF2-40B4-BE49-F238E27FC236}">
                    <a16:creationId xmlns:a16="http://schemas.microsoft.com/office/drawing/2014/main" id="{8E38AE2B-0044-22C0-A4AE-0DB2E4EDEDD5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" name="pg1015">
                <a:extLst>
                  <a:ext uri="{FF2B5EF4-FFF2-40B4-BE49-F238E27FC236}">
                    <a16:creationId xmlns:a16="http://schemas.microsoft.com/office/drawing/2014/main" id="{458806DF-9008-C95F-691C-E8327DC0B757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" name="pg1016">
                <a:extLst>
                  <a:ext uri="{FF2B5EF4-FFF2-40B4-BE49-F238E27FC236}">
                    <a16:creationId xmlns:a16="http://schemas.microsoft.com/office/drawing/2014/main" id="{0F5E28FF-E097-5760-FDF0-1E13C03F2BC1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" name="pg1017">
                <a:extLst>
                  <a:ext uri="{FF2B5EF4-FFF2-40B4-BE49-F238E27FC236}">
                    <a16:creationId xmlns:a16="http://schemas.microsoft.com/office/drawing/2014/main" id="{610349AC-C7FA-E664-D5A1-792A3242A149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" name="pg1018">
                <a:extLst>
                  <a:ext uri="{FF2B5EF4-FFF2-40B4-BE49-F238E27FC236}">
                    <a16:creationId xmlns:a16="http://schemas.microsoft.com/office/drawing/2014/main" id="{5F134CFD-804A-F727-3303-7D17827D02D9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" name="pg1019">
                <a:extLst>
                  <a:ext uri="{FF2B5EF4-FFF2-40B4-BE49-F238E27FC236}">
                    <a16:creationId xmlns:a16="http://schemas.microsoft.com/office/drawing/2014/main" id="{C23592C5-55D7-7552-D1B1-64FBC5CBA7EA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" name="pg1020">
                <a:extLst>
                  <a:ext uri="{FF2B5EF4-FFF2-40B4-BE49-F238E27FC236}">
                    <a16:creationId xmlns:a16="http://schemas.microsoft.com/office/drawing/2014/main" id="{3BC91730-42DE-0A34-2877-77DDAF56CEE3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" name="pg1021">
                <a:extLst>
                  <a:ext uri="{FF2B5EF4-FFF2-40B4-BE49-F238E27FC236}">
                    <a16:creationId xmlns:a16="http://schemas.microsoft.com/office/drawing/2014/main" id="{4011DAAD-C46D-DF6C-5771-5B96EAA4BE0A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" name="pg1022">
                <a:extLst>
                  <a:ext uri="{FF2B5EF4-FFF2-40B4-BE49-F238E27FC236}">
                    <a16:creationId xmlns:a16="http://schemas.microsoft.com/office/drawing/2014/main" id="{51B5F696-8248-6CDC-2925-56534EFB52A6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" name="pg1023">
                <a:extLst>
                  <a:ext uri="{FF2B5EF4-FFF2-40B4-BE49-F238E27FC236}">
                    <a16:creationId xmlns:a16="http://schemas.microsoft.com/office/drawing/2014/main" id="{3231E6B6-33A6-AFB1-292D-B6E8F032A679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" name="pg1024">
                <a:extLst>
                  <a:ext uri="{FF2B5EF4-FFF2-40B4-BE49-F238E27FC236}">
                    <a16:creationId xmlns:a16="http://schemas.microsoft.com/office/drawing/2014/main" id="{F277F1F9-6AC5-E2A8-5911-909BC730E07A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" name="pg1025">
                <a:extLst>
                  <a:ext uri="{FF2B5EF4-FFF2-40B4-BE49-F238E27FC236}">
                    <a16:creationId xmlns:a16="http://schemas.microsoft.com/office/drawing/2014/main" id="{AB2F1A5B-ABC1-FBE1-6852-A2237F3D2719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" name="pg1026">
                <a:extLst>
                  <a:ext uri="{FF2B5EF4-FFF2-40B4-BE49-F238E27FC236}">
                    <a16:creationId xmlns:a16="http://schemas.microsoft.com/office/drawing/2014/main" id="{00FD2292-4A60-1355-5DB5-F17D06D0A17E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" name="pg1027">
                <a:extLst>
                  <a:ext uri="{FF2B5EF4-FFF2-40B4-BE49-F238E27FC236}">
                    <a16:creationId xmlns:a16="http://schemas.microsoft.com/office/drawing/2014/main" id="{34DAACF6-7759-0F5B-E05A-99AEE17DB590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" name="pg1028">
                <a:extLst>
                  <a:ext uri="{FF2B5EF4-FFF2-40B4-BE49-F238E27FC236}">
                    <a16:creationId xmlns:a16="http://schemas.microsoft.com/office/drawing/2014/main" id="{45A09607-3435-98E7-D436-8BF20C678FE6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" name="pg1029">
                <a:extLst>
                  <a:ext uri="{FF2B5EF4-FFF2-40B4-BE49-F238E27FC236}">
                    <a16:creationId xmlns:a16="http://schemas.microsoft.com/office/drawing/2014/main" id="{6DD49D54-B6CA-FAC5-E090-C413A40D1EED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" name="pg1030">
                <a:extLst>
                  <a:ext uri="{FF2B5EF4-FFF2-40B4-BE49-F238E27FC236}">
                    <a16:creationId xmlns:a16="http://schemas.microsoft.com/office/drawing/2014/main" id="{02D5C08E-54EA-0145-7E00-5B6E313732A7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" name="pg1031">
                <a:extLst>
                  <a:ext uri="{FF2B5EF4-FFF2-40B4-BE49-F238E27FC236}">
                    <a16:creationId xmlns:a16="http://schemas.microsoft.com/office/drawing/2014/main" id="{6BDCE080-2C0D-3D04-F665-E66F6092FCF3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" name="pg1032">
                <a:extLst>
                  <a:ext uri="{FF2B5EF4-FFF2-40B4-BE49-F238E27FC236}">
                    <a16:creationId xmlns:a16="http://schemas.microsoft.com/office/drawing/2014/main" id="{560A505A-C456-BD5F-39FD-2C5E7EF0856A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" name="pg1033">
                <a:extLst>
                  <a:ext uri="{FF2B5EF4-FFF2-40B4-BE49-F238E27FC236}">
                    <a16:creationId xmlns:a16="http://schemas.microsoft.com/office/drawing/2014/main" id="{339DDC43-B960-630F-A42B-DB51D7A43426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" name="pg1034">
                <a:extLst>
                  <a:ext uri="{FF2B5EF4-FFF2-40B4-BE49-F238E27FC236}">
                    <a16:creationId xmlns:a16="http://schemas.microsoft.com/office/drawing/2014/main" id="{DD8FBDD6-6A8C-DDED-ED44-6E6C48ACB76E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" name="pg1035">
                <a:extLst>
                  <a:ext uri="{FF2B5EF4-FFF2-40B4-BE49-F238E27FC236}">
                    <a16:creationId xmlns:a16="http://schemas.microsoft.com/office/drawing/2014/main" id="{99001945-A516-570C-D00B-1874AC357B3D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" name="pg1036">
                <a:extLst>
                  <a:ext uri="{FF2B5EF4-FFF2-40B4-BE49-F238E27FC236}">
                    <a16:creationId xmlns:a16="http://schemas.microsoft.com/office/drawing/2014/main" id="{F7E23C53-FFE2-0C2E-EEFD-E26374EA1F71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" name="pg1037">
                <a:extLst>
                  <a:ext uri="{FF2B5EF4-FFF2-40B4-BE49-F238E27FC236}">
                    <a16:creationId xmlns:a16="http://schemas.microsoft.com/office/drawing/2014/main" id="{0E264358-BEE9-13ED-5498-849934D3BD84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" name="pg1038">
                <a:extLst>
                  <a:ext uri="{FF2B5EF4-FFF2-40B4-BE49-F238E27FC236}">
                    <a16:creationId xmlns:a16="http://schemas.microsoft.com/office/drawing/2014/main" id="{6FBBC666-B11E-994D-4FBF-417E9C1DADBD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" name="pg1039">
                <a:extLst>
                  <a:ext uri="{FF2B5EF4-FFF2-40B4-BE49-F238E27FC236}">
                    <a16:creationId xmlns:a16="http://schemas.microsoft.com/office/drawing/2014/main" id="{9BCE34F8-102B-8CA1-A541-6B7B9EED8AAD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" name="pg1040">
                <a:extLst>
                  <a:ext uri="{FF2B5EF4-FFF2-40B4-BE49-F238E27FC236}">
                    <a16:creationId xmlns:a16="http://schemas.microsoft.com/office/drawing/2014/main" id="{D8358DEC-1791-A957-1232-292EFE6736E0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" name="pg1041">
                <a:extLst>
                  <a:ext uri="{FF2B5EF4-FFF2-40B4-BE49-F238E27FC236}">
                    <a16:creationId xmlns:a16="http://schemas.microsoft.com/office/drawing/2014/main" id="{320BF527-C703-DC29-7930-24742B3B7902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" name="pg1042">
                <a:extLst>
                  <a:ext uri="{FF2B5EF4-FFF2-40B4-BE49-F238E27FC236}">
                    <a16:creationId xmlns:a16="http://schemas.microsoft.com/office/drawing/2014/main" id="{1C9EF2E9-E187-6F68-3C2D-FC3EDEB99637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" name="pg1043">
                <a:extLst>
                  <a:ext uri="{FF2B5EF4-FFF2-40B4-BE49-F238E27FC236}">
                    <a16:creationId xmlns:a16="http://schemas.microsoft.com/office/drawing/2014/main" id="{74C56F9B-DDF6-08DD-7457-60CC4396BAAA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" name="pg1044">
                <a:extLst>
                  <a:ext uri="{FF2B5EF4-FFF2-40B4-BE49-F238E27FC236}">
                    <a16:creationId xmlns:a16="http://schemas.microsoft.com/office/drawing/2014/main" id="{E1EB62F8-3631-0020-D191-8F6A2922EB66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" name="pg1045">
                <a:extLst>
                  <a:ext uri="{FF2B5EF4-FFF2-40B4-BE49-F238E27FC236}">
                    <a16:creationId xmlns:a16="http://schemas.microsoft.com/office/drawing/2014/main" id="{772F0241-BF52-58E1-0B60-495871E7467D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" name="pg1046">
                <a:extLst>
                  <a:ext uri="{FF2B5EF4-FFF2-40B4-BE49-F238E27FC236}">
                    <a16:creationId xmlns:a16="http://schemas.microsoft.com/office/drawing/2014/main" id="{C41C8F3E-F65F-1AA9-0783-4F086D833D5D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" name="pg1047">
                <a:extLst>
                  <a:ext uri="{FF2B5EF4-FFF2-40B4-BE49-F238E27FC236}">
                    <a16:creationId xmlns:a16="http://schemas.microsoft.com/office/drawing/2014/main" id="{008684BC-86CD-C205-4F36-929C73C0D0A1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" name="pg1048">
                <a:extLst>
                  <a:ext uri="{FF2B5EF4-FFF2-40B4-BE49-F238E27FC236}">
                    <a16:creationId xmlns:a16="http://schemas.microsoft.com/office/drawing/2014/main" id="{D6B139DF-98E4-1403-9986-2D19E1995418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" name="pg1049">
                <a:extLst>
                  <a:ext uri="{FF2B5EF4-FFF2-40B4-BE49-F238E27FC236}">
                    <a16:creationId xmlns:a16="http://schemas.microsoft.com/office/drawing/2014/main" id="{4089674E-F823-6A25-2790-FDD5DC3FFC72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" name="pg1050">
                <a:extLst>
                  <a:ext uri="{FF2B5EF4-FFF2-40B4-BE49-F238E27FC236}">
                    <a16:creationId xmlns:a16="http://schemas.microsoft.com/office/drawing/2014/main" id="{2188BFB4-C57A-4926-DE5A-0235627ECE0A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" name="pg1051">
                <a:extLst>
                  <a:ext uri="{FF2B5EF4-FFF2-40B4-BE49-F238E27FC236}">
                    <a16:creationId xmlns:a16="http://schemas.microsoft.com/office/drawing/2014/main" id="{16B6D3D9-F83A-9BD2-EC90-B60D24702885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" name="pg1052">
                <a:extLst>
                  <a:ext uri="{FF2B5EF4-FFF2-40B4-BE49-F238E27FC236}">
                    <a16:creationId xmlns:a16="http://schemas.microsoft.com/office/drawing/2014/main" id="{A04B3EBE-8F9E-EDF0-1E75-FE806FBB4712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" name="pg1053">
                <a:extLst>
                  <a:ext uri="{FF2B5EF4-FFF2-40B4-BE49-F238E27FC236}">
                    <a16:creationId xmlns:a16="http://schemas.microsoft.com/office/drawing/2014/main" id="{77F9F533-C42E-9897-8E93-7B6F082A2252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" name="pg1054">
                <a:extLst>
                  <a:ext uri="{FF2B5EF4-FFF2-40B4-BE49-F238E27FC236}">
                    <a16:creationId xmlns:a16="http://schemas.microsoft.com/office/drawing/2014/main" id="{38C47188-A887-15E4-4D11-0C63A1C2728F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" name="pg1055">
                <a:extLst>
                  <a:ext uri="{FF2B5EF4-FFF2-40B4-BE49-F238E27FC236}">
                    <a16:creationId xmlns:a16="http://schemas.microsoft.com/office/drawing/2014/main" id="{767605E3-39D1-E594-CE00-F36419AD9BCF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" name="pg1056">
                <a:extLst>
                  <a:ext uri="{FF2B5EF4-FFF2-40B4-BE49-F238E27FC236}">
                    <a16:creationId xmlns:a16="http://schemas.microsoft.com/office/drawing/2014/main" id="{D010EDEF-FF9C-CAEF-E2BB-B41E1132D1F0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" name="pg1057">
                <a:extLst>
                  <a:ext uri="{FF2B5EF4-FFF2-40B4-BE49-F238E27FC236}">
                    <a16:creationId xmlns:a16="http://schemas.microsoft.com/office/drawing/2014/main" id="{02A395EF-7ECA-F97B-88FA-D52BE12E9EF2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" name="pg1058">
                <a:extLst>
                  <a:ext uri="{FF2B5EF4-FFF2-40B4-BE49-F238E27FC236}">
                    <a16:creationId xmlns:a16="http://schemas.microsoft.com/office/drawing/2014/main" id="{B2466C5F-DBAE-C41A-EF4F-7BC04ADD22A1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" name="pg1059">
                <a:extLst>
                  <a:ext uri="{FF2B5EF4-FFF2-40B4-BE49-F238E27FC236}">
                    <a16:creationId xmlns:a16="http://schemas.microsoft.com/office/drawing/2014/main" id="{6150A01C-0CDB-D97A-649B-A42F9BD25D4B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" name="pg1060">
                <a:extLst>
                  <a:ext uri="{FF2B5EF4-FFF2-40B4-BE49-F238E27FC236}">
                    <a16:creationId xmlns:a16="http://schemas.microsoft.com/office/drawing/2014/main" id="{1AE096D4-62C9-DF5B-58E0-D74AC81DDF99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" name="pg1061">
                <a:extLst>
                  <a:ext uri="{FF2B5EF4-FFF2-40B4-BE49-F238E27FC236}">
                    <a16:creationId xmlns:a16="http://schemas.microsoft.com/office/drawing/2014/main" id="{8257BD9F-DE8D-72FF-9534-4AE1F6CEFB5F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" name="pg1062">
                <a:extLst>
                  <a:ext uri="{FF2B5EF4-FFF2-40B4-BE49-F238E27FC236}">
                    <a16:creationId xmlns:a16="http://schemas.microsoft.com/office/drawing/2014/main" id="{EA3F9FE9-96A4-F2D5-B40A-83BCA8EAD9EF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" name="pg1063">
                <a:extLst>
                  <a:ext uri="{FF2B5EF4-FFF2-40B4-BE49-F238E27FC236}">
                    <a16:creationId xmlns:a16="http://schemas.microsoft.com/office/drawing/2014/main" id="{B1AEA2A2-4990-AF3B-E14B-D13C35B1B73B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" name="pg1064">
                <a:extLst>
                  <a:ext uri="{FF2B5EF4-FFF2-40B4-BE49-F238E27FC236}">
                    <a16:creationId xmlns:a16="http://schemas.microsoft.com/office/drawing/2014/main" id="{447ECAD8-D913-6D65-7681-1BCE1E01E23E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" name="pg1065">
                <a:extLst>
                  <a:ext uri="{FF2B5EF4-FFF2-40B4-BE49-F238E27FC236}">
                    <a16:creationId xmlns:a16="http://schemas.microsoft.com/office/drawing/2014/main" id="{8B7E42A7-7755-7DD8-07A5-15F001D2140D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" name="pg1066">
                <a:extLst>
                  <a:ext uri="{FF2B5EF4-FFF2-40B4-BE49-F238E27FC236}">
                    <a16:creationId xmlns:a16="http://schemas.microsoft.com/office/drawing/2014/main" id="{E483206D-C47C-133E-4825-D11E76FDE77E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" name="pg1067">
                <a:extLst>
                  <a:ext uri="{FF2B5EF4-FFF2-40B4-BE49-F238E27FC236}">
                    <a16:creationId xmlns:a16="http://schemas.microsoft.com/office/drawing/2014/main" id="{022EAA44-C1DF-9DD2-38A3-22E0CFC15EDD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" name="pg1068">
                <a:extLst>
                  <a:ext uri="{FF2B5EF4-FFF2-40B4-BE49-F238E27FC236}">
                    <a16:creationId xmlns:a16="http://schemas.microsoft.com/office/drawing/2014/main" id="{769163E6-A6B9-4FD1-3BBB-EC89CFC05677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" name="pg1069">
                <a:extLst>
                  <a:ext uri="{FF2B5EF4-FFF2-40B4-BE49-F238E27FC236}">
                    <a16:creationId xmlns:a16="http://schemas.microsoft.com/office/drawing/2014/main" id="{D8F9751C-EF1B-36EB-522B-7B7DE4BCB949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" name="pg1070">
                <a:extLst>
                  <a:ext uri="{FF2B5EF4-FFF2-40B4-BE49-F238E27FC236}">
                    <a16:creationId xmlns:a16="http://schemas.microsoft.com/office/drawing/2014/main" id="{41EF1EAA-601F-F619-9D12-A9F4B14DA1A7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" name="pg1071">
                <a:extLst>
                  <a:ext uri="{FF2B5EF4-FFF2-40B4-BE49-F238E27FC236}">
                    <a16:creationId xmlns:a16="http://schemas.microsoft.com/office/drawing/2014/main" id="{CFD51519-6CFB-11F1-A5F0-928A68C995AB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" name="pg1072">
                <a:extLst>
                  <a:ext uri="{FF2B5EF4-FFF2-40B4-BE49-F238E27FC236}">
                    <a16:creationId xmlns:a16="http://schemas.microsoft.com/office/drawing/2014/main" id="{34711749-502B-F2A3-AC2B-FDF7D0B33C81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" name="pg1073">
                <a:extLst>
                  <a:ext uri="{FF2B5EF4-FFF2-40B4-BE49-F238E27FC236}">
                    <a16:creationId xmlns:a16="http://schemas.microsoft.com/office/drawing/2014/main" id="{D74252EC-A4A6-2AA8-58BB-C6A710F0B6C9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" name="pg1074">
                <a:extLst>
                  <a:ext uri="{FF2B5EF4-FFF2-40B4-BE49-F238E27FC236}">
                    <a16:creationId xmlns:a16="http://schemas.microsoft.com/office/drawing/2014/main" id="{C52E2B63-7C36-3840-7A12-6151FB3D52EC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" name="pg1075">
                <a:extLst>
                  <a:ext uri="{FF2B5EF4-FFF2-40B4-BE49-F238E27FC236}">
                    <a16:creationId xmlns:a16="http://schemas.microsoft.com/office/drawing/2014/main" id="{C2038AC0-7144-278D-7254-DC58A73BE3D3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" name="pg1076">
                <a:extLst>
                  <a:ext uri="{FF2B5EF4-FFF2-40B4-BE49-F238E27FC236}">
                    <a16:creationId xmlns:a16="http://schemas.microsoft.com/office/drawing/2014/main" id="{E068F2EA-05D3-8E84-684A-B0ADA074C80D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" name="pg1077">
                <a:extLst>
                  <a:ext uri="{FF2B5EF4-FFF2-40B4-BE49-F238E27FC236}">
                    <a16:creationId xmlns:a16="http://schemas.microsoft.com/office/drawing/2014/main" id="{17268B27-A339-DD73-9254-F3DCA83E8984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" name="pg1078">
                <a:extLst>
                  <a:ext uri="{FF2B5EF4-FFF2-40B4-BE49-F238E27FC236}">
                    <a16:creationId xmlns:a16="http://schemas.microsoft.com/office/drawing/2014/main" id="{2BCDBDEA-0485-00C7-9A03-10C731CE36AC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" name="pg1079">
                <a:extLst>
                  <a:ext uri="{FF2B5EF4-FFF2-40B4-BE49-F238E27FC236}">
                    <a16:creationId xmlns:a16="http://schemas.microsoft.com/office/drawing/2014/main" id="{9B1086AA-01C3-449E-E47C-6A5DD5C3F3B2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" name="pg1080">
                <a:extLst>
                  <a:ext uri="{FF2B5EF4-FFF2-40B4-BE49-F238E27FC236}">
                    <a16:creationId xmlns:a16="http://schemas.microsoft.com/office/drawing/2014/main" id="{4F909BCB-4330-622C-A0DD-9F0AC86F9EF6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" name="pg1081">
                <a:extLst>
                  <a:ext uri="{FF2B5EF4-FFF2-40B4-BE49-F238E27FC236}">
                    <a16:creationId xmlns:a16="http://schemas.microsoft.com/office/drawing/2014/main" id="{032CB9C6-EBE2-32E1-D03E-4116E6FA588F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" name="pg1082">
                <a:extLst>
                  <a:ext uri="{FF2B5EF4-FFF2-40B4-BE49-F238E27FC236}">
                    <a16:creationId xmlns:a16="http://schemas.microsoft.com/office/drawing/2014/main" id="{8655EEE4-1C77-29E4-0F3F-F07564FF475A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" name="pg1083">
                <a:extLst>
                  <a:ext uri="{FF2B5EF4-FFF2-40B4-BE49-F238E27FC236}">
                    <a16:creationId xmlns:a16="http://schemas.microsoft.com/office/drawing/2014/main" id="{F0A09E58-206C-D692-7949-2D46E964598E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" name="pg1084">
                <a:extLst>
                  <a:ext uri="{FF2B5EF4-FFF2-40B4-BE49-F238E27FC236}">
                    <a16:creationId xmlns:a16="http://schemas.microsoft.com/office/drawing/2014/main" id="{9F40FD84-39B2-810D-B07B-21C8127D1CDC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" name="pg1085">
                <a:extLst>
                  <a:ext uri="{FF2B5EF4-FFF2-40B4-BE49-F238E27FC236}">
                    <a16:creationId xmlns:a16="http://schemas.microsoft.com/office/drawing/2014/main" id="{0738BD68-D0FD-1DE8-A5A8-AD11184E1BED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" name="pg1086">
                <a:extLst>
                  <a:ext uri="{FF2B5EF4-FFF2-40B4-BE49-F238E27FC236}">
                    <a16:creationId xmlns:a16="http://schemas.microsoft.com/office/drawing/2014/main" id="{35369223-1239-F059-1A3B-7392EF57E834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" name="pg1087">
                <a:extLst>
                  <a:ext uri="{FF2B5EF4-FFF2-40B4-BE49-F238E27FC236}">
                    <a16:creationId xmlns:a16="http://schemas.microsoft.com/office/drawing/2014/main" id="{78E40CB8-D4E4-6E27-604B-DCBFCC664AE9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" name="pg1088">
                <a:extLst>
                  <a:ext uri="{FF2B5EF4-FFF2-40B4-BE49-F238E27FC236}">
                    <a16:creationId xmlns:a16="http://schemas.microsoft.com/office/drawing/2014/main" id="{6F147C7C-8365-4AAB-A1B6-F67905636197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" name="pg1089">
                <a:extLst>
                  <a:ext uri="{FF2B5EF4-FFF2-40B4-BE49-F238E27FC236}">
                    <a16:creationId xmlns:a16="http://schemas.microsoft.com/office/drawing/2014/main" id="{7F81032C-8337-0BE8-A7D8-17BEE2BE8BF1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" name="pg1090">
                <a:extLst>
                  <a:ext uri="{FF2B5EF4-FFF2-40B4-BE49-F238E27FC236}">
                    <a16:creationId xmlns:a16="http://schemas.microsoft.com/office/drawing/2014/main" id="{6ABDE2A7-875B-6F0E-B1A9-131CA832A8B2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" name="pg1091">
                <a:extLst>
                  <a:ext uri="{FF2B5EF4-FFF2-40B4-BE49-F238E27FC236}">
                    <a16:creationId xmlns:a16="http://schemas.microsoft.com/office/drawing/2014/main" id="{C114F7C0-2340-E638-EBF6-F2CBE0F360D5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" name="pg1092">
                <a:extLst>
                  <a:ext uri="{FF2B5EF4-FFF2-40B4-BE49-F238E27FC236}">
                    <a16:creationId xmlns:a16="http://schemas.microsoft.com/office/drawing/2014/main" id="{A87D5D91-4027-D17E-6D1A-391BCFB645F3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" name="pg1093">
                <a:extLst>
                  <a:ext uri="{FF2B5EF4-FFF2-40B4-BE49-F238E27FC236}">
                    <a16:creationId xmlns:a16="http://schemas.microsoft.com/office/drawing/2014/main" id="{B4EC4211-3877-ECCA-2AEC-59DC2B1E80A3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" name="pg1094">
                <a:extLst>
                  <a:ext uri="{FF2B5EF4-FFF2-40B4-BE49-F238E27FC236}">
                    <a16:creationId xmlns:a16="http://schemas.microsoft.com/office/drawing/2014/main" id="{EF240A22-B090-78D7-178E-4FF47F74A250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" name="pg1095">
                <a:extLst>
                  <a:ext uri="{FF2B5EF4-FFF2-40B4-BE49-F238E27FC236}">
                    <a16:creationId xmlns:a16="http://schemas.microsoft.com/office/drawing/2014/main" id="{136F3933-C45A-EE70-BAC2-D29B85905D16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" name="pg1096">
                <a:extLst>
                  <a:ext uri="{FF2B5EF4-FFF2-40B4-BE49-F238E27FC236}">
                    <a16:creationId xmlns:a16="http://schemas.microsoft.com/office/drawing/2014/main" id="{8D1472D8-DA71-31CC-73D6-330CE85A8E8F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" name="pg1097">
                <a:extLst>
                  <a:ext uri="{FF2B5EF4-FFF2-40B4-BE49-F238E27FC236}">
                    <a16:creationId xmlns:a16="http://schemas.microsoft.com/office/drawing/2014/main" id="{ADC1E51C-D0CC-FA0C-9FD9-9FD3942CD109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" name="pg1098">
                <a:extLst>
                  <a:ext uri="{FF2B5EF4-FFF2-40B4-BE49-F238E27FC236}">
                    <a16:creationId xmlns:a16="http://schemas.microsoft.com/office/drawing/2014/main" id="{886F69C1-B03A-3D0F-0A93-965DF7C6BC46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" name="pg1099">
                <a:extLst>
                  <a:ext uri="{FF2B5EF4-FFF2-40B4-BE49-F238E27FC236}">
                    <a16:creationId xmlns:a16="http://schemas.microsoft.com/office/drawing/2014/main" id="{0B940F2B-A6BE-8DF6-0B42-5501F8CD882C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" name="pg1100">
                <a:extLst>
                  <a:ext uri="{FF2B5EF4-FFF2-40B4-BE49-F238E27FC236}">
                    <a16:creationId xmlns:a16="http://schemas.microsoft.com/office/drawing/2014/main" id="{AC74F46F-D394-12B6-B5E0-BA2388A0CCAB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" name="pg1101">
                <a:extLst>
                  <a:ext uri="{FF2B5EF4-FFF2-40B4-BE49-F238E27FC236}">
                    <a16:creationId xmlns:a16="http://schemas.microsoft.com/office/drawing/2014/main" id="{77A4B6A0-59FE-644B-EB86-345FE6A853D4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" name="pg1102">
                <a:extLst>
                  <a:ext uri="{FF2B5EF4-FFF2-40B4-BE49-F238E27FC236}">
                    <a16:creationId xmlns:a16="http://schemas.microsoft.com/office/drawing/2014/main" id="{60FEAFBF-FAD7-8D65-ED91-CB11D54FE19C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" name="pg1103">
                <a:extLst>
                  <a:ext uri="{FF2B5EF4-FFF2-40B4-BE49-F238E27FC236}">
                    <a16:creationId xmlns:a16="http://schemas.microsoft.com/office/drawing/2014/main" id="{BBA20949-E231-ED3F-833B-A9866C5305A3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" name="pg1104">
                <a:extLst>
                  <a:ext uri="{FF2B5EF4-FFF2-40B4-BE49-F238E27FC236}">
                    <a16:creationId xmlns:a16="http://schemas.microsoft.com/office/drawing/2014/main" id="{198DB87D-A4BD-F94E-1BBA-2BF2ADD8C873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" name="pg1105">
                <a:extLst>
                  <a:ext uri="{FF2B5EF4-FFF2-40B4-BE49-F238E27FC236}">
                    <a16:creationId xmlns:a16="http://schemas.microsoft.com/office/drawing/2014/main" id="{D92A5E45-3F56-AA03-7AC1-15D5C5999783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" name="pg1106">
                <a:extLst>
                  <a:ext uri="{FF2B5EF4-FFF2-40B4-BE49-F238E27FC236}">
                    <a16:creationId xmlns:a16="http://schemas.microsoft.com/office/drawing/2014/main" id="{E491C4D5-6362-2375-195C-C3484AC6F636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" name="pg1107">
                <a:extLst>
                  <a:ext uri="{FF2B5EF4-FFF2-40B4-BE49-F238E27FC236}">
                    <a16:creationId xmlns:a16="http://schemas.microsoft.com/office/drawing/2014/main" id="{A7194E28-4FC0-68C2-7953-0ABBCA5A0CC9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" name="pg1108">
                <a:extLst>
                  <a:ext uri="{FF2B5EF4-FFF2-40B4-BE49-F238E27FC236}">
                    <a16:creationId xmlns:a16="http://schemas.microsoft.com/office/drawing/2014/main" id="{434E91EB-047D-027E-1BE9-A11693BFDC91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" name="pg1109">
                <a:extLst>
                  <a:ext uri="{FF2B5EF4-FFF2-40B4-BE49-F238E27FC236}">
                    <a16:creationId xmlns:a16="http://schemas.microsoft.com/office/drawing/2014/main" id="{DC397AB0-371E-D267-A1FC-3290B47E19E9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" name="pg1110">
                <a:extLst>
                  <a:ext uri="{FF2B5EF4-FFF2-40B4-BE49-F238E27FC236}">
                    <a16:creationId xmlns:a16="http://schemas.microsoft.com/office/drawing/2014/main" id="{18297B2E-FFD1-940B-AD3D-B945139998C4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" name="pg1111">
                <a:extLst>
                  <a:ext uri="{FF2B5EF4-FFF2-40B4-BE49-F238E27FC236}">
                    <a16:creationId xmlns:a16="http://schemas.microsoft.com/office/drawing/2014/main" id="{B844C985-2BBD-EB4D-1883-950A09DF602A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" name="pg1112">
                <a:extLst>
                  <a:ext uri="{FF2B5EF4-FFF2-40B4-BE49-F238E27FC236}">
                    <a16:creationId xmlns:a16="http://schemas.microsoft.com/office/drawing/2014/main" id="{3CD8B6FA-00A7-BA30-6FD3-39E4003C832F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" name="pg1113">
                <a:extLst>
                  <a:ext uri="{FF2B5EF4-FFF2-40B4-BE49-F238E27FC236}">
                    <a16:creationId xmlns:a16="http://schemas.microsoft.com/office/drawing/2014/main" id="{AFD0DCB8-2C3A-616B-48D9-9CDB3D945C6C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" name="pg1114">
                <a:extLst>
                  <a:ext uri="{FF2B5EF4-FFF2-40B4-BE49-F238E27FC236}">
                    <a16:creationId xmlns:a16="http://schemas.microsoft.com/office/drawing/2014/main" id="{4588BDFD-3A04-133F-0C14-ACFA19DD12A5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" name="pg1115">
                <a:extLst>
                  <a:ext uri="{FF2B5EF4-FFF2-40B4-BE49-F238E27FC236}">
                    <a16:creationId xmlns:a16="http://schemas.microsoft.com/office/drawing/2014/main" id="{EAAEA9A6-007E-F06C-3E7A-BEA8850B5513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" name="pg1116">
                <a:extLst>
                  <a:ext uri="{FF2B5EF4-FFF2-40B4-BE49-F238E27FC236}">
                    <a16:creationId xmlns:a16="http://schemas.microsoft.com/office/drawing/2014/main" id="{12E9F701-4F81-6681-9067-999C98F7D2E8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" name="pg1117">
                <a:extLst>
                  <a:ext uri="{FF2B5EF4-FFF2-40B4-BE49-F238E27FC236}">
                    <a16:creationId xmlns:a16="http://schemas.microsoft.com/office/drawing/2014/main" id="{2F673D65-3306-CD45-C12F-AF73FC125CEB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" name="pg1118">
                <a:extLst>
                  <a:ext uri="{FF2B5EF4-FFF2-40B4-BE49-F238E27FC236}">
                    <a16:creationId xmlns:a16="http://schemas.microsoft.com/office/drawing/2014/main" id="{80A1E3D1-C55D-A2FB-3EF9-505FED4C0373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" name="pg1119">
                <a:extLst>
                  <a:ext uri="{FF2B5EF4-FFF2-40B4-BE49-F238E27FC236}">
                    <a16:creationId xmlns:a16="http://schemas.microsoft.com/office/drawing/2014/main" id="{82C88AC2-B4A2-7459-C572-6C98961C979C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" name="pg1120">
                <a:extLst>
                  <a:ext uri="{FF2B5EF4-FFF2-40B4-BE49-F238E27FC236}">
                    <a16:creationId xmlns:a16="http://schemas.microsoft.com/office/drawing/2014/main" id="{F37F02D5-61DC-169A-98FC-81300760B9EB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" name="pg1121">
                <a:extLst>
                  <a:ext uri="{FF2B5EF4-FFF2-40B4-BE49-F238E27FC236}">
                    <a16:creationId xmlns:a16="http://schemas.microsoft.com/office/drawing/2014/main" id="{C61E6A88-AAC9-3FF0-9998-05445E04591F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" name="pg1122">
                <a:extLst>
                  <a:ext uri="{FF2B5EF4-FFF2-40B4-BE49-F238E27FC236}">
                    <a16:creationId xmlns:a16="http://schemas.microsoft.com/office/drawing/2014/main" id="{8F5133D2-2D56-8AAA-8AF8-DEC359018883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" name="pg1123">
                <a:extLst>
                  <a:ext uri="{FF2B5EF4-FFF2-40B4-BE49-F238E27FC236}">
                    <a16:creationId xmlns:a16="http://schemas.microsoft.com/office/drawing/2014/main" id="{5620F89E-43F5-58C1-0050-596807865870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" name="pg1124">
                <a:extLst>
                  <a:ext uri="{FF2B5EF4-FFF2-40B4-BE49-F238E27FC236}">
                    <a16:creationId xmlns:a16="http://schemas.microsoft.com/office/drawing/2014/main" id="{CA28F9D8-B0AC-D6C5-B6AB-1FDD977664A1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" name="pg1125">
                <a:extLst>
                  <a:ext uri="{FF2B5EF4-FFF2-40B4-BE49-F238E27FC236}">
                    <a16:creationId xmlns:a16="http://schemas.microsoft.com/office/drawing/2014/main" id="{39B490E2-3913-48A4-F833-7CDD974424C2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" name="pg1126">
                <a:extLst>
                  <a:ext uri="{FF2B5EF4-FFF2-40B4-BE49-F238E27FC236}">
                    <a16:creationId xmlns:a16="http://schemas.microsoft.com/office/drawing/2014/main" id="{E226DAAE-6502-D103-0676-80D6E9B54263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" name="pg1127">
                <a:extLst>
                  <a:ext uri="{FF2B5EF4-FFF2-40B4-BE49-F238E27FC236}">
                    <a16:creationId xmlns:a16="http://schemas.microsoft.com/office/drawing/2014/main" id="{62CE15FC-D97D-D235-13C5-E4CDC3AF29B4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" name="pg1128">
                <a:extLst>
                  <a:ext uri="{FF2B5EF4-FFF2-40B4-BE49-F238E27FC236}">
                    <a16:creationId xmlns:a16="http://schemas.microsoft.com/office/drawing/2014/main" id="{F06B8AC8-9C53-F0B7-80C6-8DAC93AB0000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" name="pg1129">
                <a:extLst>
                  <a:ext uri="{FF2B5EF4-FFF2-40B4-BE49-F238E27FC236}">
                    <a16:creationId xmlns:a16="http://schemas.microsoft.com/office/drawing/2014/main" id="{3FA76340-F506-08CD-00C4-2B8E261650AB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" name="pg1130">
                <a:extLst>
                  <a:ext uri="{FF2B5EF4-FFF2-40B4-BE49-F238E27FC236}">
                    <a16:creationId xmlns:a16="http://schemas.microsoft.com/office/drawing/2014/main" id="{3BA38FFC-4ACF-6F24-0B56-1664EEEC494F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" name="pg1131">
                <a:extLst>
                  <a:ext uri="{FF2B5EF4-FFF2-40B4-BE49-F238E27FC236}">
                    <a16:creationId xmlns:a16="http://schemas.microsoft.com/office/drawing/2014/main" id="{A9815BFC-8C71-9EFF-8C3A-20355D095419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" name="pg1132">
                <a:extLst>
                  <a:ext uri="{FF2B5EF4-FFF2-40B4-BE49-F238E27FC236}">
                    <a16:creationId xmlns:a16="http://schemas.microsoft.com/office/drawing/2014/main" id="{368571A1-AB58-A11E-5F44-2C524C50D4F2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" name="pg1133">
                <a:extLst>
                  <a:ext uri="{FF2B5EF4-FFF2-40B4-BE49-F238E27FC236}">
                    <a16:creationId xmlns:a16="http://schemas.microsoft.com/office/drawing/2014/main" id="{62C360A4-2B67-948E-4C55-4AA4266B9052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" name="pg1134">
                <a:extLst>
                  <a:ext uri="{FF2B5EF4-FFF2-40B4-BE49-F238E27FC236}">
                    <a16:creationId xmlns:a16="http://schemas.microsoft.com/office/drawing/2014/main" id="{C887C25C-7188-632F-0CAB-FD97ED66B983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" name="pg1135">
                <a:extLst>
                  <a:ext uri="{FF2B5EF4-FFF2-40B4-BE49-F238E27FC236}">
                    <a16:creationId xmlns:a16="http://schemas.microsoft.com/office/drawing/2014/main" id="{369E818A-0F72-0303-EF69-074037C2D0DB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" name="pg1136">
                <a:extLst>
                  <a:ext uri="{FF2B5EF4-FFF2-40B4-BE49-F238E27FC236}">
                    <a16:creationId xmlns:a16="http://schemas.microsoft.com/office/drawing/2014/main" id="{993B0B9D-7DDF-8C9D-3C4B-1C0C426FC8E2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" name="pg1137">
                <a:extLst>
                  <a:ext uri="{FF2B5EF4-FFF2-40B4-BE49-F238E27FC236}">
                    <a16:creationId xmlns:a16="http://schemas.microsoft.com/office/drawing/2014/main" id="{2617E354-67EB-472E-FC47-90B38E2F4470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" name="pg1138">
                <a:extLst>
                  <a:ext uri="{FF2B5EF4-FFF2-40B4-BE49-F238E27FC236}">
                    <a16:creationId xmlns:a16="http://schemas.microsoft.com/office/drawing/2014/main" id="{A7538391-3424-F251-A6DF-BE0549B7811B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" name="pg1139">
                <a:extLst>
                  <a:ext uri="{FF2B5EF4-FFF2-40B4-BE49-F238E27FC236}">
                    <a16:creationId xmlns:a16="http://schemas.microsoft.com/office/drawing/2014/main" id="{E56EC5EA-4DD6-B907-0D23-64C0D972EF48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" name="pg1140">
                <a:extLst>
                  <a:ext uri="{FF2B5EF4-FFF2-40B4-BE49-F238E27FC236}">
                    <a16:creationId xmlns:a16="http://schemas.microsoft.com/office/drawing/2014/main" id="{A5D2C545-5228-6992-639B-62797D09703E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" name="pg1141">
                <a:extLst>
                  <a:ext uri="{FF2B5EF4-FFF2-40B4-BE49-F238E27FC236}">
                    <a16:creationId xmlns:a16="http://schemas.microsoft.com/office/drawing/2014/main" id="{C34DEF72-FBD4-65D7-9DC0-1BF1E3ED40A3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" name="pg1142">
                <a:extLst>
                  <a:ext uri="{FF2B5EF4-FFF2-40B4-BE49-F238E27FC236}">
                    <a16:creationId xmlns:a16="http://schemas.microsoft.com/office/drawing/2014/main" id="{0F5CB09A-2693-1F47-27B3-AF43B5549332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" name="pg1143">
                <a:extLst>
                  <a:ext uri="{FF2B5EF4-FFF2-40B4-BE49-F238E27FC236}">
                    <a16:creationId xmlns:a16="http://schemas.microsoft.com/office/drawing/2014/main" id="{FE64963A-7385-E90E-FDB5-6C453E66F173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" name="pg1144">
                <a:extLst>
                  <a:ext uri="{FF2B5EF4-FFF2-40B4-BE49-F238E27FC236}">
                    <a16:creationId xmlns:a16="http://schemas.microsoft.com/office/drawing/2014/main" id="{80294B87-36E0-3B3F-1267-D8F27D0714E4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" name="pg1145">
                <a:extLst>
                  <a:ext uri="{FF2B5EF4-FFF2-40B4-BE49-F238E27FC236}">
                    <a16:creationId xmlns:a16="http://schemas.microsoft.com/office/drawing/2014/main" id="{F5E95927-7127-0BA8-ECF1-2EBF80C6C4E5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" name="pg1146">
                <a:extLst>
                  <a:ext uri="{FF2B5EF4-FFF2-40B4-BE49-F238E27FC236}">
                    <a16:creationId xmlns:a16="http://schemas.microsoft.com/office/drawing/2014/main" id="{E5AF19DD-D90C-6A09-0EE1-5E9664CA36C6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" name="pg1147">
                <a:extLst>
                  <a:ext uri="{FF2B5EF4-FFF2-40B4-BE49-F238E27FC236}">
                    <a16:creationId xmlns:a16="http://schemas.microsoft.com/office/drawing/2014/main" id="{C8989ADA-4F0B-4E18-C897-B6C16533B75B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" name="pg1148">
                <a:extLst>
                  <a:ext uri="{FF2B5EF4-FFF2-40B4-BE49-F238E27FC236}">
                    <a16:creationId xmlns:a16="http://schemas.microsoft.com/office/drawing/2014/main" id="{E6637717-1C8E-F441-9364-7C6F6616601C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" name="pg1149">
                <a:extLst>
                  <a:ext uri="{FF2B5EF4-FFF2-40B4-BE49-F238E27FC236}">
                    <a16:creationId xmlns:a16="http://schemas.microsoft.com/office/drawing/2014/main" id="{C9298E19-2604-741E-D1E0-BAC7305225FF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" name="pg1150">
                <a:extLst>
                  <a:ext uri="{FF2B5EF4-FFF2-40B4-BE49-F238E27FC236}">
                    <a16:creationId xmlns:a16="http://schemas.microsoft.com/office/drawing/2014/main" id="{5B99AA46-D0DD-8A3A-4CC4-301E59006882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" name="pg1151">
                <a:extLst>
                  <a:ext uri="{FF2B5EF4-FFF2-40B4-BE49-F238E27FC236}">
                    <a16:creationId xmlns:a16="http://schemas.microsoft.com/office/drawing/2014/main" id="{1C562CAD-FA53-2476-1296-F75965B7DAA5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" name="pg1152">
                <a:extLst>
                  <a:ext uri="{FF2B5EF4-FFF2-40B4-BE49-F238E27FC236}">
                    <a16:creationId xmlns:a16="http://schemas.microsoft.com/office/drawing/2014/main" id="{E02213E7-9DC5-C56F-3493-F97E6FC2FFFC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" name="pg1153">
                <a:extLst>
                  <a:ext uri="{FF2B5EF4-FFF2-40B4-BE49-F238E27FC236}">
                    <a16:creationId xmlns:a16="http://schemas.microsoft.com/office/drawing/2014/main" id="{0A707D62-0504-8A06-0351-E8DBDB71A1C5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" name="pg1154">
                <a:extLst>
                  <a:ext uri="{FF2B5EF4-FFF2-40B4-BE49-F238E27FC236}">
                    <a16:creationId xmlns:a16="http://schemas.microsoft.com/office/drawing/2014/main" id="{5F606060-4F3C-11EE-5022-F1C4DA3555BC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" name="pg1155">
                <a:extLst>
                  <a:ext uri="{FF2B5EF4-FFF2-40B4-BE49-F238E27FC236}">
                    <a16:creationId xmlns:a16="http://schemas.microsoft.com/office/drawing/2014/main" id="{0C724F45-52C0-0E4C-CA80-4B7A2922165A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" name="pg1156">
                <a:extLst>
                  <a:ext uri="{FF2B5EF4-FFF2-40B4-BE49-F238E27FC236}">
                    <a16:creationId xmlns:a16="http://schemas.microsoft.com/office/drawing/2014/main" id="{03638C78-7CEA-2485-F862-5909A60BADC7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" name="pg1157">
                <a:extLst>
                  <a:ext uri="{FF2B5EF4-FFF2-40B4-BE49-F238E27FC236}">
                    <a16:creationId xmlns:a16="http://schemas.microsoft.com/office/drawing/2014/main" id="{F2B9E64F-7182-4FAF-1949-0D48A26A73F2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" name="pg1158">
                <a:extLst>
                  <a:ext uri="{FF2B5EF4-FFF2-40B4-BE49-F238E27FC236}">
                    <a16:creationId xmlns:a16="http://schemas.microsoft.com/office/drawing/2014/main" id="{FE1D9E19-454B-545E-E7F5-5EA8E6746724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" name="pg1159">
                <a:extLst>
                  <a:ext uri="{FF2B5EF4-FFF2-40B4-BE49-F238E27FC236}">
                    <a16:creationId xmlns:a16="http://schemas.microsoft.com/office/drawing/2014/main" id="{07DC6D85-17D5-8ECC-E1DF-9E7F665B2336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" name="pg1160">
                <a:extLst>
                  <a:ext uri="{FF2B5EF4-FFF2-40B4-BE49-F238E27FC236}">
                    <a16:creationId xmlns:a16="http://schemas.microsoft.com/office/drawing/2014/main" id="{C0CFB971-2160-0449-6989-238B284D4C3F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" name="pg1161">
                <a:extLst>
                  <a:ext uri="{FF2B5EF4-FFF2-40B4-BE49-F238E27FC236}">
                    <a16:creationId xmlns:a16="http://schemas.microsoft.com/office/drawing/2014/main" id="{9F1DE0AC-0C9B-329B-E0F8-D32AACF17ADC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" name="pg1162">
                <a:extLst>
                  <a:ext uri="{FF2B5EF4-FFF2-40B4-BE49-F238E27FC236}">
                    <a16:creationId xmlns:a16="http://schemas.microsoft.com/office/drawing/2014/main" id="{4D63A81C-0D15-7A61-559A-E0D081A51B46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" name="pg1163">
                <a:extLst>
                  <a:ext uri="{FF2B5EF4-FFF2-40B4-BE49-F238E27FC236}">
                    <a16:creationId xmlns:a16="http://schemas.microsoft.com/office/drawing/2014/main" id="{BFF792C5-8991-8815-6B09-EC5FBE145D0E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" name="pg1164">
                <a:extLst>
                  <a:ext uri="{FF2B5EF4-FFF2-40B4-BE49-F238E27FC236}">
                    <a16:creationId xmlns:a16="http://schemas.microsoft.com/office/drawing/2014/main" id="{9F15BFC7-6B2B-3CC1-73B4-A6166295492B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" name="pg1165">
                <a:extLst>
                  <a:ext uri="{FF2B5EF4-FFF2-40B4-BE49-F238E27FC236}">
                    <a16:creationId xmlns:a16="http://schemas.microsoft.com/office/drawing/2014/main" id="{1F45E142-4EF4-908C-1A2F-BE3235818A79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" name="pg1166">
                <a:extLst>
                  <a:ext uri="{FF2B5EF4-FFF2-40B4-BE49-F238E27FC236}">
                    <a16:creationId xmlns:a16="http://schemas.microsoft.com/office/drawing/2014/main" id="{F8266758-3D3C-EC43-B6A6-FD3ED2487593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" name="pg1167">
                <a:extLst>
                  <a:ext uri="{FF2B5EF4-FFF2-40B4-BE49-F238E27FC236}">
                    <a16:creationId xmlns:a16="http://schemas.microsoft.com/office/drawing/2014/main" id="{07E6BB96-AF98-5CB2-9FE6-FB0C9C91DD53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" name="pg1168">
                <a:extLst>
                  <a:ext uri="{FF2B5EF4-FFF2-40B4-BE49-F238E27FC236}">
                    <a16:creationId xmlns:a16="http://schemas.microsoft.com/office/drawing/2014/main" id="{3D3F1F23-149A-75E3-0D50-48BEDC49F543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" name="pg1169">
                <a:extLst>
                  <a:ext uri="{FF2B5EF4-FFF2-40B4-BE49-F238E27FC236}">
                    <a16:creationId xmlns:a16="http://schemas.microsoft.com/office/drawing/2014/main" id="{C5474EA3-5FC5-5CD0-E910-CA07434FF28B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" name="pg1170">
                <a:extLst>
                  <a:ext uri="{FF2B5EF4-FFF2-40B4-BE49-F238E27FC236}">
                    <a16:creationId xmlns:a16="http://schemas.microsoft.com/office/drawing/2014/main" id="{9A0A73AF-86D6-39D3-2354-831714DC84AE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" name="pg1171">
                <a:extLst>
                  <a:ext uri="{FF2B5EF4-FFF2-40B4-BE49-F238E27FC236}">
                    <a16:creationId xmlns:a16="http://schemas.microsoft.com/office/drawing/2014/main" id="{9AA828D8-5EC3-3466-DFA3-BDE58CA2B8DE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" name="pg1172">
                <a:extLst>
                  <a:ext uri="{FF2B5EF4-FFF2-40B4-BE49-F238E27FC236}">
                    <a16:creationId xmlns:a16="http://schemas.microsoft.com/office/drawing/2014/main" id="{3B71141F-02CF-BC9B-5BF2-B5C98D7673DF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" name="pg1173">
                <a:extLst>
                  <a:ext uri="{FF2B5EF4-FFF2-40B4-BE49-F238E27FC236}">
                    <a16:creationId xmlns:a16="http://schemas.microsoft.com/office/drawing/2014/main" id="{CB0968D5-B6BB-CBC9-4665-818A93110709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" name="pg1174">
                <a:extLst>
                  <a:ext uri="{FF2B5EF4-FFF2-40B4-BE49-F238E27FC236}">
                    <a16:creationId xmlns:a16="http://schemas.microsoft.com/office/drawing/2014/main" id="{7510FA61-7086-D5A7-C7B8-7F7AC78DAE49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" name="pg1175">
                <a:extLst>
                  <a:ext uri="{FF2B5EF4-FFF2-40B4-BE49-F238E27FC236}">
                    <a16:creationId xmlns:a16="http://schemas.microsoft.com/office/drawing/2014/main" id="{FABE35C7-C49A-A259-E89E-92D87954F48B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" name="pg1176">
                <a:extLst>
                  <a:ext uri="{FF2B5EF4-FFF2-40B4-BE49-F238E27FC236}">
                    <a16:creationId xmlns:a16="http://schemas.microsoft.com/office/drawing/2014/main" id="{91C7E342-F189-248C-CFDC-CAC4E66A46C8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" name="pg1177">
                <a:extLst>
                  <a:ext uri="{FF2B5EF4-FFF2-40B4-BE49-F238E27FC236}">
                    <a16:creationId xmlns:a16="http://schemas.microsoft.com/office/drawing/2014/main" id="{BF69E2D5-BAE8-4E50-A426-F8B86E518F48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" name="pg1178">
                <a:extLst>
                  <a:ext uri="{FF2B5EF4-FFF2-40B4-BE49-F238E27FC236}">
                    <a16:creationId xmlns:a16="http://schemas.microsoft.com/office/drawing/2014/main" id="{86979865-631A-9981-C8F4-077C8A04B6CE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" name="pg1179">
                <a:extLst>
                  <a:ext uri="{FF2B5EF4-FFF2-40B4-BE49-F238E27FC236}">
                    <a16:creationId xmlns:a16="http://schemas.microsoft.com/office/drawing/2014/main" id="{2642E3A0-89B5-DD22-0E28-2C14D879501F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" name="pg1180">
                <a:extLst>
                  <a:ext uri="{FF2B5EF4-FFF2-40B4-BE49-F238E27FC236}">
                    <a16:creationId xmlns:a16="http://schemas.microsoft.com/office/drawing/2014/main" id="{33A85A75-1509-58F0-EDEF-418A3CD2A26E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" name="pg1181">
                <a:extLst>
                  <a:ext uri="{FF2B5EF4-FFF2-40B4-BE49-F238E27FC236}">
                    <a16:creationId xmlns:a16="http://schemas.microsoft.com/office/drawing/2014/main" id="{22F49033-24D8-A138-9E39-9B7282FF5395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" name="pg1182">
                <a:extLst>
                  <a:ext uri="{FF2B5EF4-FFF2-40B4-BE49-F238E27FC236}">
                    <a16:creationId xmlns:a16="http://schemas.microsoft.com/office/drawing/2014/main" id="{E684C6A7-36A9-9B89-B269-5B509D743E62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" name="pg1183">
                <a:extLst>
                  <a:ext uri="{FF2B5EF4-FFF2-40B4-BE49-F238E27FC236}">
                    <a16:creationId xmlns:a16="http://schemas.microsoft.com/office/drawing/2014/main" id="{0AC0CEC2-74C3-5FF0-AC33-38B679E6FD3E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" name="pg1184">
                <a:extLst>
                  <a:ext uri="{FF2B5EF4-FFF2-40B4-BE49-F238E27FC236}">
                    <a16:creationId xmlns:a16="http://schemas.microsoft.com/office/drawing/2014/main" id="{F44B6609-BF09-403A-865F-77A329E27F1E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" name="pg1185">
                <a:extLst>
                  <a:ext uri="{FF2B5EF4-FFF2-40B4-BE49-F238E27FC236}">
                    <a16:creationId xmlns:a16="http://schemas.microsoft.com/office/drawing/2014/main" id="{993A296D-8A2D-B41D-87CF-3BEB04101C2A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" name="pg1186">
                <a:extLst>
                  <a:ext uri="{FF2B5EF4-FFF2-40B4-BE49-F238E27FC236}">
                    <a16:creationId xmlns:a16="http://schemas.microsoft.com/office/drawing/2014/main" id="{6149AD1C-6261-2A00-EF2D-7564AB14BA83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" name="pg1187">
                <a:extLst>
                  <a:ext uri="{FF2B5EF4-FFF2-40B4-BE49-F238E27FC236}">
                    <a16:creationId xmlns:a16="http://schemas.microsoft.com/office/drawing/2014/main" id="{72D96AD0-5A2B-E8C6-63A1-652A31C589FD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" name="pg1188">
                <a:extLst>
                  <a:ext uri="{FF2B5EF4-FFF2-40B4-BE49-F238E27FC236}">
                    <a16:creationId xmlns:a16="http://schemas.microsoft.com/office/drawing/2014/main" id="{DC378360-643C-4332-EA7C-0E9D0681D5F6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" name="pg1189">
                <a:extLst>
                  <a:ext uri="{FF2B5EF4-FFF2-40B4-BE49-F238E27FC236}">
                    <a16:creationId xmlns:a16="http://schemas.microsoft.com/office/drawing/2014/main" id="{2F178B30-6C57-C2FE-A892-760E09AB0170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" name="pg1190">
                <a:extLst>
                  <a:ext uri="{FF2B5EF4-FFF2-40B4-BE49-F238E27FC236}">
                    <a16:creationId xmlns:a16="http://schemas.microsoft.com/office/drawing/2014/main" id="{5FEE1270-4AB9-47CC-A091-2F0EA9C531D8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" name="pg1191">
                <a:extLst>
                  <a:ext uri="{FF2B5EF4-FFF2-40B4-BE49-F238E27FC236}">
                    <a16:creationId xmlns:a16="http://schemas.microsoft.com/office/drawing/2014/main" id="{B142F56E-6603-73D1-F2EC-59F1A0D502A4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" name="pg1192">
                <a:extLst>
                  <a:ext uri="{FF2B5EF4-FFF2-40B4-BE49-F238E27FC236}">
                    <a16:creationId xmlns:a16="http://schemas.microsoft.com/office/drawing/2014/main" id="{F6B8917E-24F7-2007-8560-B1C5301E3113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" name="pg1193">
                <a:extLst>
                  <a:ext uri="{FF2B5EF4-FFF2-40B4-BE49-F238E27FC236}">
                    <a16:creationId xmlns:a16="http://schemas.microsoft.com/office/drawing/2014/main" id="{F3A66D6E-2B99-0BCB-0916-71776DF63B20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" name="pg1194">
                <a:extLst>
                  <a:ext uri="{FF2B5EF4-FFF2-40B4-BE49-F238E27FC236}">
                    <a16:creationId xmlns:a16="http://schemas.microsoft.com/office/drawing/2014/main" id="{A0EC87A5-F2E2-7A40-D67F-E8D427B3898B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" name="pg1195">
                <a:extLst>
                  <a:ext uri="{FF2B5EF4-FFF2-40B4-BE49-F238E27FC236}">
                    <a16:creationId xmlns:a16="http://schemas.microsoft.com/office/drawing/2014/main" id="{35F5192E-638A-3AEB-FCA6-378D945809F2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" name="pg1196">
                <a:extLst>
                  <a:ext uri="{FF2B5EF4-FFF2-40B4-BE49-F238E27FC236}">
                    <a16:creationId xmlns:a16="http://schemas.microsoft.com/office/drawing/2014/main" id="{39E3382F-2B93-4147-E5B4-A75FAFC98E6C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" name="pg1197">
                <a:extLst>
                  <a:ext uri="{FF2B5EF4-FFF2-40B4-BE49-F238E27FC236}">
                    <a16:creationId xmlns:a16="http://schemas.microsoft.com/office/drawing/2014/main" id="{3713952B-85F3-F837-03B1-592F6157C39E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" name="pg1198">
                <a:extLst>
                  <a:ext uri="{FF2B5EF4-FFF2-40B4-BE49-F238E27FC236}">
                    <a16:creationId xmlns:a16="http://schemas.microsoft.com/office/drawing/2014/main" id="{27DB7BC7-072A-A437-BD46-6C761E701AA1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" name="pg1199">
                <a:extLst>
                  <a:ext uri="{FF2B5EF4-FFF2-40B4-BE49-F238E27FC236}">
                    <a16:creationId xmlns:a16="http://schemas.microsoft.com/office/drawing/2014/main" id="{7307DB76-D57F-C096-677B-D90A7F7DE2DD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" name="pg1200">
                <a:extLst>
                  <a:ext uri="{FF2B5EF4-FFF2-40B4-BE49-F238E27FC236}">
                    <a16:creationId xmlns:a16="http://schemas.microsoft.com/office/drawing/2014/main" id="{0FCD5E5E-5572-40F3-5DB4-79CB33A3B623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" name="pg1201">
                <a:extLst>
                  <a:ext uri="{FF2B5EF4-FFF2-40B4-BE49-F238E27FC236}">
                    <a16:creationId xmlns:a16="http://schemas.microsoft.com/office/drawing/2014/main" id="{A7FB7BDF-2AB3-B99D-D1D9-6309C7DFE402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" name="pg1202">
                <a:extLst>
                  <a:ext uri="{FF2B5EF4-FFF2-40B4-BE49-F238E27FC236}">
                    <a16:creationId xmlns:a16="http://schemas.microsoft.com/office/drawing/2014/main" id="{8DEF88AE-3C52-ACD5-688A-4B5D4330EBBD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" name="pg1203">
                <a:extLst>
                  <a:ext uri="{FF2B5EF4-FFF2-40B4-BE49-F238E27FC236}">
                    <a16:creationId xmlns:a16="http://schemas.microsoft.com/office/drawing/2014/main" id="{1883E5C2-DB0A-648F-8134-7878C017D3D6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" name="pg1204">
                <a:extLst>
                  <a:ext uri="{FF2B5EF4-FFF2-40B4-BE49-F238E27FC236}">
                    <a16:creationId xmlns:a16="http://schemas.microsoft.com/office/drawing/2014/main" id="{0A388759-C0AC-44FD-0A08-C478E1A0D4AA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" name="pg1205">
                <a:extLst>
                  <a:ext uri="{FF2B5EF4-FFF2-40B4-BE49-F238E27FC236}">
                    <a16:creationId xmlns:a16="http://schemas.microsoft.com/office/drawing/2014/main" id="{30A7936D-CF8F-CDD0-0628-C6DF69310BA5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" name="pg1206">
                <a:extLst>
                  <a:ext uri="{FF2B5EF4-FFF2-40B4-BE49-F238E27FC236}">
                    <a16:creationId xmlns:a16="http://schemas.microsoft.com/office/drawing/2014/main" id="{F6E6B3F3-0B2B-A6A4-43F8-32ADC4FB3F69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" name="pg1207">
                <a:extLst>
                  <a:ext uri="{FF2B5EF4-FFF2-40B4-BE49-F238E27FC236}">
                    <a16:creationId xmlns:a16="http://schemas.microsoft.com/office/drawing/2014/main" id="{A11952E2-FE96-C155-037D-654EE689761B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" name="pg1208">
                <a:extLst>
                  <a:ext uri="{FF2B5EF4-FFF2-40B4-BE49-F238E27FC236}">
                    <a16:creationId xmlns:a16="http://schemas.microsoft.com/office/drawing/2014/main" id="{3840525C-6388-7D27-CDF5-75117E2AEA1E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" name="pg1209">
                <a:extLst>
                  <a:ext uri="{FF2B5EF4-FFF2-40B4-BE49-F238E27FC236}">
                    <a16:creationId xmlns:a16="http://schemas.microsoft.com/office/drawing/2014/main" id="{61A01C16-A43E-2097-05AA-014CDA8A7EF6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" name="pg1210">
                <a:extLst>
                  <a:ext uri="{FF2B5EF4-FFF2-40B4-BE49-F238E27FC236}">
                    <a16:creationId xmlns:a16="http://schemas.microsoft.com/office/drawing/2014/main" id="{4D035BE1-4883-16AC-EEA6-9FADD2EE907E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" name="pg1211">
                <a:extLst>
                  <a:ext uri="{FF2B5EF4-FFF2-40B4-BE49-F238E27FC236}">
                    <a16:creationId xmlns:a16="http://schemas.microsoft.com/office/drawing/2014/main" id="{405789CD-1CF2-A545-0087-2D3088DBB847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" name="pg1212">
                <a:extLst>
                  <a:ext uri="{FF2B5EF4-FFF2-40B4-BE49-F238E27FC236}">
                    <a16:creationId xmlns:a16="http://schemas.microsoft.com/office/drawing/2014/main" id="{5AF1E728-6FB7-A06C-59D8-09EDE9FE8971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" name="pg1213">
                <a:extLst>
                  <a:ext uri="{FF2B5EF4-FFF2-40B4-BE49-F238E27FC236}">
                    <a16:creationId xmlns:a16="http://schemas.microsoft.com/office/drawing/2014/main" id="{1D5FA6E4-5A68-51F1-2BB3-36FBE573C6F5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" name="pg1214">
                <a:extLst>
                  <a:ext uri="{FF2B5EF4-FFF2-40B4-BE49-F238E27FC236}">
                    <a16:creationId xmlns:a16="http://schemas.microsoft.com/office/drawing/2014/main" id="{36B4E295-4449-8EAB-C086-BC095852F113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" name="pg1215">
                <a:extLst>
                  <a:ext uri="{FF2B5EF4-FFF2-40B4-BE49-F238E27FC236}">
                    <a16:creationId xmlns:a16="http://schemas.microsoft.com/office/drawing/2014/main" id="{7A4BA0A7-607B-A709-9E2F-F46D8C2C84B3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" name="pg1216">
                <a:extLst>
                  <a:ext uri="{FF2B5EF4-FFF2-40B4-BE49-F238E27FC236}">
                    <a16:creationId xmlns:a16="http://schemas.microsoft.com/office/drawing/2014/main" id="{6DDA462D-6E87-139D-ECED-E05BEAF28397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" name="pg1217">
                <a:extLst>
                  <a:ext uri="{FF2B5EF4-FFF2-40B4-BE49-F238E27FC236}">
                    <a16:creationId xmlns:a16="http://schemas.microsoft.com/office/drawing/2014/main" id="{33FB0AC8-4906-DFFE-1A5C-C6D1BA33E806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" name="pg1218">
                <a:extLst>
                  <a:ext uri="{FF2B5EF4-FFF2-40B4-BE49-F238E27FC236}">
                    <a16:creationId xmlns:a16="http://schemas.microsoft.com/office/drawing/2014/main" id="{759BEE54-DA7B-F1F9-9C7F-D4258856BB44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" name="pg1219">
                <a:extLst>
                  <a:ext uri="{FF2B5EF4-FFF2-40B4-BE49-F238E27FC236}">
                    <a16:creationId xmlns:a16="http://schemas.microsoft.com/office/drawing/2014/main" id="{492B6708-8204-59FE-F973-0BD325A14FBA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" name="pg1220">
                <a:extLst>
                  <a:ext uri="{FF2B5EF4-FFF2-40B4-BE49-F238E27FC236}">
                    <a16:creationId xmlns:a16="http://schemas.microsoft.com/office/drawing/2014/main" id="{A18A8FD2-7796-7C2C-F331-C8E8F2AE5B43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" name="pg1221">
                <a:extLst>
                  <a:ext uri="{FF2B5EF4-FFF2-40B4-BE49-F238E27FC236}">
                    <a16:creationId xmlns:a16="http://schemas.microsoft.com/office/drawing/2014/main" id="{FEC4B35B-E183-00F0-19DB-4DF8BF0F7272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" name="pg1222">
                <a:extLst>
                  <a:ext uri="{FF2B5EF4-FFF2-40B4-BE49-F238E27FC236}">
                    <a16:creationId xmlns:a16="http://schemas.microsoft.com/office/drawing/2014/main" id="{452C147E-A89B-FE58-F719-D2FA0E8E8452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" name="pg1223">
                <a:extLst>
                  <a:ext uri="{FF2B5EF4-FFF2-40B4-BE49-F238E27FC236}">
                    <a16:creationId xmlns:a16="http://schemas.microsoft.com/office/drawing/2014/main" id="{C03B22D4-B0EA-E8CE-7FFE-66F3F1E8FBF9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" name="pg1224">
                <a:extLst>
                  <a:ext uri="{FF2B5EF4-FFF2-40B4-BE49-F238E27FC236}">
                    <a16:creationId xmlns:a16="http://schemas.microsoft.com/office/drawing/2014/main" id="{D37A282A-31E0-2D76-5782-683D44FE6163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" name="pg1225">
                <a:extLst>
                  <a:ext uri="{FF2B5EF4-FFF2-40B4-BE49-F238E27FC236}">
                    <a16:creationId xmlns:a16="http://schemas.microsoft.com/office/drawing/2014/main" id="{BDDDC962-08F7-8719-0C6A-84BDC8D1A31A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" name="pg1226">
                <a:extLst>
                  <a:ext uri="{FF2B5EF4-FFF2-40B4-BE49-F238E27FC236}">
                    <a16:creationId xmlns:a16="http://schemas.microsoft.com/office/drawing/2014/main" id="{81518675-3A99-3E61-8D4F-7F5DEB05DA7B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" name="pg1227">
                <a:extLst>
                  <a:ext uri="{FF2B5EF4-FFF2-40B4-BE49-F238E27FC236}">
                    <a16:creationId xmlns:a16="http://schemas.microsoft.com/office/drawing/2014/main" id="{70DB3319-0222-710D-C7D9-50805545C455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" name="pg1228">
                <a:extLst>
                  <a:ext uri="{FF2B5EF4-FFF2-40B4-BE49-F238E27FC236}">
                    <a16:creationId xmlns:a16="http://schemas.microsoft.com/office/drawing/2014/main" id="{99197949-9356-9634-7150-5FE1535C53E9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" name="pg1229">
                <a:extLst>
                  <a:ext uri="{FF2B5EF4-FFF2-40B4-BE49-F238E27FC236}">
                    <a16:creationId xmlns:a16="http://schemas.microsoft.com/office/drawing/2014/main" id="{0727B4AD-E16C-87D4-A394-3DEFE5BF80AF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" name="pg1230">
                <a:extLst>
                  <a:ext uri="{FF2B5EF4-FFF2-40B4-BE49-F238E27FC236}">
                    <a16:creationId xmlns:a16="http://schemas.microsoft.com/office/drawing/2014/main" id="{1C555A53-0F55-0A36-E915-2271649F3D12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" name="pg1231">
                <a:extLst>
                  <a:ext uri="{FF2B5EF4-FFF2-40B4-BE49-F238E27FC236}">
                    <a16:creationId xmlns:a16="http://schemas.microsoft.com/office/drawing/2014/main" id="{D1CA9304-9C5B-C201-8D43-937487D6B7A1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" name="pg1232">
                <a:extLst>
                  <a:ext uri="{FF2B5EF4-FFF2-40B4-BE49-F238E27FC236}">
                    <a16:creationId xmlns:a16="http://schemas.microsoft.com/office/drawing/2014/main" id="{5E215106-DBC3-D44B-125A-D414B855555C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" name="pg1233">
                <a:extLst>
                  <a:ext uri="{FF2B5EF4-FFF2-40B4-BE49-F238E27FC236}">
                    <a16:creationId xmlns:a16="http://schemas.microsoft.com/office/drawing/2014/main" id="{CE7BC607-E540-BF2D-52AA-EC8D9BD3223C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" name="pg1234">
                <a:extLst>
                  <a:ext uri="{FF2B5EF4-FFF2-40B4-BE49-F238E27FC236}">
                    <a16:creationId xmlns:a16="http://schemas.microsoft.com/office/drawing/2014/main" id="{E6BD29BD-9430-85C9-F9C6-D57E6E507EAA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" name="pg1235">
                <a:extLst>
                  <a:ext uri="{FF2B5EF4-FFF2-40B4-BE49-F238E27FC236}">
                    <a16:creationId xmlns:a16="http://schemas.microsoft.com/office/drawing/2014/main" id="{3189129C-9B8A-B19D-D04C-CD00DE98E7A1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" name="pg1236">
                <a:extLst>
                  <a:ext uri="{FF2B5EF4-FFF2-40B4-BE49-F238E27FC236}">
                    <a16:creationId xmlns:a16="http://schemas.microsoft.com/office/drawing/2014/main" id="{EE4D1056-6630-E1EB-412F-CDC9E24F0533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" name="pg1237">
                <a:extLst>
                  <a:ext uri="{FF2B5EF4-FFF2-40B4-BE49-F238E27FC236}">
                    <a16:creationId xmlns:a16="http://schemas.microsoft.com/office/drawing/2014/main" id="{128D5012-B9A1-DD36-5D72-BD789CE94DC9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" name="pg1238">
                <a:extLst>
                  <a:ext uri="{FF2B5EF4-FFF2-40B4-BE49-F238E27FC236}">
                    <a16:creationId xmlns:a16="http://schemas.microsoft.com/office/drawing/2014/main" id="{D0F93D1F-DFE3-89FD-2261-BA6EA01AE323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" name="pg1239">
                <a:extLst>
                  <a:ext uri="{FF2B5EF4-FFF2-40B4-BE49-F238E27FC236}">
                    <a16:creationId xmlns:a16="http://schemas.microsoft.com/office/drawing/2014/main" id="{95C4BA0A-7745-6C3E-C0CC-69888A104511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" name="pg1240">
                <a:extLst>
                  <a:ext uri="{FF2B5EF4-FFF2-40B4-BE49-F238E27FC236}">
                    <a16:creationId xmlns:a16="http://schemas.microsoft.com/office/drawing/2014/main" id="{B4D88F14-0EB1-B42E-0C66-A19029EF8373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" name="pg1241">
                <a:extLst>
                  <a:ext uri="{FF2B5EF4-FFF2-40B4-BE49-F238E27FC236}">
                    <a16:creationId xmlns:a16="http://schemas.microsoft.com/office/drawing/2014/main" id="{19BF753E-59EE-B924-DD65-E0000B913281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" name="pg1242">
                <a:extLst>
                  <a:ext uri="{FF2B5EF4-FFF2-40B4-BE49-F238E27FC236}">
                    <a16:creationId xmlns:a16="http://schemas.microsoft.com/office/drawing/2014/main" id="{6C9277E6-4BCE-F75E-6F71-A5BAA68A76C8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" name="pg1243">
                <a:extLst>
                  <a:ext uri="{FF2B5EF4-FFF2-40B4-BE49-F238E27FC236}">
                    <a16:creationId xmlns:a16="http://schemas.microsoft.com/office/drawing/2014/main" id="{E7C4509B-2183-22EF-9B58-C5528F004813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" name="pg1244">
                <a:extLst>
                  <a:ext uri="{FF2B5EF4-FFF2-40B4-BE49-F238E27FC236}">
                    <a16:creationId xmlns:a16="http://schemas.microsoft.com/office/drawing/2014/main" id="{B281060D-A2BB-AD2B-7FDD-A5F843E4E2A8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" name="pg1245">
                <a:extLst>
                  <a:ext uri="{FF2B5EF4-FFF2-40B4-BE49-F238E27FC236}">
                    <a16:creationId xmlns:a16="http://schemas.microsoft.com/office/drawing/2014/main" id="{37461021-412F-AB39-0222-27BA66EA2F2F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" name="pg1246">
                <a:extLst>
                  <a:ext uri="{FF2B5EF4-FFF2-40B4-BE49-F238E27FC236}">
                    <a16:creationId xmlns:a16="http://schemas.microsoft.com/office/drawing/2014/main" id="{D5CEC1B5-C892-6209-89CB-B31A619BF816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" name="pg1247">
                <a:extLst>
                  <a:ext uri="{FF2B5EF4-FFF2-40B4-BE49-F238E27FC236}">
                    <a16:creationId xmlns:a16="http://schemas.microsoft.com/office/drawing/2014/main" id="{DEFDA436-6AEE-A4C8-B159-15AB925C03B1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" name="pg1248">
                <a:extLst>
                  <a:ext uri="{FF2B5EF4-FFF2-40B4-BE49-F238E27FC236}">
                    <a16:creationId xmlns:a16="http://schemas.microsoft.com/office/drawing/2014/main" id="{042FB5FD-7E5A-F4D8-4B3D-E95DE550EE16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" name="pg1249">
                <a:extLst>
                  <a:ext uri="{FF2B5EF4-FFF2-40B4-BE49-F238E27FC236}">
                    <a16:creationId xmlns:a16="http://schemas.microsoft.com/office/drawing/2014/main" id="{F1EF2098-5438-C981-723B-5549F25C64A1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" name="pg1250">
                <a:extLst>
                  <a:ext uri="{FF2B5EF4-FFF2-40B4-BE49-F238E27FC236}">
                    <a16:creationId xmlns:a16="http://schemas.microsoft.com/office/drawing/2014/main" id="{3B4945C0-9CF0-9AAA-6AAE-8E4CA82BE3DF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" name="pg1251">
                <a:extLst>
                  <a:ext uri="{FF2B5EF4-FFF2-40B4-BE49-F238E27FC236}">
                    <a16:creationId xmlns:a16="http://schemas.microsoft.com/office/drawing/2014/main" id="{202D07CB-7260-D98A-E948-5424FE8820C3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" name="pg1252">
                <a:extLst>
                  <a:ext uri="{FF2B5EF4-FFF2-40B4-BE49-F238E27FC236}">
                    <a16:creationId xmlns:a16="http://schemas.microsoft.com/office/drawing/2014/main" id="{1A1B40FF-5687-6C3D-7500-A559FBCB1826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" name="pg1253">
                <a:extLst>
                  <a:ext uri="{FF2B5EF4-FFF2-40B4-BE49-F238E27FC236}">
                    <a16:creationId xmlns:a16="http://schemas.microsoft.com/office/drawing/2014/main" id="{E6B4EC1E-88DE-2093-D990-D193409149BE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" name="pg1254">
                <a:extLst>
                  <a:ext uri="{FF2B5EF4-FFF2-40B4-BE49-F238E27FC236}">
                    <a16:creationId xmlns:a16="http://schemas.microsoft.com/office/drawing/2014/main" id="{1C733133-CDD2-8548-9489-5A99283C3B3C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" name="pg1255">
                <a:extLst>
                  <a:ext uri="{FF2B5EF4-FFF2-40B4-BE49-F238E27FC236}">
                    <a16:creationId xmlns:a16="http://schemas.microsoft.com/office/drawing/2014/main" id="{69A1F61C-3997-0832-84B2-EA040C548964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" name="pg1256">
                <a:extLst>
                  <a:ext uri="{FF2B5EF4-FFF2-40B4-BE49-F238E27FC236}">
                    <a16:creationId xmlns:a16="http://schemas.microsoft.com/office/drawing/2014/main" id="{00CC8729-095B-8C8D-5994-8190F0FB1B69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" name="pg1257">
                <a:extLst>
                  <a:ext uri="{FF2B5EF4-FFF2-40B4-BE49-F238E27FC236}">
                    <a16:creationId xmlns:a16="http://schemas.microsoft.com/office/drawing/2014/main" id="{12D6ACCA-D5AF-3539-51B3-FCF9EE60296E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" name="pg1258">
                <a:extLst>
                  <a:ext uri="{FF2B5EF4-FFF2-40B4-BE49-F238E27FC236}">
                    <a16:creationId xmlns:a16="http://schemas.microsoft.com/office/drawing/2014/main" id="{71BDC6E2-BFAF-0DA1-8EB8-F96030FDA07B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" name="pg1259">
                <a:extLst>
                  <a:ext uri="{FF2B5EF4-FFF2-40B4-BE49-F238E27FC236}">
                    <a16:creationId xmlns:a16="http://schemas.microsoft.com/office/drawing/2014/main" id="{5231B5AA-C3EC-D98A-6C52-016E57ED550D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" name="pg1260">
                <a:extLst>
                  <a:ext uri="{FF2B5EF4-FFF2-40B4-BE49-F238E27FC236}">
                    <a16:creationId xmlns:a16="http://schemas.microsoft.com/office/drawing/2014/main" id="{AABB5140-BC1D-ADC7-EE3B-612B5D69762D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" name="pg1261">
                <a:extLst>
                  <a:ext uri="{FF2B5EF4-FFF2-40B4-BE49-F238E27FC236}">
                    <a16:creationId xmlns:a16="http://schemas.microsoft.com/office/drawing/2014/main" id="{C3194A84-F9FC-F44A-88DD-6B8FBB44FA50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" name="pg1262">
                <a:extLst>
                  <a:ext uri="{FF2B5EF4-FFF2-40B4-BE49-F238E27FC236}">
                    <a16:creationId xmlns:a16="http://schemas.microsoft.com/office/drawing/2014/main" id="{714DAA4A-A82F-506A-76D1-A73ACE8CC243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" name="pg1263">
                <a:extLst>
                  <a:ext uri="{FF2B5EF4-FFF2-40B4-BE49-F238E27FC236}">
                    <a16:creationId xmlns:a16="http://schemas.microsoft.com/office/drawing/2014/main" id="{128A9541-683E-3C3E-22AA-18E6331BB589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" name="pg1264">
                <a:extLst>
                  <a:ext uri="{FF2B5EF4-FFF2-40B4-BE49-F238E27FC236}">
                    <a16:creationId xmlns:a16="http://schemas.microsoft.com/office/drawing/2014/main" id="{2A5169E0-67C4-CD77-F3A8-89AE2E839983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" name="pg1265">
                <a:extLst>
                  <a:ext uri="{FF2B5EF4-FFF2-40B4-BE49-F238E27FC236}">
                    <a16:creationId xmlns:a16="http://schemas.microsoft.com/office/drawing/2014/main" id="{9AFC8B77-6ABD-D20C-0991-0AE5884A88CE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" name="pg1266">
                <a:extLst>
                  <a:ext uri="{FF2B5EF4-FFF2-40B4-BE49-F238E27FC236}">
                    <a16:creationId xmlns:a16="http://schemas.microsoft.com/office/drawing/2014/main" id="{EFBBA084-614A-D5A7-3BBB-5B92147A55AE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" name="pg1267">
                <a:extLst>
                  <a:ext uri="{FF2B5EF4-FFF2-40B4-BE49-F238E27FC236}">
                    <a16:creationId xmlns:a16="http://schemas.microsoft.com/office/drawing/2014/main" id="{F0824DA2-8DA2-EA2E-D67D-67C54F4CC4F3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" name="pg1268">
                <a:extLst>
                  <a:ext uri="{FF2B5EF4-FFF2-40B4-BE49-F238E27FC236}">
                    <a16:creationId xmlns:a16="http://schemas.microsoft.com/office/drawing/2014/main" id="{2E6242E6-7164-1FED-1D67-16B810D2949C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" name="pg1269">
                <a:extLst>
                  <a:ext uri="{FF2B5EF4-FFF2-40B4-BE49-F238E27FC236}">
                    <a16:creationId xmlns:a16="http://schemas.microsoft.com/office/drawing/2014/main" id="{8B66F5E3-61CA-7E22-F155-B44D0D330C32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" name="pg1270">
                <a:extLst>
                  <a:ext uri="{FF2B5EF4-FFF2-40B4-BE49-F238E27FC236}">
                    <a16:creationId xmlns:a16="http://schemas.microsoft.com/office/drawing/2014/main" id="{48853E75-C78D-7641-42A0-4D83D198EBAD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" name="pg1271">
                <a:extLst>
                  <a:ext uri="{FF2B5EF4-FFF2-40B4-BE49-F238E27FC236}">
                    <a16:creationId xmlns:a16="http://schemas.microsoft.com/office/drawing/2014/main" id="{4661166D-C1C9-2DA5-30CA-CECF9F07BD21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" name="pg1272">
                <a:extLst>
                  <a:ext uri="{FF2B5EF4-FFF2-40B4-BE49-F238E27FC236}">
                    <a16:creationId xmlns:a16="http://schemas.microsoft.com/office/drawing/2014/main" id="{2E1856D5-02E5-F4BA-14A9-F2456FC1D0FD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" name="pg1273">
                <a:extLst>
                  <a:ext uri="{FF2B5EF4-FFF2-40B4-BE49-F238E27FC236}">
                    <a16:creationId xmlns:a16="http://schemas.microsoft.com/office/drawing/2014/main" id="{687C4F2B-D1D6-4328-5687-AEACC1DEA9AA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" name="pg1274">
                <a:extLst>
                  <a:ext uri="{FF2B5EF4-FFF2-40B4-BE49-F238E27FC236}">
                    <a16:creationId xmlns:a16="http://schemas.microsoft.com/office/drawing/2014/main" id="{59C2E47A-1461-565C-8199-387E2AD5AB29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" name="pg1275">
                <a:extLst>
                  <a:ext uri="{FF2B5EF4-FFF2-40B4-BE49-F238E27FC236}">
                    <a16:creationId xmlns:a16="http://schemas.microsoft.com/office/drawing/2014/main" id="{E37A0915-132C-E03A-6E0F-638DB788D815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" name="pg1276">
                <a:extLst>
                  <a:ext uri="{FF2B5EF4-FFF2-40B4-BE49-F238E27FC236}">
                    <a16:creationId xmlns:a16="http://schemas.microsoft.com/office/drawing/2014/main" id="{2FDAB42F-1BD5-E779-ADEC-4C1D8B30F5A9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" name="pg1277">
                <a:extLst>
                  <a:ext uri="{FF2B5EF4-FFF2-40B4-BE49-F238E27FC236}">
                    <a16:creationId xmlns:a16="http://schemas.microsoft.com/office/drawing/2014/main" id="{39D3C76D-97B0-385F-A1B9-643B540B87C4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" name="pg1278">
                <a:extLst>
                  <a:ext uri="{FF2B5EF4-FFF2-40B4-BE49-F238E27FC236}">
                    <a16:creationId xmlns:a16="http://schemas.microsoft.com/office/drawing/2014/main" id="{1BECF679-CCB7-2637-7A4F-0214DEFBC085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" name="pg1279">
                <a:extLst>
                  <a:ext uri="{FF2B5EF4-FFF2-40B4-BE49-F238E27FC236}">
                    <a16:creationId xmlns:a16="http://schemas.microsoft.com/office/drawing/2014/main" id="{0CC0C919-AC53-AE87-9079-2B70C563E498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" name="pg1280">
                <a:extLst>
                  <a:ext uri="{FF2B5EF4-FFF2-40B4-BE49-F238E27FC236}">
                    <a16:creationId xmlns:a16="http://schemas.microsoft.com/office/drawing/2014/main" id="{E9A77895-162D-AF6B-409D-A61D41215EAA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" name="pg1281">
                <a:extLst>
                  <a:ext uri="{FF2B5EF4-FFF2-40B4-BE49-F238E27FC236}">
                    <a16:creationId xmlns:a16="http://schemas.microsoft.com/office/drawing/2014/main" id="{ED24026A-0098-6C09-ACB1-77FB3BCA224E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" name="pg1282">
                <a:extLst>
                  <a:ext uri="{FF2B5EF4-FFF2-40B4-BE49-F238E27FC236}">
                    <a16:creationId xmlns:a16="http://schemas.microsoft.com/office/drawing/2014/main" id="{0BA8EE08-CEC7-DFC7-1158-1164E6A971FF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" name="pg1283">
                <a:extLst>
                  <a:ext uri="{FF2B5EF4-FFF2-40B4-BE49-F238E27FC236}">
                    <a16:creationId xmlns:a16="http://schemas.microsoft.com/office/drawing/2014/main" id="{DDFFC5CE-1DF5-6808-5F0F-362FEC8AA6A1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" name="pg1284">
                <a:extLst>
                  <a:ext uri="{FF2B5EF4-FFF2-40B4-BE49-F238E27FC236}">
                    <a16:creationId xmlns:a16="http://schemas.microsoft.com/office/drawing/2014/main" id="{D2DB6B52-D763-7287-C402-FB408B3AF296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" name="pg1285">
                <a:extLst>
                  <a:ext uri="{FF2B5EF4-FFF2-40B4-BE49-F238E27FC236}">
                    <a16:creationId xmlns:a16="http://schemas.microsoft.com/office/drawing/2014/main" id="{29D7D08B-1FD0-020A-344D-E57CCCF2BF8A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" name="pg1286">
                <a:extLst>
                  <a:ext uri="{FF2B5EF4-FFF2-40B4-BE49-F238E27FC236}">
                    <a16:creationId xmlns:a16="http://schemas.microsoft.com/office/drawing/2014/main" id="{FC910AB5-7A90-68C2-00F6-EFA0016B6A3F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" name="pg1287">
                <a:extLst>
                  <a:ext uri="{FF2B5EF4-FFF2-40B4-BE49-F238E27FC236}">
                    <a16:creationId xmlns:a16="http://schemas.microsoft.com/office/drawing/2014/main" id="{7CD632C0-676F-79FD-21C1-962222268283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" name="pg1288">
                <a:extLst>
                  <a:ext uri="{FF2B5EF4-FFF2-40B4-BE49-F238E27FC236}">
                    <a16:creationId xmlns:a16="http://schemas.microsoft.com/office/drawing/2014/main" id="{0DD657E4-BEFA-C5CE-0A93-DD790658164C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" name="pg1289">
                <a:extLst>
                  <a:ext uri="{FF2B5EF4-FFF2-40B4-BE49-F238E27FC236}">
                    <a16:creationId xmlns:a16="http://schemas.microsoft.com/office/drawing/2014/main" id="{56A8B9D4-2ACA-8156-7526-6AEFB121296A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" name="pg1290">
                <a:extLst>
                  <a:ext uri="{FF2B5EF4-FFF2-40B4-BE49-F238E27FC236}">
                    <a16:creationId xmlns:a16="http://schemas.microsoft.com/office/drawing/2014/main" id="{3C066F12-799A-6E90-6972-11A4DA216F6C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" name="pg1291">
                <a:extLst>
                  <a:ext uri="{FF2B5EF4-FFF2-40B4-BE49-F238E27FC236}">
                    <a16:creationId xmlns:a16="http://schemas.microsoft.com/office/drawing/2014/main" id="{A356443E-A3A1-E74B-F341-DB4E39EC43A2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" name="pg1292">
                <a:extLst>
                  <a:ext uri="{FF2B5EF4-FFF2-40B4-BE49-F238E27FC236}">
                    <a16:creationId xmlns:a16="http://schemas.microsoft.com/office/drawing/2014/main" id="{3A06692B-B83B-09B1-3FF3-9F549C0030FE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" name="pg1293">
                <a:extLst>
                  <a:ext uri="{FF2B5EF4-FFF2-40B4-BE49-F238E27FC236}">
                    <a16:creationId xmlns:a16="http://schemas.microsoft.com/office/drawing/2014/main" id="{29522EF7-7AF7-FBCC-82B1-6B175281D746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" name="pg1294">
                <a:extLst>
                  <a:ext uri="{FF2B5EF4-FFF2-40B4-BE49-F238E27FC236}">
                    <a16:creationId xmlns:a16="http://schemas.microsoft.com/office/drawing/2014/main" id="{07083B02-0829-8F48-8AC2-235568234C29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" name="pg1295">
                <a:extLst>
                  <a:ext uri="{FF2B5EF4-FFF2-40B4-BE49-F238E27FC236}">
                    <a16:creationId xmlns:a16="http://schemas.microsoft.com/office/drawing/2014/main" id="{67355E8C-87E5-F956-9CE4-5461AE1FDFC8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" name="pg1296">
                <a:extLst>
                  <a:ext uri="{FF2B5EF4-FFF2-40B4-BE49-F238E27FC236}">
                    <a16:creationId xmlns:a16="http://schemas.microsoft.com/office/drawing/2014/main" id="{7B5C73D7-FC8D-62F5-94B3-438E7F92CAFB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" name="pg1297">
                <a:extLst>
                  <a:ext uri="{FF2B5EF4-FFF2-40B4-BE49-F238E27FC236}">
                    <a16:creationId xmlns:a16="http://schemas.microsoft.com/office/drawing/2014/main" id="{29357B2C-523F-5CC8-20BB-09E5ED5D4194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" name="pg1298">
                <a:extLst>
                  <a:ext uri="{FF2B5EF4-FFF2-40B4-BE49-F238E27FC236}">
                    <a16:creationId xmlns:a16="http://schemas.microsoft.com/office/drawing/2014/main" id="{41D93B52-5C0B-42DA-AA0B-12B72DD1FE57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" name="pg1299">
                <a:extLst>
                  <a:ext uri="{FF2B5EF4-FFF2-40B4-BE49-F238E27FC236}">
                    <a16:creationId xmlns:a16="http://schemas.microsoft.com/office/drawing/2014/main" id="{673F024D-8C18-6C65-3A93-821B9FAA1FCC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" name="pg1300">
                <a:extLst>
                  <a:ext uri="{FF2B5EF4-FFF2-40B4-BE49-F238E27FC236}">
                    <a16:creationId xmlns:a16="http://schemas.microsoft.com/office/drawing/2014/main" id="{8CB0F241-5488-C858-6ABB-41CCDE25AC4B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" name="pg1301">
                <a:extLst>
                  <a:ext uri="{FF2B5EF4-FFF2-40B4-BE49-F238E27FC236}">
                    <a16:creationId xmlns:a16="http://schemas.microsoft.com/office/drawing/2014/main" id="{4A0C55A8-3A25-B17A-1D7E-2F9DD47597BF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" name="pg1302">
                <a:extLst>
                  <a:ext uri="{FF2B5EF4-FFF2-40B4-BE49-F238E27FC236}">
                    <a16:creationId xmlns:a16="http://schemas.microsoft.com/office/drawing/2014/main" id="{2897228E-D867-21B0-FF8C-3D6F36944B4C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" name="pg1303">
                <a:extLst>
                  <a:ext uri="{FF2B5EF4-FFF2-40B4-BE49-F238E27FC236}">
                    <a16:creationId xmlns:a16="http://schemas.microsoft.com/office/drawing/2014/main" id="{4C9E393E-BC11-C31E-1D1C-6B2D064CE21D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" name="pg1304">
                <a:extLst>
                  <a:ext uri="{FF2B5EF4-FFF2-40B4-BE49-F238E27FC236}">
                    <a16:creationId xmlns:a16="http://schemas.microsoft.com/office/drawing/2014/main" id="{9ED6A123-E0DF-99E4-515A-A576D5647954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" name="pg1305">
                <a:extLst>
                  <a:ext uri="{FF2B5EF4-FFF2-40B4-BE49-F238E27FC236}">
                    <a16:creationId xmlns:a16="http://schemas.microsoft.com/office/drawing/2014/main" id="{4A592E5E-ABCC-34B1-9515-78F4EE3FCBCC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" name="pg1306">
                <a:extLst>
                  <a:ext uri="{FF2B5EF4-FFF2-40B4-BE49-F238E27FC236}">
                    <a16:creationId xmlns:a16="http://schemas.microsoft.com/office/drawing/2014/main" id="{318025F6-E790-3677-7A7A-13228B9E82D4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" name="pg1307">
                <a:extLst>
                  <a:ext uri="{FF2B5EF4-FFF2-40B4-BE49-F238E27FC236}">
                    <a16:creationId xmlns:a16="http://schemas.microsoft.com/office/drawing/2014/main" id="{7BC224D0-1C12-AC0F-3295-CD750229F94A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" name="pg1308">
                <a:extLst>
                  <a:ext uri="{FF2B5EF4-FFF2-40B4-BE49-F238E27FC236}">
                    <a16:creationId xmlns:a16="http://schemas.microsoft.com/office/drawing/2014/main" id="{A8534DF5-F6A0-6EBF-F27D-88C0DABCEB1E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" name="pg1309">
                <a:extLst>
                  <a:ext uri="{FF2B5EF4-FFF2-40B4-BE49-F238E27FC236}">
                    <a16:creationId xmlns:a16="http://schemas.microsoft.com/office/drawing/2014/main" id="{A6464601-FBD7-4C2B-B21A-136935892FD7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" name="pg1310">
                <a:extLst>
                  <a:ext uri="{FF2B5EF4-FFF2-40B4-BE49-F238E27FC236}">
                    <a16:creationId xmlns:a16="http://schemas.microsoft.com/office/drawing/2014/main" id="{EA0F7642-D5E4-FC60-3B8D-58ABA7855624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" name="pg1311">
                <a:extLst>
                  <a:ext uri="{FF2B5EF4-FFF2-40B4-BE49-F238E27FC236}">
                    <a16:creationId xmlns:a16="http://schemas.microsoft.com/office/drawing/2014/main" id="{D2F3E84E-CCCD-3B8F-7E79-4C710BFEF66D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" name="pg1312">
                <a:extLst>
                  <a:ext uri="{FF2B5EF4-FFF2-40B4-BE49-F238E27FC236}">
                    <a16:creationId xmlns:a16="http://schemas.microsoft.com/office/drawing/2014/main" id="{6601B393-04B3-6BC2-01E2-4FADADCE2CD1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" name="pg1313">
                <a:extLst>
                  <a:ext uri="{FF2B5EF4-FFF2-40B4-BE49-F238E27FC236}">
                    <a16:creationId xmlns:a16="http://schemas.microsoft.com/office/drawing/2014/main" id="{560CFBA0-E911-0E0E-F3EC-AB828F5FEAA8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" name="pg1314">
                <a:extLst>
                  <a:ext uri="{FF2B5EF4-FFF2-40B4-BE49-F238E27FC236}">
                    <a16:creationId xmlns:a16="http://schemas.microsoft.com/office/drawing/2014/main" id="{D1EABA06-EE2B-228E-8AC5-37C904C8D07B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" name="pg1315">
                <a:extLst>
                  <a:ext uri="{FF2B5EF4-FFF2-40B4-BE49-F238E27FC236}">
                    <a16:creationId xmlns:a16="http://schemas.microsoft.com/office/drawing/2014/main" id="{D19B45C0-E0F4-AB10-27D7-5F19D0D43EF1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" name="pg1316">
                <a:extLst>
                  <a:ext uri="{FF2B5EF4-FFF2-40B4-BE49-F238E27FC236}">
                    <a16:creationId xmlns:a16="http://schemas.microsoft.com/office/drawing/2014/main" id="{B0C95B7F-8C5B-4073-5E41-C519451B0CC5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" name="pg1317">
                <a:extLst>
                  <a:ext uri="{FF2B5EF4-FFF2-40B4-BE49-F238E27FC236}">
                    <a16:creationId xmlns:a16="http://schemas.microsoft.com/office/drawing/2014/main" id="{36B4F59A-7F2F-F290-8CB0-CACFD1D59014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" name="pg1318">
                <a:extLst>
                  <a:ext uri="{FF2B5EF4-FFF2-40B4-BE49-F238E27FC236}">
                    <a16:creationId xmlns:a16="http://schemas.microsoft.com/office/drawing/2014/main" id="{A6319A7C-F8CE-386D-2EF0-4F55A1E73F30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" name="pg1319">
                <a:extLst>
                  <a:ext uri="{FF2B5EF4-FFF2-40B4-BE49-F238E27FC236}">
                    <a16:creationId xmlns:a16="http://schemas.microsoft.com/office/drawing/2014/main" id="{08C7D970-A12A-EABF-6FB3-63344F98B2A7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" name="pg1320">
                <a:extLst>
                  <a:ext uri="{FF2B5EF4-FFF2-40B4-BE49-F238E27FC236}">
                    <a16:creationId xmlns:a16="http://schemas.microsoft.com/office/drawing/2014/main" id="{ECDEF1B1-1E8C-7783-F677-E98D0451D2D0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" name="pg1321">
                <a:extLst>
                  <a:ext uri="{FF2B5EF4-FFF2-40B4-BE49-F238E27FC236}">
                    <a16:creationId xmlns:a16="http://schemas.microsoft.com/office/drawing/2014/main" id="{8938E722-84A7-3CD8-A69C-D45F44F91785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" name="pg1322">
                <a:extLst>
                  <a:ext uri="{FF2B5EF4-FFF2-40B4-BE49-F238E27FC236}">
                    <a16:creationId xmlns:a16="http://schemas.microsoft.com/office/drawing/2014/main" id="{171A9B74-B98C-AC9A-7B6B-7D9EC046839A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" name="pg1323">
                <a:extLst>
                  <a:ext uri="{FF2B5EF4-FFF2-40B4-BE49-F238E27FC236}">
                    <a16:creationId xmlns:a16="http://schemas.microsoft.com/office/drawing/2014/main" id="{BAF2FCD7-99DE-9299-0A1D-BE1DF8FE330A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" name="pg1324">
                <a:extLst>
                  <a:ext uri="{FF2B5EF4-FFF2-40B4-BE49-F238E27FC236}">
                    <a16:creationId xmlns:a16="http://schemas.microsoft.com/office/drawing/2014/main" id="{3173F62C-6C9F-CF52-9C62-B3D19FC36C4E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" name="pg1325">
                <a:extLst>
                  <a:ext uri="{FF2B5EF4-FFF2-40B4-BE49-F238E27FC236}">
                    <a16:creationId xmlns:a16="http://schemas.microsoft.com/office/drawing/2014/main" id="{CF064D1C-055A-0280-EFE8-ACAC41AB26F1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" name="pg1326">
                <a:extLst>
                  <a:ext uri="{FF2B5EF4-FFF2-40B4-BE49-F238E27FC236}">
                    <a16:creationId xmlns:a16="http://schemas.microsoft.com/office/drawing/2014/main" id="{F1590C5A-A4A7-6173-366E-825EA92A5847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" name="pg1327">
                <a:extLst>
                  <a:ext uri="{FF2B5EF4-FFF2-40B4-BE49-F238E27FC236}">
                    <a16:creationId xmlns:a16="http://schemas.microsoft.com/office/drawing/2014/main" id="{D295CFAA-B43C-29C9-3979-4E90861A3D28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" name="pg1328">
                <a:extLst>
                  <a:ext uri="{FF2B5EF4-FFF2-40B4-BE49-F238E27FC236}">
                    <a16:creationId xmlns:a16="http://schemas.microsoft.com/office/drawing/2014/main" id="{217AC907-E340-028D-3625-6AD6A3F6BE40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" name="pg1329">
                <a:extLst>
                  <a:ext uri="{FF2B5EF4-FFF2-40B4-BE49-F238E27FC236}">
                    <a16:creationId xmlns:a16="http://schemas.microsoft.com/office/drawing/2014/main" id="{A88AA66E-24F0-7B8C-75BE-5CFAE635D7CD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" name="pg1330">
                <a:extLst>
                  <a:ext uri="{FF2B5EF4-FFF2-40B4-BE49-F238E27FC236}">
                    <a16:creationId xmlns:a16="http://schemas.microsoft.com/office/drawing/2014/main" id="{1686419A-2B47-45C3-991E-D02025BB8115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" name="pg1331">
                <a:extLst>
                  <a:ext uri="{FF2B5EF4-FFF2-40B4-BE49-F238E27FC236}">
                    <a16:creationId xmlns:a16="http://schemas.microsoft.com/office/drawing/2014/main" id="{714D4A69-B7C7-B7BA-37E4-B5148F036337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" name="pg1332">
                <a:extLst>
                  <a:ext uri="{FF2B5EF4-FFF2-40B4-BE49-F238E27FC236}">
                    <a16:creationId xmlns:a16="http://schemas.microsoft.com/office/drawing/2014/main" id="{66B7C0DF-5903-73B8-3DC3-00640C49581A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" name="pg1333">
                <a:extLst>
                  <a:ext uri="{FF2B5EF4-FFF2-40B4-BE49-F238E27FC236}">
                    <a16:creationId xmlns:a16="http://schemas.microsoft.com/office/drawing/2014/main" id="{5908AC6E-6278-FF27-2605-D61C30E50399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" name="pg1334">
                <a:extLst>
                  <a:ext uri="{FF2B5EF4-FFF2-40B4-BE49-F238E27FC236}">
                    <a16:creationId xmlns:a16="http://schemas.microsoft.com/office/drawing/2014/main" id="{BEA403E3-9B4F-2992-9773-02273B9F917B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" name="pg1335">
                <a:extLst>
                  <a:ext uri="{FF2B5EF4-FFF2-40B4-BE49-F238E27FC236}">
                    <a16:creationId xmlns:a16="http://schemas.microsoft.com/office/drawing/2014/main" id="{6B27470F-AA8E-4A7D-2E16-21E3C99946EE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" name="pg1336">
                <a:extLst>
                  <a:ext uri="{FF2B5EF4-FFF2-40B4-BE49-F238E27FC236}">
                    <a16:creationId xmlns:a16="http://schemas.microsoft.com/office/drawing/2014/main" id="{04550A2B-2977-9B3B-5AC8-651E475C52EB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" name="pg1337">
                <a:extLst>
                  <a:ext uri="{FF2B5EF4-FFF2-40B4-BE49-F238E27FC236}">
                    <a16:creationId xmlns:a16="http://schemas.microsoft.com/office/drawing/2014/main" id="{7B847847-9E02-7A44-2072-5E8179CFFFB3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" name="pg1338">
                <a:extLst>
                  <a:ext uri="{FF2B5EF4-FFF2-40B4-BE49-F238E27FC236}">
                    <a16:creationId xmlns:a16="http://schemas.microsoft.com/office/drawing/2014/main" id="{5CBDE2D9-CBFF-3A87-B982-37FD71237B80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" name="pg1339">
                <a:extLst>
                  <a:ext uri="{FF2B5EF4-FFF2-40B4-BE49-F238E27FC236}">
                    <a16:creationId xmlns:a16="http://schemas.microsoft.com/office/drawing/2014/main" id="{E2AA95B7-E2C9-1609-02F5-6FE45BCF183F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" name="pg1340">
                <a:extLst>
                  <a:ext uri="{FF2B5EF4-FFF2-40B4-BE49-F238E27FC236}">
                    <a16:creationId xmlns:a16="http://schemas.microsoft.com/office/drawing/2014/main" id="{72309E55-CEBC-224D-57EC-50486D4F2C89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" name="pg1341">
                <a:extLst>
                  <a:ext uri="{FF2B5EF4-FFF2-40B4-BE49-F238E27FC236}">
                    <a16:creationId xmlns:a16="http://schemas.microsoft.com/office/drawing/2014/main" id="{8E7634D7-8B81-5D36-FA9A-19F99C835117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" name="pg1342">
                <a:extLst>
                  <a:ext uri="{FF2B5EF4-FFF2-40B4-BE49-F238E27FC236}">
                    <a16:creationId xmlns:a16="http://schemas.microsoft.com/office/drawing/2014/main" id="{C5515C06-6EED-D068-48C4-295E8B390660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" name="pg1343">
                <a:extLst>
                  <a:ext uri="{FF2B5EF4-FFF2-40B4-BE49-F238E27FC236}">
                    <a16:creationId xmlns:a16="http://schemas.microsoft.com/office/drawing/2014/main" id="{8493A8C9-1C57-ABC3-BC07-101014D4508F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" name="pg1344">
                <a:extLst>
                  <a:ext uri="{FF2B5EF4-FFF2-40B4-BE49-F238E27FC236}">
                    <a16:creationId xmlns:a16="http://schemas.microsoft.com/office/drawing/2014/main" id="{CAB665F9-5BD8-A3F1-5A3B-5866B0B6167F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" name="pg1345">
                <a:extLst>
                  <a:ext uri="{FF2B5EF4-FFF2-40B4-BE49-F238E27FC236}">
                    <a16:creationId xmlns:a16="http://schemas.microsoft.com/office/drawing/2014/main" id="{191E1763-FCB8-7EDE-8496-8816B263E4B0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" name="pg1346">
                <a:extLst>
                  <a:ext uri="{FF2B5EF4-FFF2-40B4-BE49-F238E27FC236}">
                    <a16:creationId xmlns:a16="http://schemas.microsoft.com/office/drawing/2014/main" id="{64A9656F-5CC6-C499-744A-7162D9255B9D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" name="pg1347">
                <a:extLst>
                  <a:ext uri="{FF2B5EF4-FFF2-40B4-BE49-F238E27FC236}">
                    <a16:creationId xmlns:a16="http://schemas.microsoft.com/office/drawing/2014/main" id="{7B423682-4226-F22D-C11E-149AC00AA38C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" name="pg1348">
                <a:extLst>
                  <a:ext uri="{FF2B5EF4-FFF2-40B4-BE49-F238E27FC236}">
                    <a16:creationId xmlns:a16="http://schemas.microsoft.com/office/drawing/2014/main" id="{46A9A338-F245-BFE5-55BB-55E20748E99C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" name="pg1349">
                <a:extLst>
                  <a:ext uri="{FF2B5EF4-FFF2-40B4-BE49-F238E27FC236}">
                    <a16:creationId xmlns:a16="http://schemas.microsoft.com/office/drawing/2014/main" id="{B7EE7481-AD87-46B0-DE5E-6032DD095F30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" name="pg1350">
                <a:extLst>
                  <a:ext uri="{FF2B5EF4-FFF2-40B4-BE49-F238E27FC236}">
                    <a16:creationId xmlns:a16="http://schemas.microsoft.com/office/drawing/2014/main" id="{5406A43B-3A24-8C7E-40AF-D182350D70B4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" name="pg1351">
                <a:extLst>
                  <a:ext uri="{FF2B5EF4-FFF2-40B4-BE49-F238E27FC236}">
                    <a16:creationId xmlns:a16="http://schemas.microsoft.com/office/drawing/2014/main" id="{DB01F16B-5896-5473-06DA-2E47D074F0F6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" name="pg1352">
                <a:extLst>
                  <a:ext uri="{FF2B5EF4-FFF2-40B4-BE49-F238E27FC236}">
                    <a16:creationId xmlns:a16="http://schemas.microsoft.com/office/drawing/2014/main" id="{252DE1E0-F74C-0225-7834-67915445B7FA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" name="pg1353">
                <a:extLst>
                  <a:ext uri="{FF2B5EF4-FFF2-40B4-BE49-F238E27FC236}">
                    <a16:creationId xmlns:a16="http://schemas.microsoft.com/office/drawing/2014/main" id="{267D9730-3D03-FDD3-881D-363321DAE5F0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" name="pg1354">
                <a:extLst>
                  <a:ext uri="{FF2B5EF4-FFF2-40B4-BE49-F238E27FC236}">
                    <a16:creationId xmlns:a16="http://schemas.microsoft.com/office/drawing/2014/main" id="{AD95C0B7-62DB-0DB0-15DF-A3268953D1C6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" name="pg1355">
                <a:extLst>
                  <a:ext uri="{FF2B5EF4-FFF2-40B4-BE49-F238E27FC236}">
                    <a16:creationId xmlns:a16="http://schemas.microsoft.com/office/drawing/2014/main" id="{ABF785FD-77A6-E60F-6330-A4997102E93D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" name="pg1356">
                <a:extLst>
                  <a:ext uri="{FF2B5EF4-FFF2-40B4-BE49-F238E27FC236}">
                    <a16:creationId xmlns:a16="http://schemas.microsoft.com/office/drawing/2014/main" id="{90D0B5B5-B1B9-2C6A-9333-F20781236D34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" name="pg1357">
                <a:extLst>
                  <a:ext uri="{FF2B5EF4-FFF2-40B4-BE49-F238E27FC236}">
                    <a16:creationId xmlns:a16="http://schemas.microsoft.com/office/drawing/2014/main" id="{123270AD-2A40-2F67-B6EA-FD2373153620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" name="pg1358">
                <a:extLst>
                  <a:ext uri="{FF2B5EF4-FFF2-40B4-BE49-F238E27FC236}">
                    <a16:creationId xmlns:a16="http://schemas.microsoft.com/office/drawing/2014/main" id="{42BED36F-D2FA-BB85-2A37-CE7B5E091D10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" name="pg1359">
                <a:extLst>
                  <a:ext uri="{FF2B5EF4-FFF2-40B4-BE49-F238E27FC236}">
                    <a16:creationId xmlns:a16="http://schemas.microsoft.com/office/drawing/2014/main" id="{22435F82-5B7F-EBAC-3470-F715B08D1A39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" name="pg1360">
                <a:extLst>
                  <a:ext uri="{FF2B5EF4-FFF2-40B4-BE49-F238E27FC236}">
                    <a16:creationId xmlns:a16="http://schemas.microsoft.com/office/drawing/2014/main" id="{717B945F-195A-9D61-3851-A4E72376A26F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" name="pg1361">
                <a:extLst>
                  <a:ext uri="{FF2B5EF4-FFF2-40B4-BE49-F238E27FC236}">
                    <a16:creationId xmlns:a16="http://schemas.microsoft.com/office/drawing/2014/main" id="{41A057A2-3C99-321C-133F-6659AF1DFE3E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" name="pg1362">
                <a:extLst>
                  <a:ext uri="{FF2B5EF4-FFF2-40B4-BE49-F238E27FC236}">
                    <a16:creationId xmlns:a16="http://schemas.microsoft.com/office/drawing/2014/main" id="{619AE6A0-EA03-B777-09E5-AE4E9567495E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" name="pg1363">
                <a:extLst>
                  <a:ext uri="{FF2B5EF4-FFF2-40B4-BE49-F238E27FC236}">
                    <a16:creationId xmlns:a16="http://schemas.microsoft.com/office/drawing/2014/main" id="{9C1126DE-B633-5733-59CF-00EDBD7F826F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" name="pg1364">
                <a:extLst>
                  <a:ext uri="{FF2B5EF4-FFF2-40B4-BE49-F238E27FC236}">
                    <a16:creationId xmlns:a16="http://schemas.microsoft.com/office/drawing/2014/main" id="{3CF50F5B-3014-2439-4579-D88E06FF2AB3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" name="pg1365">
                <a:extLst>
                  <a:ext uri="{FF2B5EF4-FFF2-40B4-BE49-F238E27FC236}">
                    <a16:creationId xmlns:a16="http://schemas.microsoft.com/office/drawing/2014/main" id="{F94DE1BD-D43A-3898-F9B6-977A2F24BBF3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" name="pg1366">
                <a:extLst>
                  <a:ext uri="{FF2B5EF4-FFF2-40B4-BE49-F238E27FC236}">
                    <a16:creationId xmlns:a16="http://schemas.microsoft.com/office/drawing/2014/main" id="{33CA8B43-9A8F-9409-6581-466BD6A6DF9C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" name="pg1367">
                <a:extLst>
                  <a:ext uri="{FF2B5EF4-FFF2-40B4-BE49-F238E27FC236}">
                    <a16:creationId xmlns:a16="http://schemas.microsoft.com/office/drawing/2014/main" id="{79BB0D72-E44E-C9BD-A78F-72D12AFFA78E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" name="pg1368">
                <a:extLst>
                  <a:ext uri="{FF2B5EF4-FFF2-40B4-BE49-F238E27FC236}">
                    <a16:creationId xmlns:a16="http://schemas.microsoft.com/office/drawing/2014/main" id="{F19D8172-F901-127D-4B8E-9B176EBCFFA6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" name="pg1369">
                <a:extLst>
                  <a:ext uri="{FF2B5EF4-FFF2-40B4-BE49-F238E27FC236}">
                    <a16:creationId xmlns:a16="http://schemas.microsoft.com/office/drawing/2014/main" id="{F0461A63-AFBE-5F28-4710-80093C000475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" name="pg1370">
                <a:extLst>
                  <a:ext uri="{FF2B5EF4-FFF2-40B4-BE49-F238E27FC236}">
                    <a16:creationId xmlns:a16="http://schemas.microsoft.com/office/drawing/2014/main" id="{9E5ADAF4-58BD-00A0-5148-19C8D7DCA4E4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" name="pg1371">
                <a:extLst>
                  <a:ext uri="{FF2B5EF4-FFF2-40B4-BE49-F238E27FC236}">
                    <a16:creationId xmlns:a16="http://schemas.microsoft.com/office/drawing/2014/main" id="{24B9B249-F90C-E1C5-AF6E-6BAF45F8883B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" name="pg1372">
                <a:extLst>
                  <a:ext uri="{FF2B5EF4-FFF2-40B4-BE49-F238E27FC236}">
                    <a16:creationId xmlns:a16="http://schemas.microsoft.com/office/drawing/2014/main" id="{772EB43B-B0EE-9A1F-885C-43A4883D459D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" name="pg1373">
                <a:extLst>
                  <a:ext uri="{FF2B5EF4-FFF2-40B4-BE49-F238E27FC236}">
                    <a16:creationId xmlns:a16="http://schemas.microsoft.com/office/drawing/2014/main" id="{4501D4CD-042D-959D-EC12-445D10744A4C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" name="pg1374">
                <a:extLst>
                  <a:ext uri="{FF2B5EF4-FFF2-40B4-BE49-F238E27FC236}">
                    <a16:creationId xmlns:a16="http://schemas.microsoft.com/office/drawing/2014/main" id="{182DC236-0B3B-9801-58DF-8B507DE7A598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" name="pg1375">
                <a:extLst>
                  <a:ext uri="{FF2B5EF4-FFF2-40B4-BE49-F238E27FC236}">
                    <a16:creationId xmlns:a16="http://schemas.microsoft.com/office/drawing/2014/main" id="{BA4FA8AC-097E-0ABC-75B6-30C35A87859A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" name="pg1376">
                <a:extLst>
                  <a:ext uri="{FF2B5EF4-FFF2-40B4-BE49-F238E27FC236}">
                    <a16:creationId xmlns:a16="http://schemas.microsoft.com/office/drawing/2014/main" id="{2A34C319-55B0-2E9D-B731-61529795C1D1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" name="pg1377">
                <a:extLst>
                  <a:ext uri="{FF2B5EF4-FFF2-40B4-BE49-F238E27FC236}">
                    <a16:creationId xmlns:a16="http://schemas.microsoft.com/office/drawing/2014/main" id="{375DDBE3-3336-B9E9-DBFA-95C82C50DF83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" name="pg1378">
                <a:extLst>
                  <a:ext uri="{FF2B5EF4-FFF2-40B4-BE49-F238E27FC236}">
                    <a16:creationId xmlns:a16="http://schemas.microsoft.com/office/drawing/2014/main" id="{95BBEDF6-B9DA-2C6C-4823-37DEDF7C6536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" name="pg1379">
                <a:extLst>
                  <a:ext uri="{FF2B5EF4-FFF2-40B4-BE49-F238E27FC236}">
                    <a16:creationId xmlns:a16="http://schemas.microsoft.com/office/drawing/2014/main" id="{66ADEFE0-508F-9D67-D328-CC842CC43120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" name="pg1380">
                <a:extLst>
                  <a:ext uri="{FF2B5EF4-FFF2-40B4-BE49-F238E27FC236}">
                    <a16:creationId xmlns:a16="http://schemas.microsoft.com/office/drawing/2014/main" id="{78EBA764-89BB-A386-0AE6-5F6E4024FE56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" name="pg1381">
                <a:extLst>
                  <a:ext uri="{FF2B5EF4-FFF2-40B4-BE49-F238E27FC236}">
                    <a16:creationId xmlns:a16="http://schemas.microsoft.com/office/drawing/2014/main" id="{B72C6D79-8C8C-66C1-3399-C43BCE289C37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" name="pg1382">
                <a:extLst>
                  <a:ext uri="{FF2B5EF4-FFF2-40B4-BE49-F238E27FC236}">
                    <a16:creationId xmlns:a16="http://schemas.microsoft.com/office/drawing/2014/main" id="{3208FF27-4C9B-D610-FA53-A2BE4FAD6904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" name="pg1383">
                <a:extLst>
                  <a:ext uri="{FF2B5EF4-FFF2-40B4-BE49-F238E27FC236}">
                    <a16:creationId xmlns:a16="http://schemas.microsoft.com/office/drawing/2014/main" id="{C600BAD2-3FA9-BBDA-9BA0-50F04B266FE9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" name="pg1384">
                <a:extLst>
                  <a:ext uri="{FF2B5EF4-FFF2-40B4-BE49-F238E27FC236}">
                    <a16:creationId xmlns:a16="http://schemas.microsoft.com/office/drawing/2014/main" id="{A1143584-D82C-EB2A-E32A-49F9C2A3D870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" name="pg1385">
                <a:extLst>
                  <a:ext uri="{FF2B5EF4-FFF2-40B4-BE49-F238E27FC236}">
                    <a16:creationId xmlns:a16="http://schemas.microsoft.com/office/drawing/2014/main" id="{1B7A68F6-1036-73B7-30C0-50356F388D41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" name="pg1386">
                <a:extLst>
                  <a:ext uri="{FF2B5EF4-FFF2-40B4-BE49-F238E27FC236}">
                    <a16:creationId xmlns:a16="http://schemas.microsoft.com/office/drawing/2014/main" id="{27753377-9DA5-A623-95FC-C5EFD0D45904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" name="pg1387">
                <a:extLst>
                  <a:ext uri="{FF2B5EF4-FFF2-40B4-BE49-F238E27FC236}">
                    <a16:creationId xmlns:a16="http://schemas.microsoft.com/office/drawing/2014/main" id="{9118400A-02C4-6172-4885-AA02E50F3681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" name="pg1388">
                <a:extLst>
                  <a:ext uri="{FF2B5EF4-FFF2-40B4-BE49-F238E27FC236}">
                    <a16:creationId xmlns:a16="http://schemas.microsoft.com/office/drawing/2014/main" id="{98285A6F-EAD7-47F7-3726-29666E09748A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" name="pg1389">
                <a:extLst>
                  <a:ext uri="{FF2B5EF4-FFF2-40B4-BE49-F238E27FC236}">
                    <a16:creationId xmlns:a16="http://schemas.microsoft.com/office/drawing/2014/main" id="{C074A4FB-DA88-AE64-664B-1C42CDBB7F26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" name="pg1390">
                <a:extLst>
                  <a:ext uri="{FF2B5EF4-FFF2-40B4-BE49-F238E27FC236}">
                    <a16:creationId xmlns:a16="http://schemas.microsoft.com/office/drawing/2014/main" id="{02750E65-ACFB-D92D-BB3A-74304BA6714A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" name="pg1391">
                <a:extLst>
                  <a:ext uri="{FF2B5EF4-FFF2-40B4-BE49-F238E27FC236}">
                    <a16:creationId xmlns:a16="http://schemas.microsoft.com/office/drawing/2014/main" id="{8F770765-6012-C84A-DBFA-1AFCE776DACD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" name="pg1392">
                <a:extLst>
                  <a:ext uri="{FF2B5EF4-FFF2-40B4-BE49-F238E27FC236}">
                    <a16:creationId xmlns:a16="http://schemas.microsoft.com/office/drawing/2014/main" id="{0BCC6BBA-2381-E12D-4FB5-021DF2A47024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" name="pg1393">
                <a:extLst>
                  <a:ext uri="{FF2B5EF4-FFF2-40B4-BE49-F238E27FC236}">
                    <a16:creationId xmlns:a16="http://schemas.microsoft.com/office/drawing/2014/main" id="{27A9376B-B6F4-FC89-C845-D90591AF865B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" name="pg1394">
                <a:extLst>
                  <a:ext uri="{FF2B5EF4-FFF2-40B4-BE49-F238E27FC236}">
                    <a16:creationId xmlns:a16="http://schemas.microsoft.com/office/drawing/2014/main" id="{F094AFBE-3336-E994-253A-D32952F7C564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" name="pg1395">
                <a:extLst>
                  <a:ext uri="{FF2B5EF4-FFF2-40B4-BE49-F238E27FC236}">
                    <a16:creationId xmlns:a16="http://schemas.microsoft.com/office/drawing/2014/main" id="{5826F7D3-3288-87E4-1DE9-23E7B27DFC2F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" name="pg1396">
                <a:extLst>
                  <a:ext uri="{FF2B5EF4-FFF2-40B4-BE49-F238E27FC236}">
                    <a16:creationId xmlns:a16="http://schemas.microsoft.com/office/drawing/2014/main" id="{404CC9B1-BAA2-3575-B777-5B735FEC8D31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" name="pg1397">
                <a:extLst>
                  <a:ext uri="{FF2B5EF4-FFF2-40B4-BE49-F238E27FC236}">
                    <a16:creationId xmlns:a16="http://schemas.microsoft.com/office/drawing/2014/main" id="{1C82035F-0D03-7EF8-55A9-FD51346B53B6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" name="pg1398">
                <a:extLst>
                  <a:ext uri="{FF2B5EF4-FFF2-40B4-BE49-F238E27FC236}">
                    <a16:creationId xmlns:a16="http://schemas.microsoft.com/office/drawing/2014/main" id="{2A00F6BE-2965-D07B-7626-F9E544D85F1E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" name="pg1399">
                <a:extLst>
                  <a:ext uri="{FF2B5EF4-FFF2-40B4-BE49-F238E27FC236}">
                    <a16:creationId xmlns:a16="http://schemas.microsoft.com/office/drawing/2014/main" id="{94A5B6BB-3C87-C5D0-5F56-7D8B15BF7525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" name="pg1400">
                <a:extLst>
                  <a:ext uri="{FF2B5EF4-FFF2-40B4-BE49-F238E27FC236}">
                    <a16:creationId xmlns:a16="http://schemas.microsoft.com/office/drawing/2014/main" id="{D61A97D4-60E5-35CE-13B1-97949E458270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" name="pg1401">
                <a:extLst>
                  <a:ext uri="{FF2B5EF4-FFF2-40B4-BE49-F238E27FC236}">
                    <a16:creationId xmlns:a16="http://schemas.microsoft.com/office/drawing/2014/main" id="{C82581C5-6F03-F799-D410-6C6EF397CE38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" name="pg1402">
                <a:extLst>
                  <a:ext uri="{FF2B5EF4-FFF2-40B4-BE49-F238E27FC236}">
                    <a16:creationId xmlns:a16="http://schemas.microsoft.com/office/drawing/2014/main" id="{2D5BD536-B832-AEEC-A465-EE33E7B85F99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" name="pg1403">
                <a:extLst>
                  <a:ext uri="{FF2B5EF4-FFF2-40B4-BE49-F238E27FC236}">
                    <a16:creationId xmlns:a16="http://schemas.microsoft.com/office/drawing/2014/main" id="{1492F21D-93F2-8AEA-E47D-F19BE81C2370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" name="pg1404">
                <a:extLst>
                  <a:ext uri="{FF2B5EF4-FFF2-40B4-BE49-F238E27FC236}">
                    <a16:creationId xmlns:a16="http://schemas.microsoft.com/office/drawing/2014/main" id="{C7ED23F2-3CB9-76E8-5B56-B12F28BE18D1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" name="pg1405">
                <a:extLst>
                  <a:ext uri="{FF2B5EF4-FFF2-40B4-BE49-F238E27FC236}">
                    <a16:creationId xmlns:a16="http://schemas.microsoft.com/office/drawing/2014/main" id="{D6D4937C-7301-B6EC-E64B-1B4431C67BFF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" name="pg1406">
                <a:extLst>
                  <a:ext uri="{FF2B5EF4-FFF2-40B4-BE49-F238E27FC236}">
                    <a16:creationId xmlns:a16="http://schemas.microsoft.com/office/drawing/2014/main" id="{0D75FE04-BF9D-C575-990B-F69529CD7DE9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" name="pg1407">
                <a:extLst>
                  <a:ext uri="{FF2B5EF4-FFF2-40B4-BE49-F238E27FC236}">
                    <a16:creationId xmlns:a16="http://schemas.microsoft.com/office/drawing/2014/main" id="{5E1B8B2A-7476-EACD-968C-8091D704E992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" name="pg1408">
                <a:extLst>
                  <a:ext uri="{FF2B5EF4-FFF2-40B4-BE49-F238E27FC236}">
                    <a16:creationId xmlns:a16="http://schemas.microsoft.com/office/drawing/2014/main" id="{1C1F4161-622C-9F04-ADC9-FC6029DF5AF5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" name="pg1409">
                <a:extLst>
                  <a:ext uri="{FF2B5EF4-FFF2-40B4-BE49-F238E27FC236}">
                    <a16:creationId xmlns:a16="http://schemas.microsoft.com/office/drawing/2014/main" id="{8C8D239D-F985-AC5B-8894-110F696173D4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" name="pg1410">
                <a:extLst>
                  <a:ext uri="{FF2B5EF4-FFF2-40B4-BE49-F238E27FC236}">
                    <a16:creationId xmlns:a16="http://schemas.microsoft.com/office/drawing/2014/main" id="{EB40694D-EFC7-E5C2-BF49-0A1E8A890223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" name="pg1411">
                <a:extLst>
                  <a:ext uri="{FF2B5EF4-FFF2-40B4-BE49-F238E27FC236}">
                    <a16:creationId xmlns:a16="http://schemas.microsoft.com/office/drawing/2014/main" id="{AF5FC846-B9AB-FC5E-E982-19EF86D75159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" name="pg1412">
                <a:extLst>
                  <a:ext uri="{FF2B5EF4-FFF2-40B4-BE49-F238E27FC236}">
                    <a16:creationId xmlns:a16="http://schemas.microsoft.com/office/drawing/2014/main" id="{354B0CEE-9FA7-0441-05A5-CC6232C89635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" name="pg1413">
                <a:extLst>
                  <a:ext uri="{FF2B5EF4-FFF2-40B4-BE49-F238E27FC236}">
                    <a16:creationId xmlns:a16="http://schemas.microsoft.com/office/drawing/2014/main" id="{167AAA4F-C041-8DA2-2495-D93C9A81EB42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" name="pg1414">
                <a:extLst>
                  <a:ext uri="{FF2B5EF4-FFF2-40B4-BE49-F238E27FC236}">
                    <a16:creationId xmlns:a16="http://schemas.microsoft.com/office/drawing/2014/main" id="{49A5C0DE-DAA3-2567-66CE-51AA70F07928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" name="pg1415">
                <a:extLst>
                  <a:ext uri="{FF2B5EF4-FFF2-40B4-BE49-F238E27FC236}">
                    <a16:creationId xmlns:a16="http://schemas.microsoft.com/office/drawing/2014/main" id="{C15B5B6F-7561-4FBB-5153-916E8A634703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" name="pg1416">
                <a:extLst>
                  <a:ext uri="{FF2B5EF4-FFF2-40B4-BE49-F238E27FC236}">
                    <a16:creationId xmlns:a16="http://schemas.microsoft.com/office/drawing/2014/main" id="{42211264-C5F2-C970-4DCB-90857771B45B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" name="pg1417">
                <a:extLst>
                  <a:ext uri="{FF2B5EF4-FFF2-40B4-BE49-F238E27FC236}">
                    <a16:creationId xmlns:a16="http://schemas.microsoft.com/office/drawing/2014/main" id="{DB22B2F2-5145-2EB9-44C0-E37DA24E644A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" name="pg1418">
                <a:extLst>
                  <a:ext uri="{FF2B5EF4-FFF2-40B4-BE49-F238E27FC236}">
                    <a16:creationId xmlns:a16="http://schemas.microsoft.com/office/drawing/2014/main" id="{1A1562B0-A16E-8C86-49DD-1E0FEC03B987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" name="pg1419">
                <a:extLst>
                  <a:ext uri="{FF2B5EF4-FFF2-40B4-BE49-F238E27FC236}">
                    <a16:creationId xmlns:a16="http://schemas.microsoft.com/office/drawing/2014/main" id="{8E18F55F-70A4-CC32-0295-F202BFC2BEBC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" name="pg1420">
                <a:extLst>
                  <a:ext uri="{FF2B5EF4-FFF2-40B4-BE49-F238E27FC236}">
                    <a16:creationId xmlns:a16="http://schemas.microsoft.com/office/drawing/2014/main" id="{B40D47F1-E1A9-B5E9-F5FA-A9B68E0C2625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" name="pg1421">
                <a:extLst>
                  <a:ext uri="{FF2B5EF4-FFF2-40B4-BE49-F238E27FC236}">
                    <a16:creationId xmlns:a16="http://schemas.microsoft.com/office/drawing/2014/main" id="{6E02A954-E6D7-5364-E6B5-F881D4ECC2BF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" name="pg1422">
                <a:extLst>
                  <a:ext uri="{FF2B5EF4-FFF2-40B4-BE49-F238E27FC236}">
                    <a16:creationId xmlns:a16="http://schemas.microsoft.com/office/drawing/2014/main" id="{B5518483-7A72-B743-CE20-506FF464E5F5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" name="pg1423">
                <a:extLst>
                  <a:ext uri="{FF2B5EF4-FFF2-40B4-BE49-F238E27FC236}">
                    <a16:creationId xmlns:a16="http://schemas.microsoft.com/office/drawing/2014/main" id="{FB086E20-0EA8-95A6-80F7-79971A32EA91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" name="pg1424">
                <a:extLst>
                  <a:ext uri="{FF2B5EF4-FFF2-40B4-BE49-F238E27FC236}">
                    <a16:creationId xmlns:a16="http://schemas.microsoft.com/office/drawing/2014/main" id="{0CBC9E9E-EFA8-2B92-03A1-76CDBABE930C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" name="pg1425">
                <a:extLst>
                  <a:ext uri="{FF2B5EF4-FFF2-40B4-BE49-F238E27FC236}">
                    <a16:creationId xmlns:a16="http://schemas.microsoft.com/office/drawing/2014/main" id="{0B6F7596-4946-EB61-7EAD-F8044B74D676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" name="pg1426">
                <a:extLst>
                  <a:ext uri="{FF2B5EF4-FFF2-40B4-BE49-F238E27FC236}">
                    <a16:creationId xmlns:a16="http://schemas.microsoft.com/office/drawing/2014/main" id="{C30C3A5B-CF3F-54F3-2530-4FFC00F405FD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" name="pg1427">
                <a:extLst>
                  <a:ext uri="{FF2B5EF4-FFF2-40B4-BE49-F238E27FC236}">
                    <a16:creationId xmlns:a16="http://schemas.microsoft.com/office/drawing/2014/main" id="{78A0DCF1-3FC8-692D-1087-A93E254E13BA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" name="pg1428">
                <a:extLst>
                  <a:ext uri="{FF2B5EF4-FFF2-40B4-BE49-F238E27FC236}">
                    <a16:creationId xmlns:a16="http://schemas.microsoft.com/office/drawing/2014/main" id="{717887B4-96C4-3E6E-CF6F-78D6D3BB5757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" name="pg1429">
                <a:extLst>
                  <a:ext uri="{FF2B5EF4-FFF2-40B4-BE49-F238E27FC236}">
                    <a16:creationId xmlns:a16="http://schemas.microsoft.com/office/drawing/2014/main" id="{E057069D-1747-8099-E41F-BDCA726A29BA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" name="pg1430">
                <a:extLst>
                  <a:ext uri="{FF2B5EF4-FFF2-40B4-BE49-F238E27FC236}">
                    <a16:creationId xmlns:a16="http://schemas.microsoft.com/office/drawing/2014/main" id="{B0CC0131-87BD-0D4A-92D7-601736479A29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" name="pg1431">
                <a:extLst>
                  <a:ext uri="{FF2B5EF4-FFF2-40B4-BE49-F238E27FC236}">
                    <a16:creationId xmlns:a16="http://schemas.microsoft.com/office/drawing/2014/main" id="{BA29A90E-4169-C003-30CD-238127578518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" name="pg1432">
                <a:extLst>
                  <a:ext uri="{FF2B5EF4-FFF2-40B4-BE49-F238E27FC236}">
                    <a16:creationId xmlns:a16="http://schemas.microsoft.com/office/drawing/2014/main" id="{7F936955-DD59-3DB8-8ECA-84B3E8629F70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" name="pg1433">
                <a:extLst>
                  <a:ext uri="{FF2B5EF4-FFF2-40B4-BE49-F238E27FC236}">
                    <a16:creationId xmlns:a16="http://schemas.microsoft.com/office/drawing/2014/main" id="{580ADF35-39C3-89C4-B7CE-84EB3BAF3A53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" name="pg1434">
                <a:extLst>
                  <a:ext uri="{FF2B5EF4-FFF2-40B4-BE49-F238E27FC236}">
                    <a16:creationId xmlns:a16="http://schemas.microsoft.com/office/drawing/2014/main" id="{140A124A-A617-9450-6992-908D9F1B0DAF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" name="pg1435">
                <a:extLst>
                  <a:ext uri="{FF2B5EF4-FFF2-40B4-BE49-F238E27FC236}">
                    <a16:creationId xmlns:a16="http://schemas.microsoft.com/office/drawing/2014/main" id="{BBCCB658-8E38-BC66-872B-8DECFD049AC9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" name="pg1436">
                <a:extLst>
                  <a:ext uri="{FF2B5EF4-FFF2-40B4-BE49-F238E27FC236}">
                    <a16:creationId xmlns:a16="http://schemas.microsoft.com/office/drawing/2014/main" id="{3AA6A518-6FC7-2F31-8D63-D2B058BA258D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" name="pg1437">
                <a:extLst>
                  <a:ext uri="{FF2B5EF4-FFF2-40B4-BE49-F238E27FC236}">
                    <a16:creationId xmlns:a16="http://schemas.microsoft.com/office/drawing/2014/main" id="{47B0016A-F300-90F1-536E-2EBDEAECFB1A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" name="pg1438">
                <a:extLst>
                  <a:ext uri="{FF2B5EF4-FFF2-40B4-BE49-F238E27FC236}">
                    <a16:creationId xmlns:a16="http://schemas.microsoft.com/office/drawing/2014/main" id="{C278FD5D-56CF-90DB-CA53-583A5861E638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" name="pg1439">
                <a:extLst>
                  <a:ext uri="{FF2B5EF4-FFF2-40B4-BE49-F238E27FC236}">
                    <a16:creationId xmlns:a16="http://schemas.microsoft.com/office/drawing/2014/main" id="{F9EA3505-C2DE-0938-F9FA-AE784DF15FDB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" name="pg1440">
                <a:extLst>
                  <a:ext uri="{FF2B5EF4-FFF2-40B4-BE49-F238E27FC236}">
                    <a16:creationId xmlns:a16="http://schemas.microsoft.com/office/drawing/2014/main" id="{6E86E74D-716F-EE87-37C7-F7734DC61752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" name="pg1441">
                <a:extLst>
                  <a:ext uri="{FF2B5EF4-FFF2-40B4-BE49-F238E27FC236}">
                    <a16:creationId xmlns:a16="http://schemas.microsoft.com/office/drawing/2014/main" id="{815EB716-94C8-F125-5038-90BA2CB3FA04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" name="pg1442">
                <a:extLst>
                  <a:ext uri="{FF2B5EF4-FFF2-40B4-BE49-F238E27FC236}">
                    <a16:creationId xmlns:a16="http://schemas.microsoft.com/office/drawing/2014/main" id="{E5E0A452-2ABD-7375-2AA5-AB7E62A3D5BA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" name="pg1443">
                <a:extLst>
                  <a:ext uri="{FF2B5EF4-FFF2-40B4-BE49-F238E27FC236}">
                    <a16:creationId xmlns:a16="http://schemas.microsoft.com/office/drawing/2014/main" id="{244103D8-810D-7C48-9FD9-3F4A104009DF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" name="pg1444">
                <a:extLst>
                  <a:ext uri="{FF2B5EF4-FFF2-40B4-BE49-F238E27FC236}">
                    <a16:creationId xmlns:a16="http://schemas.microsoft.com/office/drawing/2014/main" id="{87852D08-A540-8C85-9133-A87B16F84BE5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" name="pg1445">
                <a:extLst>
                  <a:ext uri="{FF2B5EF4-FFF2-40B4-BE49-F238E27FC236}">
                    <a16:creationId xmlns:a16="http://schemas.microsoft.com/office/drawing/2014/main" id="{33FC592C-6622-582D-2E75-BE10E5820484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" name="pg1446">
                <a:extLst>
                  <a:ext uri="{FF2B5EF4-FFF2-40B4-BE49-F238E27FC236}">
                    <a16:creationId xmlns:a16="http://schemas.microsoft.com/office/drawing/2014/main" id="{DCC6B8E8-2474-57D3-E551-E57E66330585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" name="pg1447">
                <a:extLst>
                  <a:ext uri="{FF2B5EF4-FFF2-40B4-BE49-F238E27FC236}">
                    <a16:creationId xmlns:a16="http://schemas.microsoft.com/office/drawing/2014/main" id="{3F498475-E086-8EC2-74C8-24FA02052721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" name="pg1448">
                <a:extLst>
                  <a:ext uri="{FF2B5EF4-FFF2-40B4-BE49-F238E27FC236}">
                    <a16:creationId xmlns:a16="http://schemas.microsoft.com/office/drawing/2014/main" id="{28F88456-F7FD-67E0-BC79-A77488F3767A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" name="pg1449">
                <a:extLst>
                  <a:ext uri="{FF2B5EF4-FFF2-40B4-BE49-F238E27FC236}">
                    <a16:creationId xmlns:a16="http://schemas.microsoft.com/office/drawing/2014/main" id="{AF65F000-68C7-E6AB-5C4D-4A493D93D8C9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" name="pg1450">
                <a:extLst>
                  <a:ext uri="{FF2B5EF4-FFF2-40B4-BE49-F238E27FC236}">
                    <a16:creationId xmlns:a16="http://schemas.microsoft.com/office/drawing/2014/main" id="{D5A82D4D-F2DC-8751-A236-C6A45D8E4B4A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" name="pg1451">
                <a:extLst>
                  <a:ext uri="{FF2B5EF4-FFF2-40B4-BE49-F238E27FC236}">
                    <a16:creationId xmlns:a16="http://schemas.microsoft.com/office/drawing/2014/main" id="{2E485B42-EA8F-1774-826F-395E72B99CB9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" name="pg1452">
                <a:extLst>
                  <a:ext uri="{FF2B5EF4-FFF2-40B4-BE49-F238E27FC236}">
                    <a16:creationId xmlns:a16="http://schemas.microsoft.com/office/drawing/2014/main" id="{59EA38B7-31A6-95EA-9413-C53C2DBABD9C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" name="pg1453">
                <a:extLst>
                  <a:ext uri="{FF2B5EF4-FFF2-40B4-BE49-F238E27FC236}">
                    <a16:creationId xmlns:a16="http://schemas.microsoft.com/office/drawing/2014/main" id="{6F48F2FC-BD81-FC0F-9683-E7AA0E01FC22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" name="pg1454">
                <a:extLst>
                  <a:ext uri="{FF2B5EF4-FFF2-40B4-BE49-F238E27FC236}">
                    <a16:creationId xmlns:a16="http://schemas.microsoft.com/office/drawing/2014/main" id="{AB20C5C5-B078-DA38-B4C7-502F4AC06843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" name="pg1455">
                <a:extLst>
                  <a:ext uri="{FF2B5EF4-FFF2-40B4-BE49-F238E27FC236}">
                    <a16:creationId xmlns:a16="http://schemas.microsoft.com/office/drawing/2014/main" id="{54C39840-70F4-B15C-B630-383D0F6197B0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" name="pg1456">
                <a:extLst>
                  <a:ext uri="{FF2B5EF4-FFF2-40B4-BE49-F238E27FC236}">
                    <a16:creationId xmlns:a16="http://schemas.microsoft.com/office/drawing/2014/main" id="{46A2E973-3A17-B446-3F8D-EFA91303BBCE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" name="pg1457">
                <a:extLst>
                  <a:ext uri="{FF2B5EF4-FFF2-40B4-BE49-F238E27FC236}">
                    <a16:creationId xmlns:a16="http://schemas.microsoft.com/office/drawing/2014/main" id="{266AE341-8529-9697-D60C-F529B8731B46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" name="pg1458">
                <a:extLst>
                  <a:ext uri="{FF2B5EF4-FFF2-40B4-BE49-F238E27FC236}">
                    <a16:creationId xmlns:a16="http://schemas.microsoft.com/office/drawing/2014/main" id="{16303746-AB90-B062-0792-11D99DA47616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" name="pg1459">
                <a:extLst>
                  <a:ext uri="{FF2B5EF4-FFF2-40B4-BE49-F238E27FC236}">
                    <a16:creationId xmlns:a16="http://schemas.microsoft.com/office/drawing/2014/main" id="{55493C0E-1F68-110F-6CF3-5EA285DDCB3D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" name="pg1460">
                <a:extLst>
                  <a:ext uri="{FF2B5EF4-FFF2-40B4-BE49-F238E27FC236}">
                    <a16:creationId xmlns:a16="http://schemas.microsoft.com/office/drawing/2014/main" id="{7F3D884B-B674-F1AD-E454-674ABA654956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" name="pg1461">
                <a:extLst>
                  <a:ext uri="{FF2B5EF4-FFF2-40B4-BE49-F238E27FC236}">
                    <a16:creationId xmlns:a16="http://schemas.microsoft.com/office/drawing/2014/main" id="{3B2C0360-5463-8403-656A-306966AB2486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" name="pg1462">
                <a:extLst>
                  <a:ext uri="{FF2B5EF4-FFF2-40B4-BE49-F238E27FC236}">
                    <a16:creationId xmlns:a16="http://schemas.microsoft.com/office/drawing/2014/main" id="{AEA8E373-C1BB-FEF6-DE65-C9C6BCD98AFB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" name="pg1463">
                <a:extLst>
                  <a:ext uri="{FF2B5EF4-FFF2-40B4-BE49-F238E27FC236}">
                    <a16:creationId xmlns:a16="http://schemas.microsoft.com/office/drawing/2014/main" id="{07079D91-94CE-A27A-A7F9-DB4E0BB30397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" name="pg1464">
                <a:extLst>
                  <a:ext uri="{FF2B5EF4-FFF2-40B4-BE49-F238E27FC236}">
                    <a16:creationId xmlns:a16="http://schemas.microsoft.com/office/drawing/2014/main" id="{C50CA661-FFB7-066E-1169-5257CC26C833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" name="pg1465">
                <a:extLst>
                  <a:ext uri="{FF2B5EF4-FFF2-40B4-BE49-F238E27FC236}">
                    <a16:creationId xmlns:a16="http://schemas.microsoft.com/office/drawing/2014/main" id="{0469578D-BA3D-E12C-0169-ECAD9AFC2678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" name="pg1466">
                <a:extLst>
                  <a:ext uri="{FF2B5EF4-FFF2-40B4-BE49-F238E27FC236}">
                    <a16:creationId xmlns:a16="http://schemas.microsoft.com/office/drawing/2014/main" id="{D44C061D-DEC9-BEFE-2F44-77573A88E467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" name="pg1467">
                <a:extLst>
                  <a:ext uri="{FF2B5EF4-FFF2-40B4-BE49-F238E27FC236}">
                    <a16:creationId xmlns:a16="http://schemas.microsoft.com/office/drawing/2014/main" id="{FDF5E383-A14B-A546-9548-EE1CE853EACA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" name="pg1468">
                <a:extLst>
                  <a:ext uri="{FF2B5EF4-FFF2-40B4-BE49-F238E27FC236}">
                    <a16:creationId xmlns:a16="http://schemas.microsoft.com/office/drawing/2014/main" id="{34C75238-2A92-5905-0907-60F0D7A9378E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" name="pg1469">
                <a:extLst>
                  <a:ext uri="{FF2B5EF4-FFF2-40B4-BE49-F238E27FC236}">
                    <a16:creationId xmlns:a16="http://schemas.microsoft.com/office/drawing/2014/main" id="{BC1EE761-160B-5D41-5D28-67B73F451D63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" name="pg1470">
                <a:extLst>
                  <a:ext uri="{FF2B5EF4-FFF2-40B4-BE49-F238E27FC236}">
                    <a16:creationId xmlns:a16="http://schemas.microsoft.com/office/drawing/2014/main" id="{880A8378-67D7-9A03-050A-35CF5D06BE86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" name="pg1471">
                <a:extLst>
                  <a:ext uri="{FF2B5EF4-FFF2-40B4-BE49-F238E27FC236}">
                    <a16:creationId xmlns:a16="http://schemas.microsoft.com/office/drawing/2014/main" id="{75440410-A5A5-2694-A686-2EC97A0CA560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" name="pg1472">
                <a:extLst>
                  <a:ext uri="{FF2B5EF4-FFF2-40B4-BE49-F238E27FC236}">
                    <a16:creationId xmlns:a16="http://schemas.microsoft.com/office/drawing/2014/main" id="{A0072F06-957C-561E-86D0-70AF23E4E1F1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" name="pg1473">
                <a:extLst>
                  <a:ext uri="{FF2B5EF4-FFF2-40B4-BE49-F238E27FC236}">
                    <a16:creationId xmlns:a16="http://schemas.microsoft.com/office/drawing/2014/main" id="{E2088414-EC93-4A9B-392C-23F59EE6229A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" name="pg1474">
                <a:extLst>
                  <a:ext uri="{FF2B5EF4-FFF2-40B4-BE49-F238E27FC236}">
                    <a16:creationId xmlns:a16="http://schemas.microsoft.com/office/drawing/2014/main" id="{723CDBD6-C284-094E-3D46-4AEDD551F764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" name="pg1475">
                <a:extLst>
                  <a:ext uri="{FF2B5EF4-FFF2-40B4-BE49-F238E27FC236}">
                    <a16:creationId xmlns:a16="http://schemas.microsoft.com/office/drawing/2014/main" id="{46CDFC67-EC4D-A843-E56A-45311644BF29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" name="pg1476">
                <a:extLst>
                  <a:ext uri="{FF2B5EF4-FFF2-40B4-BE49-F238E27FC236}">
                    <a16:creationId xmlns:a16="http://schemas.microsoft.com/office/drawing/2014/main" id="{91DFC4DD-E0D4-FA59-C07C-0EA48911CB02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" name="pg1477">
                <a:extLst>
                  <a:ext uri="{FF2B5EF4-FFF2-40B4-BE49-F238E27FC236}">
                    <a16:creationId xmlns:a16="http://schemas.microsoft.com/office/drawing/2014/main" id="{A0B62501-7DEE-E5A4-4439-AFCB19D2A167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" name="pg1478">
                <a:extLst>
                  <a:ext uri="{FF2B5EF4-FFF2-40B4-BE49-F238E27FC236}">
                    <a16:creationId xmlns:a16="http://schemas.microsoft.com/office/drawing/2014/main" id="{5EFEB7BF-145C-8BFF-5856-06490BEC5681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" name="pg1479">
                <a:extLst>
                  <a:ext uri="{FF2B5EF4-FFF2-40B4-BE49-F238E27FC236}">
                    <a16:creationId xmlns:a16="http://schemas.microsoft.com/office/drawing/2014/main" id="{43D3FC4C-0D00-D6FF-4CC6-F6AE05DE9A70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" name="pg1480">
                <a:extLst>
                  <a:ext uri="{FF2B5EF4-FFF2-40B4-BE49-F238E27FC236}">
                    <a16:creationId xmlns:a16="http://schemas.microsoft.com/office/drawing/2014/main" id="{B130D3E9-6656-DDD6-07AB-CC40410077E2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" name="pg1481">
                <a:extLst>
                  <a:ext uri="{FF2B5EF4-FFF2-40B4-BE49-F238E27FC236}">
                    <a16:creationId xmlns:a16="http://schemas.microsoft.com/office/drawing/2014/main" id="{2F80AA97-634D-998D-B691-381107140C18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" name="pg1482">
                <a:extLst>
                  <a:ext uri="{FF2B5EF4-FFF2-40B4-BE49-F238E27FC236}">
                    <a16:creationId xmlns:a16="http://schemas.microsoft.com/office/drawing/2014/main" id="{333A59E3-BC3E-63B4-D27D-5735AE789DB2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" name="pg1483">
                <a:extLst>
                  <a:ext uri="{FF2B5EF4-FFF2-40B4-BE49-F238E27FC236}">
                    <a16:creationId xmlns:a16="http://schemas.microsoft.com/office/drawing/2014/main" id="{C7E034D6-4A4C-373D-04AF-C13676C34C44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" name="pg1484">
                <a:extLst>
                  <a:ext uri="{FF2B5EF4-FFF2-40B4-BE49-F238E27FC236}">
                    <a16:creationId xmlns:a16="http://schemas.microsoft.com/office/drawing/2014/main" id="{CA47744C-AAF7-665C-E211-EAC3F4708950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" name="pg1485">
                <a:extLst>
                  <a:ext uri="{FF2B5EF4-FFF2-40B4-BE49-F238E27FC236}">
                    <a16:creationId xmlns:a16="http://schemas.microsoft.com/office/drawing/2014/main" id="{C8B5D2B4-EE08-8CAD-BBD3-29CE3648D43D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" name="pg1486">
                <a:extLst>
                  <a:ext uri="{FF2B5EF4-FFF2-40B4-BE49-F238E27FC236}">
                    <a16:creationId xmlns:a16="http://schemas.microsoft.com/office/drawing/2014/main" id="{A2057606-88FD-6E64-479F-90DAFCBF934E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" name="pg1487">
                <a:extLst>
                  <a:ext uri="{FF2B5EF4-FFF2-40B4-BE49-F238E27FC236}">
                    <a16:creationId xmlns:a16="http://schemas.microsoft.com/office/drawing/2014/main" id="{AAEF5EDA-AD46-1EB1-8657-E41AD643AEB5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" name="pg1488">
                <a:extLst>
                  <a:ext uri="{FF2B5EF4-FFF2-40B4-BE49-F238E27FC236}">
                    <a16:creationId xmlns:a16="http://schemas.microsoft.com/office/drawing/2014/main" id="{AB295623-A12D-DA6F-C9B0-657B6FB8A56C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" name="pg1489">
                <a:extLst>
                  <a:ext uri="{FF2B5EF4-FFF2-40B4-BE49-F238E27FC236}">
                    <a16:creationId xmlns:a16="http://schemas.microsoft.com/office/drawing/2014/main" id="{7BBA38B1-F33F-D1EA-4B7B-EB1A71665930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" name="pg1490">
                <a:extLst>
                  <a:ext uri="{FF2B5EF4-FFF2-40B4-BE49-F238E27FC236}">
                    <a16:creationId xmlns:a16="http://schemas.microsoft.com/office/drawing/2014/main" id="{F9C3FC2A-EE7F-E291-EA71-E0BC034A4FB7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" name="pg1491">
                <a:extLst>
                  <a:ext uri="{FF2B5EF4-FFF2-40B4-BE49-F238E27FC236}">
                    <a16:creationId xmlns:a16="http://schemas.microsoft.com/office/drawing/2014/main" id="{70981C8A-2C81-F68F-3A75-180BE14C1147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" name="pg1492">
                <a:extLst>
                  <a:ext uri="{FF2B5EF4-FFF2-40B4-BE49-F238E27FC236}">
                    <a16:creationId xmlns:a16="http://schemas.microsoft.com/office/drawing/2014/main" id="{84495A7C-D7CE-D8FD-97B2-5D8F418515DE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" name="pg1493">
                <a:extLst>
                  <a:ext uri="{FF2B5EF4-FFF2-40B4-BE49-F238E27FC236}">
                    <a16:creationId xmlns:a16="http://schemas.microsoft.com/office/drawing/2014/main" id="{F5F4DDCD-215C-3674-8DD8-885A7A22AC7A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" name="pg1494">
                <a:extLst>
                  <a:ext uri="{FF2B5EF4-FFF2-40B4-BE49-F238E27FC236}">
                    <a16:creationId xmlns:a16="http://schemas.microsoft.com/office/drawing/2014/main" id="{F82F4E60-999C-9911-4B39-D86A6F0E2020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" name="pg1495">
                <a:extLst>
                  <a:ext uri="{FF2B5EF4-FFF2-40B4-BE49-F238E27FC236}">
                    <a16:creationId xmlns:a16="http://schemas.microsoft.com/office/drawing/2014/main" id="{44B84353-608C-1218-B706-98D4C9CB7A47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" name="pg1496">
                <a:extLst>
                  <a:ext uri="{FF2B5EF4-FFF2-40B4-BE49-F238E27FC236}">
                    <a16:creationId xmlns:a16="http://schemas.microsoft.com/office/drawing/2014/main" id="{0FF8B99A-04D1-BFBD-C337-28222DBF7194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" name="pg1497">
                <a:extLst>
                  <a:ext uri="{FF2B5EF4-FFF2-40B4-BE49-F238E27FC236}">
                    <a16:creationId xmlns:a16="http://schemas.microsoft.com/office/drawing/2014/main" id="{712AC3F2-0915-E7A2-BCCD-6A2AA9B4C696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" name="pg1498">
                <a:extLst>
                  <a:ext uri="{FF2B5EF4-FFF2-40B4-BE49-F238E27FC236}">
                    <a16:creationId xmlns:a16="http://schemas.microsoft.com/office/drawing/2014/main" id="{8FF74355-BE67-A9C0-0A59-7E06C3002F08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" name="pg1499">
                <a:extLst>
                  <a:ext uri="{FF2B5EF4-FFF2-40B4-BE49-F238E27FC236}">
                    <a16:creationId xmlns:a16="http://schemas.microsoft.com/office/drawing/2014/main" id="{551A13AD-1EA4-C40C-A50F-9E5179CF1AFC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" name="pg1500">
                <a:extLst>
                  <a:ext uri="{FF2B5EF4-FFF2-40B4-BE49-F238E27FC236}">
                    <a16:creationId xmlns:a16="http://schemas.microsoft.com/office/drawing/2014/main" id="{2B0F04D8-17FB-6447-57A2-3B43125A7108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" name="pg1501">
                <a:extLst>
                  <a:ext uri="{FF2B5EF4-FFF2-40B4-BE49-F238E27FC236}">
                    <a16:creationId xmlns:a16="http://schemas.microsoft.com/office/drawing/2014/main" id="{2D2D065E-7A63-857B-2C58-7A0414A3104B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" name="pg1502">
                <a:extLst>
                  <a:ext uri="{FF2B5EF4-FFF2-40B4-BE49-F238E27FC236}">
                    <a16:creationId xmlns:a16="http://schemas.microsoft.com/office/drawing/2014/main" id="{D4083AB2-792C-6C89-1425-912DE8CCD876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" name="pg1503">
                <a:extLst>
                  <a:ext uri="{FF2B5EF4-FFF2-40B4-BE49-F238E27FC236}">
                    <a16:creationId xmlns:a16="http://schemas.microsoft.com/office/drawing/2014/main" id="{493895DB-66F4-93B0-241C-FA2D48ADECDE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" name="pg1504">
                <a:extLst>
                  <a:ext uri="{FF2B5EF4-FFF2-40B4-BE49-F238E27FC236}">
                    <a16:creationId xmlns:a16="http://schemas.microsoft.com/office/drawing/2014/main" id="{A243DDE2-9ABF-A507-7FED-31A282A21E8D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" name="pg1505">
                <a:extLst>
                  <a:ext uri="{FF2B5EF4-FFF2-40B4-BE49-F238E27FC236}">
                    <a16:creationId xmlns:a16="http://schemas.microsoft.com/office/drawing/2014/main" id="{BA0F9FB6-CA46-B1E8-D1C7-85DA03B4704D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" name="pg1506">
                <a:extLst>
                  <a:ext uri="{FF2B5EF4-FFF2-40B4-BE49-F238E27FC236}">
                    <a16:creationId xmlns:a16="http://schemas.microsoft.com/office/drawing/2014/main" id="{F20DBC7F-0596-5CBE-7DDE-5D73CC828842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" name="pg1507">
                <a:extLst>
                  <a:ext uri="{FF2B5EF4-FFF2-40B4-BE49-F238E27FC236}">
                    <a16:creationId xmlns:a16="http://schemas.microsoft.com/office/drawing/2014/main" id="{C6490A61-9A73-EF6B-315A-91A5989D76CF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" name="pg1508">
                <a:extLst>
                  <a:ext uri="{FF2B5EF4-FFF2-40B4-BE49-F238E27FC236}">
                    <a16:creationId xmlns:a16="http://schemas.microsoft.com/office/drawing/2014/main" id="{5EA6B41F-7319-DBF7-3B51-74B9D23E1892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" name="pg1509">
                <a:extLst>
                  <a:ext uri="{FF2B5EF4-FFF2-40B4-BE49-F238E27FC236}">
                    <a16:creationId xmlns:a16="http://schemas.microsoft.com/office/drawing/2014/main" id="{AE31CD33-BA28-41EA-B8B6-80874B0D8793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" name="pg1510">
                <a:extLst>
                  <a:ext uri="{FF2B5EF4-FFF2-40B4-BE49-F238E27FC236}">
                    <a16:creationId xmlns:a16="http://schemas.microsoft.com/office/drawing/2014/main" id="{E41A7D12-10AA-EAF9-3A11-58EB1E2987FC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" name="pg1511">
                <a:extLst>
                  <a:ext uri="{FF2B5EF4-FFF2-40B4-BE49-F238E27FC236}">
                    <a16:creationId xmlns:a16="http://schemas.microsoft.com/office/drawing/2014/main" id="{D8BA50A5-4215-9071-6057-C5561DFDC301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" name="pg1512">
                <a:extLst>
                  <a:ext uri="{FF2B5EF4-FFF2-40B4-BE49-F238E27FC236}">
                    <a16:creationId xmlns:a16="http://schemas.microsoft.com/office/drawing/2014/main" id="{AF38BFFC-65B7-8965-1FC2-7E8A7CBEE8F1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" name="pg1513">
                <a:extLst>
                  <a:ext uri="{FF2B5EF4-FFF2-40B4-BE49-F238E27FC236}">
                    <a16:creationId xmlns:a16="http://schemas.microsoft.com/office/drawing/2014/main" id="{84911E39-8E58-9B76-D207-8D46232FF365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" name="pg1514">
                <a:extLst>
                  <a:ext uri="{FF2B5EF4-FFF2-40B4-BE49-F238E27FC236}">
                    <a16:creationId xmlns:a16="http://schemas.microsoft.com/office/drawing/2014/main" id="{307D57E1-B9B9-4B26-83FE-3F81A9EDE9E3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" name="pg1515">
                <a:extLst>
                  <a:ext uri="{FF2B5EF4-FFF2-40B4-BE49-F238E27FC236}">
                    <a16:creationId xmlns:a16="http://schemas.microsoft.com/office/drawing/2014/main" id="{4230D8E7-BAE8-DBC1-4D83-E468313F32FE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" name="pg1516">
                <a:extLst>
                  <a:ext uri="{FF2B5EF4-FFF2-40B4-BE49-F238E27FC236}">
                    <a16:creationId xmlns:a16="http://schemas.microsoft.com/office/drawing/2014/main" id="{0DBB2A35-67D9-0732-AAC3-2AAB0F3964E7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" name="pg1517">
                <a:extLst>
                  <a:ext uri="{FF2B5EF4-FFF2-40B4-BE49-F238E27FC236}">
                    <a16:creationId xmlns:a16="http://schemas.microsoft.com/office/drawing/2014/main" id="{82F60AD7-2F2E-7EC5-F632-D83709FAFC50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" name="pg1518">
                <a:extLst>
                  <a:ext uri="{FF2B5EF4-FFF2-40B4-BE49-F238E27FC236}">
                    <a16:creationId xmlns:a16="http://schemas.microsoft.com/office/drawing/2014/main" id="{461C4F97-4FAD-03B7-3670-F772D76849DF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" name="pg1519">
                <a:extLst>
                  <a:ext uri="{FF2B5EF4-FFF2-40B4-BE49-F238E27FC236}">
                    <a16:creationId xmlns:a16="http://schemas.microsoft.com/office/drawing/2014/main" id="{CF319960-5AE2-2610-0602-E9FE445F040C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" name="pg1520">
                <a:extLst>
                  <a:ext uri="{FF2B5EF4-FFF2-40B4-BE49-F238E27FC236}">
                    <a16:creationId xmlns:a16="http://schemas.microsoft.com/office/drawing/2014/main" id="{FAF305B4-6217-CAD4-A82C-A9F2BAF69759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" name="pg1521">
                <a:extLst>
                  <a:ext uri="{FF2B5EF4-FFF2-40B4-BE49-F238E27FC236}">
                    <a16:creationId xmlns:a16="http://schemas.microsoft.com/office/drawing/2014/main" id="{E7DA8216-F5C5-94A9-DD05-5BE80DABB2AC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" name="pg1522">
                <a:extLst>
                  <a:ext uri="{FF2B5EF4-FFF2-40B4-BE49-F238E27FC236}">
                    <a16:creationId xmlns:a16="http://schemas.microsoft.com/office/drawing/2014/main" id="{F26A3202-8ABA-11BD-5A3F-F231A94F871F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" name="pg1523">
                <a:extLst>
                  <a:ext uri="{FF2B5EF4-FFF2-40B4-BE49-F238E27FC236}">
                    <a16:creationId xmlns:a16="http://schemas.microsoft.com/office/drawing/2014/main" id="{4314A93C-224E-A45F-0C8F-82C22670D376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" name="pg1524">
                <a:extLst>
                  <a:ext uri="{FF2B5EF4-FFF2-40B4-BE49-F238E27FC236}">
                    <a16:creationId xmlns:a16="http://schemas.microsoft.com/office/drawing/2014/main" id="{945D87A1-A897-A9F5-27AD-7663E452B075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" name="pg1525">
                <a:extLst>
                  <a:ext uri="{FF2B5EF4-FFF2-40B4-BE49-F238E27FC236}">
                    <a16:creationId xmlns:a16="http://schemas.microsoft.com/office/drawing/2014/main" id="{2119B48E-0566-CFFF-7F45-E620B7E6A35F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" name="pg1526">
                <a:extLst>
                  <a:ext uri="{FF2B5EF4-FFF2-40B4-BE49-F238E27FC236}">
                    <a16:creationId xmlns:a16="http://schemas.microsoft.com/office/drawing/2014/main" id="{61AD2208-B59E-1A92-A709-7174BA98CC21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" name="pg1527">
                <a:extLst>
                  <a:ext uri="{FF2B5EF4-FFF2-40B4-BE49-F238E27FC236}">
                    <a16:creationId xmlns:a16="http://schemas.microsoft.com/office/drawing/2014/main" id="{8249D4E4-F47A-8CCC-B441-2725F75354C7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" name="pg1528">
                <a:extLst>
                  <a:ext uri="{FF2B5EF4-FFF2-40B4-BE49-F238E27FC236}">
                    <a16:creationId xmlns:a16="http://schemas.microsoft.com/office/drawing/2014/main" id="{8470B0C8-52C1-9B52-1E66-0F4C8A2C37AF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" name="pg1529">
                <a:extLst>
                  <a:ext uri="{FF2B5EF4-FFF2-40B4-BE49-F238E27FC236}">
                    <a16:creationId xmlns:a16="http://schemas.microsoft.com/office/drawing/2014/main" id="{5E5CF19F-8B1D-FBBC-1F16-8439271C8C6E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" name="pg1530">
                <a:extLst>
                  <a:ext uri="{FF2B5EF4-FFF2-40B4-BE49-F238E27FC236}">
                    <a16:creationId xmlns:a16="http://schemas.microsoft.com/office/drawing/2014/main" id="{70B19C43-067A-4B0D-B20C-28C26774730D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" name="pg1531">
                <a:extLst>
                  <a:ext uri="{FF2B5EF4-FFF2-40B4-BE49-F238E27FC236}">
                    <a16:creationId xmlns:a16="http://schemas.microsoft.com/office/drawing/2014/main" id="{9DC28FB2-7983-A048-FB39-6EC5D7BE13EB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" name="pg1532">
                <a:extLst>
                  <a:ext uri="{FF2B5EF4-FFF2-40B4-BE49-F238E27FC236}">
                    <a16:creationId xmlns:a16="http://schemas.microsoft.com/office/drawing/2014/main" id="{B2D7E351-BE9D-E168-6E81-3A2032CD66BE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" name="pg1533">
                <a:extLst>
                  <a:ext uri="{FF2B5EF4-FFF2-40B4-BE49-F238E27FC236}">
                    <a16:creationId xmlns:a16="http://schemas.microsoft.com/office/drawing/2014/main" id="{C235BD87-007C-C1ED-8B17-DA5DC8EB1223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" name="pg1534">
                <a:extLst>
                  <a:ext uri="{FF2B5EF4-FFF2-40B4-BE49-F238E27FC236}">
                    <a16:creationId xmlns:a16="http://schemas.microsoft.com/office/drawing/2014/main" id="{3FB15996-5DC0-87BA-1BAA-BBA1044E109B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" name="pg1535">
                <a:extLst>
                  <a:ext uri="{FF2B5EF4-FFF2-40B4-BE49-F238E27FC236}">
                    <a16:creationId xmlns:a16="http://schemas.microsoft.com/office/drawing/2014/main" id="{2ED74447-B5A8-A479-1B8F-262ACCD7CDE5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" name="pg1536">
                <a:extLst>
                  <a:ext uri="{FF2B5EF4-FFF2-40B4-BE49-F238E27FC236}">
                    <a16:creationId xmlns:a16="http://schemas.microsoft.com/office/drawing/2014/main" id="{29B358F4-8326-4F78-5E2B-79C5A899B451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" name="pg1537">
                <a:extLst>
                  <a:ext uri="{FF2B5EF4-FFF2-40B4-BE49-F238E27FC236}">
                    <a16:creationId xmlns:a16="http://schemas.microsoft.com/office/drawing/2014/main" id="{15418431-C661-CF23-4D83-6D0B26C12EF8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" name="pg1538">
                <a:extLst>
                  <a:ext uri="{FF2B5EF4-FFF2-40B4-BE49-F238E27FC236}">
                    <a16:creationId xmlns:a16="http://schemas.microsoft.com/office/drawing/2014/main" id="{3F577EA6-CDB8-420B-BBD2-B7955779E4EB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" name="pg1539">
                <a:extLst>
                  <a:ext uri="{FF2B5EF4-FFF2-40B4-BE49-F238E27FC236}">
                    <a16:creationId xmlns:a16="http://schemas.microsoft.com/office/drawing/2014/main" id="{D3BA0835-8C30-7986-DD7D-5976DFEFDF46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" name="pg1540">
                <a:extLst>
                  <a:ext uri="{FF2B5EF4-FFF2-40B4-BE49-F238E27FC236}">
                    <a16:creationId xmlns:a16="http://schemas.microsoft.com/office/drawing/2014/main" id="{002B89EC-B370-3261-4CA4-E11266B5C23C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" name="pg1541">
                <a:extLst>
                  <a:ext uri="{FF2B5EF4-FFF2-40B4-BE49-F238E27FC236}">
                    <a16:creationId xmlns:a16="http://schemas.microsoft.com/office/drawing/2014/main" id="{B352FBDA-1616-6CC5-5539-762C9B586F02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" name="pg1542">
                <a:extLst>
                  <a:ext uri="{FF2B5EF4-FFF2-40B4-BE49-F238E27FC236}">
                    <a16:creationId xmlns:a16="http://schemas.microsoft.com/office/drawing/2014/main" id="{2A2A7B9A-EF37-0412-A3FB-76E3957A73B4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" name="pg1543">
                <a:extLst>
                  <a:ext uri="{FF2B5EF4-FFF2-40B4-BE49-F238E27FC236}">
                    <a16:creationId xmlns:a16="http://schemas.microsoft.com/office/drawing/2014/main" id="{B2442248-14F5-E448-677E-0EE95CD6C65D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" name="pg1544">
                <a:extLst>
                  <a:ext uri="{FF2B5EF4-FFF2-40B4-BE49-F238E27FC236}">
                    <a16:creationId xmlns:a16="http://schemas.microsoft.com/office/drawing/2014/main" id="{B1B6268A-80F2-A550-D4E5-D6944E5FB28B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" name="pg1545">
                <a:extLst>
                  <a:ext uri="{FF2B5EF4-FFF2-40B4-BE49-F238E27FC236}">
                    <a16:creationId xmlns:a16="http://schemas.microsoft.com/office/drawing/2014/main" id="{7F8F7736-1DE5-71AD-FD4D-972BF6B450DB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" name="pg1546">
                <a:extLst>
                  <a:ext uri="{FF2B5EF4-FFF2-40B4-BE49-F238E27FC236}">
                    <a16:creationId xmlns:a16="http://schemas.microsoft.com/office/drawing/2014/main" id="{D3E9D814-8FFF-140A-5BF6-632D061D0E23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" name="pg1547">
                <a:extLst>
                  <a:ext uri="{FF2B5EF4-FFF2-40B4-BE49-F238E27FC236}">
                    <a16:creationId xmlns:a16="http://schemas.microsoft.com/office/drawing/2014/main" id="{74BE3A6E-7B31-BDA0-1C04-FE849EA5F104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" name="pg1548">
                <a:extLst>
                  <a:ext uri="{FF2B5EF4-FFF2-40B4-BE49-F238E27FC236}">
                    <a16:creationId xmlns:a16="http://schemas.microsoft.com/office/drawing/2014/main" id="{C9FA1154-9A8F-2AC7-1F14-6C6B4AADD769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" name="pg1549">
                <a:extLst>
                  <a:ext uri="{FF2B5EF4-FFF2-40B4-BE49-F238E27FC236}">
                    <a16:creationId xmlns:a16="http://schemas.microsoft.com/office/drawing/2014/main" id="{30A48BBB-CEE0-9A23-0516-24F1E8A186C5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" name="pg1550">
                <a:extLst>
                  <a:ext uri="{FF2B5EF4-FFF2-40B4-BE49-F238E27FC236}">
                    <a16:creationId xmlns:a16="http://schemas.microsoft.com/office/drawing/2014/main" id="{FF384262-9B2F-A11A-B98E-46000F6DC7E7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" name="pg1551">
                <a:extLst>
                  <a:ext uri="{FF2B5EF4-FFF2-40B4-BE49-F238E27FC236}">
                    <a16:creationId xmlns:a16="http://schemas.microsoft.com/office/drawing/2014/main" id="{FAB3A078-56BA-5B85-5196-816EFC80632E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" name="pg1552">
                <a:extLst>
                  <a:ext uri="{FF2B5EF4-FFF2-40B4-BE49-F238E27FC236}">
                    <a16:creationId xmlns:a16="http://schemas.microsoft.com/office/drawing/2014/main" id="{0ECE74A5-313D-9EEF-4589-E53561C458B3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" name="pg1553">
                <a:extLst>
                  <a:ext uri="{FF2B5EF4-FFF2-40B4-BE49-F238E27FC236}">
                    <a16:creationId xmlns:a16="http://schemas.microsoft.com/office/drawing/2014/main" id="{8A787534-EA19-1119-3C3E-D115064DE9AC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" name="pg1554">
                <a:extLst>
                  <a:ext uri="{FF2B5EF4-FFF2-40B4-BE49-F238E27FC236}">
                    <a16:creationId xmlns:a16="http://schemas.microsoft.com/office/drawing/2014/main" id="{65B9C969-A8F0-01DD-46F1-AA07D3143E68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" name="pg1555">
                <a:extLst>
                  <a:ext uri="{FF2B5EF4-FFF2-40B4-BE49-F238E27FC236}">
                    <a16:creationId xmlns:a16="http://schemas.microsoft.com/office/drawing/2014/main" id="{6D33FCF9-7530-6438-67EB-214E02F5A9F7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" name="pg1556">
                <a:extLst>
                  <a:ext uri="{FF2B5EF4-FFF2-40B4-BE49-F238E27FC236}">
                    <a16:creationId xmlns:a16="http://schemas.microsoft.com/office/drawing/2014/main" id="{23B032DC-0618-DBF8-1942-872355B92E53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" name="pg1557">
                <a:extLst>
                  <a:ext uri="{FF2B5EF4-FFF2-40B4-BE49-F238E27FC236}">
                    <a16:creationId xmlns:a16="http://schemas.microsoft.com/office/drawing/2014/main" id="{36DF63C0-BECA-26BE-47C2-F1967082D325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" name="pg1558">
                <a:extLst>
                  <a:ext uri="{FF2B5EF4-FFF2-40B4-BE49-F238E27FC236}">
                    <a16:creationId xmlns:a16="http://schemas.microsoft.com/office/drawing/2014/main" id="{7AC99132-1682-CE6D-DF4F-B9F30A706FC7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" name="pg1559">
                <a:extLst>
                  <a:ext uri="{FF2B5EF4-FFF2-40B4-BE49-F238E27FC236}">
                    <a16:creationId xmlns:a16="http://schemas.microsoft.com/office/drawing/2014/main" id="{4EF8DA43-8803-F9DB-2BEA-FC3AF766528A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" name="pg1560">
                <a:extLst>
                  <a:ext uri="{FF2B5EF4-FFF2-40B4-BE49-F238E27FC236}">
                    <a16:creationId xmlns:a16="http://schemas.microsoft.com/office/drawing/2014/main" id="{FD19E4D4-7766-7CFB-8E42-D12DA497713B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" name="pg1561">
                <a:extLst>
                  <a:ext uri="{FF2B5EF4-FFF2-40B4-BE49-F238E27FC236}">
                    <a16:creationId xmlns:a16="http://schemas.microsoft.com/office/drawing/2014/main" id="{49C869ED-6AAD-CC46-4690-3552D62C5DD8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" name="pg1562">
                <a:extLst>
                  <a:ext uri="{FF2B5EF4-FFF2-40B4-BE49-F238E27FC236}">
                    <a16:creationId xmlns:a16="http://schemas.microsoft.com/office/drawing/2014/main" id="{8243F963-D126-5570-D3F1-25C3DD9316F4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" name="pg1563">
                <a:extLst>
                  <a:ext uri="{FF2B5EF4-FFF2-40B4-BE49-F238E27FC236}">
                    <a16:creationId xmlns:a16="http://schemas.microsoft.com/office/drawing/2014/main" id="{2AC6A93B-6F73-69BC-B95D-B5A6A0B1E4F5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" name="pg1564">
                <a:extLst>
                  <a:ext uri="{FF2B5EF4-FFF2-40B4-BE49-F238E27FC236}">
                    <a16:creationId xmlns:a16="http://schemas.microsoft.com/office/drawing/2014/main" id="{DF2B73F4-0306-BCD0-D0F7-C14760D54201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" name="pg1565">
                <a:extLst>
                  <a:ext uri="{FF2B5EF4-FFF2-40B4-BE49-F238E27FC236}">
                    <a16:creationId xmlns:a16="http://schemas.microsoft.com/office/drawing/2014/main" id="{2E73E6BB-80E5-6F83-6D4E-31DEBBB6738B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" name="pg1566">
                <a:extLst>
                  <a:ext uri="{FF2B5EF4-FFF2-40B4-BE49-F238E27FC236}">
                    <a16:creationId xmlns:a16="http://schemas.microsoft.com/office/drawing/2014/main" id="{8529D708-C510-7487-AE9B-176BAA564D9F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" name="pg1567">
                <a:extLst>
                  <a:ext uri="{FF2B5EF4-FFF2-40B4-BE49-F238E27FC236}">
                    <a16:creationId xmlns:a16="http://schemas.microsoft.com/office/drawing/2014/main" id="{1078C9E8-3AF4-22A0-D147-D069FC79CAE9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" name="pg1568">
                <a:extLst>
                  <a:ext uri="{FF2B5EF4-FFF2-40B4-BE49-F238E27FC236}">
                    <a16:creationId xmlns:a16="http://schemas.microsoft.com/office/drawing/2014/main" id="{81A0D2B6-2205-5CF5-B778-E5BBE3D511EB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" name="pg1569">
                <a:extLst>
                  <a:ext uri="{FF2B5EF4-FFF2-40B4-BE49-F238E27FC236}">
                    <a16:creationId xmlns:a16="http://schemas.microsoft.com/office/drawing/2014/main" id="{613AA3ED-D851-66D4-6C1C-4A6C71F3D73C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" name="pg1570">
                <a:extLst>
                  <a:ext uri="{FF2B5EF4-FFF2-40B4-BE49-F238E27FC236}">
                    <a16:creationId xmlns:a16="http://schemas.microsoft.com/office/drawing/2014/main" id="{CC9DD742-960A-17FD-1256-3FB136D2D0B0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" name="pg1571">
                <a:extLst>
                  <a:ext uri="{FF2B5EF4-FFF2-40B4-BE49-F238E27FC236}">
                    <a16:creationId xmlns:a16="http://schemas.microsoft.com/office/drawing/2014/main" id="{FAB0FBC6-47AC-C682-B0E0-F9DCB93EB07F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" name="pg1572">
                <a:extLst>
                  <a:ext uri="{FF2B5EF4-FFF2-40B4-BE49-F238E27FC236}">
                    <a16:creationId xmlns:a16="http://schemas.microsoft.com/office/drawing/2014/main" id="{0510D609-586C-4613-D9BD-86EADFDAE2C7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" name="pg1573">
                <a:extLst>
                  <a:ext uri="{FF2B5EF4-FFF2-40B4-BE49-F238E27FC236}">
                    <a16:creationId xmlns:a16="http://schemas.microsoft.com/office/drawing/2014/main" id="{7C9E0DFB-08DC-B145-5711-67672439EE67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" name="pg1574">
                <a:extLst>
                  <a:ext uri="{FF2B5EF4-FFF2-40B4-BE49-F238E27FC236}">
                    <a16:creationId xmlns:a16="http://schemas.microsoft.com/office/drawing/2014/main" id="{ACB05172-4C4C-EF95-9487-835AB28DCBDE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" name="pg1575">
                <a:extLst>
                  <a:ext uri="{FF2B5EF4-FFF2-40B4-BE49-F238E27FC236}">
                    <a16:creationId xmlns:a16="http://schemas.microsoft.com/office/drawing/2014/main" id="{36161B28-B585-ABBC-FC65-B2311788C1D0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" name="pg1576">
                <a:extLst>
                  <a:ext uri="{FF2B5EF4-FFF2-40B4-BE49-F238E27FC236}">
                    <a16:creationId xmlns:a16="http://schemas.microsoft.com/office/drawing/2014/main" id="{EDA7C9D0-CFFE-3FFC-D9F9-AB3F27096953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" name="pg1577">
                <a:extLst>
                  <a:ext uri="{FF2B5EF4-FFF2-40B4-BE49-F238E27FC236}">
                    <a16:creationId xmlns:a16="http://schemas.microsoft.com/office/drawing/2014/main" id="{C53EF4DA-903C-41DE-5222-8BDDA2E54796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" name="pg1578">
                <a:extLst>
                  <a:ext uri="{FF2B5EF4-FFF2-40B4-BE49-F238E27FC236}">
                    <a16:creationId xmlns:a16="http://schemas.microsoft.com/office/drawing/2014/main" id="{732C34E5-7EAF-5538-CDE9-02FC1CBDD5FA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" name="pg1579">
                <a:extLst>
                  <a:ext uri="{FF2B5EF4-FFF2-40B4-BE49-F238E27FC236}">
                    <a16:creationId xmlns:a16="http://schemas.microsoft.com/office/drawing/2014/main" id="{4025964D-E0E5-2759-7A99-F539686B34EC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" name="pg1580">
                <a:extLst>
                  <a:ext uri="{FF2B5EF4-FFF2-40B4-BE49-F238E27FC236}">
                    <a16:creationId xmlns:a16="http://schemas.microsoft.com/office/drawing/2014/main" id="{BAF81023-8F55-A341-AD7C-1F85B297F9C6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" name="pg1581">
                <a:extLst>
                  <a:ext uri="{FF2B5EF4-FFF2-40B4-BE49-F238E27FC236}">
                    <a16:creationId xmlns:a16="http://schemas.microsoft.com/office/drawing/2014/main" id="{004057A4-BFEA-7B98-EEB0-F7BD60C822B9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" name="pg1582">
                <a:extLst>
                  <a:ext uri="{FF2B5EF4-FFF2-40B4-BE49-F238E27FC236}">
                    <a16:creationId xmlns:a16="http://schemas.microsoft.com/office/drawing/2014/main" id="{36E8F882-77EB-F3D7-FBE4-B8AAEE818DA3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" name="pg1583">
                <a:extLst>
                  <a:ext uri="{FF2B5EF4-FFF2-40B4-BE49-F238E27FC236}">
                    <a16:creationId xmlns:a16="http://schemas.microsoft.com/office/drawing/2014/main" id="{3113BDB6-8D07-4BE3-2C61-E2E4C4F6E99A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" name="pg1584">
                <a:extLst>
                  <a:ext uri="{FF2B5EF4-FFF2-40B4-BE49-F238E27FC236}">
                    <a16:creationId xmlns:a16="http://schemas.microsoft.com/office/drawing/2014/main" id="{69E45A16-22E3-DBAE-23AC-3FE4643CEF9F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" name="pg1585">
                <a:extLst>
                  <a:ext uri="{FF2B5EF4-FFF2-40B4-BE49-F238E27FC236}">
                    <a16:creationId xmlns:a16="http://schemas.microsoft.com/office/drawing/2014/main" id="{767767CB-402E-048E-6EC5-39236BE51A4F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" name="pg1586">
                <a:extLst>
                  <a:ext uri="{FF2B5EF4-FFF2-40B4-BE49-F238E27FC236}">
                    <a16:creationId xmlns:a16="http://schemas.microsoft.com/office/drawing/2014/main" id="{7F43E2BA-FF5E-3F28-BD85-275437437EC4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" name="pg1587">
                <a:extLst>
                  <a:ext uri="{FF2B5EF4-FFF2-40B4-BE49-F238E27FC236}">
                    <a16:creationId xmlns:a16="http://schemas.microsoft.com/office/drawing/2014/main" id="{2BDB4C44-B554-30D5-48BC-8D46916F84A4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" name="pg1588">
                <a:extLst>
                  <a:ext uri="{FF2B5EF4-FFF2-40B4-BE49-F238E27FC236}">
                    <a16:creationId xmlns:a16="http://schemas.microsoft.com/office/drawing/2014/main" id="{17C52EE3-2BB7-3641-BD8C-0651FED7914D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" name="pg1589">
                <a:extLst>
                  <a:ext uri="{FF2B5EF4-FFF2-40B4-BE49-F238E27FC236}">
                    <a16:creationId xmlns:a16="http://schemas.microsoft.com/office/drawing/2014/main" id="{25A72BF4-DA86-827A-F6C3-DA6A6C11AA0A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" name="pg1590">
                <a:extLst>
                  <a:ext uri="{FF2B5EF4-FFF2-40B4-BE49-F238E27FC236}">
                    <a16:creationId xmlns:a16="http://schemas.microsoft.com/office/drawing/2014/main" id="{543E08E1-B43F-BC81-7331-2D1F3066DA34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" name="pg1591">
                <a:extLst>
                  <a:ext uri="{FF2B5EF4-FFF2-40B4-BE49-F238E27FC236}">
                    <a16:creationId xmlns:a16="http://schemas.microsoft.com/office/drawing/2014/main" id="{31CA405F-E3A4-919A-0CC6-F5260D46F21D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" name="pg1592">
                <a:extLst>
                  <a:ext uri="{FF2B5EF4-FFF2-40B4-BE49-F238E27FC236}">
                    <a16:creationId xmlns:a16="http://schemas.microsoft.com/office/drawing/2014/main" id="{0D7F64E5-A6AC-5B2E-2547-5887D47AD683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" name="pg1593">
                <a:extLst>
                  <a:ext uri="{FF2B5EF4-FFF2-40B4-BE49-F238E27FC236}">
                    <a16:creationId xmlns:a16="http://schemas.microsoft.com/office/drawing/2014/main" id="{7A8AAF28-2A39-276E-43DC-7C0A59D77B55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" name="pg1594">
                <a:extLst>
                  <a:ext uri="{FF2B5EF4-FFF2-40B4-BE49-F238E27FC236}">
                    <a16:creationId xmlns:a16="http://schemas.microsoft.com/office/drawing/2014/main" id="{3D73CDE4-61D9-B92E-FD57-8AC10DB0323D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" name="pg1595">
                <a:extLst>
                  <a:ext uri="{FF2B5EF4-FFF2-40B4-BE49-F238E27FC236}">
                    <a16:creationId xmlns:a16="http://schemas.microsoft.com/office/drawing/2014/main" id="{F9FC1F74-AC10-2DA5-0E92-A4711F70845C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" name="pg1596">
                <a:extLst>
                  <a:ext uri="{FF2B5EF4-FFF2-40B4-BE49-F238E27FC236}">
                    <a16:creationId xmlns:a16="http://schemas.microsoft.com/office/drawing/2014/main" id="{2524670C-0DDB-7236-1642-0E21F3F760D2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" name="pg1597">
                <a:extLst>
                  <a:ext uri="{FF2B5EF4-FFF2-40B4-BE49-F238E27FC236}">
                    <a16:creationId xmlns:a16="http://schemas.microsoft.com/office/drawing/2014/main" id="{97F3B8FC-DF7F-42FD-63BB-9B2868E1D366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" name="pg1598">
                <a:extLst>
                  <a:ext uri="{FF2B5EF4-FFF2-40B4-BE49-F238E27FC236}">
                    <a16:creationId xmlns:a16="http://schemas.microsoft.com/office/drawing/2014/main" id="{00F40293-7062-BBD6-AEB7-82F83DC7830E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" name="pg1599">
                <a:extLst>
                  <a:ext uri="{FF2B5EF4-FFF2-40B4-BE49-F238E27FC236}">
                    <a16:creationId xmlns:a16="http://schemas.microsoft.com/office/drawing/2014/main" id="{D4E2BB81-F562-A9B8-6F9B-31D75B4DE341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" name="pg1600">
                <a:extLst>
                  <a:ext uri="{FF2B5EF4-FFF2-40B4-BE49-F238E27FC236}">
                    <a16:creationId xmlns:a16="http://schemas.microsoft.com/office/drawing/2014/main" id="{D50D8261-D721-85F5-22D5-B7BC9F85FB70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" name="pg1601">
                <a:extLst>
                  <a:ext uri="{FF2B5EF4-FFF2-40B4-BE49-F238E27FC236}">
                    <a16:creationId xmlns:a16="http://schemas.microsoft.com/office/drawing/2014/main" id="{2A5D60B0-8ECD-1D07-C9D7-3310097DF292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" name="pg1602">
                <a:extLst>
                  <a:ext uri="{FF2B5EF4-FFF2-40B4-BE49-F238E27FC236}">
                    <a16:creationId xmlns:a16="http://schemas.microsoft.com/office/drawing/2014/main" id="{01873824-FA34-0AA2-A16D-F5D8F094B5D8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" name="pg1603">
                <a:extLst>
                  <a:ext uri="{FF2B5EF4-FFF2-40B4-BE49-F238E27FC236}">
                    <a16:creationId xmlns:a16="http://schemas.microsoft.com/office/drawing/2014/main" id="{A66D51ED-B167-7CAB-E435-717082C8B718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" name="pg1604">
                <a:extLst>
                  <a:ext uri="{FF2B5EF4-FFF2-40B4-BE49-F238E27FC236}">
                    <a16:creationId xmlns:a16="http://schemas.microsoft.com/office/drawing/2014/main" id="{263F5146-D81F-E319-4631-6D32D75BD660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" name="pg1605">
                <a:extLst>
                  <a:ext uri="{FF2B5EF4-FFF2-40B4-BE49-F238E27FC236}">
                    <a16:creationId xmlns:a16="http://schemas.microsoft.com/office/drawing/2014/main" id="{CB70F6C9-814C-907D-0381-98C890461719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" name="pg1606">
                <a:extLst>
                  <a:ext uri="{FF2B5EF4-FFF2-40B4-BE49-F238E27FC236}">
                    <a16:creationId xmlns:a16="http://schemas.microsoft.com/office/drawing/2014/main" id="{90C4F87B-E2BD-01DC-B999-AB2807650DAE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" name="pg1607">
                <a:extLst>
                  <a:ext uri="{FF2B5EF4-FFF2-40B4-BE49-F238E27FC236}">
                    <a16:creationId xmlns:a16="http://schemas.microsoft.com/office/drawing/2014/main" id="{9CCACE49-03D3-A30F-8B70-5027E5A120B9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" name="pg1608">
                <a:extLst>
                  <a:ext uri="{FF2B5EF4-FFF2-40B4-BE49-F238E27FC236}">
                    <a16:creationId xmlns:a16="http://schemas.microsoft.com/office/drawing/2014/main" id="{5310A084-CFE9-AA37-9460-0C0E477C52AA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" name="pg1609">
                <a:extLst>
                  <a:ext uri="{FF2B5EF4-FFF2-40B4-BE49-F238E27FC236}">
                    <a16:creationId xmlns:a16="http://schemas.microsoft.com/office/drawing/2014/main" id="{828B36D6-B846-648E-4F50-A2A889094C76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" name="pg1610">
                <a:extLst>
                  <a:ext uri="{FF2B5EF4-FFF2-40B4-BE49-F238E27FC236}">
                    <a16:creationId xmlns:a16="http://schemas.microsoft.com/office/drawing/2014/main" id="{D19B05EE-4B26-DA90-BF5F-C8C15156238A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" name="pg1611">
                <a:extLst>
                  <a:ext uri="{FF2B5EF4-FFF2-40B4-BE49-F238E27FC236}">
                    <a16:creationId xmlns:a16="http://schemas.microsoft.com/office/drawing/2014/main" id="{6AA36C44-ECD2-969D-8BC6-242C12E3FF84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" name="pg1612">
                <a:extLst>
                  <a:ext uri="{FF2B5EF4-FFF2-40B4-BE49-F238E27FC236}">
                    <a16:creationId xmlns:a16="http://schemas.microsoft.com/office/drawing/2014/main" id="{ACC90D02-6BA5-92D9-F186-C08F7589A453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" name="pg1613">
                <a:extLst>
                  <a:ext uri="{FF2B5EF4-FFF2-40B4-BE49-F238E27FC236}">
                    <a16:creationId xmlns:a16="http://schemas.microsoft.com/office/drawing/2014/main" id="{CD8719B5-3CE2-E8A0-418F-9E845E2E83C0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" name="pg1614">
                <a:extLst>
                  <a:ext uri="{FF2B5EF4-FFF2-40B4-BE49-F238E27FC236}">
                    <a16:creationId xmlns:a16="http://schemas.microsoft.com/office/drawing/2014/main" id="{2BCF7E5E-B35F-FBDC-8C89-B4456B5516F2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" name="pg1615">
                <a:extLst>
                  <a:ext uri="{FF2B5EF4-FFF2-40B4-BE49-F238E27FC236}">
                    <a16:creationId xmlns:a16="http://schemas.microsoft.com/office/drawing/2014/main" id="{910CAC5F-D82E-C5BB-6753-505D38E88BD5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" name="pg1616">
                <a:extLst>
                  <a:ext uri="{FF2B5EF4-FFF2-40B4-BE49-F238E27FC236}">
                    <a16:creationId xmlns:a16="http://schemas.microsoft.com/office/drawing/2014/main" id="{9AE285DF-C34A-14A0-7076-B87D6291C18B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" name="pg1617">
                <a:extLst>
                  <a:ext uri="{FF2B5EF4-FFF2-40B4-BE49-F238E27FC236}">
                    <a16:creationId xmlns:a16="http://schemas.microsoft.com/office/drawing/2014/main" id="{29983A0A-69F7-6246-B6A1-4C62B43509DD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" name="pg1618">
                <a:extLst>
                  <a:ext uri="{FF2B5EF4-FFF2-40B4-BE49-F238E27FC236}">
                    <a16:creationId xmlns:a16="http://schemas.microsoft.com/office/drawing/2014/main" id="{24B03DF7-D970-1DD8-CAAC-6B4AC207750C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" name="pg1619">
                <a:extLst>
                  <a:ext uri="{FF2B5EF4-FFF2-40B4-BE49-F238E27FC236}">
                    <a16:creationId xmlns:a16="http://schemas.microsoft.com/office/drawing/2014/main" id="{3E4F12C3-9F5C-0EF6-5D0C-B49229EA8D64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" name="pg1620">
                <a:extLst>
                  <a:ext uri="{FF2B5EF4-FFF2-40B4-BE49-F238E27FC236}">
                    <a16:creationId xmlns:a16="http://schemas.microsoft.com/office/drawing/2014/main" id="{8A30929C-72D7-FFF1-5E39-0365290B6EA0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" name="pg1621">
                <a:extLst>
                  <a:ext uri="{FF2B5EF4-FFF2-40B4-BE49-F238E27FC236}">
                    <a16:creationId xmlns:a16="http://schemas.microsoft.com/office/drawing/2014/main" id="{465A73A2-B6EA-56D0-8E03-D6DF8330BC47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" name="pg1622">
                <a:extLst>
                  <a:ext uri="{FF2B5EF4-FFF2-40B4-BE49-F238E27FC236}">
                    <a16:creationId xmlns:a16="http://schemas.microsoft.com/office/drawing/2014/main" id="{32F43875-640B-8BCF-C37E-4E9B2B72AF27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" name="pg1623">
                <a:extLst>
                  <a:ext uri="{FF2B5EF4-FFF2-40B4-BE49-F238E27FC236}">
                    <a16:creationId xmlns:a16="http://schemas.microsoft.com/office/drawing/2014/main" id="{E9868CDB-308C-7997-0286-B8D06911D7DE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" name="pg1624">
                <a:extLst>
                  <a:ext uri="{FF2B5EF4-FFF2-40B4-BE49-F238E27FC236}">
                    <a16:creationId xmlns:a16="http://schemas.microsoft.com/office/drawing/2014/main" id="{E5092307-7F5E-1FCF-3D6E-D711E8DDC995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" name="pg1625">
                <a:extLst>
                  <a:ext uri="{FF2B5EF4-FFF2-40B4-BE49-F238E27FC236}">
                    <a16:creationId xmlns:a16="http://schemas.microsoft.com/office/drawing/2014/main" id="{D59510D1-CE1C-8965-5F9C-927C91D7CB15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" name="pg1626">
                <a:extLst>
                  <a:ext uri="{FF2B5EF4-FFF2-40B4-BE49-F238E27FC236}">
                    <a16:creationId xmlns:a16="http://schemas.microsoft.com/office/drawing/2014/main" id="{E944834F-A877-8191-6253-C95860E6DF4C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" name="pg1627">
                <a:extLst>
                  <a:ext uri="{FF2B5EF4-FFF2-40B4-BE49-F238E27FC236}">
                    <a16:creationId xmlns:a16="http://schemas.microsoft.com/office/drawing/2014/main" id="{7CA4D37D-C759-51BA-C096-EE704D06B2E1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" name="pg1628">
                <a:extLst>
                  <a:ext uri="{FF2B5EF4-FFF2-40B4-BE49-F238E27FC236}">
                    <a16:creationId xmlns:a16="http://schemas.microsoft.com/office/drawing/2014/main" id="{520E1039-9D38-C6E0-9EDF-8715EBC609C4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" name="pg1629">
                <a:extLst>
                  <a:ext uri="{FF2B5EF4-FFF2-40B4-BE49-F238E27FC236}">
                    <a16:creationId xmlns:a16="http://schemas.microsoft.com/office/drawing/2014/main" id="{3C0727E0-2C70-4E6D-9A91-C93044A14657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" name="pg1630">
                <a:extLst>
                  <a:ext uri="{FF2B5EF4-FFF2-40B4-BE49-F238E27FC236}">
                    <a16:creationId xmlns:a16="http://schemas.microsoft.com/office/drawing/2014/main" id="{EF0FBC1E-2CF1-71E1-5441-B4820143A071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" name="pg1631">
                <a:extLst>
                  <a:ext uri="{FF2B5EF4-FFF2-40B4-BE49-F238E27FC236}">
                    <a16:creationId xmlns:a16="http://schemas.microsoft.com/office/drawing/2014/main" id="{CC6C325C-473E-9714-782F-1569C5CEEF3F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" name="pg1632">
                <a:extLst>
                  <a:ext uri="{FF2B5EF4-FFF2-40B4-BE49-F238E27FC236}">
                    <a16:creationId xmlns:a16="http://schemas.microsoft.com/office/drawing/2014/main" id="{D147A930-48CE-1B44-5267-947AE4ECEC0C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" name="pg1633">
                <a:extLst>
                  <a:ext uri="{FF2B5EF4-FFF2-40B4-BE49-F238E27FC236}">
                    <a16:creationId xmlns:a16="http://schemas.microsoft.com/office/drawing/2014/main" id="{D600029B-C696-5181-12E9-BE43BA39E72E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" name="pg1634">
                <a:extLst>
                  <a:ext uri="{FF2B5EF4-FFF2-40B4-BE49-F238E27FC236}">
                    <a16:creationId xmlns:a16="http://schemas.microsoft.com/office/drawing/2014/main" id="{94C672AD-017C-036C-66B9-E6D783709A2D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" name="pg1635">
                <a:extLst>
                  <a:ext uri="{FF2B5EF4-FFF2-40B4-BE49-F238E27FC236}">
                    <a16:creationId xmlns:a16="http://schemas.microsoft.com/office/drawing/2014/main" id="{B2A97D27-6BA6-2594-2597-E2BC7F8BF179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" name="pg1636">
                <a:extLst>
                  <a:ext uri="{FF2B5EF4-FFF2-40B4-BE49-F238E27FC236}">
                    <a16:creationId xmlns:a16="http://schemas.microsoft.com/office/drawing/2014/main" id="{D6F1D92B-F6FE-1AC1-9ADD-21BEEED776D2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" name="pg1637">
                <a:extLst>
                  <a:ext uri="{FF2B5EF4-FFF2-40B4-BE49-F238E27FC236}">
                    <a16:creationId xmlns:a16="http://schemas.microsoft.com/office/drawing/2014/main" id="{0B2054C6-92BF-6006-FBA3-B685C8FDA349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" name="pg1638">
                <a:extLst>
                  <a:ext uri="{FF2B5EF4-FFF2-40B4-BE49-F238E27FC236}">
                    <a16:creationId xmlns:a16="http://schemas.microsoft.com/office/drawing/2014/main" id="{C20FA68B-269B-00D4-C287-CA22CCFE9924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" name="pg1639">
                <a:extLst>
                  <a:ext uri="{FF2B5EF4-FFF2-40B4-BE49-F238E27FC236}">
                    <a16:creationId xmlns:a16="http://schemas.microsoft.com/office/drawing/2014/main" id="{58F37E53-F10C-6681-FB3C-1E842AD40602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" name="pg1640">
                <a:extLst>
                  <a:ext uri="{FF2B5EF4-FFF2-40B4-BE49-F238E27FC236}">
                    <a16:creationId xmlns:a16="http://schemas.microsoft.com/office/drawing/2014/main" id="{6B42495F-E04C-FC5F-B1A9-4AD70D4EBAC2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" name="pg1641">
                <a:extLst>
                  <a:ext uri="{FF2B5EF4-FFF2-40B4-BE49-F238E27FC236}">
                    <a16:creationId xmlns:a16="http://schemas.microsoft.com/office/drawing/2014/main" id="{469C6E9C-A4D0-DA84-6DB4-CB288601E0C0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" name="pg1642">
                <a:extLst>
                  <a:ext uri="{FF2B5EF4-FFF2-40B4-BE49-F238E27FC236}">
                    <a16:creationId xmlns:a16="http://schemas.microsoft.com/office/drawing/2014/main" id="{B562421A-D287-40E0-D55A-7D6F81E78371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" name="pg1643">
                <a:extLst>
                  <a:ext uri="{FF2B5EF4-FFF2-40B4-BE49-F238E27FC236}">
                    <a16:creationId xmlns:a16="http://schemas.microsoft.com/office/drawing/2014/main" id="{89602369-17B4-551A-BF18-7FE5858E1A5A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" name="pg1644">
                <a:extLst>
                  <a:ext uri="{FF2B5EF4-FFF2-40B4-BE49-F238E27FC236}">
                    <a16:creationId xmlns:a16="http://schemas.microsoft.com/office/drawing/2014/main" id="{8067F681-9779-C337-E15D-106CC04E506A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" name="pg1645">
                <a:extLst>
                  <a:ext uri="{FF2B5EF4-FFF2-40B4-BE49-F238E27FC236}">
                    <a16:creationId xmlns:a16="http://schemas.microsoft.com/office/drawing/2014/main" id="{03970106-9F25-D975-1D10-80DA004682F4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" name="pg1646">
                <a:extLst>
                  <a:ext uri="{FF2B5EF4-FFF2-40B4-BE49-F238E27FC236}">
                    <a16:creationId xmlns:a16="http://schemas.microsoft.com/office/drawing/2014/main" id="{A572C8A2-230E-579B-9E85-042B0AEF6004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" name="pg1647">
                <a:extLst>
                  <a:ext uri="{FF2B5EF4-FFF2-40B4-BE49-F238E27FC236}">
                    <a16:creationId xmlns:a16="http://schemas.microsoft.com/office/drawing/2014/main" id="{0AD86D98-CA5B-5F0B-E1B4-DD7FA6C45353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" name="pg1648">
                <a:extLst>
                  <a:ext uri="{FF2B5EF4-FFF2-40B4-BE49-F238E27FC236}">
                    <a16:creationId xmlns:a16="http://schemas.microsoft.com/office/drawing/2014/main" id="{D59F4FC7-2692-BBBD-23CD-7EA8B94C6FDE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" name="pg1649">
                <a:extLst>
                  <a:ext uri="{FF2B5EF4-FFF2-40B4-BE49-F238E27FC236}">
                    <a16:creationId xmlns:a16="http://schemas.microsoft.com/office/drawing/2014/main" id="{C3130BCC-1107-7485-E5FE-14376E379807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" name="pg1650">
                <a:extLst>
                  <a:ext uri="{FF2B5EF4-FFF2-40B4-BE49-F238E27FC236}">
                    <a16:creationId xmlns:a16="http://schemas.microsoft.com/office/drawing/2014/main" id="{BDD0B9B1-72AC-FBF0-9B95-85D16460B831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" name="pg1651">
                <a:extLst>
                  <a:ext uri="{FF2B5EF4-FFF2-40B4-BE49-F238E27FC236}">
                    <a16:creationId xmlns:a16="http://schemas.microsoft.com/office/drawing/2014/main" id="{0751FC4F-63B8-2E62-6CB6-31C10DCDFF59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" name="pg1652">
                <a:extLst>
                  <a:ext uri="{FF2B5EF4-FFF2-40B4-BE49-F238E27FC236}">
                    <a16:creationId xmlns:a16="http://schemas.microsoft.com/office/drawing/2014/main" id="{18947B4C-3942-8BF5-3194-E1BE602437EF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" name="pg1653">
                <a:extLst>
                  <a:ext uri="{FF2B5EF4-FFF2-40B4-BE49-F238E27FC236}">
                    <a16:creationId xmlns:a16="http://schemas.microsoft.com/office/drawing/2014/main" id="{E9FFA765-5837-B841-E6DB-D1DCF0C0CE5E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" name="pg1654">
                <a:extLst>
                  <a:ext uri="{FF2B5EF4-FFF2-40B4-BE49-F238E27FC236}">
                    <a16:creationId xmlns:a16="http://schemas.microsoft.com/office/drawing/2014/main" id="{38EF8F6D-09DA-CB49-9B04-0A478DE5EA4C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" name="pg1655">
                <a:extLst>
                  <a:ext uri="{FF2B5EF4-FFF2-40B4-BE49-F238E27FC236}">
                    <a16:creationId xmlns:a16="http://schemas.microsoft.com/office/drawing/2014/main" id="{F50594BD-2F71-C42F-791D-7CA073DAA1ED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" name="pg1656">
                <a:extLst>
                  <a:ext uri="{FF2B5EF4-FFF2-40B4-BE49-F238E27FC236}">
                    <a16:creationId xmlns:a16="http://schemas.microsoft.com/office/drawing/2014/main" id="{3BB089C9-6AA4-67D1-D966-24A80DA79D23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" name="pg1657">
                <a:extLst>
                  <a:ext uri="{FF2B5EF4-FFF2-40B4-BE49-F238E27FC236}">
                    <a16:creationId xmlns:a16="http://schemas.microsoft.com/office/drawing/2014/main" id="{8F955F6A-AB1A-CCBF-641B-9B0173743D92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" name="pg1658">
                <a:extLst>
                  <a:ext uri="{FF2B5EF4-FFF2-40B4-BE49-F238E27FC236}">
                    <a16:creationId xmlns:a16="http://schemas.microsoft.com/office/drawing/2014/main" id="{89C94930-AFAF-D284-D165-A2E40DC20E52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" name="pg1659">
                <a:extLst>
                  <a:ext uri="{FF2B5EF4-FFF2-40B4-BE49-F238E27FC236}">
                    <a16:creationId xmlns:a16="http://schemas.microsoft.com/office/drawing/2014/main" id="{F6C802F1-0C4D-C8B4-5E0C-4985FC36331F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" name="pg1660">
                <a:extLst>
                  <a:ext uri="{FF2B5EF4-FFF2-40B4-BE49-F238E27FC236}">
                    <a16:creationId xmlns:a16="http://schemas.microsoft.com/office/drawing/2014/main" id="{BA318A76-0D1B-3D61-E89E-F15D5A95D71E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" name="pg1661">
                <a:extLst>
                  <a:ext uri="{FF2B5EF4-FFF2-40B4-BE49-F238E27FC236}">
                    <a16:creationId xmlns:a16="http://schemas.microsoft.com/office/drawing/2014/main" id="{C92E44CE-ECA7-E327-9A96-3EAE486CC079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" name="pg1662">
                <a:extLst>
                  <a:ext uri="{FF2B5EF4-FFF2-40B4-BE49-F238E27FC236}">
                    <a16:creationId xmlns:a16="http://schemas.microsoft.com/office/drawing/2014/main" id="{C2330336-CCB0-E806-EB58-39B22927E4D9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" name="pg1663">
                <a:extLst>
                  <a:ext uri="{FF2B5EF4-FFF2-40B4-BE49-F238E27FC236}">
                    <a16:creationId xmlns:a16="http://schemas.microsoft.com/office/drawing/2014/main" id="{FCE97890-DAB7-B0A4-F97A-79C68A5E5AD3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" name="pg1664">
                <a:extLst>
                  <a:ext uri="{FF2B5EF4-FFF2-40B4-BE49-F238E27FC236}">
                    <a16:creationId xmlns:a16="http://schemas.microsoft.com/office/drawing/2014/main" id="{B73CFA32-BE48-6F09-0FC0-FE95CF1EDBB4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" name="pg1665">
                <a:extLst>
                  <a:ext uri="{FF2B5EF4-FFF2-40B4-BE49-F238E27FC236}">
                    <a16:creationId xmlns:a16="http://schemas.microsoft.com/office/drawing/2014/main" id="{37FE3581-81FF-55EF-FE86-5C89265BC5FF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" name="pg1666">
                <a:extLst>
                  <a:ext uri="{FF2B5EF4-FFF2-40B4-BE49-F238E27FC236}">
                    <a16:creationId xmlns:a16="http://schemas.microsoft.com/office/drawing/2014/main" id="{338A0E04-7C47-5DE7-87E0-2649DBCE6607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" name="pg1667">
                <a:extLst>
                  <a:ext uri="{FF2B5EF4-FFF2-40B4-BE49-F238E27FC236}">
                    <a16:creationId xmlns:a16="http://schemas.microsoft.com/office/drawing/2014/main" id="{9E669510-04A5-D0F9-B7E2-799EB6667A5C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" name="pg1668">
                <a:extLst>
                  <a:ext uri="{FF2B5EF4-FFF2-40B4-BE49-F238E27FC236}">
                    <a16:creationId xmlns:a16="http://schemas.microsoft.com/office/drawing/2014/main" id="{065A3B06-B012-254D-E222-0CD9871BFCC6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" name="pg1669">
                <a:extLst>
                  <a:ext uri="{FF2B5EF4-FFF2-40B4-BE49-F238E27FC236}">
                    <a16:creationId xmlns:a16="http://schemas.microsoft.com/office/drawing/2014/main" id="{F205BBB5-3625-4727-580E-16C265DC805F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" name="pg1670">
                <a:extLst>
                  <a:ext uri="{FF2B5EF4-FFF2-40B4-BE49-F238E27FC236}">
                    <a16:creationId xmlns:a16="http://schemas.microsoft.com/office/drawing/2014/main" id="{66900EC2-1CC5-894C-51CB-C4BD11E8C502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" name="pg1671">
                <a:extLst>
                  <a:ext uri="{FF2B5EF4-FFF2-40B4-BE49-F238E27FC236}">
                    <a16:creationId xmlns:a16="http://schemas.microsoft.com/office/drawing/2014/main" id="{EB151EC0-FA75-314A-61B9-7CC1BF09B1C8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" name="pg1672">
                <a:extLst>
                  <a:ext uri="{FF2B5EF4-FFF2-40B4-BE49-F238E27FC236}">
                    <a16:creationId xmlns:a16="http://schemas.microsoft.com/office/drawing/2014/main" id="{FC4C44BD-463C-C263-F69F-5CB9DA8F3D9E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" name="pg1673">
                <a:extLst>
                  <a:ext uri="{FF2B5EF4-FFF2-40B4-BE49-F238E27FC236}">
                    <a16:creationId xmlns:a16="http://schemas.microsoft.com/office/drawing/2014/main" id="{C5920FD7-22DD-6C45-1E23-E5DDA486CFBE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" name="pg1674">
                <a:extLst>
                  <a:ext uri="{FF2B5EF4-FFF2-40B4-BE49-F238E27FC236}">
                    <a16:creationId xmlns:a16="http://schemas.microsoft.com/office/drawing/2014/main" id="{A85CA99B-AF8D-4B96-3BF9-A9DB9A939C8C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" name="pg1675">
                <a:extLst>
                  <a:ext uri="{FF2B5EF4-FFF2-40B4-BE49-F238E27FC236}">
                    <a16:creationId xmlns:a16="http://schemas.microsoft.com/office/drawing/2014/main" id="{5363D918-FA8B-7E26-CFFA-64C277C0389D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" name="pg1676">
                <a:extLst>
                  <a:ext uri="{FF2B5EF4-FFF2-40B4-BE49-F238E27FC236}">
                    <a16:creationId xmlns:a16="http://schemas.microsoft.com/office/drawing/2014/main" id="{296D6116-DCFF-822F-3C70-D493985F46A0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" name="pg1677">
                <a:extLst>
                  <a:ext uri="{FF2B5EF4-FFF2-40B4-BE49-F238E27FC236}">
                    <a16:creationId xmlns:a16="http://schemas.microsoft.com/office/drawing/2014/main" id="{941134CA-E9F5-5C57-6375-CBD89A069886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" name="pg1678">
                <a:extLst>
                  <a:ext uri="{FF2B5EF4-FFF2-40B4-BE49-F238E27FC236}">
                    <a16:creationId xmlns:a16="http://schemas.microsoft.com/office/drawing/2014/main" id="{D7433689-2396-18B6-CE9D-7C2A7295C70F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" name="pg1679">
                <a:extLst>
                  <a:ext uri="{FF2B5EF4-FFF2-40B4-BE49-F238E27FC236}">
                    <a16:creationId xmlns:a16="http://schemas.microsoft.com/office/drawing/2014/main" id="{9D8BDB92-FA7E-8EC3-7E41-F3D806D028CA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" name="pg1680">
                <a:extLst>
                  <a:ext uri="{FF2B5EF4-FFF2-40B4-BE49-F238E27FC236}">
                    <a16:creationId xmlns:a16="http://schemas.microsoft.com/office/drawing/2014/main" id="{AAE1D9FA-22D8-DF12-E1AF-3CDA247CF5E8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" name="pg1681">
                <a:extLst>
                  <a:ext uri="{FF2B5EF4-FFF2-40B4-BE49-F238E27FC236}">
                    <a16:creationId xmlns:a16="http://schemas.microsoft.com/office/drawing/2014/main" id="{98DFFD49-4D3B-F6EC-FE82-19890AAC2130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" name="pg1682">
                <a:extLst>
                  <a:ext uri="{FF2B5EF4-FFF2-40B4-BE49-F238E27FC236}">
                    <a16:creationId xmlns:a16="http://schemas.microsoft.com/office/drawing/2014/main" id="{BD221B35-35D6-6022-D1E0-7A876D52E59A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" name="pg1683">
                <a:extLst>
                  <a:ext uri="{FF2B5EF4-FFF2-40B4-BE49-F238E27FC236}">
                    <a16:creationId xmlns:a16="http://schemas.microsoft.com/office/drawing/2014/main" id="{E67EE2E7-DE14-CAAF-24A7-30FA88E4D33D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" name="pg1684">
                <a:extLst>
                  <a:ext uri="{FF2B5EF4-FFF2-40B4-BE49-F238E27FC236}">
                    <a16:creationId xmlns:a16="http://schemas.microsoft.com/office/drawing/2014/main" id="{1A821063-E893-0A65-585C-47DAE416717E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" name="pg1685">
                <a:extLst>
                  <a:ext uri="{FF2B5EF4-FFF2-40B4-BE49-F238E27FC236}">
                    <a16:creationId xmlns:a16="http://schemas.microsoft.com/office/drawing/2014/main" id="{9680C33B-C5E9-59C3-2657-CAA3B5EB37D5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" name="pg1686">
                <a:extLst>
                  <a:ext uri="{FF2B5EF4-FFF2-40B4-BE49-F238E27FC236}">
                    <a16:creationId xmlns:a16="http://schemas.microsoft.com/office/drawing/2014/main" id="{400B3A54-8797-5995-83E3-CDC229741483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" name="pg1687">
                <a:extLst>
                  <a:ext uri="{FF2B5EF4-FFF2-40B4-BE49-F238E27FC236}">
                    <a16:creationId xmlns:a16="http://schemas.microsoft.com/office/drawing/2014/main" id="{55859E1F-5FC2-9192-6952-963E6BCD2B30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" name="pg1688">
                <a:extLst>
                  <a:ext uri="{FF2B5EF4-FFF2-40B4-BE49-F238E27FC236}">
                    <a16:creationId xmlns:a16="http://schemas.microsoft.com/office/drawing/2014/main" id="{584FECF9-3D12-D8CD-2481-0A7168F7267E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" name="pg1689">
                <a:extLst>
                  <a:ext uri="{FF2B5EF4-FFF2-40B4-BE49-F238E27FC236}">
                    <a16:creationId xmlns:a16="http://schemas.microsoft.com/office/drawing/2014/main" id="{6E66A89B-435C-F90A-64DF-4A8939FC9E4F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" name="pg1690">
                <a:extLst>
                  <a:ext uri="{FF2B5EF4-FFF2-40B4-BE49-F238E27FC236}">
                    <a16:creationId xmlns:a16="http://schemas.microsoft.com/office/drawing/2014/main" id="{B83CE2AB-26C4-E078-F1B4-06F5944DED65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" name="pg1691">
                <a:extLst>
                  <a:ext uri="{FF2B5EF4-FFF2-40B4-BE49-F238E27FC236}">
                    <a16:creationId xmlns:a16="http://schemas.microsoft.com/office/drawing/2014/main" id="{1A87BFFB-35B7-6AFA-099F-76E66D8378AF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" name="pg1692">
                <a:extLst>
                  <a:ext uri="{FF2B5EF4-FFF2-40B4-BE49-F238E27FC236}">
                    <a16:creationId xmlns:a16="http://schemas.microsoft.com/office/drawing/2014/main" id="{73F05DC1-499F-88DC-4274-9AE15A33B37D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" name="pg1693">
                <a:extLst>
                  <a:ext uri="{FF2B5EF4-FFF2-40B4-BE49-F238E27FC236}">
                    <a16:creationId xmlns:a16="http://schemas.microsoft.com/office/drawing/2014/main" id="{DB1ACA03-3BBE-B905-EC6E-76B97BD9ED2D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" name="pg1694">
                <a:extLst>
                  <a:ext uri="{FF2B5EF4-FFF2-40B4-BE49-F238E27FC236}">
                    <a16:creationId xmlns:a16="http://schemas.microsoft.com/office/drawing/2014/main" id="{0E5CC9A6-E1E2-76AF-3A81-790FD58192D1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" name="pg1695">
                <a:extLst>
                  <a:ext uri="{FF2B5EF4-FFF2-40B4-BE49-F238E27FC236}">
                    <a16:creationId xmlns:a16="http://schemas.microsoft.com/office/drawing/2014/main" id="{C1B78651-7D66-D33E-650B-C88B0CA656EA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" name="pg1696">
                <a:extLst>
                  <a:ext uri="{FF2B5EF4-FFF2-40B4-BE49-F238E27FC236}">
                    <a16:creationId xmlns:a16="http://schemas.microsoft.com/office/drawing/2014/main" id="{709223F9-6316-C066-CB30-9667ADE83BCF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" name="pg1697">
                <a:extLst>
                  <a:ext uri="{FF2B5EF4-FFF2-40B4-BE49-F238E27FC236}">
                    <a16:creationId xmlns:a16="http://schemas.microsoft.com/office/drawing/2014/main" id="{B7C9C1E6-3D9D-C056-6062-FE14A1FED968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" name="pg1698">
                <a:extLst>
                  <a:ext uri="{FF2B5EF4-FFF2-40B4-BE49-F238E27FC236}">
                    <a16:creationId xmlns:a16="http://schemas.microsoft.com/office/drawing/2014/main" id="{D434DEA1-D611-E335-FE79-B454F326E3F2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" name="pg1699">
                <a:extLst>
                  <a:ext uri="{FF2B5EF4-FFF2-40B4-BE49-F238E27FC236}">
                    <a16:creationId xmlns:a16="http://schemas.microsoft.com/office/drawing/2014/main" id="{086AE2EA-F01D-CC9B-7A49-186D040904E7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" name="pg1700">
                <a:extLst>
                  <a:ext uri="{FF2B5EF4-FFF2-40B4-BE49-F238E27FC236}">
                    <a16:creationId xmlns:a16="http://schemas.microsoft.com/office/drawing/2014/main" id="{F68CE510-4B0B-121D-8D66-B03E1D4B751D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" name="pg1701">
                <a:extLst>
                  <a:ext uri="{FF2B5EF4-FFF2-40B4-BE49-F238E27FC236}">
                    <a16:creationId xmlns:a16="http://schemas.microsoft.com/office/drawing/2014/main" id="{2579936A-9E60-3FFF-6C1D-6C844568C06E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" name="pg1702">
                <a:extLst>
                  <a:ext uri="{FF2B5EF4-FFF2-40B4-BE49-F238E27FC236}">
                    <a16:creationId xmlns:a16="http://schemas.microsoft.com/office/drawing/2014/main" id="{5F139637-D341-0AB3-E3CC-B1C086C17910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" name="pg1703">
                <a:extLst>
                  <a:ext uri="{FF2B5EF4-FFF2-40B4-BE49-F238E27FC236}">
                    <a16:creationId xmlns:a16="http://schemas.microsoft.com/office/drawing/2014/main" id="{94803D7B-EB54-A079-CD1B-633F10715324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" name="pg1704">
                <a:extLst>
                  <a:ext uri="{FF2B5EF4-FFF2-40B4-BE49-F238E27FC236}">
                    <a16:creationId xmlns:a16="http://schemas.microsoft.com/office/drawing/2014/main" id="{CB255EC7-3DA1-38D9-15AA-9C5D1A74AC8C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" name="pg1705">
                <a:extLst>
                  <a:ext uri="{FF2B5EF4-FFF2-40B4-BE49-F238E27FC236}">
                    <a16:creationId xmlns:a16="http://schemas.microsoft.com/office/drawing/2014/main" id="{9F1B1B8B-C2E4-8D0B-2FF3-D94B4F627B0D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" name="pg1706">
                <a:extLst>
                  <a:ext uri="{FF2B5EF4-FFF2-40B4-BE49-F238E27FC236}">
                    <a16:creationId xmlns:a16="http://schemas.microsoft.com/office/drawing/2014/main" id="{4202DE6C-D9BC-35C3-7E85-2E975DB11572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" name="pg1707">
                <a:extLst>
                  <a:ext uri="{FF2B5EF4-FFF2-40B4-BE49-F238E27FC236}">
                    <a16:creationId xmlns:a16="http://schemas.microsoft.com/office/drawing/2014/main" id="{FCF16B88-BAE1-A1FA-0545-4F3017DB9772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" name="pg1708">
                <a:extLst>
                  <a:ext uri="{FF2B5EF4-FFF2-40B4-BE49-F238E27FC236}">
                    <a16:creationId xmlns:a16="http://schemas.microsoft.com/office/drawing/2014/main" id="{44270833-BEF4-42DA-CE06-928049BAAEB9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" name="pg1709">
                <a:extLst>
                  <a:ext uri="{FF2B5EF4-FFF2-40B4-BE49-F238E27FC236}">
                    <a16:creationId xmlns:a16="http://schemas.microsoft.com/office/drawing/2014/main" id="{9451FC61-4A15-5859-0DDC-757BCE1FB5BF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" name="pg1710">
                <a:extLst>
                  <a:ext uri="{FF2B5EF4-FFF2-40B4-BE49-F238E27FC236}">
                    <a16:creationId xmlns:a16="http://schemas.microsoft.com/office/drawing/2014/main" id="{9B97D3DC-976F-211B-7D55-347FA3A199B6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" name="pg1711">
                <a:extLst>
                  <a:ext uri="{FF2B5EF4-FFF2-40B4-BE49-F238E27FC236}">
                    <a16:creationId xmlns:a16="http://schemas.microsoft.com/office/drawing/2014/main" id="{FB0FDD17-13C5-55A5-5563-C7DD3ED0BE7F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" name="pg1712">
                <a:extLst>
                  <a:ext uri="{FF2B5EF4-FFF2-40B4-BE49-F238E27FC236}">
                    <a16:creationId xmlns:a16="http://schemas.microsoft.com/office/drawing/2014/main" id="{88F1E725-EFDD-C03F-D567-148A1AC6212D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" name="pg1713">
                <a:extLst>
                  <a:ext uri="{FF2B5EF4-FFF2-40B4-BE49-F238E27FC236}">
                    <a16:creationId xmlns:a16="http://schemas.microsoft.com/office/drawing/2014/main" id="{05DB97CB-956D-548F-0CD2-5B40ADD5D2AA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" name="pg1714">
                <a:extLst>
                  <a:ext uri="{FF2B5EF4-FFF2-40B4-BE49-F238E27FC236}">
                    <a16:creationId xmlns:a16="http://schemas.microsoft.com/office/drawing/2014/main" id="{0CE41A6A-FA18-1580-4217-7D0FC11EA51B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" name="pg1715">
                <a:extLst>
                  <a:ext uri="{FF2B5EF4-FFF2-40B4-BE49-F238E27FC236}">
                    <a16:creationId xmlns:a16="http://schemas.microsoft.com/office/drawing/2014/main" id="{70FD2132-D600-21E9-9F89-7B02631C90B8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" name="pg1716">
                <a:extLst>
                  <a:ext uri="{FF2B5EF4-FFF2-40B4-BE49-F238E27FC236}">
                    <a16:creationId xmlns:a16="http://schemas.microsoft.com/office/drawing/2014/main" id="{F7A2032E-CB8A-3E24-DE76-6E2F6D88002A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" name="pg1717">
                <a:extLst>
                  <a:ext uri="{FF2B5EF4-FFF2-40B4-BE49-F238E27FC236}">
                    <a16:creationId xmlns:a16="http://schemas.microsoft.com/office/drawing/2014/main" id="{28CE0BE8-E419-AA52-5ADF-5D3C5F094377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" name="pg1718">
                <a:extLst>
                  <a:ext uri="{FF2B5EF4-FFF2-40B4-BE49-F238E27FC236}">
                    <a16:creationId xmlns:a16="http://schemas.microsoft.com/office/drawing/2014/main" id="{6F399F44-6EA7-F274-52D7-B01C9DCE34AA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" name="pg1719">
                <a:extLst>
                  <a:ext uri="{FF2B5EF4-FFF2-40B4-BE49-F238E27FC236}">
                    <a16:creationId xmlns:a16="http://schemas.microsoft.com/office/drawing/2014/main" id="{61494AF1-2F28-1423-1FD1-6C20211322D9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" name="pg1720">
                <a:extLst>
                  <a:ext uri="{FF2B5EF4-FFF2-40B4-BE49-F238E27FC236}">
                    <a16:creationId xmlns:a16="http://schemas.microsoft.com/office/drawing/2014/main" id="{7E931E30-080D-E449-D199-78E5C4E3D0F8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" name="pg1721">
                <a:extLst>
                  <a:ext uri="{FF2B5EF4-FFF2-40B4-BE49-F238E27FC236}">
                    <a16:creationId xmlns:a16="http://schemas.microsoft.com/office/drawing/2014/main" id="{667DED07-694E-FA26-8536-60806638B56A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" name="pg1722">
                <a:extLst>
                  <a:ext uri="{FF2B5EF4-FFF2-40B4-BE49-F238E27FC236}">
                    <a16:creationId xmlns:a16="http://schemas.microsoft.com/office/drawing/2014/main" id="{BC0807C1-A7FE-F682-3475-33450ECE712F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" name="pg1723">
                <a:extLst>
                  <a:ext uri="{FF2B5EF4-FFF2-40B4-BE49-F238E27FC236}">
                    <a16:creationId xmlns:a16="http://schemas.microsoft.com/office/drawing/2014/main" id="{FBA1BD4E-5669-E43C-D0D3-3EFEEFA3B42D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" name="pg1724">
                <a:extLst>
                  <a:ext uri="{FF2B5EF4-FFF2-40B4-BE49-F238E27FC236}">
                    <a16:creationId xmlns:a16="http://schemas.microsoft.com/office/drawing/2014/main" id="{BCDD6F3A-EBCF-1BEB-7F1B-8F9390BF4B00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" name="pg1725">
                <a:extLst>
                  <a:ext uri="{FF2B5EF4-FFF2-40B4-BE49-F238E27FC236}">
                    <a16:creationId xmlns:a16="http://schemas.microsoft.com/office/drawing/2014/main" id="{0A8696EB-D682-7820-4758-224584FFDB1F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" name="pg1726">
                <a:extLst>
                  <a:ext uri="{FF2B5EF4-FFF2-40B4-BE49-F238E27FC236}">
                    <a16:creationId xmlns:a16="http://schemas.microsoft.com/office/drawing/2014/main" id="{0FB55A36-6E7D-B6D7-3A93-0B06610CA9BA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" name="pg1727">
                <a:extLst>
                  <a:ext uri="{FF2B5EF4-FFF2-40B4-BE49-F238E27FC236}">
                    <a16:creationId xmlns:a16="http://schemas.microsoft.com/office/drawing/2014/main" id="{3DCEABF6-5B23-04FB-AAD7-B74631AD50D5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" name="pg1728">
                <a:extLst>
                  <a:ext uri="{FF2B5EF4-FFF2-40B4-BE49-F238E27FC236}">
                    <a16:creationId xmlns:a16="http://schemas.microsoft.com/office/drawing/2014/main" id="{08F1DA52-43D6-DD6D-E0F2-2667BB233528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" name="pg1729">
                <a:extLst>
                  <a:ext uri="{FF2B5EF4-FFF2-40B4-BE49-F238E27FC236}">
                    <a16:creationId xmlns:a16="http://schemas.microsoft.com/office/drawing/2014/main" id="{1B600AC8-532B-8F66-1020-854557AD3724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" name="pg1730">
                <a:extLst>
                  <a:ext uri="{FF2B5EF4-FFF2-40B4-BE49-F238E27FC236}">
                    <a16:creationId xmlns:a16="http://schemas.microsoft.com/office/drawing/2014/main" id="{52799479-1FFF-5F52-7397-A5B7176696AA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" name="pg1731">
                <a:extLst>
                  <a:ext uri="{FF2B5EF4-FFF2-40B4-BE49-F238E27FC236}">
                    <a16:creationId xmlns:a16="http://schemas.microsoft.com/office/drawing/2014/main" id="{CECAB69A-493F-2F44-E684-68EC349C720E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" name="pg1732">
                <a:extLst>
                  <a:ext uri="{FF2B5EF4-FFF2-40B4-BE49-F238E27FC236}">
                    <a16:creationId xmlns:a16="http://schemas.microsoft.com/office/drawing/2014/main" id="{E1BDEB29-12AC-7573-BC2F-C51CDC7FA829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" name="pg1733">
                <a:extLst>
                  <a:ext uri="{FF2B5EF4-FFF2-40B4-BE49-F238E27FC236}">
                    <a16:creationId xmlns:a16="http://schemas.microsoft.com/office/drawing/2014/main" id="{115D50D5-E3CC-B0BC-B277-C81FA8CF19DB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" name="pg1734">
                <a:extLst>
                  <a:ext uri="{FF2B5EF4-FFF2-40B4-BE49-F238E27FC236}">
                    <a16:creationId xmlns:a16="http://schemas.microsoft.com/office/drawing/2014/main" id="{3A3A7576-820E-5931-8B06-9E6924FC686E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" name="pg1735">
                <a:extLst>
                  <a:ext uri="{FF2B5EF4-FFF2-40B4-BE49-F238E27FC236}">
                    <a16:creationId xmlns:a16="http://schemas.microsoft.com/office/drawing/2014/main" id="{B3F2C329-B538-DE53-8DA4-22B72E19F4F3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" name="pg1736">
                <a:extLst>
                  <a:ext uri="{FF2B5EF4-FFF2-40B4-BE49-F238E27FC236}">
                    <a16:creationId xmlns:a16="http://schemas.microsoft.com/office/drawing/2014/main" id="{C50E9486-E6FC-7794-105F-AB9F51C9C171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" name="pg1737">
                <a:extLst>
                  <a:ext uri="{FF2B5EF4-FFF2-40B4-BE49-F238E27FC236}">
                    <a16:creationId xmlns:a16="http://schemas.microsoft.com/office/drawing/2014/main" id="{BBFB3597-5905-2372-1E92-45765F2667F9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" name="pg1738">
                <a:extLst>
                  <a:ext uri="{FF2B5EF4-FFF2-40B4-BE49-F238E27FC236}">
                    <a16:creationId xmlns:a16="http://schemas.microsoft.com/office/drawing/2014/main" id="{2255B664-4E8C-94AD-FDF5-5BD04264597A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" name="pg1739">
                <a:extLst>
                  <a:ext uri="{FF2B5EF4-FFF2-40B4-BE49-F238E27FC236}">
                    <a16:creationId xmlns:a16="http://schemas.microsoft.com/office/drawing/2014/main" id="{9956BCA9-7E18-ADDC-C6DA-EAFB32D08AFD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" name="pg1740">
                <a:extLst>
                  <a:ext uri="{FF2B5EF4-FFF2-40B4-BE49-F238E27FC236}">
                    <a16:creationId xmlns:a16="http://schemas.microsoft.com/office/drawing/2014/main" id="{8EB299F9-AAB4-4B25-9564-9824D983F640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" name="pg1741">
                <a:extLst>
                  <a:ext uri="{FF2B5EF4-FFF2-40B4-BE49-F238E27FC236}">
                    <a16:creationId xmlns:a16="http://schemas.microsoft.com/office/drawing/2014/main" id="{BE1E6A2B-D079-C4F6-CE6F-899C206BC275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" name="pg1742">
                <a:extLst>
                  <a:ext uri="{FF2B5EF4-FFF2-40B4-BE49-F238E27FC236}">
                    <a16:creationId xmlns:a16="http://schemas.microsoft.com/office/drawing/2014/main" id="{D977602C-ABFB-576E-CE41-A86E8D006A91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" name="pg1743">
                <a:extLst>
                  <a:ext uri="{FF2B5EF4-FFF2-40B4-BE49-F238E27FC236}">
                    <a16:creationId xmlns:a16="http://schemas.microsoft.com/office/drawing/2014/main" id="{CADF48F9-159A-C95F-2A9C-861AFEFB2912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" name="pg1744">
                <a:extLst>
                  <a:ext uri="{FF2B5EF4-FFF2-40B4-BE49-F238E27FC236}">
                    <a16:creationId xmlns:a16="http://schemas.microsoft.com/office/drawing/2014/main" id="{230228BF-CDB8-897B-8093-1D4EB5CCE222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" name="pg1745">
                <a:extLst>
                  <a:ext uri="{FF2B5EF4-FFF2-40B4-BE49-F238E27FC236}">
                    <a16:creationId xmlns:a16="http://schemas.microsoft.com/office/drawing/2014/main" id="{35B6504F-A68F-1E57-295A-3BC1BA27EE6C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" name="pg1746">
                <a:extLst>
                  <a:ext uri="{FF2B5EF4-FFF2-40B4-BE49-F238E27FC236}">
                    <a16:creationId xmlns:a16="http://schemas.microsoft.com/office/drawing/2014/main" id="{438F305B-21F5-C711-6D06-57C81E73BE4F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" name="pg1747">
                <a:extLst>
                  <a:ext uri="{FF2B5EF4-FFF2-40B4-BE49-F238E27FC236}">
                    <a16:creationId xmlns:a16="http://schemas.microsoft.com/office/drawing/2014/main" id="{3A5DB3E7-8E88-52B4-9A4E-587CE3319532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" name="pg1748">
                <a:extLst>
                  <a:ext uri="{FF2B5EF4-FFF2-40B4-BE49-F238E27FC236}">
                    <a16:creationId xmlns:a16="http://schemas.microsoft.com/office/drawing/2014/main" id="{F34E5803-C03B-9969-08B6-EDC58B7F0D26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" name="pg1749">
                <a:extLst>
                  <a:ext uri="{FF2B5EF4-FFF2-40B4-BE49-F238E27FC236}">
                    <a16:creationId xmlns:a16="http://schemas.microsoft.com/office/drawing/2014/main" id="{BF7ABCB3-1A0C-5024-B0CC-7E4197B3D567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" name="pg1750">
                <a:extLst>
                  <a:ext uri="{FF2B5EF4-FFF2-40B4-BE49-F238E27FC236}">
                    <a16:creationId xmlns:a16="http://schemas.microsoft.com/office/drawing/2014/main" id="{BF251B88-F910-B82D-5250-79DC472240CF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" name="pg1751">
                <a:extLst>
                  <a:ext uri="{FF2B5EF4-FFF2-40B4-BE49-F238E27FC236}">
                    <a16:creationId xmlns:a16="http://schemas.microsoft.com/office/drawing/2014/main" id="{3671374C-B488-1EF3-DFCD-8B16A085F173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" name="pg1752">
                <a:extLst>
                  <a:ext uri="{FF2B5EF4-FFF2-40B4-BE49-F238E27FC236}">
                    <a16:creationId xmlns:a16="http://schemas.microsoft.com/office/drawing/2014/main" id="{D0776286-EE9B-06EB-C7A0-B1E30B831391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" name="pg1753">
                <a:extLst>
                  <a:ext uri="{FF2B5EF4-FFF2-40B4-BE49-F238E27FC236}">
                    <a16:creationId xmlns:a16="http://schemas.microsoft.com/office/drawing/2014/main" id="{7A9DE7F5-1AFE-3A79-7866-05446C80B91A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" name="pg1754">
                <a:extLst>
                  <a:ext uri="{FF2B5EF4-FFF2-40B4-BE49-F238E27FC236}">
                    <a16:creationId xmlns:a16="http://schemas.microsoft.com/office/drawing/2014/main" id="{F48177C0-30D5-30C0-91CF-D1642FA07952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" name="pg1755">
                <a:extLst>
                  <a:ext uri="{FF2B5EF4-FFF2-40B4-BE49-F238E27FC236}">
                    <a16:creationId xmlns:a16="http://schemas.microsoft.com/office/drawing/2014/main" id="{90D83A21-9028-AF14-ABF3-5FAE7A0F4F8F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" name="pg1756">
                <a:extLst>
                  <a:ext uri="{FF2B5EF4-FFF2-40B4-BE49-F238E27FC236}">
                    <a16:creationId xmlns:a16="http://schemas.microsoft.com/office/drawing/2014/main" id="{1006BDFA-3B65-2405-435E-00FE5D0F49FD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" name="pg1757">
                <a:extLst>
                  <a:ext uri="{FF2B5EF4-FFF2-40B4-BE49-F238E27FC236}">
                    <a16:creationId xmlns:a16="http://schemas.microsoft.com/office/drawing/2014/main" id="{9F5039F7-808E-1324-63C8-6108B2270EB7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" name="pg1758">
                <a:extLst>
                  <a:ext uri="{FF2B5EF4-FFF2-40B4-BE49-F238E27FC236}">
                    <a16:creationId xmlns:a16="http://schemas.microsoft.com/office/drawing/2014/main" id="{002C557A-90FB-981D-82D8-47011F1E3679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" name="pg1759">
                <a:extLst>
                  <a:ext uri="{FF2B5EF4-FFF2-40B4-BE49-F238E27FC236}">
                    <a16:creationId xmlns:a16="http://schemas.microsoft.com/office/drawing/2014/main" id="{DF271747-9A9B-6D53-AF7A-E173DB41093F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" name="pg1760">
                <a:extLst>
                  <a:ext uri="{FF2B5EF4-FFF2-40B4-BE49-F238E27FC236}">
                    <a16:creationId xmlns:a16="http://schemas.microsoft.com/office/drawing/2014/main" id="{F7E76FD0-6DA9-8819-E3E8-51F639FCEC7B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" name="pg1761">
                <a:extLst>
                  <a:ext uri="{FF2B5EF4-FFF2-40B4-BE49-F238E27FC236}">
                    <a16:creationId xmlns:a16="http://schemas.microsoft.com/office/drawing/2014/main" id="{6F17E8E6-F0D0-57AF-D9ED-502834AEDBFD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" name="pg1762">
                <a:extLst>
                  <a:ext uri="{FF2B5EF4-FFF2-40B4-BE49-F238E27FC236}">
                    <a16:creationId xmlns:a16="http://schemas.microsoft.com/office/drawing/2014/main" id="{FB1CD534-DEE1-76CF-043F-EF758EAAC33B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" name="pg1763">
                <a:extLst>
                  <a:ext uri="{FF2B5EF4-FFF2-40B4-BE49-F238E27FC236}">
                    <a16:creationId xmlns:a16="http://schemas.microsoft.com/office/drawing/2014/main" id="{4C80F3FB-ADE4-BCA9-0B61-E500F38C1BD1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" name="pg1764">
                <a:extLst>
                  <a:ext uri="{FF2B5EF4-FFF2-40B4-BE49-F238E27FC236}">
                    <a16:creationId xmlns:a16="http://schemas.microsoft.com/office/drawing/2014/main" id="{F1B62DB3-9D5E-F1CC-1D12-4EFF1F712D55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" name="pg1765">
                <a:extLst>
                  <a:ext uri="{FF2B5EF4-FFF2-40B4-BE49-F238E27FC236}">
                    <a16:creationId xmlns:a16="http://schemas.microsoft.com/office/drawing/2014/main" id="{EAF42EE6-F5CE-BBA6-72CA-AD3C59635A3B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" name="pg1766">
                <a:extLst>
                  <a:ext uri="{FF2B5EF4-FFF2-40B4-BE49-F238E27FC236}">
                    <a16:creationId xmlns:a16="http://schemas.microsoft.com/office/drawing/2014/main" id="{A8D90BBE-5005-AF79-6F8B-B3E6FA2935BD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" name="pg1767">
                <a:extLst>
                  <a:ext uri="{FF2B5EF4-FFF2-40B4-BE49-F238E27FC236}">
                    <a16:creationId xmlns:a16="http://schemas.microsoft.com/office/drawing/2014/main" id="{1733B690-E6E1-2A94-C3B6-FFBD8B536CA5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" name="pg1768">
                <a:extLst>
                  <a:ext uri="{FF2B5EF4-FFF2-40B4-BE49-F238E27FC236}">
                    <a16:creationId xmlns:a16="http://schemas.microsoft.com/office/drawing/2014/main" id="{4E63A777-C22E-F72E-C36A-447D2BDF30AF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" name="pg1769">
                <a:extLst>
                  <a:ext uri="{FF2B5EF4-FFF2-40B4-BE49-F238E27FC236}">
                    <a16:creationId xmlns:a16="http://schemas.microsoft.com/office/drawing/2014/main" id="{1FCA7178-EFDF-CC6A-005B-4ED1F45476A1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" name="pg1770">
                <a:extLst>
                  <a:ext uri="{FF2B5EF4-FFF2-40B4-BE49-F238E27FC236}">
                    <a16:creationId xmlns:a16="http://schemas.microsoft.com/office/drawing/2014/main" id="{38B51C69-D0B4-AAE9-C549-7F5908202A5F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" name="pg1771">
                <a:extLst>
                  <a:ext uri="{FF2B5EF4-FFF2-40B4-BE49-F238E27FC236}">
                    <a16:creationId xmlns:a16="http://schemas.microsoft.com/office/drawing/2014/main" id="{0E887269-44E1-E365-C6DD-F5F5CD2B490B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" name="pg1772">
                <a:extLst>
                  <a:ext uri="{FF2B5EF4-FFF2-40B4-BE49-F238E27FC236}">
                    <a16:creationId xmlns:a16="http://schemas.microsoft.com/office/drawing/2014/main" id="{45046FF1-C83A-3FC5-997D-CA41DEDFE07D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" name="pg1773">
                <a:extLst>
                  <a:ext uri="{FF2B5EF4-FFF2-40B4-BE49-F238E27FC236}">
                    <a16:creationId xmlns:a16="http://schemas.microsoft.com/office/drawing/2014/main" id="{E80139F2-BCCE-950D-BFBD-FCC1275C792A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" name="pg1774">
                <a:extLst>
                  <a:ext uri="{FF2B5EF4-FFF2-40B4-BE49-F238E27FC236}">
                    <a16:creationId xmlns:a16="http://schemas.microsoft.com/office/drawing/2014/main" id="{F18625C7-C782-B45C-6CC5-1F6EB8CA9CE9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" name="pg1775">
                <a:extLst>
                  <a:ext uri="{FF2B5EF4-FFF2-40B4-BE49-F238E27FC236}">
                    <a16:creationId xmlns:a16="http://schemas.microsoft.com/office/drawing/2014/main" id="{11F0F062-3C42-014D-25DB-D8335BD8C649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" name="pg1776">
                <a:extLst>
                  <a:ext uri="{FF2B5EF4-FFF2-40B4-BE49-F238E27FC236}">
                    <a16:creationId xmlns:a16="http://schemas.microsoft.com/office/drawing/2014/main" id="{F7508EA0-56B4-9325-5639-6323196FC7CC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" name="pg1777">
                <a:extLst>
                  <a:ext uri="{FF2B5EF4-FFF2-40B4-BE49-F238E27FC236}">
                    <a16:creationId xmlns:a16="http://schemas.microsoft.com/office/drawing/2014/main" id="{BDC6BA14-712D-60BE-7244-1E390B5F5327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" name="pg1778">
                <a:extLst>
                  <a:ext uri="{FF2B5EF4-FFF2-40B4-BE49-F238E27FC236}">
                    <a16:creationId xmlns:a16="http://schemas.microsoft.com/office/drawing/2014/main" id="{83C694FF-AB8F-7A1F-BFCF-A7F5A503E326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" name="pg1779">
                <a:extLst>
                  <a:ext uri="{FF2B5EF4-FFF2-40B4-BE49-F238E27FC236}">
                    <a16:creationId xmlns:a16="http://schemas.microsoft.com/office/drawing/2014/main" id="{8A985BF6-45E7-0C4F-9F24-48F3CC47BD04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" name="pg1780">
                <a:extLst>
                  <a:ext uri="{FF2B5EF4-FFF2-40B4-BE49-F238E27FC236}">
                    <a16:creationId xmlns:a16="http://schemas.microsoft.com/office/drawing/2014/main" id="{19F3D1DC-CC82-98F3-5286-8A61D3738D09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" name="pg1781">
                <a:extLst>
                  <a:ext uri="{FF2B5EF4-FFF2-40B4-BE49-F238E27FC236}">
                    <a16:creationId xmlns:a16="http://schemas.microsoft.com/office/drawing/2014/main" id="{57D3A446-C1A8-A8B3-325C-3BFE77F4A4C3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" name="pg1782">
                <a:extLst>
                  <a:ext uri="{FF2B5EF4-FFF2-40B4-BE49-F238E27FC236}">
                    <a16:creationId xmlns:a16="http://schemas.microsoft.com/office/drawing/2014/main" id="{F33C16E2-FDB1-6396-6FA6-FCEDE25B4CAE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" name="pg1783">
                <a:extLst>
                  <a:ext uri="{FF2B5EF4-FFF2-40B4-BE49-F238E27FC236}">
                    <a16:creationId xmlns:a16="http://schemas.microsoft.com/office/drawing/2014/main" id="{631432B6-5683-CF44-B8BE-AA318889B265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" name="pg1784">
                <a:extLst>
                  <a:ext uri="{FF2B5EF4-FFF2-40B4-BE49-F238E27FC236}">
                    <a16:creationId xmlns:a16="http://schemas.microsoft.com/office/drawing/2014/main" id="{C060BFB8-CEE2-6B56-93C2-ABE6E666013D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" name="pg1785">
                <a:extLst>
                  <a:ext uri="{FF2B5EF4-FFF2-40B4-BE49-F238E27FC236}">
                    <a16:creationId xmlns:a16="http://schemas.microsoft.com/office/drawing/2014/main" id="{0B77D555-DE9A-ECBB-F2D2-2C97994D60D5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" name="pg1786">
                <a:extLst>
                  <a:ext uri="{FF2B5EF4-FFF2-40B4-BE49-F238E27FC236}">
                    <a16:creationId xmlns:a16="http://schemas.microsoft.com/office/drawing/2014/main" id="{EA63AAC4-E602-8BCF-1157-DA642FCC5A57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" name="pg1787">
                <a:extLst>
                  <a:ext uri="{FF2B5EF4-FFF2-40B4-BE49-F238E27FC236}">
                    <a16:creationId xmlns:a16="http://schemas.microsoft.com/office/drawing/2014/main" id="{22DE4EE2-523C-49E6-4F01-829D229432B0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" name="pg1788">
                <a:extLst>
                  <a:ext uri="{FF2B5EF4-FFF2-40B4-BE49-F238E27FC236}">
                    <a16:creationId xmlns:a16="http://schemas.microsoft.com/office/drawing/2014/main" id="{F8805118-6A2B-8484-86AC-834349F84450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" name="pg1789">
                <a:extLst>
                  <a:ext uri="{FF2B5EF4-FFF2-40B4-BE49-F238E27FC236}">
                    <a16:creationId xmlns:a16="http://schemas.microsoft.com/office/drawing/2014/main" id="{C7A246ED-8A22-4747-0E0D-7DF9FF81A4C5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" name="pg1790">
                <a:extLst>
                  <a:ext uri="{FF2B5EF4-FFF2-40B4-BE49-F238E27FC236}">
                    <a16:creationId xmlns:a16="http://schemas.microsoft.com/office/drawing/2014/main" id="{D581661C-3067-B1C6-A45F-72B50DA236BA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" name="pg1791">
                <a:extLst>
                  <a:ext uri="{FF2B5EF4-FFF2-40B4-BE49-F238E27FC236}">
                    <a16:creationId xmlns:a16="http://schemas.microsoft.com/office/drawing/2014/main" id="{83840EFB-30DA-58A7-297E-ECA4CE364D10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2" name="pg1792">
                <a:extLst>
                  <a:ext uri="{FF2B5EF4-FFF2-40B4-BE49-F238E27FC236}">
                    <a16:creationId xmlns:a16="http://schemas.microsoft.com/office/drawing/2014/main" id="{BBFBB32B-A17D-1381-4BC6-8E5A8105F68A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3" name="pg1793">
                <a:extLst>
                  <a:ext uri="{FF2B5EF4-FFF2-40B4-BE49-F238E27FC236}">
                    <a16:creationId xmlns:a16="http://schemas.microsoft.com/office/drawing/2014/main" id="{FD9B4D0C-E4A5-3EBD-07BE-4DE81CC2C7BB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" name="pg1794">
                <a:extLst>
                  <a:ext uri="{FF2B5EF4-FFF2-40B4-BE49-F238E27FC236}">
                    <a16:creationId xmlns:a16="http://schemas.microsoft.com/office/drawing/2014/main" id="{877C8684-4839-F38A-B352-27B6A1F06EED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5" name="pg1795">
                <a:extLst>
                  <a:ext uri="{FF2B5EF4-FFF2-40B4-BE49-F238E27FC236}">
                    <a16:creationId xmlns:a16="http://schemas.microsoft.com/office/drawing/2014/main" id="{8456E6B3-BB22-A5F9-4120-2893732917FB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6" name="pg1796">
                <a:extLst>
                  <a:ext uri="{FF2B5EF4-FFF2-40B4-BE49-F238E27FC236}">
                    <a16:creationId xmlns:a16="http://schemas.microsoft.com/office/drawing/2014/main" id="{37B54847-3EFD-21DF-AE08-EB1B30B9FCCD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7" name="pg1797">
                <a:extLst>
                  <a:ext uri="{FF2B5EF4-FFF2-40B4-BE49-F238E27FC236}">
                    <a16:creationId xmlns:a16="http://schemas.microsoft.com/office/drawing/2014/main" id="{D5FB55F4-1E38-7607-B0FF-84137CE38805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" name="pg1798">
                <a:extLst>
                  <a:ext uri="{FF2B5EF4-FFF2-40B4-BE49-F238E27FC236}">
                    <a16:creationId xmlns:a16="http://schemas.microsoft.com/office/drawing/2014/main" id="{326F9FC4-7E66-0E4E-EA5C-39E2FF084825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" name="pg1799">
                <a:extLst>
                  <a:ext uri="{FF2B5EF4-FFF2-40B4-BE49-F238E27FC236}">
                    <a16:creationId xmlns:a16="http://schemas.microsoft.com/office/drawing/2014/main" id="{1085EDF9-AEA6-9859-B73D-132174DCCC1E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" name="pg1800">
                <a:extLst>
                  <a:ext uri="{FF2B5EF4-FFF2-40B4-BE49-F238E27FC236}">
                    <a16:creationId xmlns:a16="http://schemas.microsoft.com/office/drawing/2014/main" id="{1535E516-0EE1-A836-F388-5231F425DB96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" name="pg1801">
                <a:extLst>
                  <a:ext uri="{FF2B5EF4-FFF2-40B4-BE49-F238E27FC236}">
                    <a16:creationId xmlns:a16="http://schemas.microsoft.com/office/drawing/2014/main" id="{A688FFEB-E62D-48BE-401F-C7F7BA9C155A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" name="pg1802">
                <a:extLst>
                  <a:ext uri="{FF2B5EF4-FFF2-40B4-BE49-F238E27FC236}">
                    <a16:creationId xmlns:a16="http://schemas.microsoft.com/office/drawing/2014/main" id="{081EA7C0-3E91-3FD8-31F3-E56251FAB97D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" name="pg1803">
                <a:extLst>
                  <a:ext uri="{FF2B5EF4-FFF2-40B4-BE49-F238E27FC236}">
                    <a16:creationId xmlns:a16="http://schemas.microsoft.com/office/drawing/2014/main" id="{E04AC945-24A2-A393-1092-662CD600E3CB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" name="pg1804">
                <a:extLst>
                  <a:ext uri="{FF2B5EF4-FFF2-40B4-BE49-F238E27FC236}">
                    <a16:creationId xmlns:a16="http://schemas.microsoft.com/office/drawing/2014/main" id="{1B5AF750-6B36-05D9-C303-151D5A1D30DE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" name="pg1805">
                <a:extLst>
                  <a:ext uri="{FF2B5EF4-FFF2-40B4-BE49-F238E27FC236}">
                    <a16:creationId xmlns:a16="http://schemas.microsoft.com/office/drawing/2014/main" id="{B6132A02-8B0C-AEDC-37F6-3A8E91329D7A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" name="pg1806">
                <a:extLst>
                  <a:ext uri="{FF2B5EF4-FFF2-40B4-BE49-F238E27FC236}">
                    <a16:creationId xmlns:a16="http://schemas.microsoft.com/office/drawing/2014/main" id="{AC320587-5AAB-FF2E-A028-BF04C06719FD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" name="pg1807">
                <a:extLst>
                  <a:ext uri="{FF2B5EF4-FFF2-40B4-BE49-F238E27FC236}">
                    <a16:creationId xmlns:a16="http://schemas.microsoft.com/office/drawing/2014/main" id="{EF5491AB-1283-373C-DE37-9303BA50750A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" name="pg1808">
                <a:extLst>
                  <a:ext uri="{FF2B5EF4-FFF2-40B4-BE49-F238E27FC236}">
                    <a16:creationId xmlns:a16="http://schemas.microsoft.com/office/drawing/2014/main" id="{76BB661F-C196-B178-AA48-A68B9A7034C8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" name="pg1809">
                <a:extLst>
                  <a:ext uri="{FF2B5EF4-FFF2-40B4-BE49-F238E27FC236}">
                    <a16:creationId xmlns:a16="http://schemas.microsoft.com/office/drawing/2014/main" id="{DACB009B-FBBF-7A83-78F9-163A1AEE8A35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" name="pg1810">
                <a:extLst>
                  <a:ext uri="{FF2B5EF4-FFF2-40B4-BE49-F238E27FC236}">
                    <a16:creationId xmlns:a16="http://schemas.microsoft.com/office/drawing/2014/main" id="{D8398169-7B0B-1499-7141-87A85B9585BD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" name="pg1811">
                <a:extLst>
                  <a:ext uri="{FF2B5EF4-FFF2-40B4-BE49-F238E27FC236}">
                    <a16:creationId xmlns:a16="http://schemas.microsoft.com/office/drawing/2014/main" id="{5B93ED0A-5FAB-E872-F6EE-6640E0AC2CA3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" name="pg1812">
                <a:extLst>
                  <a:ext uri="{FF2B5EF4-FFF2-40B4-BE49-F238E27FC236}">
                    <a16:creationId xmlns:a16="http://schemas.microsoft.com/office/drawing/2014/main" id="{D135E61D-E039-4D29-B30A-C235176D5BE9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" name="pg1813">
                <a:extLst>
                  <a:ext uri="{FF2B5EF4-FFF2-40B4-BE49-F238E27FC236}">
                    <a16:creationId xmlns:a16="http://schemas.microsoft.com/office/drawing/2014/main" id="{AE119AD3-760A-2EE8-3ED7-4A0E48CC5FBA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" name="pg1814">
                <a:extLst>
                  <a:ext uri="{FF2B5EF4-FFF2-40B4-BE49-F238E27FC236}">
                    <a16:creationId xmlns:a16="http://schemas.microsoft.com/office/drawing/2014/main" id="{20A4476E-B25E-E157-9F1D-7081C8C5EF96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" name="pg1815">
                <a:extLst>
                  <a:ext uri="{FF2B5EF4-FFF2-40B4-BE49-F238E27FC236}">
                    <a16:creationId xmlns:a16="http://schemas.microsoft.com/office/drawing/2014/main" id="{16F18C4A-F717-440F-25C3-4BB1B63C8AD3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" name="pg1816">
                <a:extLst>
                  <a:ext uri="{FF2B5EF4-FFF2-40B4-BE49-F238E27FC236}">
                    <a16:creationId xmlns:a16="http://schemas.microsoft.com/office/drawing/2014/main" id="{E4300416-8AD5-176F-C7EB-23DEAF6F5F78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" name="pg1817">
                <a:extLst>
                  <a:ext uri="{FF2B5EF4-FFF2-40B4-BE49-F238E27FC236}">
                    <a16:creationId xmlns:a16="http://schemas.microsoft.com/office/drawing/2014/main" id="{2D1C5CF2-F8E2-E3A5-1762-9BBFF8515639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" name="pg1818">
                <a:extLst>
                  <a:ext uri="{FF2B5EF4-FFF2-40B4-BE49-F238E27FC236}">
                    <a16:creationId xmlns:a16="http://schemas.microsoft.com/office/drawing/2014/main" id="{C81CDCAD-5B54-3CAE-3B8C-7D2E534A5005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" name="pg1819">
                <a:extLst>
                  <a:ext uri="{FF2B5EF4-FFF2-40B4-BE49-F238E27FC236}">
                    <a16:creationId xmlns:a16="http://schemas.microsoft.com/office/drawing/2014/main" id="{01DE8B27-91A7-588C-DCBD-4AE6557BECD6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" name="pg1820">
                <a:extLst>
                  <a:ext uri="{FF2B5EF4-FFF2-40B4-BE49-F238E27FC236}">
                    <a16:creationId xmlns:a16="http://schemas.microsoft.com/office/drawing/2014/main" id="{E8637926-4690-1865-151B-7EE0150EFDEC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" name="pg1821">
                <a:extLst>
                  <a:ext uri="{FF2B5EF4-FFF2-40B4-BE49-F238E27FC236}">
                    <a16:creationId xmlns:a16="http://schemas.microsoft.com/office/drawing/2014/main" id="{BE74C0AB-A6E5-912B-F244-B4A7639B6DC9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" name="pg1822">
                <a:extLst>
                  <a:ext uri="{FF2B5EF4-FFF2-40B4-BE49-F238E27FC236}">
                    <a16:creationId xmlns:a16="http://schemas.microsoft.com/office/drawing/2014/main" id="{E6145995-1664-5CF3-3D54-E7704F5270CF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" name="pg1823">
                <a:extLst>
                  <a:ext uri="{FF2B5EF4-FFF2-40B4-BE49-F238E27FC236}">
                    <a16:creationId xmlns:a16="http://schemas.microsoft.com/office/drawing/2014/main" id="{FC6A0D6C-75DA-8BB1-9A4E-5143482DFCC3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" name="pg1824">
                <a:extLst>
                  <a:ext uri="{FF2B5EF4-FFF2-40B4-BE49-F238E27FC236}">
                    <a16:creationId xmlns:a16="http://schemas.microsoft.com/office/drawing/2014/main" id="{0B839BE5-565E-A597-396F-8B8DC9BA0D42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" name="pg1825">
                <a:extLst>
                  <a:ext uri="{FF2B5EF4-FFF2-40B4-BE49-F238E27FC236}">
                    <a16:creationId xmlns:a16="http://schemas.microsoft.com/office/drawing/2014/main" id="{FA20E4E5-0A18-8F3F-CAC9-153CBEE00A15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" name="pg1826">
                <a:extLst>
                  <a:ext uri="{FF2B5EF4-FFF2-40B4-BE49-F238E27FC236}">
                    <a16:creationId xmlns:a16="http://schemas.microsoft.com/office/drawing/2014/main" id="{B53015D6-BDA8-6D0E-630D-28ED9DD32309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" name="pg1827">
                <a:extLst>
                  <a:ext uri="{FF2B5EF4-FFF2-40B4-BE49-F238E27FC236}">
                    <a16:creationId xmlns:a16="http://schemas.microsoft.com/office/drawing/2014/main" id="{A3571CD1-DB59-B762-6385-835C2A8ABBD2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" name="pg1828">
                <a:extLst>
                  <a:ext uri="{FF2B5EF4-FFF2-40B4-BE49-F238E27FC236}">
                    <a16:creationId xmlns:a16="http://schemas.microsoft.com/office/drawing/2014/main" id="{F39CC4C3-477D-86B3-7447-01C84AD1739F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" name="pg1829">
                <a:extLst>
                  <a:ext uri="{FF2B5EF4-FFF2-40B4-BE49-F238E27FC236}">
                    <a16:creationId xmlns:a16="http://schemas.microsoft.com/office/drawing/2014/main" id="{53D971D1-90A6-F0D0-0C27-B651DBA963A1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" name="pg1830">
                <a:extLst>
                  <a:ext uri="{FF2B5EF4-FFF2-40B4-BE49-F238E27FC236}">
                    <a16:creationId xmlns:a16="http://schemas.microsoft.com/office/drawing/2014/main" id="{C504B1C3-977C-E885-AD56-F9C4996FB9C9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" name="pg1831">
                <a:extLst>
                  <a:ext uri="{FF2B5EF4-FFF2-40B4-BE49-F238E27FC236}">
                    <a16:creationId xmlns:a16="http://schemas.microsoft.com/office/drawing/2014/main" id="{EB2E19BD-9CFA-B503-2544-E80E630C73BB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" name="pg1832">
                <a:extLst>
                  <a:ext uri="{FF2B5EF4-FFF2-40B4-BE49-F238E27FC236}">
                    <a16:creationId xmlns:a16="http://schemas.microsoft.com/office/drawing/2014/main" id="{773883BD-6828-10B7-DDDF-47012F178250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" name="pg1833">
                <a:extLst>
                  <a:ext uri="{FF2B5EF4-FFF2-40B4-BE49-F238E27FC236}">
                    <a16:creationId xmlns:a16="http://schemas.microsoft.com/office/drawing/2014/main" id="{9A25BE88-CC50-1DE9-8E3A-A72106A27199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" name="pg1834">
                <a:extLst>
                  <a:ext uri="{FF2B5EF4-FFF2-40B4-BE49-F238E27FC236}">
                    <a16:creationId xmlns:a16="http://schemas.microsoft.com/office/drawing/2014/main" id="{14EB98C6-64DA-020F-AF46-0575E3F2FABE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" name="pg1835">
                <a:extLst>
                  <a:ext uri="{FF2B5EF4-FFF2-40B4-BE49-F238E27FC236}">
                    <a16:creationId xmlns:a16="http://schemas.microsoft.com/office/drawing/2014/main" id="{FEA5867A-9EC6-2D2E-D734-654EB42923BC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" name="pg1836">
                <a:extLst>
                  <a:ext uri="{FF2B5EF4-FFF2-40B4-BE49-F238E27FC236}">
                    <a16:creationId xmlns:a16="http://schemas.microsoft.com/office/drawing/2014/main" id="{2543E1A9-674C-F2E2-308F-92973F3C2411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" name="pg1837">
                <a:extLst>
                  <a:ext uri="{FF2B5EF4-FFF2-40B4-BE49-F238E27FC236}">
                    <a16:creationId xmlns:a16="http://schemas.microsoft.com/office/drawing/2014/main" id="{13E69BFA-D6AD-F81A-348B-2E14A87FE6F0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" name="pg1838">
                <a:extLst>
                  <a:ext uri="{FF2B5EF4-FFF2-40B4-BE49-F238E27FC236}">
                    <a16:creationId xmlns:a16="http://schemas.microsoft.com/office/drawing/2014/main" id="{6F280456-938C-4886-8581-D25E0B26FA39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" name="pg1839">
                <a:extLst>
                  <a:ext uri="{FF2B5EF4-FFF2-40B4-BE49-F238E27FC236}">
                    <a16:creationId xmlns:a16="http://schemas.microsoft.com/office/drawing/2014/main" id="{4F3E1F44-C6B4-40CB-CC18-276BD3B2DAD5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" name="pg1840">
                <a:extLst>
                  <a:ext uri="{FF2B5EF4-FFF2-40B4-BE49-F238E27FC236}">
                    <a16:creationId xmlns:a16="http://schemas.microsoft.com/office/drawing/2014/main" id="{E32EC93B-9CC7-7281-001E-FD8CAFF12BE2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" name="pg1841">
                <a:extLst>
                  <a:ext uri="{FF2B5EF4-FFF2-40B4-BE49-F238E27FC236}">
                    <a16:creationId xmlns:a16="http://schemas.microsoft.com/office/drawing/2014/main" id="{D5BB8A32-08DB-D4B6-27E3-5865FDE4DD2D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" name="pg1842">
                <a:extLst>
                  <a:ext uri="{FF2B5EF4-FFF2-40B4-BE49-F238E27FC236}">
                    <a16:creationId xmlns:a16="http://schemas.microsoft.com/office/drawing/2014/main" id="{B35A9D1D-9455-9331-9D08-C4B4C69D0B08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" name="pg1843">
                <a:extLst>
                  <a:ext uri="{FF2B5EF4-FFF2-40B4-BE49-F238E27FC236}">
                    <a16:creationId xmlns:a16="http://schemas.microsoft.com/office/drawing/2014/main" id="{4703F8A8-F0FC-CB40-B4FA-64746A244DE6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" name="pg1844">
                <a:extLst>
                  <a:ext uri="{FF2B5EF4-FFF2-40B4-BE49-F238E27FC236}">
                    <a16:creationId xmlns:a16="http://schemas.microsoft.com/office/drawing/2014/main" id="{2D3F60B0-F09D-1FF4-1663-F059441733B6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" name="pg1845">
                <a:extLst>
                  <a:ext uri="{FF2B5EF4-FFF2-40B4-BE49-F238E27FC236}">
                    <a16:creationId xmlns:a16="http://schemas.microsoft.com/office/drawing/2014/main" id="{4CCFCDFA-83B7-A883-CDF9-0D715BF49FDA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" name="pg1846">
                <a:extLst>
                  <a:ext uri="{FF2B5EF4-FFF2-40B4-BE49-F238E27FC236}">
                    <a16:creationId xmlns:a16="http://schemas.microsoft.com/office/drawing/2014/main" id="{9DBBCD16-1499-4662-D980-824486DA610B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" name="pg1847">
                <a:extLst>
                  <a:ext uri="{FF2B5EF4-FFF2-40B4-BE49-F238E27FC236}">
                    <a16:creationId xmlns:a16="http://schemas.microsoft.com/office/drawing/2014/main" id="{AB578557-32F5-E3A6-1DE4-8B3BD3202ABA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" name="pg1848">
                <a:extLst>
                  <a:ext uri="{FF2B5EF4-FFF2-40B4-BE49-F238E27FC236}">
                    <a16:creationId xmlns:a16="http://schemas.microsoft.com/office/drawing/2014/main" id="{30BFBC16-044D-C978-26C9-371F71A81DD7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" name="pg1849">
                <a:extLst>
                  <a:ext uri="{FF2B5EF4-FFF2-40B4-BE49-F238E27FC236}">
                    <a16:creationId xmlns:a16="http://schemas.microsoft.com/office/drawing/2014/main" id="{41EFAC4A-72A7-6C79-1349-88FE9675F5AB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" name="pg1850">
                <a:extLst>
                  <a:ext uri="{FF2B5EF4-FFF2-40B4-BE49-F238E27FC236}">
                    <a16:creationId xmlns:a16="http://schemas.microsoft.com/office/drawing/2014/main" id="{D70E34FC-B342-E4A5-449E-C6524F61D78D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" name="pg1851">
                <a:extLst>
                  <a:ext uri="{FF2B5EF4-FFF2-40B4-BE49-F238E27FC236}">
                    <a16:creationId xmlns:a16="http://schemas.microsoft.com/office/drawing/2014/main" id="{F60E7E67-CA44-4557-6530-A0928D8CDB46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" name="pg1852">
                <a:extLst>
                  <a:ext uri="{FF2B5EF4-FFF2-40B4-BE49-F238E27FC236}">
                    <a16:creationId xmlns:a16="http://schemas.microsoft.com/office/drawing/2014/main" id="{003BA36E-0CE0-BCFC-7432-A69E31357DCD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" name="pg1853">
                <a:extLst>
                  <a:ext uri="{FF2B5EF4-FFF2-40B4-BE49-F238E27FC236}">
                    <a16:creationId xmlns:a16="http://schemas.microsoft.com/office/drawing/2014/main" id="{750A9A07-F938-FC83-6994-F1FF9D7577E5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" name="pg1854">
                <a:extLst>
                  <a:ext uri="{FF2B5EF4-FFF2-40B4-BE49-F238E27FC236}">
                    <a16:creationId xmlns:a16="http://schemas.microsoft.com/office/drawing/2014/main" id="{84FABB40-DBE4-0A51-38A6-9102BD6DA695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" name="pg1855">
                <a:extLst>
                  <a:ext uri="{FF2B5EF4-FFF2-40B4-BE49-F238E27FC236}">
                    <a16:creationId xmlns:a16="http://schemas.microsoft.com/office/drawing/2014/main" id="{D3C4DA9F-05BC-B350-98C3-F08AFE3B8642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" name="pg1856">
                <a:extLst>
                  <a:ext uri="{FF2B5EF4-FFF2-40B4-BE49-F238E27FC236}">
                    <a16:creationId xmlns:a16="http://schemas.microsoft.com/office/drawing/2014/main" id="{50B0355F-51E1-B7AB-3081-6C36F0BA799A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" name="pg1857">
                <a:extLst>
                  <a:ext uri="{FF2B5EF4-FFF2-40B4-BE49-F238E27FC236}">
                    <a16:creationId xmlns:a16="http://schemas.microsoft.com/office/drawing/2014/main" id="{1C861679-24EA-384D-E4BE-9893E07DCCAB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" name="pg1858">
                <a:extLst>
                  <a:ext uri="{FF2B5EF4-FFF2-40B4-BE49-F238E27FC236}">
                    <a16:creationId xmlns:a16="http://schemas.microsoft.com/office/drawing/2014/main" id="{478989B1-EDD1-BE56-4801-99E06314A55F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" name="pg1859">
                <a:extLst>
                  <a:ext uri="{FF2B5EF4-FFF2-40B4-BE49-F238E27FC236}">
                    <a16:creationId xmlns:a16="http://schemas.microsoft.com/office/drawing/2014/main" id="{E1055B83-60C4-CB75-83BA-40BC7BDEDC65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" name="pg1860">
                <a:extLst>
                  <a:ext uri="{FF2B5EF4-FFF2-40B4-BE49-F238E27FC236}">
                    <a16:creationId xmlns:a16="http://schemas.microsoft.com/office/drawing/2014/main" id="{7470DCE7-0B6C-43DA-D769-617A115F08D2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" name="pg1861">
                <a:extLst>
                  <a:ext uri="{FF2B5EF4-FFF2-40B4-BE49-F238E27FC236}">
                    <a16:creationId xmlns:a16="http://schemas.microsoft.com/office/drawing/2014/main" id="{74E71709-A17B-EFBC-1C7E-C08F95468B5F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" name="pg1862">
                <a:extLst>
                  <a:ext uri="{FF2B5EF4-FFF2-40B4-BE49-F238E27FC236}">
                    <a16:creationId xmlns:a16="http://schemas.microsoft.com/office/drawing/2014/main" id="{11AA37B3-31E1-DC38-4ECF-4C321751C7E9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" name="pg1863">
                <a:extLst>
                  <a:ext uri="{FF2B5EF4-FFF2-40B4-BE49-F238E27FC236}">
                    <a16:creationId xmlns:a16="http://schemas.microsoft.com/office/drawing/2014/main" id="{EECF5030-826A-585C-FDBE-2C92695655AA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" name="pg1864">
                <a:extLst>
                  <a:ext uri="{FF2B5EF4-FFF2-40B4-BE49-F238E27FC236}">
                    <a16:creationId xmlns:a16="http://schemas.microsoft.com/office/drawing/2014/main" id="{0008C686-AACF-94BE-D322-30236004F022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" name="pg1865">
                <a:extLst>
                  <a:ext uri="{FF2B5EF4-FFF2-40B4-BE49-F238E27FC236}">
                    <a16:creationId xmlns:a16="http://schemas.microsoft.com/office/drawing/2014/main" id="{9481A561-AD68-3F66-548E-42C24BEA52A0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" name="pg1866">
                <a:extLst>
                  <a:ext uri="{FF2B5EF4-FFF2-40B4-BE49-F238E27FC236}">
                    <a16:creationId xmlns:a16="http://schemas.microsoft.com/office/drawing/2014/main" id="{4DF79772-41CD-6004-9C58-07F0BB6ACB19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" name="pg1867">
                <a:extLst>
                  <a:ext uri="{FF2B5EF4-FFF2-40B4-BE49-F238E27FC236}">
                    <a16:creationId xmlns:a16="http://schemas.microsoft.com/office/drawing/2014/main" id="{02EDF1A6-97B3-11D5-B4E2-D8B9FA8E39C3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" name="pg1868">
                <a:extLst>
                  <a:ext uri="{FF2B5EF4-FFF2-40B4-BE49-F238E27FC236}">
                    <a16:creationId xmlns:a16="http://schemas.microsoft.com/office/drawing/2014/main" id="{0E70AAB2-5E4A-2125-D7CF-2EF340FF797B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" name="pg1869">
                <a:extLst>
                  <a:ext uri="{FF2B5EF4-FFF2-40B4-BE49-F238E27FC236}">
                    <a16:creationId xmlns:a16="http://schemas.microsoft.com/office/drawing/2014/main" id="{D4305D83-0C86-06B4-62E2-EDA78287E240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" name="pg1870">
                <a:extLst>
                  <a:ext uri="{FF2B5EF4-FFF2-40B4-BE49-F238E27FC236}">
                    <a16:creationId xmlns:a16="http://schemas.microsoft.com/office/drawing/2014/main" id="{64DB62D1-F12F-22AF-6D01-1352EB1C3D0E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" name="pg1871">
                <a:extLst>
                  <a:ext uri="{FF2B5EF4-FFF2-40B4-BE49-F238E27FC236}">
                    <a16:creationId xmlns:a16="http://schemas.microsoft.com/office/drawing/2014/main" id="{010388A6-52DA-0B26-C7C1-56F15564F1C8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" name="pg1872">
                <a:extLst>
                  <a:ext uri="{FF2B5EF4-FFF2-40B4-BE49-F238E27FC236}">
                    <a16:creationId xmlns:a16="http://schemas.microsoft.com/office/drawing/2014/main" id="{A7788263-2E9A-853B-C193-5A82C9FD0227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" name="pg1873">
                <a:extLst>
                  <a:ext uri="{FF2B5EF4-FFF2-40B4-BE49-F238E27FC236}">
                    <a16:creationId xmlns:a16="http://schemas.microsoft.com/office/drawing/2014/main" id="{CF3FF321-B132-BFC6-DC8B-B66947935E21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" name="pg1874">
                <a:extLst>
                  <a:ext uri="{FF2B5EF4-FFF2-40B4-BE49-F238E27FC236}">
                    <a16:creationId xmlns:a16="http://schemas.microsoft.com/office/drawing/2014/main" id="{57B6238B-948B-D469-966A-B0F0A1E306EC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" name="pg1875">
                <a:extLst>
                  <a:ext uri="{FF2B5EF4-FFF2-40B4-BE49-F238E27FC236}">
                    <a16:creationId xmlns:a16="http://schemas.microsoft.com/office/drawing/2014/main" id="{C2D43CA4-AB1B-AC09-A8C3-A3052166F51F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" name="pg1876">
                <a:extLst>
                  <a:ext uri="{FF2B5EF4-FFF2-40B4-BE49-F238E27FC236}">
                    <a16:creationId xmlns:a16="http://schemas.microsoft.com/office/drawing/2014/main" id="{4FC7242D-8A85-C3DC-BCB9-9EBAEBEC92BC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" name="pg1877">
                <a:extLst>
                  <a:ext uri="{FF2B5EF4-FFF2-40B4-BE49-F238E27FC236}">
                    <a16:creationId xmlns:a16="http://schemas.microsoft.com/office/drawing/2014/main" id="{36E5EB77-CBB1-4004-0922-21F54CB6A1B4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" name="pg1878">
                <a:extLst>
                  <a:ext uri="{FF2B5EF4-FFF2-40B4-BE49-F238E27FC236}">
                    <a16:creationId xmlns:a16="http://schemas.microsoft.com/office/drawing/2014/main" id="{B5F229A1-15B1-08A9-C398-262761C484BD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" name="pg1879">
                <a:extLst>
                  <a:ext uri="{FF2B5EF4-FFF2-40B4-BE49-F238E27FC236}">
                    <a16:creationId xmlns:a16="http://schemas.microsoft.com/office/drawing/2014/main" id="{0D469CBF-F60E-DC9C-1F7D-5978A6292D05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" name="pg1880">
                <a:extLst>
                  <a:ext uri="{FF2B5EF4-FFF2-40B4-BE49-F238E27FC236}">
                    <a16:creationId xmlns:a16="http://schemas.microsoft.com/office/drawing/2014/main" id="{6F7C69D1-FDD0-B94D-8951-360FEF2B1C8C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" name="pg1881">
                <a:extLst>
                  <a:ext uri="{FF2B5EF4-FFF2-40B4-BE49-F238E27FC236}">
                    <a16:creationId xmlns:a16="http://schemas.microsoft.com/office/drawing/2014/main" id="{4349B69E-12C4-3C8A-4059-429DAB335E5C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" name="pg1882">
                <a:extLst>
                  <a:ext uri="{FF2B5EF4-FFF2-40B4-BE49-F238E27FC236}">
                    <a16:creationId xmlns:a16="http://schemas.microsoft.com/office/drawing/2014/main" id="{B788C1B7-2EAC-DEA6-58DA-8B69DDCF1341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" name="pg1883">
                <a:extLst>
                  <a:ext uri="{FF2B5EF4-FFF2-40B4-BE49-F238E27FC236}">
                    <a16:creationId xmlns:a16="http://schemas.microsoft.com/office/drawing/2014/main" id="{C6DBA6FC-0C68-B14E-5EA0-7F30E36FBF04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" name="pg1884">
                <a:extLst>
                  <a:ext uri="{FF2B5EF4-FFF2-40B4-BE49-F238E27FC236}">
                    <a16:creationId xmlns:a16="http://schemas.microsoft.com/office/drawing/2014/main" id="{6688CF5E-4A78-6D7F-56B5-2579A49AFFFD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" name="pg1885">
                <a:extLst>
                  <a:ext uri="{FF2B5EF4-FFF2-40B4-BE49-F238E27FC236}">
                    <a16:creationId xmlns:a16="http://schemas.microsoft.com/office/drawing/2014/main" id="{87B6879A-84A0-032D-47CA-8D7D97C5E915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" name="pg1886">
                <a:extLst>
                  <a:ext uri="{FF2B5EF4-FFF2-40B4-BE49-F238E27FC236}">
                    <a16:creationId xmlns:a16="http://schemas.microsoft.com/office/drawing/2014/main" id="{55F134D5-617B-C99B-A682-6197240870A3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" name="pg1887">
                <a:extLst>
                  <a:ext uri="{FF2B5EF4-FFF2-40B4-BE49-F238E27FC236}">
                    <a16:creationId xmlns:a16="http://schemas.microsoft.com/office/drawing/2014/main" id="{E53D48EB-1A70-F277-9D15-7F6D23A90393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" name="pg1888">
                <a:extLst>
                  <a:ext uri="{FF2B5EF4-FFF2-40B4-BE49-F238E27FC236}">
                    <a16:creationId xmlns:a16="http://schemas.microsoft.com/office/drawing/2014/main" id="{5497EC9A-8CD0-BB42-E64B-ACD535BDD52A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" name="pg1889">
                <a:extLst>
                  <a:ext uri="{FF2B5EF4-FFF2-40B4-BE49-F238E27FC236}">
                    <a16:creationId xmlns:a16="http://schemas.microsoft.com/office/drawing/2014/main" id="{8823804E-737D-C17F-0E7B-83AE95D1F399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" name="pg1890">
                <a:extLst>
                  <a:ext uri="{FF2B5EF4-FFF2-40B4-BE49-F238E27FC236}">
                    <a16:creationId xmlns:a16="http://schemas.microsoft.com/office/drawing/2014/main" id="{E93DA67D-BC41-E9C0-8437-84AE1CFB0D6D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" name="pg1891">
                <a:extLst>
                  <a:ext uri="{FF2B5EF4-FFF2-40B4-BE49-F238E27FC236}">
                    <a16:creationId xmlns:a16="http://schemas.microsoft.com/office/drawing/2014/main" id="{44E12924-44D4-B9CC-D23C-F6123199A314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" name="pg1892">
                <a:extLst>
                  <a:ext uri="{FF2B5EF4-FFF2-40B4-BE49-F238E27FC236}">
                    <a16:creationId xmlns:a16="http://schemas.microsoft.com/office/drawing/2014/main" id="{C5A84ECB-D4AD-294D-BF76-336039947E0D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" name="pg1893">
                <a:extLst>
                  <a:ext uri="{FF2B5EF4-FFF2-40B4-BE49-F238E27FC236}">
                    <a16:creationId xmlns:a16="http://schemas.microsoft.com/office/drawing/2014/main" id="{3B6AA2D1-0B01-E14E-0490-635BF642CA6D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" name="pg1894">
                <a:extLst>
                  <a:ext uri="{FF2B5EF4-FFF2-40B4-BE49-F238E27FC236}">
                    <a16:creationId xmlns:a16="http://schemas.microsoft.com/office/drawing/2014/main" id="{BCE9A414-0438-0181-6B32-DB1F723A0561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" name="pg1895">
                <a:extLst>
                  <a:ext uri="{FF2B5EF4-FFF2-40B4-BE49-F238E27FC236}">
                    <a16:creationId xmlns:a16="http://schemas.microsoft.com/office/drawing/2014/main" id="{4719599E-1493-D725-FF11-4048F3ED513F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" name="pg1896">
                <a:extLst>
                  <a:ext uri="{FF2B5EF4-FFF2-40B4-BE49-F238E27FC236}">
                    <a16:creationId xmlns:a16="http://schemas.microsoft.com/office/drawing/2014/main" id="{36CBB578-4452-4440-106B-2C9B6D857658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" name="pg1897">
                <a:extLst>
                  <a:ext uri="{FF2B5EF4-FFF2-40B4-BE49-F238E27FC236}">
                    <a16:creationId xmlns:a16="http://schemas.microsoft.com/office/drawing/2014/main" id="{2ED88954-FEBC-2D09-4CCB-E91DC3DBE16B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" name="pg1898">
                <a:extLst>
                  <a:ext uri="{FF2B5EF4-FFF2-40B4-BE49-F238E27FC236}">
                    <a16:creationId xmlns:a16="http://schemas.microsoft.com/office/drawing/2014/main" id="{EC36FB98-1FF1-36A4-BE89-505D291D2FC1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" name="pg1899">
                <a:extLst>
                  <a:ext uri="{FF2B5EF4-FFF2-40B4-BE49-F238E27FC236}">
                    <a16:creationId xmlns:a16="http://schemas.microsoft.com/office/drawing/2014/main" id="{9B6C9BB8-A388-6261-2778-80DCCCC57749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" name="pg1900">
                <a:extLst>
                  <a:ext uri="{FF2B5EF4-FFF2-40B4-BE49-F238E27FC236}">
                    <a16:creationId xmlns:a16="http://schemas.microsoft.com/office/drawing/2014/main" id="{90279542-E9F8-E073-2E44-E34D309F41E0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" name="pg1901">
                <a:extLst>
                  <a:ext uri="{FF2B5EF4-FFF2-40B4-BE49-F238E27FC236}">
                    <a16:creationId xmlns:a16="http://schemas.microsoft.com/office/drawing/2014/main" id="{B9F08189-E23E-562F-307E-E3985F0A76DC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" name="pg1902">
                <a:extLst>
                  <a:ext uri="{FF2B5EF4-FFF2-40B4-BE49-F238E27FC236}">
                    <a16:creationId xmlns:a16="http://schemas.microsoft.com/office/drawing/2014/main" id="{BAF8A1AD-51AC-1E14-B44B-1F45FAE06E4C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" name="pg1903">
                <a:extLst>
                  <a:ext uri="{FF2B5EF4-FFF2-40B4-BE49-F238E27FC236}">
                    <a16:creationId xmlns:a16="http://schemas.microsoft.com/office/drawing/2014/main" id="{8ACD5F0A-065C-A551-E6EB-A33E1FA73897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" name="pg1904">
                <a:extLst>
                  <a:ext uri="{FF2B5EF4-FFF2-40B4-BE49-F238E27FC236}">
                    <a16:creationId xmlns:a16="http://schemas.microsoft.com/office/drawing/2014/main" id="{498AFB67-B769-D4AA-7F08-0E441ADC53E8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" name="pg1905">
                <a:extLst>
                  <a:ext uri="{FF2B5EF4-FFF2-40B4-BE49-F238E27FC236}">
                    <a16:creationId xmlns:a16="http://schemas.microsoft.com/office/drawing/2014/main" id="{0B563F37-75A9-F8BB-46A5-464D38CD97FA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" name="pg1906">
                <a:extLst>
                  <a:ext uri="{FF2B5EF4-FFF2-40B4-BE49-F238E27FC236}">
                    <a16:creationId xmlns:a16="http://schemas.microsoft.com/office/drawing/2014/main" id="{BB9FB73C-87BD-1C27-297E-739A61181ADC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" name="pg1907">
                <a:extLst>
                  <a:ext uri="{FF2B5EF4-FFF2-40B4-BE49-F238E27FC236}">
                    <a16:creationId xmlns:a16="http://schemas.microsoft.com/office/drawing/2014/main" id="{0BC1423E-63AA-EF64-D322-CFE6EF468730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" name="pg1908">
                <a:extLst>
                  <a:ext uri="{FF2B5EF4-FFF2-40B4-BE49-F238E27FC236}">
                    <a16:creationId xmlns:a16="http://schemas.microsoft.com/office/drawing/2014/main" id="{AE02371D-FE07-4219-B71A-29D7403F2200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" name="pg1909">
                <a:extLst>
                  <a:ext uri="{FF2B5EF4-FFF2-40B4-BE49-F238E27FC236}">
                    <a16:creationId xmlns:a16="http://schemas.microsoft.com/office/drawing/2014/main" id="{15D52B97-AAF7-B42D-B168-768EEDD9C7AE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" name="pg1910">
                <a:extLst>
                  <a:ext uri="{FF2B5EF4-FFF2-40B4-BE49-F238E27FC236}">
                    <a16:creationId xmlns:a16="http://schemas.microsoft.com/office/drawing/2014/main" id="{DB37508B-5813-DBD3-9C2D-265D911F5793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" name="pg1911">
                <a:extLst>
                  <a:ext uri="{FF2B5EF4-FFF2-40B4-BE49-F238E27FC236}">
                    <a16:creationId xmlns:a16="http://schemas.microsoft.com/office/drawing/2014/main" id="{55009905-75F7-7A5D-E565-A9430D967980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" name="pg1912">
                <a:extLst>
                  <a:ext uri="{FF2B5EF4-FFF2-40B4-BE49-F238E27FC236}">
                    <a16:creationId xmlns:a16="http://schemas.microsoft.com/office/drawing/2014/main" id="{CA7FDDC7-135D-CE85-0835-0C98AFEB5EA6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" name="pg1913">
                <a:extLst>
                  <a:ext uri="{FF2B5EF4-FFF2-40B4-BE49-F238E27FC236}">
                    <a16:creationId xmlns:a16="http://schemas.microsoft.com/office/drawing/2014/main" id="{1E5E5E8A-07EF-40FC-AE03-707B6B8130CF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" name="pg1914">
                <a:extLst>
                  <a:ext uri="{FF2B5EF4-FFF2-40B4-BE49-F238E27FC236}">
                    <a16:creationId xmlns:a16="http://schemas.microsoft.com/office/drawing/2014/main" id="{EF31C9D0-9826-537D-4327-4E7D392C8BA1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" name="pg1915">
                <a:extLst>
                  <a:ext uri="{FF2B5EF4-FFF2-40B4-BE49-F238E27FC236}">
                    <a16:creationId xmlns:a16="http://schemas.microsoft.com/office/drawing/2014/main" id="{3FDC1B5D-751E-54A7-7E86-FAACC992808F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" name="pg1916">
                <a:extLst>
                  <a:ext uri="{FF2B5EF4-FFF2-40B4-BE49-F238E27FC236}">
                    <a16:creationId xmlns:a16="http://schemas.microsoft.com/office/drawing/2014/main" id="{0A5FAB52-35C7-843B-142F-FC320799C64E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" name="pg1917">
                <a:extLst>
                  <a:ext uri="{FF2B5EF4-FFF2-40B4-BE49-F238E27FC236}">
                    <a16:creationId xmlns:a16="http://schemas.microsoft.com/office/drawing/2014/main" id="{282CE6A1-9DC7-65FA-2B6E-12141F13CEDB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" name="pg1918">
                <a:extLst>
                  <a:ext uri="{FF2B5EF4-FFF2-40B4-BE49-F238E27FC236}">
                    <a16:creationId xmlns:a16="http://schemas.microsoft.com/office/drawing/2014/main" id="{CE84CB13-157C-962B-0399-8AACC61B2BD0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" name="pg1919">
                <a:extLst>
                  <a:ext uri="{FF2B5EF4-FFF2-40B4-BE49-F238E27FC236}">
                    <a16:creationId xmlns:a16="http://schemas.microsoft.com/office/drawing/2014/main" id="{873E15F0-EBF0-B341-90DE-B36F9707D639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" name="pg1920">
                <a:extLst>
                  <a:ext uri="{FF2B5EF4-FFF2-40B4-BE49-F238E27FC236}">
                    <a16:creationId xmlns:a16="http://schemas.microsoft.com/office/drawing/2014/main" id="{264FE2AC-87DD-E7DD-6393-6271BDB65560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" name="pg1921">
                <a:extLst>
                  <a:ext uri="{FF2B5EF4-FFF2-40B4-BE49-F238E27FC236}">
                    <a16:creationId xmlns:a16="http://schemas.microsoft.com/office/drawing/2014/main" id="{DD762563-C365-E084-97DE-6FEC61EAD85C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" name="pg1922">
                <a:extLst>
                  <a:ext uri="{FF2B5EF4-FFF2-40B4-BE49-F238E27FC236}">
                    <a16:creationId xmlns:a16="http://schemas.microsoft.com/office/drawing/2014/main" id="{111AA1B6-073A-C567-AD99-0BF22B356A60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" name="pg1923">
                <a:extLst>
                  <a:ext uri="{FF2B5EF4-FFF2-40B4-BE49-F238E27FC236}">
                    <a16:creationId xmlns:a16="http://schemas.microsoft.com/office/drawing/2014/main" id="{4BC6B952-4717-8B30-30C9-9678734B0259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" name="pg1924">
                <a:extLst>
                  <a:ext uri="{FF2B5EF4-FFF2-40B4-BE49-F238E27FC236}">
                    <a16:creationId xmlns:a16="http://schemas.microsoft.com/office/drawing/2014/main" id="{679E52B8-3660-74E6-132D-A73A889D47E8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" name="pg1925">
                <a:extLst>
                  <a:ext uri="{FF2B5EF4-FFF2-40B4-BE49-F238E27FC236}">
                    <a16:creationId xmlns:a16="http://schemas.microsoft.com/office/drawing/2014/main" id="{E27D2263-3B7D-444A-7753-302DE3BE04FF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" name="pg1926">
                <a:extLst>
                  <a:ext uri="{FF2B5EF4-FFF2-40B4-BE49-F238E27FC236}">
                    <a16:creationId xmlns:a16="http://schemas.microsoft.com/office/drawing/2014/main" id="{51761C81-84D2-6B84-B1AF-9220B3ACE258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" name="pg1927">
                <a:extLst>
                  <a:ext uri="{FF2B5EF4-FFF2-40B4-BE49-F238E27FC236}">
                    <a16:creationId xmlns:a16="http://schemas.microsoft.com/office/drawing/2014/main" id="{5326B064-5FD3-C7FF-74E2-97D7FAF92EFE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" name="pg1928">
                <a:extLst>
                  <a:ext uri="{FF2B5EF4-FFF2-40B4-BE49-F238E27FC236}">
                    <a16:creationId xmlns:a16="http://schemas.microsoft.com/office/drawing/2014/main" id="{686707A0-D448-445F-7115-3FA3B1791B6A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" name="pg1929">
                <a:extLst>
                  <a:ext uri="{FF2B5EF4-FFF2-40B4-BE49-F238E27FC236}">
                    <a16:creationId xmlns:a16="http://schemas.microsoft.com/office/drawing/2014/main" id="{B43BDF9B-5637-F216-B5F2-1DF5C3419849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" name="pg1930">
                <a:extLst>
                  <a:ext uri="{FF2B5EF4-FFF2-40B4-BE49-F238E27FC236}">
                    <a16:creationId xmlns:a16="http://schemas.microsoft.com/office/drawing/2014/main" id="{BA19D56D-AAFE-3EE5-2BAD-4C75030D2C1E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" name="pg1931">
                <a:extLst>
                  <a:ext uri="{FF2B5EF4-FFF2-40B4-BE49-F238E27FC236}">
                    <a16:creationId xmlns:a16="http://schemas.microsoft.com/office/drawing/2014/main" id="{32384A7C-2114-BD01-20E4-D1ACDA460AEC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" name="pg1932">
                <a:extLst>
                  <a:ext uri="{FF2B5EF4-FFF2-40B4-BE49-F238E27FC236}">
                    <a16:creationId xmlns:a16="http://schemas.microsoft.com/office/drawing/2014/main" id="{0D84B51C-F561-2B28-185A-7AEDD63D93C2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" name="pg1933">
                <a:extLst>
                  <a:ext uri="{FF2B5EF4-FFF2-40B4-BE49-F238E27FC236}">
                    <a16:creationId xmlns:a16="http://schemas.microsoft.com/office/drawing/2014/main" id="{EE345CAD-6037-920B-8C74-222FA81E0FB7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" name="pg1934">
                <a:extLst>
                  <a:ext uri="{FF2B5EF4-FFF2-40B4-BE49-F238E27FC236}">
                    <a16:creationId xmlns:a16="http://schemas.microsoft.com/office/drawing/2014/main" id="{40779125-05C5-69D4-42F4-54215AEA2155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5" name="pg1935">
                <a:extLst>
                  <a:ext uri="{FF2B5EF4-FFF2-40B4-BE49-F238E27FC236}">
                    <a16:creationId xmlns:a16="http://schemas.microsoft.com/office/drawing/2014/main" id="{F99CCE33-25A7-1283-4F31-3D3AA36E4958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6" name="pg1936">
                <a:extLst>
                  <a:ext uri="{FF2B5EF4-FFF2-40B4-BE49-F238E27FC236}">
                    <a16:creationId xmlns:a16="http://schemas.microsoft.com/office/drawing/2014/main" id="{99DDB8A7-18D4-A824-5CD2-329CE7E85F9E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7" name="pg1937">
                <a:extLst>
                  <a:ext uri="{FF2B5EF4-FFF2-40B4-BE49-F238E27FC236}">
                    <a16:creationId xmlns:a16="http://schemas.microsoft.com/office/drawing/2014/main" id="{630E52F8-83B8-BC88-3B2B-628722185FAB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8" name="pg1938">
                <a:extLst>
                  <a:ext uri="{FF2B5EF4-FFF2-40B4-BE49-F238E27FC236}">
                    <a16:creationId xmlns:a16="http://schemas.microsoft.com/office/drawing/2014/main" id="{CB2FB57D-DE35-B775-7469-67573BF3AFEA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9" name="pg1939">
                <a:extLst>
                  <a:ext uri="{FF2B5EF4-FFF2-40B4-BE49-F238E27FC236}">
                    <a16:creationId xmlns:a16="http://schemas.microsoft.com/office/drawing/2014/main" id="{98902FE1-53D4-4242-8162-DF129B7BFC58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0" name="pg1940">
                <a:extLst>
                  <a:ext uri="{FF2B5EF4-FFF2-40B4-BE49-F238E27FC236}">
                    <a16:creationId xmlns:a16="http://schemas.microsoft.com/office/drawing/2014/main" id="{BD12454C-0672-AC59-6474-FF6A1F25E4D9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1" name="pg1941">
                <a:extLst>
                  <a:ext uri="{FF2B5EF4-FFF2-40B4-BE49-F238E27FC236}">
                    <a16:creationId xmlns:a16="http://schemas.microsoft.com/office/drawing/2014/main" id="{95F40F0B-660B-92EB-E8ED-AE12A8355E8C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2" name="pg1942">
                <a:extLst>
                  <a:ext uri="{FF2B5EF4-FFF2-40B4-BE49-F238E27FC236}">
                    <a16:creationId xmlns:a16="http://schemas.microsoft.com/office/drawing/2014/main" id="{90A25256-9EA1-C065-CE7C-7FE015874CBA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3" name="pg1943">
                <a:extLst>
                  <a:ext uri="{FF2B5EF4-FFF2-40B4-BE49-F238E27FC236}">
                    <a16:creationId xmlns:a16="http://schemas.microsoft.com/office/drawing/2014/main" id="{A8AE38D0-A4C5-882B-D896-F686246754E5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4" name="pg1944">
                <a:extLst>
                  <a:ext uri="{FF2B5EF4-FFF2-40B4-BE49-F238E27FC236}">
                    <a16:creationId xmlns:a16="http://schemas.microsoft.com/office/drawing/2014/main" id="{EB6010CA-95BD-0E0F-7848-66F9FD9C7B76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5" name="pg1945">
                <a:extLst>
                  <a:ext uri="{FF2B5EF4-FFF2-40B4-BE49-F238E27FC236}">
                    <a16:creationId xmlns:a16="http://schemas.microsoft.com/office/drawing/2014/main" id="{29CD713A-F38C-9CF1-86B2-B101CDA19FB1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6" name="pg1946">
                <a:extLst>
                  <a:ext uri="{FF2B5EF4-FFF2-40B4-BE49-F238E27FC236}">
                    <a16:creationId xmlns:a16="http://schemas.microsoft.com/office/drawing/2014/main" id="{DCCA28B3-A543-C339-4A12-42274ACF5BD1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7" name="pg1947">
                <a:extLst>
                  <a:ext uri="{FF2B5EF4-FFF2-40B4-BE49-F238E27FC236}">
                    <a16:creationId xmlns:a16="http://schemas.microsoft.com/office/drawing/2014/main" id="{9EACCABB-AEB8-C841-E601-1C548F806F49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8" name="pg1948">
                <a:extLst>
                  <a:ext uri="{FF2B5EF4-FFF2-40B4-BE49-F238E27FC236}">
                    <a16:creationId xmlns:a16="http://schemas.microsoft.com/office/drawing/2014/main" id="{ADE321D8-567C-3C57-9E4E-8C52E35BC956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9" name="pg1949">
                <a:extLst>
                  <a:ext uri="{FF2B5EF4-FFF2-40B4-BE49-F238E27FC236}">
                    <a16:creationId xmlns:a16="http://schemas.microsoft.com/office/drawing/2014/main" id="{320AA343-4446-EEF7-0B4C-A8F3E474BF14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0" name="pg1950">
                <a:extLst>
                  <a:ext uri="{FF2B5EF4-FFF2-40B4-BE49-F238E27FC236}">
                    <a16:creationId xmlns:a16="http://schemas.microsoft.com/office/drawing/2014/main" id="{29583E98-1A95-FC6B-CD7A-03C2A78FA12A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1" name="pg1951">
                <a:extLst>
                  <a:ext uri="{FF2B5EF4-FFF2-40B4-BE49-F238E27FC236}">
                    <a16:creationId xmlns:a16="http://schemas.microsoft.com/office/drawing/2014/main" id="{EA562F36-2A38-C0C6-BCA8-3FAAE4ACA8D2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2" name="pg1952">
                <a:extLst>
                  <a:ext uri="{FF2B5EF4-FFF2-40B4-BE49-F238E27FC236}">
                    <a16:creationId xmlns:a16="http://schemas.microsoft.com/office/drawing/2014/main" id="{89A5FE7B-FC56-5BAF-5447-44D9D584986D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3" name="pg1953">
                <a:extLst>
                  <a:ext uri="{FF2B5EF4-FFF2-40B4-BE49-F238E27FC236}">
                    <a16:creationId xmlns:a16="http://schemas.microsoft.com/office/drawing/2014/main" id="{5DAB80A0-550A-D56E-A372-DA05F200ADB8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4" name="pg1954">
                <a:extLst>
                  <a:ext uri="{FF2B5EF4-FFF2-40B4-BE49-F238E27FC236}">
                    <a16:creationId xmlns:a16="http://schemas.microsoft.com/office/drawing/2014/main" id="{58C91768-9D48-9CB2-4884-7E2797186BD8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" name="pg1955">
                <a:extLst>
                  <a:ext uri="{FF2B5EF4-FFF2-40B4-BE49-F238E27FC236}">
                    <a16:creationId xmlns:a16="http://schemas.microsoft.com/office/drawing/2014/main" id="{9733C2BA-6237-33E6-6681-B227462C10C0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" name="pg1956">
                <a:extLst>
                  <a:ext uri="{FF2B5EF4-FFF2-40B4-BE49-F238E27FC236}">
                    <a16:creationId xmlns:a16="http://schemas.microsoft.com/office/drawing/2014/main" id="{2741EFDD-A560-38CD-5411-A5F959F6A82F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" name="pg1957">
                <a:extLst>
                  <a:ext uri="{FF2B5EF4-FFF2-40B4-BE49-F238E27FC236}">
                    <a16:creationId xmlns:a16="http://schemas.microsoft.com/office/drawing/2014/main" id="{95C929BB-7E53-2A57-BA1A-D19BF0E07767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" name="pg1958">
                <a:extLst>
                  <a:ext uri="{FF2B5EF4-FFF2-40B4-BE49-F238E27FC236}">
                    <a16:creationId xmlns:a16="http://schemas.microsoft.com/office/drawing/2014/main" id="{25F6E5BE-BE50-221C-69BD-D77FFBC989B3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" name="pg1959">
                <a:extLst>
                  <a:ext uri="{FF2B5EF4-FFF2-40B4-BE49-F238E27FC236}">
                    <a16:creationId xmlns:a16="http://schemas.microsoft.com/office/drawing/2014/main" id="{387349A3-760F-AEE7-0804-033A33DE08D2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" name="pg1960">
                <a:extLst>
                  <a:ext uri="{FF2B5EF4-FFF2-40B4-BE49-F238E27FC236}">
                    <a16:creationId xmlns:a16="http://schemas.microsoft.com/office/drawing/2014/main" id="{EE0E5269-05D7-AB2A-49EC-1126296A3BCD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" name="pg1961">
                <a:extLst>
                  <a:ext uri="{FF2B5EF4-FFF2-40B4-BE49-F238E27FC236}">
                    <a16:creationId xmlns:a16="http://schemas.microsoft.com/office/drawing/2014/main" id="{8C2369A3-56F1-9040-DC10-0FA104A7DC3A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" name="pg1962">
                <a:extLst>
                  <a:ext uri="{FF2B5EF4-FFF2-40B4-BE49-F238E27FC236}">
                    <a16:creationId xmlns:a16="http://schemas.microsoft.com/office/drawing/2014/main" id="{2EF33BFE-A592-F134-5B9F-03488D6A875B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" name="pg1963">
                <a:extLst>
                  <a:ext uri="{FF2B5EF4-FFF2-40B4-BE49-F238E27FC236}">
                    <a16:creationId xmlns:a16="http://schemas.microsoft.com/office/drawing/2014/main" id="{A13A7907-7013-0E79-FEBE-ABBD7A0E0A06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" name="pg1964">
                <a:extLst>
                  <a:ext uri="{FF2B5EF4-FFF2-40B4-BE49-F238E27FC236}">
                    <a16:creationId xmlns:a16="http://schemas.microsoft.com/office/drawing/2014/main" id="{E0505415-FC2E-1980-176B-406EDC95C093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" name="pg1965">
                <a:extLst>
                  <a:ext uri="{FF2B5EF4-FFF2-40B4-BE49-F238E27FC236}">
                    <a16:creationId xmlns:a16="http://schemas.microsoft.com/office/drawing/2014/main" id="{683DDFBA-D342-C703-16E1-80C7EE8637CC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" name="pg1966">
                <a:extLst>
                  <a:ext uri="{FF2B5EF4-FFF2-40B4-BE49-F238E27FC236}">
                    <a16:creationId xmlns:a16="http://schemas.microsoft.com/office/drawing/2014/main" id="{A7F51638-0737-8CAB-D406-19EB0E0FF350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" name="pg1967">
                <a:extLst>
                  <a:ext uri="{FF2B5EF4-FFF2-40B4-BE49-F238E27FC236}">
                    <a16:creationId xmlns:a16="http://schemas.microsoft.com/office/drawing/2014/main" id="{5FCBBFA3-8086-8B4A-C796-44208D03C7F4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" name="pg1968">
                <a:extLst>
                  <a:ext uri="{FF2B5EF4-FFF2-40B4-BE49-F238E27FC236}">
                    <a16:creationId xmlns:a16="http://schemas.microsoft.com/office/drawing/2014/main" id="{B16D1F13-1266-E2FD-D1F0-B287993AE940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" name="pg1969">
                <a:extLst>
                  <a:ext uri="{FF2B5EF4-FFF2-40B4-BE49-F238E27FC236}">
                    <a16:creationId xmlns:a16="http://schemas.microsoft.com/office/drawing/2014/main" id="{5E5A3BF8-65F8-0F4A-03F3-8A7A74CFB480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" name="pg1970">
                <a:extLst>
                  <a:ext uri="{FF2B5EF4-FFF2-40B4-BE49-F238E27FC236}">
                    <a16:creationId xmlns:a16="http://schemas.microsoft.com/office/drawing/2014/main" id="{58E89C3A-EF7A-7C7F-A6E1-35461EF035F3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" name="pg1971">
                <a:extLst>
                  <a:ext uri="{FF2B5EF4-FFF2-40B4-BE49-F238E27FC236}">
                    <a16:creationId xmlns:a16="http://schemas.microsoft.com/office/drawing/2014/main" id="{150EC62D-6969-47D2-48F1-62ACDA909759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" name="pg1972">
                <a:extLst>
                  <a:ext uri="{FF2B5EF4-FFF2-40B4-BE49-F238E27FC236}">
                    <a16:creationId xmlns:a16="http://schemas.microsoft.com/office/drawing/2014/main" id="{BA61622B-EC14-4075-7AB1-2F8F61511584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" name="pg1973">
                <a:extLst>
                  <a:ext uri="{FF2B5EF4-FFF2-40B4-BE49-F238E27FC236}">
                    <a16:creationId xmlns:a16="http://schemas.microsoft.com/office/drawing/2014/main" id="{25AA32FA-1E08-93E2-15E9-0D6CE3E3F48B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" name="pg1974">
                <a:extLst>
                  <a:ext uri="{FF2B5EF4-FFF2-40B4-BE49-F238E27FC236}">
                    <a16:creationId xmlns:a16="http://schemas.microsoft.com/office/drawing/2014/main" id="{1E79EC2C-7C02-57C5-8CFE-EC4A92E9CA68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" name="pg1975">
                <a:extLst>
                  <a:ext uri="{FF2B5EF4-FFF2-40B4-BE49-F238E27FC236}">
                    <a16:creationId xmlns:a16="http://schemas.microsoft.com/office/drawing/2014/main" id="{15FAC4F4-68DB-B83F-501F-AE2C0220BB18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" name="pg1976">
                <a:extLst>
                  <a:ext uri="{FF2B5EF4-FFF2-40B4-BE49-F238E27FC236}">
                    <a16:creationId xmlns:a16="http://schemas.microsoft.com/office/drawing/2014/main" id="{8BF09B3E-A57E-808A-57E1-B3673A2261A1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" name="pg1977">
                <a:extLst>
                  <a:ext uri="{FF2B5EF4-FFF2-40B4-BE49-F238E27FC236}">
                    <a16:creationId xmlns:a16="http://schemas.microsoft.com/office/drawing/2014/main" id="{342886A9-9424-D782-6FED-2BBE11FE84F8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" name="pg1978">
                <a:extLst>
                  <a:ext uri="{FF2B5EF4-FFF2-40B4-BE49-F238E27FC236}">
                    <a16:creationId xmlns:a16="http://schemas.microsoft.com/office/drawing/2014/main" id="{A840EB5D-069E-FCB9-8397-1775A579C281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" name="pg1979">
                <a:extLst>
                  <a:ext uri="{FF2B5EF4-FFF2-40B4-BE49-F238E27FC236}">
                    <a16:creationId xmlns:a16="http://schemas.microsoft.com/office/drawing/2014/main" id="{1EB6D0A2-EEF6-B915-7560-AA42D8589069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" name="pg1980">
                <a:extLst>
                  <a:ext uri="{FF2B5EF4-FFF2-40B4-BE49-F238E27FC236}">
                    <a16:creationId xmlns:a16="http://schemas.microsoft.com/office/drawing/2014/main" id="{2D2037A1-998F-EE09-F013-0D03885D9A13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" name="pg1981">
                <a:extLst>
                  <a:ext uri="{FF2B5EF4-FFF2-40B4-BE49-F238E27FC236}">
                    <a16:creationId xmlns:a16="http://schemas.microsoft.com/office/drawing/2014/main" id="{59F754B6-0DA7-FA79-045F-062D86CA7C63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" name="pg1982">
                <a:extLst>
                  <a:ext uri="{FF2B5EF4-FFF2-40B4-BE49-F238E27FC236}">
                    <a16:creationId xmlns:a16="http://schemas.microsoft.com/office/drawing/2014/main" id="{C990ED58-2859-6B7C-7150-5A4A7FC617AD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" name="pg1983">
                <a:extLst>
                  <a:ext uri="{FF2B5EF4-FFF2-40B4-BE49-F238E27FC236}">
                    <a16:creationId xmlns:a16="http://schemas.microsoft.com/office/drawing/2014/main" id="{7A307876-9280-2EC9-EBD1-8F7E784165F8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" name="pg1984">
                <a:extLst>
                  <a:ext uri="{FF2B5EF4-FFF2-40B4-BE49-F238E27FC236}">
                    <a16:creationId xmlns:a16="http://schemas.microsoft.com/office/drawing/2014/main" id="{001AC838-806E-D924-BA63-B0F6E024D1D8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" name="pg1985">
                <a:extLst>
                  <a:ext uri="{FF2B5EF4-FFF2-40B4-BE49-F238E27FC236}">
                    <a16:creationId xmlns:a16="http://schemas.microsoft.com/office/drawing/2014/main" id="{15677091-ABA8-41DF-495C-96AB7FA5358E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" name="pg1986">
                <a:extLst>
                  <a:ext uri="{FF2B5EF4-FFF2-40B4-BE49-F238E27FC236}">
                    <a16:creationId xmlns:a16="http://schemas.microsoft.com/office/drawing/2014/main" id="{CE6C13CF-A11B-EFAF-540A-C0052A3CA3EA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" name="pg1987">
                <a:extLst>
                  <a:ext uri="{FF2B5EF4-FFF2-40B4-BE49-F238E27FC236}">
                    <a16:creationId xmlns:a16="http://schemas.microsoft.com/office/drawing/2014/main" id="{0399B1A1-3AB8-05F0-D5D8-D254D12BBA9E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" name="pg1988">
                <a:extLst>
                  <a:ext uri="{FF2B5EF4-FFF2-40B4-BE49-F238E27FC236}">
                    <a16:creationId xmlns:a16="http://schemas.microsoft.com/office/drawing/2014/main" id="{E5FA0850-00CE-E8A3-0470-B9B4C8CA880E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" name="pg1989">
                <a:extLst>
                  <a:ext uri="{FF2B5EF4-FFF2-40B4-BE49-F238E27FC236}">
                    <a16:creationId xmlns:a16="http://schemas.microsoft.com/office/drawing/2014/main" id="{2FF197DA-D507-AFB9-1BB3-8F21DF14052F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" name="pg1990">
                <a:extLst>
                  <a:ext uri="{FF2B5EF4-FFF2-40B4-BE49-F238E27FC236}">
                    <a16:creationId xmlns:a16="http://schemas.microsoft.com/office/drawing/2014/main" id="{15742A99-3E97-DF0B-CD08-ACF4C784888C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" name="pg1991">
                <a:extLst>
                  <a:ext uri="{FF2B5EF4-FFF2-40B4-BE49-F238E27FC236}">
                    <a16:creationId xmlns:a16="http://schemas.microsoft.com/office/drawing/2014/main" id="{4F1F3C3E-15C3-2023-5055-9B390B094607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" name="pg1992">
                <a:extLst>
                  <a:ext uri="{FF2B5EF4-FFF2-40B4-BE49-F238E27FC236}">
                    <a16:creationId xmlns:a16="http://schemas.microsoft.com/office/drawing/2014/main" id="{A26BA071-0268-CA01-42DB-2AB5C4779DDD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" name="pg1993">
                <a:extLst>
                  <a:ext uri="{FF2B5EF4-FFF2-40B4-BE49-F238E27FC236}">
                    <a16:creationId xmlns:a16="http://schemas.microsoft.com/office/drawing/2014/main" id="{55C8547B-6B2B-9108-D7E2-05C4F66147CB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" name="pg1994">
                <a:extLst>
                  <a:ext uri="{FF2B5EF4-FFF2-40B4-BE49-F238E27FC236}">
                    <a16:creationId xmlns:a16="http://schemas.microsoft.com/office/drawing/2014/main" id="{A29B8270-2CE6-8C39-5B88-F543D4F4A3F5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" name="pg1995">
                <a:extLst>
                  <a:ext uri="{FF2B5EF4-FFF2-40B4-BE49-F238E27FC236}">
                    <a16:creationId xmlns:a16="http://schemas.microsoft.com/office/drawing/2014/main" id="{28C39360-B094-7A0A-0DC6-0907F2CD6A49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" name="pg1996">
                <a:extLst>
                  <a:ext uri="{FF2B5EF4-FFF2-40B4-BE49-F238E27FC236}">
                    <a16:creationId xmlns:a16="http://schemas.microsoft.com/office/drawing/2014/main" id="{39F6DB43-1AA5-EA2A-C7FF-8E2759377A81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" name="pg1997">
                <a:extLst>
                  <a:ext uri="{FF2B5EF4-FFF2-40B4-BE49-F238E27FC236}">
                    <a16:creationId xmlns:a16="http://schemas.microsoft.com/office/drawing/2014/main" id="{9A2C9C50-6187-DC31-9BEC-B0F4140E44D2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" name="pg1998">
                <a:extLst>
                  <a:ext uri="{FF2B5EF4-FFF2-40B4-BE49-F238E27FC236}">
                    <a16:creationId xmlns:a16="http://schemas.microsoft.com/office/drawing/2014/main" id="{35419AF0-BDEC-EC12-7D1B-6199A8D9ED00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" name="pg1999">
                <a:extLst>
                  <a:ext uri="{FF2B5EF4-FFF2-40B4-BE49-F238E27FC236}">
                    <a16:creationId xmlns:a16="http://schemas.microsoft.com/office/drawing/2014/main" id="{E4CA0901-485E-5B3C-3FC0-EEC40C5493C5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" name="pg2000">
                <a:extLst>
                  <a:ext uri="{FF2B5EF4-FFF2-40B4-BE49-F238E27FC236}">
                    <a16:creationId xmlns:a16="http://schemas.microsoft.com/office/drawing/2014/main" id="{7C571E0E-EB05-8554-325E-3F29BFB562F0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" name="pg2001">
                <a:extLst>
                  <a:ext uri="{FF2B5EF4-FFF2-40B4-BE49-F238E27FC236}">
                    <a16:creationId xmlns:a16="http://schemas.microsoft.com/office/drawing/2014/main" id="{FFD625CC-5F3B-9AFB-DABF-A7D3204D6974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" name="pg2002">
                <a:extLst>
                  <a:ext uri="{FF2B5EF4-FFF2-40B4-BE49-F238E27FC236}">
                    <a16:creationId xmlns:a16="http://schemas.microsoft.com/office/drawing/2014/main" id="{6882B853-5930-1BC3-578B-5332CB54527B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" name="pg2003">
                <a:extLst>
                  <a:ext uri="{FF2B5EF4-FFF2-40B4-BE49-F238E27FC236}">
                    <a16:creationId xmlns:a16="http://schemas.microsoft.com/office/drawing/2014/main" id="{6E908533-375D-1E86-56F3-2DB6D90F3F54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" name="pg2004">
                <a:extLst>
                  <a:ext uri="{FF2B5EF4-FFF2-40B4-BE49-F238E27FC236}">
                    <a16:creationId xmlns:a16="http://schemas.microsoft.com/office/drawing/2014/main" id="{D96C46B7-C12B-A3FA-ADF0-CA41BD085C7A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" name="pg2005">
                <a:extLst>
                  <a:ext uri="{FF2B5EF4-FFF2-40B4-BE49-F238E27FC236}">
                    <a16:creationId xmlns:a16="http://schemas.microsoft.com/office/drawing/2014/main" id="{C6482E5E-37C4-E330-3E4F-E8F98260C38B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" name="pg2006">
                <a:extLst>
                  <a:ext uri="{FF2B5EF4-FFF2-40B4-BE49-F238E27FC236}">
                    <a16:creationId xmlns:a16="http://schemas.microsoft.com/office/drawing/2014/main" id="{039CA19F-A19A-B966-C096-C56A48076A04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" name="pg2007">
                <a:extLst>
                  <a:ext uri="{FF2B5EF4-FFF2-40B4-BE49-F238E27FC236}">
                    <a16:creationId xmlns:a16="http://schemas.microsoft.com/office/drawing/2014/main" id="{FE13CA08-5261-CEBE-4316-53EF62D3E89A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" name="pg2008">
                <a:extLst>
                  <a:ext uri="{FF2B5EF4-FFF2-40B4-BE49-F238E27FC236}">
                    <a16:creationId xmlns:a16="http://schemas.microsoft.com/office/drawing/2014/main" id="{E2CD2C4E-2122-1D4F-F5D7-807F92D94094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" name="pg2009">
                <a:extLst>
                  <a:ext uri="{FF2B5EF4-FFF2-40B4-BE49-F238E27FC236}">
                    <a16:creationId xmlns:a16="http://schemas.microsoft.com/office/drawing/2014/main" id="{F9898035-1826-3DD9-AC6F-2FA8BFD65674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" name="pg2010">
                <a:extLst>
                  <a:ext uri="{FF2B5EF4-FFF2-40B4-BE49-F238E27FC236}">
                    <a16:creationId xmlns:a16="http://schemas.microsoft.com/office/drawing/2014/main" id="{6D0DDDFB-BE23-E669-6EF0-D0C973AFD3CA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" name="pg2011">
                <a:extLst>
                  <a:ext uri="{FF2B5EF4-FFF2-40B4-BE49-F238E27FC236}">
                    <a16:creationId xmlns:a16="http://schemas.microsoft.com/office/drawing/2014/main" id="{6F9AC3CA-1486-42D1-3741-475AF5AF52D7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" name="pg2012">
                <a:extLst>
                  <a:ext uri="{FF2B5EF4-FFF2-40B4-BE49-F238E27FC236}">
                    <a16:creationId xmlns:a16="http://schemas.microsoft.com/office/drawing/2014/main" id="{299317FC-46C3-2EF6-7BAB-8D250238CCA5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" name="pg2013">
                <a:extLst>
                  <a:ext uri="{FF2B5EF4-FFF2-40B4-BE49-F238E27FC236}">
                    <a16:creationId xmlns:a16="http://schemas.microsoft.com/office/drawing/2014/main" id="{6340F4DA-5D0A-D9EF-DF04-C19A97ED5185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" name="pg2014">
                <a:extLst>
                  <a:ext uri="{FF2B5EF4-FFF2-40B4-BE49-F238E27FC236}">
                    <a16:creationId xmlns:a16="http://schemas.microsoft.com/office/drawing/2014/main" id="{69D5BCA3-466F-5528-AC0C-0DB341B3F333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" name="pg2015">
                <a:extLst>
                  <a:ext uri="{FF2B5EF4-FFF2-40B4-BE49-F238E27FC236}">
                    <a16:creationId xmlns:a16="http://schemas.microsoft.com/office/drawing/2014/main" id="{8D306AA3-651D-ECB7-DFCE-60030CA3FCB1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" name="pg2016">
                <a:extLst>
                  <a:ext uri="{FF2B5EF4-FFF2-40B4-BE49-F238E27FC236}">
                    <a16:creationId xmlns:a16="http://schemas.microsoft.com/office/drawing/2014/main" id="{DC221558-274D-821C-9B0D-B7B574A29760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" name="pg2017">
                <a:extLst>
                  <a:ext uri="{FF2B5EF4-FFF2-40B4-BE49-F238E27FC236}">
                    <a16:creationId xmlns:a16="http://schemas.microsoft.com/office/drawing/2014/main" id="{943183D5-F079-2325-7900-811D7D0CEBDE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" name="pg2018">
                <a:extLst>
                  <a:ext uri="{FF2B5EF4-FFF2-40B4-BE49-F238E27FC236}">
                    <a16:creationId xmlns:a16="http://schemas.microsoft.com/office/drawing/2014/main" id="{CF06C03A-5326-5B4D-C1CF-EBCF4EFEE45C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" name="pg2019">
                <a:extLst>
                  <a:ext uri="{FF2B5EF4-FFF2-40B4-BE49-F238E27FC236}">
                    <a16:creationId xmlns:a16="http://schemas.microsoft.com/office/drawing/2014/main" id="{AB780181-7B97-0A0F-B24B-AB5C206D76D5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" name="pg2020">
                <a:extLst>
                  <a:ext uri="{FF2B5EF4-FFF2-40B4-BE49-F238E27FC236}">
                    <a16:creationId xmlns:a16="http://schemas.microsoft.com/office/drawing/2014/main" id="{E7C2BF13-2519-E0A7-A363-42362A90497B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" name="pg2021">
                <a:extLst>
                  <a:ext uri="{FF2B5EF4-FFF2-40B4-BE49-F238E27FC236}">
                    <a16:creationId xmlns:a16="http://schemas.microsoft.com/office/drawing/2014/main" id="{540933CE-3177-765D-E87C-8A34EF8759DF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" name="pg2022">
                <a:extLst>
                  <a:ext uri="{FF2B5EF4-FFF2-40B4-BE49-F238E27FC236}">
                    <a16:creationId xmlns:a16="http://schemas.microsoft.com/office/drawing/2014/main" id="{A9615B06-289B-6D02-9980-70B8ADF60057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" name="pg2023">
                <a:extLst>
                  <a:ext uri="{FF2B5EF4-FFF2-40B4-BE49-F238E27FC236}">
                    <a16:creationId xmlns:a16="http://schemas.microsoft.com/office/drawing/2014/main" id="{5E2E3D06-FE94-AC27-8033-EF525BDF1F4C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" name="pg2024">
                <a:extLst>
                  <a:ext uri="{FF2B5EF4-FFF2-40B4-BE49-F238E27FC236}">
                    <a16:creationId xmlns:a16="http://schemas.microsoft.com/office/drawing/2014/main" id="{42838490-5869-A1ED-6F43-AA971F3796A2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" name="pg2025">
                <a:extLst>
                  <a:ext uri="{FF2B5EF4-FFF2-40B4-BE49-F238E27FC236}">
                    <a16:creationId xmlns:a16="http://schemas.microsoft.com/office/drawing/2014/main" id="{2FCCB381-5A2C-CE20-45C4-2891D4B4F0FA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" name="pg2026">
                <a:extLst>
                  <a:ext uri="{FF2B5EF4-FFF2-40B4-BE49-F238E27FC236}">
                    <a16:creationId xmlns:a16="http://schemas.microsoft.com/office/drawing/2014/main" id="{59D87916-E044-34F6-3CFA-A007D5D5698D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" name="pg2027">
                <a:extLst>
                  <a:ext uri="{FF2B5EF4-FFF2-40B4-BE49-F238E27FC236}">
                    <a16:creationId xmlns:a16="http://schemas.microsoft.com/office/drawing/2014/main" id="{062FFCB4-52ED-188A-22AB-A2F091546276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" name="pg2028">
                <a:extLst>
                  <a:ext uri="{FF2B5EF4-FFF2-40B4-BE49-F238E27FC236}">
                    <a16:creationId xmlns:a16="http://schemas.microsoft.com/office/drawing/2014/main" id="{DDC615AB-E748-ABBF-EA17-4AD3D538B7A6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" name="pg2029">
                <a:extLst>
                  <a:ext uri="{FF2B5EF4-FFF2-40B4-BE49-F238E27FC236}">
                    <a16:creationId xmlns:a16="http://schemas.microsoft.com/office/drawing/2014/main" id="{0CA557E3-65E3-E9F1-F56C-F247421608F6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" name="pg2030">
                <a:extLst>
                  <a:ext uri="{FF2B5EF4-FFF2-40B4-BE49-F238E27FC236}">
                    <a16:creationId xmlns:a16="http://schemas.microsoft.com/office/drawing/2014/main" id="{DAC4047A-8054-0B10-12FC-9E94B9951988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" name="pg2031">
                <a:extLst>
                  <a:ext uri="{FF2B5EF4-FFF2-40B4-BE49-F238E27FC236}">
                    <a16:creationId xmlns:a16="http://schemas.microsoft.com/office/drawing/2014/main" id="{90D36AC8-9538-5042-B182-9C7CD504EAEE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" name="pg2032">
                <a:extLst>
                  <a:ext uri="{FF2B5EF4-FFF2-40B4-BE49-F238E27FC236}">
                    <a16:creationId xmlns:a16="http://schemas.microsoft.com/office/drawing/2014/main" id="{0BAB410C-036A-C61D-F33D-9D571E6FF4BE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" name="pg2033">
                <a:extLst>
                  <a:ext uri="{FF2B5EF4-FFF2-40B4-BE49-F238E27FC236}">
                    <a16:creationId xmlns:a16="http://schemas.microsoft.com/office/drawing/2014/main" id="{67F993F4-A080-5224-2F59-C418AD9A53E0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" name="pg2034">
                <a:extLst>
                  <a:ext uri="{FF2B5EF4-FFF2-40B4-BE49-F238E27FC236}">
                    <a16:creationId xmlns:a16="http://schemas.microsoft.com/office/drawing/2014/main" id="{8292EBA1-A66A-198D-DBB3-0AB90C543AD1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" name="pg2035">
                <a:extLst>
                  <a:ext uri="{FF2B5EF4-FFF2-40B4-BE49-F238E27FC236}">
                    <a16:creationId xmlns:a16="http://schemas.microsoft.com/office/drawing/2014/main" id="{000F405F-858C-E78A-5B21-A84B003A0129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" name="pg2036">
                <a:extLst>
                  <a:ext uri="{FF2B5EF4-FFF2-40B4-BE49-F238E27FC236}">
                    <a16:creationId xmlns:a16="http://schemas.microsoft.com/office/drawing/2014/main" id="{01375EB2-C347-177C-32ED-317953B5FDEB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" name="pg2037">
                <a:extLst>
                  <a:ext uri="{FF2B5EF4-FFF2-40B4-BE49-F238E27FC236}">
                    <a16:creationId xmlns:a16="http://schemas.microsoft.com/office/drawing/2014/main" id="{BCE9F9E3-E2FF-24E1-41CF-7A9E427A6659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" name="pg2038">
                <a:extLst>
                  <a:ext uri="{FF2B5EF4-FFF2-40B4-BE49-F238E27FC236}">
                    <a16:creationId xmlns:a16="http://schemas.microsoft.com/office/drawing/2014/main" id="{9C528393-0254-CB3B-BAAF-38FB2CC20B71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" name="pg2039">
                <a:extLst>
                  <a:ext uri="{FF2B5EF4-FFF2-40B4-BE49-F238E27FC236}">
                    <a16:creationId xmlns:a16="http://schemas.microsoft.com/office/drawing/2014/main" id="{591D7DC7-0230-82F6-257D-086D87BDD2BF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" name="pg2040">
                <a:extLst>
                  <a:ext uri="{FF2B5EF4-FFF2-40B4-BE49-F238E27FC236}">
                    <a16:creationId xmlns:a16="http://schemas.microsoft.com/office/drawing/2014/main" id="{28EC6F68-2E75-0FA2-61B2-E2CEC8B1EDE5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" name="pg2041">
                <a:extLst>
                  <a:ext uri="{FF2B5EF4-FFF2-40B4-BE49-F238E27FC236}">
                    <a16:creationId xmlns:a16="http://schemas.microsoft.com/office/drawing/2014/main" id="{8AC2A4EC-1705-EDDD-D674-564377CA85D8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" name="pg2042">
                <a:extLst>
                  <a:ext uri="{FF2B5EF4-FFF2-40B4-BE49-F238E27FC236}">
                    <a16:creationId xmlns:a16="http://schemas.microsoft.com/office/drawing/2014/main" id="{72761BB5-CBB8-AFA7-06B0-E4AB6377523A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" name="pg2043">
                <a:extLst>
                  <a:ext uri="{FF2B5EF4-FFF2-40B4-BE49-F238E27FC236}">
                    <a16:creationId xmlns:a16="http://schemas.microsoft.com/office/drawing/2014/main" id="{F40D442F-BC1A-2472-42DA-442FB64698B2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" name="pg2044">
                <a:extLst>
                  <a:ext uri="{FF2B5EF4-FFF2-40B4-BE49-F238E27FC236}">
                    <a16:creationId xmlns:a16="http://schemas.microsoft.com/office/drawing/2014/main" id="{2F94B687-62B9-6A3B-BAE4-0FB1195A0520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" name="pg2045">
                <a:extLst>
                  <a:ext uri="{FF2B5EF4-FFF2-40B4-BE49-F238E27FC236}">
                    <a16:creationId xmlns:a16="http://schemas.microsoft.com/office/drawing/2014/main" id="{F71943AD-1183-5366-97EA-D36C85FA448E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" name="pg2046">
                <a:extLst>
                  <a:ext uri="{FF2B5EF4-FFF2-40B4-BE49-F238E27FC236}">
                    <a16:creationId xmlns:a16="http://schemas.microsoft.com/office/drawing/2014/main" id="{DF445F3E-802A-528A-1F98-2A725E312090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" name="pg2047">
                <a:extLst>
                  <a:ext uri="{FF2B5EF4-FFF2-40B4-BE49-F238E27FC236}">
                    <a16:creationId xmlns:a16="http://schemas.microsoft.com/office/drawing/2014/main" id="{D074B21B-9CE3-7106-BA1F-A74831895ABC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" name="pg2048">
                <a:extLst>
                  <a:ext uri="{FF2B5EF4-FFF2-40B4-BE49-F238E27FC236}">
                    <a16:creationId xmlns:a16="http://schemas.microsoft.com/office/drawing/2014/main" id="{21A504C5-369A-E9AD-BDB6-AF6C2946B956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" name="pg2049">
                <a:extLst>
                  <a:ext uri="{FF2B5EF4-FFF2-40B4-BE49-F238E27FC236}">
                    <a16:creationId xmlns:a16="http://schemas.microsoft.com/office/drawing/2014/main" id="{0E4D9B3E-5C37-293D-BC77-0AFC087F2DD4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" name="pg2050">
                <a:extLst>
                  <a:ext uri="{FF2B5EF4-FFF2-40B4-BE49-F238E27FC236}">
                    <a16:creationId xmlns:a16="http://schemas.microsoft.com/office/drawing/2014/main" id="{C7EE5B80-3F90-D1DB-9B80-AFDC28ABEB9A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" name="pg2051">
                <a:extLst>
                  <a:ext uri="{FF2B5EF4-FFF2-40B4-BE49-F238E27FC236}">
                    <a16:creationId xmlns:a16="http://schemas.microsoft.com/office/drawing/2014/main" id="{8D889494-2D3B-1CF6-7DD7-3ECB3A200F19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" name="pg2052">
                <a:extLst>
                  <a:ext uri="{FF2B5EF4-FFF2-40B4-BE49-F238E27FC236}">
                    <a16:creationId xmlns:a16="http://schemas.microsoft.com/office/drawing/2014/main" id="{75E0FD81-5478-370E-2998-C194E7E5C74A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" name="pg2053">
                <a:extLst>
                  <a:ext uri="{FF2B5EF4-FFF2-40B4-BE49-F238E27FC236}">
                    <a16:creationId xmlns:a16="http://schemas.microsoft.com/office/drawing/2014/main" id="{9682E3BA-1DB5-1BBB-40AA-F85773C319AF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" name="pg2054">
                <a:extLst>
                  <a:ext uri="{FF2B5EF4-FFF2-40B4-BE49-F238E27FC236}">
                    <a16:creationId xmlns:a16="http://schemas.microsoft.com/office/drawing/2014/main" id="{C21B5638-0AE1-C8D0-F2D6-EA5ABE729D78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" name="pg2055">
                <a:extLst>
                  <a:ext uri="{FF2B5EF4-FFF2-40B4-BE49-F238E27FC236}">
                    <a16:creationId xmlns:a16="http://schemas.microsoft.com/office/drawing/2014/main" id="{4601559D-0777-3B2A-1A28-AC0B723886E0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" name="pg2056">
                <a:extLst>
                  <a:ext uri="{FF2B5EF4-FFF2-40B4-BE49-F238E27FC236}">
                    <a16:creationId xmlns:a16="http://schemas.microsoft.com/office/drawing/2014/main" id="{08F90C99-0010-1A44-C5D0-A7404155A58F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" name="pg2057">
                <a:extLst>
                  <a:ext uri="{FF2B5EF4-FFF2-40B4-BE49-F238E27FC236}">
                    <a16:creationId xmlns:a16="http://schemas.microsoft.com/office/drawing/2014/main" id="{D3DB1C28-F0D8-A04E-39FA-35BA354722EA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" name="pg2058">
                <a:extLst>
                  <a:ext uri="{FF2B5EF4-FFF2-40B4-BE49-F238E27FC236}">
                    <a16:creationId xmlns:a16="http://schemas.microsoft.com/office/drawing/2014/main" id="{5F5DFBF7-9942-9AFD-9AA9-EEDBE8EBAD73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" name="pg2059">
                <a:extLst>
                  <a:ext uri="{FF2B5EF4-FFF2-40B4-BE49-F238E27FC236}">
                    <a16:creationId xmlns:a16="http://schemas.microsoft.com/office/drawing/2014/main" id="{57E432B9-FF5E-EE7B-EBC3-4B5A281ECB64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" name="pg2060">
                <a:extLst>
                  <a:ext uri="{FF2B5EF4-FFF2-40B4-BE49-F238E27FC236}">
                    <a16:creationId xmlns:a16="http://schemas.microsoft.com/office/drawing/2014/main" id="{46988813-361B-ACCD-5354-B9779195D77B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" name="pg2061">
                <a:extLst>
                  <a:ext uri="{FF2B5EF4-FFF2-40B4-BE49-F238E27FC236}">
                    <a16:creationId xmlns:a16="http://schemas.microsoft.com/office/drawing/2014/main" id="{8A42D578-2994-0791-CEEF-F033FAD2A07E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" name="pg2062">
                <a:extLst>
                  <a:ext uri="{FF2B5EF4-FFF2-40B4-BE49-F238E27FC236}">
                    <a16:creationId xmlns:a16="http://schemas.microsoft.com/office/drawing/2014/main" id="{5A11760B-7942-527D-A476-0501B3BFCA42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" name="pg2063">
                <a:extLst>
                  <a:ext uri="{FF2B5EF4-FFF2-40B4-BE49-F238E27FC236}">
                    <a16:creationId xmlns:a16="http://schemas.microsoft.com/office/drawing/2014/main" id="{8C9982CA-4D04-68A8-9D18-5055734D7B12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" name="pg2064">
                <a:extLst>
                  <a:ext uri="{FF2B5EF4-FFF2-40B4-BE49-F238E27FC236}">
                    <a16:creationId xmlns:a16="http://schemas.microsoft.com/office/drawing/2014/main" id="{B39F26B8-3C89-355E-C0A8-33A1C8DA60BC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" name="pg2065">
                <a:extLst>
                  <a:ext uri="{FF2B5EF4-FFF2-40B4-BE49-F238E27FC236}">
                    <a16:creationId xmlns:a16="http://schemas.microsoft.com/office/drawing/2014/main" id="{D9A7CE57-0C04-DC52-733C-EDBB7456983B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" name="pg2066">
                <a:extLst>
                  <a:ext uri="{FF2B5EF4-FFF2-40B4-BE49-F238E27FC236}">
                    <a16:creationId xmlns:a16="http://schemas.microsoft.com/office/drawing/2014/main" id="{0CE011C9-2165-4637-34CE-7A134182C629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" name="pg2067">
                <a:extLst>
                  <a:ext uri="{FF2B5EF4-FFF2-40B4-BE49-F238E27FC236}">
                    <a16:creationId xmlns:a16="http://schemas.microsoft.com/office/drawing/2014/main" id="{F15ECB72-FE06-9244-59AC-989A25A2D784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" name="pg2068">
                <a:extLst>
                  <a:ext uri="{FF2B5EF4-FFF2-40B4-BE49-F238E27FC236}">
                    <a16:creationId xmlns:a16="http://schemas.microsoft.com/office/drawing/2014/main" id="{D2FF9828-88C6-0632-B70B-F5F76F42D251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" name="pg2069">
                <a:extLst>
                  <a:ext uri="{FF2B5EF4-FFF2-40B4-BE49-F238E27FC236}">
                    <a16:creationId xmlns:a16="http://schemas.microsoft.com/office/drawing/2014/main" id="{6C3A61EE-7FE7-A185-46E5-85B07A21B8BC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" name="pg2070">
                <a:extLst>
                  <a:ext uri="{FF2B5EF4-FFF2-40B4-BE49-F238E27FC236}">
                    <a16:creationId xmlns:a16="http://schemas.microsoft.com/office/drawing/2014/main" id="{E04751C0-2790-FADA-01C1-523962296806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" name="pg2071">
                <a:extLst>
                  <a:ext uri="{FF2B5EF4-FFF2-40B4-BE49-F238E27FC236}">
                    <a16:creationId xmlns:a16="http://schemas.microsoft.com/office/drawing/2014/main" id="{C5AA3589-456A-4179-D589-F0013C2E3CB6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" name="pg2072">
                <a:extLst>
                  <a:ext uri="{FF2B5EF4-FFF2-40B4-BE49-F238E27FC236}">
                    <a16:creationId xmlns:a16="http://schemas.microsoft.com/office/drawing/2014/main" id="{562195FB-4B99-1836-18BB-067004DEC9FE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" name="pg2073">
                <a:extLst>
                  <a:ext uri="{FF2B5EF4-FFF2-40B4-BE49-F238E27FC236}">
                    <a16:creationId xmlns:a16="http://schemas.microsoft.com/office/drawing/2014/main" id="{4EA1AD1F-01FB-741A-02CC-004F3A86CED7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" name="pg2074">
                <a:extLst>
                  <a:ext uri="{FF2B5EF4-FFF2-40B4-BE49-F238E27FC236}">
                    <a16:creationId xmlns:a16="http://schemas.microsoft.com/office/drawing/2014/main" id="{CEC1EE0B-A16F-6F91-4664-F1CC266ADC87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" name="pg2075">
                <a:extLst>
                  <a:ext uri="{FF2B5EF4-FFF2-40B4-BE49-F238E27FC236}">
                    <a16:creationId xmlns:a16="http://schemas.microsoft.com/office/drawing/2014/main" id="{ED4A524C-6BAD-C3BB-326C-D8728A419418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" name="pg2076">
                <a:extLst>
                  <a:ext uri="{FF2B5EF4-FFF2-40B4-BE49-F238E27FC236}">
                    <a16:creationId xmlns:a16="http://schemas.microsoft.com/office/drawing/2014/main" id="{3F9B4624-AFE6-6BC1-BEA4-172CB4F19D5C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" name="pg2077">
                <a:extLst>
                  <a:ext uri="{FF2B5EF4-FFF2-40B4-BE49-F238E27FC236}">
                    <a16:creationId xmlns:a16="http://schemas.microsoft.com/office/drawing/2014/main" id="{260EC30E-E8A1-2309-05CF-3DD724CC850D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" name="pg2078">
                <a:extLst>
                  <a:ext uri="{FF2B5EF4-FFF2-40B4-BE49-F238E27FC236}">
                    <a16:creationId xmlns:a16="http://schemas.microsoft.com/office/drawing/2014/main" id="{A935542C-387C-D3CB-D60C-2EE1D0DC98E9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" name="pg2079">
                <a:extLst>
                  <a:ext uri="{FF2B5EF4-FFF2-40B4-BE49-F238E27FC236}">
                    <a16:creationId xmlns:a16="http://schemas.microsoft.com/office/drawing/2014/main" id="{8C62E7C6-C3BA-90E3-7C54-976A40BF56AF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" name="pg2080">
                <a:extLst>
                  <a:ext uri="{FF2B5EF4-FFF2-40B4-BE49-F238E27FC236}">
                    <a16:creationId xmlns:a16="http://schemas.microsoft.com/office/drawing/2014/main" id="{73951786-7462-A508-E048-D561863C6DAD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" name="pg2081">
                <a:extLst>
                  <a:ext uri="{FF2B5EF4-FFF2-40B4-BE49-F238E27FC236}">
                    <a16:creationId xmlns:a16="http://schemas.microsoft.com/office/drawing/2014/main" id="{F80BCD36-226F-5903-8A28-423FAAD4D2C2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" name="pg2082">
                <a:extLst>
                  <a:ext uri="{FF2B5EF4-FFF2-40B4-BE49-F238E27FC236}">
                    <a16:creationId xmlns:a16="http://schemas.microsoft.com/office/drawing/2014/main" id="{E0429298-3434-822D-EFB7-925835DE16DC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" name="pg2083">
                <a:extLst>
                  <a:ext uri="{FF2B5EF4-FFF2-40B4-BE49-F238E27FC236}">
                    <a16:creationId xmlns:a16="http://schemas.microsoft.com/office/drawing/2014/main" id="{61D01BBC-80FA-1BF5-52F8-9BEE52C140E6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" name="pg2084">
                <a:extLst>
                  <a:ext uri="{FF2B5EF4-FFF2-40B4-BE49-F238E27FC236}">
                    <a16:creationId xmlns:a16="http://schemas.microsoft.com/office/drawing/2014/main" id="{8B1BCA75-4E43-C042-19F6-F34D32512EA6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" name="pg2085">
                <a:extLst>
                  <a:ext uri="{FF2B5EF4-FFF2-40B4-BE49-F238E27FC236}">
                    <a16:creationId xmlns:a16="http://schemas.microsoft.com/office/drawing/2014/main" id="{D029DA3E-02AE-50DB-DE36-929F845FAE8B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" name="pg2086">
                <a:extLst>
                  <a:ext uri="{FF2B5EF4-FFF2-40B4-BE49-F238E27FC236}">
                    <a16:creationId xmlns:a16="http://schemas.microsoft.com/office/drawing/2014/main" id="{0BA6C77A-8D9D-3F37-0DE1-249F667C3698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" name="pg2087">
                <a:extLst>
                  <a:ext uri="{FF2B5EF4-FFF2-40B4-BE49-F238E27FC236}">
                    <a16:creationId xmlns:a16="http://schemas.microsoft.com/office/drawing/2014/main" id="{4A9E2CEB-562E-1CE0-9A65-E53D44D7F564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" name="pg2088">
                <a:extLst>
                  <a:ext uri="{FF2B5EF4-FFF2-40B4-BE49-F238E27FC236}">
                    <a16:creationId xmlns:a16="http://schemas.microsoft.com/office/drawing/2014/main" id="{A48BAA0B-2513-EAE9-2DEA-5F754F683948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" name="pg2089">
                <a:extLst>
                  <a:ext uri="{FF2B5EF4-FFF2-40B4-BE49-F238E27FC236}">
                    <a16:creationId xmlns:a16="http://schemas.microsoft.com/office/drawing/2014/main" id="{CE914D7A-14B4-AB17-9C7D-5AC30BB1E37E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" name="pg2090">
                <a:extLst>
                  <a:ext uri="{FF2B5EF4-FFF2-40B4-BE49-F238E27FC236}">
                    <a16:creationId xmlns:a16="http://schemas.microsoft.com/office/drawing/2014/main" id="{758A10D7-02CD-1806-59E4-5AA98AFF18F5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" name="pg2091">
                <a:extLst>
                  <a:ext uri="{FF2B5EF4-FFF2-40B4-BE49-F238E27FC236}">
                    <a16:creationId xmlns:a16="http://schemas.microsoft.com/office/drawing/2014/main" id="{827BF2AD-3942-7075-7000-EF12ADB9D315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" name="pg2092">
                <a:extLst>
                  <a:ext uri="{FF2B5EF4-FFF2-40B4-BE49-F238E27FC236}">
                    <a16:creationId xmlns:a16="http://schemas.microsoft.com/office/drawing/2014/main" id="{E82142D0-265B-5552-0040-6D61357005A5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" name="pg2093">
                <a:extLst>
                  <a:ext uri="{FF2B5EF4-FFF2-40B4-BE49-F238E27FC236}">
                    <a16:creationId xmlns:a16="http://schemas.microsoft.com/office/drawing/2014/main" id="{FAA97D7A-73D7-4FBB-63BD-7592DD9AF7F1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" name="pg2094">
                <a:extLst>
                  <a:ext uri="{FF2B5EF4-FFF2-40B4-BE49-F238E27FC236}">
                    <a16:creationId xmlns:a16="http://schemas.microsoft.com/office/drawing/2014/main" id="{4F333FF7-BA8B-C81C-B435-BF3969B734EB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" name="pg2095">
                <a:extLst>
                  <a:ext uri="{FF2B5EF4-FFF2-40B4-BE49-F238E27FC236}">
                    <a16:creationId xmlns:a16="http://schemas.microsoft.com/office/drawing/2014/main" id="{16FCE559-1CD8-A7A5-2EF1-B89A60EA3EE1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" name="pg2096">
                <a:extLst>
                  <a:ext uri="{FF2B5EF4-FFF2-40B4-BE49-F238E27FC236}">
                    <a16:creationId xmlns:a16="http://schemas.microsoft.com/office/drawing/2014/main" id="{397B68BB-16BF-955F-2FE1-49D15133E887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" name="pg2097">
                <a:extLst>
                  <a:ext uri="{FF2B5EF4-FFF2-40B4-BE49-F238E27FC236}">
                    <a16:creationId xmlns:a16="http://schemas.microsoft.com/office/drawing/2014/main" id="{029BBCDF-6876-1EE5-F9D5-CC166D9164B2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" name="pg2098">
                <a:extLst>
                  <a:ext uri="{FF2B5EF4-FFF2-40B4-BE49-F238E27FC236}">
                    <a16:creationId xmlns:a16="http://schemas.microsoft.com/office/drawing/2014/main" id="{5B5E3267-AC9B-8339-E2E9-9DCA01B85848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" name="pg2099">
                <a:extLst>
                  <a:ext uri="{FF2B5EF4-FFF2-40B4-BE49-F238E27FC236}">
                    <a16:creationId xmlns:a16="http://schemas.microsoft.com/office/drawing/2014/main" id="{B08F2C51-9FBC-691F-368F-AF48E9C24EAF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" name="pg2100">
                <a:extLst>
                  <a:ext uri="{FF2B5EF4-FFF2-40B4-BE49-F238E27FC236}">
                    <a16:creationId xmlns:a16="http://schemas.microsoft.com/office/drawing/2014/main" id="{05C7897C-6EAC-221C-5BCF-277FC5ECE39C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" name="pg2101">
                <a:extLst>
                  <a:ext uri="{FF2B5EF4-FFF2-40B4-BE49-F238E27FC236}">
                    <a16:creationId xmlns:a16="http://schemas.microsoft.com/office/drawing/2014/main" id="{B16DDF06-B00C-37D0-0906-0A67B94D02A3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" name="pg2102">
                <a:extLst>
                  <a:ext uri="{FF2B5EF4-FFF2-40B4-BE49-F238E27FC236}">
                    <a16:creationId xmlns:a16="http://schemas.microsoft.com/office/drawing/2014/main" id="{6042F483-C03F-E10B-DC69-18FD59C86DE5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" name="pg2103">
                <a:extLst>
                  <a:ext uri="{FF2B5EF4-FFF2-40B4-BE49-F238E27FC236}">
                    <a16:creationId xmlns:a16="http://schemas.microsoft.com/office/drawing/2014/main" id="{560D3B3A-645D-40F8-29A5-B8E5CAF75526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" name="pg2104">
                <a:extLst>
                  <a:ext uri="{FF2B5EF4-FFF2-40B4-BE49-F238E27FC236}">
                    <a16:creationId xmlns:a16="http://schemas.microsoft.com/office/drawing/2014/main" id="{781B857C-BB63-3501-97E5-4897C52A4249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" name="pg2105">
                <a:extLst>
                  <a:ext uri="{FF2B5EF4-FFF2-40B4-BE49-F238E27FC236}">
                    <a16:creationId xmlns:a16="http://schemas.microsoft.com/office/drawing/2014/main" id="{E8C1904B-DEB9-CF3B-8237-45A49717EA60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" name="pg2106">
                <a:extLst>
                  <a:ext uri="{FF2B5EF4-FFF2-40B4-BE49-F238E27FC236}">
                    <a16:creationId xmlns:a16="http://schemas.microsoft.com/office/drawing/2014/main" id="{E4655B2E-0936-6836-91E5-284506B90C31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" name="pg2107">
                <a:extLst>
                  <a:ext uri="{FF2B5EF4-FFF2-40B4-BE49-F238E27FC236}">
                    <a16:creationId xmlns:a16="http://schemas.microsoft.com/office/drawing/2014/main" id="{19EFAC1E-B8B6-B1B0-7CCA-0EC069E86F3F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" name="pg2108">
                <a:extLst>
                  <a:ext uri="{FF2B5EF4-FFF2-40B4-BE49-F238E27FC236}">
                    <a16:creationId xmlns:a16="http://schemas.microsoft.com/office/drawing/2014/main" id="{89BC57C7-657E-058B-744A-E211FD020C41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" name="pg2109">
                <a:extLst>
                  <a:ext uri="{FF2B5EF4-FFF2-40B4-BE49-F238E27FC236}">
                    <a16:creationId xmlns:a16="http://schemas.microsoft.com/office/drawing/2014/main" id="{B0399131-9569-51DF-A839-537BBD98246B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" name="pg2110">
                <a:extLst>
                  <a:ext uri="{FF2B5EF4-FFF2-40B4-BE49-F238E27FC236}">
                    <a16:creationId xmlns:a16="http://schemas.microsoft.com/office/drawing/2014/main" id="{BC2E6FFE-E00D-DB3A-4E3F-A4932709CCC6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" name="pg2111">
                <a:extLst>
                  <a:ext uri="{FF2B5EF4-FFF2-40B4-BE49-F238E27FC236}">
                    <a16:creationId xmlns:a16="http://schemas.microsoft.com/office/drawing/2014/main" id="{07773614-99E5-A465-60EB-82F44F0FFBD6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" name="pg2112">
                <a:extLst>
                  <a:ext uri="{FF2B5EF4-FFF2-40B4-BE49-F238E27FC236}">
                    <a16:creationId xmlns:a16="http://schemas.microsoft.com/office/drawing/2014/main" id="{682AD77B-87D5-0DAD-EEC3-CBE94D04E06A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" name="pg2113">
                <a:extLst>
                  <a:ext uri="{FF2B5EF4-FFF2-40B4-BE49-F238E27FC236}">
                    <a16:creationId xmlns:a16="http://schemas.microsoft.com/office/drawing/2014/main" id="{64675076-D635-5ED1-58F0-E4E238057974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" name="pg2114">
                <a:extLst>
                  <a:ext uri="{FF2B5EF4-FFF2-40B4-BE49-F238E27FC236}">
                    <a16:creationId xmlns:a16="http://schemas.microsoft.com/office/drawing/2014/main" id="{F0F91BCE-2D7F-82FD-C44E-701DED2FE194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" name="pg2115">
                <a:extLst>
                  <a:ext uri="{FF2B5EF4-FFF2-40B4-BE49-F238E27FC236}">
                    <a16:creationId xmlns:a16="http://schemas.microsoft.com/office/drawing/2014/main" id="{025A4335-D977-F24C-2D5A-31CA3CC3BE7F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" name="pg2116">
                <a:extLst>
                  <a:ext uri="{FF2B5EF4-FFF2-40B4-BE49-F238E27FC236}">
                    <a16:creationId xmlns:a16="http://schemas.microsoft.com/office/drawing/2014/main" id="{E9EA74B4-D958-BC9D-A4A7-11E1C0688280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" name="pg2117">
                <a:extLst>
                  <a:ext uri="{FF2B5EF4-FFF2-40B4-BE49-F238E27FC236}">
                    <a16:creationId xmlns:a16="http://schemas.microsoft.com/office/drawing/2014/main" id="{8C1C7514-1CCC-6DF4-E99C-FB3194C088E0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" name="pg2118">
                <a:extLst>
                  <a:ext uri="{FF2B5EF4-FFF2-40B4-BE49-F238E27FC236}">
                    <a16:creationId xmlns:a16="http://schemas.microsoft.com/office/drawing/2014/main" id="{08A58150-28E3-8EAC-55FE-028E50329CE3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" name="pg2119">
                <a:extLst>
                  <a:ext uri="{FF2B5EF4-FFF2-40B4-BE49-F238E27FC236}">
                    <a16:creationId xmlns:a16="http://schemas.microsoft.com/office/drawing/2014/main" id="{047A9D3E-CBBC-23EF-E65B-F0AC8A91F9A3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" name="pg2120">
                <a:extLst>
                  <a:ext uri="{FF2B5EF4-FFF2-40B4-BE49-F238E27FC236}">
                    <a16:creationId xmlns:a16="http://schemas.microsoft.com/office/drawing/2014/main" id="{70360A86-DD6A-014E-A363-04721D99C198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" name="pg2121">
                <a:extLst>
                  <a:ext uri="{FF2B5EF4-FFF2-40B4-BE49-F238E27FC236}">
                    <a16:creationId xmlns:a16="http://schemas.microsoft.com/office/drawing/2014/main" id="{950315DA-5CAC-6449-E0C1-BCC80F3F8329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" name="pg2122">
                <a:extLst>
                  <a:ext uri="{FF2B5EF4-FFF2-40B4-BE49-F238E27FC236}">
                    <a16:creationId xmlns:a16="http://schemas.microsoft.com/office/drawing/2014/main" id="{CA84937C-8A10-D44E-7E07-4CA8750B667B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" name="pg2123">
                <a:extLst>
                  <a:ext uri="{FF2B5EF4-FFF2-40B4-BE49-F238E27FC236}">
                    <a16:creationId xmlns:a16="http://schemas.microsoft.com/office/drawing/2014/main" id="{BFCF2349-B4F0-3EB2-2D45-3E7F772DAB3F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" name="pg2124">
                <a:extLst>
                  <a:ext uri="{FF2B5EF4-FFF2-40B4-BE49-F238E27FC236}">
                    <a16:creationId xmlns:a16="http://schemas.microsoft.com/office/drawing/2014/main" id="{61D7CA2F-9E60-017C-C867-B08F8BBCEBF7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" name="pg2125">
                <a:extLst>
                  <a:ext uri="{FF2B5EF4-FFF2-40B4-BE49-F238E27FC236}">
                    <a16:creationId xmlns:a16="http://schemas.microsoft.com/office/drawing/2014/main" id="{5EE90B02-5C38-3A60-A459-CB67A3146D57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" name="pg2126">
                <a:extLst>
                  <a:ext uri="{FF2B5EF4-FFF2-40B4-BE49-F238E27FC236}">
                    <a16:creationId xmlns:a16="http://schemas.microsoft.com/office/drawing/2014/main" id="{FC159509-B1F7-985E-5BF4-A739154CF59A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" name="pg2127">
                <a:extLst>
                  <a:ext uri="{FF2B5EF4-FFF2-40B4-BE49-F238E27FC236}">
                    <a16:creationId xmlns:a16="http://schemas.microsoft.com/office/drawing/2014/main" id="{452898FC-EAC7-2564-E05A-C0FE0F7888C8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" name="pg2128">
                <a:extLst>
                  <a:ext uri="{FF2B5EF4-FFF2-40B4-BE49-F238E27FC236}">
                    <a16:creationId xmlns:a16="http://schemas.microsoft.com/office/drawing/2014/main" id="{F37F1B20-6E1E-79A6-09B8-555910A30B50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" name="pg2129">
                <a:extLst>
                  <a:ext uri="{FF2B5EF4-FFF2-40B4-BE49-F238E27FC236}">
                    <a16:creationId xmlns:a16="http://schemas.microsoft.com/office/drawing/2014/main" id="{E942B772-9D0D-87C2-324F-ABC120EEDE6B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" name="pg2130">
                <a:extLst>
                  <a:ext uri="{FF2B5EF4-FFF2-40B4-BE49-F238E27FC236}">
                    <a16:creationId xmlns:a16="http://schemas.microsoft.com/office/drawing/2014/main" id="{F53AFAC1-04EC-1D59-CA23-EA5A7CF72899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" name="pg2131">
                <a:extLst>
                  <a:ext uri="{FF2B5EF4-FFF2-40B4-BE49-F238E27FC236}">
                    <a16:creationId xmlns:a16="http://schemas.microsoft.com/office/drawing/2014/main" id="{D90D35A8-2109-6C81-EC54-F06670351C18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" name="pg2132">
                <a:extLst>
                  <a:ext uri="{FF2B5EF4-FFF2-40B4-BE49-F238E27FC236}">
                    <a16:creationId xmlns:a16="http://schemas.microsoft.com/office/drawing/2014/main" id="{77161E21-37C0-1BD7-DCFA-F103948CBF6D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" name="pg2133">
                <a:extLst>
                  <a:ext uri="{FF2B5EF4-FFF2-40B4-BE49-F238E27FC236}">
                    <a16:creationId xmlns:a16="http://schemas.microsoft.com/office/drawing/2014/main" id="{21C7BE83-D70D-E814-8C90-9DC919133B7A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" name="pg2134">
                <a:extLst>
                  <a:ext uri="{FF2B5EF4-FFF2-40B4-BE49-F238E27FC236}">
                    <a16:creationId xmlns:a16="http://schemas.microsoft.com/office/drawing/2014/main" id="{58A05220-915A-EAC2-8C57-3409681A7895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" name="pg2135">
                <a:extLst>
                  <a:ext uri="{FF2B5EF4-FFF2-40B4-BE49-F238E27FC236}">
                    <a16:creationId xmlns:a16="http://schemas.microsoft.com/office/drawing/2014/main" id="{F3B97EB4-8197-E57A-DA39-76413F66DB10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" name="pg2136">
                <a:extLst>
                  <a:ext uri="{FF2B5EF4-FFF2-40B4-BE49-F238E27FC236}">
                    <a16:creationId xmlns:a16="http://schemas.microsoft.com/office/drawing/2014/main" id="{5FCCEFB3-E259-B001-4E14-9F473225D3BA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" name="pg2137">
                <a:extLst>
                  <a:ext uri="{FF2B5EF4-FFF2-40B4-BE49-F238E27FC236}">
                    <a16:creationId xmlns:a16="http://schemas.microsoft.com/office/drawing/2014/main" id="{FCD289EE-CD14-2AB9-1DA4-E617FB1768A3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" name="pg2138">
                <a:extLst>
                  <a:ext uri="{FF2B5EF4-FFF2-40B4-BE49-F238E27FC236}">
                    <a16:creationId xmlns:a16="http://schemas.microsoft.com/office/drawing/2014/main" id="{758BA870-4DCC-F8DF-A6ED-C7D99BEE13C6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" name="pg2139">
                <a:extLst>
                  <a:ext uri="{FF2B5EF4-FFF2-40B4-BE49-F238E27FC236}">
                    <a16:creationId xmlns:a16="http://schemas.microsoft.com/office/drawing/2014/main" id="{74AF506A-77FA-A12D-B176-5832F7011C7B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" name="pg2140">
                <a:extLst>
                  <a:ext uri="{FF2B5EF4-FFF2-40B4-BE49-F238E27FC236}">
                    <a16:creationId xmlns:a16="http://schemas.microsoft.com/office/drawing/2014/main" id="{6E59B320-8A55-14AA-D495-59A658EC0291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" name="pg2141">
                <a:extLst>
                  <a:ext uri="{FF2B5EF4-FFF2-40B4-BE49-F238E27FC236}">
                    <a16:creationId xmlns:a16="http://schemas.microsoft.com/office/drawing/2014/main" id="{434912C1-C08D-2303-3B0A-0D7D51654A0E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" name="pg2142">
                <a:extLst>
                  <a:ext uri="{FF2B5EF4-FFF2-40B4-BE49-F238E27FC236}">
                    <a16:creationId xmlns:a16="http://schemas.microsoft.com/office/drawing/2014/main" id="{D5934670-58BC-2FC5-A5B5-85F9990FA078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" name="pg2143">
                <a:extLst>
                  <a:ext uri="{FF2B5EF4-FFF2-40B4-BE49-F238E27FC236}">
                    <a16:creationId xmlns:a16="http://schemas.microsoft.com/office/drawing/2014/main" id="{18A79311-6D4C-F292-8A74-5531EE5A50EF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" name="pg2144">
                <a:extLst>
                  <a:ext uri="{FF2B5EF4-FFF2-40B4-BE49-F238E27FC236}">
                    <a16:creationId xmlns:a16="http://schemas.microsoft.com/office/drawing/2014/main" id="{03A1350C-3990-2FC4-3FB1-CB1C11C7B123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" name="pg2145">
                <a:extLst>
                  <a:ext uri="{FF2B5EF4-FFF2-40B4-BE49-F238E27FC236}">
                    <a16:creationId xmlns:a16="http://schemas.microsoft.com/office/drawing/2014/main" id="{52755579-F2AE-08B3-CD04-449DCB4BB928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" name="pg2146">
                <a:extLst>
                  <a:ext uri="{FF2B5EF4-FFF2-40B4-BE49-F238E27FC236}">
                    <a16:creationId xmlns:a16="http://schemas.microsoft.com/office/drawing/2014/main" id="{C602AEDA-62B7-DA0A-18D5-3A3CCB79E7C2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" name="pg2147">
                <a:extLst>
                  <a:ext uri="{FF2B5EF4-FFF2-40B4-BE49-F238E27FC236}">
                    <a16:creationId xmlns:a16="http://schemas.microsoft.com/office/drawing/2014/main" id="{BC9BCAD9-433A-37F9-850A-566F696FAFD6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" name="pg2148">
                <a:extLst>
                  <a:ext uri="{FF2B5EF4-FFF2-40B4-BE49-F238E27FC236}">
                    <a16:creationId xmlns:a16="http://schemas.microsoft.com/office/drawing/2014/main" id="{AF3455CB-C86F-7547-A603-71334AC78540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" name="pg2149">
                <a:extLst>
                  <a:ext uri="{FF2B5EF4-FFF2-40B4-BE49-F238E27FC236}">
                    <a16:creationId xmlns:a16="http://schemas.microsoft.com/office/drawing/2014/main" id="{3C9A44ED-8F75-025F-9142-DF6AFF73F8B2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" name="pg2150">
                <a:extLst>
                  <a:ext uri="{FF2B5EF4-FFF2-40B4-BE49-F238E27FC236}">
                    <a16:creationId xmlns:a16="http://schemas.microsoft.com/office/drawing/2014/main" id="{E3D41146-DCF7-CD95-495F-06587E9A1E63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" name="pg2151">
                <a:extLst>
                  <a:ext uri="{FF2B5EF4-FFF2-40B4-BE49-F238E27FC236}">
                    <a16:creationId xmlns:a16="http://schemas.microsoft.com/office/drawing/2014/main" id="{BC4BA174-9882-6B2D-73E4-C2F71D95523D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" name="pg2152">
                <a:extLst>
                  <a:ext uri="{FF2B5EF4-FFF2-40B4-BE49-F238E27FC236}">
                    <a16:creationId xmlns:a16="http://schemas.microsoft.com/office/drawing/2014/main" id="{B167F887-EC3F-489E-B30D-EAC53AFE9B42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" name="pg2153">
                <a:extLst>
                  <a:ext uri="{FF2B5EF4-FFF2-40B4-BE49-F238E27FC236}">
                    <a16:creationId xmlns:a16="http://schemas.microsoft.com/office/drawing/2014/main" id="{ABE65B08-FAE5-0A73-0C57-6BFF46873F09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" name="pg2154">
                <a:extLst>
                  <a:ext uri="{FF2B5EF4-FFF2-40B4-BE49-F238E27FC236}">
                    <a16:creationId xmlns:a16="http://schemas.microsoft.com/office/drawing/2014/main" id="{D36991DF-3799-5CEB-539B-2E45234E6EF5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" name="pg2155">
                <a:extLst>
                  <a:ext uri="{FF2B5EF4-FFF2-40B4-BE49-F238E27FC236}">
                    <a16:creationId xmlns:a16="http://schemas.microsoft.com/office/drawing/2014/main" id="{DB72FF0F-6D21-6DC1-0265-7181818AFB0F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" name="pg2156">
                <a:extLst>
                  <a:ext uri="{FF2B5EF4-FFF2-40B4-BE49-F238E27FC236}">
                    <a16:creationId xmlns:a16="http://schemas.microsoft.com/office/drawing/2014/main" id="{DCA85203-026C-8642-82F1-F108208A911F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" name="pg2157">
                <a:extLst>
                  <a:ext uri="{FF2B5EF4-FFF2-40B4-BE49-F238E27FC236}">
                    <a16:creationId xmlns:a16="http://schemas.microsoft.com/office/drawing/2014/main" id="{5666EB96-7BE5-4126-0628-10FB9CE2A836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" name="pg2158">
                <a:extLst>
                  <a:ext uri="{FF2B5EF4-FFF2-40B4-BE49-F238E27FC236}">
                    <a16:creationId xmlns:a16="http://schemas.microsoft.com/office/drawing/2014/main" id="{8D58E436-DA33-54D4-9D26-68A3BA959367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" name="pg2159">
                <a:extLst>
                  <a:ext uri="{FF2B5EF4-FFF2-40B4-BE49-F238E27FC236}">
                    <a16:creationId xmlns:a16="http://schemas.microsoft.com/office/drawing/2014/main" id="{CC0EE520-14D6-9FF0-626B-DC89E486CC38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" name="pg2160">
                <a:extLst>
                  <a:ext uri="{FF2B5EF4-FFF2-40B4-BE49-F238E27FC236}">
                    <a16:creationId xmlns:a16="http://schemas.microsoft.com/office/drawing/2014/main" id="{9D659490-DD47-4637-A16A-BBD8A2059D75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" name="pg2161">
                <a:extLst>
                  <a:ext uri="{FF2B5EF4-FFF2-40B4-BE49-F238E27FC236}">
                    <a16:creationId xmlns:a16="http://schemas.microsoft.com/office/drawing/2014/main" id="{775B866B-BD56-433D-47AE-A0ED15F566D3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" name="pg2162">
                <a:extLst>
                  <a:ext uri="{FF2B5EF4-FFF2-40B4-BE49-F238E27FC236}">
                    <a16:creationId xmlns:a16="http://schemas.microsoft.com/office/drawing/2014/main" id="{54A9B8EB-44DD-2750-9330-43052B5A1F90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" name="pg2163">
                <a:extLst>
                  <a:ext uri="{FF2B5EF4-FFF2-40B4-BE49-F238E27FC236}">
                    <a16:creationId xmlns:a16="http://schemas.microsoft.com/office/drawing/2014/main" id="{3F7E6262-B5C9-7F48-B1DB-EF11A14EDCCA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" name="pg2164">
                <a:extLst>
                  <a:ext uri="{FF2B5EF4-FFF2-40B4-BE49-F238E27FC236}">
                    <a16:creationId xmlns:a16="http://schemas.microsoft.com/office/drawing/2014/main" id="{7C332751-8A06-933C-2783-F7F393DCDF0B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" name="pg2165">
                <a:extLst>
                  <a:ext uri="{FF2B5EF4-FFF2-40B4-BE49-F238E27FC236}">
                    <a16:creationId xmlns:a16="http://schemas.microsoft.com/office/drawing/2014/main" id="{70EFEED2-8F32-44AD-0BA5-F12BE33B4F5A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" name="pg2166">
                <a:extLst>
                  <a:ext uri="{FF2B5EF4-FFF2-40B4-BE49-F238E27FC236}">
                    <a16:creationId xmlns:a16="http://schemas.microsoft.com/office/drawing/2014/main" id="{08FFFE29-C141-83A1-2A36-15EDBD8FE791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" name="pg2167">
                <a:extLst>
                  <a:ext uri="{FF2B5EF4-FFF2-40B4-BE49-F238E27FC236}">
                    <a16:creationId xmlns:a16="http://schemas.microsoft.com/office/drawing/2014/main" id="{D85E855F-5459-3987-766B-481654E52952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" name="pg2168">
                <a:extLst>
                  <a:ext uri="{FF2B5EF4-FFF2-40B4-BE49-F238E27FC236}">
                    <a16:creationId xmlns:a16="http://schemas.microsoft.com/office/drawing/2014/main" id="{C7BC88E3-B4C6-E1FE-5007-A7C85C9A4957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" name="pg2169">
                <a:extLst>
                  <a:ext uri="{FF2B5EF4-FFF2-40B4-BE49-F238E27FC236}">
                    <a16:creationId xmlns:a16="http://schemas.microsoft.com/office/drawing/2014/main" id="{BCA67659-2656-5B7C-620C-A69CEE8DB817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" name="pg2170">
                <a:extLst>
                  <a:ext uri="{FF2B5EF4-FFF2-40B4-BE49-F238E27FC236}">
                    <a16:creationId xmlns:a16="http://schemas.microsoft.com/office/drawing/2014/main" id="{7C58E169-9C43-AEBD-E951-1821625E99FA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" name="pg2171">
                <a:extLst>
                  <a:ext uri="{FF2B5EF4-FFF2-40B4-BE49-F238E27FC236}">
                    <a16:creationId xmlns:a16="http://schemas.microsoft.com/office/drawing/2014/main" id="{37F27787-64C4-3B3B-980C-724033D5C947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" name="pg2172">
                <a:extLst>
                  <a:ext uri="{FF2B5EF4-FFF2-40B4-BE49-F238E27FC236}">
                    <a16:creationId xmlns:a16="http://schemas.microsoft.com/office/drawing/2014/main" id="{0B20BCF0-00EF-1CE7-E787-4743709CCAF8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" name="pg2173">
                <a:extLst>
                  <a:ext uri="{FF2B5EF4-FFF2-40B4-BE49-F238E27FC236}">
                    <a16:creationId xmlns:a16="http://schemas.microsoft.com/office/drawing/2014/main" id="{E9B2E0BF-1DC3-B70C-352E-C165A6F45FA1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" name="pg2174">
                <a:extLst>
                  <a:ext uri="{FF2B5EF4-FFF2-40B4-BE49-F238E27FC236}">
                    <a16:creationId xmlns:a16="http://schemas.microsoft.com/office/drawing/2014/main" id="{B6F54110-F1AA-BD5E-667F-BEE8B08B5CD5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" name="pg2175">
                <a:extLst>
                  <a:ext uri="{FF2B5EF4-FFF2-40B4-BE49-F238E27FC236}">
                    <a16:creationId xmlns:a16="http://schemas.microsoft.com/office/drawing/2014/main" id="{48E50668-9D53-44E1-0690-30CB2643AF37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" name="pg2176">
                <a:extLst>
                  <a:ext uri="{FF2B5EF4-FFF2-40B4-BE49-F238E27FC236}">
                    <a16:creationId xmlns:a16="http://schemas.microsoft.com/office/drawing/2014/main" id="{BC7C9726-CA16-1106-8135-D39897002319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" name="pg2177">
                <a:extLst>
                  <a:ext uri="{FF2B5EF4-FFF2-40B4-BE49-F238E27FC236}">
                    <a16:creationId xmlns:a16="http://schemas.microsoft.com/office/drawing/2014/main" id="{E9CAA3EF-4D4C-ED66-3D9F-54D7B9F8A3CF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" name="pg2178">
                <a:extLst>
                  <a:ext uri="{FF2B5EF4-FFF2-40B4-BE49-F238E27FC236}">
                    <a16:creationId xmlns:a16="http://schemas.microsoft.com/office/drawing/2014/main" id="{120366D0-AD50-5B47-1877-534386D767B8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" name="pg2179">
                <a:extLst>
                  <a:ext uri="{FF2B5EF4-FFF2-40B4-BE49-F238E27FC236}">
                    <a16:creationId xmlns:a16="http://schemas.microsoft.com/office/drawing/2014/main" id="{04ADF45B-2B33-3A03-4B14-4A6FE54C9CD5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" name="pg2180">
                <a:extLst>
                  <a:ext uri="{FF2B5EF4-FFF2-40B4-BE49-F238E27FC236}">
                    <a16:creationId xmlns:a16="http://schemas.microsoft.com/office/drawing/2014/main" id="{9FFDDA9B-4777-EC5A-9B2F-41C651DC26AA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" name="pg2181">
                <a:extLst>
                  <a:ext uri="{FF2B5EF4-FFF2-40B4-BE49-F238E27FC236}">
                    <a16:creationId xmlns:a16="http://schemas.microsoft.com/office/drawing/2014/main" id="{3E15087B-66AC-FE38-C756-02AA9E1DEE8A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" name="pg2182">
                <a:extLst>
                  <a:ext uri="{FF2B5EF4-FFF2-40B4-BE49-F238E27FC236}">
                    <a16:creationId xmlns:a16="http://schemas.microsoft.com/office/drawing/2014/main" id="{1D4710D1-B580-FAE0-D3A2-734735515D66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" name="pg2183">
                <a:extLst>
                  <a:ext uri="{FF2B5EF4-FFF2-40B4-BE49-F238E27FC236}">
                    <a16:creationId xmlns:a16="http://schemas.microsoft.com/office/drawing/2014/main" id="{B8021A60-77AE-544F-E4F6-80DA25E77404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" name="pg2184">
                <a:extLst>
                  <a:ext uri="{FF2B5EF4-FFF2-40B4-BE49-F238E27FC236}">
                    <a16:creationId xmlns:a16="http://schemas.microsoft.com/office/drawing/2014/main" id="{AF424C3C-AD24-06C6-1FEA-A4D2B4CA2173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" name="pg2185">
                <a:extLst>
                  <a:ext uri="{FF2B5EF4-FFF2-40B4-BE49-F238E27FC236}">
                    <a16:creationId xmlns:a16="http://schemas.microsoft.com/office/drawing/2014/main" id="{4B7D8DB3-101E-0859-0376-8B09CF569A01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" name="pg2186">
                <a:extLst>
                  <a:ext uri="{FF2B5EF4-FFF2-40B4-BE49-F238E27FC236}">
                    <a16:creationId xmlns:a16="http://schemas.microsoft.com/office/drawing/2014/main" id="{E24BECDA-2BFB-3DD8-B70C-F1E67140CAEC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" name="pg2187">
                <a:extLst>
                  <a:ext uri="{FF2B5EF4-FFF2-40B4-BE49-F238E27FC236}">
                    <a16:creationId xmlns:a16="http://schemas.microsoft.com/office/drawing/2014/main" id="{AF5BB157-B456-FF56-F238-AB9B1A642119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" name="pg2188">
                <a:extLst>
                  <a:ext uri="{FF2B5EF4-FFF2-40B4-BE49-F238E27FC236}">
                    <a16:creationId xmlns:a16="http://schemas.microsoft.com/office/drawing/2014/main" id="{9D3DEF64-9CBE-A8A0-1225-FEFD37CD663E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" name="pg2189">
                <a:extLst>
                  <a:ext uri="{FF2B5EF4-FFF2-40B4-BE49-F238E27FC236}">
                    <a16:creationId xmlns:a16="http://schemas.microsoft.com/office/drawing/2014/main" id="{D39A6833-9BBD-273D-F859-EEC494AEC608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" name="pg2190">
                <a:extLst>
                  <a:ext uri="{FF2B5EF4-FFF2-40B4-BE49-F238E27FC236}">
                    <a16:creationId xmlns:a16="http://schemas.microsoft.com/office/drawing/2014/main" id="{7BBF916F-B191-3826-AFC7-71B2F3737B64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" name="pg2191">
                <a:extLst>
                  <a:ext uri="{FF2B5EF4-FFF2-40B4-BE49-F238E27FC236}">
                    <a16:creationId xmlns:a16="http://schemas.microsoft.com/office/drawing/2014/main" id="{AD79015E-6D39-28EA-4F97-B5D76CD6090C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" name="pg2192">
                <a:extLst>
                  <a:ext uri="{FF2B5EF4-FFF2-40B4-BE49-F238E27FC236}">
                    <a16:creationId xmlns:a16="http://schemas.microsoft.com/office/drawing/2014/main" id="{98F0F06B-D030-BF55-4F8F-7851C5C9FB85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" name="pg2193">
                <a:extLst>
                  <a:ext uri="{FF2B5EF4-FFF2-40B4-BE49-F238E27FC236}">
                    <a16:creationId xmlns:a16="http://schemas.microsoft.com/office/drawing/2014/main" id="{F173768B-F890-361D-F0D6-1596CC06F19B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" name="pg2194">
                <a:extLst>
                  <a:ext uri="{FF2B5EF4-FFF2-40B4-BE49-F238E27FC236}">
                    <a16:creationId xmlns:a16="http://schemas.microsoft.com/office/drawing/2014/main" id="{137CC06E-6509-0080-FBFD-C0751AB34E2B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" name="pg2195">
                <a:extLst>
                  <a:ext uri="{FF2B5EF4-FFF2-40B4-BE49-F238E27FC236}">
                    <a16:creationId xmlns:a16="http://schemas.microsoft.com/office/drawing/2014/main" id="{D76107AF-D192-47EB-C00D-D8DF975DD70F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" name="pg2196">
                <a:extLst>
                  <a:ext uri="{FF2B5EF4-FFF2-40B4-BE49-F238E27FC236}">
                    <a16:creationId xmlns:a16="http://schemas.microsoft.com/office/drawing/2014/main" id="{FC7E15B6-0EC9-1502-2125-C8A95A49E706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" name="pg2197">
                <a:extLst>
                  <a:ext uri="{FF2B5EF4-FFF2-40B4-BE49-F238E27FC236}">
                    <a16:creationId xmlns:a16="http://schemas.microsoft.com/office/drawing/2014/main" id="{02DEB584-BBCE-8D6E-AAFF-4A3607B21C51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" name="pg2198">
                <a:extLst>
                  <a:ext uri="{FF2B5EF4-FFF2-40B4-BE49-F238E27FC236}">
                    <a16:creationId xmlns:a16="http://schemas.microsoft.com/office/drawing/2014/main" id="{23BB4892-E8C9-299A-AD4F-A2F4314E5BDB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" name="pg2199">
                <a:extLst>
                  <a:ext uri="{FF2B5EF4-FFF2-40B4-BE49-F238E27FC236}">
                    <a16:creationId xmlns:a16="http://schemas.microsoft.com/office/drawing/2014/main" id="{720EBAD1-FC1D-1606-8169-6DE499A7C5A6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" name="pg2200">
                <a:extLst>
                  <a:ext uri="{FF2B5EF4-FFF2-40B4-BE49-F238E27FC236}">
                    <a16:creationId xmlns:a16="http://schemas.microsoft.com/office/drawing/2014/main" id="{D93EE83D-2DFB-8114-95AF-D5642E1A146C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" name="pg2201">
                <a:extLst>
                  <a:ext uri="{FF2B5EF4-FFF2-40B4-BE49-F238E27FC236}">
                    <a16:creationId xmlns:a16="http://schemas.microsoft.com/office/drawing/2014/main" id="{47495C1D-C1F0-FBF0-DB29-C410FCE30D7B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" name="pg2202">
                <a:extLst>
                  <a:ext uri="{FF2B5EF4-FFF2-40B4-BE49-F238E27FC236}">
                    <a16:creationId xmlns:a16="http://schemas.microsoft.com/office/drawing/2014/main" id="{07C011DC-CB8F-0380-D880-031EEB570ADE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" name="pg2203">
                <a:extLst>
                  <a:ext uri="{FF2B5EF4-FFF2-40B4-BE49-F238E27FC236}">
                    <a16:creationId xmlns:a16="http://schemas.microsoft.com/office/drawing/2014/main" id="{2DAB2CA5-A408-3689-B010-91ADDF5615B2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" name="pg2204">
                <a:extLst>
                  <a:ext uri="{FF2B5EF4-FFF2-40B4-BE49-F238E27FC236}">
                    <a16:creationId xmlns:a16="http://schemas.microsoft.com/office/drawing/2014/main" id="{9A3A78B3-9435-8CCE-8CB3-B1A274A3FFB6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" name="pg2205">
                <a:extLst>
                  <a:ext uri="{FF2B5EF4-FFF2-40B4-BE49-F238E27FC236}">
                    <a16:creationId xmlns:a16="http://schemas.microsoft.com/office/drawing/2014/main" id="{F3244E9F-2509-9BA4-D612-D9478BE10E65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" name="pg2206">
                <a:extLst>
                  <a:ext uri="{FF2B5EF4-FFF2-40B4-BE49-F238E27FC236}">
                    <a16:creationId xmlns:a16="http://schemas.microsoft.com/office/drawing/2014/main" id="{B6116446-75E7-DDB8-0CDC-AD17188293EF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" name="pg2207">
                <a:extLst>
                  <a:ext uri="{FF2B5EF4-FFF2-40B4-BE49-F238E27FC236}">
                    <a16:creationId xmlns:a16="http://schemas.microsoft.com/office/drawing/2014/main" id="{DE938088-87C5-A3E6-9FFA-C9BD86A538C7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" name="pg2208">
                <a:extLst>
                  <a:ext uri="{FF2B5EF4-FFF2-40B4-BE49-F238E27FC236}">
                    <a16:creationId xmlns:a16="http://schemas.microsoft.com/office/drawing/2014/main" id="{1A41FC9F-0B25-BD51-D475-691E611EC54B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" name="pg2209">
                <a:extLst>
                  <a:ext uri="{FF2B5EF4-FFF2-40B4-BE49-F238E27FC236}">
                    <a16:creationId xmlns:a16="http://schemas.microsoft.com/office/drawing/2014/main" id="{4D7D77C7-63AC-F46B-F59A-AE8E3D4E91AD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" name="pg2210">
                <a:extLst>
                  <a:ext uri="{FF2B5EF4-FFF2-40B4-BE49-F238E27FC236}">
                    <a16:creationId xmlns:a16="http://schemas.microsoft.com/office/drawing/2014/main" id="{DD931830-0384-412E-68E9-BA949327D960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" name="pg2211">
                <a:extLst>
                  <a:ext uri="{FF2B5EF4-FFF2-40B4-BE49-F238E27FC236}">
                    <a16:creationId xmlns:a16="http://schemas.microsoft.com/office/drawing/2014/main" id="{7AA4F071-A780-3C14-4E20-CFFCC29EE030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" name="pg2212">
                <a:extLst>
                  <a:ext uri="{FF2B5EF4-FFF2-40B4-BE49-F238E27FC236}">
                    <a16:creationId xmlns:a16="http://schemas.microsoft.com/office/drawing/2014/main" id="{7171177E-E7B2-C3FB-456B-22086579C481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" name="pg2213">
                <a:extLst>
                  <a:ext uri="{FF2B5EF4-FFF2-40B4-BE49-F238E27FC236}">
                    <a16:creationId xmlns:a16="http://schemas.microsoft.com/office/drawing/2014/main" id="{87DB9C7B-CA5D-FD34-DAB9-2D6D37D519B9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" name="pg2214">
                <a:extLst>
                  <a:ext uri="{FF2B5EF4-FFF2-40B4-BE49-F238E27FC236}">
                    <a16:creationId xmlns:a16="http://schemas.microsoft.com/office/drawing/2014/main" id="{DABA7027-98CE-CF1E-0F2A-E5DBFBB0DBB2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" name="pg2215">
                <a:extLst>
                  <a:ext uri="{FF2B5EF4-FFF2-40B4-BE49-F238E27FC236}">
                    <a16:creationId xmlns:a16="http://schemas.microsoft.com/office/drawing/2014/main" id="{CAED63AF-BC03-A61A-588B-A307F5973884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" name="pg2216">
                <a:extLst>
                  <a:ext uri="{FF2B5EF4-FFF2-40B4-BE49-F238E27FC236}">
                    <a16:creationId xmlns:a16="http://schemas.microsoft.com/office/drawing/2014/main" id="{8D2A61F9-076C-37AB-1D68-FC7A966AFB2D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" name="pg2217">
                <a:extLst>
                  <a:ext uri="{FF2B5EF4-FFF2-40B4-BE49-F238E27FC236}">
                    <a16:creationId xmlns:a16="http://schemas.microsoft.com/office/drawing/2014/main" id="{076DCB6D-FF4E-D4AA-EDB5-7BC79B5F94DE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" name="pg2218">
                <a:extLst>
                  <a:ext uri="{FF2B5EF4-FFF2-40B4-BE49-F238E27FC236}">
                    <a16:creationId xmlns:a16="http://schemas.microsoft.com/office/drawing/2014/main" id="{0683C682-B236-EBCD-B150-3A0BE8844F37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" name="pg2219">
                <a:extLst>
                  <a:ext uri="{FF2B5EF4-FFF2-40B4-BE49-F238E27FC236}">
                    <a16:creationId xmlns:a16="http://schemas.microsoft.com/office/drawing/2014/main" id="{24774259-14BF-FF81-22D1-2B82DB6E75A3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" name="pg2220">
                <a:extLst>
                  <a:ext uri="{FF2B5EF4-FFF2-40B4-BE49-F238E27FC236}">
                    <a16:creationId xmlns:a16="http://schemas.microsoft.com/office/drawing/2014/main" id="{BD8580CA-8E0F-09C6-45C7-59C94C974977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" name="pg2221">
                <a:extLst>
                  <a:ext uri="{FF2B5EF4-FFF2-40B4-BE49-F238E27FC236}">
                    <a16:creationId xmlns:a16="http://schemas.microsoft.com/office/drawing/2014/main" id="{1A5D6ED4-DC96-2176-FD20-46F6E2ABC4BC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" name="pg2222">
                <a:extLst>
                  <a:ext uri="{FF2B5EF4-FFF2-40B4-BE49-F238E27FC236}">
                    <a16:creationId xmlns:a16="http://schemas.microsoft.com/office/drawing/2014/main" id="{71363440-22D6-EC62-6480-8F6C9CF4C2CA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" name="pg2223">
                <a:extLst>
                  <a:ext uri="{FF2B5EF4-FFF2-40B4-BE49-F238E27FC236}">
                    <a16:creationId xmlns:a16="http://schemas.microsoft.com/office/drawing/2014/main" id="{2E7B770E-E257-0822-B789-CD29485632BE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" name="pg2224">
                <a:extLst>
                  <a:ext uri="{FF2B5EF4-FFF2-40B4-BE49-F238E27FC236}">
                    <a16:creationId xmlns:a16="http://schemas.microsoft.com/office/drawing/2014/main" id="{91AA1A2B-C137-702B-CDCA-4E6223B2E15F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" name="pg2225">
                <a:extLst>
                  <a:ext uri="{FF2B5EF4-FFF2-40B4-BE49-F238E27FC236}">
                    <a16:creationId xmlns:a16="http://schemas.microsoft.com/office/drawing/2014/main" id="{7E4C00BB-5BF5-349A-1482-1AA734CCC23A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" name="pg2226">
                <a:extLst>
                  <a:ext uri="{FF2B5EF4-FFF2-40B4-BE49-F238E27FC236}">
                    <a16:creationId xmlns:a16="http://schemas.microsoft.com/office/drawing/2014/main" id="{7522E978-BB89-4BE4-A0F7-CB349126C563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" name="pg2227">
                <a:extLst>
                  <a:ext uri="{FF2B5EF4-FFF2-40B4-BE49-F238E27FC236}">
                    <a16:creationId xmlns:a16="http://schemas.microsoft.com/office/drawing/2014/main" id="{02C2E23F-B90E-21E7-1DB3-38CC67C7F3ED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" name="pg2228">
                <a:extLst>
                  <a:ext uri="{FF2B5EF4-FFF2-40B4-BE49-F238E27FC236}">
                    <a16:creationId xmlns:a16="http://schemas.microsoft.com/office/drawing/2014/main" id="{5A709096-8240-9BC3-A4A3-7C8F9C1DB5D8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" name="pg2229">
                <a:extLst>
                  <a:ext uri="{FF2B5EF4-FFF2-40B4-BE49-F238E27FC236}">
                    <a16:creationId xmlns:a16="http://schemas.microsoft.com/office/drawing/2014/main" id="{7FFCD3CD-7BB5-C575-BADC-890630DEDB25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" name="pg2230">
                <a:extLst>
                  <a:ext uri="{FF2B5EF4-FFF2-40B4-BE49-F238E27FC236}">
                    <a16:creationId xmlns:a16="http://schemas.microsoft.com/office/drawing/2014/main" id="{17DEECDC-AC1C-1193-836C-6D60717E0415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" name="pg2231">
                <a:extLst>
                  <a:ext uri="{FF2B5EF4-FFF2-40B4-BE49-F238E27FC236}">
                    <a16:creationId xmlns:a16="http://schemas.microsoft.com/office/drawing/2014/main" id="{9D7B3CF9-A574-25D5-C194-BB63F2C8BEDC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" name="pg2232">
                <a:extLst>
                  <a:ext uri="{FF2B5EF4-FFF2-40B4-BE49-F238E27FC236}">
                    <a16:creationId xmlns:a16="http://schemas.microsoft.com/office/drawing/2014/main" id="{5FDBFF5A-258B-6A97-DFEF-A910DD54112B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" name="pg2233">
                <a:extLst>
                  <a:ext uri="{FF2B5EF4-FFF2-40B4-BE49-F238E27FC236}">
                    <a16:creationId xmlns:a16="http://schemas.microsoft.com/office/drawing/2014/main" id="{871B9C9B-56CF-D9B1-B8AE-4AD46B13B14E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" name="pg2234">
                <a:extLst>
                  <a:ext uri="{FF2B5EF4-FFF2-40B4-BE49-F238E27FC236}">
                    <a16:creationId xmlns:a16="http://schemas.microsoft.com/office/drawing/2014/main" id="{1EFEBA2D-C0DB-8564-5BBC-29BCD2A3634B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" name="pg2235">
                <a:extLst>
                  <a:ext uri="{FF2B5EF4-FFF2-40B4-BE49-F238E27FC236}">
                    <a16:creationId xmlns:a16="http://schemas.microsoft.com/office/drawing/2014/main" id="{C02DA5B5-00E4-1BD7-1A88-27075E355525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" name="pg2236">
                <a:extLst>
                  <a:ext uri="{FF2B5EF4-FFF2-40B4-BE49-F238E27FC236}">
                    <a16:creationId xmlns:a16="http://schemas.microsoft.com/office/drawing/2014/main" id="{B450EBC1-1961-AF7E-6F27-30B4C9AC0039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" name="pg2237">
                <a:extLst>
                  <a:ext uri="{FF2B5EF4-FFF2-40B4-BE49-F238E27FC236}">
                    <a16:creationId xmlns:a16="http://schemas.microsoft.com/office/drawing/2014/main" id="{010D4B0D-1CA0-C6A3-0916-1C3C1AF050C5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" name="pg2238">
                <a:extLst>
                  <a:ext uri="{FF2B5EF4-FFF2-40B4-BE49-F238E27FC236}">
                    <a16:creationId xmlns:a16="http://schemas.microsoft.com/office/drawing/2014/main" id="{98935588-F053-DA73-2128-12DEA06FEE9C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" name="pg2239">
                <a:extLst>
                  <a:ext uri="{FF2B5EF4-FFF2-40B4-BE49-F238E27FC236}">
                    <a16:creationId xmlns:a16="http://schemas.microsoft.com/office/drawing/2014/main" id="{A8D82277-EB19-3AC5-454C-6A293C229AC0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" name="pg2240">
                <a:extLst>
                  <a:ext uri="{FF2B5EF4-FFF2-40B4-BE49-F238E27FC236}">
                    <a16:creationId xmlns:a16="http://schemas.microsoft.com/office/drawing/2014/main" id="{4C63C7D8-5379-EEB0-F1DC-77120CFCD79E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" name="pg2241">
                <a:extLst>
                  <a:ext uri="{FF2B5EF4-FFF2-40B4-BE49-F238E27FC236}">
                    <a16:creationId xmlns:a16="http://schemas.microsoft.com/office/drawing/2014/main" id="{B5255E3D-0B36-8FC6-EC47-C18C9D7E8DF0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" name="pg2242">
                <a:extLst>
                  <a:ext uri="{FF2B5EF4-FFF2-40B4-BE49-F238E27FC236}">
                    <a16:creationId xmlns:a16="http://schemas.microsoft.com/office/drawing/2014/main" id="{B988D4C6-08A9-D5F0-1C96-B62AEA5BCAF7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" name="pg2243">
                <a:extLst>
                  <a:ext uri="{FF2B5EF4-FFF2-40B4-BE49-F238E27FC236}">
                    <a16:creationId xmlns:a16="http://schemas.microsoft.com/office/drawing/2014/main" id="{9D10997A-F2FC-9170-B7F1-66893A00354F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" name="pg2244">
                <a:extLst>
                  <a:ext uri="{FF2B5EF4-FFF2-40B4-BE49-F238E27FC236}">
                    <a16:creationId xmlns:a16="http://schemas.microsoft.com/office/drawing/2014/main" id="{380D0C59-C01E-34E2-1599-4F44C25522FF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" name="pg2245">
                <a:extLst>
                  <a:ext uri="{FF2B5EF4-FFF2-40B4-BE49-F238E27FC236}">
                    <a16:creationId xmlns:a16="http://schemas.microsoft.com/office/drawing/2014/main" id="{6A0F48BD-5184-DF47-DECF-1B7D88971F77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" name="pg2246">
                <a:extLst>
                  <a:ext uri="{FF2B5EF4-FFF2-40B4-BE49-F238E27FC236}">
                    <a16:creationId xmlns:a16="http://schemas.microsoft.com/office/drawing/2014/main" id="{58C512B6-5065-0EB1-3B39-B9963AB54894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2">
                  <a:alpha val="100000"/>
                </a:srgbClr>
              </a:solidFill>
              <a:ln w="5420" cap="flat">
                <a:solidFill>
                  <a:srgbClr val="3C4A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" name="pg2247">
                <a:extLst>
                  <a:ext uri="{FF2B5EF4-FFF2-40B4-BE49-F238E27FC236}">
                    <a16:creationId xmlns:a16="http://schemas.microsoft.com/office/drawing/2014/main" id="{E5C91BAD-FF89-1A99-DF9C-CA5059B05478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" name="pg2248">
                <a:extLst>
                  <a:ext uri="{FF2B5EF4-FFF2-40B4-BE49-F238E27FC236}">
                    <a16:creationId xmlns:a16="http://schemas.microsoft.com/office/drawing/2014/main" id="{E965B93A-810C-C98D-8854-858F631E8FA3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" name="pg2249">
                <a:extLst>
                  <a:ext uri="{FF2B5EF4-FFF2-40B4-BE49-F238E27FC236}">
                    <a16:creationId xmlns:a16="http://schemas.microsoft.com/office/drawing/2014/main" id="{91871B51-760D-89AB-8067-018AC9CFB023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" name="pg2250">
                <a:extLst>
                  <a:ext uri="{FF2B5EF4-FFF2-40B4-BE49-F238E27FC236}">
                    <a16:creationId xmlns:a16="http://schemas.microsoft.com/office/drawing/2014/main" id="{F3B44F32-DB07-554F-B9A6-2B5A7F60899B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" name="pg2251">
                <a:extLst>
                  <a:ext uri="{FF2B5EF4-FFF2-40B4-BE49-F238E27FC236}">
                    <a16:creationId xmlns:a16="http://schemas.microsoft.com/office/drawing/2014/main" id="{316A59F0-8156-7BFA-2357-BB6AF2FC7593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" name="pg2252">
                <a:extLst>
                  <a:ext uri="{FF2B5EF4-FFF2-40B4-BE49-F238E27FC236}">
                    <a16:creationId xmlns:a16="http://schemas.microsoft.com/office/drawing/2014/main" id="{CBA38CE4-EAE3-5CDE-5943-5E7457A195BF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" name="pg2253">
                <a:extLst>
                  <a:ext uri="{FF2B5EF4-FFF2-40B4-BE49-F238E27FC236}">
                    <a16:creationId xmlns:a16="http://schemas.microsoft.com/office/drawing/2014/main" id="{D032C29B-86CB-72EC-B2B4-01A85E40D1F3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" name="pg2254">
                <a:extLst>
                  <a:ext uri="{FF2B5EF4-FFF2-40B4-BE49-F238E27FC236}">
                    <a16:creationId xmlns:a16="http://schemas.microsoft.com/office/drawing/2014/main" id="{FB22FA5B-3622-8073-7DA9-05B5B697C404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" name="pg2255">
                <a:extLst>
                  <a:ext uri="{FF2B5EF4-FFF2-40B4-BE49-F238E27FC236}">
                    <a16:creationId xmlns:a16="http://schemas.microsoft.com/office/drawing/2014/main" id="{A84D12A3-866D-74F9-CF06-5C8880D3FF7D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" name="pg2256">
                <a:extLst>
                  <a:ext uri="{FF2B5EF4-FFF2-40B4-BE49-F238E27FC236}">
                    <a16:creationId xmlns:a16="http://schemas.microsoft.com/office/drawing/2014/main" id="{BDFCE2D7-7CE0-59B9-A1AE-9ADE86079923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" name="pg2257">
                <a:extLst>
                  <a:ext uri="{FF2B5EF4-FFF2-40B4-BE49-F238E27FC236}">
                    <a16:creationId xmlns:a16="http://schemas.microsoft.com/office/drawing/2014/main" id="{2BE6DAE2-E49E-0CDF-4436-41BCF09CFD22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" name="pg2258">
                <a:extLst>
                  <a:ext uri="{FF2B5EF4-FFF2-40B4-BE49-F238E27FC236}">
                    <a16:creationId xmlns:a16="http://schemas.microsoft.com/office/drawing/2014/main" id="{A6C7AC88-1CBA-8898-9157-7703417BFD59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" name="pg2259">
                <a:extLst>
                  <a:ext uri="{FF2B5EF4-FFF2-40B4-BE49-F238E27FC236}">
                    <a16:creationId xmlns:a16="http://schemas.microsoft.com/office/drawing/2014/main" id="{384E6EA2-8C01-2444-00B8-D48AC0769F44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" name="pg2260">
                <a:extLst>
                  <a:ext uri="{FF2B5EF4-FFF2-40B4-BE49-F238E27FC236}">
                    <a16:creationId xmlns:a16="http://schemas.microsoft.com/office/drawing/2014/main" id="{5C176DFF-B37D-0AC1-1848-0BDF3F513F15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" name="pg2261">
                <a:extLst>
                  <a:ext uri="{FF2B5EF4-FFF2-40B4-BE49-F238E27FC236}">
                    <a16:creationId xmlns:a16="http://schemas.microsoft.com/office/drawing/2014/main" id="{74F10E78-A236-6CC1-C195-E28EAD7C355B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" name="pg2262">
                <a:extLst>
                  <a:ext uri="{FF2B5EF4-FFF2-40B4-BE49-F238E27FC236}">
                    <a16:creationId xmlns:a16="http://schemas.microsoft.com/office/drawing/2014/main" id="{BBA801BD-7F18-F480-67B7-12CC5247A47B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" name="pg2263">
                <a:extLst>
                  <a:ext uri="{FF2B5EF4-FFF2-40B4-BE49-F238E27FC236}">
                    <a16:creationId xmlns:a16="http://schemas.microsoft.com/office/drawing/2014/main" id="{E5D48B39-796D-49C8-9A5F-4B7B716098A0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" name="pg2264">
                <a:extLst>
                  <a:ext uri="{FF2B5EF4-FFF2-40B4-BE49-F238E27FC236}">
                    <a16:creationId xmlns:a16="http://schemas.microsoft.com/office/drawing/2014/main" id="{B11CCC4C-9DC7-AAD3-1F37-E7D6C494ECC9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" name="pg2265">
                <a:extLst>
                  <a:ext uri="{FF2B5EF4-FFF2-40B4-BE49-F238E27FC236}">
                    <a16:creationId xmlns:a16="http://schemas.microsoft.com/office/drawing/2014/main" id="{CC5B72DF-F4D9-C632-4EED-A2F8F633864E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" name="pg2266">
                <a:extLst>
                  <a:ext uri="{FF2B5EF4-FFF2-40B4-BE49-F238E27FC236}">
                    <a16:creationId xmlns:a16="http://schemas.microsoft.com/office/drawing/2014/main" id="{103FA242-F68C-4492-1C34-991A72608F3A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" name="pg2267">
                <a:extLst>
                  <a:ext uri="{FF2B5EF4-FFF2-40B4-BE49-F238E27FC236}">
                    <a16:creationId xmlns:a16="http://schemas.microsoft.com/office/drawing/2014/main" id="{762FAECE-8D6F-D2B2-8481-B0094DE5EE6C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" name="pg2268">
                <a:extLst>
                  <a:ext uri="{FF2B5EF4-FFF2-40B4-BE49-F238E27FC236}">
                    <a16:creationId xmlns:a16="http://schemas.microsoft.com/office/drawing/2014/main" id="{5A4909AC-7127-BCD5-D76E-1A2FD053FE2A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" name="pg2269">
                <a:extLst>
                  <a:ext uri="{FF2B5EF4-FFF2-40B4-BE49-F238E27FC236}">
                    <a16:creationId xmlns:a16="http://schemas.microsoft.com/office/drawing/2014/main" id="{042E8132-5F97-D19E-B65A-B72D06247A7B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" name="pg2270">
                <a:extLst>
                  <a:ext uri="{FF2B5EF4-FFF2-40B4-BE49-F238E27FC236}">
                    <a16:creationId xmlns:a16="http://schemas.microsoft.com/office/drawing/2014/main" id="{D827D2AB-3993-037B-6928-BC4568D130F4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" name="pg2271">
                <a:extLst>
                  <a:ext uri="{FF2B5EF4-FFF2-40B4-BE49-F238E27FC236}">
                    <a16:creationId xmlns:a16="http://schemas.microsoft.com/office/drawing/2014/main" id="{ABFF2A5D-DAD2-F390-150F-28073FC55C8F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" name="pg2272">
                <a:extLst>
                  <a:ext uri="{FF2B5EF4-FFF2-40B4-BE49-F238E27FC236}">
                    <a16:creationId xmlns:a16="http://schemas.microsoft.com/office/drawing/2014/main" id="{7EE61145-6830-F5B7-833D-8C753D619F07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" name="pg2273">
                <a:extLst>
                  <a:ext uri="{FF2B5EF4-FFF2-40B4-BE49-F238E27FC236}">
                    <a16:creationId xmlns:a16="http://schemas.microsoft.com/office/drawing/2014/main" id="{FAB5DDAD-7998-897C-86E2-59D424FDF2CC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" name="pg2274">
                <a:extLst>
                  <a:ext uri="{FF2B5EF4-FFF2-40B4-BE49-F238E27FC236}">
                    <a16:creationId xmlns:a16="http://schemas.microsoft.com/office/drawing/2014/main" id="{0C854F52-FFDE-BCE0-DBA6-954D947B8A55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" name="pg2275">
                <a:extLst>
                  <a:ext uri="{FF2B5EF4-FFF2-40B4-BE49-F238E27FC236}">
                    <a16:creationId xmlns:a16="http://schemas.microsoft.com/office/drawing/2014/main" id="{D63A0A6E-6723-FEDA-48AC-3D5F84E9B9D8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" name="pg2276">
                <a:extLst>
                  <a:ext uri="{FF2B5EF4-FFF2-40B4-BE49-F238E27FC236}">
                    <a16:creationId xmlns:a16="http://schemas.microsoft.com/office/drawing/2014/main" id="{733E0474-73B0-38AD-4EF3-BFF173942AEE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" name="pg2277">
                <a:extLst>
                  <a:ext uri="{FF2B5EF4-FFF2-40B4-BE49-F238E27FC236}">
                    <a16:creationId xmlns:a16="http://schemas.microsoft.com/office/drawing/2014/main" id="{B4B37C19-463D-C9AA-8895-A65B3BF28170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" name="pg2278">
                <a:extLst>
                  <a:ext uri="{FF2B5EF4-FFF2-40B4-BE49-F238E27FC236}">
                    <a16:creationId xmlns:a16="http://schemas.microsoft.com/office/drawing/2014/main" id="{892606F4-C1BA-F618-FEDF-FABA71E50C7C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" name="pg2279">
                <a:extLst>
                  <a:ext uri="{FF2B5EF4-FFF2-40B4-BE49-F238E27FC236}">
                    <a16:creationId xmlns:a16="http://schemas.microsoft.com/office/drawing/2014/main" id="{5A2AA459-C0C3-2423-279B-740FBCCD8724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" name="pg2280">
                <a:extLst>
                  <a:ext uri="{FF2B5EF4-FFF2-40B4-BE49-F238E27FC236}">
                    <a16:creationId xmlns:a16="http://schemas.microsoft.com/office/drawing/2014/main" id="{241312D3-0C1D-9EB3-BEC8-0A18D27C0FF8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" name="pg2281">
                <a:extLst>
                  <a:ext uri="{FF2B5EF4-FFF2-40B4-BE49-F238E27FC236}">
                    <a16:creationId xmlns:a16="http://schemas.microsoft.com/office/drawing/2014/main" id="{9A224657-BD2B-B0C7-922A-2EF4E86A5732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" name="pg2282">
                <a:extLst>
                  <a:ext uri="{FF2B5EF4-FFF2-40B4-BE49-F238E27FC236}">
                    <a16:creationId xmlns:a16="http://schemas.microsoft.com/office/drawing/2014/main" id="{69CDE26E-D75C-D42E-91F0-B6414C493BCE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" name="pg2283">
                <a:extLst>
                  <a:ext uri="{FF2B5EF4-FFF2-40B4-BE49-F238E27FC236}">
                    <a16:creationId xmlns:a16="http://schemas.microsoft.com/office/drawing/2014/main" id="{47FF9BD2-1E91-4EC3-F71A-43FFB1568E37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" name="pg2284">
                <a:extLst>
                  <a:ext uri="{FF2B5EF4-FFF2-40B4-BE49-F238E27FC236}">
                    <a16:creationId xmlns:a16="http://schemas.microsoft.com/office/drawing/2014/main" id="{90D22CDA-AA8C-7BB6-4C3A-98716C3CF51A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" name="pg2285">
                <a:extLst>
                  <a:ext uri="{FF2B5EF4-FFF2-40B4-BE49-F238E27FC236}">
                    <a16:creationId xmlns:a16="http://schemas.microsoft.com/office/drawing/2014/main" id="{BAB8FA70-DB11-F0E3-A17F-6258B6FA708C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" name="pg2286">
                <a:extLst>
                  <a:ext uri="{FF2B5EF4-FFF2-40B4-BE49-F238E27FC236}">
                    <a16:creationId xmlns:a16="http://schemas.microsoft.com/office/drawing/2014/main" id="{FD3D1FA2-254C-C9A7-364E-C052E0AE391F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" name="pg2287">
                <a:extLst>
                  <a:ext uri="{FF2B5EF4-FFF2-40B4-BE49-F238E27FC236}">
                    <a16:creationId xmlns:a16="http://schemas.microsoft.com/office/drawing/2014/main" id="{C6DEA4B3-1B3B-86B7-3F54-08E4F5701B8C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" name="pg2288">
                <a:extLst>
                  <a:ext uri="{FF2B5EF4-FFF2-40B4-BE49-F238E27FC236}">
                    <a16:creationId xmlns:a16="http://schemas.microsoft.com/office/drawing/2014/main" id="{5701BA82-7C07-C55D-73FB-35E7BF2F2337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" name="pg2289">
                <a:extLst>
                  <a:ext uri="{FF2B5EF4-FFF2-40B4-BE49-F238E27FC236}">
                    <a16:creationId xmlns:a16="http://schemas.microsoft.com/office/drawing/2014/main" id="{E1AACC47-A581-FBA1-2883-AC8F0976785F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" name="pg2290">
                <a:extLst>
                  <a:ext uri="{FF2B5EF4-FFF2-40B4-BE49-F238E27FC236}">
                    <a16:creationId xmlns:a16="http://schemas.microsoft.com/office/drawing/2014/main" id="{5BFA3F9C-F8BC-9C9C-408E-0CB2921708CA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" name="pg2291">
                <a:extLst>
                  <a:ext uri="{FF2B5EF4-FFF2-40B4-BE49-F238E27FC236}">
                    <a16:creationId xmlns:a16="http://schemas.microsoft.com/office/drawing/2014/main" id="{5E5687BE-E5BF-F14F-AE81-FB6BF84C54A5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" name="pg2292">
                <a:extLst>
                  <a:ext uri="{FF2B5EF4-FFF2-40B4-BE49-F238E27FC236}">
                    <a16:creationId xmlns:a16="http://schemas.microsoft.com/office/drawing/2014/main" id="{BD86131D-6D3E-4247-B363-DE20628404F2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" name="pg2293">
                <a:extLst>
                  <a:ext uri="{FF2B5EF4-FFF2-40B4-BE49-F238E27FC236}">
                    <a16:creationId xmlns:a16="http://schemas.microsoft.com/office/drawing/2014/main" id="{9A2EA767-4D00-CA66-238A-2EC1892BE224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" name="pg2294">
                <a:extLst>
                  <a:ext uri="{FF2B5EF4-FFF2-40B4-BE49-F238E27FC236}">
                    <a16:creationId xmlns:a16="http://schemas.microsoft.com/office/drawing/2014/main" id="{DEFBECC1-707D-6A27-9647-69D062AC782D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" name="pg2295">
                <a:extLst>
                  <a:ext uri="{FF2B5EF4-FFF2-40B4-BE49-F238E27FC236}">
                    <a16:creationId xmlns:a16="http://schemas.microsoft.com/office/drawing/2014/main" id="{5202C001-B851-7DC2-FC6B-E9DACA77C244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" name="pg2296">
                <a:extLst>
                  <a:ext uri="{FF2B5EF4-FFF2-40B4-BE49-F238E27FC236}">
                    <a16:creationId xmlns:a16="http://schemas.microsoft.com/office/drawing/2014/main" id="{9B2D15DF-9B77-A842-4012-24066736FA3E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" name="pg2297">
                <a:extLst>
                  <a:ext uri="{FF2B5EF4-FFF2-40B4-BE49-F238E27FC236}">
                    <a16:creationId xmlns:a16="http://schemas.microsoft.com/office/drawing/2014/main" id="{536DF504-1CEA-30AB-E592-91CB57D8DF29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" name="pg2298">
                <a:extLst>
                  <a:ext uri="{FF2B5EF4-FFF2-40B4-BE49-F238E27FC236}">
                    <a16:creationId xmlns:a16="http://schemas.microsoft.com/office/drawing/2014/main" id="{C087D9A3-13DC-147B-29FF-2CBE0C314DEA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" name="pg2299">
                <a:extLst>
                  <a:ext uri="{FF2B5EF4-FFF2-40B4-BE49-F238E27FC236}">
                    <a16:creationId xmlns:a16="http://schemas.microsoft.com/office/drawing/2014/main" id="{EEFC37C2-3E2E-4BEA-D024-6DA083AE926C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" name="pg2300">
                <a:extLst>
                  <a:ext uri="{FF2B5EF4-FFF2-40B4-BE49-F238E27FC236}">
                    <a16:creationId xmlns:a16="http://schemas.microsoft.com/office/drawing/2014/main" id="{234390E5-62AB-9EDA-7249-CD9AB4B5D584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" name="pg2301">
                <a:extLst>
                  <a:ext uri="{FF2B5EF4-FFF2-40B4-BE49-F238E27FC236}">
                    <a16:creationId xmlns:a16="http://schemas.microsoft.com/office/drawing/2014/main" id="{0A0835FD-0F96-B93B-F484-8D2E717DE0AC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" name="pg2302">
                <a:extLst>
                  <a:ext uri="{FF2B5EF4-FFF2-40B4-BE49-F238E27FC236}">
                    <a16:creationId xmlns:a16="http://schemas.microsoft.com/office/drawing/2014/main" id="{A36CBF76-3F5C-668B-BD1A-005F2E955905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" name="pg2303">
                <a:extLst>
                  <a:ext uri="{FF2B5EF4-FFF2-40B4-BE49-F238E27FC236}">
                    <a16:creationId xmlns:a16="http://schemas.microsoft.com/office/drawing/2014/main" id="{F0775232-9336-87AF-8C04-142BEC0E87AC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" name="pg2304">
                <a:extLst>
                  <a:ext uri="{FF2B5EF4-FFF2-40B4-BE49-F238E27FC236}">
                    <a16:creationId xmlns:a16="http://schemas.microsoft.com/office/drawing/2014/main" id="{C0B6A7AC-7783-431F-79E2-0C135674EEFC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" name="pg2305">
                <a:extLst>
                  <a:ext uri="{FF2B5EF4-FFF2-40B4-BE49-F238E27FC236}">
                    <a16:creationId xmlns:a16="http://schemas.microsoft.com/office/drawing/2014/main" id="{3A57899C-5B34-BE56-0B0B-F6BE3FDAD365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" name="pg2306">
                <a:extLst>
                  <a:ext uri="{FF2B5EF4-FFF2-40B4-BE49-F238E27FC236}">
                    <a16:creationId xmlns:a16="http://schemas.microsoft.com/office/drawing/2014/main" id="{CFDB745C-1A02-8491-E805-EC58CFE1476D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" name="pg2307">
                <a:extLst>
                  <a:ext uri="{FF2B5EF4-FFF2-40B4-BE49-F238E27FC236}">
                    <a16:creationId xmlns:a16="http://schemas.microsoft.com/office/drawing/2014/main" id="{1E5848CC-DEAA-F2A3-C022-78854E57673C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" name="pg2308">
                <a:extLst>
                  <a:ext uri="{FF2B5EF4-FFF2-40B4-BE49-F238E27FC236}">
                    <a16:creationId xmlns:a16="http://schemas.microsoft.com/office/drawing/2014/main" id="{C4E4B5B3-BF1C-303D-0D76-6D35FFF7D63F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" name="pg2309">
                <a:extLst>
                  <a:ext uri="{FF2B5EF4-FFF2-40B4-BE49-F238E27FC236}">
                    <a16:creationId xmlns:a16="http://schemas.microsoft.com/office/drawing/2014/main" id="{115FC826-C1E4-F0B3-A40B-6E559A35D1EF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" name="pg2310">
                <a:extLst>
                  <a:ext uri="{FF2B5EF4-FFF2-40B4-BE49-F238E27FC236}">
                    <a16:creationId xmlns:a16="http://schemas.microsoft.com/office/drawing/2014/main" id="{BA478AFF-6FD5-B4F8-31CF-82B6B12187C9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" name="pg2311">
                <a:extLst>
                  <a:ext uri="{FF2B5EF4-FFF2-40B4-BE49-F238E27FC236}">
                    <a16:creationId xmlns:a16="http://schemas.microsoft.com/office/drawing/2014/main" id="{A9A7202A-3D68-FD30-E7FD-F15A7B9A8881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" name="pg2312">
                <a:extLst>
                  <a:ext uri="{FF2B5EF4-FFF2-40B4-BE49-F238E27FC236}">
                    <a16:creationId xmlns:a16="http://schemas.microsoft.com/office/drawing/2014/main" id="{A32BC4D7-01A3-C8DB-C196-8D7DD15A528F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" name="pg2313">
                <a:extLst>
                  <a:ext uri="{FF2B5EF4-FFF2-40B4-BE49-F238E27FC236}">
                    <a16:creationId xmlns:a16="http://schemas.microsoft.com/office/drawing/2014/main" id="{28421359-730B-E5D8-BEA5-E9098855EE76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" name="pg2314">
                <a:extLst>
                  <a:ext uri="{FF2B5EF4-FFF2-40B4-BE49-F238E27FC236}">
                    <a16:creationId xmlns:a16="http://schemas.microsoft.com/office/drawing/2014/main" id="{3B48D4DC-0F9D-229D-2926-EC670CE54E9D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" name="pg2315">
                <a:extLst>
                  <a:ext uri="{FF2B5EF4-FFF2-40B4-BE49-F238E27FC236}">
                    <a16:creationId xmlns:a16="http://schemas.microsoft.com/office/drawing/2014/main" id="{BA35690F-6FE2-B361-457C-F4C7C287AD67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" name="pg2316">
                <a:extLst>
                  <a:ext uri="{FF2B5EF4-FFF2-40B4-BE49-F238E27FC236}">
                    <a16:creationId xmlns:a16="http://schemas.microsoft.com/office/drawing/2014/main" id="{266476BC-065B-FA3F-EB52-6E48292E3644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" name="pg2317">
                <a:extLst>
                  <a:ext uri="{FF2B5EF4-FFF2-40B4-BE49-F238E27FC236}">
                    <a16:creationId xmlns:a16="http://schemas.microsoft.com/office/drawing/2014/main" id="{7ED2AA97-9273-B9A4-2E99-24B2ED07B6D3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" name="pg2318">
                <a:extLst>
                  <a:ext uri="{FF2B5EF4-FFF2-40B4-BE49-F238E27FC236}">
                    <a16:creationId xmlns:a16="http://schemas.microsoft.com/office/drawing/2014/main" id="{5976253E-6C68-0CCC-CB5D-94A841B4EC69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" name="pg2319">
                <a:extLst>
                  <a:ext uri="{FF2B5EF4-FFF2-40B4-BE49-F238E27FC236}">
                    <a16:creationId xmlns:a16="http://schemas.microsoft.com/office/drawing/2014/main" id="{653BD7E5-7169-D95C-2F2A-5727B3503065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" name="pg2320">
                <a:extLst>
                  <a:ext uri="{FF2B5EF4-FFF2-40B4-BE49-F238E27FC236}">
                    <a16:creationId xmlns:a16="http://schemas.microsoft.com/office/drawing/2014/main" id="{61EF12A0-D013-ADBE-7AA9-6ECC4F708CEC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" name="pg2321">
                <a:extLst>
                  <a:ext uri="{FF2B5EF4-FFF2-40B4-BE49-F238E27FC236}">
                    <a16:creationId xmlns:a16="http://schemas.microsoft.com/office/drawing/2014/main" id="{8260CCE6-2D3A-1576-327D-F1AF2C36180C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" name="pg2322">
                <a:extLst>
                  <a:ext uri="{FF2B5EF4-FFF2-40B4-BE49-F238E27FC236}">
                    <a16:creationId xmlns:a16="http://schemas.microsoft.com/office/drawing/2014/main" id="{771DEA80-8661-0E34-1E99-FA40572C8BE3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" name="pg2323">
                <a:extLst>
                  <a:ext uri="{FF2B5EF4-FFF2-40B4-BE49-F238E27FC236}">
                    <a16:creationId xmlns:a16="http://schemas.microsoft.com/office/drawing/2014/main" id="{C3645791-13EF-A703-B1C3-8DEA74C0A9FD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" name="pg2324">
                <a:extLst>
                  <a:ext uri="{FF2B5EF4-FFF2-40B4-BE49-F238E27FC236}">
                    <a16:creationId xmlns:a16="http://schemas.microsoft.com/office/drawing/2014/main" id="{23EC590F-7488-66B1-BC07-98155E5A7584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" name="pg2325">
                <a:extLst>
                  <a:ext uri="{FF2B5EF4-FFF2-40B4-BE49-F238E27FC236}">
                    <a16:creationId xmlns:a16="http://schemas.microsoft.com/office/drawing/2014/main" id="{7A06D479-81A0-6A6D-F06E-B9D050A6E7F1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" name="pg2326">
                <a:extLst>
                  <a:ext uri="{FF2B5EF4-FFF2-40B4-BE49-F238E27FC236}">
                    <a16:creationId xmlns:a16="http://schemas.microsoft.com/office/drawing/2014/main" id="{FEDBC908-C8CA-7906-8880-C209E2E4ACB5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" name="pg2327">
                <a:extLst>
                  <a:ext uri="{FF2B5EF4-FFF2-40B4-BE49-F238E27FC236}">
                    <a16:creationId xmlns:a16="http://schemas.microsoft.com/office/drawing/2014/main" id="{674FA4A2-F2CE-8B1C-01D8-B11AF04C097B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" name="pg2328">
                <a:extLst>
                  <a:ext uri="{FF2B5EF4-FFF2-40B4-BE49-F238E27FC236}">
                    <a16:creationId xmlns:a16="http://schemas.microsoft.com/office/drawing/2014/main" id="{0ED37890-D253-C17F-C5B9-455C7DCB6205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" name="pg2329">
                <a:extLst>
                  <a:ext uri="{FF2B5EF4-FFF2-40B4-BE49-F238E27FC236}">
                    <a16:creationId xmlns:a16="http://schemas.microsoft.com/office/drawing/2014/main" id="{D2605BD2-0B01-A5A6-9ED0-45F9987FE191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" name="pg2330">
                <a:extLst>
                  <a:ext uri="{FF2B5EF4-FFF2-40B4-BE49-F238E27FC236}">
                    <a16:creationId xmlns:a16="http://schemas.microsoft.com/office/drawing/2014/main" id="{6F586E9F-3533-A240-E9A2-A23C7D700963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" name="pg2331">
                <a:extLst>
                  <a:ext uri="{FF2B5EF4-FFF2-40B4-BE49-F238E27FC236}">
                    <a16:creationId xmlns:a16="http://schemas.microsoft.com/office/drawing/2014/main" id="{F0EA9720-FA8D-21F7-4DF1-E0A1E81701BB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" name="pg2332">
                <a:extLst>
                  <a:ext uri="{FF2B5EF4-FFF2-40B4-BE49-F238E27FC236}">
                    <a16:creationId xmlns:a16="http://schemas.microsoft.com/office/drawing/2014/main" id="{C822A845-CC78-4C03-A98B-CB4B910B465B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" name="pg2333">
                <a:extLst>
                  <a:ext uri="{FF2B5EF4-FFF2-40B4-BE49-F238E27FC236}">
                    <a16:creationId xmlns:a16="http://schemas.microsoft.com/office/drawing/2014/main" id="{6CDE2EAE-B927-A62A-0EA7-80A07BF96B39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" name="pg2334">
                <a:extLst>
                  <a:ext uri="{FF2B5EF4-FFF2-40B4-BE49-F238E27FC236}">
                    <a16:creationId xmlns:a16="http://schemas.microsoft.com/office/drawing/2014/main" id="{A77CA812-6AA8-E89F-D6A6-6F17E7BA0C6A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" name="pg2335">
                <a:extLst>
                  <a:ext uri="{FF2B5EF4-FFF2-40B4-BE49-F238E27FC236}">
                    <a16:creationId xmlns:a16="http://schemas.microsoft.com/office/drawing/2014/main" id="{8946AB7D-605C-0BD4-2B82-6B5FE3F783A4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" name="pg2336">
                <a:extLst>
                  <a:ext uri="{FF2B5EF4-FFF2-40B4-BE49-F238E27FC236}">
                    <a16:creationId xmlns:a16="http://schemas.microsoft.com/office/drawing/2014/main" id="{6D700A85-9FD4-A751-186C-3A0B3FD442D6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" name="pg2337">
                <a:extLst>
                  <a:ext uri="{FF2B5EF4-FFF2-40B4-BE49-F238E27FC236}">
                    <a16:creationId xmlns:a16="http://schemas.microsoft.com/office/drawing/2014/main" id="{5E1D8737-FF77-41DD-BDA8-61D029DE56A9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" name="pg2338">
                <a:extLst>
                  <a:ext uri="{FF2B5EF4-FFF2-40B4-BE49-F238E27FC236}">
                    <a16:creationId xmlns:a16="http://schemas.microsoft.com/office/drawing/2014/main" id="{F1157833-54F5-85D6-7D86-DCC19B804BC7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" name="pg2339">
                <a:extLst>
                  <a:ext uri="{FF2B5EF4-FFF2-40B4-BE49-F238E27FC236}">
                    <a16:creationId xmlns:a16="http://schemas.microsoft.com/office/drawing/2014/main" id="{6213747C-899C-C721-3FFF-F954D9D3E5DF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" name="pg2340">
                <a:extLst>
                  <a:ext uri="{FF2B5EF4-FFF2-40B4-BE49-F238E27FC236}">
                    <a16:creationId xmlns:a16="http://schemas.microsoft.com/office/drawing/2014/main" id="{91F4A7EE-F811-56C6-F02B-B3A8220DEEC1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" name="pg2341">
                <a:extLst>
                  <a:ext uri="{FF2B5EF4-FFF2-40B4-BE49-F238E27FC236}">
                    <a16:creationId xmlns:a16="http://schemas.microsoft.com/office/drawing/2014/main" id="{2CE40B78-D961-E52C-179E-93A2FCAA8492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" name="pg2342">
                <a:extLst>
                  <a:ext uri="{FF2B5EF4-FFF2-40B4-BE49-F238E27FC236}">
                    <a16:creationId xmlns:a16="http://schemas.microsoft.com/office/drawing/2014/main" id="{C5EEC64B-9A8F-0263-3001-B71A3CC8A653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" name="pg2343">
                <a:extLst>
                  <a:ext uri="{FF2B5EF4-FFF2-40B4-BE49-F238E27FC236}">
                    <a16:creationId xmlns:a16="http://schemas.microsoft.com/office/drawing/2014/main" id="{213C3CDC-072C-9467-2C0A-7EF3A293A87A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" name="pg2344">
                <a:extLst>
                  <a:ext uri="{FF2B5EF4-FFF2-40B4-BE49-F238E27FC236}">
                    <a16:creationId xmlns:a16="http://schemas.microsoft.com/office/drawing/2014/main" id="{85DC5C99-8EFA-2046-E44F-2E27F72A2E64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" name="pg2345">
                <a:extLst>
                  <a:ext uri="{FF2B5EF4-FFF2-40B4-BE49-F238E27FC236}">
                    <a16:creationId xmlns:a16="http://schemas.microsoft.com/office/drawing/2014/main" id="{05C81F4B-E3A5-4F09-2F20-9932E0ED6333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" name="pg2346">
                <a:extLst>
                  <a:ext uri="{FF2B5EF4-FFF2-40B4-BE49-F238E27FC236}">
                    <a16:creationId xmlns:a16="http://schemas.microsoft.com/office/drawing/2014/main" id="{E7B8E9C3-5011-C574-538A-863889DF0B5C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" name="pg2347">
                <a:extLst>
                  <a:ext uri="{FF2B5EF4-FFF2-40B4-BE49-F238E27FC236}">
                    <a16:creationId xmlns:a16="http://schemas.microsoft.com/office/drawing/2014/main" id="{090C5E57-B4A3-4409-9960-6CC05D91DAFA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" name="pg2348">
                <a:extLst>
                  <a:ext uri="{FF2B5EF4-FFF2-40B4-BE49-F238E27FC236}">
                    <a16:creationId xmlns:a16="http://schemas.microsoft.com/office/drawing/2014/main" id="{6B6809DE-BEDE-1B83-E949-4E50D003996E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" name="pg2349">
                <a:extLst>
                  <a:ext uri="{FF2B5EF4-FFF2-40B4-BE49-F238E27FC236}">
                    <a16:creationId xmlns:a16="http://schemas.microsoft.com/office/drawing/2014/main" id="{5BDE73BE-D0ED-EE2C-1708-C7CFBEDBB146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" name="pg2350">
                <a:extLst>
                  <a:ext uri="{FF2B5EF4-FFF2-40B4-BE49-F238E27FC236}">
                    <a16:creationId xmlns:a16="http://schemas.microsoft.com/office/drawing/2014/main" id="{C506EE25-3976-BF20-ECF1-4A91AA310458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" name="pg2351">
                <a:extLst>
                  <a:ext uri="{FF2B5EF4-FFF2-40B4-BE49-F238E27FC236}">
                    <a16:creationId xmlns:a16="http://schemas.microsoft.com/office/drawing/2014/main" id="{7681CAE4-A81A-5BE7-6F8A-ECB6DE626D8F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" name="pg2352">
                <a:extLst>
                  <a:ext uri="{FF2B5EF4-FFF2-40B4-BE49-F238E27FC236}">
                    <a16:creationId xmlns:a16="http://schemas.microsoft.com/office/drawing/2014/main" id="{25B4EA78-64E2-1E0D-EBEE-98A283E39665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" name="pg2353">
                <a:extLst>
                  <a:ext uri="{FF2B5EF4-FFF2-40B4-BE49-F238E27FC236}">
                    <a16:creationId xmlns:a16="http://schemas.microsoft.com/office/drawing/2014/main" id="{166BDFDE-8FEB-B17D-FEA5-9ABE390E9FF7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" name="pg2354">
                <a:extLst>
                  <a:ext uri="{FF2B5EF4-FFF2-40B4-BE49-F238E27FC236}">
                    <a16:creationId xmlns:a16="http://schemas.microsoft.com/office/drawing/2014/main" id="{E913FC74-CF43-6064-D62A-632C3B1815E6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" name="pg2355">
                <a:extLst>
                  <a:ext uri="{FF2B5EF4-FFF2-40B4-BE49-F238E27FC236}">
                    <a16:creationId xmlns:a16="http://schemas.microsoft.com/office/drawing/2014/main" id="{A2695F0C-2F90-F8D4-F870-1FCF05B0DC44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" name="pg2356">
                <a:extLst>
                  <a:ext uri="{FF2B5EF4-FFF2-40B4-BE49-F238E27FC236}">
                    <a16:creationId xmlns:a16="http://schemas.microsoft.com/office/drawing/2014/main" id="{21F0B67B-6028-1809-2097-5317211F1FA7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" name="pg2357">
                <a:extLst>
                  <a:ext uri="{FF2B5EF4-FFF2-40B4-BE49-F238E27FC236}">
                    <a16:creationId xmlns:a16="http://schemas.microsoft.com/office/drawing/2014/main" id="{7FA6B3E3-6753-15AA-5E68-AE525E1DBD5A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" name="pg2358">
                <a:extLst>
                  <a:ext uri="{FF2B5EF4-FFF2-40B4-BE49-F238E27FC236}">
                    <a16:creationId xmlns:a16="http://schemas.microsoft.com/office/drawing/2014/main" id="{901D250E-F2C3-5BBB-B994-89E07FE42003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" name="pg2359">
                <a:extLst>
                  <a:ext uri="{FF2B5EF4-FFF2-40B4-BE49-F238E27FC236}">
                    <a16:creationId xmlns:a16="http://schemas.microsoft.com/office/drawing/2014/main" id="{96CEB84C-6698-B66C-F4F3-79D508157D63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" name="pg2360">
                <a:extLst>
                  <a:ext uri="{FF2B5EF4-FFF2-40B4-BE49-F238E27FC236}">
                    <a16:creationId xmlns:a16="http://schemas.microsoft.com/office/drawing/2014/main" id="{51153C9A-9484-02B3-C150-B62FE6CBB576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" name="pg2361">
                <a:extLst>
                  <a:ext uri="{FF2B5EF4-FFF2-40B4-BE49-F238E27FC236}">
                    <a16:creationId xmlns:a16="http://schemas.microsoft.com/office/drawing/2014/main" id="{283FA883-D21A-BF39-5802-C26B8477A57C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" name="pg2362">
                <a:extLst>
                  <a:ext uri="{FF2B5EF4-FFF2-40B4-BE49-F238E27FC236}">
                    <a16:creationId xmlns:a16="http://schemas.microsoft.com/office/drawing/2014/main" id="{6BB6205C-9D27-745C-8D0C-C63C068527FF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" name="pg2363">
                <a:extLst>
                  <a:ext uri="{FF2B5EF4-FFF2-40B4-BE49-F238E27FC236}">
                    <a16:creationId xmlns:a16="http://schemas.microsoft.com/office/drawing/2014/main" id="{BAABF2E6-E060-EA80-0946-8DBFCC6F7A5D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" name="pg2364">
                <a:extLst>
                  <a:ext uri="{FF2B5EF4-FFF2-40B4-BE49-F238E27FC236}">
                    <a16:creationId xmlns:a16="http://schemas.microsoft.com/office/drawing/2014/main" id="{BF941D0A-B750-0E4B-8DBF-114BEFE14573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" name="pg2365">
                <a:extLst>
                  <a:ext uri="{FF2B5EF4-FFF2-40B4-BE49-F238E27FC236}">
                    <a16:creationId xmlns:a16="http://schemas.microsoft.com/office/drawing/2014/main" id="{4FCBED7D-3463-C567-B546-3BDDDF88A2B9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" name="pg2366">
                <a:extLst>
                  <a:ext uri="{FF2B5EF4-FFF2-40B4-BE49-F238E27FC236}">
                    <a16:creationId xmlns:a16="http://schemas.microsoft.com/office/drawing/2014/main" id="{45A8DF44-AE65-7ECC-9733-F558E0485CCB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" name="pg2367">
                <a:extLst>
                  <a:ext uri="{FF2B5EF4-FFF2-40B4-BE49-F238E27FC236}">
                    <a16:creationId xmlns:a16="http://schemas.microsoft.com/office/drawing/2014/main" id="{66B4D903-D1F6-D653-E111-4504713D0DD9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" name="pg2368">
                <a:extLst>
                  <a:ext uri="{FF2B5EF4-FFF2-40B4-BE49-F238E27FC236}">
                    <a16:creationId xmlns:a16="http://schemas.microsoft.com/office/drawing/2014/main" id="{725B4474-D84B-9AB0-E8A0-4B4E62A4A267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" name="pg2369">
                <a:extLst>
                  <a:ext uri="{FF2B5EF4-FFF2-40B4-BE49-F238E27FC236}">
                    <a16:creationId xmlns:a16="http://schemas.microsoft.com/office/drawing/2014/main" id="{B0159E80-AA31-F7AE-DD0F-9E8C528DF259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" name="pg2370">
                <a:extLst>
                  <a:ext uri="{FF2B5EF4-FFF2-40B4-BE49-F238E27FC236}">
                    <a16:creationId xmlns:a16="http://schemas.microsoft.com/office/drawing/2014/main" id="{215CE96D-BD4D-452D-C273-5E58C5359F63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" name="pg2371">
                <a:extLst>
                  <a:ext uri="{FF2B5EF4-FFF2-40B4-BE49-F238E27FC236}">
                    <a16:creationId xmlns:a16="http://schemas.microsoft.com/office/drawing/2014/main" id="{229B6A2D-22CD-73F1-A1A0-182FC7473D3A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" name="pg2372">
                <a:extLst>
                  <a:ext uri="{FF2B5EF4-FFF2-40B4-BE49-F238E27FC236}">
                    <a16:creationId xmlns:a16="http://schemas.microsoft.com/office/drawing/2014/main" id="{EAB13D15-F0A7-D7B8-8227-6ED31D77A73E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" name="pg2373">
                <a:extLst>
                  <a:ext uri="{FF2B5EF4-FFF2-40B4-BE49-F238E27FC236}">
                    <a16:creationId xmlns:a16="http://schemas.microsoft.com/office/drawing/2014/main" id="{778C82F7-4723-66EA-D4A9-5759209508B4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" name="pg2374">
                <a:extLst>
                  <a:ext uri="{FF2B5EF4-FFF2-40B4-BE49-F238E27FC236}">
                    <a16:creationId xmlns:a16="http://schemas.microsoft.com/office/drawing/2014/main" id="{AD9F7898-071A-49C1-7A6B-A90D4E5D6300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" name="pg2375">
                <a:extLst>
                  <a:ext uri="{FF2B5EF4-FFF2-40B4-BE49-F238E27FC236}">
                    <a16:creationId xmlns:a16="http://schemas.microsoft.com/office/drawing/2014/main" id="{A77F81A2-91A3-09D4-63AA-1879B1DE8FAF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" name="pg2376">
                <a:extLst>
                  <a:ext uri="{FF2B5EF4-FFF2-40B4-BE49-F238E27FC236}">
                    <a16:creationId xmlns:a16="http://schemas.microsoft.com/office/drawing/2014/main" id="{D0AB6ED6-9314-DF3D-B934-DED2D9F0EB29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" name="pg2377">
                <a:extLst>
                  <a:ext uri="{FF2B5EF4-FFF2-40B4-BE49-F238E27FC236}">
                    <a16:creationId xmlns:a16="http://schemas.microsoft.com/office/drawing/2014/main" id="{D517B6FA-A2EF-43C3-795F-AF4F241735AC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" name="pg2378">
                <a:extLst>
                  <a:ext uri="{FF2B5EF4-FFF2-40B4-BE49-F238E27FC236}">
                    <a16:creationId xmlns:a16="http://schemas.microsoft.com/office/drawing/2014/main" id="{9A8285E5-844F-35D7-0955-E9EFD88FDC27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" name="pg2379">
                <a:extLst>
                  <a:ext uri="{FF2B5EF4-FFF2-40B4-BE49-F238E27FC236}">
                    <a16:creationId xmlns:a16="http://schemas.microsoft.com/office/drawing/2014/main" id="{8F42C853-44F0-EB8F-17EF-9F061D9FFD5C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" name="pg2380">
                <a:extLst>
                  <a:ext uri="{FF2B5EF4-FFF2-40B4-BE49-F238E27FC236}">
                    <a16:creationId xmlns:a16="http://schemas.microsoft.com/office/drawing/2014/main" id="{4250E7BF-4335-553E-678F-9F322C9F79EF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" name="pg2381">
                <a:extLst>
                  <a:ext uri="{FF2B5EF4-FFF2-40B4-BE49-F238E27FC236}">
                    <a16:creationId xmlns:a16="http://schemas.microsoft.com/office/drawing/2014/main" id="{68E4122D-5A7F-E360-2038-9AC8E0CA4FCB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" name="pg2382">
                <a:extLst>
                  <a:ext uri="{FF2B5EF4-FFF2-40B4-BE49-F238E27FC236}">
                    <a16:creationId xmlns:a16="http://schemas.microsoft.com/office/drawing/2014/main" id="{FF3869D4-8EDA-A197-58E8-18FDF79A4093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" name="pg2383">
                <a:extLst>
                  <a:ext uri="{FF2B5EF4-FFF2-40B4-BE49-F238E27FC236}">
                    <a16:creationId xmlns:a16="http://schemas.microsoft.com/office/drawing/2014/main" id="{540545EE-0DA8-6A18-54ED-E1C1DCED4E0E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" name="pg2384">
                <a:extLst>
                  <a:ext uri="{FF2B5EF4-FFF2-40B4-BE49-F238E27FC236}">
                    <a16:creationId xmlns:a16="http://schemas.microsoft.com/office/drawing/2014/main" id="{700F9E6F-EFE7-84E4-1519-8ABD438E3F8B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" name="pg2385">
                <a:extLst>
                  <a:ext uri="{FF2B5EF4-FFF2-40B4-BE49-F238E27FC236}">
                    <a16:creationId xmlns:a16="http://schemas.microsoft.com/office/drawing/2014/main" id="{05E87AFC-2E0C-8BF9-5DF0-23E1F193D782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" name="pg2386">
                <a:extLst>
                  <a:ext uri="{FF2B5EF4-FFF2-40B4-BE49-F238E27FC236}">
                    <a16:creationId xmlns:a16="http://schemas.microsoft.com/office/drawing/2014/main" id="{D4296514-5299-15B4-E913-A2DC80573A52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" name="pg2387">
                <a:extLst>
                  <a:ext uri="{FF2B5EF4-FFF2-40B4-BE49-F238E27FC236}">
                    <a16:creationId xmlns:a16="http://schemas.microsoft.com/office/drawing/2014/main" id="{1D3E3827-7CBC-AF5E-231C-5EAC10D816ED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" name="pg2388">
                <a:extLst>
                  <a:ext uri="{FF2B5EF4-FFF2-40B4-BE49-F238E27FC236}">
                    <a16:creationId xmlns:a16="http://schemas.microsoft.com/office/drawing/2014/main" id="{788DCAE7-CA97-415A-3D3D-272F8BDD7694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" name="pg2389">
                <a:extLst>
                  <a:ext uri="{FF2B5EF4-FFF2-40B4-BE49-F238E27FC236}">
                    <a16:creationId xmlns:a16="http://schemas.microsoft.com/office/drawing/2014/main" id="{F56941EA-E90B-51C6-9492-0383A55DE3DF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" name="pg2390">
                <a:extLst>
                  <a:ext uri="{FF2B5EF4-FFF2-40B4-BE49-F238E27FC236}">
                    <a16:creationId xmlns:a16="http://schemas.microsoft.com/office/drawing/2014/main" id="{BDB5A5E4-8EF7-B7BC-3F1A-B9FC3984D03A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" name="pg2391">
                <a:extLst>
                  <a:ext uri="{FF2B5EF4-FFF2-40B4-BE49-F238E27FC236}">
                    <a16:creationId xmlns:a16="http://schemas.microsoft.com/office/drawing/2014/main" id="{C1365B83-1429-0C73-9F45-E3D8A6B1887C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" name="pg2392">
                <a:extLst>
                  <a:ext uri="{FF2B5EF4-FFF2-40B4-BE49-F238E27FC236}">
                    <a16:creationId xmlns:a16="http://schemas.microsoft.com/office/drawing/2014/main" id="{8773FFA1-8E00-0611-DEAF-407FA4E23539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" name="pg2393">
                <a:extLst>
                  <a:ext uri="{FF2B5EF4-FFF2-40B4-BE49-F238E27FC236}">
                    <a16:creationId xmlns:a16="http://schemas.microsoft.com/office/drawing/2014/main" id="{26588F40-EB7D-DBCC-E7B2-F99026B78859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" name="pg2394">
                <a:extLst>
                  <a:ext uri="{FF2B5EF4-FFF2-40B4-BE49-F238E27FC236}">
                    <a16:creationId xmlns:a16="http://schemas.microsoft.com/office/drawing/2014/main" id="{7316A97C-574B-F842-1217-7ACE704C834B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" name="pg2395">
                <a:extLst>
                  <a:ext uri="{FF2B5EF4-FFF2-40B4-BE49-F238E27FC236}">
                    <a16:creationId xmlns:a16="http://schemas.microsoft.com/office/drawing/2014/main" id="{4D5E284F-AC32-8976-EC75-5BE46F581BB8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" name="pg2396">
                <a:extLst>
                  <a:ext uri="{FF2B5EF4-FFF2-40B4-BE49-F238E27FC236}">
                    <a16:creationId xmlns:a16="http://schemas.microsoft.com/office/drawing/2014/main" id="{EF8F689B-2996-E45B-610D-D1B3708E06C2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" name="pg2397">
                <a:extLst>
                  <a:ext uri="{FF2B5EF4-FFF2-40B4-BE49-F238E27FC236}">
                    <a16:creationId xmlns:a16="http://schemas.microsoft.com/office/drawing/2014/main" id="{874ED3BC-79FB-F198-244A-7FAFF51137BC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" name="pg2398">
                <a:extLst>
                  <a:ext uri="{FF2B5EF4-FFF2-40B4-BE49-F238E27FC236}">
                    <a16:creationId xmlns:a16="http://schemas.microsoft.com/office/drawing/2014/main" id="{1287D430-9169-0F6E-F764-CA2E200176DC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" name="pg2399">
                <a:extLst>
                  <a:ext uri="{FF2B5EF4-FFF2-40B4-BE49-F238E27FC236}">
                    <a16:creationId xmlns:a16="http://schemas.microsoft.com/office/drawing/2014/main" id="{C0ACE388-784F-2BA9-E92D-1936B522D3FF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" name="pg2400">
                <a:extLst>
                  <a:ext uri="{FF2B5EF4-FFF2-40B4-BE49-F238E27FC236}">
                    <a16:creationId xmlns:a16="http://schemas.microsoft.com/office/drawing/2014/main" id="{02E2AB5B-666F-50DE-4F11-8E5117A672D4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" name="pg2401">
                <a:extLst>
                  <a:ext uri="{FF2B5EF4-FFF2-40B4-BE49-F238E27FC236}">
                    <a16:creationId xmlns:a16="http://schemas.microsoft.com/office/drawing/2014/main" id="{A56DC003-930E-6373-A484-066A636DC727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" name="pg2402">
                <a:extLst>
                  <a:ext uri="{FF2B5EF4-FFF2-40B4-BE49-F238E27FC236}">
                    <a16:creationId xmlns:a16="http://schemas.microsoft.com/office/drawing/2014/main" id="{179BDE6A-DAF4-7417-CE79-1463CC4E1EDE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" name="pg2403">
                <a:extLst>
                  <a:ext uri="{FF2B5EF4-FFF2-40B4-BE49-F238E27FC236}">
                    <a16:creationId xmlns:a16="http://schemas.microsoft.com/office/drawing/2014/main" id="{5A1DBC01-8FEB-190E-482A-E4149A7600A1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" name="pg2404">
                <a:extLst>
                  <a:ext uri="{FF2B5EF4-FFF2-40B4-BE49-F238E27FC236}">
                    <a16:creationId xmlns:a16="http://schemas.microsoft.com/office/drawing/2014/main" id="{BB173240-7868-B66D-0490-4AF530B6F235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" name="pg2405">
                <a:extLst>
                  <a:ext uri="{FF2B5EF4-FFF2-40B4-BE49-F238E27FC236}">
                    <a16:creationId xmlns:a16="http://schemas.microsoft.com/office/drawing/2014/main" id="{C101B61B-F100-CECB-2956-21F863509341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" name="pg2406">
                <a:extLst>
                  <a:ext uri="{FF2B5EF4-FFF2-40B4-BE49-F238E27FC236}">
                    <a16:creationId xmlns:a16="http://schemas.microsoft.com/office/drawing/2014/main" id="{AD4634D5-71E3-057F-F7E4-1853349824F7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" name="pg2407">
                <a:extLst>
                  <a:ext uri="{FF2B5EF4-FFF2-40B4-BE49-F238E27FC236}">
                    <a16:creationId xmlns:a16="http://schemas.microsoft.com/office/drawing/2014/main" id="{1EF8BF39-1B47-CCBA-84AF-23B39E322E19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" name="pg2408">
                <a:extLst>
                  <a:ext uri="{FF2B5EF4-FFF2-40B4-BE49-F238E27FC236}">
                    <a16:creationId xmlns:a16="http://schemas.microsoft.com/office/drawing/2014/main" id="{ADE1C0A0-7857-1A4B-18C2-0A61332F469F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" name="pg2409">
                <a:extLst>
                  <a:ext uri="{FF2B5EF4-FFF2-40B4-BE49-F238E27FC236}">
                    <a16:creationId xmlns:a16="http://schemas.microsoft.com/office/drawing/2014/main" id="{29F99F81-1498-26C7-55A3-9441D3C1887F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" name="pg2410">
                <a:extLst>
                  <a:ext uri="{FF2B5EF4-FFF2-40B4-BE49-F238E27FC236}">
                    <a16:creationId xmlns:a16="http://schemas.microsoft.com/office/drawing/2014/main" id="{833C71C9-2D93-7908-7056-6DE7A93B3817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" name="pg2411">
                <a:extLst>
                  <a:ext uri="{FF2B5EF4-FFF2-40B4-BE49-F238E27FC236}">
                    <a16:creationId xmlns:a16="http://schemas.microsoft.com/office/drawing/2014/main" id="{8D195EC0-EE8C-6A04-0284-50CBFBDF8482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" name="pg2412">
                <a:extLst>
                  <a:ext uri="{FF2B5EF4-FFF2-40B4-BE49-F238E27FC236}">
                    <a16:creationId xmlns:a16="http://schemas.microsoft.com/office/drawing/2014/main" id="{AB48FB25-304B-BAC5-0BE2-DC14E13DBE59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" name="pg2413">
                <a:extLst>
                  <a:ext uri="{FF2B5EF4-FFF2-40B4-BE49-F238E27FC236}">
                    <a16:creationId xmlns:a16="http://schemas.microsoft.com/office/drawing/2014/main" id="{3AE5866E-024D-5B9E-CF34-A3EC0749773F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" name="pg2414">
                <a:extLst>
                  <a:ext uri="{FF2B5EF4-FFF2-40B4-BE49-F238E27FC236}">
                    <a16:creationId xmlns:a16="http://schemas.microsoft.com/office/drawing/2014/main" id="{4275F797-377D-08F6-9C91-A682B2CA558A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" name="pg2415">
                <a:extLst>
                  <a:ext uri="{FF2B5EF4-FFF2-40B4-BE49-F238E27FC236}">
                    <a16:creationId xmlns:a16="http://schemas.microsoft.com/office/drawing/2014/main" id="{A4D45063-5D30-DC68-E628-F9CC6AABE1FF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" name="pg2416">
                <a:extLst>
                  <a:ext uri="{FF2B5EF4-FFF2-40B4-BE49-F238E27FC236}">
                    <a16:creationId xmlns:a16="http://schemas.microsoft.com/office/drawing/2014/main" id="{63AD9F47-96D2-329E-9F31-0BED422540D0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" name="pg2417">
                <a:extLst>
                  <a:ext uri="{FF2B5EF4-FFF2-40B4-BE49-F238E27FC236}">
                    <a16:creationId xmlns:a16="http://schemas.microsoft.com/office/drawing/2014/main" id="{FB8FB9EA-DF0E-C79B-FFFE-84626DAD05E4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" name="pg2418">
                <a:extLst>
                  <a:ext uri="{FF2B5EF4-FFF2-40B4-BE49-F238E27FC236}">
                    <a16:creationId xmlns:a16="http://schemas.microsoft.com/office/drawing/2014/main" id="{F1B93B11-C8DD-9478-4F03-400C72D31BE2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" name="pg2419">
                <a:extLst>
                  <a:ext uri="{FF2B5EF4-FFF2-40B4-BE49-F238E27FC236}">
                    <a16:creationId xmlns:a16="http://schemas.microsoft.com/office/drawing/2014/main" id="{3B84A8C7-A176-67BD-EBE6-D0F5CE0EC567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" name="pg2420">
                <a:extLst>
                  <a:ext uri="{FF2B5EF4-FFF2-40B4-BE49-F238E27FC236}">
                    <a16:creationId xmlns:a16="http://schemas.microsoft.com/office/drawing/2014/main" id="{B0344797-BE7E-97A5-9130-AAD795DD89B9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" name="pg2421">
                <a:extLst>
                  <a:ext uri="{FF2B5EF4-FFF2-40B4-BE49-F238E27FC236}">
                    <a16:creationId xmlns:a16="http://schemas.microsoft.com/office/drawing/2014/main" id="{0AB471F8-04EA-DD07-3D0F-FB55AD8EDF8E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" name="pg2422">
                <a:extLst>
                  <a:ext uri="{FF2B5EF4-FFF2-40B4-BE49-F238E27FC236}">
                    <a16:creationId xmlns:a16="http://schemas.microsoft.com/office/drawing/2014/main" id="{EB234520-8E35-1349-A11E-E2E834528525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" name="pg2423">
                <a:extLst>
                  <a:ext uri="{FF2B5EF4-FFF2-40B4-BE49-F238E27FC236}">
                    <a16:creationId xmlns:a16="http://schemas.microsoft.com/office/drawing/2014/main" id="{4961ADE4-56D9-A914-0414-F275C84201DC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" name="pg2424">
                <a:extLst>
                  <a:ext uri="{FF2B5EF4-FFF2-40B4-BE49-F238E27FC236}">
                    <a16:creationId xmlns:a16="http://schemas.microsoft.com/office/drawing/2014/main" id="{ED403AFF-B247-4914-380A-ED7EFA5A3516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" name="pg2425">
                <a:extLst>
                  <a:ext uri="{FF2B5EF4-FFF2-40B4-BE49-F238E27FC236}">
                    <a16:creationId xmlns:a16="http://schemas.microsoft.com/office/drawing/2014/main" id="{7DDEEFA6-2937-DF68-2750-D01BDFBF45E9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" name="pg2426">
                <a:extLst>
                  <a:ext uri="{FF2B5EF4-FFF2-40B4-BE49-F238E27FC236}">
                    <a16:creationId xmlns:a16="http://schemas.microsoft.com/office/drawing/2014/main" id="{2C47B28C-0E4A-B453-96B3-7ED2F35448CC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" name="pg2427">
                <a:extLst>
                  <a:ext uri="{FF2B5EF4-FFF2-40B4-BE49-F238E27FC236}">
                    <a16:creationId xmlns:a16="http://schemas.microsoft.com/office/drawing/2014/main" id="{FFDFC10A-77C1-8228-B0DC-69F5791EB397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" name="pg2428">
                <a:extLst>
                  <a:ext uri="{FF2B5EF4-FFF2-40B4-BE49-F238E27FC236}">
                    <a16:creationId xmlns:a16="http://schemas.microsoft.com/office/drawing/2014/main" id="{E60C188D-4584-CBC7-390C-249B5FD7E36F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" name="pg2429">
                <a:extLst>
                  <a:ext uri="{FF2B5EF4-FFF2-40B4-BE49-F238E27FC236}">
                    <a16:creationId xmlns:a16="http://schemas.microsoft.com/office/drawing/2014/main" id="{305D0E47-17D7-EB4E-E2ED-19D66AE84BAD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" name="pg2430">
                <a:extLst>
                  <a:ext uri="{FF2B5EF4-FFF2-40B4-BE49-F238E27FC236}">
                    <a16:creationId xmlns:a16="http://schemas.microsoft.com/office/drawing/2014/main" id="{5425682E-EE7B-6121-3D6E-4381BCFCD083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" name="pg2431">
                <a:extLst>
                  <a:ext uri="{FF2B5EF4-FFF2-40B4-BE49-F238E27FC236}">
                    <a16:creationId xmlns:a16="http://schemas.microsoft.com/office/drawing/2014/main" id="{459C67CC-08BE-E66B-53E3-AF57DE5F1AF8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" name="pg2432">
                <a:extLst>
                  <a:ext uri="{FF2B5EF4-FFF2-40B4-BE49-F238E27FC236}">
                    <a16:creationId xmlns:a16="http://schemas.microsoft.com/office/drawing/2014/main" id="{E2424623-6FA2-D32F-A3F0-AC946C16F271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" name="pg2433">
                <a:extLst>
                  <a:ext uri="{FF2B5EF4-FFF2-40B4-BE49-F238E27FC236}">
                    <a16:creationId xmlns:a16="http://schemas.microsoft.com/office/drawing/2014/main" id="{B278F655-F5DA-6F42-C538-831A586AB9DF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" name="pg2434">
                <a:extLst>
                  <a:ext uri="{FF2B5EF4-FFF2-40B4-BE49-F238E27FC236}">
                    <a16:creationId xmlns:a16="http://schemas.microsoft.com/office/drawing/2014/main" id="{BD601440-7257-8B9A-FDAF-08E338CB867A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" name="pg2435">
                <a:extLst>
                  <a:ext uri="{FF2B5EF4-FFF2-40B4-BE49-F238E27FC236}">
                    <a16:creationId xmlns:a16="http://schemas.microsoft.com/office/drawing/2014/main" id="{5F5D866A-368E-5D38-E53B-AC23BE485FBC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" name="pg2436">
                <a:extLst>
                  <a:ext uri="{FF2B5EF4-FFF2-40B4-BE49-F238E27FC236}">
                    <a16:creationId xmlns:a16="http://schemas.microsoft.com/office/drawing/2014/main" id="{D68567E0-EB52-2281-7289-C696BB5481EA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" name="pg2437">
                <a:extLst>
                  <a:ext uri="{FF2B5EF4-FFF2-40B4-BE49-F238E27FC236}">
                    <a16:creationId xmlns:a16="http://schemas.microsoft.com/office/drawing/2014/main" id="{2779D73E-5A8D-349A-6FF9-486DD169F6E1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" name="pg2438">
                <a:extLst>
                  <a:ext uri="{FF2B5EF4-FFF2-40B4-BE49-F238E27FC236}">
                    <a16:creationId xmlns:a16="http://schemas.microsoft.com/office/drawing/2014/main" id="{9EE63C93-0287-0665-B365-236810722C79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" name="pg2439">
                <a:extLst>
                  <a:ext uri="{FF2B5EF4-FFF2-40B4-BE49-F238E27FC236}">
                    <a16:creationId xmlns:a16="http://schemas.microsoft.com/office/drawing/2014/main" id="{ABCB4325-3CA2-EFCE-75EC-2B10650809A3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" name="pg2440">
                <a:extLst>
                  <a:ext uri="{FF2B5EF4-FFF2-40B4-BE49-F238E27FC236}">
                    <a16:creationId xmlns:a16="http://schemas.microsoft.com/office/drawing/2014/main" id="{45C153D3-A314-87E6-8A3D-6CAC1BC7123C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" name="pg2441">
                <a:extLst>
                  <a:ext uri="{FF2B5EF4-FFF2-40B4-BE49-F238E27FC236}">
                    <a16:creationId xmlns:a16="http://schemas.microsoft.com/office/drawing/2014/main" id="{BE37371A-7E83-25E9-1A91-5D4710349A0B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" name="pg2442">
                <a:extLst>
                  <a:ext uri="{FF2B5EF4-FFF2-40B4-BE49-F238E27FC236}">
                    <a16:creationId xmlns:a16="http://schemas.microsoft.com/office/drawing/2014/main" id="{8C984D7D-27F3-B7B9-0E6B-D265859523A9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" name="pg2443">
                <a:extLst>
                  <a:ext uri="{FF2B5EF4-FFF2-40B4-BE49-F238E27FC236}">
                    <a16:creationId xmlns:a16="http://schemas.microsoft.com/office/drawing/2014/main" id="{6AC2AA11-11E0-F2C7-DA55-69F850E114F6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" name="pg2444">
                <a:extLst>
                  <a:ext uri="{FF2B5EF4-FFF2-40B4-BE49-F238E27FC236}">
                    <a16:creationId xmlns:a16="http://schemas.microsoft.com/office/drawing/2014/main" id="{9C90A25A-9FAB-6BEE-5D48-DFD04D718DC5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" name="pg2445">
                <a:extLst>
                  <a:ext uri="{FF2B5EF4-FFF2-40B4-BE49-F238E27FC236}">
                    <a16:creationId xmlns:a16="http://schemas.microsoft.com/office/drawing/2014/main" id="{D48DF5E0-86CC-DFE2-7FCB-214A60E3CD53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" name="pg2446">
                <a:extLst>
                  <a:ext uri="{FF2B5EF4-FFF2-40B4-BE49-F238E27FC236}">
                    <a16:creationId xmlns:a16="http://schemas.microsoft.com/office/drawing/2014/main" id="{7F35E2A7-2DD7-34CD-17E5-D2D33DEA892F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" name="pg2447">
                <a:extLst>
                  <a:ext uri="{FF2B5EF4-FFF2-40B4-BE49-F238E27FC236}">
                    <a16:creationId xmlns:a16="http://schemas.microsoft.com/office/drawing/2014/main" id="{2ECD57F5-B007-9499-FE01-A0BF45FDF3EA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" name="pg2448">
                <a:extLst>
                  <a:ext uri="{FF2B5EF4-FFF2-40B4-BE49-F238E27FC236}">
                    <a16:creationId xmlns:a16="http://schemas.microsoft.com/office/drawing/2014/main" id="{E995B7D0-4B8F-5517-6612-4E8C5EAE6B19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" name="pg2449">
                <a:extLst>
                  <a:ext uri="{FF2B5EF4-FFF2-40B4-BE49-F238E27FC236}">
                    <a16:creationId xmlns:a16="http://schemas.microsoft.com/office/drawing/2014/main" id="{84DC23A5-B75B-B0D1-A7DA-2599062B99C2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" name="pg2450">
                <a:extLst>
                  <a:ext uri="{FF2B5EF4-FFF2-40B4-BE49-F238E27FC236}">
                    <a16:creationId xmlns:a16="http://schemas.microsoft.com/office/drawing/2014/main" id="{24CF6CFB-7046-90D1-ABB4-EB81C7CC906D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" name="pg2451">
                <a:extLst>
                  <a:ext uri="{FF2B5EF4-FFF2-40B4-BE49-F238E27FC236}">
                    <a16:creationId xmlns:a16="http://schemas.microsoft.com/office/drawing/2014/main" id="{529797A6-5DCF-4456-D909-7A3D2B90A072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" name="pg2452">
                <a:extLst>
                  <a:ext uri="{FF2B5EF4-FFF2-40B4-BE49-F238E27FC236}">
                    <a16:creationId xmlns:a16="http://schemas.microsoft.com/office/drawing/2014/main" id="{5ECF74F4-C00E-8B36-0C6E-72A60A593CB4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" name="pg2453">
                <a:extLst>
                  <a:ext uri="{FF2B5EF4-FFF2-40B4-BE49-F238E27FC236}">
                    <a16:creationId xmlns:a16="http://schemas.microsoft.com/office/drawing/2014/main" id="{32ADE8D1-C717-4C59-4766-EA39B48E4F04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" name="pg2454">
                <a:extLst>
                  <a:ext uri="{FF2B5EF4-FFF2-40B4-BE49-F238E27FC236}">
                    <a16:creationId xmlns:a16="http://schemas.microsoft.com/office/drawing/2014/main" id="{9DEE3898-B289-FCB5-E8B5-6D6FF822454C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" name="pg2455">
                <a:extLst>
                  <a:ext uri="{FF2B5EF4-FFF2-40B4-BE49-F238E27FC236}">
                    <a16:creationId xmlns:a16="http://schemas.microsoft.com/office/drawing/2014/main" id="{24F87EF5-CB29-402E-8D62-8F192CFE91E5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" name="pg2456">
                <a:extLst>
                  <a:ext uri="{FF2B5EF4-FFF2-40B4-BE49-F238E27FC236}">
                    <a16:creationId xmlns:a16="http://schemas.microsoft.com/office/drawing/2014/main" id="{4125E61B-EA36-9868-0C2C-4ED588F0465B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" name="pg2457">
                <a:extLst>
                  <a:ext uri="{FF2B5EF4-FFF2-40B4-BE49-F238E27FC236}">
                    <a16:creationId xmlns:a16="http://schemas.microsoft.com/office/drawing/2014/main" id="{DD23E31D-E7C3-301A-4425-856A0D438304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" name="pg2458">
                <a:extLst>
                  <a:ext uri="{FF2B5EF4-FFF2-40B4-BE49-F238E27FC236}">
                    <a16:creationId xmlns:a16="http://schemas.microsoft.com/office/drawing/2014/main" id="{FD550F75-61DD-025E-5774-3F73F0215F38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" name="pg2459">
                <a:extLst>
                  <a:ext uri="{FF2B5EF4-FFF2-40B4-BE49-F238E27FC236}">
                    <a16:creationId xmlns:a16="http://schemas.microsoft.com/office/drawing/2014/main" id="{9E2CBAD9-4519-9622-7B31-51BE06D0E46F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" name="pg2460">
                <a:extLst>
                  <a:ext uri="{FF2B5EF4-FFF2-40B4-BE49-F238E27FC236}">
                    <a16:creationId xmlns:a16="http://schemas.microsoft.com/office/drawing/2014/main" id="{B2F1F68F-8501-DC39-1640-95B90209DCE8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" name="pg2461">
                <a:extLst>
                  <a:ext uri="{FF2B5EF4-FFF2-40B4-BE49-F238E27FC236}">
                    <a16:creationId xmlns:a16="http://schemas.microsoft.com/office/drawing/2014/main" id="{07A29639-920D-FAB5-1E02-8AA1A92ED30C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" name="pg2462">
                <a:extLst>
                  <a:ext uri="{FF2B5EF4-FFF2-40B4-BE49-F238E27FC236}">
                    <a16:creationId xmlns:a16="http://schemas.microsoft.com/office/drawing/2014/main" id="{E43871D8-9175-4DEA-7BAD-BD5C071035EF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" name="pg2463">
                <a:extLst>
                  <a:ext uri="{FF2B5EF4-FFF2-40B4-BE49-F238E27FC236}">
                    <a16:creationId xmlns:a16="http://schemas.microsoft.com/office/drawing/2014/main" id="{B1A4AF0A-36AD-D14F-F204-C841635C3337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" name="pg2464">
                <a:extLst>
                  <a:ext uri="{FF2B5EF4-FFF2-40B4-BE49-F238E27FC236}">
                    <a16:creationId xmlns:a16="http://schemas.microsoft.com/office/drawing/2014/main" id="{BBCE05A1-7DA4-AD08-F75F-FBD4FAFE3B6F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" name="pg2465">
                <a:extLst>
                  <a:ext uri="{FF2B5EF4-FFF2-40B4-BE49-F238E27FC236}">
                    <a16:creationId xmlns:a16="http://schemas.microsoft.com/office/drawing/2014/main" id="{05045202-66AB-15D1-489B-42581481423F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" name="pg2466">
                <a:extLst>
                  <a:ext uri="{FF2B5EF4-FFF2-40B4-BE49-F238E27FC236}">
                    <a16:creationId xmlns:a16="http://schemas.microsoft.com/office/drawing/2014/main" id="{BAC848F6-725B-26EB-42C8-5EC91793BFDA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" name="pg2467">
                <a:extLst>
                  <a:ext uri="{FF2B5EF4-FFF2-40B4-BE49-F238E27FC236}">
                    <a16:creationId xmlns:a16="http://schemas.microsoft.com/office/drawing/2014/main" id="{6D46D0BA-3625-D0B9-886D-C5DDDA78BB41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" name="pg2468">
                <a:extLst>
                  <a:ext uri="{FF2B5EF4-FFF2-40B4-BE49-F238E27FC236}">
                    <a16:creationId xmlns:a16="http://schemas.microsoft.com/office/drawing/2014/main" id="{9A4B90F1-EA2F-C53E-A9DC-496CE086941F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" name="pg2469">
                <a:extLst>
                  <a:ext uri="{FF2B5EF4-FFF2-40B4-BE49-F238E27FC236}">
                    <a16:creationId xmlns:a16="http://schemas.microsoft.com/office/drawing/2014/main" id="{E5CC930B-DDC7-3B44-90F1-3B3F6C5D4C31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" name="pg2470">
                <a:extLst>
                  <a:ext uri="{FF2B5EF4-FFF2-40B4-BE49-F238E27FC236}">
                    <a16:creationId xmlns:a16="http://schemas.microsoft.com/office/drawing/2014/main" id="{614C64DA-A133-B4B8-1B12-FBCE954F72C1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" name="pg2471">
                <a:extLst>
                  <a:ext uri="{FF2B5EF4-FFF2-40B4-BE49-F238E27FC236}">
                    <a16:creationId xmlns:a16="http://schemas.microsoft.com/office/drawing/2014/main" id="{9FBF1466-CBDD-61BC-02B7-FF478D162E65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" name="pg2472">
                <a:extLst>
                  <a:ext uri="{FF2B5EF4-FFF2-40B4-BE49-F238E27FC236}">
                    <a16:creationId xmlns:a16="http://schemas.microsoft.com/office/drawing/2014/main" id="{1A7CE7B1-3353-6532-EFB6-2B7D60BA9FDD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" name="pg2473">
                <a:extLst>
                  <a:ext uri="{FF2B5EF4-FFF2-40B4-BE49-F238E27FC236}">
                    <a16:creationId xmlns:a16="http://schemas.microsoft.com/office/drawing/2014/main" id="{383391E0-66F5-0506-79FD-0179D86D6D04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" name="pg2474">
                <a:extLst>
                  <a:ext uri="{FF2B5EF4-FFF2-40B4-BE49-F238E27FC236}">
                    <a16:creationId xmlns:a16="http://schemas.microsoft.com/office/drawing/2014/main" id="{B80D1E8D-ABEF-08D6-FBC4-330E3A2E87C4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" name="pg2475">
                <a:extLst>
                  <a:ext uri="{FF2B5EF4-FFF2-40B4-BE49-F238E27FC236}">
                    <a16:creationId xmlns:a16="http://schemas.microsoft.com/office/drawing/2014/main" id="{FD132D03-7DD3-1831-8245-B8FD0565F6C2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" name="pg2476">
                <a:extLst>
                  <a:ext uri="{FF2B5EF4-FFF2-40B4-BE49-F238E27FC236}">
                    <a16:creationId xmlns:a16="http://schemas.microsoft.com/office/drawing/2014/main" id="{7D7C2CFD-FCEF-B31F-5F3A-82499DE9B1AD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" name="pg2477">
                <a:extLst>
                  <a:ext uri="{FF2B5EF4-FFF2-40B4-BE49-F238E27FC236}">
                    <a16:creationId xmlns:a16="http://schemas.microsoft.com/office/drawing/2014/main" id="{95CC39FA-EF9C-CBE1-862C-A691E20F29AC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" name="pg2478">
                <a:extLst>
                  <a:ext uri="{FF2B5EF4-FFF2-40B4-BE49-F238E27FC236}">
                    <a16:creationId xmlns:a16="http://schemas.microsoft.com/office/drawing/2014/main" id="{27851F43-3468-02D6-2272-22BB3CE23557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" name="pg2479">
                <a:extLst>
                  <a:ext uri="{FF2B5EF4-FFF2-40B4-BE49-F238E27FC236}">
                    <a16:creationId xmlns:a16="http://schemas.microsoft.com/office/drawing/2014/main" id="{EC402D18-5AEC-EAF8-E157-480793CBC8BF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" name="pg2480">
                <a:extLst>
                  <a:ext uri="{FF2B5EF4-FFF2-40B4-BE49-F238E27FC236}">
                    <a16:creationId xmlns:a16="http://schemas.microsoft.com/office/drawing/2014/main" id="{1F523000-E209-39E6-204B-C144F6126C86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" name="pg2481">
                <a:extLst>
                  <a:ext uri="{FF2B5EF4-FFF2-40B4-BE49-F238E27FC236}">
                    <a16:creationId xmlns:a16="http://schemas.microsoft.com/office/drawing/2014/main" id="{BA1AA257-5DCF-8C3C-A4EB-87D6A854C831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" name="pg2482">
                <a:extLst>
                  <a:ext uri="{FF2B5EF4-FFF2-40B4-BE49-F238E27FC236}">
                    <a16:creationId xmlns:a16="http://schemas.microsoft.com/office/drawing/2014/main" id="{BC2AB9A1-B926-3D60-3859-F87CFE460A06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" name="pg2483">
                <a:extLst>
                  <a:ext uri="{FF2B5EF4-FFF2-40B4-BE49-F238E27FC236}">
                    <a16:creationId xmlns:a16="http://schemas.microsoft.com/office/drawing/2014/main" id="{2C842060-3691-5AF8-5114-393690C9E823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" name="pg2484">
                <a:extLst>
                  <a:ext uri="{FF2B5EF4-FFF2-40B4-BE49-F238E27FC236}">
                    <a16:creationId xmlns:a16="http://schemas.microsoft.com/office/drawing/2014/main" id="{7FAD4173-5922-7C3C-E85C-81CD4410E965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" name="pg2485">
                <a:extLst>
                  <a:ext uri="{FF2B5EF4-FFF2-40B4-BE49-F238E27FC236}">
                    <a16:creationId xmlns:a16="http://schemas.microsoft.com/office/drawing/2014/main" id="{7361E627-0A4F-DB28-1CF6-54ACC0D815A8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" name="pg2486">
                <a:extLst>
                  <a:ext uri="{FF2B5EF4-FFF2-40B4-BE49-F238E27FC236}">
                    <a16:creationId xmlns:a16="http://schemas.microsoft.com/office/drawing/2014/main" id="{60CD0298-D528-E137-BEFF-D255AEF68E3A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" name="pg2487">
                <a:extLst>
                  <a:ext uri="{FF2B5EF4-FFF2-40B4-BE49-F238E27FC236}">
                    <a16:creationId xmlns:a16="http://schemas.microsoft.com/office/drawing/2014/main" id="{D04593A2-4452-4889-AF86-16E8FF460ED4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" name="pg2488">
                <a:extLst>
                  <a:ext uri="{FF2B5EF4-FFF2-40B4-BE49-F238E27FC236}">
                    <a16:creationId xmlns:a16="http://schemas.microsoft.com/office/drawing/2014/main" id="{83241529-A647-54D2-C7AA-06F52E304AED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" name="pg2489">
                <a:extLst>
                  <a:ext uri="{FF2B5EF4-FFF2-40B4-BE49-F238E27FC236}">
                    <a16:creationId xmlns:a16="http://schemas.microsoft.com/office/drawing/2014/main" id="{E9933C7F-7861-0BF1-F2BC-98EFB2656268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" name="pg2490">
                <a:extLst>
                  <a:ext uri="{FF2B5EF4-FFF2-40B4-BE49-F238E27FC236}">
                    <a16:creationId xmlns:a16="http://schemas.microsoft.com/office/drawing/2014/main" id="{2CFD13D5-9689-479C-9F1B-D35EF1C5C6D4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" name="pg2491">
                <a:extLst>
                  <a:ext uri="{FF2B5EF4-FFF2-40B4-BE49-F238E27FC236}">
                    <a16:creationId xmlns:a16="http://schemas.microsoft.com/office/drawing/2014/main" id="{90CCC8BC-D08E-5AB5-164B-D93ABA36E4BC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" name="pg2492">
                <a:extLst>
                  <a:ext uri="{FF2B5EF4-FFF2-40B4-BE49-F238E27FC236}">
                    <a16:creationId xmlns:a16="http://schemas.microsoft.com/office/drawing/2014/main" id="{0586CD95-ED94-B24F-78E3-168F7AC569B4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" name="pg2493">
                <a:extLst>
                  <a:ext uri="{FF2B5EF4-FFF2-40B4-BE49-F238E27FC236}">
                    <a16:creationId xmlns:a16="http://schemas.microsoft.com/office/drawing/2014/main" id="{5DB12DED-B1C3-2923-5CEC-9A636FCE54C5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" name="pg2494">
                <a:extLst>
                  <a:ext uri="{FF2B5EF4-FFF2-40B4-BE49-F238E27FC236}">
                    <a16:creationId xmlns:a16="http://schemas.microsoft.com/office/drawing/2014/main" id="{906ED603-2FCD-974A-70AC-3E5AD180861E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" name="pg2495">
                <a:extLst>
                  <a:ext uri="{FF2B5EF4-FFF2-40B4-BE49-F238E27FC236}">
                    <a16:creationId xmlns:a16="http://schemas.microsoft.com/office/drawing/2014/main" id="{E752C5AE-7309-4488-4D71-E63649BE3BC6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" name="pg2496">
                <a:extLst>
                  <a:ext uri="{FF2B5EF4-FFF2-40B4-BE49-F238E27FC236}">
                    <a16:creationId xmlns:a16="http://schemas.microsoft.com/office/drawing/2014/main" id="{405CA54C-9DB2-9FFB-7375-FC805CA40D2F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" name="pg2497">
                <a:extLst>
                  <a:ext uri="{FF2B5EF4-FFF2-40B4-BE49-F238E27FC236}">
                    <a16:creationId xmlns:a16="http://schemas.microsoft.com/office/drawing/2014/main" id="{3BD9F0DA-D2D1-8F9E-6172-5D400526FD28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" name="pg2498">
                <a:extLst>
                  <a:ext uri="{FF2B5EF4-FFF2-40B4-BE49-F238E27FC236}">
                    <a16:creationId xmlns:a16="http://schemas.microsoft.com/office/drawing/2014/main" id="{C947AF2E-DAA2-EE49-3822-66C012BC6F20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" name="pg2499">
                <a:extLst>
                  <a:ext uri="{FF2B5EF4-FFF2-40B4-BE49-F238E27FC236}">
                    <a16:creationId xmlns:a16="http://schemas.microsoft.com/office/drawing/2014/main" id="{2447D3B7-E6D3-E994-2B6E-FDC4C1D8FC9E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" name="pg2500">
                <a:extLst>
                  <a:ext uri="{FF2B5EF4-FFF2-40B4-BE49-F238E27FC236}">
                    <a16:creationId xmlns:a16="http://schemas.microsoft.com/office/drawing/2014/main" id="{FF6FF56F-5A6D-9C1B-75BC-32E695839E02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3">
                  <a:alpha val="100000"/>
                </a:srgbClr>
              </a:solidFill>
              <a:ln w="5420" cap="flat">
                <a:solidFill>
                  <a:srgbClr val="3A34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" name="pg2501">
                <a:extLst>
                  <a:ext uri="{FF2B5EF4-FFF2-40B4-BE49-F238E27FC236}">
                    <a16:creationId xmlns:a16="http://schemas.microsoft.com/office/drawing/2014/main" id="{4AC1C9D5-3B12-6B70-5694-F1AFEBFC6843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" name="pg2502">
                <a:extLst>
                  <a:ext uri="{FF2B5EF4-FFF2-40B4-BE49-F238E27FC236}">
                    <a16:creationId xmlns:a16="http://schemas.microsoft.com/office/drawing/2014/main" id="{461F8AB2-7A6D-9C7B-15BD-CB8AC2579104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" name="pg2503">
                <a:extLst>
                  <a:ext uri="{FF2B5EF4-FFF2-40B4-BE49-F238E27FC236}">
                    <a16:creationId xmlns:a16="http://schemas.microsoft.com/office/drawing/2014/main" id="{3C8BD5EE-1F94-669C-5669-85E253144593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" name="pg2504">
                <a:extLst>
                  <a:ext uri="{FF2B5EF4-FFF2-40B4-BE49-F238E27FC236}">
                    <a16:creationId xmlns:a16="http://schemas.microsoft.com/office/drawing/2014/main" id="{B47B7E76-6CC6-7C26-E13C-2128F5339292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" name="pg2505">
                <a:extLst>
                  <a:ext uri="{FF2B5EF4-FFF2-40B4-BE49-F238E27FC236}">
                    <a16:creationId xmlns:a16="http://schemas.microsoft.com/office/drawing/2014/main" id="{89DACD18-838D-6F0C-F1A2-0826D100A195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" name="pg2506">
                <a:extLst>
                  <a:ext uri="{FF2B5EF4-FFF2-40B4-BE49-F238E27FC236}">
                    <a16:creationId xmlns:a16="http://schemas.microsoft.com/office/drawing/2014/main" id="{8F3509E2-68FB-C4F3-4215-F310B7468A69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" name="pg2507">
                <a:extLst>
                  <a:ext uri="{FF2B5EF4-FFF2-40B4-BE49-F238E27FC236}">
                    <a16:creationId xmlns:a16="http://schemas.microsoft.com/office/drawing/2014/main" id="{BC296F86-3703-8F91-7B0D-7BCCF1B26111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" name="pg2508">
                <a:extLst>
                  <a:ext uri="{FF2B5EF4-FFF2-40B4-BE49-F238E27FC236}">
                    <a16:creationId xmlns:a16="http://schemas.microsoft.com/office/drawing/2014/main" id="{595F1772-CB97-A4C7-268E-A58E1A84E094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" name="pg2509">
                <a:extLst>
                  <a:ext uri="{FF2B5EF4-FFF2-40B4-BE49-F238E27FC236}">
                    <a16:creationId xmlns:a16="http://schemas.microsoft.com/office/drawing/2014/main" id="{F864FC01-EA7F-AE37-43C7-94DC190F02F8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" name="pg2510">
                <a:extLst>
                  <a:ext uri="{FF2B5EF4-FFF2-40B4-BE49-F238E27FC236}">
                    <a16:creationId xmlns:a16="http://schemas.microsoft.com/office/drawing/2014/main" id="{C7D92AC8-EE6E-01E9-AD7D-B6A6E88B6D49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" name="pg2511">
                <a:extLst>
                  <a:ext uri="{FF2B5EF4-FFF2-40B4-BE49-F238E27FC236}">
                    <a16:creationId xmlns:a16="http://schemas.microsoft.com/office/drawing/2014/main" id="{E6990EF7-0A97-9E4A-4610-A6DD169454AF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" name="pg2512">
                <a:extLst>
                  <a:ext uri="{FF2B5EF4-FFF2-40B4-BE49-F238E27FC236}">
                    <a16:creationId xmlns:a16="http://schemas.microsoft.com/office/drawing/2014/main" id="{8F004ED2-905B-339C-0E86-1D9ACE2BC95D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" name="pg2513">
                <a:extLst>
                  <a:ext uri="{FF2B5EF4-FFF2-40B4-BE49-F238E27FC236}">
                    <a16:creationId xmlns:a16="http://schemas.microsoft.com/office/drawing/2014/main" id="{427714DA-A401-4F70-DB7F-D99E3C65562D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" name="pg2514">
                <a:extLst>
                  <a:ext uri="{FF2B5EF4-FFF2-40B4-BE49-F238E27FC236}">
                    <a16:creationId xmlns:a16="http://schemas.microsoft.com/office/drawing/2014/main" id="{C0CB4912-4AB2-32F8-80D2-22999FF9E534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" name="pg2515">
                <a:extLst>
                  <a:ext uri="{FF2B5EF4-FFF2-40B4-BE49-F238E27FC236}">
                    <a16:creationId xmlns:a16="http://schemas.microsoft.com/office/drawing/2014/main" id="{9B9F82B7-C865-03EF-6769-8EA9D95E2288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" name="pg2516">
                <a:extLst>
                  <a:ext uri="{FF2B5EF4-FFF2-40B4-BE49-F238E27FC236}">
                    <a16:creationId xmlns:a16="http://schemas.microsoft.com/office/drawing/2014/main" id="{CED6CCAC-D0F3-A9D7-6E44-A61457784033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" name="pg2517">
                <a:extLst>
                  <a:ext uri="{FF2B5EF4-FFF2-40B4-BE49-F238E27FC236}">
                    <a16:creationId xmlns:a16="http://schemas.microsoft.com/office/drawing/2014/main" id="{2A0DB723-11FE-2D5D-6A63-00B8EDE54DD5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" name="pg2518">
                <a:extLst>
                  <a:ext uri="{FF2B5EF4-FFF2-40B4-BE49-F238E27FC236}">
                    <a16:creationId xmlns:a16="http://schemas.microsoft.com/office/drawing/2014/main" id="{E001B979-EC45-7321-6FA1-7E719FE3C6D0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" name="pg2519">
                <a:extLst>
                  <a:ext uri="{FF2B5EF4-FFF2-40B4-BE49-F238E27FC236}">
                    <a16:creationId xmlns:a16="http://schemas.microsoft.com/office/drawing/2014/main" id="{07E21906-B205-4586-301C-5E234E7AF78B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" name="pg2520">
                <a:extLst>
                  <a:ext uri="{FF2B5EF4-FFF2-40B4-BE49-F238E27FC236}">
                    <a16:creationId xmlns:a16="http://schemas.microsoft.com/office/drawing/2014/main" id="{914B7220-0A1B-D7F9-840D-3086161EAED2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" name="pg2521">
                <a:extLst>
                  <a:ext uri="{FF2B5EF4-FFF2-40B4-BE49-F238E27FC236}">
                    <a16:creationId xmlns:a16="http://schemas.microsoft.com/office/drawing/2014/main" id="{FB811A8A-D2C1-0222-C5C7-BFACE63A21CF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" name="pg2522">
                <a:extLst>
                  <a:ext uri="{FF2B5EF4-FFF2-40B4-BE49-F238E27FC236}">
                    <a16:creationId xmlns:a16="http://schemas.microsoft.com/office/drawing/2014/main" id="{C6DF7963-91F8-BB7D-78AD-C89CF7D36739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" name="pg2523">
                <a:extLst>
                  <a:ext uri="{FF2B5EF4-FFF2-40B4-BE49-F238E27FC236}">
                    <a16:creationId xmlns:a16="http://schemas.microsoft.com/office/drawing/2014/main" id="{E9F866CC-4AD2-CD0F-E0DE-21E4A2E95693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" name="pg2524">
                <a:extLst>
                  <a:ext uri="{FF2B5EF4-FFF2-40B4-BE49-F238E27FC236}">
                    <a16:creationId xmlns:a16="http://schemas.microsoft.com/office/drawing/2014/main" id="{E7846817-1CEB-DAAD-32AF-2B4FBC59B68B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" name="pg2525">
                <a:extLst>
                  <a:ext uri="{FF2B5EF4-FFF2-40B4-BE49-F238E27FC236}">
                    <a16:creationId xmlns:a16="http://schemas.microsoft.com/office/drawing/2014/main" id="{0EA1033A-37EC-CE7E-6EA8-B109DAADAF0D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" name="pg2526">
                <a:extLst>
                  <a:ext uri="{FF2B5EF4-FFF2-40B4-BE49-F238E27FC236}">
                    <a16:creationId xmlns:a16="http://schemas.microsoft.com/office/drawing/2014/main" id="{30AC0AA7-8448-8049-4042-C016C98BBBAA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" name="pg2527">
                <a:extLst>
                  <a:ext uri="{FF2B5EF4-FFF2-40B4-BE49-F238E27FC236}">
                    <a16:creationId xmlns:a16="http://schemas.microsoft.com/office/drawing/2014/main" id="{839C5DEF-3009-B5FC-BC90-91E83876021E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" name="pg2528">
                <a:extLst>
                  <a:ext uri="{FF2B5EF4-FFF2-40B4-BE49-F238E27FC236}">
                    <a16:creationId xmlns:a16="http://schemas.microsoft.com/office/drawing/2014/main" id="{0AB3869F-D0A9-E13E-0947-A5D4A2E363C5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" name="pg2529">
                <a:extLst>
                  <a:ext uri="{FF2B5EF4-FFF2-40B4-BE49-F238E27FC236}">
                    <a16:creationId xmlns:a16="http://schemas.microsoft.com/office/drawing/2014/main" id="{7931359B-2075-99E5-5981-5B4D57836A28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" name="pg2530">
                <a:extLst>
                  <a:ext uri="{FF2B5EF4-FFF2-40B4-BE49-F238E27FC236}">
                    <a16:creationId xmlns:a16="http://schemas.microsoft.com/office/drawing/2014/main" id="{F7BEFEFD-E484-D6F5-3642-35525B7DE700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" name="pg2531">
                <a:extLst>
                  <a:ext uri="{FF2B5EF4-FFF2-40B4-BE49-F238E27FC236}">
                    <a16:creationId xmlns:a16="http://schemas.microsoft.com/office/drawing/2014/main" id="{9EC7DA5C-2B53-A9F7-2718-58602F9AD084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" name="pg2532">
                <a:extLst>
                  <a:ext uri="{FF2B5EF4-FFF2-40B4-BE49-F238E27FC236}">
                    <a16:creationId xmlns:a16="http://schemas.microsoft.com/office/drawing/2014/main" id="{DF1DFEA5-69CD-71B6-168D-D13C5C0BD379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" name="pg2533">
                <a:extLst>
                  <a:ext uri="{FF2B5EF4-FFF2-40B4-BE49-F238E27FC236}">
                    <a16:creationId xmlns:a16="http://schemas.microsoft.com/office/drawing/2014/main" id="{1A018B67-EDB5-7CD1-58BB-0CD7091FD73A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" name="pg2534">
                <a:extLst>
                  <a:ext uri="{FF2B5EF4-FFF2-40B4-BE49-F238E27FC236}">
                    <a16:creationId xmlns:a16="http://schemas.microsoft.com/office/drawing/2014/main" id="{378B47B8-DBFF-C5B3-E9BD-04459EF30B12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" name="pg2535">
                <a:extLst>
                  <a:ext uri="{FF2B5EF4-FFF2-40B4-BE49-F238E27FC236}">
                    <a16:creationId xmlns:a16="http://schemas.microsoft.com/office/drawing/2014/main" id="{752FC673-F41E-AF2F-C3A7-C6376A59F046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" name="pg2536">
                <a:extLst>
                  <a:ext uri="{FF2B5EF4-FFF2-40B4-BE49-F238E27FC236}">
                    <a16:creationId xmlns:a16="http://schemas.microsoft.com/office/drawing/2014/main" id="{CDEBA1A2-75F9-ED09-291D-4852434F72E5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" name="pg2537">
                <a:extLst>
                  <a:ext uri="{FF2B5EF4-FFF2-40B4-BE49-F238E27FC236}">
                    <a16:creationId xmlns:a16="http://schemas.microsoft.com/office/drawing/2014/main" id="{E1536D7E-D9E2-BD37-412D-E56AAE85F469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" name="pg2538">
                <a:extLst>
                  <a:ext uri="{FF2B5EF4-FFF2-40B4-BE49-F238E27FC236}">
                    <a16:creationId xmlns:a16="http://schemas.microsoft.com/office/drawing/2014/main" id="{A78BA95A-82F1-A805-584D-3B242CB0D5AB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" name="pg2539">
                <a:extLst>
                  <a:ext uri="{FF2B5EF4-FFF2-40B4-BE49-F238E27FC236}">
                    <a16:creationId xmlns:a16="http://schemas.microsoft.com/office/drawing/2014/main" id="{9CB11460-26CE-E372-4B1E-04572D2F05AC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" name="pg2540">
                <a:extLst>
                  <a:ext uri="{FF2B5EF4-FFF2-40B4-BE49-F238E27FC236}">
                    <a16:creationId xmlns:a16="http://schemas.microsoft.com/office/drawing/2014/main" id="{B35ED424-CFFD-97E8-B555-F77565E9FAE2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" name="pg2541">
                <a:extLst>
                  <a:ext uri="{FF2B5EF4-FFF2-40B4-BE49-F238E27FC236}">
                    <a16:creationId xmlns:a16="http://schemas.microsoft.com/office/drawing/2014/main" id="{9A86652A-C417-2DD9-F51C-975947C8E29B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" name="pg2542">
                <a:extLst>
                  <a:ext uri="{FF2B5EF4-FFF2-40B4-BE49-F238E27FC236}">
                    <a16:creationId xmlns:a16="http://schemas.microsoft.com/office/drawing/2014/main" id="{005AB612-321B-211B-4A89-DE8CD23F57C4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" name="pg2543">
                <a:extLst>
                  <a:ext uri="{FF2B5EF4-FFF2-40B4-BE49-F238E27FC236}">
                    <a16:creationId xmlns:a16="http://schemas.microsoft.com/office/drawing/2014/main" id="{2F51202F-AB46-6A95-7A75-A7D6653FA5F2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" name="pg2544">
                <a:extLst>
                  <a:ext uri="{FF2B5EF4-FFF2-40B4-BE49-F238E27FC236}">
                    <a16:creationId xmlns:a16="http://schemas.microsoft.com/office/drawing/2014/main" id="{9E564312-F7A5-8B9C-A22B-51265AB15BF8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" name="pg2545">
                <a:extLst>
                  <a:ext uri="{FF2B5EF4-FFF2-40B4-BE49-F238E27FC236}">
                    <a16:creationId xmlns:a16="http://schemas.microsoft.com/office/drawing/2014/main" id="{45990952-07F3-F85A-F43D-A572D635E450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" name="pg2546">
                <a:extLst>
                  <a:ext uri="{FF2B5EF4-FFF2-40B4-BE49-F238E27FC236}">
                    <a16:creationId xmlns:a16="http://schemas.microsoft.com/office/drawing/2014/main" id="{7E35460F-0337-5B90-FE32-039CF9F25566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" name="pg2547">
                <a:extLst>
                  <a:ext uri="{FF2B5EF4-FFF2-40B4-BE49-F238E27FC236}">
                    <a16:creationId xmlns:a16="http://schemas.microsoft.com/office/drawing/2014/main" id="{09269DA2-4089-24AC-C106-D908A9A07ED3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" name="pg2548">
                <a:extLst>
                  <a:ext uri="{FF2B5EF4-FFF2-40B4-BE49-F238E27FC236}">
                    <a16:creationId xmlns:a16="http://schemas.microsoft.com/office/drawing/2014/main" id="{FE47CBF0-CD66-D69A-216D-8D1174C06762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" name="pg2549">
                <a:extLst>
                  <a:ext uri="{FF2B5EF4-FFF2-40B4-BE49-F238E27FC236}">
                    <a16:creationId xmlns:a16="http://schemas.microsoft.com/office/drawing/2014/main" id="{4691DD6B-E818-05AE-87D2-A32899A9A35F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" name="pg2550">
                <a:extLst>
                  <a:ext uri="{FF2B5EF4-FFF2-40B4-BE49-F238E27FC236}">
                    <a16:creationId xmlns:a16="http://schemas.microsoft.com/office/drawing/2014/main" id="{48F70D8D-69F9-6932-3ECD-89432C75AFF6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" name="pg2551">
                <a:extLst>
                  <a:ext uri="{FF2B5EF4-FFF2-40B4-BE49-F238E27FC236}">
                    <a16:creationId xmlns:a16="http://schemas.microsoft.com/office/drawing/2014/main" id="{3B4BD55B-EC5B-1B8A-4647-23FEE47578AE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" name="pg2552">
                <a:extLst>
                  <a:ext uri="{FF2B5EF4-FFF2-40B4-BE49-F238E27FC236}">
                    <a16:creationId xmlns:a16="http://schemas.microsoft.com/office/drawing/2014/main" id="{D4F47B74-E9C6-1D18-FA18-34FCD2E43FFD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" name="pg2553">
                <a:extLst>
                  <a:ext uri="{FF2B5EF4-FFF2-40B4-BE49-F238E27FC236}">
                    <a16:creationId xmlns:a16="http://schemas.microsoft.com/office/drawing/2014/main" id="{90BC89E1-572C-6735-DE29-DE5E9A39ADC0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" name="pg2554">
                <a:extLst>
                  <a:ext uri="{FF2B5EF4-FFF2-40B4-BE49-F238E27FC236}">
                    <a16:creationId xmlns:a16="http://schemas.microsoft.com/office/drawing/2014/main" id="{D70C0460-BC48-1285-00BF-40E26DDAE46A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" name="pg2555">
                <a:extLst>
                  <a:ext uri="{FF2B5EF4-FFF2-40B4-BE49-F238E27FC236}">
                    <a16:creationId xmlns:a16="http://schemas.microsoft.com/office/drawing/2014/main" id="{F6A1C511-23E3-4ABB-2406-6B56CBA53870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" name="pg2556">
                <a:extLst>
                  <a:ext uri="{FF2B5EF4-FFF2-40B4-BE49-F238E27FC236}">
                    <a16:creationId xmlns:a16="http://schemas.microsoft.com/office/drawing/2014/main" id="{815DAF12-5740-976C-EA36-98299F225C71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" name="pg2557">
                <a:extLst>
                  <a:ext uri="{FF2B5EF4-FFF2-40B4-BE49-F238E27FC236}">
                    <a16:creationId xmlns:a16="http://schemas.microsoft.com/office/drawing/2014/main" id="{2B8107D6-F160-74F6-915D-FA0EDC9821FF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" name="pg2558">
                <a:extLst>
                  <a:ext uri="{FF2B5EF4-FFF2-40B4-BE49-F238E27FC236}">
                    <a16:creationId xmlns:a16="http://schemas.microsoft.com/office/drawing/2014/main" id="{F731E507-E42D-2273-9FCC-36553C21CB5B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" name="pg2559">
                <a:extLst>
                  <a:ext uri="{FF2B5EF4-FFF2-40B4-BE49-F238E27FC236}">
                    <a16:creationId xmlns:a16="http://schemas.microsoft.com/office/drawing/2014/main" id="{CDD47C31-DA22-1B6F-2E91-D1B40B5F8449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" name="pg2560">
                <a:extLst>
                  <a:ext uri="{FF2B5EF4-FFF2-40B4-BE49-F238E27FC236}">
                    <a16:creationId xmlns:a16="http://schemas.microsoft.com/office/drawing/2014/main" id="{614D6B59-BEBE-9015-0473-B6E4A8D4BD2A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" name="pg2561">
                <a:extLst>
                  <a:ext uri="{FF2B5EF4-FFF2-40B4-BE49-F238E27FC236}">
                    <a16:creationId xmlns:a16="http://schemas.microsoft.com/office/drawing/2014/main" id="{670E592C-FEE3-FD43-33A3-F5B4C3794F36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" name="pg2562">
                <a:extLst>
                  <a:ext uri="{FF2B5EF4-FFF2-40B4-BE49-F238E27FC236}">
                    <a16:creationId xmlns:a16="http://schemas.microsoft.com/office/drawing/2014/main" id="{CC810E93-363E-5F25-2B9B-BC6F97BD771C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" name="pg2563">
                <a:extLst>
                  <a:ext uri="{FF2B5EF4-FFF2-40B4-BE49-F238E27FC236}">
                    <a16:creationId xmlns:a16="http://schemas.microsoft.com/office/drawing/2014/main" id="{1D8B110C-9C0B-6D39-237B-4A5712D0EC05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" name="pg2564">
                <a:extLst>
                  <a:ext uri="{FF2B5EF4-FFF2-40B4-BE49-F238E27FC236}">
                    <a16:creationId xmlns:a16="http://schemas.microsoft.com/office/drawing/2014/main" id="{07EC4502-20E8-DC43-214A-E5B705DCCA53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" name="pg2565">
                <a:extLst>
                  <a:ext uri="{FF2B5EF4-FFF2-40B4-BE49-F238E27FC236}">
                    <a16:creationId xmlns:a16="http://schemas.microsoft.com/office/drawing/2014/main" id="{C197FCF6-56F1-4170-8B14-E8FBA9F4A4C6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" name="pg2566">
                <a:extLst>
                  <a:ext uri="{FF2B5EF4-FFF2-40B4-BE49-F238E27FC236}">
                    <a16:creationId xmlns:a16="http://schemas.microsoft.com/office/drawing/2014/main" id="{5E0D3D69-9042-FBBC-D216-AB634936A1C8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" name="pg2567">
                <a:extLst>
                  <a:ext uri="{FF2B5EF4-FFF2-40B4-BE49-F238E27FC236}">
                    <a16:creationId xmlns:a16="http://schemas.microsoft.com/office/drawing/2014/main" id="{1A02748C-9524-5586-DD3F-683995521371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" name="pg2568">
                <a:extLst>
                  <a:ext uri="{FF2B5EF4-FFF2-40B4-BE49-F238E27FC236}">
                    <a16:creationId xmlns:a16="http://schemas.microsoft.com/office/drawing/2014/main" id="{D66850BA-85DD-AF05-118C-E27F2B772EA2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" name="pg2569">
                <a:extLst>
                  <a:ext uri="{FF2B5EF4-FFF2-40B4-BE49-F238E27FC236}">
                    <a16:creationId xmlns:a16="http://schemas.microsoft.com/office/drawing/2014/main" id="{7346AD06-EE01-5024-8988-30A8ABCDCFC0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" name="pg2570">
                <a:extLst>
                  <a:ext uri="{FF2B5EF4-FFF2-40B4-BE49-F238E27FC236}">
                    <a16:creationId xmlns:a16="http://schemas.microsoft.com/office/drawing/2014/main" id="{AA2EB0CB-F0FD-2B04-72A0-5CEE52B0431C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" name="pg2571">
                <a:extLst>
                  <a:ext uri="{FF2B5EF4-FFF2-40B4-BE49-F238E27FC236}">
                    <a16:creationId xmlns:a16="http://schemas.microsoft.com/office/drawing/2014/main" id="{5412E4A6-0736-856D-DDD9-747CB6EC5AA2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" name="pg2572">
                <a:extLst>
                  <a:ext uri="{FF2B5EF4-FFF2-40B4-BE49-F238E27FC236}">
                    <a16:creationId xmlns:a16="http://schemas.microsoft.com/office/drawing/2014/main" id="{DCDB4B1C-A87D-2307-543E-D55119592327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" name="pg2573">
                <a:extLst>
                  <a:ext uri="{FF2B5EF4-FFF2-40B4-BE49-F238E27FC236}">
                    <a16:creationId xmlns:a16="http://schemas.microsoft.com/office/drawing/2014/main" id="{88C5EF99-C2AD-0881-06E0-8A6343741FB6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" name="pg2574">
                <a:extLst>
                  <a:ext uri="{FF2B5EF4-FFF2-40B4-BE49-F238E27FC236}">
                    <a16:creationId xmlns:a16="http://schemas.microsoft.com/office/drawing/2014/main" id="{21AA848F-206F-96BC-3C7D-EB19BC690360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" name="pg2575">
                <a:extLst>
                  <a:ext uri="{FF2B5EF4-FFF2-40B4-BE49-F238E27FC236}">
                    <a16:creationId xmlns:a16="http://schemas.microsoft.com/office/drawing/2014/main" id="{9842DFCF-B46C-E703-B5F3-6A532BFBE504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" name="pg2576">
                <a:extLst>
                  <a:ext uri="{FF2B5EF4-FFF2-40B4-BE49-F238E27FC236}">
                    <a16:creationId xmlns:a16="http://schemas.microsoft.com/office/drawing/2014/main" id="{9151C213-CFF6-403D-9BA5-C4665BEADA99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" name="pg2577">
                <a:extLst>
                  <a:ext uri="{FF2B5EF4-FFF2-40B4-BE49-F238E27FC236}">
                    <a16:creationId xmlns:a16="http://schemas.microsoft.com/office/drawing/2014/main" id="{AFECD315-0E2C-1CCC-0AD5-ADB38F3FEB6F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" name="pg2578">
                <a:extLst>
                  <a:ext uri="{FF2B5EF4-FFF2-40B4-BE49-F238E27FC236}">
                    <a16:creationId xmlns:a16="http://schemas.microsoft.com/office/drawing/2014/main" id="{DC7CB2C3-9CB8-DFDE-0FE9-DDDE21E7432C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" name="pg2579">
                <a:extLst>
                  <a:ext uri="{FF2B5EF4-FFF2-40B4-BE49-F238E27FC236}">
                    <a16:creationId xmlns:a16="http://schemas.microsoft.com/office/drawing/2014/main" id="{4DB29FB6-2776-F39B-7D9A-8A7235E2D923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" name="pg2580">
                <a:extLst>
                  <a:ext uri="{FF2B5EF4-FFF2-40B4-BE49-F238E27FC236}">
                    <a16:creationId xmlns:a16="http://schemas.microsoft.com/office/drawing/2014/main" id="{2142073E-59BE-C58F-A6FD-AC601FE84D4B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" name="pg2581">
                <a:extLst>
                  <a:ext uri="{FF2B5EF4-FFF2-40B4-BE49-F238E27FC236}">
                    <a16:creationId xmlns:a16="http://schemas.microsoft.com/office/drawing/2014/main" id="{21550DA1-D13E-2DC0-D9C7-291F931706AA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" name="pg2582">
                <a:extLst>
                  <a:ext uri="{FF2B5EF4-FFF2-40B4-BE49-F238E27FC236}">
                    <a16:creationId xmlns:a16="http://schemas.microsoft.com/office/drawing/2014/main" id="{F3298239-CC10-B1FD-9851-138666BCABCD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" name="pg2583">
                <a:extLst>
                  <a:ext uri="{FF2B5EF4-FFF2-40B4-BE49-F238E27FC236}">
                    <a16:creationId xmlns:a16="http://schemas.microsoft.com/office/drawing/2014/main" id="{6906E7CB-4B62-3F85-FD0D-CA4EE84DB0C3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" name="pg2584">
                <a:extLst>
                  <a:ext uri="{FF2B5EF4-FFF2-40B4-BE49-F238E27FC236}">
                    <a16:creationId xmlns:a16="http://schemas.microsoft.com/office/drawing/2014/main" id="{075CE840-2A99-0309-BE64-C97793985624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" name="pg2585">
                <a:extLst>
                  <a:ext uri="{FF2B5EF4-FFF2-40B4-BE49-F238E27FC236}">
                    <a16:creationId xmlns:a16="http://schemas.microsoft.com/office/drawing/2014/main" id="{B99ED73B-7B94-049B-930A-2CF8ABC7C334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" name="pg2586">
                <a:extLst>
                  <a:ext uri="{FF2B5EF4-FFF2-40B4-BE49-F238E27FC236}">
                    <a16:creationId xmlns:a16="http://schemas.microsoft.com/office/drawing/2014/main" id="{D61F2D63-60AC-3E12-F98F-23B668EF6CC0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" name="pg2587">
                <a:extLst>
                  <a:ext uri="{FF2B5EF4-FFF2-40B4-BE49-F238E27FC236}">
                    <a16:creationId xmlns:a16="http://schemas.microsoft.com/office/drawing/2014/main" id="{BD289BAE-46DB-0C85-BA5D-196728A0C92B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" name="pg2588">
                <a:extLst>
                  <a:ext uri="{FF2B5EF4-FFF2-40B4-BE49-F238E27FC236}">
                    <a16:creationId xmlns:a16="http://schemas.microsoft.com/office/drawing/2014/main" id="{41014143-5E09-A429-66B2-E6F120B97D7A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" name="pg2589">
                <a:extLst>
                  <a:ext uri="{FF2B5EF4-FFF2-40B4-BE49-F238E27FC236}">
                    <a16:creationId xmlns:a16="http://schemas.microsoft.com/office/drawing/2014/main" id="{8FF8AB58-755E-78DD-2B0A-D0D144E6FFBD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" name="pg2590">
                <a:extLst>
                  <a:ext uri="{FF2B5EF4-FFF2-40B4-BE49-F238E27FC236}">
                    <a16:creationId xmlns:a16="http://schemas.microsoft.com/office/drawing/2014/main" id="{C1AD331C-C572-41C1-0F6B-ED349E90C617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3">
                  <a:alpha val="100000"/>
                </a:srgbClr>
              </a:solidFill>
              <a:ln w="5420" cap="flat">
                <a:solidFill>
                  <a:srgbClr val="3C41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" name="pg2591">
                <a:extLst>
                  <a:ext uri="{FF2B5EF4-FFF2-40B4-BE49-F238E27FC236}">
                    <a16:creationId xmlns:a16="http://schemas.microsoft.com/office/drawing/2014/main" id="{5844630F-6188-4144-21A7-E5DE0D559451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" name="pg2592">
                <a:extLst>
                  <a:ext uri="{FF2B5EF4-FFF2-40B4-BE49-F238E27FC236}">
                    <a16:creationId xmlns:a16="http://schemas.microsoft.com/office/drawing/2014/main" id="{2EE62838-88B6-2198-A06A-2E4308668491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" name="pg2593">
                <a:extLst>
                  <a:ext uri="{FF2B5EF4-FFF2-40B4-BE49-F238E27FC236}">
                    <a16:creationId xmlns:a16="http://schemas.microsoft.com/office/drawing/2014/main" id="{514DFFD2-8826-D574-4942-1B403D21962D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" name="pg2594">
                <a:extLst>
                  <a:ext uri="{FF2B5EF4-FFF2-40B4-BE49-F238E27FC236}">
                    <a16:creationId xmlns:a16="http://schemas.microsoft.com/office/drawing/2014/main" id="{D17F6EAC-AC80-9E82-2C56-B4BFED01DA9C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" name="pg2595">
                <a:extLst>
                  <a:ext uri="{FF2B5EF4-FFF2-40B4-BE49-F238E27FC236}">
                    <a16:creationId xmlns:a16="http://schemas.microsoft.com/office/drawing/2014/main" id="{EFB5EFF2-E0DF-1FB5-4CDD-945D51F6AFB6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" name="pg2596">
                <a:extLst>
                  <a:ext uri="{FF2B5EF4-FFF2-40B4-BE49-F238E27FC236}">
                    <a16:creationId xmlns:a16="http://schemas.microsoft.com/office/drawing/2014/main" id="{0EC663C5-D652-B74F-2A30-1B27F0A20CC5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" name="pg2597">
                <a:extLst>
                  <a:ext uri="{FF2B5EF4-FFF2-40B4-BE49-F238E27FC236}">
                    <a16:creationId xmlns:a16="http://schemas.microsoft.com/office/drawing/2014/main" id="{69C36811-FBD9-564E-D731-19FCA983C184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" name="pg2598">
                <a:extLst>
                  <a:ext uri="{FF2B5EF4-FFF2-40B4-BE49-F238E27FC236}">
                    <a16:creationId xmlns:a16="http://schemas.microsoft.com/office/drawing/2014/main" id="{E52C4501-0255-F139-CF86-2CF6507E43EF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" name="pg2599">
                <a:extLst>
                  <a:ext uri="{FF2B5EF4-FFF2-40B4-BE49-F238E27FC236}">
                    <a16:creationId xmlns:a16="http://schemas.microsoft.com/office/drawing/2014/main" id="{A7CE2920-226A-CA51-166E-A9D70A96CA5F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" name="pg2600">
                <a:extLst>
                  <a:ext uri="{FF2B5EF4-FFF2-40B4-BE49-F238E27FC236}">
                    <a16:creationId xmlns:a16="http://schemas.microsoft.com/office/drawing/2014/main" id="{FDD04DCE-4829-426B-A41D-1B289FA8DF35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" name="pg2601">
                <a:extLst>
                  <a:ext uri="{FF2B5EF4-FFF2-40B4-BE49-F238E27FC236}">
                    <a16:creationId xmlns:a16="http://schemas.microsoft.com/office/drawing/2014/main" id="{F8A95785-ECD8-E907-E0B0-715474DF9BB0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" name="pg2602">
                <a:extLst>
                  <a:ext uri="{FF2B5EF4-FFF2-40B4-BE49-F238E27FC236}">
                    <a16:creationId xmlns:a16="http://schemas.microsoft.com/office/drawing/2014/main" id="{53F69038-849A-58F1-CADE-7F8B1A9D69E8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" name="pg2603">
                <a:extLst>
                  <a:ext uri="{FF2B5EF4-FFF2-40B4-BE49-F238E27FC236}">
                    <a16:creationId xmlns:a16="http://schemas.microsoft.com/office/drawing/2014/main" id="{A750F4C4-786F-3288-7DF7-CCDD12EC1FE5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" name="pg2604">
                <a:extLst>
                  <a:ext uri="{FF2B5EF4-FFF2-40B4-BE49-F238E27FC236}">
                    <a16:creationId xmlns:a16="http://schemas.microsoft.com/office/drawing/2014/main" id="{F7C791A8-8BBB-9305-05FF-2ECDBDE4F5DA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" name="pg2605">
                <a:extLst>
                  <a:ext uri="{FF2B5EF4-FFF2-40B4-BE49-F238E27FC236}">
                    <a16:creationId xmlns:a16="http://schemas.microsoft.com/office/drawing/2014/main" id="{B6B864CC-220F-4EEE-AB25-B4957E5BD8A7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" name="pg2606">
                <a:extLst>
                  <a:ext uri="{FF2B5EF4-FFF2-40B4-BE49-F238E27FC236}">
                    <a16:creationId xmlns:a16="http://schemas.microsoft.com/office/drawing/2014/main" id="{038172BB-5152-9D4B-AD54-23BB0C1AA76A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" name="pg2607">
                <a:extLst>
                  <a:ext uri="{FF2B5EF4-FFF2-40B4-BE49-F238E27FC236}">
                    <a16:creationId xmlns:a16="http://schemas.microsoft.com/office/drawing/2014/main" id="{A0F4C5CE-4BCF-2834-A962-E04F8C190C13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" name="pg2608">
                <a:extLst>
                  <a:ext uri="{FF2B5EF4-FFF2-40B4-BE49-F238E27FC236}">
                    <a16:creationId xmlns:a16="http://schemas.microsoft.com/office/drawing/2014/main" id="{D2968BE4-E125-C42D-ADD1-5F3064BA58F4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" name="pg2609">
                <a:extLst>
                  <a:ext uri="{FF2B5EF4-FFF2-40B4-BE49-F238E27FC236}">
                    <a16:creationId xmlns:a16="http://schemas.microsoft.com/office/drawing/2014/main" id="{8D7A6C8E-6F84-DAF2-67CD-2B4ED9F21665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" name="pg2610">
                <a:extLst>
                  <a:ext uri="{FF2B5EF4-FFF2-40B4-BE49-F238E27FC236}">
                    <a16:creationId xmlns:a16="http://schemas.microsoft.com/office/drawing/2014/main" id="{84E2ED40-4255-EED5-A622-7E06AA5DA0A0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" name="pg2611">
                <a:extLst>
                  <a:ext uri="{FF2B5EF4-FFF2-40B4-BE49-F238E27FC236}">
                    <a16:creationId xmlns:a16="http://schemas.microsoft.com/office/drawing/2014/main" id="{1329071E-99E1-D937-0E88-5D9D17DC0FB8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" name="pg2612">
                <a:extLst>
                  <a:ext uri="{FF2B5EF4-FFF2-40B4-BE49-F238E27FC236}">
                    <a16:creationId xmlns:a16="http://schemas.microsoft.com/office/drawing/2014/main" id="{6A74C1A3-5CC6-FE62-B8AB-0C4BCFD064C2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" name="pg2613">
                <a:extLst>
                  <a:ext uri="{FF2B5EF4-FFF2-40B4-BE49-F238E27FC236}">
                    <a16:creationId xmlns:a16="http://schemas.microsoft.com/office/drawing/2014/main" id="{55B22CEA-1107-F80D-2B23-73C9E539DDCD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" name="pg2614">
                <a:extLst>
                  <a:ext uri="{FF2B5EF4-FFF2-40B4-BE49-F238E27FC236}">
                    <a16:creationId xmlns:a16="http://schemas.microsoft.com/office/drawing/2014/main" id="{C591BC6C-5B07-5FCF-A02D-7ADC7BA6C677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" name="pg2615">
                <a:extLst>
                  <a:ext uri="{FF2B5EF4-FFF2-40B4-BE49-F238E27FC236}">
                    <a16:creationId xmlns:a16="http://schemas.microsoft.com/office/drawing/2014/main" id="{84D37AC8-510F-873D-FA43-125FEE7985DE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" name="pg2616">
                <a:extLst>
                  <a:ext uri="{FF2B5EF4-FFF2-40B4-BE49-F238E27FC236}">
                    <a16:creationId xmlns:a16="http://schemas.microsoft.com/office/drawing/2014/main" id="{09DCE7DB-69E1-ADCC-AC0B-BBC0F624265D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" name="pg2617">
                <a:extLst>
                  <a:ext uri="{FF2B5EF4-FFF2-40B4-BE49-F238E27FC236}">
                    <a16:creationId xmlns:a16="http://schemas.microsoft.com/office/drawing/2014/main" id="{14C98BEE-9296-0648-E0A5-39A7ED2B883D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" name="pg2618">
                <a:extLst>
                  <a:ext uri="{FF2B5EF4-FFF2-40B4-BE49-F238E27FC236}">
                    <a16:creationId xmlns:a16="http://schemas.microsoft.com/office/drawing/2014/main" id="{B93B2782-8CC6-E64E-7CA5-77048FAD61C4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" name="pg2619">
                <a:extLst>
                  <a:ext uri="{FF2B5EF4-FFF2-40B4-BE49-F238E27FC236}">
                    <a16:creationId xmlns:a16="http://schemas.microsoft.com/office/drawing/2014/main" id="{AC4F50CA-764D-9D3C-8CD7-1073573DC6C1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" name="pg2620">
                <a:extLst>
                  <a:ext uri="{FF2B5EF4-FFF2-40B4-BE49-F238E27FC236}">
                    <a16:creationId xmlns:a16="http://schemas.microsoft.com/office/drawing/2014/main" id="{192CDE19-B3C2-9EA7-A4BF-C70DC4D2D6D3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" name="pg2621">
                <a:extLst>
                  <a:ext uri="{FF2B5EF4-FFF2-40B4-BE49-F238E27FC236}">
                    <a16:creationId xmlns:a16="http://schemas.microsoft.com/office/drawing/2014/main" id="{28EBD042-E2AE-DE72-6BE4-3C804F829342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" name="pg2622">
                <a:extLst>
                  <a:ext uri="{FF2B5EF4-FFF2-40B4-BE49-F238E27FC236}">
                    <a16:creationId xmlns:a16="http://schemas.microsoft.com/office/drawing/2014/main" id="{57FBDFD1-6841-1D98-45C3-2EB2AFB773A2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" name="pg2623">
                <a:extLst>
                  <a:ext uri="{FF2B5EF4-FFF2-40B4-BE49-F238E27FC236}">
                    <a16:creationId xmlns:a16="http://schemas.microsoft.com/office/drawing/2014/main" id="{6698A5D7-01BF-09D7-2E36-C2083BD261C9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" name="pg2624">
                <a:extLst>
                  <a:ext uri="{FF2B5EF4-FFF2-40B4-BE49-F238E27FC236}">
                    <a16:creationId xmlns:a16="http://schemas.microsoft.com/office/drawing/2014/main" id="{F6E0FBAC-74B8-CDE8-0C12-54EB6B6CAE01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" name="pg2625">
                <a:extLst>
                  <a:ext uri="{FF2B5EF4-FFF2-40B4-BE49-F238E27FC236}">
                    <a16:creationId xmlns:a16="http://schemas.microsoft.com/office/drawing/2014/main" id="{0A9E75FC-00E5-F92E-0F55-4F99C5035F44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" name="pg2626">
                <a:extLst>
                  <a:ext uri="{FF2B5EF4-FFF2-40B4-BE49-F238E27FC236}">
                    <a16:creationId xmlns:a16="http://schemas.microsoft.com/office/drawing/2014/main" id="{B5FC63A3-5A0C-9BB9-F803-C52EAE18DF06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" name="pg2627">
                <a:extLst>
                  <a:ext uri="{FF2B5EF4-FFF2-40B4-BE49-F238E27FC236}">
                    <a16:creationId xmlns:a16="http://schemas.microsoft.com/office/drawing/2014/main" id="{A3361F8B-7E77-E262-CE7D-6F1EBDE5743A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" name="pg2628">
                <a:extLst>
                  <a:ext uri="{FF2B5EF4-FFF2-40B4-BE49-F238E27FC236}">
                    <a16:creationId xmlns:a16="http://schemas.microsoft.com/office/drawing/2014/main" id="{869514AA-7022-77AA-114A-01D3798E6B02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" name="pg2629">
                <a:extLst>
                  <a:ext uri="{FF2B5EF4-FFF2-40B4-BE49-F238E27FC236}">
                    <a16:creationId xmlns:a16="http://schemas.microsoft.com/office/drawing/2014/main" id="{EF7E85CC-6392-C81C-1C64-43F2928E5A55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" name="pg2630">
                <a:extLst>
                  <a:ext uri="{FF2B5EF4-FFF2-40B4-BE49-F238E27FC236}">
                    <a16:creationId xmlns:a16="http://schemas.microsoft.com/office/drawing/2014/main" id="{B4B5F9AD-4265-458A-AB73-372F6CBB4727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" name="pg2631">
                <a:extLst>
                  <a:ext uri="{FF2B5EF4-FFF2-40B4-BE49-F238E27FC236}">
                    <a16:creationId xmlns:a16="http://schemas.microsoft.com/office/drawing/2014/main" id="{A70EC71D-18E7-9DAC-1E94-5D251C012CA6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" name="pg2632">
                <a:extLst>
                  <a:ext uri="{FF2B5EF4-FFF2-40B4-BE49-F238E27FC236}">
                    <a16:creationId xmlns:a16="http://schemas.microsoft.com/office/drawing/2014/main" id="{E7730CAE-BDC0-7421-C4D8-7D25547CA530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" name="pg2633">
                <a:extLst>
                  <a:ext uri="{FF2B5EF4-FFF2-40B4-BE49-F238E27FC236}">
                    <a16:creationId xmlns:a16="http://schemas.microsoft.com/office/drawing/2014/main" id="{2271EDC7-FD95-4E25-E689-02D862263BBE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" name="pg2634">
                <a:extLst>
                  <a:ext uri="{FF2B5EF4-FFF2-40B4-BE49-F238E27FC236}">
                    <a16:creationId xmlns:a16="http://schemas.microsoft.com/office/drawing/2014/main" id="{80605A43-1DB9-449D-7421-147303D1B676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" name="pg2635">
                <a:extLst>
                  <a:ext uri="{FF2B5EF4-FFF2-40B4-BE49-F238E27FC236}">
                    <a16:creationId xmlns:a16="http://schemas.microsoft.com/office/drawing/2014/main" id="{EF78D300-3EF8-DADF-4FC2-E03DCF0B9060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" name="pg2636">
                <a:extLst>
                  <a:ext uri="{FF2B5EF4-FFF2-40B4-BE49-F238E27FC236}">
                    <a16:creationId xmlns:a16="http://schemas.microsoft.com/office/drawing/2014/main" id="{1F352802-1BA0-CCFA-AAAD-12D9903EA6FA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" name="pg2637">
                <a:extLst>
                  <a:ext uri="{FF2B5EF4-FFF2-40B4-BE49-F238E27FC236}">
                    <a16:creationId xmlns:a16="http://schemas.microsoft.com/office/drawing/2014/main" id="{AE2D187D-AC64-2188-BE58-48BC2C271AF0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" name="pg2638">
                <a:extLst>
                  <a:ext uri="{FF2B5EF4-FFF2-40B4-BE49-F238E27FC236}">
                    <a16:creationId xmlns:a16="http://schemas.microsoft.com/office/drawing/2014/main" id="{9C964BE7-52DD-80DC-EED5-FABF2073D3BC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" name="pg2639">
                <a:extLst>
                  <a:ext uri="{FF2B5EF4-FFF2-40B4-BE49-F238E27FC236}">
                    <a16:creationId xmlns:a16="http://schemas.microsoft.com/office/drawing/2014/main" id="{A6BDE268-E2A1-40AF-1F9D-66EC9C8A8B9C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3">
                  <a:alpha val="100000"/>
                </a:srgbClr>
              </a:solidFill>
              <a:ln w="5420" cap="flat">
                <a:solidFill>
                  <a:srgbClr val="3A34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" name="pg2640">
                <a:extLst>
                  <a:ext uri="{FF2B5EF4-FFF2-40B4-BE49-F238E27FC236}">
                    <a16:creationId xmlns:a16="http://schemas.microsoft.com/office/drawing/2014/main" id="{B7329E68-1002-6773-1649-F6019FDDF3A9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" name="pg2641">
                <a:extLst>
                  <a:ext uri="{FF2B5EF4-FFF2-40B4-BE49-F238E27FC236}">
                    <a16:creationId xmlns:a16="http://schemas.microsoft.com/office/drawing/2014/main" id="{B1CF9135-F7C8-C790-77EF-03D25E99B30A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" name="pg2642">
                <a:extLst>
                  <a:ext uri="{FF2B5EF4-FFF2-40B4-BE49-F238E27FC236}">
                    <a16:creationId xmlns:a16="http://schemas.microsoft.com/office/drawing/2014/main" id="{7BF4CED1-5E52-69B0-E2EE-718A8F1904F6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" name="pg2643">
                <a:extLst>
                  <a:ext uri="{FF2B5EF4-FFF2-40B4-BE49-F238E27FC236}">
                    <a16:creationId xmlns:a16="http://schemas.microsoft.com/office/drawing/2014/main" id="{B5690752-11A0-6A6F-77CD-8D41F36B7F40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" name="pg2644">
                <a:extLst>
                  <a:ext uri="{FF2B5EF4-FFF2-40B4-BE49-F238E27FC236}">
                    <a16:creationId xmlns:a16="http://schemas.microsoft.com/office/drawing/2014/main" id="{1439CDF8-8898-7CE8-8472-F5C73FA68572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" name="pg2645">
                <a:extLst>
                  <a:ext uri="{FF2B5EF4-FFF2-40B4-BE49-F238E27FC236}">
                    <a16:creationId xmlns:a16="http://schemas.microsoft.com/office/drawing/2014/main" id="{650A0FAC-ABD0-8D48-9AF1-2E3502FDFB2C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" name="pg2646">
                <a:extLst>
                  <a:ext uri="{FF2B5EF4-FFF2-40B4-BE49-F238E27FC236}">
                    <a16:creationId xmlns:a16="http://schemas.microsoft.com/office/drawing/2014/main" id="{DC7BECF5-62D0-BB27-0457-9F41B91AF5FC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" name="pg2647">
                <a:extLst>
                  <a:ext uri="{FF2B5EF4-FFF2-40B4-BE49-F238E27FC236}">
                    <a16:creationId xmlns:a16="http://schemas.microsoft.com/office/drawing/2014/main" id="{D2DF1518-D06E-5AAE-D488-1D4FDD0D885D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" name="pg2648">
                <a:extLst>
                  <a:ext uri="{FF2B5EF4-FFF2-40B4-BE49-F238E27FC236}">
                    <a16:creationId xmlns:a16="http://schemas.microsoft.com/office/drawing/2014/main" id="{36B6FEF8-D9E5-C87D-EEE3-AFA61AA84A35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" name="pg2649">
                <a:extLst>
                  <a:ext uri="{FF2B5EF4-FFF2-40B4-BE49-F238E27FC236}">
                    <a16:creationId xmlns:a16="http://schemas.microsoft.com/office/drawing/2014/main" id="{738D759E-C962-16F2-AA47-666D3E2672FA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" name="pg2650">
                <a:extLst>
                  <a:ext uri="{FF2B5EF4-FFF2-40B4-BE49-F238E27FC236}">
                    <a16:creationId xmlns:a16="http://schemas.microsoft.com/office/drawing/2014/main" id="{5F22989B-D24C-F086-3C89-1477024743C2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" name="pg2651">
                <a:extLst>
                  <a:ext uri="{FF2B5EF4-FFF2-40B4-BE49-F238E27FC236}">
                    <a16:creationId xmlns:a16="http://schemas.microsoft.com/office/drawing/2014/main" id="{2A72327D-0C05-E004-E2CF-402B3E4A997A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" name="pg2652">
                <a:extLst>
                  <a:ext uri="{FF2B5EF4-FFF2-40B4-BE49-F238E27FC236}">
                    <a16:creationId xmlns:a16="http://schemas.microsoft.com/office/drawing/2014/main" id="{68BABB87-777E-1A7D-3930-930C4942A0B5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" name="pg2653">
                <a:extLst>
                  <a:ext uri="{FF2B5EF4-FFF2-40B4-BE49-F238E27FC236}">
                    <a16:creationId xmlns:a16="http://schemas.microsoft.com/office/drawing/2014/main" id="{27B55153-1793-32CB-40A3-824EACD51BFB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" name="pg2654">
                <a:extLst>
                  <a:ext uri="{FF2B5EF4-FFF2-40B4-BE49-F238E27FC236}">
                    <a16:creationId xmlns:a16="http://schemas.microsoft.com/office/drawing/2014/main" id="{1E5F3477-A7C5-5C39-631D-063A90080B3F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" name="pg2655">
                <a:extLst>
                  <a:ext uri="{FF2B5EF4-FFF2-40B4-BE49-F238E27FC236}">
                    <a16:creationId xmlns:a16="http://schemas.microsoft.com/office/drawing/2014/main" id="{080699B6-39C5-1512-5984-60FC04186010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" name="pg2656">
                <a:extLst>
                  <a:ext uri="{FF2B5EF4-FFF2-40B4-BE49-F238E27FC236}">
                    <a16:creationId xmlns:a16="http://schemas.microsoft.com/office/drawing/2014/main" id="{E644AF86-48CF-2887-3ECF-7D13EF4281EC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" name="pg2657">
                <a:extLst>
                  <a:ext uri="{FF2B5EF4-FFF2-40B4-BE49-F238E27FC236}">
                    <a16:creationId xmlns:a16="http://schemas.microsoft.com/office/drawing/2014/main" id="{2E4E60A8-08E7-950C-E4CD-0B42FA6E7909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" name="pg2658">
                <a:extLst>
                  <a:ext uri="{FF2B5EF4-FFF2-40B4-BE49-F238E27FC236}">
                    <a16:creationId xmlns:a16="http://schemas.microsoft.com/office/drawing/2014/main" id="{1EEF47E6-9256-9750-2381-F312C61A4DBA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" name="pg2659">
                <a:extLst>
                  <a:ext uri="{FF2B5EF4-FFF2-40B4-BE49-F238E27FC236}">
                    <a16:creationId xmlns:a16="http://schemas.microsoft.com/office/drawing/2014/main" id="{77B1415C-9129-9CD0-A26E-BC80F480149D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" name="pg2660">
                <a:extLst>
                  <a:ext uri="{FF2B5EF4-FFF2-40B4-BE49-F238E27FC236}">
                    <a16:creationId xmlns:a16="http://schemas.microsoft.com/office/drawing/2014/main" id="{2E47788B-0025-6322-157D-7C39C3850AC0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" name="pg2661">
                <a:extLst>
                  <a:ext uri="{FF2B5EF4-FFF2-40B4-BE49-F238E27FC236}">
                    <a16:creationId xmlns:a16="http://schemas.microsoft.com/office/drawing/2014/main" id="{2FC41520-2833-06A3-47C7-61B8E05EAC23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" name="pg2662">
                <a:extLst>
                  <a:ext uri="{FF2B5EF4-FFF2-40B4-BE49-F238E27FC236}">
                    <a16:creationId xmlns:a16="http://schemas.microsoft.com/office/drawing/2014/main" id="{B96DDCFC-D713-3AB1-162A-83DB493C2EBD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" name="pg2663">
                <a:extLst>
                  <a:ext uri="{FF2B5EF4-FFF2-40B4-BE49-F238E27FC236}">
                    <a16:creationId xmlns:a16="http://schemas.microsoft.com/office/drawing/2014/main" id="{7C8AAEAF-D86E-A631-2316-96F866C86870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" name="pg2664">
                <a:extLst>
                  <a:ext uri="{FF2B5EF4-FFF2-40B4-BE49-F238E27FC236}">
                    <a16:creationId xmlns:a16="http://schemas.microsoft.com/office/drawing/2014/main" id="{A8B300A7-AF86-10DD-50BD-788371F3EECB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" name="pg2665">
                <a:extLst>
                  <a:ext uri="{FF2B5EF4-FFF2-40B4-BE49-F238E27FC236}">
                    <a16:creationId xmlns:a16="http://schemas.microsoft.com/office/drawing/2014/main" id="{CBBE7FAD-D29A-55C4-3EBC-D0F6509A2047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" name="pg2666">
                <a:extLst>
                  <a:ext uri="{FF2B5EF4-FFF2-40B4-BE49-F238E27FC236}">
                    <a16:creationId xmlns:a16="http://schemas.microsoft.com/office/drawing/2014/main" id="{0FC480BB-1E31-657A-35C0-8D41834527DC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" name="pg2667">
                <a:extLst>
                  <a:ext uri="{FF2B5EF4-FFF2-40B4-BE49-F238E27FC236}">
                    <a16:creationId xmlns:a16="http://schemas.microsoft.com/office/drawing/2014/main" id="{1F5ED919-0F09-7830-2AC7-D9BFC865061C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" name="pg2668">
                <a:extLst>
                  <a:ext uri="{FF2B5EF4-FFF2-40B4-BE49-F238E27FC236}">
                    <a16:creationId xmlns:a16="http://schemas.microsoft.com/office/drawing/2014/main" id="{6B272921-7D50-6303-E7E8-3A587C9297FB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" name="pg2669">
                <a:extLst>
                  <a:ext uri="{FF2B5EF4-FFF2-40B4-BE49-F238E27FC236}">
                    <a16:creationId xmlns:a16="http://schemas.microsoft.com/office/drawing/2014/main" id="{E36D418A-F414-A8F5-DDDC-7945451D8486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" name="pg2670">
                <a:extLst>
                  <a:ext uri="{FF2B5EF4-FFF2-40B4-BE49-F238E27FC236}">
                    <a16:creationId xmlns:a16="http://schemas.microsoft.com/office/drawing/2014/main" id="{8B9D8B21-014B-1A8D-4DD0-451BA66A0775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" name="pg2671">
                <a:extLst>
                  <a:ext uri="{FF2B5EF4-FFF2-40B4-BE49-F238E27FC236}">
                    <a16:creationId xmlns:a16="http://schemas.microsoft.com/office/drawing/2014/main" id="{09E4235A-CF72-AEC1-FA5A-2C5962B66A00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" name="pg2672">
                <a:extLst>
                  <a:ext uri="{FF2B5EF4-FFF2-40B4-BE49-F238E27FC236}">
                    <a16:creationId xmlns:a16="http://schemas.microsoft.com/office/drawing/2014/main" id="{29392CEB-4991-F0BA-CCFC-57F267945C17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" name="pg2673">
                <a:extLst>
                  <a:ext uri="{FF2B5EF4-FFF2-40B4-BE49-F238E27FC236}">
                    <a16:creationId xmlns:a16="http://schemas.microsoft.com/office/drawing/2014/main" id="{B599F6F7-0F47-4585-F98E-45CDF52AE514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" name="pg2674">
                <a:extLst>
                  <a:ext uri="{FF2B5EF4-FFF2-40B4-BE49-F238E27FC236}">
                    <a16:creationId xmlns:a16="http://schemas.microsoft.com/office/drawing/2014/main" id="{041A6040-0F84-9CA5-201C-6A93A1E4CA9C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" name="pg2675">
                <a:extLst>
                  <a:ext uri="{FF2B5EF4-FFF2-40B4-BE49-F238E27FC236}">
                    <a16:creationId xmlns:a16="http://schemas.microsoft.com/office/drawing/2014/main" id="{A3E4B4BD-7446-64CB-96DA-7140113695B1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" name="pg2676">
                <a:extLst>
                  <a:ext uri="{FF2B5EF4-FFF2-40B4-BE49-F238E27FC236}">
                    <a16:creationId xmlns:a16="http://schemas.microsoft.com/office/drawing/2014/main" id="{60572567-D88E-7EC0-23D5-5AAAA8374FA0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" name="pg2677">
                <a:extLst>
                  <a:ext uri="{FF2B5EF4-FFF2-40B4-BE49-F238E27FC236}">
                    <a16:creationId xmlns:a16="http://schemas.microsoft.com/office/drawing/2014/main" id="{B948D4E5-D805-EB4A-551A-2FDE08A74D63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" name="pg2678">
                <a:extLst>
                  <a:ext uri="{FF2B5EF4-FFF2-40B4-BE49-F238E27FC236}">
                    <a16:creationId xmlns:a16="http://schemas.microsoft.com/office/drawing/2014/main" id="{D569BC96-EE44-4A04-34E0-0DAC490C88FA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" name="pg2679">
                <a:extLst>
                  <a:ext uri="{FF2B5EF4-FFF2-40B4-BE49-F238E27FC236}">
                    <a16:creationId xmlns:a16="http://schemas.microsoft.com/office/drawing/2014/main" id="{4640269C-6979-E963-6D9E-28FFBE343A42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" name="pg2680">
                <a:extLst>
                  <a:ext uri="{FF2B5EF4-FFF2-40B4-BE49-F238E27FC236}">
                    <a16:creationId xmlns:a16="http://schemas.microsoft.com/office/drawing/2014/main" id="{C89EEBC9-B932-F950-230C-3691FEEF3EEB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" name="pg2681">
                <a:extLst>
                  <a:ext uri="{FF2B5EF4-FFF2-40B4-BE49-F238E27FC236}">
                    <a16:creationId xmlns:a16="http://schemas.microsoft.com/office/drawing/2014/main" id="{51196DCB-AAE3-68A0-AAC9-11D030E9648C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" name="pg2682">
                <a:extLst>
                  <a:ext uri="{FF2B5EF4-FFF2-40B4-BE49-F238E27FC236}">
                    <a16:creationId xmlns:a16="http://schemas.microsoft.com/office/drawing/2014/main" id="{64FC0C63-72FD-D65B-C402-5196E5A515F4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" name="pg2683">
                <a:extLst>
                  <a:ext uri="{FF2B5EF4-FFF2-40B4-BE49-F238E27FC236}">
                    <a16:creationId xmlns:a16="http://schemas.microsoft.com/office/drawing/2014/main" id="{67737B25-8696-5912-DE04-CEEE314EBC4C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" name="pg2684">
                <a:extLst>
                  <a:ext uri="{FF2B5EF4-FFF2-40B4-BE49-F238E27FC236}">
                    <a16:creationId xmlns:a16="http://schemas.microsoft.com/office/drawing/2014/main" id="{C2236210-5BD3-AA72-8152-A74818E34661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" name="pg2685">
                <a:extLst>
                  <a:ext uri="{FF2B5EF4-FFF2-40B4-BE49-F238E27FC236}">
                    <a16:creationId xmlns:a16="http://schemas.microsoft.com/office/drawing/2014/main" id="{C91A60E7-9A35-59E6-878F-4F827ABA874E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" name="pg2686">
                <a:extLst>
                  <a:ext uri="{FF2B5EF4-FFF2-40B4-BE49-F238E27FC236}">
                    <a16:creationId xmlns:a16="http://schemas.microsoft.com/office/drawing/2014/main" id="{DCF885C5-4697-D3CC-1D24-D22FC6A12E1A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" name="pg2687">
                <a:extLst>
                  <a:ext uri="{FF2B5EF4-FFF2-40B4-BE49-F238E27FC236}">
                    <a16:creationId xmlns:a16="http://schemas.microsoft.com/office/drawing/2014/main" id="{2F886229-E6EB-2ECD-0F86-73716871A526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" name="pg2688">
                <a:extLst>
                  <a:ext uri="{FF2B5EF4-FFF2-40B4-BE49-F238E27FC236}">
                    <a16:creationId xmlns:a16="http://schemas.microsoft.com/office/drawing/2014/main" id="{F16A0DD6-FC43-A0F0-9360-4D5149BB2A23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" name="pg2689">
                <a:extLst>
                  <a:ext uri="{FF2B5EF4-FFF2-40B4-BE49-F238E27FC236}">
                    <a16:creationId xmlns:a16="http://schemas.microsoft.com/office/drawing/2014/main" id="{00549E02-4277-630D-C775-79A0D02670B3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" name="pg2690">
                <a:extLst>
                  <a:ext uri="{FF2B5EF4-FFF2-40B4-BE49-F238E27FC236}">
                    <a16:creationId xmlns:a16="http://schemas.microsoft.com/office/drawing/2014/main" id="{A522F754-CE9D-558C-C74A-C84E620FD0A6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" name="pg2691">
                <a:extLst>
                  <a:ext uri="{FF2B5EF4-FFF2-40B4-BE49-F238E27FC236}">
                    <a16:creationId xmlns:a16="http://schemas.microsoft.com/office/drawing/2014/main" id="{DC2CA903-73CE-D004-184D-8DBD9B7BFAA4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" name="pg2692">
                <a:extLst>
                  <a:ext uri="{FF2B5EF4-FFF2-40B4-BE49-F238E27FC236}">
                    <a16:creationId xmlns:a16="http://schemas.microsoft.com/office/drawing/2014/main" id="{380B5C19-B8DD-BFA6-A6EC-BDB1C445914D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" name="pg2693">
                <a:extLst>
                  <a:ext uri="{FF2B5EF4-FFF2-40B4-BE49-F238E27FC236}">
                    <a16:creationId xmlns:a16="http://schemas.microsoft.com/office/drawing/2014/main" id="{881F93CC-BFEC-E307-F1A8-949E164437C0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" name="pg2694">
                <a:extLst>
                  <a:ext uri="{FF2B5EF4-FFF2-40B4-BE49-F238E27FC236}">
                    <a16:creationId xmlns:a16="http://schemas.microsoft.com/office/drawing/2014/main" id="{B191CA9A-4E17-0299-9006-22511ED9E780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" name="pg2695">
                <a:extLst>
                  <a:ext uri="{FF2B5EF4-FFF2-40B4-BE49-F238E27FC236}">
                    <a16:creationId xmlns:a16="http://schemas.microsoft.com/office/drawing/2014/main" id="{3E8A8ADB-45F6-51D3-4F9F-50EF059DBDE4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" name="pg2696">
                <a:extLst>
                  <a:ext uri="{FF2B5EF4-FFF2-40B4-BE49-F238E27FC236}">
                    <a16:creationId xmlns:a16="http://schemas.microsoft.com/office/drawing/2014/main" id="{214FE52A-C628-1045-F7EB-B26AE405FF99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" name="pg2697">
                <a:extLst>
                  <a:ext uri="{FF2B5EF4-FFF2-40B4-BE49-F238E27FC236}">
                    <a16:creationId xmlns:a16="http://schemas.microsoft.com/office/drawing/2014/main" id="{7B93BE77-7BCB-20B5-1819-AA7865F50139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" name="pg2698">
                <a:extLst>
                  <a:ext uri="{FF2B5EF4-FFF2-40B4-BE49-F238E27FC236}">
                    <a16:creationId xmlns:a16="http://schemas.microsoft.com/office/drawing/2014/main" id="{93C20A51-5035-98C3-B1C6-98C99CAB147F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" name="pg2699">
                <a:extLst>
                  <a:ext uri="{FF2B5EF4-FFF2-40B4-BE49-F238E27FC236}">
                    <a16:creationId xmlns:a16="http://schemas.microsoft.com/office/drawing/2014/main" id="{6F7171EC-0966-D4C3-66E6-532D487CE233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" name="pg2700">
                <a:extLst>
                  <a:ext uri="{FF2B5EF4-FFF2-40B4-BE49-F238E27FC236}">
                    <a16:creationId xmlns:a16="http://schemas.microsoft.com/office/drawing/2014/main" id="{49FA4DE8-6B7D-02D7-D9A7-E41100C5BB48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" name="pg2701">
                <a:extLst>
                  <a:ext uri="{FF2B5EF4-FFF2-40B4-BE49-F238E27FC236}">
                    <a16:creationId xmlns:a16="http://schemas.microsoft.com/office/drawing/2014/main" id="{3940FC4F-291A-0DC4-C532-D5BC885ABA61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" name="pg2702">
                <a:extLst>
                  <a:ext uri="{FF2B5EF4-FFF2-40B4-BE49-F238E27FC236}">
                    <a16:creationId xmlns:a16="http://schemas.microsoft.com/office/drawing/2014/main" id="{C9454C86-0A45-0D60-C553-4837D56A05A3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" name="pg2703">
                <a:extLst>
                  <a:ext uri="{FF2B5EF4-FFF2-40B4-BE49-F238E27FC236}">
                    <a16:creationId xmlns:a16="http://schemas.microsoft.com/office/drawing/2014/main" id="{E337A18B-B939-A3D3-3025-3617106AFF22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" name="pg2704">
                <a:extLst>
                  <a:ext uri="{FF2B5EF4-FFF2-40B4-BE49-F238E27FC236}">
                    <a16:creationId xmlns:a16="http://schemas.microsoft.com/office/drawing/2014/main" id="{64101914-F208-CF6E-8B45-D4797700959D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" name="pg2705">
                <a:extLst>
                  <a:ext uri="{FF2B5EF4-FFF2-40B4-BE49-F238E27FC236}">
                    <a16:creationId xmlns:a16="http://schemas.microsoft.com/office/drawing/2014/main" id="{FEABA22F-08EC-00F5-98B9-870D880608F8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" name="pg2706">
                <a:extLst>
                  <a:ext uri="{FF2B5EF4-FFF2-40B4-BE49-F238E27FC236}">
                    <a16:creationId xmlns:a16="http://schemas.microsoft.com/office/drawing/2014/main" id="{5FB6BB70-7156-E186-AFF1-0A6890C45CD1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" name="pg2707">
                <a:extLst>
                  <a:ext uri="{FF2B5EF4-FFF2-40B4-BE49-F238E27FC236}">
                    <a16:creationId xmlns:a16="http://schemas.microsoft.com/office/drawing/2014/main" id="{39D99A09-8C95-9367-53CF-C28A94549C49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" name="pg2708">
                <a:extLst>
                  <a:ext uri="{FF2B5EF4-FFF2-40B4-BE49-F238E27FC236}">
                    <a16:creationId xmlns:a16="http://schemas.microsoft.com/office/drawing/2014/main" id="{4AC59D86-402A-BBAA-DD2C-DA478D75AC85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" name="pg2709">
                <a:extLst>
                  <a:ext uri="{FF2B5EF4-FFF2-40B4-BE49-F238E27FC236}">
                    <a16:creationId xmlns:a16="http://schemas.microsoft.com/office/drawing/2014/main" id="{9957EB26-8041-F421-F0BE-ACE49C18865E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" name="pg2710">
                <a:extLst>
                  <a:ext uri="{FF2B5EF4-FFF2-40B4-BE49-F238E27FC236}">
                    <a16:creationId xmlns:a16="http://schemas.microsoft.com/office/drawing/2014/main" id="{1F1B769F-BC07-0CBE-4F30-675D60BC9E8E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" name="pg2711">
                <a:extLst>
                  <a:ext uri="{FF2B5EF4-FFF2-40B4-BE49-F238E27FC236}">
                    <a16:creationId xmlns:a16="http://schemas.microsoft.com/office/drawing/2014/main" id="{C620D818-F17D-C3FE-8857-A84553B6CE02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" name="pg2712">
                <a:extLst>
                  <a:ext uri="{FF2B5EF4-FFF2-40B4-BE49-F238E27FC236}">
                    <a16:creationId xmlns:a16="http://schemas.microsoft.com/office/drawing/2014/main" id="{7F871E49-E8EA-4BD9-421F-382A74731B6E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" name="pg2713">
                <a:extLst>
                  <a:ext uri="{FF2B5EF4-FFF2-40B4-BE49-F238E27FC236}">
                    <a16:creationId xmlns:a16="http://schemas.microsoft.com/office/drawing/2014/main" id="{764DC627-841D-144C-D0DB-A2A9AE560DCF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" name="pg2714">
                <a:extLst>
                  <a:ext uri="{FF2B5EF4-FFF2-40B4-BE49-F238E27FC236}">
                    <a16:creationId xmlns:a16="http://schemas.microsoft.com/office/drawing/2014/main" id="{7A706F81-DA0D-718E-B3B8-72CD25DA4AAF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" name="pg2715">
                <a:extLst>
                  <a:ext uri="{FF2B5EF4-FFF2-40B4-BE49-F238E27FC236}">
                    <a16:creationId xmlns:a16="http://schemas.microsoft.com/office/drawing/2014/main" id="{4D3CAD4E-09A8-E1E8-E550-B34BFC2106BC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" name="pg2716">
                <a:extLst>
                  <a:ext uri="{FF2B5EF4-FFF2-40B4-BE49-F238E27FC236}">
                    <a16:creationId xmlns:a16="http://schemas.microsoft.com/office/drawing/2014/main" id="{4401481E-D034-B8F4-D971-AB44B15DD68A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" name="pg2717">
                <a:extLst>
                  <a:ext uri="{FF2B5EF4-FFF2-40B4-BE49-F238E27FC236}">
                    <a16:creationId xmlns:a16="http://schemas.microsoft.com/office/drawing/2014/main" id="{82DF5322-EDCD-11AE-917A-324937688A56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" name="pg2718">
                <a:extLst>
                  <a:ext uri="{FF2B5EF4-FFF2-40B4-BE49-F238E27FC236}">
                    <a16:creationId xmlns:a16="http://schemas.microsoft.com/office/drawing/2014/main" id="{A171CF0D-85C9-B8D5-A021-2DD9570EAE94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" name="pg2719">
                <a:extLst>
                  <a:ext uri="{FF2B5EF4-FFF2-40B4-BE49-F238E27FC236}">
                    <a16:creationId xmlns:a16="http://schemas.microsoft.com/office/drawing/2014/main" id="{9087C2A2-E6CE-0DE7-6BC4-B922B579F3E0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" name="pg2720">
                <a:extLst>
                  <a:ext uri="{FF2B5EF4-FFF2-40B4-BE49-F238E27FC236}">
                    <a16:creationId xmlns:a16="http://schemas.microsoft.com/office/drawing/2014/main" id="{FF4A2DEB-E757-0541-85B5-F59B0C5B3179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" name="pg2721">
                <a:extLst>
                  <a:ext uri="{FF2B5EF4-FFF2-40B4-BE49-F238E27FC236}">
                    <a16:creationId xmlns:a16="http://schemas.microsoft.com/office/drawing/2014/main" id="{C1A63D39-68F1-E6A5-8C19-B34B8923CC30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" name="pg2722">
                <a:extLst>
                  <a:ext uri="{FF2B5EF4-FFF2-40B4-BE49-F238E27FC236}">
                    <a16:creationId xmlns:a16="http://schemas.microsoft.com/office/drawing/2014/main" id="{3CAD1EFF-C5BD-CA0E-F9F0-55F27CCCB192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" name="pg2723">
                <a:extLst>
                  <a:ext uri="{FF2B5EF4-FFF2-40B4-BE49-F238E27FC236}">
                    <a16:creationId xmlns:a16="http://schemas.microsoft.com/office/drawing/2014/main" id="{FE913118-8E07-889A-58D0-EC34BD56AB31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" name="pg2724">
                <a:extLst>
                  <a:ext uri="{FF2B5EF4-FFF2-40B4-BE49-F238E27FC236}">
                    <a16:creationId xmlns:a16="http://schemas.microsoft.com/office/drawing/2014/main" id="{B837AEC0-66D5-619A-50F0-F2B0E993F367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" name="pg2725">
                <a:extLst>
                  <a:ext uri="{FF2B5EF4-FFF2-40B4-BE49-F238E27FC236}">
                    <a16:creationId xmlns:a16="http://schemas.microsoft.com/office/drawing/2014/main" id="{36880B9A-78FC-7FDF-E395-592D8730C5E5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" name="pg2726">
                <a:extLst>
                  <a:ext uri="{FF2B5EF4-FFF2-40B4-BE49-F238E27FC236}">
                    <a16:creationId xmlns:a16="http://schemas.microsoft.com/office/drawing/2014/main" id="{AB90B7E3-E9F1-094A-19E7-ADA123D58403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" name="pg2727">
                <a:extLst>
                  <a:ext uri="{FF2B5EF4-FFF2-40B4-BE49-F238E27FC236}">
                    <a16:creationId xmlns:a16="http://schemas.microsoft.com/office/drawing/2014/main" id="{04AC9203-9775-4F50-4CCB-4D13A683E47E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" name="pg2728">
                <a:extLst>
                  <a:ext uri="{FF2B5EF4-FFF2-40B4-BE49-F238E27FC236}">
                    <a16:creationId xmlns:a16="http://schemas.microsoft.com/office/drawing/2014/main" id="{F7E236FE-930C-FC32-FC75-437E6CAE6269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" name="pg2729">
                <a:extLst>
                  <a:ext uri="{FF2B5EF4-FFF2-40B4-BE49-F238E27FC236}">
                    <a16:creationId xmlns:a16="http://schemas.microsoft.com/office/drawing/2014/main" id="{76919CA4-D74B-09D3-4A8E-C148E7675D9D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" name="pg2730">
                <a:extLst>
                  <a:ext uri="{FF2B5EF4-FFF2-40B4-BE49-F238E27FC236}">
                    <a16:creationId xmlns:a16="http://schemas.microsoft.com/office/drawing/2014/main" id="{2FE43F3A-D86A-67AF-C541-BB71E1BAE325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" name="pg2731">
                <a:extLst>
                  <a:ext uri="{FF2B5EF4-FFF2-40B4-BE49-F238E27FC236}">
                    <a16:creationId xmlns:a16="http://schemas.microsoft.com/office/drawing/2014/main" id="{79C578B6-E274-3002-6592-DE901634A0EB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" name="pg2732">
                <a:extLst>
                  <a:ext uri="{FF2B5EF4-FFF2-40B4-BE49-F238E27FC236}">
                    <a16:creationId xmlns:a16="http://schemas.microsoft.com/office/drawing/2014/main" id="{70E0FF5A-16AC-7DDD-28AA-C1ACDC89FCE5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" name="pg2733">
                <a:extLst>
                  <a:ext uri="{FF2B5EF4-FFF2-40B4-BE49-F238E27FC236}">
                    <a16:creationId xmlns:a16="http://schemas.microsoft.com/office/drawing/2014/main" id="{273058BE-A689-2B3A-E685-822D488EBBA6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" name="pg2734">
                <a:extLst>
                  <a:ext uri="{FF2B5EF4-FFF2-40B4-BE49-F238E27FC236}">
                    <a16:creationId xmlns:a16="http://schemas.microsoft.com/office/drawing/2014/main" id="{BB672F7E-9206-4B37-3D51-6A9B7DCC346E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" name="pg2735">
                <a:extLst>
                  <a:ext uri="{FF2B5EF4-FFF2-40B4-BE49-F238E27FC236}">
                    <a16:creationId xmlns:a16="http://schemas.microsoft.com/office/drawing/2014/main" id="{0B78A851-5AFD-CBD4-C76E-C937398ADAC1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" name="pg2736">
                <a:extLst>
                  <a:ext uri="{FF2B5EF4-FFF2-40B4-BE49-F238E27FC236}">
                    <a16:creationId xmlns:a16="http://schemas.microsoft.com/office/drawing/2014/main" id="{86D5475C-8C1E-B03F-B175-2D9CEACF19E6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" name="pg2737">
                <a:extLst>
                  <a:ext uri="{FF2B5EF4-FFF2-40B4-BE49-F238E27FC236}">
                    <a16:creationId xmlns:a16="http://schemas.microsoft.com/office/drawing/2014/main" id="{16F03771-E225-C5F8-D0EA-3B3A58909CD8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" name="pg2738">
                <a:extLst>
                  <a:ext uri="{FF2B5EF4-FFF2-40B4-BE49-F238E27FC236}">
                    <a16:creationId xmlns:a16="http://schemas.microsoft.com/office/drawing/2014/main" id="{12CBB924-F03B-D851-D1CC-D0C610048062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" name="pg2739">
                <a:extLst>
                  <a:ext uri="{FF2B5EF4-FFF2-40B4-BE49-F238E27FC236}">
                    <a16:creationId xmlns:a16="http://schemas.microsoft.com/office/drawing/2014/main" id="{94B69F4B-EB97-B35B-45B2-967A8D108686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" name="pg2740">
                <a:extLst>
                  <a:ext uri="{FF2B5EF4-FFF2-40B4-BE49-F238E27FC236}">
                    <a16:creationId xmlns:a16="http://schemas.microsoft.com/office/drawing/2014/main" id="{57960CEF-8499-8652-673C-6E4F1AE916AD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" name="pg2741">
                <a:extLst>
                  <a:ext uri="{FF2B5EF4-FFF2-40B4-BE49-F238E27FC236}">
                    <a16:creationId xmlns:a16="http://schemas.microsoft.com/office/drawing/2014/main" id="{F1EBE847-4572-7629-593E-56D1C05B556E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" name="pg2742">
                <a:extLst>
                  <a:ext uri="{FF2B5EF4-FFF2-40B4-BE49-F238E27FC236}">
                    <a16:creationId xmlns:a16="http://schemas.microsoft.com/office/drawing/2014/main" id="{853EF83D-0DC7-3344-38B1-EDF1C678C8C9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" name="pg2743">
                <a:extLst>
                  <a:ext uri="{FF2B5EF4-FFF2-40B4-BE49-F238E27FC236}">
                    <a16:creationId xmlns:a16="http://schemas.microsoft.com/office/drawing/2014/main" id="{898CE988-49F8-29FE-D072-8DDD4A1E5846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" name="pg2744">
                <a:extLst>
                  <a:ext uri="{FF2B5EF4-FFF2-40B4-BE49-F238E27FC236}">
                    <a16:creationId xmlns:a16="http://schemas.microsoft.com/office/drawing/2014/main" id="{BF99B52A-C0E2-96F0-E37E-6E1319241D4F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" name="pg2745">
                <a:extLst>
                  <a:ext uri="{FF2B5EF4-FFF2-40B4-BE49-F238E27FC236}">
                    <a16:creationId xmlns:a16="http://schemas.microsoft.com/office/drawing/2014/main" id="{DB888DD6-AEEB-EB65-FDE4-6AB4D93B87B6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" name="pg2746">
                <a:extLst>
                  <a:ext uri="{FF2B5EF4-FFF2-40B4-BE49-F238E27FC236}">
                    <a16:creationId xmlns:a16="http://schemas.microsoft.com/office/drawing/2014/main" id="{98CDBDDC-C24B-8794-E3B5-93BF3865B927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" name="pg2747">
                <a:extLst>
                  <a:ext uri="{FF2B5EF4-FFF2-40B4-BE49-F238E27FC236}">
                    <a16:creationId xmlns:a16="http://schemas.microsoft.com/office/drawing/2014/main" id="{81D28FB4-A290-6F5E-0518-3FCED10153DD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" name="pg2748">
                <a:extLst>
                  <a:ext uri="{FF2B5EF4-FFF2-40B4-BE49-F238E27FC236}">
                    <a16:creationId xmlns:a16="http://schemas.microsoft.com/office/drawing/2014/main" id="{C898958F-4946-8F88-6D73-3FA663330DD0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" name="pg2749">
                <a:extLst>
                  <a:ext uri="{FF2B5EF4-FFF2-40B4-BE49-F238E27FC236}">
                    <a16:creationId xmlns:a16="http://schemas.microsoft.com/office/drawing/2014/main" id="{81C41DE0-6CB3-9046-446E-81F2AD106E95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" name="pg2750">
                <a:extLst>
                  <a:ext uri="{FF2B5EF4-FFF2-40B4-BE49-F238E27FC236}">
                    <a16:creationId xmlns:a16="http://schemas.microsoft.com/office/drawing/2014/main" id="{77D2C43A-3D2F-E083-69C7-BCB00380048E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" name="pg2751">
                <a:extLst>
                  <a:ext uri="{FF2B5EF4-FFF2-40B4-BE49-F238E27FC236}">
                    <a16:creationId xmlns:a16="http://schemas.microsoft.com/office/drawing/2014/main" id="{D7DC7828-ED96-1EA8-0F68-FDCC681C883E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" name="pg2752">
                <a:extLst>
                  <a:ext uri="{FF2B5EF4-FFF2-40B4-BE49-F238E27FC236}">
                    <a16:creationId xmlns:a16="http://schemas.microsoft.com/office/drawing/2014/main" id="{2156AAE0-B76B-9DA5-8ABA-3D0C6021A72D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" name="pg2753">
                <a:extLst>
                  <a:ext uri="{FF2B5EF4-FFF2-40B4-BE49-F238E27FC236}">
                    <a16:creationId xmlns:a16="http://schemas.microsoft.com/office/drawing/2014/main" id="{1E52F21A-87E3-2760-5156-803ED322C936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" name="pg2754">
                <a:extLst>
                  <a:ext uri="{FF2B5EF4-FFF2-40B4-BE49-F238E27FC236}">
                    <a16:creationId xmlns:a16="http://schemas.microsoft.com/office/drawing/2014/main" id="{9AE00F1D-AD82-6553-AD9D-10E08DAD0814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" name="pg2755">
                <a:extLst>
                  <a:ext uri="{FF2B5EF4-FFF2-40B4-BE49-F238E27FC236}">
                    <a16:creationId xmlns:a16="http://schemas.microsoft.com/office/drawing/2014/main" id="{09AF5237-4908-0FA0-6BEE-E307212ECFC1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" name="pg2756">
                <a:extLst>
                  <a:ext uri="{FF2B5EF4-FFF2-40B4-BE49-F238E27FC236}">
                    <a16:creationId xmlns:a16="http://schemas.microsoft.com/office/drawing/2014/main" id="{F50AC54F-0C6D-8C77-C165-C6F283387C6F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" name="pg2757">
                <a:extLst>
                  <a:ext uri="{FF2B5EF4-FFF2-40B4-BE49-F238E27FC236}">
                    <a16:creationId xmlns:a16="http://schemas.microsoft.com/office/drawing/2014/main" id="{40ADFCA2-65C3-1849-7C88-8DE480600AD2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" name="pg2758">
                <a:extLst>
                  <a:ext uri="{FF2B5EF4-FFF2-40B4-BE49-F238E27FC236}">
                    <a16:creationId xmlns:a16="http://schemas.microsoft.com/office/drawing/2014/main" id="{7547E8E6-6E29-E5BE-44DB-070AEF411BCF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" name="pg2759">
                <a:extLst>
                  <a:ext uri="{FF2B5EF4-FFF2-40B4-BE49-F238E27FC236}">
                    <a16:creationId xmlns:a16="http://schemas.microsoft.com/office/drawing/2014/main" id="{8196BDC4-91A2-3BFD-A499-9FC14B445D50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" name="pg2760">
                <a:extLst>
                  <a:ext uri="{FF2B5EF4-FFF2-40B4-BE49-F238E27FC236}">
                    <a16:creationId xmlns:a16="http://schemas.microsoft.com/office/drawing/2014/main" id="{4224A6B7-E3B8-A36B-5BCE-3FF8A0334A7D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" name="pg2761">
                <a:extLst>
                  <a:ext uri="{FF2B5EF4-FFF2-40B4-BE49-F238E27FC236}">
                    <a16:creationId xmlns:a16="http://schemas.microsoft.com/office/drawing/2014/main" id="{AEA20964-CA60-464F-C213-47A50AC8237B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" name="pg2762">
                <a:extLst>
                  <a:ext uri="{FF2B5EF4-FFF2-40B4-BE49-F238E27FC236}">
                    <a16:creationId xmlns:a16="http://schemas.microsoft.com/office/drawing/2014/main" id="{7F305F83-35FA-2021-E0BC-E9386331F6DA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" name="pg2763">
                <a:extLst>
                  <a:ext uri="{FF2B5EF4-FFF2-40B4-BE49-F238E27FC236}">
                    <a16:creationId xmlns:a16="http://schemas.microsoft.com/office/drawing/2014/main" id="{9690A08A-BCD4-EC3F-8AE7-D14165EA9C00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" name="pg2764">
                <a:extLst>
                  <a:ext uri="{FF2B5EF4-FFF2-40B4-BE49-F238E27FC236}">
                    <a16:creationId xmlns:a16="http://schemas.microsoft.com/office/drawing/2014/main" id="{9271AA09-5291-E318-8AB5-9B6B6156F573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" name="pg2765">
                <a:extLst>
                  <a:ext uri="{FF2B5EF4-FFF2-40B4-BE49-F238E27FC236}">
                    <a16:creationId xmlns:a16="http://schemas.microsoft.com/office/drawing/2014/main" id="{6238ABF5-876F-EB5F-26F0-0230685A90F3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" name="pg2766">
                <a:extLst>
                  <a:ext uri="{FF2B5EF4-FFF2-40B4-BE49-F238E27FC236}">
                    <a16:creationId xmlns:a16="http://schemas.microsoft.com/office/drawing/2014/main" id="{BD8D8511-E10C-5B57-2C73-C239CD895A90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" name="pg2767">
                <a:extLst>
                  <a:ext uri="{FF2B5EF4-FFF2-40B4-BE49-F238E27FC236}">
                    <a16:creationId xmlns:a16="http://schemas.microsoft.com/office/drawing/2014/main" id="{1FAAD6A4-338E-77AE-DE27-25676BB2AF0D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" name="pg2768">
                <a:extLst>
                  <a:ext uri="{FF2B5EF4-FFF2-40B4-BE49-F238E27FC236}">
                    <a16:creationId xmlns:a16="http://schemas.microsoft.com/office/drawing/2014/main" id="{948C5CF0-8B57-C657-9D95-934260532F6D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" name="pg2769">
                <a:extLst>
                  <a:ext uri="{FF2B5EF4-FFF2-40B4-BE49-F238E27FC236}">
                    <a16:creationId xmlns:a16="http://schemas.microsoft.com/office/drawing/2014/main" id="{61003847-EDB8-B6DF-8F49-1E92F2885F46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" name="pg2770">
                <a:extLst>
                  <a:ext uri="{FF2B5EF4-FFF2-40B4-BE49-F238E27FC236}">
                    <a16:creationId xmlns:a16="http://schemas.microsoft.com/office/drawing/2014/main" id="{91C10CDD-DEBE-B084-B967-8A1E3A4EC3C4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" name="pg2771">
                <a:extLst>
                  <a:ext uri="{FF2B5EF4-FFF2-40B4-BE49-F238E27FC236}">
                    <a16:creationId xmlns:a16="http://schemas.microsoft.com/office/drawing/2014/main" id="{00778B7C-5FE2-5127-B4BD-8D52ABBF3D91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" name="pg2772">
                <a:extLst>
                  <a:ext uri="{FF2B5EF4-FFF2-40B4-BE49-F238E27FC236}">
                    <a16:creationId xmlns:a16="http://schemas.microsoft.com/office/drawing/2014/main" id="{94EC4CE2-E64F-2B36-705E-E1B9B0EA6E7E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" name="pg2773">
                <a:extLst>
                  <a:ext uri="{FF2B5EF4-FFF2-40B4-BE49-F238E27FC236}">
                    <a16:creationId xmlns:a16="http://schemas.microsoft.com/office/drawing/2014/main" id="{177CE5A8-CAF4-F934-5AA8-9384ADB0100A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" name="pg2774">
                <a:extLst>
                  <a:ext uri="{FF2B5EF4-FFF2-40B4-BE49-F238E27FC236}">
                    <a16:creationId xmlns:a16="http://schemas.microsoft.com/office/drawing/2014/main" id="{711AC155-A3A3-24E3-49D6-BA39BB29179A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" name="pg2775">
                <a:extLst>
                  <a:ext uri="{FF2B5EF4-FFF2-40B4-BE49-F238E27FC236}">
                    <a16:creationId xmlns:a16="http://schemas.microsoft.com/office/drawing/2014/main" id="{40EEFE64-5C36-9ED1-42FD-D293D7570FB9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" name="pg2776">
                <a:extLst>
                  <a:ext uri="{FF2B5EF4-FFF2-40B4-BE49-F238E27FC236}">
                    <a16:creationId xmlns:a16="http://schemas.microsoft.com/office/drawing/2014/main" id="{EE55E7DF-CAE0-51F8-F6E8-96FACF688838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" name="pg2777">
                <a:extLst>
                  <a:ext uri="{FF2B5EF4-FFF2-40B4-BE49-F238E27FC236}">
                    <a16:creationId xmlns:a16="http://schemas.microsoft.com/office/drawing/2014/main" id="{1874881D-1318-EB63-B1F9-CF0937EDAF85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" name="pg2778">
                <a:extLst>
                  <a:ext uri="{FF2B5EF4-FFF2-40B4-BE49-F238E27FC236}">
                    <a16:creationId xmlns:a16="http://schemas.microsoft.com/office/drawing/2014/main" id="{4DDE8006-C57E-33C4-97FD-9D9D56F86EC2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" name="pg2779">
                <a:extLst>
                  <a:ext uri="{FF2B5EF4-FFF2-40B4-BE49-F238E27FC236}">
                    <a16:creationId xmlns:a16="http://schemas.microsoft.com/office/drawing/2014/main" id="{0A1018FB-F6DD-EA11-5242-28DC61086F1F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" name="pg2780">
                <a:extLst>
                  <a:ext uri="{FF2B5EF4-FFF2-40B4-BE49-F238E27FC236}">
                    <a16:creationId xmlns:a16="http://schemas.microsoft.com/office/drawing/2014/main" id="{1F5E8ACE-AD2B-7EE8-EE5E-3D5274E3579F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" name="pg2781">
                <a:extLst>
                  <a:ext uri="{FF2B5EF4-FFF2-40B4-BE49-F238E27FC236}">
                    <a16:creationId xmlns:a16="http://schemas.microsoft.com/office/drawing/2014/main" id="{6F9B5DD2-3B07-A4E1-0E5A-BAE7628ABE2B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" name="pg2782">
                <a:extLst>
                  <a:ext uri="{FF2B5EF4-FFF2-40B4-BE49-F238E27FC236}">
                    <a16:creationId xmlns:a16="http://schemas.microsoft.com/office/drawing/2014/main" id="{59423F30-B4A5-B579-AFF7-23EE54FB790F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" name="pg2783">
                <a:extLst>
                  <a:ext uri="{FF2B5EF4-FFF2-40B4-BE49-F238E27FC236}">
                    <a16:creationId xmlns:a16="http://schemas.microsoft.com/office/drawing/2014/main" id="{014557E3-7A87-CABA-2615-0BA0E8AE00E3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" name="pg2784">
                <a:extLst>
                  <a:ext uri="{FF2B5EF4-FFF2-40B4-BE49-F238E27FC236}">
                    <a16:creationId xmlns:a16="http://schemas.microsoft.com/office/drawing/2014/main" id="{FFEAD73D-81BB-2B9A-0109-4047B5B5231D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" name="pg2785">
                <a:extLst>
                  <a:ext uri="{FF2B5EF4-FFF2-40B4-BE49-F238E27FC236}">
                    <a16:creationId xmlns:a16="http://schemas.microsoft.com/office/drawing/2014/main" id="{851650A1-154B-5FEE-F38E-A3E0EE184CF5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" name="pg2786">
                <a:extLst>
                  <a:ext uri="{FF2B5EF4-FFF2-40B4-BE49-F238E27FC236}">
                    <a16:creationId xmlns:a16="http://schemas.microsoft.com/office/drawing/2014/main" id="{C6988772-4D19-0580-8BF7-A4212D4BF9C2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" name="pg2787">
                <a:extLst>
                  <a:ext uri="{FF2B5EF4-FFF2-40B4-BE49-F238E27FC236}">
                    <a16:creationId xmlns:a16="http://schemas.microsoft.com/office/drawing/2014/main" id="{0692064A-2DCE-2716-7EFD-633F4E61DC4D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" name="pg2788">
                <a:extLst>
                  <a:ext uri="{FF2B5EF4-FFF2-40B4-BE49-F238E27FC236}">
                    <a16:creationId xmlns:a16="http://schemas.microsoft.com/office/drawing/2014/main" id="{560C7403-9F59-D0F2-F1E0-72C391FE727C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" name="pg2789">
                <a:extLst>
                  <a:ext uri="{FF2B5EF4-FFF2-40B4-BE49-F238E27FC236}">
                    <a16:creationId xmlns:a16="http://schemas.microsoft.com/office/drawing/2014/main" id="{2B4CFF07-0676-B5AC-3034-B94592A0D1F5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" name="pg2790">
                <a:extLst>
                  <a:ext uri="{FF2B5EF4-FFF2-40B4-BE49-F238E27FC236}">
                    <a16:creationId xmlns:a16="http://schemas.microsoft.com/office/drawing/2014/main" id="{F319917E-9AA2-4751-DCC2-DCFAF90FB021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" name="pg2791">
                <a:extLst>
                  <a:ext uri="{FF2B5EF4-FFF2-40B4-BE49-F238E27FC236}">
                    <a16:creationId xmlns:a16="http://schemas.microsoft.com/office/drawing/2014/main" id="{1067C659-BE86-6C20-5DA0-DA085B0CEE51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" name="pg2792">
                <a:extLst>
                  <a:ext uri="{FF2B5EF4-FFF2-40B4-BE49-F238E27FC236}">
                    <a16:creationId xmlns:a16="http://schemas.microsoft.com/office/drawing/2014/main" id="{6D997B00-99DC-6CED-3E04-BEA03710D256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" name="pg2793">
                <a:extLst>
                  <a:ext uri="{FF2B5EF4-FFF2-40B4-BE49-F238E27FC236}">
                    <a16:creationId xmlns:a16="http://schemas.microsoft.com/office/drawing/2014/main" id="{0BD944C1-9D91-09FF-1FB8-B234FA059839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" name="pg2794">
                <a:extLst>
                  <a:ext uri="{FF2B5EF4-FFF2-40B4-BE49-F238E27FC236}">
                    <a16:creationId xmlns:a16="http://schemas.microsoft.com/office/drawing/2014/main" id="{FADAD4A1-27EC-4985-A0B7-E0A1F04B664A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" name="pg2795">
                <a:extLst>
                  <a:ext uri="{FF2B5EF4-FFF2-40B4-BE49-F238E27FC236}">
                    <a16:creationId xmlns:a16="http://schemas.microsoft.com/office/drawing/2014/main" id="{D796514E-47BB-232B-26EF-C4DB2A0C8FB4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" name="pg2796">
                <a:extLst>
                  <a:ext uri="{FF2B5EF4-FFF2-40B4-BE49-F238E27FC236}">
                    <a16:creationId xmlns:a16="http://schemas.microsoft.com/office/drawing/2014/main" id="{CC453EA7-4B5A-4322-4DE7-71D7C532283F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" name="pg2797">
                <a:extLst>
                  <a:ext uri="{FF2B5EF4-FFF2-40B4-BE49-F238E27FC236}">
                    <a16:creationId xmlns:a16="http://schemas.microsoft.com/office/drawing/2014/main" id="{C07BB6E8-4400-0044-B09C-F8FBCE61F767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" name="pg2798">
                <a:extLst>
                  <a:ext uri="{FF2B5EF4-FFF2-40B4-BE49-F238E27FC236}">
                    <a16:creationId xmlns:a16="http://schemas.microsoft.com/office/drawing/2014/main" id="{181519A8-416D-3CD6-E664-905C48CF9C8C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" name="pg2799">
                <a:extLst>
                  <a:ext uri="{FF2B5EF4-FFF2-40B4-BE49-F238E27FC236}">
                    <a16:creationId xmlns:a16="http://schemas.microsoft.com/office/drawing/2014/main" id="{718073F7-365C-2D79-D9DA-430272CADD18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" name="pg2800">
                <a:extLst>
                  <a:ext uri="{FF2B5EF4-FFF2-40B4-BE49-F238E27FC236}">
                    <a16:creationId xmlns:a16="http://schemas.microsoft.com/office/drawing/2014/main" id="{E53AD241-88B0-5DC8-2163-6ACF25ADD661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" name="pg2801">
                <a:extLst>
                  <a:ext uri="{FF2B5EF4-FFF2-40B4-BE49-F238E27FC236}">
                    <a16:creationId xmlns:a16="http://schemas.microsoft.com/office/drawing/2014/main" id="{59D1B27F-B3DA-CAE8-2FF8-54EB14BD2C9B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" name="pg2802">
                <a:extLst>
                  <a:ext uri="{FF2B5EF4-FFF2-40B4-BE49-F238E27FC236}">
                    <a16:creationId xmlns:a16="http://schemas.microsoft.com/office/drawing/2014/main" id="{CA1B5668-2E58-3CC7-5181-9C5CF3318BFD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" name="pg2803">
                <a:extLst>
                  <a:ext uri="{FF2B5EF4-FFF2-40B4-BE49-F238E27FC236}">
                    <a16:creationId xmlns:a16="http://schemas.microsoft.com/office/drawing/2014/main" id="{00950F56-C941-31EF-5152-8345EC6B6221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" name="pg2804">
                <a:extLst>
                  <a:ext uri="{FF2B5EF4-FFF2-40B4-BE49-F238E27FC236}">
                    <a16:creationId xmlns:a16="http://schemas.microsoft.com/office/drawing/2014/main" id="{1C1F69AF-ADC8-5086-20EC-5E56A1DD1718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" name="pg2805">
                <a:extLst>
                  <a:ext uri="{FF2B5EF4-FFF2-40B4-BE49-F238E27FC236}">
                    <a16:creationId xmlns:a16="http://schemas.microsoft.com/office/drawing/2014/main" id="{1DF8F57A-9085-131C-7AD7-1A128635282E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" name="pg2806">
                <a:extLst>
                  <a:ext uri="{FF2B5EF4-FFF2-40B4-BE49-F238E27FC236}">
                    <a16:creationId xmlns:a16="http://schemas.microsoft.com/office/drawing/2014/main" id="{DFC0A089-54F9-A272-F3FC-85CCC964BB7D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" name="pg2807">
                <a:extLst>
                  <a:ext uri="{FF2B5EF4-FFF2-40B4-BE49-F238E27FC236}">
                    <a16:creationId xmlns:a16="http://schemas.microsoft.com/office/drawing/2014/main" id="{4CD35426-9BDA-8F9A-3B64-33EBED3BB58B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" name="pg2808">
                <a:extLst>
                  <a:ext uri="{FF2B5EF4-FFF2-40B4-BE49-F238E27FC236}">
                    <a16:creationId xmlns:a16="http://schemas.microsoft.com/office/drawing/2014/main" id="{8D336BA5-94F2-7FAD-C236-CA95548464BF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" name="pg2809">
                <a:extLst>
                  <a:ext uri="{FF2B5EF4-FFF2-40B4-BE49-F238E27FC236}">
                    <a16:creationId xmlns:a16="http://schemas.microsoft.com/office/drawing/2014/main" id="{6CCB2250-9246-4987-6338-5E24DC9F2B01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" name="pg2810">
                <a:extLst>
                  <a:ext uri="{FF2B5EF4-FFF2-40B4-BE49-F238E27FC236}">
                    <a16:creationId xmlns:a16="http://schemas.microsoft.com/office/drawing/2014/main" id="{31FA10C7-D7F2-3DD0-FCA5-4F3358CD7975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" name="pg2811">
                <a:extLst>
                  <a:ext uri="{FF2B5EF4-FFF2-40B4-BE49-F238E27FC236}">
                    <a16:creationId xmlns:a16="http://schemas.microsoft.com/office/drawing/2014/main" id="{4E4C04D8-CCB4-09F0-88B1-4EA8ACB1BA66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" name="pg2812">
                <a:extLst>
                  <a:ext uri="{FF2B5EF4-FFF2-40B4-BE49-F238E27FC236}">
                    <a16:creationId xmlns:a16="http://schemas.microsoft.com/office/drawing/2014/main" id="{78F47C30-8E57-0663-8E55-8BF7513701A1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" name="pg2813">
                <a:extLst>
                  <a:ext uri="{FF2B5EF4-FFF2-40B4-BE49-F238E27FC236}">
                    <a16:creationId xmlns:a16="http://schemas.microsoft.com/office/drawing/2014/main" id="{006369E0-751A-AA16-A608-D5F09FFFA6F3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" name="pg2814">
                <a:extLst>
                  <a:ext uri="{FF2B5EF4-FFF2-40B4-BE49-F238E27FC236}">
                    <a16:creationId xmlns:a16="http://schemas.microsoft.com/office/drawing/2014/main" id="{A32A09B5-FE25-3C5D-94C8-C73DC60F72B5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" name="pg2815">
                <a:extLst>
                  <a:ext uri="{FF2B5EF4-FFF2-40B4-BE49-F238E27FC236}">
                    <a16:creationId xmlns:a16="http://schemas.microsoft.com/office/drawing/2014/main" id="{3D1E6E60-3235-B0A1-764C-877070BA1B8D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" name="pg2816">
                <a:extLst>
                  <a:ext uri="{FF2B5EF4-FFF2-40B4-BE49-F238E27FC236}">
                    <a16:creationId xmlns:a16="http://schemas.microsoft.com/office/drawing/2014/main" id="{4010A065-F371-4EC1-79CC-D1A26399C4FA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" name="pg2817">
                <a:extLst>
                  <a:ext uri="{FF2B5EF4-FFF2-40B4-BE49-F238E27FC236}">
                    <a16:creationId xmlns:a16="http://schemas.microsoft.com/office/drawing/2014/main" id="{9A8CCAE2-D666-9F37-1D8B-39C2C3AFE9B7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" name="pg2818">
                <a:extLst>
                  <a:ext uri="{FF2B5EF4-FFF2-40B4-BE49-F238E27FC236}">
                    <a16:creationId xmlns:a16="http://schemas.microsoft.com/office/drawing/2014/main" id="{FE86754B-BFE9-94C7-C175-95A06E439197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" name="pg2819">
                <a:extLst>
                  <a:ext uri="{FF2B5EF4-FFF2-40B4-BE49-F238E27FC236}">
                    <a16:creationId xmlns:a16="http://schemas.microsoft.com/office/drawing/2014/main" id="{EF479DB8-0305-9511-B6C5-DF0DAE5E340E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" name="pg2820">
                <a:extLst>
                  <a:ext uri="{FF2B5EF4-FFF2-40B4-BE49-F238E27FC236}">
                    <a16:creationId xmlns:a16="http://schemas.microsoft.com/office/drawing/2014/main" id="{A0A42B9C-069E-A62D-C42D-B476A2A43DEC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" name="pg2821">
                <a:extLst>
                  <a:ext uri="{FF2B5EF4-FFF2-40B4-BE49-F238E27FC236}">
                    <a16:creationId xmlns:a16="http://schemas.microsoft.com/office/drawing/2014/main" id="{A47F2438-0B8B-276B-A10D-B198C97194CE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" name="pg2822">
                <a:extLst>
                  <a:ext uri="{FF2B5EF4-FFF2-40B4-BE49-F238E27FC236}">
                    <a16:creationId xmlns:a16="http://schemas.microsoft.com/office/drawing/2014/main" id="{8B278CFF-4BBE-6571-7540-2489B1C72463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" name="pg2823">
                <a:extLst>
                  <a:ext uri="{FF2B5EF4-FFF2-40B4-BE49-F238E27FC236}">
                    <a16:creationId xmlns:a16="http://schemas.microsoft.com/office/drawing/2014/main" id="{552EFBCE-6938-BFB8-9B9F-3E64EBD8BBA4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" name="pg2824">
                <a:extLst>
                  <a:ext uri="{FF2B5EF4-FFF2-40B4-BE49-F238E27FC236}">
                    <a16:creationId xmlns:a16="http://schemas.microsoft.com/office/drawing/2014/main" id="{0F787F8A-5405-3BDF-B91D-D03EF66E03B2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" name="pg2825">
                <a:extLst>
                  <a:ext uri="{FF2B5EF4-FFF2-40B4-BE49-F238E27FC236}">
                    <a16:creationId xmlns:a16="http://schemas.microsoft.com/office/drawing/2014/main" id="{2300D110-32E8-0B75-618A-2A4C24A9A496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" name="pg2826">
                <a:extLst>
                  <a:ext uri="{FF2B5EF4-FFF2-40B4-BE49-F238E27FC236}">
                    <a16:creationId xmlns:a16="http://schemas.microsoft.com/office/drawing/2014/main" id="{176453DF-0266-D487-2152-D99622A1AAE6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" name="pg2827">
                <a:extLst>
                  <a:ext uri="{FF2B5EF4-FFF2-40B4-BE49-F238E27FC236}">
                    <a16:creationId xmlns:a16="http://schemas.microsoft.com/office/drawing/2014/main" id="{B0DFB0C6-9093-7FA8-C09A-383356665D6D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" name="pg2828">
                <a:extLst>
                  <a:ext uri="{FF2B5EF4-FFF2-40B4-BE49-F238E27FC236}">
                    <a16:creationId xmlns:a16="http://schemas.microsoft.com/office/drawing/2014/main" id="{DC90385B-669E-1F28-C2C6-5026186D0254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" name="pg2829">
                <a:extLst>
                  <a:ext uri="{FF2B5EF4-FFF2-40B4-BE49-F238E27FC236}">
                    <a16:creationId xmlns:a16="http://schemas.microsoft.com/office/drawing/2014/main" id="{7331245C-751B-B3D7-3A0F-7356AD108993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" name="pg2830">
                <a:extLst>
                  <a:ext uri="{FF2B5EF4-FFF2-40B4-BE49-F238E27FC236}">
                    <a16:creationId xmlns:a16="http://schemas.microsoft.com/office/drawing/2014/main" id="{15622B28-24B5-5F68-165C-4C2C6FCED2B4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" name="pg2831">
                <a:extLst>
                  <a:ext uri="{FF2B5EF4-FFF2-40B4-BE49-F238E27FC236}">
                    <a16:creationId xmlns:a16="http://schemas.microsoft.com/office/drawing/2014/main" id="{D8496F42-2B37-6D48-C3AF-4C2CD1B6A701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" name="pg2832">
                <a:extLst>
                  <a:ext uri="{FF2B5EF4-FFF2-40B4-BE49-F238E27FC236}">
                    <a16:creationId xmlns:a16="http://schemas.microsoft.com/office/drawing/2014/main" id="{053A1E52-D29D-9B9A-5F52-D6EA11A8D71B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" name="pg2833">
                <a:extLst>
                  <a:ext uri="{FF2B5EF4-FFF2-40B4-BE49-F238E27FC236}">
                    <a16:creationId xmlns:a16="http://schemas.microsoft.com/office/drawing/2014/main" id="{FC7FF914-C3A7-4B42-3312-D0D47D3AFAB5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" name="pg2834">
                <a:extLst>
                  <a:ext uri="{FF2B5EF4-FFF2-40B4-BE49-F238E27FC236}">
                    <a16:creationId xmlns:a16="http://schemas.microsoft.com/office/drawing/2014/main" id="{32477A30-19A6-29E9-7A2E-B31AC8C5AC55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" name="pg2835">
                <a:extLst>
                  <a:ext uri="{FF2B5EF4-FFF2-40B4-BE49-F238E27FC236}">
                    <a16:creationId xmlns:a16="http://schemas.microsoft.com/office/drawing/2014/main" id="{4B668CA9-6DE3-A360-0A6B-DAF615E6F837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" name="pg2836">
                <a:extLst>
                  <a:ext uri="{FF2B5EF4-FFF2-40B4-BE49-F238E27FC236}">
                    <a16:creationId xmlns:a16="http://schemas.microsoft.com/office/drawing/2014/main" id="{8E68B769-AD72-1805-CB78-26FB0F59E726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" name="pg2837">
                <a:extLst>
                  <a:ext uri="{FF2B5EF4-FFF2-40B4-BE49-F238E27FC236}">
                    <a16:creationId xmlns:a16="http://schemas.microsoft.com/office/drawing/2014/main" id="{1D37F403-A140-32EF-A6CA-D7510607AD38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" name="pg2838">
                <a:extLst>
                  <a:ext uri="{FF2B5EF4-FFF2-40B4-BE49-F238E27FC236}">
                    <a16:creationId xmlns:a16="http://schemas.microsoft.com/office/drawing/2014/main" id="{3EC13B49-F09C-AD06-B70E-DB5D14486484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" name="pg2839">
                <a:extLst>
                  <a:ext uri="{FF2B5EF4-FFF2-40B4-BE49-F238E27FC236}">
                    <a16:creationId xmlns:a16="http://schemas.microsoft.com/office/drawing/2014/main" id="{01690DA7-1044-C11D-FB7F-D797586BC71E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" name="pg2840">
                <a:extLst>
                  <a:ext uri="{FF2B5EF4-FFF2-40B4-BE49-F238E27FC236}">
                    <a16:creationId xmlns:a16="http://schemas.microsoft.com/office/drawing/2014/main" id="{CE72580F-BA11-8ECC-F5C1-0D87EA9570AF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" name="pg2841">
                <a:extLst>
                  <a:ext uri="{FF2B5EF4-FFF2-40B4-BE49-F238E27FC236}">
                    <a16:creationId xmlns:a16="http://schemas.microsoft.com/office/drawing/2014/main" id="{17AC42AA-9ADD-639A-CE29-812CBEB56690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" name="pg2842">
                <a:extLst>
                  <a:ext uri="{FF2B5EF4-FFF2-40B4-BE49-F238E27FC236}">
                    <a16:creationId xmlns:a16="http://schemas.microsoft.com/office/drawing/2014/main" id="{445BDA54-2BC3-7439-7EF7-077AD3432491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" name="pg2843">
                <a:extLst>
                  <a:ext uri="{FF2B5EF4-FFF2-40B4-BE49-F238E27FC236}">
                    <a16:creationId xmlns:a16="http://schemas.microsoft.com/office/drawing/2014/main" id="{62780D90-6EEB-2827-B0A5-9C36773E7533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" name="pg2844">
                <a:extLst>
                  <a:ext uri="{FF2B5EF4-FFF2-40B4-BE49-F238E27FC236}">
                    <a16:creationId xmlns:a16="http://schemas.microsoft.com/office/drawing/2014/main" id="{9A25A891-1A30-003F-9770-ADF6AE9F2899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" name="pg2845">
                <a:extLst>
                  <a:ext uri="{FF2B5EF4-FFF2-40B4-BE49-F238E27FC236}">
                    <a16:creationId xmlns:a16="http://schemas.microsoft.com/office/drawing/2014/main" id="{B8E96612-9A24-10DA-BD31-B167A79E9C81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" name="pg2846">
                <a:extLst>
                  <a:ext uri="{FF2B5EF4-FFF2-40B4-BE49-F238E27FC236}">
                    <a16:creationId xmlns:a16="http://schemas.microsoft.com/office/drawing/2014/main" id="{49E206DF-1769-EAFE-0537-69DD2ABCFA4D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" name="pg2847">
                <a:extLst>
                  <a:ext uri="{FF2B5EF4-FFF2-40B4-BE49-F238E27FC236}">
                    <a16:creationId xmlns:a16="http://schemas.microsoft.com/office/drawing/2014/main" id="{955307E1-0093-8844-B8E5-E2C62D13EF01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" name="pg2848">
                <a:extLst>
                  <a:ext uri="{FF2B5EF4-FFF2-40B4-BE49-F238E27FC236}">
                    <a16:creationId xmlns:a16="http://schemas.microsoft.com/office/drawing/2014/main" id="{38FC5D5E-C6C1-1190-2DA7-1722C3CEE17C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" name="pg2849">
                <a:extLst>
                  <a:ext uri="{FF2B5EF4-FFF2-40B4-BE49-F238E27FC236}">
                    <a16:creationId xmlns:a16="http://schemas.microsoft.com/office/drawing/2014/main" id="{DCFA70A9-5FF3-5A2D-9A09-5EA658E0EFD2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" name="pg2850">
                <a:extLst>
                  <a:ext uri="{FF2B5EF4-FFF2-40B4-BE49-F238E27FC236}">
                    <a16:creationId xmlns:a16="http://schemas.microsoft.com/office/drawing/2014/main" id="{BE50394E-2C6E-AB11-40E0-7EE10A8E1307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" name="pg2851">
                <a:extLst>
                  <a:ext uri="{FF2B5EF4-FFF2-40B4-BE49-F238E27FC236}">
                    <a16:creationId xmlns:a16="http://schemas.microsoft.com/office/drawing/2014/main" id="{EE201B93-E44A-69BB-AA96-04870E6DE4C9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" name="pg2852">
                <a:extLst>
                  <a:ext uri="{FF2B5EF4-FFF2-40B4-BE49-F238E27FC236}">
                    <a16:creationId xmlns:a16="http://schemas.microsoft.com/office/drawing/2014/main" id="{9A4DB0BA-4DD9-8256-F857-971D75BD10A6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" name="pg2853">
                <a:extLst>
                  <a:ext uri="{FF2B5EF4-FFF2-40B4-BE49-F238E27FC236}">
                    <a16:creationId xmlns:a16="http://schemas.microsoft.com/office/drawing/2014/main" id="{A89C5D70-8E5F-F524-4040-583E266B3F42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" name="pg2854">
                <a:extLst>
                  <a:ext uri="{FF2B5EF4-FFF2-40B4-BE49-F238E27FC236}">
                    <a16:creationId xmlns:a16="http://schemas.microsoft.com/office/drawing/2014/main" id="{074028DE-DBC8-4F3C-C4C3-447D148C11FB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" name="pg2855">
                <a:extLst>
                  <a:ext uri="{FF2B5EF4-FFF2-40B4-BE49-F238E27FC236}">
                    <a16:creationId xmlns:a16="http://schemas.microsoft.com/office/drawing/2014/main" id="{111423D8-C88C-D6C1-31D3-829BBDF33E07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" name="pg2856">
                <a:extLst>
                  <a:ext uri="{FF2B5EF4-FFF2-40B4-BE49-F238E27FC236}">
                    <a16:creationId xmlns:a16="http://schemas.microsoft.com/office/drawing/2014/main" id="{B8CB13C3-553F-57E3-DFBA-4D4C0DC6ED90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" name="pg2857">
                <a:extLst>
                  <a:ext uri="{FF2B5EF4-FFF2-40B4-BE49-F238E27FC236}">
                    <a16:creationId xmlns:a16="http://schemas.microsoft.com/office/drawing/2014/main" id="{58142074-5E3B-3B7C-2CB5-BB8C1D22F91D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" name="pg2858">
                <a:extLst>
                  <a:ext uri="{FF2B5EF4-FFF2-40B4-BE49-F238E27FC236}">
                    <a16:creationId xmlns:a16="http://schemas.microsoft.com/office/drawing/2014/main" id="{937C1B2C-99D5-59A1-C3E2-AC7A65DC8F2A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" name="pg2859">
                <a:extLst>
                  <a:ext uri="{FF2B5EF4-FFF2-40B4-BE49-F238E27FC236}">
                    <a16:creationId xmlns:a16="http://schemas.microsoft.com/office/drawing/2014/main" id="{C20224D6-5B93-74AE-39F0-C50B21929A6B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" name="pg2860">
                <a:extLst>
                  <a:ext uri="{FF2B5EF4-FFF2-40B4-BE49-F238E27FC236}">
                    <a16:creationId xmlns:a16="http://schemas.microsoft.com/office/drawing/2014/main" id="{588881E4-A412-4AEA-86A8-1AE1B1BE2DCF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" name="pg2861">
                <a:extLst>
                  <a:ext uri="{FF2B5EF4-FFF2-40B4-BE49-F238E27FC236}">
                    <a16:creationId xmlns:a16="http://schemas.microsoft.com/office/drawing/2014/main" id="{4F33EB4C-CC8D-D87B-9AC3-4EFC25778E2A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" name="pg2862">
                <a:extLst>
                  <a:ext uri="{FF2B5EF4-FFF2-40B4-BE49-F238E27FC236}">
                    <a16:creationId xmlns:a16="http://schemas.microsoft.com/office/drawing/2014/main" id="{9021463F-77F1-5E8D-9A28-F18E7B793CD4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" name="pg2863">
                <a:extLst>
                  <a:ext uri="{FF2B5EF4-FFF2-40B4-BE49-F238E27FC236}">
                    <a16:creationId xmlns:a16="http://schemas.microsoft.com/office/drawing/2014/main" id="{B5391AAA-573B-91A4-0E19-F44506E51D0F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" name="pg2864">
                <a:extLst>
                  <a:ext uri="{FF2B5EF4-FFF2-40B4-BE49-F238E27FC236}">
                    <a16:creationId xmlns:a16="http://schemas.microsoft.com/office/drawing/2014/main" id="{A7659CAB-7C59-16F8-6D13-180717B48A0C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" name="pg2865">
                <a:extLst>
                  <a:ext uri="{FF2B5EF4-FFF2-40B4-BE49-F238E27FC236}">
                    <a16:creationId xmlns:a16="http://schemas.microsoft.com/office/drawing/2014/main" id="{45BB07FC-8331-8527-18CD-8CC4B2F5D2E6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" name="pg2866">
                <a:extLst>
                  <a:ext uri="{FF2B5EF4-FFF2-40B4-BE49-F238E27FC236}">
                    <a16:creationId xmlns:a16="http://schemas.microsoft.com/office/drawing/2014/main" id="{79831F44-CF30-A116-ED51-620F4928C26B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" name="pg2867">
                <a:extLst>
                  <a:ext uri="{FF2B5EF4-FFF2-40B4-BE49-F238E27FC236}">
                    <a16:creationId xmlns:a16="http://schemas.microsoft.com/office/drawing/2014/main" id="{973D5ED4-D6E5-A3E9-F6FA-953C58D0FF69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" name="pg2868">
                <a:extLst>
                  <a:ext uri="{FF2B5EF4-FFF2-40B4-BE49-F238E27FC236}">
                    <a16:creationId xmlns:a16="http://schemas.microsoft.com/office/drawing/2014/main" id="{46C331AB-D002-4EA7-60E9-37A58D83CA10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" name="pg2869">
                <a:extLst>
                  <a:ext uri="{FF2B5EF4-FFF2-40B4-BE49-F238E27FC236}">
                    <a16:creationId xmlns:a16="http://schemas.microsoft.com/office/drawing/2014/main" id="{B01B2535-43E4-FC0E-9120-930FE6ADAC48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" name="pg2870">
                <a:extLst>
                  <a:ext uri="{FF2B5EF4-FFF2-40B4-BE49-F238E27FC236}">
                    <a16:creationId xmlns:a16="http://schemas.microsoft.com/office/drawing/2014/main" id="{81657C98-B6AE-3082-7F56-B53844238638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" name="pg2871">
                <a:extLst>
                  <a:ext uri="{FF2B5EF4-FFF2-40B4-BE49-F238E27FC236}">
                    <a16:creationId xmlns:a16="http://schemas.microsoft.com/office/drawing/2014/main" id="{991515B6-5EBC-1D8B-DC75-CB380DFE0899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" name="pg2872">
                <a:extLst>
                  <a:ext uri="{FF2B5EF4-FFF2-40B4-BE49-F238E27FC236}">
                    <a16:creationId xmlns:a16="http://schemas.microsoft.com/office/drawing/2014/main" id="{680DF9FF-4E5F-4B09-0837-8F9D55CC687E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" name="pg2873">
                <a:extLst>
                  <a:ext uri="{FF2B5EF4-FFF2-40B4-BE49-F238E27FC236}">
                    <a16:creationId xmlns:a16="http://schemas.microsoft.com/office/drawing/2014/main" id="{0B214662-0A1E-AFD2-018C-6EA5204C78D6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" name="pg2874">
                <a:extLst>
                  <a:ext uri="{FF2B5EF4-FFF2-40B4-BE49-F238E27FC236}">
                    <a16:creationId xmlns:a16="http://schemas.microsoft.com/office/drawing/2014/main" id="{87CAE978-9ACC-DD2F-7F7D-4D37733334DA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" name="pg2875">
                <a:extLst>
                  <a:ext uri="{FF2B5EF4-FFF2-40B4-BE49-F238E27FC236}">
                    <a16:creationId xmlns:a16="http://schemas.microsoft.com/office/drawing/2014/main" id="{D4B3E0A3-B306-3969-056A-C02C0B7D926F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" name="pg2876">
                <a:extLst>
                  <a:ext uri="{FF2B5EF4-FFF2-40B4-BE49-F238E27FC236}">
                    <a16:creationId xmlns:a16="http://schemas.microsoft.com/office/drawing/2014/main" id="{28AC0337-29A0-79F6-5D6C-EF267DE9611B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" name="pg2877">
                <a:extLst>
                  <a:ext uri="{FF2B5EF4-FFF2-40B4-BE49-F238E27FC236}">
                    <a16:creationId xmlns:a16="http://schemas.microsoft.com/office/drawing/2014/main" id="{BBF5132A-3A3B-E01C-7AD7-715DB7F793F7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" name="pg2878">
                <a:extLst>
                  <a:ext uri="{FF2B5EF4-FFF2-40B4-BE49-F238E27FC236}">
                    <a16:creationId xmlns:a16="http://schemas.microsoft.com/office/drawing/2014/main" id="{A887B2BC-D906-AB7C-E7AD-3F10AB09F468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" name="pg2879">
                <a:extLst>
                  <a:ext uri="{FF2B5EF4-FFF2-40B4-BE49-F238E27FC236}">
                    <a16:creationId xmlns:a16="http://schemas.microsoft.com/office/drawing/2014/main" id="{5DFA0797-EFCD-395E-056C-DE2DA97E1EB6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" name="pg2880">
                <a:extLst>
                  <a:ext uri="{FF2B5EF4-FFF2-40B4-BE49-F238E27FC236}">
                    <a16:creationId xmlns:a16="http://schemas.microsoft.com/office/drawing/2014/main" id="{A7DD4F9C-6408-FB8E-F832-B7425A93828F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" name="pg2881">
                <a:extLst>
                  <a:ext uri="{FF2B5EF4-FFF2-40B4-BE49-F238E27FC236}">
                    <a16:creationId xmlns:a16="http://schemas.microsoft.com/office/drawing/2014/main" id="{A930BF46-99D2-7A46-295E-C4011F70E1A7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" name="pg2882">
                <a:extLst>
                  <a:ext uri="{FF2B5EF4-FFF2-40B4-BE49-F238E27FC236}">
                    <a16:creationId xmlns:a16="http://schemas.microsoft.com/office/drawing/2014/main" id="{0B7FD829-0D46-185C-97FB-1B5914F112B5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" name="pg2883">
                <a:extLst>
                  <a:ext uri="{FF2B5EF4-FFF2-40B4-BE49-F238E27FC236}">
                    <a16:creationId xmlns:a16="http://schemas.microsoft.com/office/drawing/2014/main" id="{BD949F68-5D69-0ED8-79D6-78F717F5B355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" name="pg2884">
                <a:extLst>
                  <a:ext uri="{FF2B5EF4-FFF2-40B4-BE49-F238E27FC236}">
                    <a16:creationId xmlns:a16="http://schemas.microsoft.com/office/drawing/2014/main" id="{8730F739-95B6-163D-6391-CB0DBF86356E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" name="pg2885">
                <a:extLst>
                  <a:ext uri="{FF2B5EF4-FFF2-40B4-BE49-F238E27FC236}">
                    <a16:creationId xmlns:a16="http://schemas.microsoft.com/office/drawing/2014/main" id="{48AEF663-AD9F-6218-9732-D584D62F7EB6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" name="pg2886">
                <a:extLst>
                  <a:ext uri="{FF2B5EF4-FFF2-40B4-BE49-F238E27FC236}">
                    <a16:creationId xmlns:a16="http://schemas.microsoft.com/office/drawing/2014/main" id="{84E0F67E-A306-805B-2868-E55FDD7745BC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" name="pg2887">
                <a:extLst>
                  <a:ext uri="{FF2B5EF4-FFF2-40B4-BE49-F238E27FC236}">
                    <a16:creationId xmlns:a16="http://schemas.microsoft.com/office/drawing/2014/main" id="{69C9441D-BA8C-94DA-1E55-D69921393B50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8" name="pg2888">
                <a:extLst>
                  <a:ext uri="{FF2B5EF4-FFF2-40B4-BE49-F238E27FC236}">
                    <a16:creationId xmlns:a16="http://schemas.microsoft.com/office/drawing/2014/main" id="{78CBB9D2-897B-477C-1BBE-5EDC5F1041F9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9" name="pg2889">
                <a:extLst>
                  <a:ext uri="{FF2B5EF4-FFF2-40B4-BE49-F238E27FC236}">
                    <a16:creationId xmlns:a16="http://schemas.microsoft.com/office/drawing/2014/main" id="{27F8C0B9-297B-0BFB-F984-08BC13A6C8C5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" name="pg2890">
                <a:extLst>
                  <a:ext uri="{FF2B5EF4-FFF2-40B4-BE49-F238E27FC236}">
                    <a16:creationId xmlns:a16="http://schemas.microsoft.com/office/drawing/2014/main" id="{E54B3113-9915-B35B-54E5-AED730D72C77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1" name="pg2891">
                <a:extLst>
                  <a:ext uri="{FF2B5EF4-FFF2-40B4-BE49-F238E27FC236}">
                    <a16:creationId xmlns:a16="http://schemas.microsoft.com/office/drawing/2014/main" id="{A8245ABF-488E-63B1-1564-017FC01BEFA1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2" name="pg2892">
                <a:extLst>
                  <a:ext uri="{FF2B5EF4-FFF2-40B4-BE49-F238E27FC236}">
                    <a16:creationId xmlns:a16="http://schemas.microsoft.com/office/drawing/2014/main" id="{38B5225B-7F68-5E7C-C436-E13170564D21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3" name="pg2893">
                <a:extLst>
                  <a:ext uri="{FF2B5EF4-FFF2-40B4-BE49-F238E27FC236}">
                    <a16:creationId xmlns:a16="http://schemas.microsoft.com/office/drawing/2014/main" id="{7FB93EDE-544D-5AC5-01D4-BBEFF635DD6D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" name="pg2894">
                <a:extLst>
                  <a:ext uri="{FF2B5EF4-FFF2-40B4-BE49-F238E27FC236}">
                    <a16:creationId xmlns:a16="http://schemas.microsoft.com/office/drawing/2014/main" id="{94E9EE10-337F-83FE-1DCA-1C3602BFB6C6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5" name="pg2895">
                <a:extLst>
                  <a:ext uri="{FF2B5EF4-FFF2-40B4-BE49-F238E27FC236}">
                    <a16:creationId xmlns:a16="http://schemas.microsoft.com/office/drawing/2014/main" id="{103E183F-5674-7AA3-C21D-FDB5D23D4EBE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6" name="pg2896">
                <a:extLst>
                  <a:ext uri="{FF2B5EF4-FFF2-40B4-BE49-F238E27FC236}">
                    <a16:creationId xmlns:a16="http://schemas.microsoft.com/office/drawing/2014/main" id="{AD0B34A2-B9C1-6C2B-1BC8-5D888FC64829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7" name="pg2897">
                <a:extLst>
                  <a:ext uri="{FF2B5EF4-FFF2-40B4-BE49-F238E27FC236}">
                    <a16:creationId xmlns:a16="http://schemas.microsoft.com/office/drawing/2014/main" id="{0B4A828C-0E7B-2EE8-DC67-D71E6D2ACDB4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8" name="pg2898">
                <a:extLst>
                  <a:ext uri="{FF2B5EF4-FFF2-40B4-BE49-F238E27FC236}">
                    <a16:creationId xmlns:a16="http://schemas.microsoft.com/office/drawing/2014/main" id="{EF05F13C-C013-5FA0-C712-967ECDED7B5E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9" name="pg2899">
                <a:extLst>
                  <a:ext uri="{FF2B5EF4-FFF2-40B4-BE49-F238E27FC236}">
                    <a16:creationId xmlns:a16="http://schemas.microsoft.com/office/drawing/2014/main" id="{E356A465-0745-7544-80A8-00DF712ADAED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0" name="pg2900">
                <a:extLst>
                  <a:ext uri="{FF2B5EF4-FFF2-40B4-BE49-F238E27FC236}">
                    <a16:creationId xmlns:a16="http://schemas.microsoft.com/office/drawing/2014/main" id="{78A53469-B224-3478-76B3-A2E2D6048591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1" name="pg2901">
                <a:extLst>
                  <a:ext uri="{FF2B5EF4-FFF2-40B4-BE49-F238E27FC236}">
                    <a16:creationId xmlns:a16="http://schemas.microsoft.com/office/drawing/2014/main" id="{7489D9DE-4510-743A-CF20-473C3DE77418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2" name="pg2902">
                <a:extLst>
                  <a:ext uri="{FF2B5EF4-FFF2-40B4-BE49-F238E27FC236}">
                    <a16:creationId xmlns:a16="http://schemas.microsoft.com/office/drawing/2014/main" id="{124A234B-BBAF-F592-C710-864F0EA3939B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3" name="pg2903">
                <a:extLst>
                  <a:ext uri="{FF2B5EF4-FFF2-40B4-BE49-F238E27FC236}">
                    <a16:creationId xmlns:a16="http://schemas.microsoft.com/office/drawing/2014/main" id="{488D2961-4CA4-BD4C-5A41-BA1D106891CC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4" name="pg2904">
                <a:extLst>
                  <a:ext uri="{FF2B5EF4-FFF2-40B4-BE49-F238E27FC236}">
                    <a16:creationId xmlns:a16="http://schemas.microsoft.com/office/drawing/2014/main" id="{BDAF2A86-C33E-1E56-5C88-C83026C73561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5" name="pg2905">
                <a:extLst>
                  <a:ext uri="{FF2B5EF4-FFF2-40B4-BE49-F238E27FC236}">
                    <a16:creationId xmlns:a16="http://schemas.microsoft.com/office/drawing/2014/main" id="{13257812-72AC-99EB-2706-A21A325B7B42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6" name="pg2906">
                <a:extLst>
                  <a:ext uri="{FF2B5EF4-FFF2-40B4-BE49-F238E27FC236}">
                    <a16:creationId xmlns:a16="http://schemas.microsoft.com/office/drawing/2014/main" id="{3D46AA7A-17B1-6DAD-1D7A-BE2F3C6823E6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7" name="pg2907">
                <a:extLst>
                  <a:ext uri="{FF2B5EF4-FFF2-40B4-BE49-F238E27FC236}">
                    <a16:creationId xmlns:a16="http://schemas.microsoft.com/office/drawing/2014/main" id="{EB21337E-2173-5B13-D3C8-5139A3C472C9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8" name="pg2908">
                <a:extLst>
                  <a:ext uri="{FF2B5EF4-FFF2-40B4-BE49-F238E27FC236}">
                    <a16:creationId xmlns:a16="http://schemas.microsoft.com/office/drawing/2014/main" id="{78D914A8-A689-49BA-CA0D-FB854677F587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9" name="pg2909">
                <a:extLst>
                  <a:ext uri="{FF2B5EF4-FFF2-40B4-BE49-F238E27FC236}">
                    <a16:creationId xmlns:a16="http://schemas.microsoft.com/office/drawing/2014/main" id="{1F3883E2-37FD-D5DB-10FB-39C2B040ADC2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0" name="pg2910">
                <a:extLst>
                  <a:ext uri="{FF2B5EF4-FFF2-40B4-BE49-F238E27FC236}">
                    <a16:creationId xmlns:a16="http://schemas.microsoft.com/office/drawing/2014/main" id="{4047C55B-7D76-69BA-2DCA-97B33FE49DD4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1" name="pg2911">
                <a:extLst>
                  <a:ext uri="{FF2B5EF4-FFF2-40B4-BE49-F238E27FC236}">
                    <a16:creationId xmlns:a16="http://schemas.microsoft.com/office/drawing/2014/main" id="{F6C4B1BC-2A1E-B70F-541C-F29991EF6475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2" name="pg2912">
                <a:extLst>
                  <a:ext uri="{FF2B5EF4-FFF2-40B4-BE49-F238E27FC236}">
                    <a16:creationId xmlns:a16="http://schemas.microsoft.com/office/drawing/2014/main" id="{FC5035B5-7A41-5B85-103D-B35D873BEB01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3" name="pg2913">
                <a:extLst>
                  <a:ext uri="{FF2B5EF4-FFF2-40B4-BE49-F238E27FC236}">
                    <a16:creationId xmlns:a16="http://schemas.microsoft.com/office/drawing/2014/main" id="{201563DD-8355-71FE-53E5-A57E49FE5FED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4" name="pg2914">
                <a:extLst>
                  <a:ext uri="{FF2B5EF4-FFF2-40B4-BE49-F238E27FC236}">
                    <a16:creationId xmlns:a16="http://schemas.microsoft.com/office/drawing/2014/main" id="{5F6254E5-0570-69B2-D705-E6360DB2CDBC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5" name="pg2915">
                <a:extLst>
                  <a:ext uri="{FF2B5EF4-FFF2-40B4-BE49-F238E27FC236}">
                    <a16:creationId xmlns:a16="http://schemas.microsoft.com/office/drawing/2014/main" id="{9239F49D-80D6-9239-392C-AA4F6C6EB596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6" name="pg2916">
                <a:extLst>
                  <a:ext uri="{FF2B5EF4-FFF2-40B4-BE49-F238E27FC236}">
                    <a16:creationId xmlns:a16="http://schemas.microsoft.com/office/drawing/2014/main" id="{F9A33126-9B63-ADD9-10AB-B2FA5F2893E1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7" name="pg2917">
                <a:extLst>
                  <a:ext uri="{FF2B5EF4-FFF2-40B4-BE49-F238E27FC236}">
                    <a16:creationId xmlns:a16="http://schemas.microsoft.com/office/drawing/2014/main" id="{A7593B53-B6B8-A238-5769-E96A94FAB891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8" name="pg2918">
                <a:extLst>
                  <a:ext uri="{FF2B5EF4-FFF2-40B4-BE49-F238E27FC236}">
                    <a16:creationId xmlns:a16="http://schemas.microsoft.com/office/drawing/2014/main" id="{49D4B212-ADD9-E6CA-E10F-E091DC3DC2C8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9" name="pg2919">
                <a:extLst>
                  <a:ext uri="{FF2B5EF4-FFF2-40B4-BE49-F238E27FC236}">
                    <a16:creationId xmlns:a16="http://schemas.microsoft.com/office/drawing/2014/main" id="{868F7A9A-3A73-4014-6DFA-935C8FEE9E72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0" name="pg2920">
                <a:extLst>
                  <a:ext uri="{FF2B5EF4-FFF2-40B4-BE49-F238E27FC236}">
                    <a16:creationId xmlns:a16="http://schemas.microsoft.com/office/drawing/2014/main" id="{523CBCFE-E1A4-EAF5-5405-3D7448134345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1" name="pg2921">
                <a:extLst>
                  <a:ext uri="{FF2B5EF4-FFF2-40B4-BE49-F238E27FC236}">
                    <a16:creationId xmlns:a16="http://schemas.microsoft.com/office/drawing/2014/main" id="{2EBDBB3A-E739-C549-018E-89A7FDB5FC72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2" name="pg2922">
                <a:extLst>
                  <a:ext uri="{FF2B5EF4-FFF2-40B4-BE49-F238E27FC236}">
                    <a16:creationId xmlns:a16="http://schemas.microsoft.com/office/drawing/2014/main" id="{4B0C45C7-2E7B-22DF-F908-1B18BDAF6A2A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3" name="pg2923">
                <a:extLst>
                  <a:ext uri="{FF2B5EF4-FFF2-40B4-BE49-F238E27FC236}">
                    <a16:creationId xmlns:a16="http://schemas.microsoft.com/office/drawing/2014/main" id="{6A68C2F7-797D-B78D-129E-3B11BEC36B65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4" name="pg2924">
                <a:extLst>
                  <a:ext uri="{FF2B5EF4-FFF2-40B4-BE49-F238E27FC236}">
                    <a16:creationId xmlns:a16="http://schemas.microsoft.com/office/drawing/2014/main" id="{131877EE-132C-BCDC-05B2-B7798478E5FD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5" name="pg2925">
                <a:extLst>
                  <a:ext uri="{FF2B5EF4-FFF2-40B4-BE49-F238E27FC236}">
                    <a16:creationId xmlns:a16="http://schemas.microsoft.com/office/drawing/2014/main" id="{5DD00356-78FA-0C3D-47FD-8EFEA6A01503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6" name="pg2926">
                <a:extLst>
                  <a:ext uri="{FF2B5EF4-FFF2-40B4-BE49-F238E27FC236}">
                    <a16:creationId xmlns:a16="http://schemas.microsoft.com/office/drawing/2014/main" id="{DA9EE102-0C4E-FD5F-C395-B5DD056D96F9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7" name="pg2927">
                <a:extLst>
                  <a:ext uri="{FF2B5EF4-FFF2-40B4-BE49-F238E27FC236}">
                    <a16:creationId xmlns:a16="http://schemas.microsoft.com/office/drawing/2014/main" id="{036BCAF4-7BCC-EB5F-BBA9-F753FA3A8741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8" name="pg2928">
                <a:extLst>
                  <a:ext uri="{FF2B5EF4-FFF2-40B4-BE49-F238E27FC236}">
                    <a16:creationId xmlns:a16="http://schemas.microsoft.com/office/drawing/2014/main" id="{6336DD50-D90E-FE76-6289-DBF9508BEF6F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9" name="pg2929">
                <a:extLst>
                  <a:ext uri="{FF2B5EF4-FFF2-40B4-BE49-F238E27FC236}">
                    <a16:creationId xmlns:a16="http://schemas.microsoft.com/office/drawing/2014/main" id="{99609F01-062D-F783-48DA-B4E6E8A0C721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0" name="pg2930">
                <a:extLst>
                  <a:ext uri="{FF2B5EF4-FFF2-40B4-BE49-F238E27FC236}">
                    <a16:creationId xmlns:a16="http://schemas.microsoft.com/office/drawing/2014/main" id="{04169AA0-FA0C-CA79-AA4F-7B4B99422CC2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1" name="pg2931">
                <a:extLst>
                  <a:ext uri="{FF2B5EF4-FFF2-40B4-BE49-F238E27FC236}">
                    <a16:creationId xmlns:a16="http://schemas.microsoft.com/office/drawing/2014/main" id="{8B0C5265-0198-6BC6-283D-DCCFE25DDD34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2" name="pg2932">
                <a:extLst>
                  <a:ext uri="{FF2B5EF4-FFF2-40B4-BE49-F238E27FC236}">
                    <a16:creationId xmlns:a16="http://schemas.microsoft.com/office/drawing/2014/main" id="{67944DBE-BCC1-2F41-E1F5-6C5FD6EECEE2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3" name="pg2933">
                <a:extLst>
                  <a:ext uri="{FF2B5EF4-FFF2-40B4-BE49-F238E27FC236}">
                    <a16:creationId xmlns:a16="http://schemas.microsoft.com/office/drawing/2014/main" id="{F4F31046-1E64-2235-7F27-E604EBA35CFF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4" name="pg2934">
                <a:extLst>
                  <a:ext uri="{FF2B5EF4-FFF2-40B4-BE49-F238E27FC236}">
                    <a16:creationId xmlns:a16="http://schemas.microsoft.com/office/drawing/2014/main" id="{B2464849-B8DE-6899-557E-075BE731E9D1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5" name="pg2935">
                <a:extLst>
                  <a:ext uri="{FF2B5EF4-FFF2-40B4-BE49-F238E27FC236}">
                    <a16:creationId xmlns:a16="http://schemas.microsoft.com/office/drawing/2014/main" id="{A18AE83B-EFB9-7B57-B3CB-20878C23A75D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6" name="pg2936">
                <a:extLst>
                  <a:ext uri="{FF2B5EF4-FFF2-40B4-BE49-F238E27FC236}">
                    <a16:creationId xmlns:a16="http://schemas.microsoft.com/office/drawing/2014/main" id="{1156C50D-6C48-956D-FA51-86300C59BD5A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7" name="pg2937">
                <a:extLst>
                  <a:ext uri="{FF2B5EF4-FFF2-40B4-BE49-F238E27FC236}">
                    <a16:creationId xmlns:a16="http://schemas.microsoft.com/office/drawing/2014/main" id="{D38B232F-AA54-66D5-B81B-F60021A8830A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8" name="pg2938">
                <a:extLst>
                  <a:ext uri="{FF2B5EF4-FFF2-40B4-BE49-F238E27FC236}">
                    <a16:creationId xmlns:a16="http://schemas.microsoft.com/office/drawing/2014/main" id="{4811AF82-C54F-2757-AEF6-50CB8D7578AF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9" name="pg2939">
                <a:extLst>
                  <a:ext uri="{FF2B5EF4-FFF2-40B4-BE49-F238E27FC236}">
                    <a16:creationId xmlns:a16="http://schemas.microsoft.com/office/drawing/2014/main" id="{C8F5E1B6-F725-B534-6977-EECD5C0FB7B1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0" name="pg2940">
                <a:extLst>
                  <a:ext uri="{FF2B5EF4-FFF2-40B4-BE49-F238E27FC236}">
                    <a16:creationId xmlns:a16="http://schemas.microsoft.com/office/drawing/2014/main" id="{C6407124-DCC2-11AC-B90D-263B7AB32E1F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1" name="pg2941">
                <a:extLst>
                  <a:ext uri="{FF2B5EF4-FFF2-40B4-BE49-F238E27FC236}">
                    <a16:creationId xmlns:a16="http://schemas.microsoft.com/office/drawing/2014/main" id="{1C11A169-3CC4-9BBC-FE88-1E7EC2C95286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2" name="pg2942">
                <a:extLst>
                  <a:ext uri="{FF2B5EF4-FFF2-40B4-BE49-F238E27FC236}">
                    <a16:creationId xmlns:a16="http://schemas.microsoft.com/office/drawing/2014/main" id="{166DAE0A-08F0-141A-6514-41D140345E52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3" name="pg2943">
                <a:extLst>
                  <a:ext uri="{FF2B5EF4-FFF2-40B4-BE49-F238E27FC236}">
                    <a16:creationId xmlns:a16="http://schemas.microsoft.com/office/drawing/2014/main" id="{7E85931A-7B4B-5596-F640-78F33F37776F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4" name="pg2944">
                <a:extLst>
                  <a:ext uri="{FF2B5EF4-FFF2-40B4-BE49-F238E27FC236}">
                    <a16:creationId xmlns:a16="http://schemas.microsoft.com/office/drawing/2014/main" id="{72015E52-9DA4-5D05-8CAB-EBD22DC667A3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5" name="pg2945">
                <a:extLst>
                  <a:ext uri="{FF2B5EF4-FFF2-40B4-BE49-F238E27FC236}">
                    <a16:creationId xmlns:a16="http://schemas.microsoft.com/office/drawing/2014/main" id="{85D898C4-34E8-6DB4-6271-E7F1F409E3AC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6" name="pg2946">
                <a:extLst>
                  <a:ext uri="{FF2B5EF4-FFF2-40B4-BE49-F238E27FC236}">
                    <a16:creationId xmlns:a16="http://schemas.microsoft.com/office/drawing/2014/main" id="{8000FAD9-1214-51FB-A8DD-E3A366FD90EE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7" name="pg2947">
                <a:extLst>
                  <a:ext uri="{FF2B5EF4-FFF2-40B4-BE49-F238E27FC236}">
                    <a16:creationId xmlns:a16="http://schemas.microsoft.com/office/drawing/2014/main" id="{48073313-06B0-A2E8-9817-786DC6A4374F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8" name="pg2948">
                <a:extLst>
                  <a:ext uri="{FF2B5EF4-FFF2-40B4-BE49-F238E27FC236}">
                    <a16:creationId xmlns:a16="http://schemas.microsoft.com/office/drawing/2014/main" id="{B7A0F107-5926-B6A8-B8F4-4839FC47EE47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9" name="pg2949">
                <a:extLst>
                  <a:ext uri="{FF2B5EF4-FFF2-40B4-BE49-F238E27FC236}">
                    <a16:creationId xmlns:a16="http://schemas.microsoft.com/office/drawing/2014/main" id="{6913E287-70F4-4D23-2B64-2040A35A7029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0" name="pg2950">
                <a:extLst>
                  <a:ext uri="{FF2B5EF4-FFF2-40B4-BE49-F238E27FC236}">
                    <a16:creationId xmlns:a16="http://schemas.microsoft.com/office/drawing/2014/main" id="{BE88C2E5-505D-BB9E-7089-3E978B7EEA79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1" name="pg2951">
                <a:extLst>
                  <a:ext uri="{FF2B5EF4-FFF2-40B4-BE49-F238E27FC236}">
                    <a16:creationId xmlns:a16="http://schemas.microsoft.com/office/drawing/2014/main" id="{005EA9DA-D2EB-549D-27AE-214354766B37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2" name="pg2952">
                <a:extLst>
                  <a:ext uri="{FF2B5EF4-FFF2-40B4-BE49-F238E27FC236}">
                    <a16:creationId xmlns:a16="http://schemas.microsoft.com/office/drawing/2014/main" id="{1C876CC1-8FAC-9265-13CF-DEF785ED7FE5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3" name="pg2953">
                <a:extLst>
                  <a:ext uri="{FF2B5EF4-FFF2-40B4-BE49-F238E27FC236}">
                    <a16:creationId xmlns:a16="http://schemas.microsoft.com/office/drawing/2014/main" id="{DB5853BD-6CDA-7A72-E82C-32BEB0344E08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4" name="pg2954">
                <a:extLst>
                  <a:ext uri="{FF2B5EF4-FFF2-40B4-BE49-F238E27FC236}">
                    <a16:creationId xmlns:a16="http://schemas.microsoft.com/office/drawing/2014/main" id="{842E0808-8F03-DD61-F781-784ACA2E7ADC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5" name="pg2955">
                <a:extLst>
                  <a:ext uri="{FF2B5EF4-FFF2-40B4-BE49-F238E27FC236}">
                    <a16:creationId xmlns:a16="http://schemas.microsoft.com/office/drawing/2014/main" id="{9EEEECF6-4285-78CA-C355-8637F2657B75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6" name="pg2956">
                <a:extLst>
                  <a:ext uri="{FF2B5EF4-FFF2-40B4-BE49-F238E27FC236}">
                    <a16:creationId xmlns:a16="http://schemas.microsoft.com/office/drawing/2014/main" id="{14D582F3-F39D-DFA8-CA78-41951B45C8D0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7" name="pg2957">
                <a:extLst>
                  <a:ext uri="{FF2B5EF4-FFF2-40B4-BE49-F238E27FC236}">
                    <a16:creationId xmlns:a16="http://schemas.microsoft.com/office/drawing/2014/main" id="{3B45D390-CAD6-6BA8-9481-4464C16EDA93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8" name="pg2958">
                <a:extLst>
                  <a:ext uri="{FF2B5EF4-FFF2-40B4-BE49-F238E27FC236}">
                    <a16:creationId xmlns:a16="http://schemas.microsoft.com/office/drawing/2014/main" id="{011DB0A3-681D-7548-E278-37E7771C182C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9" name="pg2959">
                <a:extLst>
                  <a:ext uri="{FF2B5EF4-FFF2-40B4-BE49-F238E27FC236}">
                    <a16:creationId xmlns:a16="http://schemas.microsoft.com/office/drawing/2014/main" id="{BB28C7CE-6372-6246-4314-4F59FE781E88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0" name="pg2960">
                <a:extLst>
                  <a:ext uri="{FF2B5EF4-FFF2-40B4-BE49-F238E27FC236}">
                    <a16:creationId xmlns:a16="http://schemas.microsoft.com/office/drawing/2014/main" id="{B6D11B74-17D5-1783-36EB-D5BAC5813595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1" name="pg2961">
                <a:extLst>
                  <a:ext uri="{FF2B5EF4-FFF2-40B4-BE49-F238E27FC236}">
                    <a16:creationId xmlns:a16="http://schemas.microsoft.com/office/drawing/2014/main" id="{747078B1-96D3-8BF2-A6C4-595898395D01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2" name="pg2962">
                <a:extLst>
                  <a:ext uri="{FF2B5EF4-FFF2-40B4-BE49-F238E27FC236}">
                    <a16:creationId xmlns:a16="http://schemas.microsoft.com/office/drawing/2014/main" id="{E02707EF-FB38-37A2-5C50-6FE865C5BA38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3" name="pg2963">
                <a:extLst>
                  <a:ext uri="{FF2B5EF4-FFF2-40B4-BE49-F238E27FC236}">
                    <a16:creationId xmlns:a16="http://schemas.microsoft.com/office/drawing/2014/main" id="{635AB78D-E6D9-7831-9D55-8A63BD7C11C8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4" name="pg2964">
                <a:extLst>
                  <a:ext uri="{FF2B5EF4-FFF2-40B4-BE49-F238E27FC236}">
                    <a16:creationId xmlns:a16="http://schemas.microsoft.com/office/drawing/2014/main" id="{8FE4E007-7590-5995-F61F-90324CA7674C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5" name="pg2965">
                <a:extLst>
                  <a:ext uri="{FF2B5EF4-FFF2-40B4-BE49-F238E27FC236}">
                    <a16:creationId xmlns:a16="http://schemas.microsoft.com/office/drawing/2014/main" id="{97100CE3-5667-C8E3-9FDA-43A2F9BCD699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6" name="pg2966">
                <a:extLst>
                  <a:ext uri="{FF2B5EF4-FFF2-40B4-BE49-F238E27FC236}">
                    <a16:creationId xmlns:a16="http://schemas.microsoft.com/office/drawing/2014/main" id="{73F84100-C557-F59E-8D0A-30257E952AC3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7" name="pg2967">
                <a:extLst>
                  <a:ext uri="{FF2B5EF4-FFF2-40B4-BE49-F238E27FC236}">
                    <a16:creationId xmlns:a16="http://schemas.microsoft.com/office/drawing/2014/main" id="{6F9472D0-4300-A9E3-732B-050241743075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8" name="pg2968">
                <a:extLst>
                  <a:ext uri="{FF2B5EF4-FFF2-40B4-BE49-F238E27FC236}">
                    <a16:creationId xmlns:a16="http://schemas.microsoft.com/office/drawing/2014/main" id="{5AB9FFB0-2602-575F-5A7D-7D489AA030E4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9" name="pg2969">
                <a:extLst>
                  <a:ext uri="{FF2B5EF4-FFF2-40B4-BE49-F238E27FC236}">
                    <a16:creationId xmlns:a16="http://schemas.microsoft.com/office/drawing/2014/main" id="{04171FDD-514C-538A-8FAD-0828AF000502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0" name="pg2970">
                <a:extLst>
                  <a:ext uri="{FF2B5EF4-FFF2-40B4-BE49-F238E27FC236}">
                    <a16:creationId xmlns:a16="http://schemas.microsoft.com/office/drawing/2014/main" id="{4B4EBDBC-2AD7-E7EA-F8CA-88CBBC4C8685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1" name="pg2971">
                <a:extLst>
                  <a:ext uri="{FF2B5EF4-FFF2-40B4-BE49-F238E27FC236}">
                    <a16:creationId xmlns:a16="http://schemas.microsoft.com/office/drawing/2014/main" id="{16167448-F4AF-5AA4-D825-956546A2DEE7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2" name="pg2972">
                <a:extLst>
                  <a:ext uri="{FF2B5EF4-FFF2-40B4-BE49-F238E27FC236}">
                    <a16:creationId xmlns:a16="http://schemas.microsoft.com/office/drawing/2014/main" id="{170FB199-61BE-5E01-251B-1EF6EF58F00A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3" name="pg2973">
                <a:extLst>
                  <a:ext uri="{FF2B5EF4-FFF2-40B4-BE49-F238E27FC236}">
                    <a16:creationId xmlns:a16="http://schemas.microsoft.com/office/drawing/2014/main" id="{11B649DF-B404-32CE-2C5A-89C84EA701DC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4" name="pg2974">
                <a:extLst>
                  <a:ext uri="{FF2B5EF4-FFF2-40B4-BE49-F238E27FC236}">
                    <a16:creationId xmlns:a16="http://schemas.microsoft.com/office/drawing/2014/main" id="{B612D683-4C62-FB62-162A-86AF97CF4CC2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5" name="pg2975">
                <a:extLst>
                  <a:ext uri="{FF2B5EF4-FFF2-40B4-BE49-F238E27FC236}">
                    <a16:creationId xmlns:a16="http://schemas.microsoft.com/office/drawing/2014/main" id="{9AEE815B-E269-8F1E-3611-0773E672B2D5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6" name="pg2976">
                <a:extLst>
                  <a:ext uri="{FF2B5EF4-FFF2-40B4-BE49-F238E27FC236}">
                    <a16:creationId xmlns:a16="http://schemas.microsoft.com/office/drawing/2014/main" id="{9168E4B9-4C0F-E6F3-197C-0DA16FD4C3C9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7" name="pg2977">
                <a:extLst>
                  <a:ext uri="{FF2B5EF4-FFF2-40B4-BE49-F238E27FC236}">
                    <a16:creationId xmlns:a16="http://schemas.microsoft.com/office/drawing/2014/main" id="{318BBBC3-5DF6-9856-7A1B-70BA0FD7489A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8" name="pg2978">
                <a:extLst>
                  <a:ext uri="{FF2B5EF4-FFF2-40B4-BE49-F238E27FC236}">
                    <a16:creationId xmlns:a16="http://schemas.microsoft.com/office/drawing/2014/main" id="{A2B0BA0D-FC14-9ACD-BA38-AC869C1EBE95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9" name="pg2979">
                <a:extLst>
                  <a:ext uri="{FF2B5EF4-FFF2-40B4-BE49-F238E27FC236}">
                    <a16:creationId xmlns:a16="http://schemas.microsoft.com/office/drawing/2014/main" id="{DE9E036E-C8FA-806E-2885-C2879767CF0A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0" name="pg2980">
                <a:extLst>
                  <a:ext uri="{FF2B5EF4-FFF2-40B4-BE49-F238E27FC236}">
                    <a16:creationId xmlns:a16="http://schemas.microsoft.com/office/drawing/2014/main" id="{2A492AA3-8B6E-DC21-9FE4-BB6DB4A38C73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1" name="pg2981">
                <a:extLst>
                  <a:ext uri="{FF2B5EF4-FFF2-40B4-BE49-F238E27FC236}">
                    <a16:creationId xmlns:a16="http://schemas.microsoft.com/office/drawing/2014/main" id="{81837A7E-2337-A64F-A7CE-27B5B4812650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2" name="pg2982">
                <a:extLst>
                  <a:ext uri="{FF2B5EF4-FFF2-40B4-BE49-F238E27FC236}">
                    <a16:creationId xmlns:a16="http://schemas.microsoft.com/office/drawing/2014/main" id="{F144349C-F1F2-701E-C460-6A30BF2DBB5A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3" name="pg2983">
                <a:extLst>
                  <a:ext uri="{FF2B5EF4-FFF2-40B4-BE49-F238E27FC236}">
                    <a16:creationId xmlns:a16="http://schemas.microsoft.com/office/drawing/2014/main" id="{B9328F74-93CF-D6CF-1249-10D5CC03656B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4" name="pg2984">
                <a:extLst>
                  <a:ext uri="{FF2B5EF4-FFF2-40B4-BE49-F238E27FC236}">
                    <a16:creationId xmlns:a16="http://schemas.microsoft.com/office/drawing/2014/main" id="{D9062F25-30E2-1287-6EE1-5495F81569EC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5" name="pg2985">
                <a:extLst>
                  <a:ext uri="{FF2B5EF4-FFF2-40B4-BE49-F238E27FC236}">
                    <a16:creationId xmlns:a16="http://schemas.microsoft.com/office/drawing/2014/main" id="{20AC7E3B-B12D-35CF-10DC-5E5574FCED74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6" name="pg2986">
                <a:extLst>
                  <a:ext uri="{FF2B5EF4-FFF2-40B4-BE49-F238E27FC236}">
                    <a16:creationId xmlns:a16="http://schemas.microsoft.com/office/drawing/2014/main" id="{4EB29F71-C7CB-C351-3FAB-E557138FCAA2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7" name="pg2987">
                <a:extLst>
                  <a:ext uri="{FF2B5EF4-FFF2-40B4-BE49-F238E27FC236}">
                    <a16:creationId xmlns:a16="http://schemas.microsoft.com/office/drawing/2014/main" id="{F170B7BF-AC7D-AC16-5C18-44C86148E16C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8" name="pg2988">
                <a:extLst>
                  <a:ext uri="{FF2B5EF4-FFF2-40B4-BE49-F238E27FC236}">
                    <a16:creationId xmlns:a16="http://schemas.microsoft.com/office/drawing/2014/main" id="{990E1C5D-E25D-4727-F558-E8671309D21D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9" name="pg2989">
                <a:extLst>
                  <a:ext uri="{FF2B5EF4-FFF2-40B4-BE49-F238E27FC236}">
                    <a16:creationId xmlns:a16="http://schemas.microsoft.com/office/drawing/2014/main" id="{788659DD-3DAE-37E3-8967-9EADC463CFC0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0" name="pg2990">
                <a:extLst>
                  <a:ext uri="{FF2B5EF4-FFF2-40B4-BE49-F238E27FC236}">
                    <a16:creationId xmlns:a16="http://schemas.microsoft.com/office/drawing/2014/main" id="{53D23C89-FBDC-11B0-7904-02D67A7D7622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1" name="pg2991">
                <a:extLst>
                  <a:ext uri="{FF2B5EF4-FFF2-40B4-BE49-F238E27FC236}">
                    <a16:creationId xmlns:a16="http://schemas.microsoft.com/office/drawing/2014/main" id="{07E81D8A-ED5B-67DF-EC60-821B076435E0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2" name="pg2992">
                <a:extLst>
                  <a:ext uri="{FF2B5EF4-FFF2-40B4-BE49-F238E27FC236}">
                    <a16:creationId xmlns:a16="http://schemas.microsoft.com/office/drawing/2014/main" id="{3FA4130F-9511-3080-6C5B-6C9509ACC745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3" name="pg2993">
                <a:extLst>
                  <a:ext uri="{FF2B5EF4-FFF2-40B4-BE49-F238E27FC236}">
                    <a16:creationId xmlns:a16="http://schemas.microsoft.com/office/drawing/2014/main" id="{618713F3-F8EC-2AAA-AE39-7EC3CCE66E09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4" name="pg2994">
                <a:extLst>
                  <a:ext uri="{FF2B5EF4-FFF2-40B4-BE49-F238E27FC236}">
                    <a16:creationId xmlns:a16="http://schemas.microsoft.com/office/drawing/2014/main" id="{4BF3388A-27C3-5EC9-F7F3-BB444CC0B749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5" name="pg2995">
                <a:extLst>
                  <a:ext uri="{FF2B5EF4-FFF2-40B4-BE49-F238E27FC236}">
                    <a16:creationId xmlns:a16="http://schemas.microsoft.com/office/drawing/2014/main" id="{5F12689C-6020-C6C9-74F9-E5891700DD6B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6" name="pg2996">
                <a:extLst>
                  <a:ext uri="{FF2B5EF4-FFF2-40B4-BE49-F238E27FC236}">
                    <a16:creationId xmlns:a16="http://schemas.microsoft.com/office/drawing/2014/main" id="{936F71CD-E82D-1C19-86F1-F884EA0BDECF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7" name="pg2997">
                <a:extLst>
                  <a:ext uri="{FF2B5EF4-FFF2-40B4-BE49-F238E27FC236}">
                    <a16:creationId xmlns:a16="http://schemas.microsoft.com/office/drawing/2014/main" id="{CFFED795-4346-D1B9-9017-F8272C1F87A5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8" name="pg2998">
                <a:extLst>
                  <a:ext uri="{FF2B5EF4-FFF2-40B4-BE49-F238E27FC236}">
                    <a16:creationId xmlns:a16="http://schemas.microsoft.com/office/drawing/2014/main" id="{D0CC67D8-16E3-67E2-27BC-CEA1D2B5BCAB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9" name="pg2999">
                <a:extLst>
                  <a:ext uri="{FF2B5EF4-FFF2-40B4-BE49-F238E27FC236}">
                    <a16:creationId xmlns:a16="http://schemas.microsoft.com/office/drawing/2014/main" id="{0B17B9EF-926D-9ACD-8E00-3CF04C089A1D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0" name="pg3000">
                <a:extLst>
                  <a:ext uri="{FF2B5EF4-FFF2-40B4-BE49-F238E27FC236}">
                    <a16:creationId xmlns:a16="http://schemas.microsoft.com/office/drawing/2014/main" id="{864C2729-46CE-93B2-3F10-FF5229CCC225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1" name="pg3001">
                <a:extLst>
                  <a:ext uri="{FF2B5EF4-FFF2-40B4-BE49-F238E27FC236}">
                    <a16:creationId xmlns:a16="http://schemas.microsoft.com/office/drawing/2014/main" id="{26141710-D3C3-52DB-2747-724E2DEB7E27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2" name="pg3002">
                <a:extLst>
                  <a:ext uri="{FF2B5EF4-FFF2-40B4-BE49-F238E27FC236}">
                    <a16:creationId xmlns:a16="http://schemas.microsoft.com/office/drawing/2014/main" id="{B9021631-F434-5503-FE52-FE07A1CCAE41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3" name="pg3003">
                <a:extLst>
                  <a:ext uri="{FF2B5EF4-FFF2-40B4-BE49-F238E27FC236}">
                    <a16:creationId xmlns:a16="http://schemas.microsoft.com/office/drawing/2014/main" id="{74FFDB2F-C1A6-7EF1-5B3E-81DDB7A67ACA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4" name="pg3004">
                <a:extLst>
                  <a:ext uri="{FF2B5EF4-FFF2-40B4-BE49-F238E27FC236}">
                    <a16:creationId xmlns:a16="http://schemas.microsoft.com/office/drawing/2014/main" id="{1E08CF84-26DE-BAB8-3740-E1E1968C91EE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5" name="pg3005">
                <a:extLst>
                  <a:ext uri="{FF2B5EF4-FFF2-40B4-BE49-F238E27FC236}">
                    <a16:creationId xmlns:a16="http://schemas.microsoft.com/office/drawing/2014/main" id="{DC717760-44BC-1C8C-3A26-63A4CC642803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6" name="pg3006">
                <a:extLst>
                  <a:ext uri="{FF2B5EF4-FFF2-40B4-BE49-F238E27FC236}">
                    <a16:creationId xmlns:a16="http://schemas.microsoft.com/office/drawing/2014/main" id="{BEC64F81-7C02-D521-A4FD-A72DC8BECEBB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7" name="pg3007">
                <a:extLst>
                  <a:ext uri="{FF2B5EF4-FFF2-40B4-BE49-F238E27FC236}">
                    <a16:creationId xmlns:a16="http://schemas.microsoft.com/office/drawing/2014/main" id="{5DC64E33-CB0A-BD2A-7735-02CBF5E0D9EA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8" name="pg3008">
                <a:extLst>
                  <a:ext uri="{FF2B5EF4-FFF2-40B4-BE49-F238E27FC236}">
                    <a16:creationId xmlns:a16="http://schemas.microsoft.com/office/drawing/2014/main" id="{92F84C33-B3EF-8D11-8ABF-022BDA85ED1A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9" name="pg3009">
                <a:extLst>
                  <a:ext uri="{FF2B5EF4-FFF2-40B4-BE49-F238E27FC236}">
                    <a16:creationId xmlns:a16="http://schemas.microsoft.com/office/drawing/2014/main" id="{462A195E-CC95-98D2-7BEB-C747A863BAFC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0" name="pg3010">
                <a:extLst>
                  <a:ext uri="{FF2B5EF4-FFF2-40B4-BE49-F238E27FC236}">
                    <a16:creationId xmlns:a16="http://schemas.microsoft.com/office/drawing/2014/main" id="{8736FD9B-B679-CD9C-A760-19136F0417C2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1" name="pg3011">
                <a:extLst>
                  <a:ext uri="{FF2B5EF4-FFF2-40B4-BE49-F238E27FC236}">
                    <a16:creationId xmlns:a16="http://schemas.microsoft.com/office/drawing/2014/main" id="{A9EA650B-BD66-8A76-A204-7C28AEC38C58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2" name="pg3012">
                <a:extLst>
                  <a:ext uri="{FF2B5EF4-FFF2-40B4-BE49-F238E27FC236}">
                    <a16:creationId xmlns:a16="http://schemas.microsoft.com/office/drawing/2014/main" id="{6BFA93E5-FC58-1893-D905-ECD03A05F04F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3" name="pg3013">
                <a:extLst>
                  <a:ext uri="{FF2B5EF4-FFF2-40B4-BE49-F238E27FC236}">
                    <a16:creationId xmlns:a16="http://schemas.microsoft.com/office/drawing/2014/main" id="{32830720-D08E-018F-0A5F-50C46316EBD8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4" name="pg3014">
                <a:extLst>
                  <a:ext uri="{FF2B5EF4-FFF2-40B4-BE49-F238E27FC236}">
                    <a16:creationId xmlns:a16="http://schemas.microsoft.com/office/drawing/2014/main" id="{729233B4-3004-C2CB-2A96-ECBE54E81408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5" name="pg3015">
                <a:extLst>
                  <a:ext uri="{FF2B5EF4-FFF2-40B4-BE49-F238E27FC236}">
                    <a16:creationId xmlns:a16="http://schemas.microsoft.com/office/drawing/2014/main" id="{F21B495D-D0B6-E276-B6CF-D3A132995CEB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6" name="pg3016">
                <a:extLst>
                  <a:ext uri="{FF2B5EF4-FFF2-40B4-BE49-F238E27FC236}">
                    <a16:creationId xmlns:a16="http://schemas.microsoft.com/office/drawing/2014/main" id="{E6DD6EA4-E2A1-F22C-DDE4-17858F72B9FC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7" name="pg3017">
                <a:extLst>
                  <a:ext uri="{FF2B5EF4-FFF2-40B4-BE49-F238E27FC236}">
                    <a16:creationId xmlns:a16="http://schemas.microsoft.com/office/drawing/2014/main" id="{B9E2D471-CDA9-8A40-CF3A-BC4F03B115FE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8" name="pg3018">
                <a:extLst>
                  <a:ext uri="{FF2B5EF4-FFF2-40B4-BE49-F238E27FC236}">
                    <a16:creationId xmlns:a16="http://schemas.microsoft.com/office/drawing/2014/main" id="{8F0E1951-610A-B45F-EFDD-FCD818F30020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9" name="pg3019">
                <a:extLst>
                  <a:ext uri="{FF2B5EF4-FFF2-40B4-BE49-F238E27FC236}">
                    <a16:creationId xmlns:a16="http://schemas.microsoft.com/office/drawing/2014/main" id="{B170C016-26F0-AB41-262A-0287B59F9C30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0" name="pg3020">
                <a:extLst>
                  <a:ext uri="{FF2B5EF4-FFF2-40B4-BE49-F238E27FC236}">
                    <a16:creationId xmlns:a16="http://schemas.microsoft.com/office/drawing/2014/main" id="{4B97F718-76DA-0836-19C1-444F3193E678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1" name="pg3021">
                <a:extLst>
                  <a:ext uri="{FF2B5EF4-FFF2-40B4-BE49-F238E27FC236}">
                    <a16:creationId xmlns:a16="http://schemas.microsoft.com/office/drawing/2014/main" id="{83D75FD2-0959-8D93-818C-06E079FE743C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2" name="pg3022">
                <a:extLst>
                  <a:ext uri="{FF2B5EF4-FFF2-40B4-BE49-F238E27FC236}">
                    <a16:creationId xmlns:a16="http://schemas.microsoft.com/office/drawing/2014/main" id="{CCD5611B-9B79-566B-59E0-EFFF5C523A68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3" name="pg3023">
                <a:extLst>
                  <a:ext uri="{FF2B5EF4-FFF2-40B4-BE49-F238E27FC236}">
                    <a16:creationId xmlns:a16="http://schemas.microsoft.com/office/drawing/2014/main" id="{F095BE75-20D9-3CEA-95B0-C7878D21447E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4" name="pg3024">
                <a:extLst>
                  <a:ext uri="{FF2B5EF4-FFF2-40B4-BE49-F238E27FC236}">
                    <a16:creationId xmlns:a16="http://schemas.microsoft.com/office/drawing/2014/main" id="{10691CCF-5886-0593-3226-5C607EED8BAF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5" name="pg3025">
                <a:extLst>
                  <a:ext uri="{FF2B5EF4-FFF2-40B4-BE49-F238E27FC236}">
                    <a16:creationId xmlns:a16="http://schemas.microsoft.com/office/drawing/2014/main" id="{FD781C20-6AD0-BDD7-5069-84CA8E69E043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6" name="pg3026">
                <a:extLst>
                  <a:ext uri="{FF2B5EF4-FFF2-40B4-BE49-F238E27FC236}">
                    <a16:creationId xmlns:a16="http://schemas.microsoft.com/office/drawing/2014/main" id="{47185F39-1AA7-EAC3-D35A-EFE5EC9F1D62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7" name="pg3027">
                <a:extLst>
                  <a:ext uri="{FF2B5EF4-FFF2-40B4-BE49-F238E27FC236}">
                    <a16:creationId xmlns:a16="http://schemas.microsoft.com/office/drawing/2014/main" id="{C5FE8E62-38E6-EFA9-2108-45850FF33C13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8" name="pg3028">
                <a:extLst>
                  <a:ext uri="{FF2B5EF4-FFF2-40B4-BE49-F238E27FC236}">
                    <a16:creationId xmlns:a16="http://schemas.microsoft.com/office/drawing/2014/main" id="{68E849EC-06DD-F57F-56CA-11FCB5774E5B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9" name="pg3029">
                <a:extLst>
                  <a:ext uri="{FF2B5EF4-FFF2-40B4-BE49-F238E27FC236}">
                    <a16:creationId xmlns:a16="http://schemas.microsoft.com/office/drawing/2014/main" id="{287F7701-5EAA-12F8-3D0D-DA29D5960AD0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0" name="pg3030">
                <a:extLst>
                  <a:ext uri="{FF2B5EF4-FFF2-40B4-BE49-F238E27FC236}">
                    <a16:creationId xmlns:a16="http://schemas.microsoft.com/office/drawing/2014/main" id="{957B5D45-41DD-21FC-5C84-821E66010D38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1" name="pg3031">
                <a:extLst>
                  <a:ext uri="{FF2B5EF4-FFF2-40B4-BE49-F238E27FC236}">
                    <a16:creationId xmlns:a16="http://schemas.microsoft.com/office/drawing/2014/main" id="{D973EFED-26E1-0ABF-ADEC-8552E8A3C530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2" name="pg3032">
                <a:extLst>
                  <a:ext uri="{FF2B5EF4-FFF2-40B4-BE49-F238E27FC236}">
                    <a16:creationId xmlns:a16="http://schemas.microsoft.com/office/drawing/2014/main" id="{3E23D698-43A2-7533-4237-2871FB70685E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3" name="pg3033">
                <a:extLst>
                  <a:ext uri="{FF2B5EF4-FFF2-40B4-BE49-F238E27FC236}">
                    <a16:creationId xmlns:a16="http://schemas.microsoft.com/office/drawing/2014/main" id="{493E6E5B-1669-36EE-4B81-7C07C301EBB9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4" name="pg3034">
                <a:extLst>
                  <a:ext uri="{FF2B5EF4-FFF2-40B4-BE49-F238E27FC236}">
                    <a16:creationId xmlns:a16="http://schemas.microsoft.com/office/drawing/2014/main" id="{8AA85A48-9371-08F2-80A5-D509A8773A28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5" name="pg3035">
                <a:extLst>
                  <a:ext uri="{FF2B5EF4-FFF2-40B4-BE49-F238E27FC236}">
                    <a16:creationId xmlns:a16="http://schemas.microsoft.com/office/drawing/2014/main" id="{6C9C9D8D-577E-5BFE-A224-5E29C049F2D4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6" name="pg3036">
                <a:extLst>
                  <a:ext uri="{FF2B5EF4-FFF2-40B4-BE49-F238E27FC236}">
                    <a16:creationId xmlns:a16="http://schemas.microsoft.com/office/drawing/2014/main" id="{DE0FE0DE-9AF1-AA73-A3B9-CEBA73EF9596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7" name="pg3037">
                <a:extLst>
                  <a:ext uri="{FF2B5EF4-FFF2-40B4-BE49-F238E27FC236}">
                    <a16:creationId xmlns:a16="http://schemas.microsoft.com/office/drawing/2014/main" id="{D04D3C66-7F75-1DA5-3A99-2A7366EF1865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8" name="pg3038">
                <a:extLst>
                  <a:ext uri="{FF2B5EF4-FFF2-40B4-BE49-F238E27FC236}">
                    <a16:creationId xmlns:a16="http://schemas.microsoft.com/office/drawing/2014/main" id="{3E51F936-1661-9076-4478-E3BC5F148CC0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9" name="pg3039">
                <a:extLst>
                  <a:ext uri="{FF2B5EF4-FFF2-40B4-BE49-F238E27FC236}">
                    <a16:creationId xmlns:a16="http://schemas.microsoft.com/office/drawing/2014/main" id="{D4079B14-443A-CDAE-C680-5E175BF87126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0" name="pg3040">
                <a:extLst>
                  <a:ext uri="{FF2B5EF4-FFF2-40B4-BE49-F238E27FC236}">
                    <a16:creationId xmlns:a16="http://schemas.microsoft.com/office/drawing/2014/main" id="{49D89143-6238-9009-BAB3-21371C8142C6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1" name="pg3041">
                <a:extLst>
                  <a:ext uri="{FF2B5EF4-FFF2-40B4-BE49-F238E27FC236}">
                    <a16:creationId xmlns:a16="http://schemas.microsoft.com/office/drawing/2014/main" id="{693AD743-D434-2823-B8AB-335DA6A83131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2" name="pg3042">
                <a:extLst>
                  <a:ext uri="{FF2B5EF4-FFF2-40B4-BE49-F238E27FC236}">
                    <a16:creationId xmlns:a16="http://schemas.microsoft.com/office/drawing/2014/main" id="{A6C9431B-BCBA-2C93-64CD-D543ACD77718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3" name="pg3043">
                <a:extLst>
                  <a:ext uri="{FF2B5EF4-FFF2-40B4-BE49-F238E27FC236}">
                    <a16:creationId xmlns:a16="http://schemas.microsoft.com/office/drawing/2014/main" id="{5F0B89B4-D907-C765-2618-2E58314EC399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4" name="pg3044">
                <a:extLst>
                  <a:ext uri="{FF2B5EF4-FFF2-40B4-BE49-F238E27FC236}">
                    <a16:creationId xmlns:a16="http://schemas.microsoft.com/office/drawing/2014/main" id="{C12F4D42-A4A3-BD76-74BD-202068AC583B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5" name="pg3045">
                <a:extLst>
                  <a:ext uri="{FF2B5EF4-FFF2-40B4-BE49-F238E27FC236}">
                    <a16:creationId xmlns:a16="http://schemas.microsoft.com/office/drawing/2014/main" id="{D14D2063-A51A-1ECE-34DE-F257DC00319F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6" name="pg3046">
                <a:extLst>
                  <a:ext uri="{FF2B5EF4-FFF2-40B4-BE49-F238E27FC236}">
                    <a16:creationId xmlns:a16="http://schemas.microsoft.com/office/drawing/2014/main" id="{867236B6-B164-427B-8352-DD103B946278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7" name="pg3047">
                <a:extLst>
                  <a:ext uri="{FF2B5EF4-FFF2-40B4-BE49-F238E27FC236}">
                    <a16:creationId xmlns:a16="http://schemas.microsoft.com/office/drawing/2014/main" id="{C195FBCC-9AAE-38C7-FC1C-968BF12C6843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8" name="pg3048">
                <a:extLst>
                  <a:ext uri="{FF2B5EF4-FFF2-40B4-BE49-F238E27FC236}">
                    <a16:creationId xmlns:a16="http://schemas.microsoft.com/office/drawing/2014/main" id="{C426A651-1DD6-18EB-D618-220B42229FC7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9" name="pg3049">
                <a:extLst>
                  <a:ext uri="{FF2B5EF4-FFF2-40B4-BE49-F238E27FC236}">
                    <a16:creationId xmlns:a16="http://schemas.microsoft.com/office/drawing/2014/main" id="{EB3F46E5-22A0-0BBB-DA7B-9C294F58A300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0" name="pg3050">
                <a:extLst>
                  <a:ext uri="{FF2B5EF4-FFF2-40B4-BE49-F238E27FC236}">
                    <a16:creationId xmlns:a16="http://schemas.microsoft.com/office/drawing/2014/main" id="{99F4BC18-5477-1887-80CD-DA508B53D0D2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1" name="pg3051">
                <a:extLst>
                  <a:ext uri="{FF2B5EF4-FFF2-40B4-BE49-F238E27FC236}">
                    <a16:creationId xmlns:a16="http://schemas.microsoft.com/office/drawing/2014/main" id="{466D8EA6-DF04-C346-652C-4003E30A42C7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2" name="pg3052">
                <a:extLst>
                  <a:ext uri="{FF2B5EF4-FFF2-40B4-BE49-F238E27FC236}">
                    <a16:creationId xmlns:a16="http://schemas.microsoft.com/office/drawing/2014/main" id="{6F8046BC-6804-C75F-94EC-A727B8C2B565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3" name="pg3053">
                <a:extLst>
                  <a:ext uri="{FF2B5EF4-FFF2-40B4-BE49-F238E27FC236}">
                    <a16:creationId xmlns:a16="http://schemas.microsoft.com/office/drawing/2014/main" id="{3A03C9F6-93E3-2D7F-B5A3-16040BC796BB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4" name="pg3054">
                <a:extLst>
                  <a:ext uri="{FF2B5EF4-FFF2-40B4-BE49-F238E27FC236}">
                    <a16:creationId xmlns:a16="http://schemas.microsoft.com/office/drawing/2014/main" id="{FC1DF3D4-75D8-1804-C222-04A9B66DA5D4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5" name="pg3055">
                <a:extLst>
                  <a:ext uri="{FF2B5EF4-FFF2-40B4-BE49-F238E27FC236}">
                    <a16:creationId xmlns:a16="http://schemas.microsoft.com/office/drawing/2014/main" id="{1ACD1CA1-FB4C-D131-DC99-0429D45DF1B0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6" name="pg3056">
                <a:extLst>
                  <a:ext uri="{FF2B5EF4-FFF2-40B4-BE49-F238E27FC236}">
                    <a16:creationId xmlns:a16="http://schemas.microsoft.com/office/drawing/2014/main" id="{8A23B05F-CDEC-A526-3AE8-62D1EF9DF595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7" name="pg3057">
                <a:extLst>
                  <a:ext uri="{FF2B5EF4-FFF2-40B4-BE49-F238E27FC236}">
                    <a16:creationId xmlns:a16="http://schemas.microsoft.com/office/drawing/2014/main" id="{B6518233-625D-CE6C-4C4A-E32DA49DFBD3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8" name="pg3058">
                <a:extLst>
                  <a:ext uri="{FF2B5EF4-FFF2-40B4-BE49-F238E27FC236}">
                    <a16:creationId xmlns:a16="http://schemas.microsoft.com/office/drawing/2014/main" id="{1605BD45-30D4-0D9E-9C78-F448A2A8F4BE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9" name="pg3059">
                <a:extLst>
                  <a:ext uri="{FF2B5EF4-FFF2-40B4-BE49-F238E27FC236}">
                    <a16:creationId xmlns:a16="http://schemas.microsoft.com/office/drawing/2014/main" id="{7D1781B9-FB6E-5419-D088-FC5E2FA7FFBF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0" name="pg3060">
                <a:extLst>
                  <a:ext uri="{FF2B5EF4-FFF2-40B4-BE49-F238E27FC236}">
                    <a16:creationId xmlns:a16="http://schemas.microsoft.com/office/drawing/2014/main" id="{CF46790F-463D-A370-0667-AB2FCFB416CD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1" name="pg3061">
                <a:extLst>
                  <a:ext uri="{FF2B5EF4-FFF2-40B4-BE49-F238E27FC236}">
                    <a16:creationId xmlns:a16="http://schemas.microsoft.com/office/drawing/2014/main" id="{9D500CF4-D187-BA32-3887-48E9F670536D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2" name="pg3062">
                <a:extLst>
                  <a:ext uri="{FF2B5EF4-FFF2-40B4-BE49-F238E27FC236}">
                    <a16:creationId xmlns:a16="http://schemas.microsoft.com/office/drawing/2014/main" id="{77B5ABAD-E111-6016-6266-7923A4726080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3" name="pg3063">
                <a:extLst>
                  <a:ext uri="{FF2B5EF4-FFF2-40B4-BE49-F238E27FC236}">
                    <a16:creationId xmlns:a16="http://schemas.microsoft.com/office/drawing/2014/main" id="{D656FC1B-580F-CACE-9F51-CF792FDE19D0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4" name="pg3064">
                <a:extLst>
                  <a:ext uri="{FF2B5EF4-FFF2-40B4-BE49-F238E27FC236}">
                    <a16:creationId xmlns:a16="http://schemas.microsoft.com/office/drawing/2014/main" id="{4C5DC00D-6B7E-EDBB-B551-867D422D3BC6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5" name="pg3065">
                <a:extLst>
                  <a:ext uri="{FF2B5EF4-FFF2-40B4-BE49-F238E27FC236}">
                    <a16:creationId xmlns:a16="http://schemas.microsoft.com/office/drawing/2014/main" id="{829588AE-1F2A-307F-A0FB-11632B05FAAF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6" name="pg3066">
                <a:extLst>
                  <a:ext uri="{FF2B5EF4-FFF2-40B4-BE49-F238E27FC236}">
                    <a16:creationId xmlns:a16="http://schemas.microsoft.com/office/drawing/2014/main" id="{A2A24437-01D8-D51A-5185-A9DFFDBF57D3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7" name="pg3067">
                <a:extLst>
                  <a:ext uri="{FF2B5EF4-FFF2-40B4-BE49-F238E27FC236}">
                    <a16:creationId xmlns:a16="http://schemas.microsoft.com/office/drawing/2014/main" id="{64C463AD-CEC1-AA6A-F34F-351D1BFE44A5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8" name="pg3068">
                <a:extLst>
                  <a:ext uri="{FF2B5EF4-FFF2-40B4-BE49-F238E27FC236}">
                    <a16:creationId xmlns:a16="http://schemas.microsoft.com/office/drawing/2014/main" id="{EBE872CA-43AB-84FB-09AF-C884889738DC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3">
                  <a:alpha val="100000"/>
                </a:srgbClr>
              </a:solidFill>
              <a:ln w="5420" cap="flat">
                <a:solidFill>
                  <a:srgbClr val="3A34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9" name="pg3069">
                <a:extLst>
                  <a:ext uri="{FF2B5EF4-FFF2-40B4-BE49-F238E27FC236}">
                    <a16:creationId xmlns:a16="http://schemas.microsoft.com/office/drawing/2014/main" id="{764FB431-D4F5-7F8F-8E66-57F4C39014E2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0" name="pg3070">
                <a:extLst>
                  <a:ext uri="{FF2B5EF4-FFF2-40B4-BE49-F238E27FC236}">
                    <a16:creationId xmlns:a16="http://schemas.microsoft.com/office/drawing/2014/main" id="{2C20CE9A-14BD-C372-E5D3-D7F4FE5129FE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1" name="pg3071">
                <a:extLst>
                  <a:ext uri="{FF2B5EF4-FFF2-40B4-BE49-F238E27FC236}">
                    <a16:creationId xmlns:a16="http://schemas.microsoft.com/office/drawing/2014/main" id="{72213865-CC22-9B95-5955-2B1068B97632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2" name="pg3072">
                <a:extLst>
                  <a:ext uri="{FF2B5EF4-FFF2-40B4-BE49-F238E27FC236}">
                    <a16:creationId xmlns:a16="http://schemas.microsoft.com/office/drawing/2014/main" id="{E518F8BC-F8E4-1AC9-F507-ADDE351152A8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3" name="pg3073">
                <a:extLst>
                  <a:ext uri="{FF2B5EF4-FFF2-40B4-BE49-F238E27FC236}">
                    <a16:creationId xmlns:a16="http://schemas.microsoft.com/office/drawing/2014/main" id="{6F814468-CFB3-16EA-8D0F-34A99CF77973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4" name="pg3074">
                <a:extLst>
                  <a:ext uri="{FF2B5EF4-FFF2-40B4-BE49-F238E27FC236}">
                    <a16:creationId xmlns:a16="http://schemas.microsoft.com/office/drawing/2014/main" id="{45DE36A6-254C-AC67-1AD9-894FA3627E0C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5" name="pg3075">
                <a:extLst>
                  <a:ext uri="{FF2B5EF4-FFF2-40B4-BE49-F238E27FC236}">
                    <a16:creationId xmlns:a16="http://schemas.microsoft.com/office/drawing/2014/main" id="{E76E3762-72C6-0E58-5D55-6DF4E9B82878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6" name="pg3076">
                <a:extLst>
                  <a:ext uri="{FF2B5EF4-FFF2-40B4-BE49-F238E27FC236}">
                    <a16:creationId xmlns:a16="http://schemas.microsoft.com/office/drawing/2014/main" id="{64A89017-D592-56C8-4474-3459C270BED6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7" name="pg3077">
                <a:extLst>
                  <a:ext uri="{FF2B5EF4-FFF2-40B4-BE49-F238E27FC236}">
                    <a16:creationId xmlns:a16="http://schemas.microsoft.com/office/drawing/2014/main" id="{5E5EABD4-A959-C934-6270-64257CB3A42A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8" name="pg3078">
                <a:extLst>
                  <a:ext uri="{FF2B5EF4-FFF2-40B4-BE49-F238E27FC236}">
                    <a16:creationId xmlns:a16="http://schemas.microsoft.com/office/drawing/2014/main" id="{5CBA9168-83B1-548F-6FE8-CE0257859903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9" name="pg3079">
                <a:extLst>
                  <a:ext uri="{FF2B5EF4-FFF2-40B4-BE49-F238E27FC236}">
                    <a16:creationId xmlns:a16="http://schemas.microsoft.com/office/drawing/2014/main" id="{9A0C815D-3FE7-9CCD-74F4-A7A0954F384B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0" name="pg3080">
                <a:extLst>
                  <a:ext uri="{FF2B5EF4-FFF2-40B4-BE49-F238E27FC236}">
                    <a16:creationId xmlns:a16="http://schemas.microsoft.com/office/drawing/2014/main" id="{CF37FAC3-2540-EC40-2F31-37EF540C572E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1" name="pg3081">
                <a:extLst>
                  <a:ext uri="{FF2B5EF4-FFF2-40B4-BE49-F238E27FC236}">
                    <a16:creationId xmlns:a16="http://schemas.microsoft.com/office/drawing/2014/main" id="{DEE934D8-9FB3-D54F-9551-CBE676A5A7AD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2" name="pg3082">
                <a:extLst>
                  <a:ext uri="{FF2B5EF4-FFF2-40B4-BE49-F238E27FC236}">
                    <a16:creationId xmlns:a16="http://schemas.microsoft.com/office/drawing/2014/main" id="{B918048E-6F9F-2FDF-634D-FF92399C6AD7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3" name="pg3083">
                <a:extLst>
                  <a:ext uri="{FF2B5EF4-FFF2-40B4-BE49-F238E27FC236}">
                    <a16:creationId xmlns:a16="http://schemas.microsoft.com/office/drawing/2014/main" id="{3F30305F-93AA-4503-01B4-09E93A54D082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4" name="pg3084">
                <a:extLst>
                  <a:ext uri="{FF2B5EF4-FFF2-40B4-BE49-F238E27FC236}">
                    <a16:creationId xmlns:a16="http://schemas.microsoft.com/office/drawing/2014/main" id="{D9BC872B-FEE8-0162-A774-ED12E94D31D4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5" name="pg3085">
                <a:extLst>
                  <a:ext uri="{FF2B5EF4-FFF2-40B4-BE49-F238E27FC236}">
                    <a16:creationId xmlns:a16="http://schemas.microsoft.com/office/drawing/2014/main" id="{03B5D0B8-72C5-6B92-9A5E-2DF39A882EC4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6" name="pg3086">
                <a:extLst>
                  <a:ext uri="{FF2B5EF4-FFF2-40B4-BE49-F238E27FC236}">
                    <a16:creationId xmlns:a16="http://schemas.microsoft.com/office/drawing/2014/main" id="{9736BEBF-2BBB-8C37-0273-577E4638941C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7" name="pg3087">
                <a:extLst>
                  <a:ext uri="{FF2B5EF4-FFF2-40B4-BE49-F238E27FC236}">
                    <a16:creationId xmlns:a16="http://schemas.microsoft.com/office/drawing/2014/main" id="{BA7310C0-B308-3A9E-4E98-4AA36C0D8AF1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8" name="pg3088">
                <a:extLst>
                  <a:ext uri="{FF2B5EF4-FFF2-40B4-BE49-F238E27FC236}">
                    <a16:creationId xmlns:a16="http://schemas.microsoft.com/office/drawing/2014/main" id="{CC949E93-1522-861C-45C4-912FE247325C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9" name="pg3089">
                <a:extLst>
                  <a:ext uri="{FF2B5EF4-FFF2-40B4-BE49-F238E27FC236}">
                    <a16:creationId xmlns:a16="http://schemas.microsoft.com/office/drawing/2014/main" id="{31F765B2-B06A-6391-5D51-297D1BBD26A7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0" name="pg3090">
                <a:extLst>
                  <a:ext uri="{FF2B5EF4-FFF2-40B4-BE49-F238E27FC236}">
                    <a16:creationId xmlns:a16="http://schemas.microsoft.com/office/drawing/2014/main" id="{68D2A811-533D-FEC6-A17D-DFCBA9EAFB99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1" name="pg3091">
                <a:extLst>
                  <a:ext uri="{FF2B5EF4-FFF2-40B4-BE49-F238E27FC236}">
                    <a16:creationId xmlns:a16="http://schemas.microsoft.com/office/drawing/2014/main" id="{26DC78B5-8BBC-3D0E-0441-EB87FC20F57F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2" name="pg3092">
                <a:extLst>
                  <a:ext uri="{FF2B5EF4-FFF2-40B4-BE49-F238E27FC236}">
                    <a16:creationId xmlns:a16="http://schemas.microsoft.com/office/drawing/2014/main" id="{974E5D13-D18F-D3C2-EF0C-E815D91BBA07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3" name="pg3093">
                <a:extLst>
                  <a:ext uri="{FF2B5EF4-FFF2-40B4-BE49-F238E27FC236}">
                    <a16:creationId xmlns:a16="http://schemas.microsoft.com/office/drawing/2014/main" id="{FEBA85BA-C946-50D6-825A-F71D2A62F393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4" name="pg3094">
                <a:extLst>
                  <a:ext uri="{FF2B5EF4-FFF2-40B4-BE49-F238E27FC236}">
                    <a16:creationId xmlns:a16="http://schemas.microsoft.com/office/drawing/2014/main" id="{C95BCAD5-6C48-24BD-347E-AD63AA1C5305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5" name="pg3095">
                <a:extLst>
                  <a:ext uri="{FF2B5EF4-FFF2-40B4-BE49-F238E27FC236}">
                    <a16:creationId xmlns:a16="http://schemas.microsoft.com/office/drawing/2014/main" id="{A7C71626-1F89-DB7B-0DCD-29491BDE8EFA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6" name="pg3096">
                <a:extLst>
                  <a:ext uri="{FF2B5EF4-FFF2-40B4-BE49-F238E27FC236}">
                    <a16:creationId xmlns:a16="http://schemas.microsoft.com/office/drawing/2014/main" id="{36C036D4-4A73-A014-C3BD-AC6DFBD6D569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7" name="pg3097">
                <a:extLst>
                  <a:ext uri="{FF2B5EF4-FFF2-40B4-BE49-F238E27FC236}">
                    <a16:creationId xmlns:a16="http://schemas.microsoft.com/office/drawing/2014/main" id="{E16D73F1-F5DC-9D73-EDF4-3F80AD60253E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8" name="pg3098">
                <a:extLst>
                  <a:ext uri="{FF2B5EF4-FFF2-40B4-BE49-F238E27FC236}">
                    <a16:creationId xmlns:a16="http://schemas.microsoft.com/office/drawing/2014/main" id="{8C7231A5-D283-313E-C1D8-E74603B292B9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9" name="pg3099">
                <a:extLst>
                  <a:ext uri="{FF2B5EF4-FFF2-40B4-BE49-F238E27FC236}">
                    <a16:creationId xmlns:a16="http://schemas.microsoft.com/office/drawing/2014/main" id="{3891C288-FC59-112B-B41D-4CBB8F43D69C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0" name="pg3100">
                <a:extLst>
                  <a:ext uri="{FF2B5EF4-FFF2-40B4-BE49-F238E27FC236}">
                    <a16:creationId xmlns:a16="http://schemas.microsoft.com/office/drawing/2014/main" id="{AEBA102F-5B52-B1C6-057C-1286B18982FE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1" name="pg3101">
                <a:extLst>
                  <a:ext uri="{FF2B5EF4-FFF2-40B4-BE49-F238E27FC236}">
                    <a16:creationId xmlns:a16="http://schemas.microsoft.com/office/drawing/2014/main" id="{49E91015-F87A-1A6A-A35B-0550C328A95F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2" name="pg3102">
                <a:extLst>
                  <a:ext uri="{FF2B5EF4-FFF2-40B4-BE49-F238E27FC236}">
                    <a16:creationId xmlns:a16="http://schemas.microsoft.com/office/drawing/2014/main" id="{61C441C9-70CE-A941-F229-ED4DD9B355E6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3" name="pg3103">
                <a:extLst>
                  <a:ext uri="{FF2B5EF4-FFF2-40B4-BE49-F238E27FC236}">
                    <a16:creationId xmlns:a16="http://schemas.microsoft.com/office/drawing/2014/main" id="{7A9F825B-3B5E-5A30-BAE3-6F7B5DEAF504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4" name="pg3104">
                <a:extLst>
                  <a:ext uri="{FF2B5EF4-FFF2-40B4-BE49-F238E27FC236}">
                    <a16:creationId xmlns:a16="http://schemas.microsoft.com/office/drawing/2014/main" id="{1082053D-8DD4-AC41-3973-F637130E78E1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5" name="pg3105">
                <a:extLst>
                  <a:ext uri="{FF2B5EF4-FFF2-40B4-BE49-F238E27FC236}">
                    <a16:creationId xmlns:a16="http://schemas.microsoft.com/office/drawing/2014/main" id="{75A45249-12EC-890A-6465-EFB673C878CE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6" name="pg3106">
                <a:extLst>
                  <a:ext uri="{FF2B5EF4-FFF2-40B4-BE49-F238E27FC236}">
                    <a16:creationId xmlns:a16="http://schemas.microsoft.com/office/drawing/2014/main" id="{0AAA59FE-3FE2-5F2C-986F-0A79F1875CEB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7" name="pg3107">
                <a:extLst>
                  <a:ext uri="{FF2B5EF4-FFF2-40B4-BE49-F238E27FC236}">
                    <a16:creationId xmlns:a16="http://schemas.microsoft.com/office/drawing/2014/main" id="{4ACD13A9-A701-0710-D003-E90110CF251D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8" name="pg3108">
                <a:extLst>
                  <a:ext uri="{FF2B5EF4-FFF2-40B4-BE49-F238E27FC236}">
                    <a16:creationId xmlns:a16="http://schemas.microsoft.com/office/drawing/2014/main" id="{90167876-6163-6D56-EE67-F358A300AF49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9" name="pg3109">
                <a:extLst>
                  <a:ext uri="{FF2B5EF4-FFF2-40B4-BE49-F238E27FC236}">
                    <a16:creationId xmlns:a16="http://schemas.microsoft.com/office/drawing/2014/main" id="{12C791D8-C8E6-1402-F920-4369BC290D95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0" name="pg3110">
                <a:extLst>
                  <a:ext uri="{FF2B5EF4-FFF2-40B4-BE49-F238E27FC236}">
                    <a16:creationId xmlns:a16="http://schemas.microsoft.com/office/drawing/2014/main" id="{28AA126E-32EC-7A60-FBCB-D65FC500DDED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1" name="pg3111">
                <a:extLst>
                  <a:ext uri="{FF2B5EF4-FFF2-40B4-BE49-F238E27FC236}">
                    <a16:creationId xmlns:a16="http://schemas.microsoft.com/office/drawing/2014/main" id="{96A9FE30-2085-FE24-DCC9-DB5E8E71D896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2" name="pg3112">
                <a:extLst>
                  <a:ext uri="{FF2B5EF4-FFF2-40B4-BE49-F238E27FC236}">
                    <a16:creationId xmlns:a16="http://schemas.microsoft.com/office/drawing/2014/main" id="{C34A5DDC-8062-31A9-F86A-D2740024ED97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3" name="pg3113">
                <a:extLst>
                  <a:ext uri="{FF2B5EF4-FFF2-40B4-BE49-F238E27FC236}">
                    <a16:creationId xmlns:a16="http://schemas.microsoft.com/office/drawing/2014/main" id="{E1A5337E-868B-5E82-B2FD-4F38CA86377B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4" name="pg3114">
                <a:extLst>
                  <a:ext uri="{FF2B5EF4-FFF2-40B4-BE49-F238E27FC236}">
                    <a16:creationId xmlns:a16="http://schemas.microsoft.com/office/drawing/2014/main" id="{9916D3F4-3B6A-9DE6-8AFA-CE78B3848F10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5" name="pg3115">
                <a:extLst>
                  <a:ext uri="{FF2B5EF4-FFF2-40B4-BE49-F238E27FC236}">
                    <a16:creationId xmlns:a16="http://schemas.microsoft.com/office/drawing/2014/main" id="{72A3E1D2-31F7-1216-EBC4-B59C9687F6AD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6" name="pg3116">
                <a:extLst>
                  <a:ext uri="{FF2B5EF4-FFF2-40B4-BE49-F238E27FC236}">
                    <a16:creationId xmlns:a16="http://schemas.microsoft.com/office/drawing/2014/main" id="{DCD9EFDC-6A49-ACBA-4462-79A59E1B182A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7" name="pg3117">
                <a:extLst>
                  <a:ext uri="{FF2B5EF4-FFF2-40B4-BE49-F238E27FC236}">
                    <a16:creationId xmlns:a16="http://schemas.microsoft.com/office/drawing/2014/main" id="{10C0FF75-766F-564D-D38A-311C27FFC23C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8" name="pg3118">
                <a:extLst>
                  <a:ext uri="{FF2B5EF4-FFF2-40B4-BE49-F238E27FC236}">
                    <a16:creationId xmlns:a16="http://schemas.microsoft.com/office/drawing/2014/main" id="{2C480A2B-C8C4-4380-A31C-C172025AFCAC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9" name="pg3119">
                <a:extLst>
                  <a:ext uri="{FF2B5EF4-FFF2-40B4-BE49-F238E27FC236}">
                    <a16:creationId xmlns:a16="http://schemas.microsoft.com/office/drawing/2014/main" id="{F1787D17-55E5-6AAC-C616-D73525183312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0" name="pg3120">
                <a:extLst>
                  <a:ext uri="{FF2B5EF4-FFF2-40B4-BE49-F238E27FC236}">
                    <a16:creationId xmlns:a16="http://schemas.microsoft.com/office/drawing/2014/main" id="{C118B8B6-2416-39B1-B966-F261458EF35C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1" name="pg3121">
                <a:extLst>
                  <a:ext uri="{FF2B5EF4-FFF2-40B4-BE49-F238E27FC236}">
                    <a16:creationId xmlns:a16="http://schemas.microsoft.com/office/drawing/2014/main" id="{F641567B-C2F0-F07D-D720-A14A31263035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2" name="pg3122">
                <a:extLst>
                  <a:ext uri="{FF2B5EF4-FFF2-40B4-BE49-F238E27FC236}">
                    <a16:creationId xmlns:a16="http://schemas.microsoft.com/office/drawing/2014/main" id="{92D1AE8E-3773-B0B6-B7BA-3096FB9E2D93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3" name="pg3123">
                <a:extLst>
                  <a:ext uri="{FF2B5EF4-FFF2-40B4-BE49-F238E27FC236}">
                    <a16:creationId xmlns:a16="http://schemas.microsoft.com/office/drawing/2014/main" id="{1C818707-D413-4AEE-BF9B-7B33D4634C28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4" name="pg3124">
                <a:extLst>
                  <a:ext uri="{FF2B5EF4-FFF2-40B4-BE49-F238E27FC236}">
                    <a16:creationId xmlns:a16="http://schemas.microsoft.com/office/drawing/2014/main" id="{3607F1BB-8486-E722-859E-E441076C126E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5" name="pg3125">
                <a:extLst>
                  <a:ext uri="{FF2B5EF4-FFF2-40B4-BE49-F238E27FC236}">
                    <a16:creationId xmlns:a16="http://schemas.microsoft.com/office/drawing/2014/main" id="{83D3605E-69AF-867F-7055-1DB105577D34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6" name="pg3126">
                <a:extLst>
                  <a:ext uri="{FF2B5EF4-FFF2-40B4-BE49-F238E27FC236}">
                    <a16:creationId xmlns:a16="http://schemas.microsoft.com/office/drawing/2014/main" id="{92F125D0-93CA-9854-7E46-EB64417CB6D4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7" name="pg3127">
                <a:extLst>
                  <a:ext uri="{FF2B5EF4-FFF2-40B4-BE49-F238E27FC236}">
                    <a16:creationId xmlns:a16="http://schemas.microsoft.com/office/drawing/2014/main" id="{81B235C6-D719-6220-8CBD-C86C4C52948C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8" name="pg3128">
                <a:extLst>
                  <a:ext uri="{FF2B5EF4-FFF2-40B4-BE49-F238E27FC236}">
                    <a16:creationId xmlns:a16="http://schemas.microsoft.com/office/drawing/2014/main" id="{38C1B64A-7767-9166-B632-DEA93936D9B2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9" name="pg3129">
                <a:extLst>
                  <a:ext uri="{FF2B5EF4-FFF2-40B4-BE49-F238E27FC236}">
                    <a16:creationId xmlns:a16="http://schemas.microsoft.com/office/drawing/2014/main" id="{25D90E13-E634-583B-B15B-083B82C1A7D8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0" name="pg3130">
                <a:extLst>
                  <a:ext uri="{FF2B5EF4-FFF2-40B4-BE49-F238E27FC236}">
                    <a16:creationId xmlns:a16="http://schemas.microsoft.com/office/drawing/2014/main" id="{E9BF41A7-6110-76C3-A057-2ACB3A1AE50D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1" name="pg3131">
                <a:extLst>
                  <a:ext uri="{FF2B5EF4-FFF2-40B4-BE49-F238E27FC236}">
                    <a16:creationId xmlns:a16="http://schemas.microsoft.com/office/drawing/2014/main" id="{89C8FEA2-2BB4-50B1-5FB1-509584DC54B3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2" name="pg3132">
                <a:extLst>
                  <a:ext uri="{FF2B5EF4-FFF2-40B4-BE49-F238E27FC236}">
                    <a16:creationId xmlns:a16="http://schemas.microsoft.com/office/drawing/2014/main" id="{3C09A075-4D1E-9D44-7A8D-C56F23354DEA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3" name="pg3133">
                <a:extLst>
                  <a:ext uri="{FF2B5EF4-FFF2-40B4-BE49-F238E27FC236}">
                    <a16:creationId xmlns:a16="http://schemas.microsoft.com/office/drawing/2014/main" id="{7DC480B0-D066-9707-F001-594858523330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4" name="pg3134">
                <a:extLst>
                  <a:ext uri="{FF2B5EF4-FFF2-40B4-BE49-F238E27FC236}">
                    <a16:creationId xmlns:a16="http://schemas.microsoft.com/office/drawing/2014/main" id="{F348432C-CFAC-D346-02C6-166E1E90529E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5" name="pg3135">
                <a:extLst>
                  <a:ext uri="{FF2B5EF4-FFF2-40B4-BE49-F238E27FC236}">
                    <a16:creationId xmlns:a16="http://schemas.microsoft.com/office/drawing/2014/main" id="{7910C1EC-E026-11DA-3058-E717EC8AD201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6" name="pg3136">
                <a:extLst>
                  <a:ext uri="{FF2B5EF4-FFF2-40B4-BE49-F238E27FC236}">
                    <a16:creationId xmlns:a16="http://schemas.microsoft.com/office/drawing/2014/main" id="{2273D460-273F-430E-2FE3-48E722F6108C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7" name="pg3137">
                <a:extLst>
                  <a:ext uri="{FF2B5EF4-FFF2-40B4-BE49-F238E27FC236}">
                    <a16:creationId xmlns:a16="http://schemas.microsoft.com/office/drawing/2014/main" id="{051F2971-7AA6-4A20-0C9E-9745DC9DE713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8" name="pg3138">
                <a:extLst>
                  <a:ext uri="{FF2B5EF4-FFF2-40B4-BE49-F238E27FC236}">
                    <a16:creationId xmlns:a16="http://schemas.microsoft.com/office/drawing/2014/main" id="{9298DA90-84E4-79C9-E556-2FC6666EA4CE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9" name="pg3139">
                <a:extLst>
                  <a:ext uri="{FF2B5EF4-FFF2-40B4-BE49-F238E27FC236}">
                    <a16:creationId xmlns:a16="http://schemas.microsoft.com/office/drawing/2014/main" id="{4BB1A8CA-4B7A-99B4-CFE4-61F739436E74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0" name="pg3140">
                <a:extLst>
                  <a:ext uri="{FF2B5EF4-FFF2-40B4-BE49-F238E27FC236}">
                    <a16:creationId xmlns:a16="http://schemas.microsoft.com/office/drawing/2014/main" id="{8AEAA5ED-9BDF-D020-94B2-682FCF157FE7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1" name="pg3141">
                <a:extLst>
                  <a:ext uri="{FF2B5EF4-FFF2-40B4-BE49-F238E27FC236}">
                    <a16:creationId xmlns:a16="http://schemas.microsoft.com/office/drawing/2014/main" id="{DBFE015A-E221-E942-203A-2E8743CE0FCA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2" name="pg3142">
                <a:extLst>
                  <a:ext uri="{FF2B5EF4-FFF2-40B4-BE49-F238E27FC236}">
                    <a16:creationId xmlns:a16="http://schemas.microsoft.com/office/drawing/2014/main" id="{FF86AC0A-F348-B6D5-BE49-3C6EE8159804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3" name="pg3143">
                <a:extLst>
                  <a:ext uri="{FF2B5EF4-FFF2-40B4-BE49-F238E27FC236}">
                    <a16:creationId xmlns:a16="http://schemas.microsoft.com/office/drawing/2014/main" id="{402ACABF-13F8-B34F-D5E9-1B2FD7960148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4" name="pg3144">
                <a:extLst>
                  <a:ext uri="{FF2B5EF4-FFF2-40B4-BE49-F238E27FC236}">
                    <a16:creationId xmlns:a16="http://schemas.microsoft.com/office/drawing/2014/main" id="{7AA2C212-C41B-3438-C5B0-78AF4FAAD92B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5" name="pg3145">
                <a:extLst>
                  <a:ext uri="{FF2B5EF4-FFF2-40B4-BE49-F238E27FC236}">
                    <a16:creationId xmlns:a16="http://schemas.microsoft.com/office/drawing/2014/main" id="{8F9A1FDF-674F-5911-EDE9-57CF661492E5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6" name="pg3146">
                <a:extLst>
                  <a:ext uri="{FF2B5EF4-FFF2-40B4-BE49-F238E27FC236}">
                    <a16:creationId xmlns:a16="http://schemas.microsoft.com/office/drawing/2014/main" id="{4E653D6D-0060-2033-EB12-3F2B7E819A1D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7" name="pg3147">
                <a:extLst>
                  <a:ext uri="{FF2B5EF4-FFF2-40B4-BE49-F238E27FC236}">
                    <a16:creationId xmlns:a16="http://schemas.microsoft.com/office/drawing/2014/main" id="{369A7F36-1DF8-91B9-BDAA-2B60AE664014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8" name="pg3148">
                <a:extLst>
                  <a:ext uri="{FF2B5EF4-FFF2-40B4-BE49-F238E27FC236}">
                    <a16:creationId xmlns:a16="http://schemas.microsoft.com/office/drawing/2014/main" id="{84563B0F-6ACE-73BD-D1A5-92B821CD7FB7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9" name="pg3149">
                <a:extLst>
                  <a:ext uri="{FF2B5EF4-FFF2-40B4-BE49-F238E27FC236}">
                    <a16:creationId xmlns:a16="http://schemas.microsoft.com/office/drawing/2014/main" id="{BBEACA58-E8D3-A36C-0DF6-09FFC762A176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0" name="pg3150">
                <a:extLst>
                  <a:ext uri="{FF2B5EF4-FFF2-40B4-BE49-F238E27FC236}">
                    <a16:creationId xmlns:a16="http://schemas.microsoft.com/office/drawing/2014/main" id="{2A7A26B9-4E9A-119D-7AF4-13127C812310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1" name="pg3151">
                <a:extLst>
                  <a:ext uri="{FF2B5EF4-FFF2-40B4-BE49-F238E27FC236}">
                    <a16:creationId xmlns:a16="http://schemas.microsoft.com/office/drawing/2014/main" id="{ED339500-2C4A-8ECC-1428-DBADC7465498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2" name="pg3152">
                <a:extLst>
                  <a:ext uri="{FF2B5EF4-FFF2-40B4-BE49-F238E27FC236}">
                    <a16:creationId xmlns:a16="http://schemas.microsoft.com/office/drawing/2014/main" id="{7E4AEB15-7BD3-3961-76B5-30A2CB77C8C2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3" name="pg3153">
                <a:extLst>
                  <a:ext uri="{FF2B5EF4-FFF2-40B4-BE49-F238E27FC236}">
                    <a16:creationId xmlns:a16="http://schemas.microsoft.com/office/drawing/2014/main" id="{1B12F07A-A661-B723-CA55-AB36ECDFA3A1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4" name="pg3154">
                <a:extLst>
                  <a:ext uri="{FF2B5EF4-FFF2-40B4-BE49-F238E27FC236}">
                    <a16:creationId xmlns:a16="http://schemas.microsoft.com/office/drawing/2014/main" id="{FB8AF84A-5BC3-3DC3-6E9D-C48D66993756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5" name="pg3155">
                <a:extLst>
                  <a:ext uri="{FF2B5EF4-FFF2-40B4-BE49-F238E27FC236}">
                    <a16:creationId xmlns:a16="http://schemas.microsoft.com/office/drawing/2014/main" id="{91DBDA91-7CFD-D8A0-A05F-C80613186D63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6" name="pg3156">
                <a:extLst>
                  <a:ext uri="{FF2B5EF4-FFF2-40B4-BE49-F238E27FC236}">
                    <a16:creationId xmlns:a16="http://schemas.microsoft.com/office/drawing/2014/main" id="{95DE5311-C68A-A790-6986-0D59818424E3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7" name="pg3157">
                <a:extLst>
                  <a:ext uri="{FF2B5EF4-FFF2-40B4-BE49-F238E27FC236}">
                    <a16:creationId xmlns:a16="http://schemas.microsoft.com/office/drawing/2014/main" id="{831B04F9-EC3D-ACDE-D146-71676508A62D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8" name="pg3158">
                <a:extLst>
                  <a:ext uri="{FF2B5EF4-FFF2-40B4-BE49-F238E27FC236}">
                    <a16:creationId xmlns:a16="http://schemas.microsoft.com/office/drawing/2014/main" id="{BC411EB8-3AB6-0E62-ADEF-9400962784DB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9" name="pg3159">
                <a:extLst>
                  <a:ext uri="{FF2B5EF4-FFF2-40B4-BE49-F238E27FC236}">
                    <a16:creationId xmlns:a16="http://schemas.microsoft.com/office/drawing/2014/main" id="{431A97A6-97EA-B8FF-52C7-4B6FA05A47FE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0" name="pg3160">
                <a:extLst>
                  <a:ext uri="{FF2B5EF4-FFF2-40B4-BE49-F238E27FC236}">
                    <a16:creationId xmlns:a16="http://schemas.microsoft.com/office/drawing/2014/main" id="{577BFC3E-C974-C121-8B72-B097F43F17E0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1" name="pg3161">
                <a:extLst>
                  <a:ext uri="{FF2B5EF4-FFF2-40B4-BE49-F238E27FC236}">
                    <a16:creationId xmlns:a16="http://schemas.microsoft.com/office/drawing/2014/main" id="{294797B2-EC2E-6D58-9645-1EF8F9D6403D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2" name="pg3162">
                <a:extLst>
                  <a:ext uri="{FF2B5EF4-FFF2-40B4-BE49-F238E27FC236}">
                    <a16:creationId xmlns:a16="http://schemas.microsoft.com/office/drawing/2014/main" id="{BE4F13F7-E244-532E-882D-13DA4E401A34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3" name="pg3163">
                <a:extLst>
                  <a:ext uri="{FF2B5EF4-FFF2-40B4-BE49-F238E27FC236}">
                    <a16:creationId xmlns:a16="http://schemas.microsoft.com/office/drawing/2014/main" id="{B0A73E84-9774-C74F-C8B6-A006A6D4052D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4" name="pg3164">
                <a:extLst>
                  <a:ext uri="{FF2B5EF4-FFF2-40B4-BE49-F238E27FC236}">
                    <a16:creationId xmlns:a16="http://schemas.microsoft.com/office/drawing/2014/main" id="{D155C591-C56B-4AF2-7642-AE227B5A4392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5" name="pg3165">
                <a:extLst>
                  <a:ext uri="{FF2B5EF4-FFF2-40B4-BE49-F238E27FC236}">
                    <a16:creationId xmlns:a16="http://schemas.microsoft.com/office/drawing/2014/main" id="{127C1E67-EA79-A5F3-80A0-8C8D359A0A8F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6" name="pg3166">
                <a:extLst>
                  <a:ext uri="{FF2B5EF4-FFF2-40B4-BE49-F238E27FC236}">
                    <a16:creationId xmlns:a16="http://schemas.microsoft.com/office/drawing/2014/main" id="{7ED9C1D0-24C4-DF83-B069-C0451BC7FBD2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7" name="pg3167">
                <a:extLst>
                  <a:ext uri="{FF2B5EF4-FFF2-40B4-BE49-F238E27FC236}">
                    <a16:creationId xmlns:a16="http://schemas.microsoft.com/office/drawing/2014/main" id="{2B90145E-3450-FCE2-5133-7BBF41F7B289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8" name="pg3168">
                <a:extLst>
                  <a:ext uri="{FF2B5EF4-FFF2-40B4-BE49-F238E27FC236}">
                    <a16:creationId xmlns:a16="http://schemas.microsoft.com/office/drawing/2014/main" id="{D0CAC90A-839B-FA1C-77A0-795910FCF905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9" name="pg3169">
                <a:extLst>
                  <a:ext uri="{FF2B5EF4-FFF2-40B4-BE49-F238E27FC236}">
                    <a16:creationId xmlns:a16="http://schemas.microsoft.com/office/drawing/2014/main" id="{8F80B0F1-59DB-5B0E-002A-DB04D86B3F98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0" name="pg3170">
                <a:extLst>
                  <a:ext uri="{FF2B5EF4-FFF2-40B4-BE49-F238E27FC236}">
                    <a16:creationId xmlns:a16="http://schemas.microsoft.com/office/drawing/2014/main" id="{6C940401-03AB-BBED-5DCB-2CA48C0C97FB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1" name="pg3171">
                <a:extLst>
                  <a:ext uri="{FF2B5EF4-FFF2-40B4-BE49-F238E27FC236}">
                    <a16:creationId xmlns:a16="http://schemas.microsoft.com/office/drawing/2014/main" id="{7719D3FE-5C08-F893-0200-A2ECF522E114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2" name="pg3172">
                <a:extLst>
                  <a:ext uri="{FF2B5EF4-FFF2-40B4-BE49-F238E27FC236}">
                    <a16:creationId xmlns:a16="http://schemas.microsoft.com/office/drawing/2014/main" id="{163E6E03-FEAA-616D-BA3A-E81C5091C9FC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3" name="pg3173">
                <a:extLst>
                  <a:ext uri="{FF2B5EF4-FFF2-40B4-BE49-F238E27FC236}">
                    <a16:creationId xmlns:a16="http://schemas.microsoft.com/office/drawing/2014/main" id="{FC3BC264-AEEE-036F-DE69-0AF415BD6034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4" name="pg3174">
                <a:extLst>
                  <a:ext uri="{FF2B5EF4-FFF2-40B4-BE49-F238E27FC236}">
                    <a16:creationId xmlns:a16="http://schemas.microsoft.com/office/drawing/2014/main" id="{06EE535E-9620-4D98-3D12-12C3F53A72A4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5" name="pg3175">
                <a:extLst>
                  <a:ext uri="{FF2B5EF4-FFF2-40B4-BE49-F238E27FC236}">
                    <a16:creationId xmlns:a16="http://schemas.microsoft.com/office/drawing/2014/main" id="{ED16DDCF-DFE6-69CD-E59C-4FE8BA4092FD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6" name="pg3176">
                <a:extLst>
                  <a:ext uri="{FF2B5EF4-FFF2-40B4-BE49-F238E27FC236}">
                    <a16:creationId xmlns:a16="http://schemas.microsoft.com/office/drawing/2014/main" id="{50F20628-5730-9FAA-E33B-1689036501DF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7" name="pg3177">
                <a:extLst>
                  <a:ext uri="{FF2B5EF4-FFF2-40B4-BE49-F238E27FC236}">
                    <a16:creationId xmlns:a16="http://schemas.microsoft.com/office/drawing/2014/main" id="{66CF7DC0-0C0C-89B1-3FFD-6595CFFEC350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8" name="pg3178">
                <a:extLst>
                  <a:ext uri="{FF2B5EF4-FFF2-40B4-BE49-F238E27FC236}">
                    <a16:creationId xmlns:a16="http://schemas.microsoft.com/office/drawing/2014/main" id="{5AC5CC32-5A81-DA99-358B-021CAA4428DB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9" name="pg3179">
                <a:extLst>
                  <a:ext uri="{FF2B5EF4-FFF2-40B4-BE49-F238E27FC236}">
                    <a16:creationId xmlns:a16="http://schemas.microsoft.com/office/drawing/2014/main" id="{B21E4633-AA48-011F-08BB-673263FF245F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0" name="pg3180">
                <a:extLst>
                  <a:ext uri="{FF2B5EF4-FFF2-40B4-BE49-F238E27FC236}">
                    <a16:creationId xmlns:a16="http://schemas.microsoft.com/office/drawing/2014/main" id="{6DD32A78-98F2-07DD-D9F2-4120F46AFFA2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1" name="pg3181">
                <a:extLst>
                  <a:ext uri="{FF2B5EF4-FFF2-40B4-BE49-F238E27FC236}">
                    <a16:creationId xmlns:a16="http://schemas.microsoft.com/office/drawing/2014/main" id="{74B2F004-2D58-CFF8-44F1-86CEA13A41C7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2" name="pg3182">
                <a:extLst>
                  <a:ext uri="{FF2B5EF4-FFF2-40B4-BE49-F238E27FC236}">
                    <a16:creationId xmlns:a16="http://schemas.microsoft.com/office/drawing/2014/main" id="{54400FFC-B873-850C-6320-AD8F117199E6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3" name="pg3183">
                <a:extLst>
                  <a:ext uri="{FF2B5EF4-FFF2-40B4-BE49-F238E27FC236}">
                    <a16:creationId xmlns:a16="http://schemas.microsoft.com/office/drawing/2014/main" id="{477F9181-9656-DA2E-A17D-706FE29BB299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4" name="pg3184">
                <a:extLst>
                  <a:ext uri="{FF2B5EF4-FFF2-40B4-BE49-F238E27FC236}">
                    <a16:creationId xmlns:a16="http://schemas.microsoft.com/office/drawing/2014/main" id="{333A1DFB-F477-325B-8944-6BCE379E298A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5" name="pg3185">
                <a:extLst>
                  <a:ext uri="{FF2B5EF4-FFF2-40B4-BE49-F238E27FC236}">
                    <a16:creationId xmlns:a16="http://schemas.microsoft.com/office/drawing/2014/main" id="{7208B4B7-70FA-6F7A-499E-D1535DA98FBD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6" name="pg3186">
                <a:extLst>
                  <a:ext uri="{FF2B5EF4-FFF2-40B4-BE49-F238E27FC236}">
                    <a16:creationId xmlns:a16="http://schemas.microsoft.com/office/drawing/2014/main" id="{8F242A22-0C78-227D-57B7-49116733F56C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7" name="pg3187">
                <a:extLst>
                  <a:ext uri="{FF2B5EF4-FFF2-40B4-BE49-F238E27FC236}">
                    <a16:creationId xmlns:a16="http://schemas.microsoft.com/office/drawing/2014/main" id="{8B65123F-93D6-063E-783A-23D83B6EC7F7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8" name="pg3188">
                <a:extLst>
                  <a:ext uri="{FF2B5EF4-FFF2-40B4-BE49-F238E27FC236}">
                    <a16:creationId xmlns:a16="http://schemas.microsoft.com/office/drawing/2014/main" id="{8AD10DAB-D2C6-76D2-8E36-418165203822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9" name="pg3189">
                <a:extLst>
                  <a:ext uri="{FF2B5EF4-FFF2-40B4-BE49-F238E27FC236}">
                    <a16:creationId xmlns:a16="http://schemas.microsoft.com/office/drawing/2014/main" id="{50F9EE64-2234-1A89-C27F-8F562B9E7C96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0" name="pg3190">
                <a:extLst>
                  <a:ext uri="{FF2B5EF4-FFF2-40B4-BE49-F238E27FC236}">
                    <a16:creationId xmlns:a16="http://schemas.microsoft.com/office/drawing/2014/main" id="{B3BF74E3-BC6F-BCDE-6CDE-0FE8A2BE245D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1" name="pg3191">
                <a:extLst>
                  <a:ext uri="{FF2B5EF4-FFF2-40B4-BE49-F238E27FC236}">
                    <a16:creationId xmlns:a16="http://schemas.microsoft.com/office/drawing/2014/main" id="{B83640C5-D4BD-C0B9-8F16-25538E465FD7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2" name="pg3192">
                <a:extLst>
                  <a:ext uri="{FF2B5EF4-FFF2-40B4-BE49-F238E27FC236}">
                    <a16:creationId xmlns:a16="http://schemas.microsoft.com/office/drawing/2014/main" id="{347B8B1E-1EC4-34B9-C7E0-29C283A83172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3" name="pg3193">
                <a:extLst>
                  <a:ext uri="{FF2B5EF4-FFF2-40B4-BE49-F238E27FC236}">
                    <a16:creationId xmlns:a16="http://schemas.microsoft.com/office/drawing/2014/main" id="{09CD3986-705C-4227-B178-71B2804A2ACC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4" name="pg3194">
                <a:extLst>
                  <a:ext uri="{FF2B5EF4-FFF2-40B4-BE49-F238E27FC236}">
                    <a16:creationId xmlns:a16="http://schemas.microsoft.com/office/drawing/2014/main" id="{67FB6FFD-C80E-C595-4C49-F56A496EA809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5" name="pg3195">
                <a:extLst>
                  <a:ext uri="{FF2B5EF4-FFF2-40B4-BE49-F238E27FC236}">
                    <a16:creationId xmlns:a16="http://schemas.microsoft.com/office/drawing/2014/main" id="{A1A399A6-564E-64E7-E96F-F1FD445BDE84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6" name="pg3196">
                <a:extLst>
                  <a:ext uri="{FF2B5EF4-FFF2-40B4-BE49-F238E27FC236}">
                    <a16:creationId xmlns:a16="http://schemas.microsoft.com/office/drawing/2014/main" id="{9EC0E707-9ACD-8C53-BA38-C6ACD19143D7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7" name="pg3197">
                <a:extLst>
                  <a:ext uri="{FF2B5EF4-FFF2-40B4-BE49-F238E27FC236}">
                    <a16:creationId xmlns:a16="http://schemas.microsoft.com/office/drawing/2014/main" id="{F992E23C-42FE-6E70-018B-39E445F60DDD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8" name="pg3198">
                <a:extLst>
                  <a:ext uri="{FF2B5EF4-FFF2-40B4-BE49-F238E27FC236}">
                    <a16:creationId xmlns:a16="http://schemas.microsoft.com/office/drawing/2014/main" id="{C09BB573-09B6-0E4E-7F94-1E793B09A19A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9" name="pg3199">
                <a:extLst>
                  <a:ext uri="{FF2B5EF4-FFF2-40B4-BE49-F238E27FC236}">
                    <a16:creationId xmlns:a16="http://schemas.microsoft.com/office/drawing/2014/main" id="{E4A13EB1-6F1B-C089-30DD-416329315DBE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0" name="pg3200">
                <a:extLst>
                  <a:ext uri="{FF2B5EF4-FFF2-40B4-BE49-F238E27FC236}">
                    <a16:creationId xmlns:a16="http://schemas.microsoft.com/office/drawing/2014/main" id="{68FF68FA-E2B9-1E8A-8828-252A65EA146D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1" name="pg3201">
                <a:extLst>
                  <a:ext uri="{FF2B5EF4-FFF2-40B4-BE49-F238E27FC236}">
                    <a16:creationId xmlns:a16="http://schemas.microsoft.com/office/drawing/2014/main" id="{0DEF65FD-B5F0-9595-96A2-7310F5D7A565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2" name="pg3202">
                <a:extLst>
                  <a:ext uri="{FF2B5EF4-FFF2-40B4-BE49-F238E27FC236}">
                    <a16:creationId xmlns:a16="http://schemas.microsoft.com/office/drawing/2014/main" id="{1D1B12E1-62D0-815B-F9B5-7A9454C2E6A6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3" name="pg3203">
                <a:extLst>
                  <a:ext uri="{FF2B5EF4-FFF2-40B4-BE49-F238E27FC236}">
                    <a16:creationId xmlns:a16="http://schemas.microsoft.com/office/drawing/2014/main" id="{745B4AFF-069C-CDA9-EA55-2CDD708A506A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4" name="pg3204">
                <a:extLst>
                  <a:ext uri="{FF2B5EF4-FFF2-40B4-BE49-F238E27FC236}">
                    <a16:creationId xmlns:a16="http://schemas.microsoft.com/office/drawing/2014/main" id="{F1F31952-EF1D-AA2D-0453-C91FC3FF27A0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5" name="pg3205">
                <a:extLst>
                  <a:ext uri="{FF2B5EF4-FFF2-40B4-BE49-F238E27FC236}">
                    <a16:creationId xmlns:a16="http://schemas.microsoft.com/office/drawing/2014/main" id="{D7E78D75-F1E8-DBBA-12F1-8CF2348B92FB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6" name="pg3206">
                <a:extLst>
                  <a:ext uri="{FF2B5EF4-FFF2-40B4-BE49-F238E27FC236}">
                    <a16:creationId xmlns:a16="http://schemas.microsoft.com/office/drawing/2014/main" id="{4ED83D3B-BE3E-FD5F-7896-FE02EBB8B7A1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7" name="pg3207">
                <a:extLst>
                  <a:ext uri="{FF2B5EF4-FFF2-40B4-BE49-F238E27FC236}">
                    <a16:creationId xmlns:a16="http://schemas.microsoft.com/office/drawing/2014/main" id="{D59A6A90-DA7F-E1F1-593C-7F1069622B93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8" name="pg3208">
                <a:extLst>
                  <a:ext uri="{FF2B5EF4-FFF2-40B4-BE49-F238E27FC236}">
                    <a16:creationId xmlns:a16="http://schemas.microsoft.com/office/drawing/2014/main" id="{9F8E2E3D-C4E8-9FFA-BAFB-BBDFD05A3DE9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9" name="pg3209">
                <a:extLst>
                  <a:ext uri="{FF2B5EF4-FFF2-40B4-BE49-F238E27FC236}">
                    <a16:creationId xmlns:a16="http://schemas.microsoft.com/office/drawing/2014/main" id="{B08155CE-8B8A-84DB-0981-12F3D4FA860B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0" name="pg3210">
                <a:extLst>
                  <a:ext uri="{FF2B5EF4-FFF2-40B4-BE49-F238E27FC236}">
                    <a16:creationId xmlns:a16="http://schemas.microsoft.com/office/drawing/2014/main" id="{E52D829F-0B10-5C0B-1401-CE9D8FDAE9D5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1" name="pg3211">
                <a:extLst>
                  <a:ext uri="{FF2B5EF4-FFF2-40B4-BE49-F238E27FC236}">
                    <a16:creationId xmlns:a16="http://schemas.microsoft.com/office/drawing/2014/main" id="{0F23FB4D-7B6A-5E0E-D7F8-B939E8020F1D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2" name="pg3212">
                <a:extLst>
                  <a:ext uri="{FF2B5EF4-FFF2-40B4-BE49-F238E27FC236}">
                    <a16:creationId xmlns:a16="http://schemas.microsoft.com/office/drawing/2014/main" id="{BFE8BF49-AA51-F534-BA68-E3D599183B4F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3" name="pg3213">
                <a:extLst>
                  <a:ext uri="{FF2B5EF4-FFF2-40B4-BE49-F238E27FC236}">
                    <a16:creationId xmlns:a16="http://schemas.microsoft.com/office/drawing/2014/main" id="{3EEAA951-6BC8-64D5-F5A4-E4570DCBCB76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4" name="pg3214">
                <a:extLst>
                  <a:ext uri="{FF2B5EF4-FFF2-40B4-BE49-F238E27FC236}">
                    <a16:creationId xmlns:a16="http://schemas.microsoft.com/office/drawing/2014/main" id="{CB0345A4-E921-3462-7B84-BD4160543443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5" name="pg3215">
                <a:extLst>
                  <a:ext uri="{FF2B5EF4-FFF2-40B4-BE49-F238E27FC236}">
                    <a16:creationId xmlns:a16="http://schemas.microsoft.com/office/drawing/2014/main" id="{A01672D9-5F6E-D74B-E470-E72DB7F2C659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6" name="pg3216">
                <a:extLst>
                  <a:ext uri="{FF2B5EF4-FFF2-40B4-BE49-F238E27FC236}">
                    <a16:creationId xmlns:a16="http://schemas.microsoft.com/office/drawing/2014/main" id="{A0F7ABC4-F223-8FE7-C16C-B53FA64FD8B5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7" name="pg3217">
                <a:extLst>
                  <a:ext uri="{FF2B5EF4-FFF2-40B4-BE49-F238E27FC236}">
                    <a16:creationId xmlns:a16="http://schemas.microsoft.com/office/drawing/2014/main" id="{7D5B693B-E139-D773-D46B-1C3CD3BEAAA1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8" name="pg3218">
                <a:extLst>
                  <a:ext uri="{FF2B5EF4-FFF2-40B4-BE49-F238E27FC236}">
                    <a16:creationId xmlns:a16="http://schemas.microsoft.com/office/drawing/2014/main" id="{C175B337-3371-FD73-81A2-C1D095ADA656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9" name="pg3219">
                <a:extLst>
                  <a:ext uri="{FF2B5EF4-FFF2-40B4-BE49-F238E27FC236}">
                    <a16:creationId xmlns:a16="http://schemas.microsoft.com/office/drawing/2014/main" id="{65FF26A5-8786-0495-AD1A-F82264CD4784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0" name="pg3220">
                <a:extLst>
                  <a:ext uri="{FF2B5EF4-FFF2-40B4-BE49-F238E27FC236}">
                    <a16:creationId xmlns:a16="http://schemas.microsoft.com/office/drawing/2014/main" id="{2843342C-E2A9-FADE-71AE-A551EFC4ABF3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1" name="pg3221">
                <a:extLst>
                  <a:ext uri="{FF2B5EF4-FFF2-40B4-BE49-F238E27FC236}">
                    <a16:creationId xmlns:a16="http://schemas.microsoft.com/office/drawing/2014/main" id="{5692921A-4679-CFCE-9AFF-BF7C00DD9D15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2" name="pg3222">
                <a:extLst>
                  <a:ext uri="{FF2B5EF4-FFF2-40B4-BE49-F238E27FC236}">
                    <a16:creationId xmlns:a16="http://schemas.microsoft.com/office/drawing/2014/main" id="{6B0D9405-88A1-5047-6962-560401CD9F7A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3" name="pg3223">
                <a:extLst>
                  <a:ext uri="{FF2B5EF4-FFF2-40B4-BE49-F238E27FC236}">
                    <a16:creationId xmlns:a16="http://schemas.microsoft.com/office/drawing/2014/main" id="{ECFE2493-856A-E9E9-5288-F141A817ED0F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4" name="pg3224">
                <a:extLst>
                  <a:ext uri="{FF2B5EF4-FFF2-40B4-BE49-F238E27FC236}">
                    <a16:creationId xmlns:a16="http://schemas.microsoft.com/office/drawing/2014/main" id="{372AC21F-BBB6-5A31-D303-13E4E3E9020B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5" name="pg3225">
                <a:extLst>
                  <a:ext uri="{FF2B5EF4-FFF2-40B4-BE49-F238E27FC236}">
                    <a16:creationId xmlns:a16="http://schemas.microsoft.com/office/drawing/2014/main" id="{784D1CA9-6CD3-7CCA-FE85-43F216A8AFCE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6" name="pg3226">
                <a:extLst>
                  <a:ext uri="{FF2B5EF4-FFF2-40B4-BE49-F238E27FC236}">
                    <a16:creationId xmlns:a16="http://schemas.microsoft.com/office/drawing/2014/main" id="{2D359E8D-AEF3-3066-4448-7CD18A95C77C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7" name="pg3227">
                <a:extLst>
                  <a:ext uri="{FF2B5EF4-FFF2-40B4-BE49-F238E27FC236}">
                    <a16:creationId xmlns:a16="http://schemas.microsoft.com/office/drawing/2014/main" id="{1545387F-7E2E-0B97-8639-4F3BCDCA2180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8" name="pg3228">
                <a:extLst>
                  <a:ext uri="{FF2B5EF4-FFF2-40B4-BE49-F238E27FC236}">
                    <a16:creationId xmlns:a16="http://schemas.microsoft.com/office/drawing/2014/main" id="{BF4E7015-E879-379D-3770-6A80C7D70B3B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9" name="pg3229">
                <a:extLst>
                  <a:ext uri="{FF2B5EF4-FFF2-40B4-BE49-F238E27FC236}">
                    <a16:creationId xmlns:a16="http://schemas.microsoft.com/office/drawing/2014/main" id="{1BC7FB53-0E78-B433-14C7-DA54E265646E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0" name="pg3230">
                <a:extLst>
                  <a:ext uri="{FF2B5EF4-FFF2-40B4-BE49-F238E27FC236}">
                    <a16:creationId xmlns:a16="http://schemas.microsoft.com/office/drawing/2014/main" id="{B960F8B1-B7BF-0D44-FC7C-0EA69B159D4D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1" name="pg3231">
                <a:extLst>
                  <a:ext uri="{FF2B5EF4-FFF2-40B4-BE49-F238E27FC236}">
                    <a16:creationId xmlns:a16="http://schemas.microsoft.com/office/drawing/2014/main" id="{F9ABF513-DAD6-FC49-5834-277891F395CA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2" name="pg3232">
                <a:extLst>
                  <a:ext uri="{FF2B5EF4-FFF2-40B4-BE49-F238E27FC236}">
                    <a16:creationId xmlns:a16="http://schemas.microsoft.com/office/drawing/2014/main" id="{4F0EE85A-758C-6E66-7EFB-72ECF436F4C3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3" name="pg3233">
                <a:extLst>
                  <a:ext uri="{FF2B5EF4-FFF2-40B4-BE49-F238E27FC236}">
                    <a16:creationId xmlns:a16="http://schemas.microsoft.com/office/drawing/2014/main" id="{C7A6B3DC-E259-4FF2-B531-D3EE44ACD3DF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4" name="pg3234">
                <a:extLst>
                  <a:ext uri="{FF2B5EF4-FFF2-40B4-BE49-F238E27FC236}">
                    <a16:creationId xmlns:a16="http://schemas.microsoft.com/office/drawing/2014/main" id="{89F7EFA2-063D-315F-3C4B-4A321A4A2C74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5" name="pg3235">
                <a:extLst>
                  <a:ext uri="{FF2B5EF4-FFF2-40B4-BE49-F238E27FC236}">
                    <a16:creationId xmlns:a16="http://schemas.microsoft.com/office/drawing/2014/main" id="{E7FAFBB5-684B-9138-636F-F42611E09144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6" name="pg3236">
                <a:extLst>
                  <a:ext uri="{FF2B5EF4-FFF2-40B4-BE49-F238E27FC236}">
                    <a16:creationId xmlns:a16="http://schemas.microsoft.com/office/drawing/2014/main" id="{82A60C46-8F82-901B-BAC7-CE77E4FF9B23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7" name="pg3237">
                <a:extLst>
                  <a:ext uri="{FF2B5EF4-FFF2-40B4-BE49-F238E27FC236}">
                    <a16:creationId xmlns:a16="http://schemas.microsoft.com/office/drawing/2014/main" id="{AADFF86A-6228-CBCF-B6A1-BEAE4F20404C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8" name="pg3238">
                <a:extLst>
                  <a:ext uri="{FF2B5EF4-FFF2-40B4-BE49-F238E27FC236}">
                    <a16:creationId xmlns:a16="http://schemas.microsoft.com/office/drawing/2014/main" id="{B365D1AF-542B-E690-9759-8C91BA581EAF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9" name="pg3239">
                <a:extLst>
                  <a:ext uri="{FF2B5EF4-FFF2-40B4-BE49-F238E27FC236}">
                    <a16:creationId xmlns:a16="http://schemas.microsoft.com/office/drawing/2014/main" id="{FE0AE7ED-A815-0121-4FAA-4F16ECC7C4AC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0" name="pg3240">
                <a:extLst>
                  <a:ext uri="{FF2B5EF4-FFF2-40B4-BE49-F238E27FC236}">
                    <a16:creationId xmlns:a16="http://schemas.microsoft.com/office/drawing/2014/main" id="{FFC0A1F9-39A6-D272-CEEF-977D09CB68EC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1" name="pg3241">
                <a:extLst>
                  <a:ext uri="{FF2B5EF4-FFF2-40B4-BE49-F238E27FC236}">
                    <a16:creationId xmlns:a16="http://schemas.microsoft.com/office/drawing/2014/main" id="{4B11D8EF-8C9D-BE7C-FB4E-B47FF139F45A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2" name="pg3242">
                <a:extLst>
                  <a:ext uri="{FF2B5EF4-FFF2-40B4-BE49-F238E27FC236}">
                    <a16:creationId xmlns:a16="http://schemas.microsoft.com/office/drawing/2014/main" id="{032F2D3B-97A6-5785-B2C3-3BE7A80604A9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3" name="pg3243">
                <a:extLst>
                  <a:ext uri="{FF2B5EF4-FFF2-40B4-BE49-F238E27FC236}">
                    <a16:creationId xmlns:a16="http://schemas.microsoft.com/office/drawing/2014/main" id="{9871CAAF-4116-2783-1CFA-F419D10DC93D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4" name="pg3244">
                <a:extLst>
                  <a:ext uri="{FF2B5EF4-FFF2-40B4-BE49-F238E27FC236}">
                    <a16:creationId xmlns:a16="http://schemas.microsoft.com/office/drawing/2014/main" id="{46AF3601-8031-5DD4-FC04-BE0FCB99CEB5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5" name="pg3245">
                <a:extLst>
                  <a:ext uri="{FF2B5EF4-FFF2-40B4-BE49-F238E27FC236}">
                    <a16:creationId xmlns:a16="http://schemas.microsoft.com/office/drawing/2014/main" id="{7AD6916B-928A-1807-D308-64E8B314749E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6" name="pg3246">
                <a:extLst>
                  <a:ext uri="{FF2B5EF4-FFF2-40B4-BE49-F238E27FC236}">
                    <a16:creationId xmlns:a16="http://schemas.microsoft.com/office/drawing/2014/main" id="{40680FEC-88DA-A97E-E0DF-E9AEED10A278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7" name="pg3247">
                <a:extLst>
                  <a:ext uri="{FF2B5EF4-FFF2-40B4-BE49-F238E27FC236}">
                    <a16:creationId xmlns:a16="http://schemas.microsoft.com/office/drawing/2014/main" id="{9BE5428E-DA13-8C0B-8CF9-89597052668F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8" name="pg3248">
                <a:extLst>
                  <a:ext uri="{FF2B5EF4-FFF2-40B4-BE49-F238E27FC236}">
                    <a16:creationId xmlns:a16="http://schemas.microsoft.com/office/drawing/2014/main" id="{609AB0E2-B670-D770-F223-03233E048FC5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9" name="pg3249">
                <a:extLst>
                  <a:ext uri="{FF2B5EF4-FFF2-40B4-BE49-F238E27FC236}">
                    <a16:creationId xmlns:a16="http://schemas.microsoft.com/office/drawing/2014/main" id="{7E088D3B-BD80-6FC0-B304-03CACAAC4C7B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0" name="pg3250">
                <a:extLst>
                  <a:ext uri="{FF2B5EF4-FFF2-40B4-BE49-F238E27FC236}">
                    <a16:creationId xmlns:a16="http://schemas.microsoft.com/office/drawing/2014/main" id="{14341245-89BF-9F74-22DA-21C31596CC88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1" name="pg3251">
                <a:extLst>
                  <a:ext uri="{FF2B5EF4-FFF2-40B4-BE49-F238E27FC236}">
                    <a16:creationId xmlns:a16="http://schemas.microsoft.com/office/drawing/2014/main" id="{9FE78CE0-DEEC-AAF3-690C-51FE20ED2462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2" name="pg3252">
                <a:extLst>
                  <a:ext uri="{FF2B5EF4-FFF2-40B4-BE49-F238E27FC236}">
                    <a16:creationId xmlns:a16="http://schemas.microsoft.com/office/drawing/2014/main" id="{D5813A08-F57D-4868-E9D3-925BB3EF4C3F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3" name="pg3253">
                <a:extLst>
                  <a:ext uri="{FF2B5EF4-FFF2-40B4-BE49-F238E27FC236}">
                    <a16:creationId xmlns:a16="http://schemas.microsoft.com/office/drawing/2014/main" id="{222D7A48-ABDE-A3B0-4B21-C1ED13CCA960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4" name="pg3254">
                <a:extLst>
                  <a:ext uri="{FF2B5EF4-FFF2-40B4-BE49-F238E27FC236}">
                    <a16:creationId xmlns:a16="http://schemas.microsoft.com/office/drawing/2014/main" id="{D851F9A8-DF0D-0E8D-97C1-205EFFBE3A84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5" name="pg3255">
                <a:extLst>
                  <a:ext uri="{FF2B5EF4-FFF2-40B4-BE49-F238E27FC236}">
                    <a16:creationId xmlns:a16="http://schemas.microsoft.com/office/drawing/2014/main" id="{3FAD3746-CFFF-9881-4031-2B58F96DD729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6" name="pg3256">
                <a:extLst>
                  <a:ext uri="{FF2B5EF4-FFF2-40B4-BE49-F238E27FC236}">
                    <a16:creationId xmlns:a16="http://schemas.microsoft.com/office/drawing/2014/main" id="{432BAE58-A238-08D9-B452-D72253022386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7" name="pg3257">
                <a:extLst>
                  <a:ext uri="{FF2B5EF4-FFF2-40B4-BE49-F238E27FC236}">
                    <a16:creationId xmlns:a16="http://schemas.microsoft.com/office/drawing/2014/main" id="{08FC83EB-9A32-E85B-B757-F74261B19384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8" name="pg3258">
                <a:extLst>
                  <a:ext uri="{FF2B5EF4-FFF2-40B4-BE49-F238E27FC236}">
                    <a16:creationId xmlns:a16="http://schemas.microsoft.com/office/drawing/2014/main" id="{6B734E9F-73E6-87B0-4CB6-6A4BA58F3E44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9" name="pg3259">
                <a:extLst>
                  <a:ext uri="{FF2B5EF4-FFF2-40B4-BE49-F238E27FC236}">
                    <a16:creationId xmlns:a16="http://schemas.microsoft.com/office/drawing/2014/main" id="{3282D73E-AE2E-BC25-252A-FA87F2109D63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0" name="pg3260">
                <a:extLst>
                  <a:ext uri="{FF2B5EF4-FFF2-40B4-BE49-F238E27FC236}">
                    <a16:creationId xmlns:a16="http://schemas.microsoft.com/office/drawing/2014/main" id="{8FCFC8EC-BB22-F579-A474-D74C37B63AED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1" name="pg3261">
                <a:extLst>
                  <a:ext uri="{FF2B5EF4-FFF2-40B4-BE49-F238E27FC236}">
                    <a16:creationId xmlns:a16="http://schemas.microsoft.com/office/drawing/2014/main" id="{009C2821-F5BE-3F4F-D109-2AD1C2D59DC8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2" name="pg3262">
                <a:extLst>
                  <a:ext uri="{FF2B5EF4-FFF2-40B4-BE49-F238E27FC236}">
                    <a16:creationId xmlns:a16="http://schemas.microsoft.com/office/drawing/2014/main" id="{C8F56CBF-2F63-9308-5FD5-C71916987CDA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3" name="pg3263">
                <a:extLst>
                  <a:ext uri="{FF2B5EF4-FFF2-40B4-BE49-F238E27FC236}">
                    <a16:creationId xmlns:a16="http://schemas.microsoft.com/office/drawing/2014/main" id="{92B125E5-E4C7-E63D-6E6F-383B5A1C8D5E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4" name="pg3264">
                <a:extLst>
                  <a:ext uri="{FF2B5EF4-FFF2-40B4-BE49-F238E27FC236}">
                    <a16:creationId xmlns:a16="http://schemas.microsoft.com/office/drawing/2014/main" id="{039283A2-7C7F-A05C-192A-0241DAAB1E0C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5" name="pg3265">
                <a:extLst>
                  <a:ext uri="{FF2B5EF4-FFF2-40B4-BE49-F238E27FC236}">
                    <a16:creationId xmlns:a16="http://schemas.microsoft.com/office/drawing/2014/main" id="{87014E83-3B87-048C-CFE3-42D073CC1845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6" name="pg3266">
                <a:extLst>
                  <a:ext uri="{FF2B5EF4-FFF2-40B4-BE49-F238E27FC236}">
                    <a16:creationId xmlns:a16="http://schemas.microsoft.com/office/drawing/2014/main" id="{924018CC-4E0D-C454-8295-AD1A0AF74DE3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7" name="pg3267">
                <a:extLst>
                  <a:ext uri="{FF2B5EF4-FFF2-40B4-BE49-F238E27FC236}">
                    <a16:creationId xmlns:a16="http://schemas.microsoft.com/office/drawing/2014/main" id="{F2B3ACFC-58DE-A46F-B755-5F0591306C56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8" name="pg3268">
                <a:extLst>
                  <a:ext uri="{FF2B5EF4-FFF2-40B4-BE49-F238E27FC236}">
                    <a16:creationId xmlns:a16="http://schemas.microsoft.com/office/drawing/2014/main" id="{3FEC3003-97C2-0F45-D2D6-4394C2A70230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9" name="pg3269">
                <a:extLst>
                  <a:ext uri="{FF2B5EF4-FFF2-40B4-BE49-F238E27FC236}">
                    <a16:creationId xmlns:a16="http://schemas.microsoft.com/office/drawing/2014/main" id="{182DA674-7D8D-24EB-7F4F-BD74A8271CFA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0" name="pg3270">
                <a:extLst>
                  <a:ext uri="{FF2B5EF4-FFF2-40B4-BE49-F238E27FC236}">
                    <a16:creationId xmlns:a16="http://schemas.microsoft.com/office/drawing/2014/main" id="{6D894D86-82BD-B1A8-3585-940DFC0C3ACB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1" name="pg3271">
                <a:extLst>
                  <a:ext uri="{FF2B5EF4-FFF2-40B4-BE49-F238E27FC236}">
                    <a16:creationId xmlns:a16="http://schemas.microsoft.com/office/drawing/2014/main" id="{969434DC-8DA8-91C8-8A19-BF476B7C170E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2" name="pg3272">
                <a:extLst>
                  <a:ext uri="{FF2B5EF4-FFF2-40B4-BE49-F238E27FC236}">
                    <a16:creationId xmlns:a16="http://schemas.microsoft.com/office/drawing/2014/main" id="{79006A28-CD8F-E883-9170-7E9DC1C72B2F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3" name="pg3273">
                <a:extLst>
                  <a:ext uri="{FF2B5EF4-FFF2-40B4-BE49-F238E27FC236}">
                    <a16:creationId xmlns:a16="http://schemas.microsoft.com/office/drawing/2014/main" id="{4E716E88-B468-8265-0377-33C2C6CFAD2F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4" name="pg3274">
                <a:extLst>
                  <a:ext uri="{FF2B5EF4-FFF2-40B4-BE49-F238E27FC236}">
                    <a16:creationId xmlns:a16="http://schemas.microsoft.com/office/drawing/2014/main" id="{AFC0A242-983A-741A-226C-665A846477A0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5" name="pg3275">
                <a:extLst>
                  <a:ext uri="{FF2B5EF4-FFF2-40B4-BE49-F238E27FC236}">
                    <a16:creationId xmlns:a16="http://schemas.microsoft.com/office/drawing/2014/main" id="{1760B8CE-8C3F-961F-83E4-F5B57938D506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6" name="pg3276">
                <a:extLst>
                  <a:ext uri="{FF2B5EF4-FFF2-40B4-BE49-F238E27FC236}">
                    <a16:creationId xmlns:a16="http://schemas.microsoft.com/office/drawing/2014/main" id="{C2EF503C-8CC8-D1E1-9D59-8788597848EC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7" name="pg3277">
                <a:extLst>
                  <a:ext uri="{FF2B5EF4-FFF2-40B4-BE49-F238E27FC236}">
                    <a16:creationId xmlns:a16="http://schemas.microsoft.com/office/drawing/2014/main" id="{7C31BCFC-3195-EAC3-F207-B0935CA4C20D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8" name="pg3278">
                <a:extLst>
                  <a:ext uri="{FF2B5EF4-FFF2-40B4-BE49-F238E27FC236}">
                    <a16:creationId xmlns:a16="http://schemas.microsoft.com/office/drawing/2014/main" id="{4A45195D-B615-81ED-0723-6A4F9ECB092C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9" name="pg3279">
                <a:extLst>
                  <a:ext uri="{FF2B5EF4-FFF2-40B4-BE49-F238E27FC236}">
                    <a16:creationId xmlns:a16="http://schemas.microsoft.com/office/drawing/2014/main" id="{B45E9E39-724B-3D64-064C-E220FF21F7E0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0" name="pg3280">
                <a:extLst>
                  <a:ext uri="{FF2B5EF4-FFF2-40B4-BE49-F238E27FC236}">
                    <a16:creationId xmlns:a16="http://schemas.microsoft.com/office/drawing/2014/main" id="{C557DCE6-8984-38D3-4E60-16146AB6622D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1" name="pg3281">
                <a:extLst>
                  <a:ext uri="{FF2B5EF4-FFF2-40B4-BE49-F238E27FC236}">
                    <a16:creationId xmlns:a16="http://schemas.microsoft.com/office/drawing/2014/main" id="{67BC8403-05F6-235D-2053-8AB6EE74BD0E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2" name="pg3282">
                <a:extLst>
                  <a:ext uri="{FF2B5EF4-FFF2-40B4-BE49-F238E27FC236}">
                    <a16:creationId xmlns:a16="http://schemas.microsoft.com/office/drawing/2014/main" id="{F701BDF0-CD1F-312B-69A3-8C9EA174059B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3" name="pg3283">
                <a:extLst>
                  <a:ext uri="{FF2B5EF4-FFF2-40B4-BE49-F238E27FC236}">
                    <a16:creationId xmlns:a16="http://schemas.microsoft.com/office/drawing/2014/main" id="{7227135D-4CFD-ABFE-1FB5-F214CFFCB251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4" name="pg3284">
                <a:extLst>
                  <a:ext uri="{FF2B5EF4-FFF2-40B4-BE49-F238E27FC236}">
                    <a16:creationId xmlns:a16="http://schemas.microsoft.com/office/drawing/2014/main" id="{A8988407-92F0-2CCF-5572-B192CD82EEA2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5" name="pg3285">
                <a:extLst>
                  <a:ext uri="{FF2B5EF4-FFF2-40B4-BE49-F238E27FC236}">
                    <a16:creationId xmlns:a16="http://schemas.microsoft.com/office/drawing/2014/main" id="{A6BF27AE-B803-DF0C-989B-AF7C9BE2288E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6" name="pg3286">
                <a:extLst>
                  <a:ext uri="{FF2B5EF4-FFF2-40B4-BE49-F238E27FC236}">
                    <a16:creationId xmlns:a16="http://schemas.microsoft.com/office/drawing/2014/main" id="{F9A9EB01-9618-A7C0-4B81-007897C7C1BF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7" name="pg3287">
                <a:extLst>
                  <a:ext uri="{FF2B5EF4-FFF2-40B4-BE49-F238E27FC236}">
                    <a16:creationId xmlns:a16="http://schemas.microsoft.com/office/drawing/2014/main" id="{5AAE8D24-7C15-1C80-F272-580B923D1178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8" name="pg3288">
                <a:extLst>
                  <a:ext uri="{FF2B5EF4-FFF2-40B4-BE49-F238E27FC236}">
                    <a16:creationId xmlns:a16="http://schemas.microsoft.com/office/drawing/2014/main" id="{04FFE17B-11EE-2247-37FE-995BD54079BE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9" name="pg3289">
                <a:extLst>
                  <a:ext uri="{FF2B5EF4-FFF2-40B4-BE49-F238E27FC236}">
                    <a16:creationId xmlns:a16="http://schemas.microsoft.com/office/drawing/2014/main" id="{1406AB68-697C-2967-E160-8E0D7C9E8F6C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0" name="pg3290">
                <a:extLst>
                  <a:ext uri="{FF2B5EF4-FFF2-40B4-BE49-F238E27FC236}">
                    <a16:creationId xmlns:a16="http://schemas.microsoft.com/office/drawing/2014/main" id="{ACC815F3-98D9-2D76-5453-DB685AA723DC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1" name="pg3291">
                <a:extLst>
                  <a:ext uri="{FF2B5EF4-FFF2-40B4-BE49-F238E27FC236}">
                    <a16:creationId xmlns:a16="http://schemas.microsoft.com/office/drawing/2014/main" id="{0A8E922F-CC1E-9C1F-B846-AF344500E440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2" name="pg3292">
                <a:extLst>
                  <a:ext uri="{FF2B5EF4-FFF2-40B4-BE49-F238E27FC236}">
                    <a16:creationId xmlns:a16="http://schemas.microsoft.com/office/drawing/2014/main" id="{EDFDF028-0235-5D07-E275-BEFAEA256ADC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3" name="pg3293">
                <a:extLst>
                  <a:ext uri="{FF2B5EF4-FFF2-40B4-BE49-F238E27FC236}">
                    <a16:creationId xmlns:a16="http://schemas.microsoft.com/office/drawing/2014/main" id="{BB2A6BA0-DC65-0828-E391-D74096EC9EFF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4" name="pg3294">
                <a:extLst>
                  <a:ext uri="{FF2B5EF4-FFF2-40B4-BE49-F238E27FC236}">
                    <a16:creationId xmlns:a16="http://schemas.microsoft.com/office/drawing/2014/main" id="{9FF88D97-7139-B451-4338-60A8B9D3C79E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5" name="pg3295">
                <a:extLst>
                  <a:ext uri="{FF2B5EF4-FFF2-40B4-BE49-F238E27FC236}">
                    <a16:creationId xmlns:a16="http://schemas.microsoft.com/office/drawing/2014/main" id="{E4D535C0-AFD7-B845-A575-F89F1EFA23F4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6" name="pg3296">
                <a:extLst>
                  <a:ext uri="{FF2B5EF4-FFF2-40B4-BE49-F238E27FC236}">
                    <a16:creationId xmlns:a16="http://schemas.microsoft.com/office/drawing/2014/main" id="{C4D64C4B-B77F-AB17-8FB1-0E3AA0A65BCF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7" name="pg3297">
                <a:extLst>
                  <a:ext uri="{FF2B5EF4-FFF2-40B4-BE49-F238E27FC236}">
                    <a16:creationId xmlns:a16="http://schemas.microsoft.com/office/drawing/2014/main" id="{0A2F84C9-AB1D-8FE0-8E94-38244E8A8AD7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8" name="pg3298">
                <a:extLst>
                  <a:ext uri="{FF2B5EF4-FFF2-40B4-BE49-F238E27FC236}">
                    <a16:creationId xmlns:a16="http://schemas.microsoft.com/office/drawing/2014/main" id="{8A608114-66EB-D507-834B-E041FDBAF82F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9" name="pg3299">
                <a:extLst>
                  <a:ext uri="{FF2B5EF4-FFF2-40B4-BE49-F238E27FC236}">
                    <a16:creationId xmlns:a16="http://schemas.microsoft.com/office/drawing/2014/main" id="{DC6311FD-6724-3D07-68FC-19C9CFC8A64A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0" name="pg3300">
                <a:extLst>
                  <a:ext uri="{FF2B5EF4-FFF2-40B4-BE49-F238E27FC236}">
                    <a16:creationId xmlns:a16="http://schemas.microsoft.com/office/drawing/2014/main" id="{7B2A58DA-6ECC-427F-E684-96C2C0E10296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1" name="pg3301">
                <a:extLst>
                  <a:ext uri="{FF2B5EF4-FFF2-40B4-BE49-F238E27FC236}">
                    <a16:creationId xmlns:a16="http://schemas.microsoft.com/office/drawing/2014/main" id="{627395DE-5FF3-F2E6-AE50-F5701120774A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2" name="pg3302">
                <a:extLst>
                  <a:ext uri="{FF2B5EF4-FFF2-40B4-BE49-F238E27FC236}">
                    <a16:creationId xmlns:a16="http://schemas.microsoft.com/office/drawing/2014/main" id="{2EE6945D-2E80-21BA-4395-139C2F0467D0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3" name="pg3303">
                <a:extLst>
                  <a:ext uri="{FF2B5EF4-FFF2-40B4-BE49-F238E27FC236}">
                    <a16:creationId xmlns:a16="http://schemas.microsoft.com/office/drawing/2014/main" id="{5D0A6253-EA0C-A0E0-3A79-3B591C22E788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4" name="pg3304">
                <a:extLst>
                  <a:ext uri="{FF2B5EF4-FFF2-40B4-BE49-F238E27FC236}">
                    <a16:creationId xmlns:a16="http://schemas.microsoft.com/office/drawing/2014/main" id="{8DECF97E-BC90-F476-61E1-707426EC5A1B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5" name="pg3305">
                <a:extLst>
                  <a:ext uri="{FF2B5EF4-FFF2-40B4-BE49-F238E27FC236}">
                    <a16:creationId xmlns:a16="http://schemas.microsoft.com/office/drawing/2014/main" id="{499F0BBA-5133-5F61-6C76-D12BD1282842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6" name="pg3306">
                <a:extLst>
                  <a:ext uri="{FF2B5EF4-FFF2-40B4-BE49-F238E27FC236}">
                    <a16:creationId xmlns:a16="http://schemas.microsoft.com/office/drawing/2014/main" id="{3AAC1CF6-67C7-103B-A73E-5764D7883D4C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7" name="pg3307">
                <a:extLst>
                  <a:ext uri="{FF2B5EF4-FFF2-40B4-BE49-F238E27FC236}">
                    <a16:creationId xmlns:a16="http://schemas.microsoft.com/office/drawing/2014/main" id="{E03FBE56-7B5A-4578-9524-E009AD5DE341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8" name="pg3308">
                <a:extLst>
                  <a:ext uri="{FF2B5EF4-FFF2-40B4-BE49-F238E27FC236}">
                    <a16:creationId xmlns:a16="http://schemas.microsoft.com/office/drawing/2014/main" id="{7C002B3A-0ED6-8C58-4A1C-70C606F98985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9" name="pg3309">
                <a:extLst>
                  <a:ext uri="{FF2B5EF4-FFF2-40B4-BE49-F238E27FC236}">
                    <a16:creationId xmlns:a16="http://schemas.microsoft.com/office/drawing/2014/main" id="{73117F9C-B35D-AE96-BA5B-2B948EA2835C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0" name="pg3310">
                <a:extLst>
                  <a:ext uri="{FF2B5EF4-FFF2-40B4-BE49-F238E27FC236}">
                    <a16:creationId xmlns:a16="http://schemas.microsoft.com/office/drawing/2014/main" id="{D496C65D-F547-36DE-A2A4-C037ABF81B7F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1" name="pg3311">
                <a:extLst>
                  <a:ext uri="{FF2B5EF4-FFF2-40B4-BE49-F238E27FC236}">
                    <a16:creationId xmlns:a16="http://schemas.microsoft.com/office/drawing/2014/main" id="{A02E5FA8-C8A9-B3F4-A893-2629219DF0A6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2" name="pg3312">
                <a:extLst>
                  <a:ext uri="{FF2B5EF4-FFF2-40B4-BE49-F238E27FC236}">
                    <a16:creationId xmlns:a16="http://schemas.microsoft.com/office/drawing/2014/main" id="{6A6D5EED-FEE2-07E8-9B72-7DF911887063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3" name="pg3313">
                <a:extLst>
                  <a:ext uri="{FF2B5EF4-FFF2-40B4-BE49-F238E27FC236}">
                    <a16:creationId xmlns:a16="http://schemas.microsoft.com/office/drawing/2014/main" id="{4D163339-EB7C-F11E-85DE-366613582EF3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4" name="pg3314">
                <a:extLst>
                  <a:ext uri="{FF2B5EF4-FFF2-40B4-BE49-F238E27FC236}">
                    <a16:creationId xmlns:a16="http://schemas.microsoft.com/office/drawing/2014/main" id="{A8B6D26C-2C24-965F-894A-462B915B175E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5" name="pg3315">
                <a:extLst>
                  <a:ext uri="{FF2B5EF4-FFF2-40B4-BE49-F238E27FC236}">
                    <a16:creationId xmlns:a16="http://schemas.microsoft.com/office/drawing/2014/main" id="{DCA12228-5372-310E-44ED-A80A6369F392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6" name="pg3316">
                <a:extLst>
                  <a:ext uri="{FF2B5EF4-FFF2-40B4-BE49-F238E27FC236}">
                    <a16:creationId xmlns:a16="http://schemas.microsoft.com/office/drawing/2014/main" id="{637D4444-9C78-723A-8080-6C70244C7CAB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7" name="pg3317">
                <a:extLst>
                  <a:ext uri="{FF2B5EF4-FFF2-40B4-BE49-F238E27FC236}">
                    <a16:creationId xmlns:a16="http://schemas.microsoft.com/office/drawing/2014/main" id="{77E02BCD-E530-D6E8-5349-E47F16B2C832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8" name="pg3318">
                <a:extLst>
                  <a:ext uri="{FF2B5EF4-FFF2-40B4-BE49-F238E27FC236}">
                    <a16:creationId xmlns:a16="http://schemas.microsoft.com/office/drawing/2014/main" id="{00242F69-721F-1597-FCB2-BE2F7EFD20E5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9" name="pg3319">
                <a:extLst>
                  <a:ext uri="{FF2B5EF4-FFF2-40B4-BE49-F238E27FC236}">
                    <a16:creationId xmlns:a16="http://schemas.microsoft.com/office/drawing/2014/main" id="{0CC71971-E2B7-5D0A-B063-07D122ADC30F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0" name="pg3320">
                <a:extLst>
                  <a:ext uri="{FF2B5EF4-FFF2-40B4-BE49-F238E27FC236}">
                    <a16:creationId xmlns:a16="http://schemas.microsoft.com/office/drawing/2014/main" id="{84697614-BFC8-AE29-2E93-54DB2BA4EF45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1" name="pg3321">
                <a:extLst>
                  <a:ext uri="{FF2B5EF4-FFF2-40B4-BE49-F238E27FC236}">
                    <a16:creationId xmlns:a16="http://schemas.microsoft.com/office/drawing/2014/main" id="{4E091585-510D-9B83-EFFB-9DC8587B7825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2" name="pg3322">
                <a:extLst>
                  <a:ext uri="{FF2B5EF4-FFF2-40B4-BE49-F238E27FC236}">
                    <a16:creationId xmlns:a16="http://schemas.microsoft.com/office/drawing/2014/main" id="{208C7F58-F491-0944-1EC9-CE59F55DF002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3" name="pg3323">
                <a:extLst>
                  <a:ext uri="{FF2B5EF4-FFF2-40B4-BE49-F238E27FC236}">
                    <a16:creationId xmlns:a16="http://schemas.microsoft.com/office/drawing/2014/main" id="{D46138AF-AE64-784A-ADB0-E1C60197D277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4" name="pg3324">
                <a:extLst>
                  <a:ext uri="{FF2B5EF4-FFF2-40B4-BE49-F238E27FC236}">
                    <a16:creationId xmlns:a16="http://schemas.microsoft.com/office/drawing/2014/main" id="{D1C9AFD7-B19B-BB59-0802-811E5B8B6FFA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5" name="pg3325">
                <a:extLst>
                  <a:ext uri="{FF2B5EF4-FFF2-40B4-BE49-F238E27FC236}">
                    <a16:creationId xmlns:a16="http://schemas.microsoft.com/office/drawing/2014/main" id="{CCF2A5A1-7FCA-33A3-767E-D7AEBE288A70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6" name="pg3326">
                <a:extLst>
                  <a:ext uri="{FF2B5EF4-FFF2-40B4-BE49-F238E27FC236}">
                    <a16:creationId xmlns:a16="http://schemas.microsoft.com/office/drawing/2014/main" id="{940C9A33-5B85-A648-3229-16215CFED09C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7" name="pg3327">
                <a:extLst>
                  <a:ext uri="{FF2B5EF4-FFF2-40B4-BE49-F238E27FC236}">
                    <a16:creationId xmlns:a16="http://schemas.microsoft.com/office/drawing/2014/main" id="{96455797-3A45-7173-C964-30180DDD1D70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8" name="pg3328">
                <a:extLst>
                  <a:ext uri="{FF2B5EF4-FFF2-40B4-BE49-F238E27FC236}">
                    <a16:creationId xmlns:a16="http://schemas.microsoft.com/office/drawing/2014/main" id="{3F7F6869-0542-317D-79F7-82F0143A1619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9" name="pg3329">
                <a:extLst>
                  <a:ext uri="{FF2B5EF4-FFF2-40B4-BE49-F238E27FC236}">
                    <a16:creationId xmlns:a16="http://schemas.microsoft.com/office/drawing/2014/main" id="{A973B8FA-177F-A935-4D3E-DDD63DD8CD0A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0" name="pg3330">
                <a:extLst>
                  <a:ext uri="{FF2B5EF4-FFF2-40B4-BE49-F238E27FC236}">
                    <a16:creationId xmlns:a16="http://schemas.microsoft.com/office/drawing/2014/main" id="{9946303E-112E-670B-7090-A11E8B7A7679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1" name="pg3331">
                <a:extLst>
                  <a:ext uri="{FF2B5EF4-FFF2-40B4-BE49-F238E27FC236}">
                    <a16:creationId xmlns:a16="http://schemas.microsoft.com/office/drawing/2014/main" id="{A280E017-510D-9A58-DCE7-5980897174A6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2" name="pg3332">
                <a:extLst>
                  <a:ext uri="{FF2B5EF4-FFF2-40B4-BE49-F238E27FC236}">
                    <a16:creationId xmlns:a16="http://schemas.microsoft.com/office/drawing/2014/main" id="{E5674F83-F7BF-BA47-C525-F9AF6A301C55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3" name="pg3333">
                <a:extLst>
                  <a:ext uri="{FF2B5EF4-FFF2-40B4-BE49-F238E27FC236}">
                    <a16:creationId xmlns:a16="http://schemas.microsoft.com/office/drawing/2014/main" id="{EAD2A2CE-E3BA-327F-1074-5FD440483914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4" name="pg3334">
                <a:extLst>
                  <a:ext uri="{FF2B5EF4-FFF2-40B4-BE49-F238E27FC236}">
                    <a16:creationId xmlns:a16="http://schemas.microsoft.com/office/drawing/2014/main" id="{E03DA193-747F-9537-9B2C-F6934D990047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5" name="pg3335">
                <a:extLst>
                  <a:ext uri="{FF2B5EF4-FFF2-40B4-BE49-F238E27FC236}">
                    <a16:creationId xmlns:a16="http://schemas.microsoft.com/office/drawing/2014/main" id="{66BF657B-9BB3-0510-D91A-534B36C2F6F6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6" name="pg3336">
                <a:extLst>
                  <a:ext uri="{FF2B5EF4-FFF2-40B4-BE49-F238E27FC236}">
                    <a16:creationId xmlns:a16="http://schemas.microsoft.com/office/drawing/2014/main" id="{F07470C2-51C3-2E2E-B20E-6C3A7A7CBFC4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7" name="pg3337">
                <a:extLst>
                  <a:ext uri="{FF2B5EF4-FFF2-40B4-BE49-F238E27FC236}">
                    <a16:creationId xmlns:a16="http://schemas.microsoft.com/office/drawing/2014/main" id="{CD4F1A62-4E79-A063-6F76-6162F741ADE8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8" name="pg3338">
                <a:extLst>
                  <a:ext uri="{FF2B5EF4-FFF2-40B4-BE49-F238E27FC236}">
                    <a16:creationId xmlns:a16="http://schemas.microsoft.com/office/drawing/2014/main" id="{B635EBC1-5008-1EF8-4907-57E38149F062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9" name="pg3339">
                <a:extLst>
                  <a:ext uri="{FF2B5EF4-FFF2-40B4-BE49-F238E27FC236}">
                    <a16:creationId xmlns:a16="http://schemas.microsoft.com/office/drawing/2014/main" id="{2052C052-1C03-D1C5-C40E-847C9CC7B8CF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0" name="pg3340">
                <a:extLst>
                  <a:ext uri="{FF2B5EF4-FFF2-40B4-BE49-F238E27FC236}">
                    <a16:creationId xmlns:a16="http://schemas.microsoft.com/office/drawing/2014/main" id="{399877EB-8700-4817-3D21-002FD2551B08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1" name="pg3341">
                <a:extLst>
                  <a:ext uri="{FF2B5EF4-FFF2-40B4-BE49-F238E27FC236}">
                    <a16:creationId xmlns:a16="http://schemas.microsoft.com/office/drawing/2014/main" id="{A7E0429D-911F-C6D4-245B-5C48BC88637D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2" name="pg3342">
                <a:extLst>
                  <a:ext uri="{FF2B5EF4-FFF2-40B4-BE49-F238E27FC236}">
                    <a16:creationId xmlns:a16="http://schemas.microsoft.com/office/drawing/2014/main" id="{CEFB1852-16AF-5092-3B43-607BB9AF80E9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3" name="pg3343">
                <a:extLst>
                  <a:ext uri="{FF2B5EF4-FFF2-40B4-BE49-F238E27FC236}">
                    <a16:creationId xmlns:a16="http://schemas.microsoft.com/office/drawing/2014/main" id="{E5FACFE3-7710-1B4D-FB0E-F2DD2F625062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4" name="pg3344">
                <a:extLst>
                  <a:ext uri="{FF2B5EF4-FFF2-40B4-BE49-F238E27FC236}">
                    <a16:creationId xmlns:a16="http://schemas.microsoft.com/office/drawing/2014/main" id="{3EC9290F-6FB1-21B0-CED4-6078A8D8C0FE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5" name="pg3345">
                <a:extLst>
                  <a:ext uri="{FF2B5EF4-FFF2-40B4-BE49-F238E27FC236}">
                    <a16:creationId xmlns:a16="http://schemas.microsoft.com/office/drawing/2014/main" id="{09BA3EA9-C643-8CF4-1005-0C2C3F4FCA4E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6" name="pg3346">
                <a:extLst>
                  <a:ext uri="{FF2B5EF4-FFF2-40B4-BE49-F238E27FC236}">
                    <a16:creationId xmlns:a16="http://schemas.microsoft.com/office/drawing/2014/main" id="{B0D322B9-BF66-8E41-1812-3CC7AAB827A3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7" name="pg3347">
                <a:extLst>
                  <a:ext uri="{FF2B5EF4-FFF2-40B4-BE49-F238E27FC236}">
                    <a16:creationId xmlns:a16="http://schemas.microsoft.com/office/drawing/2014/main" id="{0607F951-0D49-54D0-57C3-8E105A377D95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8" name="pg3348">
                <a:extLst>
                  <a:ext uri="{FF2B5EF4-FFF2-40B4-BE49-F238E27FC236}">
                    <a16:creationId xmlns:a16="http://schemas.microsoft.com/office/drawing/2014/main" id="{B5E279A0-6377-99C6-0EBD-3524E5A62242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9" name="pg3349">
                <a:extLst>
                  <a:ext uri="{FF2B5EF4-FFF2-40B4-BE49-F238E27FC236}">
                    <a16:creationId xmlns:a16="http://schemas.microsoft.com/office/drawing/2014/main" id="{BE7082BA-D41C-4F19-91D3-8164CCED90CD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0" name="pg3350">
                <a:extLst>
                  <a:ext uri="{FF2B5EF4-FFF2-40B4-BE49-F238E27FC236}">
                    <a16:creationId xmlns:a16="http://schemas.microsoft.com/office/drawing/2014/main" id="{6EE011EB-5D02-47EE-E31E-9A368A5D870D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1" name="pg3351">
                <a:extLst>
                  <a:ext uri="{FF2B5EF4-FFF2-40B4-BE49-F238E27FC236}">
                    <a16:creationId xmlns:a16="http://schemas.microsoft.com/office/drawing/2014/main" id="{DDC8CFC3-EAE6-60C6-5DFC-37098924528A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2" name="pg3352">
                <a:extLst>
                  <a:ext uri="{FF2B5EF4-FFF2-40B4-BE49-F238E27FC236}">
                    <a16:creationId xmlns:a16="http://schemas.microsoft.com/office/drawing/2014/main" id="{CB2286E0-6B0A-0DEF-EF1F-A757F1EBE138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3" name="pg3353">
                <a:extLst>
                  <a:ext uri="{FF2B5EF4-FFF2-40B4-BE49-F238E27FC236}">
                    <a16:creationId xmlns:a16="http://schemas.microsoft.com/office/drawing/2014/main" id="{848DA2A0-EBCA-EBB7-49A5-0FF6FFECAEBB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4" name="pg3354">
                <a:extLst>
                  <a:ext uri="{FF2B5EF4-FFF2-40B4-BE49-F238E27FC236}">
                    <a16:creationId xmlns:a16="http://schemas.microsoft.com/office/drawing/2014/main" id="{A47FB2CD-4E56-2554-E4A9-C16A93839C2D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5" name="pg3355">
                <a:extLst>
                  <a:ext uri="{FF2B5EF4-FFF2-40B4-BE49-F238E27FC236}">
                    <a16:creationId xmlns:a16="http://schemas.microsoft.com/office/drawing/2014/main" id="{0016F9E5-B537-F0BA-4E8B-0223F434F866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6" name="pg3356">
                <a:extLst>
                  <a:ext uri="{FF2B5EF4-FFF2-40B4-BE49-F238E27FC236}">
                    <a16:creationId xmlns:a16="http://schemas.microsoft.com/office/drawing/2014/main" id="{09FC0D37-09B1-47D9-18FE-3E8B7496DC03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7" name="pg3357">
                <a:extLst>
                  <a:ext uri="{FF2B5EF4-FFF2-40B4-BE49-F238E27FC236}">
                    <a16:creationId xmlns:a16="http://schemas.microsoft.com/office/drawing/2014/main" id="{A5411F92-FEC0-95E0-287C-0890206F1D2E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8" name="pg3358">
                <a:extLst>
                  <a:ext uri="{FF2B5EF4-FFF2-40B4-BE49-F238E27FC236}">
                    <a16:creationId xmlns:a16="http://schemas.microsoft.com/office/drawing/2014/main" id="{09B6837D-1EDD-BB32-5E12-ABF6CDA4814B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9" name="pg3359">
                <a:extLst>
                  <a:ext uri="{FF2B5EF4-FFF2-40B4-BE49-F238E27FC236}">
                    <a16:creationId xmlns:a16="http://schemas.microsoft.com/office/drawing/2014/main" id="{482AE64B-CD65-881E-B03D-A19919006F9D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0" name="pg3360">
                <a:extLst>
                  <a:ext uri="{FF2B5EF4-FFF2-40B4-BE49-F238E27FC236}">
                    <a16:creationId xmlns:a16="http://schemas.microsoft.com/office/drawing/2014/main" id="{6AE7C1E4-0B8D-1A18-8DE1-86491004B0BF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1" name="pg3361">
                <a:extLst>
                  <a:ext uri="{FF2B5EF4-FFF2-40B4-BE49-F238E27FC236}">
                    <a16:creationId xmlns:a16="http://schemas.microsoft.com/office/drawing/2014/main" id="{AA928486-5BC0-31F4-E929-07D29BF1F806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2" name="pg3362">
                <a:extLst>
                  <a:ext uri="{FF2B5EF4-FFF2-40B4-BE49-F238E27FC236}">
                    <a16:creationId xmlns:a16="http://schemas.microsoft.com/office/drawing/2014/main" id="{67D9B285-4E45-D661-2775-8BBF55583382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3" name="pg3363">
                <a:extLst>
                  <a:ext uri="{FF2B5EF4-FFF2-40B4-BE49-F238E27FC236}">
                    <a16:creationId xmlns:a16="http://schemas.microsoft.com/office/drawing/2014/main" id="{329FBCE4-CF74-5006-C281-403BD254B243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4" name="pg3364">
                <a:extLst>
                  <a:ext uri="{FF2B5EF4-FFF2-40B4-BE49-F238E27FC236}">
                    <a16:creationId xmlns:a16="http://schemas.microsoft.com/office/drawing/2014/main" id="{D593BDA7-3C28-6BD5-DD0D-0139E2191C01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5" name="pg3365">
                <a:extLst>
                  <a:ext uri="{FF2B5EF4-FFF2-40B4-BE49-F238E27FC236}">
                    <a16:creationId xmlns:a16="http://schemas.microsoft.com/office/drawing/2014/main" id="{B372578A-3315-70B9-9677-59A12A05CDE9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6" name="pg3366">
                <a:extLst>
                  <a:ext uri="{FF2B5EF4-FFF2-40B4-BE49-F238E27FC236}">
                    <a16:creationId xmlns:a16="http://schemas.microsoft.com/office/drawing/2014/main" id="{22CD110A-8581-B980-CBDE-5DAC98A60497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7" name="pg3367">
                <a:extLst>
                  <a:ext uri="{FF2B5EF4-FFF2-40B4-BE49-F238E27FC236}">
                    <a16:creationId xmlns:a16="http://schemas.microsoft.com/office/drawing/2014/main" id="{8988F21B-B676-7DB5-78EB-CE59E60F633A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8" name="pg3368">
                <a:extLst>
                  <a:ext uri="{FF2B5EF4-FFF2-40B4-BE49-F238E27FC236}">
                    <a16:creationId xmlns:a16="http://schemas.microsoft.com/office/drawing/2014/main" id="{DC4D5A6A-47AE-9E31-8F6A-8024B2A4BA45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9" name="pg3369">
                <a:extLst>
                  <a:ext uri="{FF2B5EF4-FFF2-40B4-BE49-F238E27FC236}">
                    <a16:creationId xmlns:a16="http://schemas.microsoft.com/office/drawing/2014/main" id="{E57F2998-7415-7E64-A44E-D1AC4B39B020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0" name="pg3370">
                <a:extLst>
                  <a:ext uri="{FF2B5EF4-FFF2-40B4-BE49-F238E27FC236}">
                    <a16:creationId xmlns:a16="http://schemas.microsoft.com/office/drawing/2014/main" id="{359F66DC-EC97-AFC4-23AA-200ADB29F7E4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1" name="pg3371">
                <a:extLst>
                  <a:ext uri="{FF2B5EF4-FFF2-40B4-BE49-F238E27FC236}">
                    <a16:creationId xmlns:a16="http://schemas.microsoft.com/office/drawing/2014/main" id="{0EF97017-880E-8E9C-7803-893B4D076A50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2" name="pg3372">
                <a:extLst>
                  <a:ext uri="{FF2B5EF4-FFF2-40B4-BE49-F238E27FC236}">
                    <a16:creationId xmlns:a16="http://schemas.microsoft.com/office/drawing/2014/main" id="{5EC9EDE4-BDDF-21FF-3776-65EC26211649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3" name="pg3373">
                <a:extLst>
                  <a:ext uri="{FF2B5EF4-FFF2-40B4-BE49-F238E27FC236}">
                    <a16:creationId xmlns:a16="http://schemas.microsoft.com/office/drawing/2014/main" id="{2A51969A-B269-93DB-883F-2CF3610E0D32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4" name="pg3374">
                <a:extLst>
                  <a:ext uri="{FF2B5EF4-FFF2-40B4-BE49-F238E27FC236}">
                    <a16:creationId xmlns:a16="http://schemas.microsoft.com/office/drawing/2014/main" id="{599467B8-1FDC-40E7-1416-8E1F01AF923A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5" name="pg3375">
                <a:extLst>
                  <a:ext uri="{FF2B5EF4-FFF2-40B4-BE49-F238E27FC236}">
                    <a16:creationId xmlns:a16="http://schemas.microsoft.com/office/drawing/2014/main" id="{407D115F-FE55-19BB-24ED-A2D2B8793FD3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6" name="pg3376">
                <a:extLst>
                  <a:ext uri="{FF2B5EF4-FFF2-40B4-BE49-F238E27FC236}">
                    <a16:creationId xmlns:a16="http://schemas.microsoft.com/office/drawing/2014/main" id="{374EA6F2-F040-3369-222E-E96FA96B3B64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7" name="pg3377">
                <a:extLst>
                  <a:ext uri="{FF2B5EF4-FFF2-40B4-BE49-F238E27FC236}">
                    <a16:creationId xmlns:a16="http://schemas.microsoft.com/office/drawing/2014/main" id="{500C2692-F3AC-842D-90EF-30AE06B25D30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8" name="pg3378">
                <a:extLst>
                  <a:ext uri="{FF2B5EF4-FFF2-40B4-BE49-F238E27FC236}">
                    <a16:creationId xmlns:a16="http://schemas.microsoft.com/office/drawing/2014/main" id="{00806F89-EDD5-2D23-579D-FA030C51AF05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9" name="pg3379">
                <a:extLst>
                  <a:ext uri="{FF2B5EF4-FFF2-40B4-BE49-F238E27FC236}">
                    <a16:creationId xmlns:a16="http://schemas.microsoft.com/office/drawing/2014/main" id="{B3822B08-DA99-D8AA-9856-82043072382E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0" name="pg3380">
                <a:extLst>
                  <a:ext uri="{FF2B5EF4-FFF2-40B4-BE49-F238E27FC236}">
                    <a16:creationId xmlns:a16="http://schemas.microsoft.com/office/drawing/2014/main" id="{4C1492A5-344C-5AE0-F84E-6EFA20517007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1" name="pg3381">
                <a:extLst>
                  <a:ext uri="{FF2B5EF4-FFF2-40B4-BE49-F238E27FC236}">
                    <a16:creationId xmlns:a16="http://schemas.microsoft.com/office/drawing/2014/main" id="{4D19030A-67FC-DD8F-0463-C5EABF851E30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2" name="pg3382">
                <a:extLst>
                  <a:ext uri="{FF2B5EF4-FFF2-40B4-BE49-F238E27FC236}">
                    <a16:creationId xmlns:a16="http://schemas.microsoft.com/office/drawing/2014/main" id="{6F04A954-FAE3-59BF-3A52-88763555B4CB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3" name="pg3383">
                <a:extLst>
                  <a:ext uri="{FF2B5EF4-FFF2-40B4-BE49-F238E27FC236}">
                    <a16:creationId xmlns:a16="http://schemas.microsoft.com/office/drawing/2014/main" id="{E5D62E9F-76B0-1EC3-4A29-F9CA2C562CCE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4" name="pg3384">
                <a:extLst>
                  <a:ext uri="{FF2B5EF4-FFF2-40B4-BE49-F238E27FC236}">
                    <a16:creationId xmlns:a16="http://schemas.microsoft.com/office/drawing/2014/main" id="{01C8A1DC-62FE-8242-0D47-C1DC2177D3DD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5" name="pg3385">
                <a:extLst>
                  <a:ext uri="{FF2B5EF4-FFF2-40B4-BE49-F238E27FC236}">
                    <a16:creationId xmlns:a16="http://schemas.microsoft.com/office/drawing/2014/main" id="{6617697F-9EFB-A81E-EE8E-5DB002115F8D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6" name="pg3386">
                <a:extLst>
                  <a:ext uri="{FF2B5EF4-FFF2-40B4-BE49-F238E27FC236}">
                    <a16:creationId xmlns:a16="http://schemas.microsoft.com/office/drawing/2014/main" id="{21A11344-C220-C06E-8001-954CB2A17C81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7" name="pg3387">
                <a:extLst>
                  <a:ext uri="{FF2B5EF4-FFF2-40B4-BE49-F238E27FC236}">
                    <a16:creationId xmlns:a16="http://schemas.microsoft.com/office/drawing/2014/main" id="{60F8B0EA-812A-4C1F-2208-C338140FE89B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8" name="pg3388">
                <a:extLst>
                  <a:ext uri="{FF2B5EF4-FFF2-40B4-BE49-F238E27FC236}">
                    <a16:creationId xmlns:a16="http://schemas.microsoft.com/office/drawing/2014/main" id="{39EE2FC3-E28A-DC30-C0B6-6DD98082FD9E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9" name="pg3389">
                <a:extLst>
                  <a:ext uri="{FF2B5EF4-FFF2-40B4-BE49-F238E27FC236}">
                    <a16:creationId xmlns:a16="http://schemas.microsoft.com/office/drawing/2014/main" id="{944F44B4-3DC3-D44D-8B46-5EF4E74A4A1C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0" name="pg3390">
                <a:extLst>
                  <a:ext uri="{FF2B5EF4-FFF2-40B4-BE49-F238E27FC236}">
                    <a16:creationId xmlns:a16="http://schemas.microsoft.com/office/drawing/2014/main" id="{4FDBFA39-7CCE-F11E-2E04-7BBFE66952E2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1" name="pg3391">
                <a:extLst>
                  <a:ext uri="{FF2B5EF4-FFF2-40B4-BE49-F238E27FC236}">
                    <a16:creationId xmlns:a16="http://schemas.microsoft.com/office/drawing/2014/main" id="{E889804C-2912-8980-95B0-ED8ABC6A19DB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2" name="pg3392">
                <a:extLst>
                  <a:ext uri="{FF2B5EF4-FFF2-40B4-BE49-F238E27FC236}">
                    <a16:creationId xmlns:a16="http://schemas.microsoft.com/office/drawing/2014/main" id="{0372804D-CBAD-A398-9B9A-405B07F21573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3" name="pg3393">
                <a:extLst>
                  <a:ext uri="{FF2B5EF4-FFF2-40B4-BE49-F238E27FC236}">
                    <a16:creationId xmlns:a16="http://schemas.microsoft.com/office/drawing/2014/main" id="{5EACD85A-8542-FD98-EDCA-7F1D9390FC27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4" name="pg3394">
                <a:extLst>
                  <a:ext uri="{FF2B5EF4-FFF2-40B4-BE49-F238E27FC236}">
                    <a16:creationId xmlns:a16="http://schemas.microsoft.com/office/drawing/2014/main" id="{68837FB7-66AF-E359-9F32-A329C7FC7278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5" name="pg3395">
                <a:extLst>
                  <a:ext uri="{FF2B5EF4-FFF2-40B4-BE49-F238E27FC236}">
                    <a16:creationId xmlns:a16="http://schemas.microsoft.com/office/drawing/2014/main" id="{3E9DEC70-3EC2-C14A-E9D0-BEFA755BF0B0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6" name="pg3396">
                <a:extLst>
                  <a:ext uri="{FF2B5EF4-FFF2-40B4-BE49-F238E27FC236}">
                    <a16:creationId xmlns:a16="http://schemas.microsoft.com/office/drawing/2014/main" id="{3479B3D7-113B-4DAA-8F43-04C5940B2745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7" name="pg3397">
                <a:extLst>
                  <a:ext uri="{FF2B5EF4-FFF2-40B4-BE49-F238E27FC236}">
                    <a16:creationId xmlns:a16="http://schemas.microsoft.com/office/drawing/2014/main" id="{3A218FFF-FE1D-563A-DAE7-9F1E4DF5A1F5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8" name="pg3398">
                <a:extLst>
                  <a:ext uri="{FF2B5EF4-FFF2-40B4-BE49-F238E27FC236}">
                    <a16:creationId xmlns:a16="http://schemas.microsoft.com/office/drawing/2014/main" id="{F3390B40-EF3E-B4C0-0AF1-DB831B94F992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9" name="pg3399">
                <a:extLst>
                  <a:ext uri="{FF2B5EF4-FFF2-40B4-BE49-F238E27FC236}">
                    <a16:creationId xmlns:a16="http://schemas.microsoft.com/office/drawing/2014/main" id="{C68A5859-8535-972F-DA47-15EF7E6EA014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0" name="pg3400">
                <a:extLst>
                  <a:ext uri="{FF2B5EF4-FFF2-40B4-BE49-F238E27FC236}">
                    <a16:creationId xmlns:a16="http://schemas.microsoft.com/office/drawing/2014/main" id="{A585B4CC-4FA0-DE8B-34F1-1AFDA0FE84F7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1" name="pg3401">
                <a:extLst>
                  <a:ext uri="{FF2B5EF4-FFF2-40B4-BE49-F238E27FC236}">
                    <a16:creationId xmlns:a16="http://schemas.microsoft.com/office/drawing/2014/main" id="{3BD77562-0DDF-75C1-C6F8-842EB886FA17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2" name="pg3402">
                <a:extLst>
                  <a:ext uri="{FF2B5EF4-FFF2-40B4-BE49-F238E27FC236}">
                    <a16:creationId xmlns:a16="http://schemas.microsoft.com/office/drawing/2014/main" id="{2A777869-A36D-2D14-8607-8BA97646BFB0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3" name="pg3403">
                <a:extLst>
                  <a:ext uri="{FF2B5EF4-FFF2-40B4-BE49-F238E27FC236}">
                    <a16:creationId xmlns:a16="http://schemas.microsoft.com/office/drawing/2014/main" id="{EBB0F6FF-70CB-0DD9-C73A-153D88839017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4" name="pg3404">
                <a:extLst>
                  <a:ext uri="{FF2B5EF4-FFF2-40B4-BE49-F238E27FC236}">
                    <a16:creationId xmlns:a16="http://schemas.microsoft.com/office/drawing/2014/main" id="{2D667F52-8FAF-5CA9-21FA-84B901A4B8E4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5" name="pg3405">
                <a:extLst>
                  <a:ext uri="{FF2B5EF4-FFF2-40B4-BE49-F238E27FC236}">
                    <a16:creationId xmlns:a16="http://schemas.microsoft.com/office/drawing/2014/main" id="{65D0C323-4E7D-6339-2CBF-84A658F28E6E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6" name="pg3406">
                <a:extLst>
                  <a:ext uri="{FF2B5EF4-FFF2-40B4-BE49-F238E27FC236}">
                    <a16:creationId xmlns:a16="http://schemas.microsoft.com/office/drawing/2014/main" id="{29851297-C3F3-DC83-D4A4-359B64D7191D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7" name="pg3407">
                <a:extLst>
                  <a:ext uri="{FF2B5EF4-FFF2-40B4-BE49-F238E27FC236}">
                    <a16:creationId xmlns:a16="http://schemas.microsoft.com/office/drawing/2014/main" id="{807A7D0A-FCC4-C299-BC6B-FAA3656E9AC7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8" name="pg3408">
                <a:extLst>
                  <a:ext uri="{FF2B5EF4-FFF2-40B4-BE49-F238E27FC236}">
                    <a16:creationId xmlns:a16="http://schemas.microsoft.com/office/drawing/2014/main" id="{56D5FA56-1D97-76C5-BA38-E49B833B330E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9" name="pg3409">
                <a:extLst>
                  <a:ext uri="{FF2B5EF4-FFF2-40B4-BE49-F238E27FC236}">
                    <a16:creationId xmlns:a16="http://schemas.microsoft.com/office/drawing/2014/main" id="{E6089569-88BC-F3F2-0398-B5C53D896462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0" name="pg3410">
                <a:extLst>
                  <a:ext uri="{FF2B5EF4-FFF2-40B4-BE49-F238E27FC236}">
                    <a16:creationId xmlns:a16="http://schemas.microsoft.com/office/drawing/2014/main" id="{6B42C1A9-4483-3BD9-F5A3-D8A43A471460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1" name="pg3411">
                <a:extLst>
                  <a:ext uri="{FF2B5EF4-FFF2-40B4-BE49-F238E27FC236}">
                    <a16:creationId xmlns:a16="http://schemas.microsoft.com/office/drawing/2014/main" id="{62495EB0-99BA-FF88-FDFA-6043928BF120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2" name="pg3412">
                <a:extLst>
                  <a:ext uri="{FF2B5EF4-FFF2-40B4-BE49-F238E27FC236}">
                    <a16:creationId xmlns:a16="http://schemas.microsoft.com/office/drawing/2014/main" id="{3A4EF735-18FC-AD73-02EC-F201B2AA1E50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3" name="pg3413">
                <a:extLst>
                  <a:ext uri="{FF2B5EF4-FFF2-40B4-BE49-F238E27FC236}">
                    <a16:creationId xmlns:a16="http://schemas.microsoft.com/office/drawing/2014/main" id="{F738BFA5-3FBB-F328-B82E-5443288EF80A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4" name="pg3414">
                <a:extLst>
                  <a:ext uri="{FF2B5EF4-FFF2-40B4-BE49-F238E27FC236}">
                    <a16:creationId xmlns:a16="http://schemas.microsoft.com/office/drawing/2014/main" id="{3C73DB89-6A2A-4CB7-6266-BCBFC2156791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5" name="pg3415">
                <a:extLst>
                  <a:ext uri="{FF2B5EF4-FFF2-40B4-BE49-F238E27FC236}">
                    <a16:creationId xmlns:a16="http://schemas.microsoft.com/office/drawing/2014/main" id="{BE13506D-883C-EAC1-FED2-22936AAEC814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6" name="pg3416">
                <a:extLst>
                  <a:ext uri="{FF2B5EF4-FFF2-40B4-BE49-F238E27FC236}">
                    <a16:creationId xmlns:a16="http://schemas.microsoft.com/office/drawing/2014/main" id="{6073F3DA-EFEC-41EE-64D8-6150BCDF927A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7" name="pg3417">
                <a:extLst>
                  <a:ext uri="{FF2B5EF4-FFF2-40B4-BE49-F238E27FC236}">
                    <a16:creationId xmlns:a16="http://schemas.microsoft.com/office/drawing/2014/main" id="{9B771560-BC57-BF4C-B0CE-347CF3204A75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8" name="pg3418">
                <a:extLst>
                  <a:ext uri="{FF2B5EF4-FFF2-40B4-BE49-F238E27FC236}">
                    <a16:creationId xmlns:a16="http://schemas.microsoft.com/office/drawing/2014/main" id="{4D6AB4C0-C02F-9C87-8BC6-37E2AE21AEA5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9" name="pg3419">
                <a:extLst>
                  <a:ext uri="{FF2B5EF4-FFF2-40B4-BE49-F238E27FC236}">
                    <a16:creationId xmlns:a16="http://schemas.microsoft.com/office/drawing/2014/main" id="{2763F682-9692-5D78-A0C1-1D8CFBE7C6A5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0" name="pg3420">
                <a:extLst>
                  <a:ext uri="{FF2B5EF4-FFF2-40B4-BE49-F238E27FC236}">
                    <a16:creationId xmlns:a16="http://schemas.microsoft.com/office/drawing/2014/main" id="{83D63699-D27D-2771-BDE3-CEF8A588FA41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1" name="pg3421">
                <a:extLst>
                  <a:ext uri="{FF2B5EF4-FFF2-40B4-BE49-F238E27FC236}">
                    <a16:creationId xmlns:a16="http://schemas.microsoft.com/office/drawing/2014/main" id="{820F4E84-52A2-5465-5813-3C8C35528EDE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2" name="pg3422">
                <a:extLst>
                  <a:ext uri="{FF2B5EF4-FFF2-40B4-BE49-F238E27FC236}">
                    <a16:creationId xmlns:a16="http://schemas.microsoft.com/office/drawing/2014/main" id="{7177B455-F314-6F2C-C82B-CF630761AA6D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3" name="pg3423">
                <a:extLst>
                  <a:ext uri="{FF2B5EF4-FFF2-40B4-BE49-F238E27FC236}">
                    <a16:creationId xmlns:a16="http://schemas.microsoft.com/office/drawing/2014/main" id="{316378C9-313C-C01F-F67F-DD7056692FA9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4" name="pg3424">
                <a:extLst>
                  <a:ext uri="{FF2B5EF4-FFF2-40B4-BE49-F238E27FC236}">
                    <a16:creationId xmlns:a16="http://schemas.microsoft.com/office/drawing/2014/main" id="{BE402144-B25A-28D3-042F-D2853DF938DD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5" name="pg3425">
                <a:extLst>
                  <a:ext uri="{FF2B5EF4-FFF2-40B4-BE49-F238E27FC236}">
                    <a16:creationId xmlns:a16="http://schemas.microsoft.com/office/drawing/2014/main" id="{5B720F34-2D76-FC87-4223-12DA5A9E19F0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6" name="pg3426">
                <a:extLst>
                  <a:ext uri="{FF2B5EF4-FFF2-40B4-BE49-F238E27FC236}">
                    <a16:creationId xmlns:a16="http://schemas.microsoft.com/office/drawing/2014/main" id="{03C22599-9F43-018F-10A9-6CB5447E64A5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7" name="pg3427">
                <a:extLst>
                  <a:ext uri="{FF2B5EF4-FFF2-40B4-BE49-F238E27FC236}">
                    <a16:creationId xmlns:a16="http://schemas.microsoft.com/office/drawing/2014/main" id="{1B03531E-FB8C-7BEF-10B5-308F7E0BB773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8" name="pg3428">
                <a:extLst>
                  <a:ext uri="{FF2B5EF4-FFF2-40B4-BE49-F238E27FC236}">
                    <a16:creationId xmlns:a16="http://schemas.microsoft.com/office/drawing/2014/main" id="{EC36C61B-1B51-0AB2-4A11-086652411EEB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9" name="pg3429">
                <a:extLst>
                  <a:ext uri="{FF2B5EF4-FFF2-40B4-BE49-F238E27FC236}">
                    <a16:creationId xmlns:a16="http://schemas.microsoft.com/office/drawing/2014/main" id="{540C2B08-1D4D-8B16-D2FD-6325DF932DC9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0" name="pg3430">
                <a:extLst>
                  <a:ext uri="{FF2B5EF4-FFF2-40B4-BE49-F238E27FC236}">
                    <a16:creationId xmlns:a16="http://schemas.microsoft.com/office/drawing/2014/main" id="{B236ECE1-D009-544B-35AE-F41E734AE74F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1" name="pg3431">
                <a:extLst>
                  <a:ext uri="{FF2B5EF4-FFF2-40B4-BE49-F238E27FC236}">
                    <a16:creationId xmlns:a16="http://schemas.microsoft.com/office/drawing/2014/main" id="{9144946B-2939-1E78-1127-A29437706F7C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2" name="pg3432">
                <a:extLst>
                  <a:ext uri="{FF2B5EF4-FFF2-40B4-BE49-F238E27FC236}">
                    <a16:creationId xmlns:a16="http://schemas.microsoft.com/office/drawing/2014/main" id="{0B008F63-9BFD-5954-897E-7DFDBC4FFEEC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3" name="pg3433">
                <a:extLst>
                  <a:ext uri="{FF2B5EF4-FFF2-40B4-BE49-F238E27FC236}">
                    <a16:creationId xmlns:a16="http://schemas.microsoft.com/office/drawing/2014/main" id="{6C769724-FB3A-A3C0-F3F6-6D6D7418CA45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4" name="pg3434">
                <a:extLst>
                  <a:ext uri="{FF2B5EF4-FFF2-40B4-BE49-F238E27FC236}">
                    <a16:creationId xmlns:a16="http://schemas.microsoft.com/office/drawing/2014/main" id="{746F0171-C3BE-93D9-8859-124FA28B3C4C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5" name="pg3435">
                <a:extLst>
                  <a:ext uri="{FF2B5EF4-FFF2-40B4-BE49-F238E27FC236}">
                    <a16:creationId xmlns:a16="http://schemas.microsoft.com/office/drawing/2014/main" id="{54812C23-AC53-FC6C-60AE-35D6F5B8B3EE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6" name="pg3436">
                <a:extLst>
                  <a:ext uri="{FF2B5EF4-FFF2-40B4-BE49-F238E27FC236}">
                    <a16:creationId xmlns:a16="http://schemas.microsoft.com/office/drawing/2014/main" id="{82AFACFA-92CA-B126-E8A1-FBA9128B9252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7" name="pg3437">
                <a:extLst>
                  <a:ext uri="{FF2B5EF4-FFF2-40B4-BE49-F238E27FC236}">
                    <a16:creationId xmlns:a16="http://schemas.microsoft.com/office/drawing/2014/main" id="{B935E501-D8C2-4676-D3C4-3E82456F1A78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8" name="pg3438">
                <a:extLst>
                  <a:ext uri="{FF2B5EF4-FFF2-40B4-BE49-F238E27FC236}">
                    <a16:creationId xmlns:a16="http://schemas.microsoft.com/office/drawing/2014/main" id="{DE5E5CBA-5008-0D8F-EE76-D6A98717C305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9" name="pg3439">
                <a:extLst>
                  <a:ext uri="{FF2B5EF4-FFF2-40B4-BE49-F238E27FC236}">
                    <a16:creationId xmlns:a16="http://schemas.microsoft.com/office/drawing/2014/main" id="{01FFC445-7CB6-D4B1-1ED3-240D6E5265F5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0" name="pg3440">
                <a:extLst>
                  <a:ext uri="{FF2B5EF4-FFF2-40B4-BE49-F238E27FC236}">
                    <a16:creationId xmlns:a16="http://schemas.microsoft.com/office/drawing/2014/main" id="{B409CB3C-8AC8-860C-0B38-A88E44A5052B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1" name="pg3441">
                <a:extLst>
                  <a:ext uri="{FF2B5EF4-FFF2-40B4-BE49-F238E27FC236}">
                    <a16:creationId xmlns:a16="http://schemas.microsoft.com/office/drawing/2014/main" id="{0123D533-1672-18F4-9C8A-1C4F63E07592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2" name="pg3442">
                <a:extLst>
                  <a:ext uri="{FF2B5EF4-FFF2-40B4-BE49-F238E27FC236}">
                    <a16:creationId xmlns:a16="http://schemas.microsoft.com/office/drawing/2014/main" id="{A3A7F2D9-C81F-C64E-665D-C7502778E3D6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3" name="pg3443">
                <a:extLst>
                  <a:ext uri="{FF2B5EF4-FFF2-40B4-BE49-F238E27FC236}">
                    <a16:creationId xmlns:a16="http://schemas.microsoft.com/office/drawing/2014/main" id="{F709465E-3908-429A-80FE-5641AD8E7D54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4" name="pg3444">
                <a:extLst>
                  <a:ext uri="{FF2B5EF4-FFF2-40B4-BE49-F238E27FC236}">
                    <a16:creationId xmlns:a16="http://schemas.microsoft.com/office/drawing/2014/main" id="{DCF34354-93B9-35D0-B1B3-480D1F534DF9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5" name="pg3445">
                <a:extLst>
                  <a:ext uri="{FF2B5EF4-FFF2-40B4-BE49-F238E27FC236}">
                    <a16:creationId xmlns:a16="http://schemas.microsoft.com/office/drawing/2014/main" id="{A45513C7-AB68-44FD-46C0-63C633C7EBD0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6" name="pg3446">
                <a:extLst>
                  <a:ext uri="{FF2B5EF4-FFF2-40B4-BE49-F238E27FC236}">
                    <a16:creationId xmlns:a16="http://schemas.microsoft.com/office/drawing/2014/main" id="{C7AB374E-F82B-406F-A14B-70DB143A9FD5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7" name="pg3447">
                <a:extLst>
                  <a:ext uri="{FF2B5EF4-FFF2-40B4-BE49-F238E27FC236}">
                    <a16:creationId xmlns:a16="http://schemas.microsoft.com/office/drawing/2014/main" id="{7CF5B097-9E63-CC6C-D472-8C5B08C33463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8" name="pg3448">
                <a:extLst>
                  <a:ext uri="{FF2B5EF4-FFF2-40B4-BE49-F238E27FC236}">
                    <a16:creationId xmlns:a16="http://schemas.microsoft.com/office/drawing/2014/main" id="{3864967A-72B6-87B1-A0DA-98DE7792670F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9" name="pg3449">
                <a:extLst>
                  <a:ext uri="{FF2B5EF4-FFF2-40B4-BE49-F238E27FC236}">
                    <a16:creationId xmlns:a16="http://schemas.microsoft.com/office/drawing/2014/main" id="{7F488998-D07C-0D3B-527C-62D69EEE47B8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0" name="pg3450">
                <a:extLst>
                  <a:ext uri="{FF2B5EF4-FFF2-40B4-BE49-F238E27FC236}">
                    <a16:creationId xmlns:a16="http://schemas.microsoft.com/office/drawing/2014/main" id="{C191A18A-2687-9184-63A8-35EECC4420F9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1" name="pg3451">
                <a:extLst>
                  <a:ext uri="{FF2B5EF4-FFF2-40B4-BE49-F238E27FC236}">
                    <a16:creationId xmlns:a16="http://schemas.microsoft.com/office/drawing/2014/main" id="{CD57D790-2E7E-AE86-BF94-152385FB568E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2" name="pg3452">
                <a:extLst>
                  <a:ext uri="{FF2B5EF4-FFF2-40B4-BE49-F238E27FC236}">
                    <a16:creationId xmlns:a16="http://schemas.microsoft.com/office/drawing/2014/main" id="{C1ADECA7-65B1-6279-C32C-45A87A651F31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3" name="pg3453">
                <a:extLst>
                  <a:ext uri="{FF2B5EF4-FFF2-40B4-BE49-F238E27FC236}">
                    <a16:creationId xmlns:a16="http://schemas.microsoft.com/office/drawing/2014/main" id="{CB2B2CFA-F3E0-692C-2620-F420A9E2DFC8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4" name="pg3454">
                <a:extLst>
                  <a:ext uri="{FF2B5EF4-FFF2-40B4-BE49-F238E27FC236}">
                    <a16:creationId xmlns:a16="http://schemas.microsoft.com/office/drawing/2014/main" id="{40443695-B144-48F1-0405-DD94DE69B226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5" name="pg3455">
                <a:extLst>
                  <a:ext uri="{FF2B5EF4-FFF2-40B4-BE49-F238E27FC236}">
                    <a16:creationId xmlns:a16="http://schemas.microsoft.com/office/drawing/2014/main" id="{F6275C07-A107-384A-C454-D80AE619A0D1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6" name="pg3456">
                <a:extLst>
                  <a:ext uri="{FF2B5EF4-FFF2-40B4-BE49-F238E27FC236}">
                    <a16:creationId xmlns:a16="http://schemas.microsoft.com/office/drawing/2014/main" id="{E8761BF5-8AC4-E2C6-494E-41CF636A4EEC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7" name="pg3457">
                <a:extLst>
                  <a:ext uri="{FF2B5EF4-FFF2-40B4-BE49-F238E27FC236}">
                    <a16:creationId xmlns:a16="http://schemas.microsoft.com/office/drawing/2014/main" id="{F3F1EFF2-DD86-B972-D441-AD5821A06310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8" name="pg3458">
                <a:extLst>
                  <a:ext uri="{FF2B5EF4-FFF2-40B4-BE49-F238E27FC236}">
                    <a16:creationId xmlns:a16="http://schemas.microsoft.com/office/drawing/2014/main" id="{724613E4-2473-73FA-DB03-3B6DBD6D83DC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9" name="pg3459">
                <a:extLst>
                  <a:ext uri="{FF2B5EF4-FFF2-40B4-BE49-F238E27FC236}">
                    <a16:creationId xmlns:a16="http://schemas.microsoft.com/office/drawing/2014/main" id="{BA4A57D1-5CE9-4FD4-FB6E-9645560DD7F3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0" name="pg3460">
                <a:extLst>
                  <a:ext uri="{FF2B5EF4-FFF2-40B4-BE49-F238E27FC236}">
                    <a16:creationId xmlns:a16="http://schemas.microsoft.com/office/drawing/2014/main" id="{D782FD28-981B-E910-3A58-F203FBBED332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1" name="pg3461">
                <a:extLst>
                  <a:ext uri="{FF2B5EF4-FFF2-40B4-BE49-F238E27FC236}">
                    <a16:creationId xmlns:a16="http://schemas.microsoft.com/office/drawing/2014/main" id="{31877504-B25A-038C-5FE7-970413C5C4BE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2" name="pg3462">
                <a:extLst>
                  <a:ext uri="{FF2B5EF4-FFF2-40B4-BE49-F238E27FC236}">
                    <a16:creationId xmlns:a16="http://schemas.microsoft.com/office/drawing/2014/main" id="{38CE6D21-0A9B-8809-9033-4995378D88EB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3" name="pg3463">
                <a:extLst>
                  <a:ext uri="{FF2B5EF4-FFF2-40B4-BE49-F238E27FC236}">
                    <a16:creationId xmlns:a16="http://schemas.microsoft.com/office/drawing/2014/main" id="{0F488EB1-B1C2-7A37-EBE2-4EDB2C6C5EE0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4" name="pg3464">
                <a:extLst>
                  <a:ext uri="{FF2B5EF4-FFF2-40B4-BE49-F238E27FC236}">
                    <a16:creationId xmlns:a16="http://schemas.microsoft.com/office/drawing/2014/main" id="{A39B5794-49C8-EA69-513F-6507BD6B8F10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5" name="pg3465">
                <a:extLst>
                  <a:ext uri="{FF2B5EF4-FFF2-40B4-BE49-F238E27FC236}">
                    <a16:creationId xmlns:a16="http://schemas.microsoft.com/office/drawing/2014/main" id="{52891A48-1DB7-483A-A138-9B229FA90F79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6" name="pg3466">
                <a:extLst>
                  <a:ext uri="{FF2B5EF4-FFF2-40B4-BE49-F238E27FC236}">
                    <a16:creationId xmlns:a16="http://schemas.microsoft.com/office/drawing/2014/main" id="{8AB56217-8790-C84E-1F12-4D85C7B89184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7" name="pg3467">
                <a:extLst>
                  <a:ext uri="{FF2B5EF4-FFF2-40B4-BE49-F238E27FC236}">
                    <a16:creationId xmlns:a16="http://schemas.microsoft.com/office/drawing/2014/main" id="{FB0413FD-7F34-9D5B-279F-B9BA4F88D1C0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8" name="pg3468">
                <a:extLst>
                  <a:ext uri="{FF2B5EF4-FFF2-40B4-BE49-F238E27FC236}">
                    <a16:creationId xmlns:a16="http://schemas.microsoft.com/office/drawing/2014/main" id="{9A231828-1EDB-AF49-4741-0691A10C3336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9" name="pg3469">
                <a:extLst>
                  <a:ext uri="{FF2B5EF4-FFF2-40B4-BE49-F238E27FC236}">
                    <a16:creationId xmlns:a16="http://schemas.microsoft.com/office/drawing/2014/main" id="{0DF3BDB7-B0FE-763C-C447-1D5CA00917E8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0" name="pg3470">
                <a:extLst>
                  <a:ext uri="{FF2B5EF4-FFF2-40B4-BE49-F238E27FC236}">
                    <a16:creationId xmlns:a16="http://schemas.microsoft.com/office/drawing/2014/main" id="{2A586C0A-B5C7-B88B-FD62-69A64229B9DD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1" name="pg3471">
                <a:extLst>
                  <a:ext uri="{FF2B5EF4-FFF2-40B4-BE49-F238E27FC236}">
                    <a16:creationId xmlns:a16="http://schemas.microsoft.com/office/drawing/2014/main" id="{4BAF1BDE-4CE1-290A-57E3-4DAB7E170116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2" name="pg3472">
                <a:extLst>
                  <a:ext uri="{FF2B5EF4-FFF2-40B4-BE49-F238E27FC236}">
                    <a16:creationId xmlns:a16="http://schemas.microsoft.com/office/drawing/2014/main" id="{B9FE5F1E-B431-27E1-16E4-803425118586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3" name="pg3473">
                <a:extLst>
                  <a:ext uri="{FF2B5EF4-FFF2-40B4-BE49-F238E27FC236}">
                    <a16:creationId xmlns:a16="http://schemas.microsoft.com/office/drawing/2014/main" id="{0C53A7C9-677D-6673-1F14-462D3FFF2351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4" name="pg3474">
                <a:extLst>
                  <a:ext uri="{FF2B5EF4-FFF2-40B4-BE49-F238E27FC236}">
                    <a16:creationId xmlns:a16="http://schemas.microsoft.com/office/drawing/2014/main" id="{6EF301DB-218B-82C7-FC41-4AB6E6BF37E1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5" name="pg3475">
                <a:extLst>
                  <a:ext uri="{FF2B5EF4-FFF2-40B4-BE49-F238E27FC236}">
                    <a16:creationId xmlns:a16="http://schemas.microsoft.com/office/drawing/2014/main" id="{A7E35F78-24DE-7F60-24EE-F666C306DB89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6" name="pg3476">
                <a:extLst>
                  <a:ext uri="{FF2B5EF4-FFF2-40B4-BE49-F238E27FC236}">
                    <a16:creationId xmlns:a16="http://schemas.microsoft.com/office/drawing/2014/main" id="{ECAD70C3-3E7B-E957-9E13-8A357A5E1CAD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7" name="pg3477">
                <a:extLst>
                  <a:ext uri="{FF2B5EF4-FFF2-40B4-BE49-F238E27FC236}">
                    <a16:creationId xmlns:a16="http://schemas.microsoft.com/office/drawing/2014/main" id="{2BD29F75-F5DF-2272-208B-43A8C8E9B3D6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8" name="pg3478">
                <a:extLst>
                  <a:ext uri="{FF2B5EF4-FFF2-40B4-BE49-F238E27FC236}">
                    <a16:creationId xmlns:a16="http://schemas.microsoft.com/office/drawing/2014/main" id="{D0F66C57-C2FB-3CA8-9BDE-72B65DE93EA7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9" name="pg3479">
                <a:extLst>
                  <a:ext uri="{FF2B5EF4-FFF2-40B4-BE49-F238E27FC236}">
                    <a16:creationId xmlns:a16="http://schemas.microsoft.com/office/drawing/2014/main" id="{DA9C61B5-A1B7-8074-1418-AD04B328A3F3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0" name="pg3480">
                <a:extLst>
                  <a:ext uri="{FF2B5EF4-FFF2-40B4-BE49-F238E27FC236}">
                    <a16:creationId xmlns:a16="http://schemas.microsoft.com/office/drawing/2014/main" id="{A9D7F366-A849-950B-20AD-15648935BF7A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1" name="pg3481">
                <a:extLst>
                  <a:ext uri="{FF2B5EF4-FFF2-40B4-BE49-F238E27FC236}">
                    <a16:creationId xmlns:a16="http://schemas.microsoft.com/office/drawing/2014/main" id="{CD8EE8DF-DB7C-2610-3BCC-7455ACAE52E3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2" name="pg3482">
                <a:extLst>
                  <a:ext uri="{FF2B5EF4-FFF2-40B4-BE49-F238E27FC236}">
                    <a16:creationId xmlns:a16="http://schemas.microsoft.com/office/drawing/2014/main" id="{50799498-EF22-5D08-58F2-D1F1E886DF54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3" name="pg3483">
                <a:extLst>
                  <a:ext uri="{FF2B5EF4-FFF2-40B4-BE49-F238E27FC236}">
                    <a16:creationId xmlns:a16="http://schemas.microsoft.com/office/drawing/2014/main" id="{136B2849-A0BF-6247-08E5-8C0751E896E8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4" name="pg3484">
                <a:extLst>
                  <a:ext uri="{FF2B5EF4-FFF2-40B4-BE49-F238E27FC236}">
                    <a16:creationId xmlns:a16="http://schemas.microsoft.com/office/drawing/2014/main" id="{21AB7255-B59B-1852-23CF-EB0C036079FC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5" name="pg3485">
                <a:extLst>
                  <a:ext uri="{FF2B5EF4-FFF2-40B4-BE49-F238E27FC236}">
                    <a16:creationId xmlns:a16="http://schemas.microsoft.com/office/drawing/2014/main" id="{AD7A1858-2FF2-2CA6-1E48-E25373B42B22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6" name="pg3486">
                <a:extLst>
                  <a:ext uri="{FF2B5EF4-FFF2-40B4-BE49-F238E27FC236}">
                    <a16:creationId xmlns:a16="http://schemas.microsoft.com/office/drawing/2014/main" id="{DC5F77CD-4920-7B91-5FDD-6B45AA70EB38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7" name="pg3487">
                <a:extLst>
                  <a:ext uri="{FF2B5EF4-FFF2-40B4-BE49-F238E27FC236}">
                    <a16:creationId xmlns:a16="http://schemas.microsoft.com/office/drawing/2014/main" id="{4740810C-C296-9C73-1BA1-DE3AF1BE479C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8" name="pg3488">
                <a:extLst>
                  <a:ext uri="{FF2B5EF4-FFF2-40B4-BE49-F238E27FC236}">
                    <a16:creationId xmlns:a16="http://schemas.microsoft.com/office/drawing/2014/main" id="{7A5F8C3B-8409-9A2D-8B6C-DEE76DF66C1F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9" name="pg3489">
                <a:extLst>
                  <a:ext uri="{FF2B5EF4-FFF2-40B4-BE49-F238E27FC236}">
                    <a16:creationId xmlns:a16="http://schemas.microsoft.com/office/drawing/2014/main" id="{528B8C11-16FB-74C1-649C-81A97931B07E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0" name="pg3490">
                <a:extLst>
                  <a:ext uri="{FF2B5EF4-FFF2-40B4-BE49-F238E27FC236}">
                    <a16:creationId xmlns:a16="http://schemas.microsoft.com/office/drawing/2014/main" id="{EF442B8B-CBB6-6888-82BA-B49975D07B85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1" name="pg3491">
                <a:extLst>
                  <a:ext uri="{FF2B5EF4-FFF2-40B4-BE49-F238E27FC236}">
                    <a16:creationId xmlns:a16="http://schemas.microsoft.com/office/drawing/2014/main" id="{22D26002-76B0-06AB-D54E-0422E8EAFE9B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2" name="pg3492">
                <a:extLst>
                  <a:ext uri="{FF2B5EF4-FFF2-40B4-BE49-F238E27FC236}">
                    <a16:creationId xmlns:a16="http://schemas.microsoft.com/office/drawing/2014/main" id="{376BA1C3-D27E-F23B-7ECA-E5C9E7A2FAE6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3" name="pg3493">
                <a:extLst>
                  <a:ext uri="{FF2B5EF4-FFF2-40B4-BE49-F238E27FC236}">
                    <a16:creationId xmlns:a16="http://schemas.microsoft.com/office/drawing/2014/main" id="{048C52E7-8D80-F7EF-6DB8-0FAECEE420EF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4" name="pg3494">
                <a:extLst>
                  <a:ext uri="{FF2B5EF4-FFF2-40B4-BE49-F238E27FC236}">
                    <a16:creationId xmlns:a16="http://schemas.microsoft.com/office/drawing/2014/main" id="{F51AA159-6A0A-5FDE-88A2-10112227DA89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5" name="pg3495">
                <a:extLst>
                  <a:ext uri="{FF2B5EF4-FFF2-40B4-BE49-F238E27FC236}">
                    <a16:creationId xmlns:a16="http://schemas.microsoft.com/office/drawing/2014/main" id="{52554269-8DE6-4056-E0B2-AF7AB521D1DE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6" name="pg3496">
                <a:extLst>
                  <a:ext uri="{FF2B5EF4-FFF2-40B4-BE49-F238E27FC236}">
                    <a16:creationId xmlns:a16="http://schemas.microsoft.com/office/drawing/2014/main" id="{4CC2B6F9-EE7C-1C38-E185-E68AC084DCE3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7" name="pg3497">
                <a:extLst>
                  <a:ext uri="{FF2B5EF4-FFF2-40B4-BE49-F238E27FC236}">
                    <a16:creationId xmlns:a16="http://schemas.microsoft.com/office/drawing/2014/main" id="{EB6B0217-BDD5-A4BC-F456-44B084F6897A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8" name="pg3498">
                <a:extLst>
                  <a:ext uri="{FF2B5EF4-FFF2-40B4-BE49-F238E27FC236}">
                    <a16:creationId xmlns:a16="http://schemas.microsoft.com/office/drawing/2014/main" id="{36B6F314-8973-D35C-63BD-ED9BB7D675E3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9" name="pg3499">
                <a:extLst>
                  <a:ext uri="{FF2B5EF4-FFF2-40B4-BE49-F238E27FC236}">
                    <a16:creationId xmlns:a16="http://schemas.microsoft.com/office/drawing/2014/main" id="{02A0E385-22E7-ECB3-26DA-970C095862BD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0" name="pg3500">
                <a:extLst>
                  <a:ext uri="{FF2B5EF4-FFF2-40B4-BE49-F238E27FC236}">
                    <a16:creationId xmlns:a16="http://schemas.microsoft.com/office/drawing/2014/main" id="{3C061DA2-8784-ACE7-19BD-D680CADE58F2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1" name="pg3501">
                <a:extLst>
                  <a:ext uri="{FF2B5EF4-FFF2-40B4-BE49-F238E27FC236}">
                    <a16:creationId xmlns:a16="http://schemas.microsoft.com/office/drawing/2014/main" id="{ABCD4405-88C3-6203-D8BC-B9BDA2E76990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2" name="pg3502">
                <a:extLst>
                  <a:ext uri="{FF2B5EF4-FFF2-40B4-BE49-F238E27FC236}">
                    <a16:creationId xmlns:a16="http://schemas.microsoft.com/office/drawing/2014/main" id="{7CB78B81-CA51-12FB-1EF7-39FF6301DB44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3" name="pg3503">
                <a:extLst>
                  <a:ext uri="{FF2B5EF4-FFF2-40B4-BE49-F238E27FC236}">
                    <a16:creationId xmlns:a16="http://schemas.microsoft.com/office/drawing/2014/main" id="{1CA2255F-3C77-EA60-1CA0-575D149E2BF2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4" name="pg3504">
                <a:extLst>
                  <a:ext uri="{FF2B5EF4-FFF2-40B4-BE49-F238E27FC236}">
                    <a16:creationId xmlns:a16="http://schemas.microsoft.com/office/drawing/2014/main" id="{09D4CC77-D17E-24CC-0AB0-6A1273AF0CE1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5" name="pg3505">
                <a:extLst>
                  <a:ext uri="{FF2B5EF4-FFF2-40B4-BE49-F238E27FC236}">
                    <a16:creationId xmlns:a16="http://schemas.microsoft.com/office/drawing/2014/main" id="{9D0BF7EB-F55A-8C4F-0979-592476B0BD1C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6" name="pg3506">
                <a:extLst>
                  <a:ext uri="{FF2B5EF4-FFF2-40B4-BE49-F238E27FC236}">
                    <a16:creationId xmlns:a16="http://schemas.microsoft.com/office/drawing/2014/main" id="{E06C6A08-9982-E87C-975D-9F9884C234B8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7" name="pg3507">
                <a:extLst>
                  <a:ext uri="{FF2B5EF4-FFF2-40B4-BE49-F238E27FC236}">
                    <a16:creationId xmlns:a16="http://schemas.microsoft.com/office/drawing/2014/main" id="{FC7C1EC7-78F7-BCF7-CD07-D647955E72D5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8" name="pg3508">
                <a:extLst>
                  <a:ext uri="{FF2B5EF4-FFF2-40B4-BE49-F238E27FC236}">
                    <a16:creationId xmlns:a16="http://schemas.microsoft.com/office/drawing/2014/main" id="{0C262D4C-E34F-BA74-63E0-62AC2E3C49E3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9" name="pg3509">
                <a:extLst>
                  <a:ext uri="{FF2B5EF4-FFF2-40B4-BE49-F238E27FC236}">
                    <a16:creationId xmlns:a16="http://schemas.microsoft.com/office/drawing/2014/main" id="{7B7ADC8D-08AE-9F30-35AB-16307D937D72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0" name="pg3510">
                <a:extLst>
                  <a:ext uri="{FF2B5EF4-FFF2-40B4-BE49-F238E27FC236}">
                    <a16:creationId xmlns:a16="http://schemas.microsoft.com/office/drawing/2014/main" id="{7CB1B89D-6535-01A7-F9BD-ABA8ECEC3FCB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1" name="pg3511">
                <a:extLst>
                  <a:ext uri="{FF2B5EF4-FFF2-40B4-BE49-F238E27FC236}">
                    <a16:creationId xmlns:a16="http://schemas.microsoft.com/office/drawing/2014/main" id="{7301BC02-3F3B-39C1-2813-A44620AE17AB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2" name="pg3512">
                <a:extLst>
                  <a:ext uri="{FF2B5EF4-FFF2-40B4-BE49-F238E27FC236}">
                    <a16:creationId xmlns:a16="http://schemas.microsoft.com/office/drawing/2014/main" id="{C778C080-A020-CB59-8804-05B31F64B2A4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3" name="pg3513">
                <a:extLst>
                  <a:ext uri="{FF2B5EF4-FFF2-40B4-BE49-F238E27FC236}">
                    <a16:creationId xmlns:a16="http://schemas.microsoft.com/office/drawing/2014/main" id="{BB92A624-107B-0D2E-761B-7C886149337D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4" name="pg3514">
                <a:extLst>
                  <a:ext uri="{FF2B5EF4-FFF2-40B4-BE49-F238E27FC236}">
                    <a16:creationId xmlns:a16="http://schemas.microsoft.com/office/drawing/2014/main" id="{C425756F-09C7-37C9-3772-B0A09627D39E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5" name="pg3515">
                <a:extLst>
                  <a:ext uri="{FF2B5EF4-FFF2-40B4-BE49-F238E27FC236}">
                    <a16:creationId xmlns:a16="http://schemas.microsoft.com/office/drawing/2014/main" id="{1DA31276-402F-E8AD-1161-75F40745A0ED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6" name="pg3516">
                <a:extLst>
                  <a:ext uri="{FF2B5EF4-FFF2-40B4-BE49-F238E27FC236}">
                    <a16:creationId xmlns:a16="http://schemas.microsoft.com/office/drawing/2014/main" id="{E6F607CE-7D85-2BBF-DD7A-1A53B662FC92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7" name="pg3517">
                <a:extLst>
                  <a:ext uri="{FF2B5EF4-FFF2-40B4-BE49-F238E27FC236}">
                    <a16:creationId xmlns:a16="http://schemas.microsoft.com/office/drawing/2014/main" id="{0E1BF7F7-7B41-8D3B-C6EF-DB5C078DDE63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8" name="pg3518">
                <a:extLst>
                  <a:ext uri="{FF2B5EF4-FFF2-40B4-BE49-F238E27FC236}">
                    <a16:creationId xmlns:a16="http://schemas.microsoft.com/office/drawing/2014/main" id="{FFF727B6-28E1-AC5B-4F33-33ED463ACD2E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9" name="pg3519">
                <a:extLst>
                  <a:ext uri="{FF2B5EF4-FFF2-40B4-BE49-F238E27FC236}">
                    <a16:creationId xmlns:a16="http://schemas.microsoft.com/office/drawing/2014/main" id="{58AA5043-0589-5446-FFDF-621C170B347C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0" name="pg3520">
                <a:extLst>
                  <a:ext uri="{FF2B5EF4-FFF2-40B4-BE49-F238E27FC236}">
                    <a16:creationId xmlns:a16="http://schemas.microsoft.com/office/drawing/2014/main" id="{53E033AE-2174-B31A-4339-84955CEDEC9D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1" name="pg3521">
                <a:extLst>
                  <a:ext uri="{FF2B5EF4-FFF2-40B4-BE49-F238E27FC236}">
                    <a16:creationId xmlns:a16="http://schemas.microsoft.com/office/drawing/2014/main" id="{30680553-8615-0833-09B7-7AB6B546B69A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2" name="pg3522">
                <a:extLst>
                  <a:ext uri="{FF2B5EF4-FFF2-40B4-BE49-F238E27FC236}">
                    <a16:creationId xmlns:a16="http://schemas.microsoft.com/office/drawing/2014/main" id="{B3646EDA-621E-3442-6F1F-394F98878AA3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3" name="pg3523">
                <a:extLst>
                  <a:ext uri="{FF2B5EF4-FFF2-40B4-BE49-F238E27FC236}">
                    <a16:creationId xmlns:a16="http://schemas.microsoft.com/office/drawing/2014/main" id="{318AC7C7-AEE0-C065-B352-836163A88111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4" name="pg3524">
                <a:extLst>
                  <a:ext uri="{FF2B5EF4-FFF2-40B4-BE49-F238E27FC236}">
                    <a16:creationId xmlns:a16="http://schemas.microsoft.com/office/drawing/2014/main" id="{7908FE3B-0916-75B9-13F1-EDF17512E743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5" name="pg3525">
                <a:extLst>
                  <a:ext uri="{FF2B5EF4-FFF2-40B4-BE49-F238E27FC236}">
                    <a16:creationId xmlns:a16="http://schemas.microsoft.com/office/drawing/2014/main" id="{01BFA7F4-5689-59E5-58CE-234EA068C9D6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6" name="pg3526">
                <a:extLst>
                  <a:ext uri="{FF2B5EF4-FFF2-40B4-BE49-F238E27FC236}">
                    <a16:creationId xmlns:a16="http://schemas.microsoft.com/office/drawing/2014/main" id="{EC2DB204-A4A4-7952-3EDC-023BE6DB17F2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7" name="pg3527">
                <a:extLst>
                  <a:ext uri="{FF2B5EF4-FFF2-40B4-BE49-F238E27FC236}">
                    <a16:creationId xmlns:a16="http://schemas.microsoft.com/office/drawing/2014/main" id="{C0967847-C72F-516D-D80A-3352335E7BAC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8" name="pg3528">
                <a:extLst>
                  <a:ext uri="{FF2B5EF4-FFF2-40B4-BE49-F238E27FC236}">
                    <a16:creationId xmlns:a16="http://schemas.microsoft.com/office/drawing/2014/main" id="{15F8C23C-9701-E4F4-94C6-21363365101C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9" name="pg3529">
                <a:extLst>
                  <a:ext uri="{FF2B5EF4-FFF2-40B4-BE49-F238E27FC236}">
                    <a16:creationId xmlns:a16="http://schemas.microsoft.com/office/drawing/2014/main" id="{819F0D34-2E19-38B6-2C87-8E9D85E5FF2F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0" name="pg3530">
                <a:extLst>
                  <a:ext uri="{FF2B5EF4-FFF2-40B4-BE49-F238E27FC236}">
                    <a16:creationId xmlns:a16="http://schemas.microsoft.com/office/drawing/2014/main" id="{BCFE6396-A588-F893-EA23-22CF805548D0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1" name="pg3531">
                <a:extLst>
                  <a:ext uri="{FF2B5EF4-FFF2-40B4-BE49-F238E27FC236}">
                    <a16:creationId xmlns:a16="http://schemas.microsoft.com/office/drawing/2014/main" id="{B45FC37C-FA52-44FB-7273-16C43BD7B95B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2" name="pg3532">
                <a:extLst>
                  <a:ext uri="{FF2B5EF4-FFF2-40B4-BE49-F238E27FC236}">
                    <a16:creationId xmlns:a16="http://schemas.microsoft.com/office/drawing/2014/main" id="{D5703A67-1073-7387-DCDB-A459AD94A3E7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3" name="pg3533">
                <a:extLst>
                  <a:ext uri="{FF2B5EF4-FFF2-40B4-BE49-F238E27FC236}">
                    <a16:creationId xmlns:a16="http://schemas.microsoft.com/office/drawing/2014/main" id="{B678AF14-CAD4-F759-B3A7-9310EA48E5FB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4" name="pg3534">
                <a:extLst>
                  <a:ext uri="{FF2B5EF4-FFF2-40B4-BE49-F238E27FC236}">
                    <a16:creationId xmlns:a16="http://schemas.microsoft.com/office/drawing/2014/main" id="{655329A4-9A61-32DE-7DD3-EF781E9F8325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5" name="pg3535">
                <a:extLst>
                  <a:ext uri="{FF2B5EF4-FFF2-40B4-BE49-F238E27FC236}">
                    <a16:creationId xmlns:a16="http://schemas.microsoft.com/office/drawing/2014/main" id="{69DB35D9-AF7A-A282-D095-B52B6271CBB4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6" name="pg3536">
                <a:extLst>
                  <a:ext uri="{FF2B5EF4-FFF2-40B4-BE49-F238E27FC236}">
                    <a16:creationId xmlns:a16="http://schemas.microsoft.com/office/drawing/2014/main" id="{160968D9-E4C9-B18A-7C0E-4BAF7B16C6A1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7" name="pg3537">
                <a:extLst>
                  <a:ext uri="{FF2B5EF4-FFF2-40B4-BE49-F238E27FC236}">
                    <a16:creationId xmlns:a16="http://schemas.microsoft.com/office/drawing/2014/main" id="{E36CADBD-5A7E-9D5E-8E22-5794B24F8450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8" name="pg3538">
                <a:extLst>
                  <a:ext uri="{FF2B5EF4-FFF2-40B4-BE49-F238E27FC236}">
                    <a16:creationId xmlns:a16="http://schemas.microsoft.com/office/drawing/2014/main" id="{8E8BD902-55D8-1223-DAC6-90F8F3B1B5E5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9" name="pg3539">
                <a:extLst>
                  <a:ext uri="{FF2B5EF4-FFF2-40B4-BE49-F238E27FC236}">
                    <a16:creationId xmlns:a16="http://schemas.microsoft.com/office/drawing/2014/main" id="{A37BD9A5-FA00-EE37-8F8E-2553526A3F5E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0" name="pg3540">
                <a:extLst>
                  <a:ext uri="{FF2B5EF4-FFF2-40B4-BE49-F238E27FC236}">
                    <a16:creationId xmlns:a16="http://schemas.microsoft.com/office/drawing/2014/main" id="{2166A0F3-C38B-C3DA-57B4-962A4AC74F4E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1" name="pg3541">
                <a:extLst>
                  <a:ext uri="{FF2B5EF4-FFF2-40B4-BE49-F238E27FC236}">
                    <a16:creationId xmlns:a16="http://schemas.microsoft.com/office/drawing/2014/main" id="{5133442F-1D39-A3CF-F1E2-8448D3C764E0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2" name="pg3542">
                <a:extLst>
                  <a:ext uri="{FF2B5EF4-FFF2-40B4-BE49-F238E27FC236}">
                    <a16:creationId xmlns:a16="http://schemas.microsoft.com/office/drawing/2014/main" id="{B3B7C9A3-9233-B761-281A-EA7325EB9FD8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3" name="pg3543">
                <a:extLst>
                  <a:ext uri="{FF2B5EF4-FFF2-40B4-BE49-F238E27FC236}">
                    <a16:creationId xmlns:a16="http://schemas.microsoft.com/office/drawing/2014/main" id="{954D40AF-6FFB-FA13-DC52-5F6F1407E0C2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4" name="pg3544">
                <a:extLst>
                  <a:ext uri="{FF2B5EF4-FFF2-40B4-BE49-F238E27FC236}">
                    <a16:creationId xmlns:a16="http://schemas.microsoft.com/office/drawing/2014/main" id="{910D5833-82CC-9664-A458-813382C83E76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5" name="pg3545">
                <a:extLst>
                  <a:ext uri="{FF2B5EF4-FFF2-40B4-BE49-F238E27FC236}">
                    <a16:creationId xmlns:a16="http://schemas.microsoft.com/office/drawing/2014/main" id="{EA3ED413-21AF-455E-4A30-5632F234BFC5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6" name="pg3546">
                <a:extLst>
                  <a:ext uri="{FF2B5EF4-FFF2-40B4-BE49-F238E27FC236}">
                    <a16:creationId xmlns:a16="http://schemas.microsoft.com/office/drawing/2014/main" id="{9EDBBC19-A48B-FB96-E0D1-BEB01897F719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7" name="pg3547">
                <a:extLst>
                  <a:ext uri="{FF2B5EF4-FFF2-40B4-BE49-F238E27FC236}">
                    <a16:creationId xmlns:a16="http://schemas.microsoft.com/office/drawing/2014/main" id="{D90C3FA0-3A19-2AE2-4CAE-89D9FDAB907A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8" name="pg3548">
                <a:extLst>
                  <a:ext uri="{FF2B5EF4-FFF2-40B4-BE49-F238E27FC236}">
                    <a16:creationId xmlns:a16="http://schemas.microsoft.com/office/drawing/2014/main" id="{E83C862E-DF97-0B0E-8974-311F68A01BB0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9" name="pg3549">
                <a:extLst>
                  <a:ext uri="{FF2B5EF4-FFF2-40B4-BE49-F238E27FC236}">
                    <a16:creationId xmlns:a16="http://schemas.microsoft.com/office/drawing/2014/main" id="{50626F93-FF3C-85F7-F1BE-C4DA7B1C12A3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0" name="pg3550">
                <a:extLst>
                  <a:ext uri="{FF2B5EF4-FFF2-40B4-BE49-F238E27FC236}">
                    <a16:creationId xmlns:a16="http://schemas.microsoft.com/office/drawing/2014/main" id="{EB7F2408-CDC8-168F-C4B2-A4BA4CEAE2CC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1" name="pg3551">
                <a:extLst>
                  <a:ext uri="{FF2B5EF4-FFF2-40B4-BE49-F238E27FC236}">
                    <a16:creationId xmlns:a16="http://schemas.microsoft.com/office/drawing/2014/main" id="{D141F50A-A2A8-AB0E-49C6-EA85D2AF43AF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2" name="pg3552">
                <a:extLst>
                  <a:ext uri="{FF2B5EF4-FFF2-40B4-BE49-F238E27FC236}">
                    <a16:creationId xmlns:a16="http://schemas.microsoft.com/office/drawing/2014/main" id="{8E717A95-0F37-8550-F7B7-C86542DDB81E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3" name="pg3553">
                <a:extLst>
                  <a:ext uri="{FF2B5EF4-FFF2-40B4-BE49-F238E27FC236}">
                    <a16:creationId xmlns:a16="http://schemas.microsoft.com/office/drawing/2014/main" id="{9CE8DB41-79D1-3181-1894-5BE739445263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4" name="pg3554">
                <a:extLst>
                  <a:ext uri="{FF2B5EF4-FFF2-40B4-BE49-F238E27FC236}">
                    <a16:creationId xmlns:a16="http://schemas.microsoft.com/office/drawing/2014/main" id="{B7659DA7-6576-5F79-15C1-4A7169DA2E9B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5" name="pg3555">
                <a:extLst>
                  <a:ext uri="{FF2B5EF4-FFF2-40B4-BE49-F238E27FC236}">
                    <a16:creationId xmlns:a16="http://schemas.microsoft.com/office/drawing/2014/main" id="{B5D711A7-1761-6BED-06B1-C57CEE62EB62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6" name="pg3556">
                <a:extLst>
                  <a:ext uri="{FF2B5EF4-FFF2-40B4-BE49-F238E27FC236}">
                    <a16:creationId xmlns:a16="http://schemas.microsoft.com/office/drawing/2014/main" id="{8A37262C-3806-DFFE-A850-27C0FAEA5F96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7" name="pg3557">
                <a:extLst>
                  <a:ext uri="{FF2B5EF4-FFF2-40B4-BE49-F238E27FC236}">
                    <a16:creationId xmlns:a16="http://schemas.microsoft.com/office/drawing/2014/main" id="{0528D190-2790-9739-E502-DBADDCC4C34B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8" name="pg3558">
                <a:extLst>
                  <a:ext uri="{FF2B5EF4-FFF2-40B4-BE49-F238E27FC236}">
                    <a16:creationId xmlns:a16="http://schemas.microsoft.com/office/drawing/2014/main" id="{25BC0273-37B7-6A56-DA12-8DE5020F89A0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9" name="pg3559">
                <a:extLst>
                  <a:ext uri="{FF2B5EF4-FFF2-40B4-BE49-F238E27FC236}">
                    <a16:creationId xmlns:a16="http://schemas.microsoft.com/office/drawing/2014/main" id="{3717CDB5-D2ED-31B1-8ECB-DA9EA8FBCFBB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0" name="pg3560">
                <a:extLst>
                  <a:ext uri="{FF2B5EF4-FFF2-40B4-BE49-F238E27FC236}">
                    <a16:creationId xmlns:a16="http://schemas.microsoft.com/office/drawing/2014/main" id="{AB414E0D-A5CD-0D5B-00E5-182DF1795650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1" name="pg3561">
                <a:extLst>
                  <a:ext uri="{FF2B5EF4-FFF2-40B4-BE49-F238E27FC236}">
                    <a16:creationId xmlns:a16="http://schemas.microsoft.com/office/drawing/2014/main" id="{BB780807-A42F-24BA-7B99-1B3FC47771C8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2" name="pg3562">
                <a:extLst>
                  <a:ext uri="{FF2B5EF4-FFF2-40B4-BE49-F238E27FC236}">
                    <a16:creationId xmlns:a16="http://schemas.microsoft.com/office/drawing/2014/main" id="{68DC2185-8CB9-9E9C-BAB4-AADB512D5CDA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765">
                  <a:alpha val="100000"/>
                </a:srgbClr>
              </a:solidFill>
              <a:ln w="5420" cap="flat">
                <a:solidFill>
                  <a:srgbClr val="3A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3" name="pg3563">
                <a:extLst>
                  <a:ext uri="{FF2B5EF4-FFF2-40B4-BE49-F238E27FC236}">
                    <a16:creationId xmlns:a16="http://schemas.microsoft.com/office/drawing/2014/main" id="{3F8F107B-F5F5-53A1-BB99-D8E71774E652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4" name="pg3564">
                <a:extLst>
                  <a:ext uri="{FF2B5EF4-FFF2-40B4-BE49-F238E27FC236}">
                    <a16:creationId xmlns:a16="http://schemas.microsoft.com/office/drawing/2014/main" id="{51C30BE6-591E-2B05-34E8-3FDD844B5BD7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5" name="pg3565">
                <a:extLst>
                  <a:ext uri="{FF2B5EF4-FFF2-40B4-BE49-F238E27FC236}">
                    <a16:creationId xmlns:a16="http://schemas.microsoft.com/office/drawing/2014/main" id="{9DA79C24-7A9A-AA36-59D2-5F78989B84DC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6" name="pg3566">
                <a:extLst>
                  <a:ext uri="{FF2B5EF4-FFF2-40B4-BE49-F238E27FC236}">
                    <a16:creationId xmlns:a16="http://schemas.microsoft.com/office/drawing/2014/main" id="{8ECE1F6F-CCFD-35B5-56B0-258D66F4936E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7" name="pg3567">
                <a:extLst>
                  <a:ext uri="{FF2B5EF4-FFF2-40B4-BE49-F238E27FC236}">
                    <a16:creationId xmlns:a16="http://schemas.microsoft.com/office/drawing/2014/main" id="{81BFF581-A65E-3527-277E-95CA1A858C05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8" name="pg3568">
                <a:extLst>
                  <a:ext uri="{FF2B5EF4-FFF2-40B4-BE49-F238E27FC236}">
                    <a16:creationId xmlns:a16="http://schemas.microsoft.com/office/drawing/2014/main" id="{77236AA9-898F-B566-1B84-6322DE11CD89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9" name="pg3569">
                <a:extLst>
                  <a:ext uri="{FF2B5EF4-FFF2-40B4-BE49-F238E27FC236}">
                    <a16:creationId xmlns:a16="http://schemas.microsoft.com/office/drawing/2014/main" id="{81BE9632-77B1-9800-92AB-3F7450B92810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0" name="pg3570">
                <a:extLst>
                  <a:ext uri="{FF2B5EF4-FFF2-40B4-BE49-F238E27FC236}">
                    <a16:creationId xmlns:a16="http://schemas.microsoft.com/office/drawing/2014/main" id="{2DF790A8-2FBE-57FC-B5B4-8A3BFB651116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1" name="pg3571">
                <a:extLst>
                  <a:ext uri="{FF2B5EF4-FFF2-40B4-BE49-F238E27FC236}">
                    <a16:creationId xmlns:a16="http://schemas.microsoft.com/office/drawing/2014/main" id="{A4CF1E42-4A36-C694-FF38-6610D2F19CD7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2" name="pg3572">
                <a:extLst>
                  <a:ext uri="{FF2B5EF4-FFF2-40B4-BE49-F238E27FC236}">
                    <a16:creationId xmlns:a16="http://schemas.microsoft.com/office/drawing/2014/main" id="{3A5E3048-4819-5596-0B79-EC81C56C524A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3" name="pg3573">
                <a:extLst>
                  <a:ext uri="{FF2B5EF4-FFF2-40B4-BE49-F238E27FC236}">
                    <a16:creationId xmlns:a16="http://schemas.microsoft.com/office/drawing/2014/main" id="{9BFE7B09-0238-F49F-2DF4-462D210BD5A3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4" name="pg3574">
                <a:extLst>
                  <a:ext uri="{FF2B5EF4-FFF2-40B4-BE49-F238E27FC236}">
                    <a16:creationId xmlns:a16="http://schemas.microsoft.com/office/drawing/2014/main" id="{3924FF87-9210-9535-8CE5-86D39C424273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5" name="pg3575">
                <a:extLst>
                  <a:ext uri="{FF2B5EF4-FFF2-40B4-BE49-F238E27FC236}">
                    <a16:creationId xmlns:a16="http://schemas.microsoft.com/office/drawing/2014/main" id="{EBED5726-BFCA-F685-F3B4-42FA0B24037E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6" name="pg3576">
                <a:extLst>
                  <a:ext uri="{FF2B5EF4-FFF2-40B4-BE49-F238E27FC236}">
                    <a16:creationId xmlns:a16="http://schemas.microsoft.com/office/drawing/2014/main" id="{E5ADC8FB-13AF-0799-D4AA-A2066EC45064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7" name="pg3577">
                <a:extLst>
                  <a:ext uri="{FF2B5EF4-FFF2-40B4-BE49-F238E27FC236}">
                    <a16:creationId xmlns:a16="http://schemas.microsoft.com/office/drawing/2014/main" id="{26AFC9F4-D462-FD3B-DC2C-CB7A7D30E676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8" name="pg3578">
                <a:extLst>
                  <a:ext uri="{FF2B5EF4-FFF2-40B4-BE49-F238E27FC236}">
                    <a16:creationId xmlns:a16="http://schemas.microsoft.com/office/drawing/2014/main" id="{0C90F27B-B441-E879-4D1B-0084E7A99DD6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9" name="pg3579">
                <a:extLst>
                  <a:ext uri="{FF2B5EF4-FFF2-40B4-BE49-F238E27FC236}">
                    <a16:creationId xmlns:a16="http://schemas.microsoft.com/office/drawing/2014/main" id="{2E472116-50D9-EE79-CE06-E5388D813CAB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0" name="pg3580">
                <a:extLst>
                  <a:ext uri="{FF2B5EF4-FFF2-40B4-BE49-F238E27FC236}">
                    <a16:creationId xmlns:a16="http://schemas.microsoft.com/office/drawing/2014/main" id="{2A5A90F0-52AE-CADC-09D2-239C3AC85E36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1" name="pg3581">
                <a:extLst>
                  <a:ext uri="{FF2B5EF4-FFF2-40B4-BE49-F238E27FC236}">
                    <a16:creationId xmlns:a16="http://schemas.microsoft.com/office/drawing/2014/main" id="{72E92C5E-B53D-34E3-11ED-6B860B783DF6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2" name="pg3582">
                <a:extLst>
                  <a:ext uri="{FF2B5EF4-FFF2-40B4-BE49-F238E27FC236}">
                    <a16:creationId xmlns:a16="http://schemas.microsoft.com/office/drawing/2014/main" id="{17FC7566-3B68-885A-EDF2-BB7772B8F6DB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3" name="pg3583">
                <a:extLst>
                  <a:ext uri="{FF2B5EF4-FFF2-40B4-BE49-F238E27FC236}">
                    <a16:creationId xmlns:a16="http://schemas.microsoft.com/office/drawing/2014/main" id="{0EC0CB6E-7120-5B85-F968-FBE549C06951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4" name="pg3584">
                <a:extLst>
                  <a:ext uri="{FF2B5EF4-FFF2-40B4-BE49-F238E27FC236}">
                    <a16:creationId xmlns:a16="http://schemas.microsoft.com/office/drawing/2014/main" id="{24BAE318-200D-72DA-1342-8C57617A2D59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5" name="pg3585">
                <a:extLst>
                  <a:ext uri="{FF2B5EF4-FFF2-40B4-BE49-F238E27FC236}">
                    <a16:creationId xmlns:a16="http://schemas.microsoft.com/office/drawing/2014/main" id="{F4203C1F-7553-DD85-2241-8E25D9C565A2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6" name="pg3586">
                <a:extLst>
                  <a:ext uri="{FF2B5EF4-FFF2-40B4-BE49-F238E27FC236}">
                    <a16:creationId xmlns:a16="http://schemas.microsoft.com/office/drawing/2014/main" id="{AEAB689C-C5E2-78AB-7152-D8253188910C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7" name="pg3587">
                <a:extLst>
                  <a:ext uri="{FF2B5EF4-FFF2-40B4-BE49-F238E27FC236}">
                    <a16:creationId xmlns:a16="http://schemas.microsoft.com/office/drawing/2014/main" id="{6576BDE2-0B00-14D4-BB5A-F5ED6F2E59CD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8" name="pg3588">
                <a:extLst>
                  <a:ext uri="{FF2B5EF4-FFF2-40B4-BE49-F238E27FC236}">
                    <a16:creationId xmlns:a16="http://schemas.microsoft.com/office/drawing/2014/main" id="{A4F14384-B949-8AB3-70A9-DF29EDA8C4C4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9" name="pg3589">
                <a:extLst>
                  <a:ext uri="{FF2B5EF4-FFF2-40B4-BE49-F238E27FC236}">
                    <a16:creationId xmlns:a16="http://schemas.microsoft.com/office/drawing/2014/main" id="{B0A796D8-98B5-09EF-3BD8-553D7D3AAA6D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0" name="pg3590">
                <a:extLst>
                  <a:ext uri="{FF2B5EF4-FFF2-40B4-BE49-F238E27FC236}">
                    <a16:creationId xmlns:a16="http://schemas.microsoft.com/office/drawing/2014/main" id="{77815D48-9BAF-40C9-4AFC-25602951C550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1" name="pg3591">
                <a:extLst>
                  <a:ext uri="{FF2B5EF4-FFF2-40B4-BE49-F238E27FC236}">
                    <a16:creationId xmlns:a16="http://schemas.microsoft.com/office/drawing/2014/main" id="{A9E5C819-7A03-43AC-7403-AD610841FA52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2" name="pg3592">
                <a:extLst>
                  <a:ext uri="{FF2B5EF4-FFF2-40B4-BE49-F238E27FC236}">
                    <a16:creationId xmlns:a16="http://schemas.microsoft.com/office/drawing/2014/main" id="{F004FF05-6FB0-7682-9B1E-3DA1775B0219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3" name="pg3593">
                <a:extLst>
                  <a:ext uri="{FF2B5EF4-FFF2-40B4-BE49-F238E27FC236}">
                    <a16:creationId xmlns:a16="http://schemas.microsoft.com/office/drawing/2014/main" id="{104FF35A-6769-7330-0A22-F1D0DAFCF4C6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4" name="pg3594">
                <a:extLst>
                  <a:ext uri="{FF2B5EF4-FFF2-40B4-BE49-F238E27FC236}">
                    <a16:creationId xmlns:a16="http://schemas.microsoft.com/office/drawing/2014/main" id="{85C1BF93-66BB-4499-C82A-22EAB49ADF1C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5" name="pg3595">
                <a:extLst>
                  <a:ext uri="{FF2B5EF4-FFF2-40B4-BE49-F238E27FC236}">
                    <a16:creationId xmlns:a16="http://schemas.microsoft.com/office/drawing/2014/main" id="{D216F0D4-D1B3-D7B3-3314-6536AE200AA4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6" name="pg3596">
                <a:extLst>
                  <a:ext uri="{FF2B5EF4-FFF2-40B4-BE49-F238E27FC236}">
                    <a16:creationId xmlns:a16="http://schemas.microsoft.com/office/drawing/2014/main" id="{82668D80-6E89-2138-C28E-8109C50FEDA5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7" name="pg3597">
                <a:extLst>
                  <a:ext uri="{FF2B5EF4-FFF2-40B4-BE49-F238E27FC236}">
                    <a16:creationId xmlns:a16="http://schemas.microsoft.com/office/drawing/2014/main" id="{7BE6C557-DA0C-AC0F-8F95-38CED578396D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8" name="pg3598">
                <a:extLst>
                  <a:ext uri="{FF2B5EF4-FFF2-40B4-BE49-F238E27FC236}">
                    <a16:creationId xmlns:a16="http://schemas.microsoft.com/office/drawing/2014/main" id="{8DAF9C6C-99CE-7A21-09F6-25766DC02A95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9" name="pg3599">
                <a:extLst>
                  <a:ext uri="{FF2B5EF4-FFF2-40B4-BE49-F238E27FC236}">
                    <a16:creationId xmlns:a16="http://schemas.microsoft.com/office/drawing/2014/main" id="{0C0E26E7-18A9-DA06-A5F1-4FFB6D611A19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0" name="pg3600">
                <a:extLst>
                  <a:ext uri="{FF2B5EF4-FFF2-40B4-BE49-F238E27FC236}">
                    <a16:creationId xmlns:a16="http://schemas.microsoft.com/office/drawing/2014/main" id="{50F962AB-AC8A-B9D2-E0F9-2163D3A30DB1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1" name="pg3601">
                <a:extLst>
                  <a:ext uri="{FF2B5EF4-FFF2-40B4-BE49-F238E27FC236}">
                    <a16:creationId xmlns:a16="http://schemas.microsoft.com/office/drawing/2014/main" id="{91DFD442-DF8E-A321-1367-107C9D71C4EA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2" name="pg3602">
                <a:extLst>
                  <a:ext uri="{FF2B5EF4-FFF2-40B4-BE49-F238E27FC236}">
                    <a16:creationId xmlns:a16="http://schemas.microsoft.com/office/drawing/2014/main" id="{19A15A3F-EA48-5ABF-30E8-9E957B00401C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3" name="pg3603">
                <a:extLst>
                  <a:ext uri="{FF2B5EF4-FFF2-40B4-BE49-F238E27FC236}">
                    <a16:creationId xmlns:a16="http://schemas.microsoft.com/office/drawing/2014/main" id="{7C8D5E1E-B0D4-4708-7DC1-79E90B84DE2B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4" name="pg3604">
                <a:extLst>
                  <a:ext uri="{FF2B5EF4-FFF2-40B4-BE49-F238E27FC236}">
                    <a16:creationId xmlns:a16="http://schemas.microsoft.com/office/drawing/2014/main" id="{932F8DD7-6FE0-742B-00E5-E5725620EBA5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5" name="pg3605">
                <a:extLst>
                  <a:ext uri="{FF2B5EF4-FFF2-40B4-BE49-F238E27FC236}">
                    <a16:creationId xmlns:a16="http://schemas.microsoft.com/office/drawing/2014/main" id="{C7D17BA4-25DE-BEB4-8011-3291E2F653A4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6" name="pg3606">
                <a:extLst>
                  <a:ext uri="{FF2B5EF4-FFF2-40B4-BE49-F238E27FC236}">
                    <a16:creationId xmlns:a16="http://schemas.microsoft.com/office/drawing/2014/main" id="{2316023F-8E48-EEBA-AB4C-0DBD73C2843F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7" name="pg3607">
                <a:extLst>
                  <a:ext uri="{FF2B5EF4-FFF2-40B4-BE49-F238E27FC236}">
                    <a16:creationId xmlns:a16="http://schemas.microsoft.com/office/drawing/2014/main" id="{0E88EA7E-6932-A1FF-E9EE-1AE4C648018B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8" name="pg3608">
                <a:extLst>
                  <a:ext uri="{FF2B5EF4-FFF2-40B4-BE49-F238E27FC236}">
                    <a16:creationId xmlns:a16="http://schemas.microsoft.com/office/drawing/2014/main" id="{E9DF84E6-F1F9-9C92-92D1-96486379017F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9" name="pg3609">
                <a:extLst>
                  <a:ext uri="{FF2B5EF4-FFF2-40B4-BE49-F238E27FC236}">
                    <a16:creationId xmlns:a16="http://schemas.microsoft.com/office/drawing/2014/main" id="{FBF52D24-CF5C-D6BC-68D6-BC7EB586D3AD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0" name="pg3610">
                <a:extLst>
                  <a:ext uri="{FF2B5EF4-FFF2-40B4-BE49-F238E27FC236}">
                    <a16:creationId xmlns:a16="http://schemas.microsoft.com/office/drawing/2014/main" id="{2F6E9FF6-D0F6-F797-048B-FF9021DCAEE8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1" name="pg3611">
                <a:extLst>
                  <a:ext uri="{FF2B5EF4-FFF2-40B4-BE49-F238E27FC236}">
                    <a16:creationId xmlns:a16="http://schemas.microsoft.com/office/drawing/2014/main" id="{C8C58DA0-2864-B93F-D376-8487A741B8FF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2" name="pg3612">
                <a:extLst>
                  <a:ext uri="{FF2B5EF4-FFF2-40B4-BE49-F238E27FC236}">
                    <a16:creationId xmlns:a16="http://schemas.microsoft.com/office/drawing/2014/main" id="{9961BE1B-F0DA-93AE-8A0C-11ADBB651AA5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3" name="pg3613">
                <a:extLst>
                  <a:ext uri="{FF2B5EF4-FFF2-40B4-BE49-F238E27FC236}">
                    <a16:creationId xmlns:a16="http://schemas.microsoft.com/office/drawing/2014/main" id="{C183F045-C29F-C31B-2FE7-B9C5122BC0DD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4" name="pg3614">
                <a:extLst>
                  <a:ext uri="{FF2B5EF4-FFF2-40B4-BE49-F238E27FC236}">
                    <a16:creationId xmlns:a16="http://schemas.microsoft.com/office/drawing/2014/main" id="{73FACF37-01FF-574A-BADC-FD290B6165BC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5" name="pg3615">
                <a:extLst>
                  <a:ext uri="{FF2B5EF4-FFF2-40B4-BE49-F238E27FC236}">
                    <a16:creationId xmlns:a16="http://schemas.microsoft.com/office/drawing/2014/main" id="{4664A731-09FB-E65A-AA37-9BCD01E69550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6" name="pg3616">
                <a:extLst>
                  <a:ext uri="{FF2B5EF4-FFF2-40B4-BE49-F238E27FC236}">
                    <a16:creationId xmlns:a16="http://schemas.microsoft.com/office/drawing/2014/main" id="{E3496044-2DBF-2D2A-A74C-DFCDF87709D5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7" name="pg3617">
                <a:extLst>
                  <a:ext uri="{FF2B5EF4-FFF2-40B4-BE49-F238E27FC236}">
                    <a16:creationId xmlns:a16="http://schemas.microsoft.com/office/drawing/2014/main" id="{66698C4B-2CE0-3E93-C0AB-BFB1D0470EBD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8" name="pg3618">
                <a:extLst>
                  <a:ext uri="{FF2B5EF4-FFF2-40B4-BE49-F238E27FC236}">
                    <a16:creationId xmlns:a16="http://schemas.microsoft.com/office/drawing/2014/main" id="{953C8ECA-CA4B-534E-8472-FD2E4AA35D51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9" name="pg3619">
                <a:extLst>
                  <a:ext uri="{FF2B5EF4-FFF2-40B4-BE49-F238E27FC236}">
                    <a16:creationId xmlns:a16="http://schemas.microsoft.com/office/drawing/2014/main" id="{47F1E246-CAF1-A9E8-D434-653F6ADD85E0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0" name="pg3620">
                <a:extLst>
                  <a:ext uri="{FF2B5EF4-FFF2-40B4-BE49-F238E27FC236}">
                    <a16:creationId xmlns:a16="http://schemas.microsoft.com/office/drawing/2014/main" id="{924C1DC8-84E2-A264-1EB9-ADBFC305E1BA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1" name="pg3621">
                <a:extLst>
                  <a:ext uri="{FF2B5EF4-FFF2-40B4-BE49-F238E27FC236}">
                    <a16:creationId xmlns:a16="http://schemas.microsoft.com/office/drawing/2014/main" id="{8105DDFA-9287-5BFF-4BF8-30FCB5A5FA57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2" name="pg3622">
                <a:extLst>
                  <a:ext uri="{FF2B5EF4-FFF2-40B4-BE49-F238E27FC236}">
                    <a16:creationId xmlns:a16="http://schemas.microsoft.com/office/drawing/2014/main" id="{6C4355E8-D9B3-2DB2-60FB-236C20732218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3" name="pg3623">
                <a:extLst>
                  <a:ext uri="{FF2B5EF4-FFF2-40B4-BE49-F238E27FC236}">
                    <a16:creationId xmlns:a16="http://schemas.microsoft.com/office/drawing/2014/main" id="{675BBF71-00FB-EC48-4EF0-437C886225F8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4" name="pg3624">
                <a:extLst>
                  <a:ext uri="{FF2B5EF4-FFF2-40B4-BE49-F238E27FC236}">
                    <a16:creationId xmlns:a16="http://schemas.microsoft.com/office/drawing/2014/main" id="{6BD6D3FA-2484-2401-7A0C-FD45665974A4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5" name="pg3625">
                <a:extLst>
                  <a:ext uri="{FF2B5EF4-FFF2-40B4-BE49-F238E27FC236}">
                    <a16:creationId xmlns:a16="http://schemas.microsoft.com/office/drawing/2014/main" id="{C8CB562E-37FC-61E6-A2E9-0D5B3884F09F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6" name="pg3626">
                <a:extLst>
                  <a:ext uri="{FF2B5EF4-FFF2-40B4-BE49-F238E27FC236}">
                    <a16:creationId xmlns:a16="http://schemas.microsoft.com/office/drawing/2014/main" id="{D3AB4C0B-0E9D-C89E-44BD-A02323ADD757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7" name="pg3627">
                <a:extLst>
                  <a:ext uri="{FF2B5EF4-FFF2-40B4-BE49-F238E27FC236}">
                    <a16:creationId xmlns:a16="http://schemas.microsoft.com/office/drawing/2014/main" id="{0FB883F9-8AB9-5052-731F-3ED64E91F31C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8" name="pg3628">
                <a:extLst>
                  <a:ext uri="{FF2B5EF4-FFF2-40B4-BE49-F238E27FC236}">
                    <a16:creationId xmlns:a16="http://schemas.microsoft.com/office/drawing/2014/main" id="{E51839DE-37DC-0D6E-84D4-33C309528D88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9" name="pg3629">
                <a:extLst>
                  <a:ext uri="{FF2B5EF4-FFF2-40B4-BE49-F238E27FC236}">
                    <a16:creationId xmlns:a16="http://schemas.microsoft.com/office/drawing/2014/main" id="{94D0ECD0-919C-CBA9-A59B-59988AE7C12B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0" name="pg3630">
                <a:extLst>
                  <a:ext uri="{FF2B5EF4-FFF2-40B4-BE49-F238E27FC236}">
                    <a16:creationId xmlns:a16="http://schemas.microsoft.com/office/drawing/2014/main" id="{8E6F4F95-0778-9EDA-5836-5717EE91810B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1" name="pg3631">
                <a:extLst>
                  <a:ext uri="{FF2B5EF4-FFF2-40B4-BE49-F238E27FC236}">
                    <a16:creationId xmlns:a16="http://schemas.microsoft.com/office/drawing/2014/main" id="{2B2274C2-6A08-40F0-1354-B76949AAD4CE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2" name="pg3632">
                <a:extLst>
                  <a:ext uri="{FF2B5EF4-FFF2-40B4-BE49-F238E27FC236}">
                    <a16:creationId xmlns:a16="http://schemas.microsoft.com/office/drawing/2014/main" id="{02577688-8892-8F5D-252C-10C5F03A3061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3" name="pg3633">
                <a:extLst>
                  <a:ext uri="{FF2B5EF4-FFF2-40B4-BE49-F238E27FC236}">
                    <a16:creationId xmlns:a16="http://schemas.microsoft.com/office/drawing/2014/main" id="{8849F5C2-2781-3833-FBF4-A47E0F8086DE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4" name="pg3634">
                <a:extLst>
                  <a:ext uri="{FF2B5EF4-FFF2-40B4-BE49-F238E27FC236}">
                    <a16:creationId xmlns:a16="http://schemas.microsoft.com/office/drawing/2014/main" id="{CF3EB214-83A9-E5F3-9B65-E8E99FB3F153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5" name="pg3635">
                <a:extLst>
                  <a:ext uri="{FF2B5EF4-FFF2-40B4-BE49-F238E27FC236}">
                    <a16:creationId xmlns:a16="http://schemas.microsoft.com/office/drawing/2014/main" id="{54F150DC-76F7-F2CC-649E-1FA3D48A6E28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6" name="pg3636">
                <a:extLst>
                  <a:ext uri="{FF2B5EF4-FFF2-40B4-BE49-F238E27FC236}">
                    <a16:creationId xmlns:a16="http://schemas.microsoft.com/office/drawing/2014/main" id="{A5DD57B4-298C-EA44-7B0D-CCEEEF4EB4B5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7" name="pg3637">
                <a:extLst>
                  <a:ext uri="{FF2B5EF4-FFF2-40B4-BE49-F238E27FC236}">
                    <a16:creationId xmlns:a16="http://schemas.microsoft.com/office/drawing/2014/main" id="{344C2061-3034-67F6-6844-4265AD6336A7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8" name="pg3638">
                <a:extLst>
                  <a:ext uri="{FF2B5EF4-FFF2-40B4-BE49-F238E27FC236}">
                    <a16:creationId xmlns:a16="http://schemas.microsoft.com/office/drawing/2014/main" id="{92231557-D9ED-5B87-55B2-AC79B6BC0B4F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9" name="pg3639">
                <a:extLst>
                  <a:ext uri="{FF2B5EF4-FFF2-40B4-BE49-F238E27FC236}">
                    <a16:creationId xmlns:a16="http://schemas.microsoft.com/office/drawing/2014/main" id="{F744CD00-CFDD-47F2-4EBB-AB5545912894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0" name="pg3640">
                <a:extLst>
                  <a:ext uri="{FF2B5EF4-FFF2-40B4-BE49-F238E27FC236}">
                    <a16:creationId xmlns:a16="http://schemas.microsoft.com/office/drawing/2014/main" id="{6A1F2427-A780-4B5A-589D-C3C7032ACD73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1" name="pg3641">
                <a:extLst>
                  <a:ext uri="{FF2B5EF4-FFF2-40B4-BE49-F238E27FC236}">
                    <a16:creationId xmlns:a16="http://schemas.microsoft.com/office/drawing/2014/main" id="{EA444AD0-EA77-B922-BDCC-BCCDE8F1E82E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2" name="pg3642">
                <a:extLst>
                  <a:ext uri="{FF2B5EF4-FFF2-40B4-BE49-F238E27FC236}">
                    <a16:creationId xmlns:a16="http://schemas.microsoft.com/office/drawing/2014/main" id="{5DE717C8-8856-830E-0160-CB0577554A10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3" name="pg3643">
                <a:extLst>
                  <a:ext uri="{FF2B5EF4-FFF2-40B4-BE49-F238E27FC236}">
                    <a16:creationId xmlns:a16="http://schemas.microsoft.com/office/drawing/2014/main" id="{423FA982-9F18-A8B3-0539-CE4535800250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4" name="pg3644">
                <a:extLst>
                  <a:ext uri="{FF2B5EF4-FFF2-40B4-BE49-F238E27FC236}">
                    <a16:creationId xmlns:a16="http://schemas.microsoft.com/office/drawing/2014/main" id="{4D32A820-2CFC-674D-8B7C-261A098A34D1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5" name="pg3645">
                <a:extLst>
                  <a:ext uri="{FF2B5EF4-FFF2-40B4-BE49-F238E27FC236}">
                    <a16:creationId xmlns:a16="http://schemas.microsoft.com/office/drawing/2014/main" id="{A8D1557A-9294-BCCE-BE08-1C46B707AF52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6" name="pg3646">
                <a:extLst>
                  <a:ext uri="{FF2B5EF4-FFF2-40B4-BE49-F238E27FC236}">
                    <a16:creationId xmlns:a16="http://schemas.microsoft.com/office/drawing/2014/main" id="{B75E735E-0733-C537-0CF0-B8699825674C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7" name="pg3647">
                <a:extLst>
                  <a:ext uri="{FF2B5EF4-FFF2-40B4-BE49-F238E27FC236}">
                    <a16:creationId xmlns:a16="http://schemas.microsoft.com/office/drawing/2014/main" id="{6FC71E74-C305-720D-F4BC-CE85A1F045B6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8" name="pg3648">
                <a:extLst>
                  <a:ext uri="{FF2B5EF4-FFF2-40B4-BE49-F238E27FC236}">
                    <a16:creationId xmlns:a16="http://schemas.microsoft.com/office/drawing/2014/main" id="{0E9D4F80-8D6D-F3EA-D077-08B7020FD318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9" name="pg3649">
                <a:extLst>
                  <a:ext uri="{FF2B5EF4-FFF2-40B4-BE49-F238E27FC236}">
                    <a16:creationId xmlns:a16="http://schemas.microsoft.com/office/drawing/2014/main" id="{4682CAA7-4974-2BE9-F123-434F2C909DA0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0" name="pg3650">
                <a:extLst>
                  <a:ext uri="{FF2B5EF4-FFF2-40B4-BE49-F238E27FC236}">
                    <a16:creationId xmlns:a16="http://schemas.microsoft.com/office/drawing/2014/main" id="{D7C4B6EB-8D4A-94A7-20DD-8977A8F8DDB2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1" name="pg3651">
                <a:extLst>
                  <a:ext uri="{FF2B5EF4-FFF2-40B4-BE49-F238E27FC236}">
                    <a16:creationId xmlns:a16="http://schemas.microsoft.com/office/drawing/2014/main" id="{84B8FEC4-77FB-4790-DFFB-B432FFB5B104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2" name="pg3652">
                <a:extLst>
                  <a:ext uri="{FF2B5EF4-FFF2-40B4-BE49-F238E27FC236}">
                    <a16:creationId xmlns:a16="http://schemas.microsoft.com/office/drawing/2014/main" id="{72067654-1C44-337E-0654-BBB22E6B403F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3" name="pg3653">
                <a:extLst>
                  <a:ext uri="{FF2B5EF4-FFF2-40B4-BE49-F238E27FC236}">
                    <a16:creationId xmlns:a16="http://schemas.microsoft.com/office/drawing/2014/main" id="{A99D19B5-AC90-D520-B9F4-5EA53737ED26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4" name="pg3654">
                <a:extLst>
                  <a:ext uri="{FF2B5EF4-FFF2-40B4-BE49-F238E27FC236}">
                    <a16:creationId xmlns:a16="http://schemas.microsoft.com/office/drawing/2014/main" id="{BBE48DB6-9ABB-1E0E-036B-9B7CA38A733A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5" name="pg3655">
                <a:extLst>
                  <a:ext uri="{FF2B5EF4-FFF2-40B4-BE49-F238E27FC236}">
                    <a16:creationId xmlns:a16="http://schemas.microsoft.com/office/drawing/2014/main" id="{3B1F5BA4-881D-1AA6-2A1B-719C3267B6E2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6" name="pg3656">
                <a:extLst>
                  <a:ext uri="{FF2B5EF4-FFF2-40B4-BE49-F238E27FC236}">
                    <a16:creationId xmlns:a16="http://schemas.microsoft.com/office/drawing/2014/main" id="{DCA0279F-A351-311A-FCF6-0F8CE376E60B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7" name="pg3657">
                <a:extLst>
                  <a:ext uri="{FF2B5EF4-FFF2-40B4-BE49-F238E27FC236}">
                    <a16:creationId xmlns:a16="http://schemas.microsoft.com/office/drawing/2014/main" id="{1C55321C-DC18-EE72-1161-FDFCACB7E9D5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8" name="pg3658">
                <a:extLst>
                  <a:ext uri="{FF2B5EF4-FFF2-40B4-BE49-F238E27FC236}">
                    <a16:creationId xmlns:a16="http://schemas.microsoft.com/office/drawing/2014/main" id="{A2E27689-21DD-51C3-4A7F-8912493FEC8D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9" name="pg3659">
                <a:extLst>
                  <a:ext uri="{FF2B5EF4-FFF2-40B4-BE49-F238E27FC236}">
                    <a16:creationId xmlns:a16="http://schemas.microsoft.com/office/drawing/2014/main" id="{EAC13A07-D245-D07F-F2C8-C25515CE0991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0" name="pg3660">
                <a:extLst>
                  <a:ext uri="{FF2B5EF4-FFF2-40B4-BE49-F238E27FC236}">
                    <a16:creationId xmlns:a16="http://schemas.microsoft.com/office/drawing/2014/main" id="{5947DAD1-A3C9-7FAD-DD4A-C3B3E0C49562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1" name="pg3661">
                <a:extLst>
                  <a:ext uri="{FF2B5EF4-FFF2-40B4-BE49-F238E27FC236}">
                    <a16:creationId xmlns:a16="http://schemas.microsoft.com/office/drawing/2014/main" id="{2A04EC69-8669-5D54-F731-13376A5700CF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2" name="pg3662">
                <a:extLst>
                  <a:ext uri="{FF2B5EF4-FFF2-40B4-BE49-F238E27FC236}">
                    <a16:creationId xmlns:a16="http://schemas.microsoft.com/office/drawing/2014/main" id="{6C75EF1D-422B-57AB-1183-96FE86FD9957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3" name="pg3663">
                <a:extLst>
                  <a:ext uri="{FF2B5EF4-FFF2-40B4-BE49-F238E27FC236}">
                    <a16:creationId xmlns:a16="http://schemas.microsoft.com/office/drawing/2014/main" id="{52F928EA-9B31-B251-EE8E-141465919053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4" name="pg3664">
                <a:extLst>
                  <a:ext uri="{FF2B5EF4-FFF2-40B4-BE49-F238E27FC236}">
                    <a16:creationId xmlns:a16="http://schemas.microsoft.com/office/drawing/2014/main" id="{F414A340-70F9-FB27-5C48-0E11BEBCBD30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5" name="pg3665">
                <a:extLst>
                  <a:ext uri="{FF2B5EF4-FFF2-40B4-BE49-F238E27FC236}">
                    <a16:creationId xmlns:a16="http://schemas.microsoft.com/office/drawing/2014/main" id="{72D0EF89-C400-4DE6-2F81-8FB7567D72E9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6" name="pg3666">
                <a:extLst>
                  <a:ext uri="{FF2B5EF4-FFF2-40B4-BE49-F238E27FC236}">
                    <a16:creationId xmlns:a16="http://schemas.microsoft.com/office/drawing/2014/main" id="{ED734D0B-C565-8025-4C45-49AB6CB9AA6A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7" name="pg3667">
                <a:extLst>
                  <a:ext uri="{FF2B5EF4-FFF2-40B4-BE49-F238E27FC236}">
                    <a16:creationId xmlns:a16="http://schemas.microsoft.com/office/drawing/2014/main" id="{ADAAAAE9-DA11-664B-0412-412E0CE5A453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8" name="pg3668">
                <a:extLst>
                  <a:ext uri="{FF2B5EF4-FFF2-40B4-BE49-F238E27FC236}">
                    <a16:creationId xmlns:a16="http://schemas.microsoft.com/office/drawing/2014/main" id="{51F46E65-78C2-FA0C-8BD9-053318FC2AA5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9" name="pg3669">
                <a:extLst>
                  <a:ext uri="{FF2B5EF4-FFF2-40B4-BE49-F238E27FC236}">
                    <a16:creationId xmlns:a16="http://schemas.microsoft.com/office/drawing/2014/main" id="{BAD67993-A14C-7B1C-1246-99D1D21CDAA1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0" name="pg3670">
                <a:extLst>
                  <a:ext uri="{FF2B5EF4-FFF2-40B4-BE49-F238E27FC236}">
                    <a16:creationId xmlns:a16="http://schemas.microsoft.com/office/drawing/2014/main" id="{A3C9AC68-8A71-10E1-BA30-C65A9EF66DC0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1" name="pg3671">
                <a:extLst>
                  <a:ext uri="{FF2B5EF4-FFF2-40B4-BE49-F238E27FC236}">
                    <a16:creationId xmlns:a16="http://schemas.microsoft.com/office/drawing/2014/main" id="{456E57E8-D6E8-3979-8CB3-A5972E8969F9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2" name="pg3672">
                <a:extLst>
                  <a:ext uri="{FF2B5EF4-FFF2-40B4-BE49-F238E27FC236}">
                    <a16:creationId xmlns:a16="http://schemas.microsoft.com/office/drawing/2014/main" id="{D3A062AA-3F4C-4CE8-A616-25274C5F45E7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3" name="pg3673">
                <a:extLst>
                  <a:ext uri="{FF2B5EF4-FFF2-40B4-BE49-F238E27FC236}">
                    <a16:creationId xmlns:a16="http://schemas.microsoft.com/office/drawing/2014/main" id="{05F5BF1A-4C37-83E6-6790-D9227C5C42F9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4" name="pg3674">
                <a:extLst>
                  <a:ext uri="{FF2B5EF4-FFF2-40B4-BE49-F238E27FC236}">
                    <a16:creationId xmlns:a16="http://schemas.microsoft.com/office/drawing/2014/main" id="{4BD09340-9024-658C-6D67-4CBF220467F6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5" name="pg3675">
                <a:extLst>
                  <a:ext uri="{FF2B5EF4-FFF2-40B4-BE49-F238E27FC236}">
                    <a16:creationId xmlns:a16="http://schemas.microsoft.com/office/drawing/2014/main" id="{56284AC6-62FC-B890-CAC0-24692D18A802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6" name="pg3676">
                <a:extLst>
                  <a:ext uri="{FF2B5EF4-FFF2-40B4-BE49-F238E27FC236}">
                    <a16:creationId xmlns:a16="http://schemas.microsoft.com/office/drawing/2014/main" id="{C4698728-5F3B-45B9-7E37-DD274891CEE4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7" name="pg3677">
                <a:extLst>
                  <a:ext uri="{FF2B5EF4-FFF2-40B4-BE49-F238E27FC236}">
                    <a16:creationId xmlns:a16="http://schemas.microsoft.com/office/drawing/2014/main" id="{64D8BE3C-021F-E6C4-9B7D-01ABB05A02F1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8" name="pg3678">
                <a:extLst>
                  <a:ext uri="{FF2B5EF4-FFF2-40B4-BE49-F238E27FC236}">
                    <a16:creationId xmlns:a16="http://schemas.microsoft.com/office/drawing/2014/main" id="{FFD06D88-9013-05AB-37B0-9FFEEE56B548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9" name="pg3679">
                <a:extLst>
                  <a:ext uri="{FF2B5EF4-FFF2-40B4-BE49-F238E27FC236}">
                    <a16:creationId xmlns:a16="http://schemas.microsoft.com/office/drawing/2014/main" id="{645E547B-47DC-F781-6207-F7E5D738AA41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0" name="pg3680">
                <a:extLst>
                  <a:ext uri="{FF2B5EF4-FFF2-40B4-BE49-F238E27FC236}">
                    <a16:creationId xmlns:a16="http://schemas.microsoft.com/office/drawing/2014/main" id="{CC32A27C-573B-46F9-4C66-966D5F53DDC1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1" name="pg3681">
                <a:extLst>
                  <a:ext uri="{FF2B5EF4-FFF2-40B4-BE49-F238E27FC236}">
                    <a16:creationId xmlns:a16="http://schemas.microsoft.com/office/drawing/2014/main" id="{2C317E07-6A97-5413-DD05-F3C96FC2BC26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2" name="pg3682">
                <a:extLst>
                  <a:ext uri="{FF2B5EF4-FFF2-40B4-BE49-F238E27FC236}">
                    <a16:creationId xmlns:a16="http://schemas.microsoft.com/office/drawing/2014/main" id="{F1A98301-DDF8-1E37-CA2A-3F30F8D80E01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3" name="pg3683">
                <a:extLst>
                  <a:ext uri="{FF2B5EF4-FFF2-40B4-BE49-F238E27FC236}">
                    <a16:creationId xmlns:a16="http://schemas.microsoft.com/office/drawing/2014/main" id="{BB5C6235-F3C1-8260-C1E0-2CAEEB008616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4" name="pg3684">
                <a:extLst>
                  <a:ext uri="{FF2B5EF4-FFF2-40B4-BE49-F238E27FC236}">
                    <a16:creationId xmlns:a16="http://schemas.microsoft.com/office/drawing/2014/main" id="{E787FE1D-C9A7-1DC4-66D9-1A0C86F793EC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5" name="pg3685">
                <a:extLst>
                  <a:ext uri="{FF2B5EF4-FFF2-40B4-BE49-F238E27FC236}">
                    <a16:creationId xmlns:a16="http://schemas.microsoft.com/office/drawing/2014/main" id="{34AD1543-C6D5-6817-F2FC-71B6E7CA0636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6" name="pg3686">
                <a:extLst>
                  <a:ext uri="{FF2B5EF4-FFF2-40B4-BE49-F238E27FC236}">
                    <a16:creationId xmlns:a16="http://schemas.microsoft.com/office/drawing/2014/main" id="{1A0FA088-B431-581A-635B-7440CBACF819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7" name="pg3687">
                <a:extLst>
                  <a:ext uri="{FF2B5EF4-FFF2-40B4-BE49-F238E27FC236}">
                    <a16:creationId xmlns:a16="http://schemas.microsoft.com/office/drawing/2014/main" id="{C9BFB2C6-C0D6-1BCB-815A-B50EE9E0ECD0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8" name="pg3688">
                <a:extLst>
                  <a:ext uri="{FF2B5EF4-FFF2-40B4-BE49-F238E27FC236}">
                    <a16:creationId xmlns:a16="http://schemas.microsoft.com/office/drawing/2014/main" id="{3129627F-29FE-476D-FA12-52A2FDDC3CE6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9" name="pg3689">
                <a:extLst>
                  <a:ext uri="{FF2B5EF4-FFF2-40B4-BE49-F238E27FC236}">
                    <a16:creationId xmlns:a16="http://schemas.microsoft.com/office/drawing/2014/main" id="{18A27576-E7B4-1BFB-6D51-79DF56079194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0" name="pg3690">
                <a:extLst>
                  <a:ext uri="{FF2B5EF4-FFF2-40B4-BE49-F238E27FC236}">
                    <a16:creationId xmlns:a16="http://schemas.microsoft.com/office/drawing/2014/main" id="{1842256A-87C3-0E29-256E-F03248F49C8A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1" name="pg3691">
                <a:extLst>
                  <a:ext uri="{FF2B5EF4-FFF2-40B4-BE49-F238E27FC236}">
                    <a16:creationId xmlns:a16="http://schemas.microsoft.com/office/drawing/2014/main" id="{647D0AD9-1BAF-7347-39C7-62A1361F9D3F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2" name="pg3692">
                <a:extLst>
                  <a:ext uri="{FF2B5EF4-FFF2-40B4-BE49-F238E27FC236}">
                    <a16:creationId xmlns:a16="http://schemas.microsoft.com/office/drawing/2014/main" id="{EDC66E9E-9B8E-BCDF-B70F-D946A450F649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3" name="pg3693">
                <a:extLst>
                  <a:ext uri="{FF2B5EF4-FFF2-40B4-BE49-F238E27FC236}">
                    <a16:creationId xmlns:a16="http://schemas.microsoft.com/office/drawing/2014/main" id="{8E3A9265-6862-8ADC-E14B-ECE106AD75CC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4" name="pg3694">
                <a:extLst>
                  <a:ext uri="{FF2B5EF4-FFF2-40B4-BE49-F238E27FC236}">
                    <a16:creationId xmlns:a16="http://schemas.microsoft.com/office/drawing/2014/main" id="{3881B831-52AC-A26B-1633-733FCC0968FD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5" name="pg3695">
                <a:extLst>
                  <a:ext uri="{FF2B5EF4-FFF2-40B4-BE49-F238E27FC236}">
                    <a16:creationId xmlns:a16="http://schemas.microsoft.com/office/drawing/2014/main" id="{D034A20A-973C-9C06-4A5C-07170F3C4666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6" name="pg3696">
                <a:extLst>
                  <a:ext uri="{FF2B5EF4-FFF2-40B4-BE49-F238E27FC236}">
                    <a16:creationId xmlns:a16="http://schemas.microsoft.com/office/drawing/2014/main" id="{4E2A3624-CA73-18D9-5CEA-A57E0492AAAD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7" name="pg3697">
                <a:extLst>
                  <a:ext uri="{FF2B5EF4-FFF2-40B4-BE49-F238E27FC236}">
                    <a16:creationId xmlns:a16="http://schemas.microsoft.com/office/drawing/2014/main" id="{D1D649FB-D5F9-F1C7-6993-F0F38669BA70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8" name="pg3698">
                <a:extLst>
                  <a:ext uri="{FF2B5EF4-FFF2-40B4-BE49-F238E27FC236}">
                    <a16:creationId xmlns:a16="http://schemas.microsoft.com/office/drawing/2014/main" id="{8210222B-A8E8-93C9-763D-8DB1537DD30B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9" name="pg3699">
                <a:extLst>
                  <a:ext uri="{FF2B5EF4-FFF2-40B4-BE49-F238E27FC236}">
                    <a16:creationId xmlns:a16="http://schemas.microsoft.com/office/drawing/2014/main" id="{225A2A9E-A594-6DE7-43E9-D3445171EC83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0" name="pg3700">
                <a:extLst>
                  <a:ext uri="{FF2B5EF4-FFF2-40B4-BE49-F238E27FC236}">
                    <a16:creationId xmlns:a16="http://schemas.microsoft.com/office/drawing/2014/main" id="{3C73B688-072A-A293-72BC-15082979B03D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1" name="pg3701">
                <a:extLst>
                  <a:ext uri="{FF2B5EF4-FFF2-40B4-BE49-F238E27FC236}">
                    <a16:creationId xmlns:a16="http://schemas.microsoft.com/office/drawing/2014/main" id="{7B1191C7-ECC4-A1EF-A207-E1DC761F9CA7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2" name="pg3702">
                <a:extLst>
                  <a:ext uri="{FF2B5EF4-FFF2-40B4-BE49-F238E27FC236}">
                    <a16:creationId xmlns:a16="http://schemas.microsoft.com/office/drawing/2014/main" id="{3C3BA330-EE79-6B70-9DE5-F13ECEC65ABD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3" name="pg3703">
                <a:extLst>
                  <a:ext uri="{FF2B5EF4-FFF2-40B4-BE49-F238E27FC236}">
                    <a16:creationId xmlns:a16="http://schemas.microsoft.com/office/drawing/2014/main" id="{D1E9A4BA-2709-03F5-614D-8B1A66688B39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4" name="pg3704">
                <a:extLst>
                  <a:ext uri="{FF2B5EF4-FFF2-40B4-BE49-F238E27FC236}">
                    <a16:creationId xmlns:a16="http://schemas.microsoft.com/office/drawing/2014/main" id="{C5481F58-707F-57BE-A05E-5AEE4712A5AD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5" name="pg3705">
                <a:extLst>
                  <a:ext uri="{FF2B5EF4-FFF2-40B4-BE49-F238E27FC236}">
                    <a16:creationId xmlns:a16="http://schemas.microsoft.com/office/drawing/2014/main" id="{B5D60D3E-0EEE-01AF-894F-907C7FC5A06C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6" name="pg3706">
                <a:extLst>
                  <a:ext uri="{FF2B5EF4-FFF2-40B4-BE49-F238E27FC236}">
                    <a16:creationId xmlns:a16="http://schemas.microsoft.com/office/drawing/2014/main" id="{A51B7BB4-1C84-24B5-0159-AC987D787F03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7" name="pg3707">
                <a:extLst>
                  <a:ext uri="{FF2B5EF4-FFF2-40B4-BE49-F238E27FC236}">
                    <a16:creationId xmlns:a16="http://schemas.microsoft.com/office/drawing/2014/main" id="{CBB9B9B5-4AEA-33DA-2C66-D8E4E940693A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8" name="pg3708">
                <a:extLst>
                  <a:ext uri="{FF2B5EF4-FFF2-40B4-BE49-F238E27FC236}">
                    <a16:creationId xmlns:a16="http://schemas.microsoft.com/office/drawing/2014/main" id="{455164B6-E988-66C9-73EF-65AEA20AB046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9" name="pg3709">
                <a:extLst>
                  <a:ext uri="{FF2B5EF4-FFF2-40B4-BE49-F238E27FC236}">
                    <a16:creationId xmlns:a16="http://schemas.microsoft.com/office/drawing/2014/main" id="{A5C7BAF9-CFC9-A02D-2B88-C57BA20DD2C6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0" name="pg3710">
                <a:extLst>
                  <a:ext uri="{FF2B5EF4-FFF2-40B4-BE49-F238E27FC236}">
                    <a16:creationId xmlns:a16="http://schemas.microsoft.com/office/drawing/2014/main" id="{C93A5F41-3E7C-03F0-32EC-2D96FC9658CA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1" name="pg3711">
                <a:extLst>
                  <a:ext uri="{FF2B5EF4-FFF2-40B4-BE49-F238E27FC236}">
                    <a16:creationId xmlns:a16="http://schemas.microsoft.com/office/drawing/2014/main" id="{9403542C-97A9-A910-EB0E-CE59C129CC14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2" name="pg3712">
                <a:extLst>
                  <a:ext uri="{FF2B5EF4-FFF2-40B4-BE49-F238E27FC236}">
                    <a16:creationId xmlns:a16="http://schemas.microsoft.com/office/drawing/2014/main" id="{CD908B10-FE54-6453-AC2F-F063977597BA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3" name="pg3713">
                <a:extLst>
                  <a:ext uri="{FF2B5EF4-FFF2-40B4-BE49-F238E27FC236}">
                    <a16:creationId xmlns:a16="http://schemas.microsoft.com/office/drawing/2014/main" id="{B030A6FA-B0E3-4014-086E-E06CE414AB74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4" name="pg3714">
                <a:extLst>
                  <a:ext uri="{FF2B5EF4-FFF2-40B4-BE49-F238E27FC236}">
                    <a16:creationId xmlns:a16="http://schemas.microsoft.com/office/drawing/2014/main" id="{BFDCFF66-BBD4-5886-B841-0A486A00DE09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5" name="pg3715">
                <a:extLst>
                  <a:ext uri="{FF2B5EF4-FFF2-40B4-BE49-F238E27FC236}">
                    <a16:creationId xmlns:a16="http://schemas.microsoft.com/office/drawing/2014/main" id="{C24E1DC8-A9C2-1F85-820B-C4D602B88D81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6" name="pg3716">
                <a:extLst>
                  <a:ext uri="{FF2B5EF4-FFF2-40B4-BE49-F238E27FC236}">
                    <a16:creationId xmlns:a16="http://schemas.microsoft.com/office/drawing/2014/main" id="{3A8B27CB-FBBD-C74D-59FA-DBF3C1809878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7" name="pg3717">
                <a:extLst>
                  <a:ext uri="{FF2B5EF4-FFF2-40B4-BE49-F238E27FC236}">
                    <a16:creationId xmlns:a16="http://schemas.microsoft.com/office/drawing/2014/main" id="{D5E5C0F2-A82E-C230-C9E7-5C9847C7C419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8" name="pg3718">
                <a:extLst>
                  <a:ext uri="{FF2B5EF4-FFF2-40B4-BE49-F238E27FC236}">
                    <a16:creationId xmlns:a16="http://schemas.microsoft.com/office/drawing/2014/main" id="{9A3D9753-6F95-88BF-3EF9-62FDC58B35E2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9" name="pg3719">
                <a:extLst>
                  <a:ext uri="{FF2B5EF4-FFF2-40B4-BE49-F238E27FC236}">
                    <a16:creationId xmlns:a16="http://schemas.microsoft.com/office/drawing/2014/main" id="{ECF0955A-A251-DFDF-1D9E-80B4152BF9C8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0" name="pg3720">
                <a:extLst>
                  <a:ext uri="{FF2B5EF4-FFF2-40B4-BE49-F238E27FC236}">
                    <a16:creationId xmlns:a16="http://schemas.microsoft.com/office/drawing/2014/main" id="{16D60B5F-4D6A-7FE0-E1D5-8D6CBD0C51D2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1" name="pg3721">
                <a:extLst>
                  <a:ext uri="{FF2B5EF4-FFF2-40B4-BE49-F238E27FC236}">
                    <a16:creationId xmlns:a16="http://schemas.microsoft.com/office/drawing/2014/main" id="{49E75483-7920-D568-4943-E845E58DACD9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2" name="pg3722">
                <a:extLst>
                  <a:ext uri="{FF2B5EF4-FFF2-40B4-BE49-F238E27FC236}">
                    <a16:creationId xmlns:a16="http://schemas.microsoft.com/office/drawing/2014/main" id="{60662D9B-B6EC-1BB6-01F8-A4D94E8C2424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3" name="pg3723">
                <a:extLst>
                  <a:ext uri="{FF2B5EF4-FFF2-40B4-BE49-F238E27FC236}">
                    <a16:creationId xmlns:a16="http://schemas.microsoft.com/office/drawing/2014/main" id="{15D013A0-72A0-CF5A-06C0-E5970FCAC4E9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4" name="pg3724">
                <a:extLst>
                  <a:ext uri="{FF2B5EF4-FFF2-40B4-BE49-F238E27FC236}">
                    <a16:creationId xmlns:a16="http://schemas.microsoft.com/office/drawing/2014/main" id="{962FB1C3-6C5C-48AA-397A-631241F3EE77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5" name="pg3725">
                <a:extLst>
                  <a:ext uri="{FF2B5EF4-FFF2-40B4-BE49-F238E27FC236}">
                    <a16:creationId xmlns:a16="http://schemas.microsoft.com/office/drawing/2014/main" id="{D3A0E6F1-F4F2-6B24-3972-BE9305F175DC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6" name="pg3726">
                <a:extLst>
                  <a:ext uri="{FF2B5EF4-FFF2-40B4-BE49-F238E27FC236}">
                    <a16:creationId xmlns:a16="http://schemas.microsoft.com/office/drawing/2014/main" id="{408BFBE3-84FF-C2DB-FE79-53012F4B0023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7" name="pg3727">
                <a:extLst>
                  <a:ext uri="{FF2B5EF4-FFF2-40B4-BE49-F238E27FC236}">
                    <a16:creationId xmlns:a16="http://schemas.microsoft.com/office/drawing/2014/main" id="{CC278C03-0322-AB12-8ACE-7CA9A96799CA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8" name="pg3728">
                <a:extLst>
                  <a:ext uri="{FF2B5EF4-FFF2-40B4-BE49-F238E27FC236}">
                    <a16:creationId xmlns:a16="http://schemas.microsoft.com/office/drawing/2014/main" id="{339964CC-842D-4AB4-3592-A35215D946D6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9" name="pg3729">
                <a:extLst>
                  <a:ext uri="{FF2B5EF4-FFF2-40B4-BE49-F238E27FC236}">
                    <a16:creationId xmlns:a16="http://schemas.microsoft.com/office/drawing/2014/main" id="{40004677-815B-16BF-28BA-971CA3D10C0B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0" name="pg3730">
                <a:extLst>
                  <a:ext uri="{FF2B5EF4-FFF2-40B4-BE49-F238E27FC236}">
                    <a16:creationId xmlns:a16="http://schemas.microsoft.com/office/drawing/2014/main" id="{C0293787-D051-65CB-654B-47C5CB49D394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1" name="pg3731">
                <a:extLst>
                  <a:ext uri="{FF2B5EF4-FFF2-40B4-BE49-F238E27FC236}">
                    <a16:creationId xmlns:a16="http://schemas.microsoft.com/office/drawing/2014/main" id="{A4777EEA-1184-2B5F-0C20-72DCA84F115E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2" name="pg3732">
                <a:extLst>
                  <a:ext uri="{FF2B5EF4-FFF2-40B4-BE49-F238E27FC236}">
                    <a16:creationId xmlns:a16="http://schemas.microsoft.com/office/drawing/2014/main" id="{2F1C4A79-14A0-8DB7-FABA-F9D9BB0F3A41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3" name="pg3733">
                <a:extLst>
                  <a:ext uri="{FF2B5EF4-FFF2-40B4-BE49-F238E27FC236}">
                    <a16:creationId xmlns:a16="http://schemas.microsoft.com/office/drawing/2014/main" id="{DA498BEF-82C6-0892-F12E-C24AF0EB527D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4" name="pg3734">
                <a:extLst>
                  <a:ext uri="{FF2B5EF4-FFF2-40B4-BE49-F238E27FC236}">
                    <a16:creationId xmlns:a16="http://schemas.microsoft.com/office/drawing/2014/main" id="{2EBC00AB-65C4-77EC-91FE-FD6009852ADC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5" name="pg3735">
                <a:extLst>
                  <a:ext uri="{FF2B5EF4-FFF2-40B4-BE49-F238E27FC236}">
                    <a16:creationId xmlns:a16="http://schemas.microsoft.com/office/drawing/2014/main" id="{2E6E1A16-AC9C-F183-91D4-D89BD1E224BB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6" name="pg3736">
                <a:extLst>
                  <a:ext uri="{FF2B5EF4-FFF2-40B4-BE49-F238E27FC236}">
                    <a16:creationId xmlns:a16="http://schemas.microsoft.com/office/drawing/2014/main" id="{D5CF97F9-A016-D0B7-467F-55B233DFCDB6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7" name="pg3737">
                <a:extLst>
                  <a:ext uri="{FF2B5EF4-FFF2-40B4-BE49-F238E27FC236}">
                    <a16:creationId xmlns:a16="http://schemas.microsoft.com/office/drawing/2014/main" id="{F97F7CD4-875D-FEF6-FB88-BF6F5CBD4EED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8" name="pg3738">
                <a:extLst>
                  <a:ext uri="{FF2B5EF4-FFF2-40B4-BE49-F238E27FC236}">
                    <a16:creationId xmlns:a16="http://schemas.microsoft.com/office/drawing/2014/main" id="{69623E1C-0E48-8C58-1A8B-74278046A164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9" name="pg3739">
                <a:extLst>
                  <a:ext uri="{FF2B5EF4-FFF2-40B4-BE49-F238E27FC236}">
                    <a16:creationId xmlns:a16="http://schemas.microsoft.com/office/drawing/2014/main" id="{4CB6007A-F779-E800-8A92-FC8770EE4506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0" name="pg3740">
                <a:extLst>
                  <a:ext uri="{FF2B5EF4-FFF2-40B4-BE49-F238E27FC236}">
                    <a16:creationId xmlns:a16="http://schemas.microsoft.com/office/drawing/2014/main" id="{8B665B6F-AC74-DF78-2051-160201982DDF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1" name="pg3741">
                <a:extLst>
                  <a:ext uri="{FF2B5EF4-FFF2-40B4-BE49-F238E27FC236}">
                    <a16:creationId xmlns:a16="http://schemas.microsoft.com/office/drawing/2014/main" id="{06749D12-9CBB-DF4B-9E66-C824D342BDDF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2" name="pg3742">
                <a:extLst>
                  <a:ext uri="{FF2B5EF4-FFF2-40B4-BE49-F238E27FC236}">
                    <a16:creationId xmlns:a16="http://schemas.microsoft.com/office/drawing/2014/main" id="{77CD66E7-460F-5901-A6ED-055FC4A3EBF4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3" name="pg3743">
                <a:extLst>
                  <a:ext uri="{FF2B5EF4-FFF2-40B4-BE49-F238E27FC236}">
                    <a16:creationId xmlns:a16="http://schemas.microsoft.com/office/drawing/2014/main" id="{FD8A0274-9F67-3DF4-D421-6BD3BDB4C77C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4" name="pg3744">
                <a:extLst>
                  <a:ext uri="{FF2B5EF4-FFF2-40B4-BE49-F238E27FC236}">
                    <a16:creationId xmlns:a16="http://schemas.microsoft.com/office/drawing/2014/main" id="{28200068-8FAC-B425-CA35-6E34472B6060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5" name="pg3745">
                <a:extLst>
                  <a:ext uri="{FF2B5EF4-FFF2-40B4-BE49-F238E27FC236}">
                    <a16:creationId xmlns:a16="http://schemas.microsoft.com/office/drawing/2014/main" id="{6023FA88-42B7-C156-B053-F8DC8CA813EE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6" name="pg3746">
                <a:extLst>
                  <a:ext uri="{FF2B5EF4-FFF2-40B4-BE49-F238E27FC236}">
                    <a16:creationId xmlns:a16="http://schemas.microsoft.com/office/drawing/2014/main" id="{A65B0AF7-1E4C-2229-31CF-E32E7CFA69E6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7" name="pg3747">
                <a:extLst>
                  <a:ext uri="{FF2B5EF4-FFF2-40B4-BE49-F238E27FC236}">
                    <a16:creationId xmlns:a16="http://schemas.microsoft.com/office/drawing/2014/main" id="{37FFE326-E272-14F3-EB2C-32AD530D408B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8" name="pg3748">
                <a:extLst>
                  <a:ext uri="{FF2B5EF4-FFF2-40B4-BE49-F238E27FC236}">
                    <a16:creationId xmlns:a16="http://schemas.microsoft.com/office/drawing/2014/main" id="{A184EC6A-C8AD-B568-FDAD-5B1FC7BAAF78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9" name="pg3749">
                <a:extLst>
                  <a:ext uri="{FF2B5EF4-FFF2-40B4-BE49-F238E27FC236}">
                    <a16:creationId xmlns:a16="http://schemas.microsoft.com/office/drawing/2014/main" id="{528712BC-ECAF-271A-4D72-6700199191ED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0" name="pg3750">
                <a:extLst>
                  <a:ext uri="{FF2B5EF4-FFF2-40B4-BE49-F238E27FC236}">
                    <a16:creationId xmlns:a16="http://schemas.microsoft.com/office/drawing/2014/main" id="{5CC8675E-AD01-2D5E-FC70-A64EECC07D7F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1" name="pg3751">
                <a:extLst>
                  <a:ext uri="{FF2B5EF4-FFF2-40B4-BE49-F238E27FC236}">
                    <a16:creationId xmlns:a16="http://schemas.microsoft.com/office/drawing/2014/main" id="{25EB0523-8419-B412-27A9-15041FACA563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2" name="pg3752">
                <a:extLst>
                  <a:ext uri="{FF2B5EF4-FFF2-40B4-BE49-F238E27FC236}">
                    <a16:creationId xmlns:a16="http://schemas.microsoft.com/office/drawing/2014/main" id="{8E3E676D-205F-CE7B-8F8F-CC7A103F2781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3" name="pg3753">
                <a:extLst>
                  <a:ext uri="{FF2B5EF4-FFF2-40B4-BE49-F238E27FC236}">
                    <a16:creationId xmlns:a16="http://schemas.microsoft.com/office/drawing/2014/main" id="{B39E04F6-798F-2E2D-6DE3-AD10B38994DF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4" name="pg3754">
                <a:extLst>
                  <a:ext uri="{FF2B5EF4-FFF2-40B4-BE49-F238E27FC236}">
                    <a16:creationId xmlns:a16="http://schemas.microsoft.com/office/drawing/2014/main" id="{83ECDD22-4696-9F71-B895-5B0156CE3510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5" name="pg3755">
                <a:extLst>
                  <a:ext uri="{FF2B5EF4-FFF2-40B4-BE49-F238E27FC236}">
                    <a16:creationId xmlns:a16="http://schemas.microsoft.com/office/drawing/2014/main" id="{B90CEA0C-CEA0-3301-5C53-3D654D4B6520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6" name="pg3756">
                <a:extLst>
                  <a:ext uri="{FF2B5EF4-FFF2-40B4-BE49-F238E27FC236}">
                    <a16:creationId xmlns:a16="http://schemas.microsoft.com/office/drawing/2014/main" id="{6EA0DD0D-0581-9F9B-B852-C3CA3F1393BC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7" name="pg3757">
                <a:extLst>
                  <a:ext uri="{FF2B5EF4-FFF2-40B4-BE49-F238E27FC236}">
                    <a16:creationId xmlns:a16="http://schemas.microsoft.com/office/drawing/2014/main" id="{6B598E7F-1716-9A0C-ABA9-0ADA006B81B5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8" name="pg3758">
                <a:extLst>
                  <a:ext uri="{FF2B5EF4-FFF2-40B4-BE49-F238E27FC236}">
                    <a16:creationId xmlns:a16="http://schemas.microsoft.com/office/drawing/2014/main" id="{DF963AF8-BC15-A4BB-3B65-FC3D192F6948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9" name="pg3759">
                <a:extLst>
                  <a:ext uri="{FF2B5EF4-FFF2-40B4-BE49-F238E27FC236}">
                    <a16:creationId xmlns:a16="http://schemas.microsoft.com/office/drawing/2014/main" id="{FB490C00-6DF9-1257-3420-ADEC708FC7A2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0" name="pg3760">
                <a:extLst>
                  <a:ext uri="{FF2B5EF4-FFF2-40B4-BE49-F238E27FC236}">
                    <a16:creationId xmlns:a16="http://schemas.microsoft.com/office/drawing/2014/main" id="{E8F95C2A-B3AE-7D55-7F07-2AC3EC921ADB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1" name="pg3761">
                <a:extLst>
                  <a:ext uri="{FF2B5EF4-FFF2-40B4-BE49-F238E27FC236}">
                    <a16:creationId xmlns:a16="http://schemas.microsoft.com/office/drawing/2014/main" id="{E24CE0BA-F910-68F9-09C4-22D6031BCF65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2" name="pg3762">
                <a:extLst>
                  <a:ext uri="{FF2B5EF4-FFF2-40B4-BE49-F238E27FC236}">
                    <a16:creationId xmlns:a16="http://schemas.microsoft.com/office/drawing/2014/main" id="{B5CDF16D-52C0-E535-3CDE-C2FB6EBCBB2E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3" name="pg3763">
                <a:extLst>
                  <a:ext uri="{FF2B5EF4-FFF2-40B4-BE49-F238E27FC236}">
                    <a16:creationId xmlns:a16="http://schemas.microsoft.com/office/drawing/2014/main" id="{C4CEA1A7-3E17-40B6-645E-4BCFE6F88224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4" name="pg3764">
                <a:extLst>
                  <a:ext uri="{FF2B5EF4-FFF2-40B4-BE49-F238E27FC236}">
                    <a16:creationId xmlns:a16="http://schemas.microsoft.com/office/drawing/2014/main" id="{E1EC3D99-E6FE-5D78-F0B9-53AEB12E502F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5" name="pg3765">
                <a:extLst>
                  <a:ext uri="{FF2B5EF4-FFF2-40B4-BE49-F238E27FC236}">
                    <a16:creationId xmlns:a16="http://schemas.microsoft.com/office/drawing/2014/main" id="{0612CB3F-FAB7-6414-2C71-A09B8E3394D0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6" name="pg3766">
                <a:extLst>
                  <a:ext uri="{FF2B5EF4-FFF2-40B4-BE49-F238E27FC236}">
                    <a16:creationId xmlns:a16="http://schemas.microsoft.com/office/drawing/2014/main" id="{D5172DE7-6B93-5F8C-A623-ECE8ABD59E17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7" name="pg3767">
                <a:extLst>
                  <a:ext uri="{FF2B5EF4-FFF2-40B4-BE49-F238E27FC236}">
                    <a16:creationId xmlns:a16="http://schemas.microsoft.com/office/drawing/2014/main" id="{3FC15F1F-9F92-0E65-E5A8-C8D5BE84CB43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8" name="pg3768">
                <a:extLst>
                  <a:ext uri="{FF2B5EF4-FFF2-40B4-BE49-F238E27FC236}">
                    <a16:creationId xmlns:a16="http://schemas.microsoft.com/office/drawing/2014/main" id="{EA783590-BC7C-05F6-C8FE-D56DD6D721A2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9" name="pg3769">
                <a:extLst>
                  <a:ext uri="{FF2B5EF4-FFF2-40B4-BE49-F238E27FC236}">
                    <a16:creationId xmlns:a16="http://schemas.microsoft.com/office/drawing/2014/main" id="{EC7BA356-9EF2-7EB4-0602-70E62A7CF9F5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0" name="pg3770">
                <a:extLst>
                  <a:ext uri="{FF2B5EF4-FFF2-40B4-BE49-F238E27FC236}">
                    <a16:creationId xmlns:a16="http://schemas.microsoft.com/office/drawing/2014/main" id="{7BA0B310-2F85-E1E3-49F5-88E45407443C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1" name="pg3771">
                <a:extLst>
                  <a:ext uri="{FF2B5EF4-FFF2-40B4-BE49-F238E27FC236}">
                    <a16:creationId xmlns:a16="http://schemas.microsoft.com/office/drawing/2014/main" id="{C826987A-DAD4-9858-84F4-198A3FE5F44D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2" name="pg3772">
                <a:extLst>
                  <a:ext uri="{FF2B5EF4-FFF2-40B4-BE49-F238E27FC236}">
                    <a16:creationId xmlns:a16="http://schemas.microsoft.com/office/drawing/2014/main" id="{5A50EEB1-E462-972E-B796-EF2A91DECA8A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3" name="pg3773">
                <a:extLst>
                  <a:ext uri="{FF2B5EF4-FFF2-40B4-BE49-F238E27FC236}">
                    <a16:creationId xmlns:a16="http://schemas.microsoft.com/office/drawing/2014/main" id="{78C4A3CE-6861-8CA1-80DB-EAD64C4FBC3D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4" name="pg3774">
                <a:extLst>
                  <a:ext uri="{FF2B5EF4-FFF2-40B4-BE49-F238E27FC236}">
                    <a16:creationId xmlns:a16="http://schemas.microsoft.com/office/drawing/2014/main" id="{D6A0DFD0-8860-6E10-0906-428875C8AA2D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5" name="pg3775">
                <a:extLst>
                  <a:ext uri="{FF2B5EF4-FFF2-40B4-BE49-F238E27FC236}">
                    <a16:creationId xmlns:a16="http://schemas.microsoft.com/office/drawing/2014/main" id="{C1796234-E578-11B5-6258-55D8AAEA94A9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6" name="pg3776">
                <a:extLst>
                  <a:ext uri="{FF2B5EF4-FFF2-40B4-BE49-F238E27FC236}">
                    <a16:creationId xmlns:a16="http://schemas.microsoft.com/office/drawing/2014/main" id="{84BB3703-4CAF-63F0-3D63-CDCBFEC7F836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7" name="pg3777">
                <a:extLst>
                  <a:ext uri="{FF2B5EF4-FFF2-40B4-BE49-F238E27FC236}">
                    <a16:creationId xmlns:a16="http://schemas.microsoft.com/office/drawing/2014/main" id="{06DC4FB9-E8BC-70EE-B051-D6D1ADBB3ECB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8" name="pg3778">
                <a:extLst>
                  <a:ext uri="{FF2B5EF4-FFF2-40B4-BE49-F238E27FC236}">
                    <a16:creationId xmlns:a16="http://schemas.microsoft.com/office/drawing/2014/main" id="{35314D64-CC7E-D815-AFAF-2C99EA63C670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9" name="pg3779">
                <a:extLst>
                  <a:ext uri="{FF2B5EF4-FFF2-40B4-BE49-F238E27FC236}">
                    <a16:creationId xmlns:a16="http://schemas.microsoft.com/office/drawing/2014/main" id="{E6EA3A08-2E71-8C89-3D47-E6FD4F1D9279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0" name="pg3780">
                <a:extLst>
                  <a:ext uri="{FF2B5EF4-FFF2-40B4-BE49-F238E27FC236}">
                    <a16:creationId xmlns:a16="http://schemas.microsoft.com/office/drawing/2014/main" id="{0AEB0BFD-787B-7E51-F674-9EAAD1B9BE14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1" name="pg3781">
                <a:extLst>
                  <a:ext uri="{FF2B5EF4-FFF2-40B4-BE49-F238E27FC236}">
                    <a16:creationId xmlns:a16="http://schemas.microsoft.com/office/drawing/2014/main" id="{DDD43557-0317-BB52-4215-E0780B167030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2" name="pg3782">
                <a:extLst>
                  <a:ext uri="{FF2B5EF4-FFF2-40B4-BE49-F238E27FC236}">
                    <a16:creationId xmlns:a16="http://schemas.microsoft.com/office/drawing/2014/main" id="{7E28197C-8546-145A-851B-46AD31C6654B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3" name="pg3783">
                <a:extLst>
                  <a:ext uri="{FF2B5EF4-FFF2-40B4-BE49-F238E27FC236}">
                    <a16:creationId xmlns:a16="http://schemas.microsoft.com/office/drawing/2014/main" id="{FCC563DD-9120-B70E-24AC-724A78296B25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4" name="pg3784">
                <a:extLst>
                  <a:ext uri="{FF2B5EF4-FFF2-40B4-BE49-F238E27FC236}">
                    <a16:creationId xmlns:a16="http://schemas.microsoft.com/office/drawing/2014/main" id="{ED6B6197-0F30-71DE-3796-FE79F98F136D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5" name="pg3785">
                <a:extLst>
                  <a:ext uri="{FF2B5EF4-FFF2-40B4-BE49-F238E27FC236}">
                    <a16:creationId xmlns:a16="http://schemas.microsoft.com/office/drawing/2014/main" id="{09EEC007-520C-7C07-A5BA-94BFE141F0B1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6" name="pg3786">
                <a:extLst>
                  <a:ext uri="{FF2B5EF4-FFF2-40B4-BE49-F238E27FC236}">
                    <a16:creationId xmlns:a16="http://schemas.microsoft.com/office/drawing/2014/main" id="{FD8215E0-C789-4693-7A89-BE2D2B96F89F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7" name="pg3787">
                <a:extLst>
                  <a:ext uri="{FF2B5EF4-FFF2-40B4-BE49-F238E27FC236}">
                    <a16:creationId xmlns:a16="http://schemas.microsoft.com/office/drawing/2014/main" id="{1B8ACC4D-D54C-90FE-40B2-E5E107CE6CC7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8" name="pg3788">
                <a:extLst>
                  <a:ext uri="{FF2B5EF4-FFF2-40B4-BE49-F238E27FC236}">
                    <a16:creationId xmlns:a16="http://schemas.microsoft.com/office/drawing/2014/main" id="{1714D75B-4643-A758-CE82-BB12692B6507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9" name="pg3789">
                <a:extLst>
                  <a:ext uri="{FF2B5EF4-FFF2-40B4-BE49-F238E27FC236}">
                    <a16:creationId xmlns:a16="http://schemas.microsoft.com/office/drawing/2014/main" id="{DEBD8860-81B4-1C0E-7196-83D755FDFA26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0" name="pg3790">
                <a:extLst>
                  <a:ext uri="{FF2B5EF4-FFF2-40B4-BE49-F238E27FC236}">
                    <a16:creationId xmlns:a16="http://schemas.microsoft.com/office/drawing/2014/main" id="{FDF6341A-5A5A-B80C-1EF6-71C88DF6162A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1" name="pg3791">
                <a:extLst>
                  <a:ext uri="{FF2B5EF4-FFF2-40B4-BE49-F238E27FC236}">
                    <a16:creationId xmlns:a16="http://schemas.microsoft.com/office/drawing/2014/main" id="{9C92E0B6-C18F-6AF7-0747-50635F1402FD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2" name="pg3792">
                <a:extLst>
                  <a:ext uri="{FF2B5EF4-FFF2-40B4-BE49-F238E27FC236}">
                    <a16:creationId xmlns:a16="http://schemas.microsoft.com/office/drawing/2014/main" id="{FA955B89-4D1D-1D0B-8347-4F8AEF2877AA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3" name="pg3793">
                <a:extLst>
                  <a:ext uri="{FF2B5EF4-FFF2-40B4-BE49-F238E27FC236}">
                    <a16:creationId xmlns:a16="http://schemas.microsoft.com/office/drawing/2014/main" id="{AF0411BB-FFA9-07DD-D470-369972F4B9ED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4" name="pg3794">
                <a:extLst>
                  <a:ext uri="{FF2B5EF4-FFF2-40B4-BE49-F238E27FC236}">
                    <a16:creationId xmlns:a16="http://schemas.microsoft.com/office/drawing/2014/main" id="{D0460E68-7644-9151-C7C0-13580EEE69D9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5" name="pg3795">
                <a:extLst>
                  <a:ext uri="{FF2B5EF4-FFF2-40B4-BE49-F238E27FC236}">
                    <a16:creationId xmlns:a16="http://schemas.microsoft.com/office/drawing/2014/main" id="{9E8F6192-5436-5F54-72D0-6CD866E9BCC6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6" name="pg3796">
                <a:extLst>
                  <a:ext uri="{FF2B5EF4-FFF2-40B4-BE49-F238E27FC236}">
                    <a16:creationId xmlns:a16="http://schemas.microsoft.com/office/drawing/2014/main" id="{C8E09F93-FE4A-3465-EBC7-50F2FEA3C713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7" name="pg3797">
                <a:extLst>
                  <a:ext uri="{FF2B5EF4-FFF2-40B4-BE49-F238E27FC236}">
                    <a16:creationId xmlns:a16="http://schemas.microsoft.com/office/drawing/2014/main" id="{CDD48EBF-86E6-31E4-3165-2B084D7A8CB7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8" name="pg3798">
                <a:extLst>
                  <a:ext uri="{FF2B5EF4-FFF2-40B4-BE49-F238E27FC236}">
                    <a16:creationId xmlns:a16="http://schemas.microsoft.com/office/drawing/2014/main" id="{48D90DDC-72AE-C538-5A53-03544888F1F0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9" name="pg3799">
                <a:extLst>
                  <a:ext uri="{FF2B5EF4-FFF2-40B4-BE49-F238E27FC236}">
                    <a16:creationId xmlns:a16="http://schemas.microsoft.com/office/drawing/2014/main" id="{883BA2C5-88B9-9E1C-ED10-8E93B9B9FDD6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0" name="pg3800">
                <a:extLst>
                  <a:ext uri="{FF2B5EF4-FFF2-40B4-BE49-F238E27FC236}">
                    <a16:creationId xmlns:a16="http://schemas.microsoft.com/office/drawing/2014/main" id="{3CE9A8C7-2CF0-3FCE-527E-3B47B8BB7310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1" name="pg3801">
                <a:extLst>
                  <a:ext uri="{FF2B5EF4-FFF2-40B4-BE49-F238E27FC236}">
                    <a16:creationId xmlns:a16="http://schemas.microsoft.com/office/drawing/2014/main" id="{B5A4DE27-6661-D6A0-F492-74A21AF11D04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2" name="pg3802">
                <a:extLst>
                  <a:ext uri="{FF2B5EF4-FFF2-40B4-BE49-F238E27FC236}">
                    <a16:creationId xmlns:a16="http://schemas.microsoft.com/office/drawing/2014/main" id="{D9383C1D-3D20-7565-A30E-2E7C7C309F8A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3" name="pg3803">
                <a:extLst>
                  <a:ext uri="{FF2B5EF4-FFF2-40B4-BE49-F238E27FC236}">
                    <a16:creationId xmlns:a16="http://schemas.microsoft.com/office/drawing/2014/main" id="{E430BAE6-D49A-EF33-3AD7-C8E627ED0AF7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4" name="pg3804">
                <a:extLst>
                  <a:ext uri="{FF2B5EF4-FFF2-40B4-BE49-F238E27FC236}">
                    <a16:creationId xmlns:a16="http://schemas.microsoft.com/office/drawing/2014/main" id="{435032E1-2885-72E1-5F8D-E39DD140FBB2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5" name="pg3805">
                <a:extLst>
                  <a:ext uri="{FF2B5EF4-FFF2-40B4-BE49-F238E27FC236}">
                    <a16:creationId xmlns:a16="http://schemas.microsoft.com/office/drawing/2014/main" id="{F30B0205-95F6-47E7-8607-EDF918DF32BC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6" name="pg3806">
                <a:extLst>
                  <a:ext uri="{FF2B5EF4-FFF2-40B4-BE49-F238E27FC236}">
                    <a16:creationId xmlns:a16="http://schemas.microsoft.com/office/drawing/2014/main" id="{19EBDE23-335C-9DCF-9779-889D7FE5F273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7" name="pg3807">
                <a:extLst>
                  <a:ext uri="{FF2B5EF4-FFF2-40B4-BE49-F238E27FC236}">
                    <a16:creationId xmlns:a16="http://schemas.microsoft.com/office/drawing/2014/main" id="{30D91055-EE4D-918F-C886-4BD751008393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8" name="pg3808">
                <a:extLst>
                  <a:ext uri="{FF2B5EF4-FFF2-40B4-BE49-F238E27FC236}">
                    <a16:creationId xmlns:a16="http://schemas.microsoft.com/office/drawing/2014/main" id="{857686FC-9A6F-9769-221A-AA55F8105C2D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9" name="pg3809">
                <a:extLst>
                  <a:ext uri="{FF2B5EF4-FFF2-40B4-BE49-F238E27FC236}">
                    <a16:creationId xmlns:a16="http://schemas.microsoft.com/office/drawing/2014/main" id="{BB16CECE-D343-2E99-3700-2CD36BCEC1D2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0" name="pg3810">
                <a:extLst>
                  <a:ext uri="{FF2B5EF4-FFF2-40B4-BE49-F238E27FC236}">
                    <a16:creationId xmlns:a16="http://schemas.microsoft.com/office/drawing/2014/main" id="{BF57130F-53F9-4498-1DEC-A5A9004F07A2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1" name="pg3811">
                <a:extLst>
                  <a:ext uri="{FF2B5EF4-FFF2-40B4-BE49-F238E27FC236}">
                    <a16:creationId xmlns:a16="http://schemas.microsoft.com/office/drawing/2014/main" id="{5BD168AF-689B-DB12-2117-08DB8011422E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2" name="pg3812">
                <a:extLst>
                  <a:ext uri="{FF2B5EF4-FFF2-40B4-BE49-F238E27FC236}">
                    <a16:creationId xmlns:a16="http://schemas.microsoft.com/office/drawing/2014/main" id="{5333F7F2-233C-CCB7-8DA1-88374CC8913E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3" name="pg3813">
                <a:extLst>
                  <a:ext uri="{FF2B5EF4-FFF2-40B4-BE49-F238E27FC236}">
                    <a16:creationId xmlns:a16="http://schemas.microsoft.com/office/drawing/2014/main" id="{DD0174DD-74E4-E680-37F6-589072152D2C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4" name="pg3814">
                <a:extLst>
                  <a:ext uri="{FF2B5EF4-FFF2-40B4-BE49-F238E27FC236}">
                    <a16:creationId xmlns:a16="http://schemas.microsoft.com/office/drawing/2014/main" id="{A2EE37EE-3D00-7BF0-1FA5-CF2F1A877767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5" name="pg3815">
                <a:extLst>
                  <a:ext uri="{FF2B5EF4-FFF2-40B4-BE49-F238E27FC236}">
                    <a16:creationId xmlns:a16="http://schemas.microsoft.com/office/drawing/2014/main" id="{B2F04405-D61F-C5C6-7A21-575971F91C73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6" name="pg3816">
                <a:extLst>
                  <a:ext uri="{FF2B5EF4-FFF2-40B4-BE49-F238E27FC236}">
                    <a16:creationId xmlns:a16="http://schemas.microsoft.com/office/drawing/2014/main" id="{A4BA5247-EE52-B109-7FD4-CCF4C81D05AF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7" name="pg3817">
                <a:extLst>
                  <a:ext uri="{FF2B5EF4-FFF2-40B4-BE49-F238E27FC236}">
                    <a16:creationId xmlns:a16="http://schemas.microsoft.com/office/drawing/2014/main" id="{EED4CED1-FE57-050B-FDA5-BE78D6F5CDF8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8" name="pg3818">
                <a:extLst>
                  <a:ext uri="{FF2B5EF4-FFF2-40B4-BE49-F238E27FC236}">
                    <a16:creationId xmlns:a16="http://schemas.microsoft.com/office/drawing/2014/main" id="{D6DEAEA7-01AF-130F-0ED8-2D1FDEB2CE82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9" name="pg3819">
                <a:extLst>
                  <a:ext uri="{FF2B5EF4-FFF2-40B4-BE49-F238E27FC236}">
                    <a16:creationId xmlns:a16="http://schemas.microsoft.com/office/drawing/2014/main" id="{96E9C37F-BC19-FF1D-B499-2BE4AE8AB8B1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0" name="pg3820">
                <a:extLst>
                  <a:ext uri="{FF2B5EF4-FFF2-40B4-BE49-F238E27FC236}">
                    <a16:creationId xmlns:a16="http://schemas.microsoft.com/office/drawing/2014/main" id="{88EF26B6-5665-24D6-D026-6D0477607778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1" name="pg3821">
                <a:extLst>
                  <a:ext uri="{FF2B5EF4-FFF2-40B4-BE49-F238E27FC236}">
                    <a16:creationId xmlns:a16="http://schemas.microsoft.com/office/drawing/2014/main" id="{1C3FA263-2BE2-58D7-B671-4928E26883FC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2" name="pg3822">
                <a:extLst>
                  <a:ext uri="{FF2B5EF4-FFF2-40B4-BE49-F238E27FC236}">
                    <a16:creationId xmlns:a16="http://schemas.microsoft.com/office/drawing/2014/main" id="{EE3160C4-8211-20A3-9E25-C86BAE46D9A6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3" name="pg3823">
                <a:extLst>
                  <a:ext uri="{FF2B5EF4-FFF2-40B4-BE49-F238E27FC236}">
                    <a16:creationId xmlns:a16="http://schemas.microsoft.com/office/drawing/2014/main" id="{7CA2A868-A851-9577-113D-EEE562B8E738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4" name="pg3824">
                <a:extLst>
                  <a:ext uri="{FF2B5EF4-FFF2-40B4-BE49-F238E27FC236}">
                    <a16:creationId xmlns:a16="http://schemas.microsoft.com/office/drawing/2014/main" id="{63BF7CC6-844B-319B-070B-6242350C08AF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5" name="pg3825">
                <a:extLst>
                  <a:ext uri="{FF2B5EF4-FFF2-40B4-BE49-F238E27FC236}">
                    <a16:creationId xmlns:a16="http://schemas.microsoft.com/office/drawing/2014/main" id="{EDF21D30-61F3-32ED-2D53-A68BD27099F6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6" name="pg3826">
                <a:extLst>
                  <a:ext uri="{FF2B5EF4-FFF2-40B4-BE49-F238E27FC236}">
                    <a16:creationId xmlns:a16="http://schemas.microsoft.com/office/drawing/2014/main" id="{A3AC0D09-A501-0598-9F8D-4244F667BFBD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7" name="pg3827">
                <a:extLst>
                  <a:ext uri="{FF2B5EF4-FFF2-40B4-BE49-F238E27FC236}">
                    <a16:creationId xmlns:a16="http://schemas.microsoft.com/office/drawing/2014/main" id="{8FF833A0-1532-667E-892A-D40A451E3B92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8" name="pg3828">
                <a:extLst>
                  <a:ext uri="{FF2B5EF4-FFF2-40B4-BE49-F238E27FC236}">
                    <a16:creationId xmlns:a16="http://schemas.microsoft.com/office/drawing/2014/main" id="{75C6B499-421E-7D8E-5530-846E8C6A09CE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9" name="pg3829">
                <a:extLst>
                  <a:ext uri="{FF2B5EF4-FFF2-40B4-BE49-F238E27FC236}">
                    <a16:creationId xmlns:a16="http://schemas.microsoft.com/office/drawing/2014/main" id="{648F6CDD-E033-6553-5EE3-1928EA994F9D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0" name="pg3830">
                <a:extLst>
                  <a:ext uri="{FF2B5EF4-FFF2-40B4-BE49-F238E27FC236}">
                    <a16:creationId xmlns:a16="http://schemas.microsoft.com/office/drawing/2014/main" id="{B0936279-8A4D-39E2-44D9-923A17F43830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1" name="pg3831">
                <a:extLst>
                  <a:ext uri="{FF2B5EF4-FFF2-40B4-BE49-F238E27FC236}">
                    <a16:creationId xmlns:a16="http://schemas.microsoft.com/office/drawing/2014/main" id="{1738C70E-A423-AD60-AC2F-10553E02B638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2" name="pg3832">
                <a:extLst>
                  <a:ext uri="{FF2B5EF4-FFF2-40B4-BE49-F238E27FC236}">
                    <a16:creationId xmlns:a16="http://schemas.microsoft.com/office/drawing/2014/main" id="{0C1EE6B1-6C54-BBBD-A60F-0855A17659DB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3" name="pg3833">
                <a:extLst>
                  <a:ext uri="{FF2B5EF4-FFF2-40B4-BE49-F238E27FC236}">
                    <a16:creationId xmlns:a16="http://schemas.microsoft.com/office/drawing/2014/main" id="{CAE8FD16-CDA9-5C05-F036-34C720F675CD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4" name="pg3834">
                <a:extLst>
                  <a:ext uri="{FF2B5EF4-FFF2-40B4-BE49-F238E27FC236}">
                    <a16:creationId xmlns:a16="http://schemas.microsoft.com/office/drawing/2014/main" id="{37416DD7-ACC9-77EA-9E89-7809235A78AC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5" name="pg3835">
                <a:extLst>
                  <a:ext uri="{FF2B5EF4-FFF2-40B4-BE49-F238E27FC236}">
                    <a16:creationId xmlns:a16="http://schemas.microsoft.com/office/drawing/2014/main" id="{32D7E4DD-BECF-D347-EC8F-4BAEF43D8993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6" name="pg3836">
                <a:extLst>
                  <a:ext uri="{FF2B5EF4-FFF2-40B4-BE49-F238E27FC236}">
                    <a16:creationId xmlns:a16="http://schemas.microsoft.com/office/drawing/2014/main" id="{53DFBCFC-2B9E-6B0A-B5B0-FCE0BD3B9E03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7" name="pg3837">
                <a:extLst>
                  <a:ext uri="{FF2B5EF4-FFF2-40B4-BE49-F238E27FC236}">
                    <a16:creationId xmlns:a16="http://schemas.microsoft.com/office/drawing/2014/main" id="{4091539D-D401-354F-3C47-B9E4D2541F77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8" name="pg3838">
                <a:extLst>
                  <a:ext uri="{FF2B5EF4-FFF2-40B4-BE49-F238E27FC236}">
                    <a16:creationId xmlns:a16="http://schemas.microsoft.com/office/drawing/2014/main" id="{AA0644DC-206B-AE40-8D4E-2E9498C23F82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9" name="pg3839">
                <a:extLst>
                  <a:ext uri="{FF2B5EF4-FFF2-40B4-BE49-F238E27FC236}">
                    <a16:creationId xmlns:a16="http://schemas.microsoft.com/office/drawing/2014/main" id="{E6A7CBE1-2144-7D51-DBD4-6771F161B8BA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0" name="pg3840">
                <a:extLst>
                  <a:ext uri="{FF2B5EF4-FFF2-40B4-BE49-F238E27FC236}">
                    <a16:creationId xmlns:a16="http://schemas.microsoft.com/office/drawing/2014/main" id="{D4D4E73A-C546-FB69-C623-94B9F55F940D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1" name="pg3841">
                <a:extLst>
                  <a:ext uri="{FF2B5EF4-FFF2-40B4-BE49-F238E27FC236}">
                    <a16:creationId xmlns:a16="http://schemas.microsoft.com/office/drawing/2014/main" id="{CF352BD6-BC20-DA0E-C8AA-919D0F4DFE42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2" name="pg3842">
                <a:extLst>
                  <a:ext uri="{FF2B5EF4-FFF2-40B4-BE49-F238E27FC236}">
                    <a16:creationId xmlns:a16="http://schemas.microsoft.com/office/drawing/2014/main" id="{A1BD5635-1DA6-3C02-D89C-A8AC6037C2C2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3" name="pg3843">
                <a:extLst>
                  <a:ext uri="{FF2B5EF4-FFF2-40B4-BE49-F238E27FC236}">
                    <a16:creationId xmlns:a16="http://schemas.microsoft.com/office/drawing/2014/main" id="{2770D7BB-3328-1871-A851-CC37BE5041D9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4" name="pg3844">
                <a:extLst>
                  <a:ext uri="{FF2B5EF4-FFF2-40B4-BE49-F238E27FC236}">
                    <a16:creationId xmlns:a16="http://schemas.microsoft.com/office/drawing/2014/main" id="{9FD012AA-2B7B-DF44-DFE7-4435686B9A77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5" name="pg3845">
                <a:extLst>
                  <a:ext uri="{FF2B5EF4-FFF2-40B4-BE49-F238E27FC236}">
                    <a16:creationId xmlns:a16="http://schemas.microsoft.com/office/drawing/2014/main" id="{9BCE7D5F-B7D4-E6B3-5AD8-52078AB15D34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6" name="pg3846">
                <a:extLst>
                  <a:ext uri="{FF2B5EF4-FFF2-40B4-BE49-F238E27FC236}">
                    <a16:creationId xmlns:a16="http://schemas.microsoft.com/office/drawing/2014/main" id="{9198CE20-1E0F-3A07-611B-D5193451DEA7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7" name="pg3847">
                <a:extLst>
                  <a:ext uri="{FF2B5EF4-FFF2-40B4-BE49-F238E27FC236}">
                    <a16:creationId xmlns:a16="http://schemas.microsoft.com/office/drawing/2014/main" id="{1C49D27A-6CF8-59E5-51AF-3A82A558F6BA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8" name="pg3848">
                <a:extLst>
                  <a:ext uri="{FF2B5EF4-FFF2-40B4-BE49-F238E27FC236}">
                    <a16:creationId xmlns:a16="http://schemas.microsoft.com/office/drawing/2014/main" id="{0F188C15-DC76-DAAA-EFF9-A4C235A12580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9" name="pg3849">
                <a:extLst>
                  <a:ext uri="{FF2B5EF4-FFF2-40B4-BE49-F238E27FC236}">
                    <a16:creationId xmlns:a16="http://schemas.microsoft.com/office/drawing/2014/main" id="{3FFF7876-D958-2EA0-07EF-75052F7539B5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0" name="pg3850">
                <a:extLst>
                  <a:ext uri="{FF2B5EF4-FFF2-40B4-BE49-F238E27FC236}">
                    <a16:creationId xmlns:a16="http://schemas.microsoft.com/office/drawing/2014/main" id="{C8D2D540-6871-0DAF-99F3-C65B0002C6E3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1" name="pg3851">
                <a:extLst>
                  <a:ext uri="{FF2B5EF4-FFF2-40B4-BE49-F238E27FC236}">
                    <a16:creationId xmlns:a16="http://schemas.microsoft.com/office/drawing/2014/main" id="{7DC7C5F7-EF9E-A416-66BA-58910E00EDCF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2" name="pg3852">
                <a:extLst>
                  <a:ext uri="{FF2B5EF4-FFF2-40B4-BE49-F238E27FC236}">
                    <a16:creationId xmlns:a16="http://schemas.microsoft.com/office/drawing/2014/main" id="{EA25B14E-6603-84F6-76A1-00FBBF3A499B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3" name="pg3853">
                <a:extLst>
                  <a:ext uri="{FF2B5EF4-FFF2-40B4-BE49-F238E27FC236}">
                    <a16:creationId xmlns:a16="http://schemas.microsoft.com/office/drawing/2014/main" id="{339BA8C1-C2DD-12BF-2D54-FF04739B6C74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4" name="pg3854">
                <a:extLst>
                  <a:ext uri="{FF2B5EF4-FFF2-40B4-BE49-F238E27FC236}">
                    <a16:creationId xmlns:a16="http://schemas.microsoft.com/office/drawing/2014/main" id="{D36D1B32-1EF0-BB8E-80F1-B98E2E0B536C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5" name="pg3855">
                <a:extLst>
                  <a:ext uri="{FF2B5EF4-FFF2-40B4-BE49-F238E27FC236}">
                    <a16:creationId xmlns:a16="http://schemas.microsoft.com/office/drawing/2014/main" id="{3F2AA8DF-A826-51EF-3E3C-F666184ABF1E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6" name="pg3856">
                <a:extLst>
                  <a:ext uri="{FF2B5EF4-FFF2-40B4-BE49-F238E27FC236}">
                    <a16:creationId xmlns:a16="http://schemas.microsoft.com/office/drawing/2014/main" id="{27177238-67EF-854E-2F9A-0CD6BC28E11C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8">
                  <a:alpha val="100000"/>
                </a:srgbClr>
              </a:solidFill>
              <a:ln w="5420" cap="flat">
                <a:solidFill>
                  <a:srgbClr val="3C43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7" name="pg3857">
                <a:extLst>
                  <a:ext uri="{FF2B5EF4-FFF2-40B4-BE49-F238E27FC236}">
                    <a16:creationId xmlns:a16="http://schemas.microsoft.com/office/drawing/2014/main" id="{86AD9B99-05F2-1C13-9907-5AD42E7E4A00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8">
                  <a:alpha val="100000"/>
                </a:srgbClr>
              </a:solidFill>
              <a:ln w="5420" cap="flat">
                <a:solidFill>
                  <a:srgbClr val="3C43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8" name="pg3858">
                <a:extLst>
                  <a:ext uri="{FF2B5EF4-FFF2-40B4-BE49-F238E27FC236}">
                    <a16:creationId xmlns:a16="http://schemas.microsoft.com/office/drawing/2014/main" id="{B023E841-F49B-653E-D81E-60E116E5BB90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9" name="pg3859">
                <a:extLst>
                  <a:ext uri="{FF2B5EF4-FFF2-40B4-BE49-F238E27FC236}">
                    <a16:creationId xmlns:a16="http://schemas.microsoft.com/office/drawing/2014/main" id="{A1C29C14-BB3A-A2FF-3BDC-1247EF1918CB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0" name="pg3860">
                <a:extLst>
                  <a:ext uri="{FF2B5EF4-FFF2-40B4-BE49-F238E27FC236}">
                    <a16:creationId xmlns:a16="http://schemas.microsoft.com/office/drawing/2014/main" id="{33C1840D-5416-3F1E-C14A-7FF071C1DCDE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1" name="pg3861">
                <a:extLst>
                  <a:ext uri="{FF2B5EF4-FFF2-40B4-BE49-F238E27FC236}">
                    <a16:creationId xmlns:a16="http://schemas.microsoft.com/office/drawing/2014/main" id="{FF56C0C3-F128-D2DB-859E-D5165376BC3A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2" name="pg3862">
                <a:extLst>
                  <a:ext uri="{FF2B5EF4-FFF2-40B4-BE49-F238E27FC236}">
                    <a16:creationId xmlns:a16="http://schemas.microsoft.com/office/drawing/2014/main" id="{9D087286-3D7E-90FD-15EA-F109D3358168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3" name="pg3863">
                <a:extLst>
                  <a:ext uri="{FF2B5EF4-FFF2-40B4-BE49-F238E27FC236}">
                    <a16:creationId xmlns:a16="http://schemas.microsoft.com/office/drawing/2014/main" id="{66163249-FAF8-A915-8985-5E9F00D1DF57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4" name="pg3864">
                <a:extLst>
                  <a:ext uri="{FF2B5EF4-FFF2-40B4-BE49-F238E27FC236}">
                    <a16:creationId xmlns:a16="http://schemas.microsoft.com/office/drawing/2014/main" id="{DE9AF409-89CE-AB57-BEDB-F13FCD598332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5" name="pg3865">
                <a:extLst>
                  <a:ext uri="{FF2B5EF4-FFF2-40B4-BE49-F238E27FC236}">
                    <a16:creationId xmlns:a16="http://schemas.microsoft.com/office/drawing/2014/main" id="{D959EE54-B5ED-2612-B802-53F458710F39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6" name="pg3866">
                <a:extLst>
                  <a:ext uri="{FF2B5EF4-FFF2-40B4-BE49-F238E27FC236}">
                    <a16:creationId xmlns:a16="http://schemas.microsoft.com/office/drawing/2014/main" id="{62A4E9FE-A309-906B-F553-B4DA0008E9C0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7" name="pg3867">
                <a:extLst>
                  <a:ext uri="{FF2B5EF4-FFF2-40B4-BE49-F238E27FC236}">
                    <a16:creationId xmlns:a16="http://schemas.microsoft.com/office/drawing/2014/main" id="{893B3109-9C5D-9BAE-FCCC-AA996D852CC2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8" name="pg3868">
                <a:extLst>
                  <a:ext uri="{FF2B5EF4-FFF2-40B4-BE49-F238E27FC236}">
                    <a16:creationId xmlns:a16="http://schemas.microsoft.com/office/drawing/2014/main" id="{9586331E-D2EB-30F9-E8E3-000E4D49EE58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9" name="pg3869">
                <a:extLst>
                  <a:ext uri="{FF2B5EF4-FFF2-40B4-BE49-F238E27FC236}">
                    <a16:creationId xmlns:a16="http://schemas.microsoft.com/office/drawing/2014/main" id="{9AC3EED4-6616-C640-B37B-F6E3889CD569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0" name="pg3870">
                <a:extLst>
                  <a:ext uri="{FF2B5EF4-FFF2-40B4-BE49-F238E27FC236}">
                    <a16:creationId xmlns:a16="http://schemas.microsoft.com/office/drawing/2014/main" id="{0B621B19-0C7C-A7D2-1D54-61A103B8CB4B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1" name="pg3871">
                <a:extLst>
                  <a:ext uri="{FF2B5EF4-FFF2-40B4-BE49-F238E27FC236}">
                    <a16:creationId xmlns:a16="http://schemas.microsoft.com/office/drawing/2014/main" id="{0D09F518-BC58-5ECC-95C5-C319107ED18F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2" name="pg3872">
                <a:extLst>
                  <a:ext uri="{FF2B5EF4-FFF2-40B4-BE49-F238E27FC236}">
                    <a16:creationId xmlns:a16="http://schemas.microsoft.com/office/drawing/2014/main" id="{4F1C6BA0-CB63-755E-23F1-2399F9648FC2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3" name="pg3873">
                <a:extLst>
                  <a:ext uri="{FF2B5EF4-FFF2-40B4-BE49-F238E27FC236}">
                    <a16:creationId xmlns:a16="http://schemas.microsoft.com/office/drawing/2014/main" id="{84901C3A-C310-4D3D-2EE8-95DA227BECE9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4" name="pg3874">
                <a:extLst>
                  <a:ext uri="{FF2B5EF4-FFF2-40B4-BE49-F238E27FC236}">
                    <a16:creationId xmlns:a16="http://schemas.microsoft.com/office/drawing/2014/main" id="{083A14D9-C8D6-0290-BCE0-61198EE884F6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5" name="pg3875">
                <a:extLst>
                  <a:ext uri="{FF2B5EF4-FFF2-40B4-BE49-F238E27FC236}">
                    <a16:creationId xmlns:a16="http://schemas.microsoft.com/office/drawing/2014/main" id="{7BCFE3CE-A997-35B6-8E97-67E4466078E5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6" name="pg3876">
                <a:extLst>
                  <a:ext uri="{FF2B5EF4-FFF2-40B4-BE49-F238E27FC236}">
                    <a16:creationId xmlns:a16="http://schemas.microsoft.com/office/drawing/2014/main" id="{0A979C5C-A007-4D45-145B-C24A3434028A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7" name="pg3877">
                <a:extLst>
                  <a:ext uri="{FF2B5EF4-FFF2-40B4-BE49-F238E27FC236}">
                    <a16:creationId xmlns:a16="http://schemas.microsoft.com/office/drawing/2014/main" id="{EC1FABB1-4911-9AB6-C770-A3BAF2A4C3DC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8" name="pg3878">
                <a:extLst>
                  <a:ext uri="{FF2B5EF4-FFF2-40B4-BE49-F238E27FC236}">
                    <a16:creationId xmlns:a16="http://schemas.microsoft.com/office/drawing/2014/main" id="{33D08E2A-1294-0AAB-3EFB-90A6D006306C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9" name="pg3879">
                <a:extLst>
                  <a:ext uri="{FF2B5EF4-FFF2-40B4-BE49-F238E27FC236}">
                    <a16:creationId xmlns:a16="http://schemas.microsoft.com/office/drawing/2014/main" id="{88F21B3E-CED9-22FE-C04E-29843AD20593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0" name="pg3880">
                <a:extLst>
                  <a:ext uri="{FF2B5EF4-FFF2-40B4-BE49-F238E27FC236}">
                    <a16:creationId xmlns:a16="http://schemas.microsoft.com/office/drawing/2014/main" id="{A049B684-7714-1685-C2D4-4BA1E1333321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1" name="pg3881">
                <a:extLst>
                  <a:ext uri="{FF2B5EF4-FFF2-40B4-BE49-F238E27FC236}">
                    <a16:creationId xmlns:a16="http://schemas.microsoft.com/office/drawing/2014/main" id="{2F93E42D-DE63-D6FC-DE62-1B65987D80E4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2" name="pg3882">
                <a:extLst>
                  <a:ext uri="{FF2B5EF4-FFF2-40B4-BE49-F238E27FC236}">
                    <a16:creationId xmlns:a16="http://schemas.microsoft.com/office/drawing/2014/main" id="{9FF970D0-F769-259C-F831-70B711F63597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3" name="pg3883">
                <a:extLst>
                  <a:ext uri="{FF2B5EF4-FFF2-40B4-BE49-F238E27FC236}">
                    <a16:creationId xmlns:a16="http://schemas.microsoft.com/office/drawing/2014/main" id="{D55A5AFC-9D37-8571-8C58-91B7F174005B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4" name="pg3884">
                <a:extLst>
                  <a:ext uri="{FF2B5EF4-FFF2-40B4-BE49-F238E27FC236}">
                    <a16:creationId xmlns:a16="http://schemas.microsoft.com/office/drawing/2014/main" id="{738C930F-7EC4-9A9E-BF9A-942845D70B17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5" name="pg3885">
                <a:extLst>
                  <a:ext uri="{FF2B5EF4-FFF2-40B4-BE49-F238E27FC236}">
                    <a16:creationId xmlns:a16="http://schemas.microsoft.com/office/drawing/2014/main" id="{72064A09-B693-16A1-FE28-C390C484F5A3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6" name="pg3886">
                <a:extLst>
                  <a:ext uri="{FF2B5EF4-FFF2-40B4-BE49-F238E27FC236}">
                    <a16:creationId xmlns:a16="http://schemas.microsoft.com/office/drawing/2014/main" id="{EE20A173-E04F-8ADD-4684-133B42BD3EF3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7" name="pg3887">
                <a:extLst>
                  <a:ext uri="{FF2B5EF4-FFF2-40B4-BE49-F238E27FC236}">
                    <a16:creationId xmlns:a16="http://schemas.microsoft.com/office/drawing/2014/main" id="{1CC06243-A386-A7AE-FE79-91CCD65DAD16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8" name="pg3888">
                <a:extLst>
                  <a:ext uri="{FF2B5EF4-FFF2-40B4-BE49-F238E27FC236}">
                    <a16:creationId xmlns:a16="http://schemas.microsoft.com/office/drawing/2014/main" id="{7AE9E5AC-C83F-C59C-2C28-CE275F1BCD3D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9" name="pg3889">
                <a:extLst>
                  <a:ext uri="{FF2B5EF4-FFF2-40B4-BE49-F238E27FC236}">
                    <a16:creationId xmlns:a16="http://schemas.microsoft.com/office/drawing/2014/main" id="{92ACA2B3-E5BA-5D06-F363-1FD2E9B4C8FA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0" name="pg3890">
                <a:extLst>
                  <a:ext uri="{FF2B5EF4-FFF2-40B4-BE49-F238E27FC236}">
                    <a16:creationId xmlns:a16="http://schemas.microsoft.com/office/drawing/2014/main" id="{4B35E4CC-5D90-A428-3017-F7B08235A3AB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1" name="pg3891">
                <a:extLst>
                  <a:ext uri="{FF2B5EF4-FFF2-40B4-BE49-F238E27FC236}">
                    <a16:creationId xmlns:a16="http://schemas.microsoft.com/office/drawing/2014/main" id="{DF3ABFA5-653A-756E-A121-F15E9CAEEBD4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2" name="pg3892">
                <a:extLst>
                  <a:ext uri="{FF2B5EF4-FFF2-40B4-BE49-F238E27FC236}">
                    <a16:creationId xmlns:a16="http://schemas.microsoft.com/office/drawing/2014/main" id="{E7C01057-7CB0-8EDA-8AFF-F0B20AF3973D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3" name="pg3893">
                <a:extLst>
                  <a:ext uri="{FF2B5EF4-FFF2-40B4-BE49-F238E27FC236}">
                    <a16:creationId xmlns:a16="http://schemas.microsoft.com/office/drawing/2014/main" id="{845B8B9B-4FFD-F7FC-94C7-355618AC0A61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4" name="pg3894">
                <a:extLst>
                  <a:ext uri="{FF2B5EF4-FFF2-40B4-BE49-F238E27FC236}">
                    <a16:creationId xmlns:a16="http://schemas.microsoft.com/office/drawing/2014/main" id="{5C1F046F-6395-BD13-F89C-70A17A7173D8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5" name="pg3895">
                <a:extLst>
                  <a:ext uri="{FF2B5EF4-FFF2-40B4-BE49-F238E27FC236}">
                    <a16:creationId xmlns:a16="http://schemas.microsoft.com/office/drawing/2014/main" id="{7EAFEE5D-ADD0-2A85-4BCB-2505158AA8F9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6" name="pg3896">
                <a:extLst>
                  <a:ext uri="{FF2B5EF4-FFF2-40B4-BE49-F238E27FC236}">
                    <a16:creationId xmlns:a16="http://schemas.microsoft.com/office/drawing/2014/main" id="{6E5EF231-8775-4616-8593-2386DC30DB6C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7" name="pg3897">
                <a:extLst>
                  <a:ext uri="{FF2B5EF4-FFF2-40B4-BE49-F238E27FC236}">
                    <a16:creationId xmlns:a16="http://schemas.microsoft.com/office/drawing/2014/main" id="{74FD9A8A-61B9-BDC4-34B9-D6BC001E6EA2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8" name="pg3898">
                <a:extLst>
                  <a:ext uri="{FF2B5EF4-FFF2-40B4-BE49-F238E27FC236}">
                    <a16:creationId xmlns:a16="http://schemas.microsoft.com/office/drawing/2014/main" id="{8FCEFA83-703A-CF5D-AC4B-02F0233E58C7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9" name="pg3899">
                <a:extLst>
                  <a:ext uri="{FF2B5EF4-FFF2-40B4-BE49-F238E27FC236}">
                    <a16:creationId xmlns:a16="http://schemas.microsoft.com/office/drawing/2014/main" id="{4EB1DC0D-D179-9C7D-CA57-9AB2E505573A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0" name="pg3900">
                <a:extLst>
                  <a:ext uri="{FF2B5EF4-FFF2-40B4-BE49-F238E27FC236}">
                    <a16:creationId xmlns:a16="http://schemas.microsoft.com/office/drawing/2014/main" id="{465BD2AE-2C42-AE64-C16A-B05CE7E63EF7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1" name="pg3901">
                <a:extLst>
                  <a:ext uri="{FF2B5EF4-FFF2-40B4-BE49-F238E27FC236}">
                    <a16:creationId xmlns:a16="http://schemas.microsoft.com/office/drawing/2014/main" id="{07B88BF6-97A4-E7AB-7747-C5467E5CAEC2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2" name="pg3902">
                <a:extLst>
                  <a:ext uri="{FF2B5EF4-FFF2-40B4-BE49-F238E27FC236}">
                    <a16:creationId xmlns:a16="http://schemas.microsoft.com/office/drawing/2014/main" id="{8DF7E52E-AD2F-0BE9-EA97-3CAE25465242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3" name="pg3903">
                <a:extLst>
                  <a:ext uri="{FF2B5EF4-FFF2-40B4-BE49-F238E27FC236}">
                    <a16:creationId xmlns:a16="http://schemas.microsoft.com/office/drawing/2014/main" id="{8D2D068C-F310-06B5-60A2-71584602D2E1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4" name="pg3904">
                <a:extLst>
                  <a:ext uri="{FF2B5EF4-FFF2-40B4-BE49-F238E27FC236}">
                    <a16:creationId xmlns:a16="http://schemas.microsoft.com/office/drawing/2014/main" id="{F9958A58-EB4D-7922-4D87-151325497D99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5" name="pg3905">
                <a:extLst>
                  <a:ext uri="{FF2B5EF4-FFF2-40B4-BE49-F238E27FC236}">
                    <a16:creationId xmlns:a16="http://schemas.microsoft.com/office/drawing/2014/main" id="{AAA390E5-00BD-06D7-487E-7B7692C4CD32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6" name="pg3906">
                <a:extLst>
                  <a:ext uri="{FF2B5EF4-FFF2-40B4-BE49-F238E27FC236}">
                    <a16:creationId xmlns:a16="http://schemas.microsoft.com/office/drawing/2014/main" id="{DA899588-A839-40CD-6CDB-C560D22D2536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7" name="pg3907">
                <a:extLst>
                  <a:ext uri="{FF2B5EF4-FFF2-40B4-BE49-F238E27FC236}">
                    <a16:creationId xmlns:a16="http://schemas.microsoft.com/office/drawing/2014/main" id="{9D7EF7CA-D1B1-96DD-47D1-A34DF37CC98C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8" name="pg3908">
                <a:extLst>
                  <a:ext uri="{FF2B5EF4-FFF2-40B4-BE49-F238E27FC236}">
                    <a16:creationId xmlns:a16="http://schemas.microsoft.com/office/drawing/2014/main" id="{3097B3EC-F320-6946-655B-1BEB6B27878A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9" name="pg3909">
                <a:extLst>
                  <a:ext uri="{FF2B5EF4-FFF2-40B4-BE49-F238E27FC236}">
                    <a16:creationId xmlns:a16="http://schemas.microsoft.com/office/drawing/2014/main" id="{3DF3223E-288D-25C7-EE2E-D6CFC18B8832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0" name="pg3910">
                <a:extLst>
                  <a:ext uri="{FF2B5EF4-FFF2-40B4-BE49-F238E27FC236}">
                    <a16:creationId xmlns:a16="http://schemas.microsoft.com/office/drawing/2014/main" id="{B9B25BD9-1715-571D-0F56-E41910FB3CD6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1" name="pg3911">
                <a:extLst>
                  <a:ext uri="{FF2B5EF4-FFF2-40B4-BE49-F238E27FC236}">
                    <a16:creationId xmlns:a16="http://schemas.microsoft.com/office/drawing/2014/main" id="{AC6D00D6-9F2C-5ED0-A557-59854C9BFE8C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2" name="pg3912">
                <a:extLst>
                  <a:ext uri="{FF2B5EF4-FFF2-40B4-BE49-F238E27FC236}">
                    <a16:creationId xmlns:a16="http://schemas.microsoft.com/office/drawing/2014/main" id="{880CC8B9-5131-878C-CE34-0711F869B19B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3" name="pg3913">
                <a:extLst>
                  <a:ext uri="{FF2B5EF4-FFF2-40B4-BE49-F238E27FC236}">
                    <a16:creationId xmlns:a16="http://schemas.microsoft.com/office/drawing/2014/main" id="{0A099E7B-0A08-6B3A-DE69-8514B195F7F2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4" name="pg3914">
                <a:extLst>
                  <a:ext uri="{FF2B5EF4-FFF2-40B4-BE49-F238E27FC236}">
                    <a16:creationId xmlns:a16="http://schemas.microsoft.com/office/drawing/2014/main" id="{16057E10-798D-5D85-982D-43067FEEFC52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5" name="pg3915">
                <a:extLst>
                  <a:ext uri="{FF2B5EF4-FFF2-40B4-BE49-F238E27FC236}">
                    <a16:creationId xmlns:a16="http://schemas.microsoft.com/office/drawing/2014/main" id="{6AB05E85-7338-F036-4297-45B84DC381FC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6" name="pg3916">
                <a:extLst>
                  <a:ext uri="{FF2B5EF4-FFF2-40B4-BE49-F238E27FC236}">
                    <a16:creationId xmlns:a16="http://schemas.microsoft.com/office/drawing/2014/main" id="{48384FE8-A35B-09E6-DABC-3A8E7E5B9DE5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7" name="pg3917">
                <a:extLst>
                  <a:ext uri="{FF2B5EF4-FFF2-40B4-BE49-F238E27FC236}">
                    <a16:creationId xmlns:a16="http://schemas.microsoft.com/office/drawing/2014/main" id="{A79D5722-5DAD-E2C1-835D-6CF35CFFA4AF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8" name="pg3918">
                <a:extLst>
                  <a:ext uri="{FF2B5EF4-FFF2-40B4-BE49-F238E27FC236}">
                    <a16:creationId xmlns:a16="http://schemas.microsoft.com/office/drawing/2014/main" id="{0B31930D-8D10-11D3-7848-6C1FF58966BA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9" name="pg3919">
                <a:extLst>
                  <a:ext uri="{FF2B5EF4-FFF2-40B4-BE49-F238E27FC236}">
                    <a16:creationId xmlns:a16="http://schemas.microsoft.com/office/drawing/2014/main" id="{FC47EA0F-BA41-D536-1D55-E88B02516152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0" name="pg3920">
                <a:extLst>
                  <a:ext uri="{FF2B5EF4-FFF2-40B4-BE49-F238E27FC236}">
                    <a16:creationId xmlns:a16="http://schemas.microsoft.com/office/drawing/2014/main" id="{DB8AC273-043B-15C2-38BC-9DBE4989B69C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1" name="pg3921">
                <a:extLst>
                  <a:ext uri="{FF2B5EF4-FFF2-40B4-BE49-F238E27FC236}">
                    <a16:creationId xmlns:a16="http://schemas.microsoft.com/office/drawing/2014/main" id="{E55DEA39-966C-C75D-F877-1414BD18E75D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2" name="pg3922">
                <a:extLst>
                  <a:ext uri="{FF2B5EF4-FFF2-40B4-BE49-F238E27FC236}">
                    <a16:creationId xmlns:a16="http://schemas.microsoft.com/office/drawing/2014/main" id="{4EB2D298-08B9-56E1-A5C0-F97AF9D5C70E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3" name="pg3923">
                <a:extLst>
                  <a:ext uri="{FF2B5EF4-FFF2-40B4-BE49-F238E27FC236}">
                    <a16:creationId xmlns:a16="http://schemas.microsoft.com/office/drawing/2014/main" id="{F6F3EBE6-E6D1-008F-2A8C-C2E9C517314D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4" name="pt3924">
                <a:extLst>
                  <a:ext uri="{FF2B5EF4-FFF2-40B4-BE49-F238E27FC236}">
                    <a16:creationId xmlns:a16="http://schemas.microsoft.com/office/drawing/2014/main" id="{A633A67D-E2A2-E407-60FE-CA194AC5B72C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3A78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5" name="pt3925">
                <a:extLst>
                  <a:ext uri="{FF2B5EF4-FFF2-40B4-BE49-F238E27FC236}">
                    <a16:creationId xmlns:a16="http://schemas.microsoft.com/office/drawing/2014/main" id="{F6E0F75B-BCEF-895C-767B-F0753B22C76C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39305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6" name="pt3926">
                <a:extLst>
                  <a:ext uri="{FF2B5EF4-FFF2-40B4-BE49-F238E27FC236}">
                    <a16:creationId xmlns:a16="http://schemas.microsoft.com/office/drawing/2014/main" id="{71863AAF-4813-72A2-03F5-E8015B659F04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7" name="pt3927">
                <a:extLst>
                  <a:ext uri="{FF2B5EF4-FFF2-40B4-BE49-F238E27FC236}">
                    <a16:creationId xmlns:a16="http://schemas.microsoft.com/office/drawing/2014/main" id="{5933C839-C432-C118-08D5-873F84F24D18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8" name="pt3928">
                <a:extLst>
                  <a:ext uri="{FF2B5EF4-FFF2-40B4-BE49-F238E27FC236}">
                    <a16:creationId xmlns:a16="http://schemas.microsoft.com/office/drawing/2014/main" id="{18A4C94F-089A-0902-E646-6C86EBEF151E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3C487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9" name="pt3929">
                <a:extLst>
                  <a:ext uri="{FF2B5EF4-FFF2-40B4-BE49-F238E27FC236}">
                    <a16:creationId xmlns:a16="http://schemas.microsoft.com/office/drawing/2014/main" id="{43582115-0F4D-786C-0A6E-42948840986C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75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0" name="pt3930">
                <a:extLst>
                  <a:ext uri="{FF2B5EF4-FFF2-40B4-BE49-F238E27FC236}">
                    <a16:creationId xmlns:a16="http://schemas.microsoft.com/office/drawing/2014/main" id="{A55742AB-4E15-9D02-4391-AA41E48767D9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1" name="pt3931">
                <a:extLst>
                  <a:ext uri="{FF2B5EF4-FFF2-40B4-BE49-F238E27FC236}">
                    <a16:creationId xmlns:a16="http://schemas.microsoft.com/office/drawing/2014/main" id="{698C792A-5350-685C-C1E6-043249B28F1A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2" name="pt3932">
                <a:extLst>
                  <a:ext uri="{FF2B5EF4-FFF2-40B4-BE49-F238E27FC236}">
                    <a16:creationId xmlns:a16="http://schemas.microsoft.com/office/drawing/2014/main" id="{60209DBA-7A6C-B985-3933-D9F1EDA41170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388B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3" name="pt3933">
                <a:extLst>
                  <a:ext uri="{FF2B5EF4-FFF2-40B4-BE49-F238E27FC236}">
                    <a16:creationId xmlns:a16="http://schemas.microsoft.com/office/drawing/2014/main" id="{F81AF7C5-D900-6F34-FC8D-903ECE0358AA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4" name="pt3934">
                <a:extLst>
                  <a:ext uri="{FF2B5EF4-FFF2-40B4-BE49-F238E27FC236}">
                    <a16:creationId xmlns:a16="http://schemas.microsoft.com/office/drawing/2014/main" id="{81EFF29E-F0B3-F895-1943-439FF5C5CFC9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3B386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5" name="pt3935">
                <a:extLst>
                  <a:ext uri="{FF2B5EF4-FFF2-40B4-BE49-F238E27FC236}">
                    <a16:creationId xmlns:a16="http://schemas.microsoft.com/office/drawing/2014/main" id="{4D7E186F-F447-4D77-CA8C-A057F0CE5ABD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46AA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6" name="pt3936">
                <a:extLst>
                  <a:ext uri="{FF2B5EF4-FFF2-40B4-BE49-F238E27FC236}">
                    <a16:creationId xmlns:a16="http://schemas.microsoft.com/office/drawing/2014/main" id="{CC448284-E461-ECF6-D5FD-2BBE6F115EBF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3594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7" name="pt3937">
                <a:extLst>
                  <a:ext uri="{FF2B5EF4-FFF2-40B4-BE49-F238E27FC236}">
                    <a16:creationId xmlns:a16="http://schemas.microsoft.com/office/drawing/2014/main" id="{CEBAD6E8-7219-3F1E-7A7C-23D18AE91721}"/>
                  </a:ext>
                </a:extLst>
              </p:cNvPr>
              <p:cNvSpPr/>
              <p:nvPr/>
            </p:nvSpPr>
            <p:spPr>
              <a:xfrm>
                <a:off x="3118737" y="4784820"/>
                <a:ext cx="63202" cy="63202"/>
              </a:xfrm>
              <a:prstGeom prst="ellipse">
                <a:avLst/>
              </a:prstGeom>
              <a:solidFill>
                <a:srgbClr val="395F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8" name="pt3938">
                <a:extLst>
                  <a:ext uri="{FF2B5EF4-FFF2-40B4-BE49-F238E27FC236}">
                    <a16:creationId xmlns:a16="http://schemas.microsoft.com/office/drawing/2014/main" id="{6D39EAB4-CC4F-A75A-29AB-3E0218E18EC4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3A9C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9" name="pt3939">
                <a:extLst>
                  <a:ext uri="{FF2B5EF4-FFF2-40B4-BE49-F238E27FC236}">
                    <a16:creationId xmlns:a16="http://schemas.microsoft.com/office/drawing/2014/main" id="{247134BD-5799-7D07-D712-A2747E682F6A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388C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0" name="pt3940">
                <a:extLst>
                  <a:ext uri="{FF2B5EF4-FFF2-40B4-BE49-F238E27FC236}">
                    <a16:creationId xmlns:a16="http://schemas.microsoft.com/office/drawing/2014/main" id="{79FF2B53-CA96-F00C-ECFD-1AFC64F0E6B5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3B396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1" name="pt3941">
                <a:extLst>
                  <a:ext uri="{FF2B5EF4-FFF2-40B4-BE49-F238E27FC236}">
                    <a16:creationId xmlns:a16="http://schemas.microsoft.com/office/drawing/2014/main" id="{DEA5AEE7-2439-C0FD-FAC5-71E3A0840460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3982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2" name="pt3942">
                <a:extLst>
                  <a:ext uri="{FF2B5EF4-FFF2-40B4-BE49-F238E27FC236}">
                    <a16:creationId xmlns:a16="http://schemas.microsoft.com/office/drawing/2014/main" id="{2FA3671F-0540-430A-A20B-9CEDE35072AE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3A346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3" name="pt3943">
                <a:extLst>
                  <a:ext uri="{FF2B5EF4-FFF2-40B4-BE49-F238E27FC236}">
                    <a16:creationId xmlns:a16="http://schemas.microsoft.com/office/drawing/2014/main" id="{C017DB9A-4EF6-131E-043D-66FE2F4EA034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4" name="pt3944">
                <a:extLst>
                  <a:ext uri="{FF2B5EF4-FFF2-40B4-BE49-F238E27FC236}">
                    <a16:creationId xmlns:a16="http://schemas.microsoft.com/office/drawing/2014/main" id="{866A4E56-FCEA-6E99-8C35-32EC6A14C09C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388B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5" name="pt3945">
                <a:extLst>
                  <a:ext uri="{FF2B5EF4-FFF2-40B4-BE49-F238E27FC236}">
                    <a16:creationId xmlns:a16="http://schemas.microsoft.com/office/drawing/2014/main" id="{7581845D-47C7-8A00-B656-B832E49D2020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3A366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6" name="pt3946">
                <a:extLst>
                  <a:ext uri="{FF2B5EF4-FFF2-40B4-BE49-F238E27FC236}">
                    <a16:creationId xmlns:a16="http://schemas.microsoft.com/office/drawing/2014/main" id="{E1530700-02EE-550A-7A36-89BDFF025D18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44A8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7" name="pt3947">
                <a:extLst>
                  <a:ext uri="{FF2B5EF4-FFF2-40B4-BE49-F238E27FC236}">
                    <a16:creationId xmlns:a16="http://schemas.microsoft.com/office/drawing/2014/main" id="{2058CB50-D86D-046D-59C3-F9718F21EF0C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79A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8" name="pt3948">
                <a:extLst>
                  <a:ext uri="{FF2B5EF4-FFF2-40B4-BE49-F238E27FC236}">
                    <a16:creationId xmlns:a16="http://schemas.microsoft.com/office/drawing/2014/main" id="{F414F076-ED2B-DEA0-4936-DBF6B8232A71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9" name="pt3949">
                <a:extLst>
                  <a:ext uri="{FF2B5EF4-FFF2-40B4-BE49-F238E27FC236}">
                    <a16:creationId xmlns:a16="http://schemas.microsoft.com/office/drawing/2014/main" id="{7F2EBC53-524D-31B5-103C-2CCD08B6EEE9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88C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0" name="pt3950">
                <a:extLst>
                  <a:ext uri="{FF2B5EF4-FFF2-40B4-BE49-F238E27FC236}">
                    <a16:creationId xmlns:a16="http://schemas.microsoft.com/office/drawing/2014/main" id="{2516D166-8A8A-5395-7239-35262688DE8C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3497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1" name="pt3951">
                <a:extLst>
                  <a:ext uri="{FF2B5EF4-FFF2-40B4-BE49-F238E27FC236}">
                    <a16:creationId xmlns:a16="http://schemas.microsoft.com/office/drawing/2014/main" id="{ED3D02C4-EFEE-D806-8A0C-BAEEDF4AFDBE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41A4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2" name="pt3952">
                <a:extLst>
                  <a:ext uri="{FF2B5EF4-FFF2-40B4-BE49-F238E27FC236}">
                    <a16:creationId xmlns:a16="http://schemas.microsoft.com/office/drawing/2014/main" id="{080FBEC9-0991-BA2A-8BDF-21A737D50FBC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3" name="pt3953">
                <a:extLst>
                  <a:ext uri="{FF2B5EF4-FFF2-40B4-BE49-F238E27FC236}">
                    <a16:creationId xmlns:a16="http://schemas.microsoft.com/office/drawing/2014/main" id="{EE2CCB20-DC19-E1C8-F874-E78083B394E2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4" name="pt3954">
                <a:extLst>
                  <a:ext uri="{FF2B5EF4-FFF2-40B4-BE49-F238E27FC236}">
                    <a16:creationId xmlns:a16="http://schemas.microsoft.com/office/drawing/2014/main" id="{B82BC6E5-DB65-B6A8-DE08-E71B8C3E28E2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3983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5" name="pt3955">
                <a:extLst>
                  <a:ext uri="{FF2B5EF4-FFF2-40B4-BE49-F238E27FC236}">
                    <a16:creationId xmlns:a16="http://schemas.microsoft.com/office/drawing/2014/main" id="{8C9D3874-B707-68F3-BA32-7711F8E07E42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382C5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6" name="pt3956">
                <a:extLst>
                  <a:ext uri="{FF2B5EF4-FFF2-40B4-BE49-F238E27FC236}">
                    <a16:creationId xmlns:a16="http://schemas.microsoft.com/office/drawing/2014/main" id="{8633BDF1-E06C-3601-A19B-DCEFB17FF8F4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3B9E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7" name="pt3957">
                <a:extLst>
                  <a:ext uri="{FF2B5EF4-FFF2-40B4-BE49-F238E27FC236}">
                    <a16:creationId xmlns:a16="http://schemas.microsoft.com/office/drawing/2014/main" id="{B5FBEED8-B4EB-96AE-95AD-2B5EAD733A9C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8" name="pt3958">
                <a:extLst>
                  <a:ext uri="{FF2B5EF4-FFF2-40B4-BE49-F238E27FC236}">
                    <a16:creationId xmlns:a16="http://schemas.microsoft.com/office/drawing/2014/main" id="{35EF8464-CAE6-0ABB-5DA6-BE75A141F5C0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9" name="pt3959">
                <a:extLst>
                  <a:ext uri="{FF2B5EF4-FFF2-40B4-BE49-F238E27FC236}">
                    <a16:creationId xmlns:a16="http://schemas.microsoft.com/office/drawing/2014/main" id="{C604A39A-23E9-9C59-066F-3D586A69608F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3982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0" name="pt3960">
                <a:extLst>
                  <a:ext uri="{FF2B5EF4-FFF2-40B4-BE49-F238E27FC236}">
                    <a16:creationId xmlns:a16="http://schemas.microsoft.com/office/drawing/2014/main" id="{E2DECFEA-849D-E8BA-5DD9-5AB2089C1A2A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3983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1" name="pt3961">
                <a:extLst>
                  <a:ext uri="{FF2B5EF4-FFF2-40B4-BE49-F238E27FC236}">
                    <a16:creationId xmlns:a16="http://schemas.microsoft.com/office/drawing/2014/main" id="{456329E3-F1FB-C562-DCD8-EBF524512D80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2" name="pl3962">
                <a:extLst>
                  <a:ext uri="{FF2B5EF4-FFF2-40B4-BE49-F238E27FC236}">
                    <a16:creationId xmlns:a16="http://schemas.microsoft.com/office/drawing/2014/main" id="{9CFFDD89-AB3F-7351-D56F-F9D4E2AA1B2A}"/>
                  </a:ext>
                </a:extLst>
              </p:cNvPr>
              <p:cNvSpPr/>
              <p:nvPr/>
            </p:nvSpPr>
            <p:spPr>
              <a:xfrm>
                <a:off x="2850414" y="4909068"/>
                <a:ext cx="52398" cy="84460"/>
              </a:xfrm>
              <a:custGeom>
                <a:avLst/>
                <a:gdLst/>
                <a:ahLst/>
                <a:cxnLst/>
                <a:rect l="0" t="0" r="0" b="0"/>
                <a:pathLst>
                  <a:path w="52398" h="84460">
                    <a:moveTo>
                      <a:pt x="0" y="0"/>
                    </a:moveTo>
                    <a:lnTo>
                      <a:pt x="52398" y="8446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3" name="pl3963">
                <a:extLst>
                  <a:ext uri="{FF2B5EF4-FFF2-40B4-BE49-F238E27FC236}">
                    <a16:creationId xmlns:a16="http://schemas.microsoft.com/office/drawing/2014/main" id="{A33D8A7A-1095-CB86-E1B1-46DF0D32E2FE}"/>
                  </a:ext>
                </a:extLst>
              </p:cNvPr>
              <p:cNvSpPr/>
              <p:nvPr/>
            </p:nvSpPr>
            <p:spPr>
              <a:xfrm>
                <a:off x="3511781" y="4762624"/>
                <a:ext cx="53549" cy="82240"/>
              </a:xfrm>
              <a:custGeom>
                <a:avLst/>
                <a:gdLst/>
                <a:ahLst/>
                <a:cxnLst/>
                <a:rect l="0" t="0" r="0" b="0"/>
                <a:pathLst>
                  <a:path w="53549" h="82240">
                    <a:moveTo>
                      <a:pt x="0" y="0"/>
                    </a:moveTo>
                    <a:lnTo>
                      <a:pt x="53549" y="8224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4" name="pl3964">
                <a:extLst>
                  <a:ext uri="{FF2B5EF4-FFF2-40B4-BE49-F238E27FC236}">
                    <a16:creationId xmlns:a16="http://schemas.microsoft.com/office/drawing/2014/main" id="{A3520E46-F4AB-28E8-4E8F-2E01533DB4EE}"/>
                  </a:ext>
                </a:extLst>
              </p:cNvPr>
              <p:cNvSpPr/>
              <p:nvPr/>
            </p:nvSpPr>
            <p:spPr>
              <a:xfrm>
                <a:off x="4513488" y="4609337"/>
                <a:ext cx="54339" cy="79562"/>
              </a:xfrm>
              <a:custGeom>
                <a:avLst/>
                <a:gdLst/>
                <a:ahLst/>
                <a:cxnLst/>
                <a:rect l="0" t="0" r="0" b="0"/>
                <a:pathLst>
                  <a:path w="54339" h="79562">
                    <a:moveTo>
                      <a:pt x="0" y="0"/>
                    </a:moveTo>
                    <a:lnTo>
                      <a:pt x="54339" y="7956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5" name="pl3965">
                <a:extLst>
                  <a:ext uri="{FF2B5EF4-FFF2-40B4-BE49-F238E27FC236}">
                    <a16:creationId xmlns:a16="http://schemas.microsoft.com/office/drawing/2014/main" id="{717A3465-B35F-A089-EE67-9BB3C353D00E}"/>
                  </a:ext>
                </a:extLst>
              </p:cNvPr>
              <p:cNvSpPr/>
              <p:nvPr/>
            </p:nvSpPr>
            <p:spPr>
              <a:xfrm>
                <a:off x="5584819" y="3006210"/>
                <a:ext cx="90785" cy="46504"/>
              </a:xfrm>
              <a:custGeom>
                <a:avLst/>
                <a:gdLst/>
                <a:ahLst/>
                <a:cxnLst/>
                <a:rect l="0" t="0" r="0" b="0"/>
                <a:pathLst>
                  <a:path w="90785" h="46504">
                    <a:moveTo>
                      <a:pt x="0" y="0"/>
                    </a:moveTo>
                    <a:lnTo>
                      <a:pt x="90785" y="4650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6" name="pl3966">
                <a:extLst>
                  <a:ext uri="{FF2B5EF4-FFF2-40B4-BE49-F238E27FC236}">
                    <a16:creationId xmlns:a16="http://schemas.microsoft.com/office/drawing/2014/main" id="{B370FF41-4917-F75F-8E7F-3B51AE1127E6}"/>
                  </a:ext>
                </a:extLst>
              </p:cNvPr>
              <p:cNvSpPr/>
              <p:nvPr/>
            </p:nvSpPr>
            <p:spPr>
              <a:xfrm>
                <a:off x="5712842" y="2801489"/>
                <a:ext cx="112937" cy="121600"/>
              </a:xfrm>
              <a:custGeom>
                <a:avLst/>
                <a:gdLst/>
                <a:ahLst/>
                <a:cxnLst/>
                <a:rect l="0" t="0" r="0" b="0"/>
                <a:pathLst>
                  <a:path w="112937" h="121600">
                    <a:moveTo>
                      <a:pt x="0" y="0"/>
                    </a:moveTo>
                    <a:lnTo>
                      <a:pt x="112937" y="12160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7" name="pg3967">
                <a:extLst>
                  <a:ext uri="{FF2B5EF4-FFF2-40B4-BE49-F238E27FC236}">
                    <a16:creationId xmlns:a16="http://schemas.microsoft.com/office/drawing/2014/main" id="{2A25AD3C-2C61-ED8A-FA3B-D41C24970192}"/>
                  </a:ext>
                </a:extLst>
              </p:cNvPr>
              <p:cNvSpPr/>
              <p:nvPr/>
            </p:nvSpPr>
            <p:spPr>
              <a:xfrm>
                <a:off x="2291898" y="4760384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2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8" name="tx3968">
                <a:extLst>
                  <a:ext uri="{FF2B5EF4-FFF2-40B4-BE49-F238E27FC236}">
                    <a16:creationId xmlns:a16="http://schemas.microsoft.com/office/drawing/2014/main" id="{E5BD1D28-7B7F-F34C-306C-52FABAEE6184}"/>
                  </a:ext>
                </a:extLst>
              </p:cNvPr>
              <p:cNvSpPr/>
              <p:nvPr/>
            </p:nvSpPr>
            <p:spPr>
              <a:xfrm>
                <a:off x="2337618" y="4806104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3969" name="pg3969">
                <a:extLst>
                  <a:ext uri="{FF2B5EF4-FFF2-40B4-BE49-F238E27FC236}">
                    <a16:creationId xmlns:a16="http://schemas.microsoft.com/office/drawing/2014/main" id="{4B8B7227-5A0F-11C6-39A7-CA8688FFD832}"/>
                  </a:ext>
                </a:extLst>
              </p:cNvPr>
              <p:cNvSpPr/>
              <p:nvPr/>
            </p:nvSpPr>
            <p:spPr>
              <a:xfrm>
                <a:off x="2960947" y="4613872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2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0" name="tx3970">
                <a:extLst>
                  <a:ext uri="{FF2B5EF4-FFF2-40B4-BE49-F238E27FC236}">
                    <a16:creationId xmlns:a16="http://schemas.microsoft.com/office/drawing/2014/main" id="{D552065B-41A6-E53A-AD43-A2310E33253B}"/>
                  </a:ext>
                </a:extLst>
              </p:cNvPr>
              <p:cNvSpPr/>
              <p:nvPr/>
            </p:nvSpPr>
            <p:spPr>
              <a:xfrm>
                <a:off x="3006667" y="4659592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3971" name="pg3971">
                <a:extLst>
                  <a:ext uri="{FF2B5EF4-FFF2-40B4-BE49-F238E27FC236}">
                    <a16:creationId xmlns:a16="http://schemas.microsoft.com/office/drawing/2014/main" id="{76F7C1E1-FE2A-205F-A2C8-1AB2C6E17E89}"/>
                  </a:ext>
                </a:extLst>
              </p:cNvPr>
              <p:cNvSpPr/>
              <p:nvPr/>
            </p:nvSpPr>
            <p:spPr>
              <a:xfrm>
                <a:off x="3970517" y="4460399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1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2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2" name="tx3972">
                <a:extLst>
                  <a:ext uri="{FF2B5EF4-FFF2-40B4-BE49-F238E27FC236}">
                    <a16:creationId xmlns:a16="http://schemas.microsoft.com/office/drawing/2014/main" id="{BBFAABB9-4A50-5DA5-9540-2D05E6E11DB0}"/>
                  </a:ext>
                </a:extLst>
              </p:cNvPr>
              <p:cNvSpPr/>
              <p:nvPr/>
            </p:nvSpPr>
            <p:spPr>
              <a:xfrm>
                <a:off x="4016237" y="4506119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3973" name="pg3973">
                <a:extLst>
                  <a:ext uri="{FF2B5EF4-FFF2-40B4-BE49-F238E27FC236}">
                    <a16:creationId xmlns:a16="http://schemas.microsoft.com/office/drawing/2014/main" id="{93C49D47-1DED-3124-8567-403CA29790A7}"/>
                  </a:ext>
                </a:extLst>
              </p:cNvPr>
              <p:cNvSpPr/>
              <p:nvPr/>
            </p:nvSpPr>
            <p:spPr>
              <a:xfrm>
                <a:off x="5003077" y="2892420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2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4" name="tx3974">
                <a:extLst>
                  <a:ext uri="{FF2B5EF4-FFF2-40B4-BE49-F238E27FC236}">
                    <a16:creationId xmlns:a16="http://schemas.microsoft.com/office/drawing/2014/main" id="{C2D5F03F-F363-95D0-7F8D-8B37073BFF03}"/>
                  </a:ext>
                </a:extLst>
              </p:cNvPr>
              <p:cNvSpPr/>
              <p:nvPr/>
            </p:nvSpPr>
            <p:spPr>
              <a:xfrm>
                <a:off x="5048797" y="2938140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3975" name="pg3975">
                <a:extLst>
                  <a:ext uri="{FF2B5EF4-FFF2-40B4-BE49-F238E27FC236}">
                    <a16:creationId xmlns:a16="http://schemas.microsoft.com/office/drawing/2014/main" id="{27E11B1F-0D67-30AB-36CF-6246CE80FAAE}"/>
                  </a:ext>
                </a:extLst>
              </p:cNvPr>
              <p:cNvSpPr/>
              <p:nvPr/>
            </p:nvSpPr>
            <p:spPr>
              <a:xfrm>
                <a:off x="5363927" y="2609556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1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6" name="tx3976">
                <a:extLst>
                  <a:ext uri="{FF2B5EF4-FFF2-40B4-BE49-F238E27FC236}">
                    <a16:creationId xmlns:a16="http://schemas.microsoft.com/office/drawing/2014/main" id="{B63AEDF4-C8A1-2F7C-89C1-D2527D36B08C}"/>
                  </a:ext>
                </a:extLst>
              </p:cNvPr>
              <p:cNvSpPr/>
              <p:nvPr/>
            </p:nvSpPr>
            <p:spPr>
              <a:xfrm>
                <a:off x="5409647" y="2655276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3977" name="rc3977">
                <a:extLst>
                  <a:ext uri="{FF2B5EF4-FFF2-40B4-BE49-F238E27FC236}">
                    <a16:creationId xmlns:a16="http://schemas.microsoft.com/office/drawing/2014/main" id="{314BFE49-5672-70D7-FB7C-F4D76115F0D6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8" name="tx3978">
                <a:extLst>
                  <a:ext uri="{FF2B5EF4-FFF2-40B4-BE49-F238E27FC236}">
                    <a16:creationId xmlns:a16="http://schemas.microsoft.com/office/drawing/2014/main" id="{D4854BB8-2C44-D884-A45E-590F4D684403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3979" name="tx3979">
                <a:extLst>
                  <a:ext uri="{FF2B5EF4-FFF2-40B4-BE49-F238E27FC236}">
                    <a16:creationId xmlns:a16="http://schemas.microsoft.com/office/drawing/2014/main" id="{50DCDB26-34B6-61A8-99FB-D42CFC62A569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0" name="tx3980">
                <a:extLst>
                  <a:ext uri="{FF2B5EF4-FFF2-40B4-BE49-F238E27FC236}">
                    <a16:creationId xmlns:a16="http://schemas.microsoft.com/office/drawing/2014/main" id="{8B6DA287-DC10-CEFC-239C-62126C8F82EA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1" name="tx3981">
                <a:extLst>
                  <a:ext uri="{FF2B5EF4-FFF2-40B4-BE49-F238E27FC236}">
                    <a16:creationId xmlns:a16="http://schemas.microsoft.com/office/drawing/2014/main" id="{334E6B9A-E47C-8199-D358-4426FFF46BC3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3982" name="tx3982">
                <a:extLst>
                  <a:ext uri="{FF2B5EF4-FFF2-40B4-BE49-F238E27FC236}">
                    <a16:creationId xmlns:a16="http://schemas.microsoft.com/office/drawing/2014/main" id="{94356B19-E10F-C425-D7DC-412921E28A18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3" name="tx3983">
                <a:extLst>
                  <a:ext uri="{FF2B5EF4-FFF2-40B4-BE49-F238E27FC236}">
                    <a16:creationId xmlns:a16="http://schemas.microsoft.com/office/drawing/2014/main" id="{881C9B1E-78C9-3D28-B2B7-C2D097BB8CEE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4" name="tx3984">
                <a:extLst>
                  <a:ext uri="{FF2B5EF4-FFF2-40B4-BE49-F238E27FC236}">
                    <a16:creationId xmlns:a16="http://schemas.microsoft.com/office/drawing/2014/main" id="{D897BE6B-899D-DA78-DD22-91101FA19CD5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3985" name="tx3985">
                <a:extLst>
                  <a:ext uri="{FF2B5EF4-FFF2-40B4-BE49-F238E27FC236}">
                    <a16:creationId xmlns:a16="http://schemas.microsoft.com/office/drawing/2014/main" id="{9877D3AD-8A5B-6588-F0C2-6AC3EB4EEB4E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6" name="tx3986">
                <a:extLst>
                  <a:ext uri="{FF2B5EF4-FFF2-40B4-BE49-F238E27FC236}">
                    <a16:creationId xmlns:a16="http://schemas.microsoft.com/office/drawing/2014/main" id="{60593DBC-122B-7B2C-CE6E-52EC14EA953C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87" name="tx3987">
                <a:extLst>
                  <a:ext uri="{FF2B5EF4-FFF2-40B4-BE49-F238E27FC236}">
                    <a16:creationId xmlns:a16="http://schemas.microsoft.com/office/drawing/2014/main" id="{565D93C3-E358-A670-B545-99EDBE00EC4E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3988" name="tx3988">
                <a:extLst>
                  <a:ext uri="{FF2B5EF4-FFF2-40B4-BE49-F238E27FC236}">
                    <a16:creationId xmlns:a16="http://schemas.microsoft.com/office/drawing/2014/main" id="{EB0AA3CF-49E1-91B3-B828-5E85B43DF64B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89" name="tx3989">
                <a:extLst>
                  <a:ext uri="{FF2B5EF4-FFF2-40B4-BE49-F238E27FC236}">
                    <a16:creationId xmlns:a16="http://schemas.microsoft.com/office/drawing/2014/main" id="{E3F6F57F-F083-128D-1E8B-AB639154B727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90" name="tx3990">
                <a:extLst>
                  <a:ext uri="{FF2B5EF4-FFF2-40B4-BE49-F238E27FC236}">
                    <a16:creationId xmlns:a16="http://schemas.microsoft.com/office/drawing/2014/main" id="{75E1FEFC-F65E-ACCB-FDE6-DA03941F7537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3991" name="tx3991">
                <a:extLst>
                  <a:ext uri="{FF2B5EF4-FFF2-40B4-BE49-F238E27FC236}">
                    <a16:creationId xmlns:a16="http://schemas.microsoft.com/office/drawing/2014/main" id="{08F87293-B94E-FD8F-1372-8ADC8D055AF2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992" name="tx3992">
                <a:extLst>
                  <a:ext uri="{FF2B5EF4-FFF2-40B4-BE49-F238E27FC236}">
                    <a16:creationId xmlns:a16="http://schemas.microsoft.com/office/drawing/2014/main" id="{2B45297C-0076-C070-2E46-8AC7181E49C0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993" name="pl3993">
                <a:extLst>
                  <a:ext uri="{FF2B5EF4-FFF2-40B4-BE49-F238E27FC236}">
                    <a16:creationId xmlns:a16="http://schemas.microsoft.com/office/drawing/2014/main" id="{E50E6E08-A41A-C94C-3B64-4D300B06438A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4" name="pl3994">
                <a:extLst>
                  <a:ext uri="{FF2B5EF4-FFF2-40B4-BE49-F238E27FC236}">
                    <a16:creationId xmlns:a16="http://schemas.microsoft.com/office/drawing/2014/main" id="{7F04588C-7712-7E5C-6ABA-5C00C460DDAC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5" name="pl3995">
                <a:extLst>
                  <a:ext uri="{FF2B5EF4-FFF2-40B4-BE49-F238E27FC236}">
                    <a16:creationId xmlns:a16="http://schemas.microsoft.com/office/drawing/2014/main" id="{754A50DF-8A2F-FFDC-B75B-23846AEF5FCA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6" name="pl3996">
                <a:extLst>
                  <a:ext uri="{FF2B5EF4-FFF2-40B4-BE49-F238E27FC236}">
                    <a16:creationId xmlns:a16="http://schemas.microsoft.com/office/drawing/2014/main" id="{14D2E773-7C36-02EF-27D9-EC0C46F72E58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7" name="pl3997">
                <a:extLst>
                  <a:ext uri="{FF2B5EF4-FFF2-40B4-BE49-F238E27FC236}">
                    <a16:creationId xmlns:a16="http://schemas.microsoft.com/office/drawing/2014/main" id="{9603E2EB-A6B9-44D6-F660-4F4DE3D2E122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8" name="pl3998">
                <a:extLst>
                  <a:ext uri="{FF2B5EF4-FFF2-40B4-BE49-F238E27FC236}">
                    <a16:creationId xmlns:a16="http://schemas.microsoft.com/office/drawing/2014/main" id="{B9D47B06-35EC-7228-FF59-620ACE828A8E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9" name="pl3999">
                <a:extLst>
                  <a:ext uri="{FF2B5EF4-FFF2-40B4-BE49-F238E27FC236}">
                    <a16:creationId xmlns:a16="http://schemas.microsoft.com/office/drawing/2014/main" id="{EC9152E7-7BB1-DE7A-495C-070BD254BAEA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0" name="pl4000">
                <a:extLst>
                  <a:ext uri="{FF2B5EF4-FFF2-40B4-BE49-F238E27FC236}">
                    <a16:creationId xmlns:a16="http://schemas.microsoft.com/office/drawing/2014/main" id="{F3E75B72-896D-AD81-974F-7367381091DA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1" name="pl4001">
                <a:extLst>
                  <a:ext uri="{FF2B5EF4-FFF2-40B4-BE49-F238E27FC236}">
                    <a16:creationId xmlns:a16="http://schemas.microsoft.com/office/drawing/2014/main" id="{A07A454E-52DE-6FC8-6559-B93AED19673C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2" name="pl4002">
                <a:extLst>
                  <a:ext uri="{FF2B5EF4-FFF2-40B4-BE49-F238E27FC236}">
                    <a16:creationId xmlns:a16="http://schemas.microsoft.com/office/drawing/2014/main" id="{F9D661CD-B185-7D66-18AE-C18257502D7E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3" name="pl4003">
                <a:extLst>
                  <a:ext uri="{FF2B5EF4-FFF2-40B4-BE49-F238E27FC236}">
                    <a16:creationId xmlns:a16="http://schemas.microsoft.com/office/drawing/2014/main" id="{33C00607-7263-8EC2-2045-3785D26D8142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4" name="pl4004">
                <a:extLst>
                  <a:ext uri="{FF2B5EF4-FFF2-40B4-BE49-F238E27FC236}">
                    <a16:creationId xmlns:a16="http://schemas.microsoft.com/office/drawing/2014/main" id="{7E361F85-C3B4-A507-F7A7-9A6F5577F962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5" name="pl4005">
                <a:extLst>
                  <a:ext uri="{FF2B5EF4-FFF2-40B4-BE49-F238E27FC236}">
                    <a16:creationId xmlns:a16="http://schemas.microsoft.com/office/drawing/2014/main" id="{0F752FC5-C370-3437-E7F2-4DEA98B5083B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6" name="tx4006">
                <a:extLst>
                  <a:ext uri="{FF2B5EF4-FFF2-40B4-BE49-F238E27FC236}">
                    <a16:creationId xmlns:a16="http://schemas.microsoft.com/office/drawing/2014/main" id="{70F03DA2-65E6-7EE5-60CA-D8EC54898FBD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4007" name="tx4007">
                <a:extLst>
                  <a:ext uri="{FF2B5EF4-FFF2-40B4-BE49-F238E27FC236}">
                    <a16:creationId xmlns:a16="http://schemas.microsoft.com/office/drawing/2014/main" id="{2A0C7FC7-197D-EB61-5F05-A82CA9BCBFA7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08" name="tx4008">
                <a:extLst>
                  <a:ext uri="{FF2B5EF4-FFF2-40B4-BE49-F238E27FC236}">
                    <a16:creationId xmlns:a16="http://schemas.microsoft.com/office/drawing/2014/main" id="{CDD25C6B-D35A-1509-BD1D-ED772D28AB97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09" name="tx4009">
                <a:extLst>
                  <a:ext uri="{FF2B5EF4-FFF2-40B4-BE49-F238E27FC236}">
                    <a16:creationId xmlns:a16="http://schemas.microsoft.com/office/drawing/2014/main" id="{C206EC2F-A2AF-48DA-5F46-D32A4C441262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4010" name="tx4010">
                <a:extLst>
                  <a:ext uri="{FF2B5EF4-FFF2-40B4-BE49-F238E27FC236}">
                    <a16:creationId xmlns:a16="http://schemas.microsoft.com/office/drawing/2014/main" id="{72D150A0-14F6-1C02-9C9D-C58C11AFA14C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1" name="tx4011">
                <a:extLst>
                  <a:ext uri="{FF2B5EF4-FFF2-40B4-BE49-F238E27FC236}">
                    <a16:creationId xmlns:a16="http://schemas.microsoft.com/office/drawing/2014/main" id="{ECFF465D-53F7-5F02-E717-F8D94951CEA6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2" name="tx4012">
                <a:extLst>
                  <a:ext uri="{FF2B5EF4-FFF2-40B4-BE49-F238E27FC236}">
                    <a16:creationId xmlns:a16="http://schemas.microsoft.com/office/drawing/2014/main" id="{EEE691C5-DD40-AE4A-CECD-067D2A5B3D25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4013" name="tx4013">
                <a:extLst>
                  <a:ext uri="{FF2B5EF4-FFF2-40B4-BE49-F238E27FC236}">
                    <a16:creationId xmlns:a16="http://schemas.microsoft.com/office/drawing/2014/main" id="{D734B635-3BE4-9E65-2ADE-A36871FF29E1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4" name="tx4014">
                <a:extLst>
                  <a:ext uri="{FF2B5EF4-FFF2-40B4-BE49-F238E27FC236}">
                    <a16:creationId xmlns:a16="http://schemas.microsoft.com/office/drawing/2014/main" id="{7ED4E380-4D5A-8FD1-E0A2-0C5235ED94FF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5" name="tx4015">
                <a:extLst>
                  <a:ext uri="{FF2B5EF4-FFF2-40B4-BE49-F238E27FC236}">
                    <a16:creationId xmlns:a16="http://schemas.microsoft.com/office/drawing/2014/main" id="{A0CF7FF6-5645-EE54-06BE-1B9AE32129ED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4016" name="tx4016">
                <a:extLst>
                  <a:ext uri="{FF2B5EF4-FFF2-40B4-BE49-F238E27FC236}">
                    <a16:creationId xmlns:a16="http://schemas.microsoft.com/office/drawing/2014/main" id="{150267D1-46D3-FFE0-DDA5-76061EE6DF82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17" name="tx4017">
                <a:extLst>
                  <a:ext uri="{FF2B5EF4-FFF2-40B4-BE49-F238E27FC236}">
                    <a16:creationId xmlns:a16="http://schemas.microsoft.com/office/drawing/2014/main" id="{31CA2189-E554-CB74-7F6F-12D96961D2F4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18" name="tx4018">
                <a:extLst>
                  <a:ext uri="{FF2B5EF4-FFF2-40B4-BE49-F238E27FC236}">
                    <a16:creationId xmlns:a16="http://schemas.microsoft.com/office/drawing/2014/main" id="{A077D458-210C-0C2F-6293-AD559DCE270B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4019" name="tx4019">
                <a:extLst>
                  <a:ext uri="{FF2B5EF4-FFF2-40B4-BE49-F238E27FC236}">
                    <a16:creationId xmlns:a16="http://schemas.microsoft.com/office/drawing/2014/main" id="{1162CE02-9BDA-8950-9A0F-0B17C82FE296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0" name="tx4020">
                <a:extLst>
                  <a:ext uri="{FF2B5EF4-FFF2-40B4-BE49-F238E27FC236}">
                    <a16:creationId xmlns:a16="http://schemas.microsoft.com/office/drawing/2014/main" id="{93937526-A1EE-6308-7363-BB50A0F05223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1" name="tx4021">
                <a:extLst>
                  <a:ext uri="{FF2B5EF4-FFF2-40B4-BE49-F238E27FC236}">
                    <a16:creationId xmlns:a16="http://schemas.microsoft.com/office/drawing/2014/main" id="{ED73A854-5AA8-9FC1-AC65-50B03A183C2E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4022" name="tx4022">
                <a:extLst>
                  <a:ext uri="{FF2B5EF4-FFF2-40B4-BE49-F238E27FC236}">
                    <a16:creationId xmlns:a16="http://schemas.microsoft.com/office/drawing/2014/main" id="{1926E2B9-5ABE-929A-B900-B18B35676F2D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3" name="tx4023">
                <a:extLst>
                  <a:ext uri="{FF2B5EF4-FFF2-40B4-BE49-F238E27FC236}">
                    <a16:creationId xmlns:a16="http://schemas.microsoft.com/office/drawing/2014/main" id="{148530F4-44C9-0315-F900-C95812B710C1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4" name="tx4024">
                <a:extLst>
                  <a:ext uri="{FF2B5EF4-FFF2-40B4-BE49-F238E27FC236}">
                    <a16:creationId xmlns:a16="http://schemas.microsoft.com/office/drawing/2014/main" id="{923F75A0-2F0B-37C5-D552-FE92EAEF6517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4025" name="tx4025">
                <a:extLst>
                  <a:ext uri="{FF2B5EF4-FFF2-40B4-BE49-F238E27FC236}">
                    <a16:creationId xmlns:a16="http://schemas.microsoft.com/office/drawing/2014/main" id="{10F01910-E925-3C56-8197-0CC0F7FC4B85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6" name="tx4026">
                <a:extLst>
                  <a:ext uri="{FF2B5EF4-FFF2-40B4-BE49-F238E27FC236}">
                    <a16:creationId xmlns:a16="http://schemas.microsoft.com/office/drawing/2014/main" id="{E41C4982-3DEA-ADCB-B92C-CCBC678062ED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27" name="tx4027">
                <a:extLst>
                  <a:ext uri="{FF2B5EF4-FFF2-40B4-BE49-F238E27FC236}">
                    <a16:creationId xmlns:a16="http://schemas.microsoft.com/office/drawing/2014/main" id="{08E4D108-0C44-468D-DCD7-D198CF330F2F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4028" name="tx4028">
                <a:extLst>
                  <a:ext uri="{FF2B5EF4-FFF2-40B4-BE49-F238E27FC236}">
                    <a16:creationId xmlns:a16="http://schemas.microsoft.com/office/drawing/2014/main" id="{102785FB-2A84-F74F-3884-132CA73858F2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029" name="tx4029">
                <a:extLst>
                  <a:ext uri="{FF2B5EF4-FFF2-40B4-BE49-F238E27FC236}">
                    <a16:creationId xmlns:a16="http://schemas.microsoft.com/office/drawing/2014/main" id="{EED2EE5A-CFE3-B6A9-7047-34F0C7403E17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030" name="tx4030">
                <a:extLst>
                  <a:ext uri="{FF2B5EF4-FFF2-40B4-BE49-F238E27FC236}">
                    <a16:creationId xmlns:a16="http://schemas.microsoft.com/office/drawing/2014/main" id="{689B01CE-53F5-5115-B92F-2173139B3504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4031" name="tx4031">
                <a:extLst>
                  <a:ext uri="{FF2B5EF4-FFF2-40B4-BE49-F238E27FC236}">
                    <a16:creationId xmlns:a16="http://schemas.microsoft.com/office/drawing/2014/main" id="{2A770F0D-934B-08EF-0E61-9BFC31C66D2A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4032" name="rc4032">
                <a:extLst>
                  <a:ext uri="{FF2B5EF4-FFF2-40B4-BE49-F238E27FC236}">
                    <a16:creationId xmlns:a16="http://schemas.microsoft.com/office/drawing/2014/main" id="{88732BD5-1DE8-0E7B-1434-AB1474E682AD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3" name="tx4033">
                <a:extLst>
                  <a:ext uri="{FF2B5EF4-FFF2-40B4-BE49-F238E27FC236}">
                    <a16:creationId xmlns:a16="http://schemas.microsoft.com/office/drawing/2014/main" id="{C96FBC02-E374-AB39-B82A-4E4073587B8C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4034" name="tx4034">
                <a:extLst>
                  <a:ext uri="{FF2B5EF4-FFF2-40B4-BE49-F238E27FC236}">
                    <a16:creationId xmlns:a16="http://schemas.microsoft.com/office/drawing/2014/main" id="{1718AD82-5316-076C-6BC4-1BE5740EDD5A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4035" name="pic4035">
                <a:extLst>
                  <a:ext uri="{FF2B5EF4-FFF2-40B4-BE49-F238E27FC236}">
                    <a16:creationId xmlns:a16="http://schemas.microsoft.com/office/drawing/2014/main" id="{187AB335-3427-7DC7-8D5C-137E6A4E2E5C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4036" name="pl4036">
                <a:extLst>
                  <a:ext uri="{FF2B5EF4-FFF2-40B4-BE49-F238E27FC236}">
                    <a16:creationId xmlns:a16="http://schemas.microsoft.com/office/drawing/2014/main" id="{817C09AB-EC69-1B1E-0394-67F35E8BF18B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7" name="pl4037">
                <a:extLst>
                  <a:ext uri="{FF2B5EF4-FFF2-40B4-BE49-F238E27FC236}">
                    <a16:creationId xmlns:a16="http://schemas.microsoft.com/office/drawing/2014/main" id="{296D908C-EBA7-A433-FAE5-F1EB518355D3}"/>
                  </a:ext>
                </a:extLst>
              </p:cNvPr>
              <p:cNvSpPr/>
              <p:nvPr/>
            </p:nvSpPr>
            <p:spPr>
              <a:xfrm>
                <a:off x="6928496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8" name="pl4038">
                <a:extLst>
                  <a:ext uri="{FF2B5EF4-FFF2-40B4-BE49-F238E27FC236}">
                    <a16:creationId xmlns:a16="http://schemas.microsoft.com/office/drawing/2014/main" id="{7198DE83-D6A6-0DD9-B6B5-19CE5AE3472E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9" name="pl4039">
                <a:extLst>
                  <a:ext uri="{FF2B5EF4-FFF2-40B4-BE49-F238E27FC236}">
                    <a16:creationId xmlns:a16="http://schemas.microsoft.com/office/drawing/2014/main" id="{2C147604-FB92-1B68-8EA0-A4C958A3E31B}"/>
                  </a:ext>
                </a:extLst>
              </p:cNvPr>
              <p:cNvSpPr/>
              <p:nvPr/>
            </p:nvSpPr>
            <p:spPr>
              <a:xfrm>
                <a:off x="6928496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0" name="pl4040">
                <a:extLst>
                  <a:ext uri="{FF2B5EF4-FFF2-40B4-BE49-F238E27FC236}">
                    <a16:creationId xmlns:a16="http://schemas.microsoft.com/office/drawing/2014/main" id="{F0DBEC2D-31F4-606A-44BB-09C5CEC385A4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1" name="pl4041">
                <a:extLst>
                  <a:ext uri="{FF2B5EF4-FFF2-40B4-BE49-F238E27FC236}">
                    <a16:creationId xmlns:a16="http://schemas.microsoft.com/office/drawing/2014/main" id="{451E57B0-A395-44EC-A5EB-83D1D85A4A32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2" name="pl4042">
                <a:extLst>
                  <a:ext uri="{FF2B5EF4-FFF2-40B4-BE49-F238E27FC236}">
                    <a16:creationId xmlns:a16="http://schemas.microsoft.com/office/drawing/2014/main" id="{6F640F85-AFF2-96F1-6B3B-C4D859571D13}"/>
                  </a:ext>
                </a:extLst>
              </p:cNvPr>
              <p:cNvSpPr/>
              <p:nvPr/>
            </p:nvSpPr>
            <p:spPr>
              <a:xfrm>
                <a:off x="6752931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3" name="pl4043">
                <a:extLst>
                  <a:ext uri="{FF2B5EF4-FFF2-40B4-BE49-F238E27FC236}">
                    <a16:creationId xmlns:a16="http://schemas.microsoft.com/office/drawing/2014/main" id="{B16521D8-E88F-F1F4-2CE7-F6EF12CA1EF2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4" name="pl4044">
                <a:extLst>
                  <a:ext uri="{FF2B5EF4-FFF2-40B4-BE49-F238E27FC236}">
                    <a16:creationId xmlns:a16="http://schemas.microsoft.com/office/drawing/2014/main" id="{EB26BC2B-4130-8B25-A785-7C7F10813503}"/>
                  </a:ext>
                </a:extLst>
              </p:cNvPr>
              <p:cNvSpPr/>
              <p:nvPr/>
            </p:nvSpPr>
            <p:spPr>
              <a:xfrm>
                <a:off x="6752931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5" name="pl4045">
                <a:extLst>
                  <a:ext uri="{FF2B5EF4-FFF2-40B4-BE49-F238E27FC236}">
                    <a16:creationId xmlns:a16="http://schemas.microsoft.com/office/drawing/2014/main" id="{CBBBA66A-9AE7-4670-7A25-727838E29362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6" name="tx4046">
                <a:extLst>
                  <a:ext uri="{FF2B5EF4-FFF2-40B4-BE49-F238E27FC236}">
                    <a16:creationId xmlns:a16="http://schemas.microsoft.com/office/drawing/2014/main" id="{22F25FF9-587C-BACD-2071-D218E91F682D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0.00</a:t>
                </a:r>
              </a:p>
            </p:txBody>
          </p:sp>
          <p:sp>
            <p:nvSpPr>
              <p:cNvPr id="4047" name="tx4047">
                <a:extLst>
                  <a:ext uri="{FF2B5EF4-FFF2-40B4-BE49-F238E27FC236}">
                    <a16:creationId xmlns:a16="http://schemas.microsoft.com/office/drawing/2014/main" id="{56EF95B8-4BFB-3DCA-3700-951EE252D3D3}"/>
                  </a:ext>
                </a:extLst>
              </p:cNvPr>
              <p:cNvSpPr/>
              <p:nvPr/>
            </p:nvSpPr>
            <p:spPr>
              <a:xfrm>
                <a:off x="7041976" y="4446917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0.01</a:t>
                </a:r>
              </a:p>
            </p:txBody>
          </p:sp>
          <p:sp>
            <p:nvSpPr>
              <p:cNvPr id="4048" name="tx4048">
                <a:extLst>
                  <a:ext uri="{FF2B5EF4-FFF2-40B4-BE49-F238E27FC236}">
                    <a16:creationId xmlns:a16="http://schemas.microsoft.com/office/drawing/2014/main" id="{DD0649A1-1E19-3F15-C251-B906E1D50E15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0.02</a:t>
                </a:r>
              </a:p>
            </p:txBody>
          </p:sp>
          <p:sp>
            <p:nvSpPr>
              <p:cNvPr id="4049" name="tx4049">
                <a:extLst>
                  <a:ext uri="{FF2B5EF4-FFF2-40B4-BE49-F238E27FC236}">
                    <a16:creationId xmlns:a16="http://schemas.microsoft.com/office/drawing/2014/main" id="{AD78B05A-C59E-2EF5-A566-901E0046401F}"/>
                  </a:ext>
                </a:extLst>
              </p:cNvPr>
              <p:cNvSpPr/>
              <p:nvPr/>
            </p:nvSpPr>
            <p:spPr>
              <a:xfrm>
                <a:off x="7041976" y="3900105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0.03</a:t>
                </a:r>
              </a:p>
            </p:txBody>
          </p:sp>
          <p:sp>
            <p:nvSpPr>
              <p:cNvPr id="4050" name="tx4050">
                <a:extLst>
                  <a:ext uri="{FF2B5EF4-FFF2-40B4-BE49-F238E27FC236}">
                    <a16:creationId xmlns:a16="http://schemas.microsoft.com/office/drawing/2014/main" id="{E0A999A6-7A6D-997A-C6B6-3575ECB48926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0.04</a:t>
                </a:r>
              </a:p>
            </p:txBody>
          </p:sp>
          <p:sp>
            <p:nvSpPr>
              <p:cNvPr id="4051" name="tx4051">
                <a:extLst>
                  <a:ext uri="{FF2B5EF4-FFF2-40B4-BE49-F238E27FC236}">
                    <a16:creationId xmlns:a16="http://schemas.microsoft.com/office/drawing/2014/main" id="{9601359F-C549-B48E-7A9A-8ED63196F349}"/>
                  </a:ext>
                </a:extLst>
              </p:cNvPr>
              <p:cNvSpPr/>
              <p:nvPr/>
            </p:nvSpPr>
            <p:spPr>
              <a:xfrm>
                <a:off x="2201917" y="1669789"/>
                <a:ext cx="2541117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Offset to </a:t>
                </a:r>
              </a:p>
            </p:txBody>
          </p:sp>
          <p:sp>
            <p:nvSpPr>
              <p:cNvPr id="4052" name="tx4052">
                <a:extLst>
                  <a:ext uri="{FF2B5EF4-FFF2-40B4-BE49-F238E27FC236}">
                    <a16:creationId xmlns:a16="http://schemas.microsoft.com/office/drawing/2014/main" id="{9C85EA8A-36A0-C44B-6953-18384C30297A}"/>
                  </a:ext>
                </a:extLst>
              </p:cNvPr>
              <p:cNvSpPr/>
              <p:nvPr/>
            </p:nvSpPr>
            <p:spPr>
              <a:xfrm>
                <a:off x="2201917" y="1998973"/>
                <a:ext cx="2133660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2400"/>
                  </a:lnSpc>
                </a:pPr>
                <a:r>
                  <a:rPr sz="24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 (GF)</a:t>
                </a:r>
              </a:p>
            </p:txBody>
          </p:sp>
        </p:grpSp>
        <p:sp>
          <p:nvSpPr>
            <p:cNvPr id="5363" name="Rectangle 5362">
              <a:extLst>
                <a:ext uri="{FF2B5EF4-FFF2-40B4-BE49-F238E27FC236}">
                  <a16:creationId xmlns:a16="http://schemas.microsoft.com/office/drawing/2014/main" id="{FB224CEE-8D51-FB08-C8F9-E4D201EAC091}"/>
                </a:ext>
              </a:extLst>
            </p:cNvPr>
            <p:cNvSpPr/>
            <p:nvPr/>
          </p:nvSpPr>
          <p:spPr>
            <a:xfrm>
              <a:off x="14061232" y="17897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64" name="Straight Connector 5363">
              <a:extLst>
                <a:ext uri="{FF2B5EF4-FFF2-40B4-BE49-F238E27FC236}">
                  <a16:creationId xmlns:a16="http://schemas.microsoft.com/office/drawing/2014/main" id="{47627EE1-10ED-FF24-9728-27F59DDDB1A3}"/>
                </a:ext>
              </a:extLst>
            </p:cNvPr>
            <p:cNvCxnSpPr>
              <a:cxnSpLocks/>
            </p:cNvCxnSpPr>
            <p:nvPr/>
          </p:nvCxnSpPr>
          <p:spPr>
            <a:xfrm>
              <a:off x="13382674" y="16961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65" name="Straight Connector 5364">
              <a:extLst>
                <a:ext uri="{FF2B5EF4-FFF2-40B4-BE49-F238E27FC236}">
                  <a16:creationId xmlns:a16="http://schemas.microsoft.com/office/drawing/2014/main" id="{CFED9B62-D75F-3C2B-6F30-B7504176A4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82674" y="18401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366" name="Group 5365">
              <a:extLst>
                <a:ext uri="{FF2B5EF4-FFF2-40B4-BE49-F238E27FC236}">
                  <a16:creationId xmlns:a16="http://schemas.microsoft.com/office/drawing/2014/main" id="{5F01DF48-7C54-7868-C8C8-8D3279FF0EBA}"/>
                </a:ext>
              </a:extLst>
            </p:cNvPr>
            <p:cNvGrpSpPr/>
            <p:nvPr/>
          </p:nvGrpSpPr>
          <p:grpSpPr>
            <a:xfrm>
              <a:off x="11539729" y="16962120"/>
              <a:ext cx="1842945" cy="1728216"/>
              <a:chOff x="2483768" y="1853932"/>
              <a:chExt cx="3967904" cy="3667707"/>
            </a:xfrm>
          </p:grpSpPr>
          <p:sp>
            <p:nvSpPr>
              <p:cNvPr id="5367" name="rc5">
                <a:extLst>
                  <a:ext uri="{FF2B5EF4-FFF2-40B4-BE49-F238E27FC236}">
                    <a16:creationId xmlns:a16="http://schemas.microsoft.com/office/drawing/2014/main" id="{8C8E9A81-1E28-6480-2DDE-B75CCF0382EF}"/>
                  </a:ext>
                </a:extLst>
              </p:cNvPr>
              <p:cNvSpPr/>
              <p:nvPr/>
            </p:nvSpPr>
            <p:spPr>
              <a:xfrm>
                <a:off x="2483768" y="1859855"/>
                <a:ext cx="3967904" cy="3657377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68" name="pg29">
                <a:extLst>
                  <a:ext uri="{FF2B5EF4-FFF2-40B4-BE49-F238E27FC236}">
                    <a16:creationId xmlns:a16="http://schemas.microsoft.com/office/drawing/2014/main" id="{6BB17E05-D034-BDF2-AF3A-BC9633B633DB}"/>
                  </a:ext>
                </a:extLst>
              </p:cNvPr>
              <p:cNvSpPr/>
              <p:nvPr/>
            </p:nvSpPr>
            <p:spPr>
              <a:xfrm>
                <a:off x="408979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69" name="pg30">
                <a:extLst>
                  <a:ext uri="{FF2B5EF4-FFF2-40B4-BE49-F238E27FC236}">
                    <a16:creationId xmlns:a16="http://schemas.microsoft.com/office/drawing/2014/main" id="{5AA3A58E-5A68-8203-1DD0-D37C40435DC6}"/>
                  </a:ext>
                </a:extLst>
              </p:cNvPr>
              <p:cNvSpPr/>
              <p:nvPr/>
            </p:nvSpPr>
            <p:spPr>
              <a:xfrm>
                <a:off x="4171236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0" name="pg31">
                <a:extLst>
                  <a:ext uri="{FF2B5EF4-FFF2-40B4-BE49-F238E27FC236}">
                    <a16:creationId xmlns:a16="http://schemas.microsoft.com/office/drawing/2014/main" id="{596A6878-0321-4664-70BF-1EE0F06FDDC5}"/>
                  </a:ext>
                </a:extLst>
              </p:cNvPr>
              <p:cNvSpPr/>
              <p:nvPr/>
            </p:nvSpPr>
            <p:spPr>
              <a:xfrm>
                <a:off x="425267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1" name="pg32">
                <a:extLst>
                  <a:ext uri="{FF2B5EF4-FFF2-40B4-BE49-F238E27FC236}">
                    <a16:creationId xmlns:a16="http://schemas.microsoft.com/office/drawing/2014/main" id="{6A4EDFA2-F7A8-AE90-6509-4BA6E571AF81}"/>
                  </a:ext>
                </a:extLst>
              </p:cNvPr>
              <p:cNvSpPr/>
              <p:nvPr/>
            </p:nvSpPr>
            <p:spPr>
              <a:xfrm>
                <a:off x="4334110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2" name="pg33">
                <a:extLst>
                  <a:ext uri="{FF2B5EF4-FFF2-40B4-BE49-F238E27FC236}">
                    <a16:creationId xmlns:a16="http://schemas.microsoft.com/office/drawing/2014/main" id="{8BEAB433-913A-69C7-A921-AB8D5B28D525}"/>
                  </a:ext>
                </a:extLst>
              </p:cNvPr>
              <p:cNvSpPr/>
              <p:nvPr/>
            </p:nvSpPr>
            <p:spPr>
              <a:xfrm>
                <a:off x="4415547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3" name="pg34">
                <a:extLst>
                  <a:ext uri="{FF2B5EF4-FFF2-40B4-BE49-F238E27FC236}">
                    <a16:creationId xmlns:a16="http://schemas.microsoft.com/office/drawing/2014/main" id="{78DB0C14-9057-E221-9038-F766647E714C}"/>
                  </a:ext>
                </a:extLst>
              </p:cNvPr>
              <p:cNvSpPr/>
              <p:nvPr/>
            </p:nvSpPr>
            <p:spPr>
              <a:xfrm>
                <a:off x="449698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4" name="pg35">
                <a:extLst>
                  <a:ext uri="{FF2B5EF4-FFF2-40B4-BE49-F238E27FC236}">
                    <a16:creationId xmlns:a16="http://schemas.microsoft.com/office/drawing/2014/main" id="{03E47FF5-9657-94D4-F2E1-8D12CDF36239}"/>
                  </a:ext>
                </a:extLst>
              </p:cNvPr>
              <p:cNvSpPr/>
              <p:nvPr/>
            </p:nvSpPr>
            <p:spPr>
              <a:xfrm>
                <a:off x="457842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5" name="pg36">
                <a:extLst>
                  <a:ext uri="{FF2B5EF4-FFF2-40B4-BE49-F238E27FC236}">
                    <a16:creationId xmlns:a16="http://schemas.microsoft.com/office/drawing/2014/main" id="{3FE483B2-DD09-D9CF-E3CF-BE3FE854B222}"/>
                  </a:ext>
                </a:extLst>
              </p:cNvPr>
              <p:cNvSpPr/>
              <p:nvPr/>
            </p:nvSpPr>
            <p:spPr>
              <a:xfrm>
                <a:off x="465985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6" name="pg37">
                <a:extLst>
                  <a:ext uri="{FF2B5EF4-FFF2-40B4-BE49-F238E27FC236}">
                    <a16:creationId xmlns:a16="http://schemas.microsoft.com/office/drawing/2014/main" id="{E27654AF-3616-CD97-07C3-F1401E25A3D1}"/>
                  </a:ext>
                </a:extLst>
              </p:cNvPr>
              <p:cNvSpPr/>
              <p:nvPr/>
            </p:nvSpPr>
            <p:spPr>
              <a:xfrm>
                <a:off x="506704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7" name="pg38">
                <a:extLst>
                  <a:ext uri="{FF2B5EF4-FFF2-40B4-BE49-F238E27FC236}">
                    <a16:creationId xmlns:a16="http://schemas.microsoft.com/office/drawing/2014/main" id="{C96418F1-7560-86EE-D5F0-07EE6BC19568}"/>
                  </a:ext>
                </a:extLst>
              </p:cNvPr>
              <p:cNvSpPr/>
              <p:nvPr/>
            </p:nvSpPr>
            <p:spPr>
              <a:xfrm>
                <a:off x="514848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8" name="pg39">
                <a:extLst>
                  <a:ext uri="{FF2B5EF4-FFF2-40B4-BE49-F238E27FC236}">
                    <a16:creationId xmlns:a16="http://schemas.microsoft.com/office/drawing/2014/main" id="{1F472C2C-999E-2614-DC5F-448D9B8252C2}"/>
                  </a:ext>
                </a:extLst>
              </p:cNvPr>
              <p:cNvSpPr/>
              <p:nvPr/>
            </p:nvSpPr>
            <p:spPr>
              <a:xfrm>
                <a:off x="522991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9" name="pg40">
                <a:extLst>
                  <a:ext uri="{FF2B5EF4-FFF2-40B4-BE49-F238E27FC236}">
                    <a16:creationId xmlns:a16="http://schemas.microsoft.com/office/drawing/2014/main" id="{05814278-5FF2-6377-F82C-8EB6DEF9199F}"/>
                  </a:ext>
                </a:extLst>
              </p:cNvPr>
              <p:cNvSpPr/>
              <p:nvPr/>
            </p:nvSpPr>
            <p:spPr>
              <a:xfrm>
                <a:off x="5311355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0" name="pg41">
                <a:extLst>
                  <a:ext uri="{FF2B5EF4-FFF2-40B4-BE49-F238E27FC236}">
                    <a16:creationId xmlns:a16="http://schemas.microsoft.com/office/drawing/2014/main" id="{D3DAD0AC-999F-169B-0F70-AAABC060EBEE}"/>
                  </a:ext>
                </a:extLst>
              </p:cNvPr>
              <p:cNvSpPr/>
              <p:nvPr/>
            </p:nvSpPr>
            <p:spPr>
              <a:xfrm>
                <a:off x="539279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1" name="pg42">
                <a:extLst>
                  <a:ext uri="{FF2B5EF4-FFF2-40B4-BE49-F238E27FC236}">
                    <a16:creationId xmlns:a16="http://schemas.microsoft.com/office/drawing/2014/main" id="{BB03B4EE-BF56-C06D-3CDE-4A70A2C58679}"/>
                  </a:ext>
                </a:extLst>
              </p:cNvPr>
              <p:cNvSpPr/>
              <p:nvPr/>
            </p:nvSpPr>
            <p:spPr>
              <a:xfrm>
                <a:off x="368261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2" name="pg43">
                <a:extLst>
                  <a:ext uri="{FF2B5EF4-FFF2-40B4-BE49-F238E27FC236}">
                    <a16:creationId xmlns:a16="http://schemas.microsoft.com/office/drawing/2014/main" id="{E1D3D56E-4C5C-F045-364C-F2218595D5A5}"/>
                  </a:ext>
                </a:extLst>
              </p:cNvPr>
              <p:cNvSpPr/>
              <p:nvPr/>
            </p:nvSpPr>
            <p:spPr>
              <a:xfrm>
                <a:off x="376405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3" name="pg44">
                <a:extLst>
                  <a:ext uri="{FF2B5EF4-FFF2-40B4-BE49-F238E27FC236}">
                    <a16:creationId xmlns:a16="http://schemas.microsoft.com/office/drawing/2014/main" id="{3829CF5A-DECA-A066-A466-28B338F1D676}"/>
                  </a:ext>
                </a:extLst>
              </p:cNvPr>
              <p:cNvSpPr/>
              <p:nvPr/>
            </p:nvSpPr>
            <p:spPr>
              <a:xfrm>
                <a:off x="384548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4" name="pg45">
                <a:extLst>
                  <a:ext uri="{FF2B5EF4-FFF2-40B4-BE49-F238E27FC236}">
                    <a16:creationId xmlns:a16="http://schemas.microsoft.com/office/drawing/2014/main" id="{D1F63CD8-AAFA-AF39-AA88-28FB8A188C81}"/>
                  </a:ext>
                </a:extLst>
              </p:cNvPr>
              <p:cNvSpPr/>
              <p:nvPr/>
            </p:nvSpPr>
            <p:spPr>
              <a:xfrm>
                <a:off x="392692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5" name="pg46">
                <a:extLst>
                  <a:ext uri="{FF2B5EF4-FFF2-40B4-BE49-F238E27FC236}">
                    <a16:creationId xmlns:a16="http://schemas.microsoft.com/office/drawing/2014/main" id="{5EF9E083-40F5-C218-1EA8-E8396BF4D7D3}"/>
                  </a:ext>
                </a:extLst>
              </p:cNvPr>
              <p:cNvSpPr/>
              <p:nvPr/>
            </p:nvSpPr>
            <p:spPr>
              <a:xfrm>
                <a:off x="400836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6" name="pg47">
                <a:extLst>
                  <a:ext uri="{FF2B5EF4-FFF2-40B4-BE49-F238E27FC236}">
                    <a16:creationId xmlns:a16="http://schemas.microsoft.com/office/drawing/2014/main" id="{1CE3734F-0505-BD9E-622F-FE8CD2DF56F0}"/>
                  </a:ext>
                </a:extLst>
              </p:cNvPr>
              <p:cNvSpPr/>
              <p:nvPr/>
            </p:nvSpPr>
            <p:spPr>
              <a:xfrm>
                <a:off x="408979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7" name="pg48">
                <a:extLst>
                  <a:ext uri="{FF2B5EF4-FFF2-40B4-BE49-F238E27FC236}">
                    <a16:creationId xmlns:a16="http://schemas.microsoft.com/office/drawing/2014/main" id="{B9244712-04D9-C10B-A4FD-48BD45636F94}"/>
                  </a:ext>
                </a:extLst>
              </p:cNvPr>
              <p:cNvSpPr/>
              <p:nvPr/>
            </p:nvSpPr>
            <p:spPr>
              <a:xfrm>
                <a:off x="4171236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8" name="pg49">
                <a:extLst>
                  <a:ext uri="{FF2B5EF4-FFF2-40B4-BE49-F238E27FC236}">
                    <a16:creationId xmlns:a16="http://schemas.microsoft.com/office/drawing/2014/main" id="{853CF3D1-19CA-4EC8-404F-3C2FCD6AC923}"/>
                  </a:ext>
                </a:extLst>
              </p:cNvPr>
              <p:cNvSpPr/>
              <p:nvPr/>
            </p:nvSpPr>
            <p:spPr>
              <a:xfrm>
                <a:off x="425267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9" name="pg50">
                <a:extLst>
                  <a:ext uri="{FF2B5EF4-FFF2-40B4-BE49-F238E27FC236}">
                    <a16:creationId xmlns:a16="http://schemas.microsoft.com/office/drawing/2014/main" id="{50AE2C03-0883-7838-FC14-EA613B861664}"/>
                  </a:ext>
                </a:extLst>
              </p:cNvPr>
              <p:cNvSpPr/>
              <p:nvPr/>
            </p:nvSpPr>
            <p:spPr>
              <a:xfrm>
                <a:off x="433411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0" name="pg51">
                <a:extLst>
                  <a:ext uri="{FF2B5EF4-FFF2-40B4-BE49-F238E27FC236}">
                    <a16:creationId xmlns:a16="http://schemas.microsoft.com/office/drawing/2014/main" id="{697DCBA3-13E1-7853-F44B-8EC5CCBC008C}"/>
                  </a:ext>
                </a:extLst>
              </p:cNvPr>
              <p:cNvSpPr/>
              <p:nvPr/>
            </p:nvSpPr>
            <p:spPr>
              <a:xfrm>
                <a:off x="441554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1" name="pg52">
                <a:extLst>
                  <a:ext uri="{FF2B5EF4-FFF2-40B4-BE49-F238E27FC236}">
                    <a16:creationId xmlns:a16="http://schemas.microsoft.com/office/drawing/2014/main" id="{81332D3B-1CEA-4AAA-0D9C-4E53A957B862}"/>
                  </a:ext>
                </a:extLst>
              </p:cNvPr>
              <p:cNvSpPr/>
              <p:nvPr/>
            </p:nvSpPr>
            <p:spPr>
              <a:xfrm>
                <a:off x="449698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2" name="pg53">
                <a:extLst>
                  <a:ext uri="{FF2B5EF4-FFF2-40B4-BE49-F238E27FC236}">
                    <a16:creationId xmlns:a16="http://schemas.microsoft.com/office/drawing/2014/main" id="{E9FC58CE-D8B1-79BE-D435-32766B7463F6}"/>
                  </a:ext>
                </a:extLst>
              </p:cNvPr>
              <p:cNvSpPr/>
              <p:nvPr/>
            </p:nvSpPr>
            <p:spPr>
              <a:xfrm>
                <a:off x="457842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3" name="pg54">
                <a:extLst>
                  <a:ext uri="{FF2B5EF4-FFF2-40B4-BE49-F238E27FC236}">
                    <a16:creationId xmlns:a16="http://schemas.microsoft.com/office/drawing/2014/main" id="{89A79BDD-6F07-7CB9-7DD4-0ABBD9B83E3D}"/>
                  </a:ext>
                </a:extLst>
              </p:cNvPr>
              <p:cNvSpPr/>
              <p:nvPr/>
            </p:nvSpPr>
            <p:spPr>
              <a:xfrm>
                <a:off x="498560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4" name="pg55">
                <a:extLst>
                  <a:ext uri="{FF2B5EF4-FFF2-40B4-BE49-F238E27FC236}">
                    <a16:creationId xmlns:a16="http://schemas.microsoft.com/office/drawing/2014/main" id="{BBE1CD99-E845-B5FC-8DF5-1618FF8DD7A9}"/>
                  </a:ext>
                </a:extLst>
              </p:cNvPr>
              <p:cNvSpPr/>
              <p:nvPr/>
            </p:nvSpPr>
            <p:spPr>
              <a:xfrm>
                <a:off x="506704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5" name="pg56">
                <a:extLst>
                  <a:ext uri="{FF2B5EF4-FFF2-40B4-BE49-F238E27FC236}">
                    <a16:creationId xmlns:a16="http://schemas.microsoft.com/office/drawing/2014/main" id="{CCB80145-6A95-7AEB-2128-09D559099180}"/>
                  </a:ext>
                </a:extLst>
              </p:cNvPr>
              <p:cNvSpPr/>
              <p:nvPr/>
            </p:nvSpPr>
            <p:spPr>
              <a:xfrm>
                <a:off x="514848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6" name="pg57">
                <a:extLst>
                  <a:ext uri="{FF2B5EF4-FFF2-40B4-BE49-F238E27FC236}">
                    <a16:creationId xmlns:a16="http://schemas.microsoft.com/office/drawing/2014/main" id="{803F35D6-26B5-3EAD-D8C4-50C3481E87F3}"/>
                  </a:ext>
                </a:extLst>
              </p:cNvPr>
              <p:cNvSpPr/>
              <p:nvPr/>
            </p:nvSpPr>
            <p:spPr>
              <a:xfrm>
                <a:off x="522991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7" name="pg58">
                <a:extLst>
                  <a:ext uri="{FF2B5EF4-FFF2-40B4-BE49-F238E27FC236}">
                    <a16:creationId xmlns:a16="http://schemas.microsoft.com/office/drawing/2014/main" id="{69F99364-AB70-3458-2390-8625B1E36034}"/>
                  </a:ext>
                </a:extLst>
              </p:cNvPr>
              <p:cNvSpPr/>
              <p:nvPr/>
            </p:nvSpPr>
            <p:spPr>
              <a:xfrm>
                <a:off x="5311355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8" name="pg59">
                <a:extLst>
                  <a:ext uri="{FF2B5EF4-FFF2-40B4-BE49-F238E27FC236}">
                    <a16:creationId xmlns:a16="http://schemas.microsoft.com/office/drawing/2014/main" id="{993F8600-6579-B595-FD1E-F0F218026915}"/>
                  </a:ext>
                </a:extLst>
              </p:cNvPr>
              <p:cNvSpPr/>
              <p:nvPr/>
            </p:nvSpPr>
            <p:spPr>
              <a:xfrm>
                <a:off x="539279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9" name="pg60">
                <a:extLst>
                  <a:ext uri="{FF2B5EF4-FFF2-40B4-BE49-F238E27FC236}">
                    <a16:creationId xmlns:a16="http://schemas.microsoft.com/office/drawing/2014/main" id="{7BA4F716-19C7-2B33-3FC6-68E3070D90CF}"/>
                  </a:ext>
                </a:extLst>
              </p:cNvPr>
              <p:cNvSpPr/>
              <p:nvPr/>
            </p:nvSpPr>
            <p:spPr>
              <a:xfrm>
                <a:off x="360117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0" name="pg61">
                <a:extLst>
                  <a:ext uri="{FF2B5EF4-FFF2-40B4-BE49-F238E27FC236}">
                    <a16:creationId xmlns:a16="http://schemas.microsoft.com/office/drawing/2014/main" id="{53BA53E0-959C-1A42-3E14-F29FC563DD1F}"/>
                  </a:ext>
                </a:extLst>
              </p:cNvPr>
              <p:cNvSpPr/>
              <p:nvPr/>
            </p:nvSpPr>
            <p:spPr>
              <a:xfrm>
                <a:off x="368261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1" name="pg62">
                <a:extLst>
                  <a:ext uri="{FF2B5EF4-FFF2-40B4-BE49-F238E27FC236}">
                    <a16:creationId xmlns:a16="http://schemas.microsoft.com/office/drawing/2014/main" id="{77C01DF0-289B-96C7-AB54-08AC124AB4D1}"/>
                  </a:ext>
                </a:extLst>
              </p:cNvPr>
              <p:cNvSpPr/>
              <p:nvPr/>
            </p:nvSpPr>
            <p:spPr>
              <a:xfrm>
                <a:off x="376405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2" name="pg63">
                <a:extLst>
                  <a:ext uri="{FF2B5EF4-FFF2-40B4-BE49-F238E27FC236}">
                    <a16:creationId xmlns:a16="http://schemas.microsoft.com/office/drawing/2014/main" id="{B079D995-B89D-F269-AD14-4AC2AA2BA2AA}"/>
                  </a:ext>
                </a:extLst>
              </p:cNvPr>
              <p:cNvSpPr/>
              <p:nvPr/>
            </p:nvSpPr>
            <p:spPr>
              <a:xfrm>
                <a:off x="384548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3" name="pg64">
                <a:extLst>
                  <a:ext uri="{FF2B5EF4-FFF2-40B4-BE49-F238E27FC236}">
                    <a16:creationId xmlns:a16="http://schemas.microsoft.com/office/drawing/2014/main" id="{9E497E1E-9B58-6A85-7309-B60986CA4C7D}"/>
                  </a:ext>
                </a:extLst>
              </p:cNvPr>
              <p:cNvSpPr/>
              <p:nvPr/>
            </p:nvSpPr>
            <p:spPr>
              <a:xfrm>
                <a:off x="392692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4" name="pg65">
                <a:extLst>
                  <a:ext uri="{FF2B5EF4-FFF2-40B4-BE49-F238E27FC236}">
                    <a16:creationId xmlns:a16="http://schemas.microsoft.com/office/drawing/2014/main" id="{410A2CCF-7844-DFF5-1FA0-C74A8F058D7C}"/>
                  </a:ext>
                </a:extLst>
              </p:cNvPr>
              <p:cNvSpPr/>
              <p:nvPr/>
            </p:nvSpPr>
            <p:spPr>
              <a:xfrm>
                <a:off x="400836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5" name="pg66">
                <a:extLst>
                  <a:ext uri="{FF2B5EF4-FFF2-40B4-BE49-F238E27FC236}">
                    <a16:creationId xmlns:a16="http://schemas.microsoft.com/office/drawing/2014/main" id="{4B75FD0E-4C71-F7E4-EE97-F08A5B45D15F}"/>
                  </a:ext>
                </a:extLst>
              </p:cNvPr>
              <p:cNvSpPr/>
              <p:nvPr/>
            </p:nvSpPr>
            <p:spPr>
              <a:xfrm>
                <a:off x="408979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6" name="pg67">
                <a:extLst>
                  <a:ext uri="{FF2B5EF4-FFF2-40B4-BE49-F238E27FC236}">
                    <a16:creationId xmlns:a16="http://schemas.microsoft.com/office/drawing/2014/main" id="{29DDB869-2A5C-B57F-79D1-2548A6DB331E}"/>
                  </a:ext>
                </a:extLst>
              </p:cNvPr>
              <p:cNvSpPr/>
              <p:nvPr/>
            </p:nvSpPr>
            <p:spPr>
              <a:xfrm>
                <a:off x="417123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7" name="pg68">
                <a:extLst>
                  <a:ext uri="{FF2B5EF4-FFF2-40B4-BE49-F238E27FC236}">
                    <a16:creationId xmlns:a16="http://schemas.microsoft.com/office/drawing/2014/main" id="{4AE0E8C7-3EDD-D70C-08AB-D5FED9544C24}"/>
                  </a:ext>
                </a:extLst>
              </p:cNvPr>
              <p:cNvSpPr/>
              <p:nvPr/>
            </p:nvSpPr>
            <p:spPr>
              <a:xfrm>
                <a:off x="425267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8" name="pg69">
                <a:extLst>
                  <a:ext uri="{FF2B5EF4-FFF2-40B4-BE49-F238E27FC236}">
                    <a16:creationId xmlns:a16="http://schemas.microsoft.com/office/drawing/2014/main" id="{39D84CC5-6834-DCA5-5CCC-0DCFDA9566ED}"/>
                  </a:ext>
                </a:extLst>
              </p:cNvPr>
              <p:cNvSpPr/>
              <p:nvPr/>
            </p:nvSpPr>
            <p:spPr>
              <a:xfrm>
                <a:off x="433411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9" name="pg70">
                <a:extLst>
                  <a:ext uri="{FF2B5EF4-FFF2-40B4-BE49-F238E27FC236}">
                    <a16:creationId xmlns:a16="http://schemas.microsoft.com/office/drawing/2014/main" id="{83F50D76-166A-1842-7681-66CC0581D8E9}"/>
                  </a:ext>
                </a:extLst>
              </p:cNvPr>
              <p:cNvSpPr/>
              <p:nvPr/>
            </p:nvSpPr>
            <p:spPr>
              <a:xfrm>
                <a:off x="441554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0" name="pg71">
                <a:extLst>
                  <a:ext uri="{FF2B5EF4-FFF2-40B4-BE49-F238E27FC236}">
                    <a16:creationId xmlns:a16="http://schemas.microsoft.com/office/drawing/2014/main" id="{5891FAA4-D82C-434D-12A8-2A7CD52FB63E}"/>
                  </a:ext>
                </a:extLst>
              </p:cNvPr>
              <p:cNvSpPr/>
              <p:nvPr/>
            </p:nvSpPr>
            <p:spPr>
              <a:xfrm>
                <a:off x="449698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1" name="pg72">
                <a:extLst>
                  <a:ext uri="{FF2B5EF4-FFF2-40B4-BE49-F238E27FC236}">
                    <a16:creationId xmlns:a16="http://schemas.microsoft.com/office/drawing/2014/main" id="{9E73C882-3E73-A0F2-3C08-9AA88B1056C5}"/>
                  </a:ext>
                </a:extLst>
              </p:cNvPr>
              <p:cNvSpPr/>
              <p:nvPr/>
            </p:nvSpPr>
            <p:spPr>
              <a:xfrm>
                <a:off x="490417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2" name="pg73">
                <a:extLst>
                  <a:ext uri="{FF2B5EF4-FFF2-40B4-BE49-F238E27FC236}">
                    <a16:creationId xmlns:a16="http://schemas.microsoft.com/office/drawing/2014/main" id="{4909E961-FC95-F022-F69D-FB94872E9C5B}"/>
                  </a:ext>
                </a:extLst>
              </p:cNvPr>
              <p:cNvSpPr/>
              <p:nvPr/>
            </p:nvSpPr>
            <p:spPr>
              <a:xfrm>
                <a:off x="498560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3" name="pg74">
                <a:extLst>
                  <a:ext uri="{FF2B5EF4-FFF2-40B4-BE49-F238E27FC236}">
                    <a16:creationId xmlns:a16="http://schemas.microsoft.com/office/drawing/2014/main" id="{27732C23-BAC3-1699-4939-196222911BFD}"/>
                  </a:ext>
                </a:extLst>
              </p:cNvPr>
              <p:cNvSpPr/>
              <p:nvPr/>
            </p:nvSpPr>
            <p:spPr>
              <a:xfrm>
                <a:off x="506704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4" name="pg75">
                <a:extLst>
                  <a:ext uri="{FF2B5EF4-FFF2-40B4-BE49-F238E27FC236}">
                    <a16:creationId xmlns:a16="http://schemas.microsoft.com/office/drawing/2014/main" id="{63D02A39-3064-8162-3598-E6A5AB41FBA2}"/>
                  </a:ext>
                </a:extLst>
              </p:cNvPr>
              <p:cNvSpPr/>
              <p:nvPr/>
            </p:nvSpPr>
            <p:spPr>
              <a:xfrm>
                <a:off x="514848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5" name="pg76">
                <a:extLst>
                  <a:ext uri="{FF2B5EF4-FFF2-40B4-BE49-F238E27FC236}">
                    <a16:creationId xmlns:a16="http://schemas.microsoft.com/office/drawing/2014/main" id="{57810652-6AB1-BCCE-3FED-8A0C09DF20B1}"/>
                  </a:ext>
                </a:extLst>
              </p:cNvPr>
              <p:cNvSpPr/>
              <p:nvPr/>
            </p:nvSpPr>
            <p:spPr>
              <a:xfrm>
                <a:off x="522991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6" name="pg77">
                <a:extLst>
                  <a:ext uri="{FF2B5EF4-FFF2-40B4-BE49-F238E27FC236}">
                    <a16:creationId xmlns:a16="http://schemas.microsoft.com/office/drawing/2014/main" id="{5FC96F1E-E9C1-7CC5-BB87-AE2F8B8B360A}"/>
                  </a:ext>
                </a:extLst>
              </p:cNvPr>
              <p:cNvSpPr/>
              <p:nvPr/>
            </p:nvSpPr>
            <p:spPr>
              <a:xfrm>
                <a:off x="5311355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7" name="pg78">
                <a:extLst>
                  <a:ext uri="{FF2B5EF4-FFF2-40B4-BE49-F238E27FC236}">
                    <a16:creationId xmlns:a16="http://schemas.microsoft.com/office/drawing/2014/main" id="{CE1584D2-9418-DEE5-ECA1-448D92793F03}"/>
                  </a:ext>
                </a:extLst>
              </p:cNvPr>
              <p:cNvSpPr/>
              <p:nvPr/>
            </p:nvSpPr>
            <p:spPr>
              <a:xfrm>
                <a:off x="539279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8" name="pg79">
                <a:extLst>
                  <a:ext uri="{FF2B5EF4-FFF2-40B4-BE49-F238E27FC236}">
                    <a16:creationId xmlns:a16="http://schemas.microsoft.com/office/drawing/2014/main" id="{E6EFE493-814E-A4C8-3A85-4989C15456B7}"/>
                  </a:ext>
                </a:extLst>
              </p:cNvPr>
              <p:cNvSpPr/>
              <p:nvPr/>
            </p:nvSpPr>
            <p:spPr>
              <a:xfrm>
                <a:off x="343830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9" name="pg80">
                <a:extLst>
                  <a:ext uri="{FF2B5EF4-FFF2-40B4-BE49-F238E27FC236}">
                    <a16:creationId xmlns:a16="http://schemas.microsoft.com/office/drawing/2014/main" id="{A52A400C-E21B-8461-A04E-773EF9B3751A}"/>
                  </a:ext>
                </a:extLst>
              </p:cNvPr>
              <p:cNvSpPr/>
              <p:nvPr/>
            </p:nvSpPr>
            <p:spPr>
              <a:xfrm>
                <a:off x="351973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0" name="pg81">
                <a:extLst>
                  <a:ext uri="{FF2B5EF4-FFF2-40B4-BE49-F238E27FC236}">
                    <a16:creationId xmlns:a16="http://schemas.microsoft.com/office/drawing/2014/main" id="{8E603FEA-640A-43C7-3117-932DE27106BB}"/>
                  </a:ext>
                </a:extLst>
              </p:cNvPr>
              <p:cNvSpPr/>
              <p:nvPr/>
            </p:nvSpPr>
            <p:spPr>
              <a:xfrm>
                <a:off x="360117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1" name="pg82">
                <a:extLst>
                  <a:ext uri="{FF2B5EF4-FFF2-40B4-BE49-F238E27FC236}">
                    <a16:creationId xmlns:a16="http://schemas.microsoft.com/office/drawing/2014/main" id="{FB83BC1E-B93A-A9C2-4562-2AA466779A61}"/>
                  </a:ext>
                </a:extLst>
              </p:cNvPr>
              <p:cNvSpPr/>
              <p:nvPr/>
            </p:nvSpPr>
            <p:spPr>
              <a:xfrm>
                <a:off x="368261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2" name="pg83">
                <a:extLst>
                  <a:ext uri="{FF2B5EF4-FFF2-40B4-BE49-F238E27FC236}">
                    <a16:creationId xmlns:a16="http://schemas.microsoft.com/office/drawing/2014/main" id="{66919E1E-0D82-D39B-4B82-9395637B1FE9}"/>
                  </a:ext>
                </a:extLst>
              </p:cNvPr>
              <p:cNvSpPr/>
              <p:nvPr/>
            </p:nvSpPr>
            <p:spPr>
              <a:xfrm>
                <a:off x="376405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3" name="pg84">
                <a:extLst>
                  <a:ext uri="{FF2B5EF4-FFF2-40B4-BE49-F238E27FC236}">
                    <a16:creationId xmlns:a16="http://schemas.microsoft.com/office/drawing/2014/main" id="{0A98336A-EE3E-C0FF-224F-15A074821378}"/>
                  </a:ext>
                </a:extLst>
              </p:cNvPr>
              <p:cNvSpPr/>
              <p:nvPr/>
            </p:nvSpPr>
            <p:spPr>
              <a:xfrm>
                <a:off x="384548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4" name="pg85">
                <a:extLst>
                  <a:ext uri="{FF2B5EF4-FFF2-40B4-BE49-F238E27FC236}">
                    <a16:creationId xmlns:a16="http://schemas.microsoft.com/office/drawing/2014/main" id="{9C8FCDE9-95DC-B8CA-6569-89D03E70123F}"/>
                  </a:ext>
                </a:extLst>
              </p:cNvPr>
              <p:cNvSpPr/>
              <p:nvPr/>
            </p:nvSpPr>
            <p:spPr>
              <a:xfrm>
                <a:off x="392692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5" name="pg86">
                <a:extLst>
                  <a:ext uri="{FF2B5EF4-FFF2-40B4-BE49-F238E27FC236}">
                    <a16:creationId xmlns:a16="http://schemas.microsoft.com/office/drawing/2014/main" id="{326CCE59-7F73-F532-C671-B4F3D4C4DF1E}"/>
                  </a:ext>
                </a:extLst>
              </p:cNvPr>
              <p:cNvSpPr/>
              <p:nvPr/>
            </p:nvSpPr>
            <p:spPr>
              <a:xfrm>
                <a:off x="400836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6" name="pg87">
                <a:extLst>
                  <a:ext uri="{FF2B5EF4-FFF2-40B4-BE49-F238E27FC236}">
                    <a16:creationId xmlns:a16="http://schemas.microsoft.com/office/drawing/2014/main" id="{1AFC967D-8084-322C-05C4-D50F9C6A82C2}"/>
                  </a:ext>
                </a:extLst>
              </p:cNvPr>
              <p:cNvSpPr/>
              <p:nvPr/>
            </p:nvSpPr>
            <p:spPr>
              <a:xfrm>
                <a:off x="408979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7" name="pg88">
                <a:extLst>
                  <a:ext uri="{FF2B5EF4-FFF2-40B4-BE49-F238E27FC236}">
                    <a16:creationId xmlns:a16="http://schemas.microsoft.com/office/drawing/2014/main" id="{051746AF-F34D-C7F2-2561-9FFF0E15B3AA}"/>
                  </a:ext>
                </a:extLst>
              </p:cNvPr>
              <p:cNvSpPr/>
              <p:nvPr/>
            </p:nvSpPr>
            <p:spPr>
              <a:xfrm>
                <a:off x="417123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8" name="pg89">
                <a:extLst>
                  <a:ext uri="{FF2B5EF4-FFF2-40B4-BE49-F238E27FC236}">
                    <a16:creationId xmlns:a16="http://schemas.microsoft.com/office/drawing/2014/main" id="{2F06F599-67A6-3F26-DA65-2E43947C18BE}"/>
                  </a:ext>
                </a:extLst>
              </p:cNvPr>
              <p:cNvSpPr/>
              <p:nvPr/>
            </p:nvSpPr>
            <p:spPr>
              <a:xfrm>
                <a:off x="425267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9" name="pg90">
                <a:extLst>
                  <a:ext uri="{FF2B5EF4-FFF2-40B4-BE49-F238E27FC236}">
                    <a16:creationId xmlns:a16="http://schemas.microsoft.com/office/drawing/2014/main" id="{9A9CE7B2-DA71-C8E8-93E5-ADF256191B49}"/>
                  </a:ext>
                </a:extLst>
              </p:cNvPr>
              <p:cNvSpPr/>
              <p:nvPr/>
            </p:nvSpPr>
            <p:spPr>
              <a:xfrm>
                <a:off x="433411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0" name="pg91">
                <a:extLst>
                  <a:ext uri="{FF2B5EF4-FFF2-40B4-BE49-F238E27FC236}">
                    <a16:creationId xmlns:a16="http://schemas.microsoft.com/office/drawing/2014/main" id="{EF6FDD86-4FE6-793B-8A38-FA7DA8331C65}"/>
                  </a:ext>
                </a:extLst>
              </p:cNvPr>
              <p:cNvSpPr/>
              <p:nvPr/>
            </p:nvSpPr>
            <p:spPr>
              <a:xfrm>
                <a:off x="482273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1" name="pg92">
                <a:extLst>
                  <a:ext uri="{FF2B5EF4-FFF2-40B4-BE49-F238E27FC236}">
                    <a16:creationId xmlns:a16="http://schemas.microsoft.com/office/drawing/2014/main" id="{D47C042E-1635-8860-C1B7-575A6C9F3475}"/>
                  </a:ext>
                </a:extLst>
              </p:cNvPr>
              <p:cNvSpPr/>
              <p:nvPr/>
            </p:nvSpPr>
            <p:spPr>
              <a:xfrm>
                <a:off x="490417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2" name="pg93">
                <a:extLst>
                  <a:ext uri="{FF2B5EF4-FFF2-40B4-BE49-F238E27FC236}">
                    <a16:creationId xmlns:a16="http://schemas.microsoft.com/office/drawing/2014/main" id="{5642B8CF-7F1D-3309-D87B-F54D4AA20B1B}"/>
                  </a:ext>
                </a:extLst>
              </p:cNvPr>
              <p:cNvSpPr/>
              <p:nvPr/>
            </p:nvSpPr>
            <p:spPr>
              <a:xfrm>
                <a:off x="498560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3" name="pg94">
                <a:extLst>
                  <a:ext uri="{FF2B5EF4-FFF2-40B4-BE49-F238E27FC236}">
                    <a16:creationId xmlns:a16="http://schemas.microsoft.com/office/drawing/2014/main" id="{07FF0C74-979C-2914-00C2-4526757C2784}"/>
                  </a:ext>
                </a:extLst>
              </p:cNvPr>
              <p:cNvSpPr/>
              <p:nvPr/>
            </p:nvSpPr>
            <p:spPr>
              <a:xfrm>
                <a:off x="506704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4" name="pg95">
                <a:extLst>
                  <a:ext uri="{FF2B5EF4-FFF2-40B4-BE49-F238E27FC236}">
                    <a16:creationId xmlns:a16="http://schemas.microsoft.com/office/drawing/2014/main" id="{0461F031-EEE6-F1D4-A07F-B0DDBA12CEF8}"/>
                  </a:ext>
                </a:extLst>
              </p:cNvPr>
              <p:cNvSpPr/>
              <p:nvPr/>
            </p:nvSpPr>
            <p:spPr>
              <a:xfrm>
                <a:off x="514848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5" name="pg96">
                <a:extLst>
                  <a:ext uri="{FF2B5EF4-FFF2-40B4-BE49-F238E27FC236}">
                    <a16:creationId xmlns:a16="http://schemas.microsoft.com/office/drawing/2014/main" id="{93636825-9C9E-8DC4-331F-00F531668A4C}"/>
                  </a:ext>
                </a:extLst>
              </p:cNvPr>
              <p:cNvSpPr/>
              <p:nvPr/>
            </p:nvSpPr>
            <p:spPr>
              <a:xfrm>
                <a:off x="522991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6" name="pg97">
                <a:extLst>
                  <a:ext uri="{FF2B5EF4-FFF2-40B4-BE49-F238E27FC236}">
                    <a16:creationId xmlns:a16="http://schemas.microsoft.com/office/drawing/2014/main" id="{4F45FFCE-F4EA-DCC8-1712-58F9F11B14E1}"/>
                  </a:ext>
                </a:extLst>
              </p:cNvPr>
              <p:cNvSpPr/>
              <p:nvPr/>
            </p:nvSpPr>
            <p:spPr>
              <a:xfrm>
                <a:off x="327542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7" name="pg98">
                <a:extLst>
                  <a:ext uri="{FF2B5EF4-FFF2-40B4-BE49-F238E27FC236}">
                    <a16:creationId xmlns:a16="http://schemas.microsoft.com/office/drawing/2014/main" id="{F0C83E9E-CD61-4A26-C896-6F7D1A44DDA9}"/>
                  </a:ext>
                </a:extLst>
              </p:cNvPr>
              <p:cNvSpPr/>
              <p:nvPr/>
            </p:nvSpPr>
            <p:spPr>
              <a:xfrm>
                <a:off x="335686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8" name="pg99">
                <a:extLst>
                  <a:ext uri="{FF2B5EF4-FFF2-40B4-BE49-F238E27FC236}">
                    <a16:creationId xmlns:a16="http://schemas.microsoft.com/office/drawing/2014/main" id="{721AFCE8-201C-9979-7E69-6AEF208C3ACA}"/>
                  </a:ext>
                </a:extLst>
              </p:cNvPr>
              <p:cNvSpPr/>
              <p:nvPr/>
            </p:nvSpPr>
            <p:spPr>
              <a:xfrm>
                <a:off x="343830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9" name="pg100">
                <a:extLst>
                  <a:ext uri="{FF2B5EF4-FFF2-40B4-BE49-F238E27FC236}">
                    <a16:creationId xmlns:a16="http://schemas.microsoft.com/office/drawing/2014/main" id="{1B104B6F-197E-3B50-9CC2-03B69F0A309D}"/>
                  </a:ext>
                </a:extLst>
              </p:cNvPr>
              <p:cNvSpPr/>
              <p:nvPr/>
            </p:nvSpPr>
            <p:spPr>
              <a:xfrm>
                <a:off x="351973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0" name="pg101">
                <a:extLst>
                  <a:ext uri="{FF2B5EF4-FFF2-40B4-BE49-F238E27FC236}">
                    <a16:creationId xmlns:a16="http://schemas.microsoft.com/office/drawing/2014/main" id="{546B2B9B-BC88-DBB1-3714-C840A461B158}"/>
                  </a:ext>
                </a:extLst>
              </p:cNvPr>
              <p:cNvSpPr/>
              <p:nvPr/>
            </p:nvSpPr>
            <p:spPr>
              <a:xfrm>
                <a:off x="360117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1" name="pg102">
                <a:extLst>
                  <a:ext uri="{FF2B5EF4-FFF2-40B4-BE49-F238E27FC236}">
                    <a16:creationId xmlns:a16="http://schemas.microsoft.com/office/drawing/2014/main" id="{CD8AF2EC-D518-D11D-311F-604FFD719005}"/>
                  </a:ext>
                </a:extLst>
              </p:cNvPr>
              <p:cNvSpPr/>
              <p:nvPr/>
            </p:nvSpPr>
            <p:spPr>
              <a:xfrm>
                <a:off x="368261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2" name="pg103">
                <a:extLst>
                  <a:ext uri="{FF2B5EF4-FFF2-40B4-BE49-F238E27FC236}">
                    <a16:creationId xmlns:a16="http://schemas.microsoft.com/office/drawing/2014/main" id="{79F878E1-A600-4911-841A-EC1C36BA79B3}"/>
                  </a:ext>
                </a:extLst>
              </p:cNvPr>
              <p:cNvSpPr/>
              <p:nvPr/>
            </p:nvSpPr>
            <p:spPr>
              <a:xfrm>
                <a:off x="376405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3" name="pg104">
                <a:extLst>
                  <a:ext uri="{FF2B5EF4-FFF2-40B4-BE49-F238E27FC236}">
                    <a16:creationId xmlns:a16="http://schemas.microsoft.com/office/drawing/2014/main" id="{4C04BDE4-DB42-AAAE-B316-CBFB8E07B7F8}"/>
                  </a:ext>
                </a:extLst>
              </p:cNvPr>
              <p:cNvSpPr/>
              <p:nvPr/>
            </p:nvSpPr>
            <p:spPr>
              <a:xfrm>
                <a:off x="384548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4" name="pg105">
                <a:extLst>
                  <a:ext uri="{FF2B5EF4-FFF2-40B4-BE49-F238E27FC236}">
                    <a16:creationId xmlns:a16="http://schemas.microsoft.com/office/drawing/2014/main" id="{798263BC-D629-3BC5-4956-F66BB2EEBF98}"/>
                  </a:ext>
                </a:extLst>
              </p:cNvPr>
              <p:cNvSpPr/>
              <p:nvPr/>
            </p:nvSpPr>
            <p:spPr>
              <a:xfrm>
                <a:off x="392692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5" name="pg106">
                <a:extLst>
                  <a:ext uri="{FF2B5EF4-FFF2-40B4-BE49-F238E27FC236}">
                    <a16:creationId xmlns:a16="http://schemas.microsoft.com/office/drawing/2014/main" id="{E3728AE3-B6D1-F789-3C10-29617ECB3547}"/>
                  </a:ext>
                </a:extLst>
              </p:cNvPr>
              <p:cNvSpPr/>
              <p:nvPr/>
            </p:nvSpPr>
            <p:spPr>
              <a:xfrm>
                <a:off x="400836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6" name="pg107">
                <a:extLst>
                  <a:ext uri="{FF2B5EF4-FFF2-40B4-BE49-F238E27FC236}">
                    <a16:creationId xmlns:a16="http://schemas.microsoft.com/office/drawing/2014/main" id="{2EAF65AD-CDFE-1F1F-939A-3901C1A0425F}"/>
                  </a:ext>
                </a:extLst>
              </p:cNvPr>
              <p:cNvSpPr/>
              <p:nvPr/>
            </p:nvSpPr>
            <p:spPr>
              <a:xfrm>
                <a:off x="408979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7" name="pg108">
                <a:extLst>
                  <a:ext uri="{FF2B5EF4-FFF2-40B4-BE49-F238E27FC236}">
                    <a16:creationId xmlns:a16="http://schemas.microsoft.com/office/drawing/2014/main" id="{A437864C-934C-BB7B-6D32-4818F2765735}"/>
                  </a:ext>
                </a:extLst>
              </p:cNvPr>
              <p:cNvSpPr/>
              <p:nvPr/>
            </p:nvSpPr>
            <p:spPr>
              <a:xfrm>
                <a:off x="417123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8" name="pg109">
                <a:extLst>
                  <a:ext uri="{FF2B5EF4-FFF2-40B4-BE49-F238E27FC236}">
                    <a16:creationId xmlns:a16="http://schemas.microsoft.com/office/drawing/2014/main" id="{AEEF6161-A07F-CAE1-3E7B-28087F1D1F32}"/>
                  </a:ext>
                </a:extLst>
              </p:cNvPr>
              <p:cNvSpPr/>
              <p:nvPr/>
            </p:nvSpPr>
            <p:spPr>
              <a:xfrm>
                <a:off x="425267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9" name="pg110">
                <a:extLst>
                  <a:ext uri="{FF2B5EF4-FFF2-40B4-BE49-F238E27FC236}">
                    <a16:creationId xmlns:a16="http://schemas.microsoft.com/office/drawing/2014/main" id="{585D0619-1A71-FACB-221A-104E077584C7}"/>
                  </a:ext>
                </a:extLst>
              </p:cNvPr>
              <p:cNvSpPr/>
              <p:nvPr/>
            </p:nvSpPr>
            <p:spPr>
              <a:xfrm>
                <a:off x="433411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0" name="pg111">
                <a:extLst>
                  <a:ext uri="{FF2B5EF4-FFF2-40B4-BE49-F238E27FC236}">
                    <a16:creationId xmlns:a16="http://schemas.microsoft.com/office/drawing/2014/main" id="{B8027228-82CC-9479-3B4F-387A2377A843}"/>
                  </a:ext>
                </a:extLst>
              </p:cNvPr>
              <p:cNvSpPr/>
              <p:nvPr/>
            </p:nvSpPr>
            <p:spPr>
              <a:xfrm>
                <a:off x="441554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1" name="pg112">
                <a:extLst>
                  <a:ext uri="{FF2B5EF4-FFF2-40B4-BE49-F238E27FC236}">
                    <a16:creationId xmlns:a16="http://schemas.microsoft.com/office/drawing/2014/main" id="{2F4486F0-3B61-E105-5829-941BC8ABD53F}"/>
                  </a:ext>
                </a:extLst>
              </p:cNvPr>
              <p:cNvSpPr/>
              <p:nvPr/>
            </p:nvSpPr>
            <p:spPr>
              <a:xfrm>
                <a:off x="449698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2" name="pg113">
                <a:extLst>
                  <a:ext uri="{FF2B5EF4-FFF2-40B4-BE49-F238E27FC236}">
                    <a16:creationId xmlns:a16="http://schemas.microsoft.com/office/drawing/2014/main" id="{1F1F2469-ED4D-9528-FB8C-1AB2DB100E31}"/>
                  </a:ext>
                </a:extLst>
              </p:cNvPr>
              <p:cNvSpPr/>
              <p:nvPr/>
            </p:nvSpPr>
            <p:spPr>
              <a:xfrm>
                <a:off x="457842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3" name="pg114">
                <a:extLst>
                  <a:ext uri="{FF2B5EF4-FFF2-40B4-BE49-F238E27FC236}">
                    <a16:creationId xmlns:a16="http://schemas.microsoft.com/office/drawing/2014/main" id="{77FE2D52-CB19-9570-97BC-68E4A7EDAEF4}"/>
                  </a:ext>
                </a:extLst>
              </p:cNvPr>
              <p:cNvSpPr/>
              <p:nvPr/>
            </p:nvSpPr>
            <p:spPr>
              <a:xfrm>
                <a:off x="474129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4" name="pg115">
                <a:extLst>
                  <a:ext uri="{FF2B5EF4-FFF2-40B4-BE49-F238E27FC236}">
                    <a16:creationId xmlns:a16="http://schemas.microsoft.com/office/drawing/2014/main" id="{2F43BB4E-AC5C-CDEF-25BC-C9BD5AF599C4}"/>
                  </a:ext>
                </a:extLst>
              </p:cNvPr>
              <p:cNvSpPr/>
              <p:nvPr/>
            </p:nvSpPr>
            <p:spPr>
              <a:xfrm>
                <a:off x="482273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5" name="pg116">
                <a:extLst>
                  <a:ext uri="{FF2B5EF4-FFF2-40B4-BE49-F238E27FC236}">
                    <a16:creationId xmlns:a16="http://schemas.microsoft.com/office/drawing/2014/main" id="{3667B760-412D-6115-F175-F363DEA38459}"/>
                  </a:ext>
                </a:extLst>
              </p:cNvPr>
              <p:cNvSpPr/>
              <p:nvPr/>
            </p:nvSpPr>
            <p:spPr>
              <a:xfrm>
                <a:off x="490417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6" name="pg117">
                <a:extLst>
                  <a:ext uri="{FF2B5EF4-FFF2-40B4-BE49-F238E27FC236}">
                    <a16:creationId xmlns:a16="http://schemas.microsoft.com/office/drawing/2014/main" id="{617BE378-F748-5D10-6E99-0B177D3B091B}"/>
                  </a:ext>
                </a:extLst>
              </p:cNvPr>
              <p:cNvSpPr/>
              <p:nvPr/>
            </p:nvSpPr>
            <p:spPr>
              <a:xfrm>
                <a:off x="498560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7" name="pg118">
                <a:extLst>
                  <a:ext uri="{FF2B5EF4-FFF2-40B4-BE49-F238E27FC236}">
                    <a16:creationId xmlns:a16="http://schemas.microsoft.com/office/drawing/2014/main" id="{09C54B3E-38FE-F7E0-AB03-4EAA5F327A9A}"/>
                  </a:ext>
                </a:extLst>
              </p:cNvPr>
              <p:cNvSpPr/>
              <p:nvPr/>
            </p:nvSpPr>
            <p:spPr>
              <a:xfrm>
                <a:off x="506704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8" name="pg119">
                <a:extLst>
                  <a:ext uri="{FF2B5EF4-FFF2-40B4-BE49-F238E27FC236}">
                    <a16:creationId xmlns:a16="http://schemas.microsoft.com/office/drawing/2014/main" id="{E908E8AF-6DD2-97FC-E272-ED13C61F395F}"/>
                  </a:ext>
                </a:extLst>
              </p:cNvPr>
              <p:cNvSpPr/>
              <p:nvPr/>
            </p:nvSpPr>
            <p:spPr>
              <a:xfrm>
                <a:off x="514848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9" name="pg120">
                <a:extLst>
                  <a:ext uri="{FF2B5EF4-FFF2-40B4-BE49-F238E27FC236}">
                    <a16:creationId xmlns:a16="http://schemas.microsoft.com/office/drawing/2014/main" id="{D0CE51C3-12D7-9279-0521-0BCF3B01098F}"/>
                  </a:ext>
                </a:extLst>
              </p:cNvPr>
              <p:cNvSpPr/>
              <p:nvPr/>
            </p:nvSpPr>
            <p:spPr>
              <a:xfrm>
                <a:off x="522991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0" name="pg121">
                <a:extLst>
                  <a:ext uri="{FF2B5EF4-FFF2-40B4-BE49-F238E27FC236}">
                    <a16:creationId xmlns:a16="http://schemas.microsoft.com/office/drawing/2014/main" id="{15385325-8D31-9FA7-4C41-8CD93DBF9E14}"/>
                  </a:ext>
                </a:extLst>
              </p:cNvPr>
              <p:cNvSpPr/>
              <p:nvPr/>
            </p:nvSpPr>
            <p:spPr>
              <a:xfrm>
                <a:off x="327542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1" name="pg122">
                <a:extLst>
                  <a:ext uri="{FF2B5EF4-FFF2-40B4-BE49-F238E27FC236}">
                    <a16:creationId xmlns:a16="http://schemas.microsoft.com/office/drawing/2014/main" id="{57D5286A-D929-D1FB-D4DD-30185F13A349}"/>
                  </a:ext>
                </a:extLst>
              </p:cNvPr>
              <p:cNvSpPr/>
              <p:nvPr/>
            </p:nvSpPr>
            <p:spPr>
              <a:xfrm>
                <a:off x="335686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2" name="pg123">
                <a:extLst>
                  <a:ext uri="{FF2B5EF4-FFF2-40B4-BE49-F238E27FC236}">
                    <a16:creationId xmlns:a16="http://schemas.microsoft.com/office/drawing/2014/main" id="{87715116-F14D-F61E-FEB2-D81BC568F38B}"/>
                  </a:ext>
                </a:extLst>
              </p:cNvPr>
              <p:cNvSpPr/>
              <p:nvPr/>
            </p:nvSpPr>
            <p:spPr>
              <a:xfrm>
                <a:off x="343830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3" name="pg124">
                <a:extLst>
                  <a:ext uri="{FF2B5EF4-FFF2-40B4-BE49-F238E27FC236}">
                    <a16:creationId xmlns:a16="http://schemas.microsoft.com/office/drawing/2014/main" id="{DCEB1739-76AD-028E-3524-B7A38D265BD7}"/>
                  </a:ext>
                </a:extLst>
              </p:cNvPr>
              <p:cNvSpPr/>
              <p:nvPr/>
            </p:nvSpPr>
            <p:spPr>
              <a:xfrm>
                <a:off x="351973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4" name="pg125">
                <a:extLst>
                  <a:ext uri="{FF2B5EF4-FFF2-40B4-BE49-F238E27FC236}">
                    <a16:creationId xmlns:a16="http://schemas.microsoft.com/office/drawing/2014/main" id="{A9BC1F07-B07F-FDCD-DEDB-6AB73AFD6BF9}"/>
                  </a:ext>
                </a:extLst>
              </p:cNvPr>
              <p:cNvSpPr/>
              <p:nvPr/>
            </p:nvSpPr>
            <p:spPr>
              <a:xfrm>
                <a:off x="360117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5" name="pg126">
                <a:extLst>
                  <a:ext uri="{FF2B5EF4-FFF2-40B4-BE49-F238E27FC236}">
                    <a16:creationId xmlns:a16="http://schemas.microsoft.com/office/drawing/2014/main" id="{0BCCF534-3D70-BE52-9027-20B4001C4487}"/>
                  </a:ext>
                </a:extLst>
              </p:cNvPr>
              <p:cNvSpPr/>
              <p:nvPr/>
            </p:nvSpPr>
            <p:spPr>
              <a:xfrm>
                <a:off x="368261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6" name="pg127">
                <a:extLst>
                  <a:ext uri="{FF2B5EF4-FFF2-40B4-BE49-F238E27FC236}">
                    <a16:creationId xmlns:a16="http://schemas.microsoft.com/office/drawing/2014/main" id="{9EC89C67-55AE-22D2-D372-87EAFDF6385D}"/>
                  </a:ext>
                </a:extLst>
              </p:cNvPr>
              <p:cNvSpPr/>
              <p:nvPr/>
            </p:nvSpPr>
            <p:spPr>
              <a:xfrm>
                <a:off x="376405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7" name="pg128">
                <a:extLst>
                  <a:ext uri="{FF2B5EF4-FFF2-40B4-BE49-F238E27FC236}">
                    <a16:creationId xmlns:a16="http://schemas.microsoft.com/office/drawing/2014/main" id="{7980D3AA-95A5-EB04-F558-0E96067A4A1B}"/>
                  </a:ext>
                </a:extLst>
              </p:cNvPr>
              <p:cNvSpPr/>
              <p:nvPr/>
            </p:nvSpPr>
            <p:spPr>
              <a:xfrm>
                <a:off x="384548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8" name="pg129">
                <a:extLst>
                  <a:ext uri="{FF2B5EF4-FFF2-40B4-BE49-F238E27FC236}">
                    <a16:creationId xmlns:a16="http://schemas.microsoft.com/office/drawing/2014/main" id="{7E08C688-74B9-0E5A-88C1-E5A6F83E4A89}"/>
                  </a:ext>
                </a:extLst>
              </p:cNvPr>
              <p:cNvSpPr/>
              <p:nvPr/>
            </p:nvSpPr>
            <p:spPr>
              <a:xfrm>
                <a:off x="392692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9" name="pg130">
                <a:extLst>
                  <a:ext uri="{FF2B5EF4-FFF2-40B4-BE49-F238E27FC236}">
                    <a16:creationId xmlns:a16="http://schemas.microsoft.com/office/drawing/2014/main" id="{7C216E2A-70E9-808E-5E85-4D8601F214A6}"/>
                  </a:ext>
                </a:extLst>
              </p:cNvPr>
              <p:cNvSpPr/>
              <p:nvPr/>
            </p:nvSpPr>
            <p:spPr>
              <a:xfrm>
                <a:off x="400836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0" name="pg131">
                <a:extLst>
                  <a:ext uri="{FF2B5EF4-FFF2-40B4-BE49-F238E27FC236}">
                    <a16:creationId xmlns:a16="http://schemas.microsoft.com/office/drawing/2014/main" id="{1419C96B-A512-14A1-34CD-9FF3419B23FE}"/>
                  </a:ext>
                </a:extLst>
              </p:cNvPr>
              <p:cNvSpPr/>
              <p:nvPr/>
            </p:nvSpPr>
            <p:spPr>
              <a:xfrm>
                <a:off x="408979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1" name="pg132">
                <a:extLst>
                  <a:ext uri="{FF2B5EF4-FFF2-40B4-BE49-F238E27FC236}">
                    <a16:creationId xmlns:a16="http://schemas.microsoft.com/office/drawing/2014/main" id="{5EDA24A3-F71E-F0CB-A99D-B9604FF00DE2}"/>
                  </a:ext>
                </a:extLst>
              </p:cNvPr>
              <p:cNvSpPr/>
              <p:nvPr/>
            </p:nvSpPr>
            <p:spPr>
              <a:xfrm>
                <a:off x="417123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2" name="pg133">
                <a:extLst>
                  <a:ext uri="{FF2B5EF4-FFF2-40B4-BE49-F238E27FC236}">
                    <a16:creationId xmlns:a16="http://schemas.microsoft.com/office/drawing/2014/main" id="{B92005A1-3B55-9598-3B10-B0FC84270527}"/>
                  </a:ext>
                </a:extLst>
              </p:cNvPr>
              <p:cNvSpPr/>
              <p:nvPr/>
            </p:nvSpPr>
            <p:spPr>
              <a:xfrm>
                <a:off x="425267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3" name="pg134">
                <a:extLst>
                  <a:ext uri="{FF2B5EF4-FFF2-40B4-BE49-F238E27FC236}">
                    <a16:creationId xmlns:a16="http://schemas.microsoft.com/office/drawing/2014/main" id="{A2C11269-B74B-4A20-D6C6-A787ACDA8CE1}"/>
                  </a:ext>
                </a:extLst>
              </p:cNvPr>
              <p:cNvSpPr/>
              <p:nvPr/>
            </p:nvSpPr>
            <p:spPr>
              <a:xfrm>
                <a:off x="433411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4" name="pg135">
                <a:extLst>
                  <a:ext uri="{FF2B5EF4-FFF2-40B4-BE49-F238E27FC236}">
                    <a16:creationId xmlns:a16="http://schemas.microsoft.com/office/drawing/2014/main" id="{23CA8B54-A7F9-D427-00CF-F5BE8ADE9B0A}"/>
                  </a:ext>
                </a:extLst>
              </p:cNvPr>
              <p:cNvSpPr/>
              <p:nvPr/>
            </p:nvSpPr>
            <p:spPr>
              <a:xfrm>
                <a:off x="441554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5" name="pg136">
                <a:extLst>
                  <a:ext uri="{FF2B5EF4-FFF2-40B4-BE49-F238E27FC236}">
                    <a16:creationId xmlns:a16="http://schemas.microsoft.com/office/drawing/2014/main" id="{06986084-48B7-FF02-F28E-F8693A92752C}"/>
                  </a:ext>
                </a:extLst>
              </p:cNvPr>
              <p:cNvSpPr/>
              <p:nvPr/>
            </p:nvSpPr>
            <p:spPr>
              <a:xfrm>
                <a:off x="449698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6" name="pg137">
                <a:extLst>
                  <a:ext uri="{FF2B5EF4-FFF2-40B4-BE49-F238E27FC236}">
                    <a16:creationId xmlns:a16="http://schemas.microsoft.com/office/drawing/2014/main" id="{57276DD7-FF55-8417-6AC6-E6714BC8B66F}"/>
                  </a:ext>
                </a:extLst>
              </p:cNvPr>
              <p:cNvSpPr/>
              <p:nvPr/>
            </p:nvSpPr>
            <p:spPr>
              <a:xfrm>
                <a:off x="457842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7" name="pg138">
                <a:extLst>
                  <a:ext uri="{FF2B5EF4-FFF2-40B4-BE49-F238E27FC236}">
                    <a16:creationId xmlns:a16="http://schemas.microsoft.com/office/drawing/2014/main" id="{B21071E1-6C21-5F29-C369-6CA8920D8860}"/>
                  </a:ext>
                </a:extLst>
              </p:cNvPr>
              <p:cNvSpPr/>
              <p:nvPr/>
            </p:nvSpPr>
            <p:spPr>
              <a:xfrm>
                <a:off x="465985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8" name="pg139">
                <a:extLst>
                  <a:ext uri="{FF2B5EF4-FFF2-40B4-BE49-F238E27FC236}">
                    <a16:creationId xmlns:a16="http://schemas.microsoft.com/office/drawing/2014/main" id="{DC053E25-04F7-1D93-3712-07E70A15A65A}"/>
                  </a:ext>
                </a:extLst>
              </p:cNvPr>
              <p:cNvSpPr/>
              <p:nvPr/>
            </p:nvSpPr>
            <p:spPr>
              <a:xfrm>
                <a:off x="474129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9" name="pg140">
                <a:extLst>
                  <a:ext uri="{FF2B5EF4-FFF2-40B4-BE49-F238E27FC236}">
                    <a16:creationId xmlns:a16="http://schemas.microsoft.com/office/drawing/2014/main" id="{2CBFEBE2-883F-F020-6C5A-B0936301F416}"/>
                  </a:ext>
                </a:extLst>
              </p:cNvPr>
              <p:cNvSpPr/>
              <p:nvPr/>
            </p:nvSpPr>
            <p:spPr>
              <a:xfrm>
                <a:off x="482273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0" name="pg141">
                <a:extLst>
                  <a:ext uri="{FF2B5EF4-FFF2-40B4-BE49-F238E27FC236}">
                    <a16:creationId xmlns:a16="http://schemas.microsoft.com/office/drawing/2014/main" id="{B51119BF-F5E2-3C40-7593-43CF4350F383}"/>
                  </a:ext>
                </a:extLst>
              </p:cNvPr>
              <p:cNvSpPr/>
              <p:nvPr/>
            </p:nvSpPr>
            <p:spPr>
              <a:xfrm>
                <a:off x="490417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1" name="pg142">
                <a:extLst>
                  <a:ext uri="{FF2B5EF4-FFF2-40B4-BE49-F238E27FC236}">
                    <a16:creationId xmlns:a16="http://schemas.microsoft.com/office/drawing/2014/main" id="{B9FB5311-BE27-4591-406B-C43332A2A98A}"/>
                  </a:ext>
                </a:extLst>
              </p:cNvPr>
              <p:cNvSpPr/>
              <p:nvPr/>
            </p:nvSpPr>
            <p:spPr>
              <a:xfrm>
                <a:off x="498560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2" name="pg143">
                <a:extLst>
                  <a:ext uri="{FF2B5EF4-FFF2-40B4-BE49-F238E27FC236}">
                    <a16:creationId xmlns:a16="http://schemas.microsoft.com/office/drawing/2014/main" id="{EB4F69AC-58F6-D756-31D1-36F14D17F381}"/>
                  </a:ext>
                </a:extLst>
              </p:cNvPr>
              <p:cNvSpPr/>
              <p:nvPr/>
            </p:nvSpPr>
            <p:spPr>
              <a:xfrm>
                <a:off x="506704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3" name="pg144">
                <a:extLst>
                  <a:ext uri="{FF2B5EF4-FFF2-40B4-BE49-F238E27FC236}">
                    <a16:creationId xmlns:a16="http://schemas.microsoft.com/office/drawing/2014/main" id="{A57A5D2F-C164-E0F7-0D40-6AF57127C58E}"/>
                  </a:ext>
                </a:extLst>
              </p:cNvPr>
              <p:cNvSpPr/>
              <p:nvPr/>
            </p:nvSpPr>
            <p:spPr>
              <a:xfrm>
                <a:off x="514848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4" name="pg145">
                <a:extLst>
                  <a:ext uri="{FF2B5EF4-FFF2-40B4-BE49-F238E27FC236}">
                    <a16:creationId xmlns:a16="http://schemas.microsoft.com/office/drawing/2014/main" id="{80DEAFA9-FFB6-B055-2CB1-B843E3E2C5E3}"/>
                  </a:ext>
                </a:extLst>
              </p:cNvPr>
              <p:cNvSpPr/>
              <p:nvPr/>
            </p:nvSpPr>
            <p:spPr>
              <a:xfrm>
                <a:off x="327542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5" name="pg146">
                <a:extLst>
                  <a:ext uri="{FF2B5EF4-FFF2-40B4-BE49-F238E27FC236}">
                    <a16:creationId xmlns:a16="http://schemas.microsoft.com/office/drawing/2014/main" id="{7949FAF9-2039-725C-60DF-F92679ED2DEB}"/>
                  </a:ext>
                </a:extLst>
              </p:cNvPr>
              <p:cNvSpPr/>
              <p:nvPr/>
            </p:nvSpPr>
            <p:spPr>
              <a:xfrm>
                <a:off x="335686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6" name="pg147">
                <a:extLst>
                  <a:ext uri="{FF2B5EF4-FFF2-40B4-BE49-F238E27FC236}">
                    <a16:creationId xmlns:a16="http://schemas.microsoft.com/office/drawing/2014/main" id="{D012005E-982B-937C-1255-F90F74B1CC44}"/>
                  </a:ext>
                </a:extLst>
              </p:cNvPr>
              <p:cNvSpPr/>
              <p:nvPr/>
            </p:nvSpPr>
            <p:spPr>
              <a:xfrm>
                <a:off x="343830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7" name="pg148">
                <a:extLst>
                  <a:ext uri="{FF2B5EF4-FFF2-40B4-BE49-F238E27FC236}">
                    <a16:creationId xmlns:a16="http://schemas.microsoft.com/office/drawing/2014/main" id="{91AED778-8636-D1EC-A203-C68F3BFAB61F}"/>
                  </a:ext>
                </a:extLst>
              </p:cNvPr>
              <p:cNvSpPr/>
              <p:nvPr/>
            </p:nvSpPr>
            <p:spPr>
              <a:xfrm>
                <a:off x="351973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8" name="pg149">
                <a:extLst>
                  <a:ext uri="{FF2B5EF4-FFF2-40B4-BE49-F238E27FC236}">
                    <a16:creationId xmlns:a16="http://schemas.microsoft.com/office/drawing/2014/main" id="{6F01BE8B-98DE-C869-5C59-563C9EF5C1B8}"/>
                  </a:ext>
                </a:extLst>
              </p:cNvPr>
              <p:cNvSpPr/>
              <p:nvPr/>
            </p:nvSpPr>
            <p:spPr>
              <a:xfrm>
                <a:off x="360117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9" name="pg150">
                <a:extLst>
                  <a:ext uri="{FF2B5EF4-FFF2-40B4-BE49-F238E27FC236}">
                    <a16:creationId xmlns:a16="http://schemas.microsoft.com/office/drawing/2014/main" id="{8B724DFC-5433-9E8D-CA90-B542A253E259}"/>
                  </a:ext>
                </a:extLst>
              </p:cNvPr>
              <p:cNvSpPr/>
              <p:nvPr/>
            </p:nvSpPr>
            <p:spPr>
              <a:xfrm>
                <a:off x="368261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0" name="pg151">
                <a:extLst>
                  <a:ext uri="{FF2B5EF4-FFF2-40B4-BE49-F238E27FC236}">
                    <a16:creationId xmlns:a16="http://schemas.microsoft.com/office/drawing/2014/main" id="{92067303-A1A8-2C62-F0E2-B4BE95379002}"/>
                  </a:ext>
                </a:extLst>
              </p:cNvPr>
              <p:cNvSpPr/>
              <p:nvPr/>
            </p:nvSpPr>
            <p:spPr>
              <a:xfrm>
                <a:off x="376405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1" name="pg152">
                <a:extLst>
                  <a:ext uri="{FF2B5EF4-FFF2-40B4-BE49-F238E27FC236}">
                    <a16:creationId xmlns:a16="http://schemas.microsoft.com/office/drawing/2014/main" id="{2C38955F-B805-D2A5-57BD-32ADF25C0D06}"/>
                  </a:ext>
                </a:extLst>
              </p:cNvPr>
              <p:cNvSpPr/>
              <p:nvPr/>
            </p:nvSpPr>
            <p:spPr>
              <a:xfrm>
                <a:off x="384548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2" name="pg153">
                <a:extLst>
                  <a:ext uri="{FF2B5EF4-FFF2-40B4-BE49-F238E27FC236}">
                    <a16:creationId xmlns:a16="http://schemas.microsoft.com/office/drawing/2014/main" id="{8A87F9B7-D3AA-57DA-B8E1-4B500E33F913}"/>
                  </a:ext>
                </a:extLst>
              </p:cNvPr>
              <p:cNvSpPr/>
              <p:nvPr/>
            </p:nvSpPr>
            <p:spPr>
              <a:xfrm>
                <a:off x="392692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3" name="pg154">
                <a:extLst>
                  <a:ext uri="{FF2B5EF4-FFF2-40B4-BE49-F238E27FC236}">
                    <a16:creationId xmlns:a16="http://schemas.microsoft.com/office/drawing/2014/main" id="{A277133A-E80F-DFB0-55C8-0012E291EFAE}"/>
                  </a:ext>
                </a:extLst>
              </p:cNvPr>
              <p:cNvSpPr/>
              <p:nvPr/>
            </p:nvSpPr>
            <p:spPr>
              <a:xfrm>
                <a:off x="400836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4" name="pg155">
                <a:extLst>
                  <a:ext uri="{FF2B5EF4-FFF2-40B4-BE49-F238E27FC236}">
                    <a16:creationId xmlns:a16="http://schemas.microsoft.com/office/drawing/2014/main" id="{C0289F57-5086-04D7-0F52-4FAE48B92EA7}"/>
                  </a:ext>
                </a:extLst>
              </p:cNvPr>
              <p:cNvSpPr/>
              <p:nvPr/>
            </p:nvSpPr>
            <p:spPr>
              <a:xfrm>
                <a:off x="408979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5" name="pg156">
                <a:extLst>
                  <a:ext uri="{FF2B5EF4-FFF2-40B4-BE49-F238E27FC236}">
                    <a16:creationId xmlns:a16="http://schemas.microsoft.com/office/drawing/2014/main" id="{7BB95A72-1AC0-4019-A18A-4B76260446B7}"/>
                  </a:ext>
                </a:extLst>
              </p:cNvPr>
              <p:cNvSpPr/>
              <p:nvPr/>
            </p:nvSpPr>
            <p:spPr>
              <a:xfrm>
                <a:off x="417123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6" name="pg157">
                <a:extLst>
                  <a:ext uri="{FF2B5EF4-FFF2-40B4-BE49-F238E27FC236}">
                    <a16:creationId xmlns:a16="http://schemas.microsoft.com/office/drawing/2014/main" id="{EB524627-07DB-021A-97AB-77A065E14A34}"/>
                  </a:ext>
                </a:extLst>
              </p:cNvPr>
              <p:cNvSpPr/>
              <p:nvPr/>
            </p:nvSpPr>
            <p:spPr>
              <a:xfrm>
                <a:off x="425267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7" name="pg158">
                <a:extLst>
                  <a:ext uri="{FF2B5EF4-FFF2-40B4-BE49-F238E27FC236}">
                    <a16:creationId xmlns:a16="http://schemas.microsoft.com/office/drawing/2014/main" id="{9ECC21BF-E8EF-D592-3473-18E4CA57B323}"/>
                  </a:ext>
                </a:extLst>
              </p:cNvPr>
              <p:cNvSpPr/>
              <p:nvPr/>
            </p:nvSpPr>
            <p:spPr>
              <a:xfrm>
                <a:off x="433411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8" name="pg159">
                <a:extLst>
                  <a:ext uri="{FF2B5EF4-FFF2-40B4-BE49-F238E27FC236}">
                    <a16:creationId xmlns:a16="http://schemas.microsoft.com/office/drawing/2014/main" id="{D8844C06-F213-AF13-AFDC-12E9920ABF7F}"/>
                  </a:ext>
                </a:extLst>
              </p:cNvPr>
              <p:cNvSpPr/>
              <p:nvPr/>
            </p:nvSpPr>
            <p:spPr>
              <a:xfrm>
                <a:off x="441554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9" name="pg160">
                <a:extLst>
                  <a:ext uri="{FF2B5EF4-FFF2-40B4-BE49-F238E27FC236}">
                    <a16:creationId xmlns:a16="http://schemas.microsoft.com/office/drawing/2014/main" id="{8BBC83A5-6BBE-071B-B9C6-4BDAEC5C8B78}"/>
                  </a:ext>
                </a:extLst>
              </p:cNvPr>
              <p:cNvSpPr/>
              <p:nvPr/>
            </p:nvSpPr>
            <p:spPr>
              <a:xfrm>
                <a:off x="449698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0" name="pg161">
                <a:extLst>
                  <a:ext uri="{FF2B5EF4-FFF2-40B4-BE49-F238E27FC236}">
                    <a16:creationId xmlns:a16="http://schemas.microsoft.com/office/drawing/2014/main" id="{744A79C2-3F07-5485-E720-2536E01445A2}"/>
                  </a:ext>
                </a:extLst>
              </p:cNvPr>
              <p:cNvSpPr/>
              <p:nvPr/>
            </p:nvSpPr>
            <p:spPr>
              <a:xfrm>
                <a:off x="457842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1" name="pg162">
                <a:extLst>
                  <a:ext uri="{FF2B5EF4-FFF2-40B4-BE49-F238E27FC236}">
                    <a16:creationId xmlns:a16="http://schemas.microsoft.com/office/drawing/2014/main" id="{4C82CF94-7CA7-04DF-412A-505A8C85FDEF}"/>
                  </a:ext>
                </a:extLst>
              </p:cNvPr>
              <p:cNvSpPr/>
              <p:nvPr/>
            </p:nvSpPr>
            <p:spPr>
              <a:xfrm>
                <a:off x="465985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2" name="pg163">
                <a:extLst>
                  <a:ext uri="{FF2B5EF4-FFF2-40B4-BE49-F238E27FC236}">
                    <a16:creationId xmlns:a16="http://schemas.microsoft.com/office/drawing/2014/main" id="{E1516F1D-2890-05A2-9471-06DF5BD4D6B0}"/>
                  </a:ext>
                </a:extLst>
              </p:cNvPr>
              <p:cNvSpPr/>
              <p:nvPr/>
            </p:nvSpPr>
            <p:spPr>
              <a:xfrm>
                <a:off x="474129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3" name="pg164">
                <a:extLst>
                  <a:ext uri="{FF2B5EF4-FFF2-40B4-BE49-F238E27FC236}">
                    <a16:creationId xmlns:a16="http://schemas.microsoft.com/office/drawing/2014/main" id="{1012755C-858C-3009-412E-52FB39A219A8}"/>
                  </a:ext>
                </a:extLst>
              </p:cNvPr>
              <p:cNvSpPr/>
              <p:nvPr/>
            </p:nvSpPr>
            <p:spPr>
              <a:xfrm>
                <a:off x="482273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4" name="pg165">
                <a:extLst>
                  <a:ext uri="{FF2B5EF4-FFF2-40B4-BE49-F238E27FC236}">
                    <a16:creationId xmlns:a16="http://schemas.microsoft.com/office/drawing/2014/main" id="{432297B4-2F01-6C0C-78EA-99CE0636FE66}"/>
                  </a:ext>
                </a:extLst>
              </p:cNvPr>
              <p:cNvSpPr/>
              <p:nvPr/>
            </p:nvSpPr>
            <p:spPr>
              <a:xfrm>
                <a:off x="490417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5" name="pg166">
                <a:extLst>
                  <a:ext uri="{FF2B5EF4-FFF2-40B4-BE49-F238E27FC236}">
                    <a16:creationId xmlns:a16="http://schemas.microsoft.com/office/drawing/2014/main" id="{80F09C90-3930-55C2-F7D5-C845D9B966C4}"/>
                  </a:ext>
                </a:extLst>
              </p:cNvPr>
              <p:cNvSpPr/>
              <p:nvPr/>
            </p:nvSpPr>
            <p:spPr>
              <a:xfrm>
                <a:off x="498560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6" name="pg167">
                <a:extLst>
                  <a:ext uri="{FF2B5EF4-FFF2-40B4-BE49-F238E27FC236}">
                    <a16:creationId xmlns:a16="http://schemas.microsoft.com/office/drawing/2014/main" id="{F2FB88F6-76AA-CD63-9EED-8CBD53039D50}"/>
                  </a:ext>
                </a:extLst>
              </p:cNvPr>
              <p:cNvSpPr/>
              <p:nvPr/>
            </p:nvSpPr>
            <p:spPr>
              <a:xfrm>
                <a:off x="506704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7" name="pg168">
                <a:extLst>
                  <a:ext uri="{FF2B5EF4-FFF2-40B4-BE49-F238E27FC236}">
                    <a16:creationId xmlns:a16="http://schemas.microsoft.com/office/drawing/2014/main" id="{4EFBD4FE-D36E-91EE-FE07-4D3B0488B9CC}"/>
                  </a:ext>
                </a:extLst>
              </p:cNvPr>
              <p:cNvSpPr/>
              <p:nvPr/>
            </p:nvSpPr>
            <p:spPr>
              <a:xfrm>
                <a:off x="303111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8" name="pg169">
                <a:extLst>
                  <a:ext uri="{FF2B5EF4-FFF2-40B4-BE49-F238E27FC236}">
                    <a16:creationId xmlns:a16="http://schemas.microsoft.com/office/drawing/2014/main" id="{889C4974-36FC-9453-D94D-2F17C6424E66}"/>
                  </a:ext>
                </a:extLst>
              </p:cNvPr>
              <p:cNvSpPr/>
              <p:nvPr/>
            </p:nvSpPr>
            <p:spPr>
              <a:xfrm>
                <a:off x="311255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9" name="pg170">
                <a:extLst>
                  <a:ext uri="{FF2B5EF4-FFF2-40B4-BE49-F238E27FC236}">
                    <a16:creationId xmlns:a16="http://schemas.microsoft.com/office/drawing/2014/main" id="{516940E7-47BD-FF64-739C-7E9C2BBF674B}"/>
                  </a:ext>
                </a:extLst>
              </p:cNvPr>
              <p:cNvSpPr/>
              <p:nvPr/>
            </p:nvSpPr>
            <p:spPr>
              <a:xfrm>
                <a:off x="327542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0" name="pg171">
                <a:extLst>
                  <a:ext uri="{FF2B5EF4-FFF2-40B4-BE49-F238E27FC236}">
                    <a16:creationId xmlns:a16="http://schemas.microsoft.com/office/drawing/2014/main" id="{6B860FA6-D084-C710-8455-FC0413EE6328}"/>
                  </a:ext>
                </a:extLst>
              </p:cNvPr>
              <p:cNvSpPr/>
              <p:nvPr/>
            </p:nvSpPr>
            <p:spPr>
              <a:xfrm>
                <a:off x="335686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1" name="pg172">
                <a:extLst>
                  <a:ext uri="{FF2B5EF4-FFF2-40B4-BE49-F238E27FC236}">
                    <a16:creationId xmlns:a16="http://schemas.microsoft.com/office/drawing/2014/main" id="{263F7726-725D-F9F9-05FA-A1D35491D086}"/>
                  </a:ext>
                </a:extLst>
              </p:cNvPr>
              <p:cNvSpPr/>
              <p:nvPr/>
            </p:nvSpPr>
            <p:spPr>
              <a:xfrm>
                <a:off x="343830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2" name="pg173">
                <a:extLst>
                  <a:ext uri="{FF2B5EF4-FFF2-40B4-BE49-F238E27FC236}">
                    <a16:creationId xmlns:a16="http://schemas.microsoft.com/office/drawing/2014/main" id="{1200686C-0D15-0849-3ADE-28F366E777E9}"/>
                  </a:ext>
                </a:extLst>
              </p:cNvPr>
              <p:cNvSpPr/>
              <p:nvPr/>
            </p:nvSpPr>
            <p:spPr>
              <a:xfrm>
                <a:off x="351973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3" name="pg174">
                <a:extLst>
                  <a:ext uri="{FF2B5EF4-FFF2-40B4-BE49-F238E27FC236}">
                    <a16:creationId xmlns:a16="http://schemas.microsoft.com/office/drawing/2014/main" id="{8936CB12-53A5-CEA3-DA92-CD9493DB2A92}"/>
                  </a:ext>
                </a:extLst>
              </p:cNvPr>
              <p:cNvSpPr/>
              <p:nvPr/>
            </p:nvSpPr>
            <p:spPr>
              <a:xfrm>
                <a:off x="360117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4" name="pg175">
                <a:extLst>
                  <a:ext uri="{FF2B5EF4-FFF2-40B4-BE49-F238E27FC236}">
                    <a16:creationId xmlns:a16="http://schemas.microsoft.com/office/drawing/2014/main" id="{4800C173-DF9B-677A-D193-2FC6A8721F3C}"/>
                  </a:ext>
                </a:extLst>
              </p:cNvPr>
              <p:cNvSpPr/>
              <p:nvPr/>
            </p:nvSpPr>
            <p:spPr>
              <a:xfrm>
                <a:off x="368261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5" name="pg176">
                <a:extLst>
                  <a:ext uri="{FF2B5EF4-FFF2-40B4-BE49-F238E27FC236}">
                    <a16:creationId xmlns:a16="http://schemas.microsoft.com/office/drawing/2014/main" id="{C9540BDE-6FAA-A6AA-C774-52E436AAE2EC}"/>
                  </a:ext>
                </a:extLst>
              </p:cNvPr>
              <p:cNvSpPr/>
              <p:nvPr/>
            </p:nvSpPr>
            <p:spPr>
              <a:xfrm>
                <a:off x="376405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6" name="pg177">
                <a:extLst>
                  <a:ext uri="{FF2B5EF4-FFF2-40B4-BE49-F238E27FC236}">
                    <a16:creationId xmlns:a16="http://schemas.microsoft.com/office/drawing/2014/main" id="{0E581A5D-0DFD-D04D-D9D2-DC47ECE58F9E}"/>
                  </a:ext>
                </a:extLst>
              </p:cNvPr>
              <p:cNvSpPr/>
              <p:nvPr/>
            </p:nvSpPr>
            <p:spPr>
              <a:xfrm>
                <a:off x="384548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7" name="pg178">
                <a:extLst>
                  <a:ext uri="{FF2B5EF4-FFF2-40B4-BE49-F238E27FC236}">
                    <a16:creationId xmlns:a16="http://schemas.microsoft.com/office/drawing/2014/main" id="{E2C97C79-9484-1F38-AB91-C65BF2DB7A84}"/>
                  </a:ext>
                </a:extLst>
              </p:cNvPr>
              <p:cNvSpPr/>
              <p:nvPr/>
            </p:nvSpPr>
            <p:spPr>
              <a:xfrm>
                <a:off x="408979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8" name="pg179">
                <a:extLst>
                  <a:ext uri="{FF2B5EF4-FFF2-40B4-BE49-F238E27FC236}">
                    <a16:creationId xmlns:a16="http://schemas.microsoft.com/office/drawing/2014/main" id="{5B32FCB7-F63B-D360-1AAD-1769E3CE9904}"/>
                  </a:ext>
                </a:extLst>
              </p:cNvPr>
              <p:cNvSpPr/>
              <p:nvPr/>
            </p:nvSpPr>
            <p:spPr>
              <a:xfrm>
                <a:off x="417123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9" name="pg180">
                <a:extLst>
                  <a:ext uri="{FF2B5EF4-FFF2-40B4-BE49-F238E27FC236}">
                    <a16:creationId xmlns:a16="http://schemas.microsoft.com/office/drawing/2014/main" id="{109C1756-86ED-9557-2E19-A69F1E5580A4}"/>
                  </a:ext>
                </a:extLst>
              </p:cNvPr>
              <p:cNvSpPr/>
              <p:nvPr/>
            </p:nvSpPr>
            <p:spPr>
              <a:xfrm>
                <a:off x="425267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0" name="pg181">
                <a:extLst>
                  <a:ext uri="{FF2B5EF4-FFF2-40B4-BE49-F238E27FC236}">
                    <a16:creationId xmlns:a16="http://schemas.microsoft.com/office/drawing/2014/main" id="{A3C6CE85-CBB8-9219-E775-CFEF4DA58347}"/>
                  </a:ext>
                </a:extLst>
              </p:cNvPr>
              <p:cNvSpPr/>
              <p:nvPr/>
            </p:nvSpPr>
            <p:spPr>
              <a:xfrm>
                <a:off x="433411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1" name="pg182">
                <a:extLst>
                  <a:ext uri="{FF2B5EF4-FFF2-40B4-BE49-F238E27FC236}">
                    <a16:creationId xmlns:a16="http://schemas.microsoft.com/office/drawing/2014/main" id="{996B4A91-F8FE-07B1-F061-16EDC889247F}"/>
                  </a:ext>
                </a:extLst>
              </p:cNvPr>
              <p:cNvSpPr/>
              <p:nvPr/>
            </p:nvSpPr>
            <p:spPr>
              <a:xfrm>
                <a:off x="441554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2" name="pg183">
                <a:extLst>
                  <a:ext uri="{FF2B5EF4-FFF2-40B4-BE49-F238E27FC236}">
                    <a16:creationId xmlns:a16="http://schemas.microsoft.com/office/drawing/2014/main" id="{F6DAF4F3-5BFB-2E0C-7308-4AAE9D8052AE}"/>
                  </a:ext>
                </a:extLst>
              </p:cNvPr>
              <p:cNvSpPr/>
              <p:nvPr/>
            </p:nvSpPr>
            <p:spPr>
              <a:xfrm>
                <a:off x="449698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3" name="pg184">
                <a:extLst>
                  <a:ext uri="{FF2B5EF4-FFF2-40B4-BE49-F238E27FC236}">
                    <a16:creationId xmlns:a16="http://schemas.microsoft.com/office/drawing/2014/main" id="{5D889212-33F4-EE6A-54ED-CEBD561F3EA5}"/>
                  </a:ext>
                </a:extLst>
              </p:cNvPr>
              <p:cNvSpPr/>
              <p:nvPr/>
            </p:nvSpPr>
            <p:spPr>
              <a:xfrm>
                <a:off x="457842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4" name="pg185">
                <a:extLst>
                  <a:ext uri="{FF2B5EF4-FFF2-40B4-BE49-F238E27FC236}">
                    <a16:creationId xmlns:a16="http://schemas.microsoft.com/office/drawing/2014/main" id="{951F044E-8B7F-300C-E60C-C2C3E1F9FA5C}"/>
                  </a:ext>
                </a:extLst>
              </p:cNvPr>
              <p:cNvSpPr/>
              <p:nvPr/>
            </p:nvSpPr>
            <p:spPr>
              <a:xfrm>
                <a:off x="465985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5" name="pg186">
                <a:extLst>
                  <a:ext uri="{FF2B5EF4-FFF2-40B4-BE49-F238E27FC236}">
                    <a16:creationId xmlns:a16="http://schemas.microsoft.com/office/drawing/2014/main" id="{9E4984EF-F85D-A194-3F14-42772B38909E}"/>
                  </a:ext>
                </a:extLst>
              </p:cNvPr>
              <p:cNvSpPr/>
              <p:nvPr/>
            </p:nvSpPr>
            <p:spPr>
              <a:xfrm>
                <a:off x="474129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6" name="pg187">
                <a:extLst>
                  <a:ext uri="{FF2B5EF4-FFF2-40B4-BE49-F238E27FC236}">
                    <a16:creationId xmlns:a16="http://schemas.microsoft.com/office/drawing/2014/main" id="{3D064673-A166-0B75-B6EE-70853591AAB1}"/>
                  </a:ext>
                </a:extLst>
              </p:cNvPr>
              <p:cNvSpPr/>
              <p:nvPr/>
            </p:nvSpPr>
            <p:spPr>
              <a:xfrm>
                <a:off x="482273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7" name="pg188">
                <a:extLst>
                  <a:ext uri="{FF2B5EF4-FFF2-40B4-BE49-F238E27FC236}">
                    <a16:creationId xmlns:a16="http://schemas.microsoft.com/office/drawing/2014/main" id="{CC9F37CB-9C79-0C6F-5AD5-71F4FA0DD719}"/>
                  </a:ext>
                </a:extLst>
              </p:cNvPr>
              <p:cNvSpPr/>
              <p:nvPr/>
            </p:nvSpPr>
            <p:spPr>
              <a:xfrm>
                <a:off x="490417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8" name="pg189">
                <a:extLst>
                  <a:ext uri="{FF2B5EF4-FFF2-40B4-BE49-F238E27FC236}">
                    <a16:creationId xmlns:a16="http://schemas.microsoft.com/office/drawing/2014/main" id="{B8F06BF1-F79D-94DA-7D3E-F4785FAAC919}"/>
                  </a:ext>
                </a:extLst>
              </p:cNvPr>
              <p:cNvSpPr/>
              <p:nvPr/>
            </p:nvSpPr>
            <p:spPr>
              <a:xfrm>
                <a:off x="498560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9" name="pg190">
                <a:extLst>
                  <a:ext uri="{FF2B5EF4-FFF2-40B4-BE49-F238E27FC236}">
                    <a16:creationId xmlns:a16="http://schemas.microsoft.com/office/drawing/2014/main" id="{ABB9CDF2-D15C-9DEF-E5AC-7F7244C0806B}"/>
                  </a:ext>
                </a:extLst>
              </p:cNvPr>
              <p:cNvSpPr/>
              <p:nvPr/>
            </p:nvSpPr>
            <p:spPr>
              <a:xfrm>
                <a:off x="294967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0" name="pg191">
                <a:extLst>
                  <a:ext uri="{FF2B5EF4-FFF2-40B4-BE49-F238E27FC236}">
                    <a16:creationId xmlns:a16="http://schemas.microsoft.com/office/drawing/2014/main" id="{F4B95EED-ACDD-E264-82DA-3EE6DBE8AA22}"/>
                  </a:ext>
                </a:extLst>
              </p:cNvPr>
              <p:cNvSpPr/>
              <p:nvPr/>
            </p:nvSpPr>
            <p:spPr>
              <a:xfrm>
                <a:off x="303111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1" name="pg192">
                <a:extLst>
                  <a:ext uri="{FF2B5EF4-FFF2-40B4-BE49-F238E27FC236}">
                    <a16:creationId xmlns:a16="http://schemas.microsoft.com/office/drawing/2014/main" id="{69F46BDC-0B71-AD08-0653-A630DCB04194}"/>
                  </a:ext>
                </a:extLst>
              </p:cNvPr>
              <p:cNvSpPr/>
              <p:nvPr/>
            </p:nvSpPr>
            <p:spPr>
              <a:xfrm>
                <a:off x="311255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2" name="pg193">
                <a:extLst>
                  <a:ext uri="{FF2B5EF4-FFF2-40B4-BE49-F238E27FC236}">
                    <a16:creationId xmlns:a16="http://schemas.microsoft.com/office/drawing/2014/main" id="{CC054C36-2CBB-1536-0038-977B8C42DE8C}"/>
                  </a:ext>
                </a:extLst>
              </p:cNvPr>
              <p:cNvSpPr/>
              <p:nvPr/>
            </p:nvSpPr>
            <p:spPr>
              <a:xfrm>
                <a:off x="319399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3" name="pg194">
                <a:extLst>
                  <a:ext uri="{FF2B5EF4-FFF2-40B4-BE49-F238E27FC236}">
                    <a16:creationId xmlns:a16="http://schemas.microsoft.com/office/drawing/2014/main" id="{92A3E2C4-0B84-C6B9-4230-A0078B5989F0}"/>
                  </a:ext>
                </a:extLst>
              </p:cNvPr>
              <p:cNvSpPr/>
              <p:nvPr/>
            </p:nvSpPr>
            <p:spPr>
              <a:xfrm>
                <a:off x="327542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4" name="pg195">
                <a:extLst>
                  <a:ext uri="{FF2B5EF4-FFF2-40B4-BE49-F238E27FC236}">
                    <a16:creationId xmlns:a16="http://schemas.microsoft.com/office/drawing/2014/main" id="{8EDB1380-DE3A-EDB9-5053-0421DF6C5994}"/>
                  </a:ext>
                </a:extLst>
              </p:cNvPr>
              <p:cNvSpPr/>
              <p:nvPr/>
            </p:nvSpPr>
            <p:spPr>
              <a:xfrm>
                <a:off x="335686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5" name="pg196">
                <a:extLst>
                  <a:ext uri="{FF2B5EF4-FFF2-40B4-BE49-F238E27FC236}">
                    <a16:creationId xmlns:a16="http://schemas.microsoft.com/office/drawing/2014/main" id="{D24EDB61-D292-EF08-FD07-F2DFA111BBEF}"/>
                  </a:ext>
                </a:extLst>
              </p:cNvPr>
              <p:cNvSpPr/>
              <p:nvPr/>
            </p:nvSpPr>
            <p:spPr>
              <a:xfrm>
                <a:off x="343830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6" name="pg197">
                <a:extLst>
                  <a:ext uri="{FF2B5EF4-FFF2-40B4-BE49-F238E27FC236}">
                    <a16:creationId xmlns:a16="http://schemas.microsoft.com/office/drawing/2014/main" id="{5F5EBC1A-C156-75ED-A102-92DCB5EC3731}"/>
                  </a:ext>
                </a:extLst>
              </p:cNvPr>
              <p:cNvSpPr/>
              <p:nvPr/>
            </p:nvSpPr>
            <p:spPr>
              <a:xfrm>
                <a:off x="351973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7" name="pg198">
                <a:extLst>
                  <a:ext uri="{FF2B5EF4-FFF2-40B4-BE49-F238E27FC236}">
                    <a16:creationId xmlns:a16="http://schemas.microsoft.com/office/drawing/2014/main" id="{94AE6DFC-77F2-F79C-9788-D51B890436F4}"/>
                  </a:ext>
                </a:extLst>
              </p:cNvPr>
              <p:cNvSpPr/>
              <p:nvPr/>
            </p:nvSpPr>
            <p:spPr>
              <a:xfrm>
                <a:off x="360117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8" name="pg199">
                <a:extLst>
                  <a:ext uri="{FF2B5EF4-FFF2-40B4-BE49-F238E27FC236}">
                    <a16:creationId xmlns:a16="http://schemas.microsoft.com/office/drawing/2014/main" id="{F2B150DE-854E-04C2-EC69-237A213C4391}"/>
                  </a:ext>
                </a:extLst>
              </p:cNvPr>
              <p:cNvSpPr/>
              <p:nvPr/>
            </p:nvSpPr>
            <p:spPr>
              <a:xfrm>
                <a:off x="368261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9" name="pg200">
                <a:extLst>
                  <a:ext uri="{FF2B5EF4-FFF2-40B4-BE49-F238E27FC236}">
                    <a16:creationId xmlns:a16="http://schemas.microsoft.com/office/drawing/2014/main" id="{AF6B9082-644C-03CC-71C5-E7EA13632AEC}"/>
                  </a:ext>
                </a:extLst>
              </p:cNvPr>
              <p:cNvSpPr/>
              <p:nvPr/>
            </p:nvSpPr>
            <p:spPr>
              <a:xfrm>
                <a:off x="376405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0" name="pg201">
                <a:extLst>
                  <a:ext uri="{FF2B5EF4-FFF2-40B4-BE49-F238E27FC236}">
                    <a16:creationId xmlns:a16="http://schemas.microsoft.com/office/drawing/2014/main" id="{F217C5E6-82BE-F79C-D3E9-4FF2883FF785}"/>
                  </a:ext>
                </a:extLst>
              </p:cNvPr>
              <p:cNvSpPr/>
              <p:nvPr/>
            </p:nvSpPr>
            <p:spPr>
              <a:xfrm>
                <a:off x="384548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1" name="pg202">
                <a:extLst>
                  <a:ext uri="{FF2B5EF4-FFF2-40B4-BE49-F238E27FC236}">
                    <a16:creationId xmlns:a16="http://schemas.microsoft.com/office/drawing/2014/main" id="{DC167BE3-141A-69D6-648F-8FBFF777319D}"/>
                  </a:ext>
                </a:extLst>
              </p:cNvPr>
              <p:cNvSpPr/>
              <p:nvPr/>
            </p:nvSpPr>
            <p:spPr>
              <a:xfrm>
                <a:off x="417123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2" name="pg203">
                <a:extLst>
                  <a:ext uri="{FF2B5EF4-FFF2-40B4-BE49-F238E27FC236}">
                    <a16:creationId xmlns:a16="http://schemas.microsoft.com/office/drawing/2014/main" id="{D2F22EA5-CF30-B0DA-E0D1-6DD563C8927B}"/>
                  </a:ext>
                </a:extLst>
              </p:cNvPr>
              <p:cNvSpPr/>
              <p:nvPr/>
            </p:nvSpPr>
            <p:spPr>
              <a:xfrm>
                <a:off x="425267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3" name="pg204">
                <a:extLst>
                  <a:ext uri="{FF2B5EF4-FFF2-40B4-BE49-F238E27FC236}">
                    <a16:creationId xmlns:a16="http://schemas.microsoft.com/office/drawing/2014/main" id="{610D2B9F-933D-78D3-3C24-1692257DD011}"/>
                  </a:ext>
                </a:extLst>
              </p:cNvPr>
              <p:cNvSpPr/>
              <p:nvPr/>
            </p:nvSpPr>
            <p:spPr>
              <a:xfrm>
                <a:off x="433411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4" name="pg205">
                <a:extLst>
                  <a:ext uri="{FF2B5EF4-FFF2-40B4-BE49-F238E27FC236}">
                    <a16:creationId xmlns:a16="http://schemas.microsoft.com/office/drawing/2014/main" id="{63AC9EF6-30B2-3AB1-54BB-3E4709F1D944}"/>
                  </a:ext>
                </a:extLst>
              </p:cNvPr>
              <p:cNvSpPr/>
              <p:nvPr/>
            </p:nvSpPr>
            <p:spPr>
              <a:xfrm>
                <a:off x="441554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5" name="pg206">
                <a:extLst>
                  <a:ext uri="{FF2B5EF4-FFF2-40B4-BE49-F238E27FC236}">
                    <a16:creationId xmlns:a16="http://schemas.microsoft.com/office/drawing/2014/main" id="{10F4C62A-C436-7AFE-4C76-DF872777405C}"/>
                  </a:ext>
                </a:extLst>
              </p:cNvPr>
              <p:cNvSpPr/>
              <p:nvPr/>
            </p:nvSpPr>
            <p:spPr>
              <a:xfrm>
                <a:off x="449698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6" name="pg207">
                <a:extLst>
                  <a:ext uri="{FF2B5EF4-FFF2-40B4-BE49-F238E27FC236}">
                    <a16:creationId xmlns:a16="http://schemas.microsoft.com/office/drawing/2014/main" id="{D7427840-DC01-6AE3-E62A-08B4126A1597}"/>
                  </a:ext>
                </a:extLst>
              </p:cNvPr>
              <p:cNvSpPr/>
              <p:nvPr/>
            </p:nvSpPr>
            <p:spPr>
              <a:xfrm>
                <a:off x="457842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7" name="pg208">
                <a:extLst>
                  <a:ext uri="{FF2B5EF4-FFF2-40B4-BE49-F238E27FC236}">
                    <a16:creationId xmlns:a16="http://schemas.microsoft.com/office/drawing/2014/main" id="{7BFE4A38-B15A-F37A-670C-4A1846902AA7}"/>
                  </a:ext>
                </a:extLst>
              </p:cNvPr>
              <p:cNvSpPr/>
              <p:nvPr/>
            </p:nvSpPr>
            <p:spPr>
              <a:xfrm>
                <a:off x="465985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8" name="pg209">
                <a:extLst>
                  <a:ext uri="{FF2B5EF4-FFF2-40B4-BE49-F238E27FC236}">
                    <a16:creationId xmlns:a16="http://schemas.microsoft.com/office/drawing/2014/main" id="{4DF72F04-DCAA-E366-53D8-78002C643FA1}"/>
                  </a:ext>
                </a:extLst>
              </p:cNvPr>
              <p:cNvSpPr/>
              <p:nvPr/>
            </p:nvSpPr>
            <p:spPr>
              <a:xfrm>
                <a:off x="474129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9" name="pg210">
                <a:extLst>
                  <a:ext uri="{FF2B5EF4-FFF2-40B4-BE49-F238E27FC236}">
                    <a16:creationId xmlns:a16="http://schemas.microsoft.com/office/drawing/2014/main" id="{17AE1494-D28D-458D-096D-4B861D6E082C}"/>
                  </a:ext>
                </a:extLst>
              </p:cNvPr>
              <p:cNvSpPr/>
              <p:nvPr/>
            </p:nvSpPr>
            <p:spPr>
              <a:xfrm>
                <a:off x="482273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0" name="pg211">
                <a:extLst>
                  <a:ext uri="{FF2B5EF4-FFF2-40B4-BE49-F238E27FC236}">
                    <a16:creationId xmlns:a16="http://schemas.microsoft.com/office/drawing/2014/main" id="{F12881C4-4C63-5E96-094C-3B78595D5143}"/>
                  </a:ext>
                </a:extLst>
              </p:cNvPr>
              <p:cNvSpPr/>
              <p:nvPr/>
            </p:nvSpPr>
            <p:spPr>
              <a:xfrm>
                <a:off x="490417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1" name="pg212">
                <a:extLst>
                  <a:ext uri="{FF2B5EF4-FFF2-40B4-BE49-F238E27FC236}">
                    <a16:creationId xmlns:a16="http://schemas.microsoft.com/office/drawing/2014/main" id="{C13C2ACE-A3DE-B5B7-F2F7-3A186C10C4F2}"/>
                  </a:ext>
                </a:extLst>
              </p:cNvPr>
              <p:cNvSpPr/>
              <p:nvPr/>
            </p:nvSpPr>
            <p:spPr>
              <a:xfrm>
                <a:off x="286824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2" name="pg213">
                <a:extLst>
                  <a:ext uri="{FF2B5EF4-FFF2-40B4-BE49-F238E27FC236}">
                    <a16:creationId xmlns:a16="http://schemas.microsoft.com/office/drawing/2014/main" id="{CFE22E61-A5D2-ED83-C8FE-A5D65932391E}"/>
                  </a:ext>
                </a:extLst>
              </p:cNvPr>
              <p:cNvSpPr/>
              <p:nvPr/>
            </p:nvSpPr>
            <p:spPr>
              <a:xfrm>
                <a:off x="294967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3" name="pg214">
                <a:extLst>
                  <a:ext uri="{FF2B5EF4-FFF2-40B4-BE49-F238E27FC236}">
                    <a16:creationId xmlns:a16="http://schemas.microsoft.com/office/drawing/2014/main" id="{58BC74AB-340A-15B8-6C8B-07CEC666B1B7}"/>
                  </a:ext>
                </a:extLst>
              </p:cNvPr>
              <p:cNvSpPr/>
              <p:nvPr/>
            </p:nvSpPr>
            <p:spPr>
              <a:xfrm>
                <a:off x="303111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4" name="pg215">
                <a:extLst>
                  <a:ext uri="{FF2B5EF4-FFF2-40B4-BE49-F238E27FC236}">
                    <a16:creationId xmlns:a16="http://schemas.microsoft.com/office/drawing/2014/main" id="{78454E16-E8AC-C30E-E1F5-6729297B5A53}"/>
                  </a:ext>
                </a:extLst>
              </p:cNvPr>
              <p:cNvSpPr/>
              <p:nvPr/>
            </p:nvSpPr>
            <p:spPr>
              <a:xfrm>
                <a:off x="311255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5" name="pg216">
                <a:extLst>
                  <a:ext uri="{FF2B5EF4-FFF2-40B4-BE49-F238E27FC236}">
                    <a16:creationId xmlns:a16="http://schemas.microsoft.com/office/drawing/2014/main" id="{CF618C54-A292-9210-5DD3-ED591C96C87E}"/>
                  </a:ext>
                </a:extLst>
              </p:cNvPr>
              <p:cNvSpPr/>
              <p:nvPr/>
            </p:nvSpPr>
            <p:spPr>
              <a:xfrm>
                <a:off x="319399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6" name="pg217">
                <a:extLst>
                  <a:ext uri="{FF2B5EF4-FFF2-40B4-BE49-F238E27FC236}">
                    <a16:creationId xmlns:a16="http://schemas.microsoft.com/office/drawing/2014/main" id="{8034045F-EB87-4382-3C2C-FA4DE9324EE3}"/>
                  </a:ext>
                </a:extLst>
              </p:cNvPr>
              <p:cNvSpPr/>
              <p:nvPr/>
            </p:nvSpPr>
            <p:spPr>
              <a:xfrm>
                <a:off x="327542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7" name="pg218">
                <a:extLst>
                  <a:ext uri="{FF2B5EF4-FFF2-40B4-BE49-F238E27FC236}">
                    <a16:creationId xmlns:a16="http://schemas.microsoft.com/office/drawing/2014/main" id="{FE444989-BC84-2E30-330E-01EE854B43EE}"/>
                  </a:ext>
                </a:extLst>
              </p:cNvPr>
              <p:cNvSpPr/>
              <p:nvPr/>
            </p:nvSpPr>
            <p:spPr>
              <a:xfrm>
                <a:off x="335686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8" name="pg219">
                <a:extLst>
                  <a:ext uri="{FF2B5EF4-FFF2-40B4-BE49-F238E27FC236}">
                    <a16:creationId xmlns:a16="http://schemas.microsoft.com/office/drawing/2014/main" id="{EA4F9852-15CD-C231-1D3F-AB2D99C484C4}"/>
                  </a:ext>
                </a:extLst>
              </p:cNvPr>
              <p:cNvSpPr/>
              <p:nvPr/>
            </p:nvSpPr>
            <p:spPr>
              <a:xfrm>
                <a:off x="343830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9" name="pg220">
                <a:extLst>
                  <a:ext uri="{FF2B5EF4-FFF2-40B4-BE49-F238E27FC236}">
                    <a16:creationId xmlns:a16="http://schemas.microsoft.com/office/drawing/2014/main" id="{EE8FC4A1-16CD-770D-B8A4-160F5A4640A5}"/>
                  </a:ext>
                </a:extLst>
              </p:cNvPr>
              <p:cNvSpPr/>
              <p:nvPr/>
            </p:nvSpPr>
            <p:spPr>
              <a:xfrm>
                <a:off x="351973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0" name="pg221">
                <a:extLst>
                  <a:ext uri="{FF2B5EF4-FFF2-40B4-BE49-F238E27FC236}">
                    <a16:creationId xmlns:a16="http://schemas.microsoft.com/office/drawing/2014/main" id="{301C9EB4-037A-8871-CE7A-9C18C593988D}"/>
                  </a:ext>
                </a:extLst>
              </p:cNvPr>
              <p:cNvSpPr/>
              <p:nvPr/>
            </p:nvSpPr>
            <p:spPr>
              <a:xfrm>
                <a:off x="360117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1" name="pg222">
                <a:extLst>
                  <a:ext uri="{FF2B5EF4-FFF2-40B4-BE49-F238E27FC236}">
                    <a16:creationId xmlns:a16="http://schemas.microsoft.com/office/drawing/2014/main" id="{EA5E3C2D-5984-CD21-2B00-022DE76F6C29}"/>
                  </a:ext>
                </a:extLst>
              </p:cNvPr>
              <p:cNvSpPr/>
              <p:nvPr/>
            </p:nvSpPr>
            <p:spPr>
              <a:xfrm>
                <a:off x="368261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2" name="pg223">
                <a:extLst>
                  <a:ext uri="{FF2B5EF4-FFF2-40B4-BE49-F238E27FC236}">
                    <a16:creationId xmlns:a16="http://schemas.microsoft.com/office/drawing/2014/main" id="{E4CD4642-5561-00E4-A709-71A0FB7102E0}"/>
                  </a:ext>
                </a:extLst>
              </p:cNvPr>
              <p:cNvSpPr/>
              <p:nvPr/>
            </p:nvSpPr>
            <p:spPr>
              <a:xfrm>
                <a:off x="376405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3" name="pg224">
                <a:extLst>
                  <a:ext uri="{FF2B5EF4-FFF2-40B4-BE49-F238E27FC236}">
                    <a16:creationId xmlns:a16="http://schemas.microsoft.com/office/drawing/2014/main" id="{51882B20-C8BA-3B00-F438-1B07CBB4385B}"/>
                  </a:ext>
                </a:extLst>
              </p:cNvPr>
              <p:cNvSpPr/>
              <p:nvPr/>
            </p:nvSpPr>
            <p:spPr>
              <a:xfrm>
                <a:off x="384548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4" name="pg225">
                <a:extLst>
                  <a:ext uri="{FF2B5EF4-FFF2-40B4-BE49-F238E27FC236}">
                    <a16:creationId xmlns:a16="http://schemas.microsoft.com/office/drawing/2014/main" id="{617084B7-D38A-BC7F-2BCA-A0129A2D239D}"/>
                  </a:ext>
                </a:extLst>
              </p:cNvPr>
              <p:cNvSpPr/>
              <p:nvPr/>
            </p:nvSpPr>
            <p:spPr>
              <a:xfrm>
                <a:off x="417123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5" name="pg226">
                <a:extLst>
                  <a:ext uri="{FF2B5EF4-FFF2-40B4-BE49-F238E27FC236}">
                    <a16:creationId xmlns:a16="http://schemas.microsoft.com/office/drawing/2014/main" id="{920E9069-72D4-0794-A806-FD245303F28C}"/>
                  </a:ext>
                </a:extLst>
              </p:cNvPr>
              <p:cNvSpPr/>
              <p:nvPr/>
            </p:nvSpPr>
            <p:spPr>
              <a:xfrm>
                <a:off x="425267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6" name="pg227">
                <a:extLst>
                  <a:ext uri="{FF2B5EF4-FFF2-40B4-BE49-F238E27FC236}">
                    <a16:creationId xmlns:a16="http://schemas.microsoft.com/office/drawing/2014/main" id="{F2677123-7C22-6D15-50B2-8BCD1F72C298}"/>
                  </a:ext>
                </a:extLst>
              </p:cNvPr>
              <p:cNvSpPr/>
              <p:nvPr/>
            </p:nvSpPr>
            <p:spPr>
              <a:xfrm>
                <a:off x="433411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7" name="pg228">
                <a:extLst>
                  <a:ext uri="{FF2B5EF4-FFF2-40B4-BE49-F238E27FC236}">
                    <a16:creationId xmlns:a16="http://schemas.microsoft.com/office/drawing/2014/main" id="{13FF50F5-642C-E6C7-2C07-14285C870F9B}"/>
                  </a:ext>
                </a:extLst>
              </p:cNvPr>
              <p:cNvSpPr/>
              <p:nvPr/>
            </p:nvSpPr>
            <p:spPr>
              <a:xfrm>
                <a:off x="441554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8" name="pg229">
                <a:extLst>
                  <a:ext uri="{FF2B5EF4-FFF2-40B4-BE49-F238E27FC236}">
                    <a16:creationId xmlns:a16="http://schemas.microsoft.com/office/drawing/2014/main" id="{9799111A-B3D2-968B-6E7C-3DF647F36D7A}"/>
                  </a:ext>
                </a:extLst>
              </p:cNvPr>
              <p:cNvSpPr/>
              <p:nvPr/>
            </p:nvSpPr>
            <p:spPr>
              <a:xfrm>
                <a:off x="449698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9" name="pg230">
                <a:extLst>
                  <a:ext uri="{FF2B5EF4-FFF2-40B4-BE49-F238E27FC236}">
                    <a16:creationId xmlns:a16="http://schemas.microsoft.com/office/drawing/2014/main" id="{CC9CFD6E-93BF-2329-2673-E1CA47B1D9EB}"/>
                  </a:ext>
                </a:extLst>
              </p:cNvPr>
              <p:cNvSpPr/>
              <p:nvPr/>
            </p:nvSpPr>
            <p:spPr>
              <a:xfrm>
                <a:off x="457842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0" name="pg231">
                <a:extLst>
                  <a:ext uri="{FF2B5EF4-FFF2-40B4-BE49-F238E27FC236}">
                    <a16:creationId xmlns:a16="http://schemas.microsoft.com/office/drawing/2014/main" id="{25270997-A299-96FE-E481-35A6C2B22280}"/>
                  </a:ext>
                </a:extLst>
              </p:cNvPr>
              <p:cNvSpPr/>
              <p:nvPr/>
            </p:nvSpPr>
            <p:spPr>
              <a:xfrm>
                <a:off x="465985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1" name="pg232">
                <a:extLst>
                  <a:ext uri="{FF2B5EF4-FFF2-40B4-BE49-F238E27FC236}">
                    <a16:creationId xmlns:a16="http://schemas.microsoft.com/office/drawing/2014/main" id="{598870D3-9D51-1FE9-FEEA-1E35D9B5AD2E}"/>
                  </a:ext>
                </a:extLst>
              </p:cNvPr>
              <p:cNvSpPr/>
              <p:nvPr/>
            </p:nvSpPr>
            <p:spPr>
              <a:xfrm>
                <a:off x="474129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2" name="pg233">
                <a:extLst>
                  <a:ext uri="{FF2B5EF4-FFF2-40B4-BE49-F238E27FC236}">
                    <a16:creationId xmlns:a16="http://schemas.microsoft.com/office/drawing/2014/main" id="{ED09C347-7CA1-4B32-5CCB-954AFC0E38D7}"/>
                  </a:ext>
                </a:extLst>
              </p:cNvPr>
              <p:cNvSpPr/>
              <p:nvPr/>
            </p:nvSpPr>
            <p:spPr>
              <a:xfrm>
                <a:off x="482273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3" name="pg234">
                <a:extLst>
                  <a:ext uri="{FF2B5EF4-FFF2-40B4-BE49-F238E27FC236}">
                    <a16:creationId xmlns:a16="http://schemas.microsoft.com/office/drawing/2014/main" id="{FCBB38F7-ABE1-0BAC-0F65-8F9DEEDBB55A}"/>
                  </a:ext>
                </a:extLst>
              </p:cNvPr>
              <p:cNvSpPr/>
              <p:nvPr/>
            </p:nvSpPr>
            <p:spPr>
              <a:xfrm>
                <a:off x="278680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4" name="pg235">
                <a:extLst>
                  <a:ext uri="{FF2B5EF4-FFF2-40B4-BE49-F238E27FC236}">
                    <a16:creationId xmlns:a16="http://schemas.microsoft.com/office/drawing/2014/main" id="{2BAC7CF1-8B74-2BD6-AB65-FFA9EEF8166C}"/>
                  </a:ext>
                </a:extLst>
              </p:cNvPr>
              <p:cNvSpPr/>
              <p:nvPr/>
            </p:nvSpPr>
            <p:spPr>
              <a:xfrm>
                <a:off x="286824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5" name="pg236">
                <a:extLst>
                  <a:ext uri="{FF2B5EF4-FFF2-40B4-BE49-F238E27FC236}">
                    <a16:creationId xmlns:a16="http://schemas.microsoft.com/office/drawing/2014/main" id="{DF959FF6-3858-C759-4598-D636D9141192}"/>
                  </a:ext>
                </a:extLst>
              </p:cNvPr>
              <p:cNvSpPr/>
              <p:nvPr/>
            </p:nvSpPr>
            <p:spPr>
              <a:xfrm>
                <a:off x="294967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6" name="pg237">
                <a:extLst>
                  <a:ext uri="{FF2B5EF4-FFF2-40B4-BE49-F238E27FC236}">
                    <a16:creationId xmlns:a16="http://schemas.microsoft.com/office/drawing/2014/main" id="{EF187AF4-6DCA-B343-895E-C578A15366EF}"/>
                  </a:ext>
                </a:extLst>
              </p:cNvPr>
              <p:cNvSpPr/>
              <p:nvPr/>
            </p:nvSpPr>
            <p:spPr>
              <a:xfrm>
                <a:off x="303111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7" name="pg238">
                <a:extLst>
                  <a:ext uri="{FF2B5EF4-FFF2-40B4-BE49-F238E27FC236}">
                    <a16:creationId xmlns:a16="http://schemas.microsoft.com/office/drawing/2014/main" id="{7CC6EE20-1006-B1E2-0BC4-37BEA2881C2F}"/>
                  </a:ext>
                </a:extLst>
              </p:cNvPr>
              <p:cNvSpPr/>
              <p:nvPr/>
            </p:nvSpPr>
            <p:spPr>
              <a:xfrm>
                <a:off x="311255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8" name="pg239">
                <a:extLst>
                  <a:ext uri="{FF2B5EF4-FFF2-40B4-BE49-F238E27FC236}">
                    <a16:creationId xmlns:a16="http://schemas.microsoft.com/office/drawing/2014/main" id="{78912348-0336-CDE4-5BCB-5EF7A01A1BEC}"/>
                  </a:ext>
                </a:extLst>
              </p:cNvPr>
              <p:cNvSpPr/>
              <p:nvPr/>
            </p:nvSpPr>
            <p:spPr>
              <a:xfrm>
                <a:off x="319399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9" name="pg240">
                <a:extLst>
                  <a:ext uri="{FF2B5EF4-FFF2-40B4-BE49-F238E27FC236}">
                    <a16:creationId xmlns:a16="http://schemas.microsoft.com/office/drawing/2014/main" id="{9599AA88-77A1-5734-78B7-E08FBCF6E5FF}"/>
                  </a:ext>
                </a:extLst>
              </p:cNvPr>
              <p:cNvSpPr/>
              <p:nvPr/>
            </p:nvSpPr>
            <p:spPr>
              <a:xfrm>
                <a:off x="327542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0" name="pg241">
                <a:extLst>
                  <a:ext uri="{FF2B5EF4-FFF2-40B4-BE49-F238E27FC236}">
                    <a16:creationId xmlns:a16="http://schemas.microsoft.com/office/drawing/2014/main" id="{AD160603-28BB-B2B0-BE65-F149D32BA203}"/>
                  </a:ext>
                </a:extLst>
              </p:cNvPr>
              <p:cNvSpPr/>
              <p:nvPr/>
            </p:nvSpPr>
            <p:spPr>
              <a:xfrm>
                <a:off x="335686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1" name="pg242">
                <a:extLst>
                  <a:ext uri="{FF2B5EF4-FFF2-40B4-BE49-F238E27FC236}">
                    <a16:creationId xmlns:a16="http://schemas.microsoft.com/office/drawing/2014/main" id="{BCACD206-27DA-1C09-9F4D-D0BF562DDB48}"/>
                  </a:ext>
                </a:extLst>
              </p:cNvPr>
              <p:cNvSpPr/>
              <p:nvPr/>
            </p:nvSpPr>
            <p:spPr>
              <a:xfrm>
                <a:off x="343830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2" name="pg243">
                <a:extLst>
                  <a:ext uri="{FF2B5EF4-FFF2-40B4-BE49-F238E27FC236}">
                    <a16:creationId xmlns:a16="http://schemas.microsoft.com/office/drawing/2014/main" id="{A883E064-DDF2-F62D-39FD-A7C830E10B5C}"/>
                  </a:ext>
                </a:extLst>
              </p:cNvPr>
              <p:cNvSpPr/>
              <p:nvPr/>
            </p:nvSpPr>
            <p:spPr>
              <a:xfrm>
                <a:off x="351973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3" name="pg244">
                <a:extLst>
                  <a:ext uri="{FF2B5EF4-FFF2-40B4-BE49-F238E27FC236}">
                    <a16:creationId xmlns:a16="http://schemas.microsoft.com/office/drawing/2014/main" id="{5FBFDB4D-BFFD-93B4-8CF1-901C33DD24DC}"/>
                  </a:ext>
                </a:extLst>
              </p:cNvPr>
              <p:cNvSpPr/>
              <p:nvPr/>
            </p:nvSpPr>
            <p:spPr>
              <a:xfrm>
                <a:off x="360117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4" name="pg245">
                <a:extLst>
                  <a:ext uri="{FF2B5EF4-FFF2-40B4-BE49-F238E27FC236}">
                    <a16:creationId xmlns:a16="http://schemas.microsoft.com/office/drawing/2014/main" id="{D4646B78-4FCE-1F00-3A8E-E6376FF130F2}"/>
                  </a:ext>
                </a:extLst>
              </p:cNvPr>
              <p:cNvSpPr/>
              <p:nvPr/>
            </p:nvSpPr>
            <p:spPr>
              <a:xfrm>
                <a:off x="368261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5" name="pg246">
                <a:extLst>
                  <a:ext uri="{FF2B5EF4-FFF2-40B4-BE49-F238E27FC236}">
                    <a16:creationId xmlns:a16="http://schemas.microsoft.com/office/drawing/2014/main" id="{BDF5EC77-2A34-533F-0B13-E28F2847E4E3}"/>
                  </a:ext>
                </a:extLst>
              </p:cNvPr>
              <p:cNvSpPr/>
              <p:nvPr/>
            </p:nvSpPr>
            <p:spPr>
              <a:xfrm>
                <a:off x="376405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6" name="pg247">
                <a:extLst>
                  <a:ext uri="{FF2B5EF4-FFF2-40B4-BE49-F238E27FC236}">
                    <a16:creationId xmlns:a16="http://schemas.microsoft.com/office/drawing/2014/main" id="{83A4A3D0-9BF9-793F-86C6-60E497D69C38}"/>
                  </a:ext>
                </a:extLst>
              </p:cNvPr>
              <p:cNvSpPr/>
              <p:nvPr/>
            </p:nvSpPr>
            <p:spPr>
              <a:xfrm>
                <a:off x="384548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7" name="pg248">
                <a:extLst>
                  <a:ext uri="{FF2B5EF4-FFF2-40B4-BE49-F238E27FC236}">
                    <a16:creationId xmlns:a16="http://schemas.microsoft.com/office/drawing/2014/main" id="{31630D4E-128D-FFD2-60D1-0C6125D54D7B}"/>
                  </a:ext>
                </a:extLst>
              </p:cNvPr>
              <p:cNvSpPr/>
              <p:nvPr/>
            </p:nvSpPr>
            <p:spPr>
              <a:xfrm>
                <a:off x="392692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8" name="pg249">
                <a:extLst>
                  <a:ext uri="{FF2B5EF4-FFF2-40B4-BE49-F238E27FC236}">
                    <a16:creationId xmlns:a16="http://schemas.microsoft.com/office/drawing/2014/main" id="{A6DBA979-6695-7C64-0744-05901A1D7419}"/>
                  </a:ext>
                </a:extLst>
              </p:cNvPr>
              <p:cNvSpPr/>
              <p:nvPr/>
            </p:nvSpPr>
            <p:spPr>
              <a:xfrm>
                <a:off x="425267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9" name="pg250">
                <a:extLst>
                  <a:ext uri="{FF2B5EF4-FFF2-40B4-BE49-F238E27FC236}">
                    <a16:creationId xmlns:a16="http://schemas.microsoft.com/office/drawing/2014/main" id="{F8C29FDC-C512-4974-B2F4-63E9CD77D3A5}"/>
                  </a:ext>
                </a:extLst>
              </p:cNvPr>
              <p:cNvSpPr/>
              <p:nvPr/>
            </p:nvSpPr>
            <p:spPr>
              <a:xfrm>
                <a:off x="433411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0" name="pg251">
                <a:extLst>
                  <a:ext uri="{FF2B5EF4-FFF2-40B4-BE49-F238E27FC236}">
                    <a16:creationId xmlns:a16="http://schemas.microsoft.com/office/drawing/2014/main" id="{482E3238-0DF7-CB68-4685-5650E301819F}"/>
                  </a:ext>
                </a:extLst>
              </p:cNvPr>
              <p:cNvSpPr/>
              <p:nvPr/>
            </p:nvSpPr>
            <p:spPr>
              <a:xfrm>
                <a:off x="441554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1" name="pg252">
                <a:extLst>
                  <a:ext uri="{FF2B5EF4-FFF2-40B4-BE49-F238E27FC236}">
                    <a16:creationId xmlns:a16="http://schemas.microsoft.com/office/drawing/2014/main" id="{2182BFD7-9632-940B-9302-5A7952D9BC4B}"/>
                  </a:ext>
                </a:extLst>
              </p:cNvPr>
              <p:cNvSpPr/>
              <p:nvPr/>
            </p:nvSpPr>
            <p:spPr>
              <a:xfrm>
                <a:off x="449698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2" name="pg253">
                <a:extLst>
                  <a:ext uri="{FF2B5EF4-FFF2-40B4-BE49-F238E27FC236}">
                    <a16:creationId xmlns:a16="http://schemas.microsoft.com/office/drawing/2014/main" id="{D6B2ADFD-D2D4-6B0C-E15C-E744E5BB8C95}"/>
                  </a:ext>
                </a:extLst>
              </p:cNvPr>
              <p:cNvSpPr/>
              <p:nvPr/>
            </p:nvSpPr>
            <p:spPr>
              <a:xfrm>
                <a:off x="457842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3" name="pg254">
                <a:extLst>
                  <a:ext uri="{FF2B5EF4-FFF2-40B4-BE49-F238E27FC236}">
                    <a16:creationId xmlns:a16="http://schemas.microsoft.com/office/drawing/2014/main" id="{6FBDB040-F1AD-F57F-EB1F-FF3FA33A9906}"/>
                  </a:ext>
                </a:extLst>
              </p:cNvPr>
              <p:cNvSpPr/>
              <p:nvPr/>
            </p:nvSpPr>
            <p:spPr>
              <a:xfrm>
                <a:off x="465985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4" name="pg255">
                <a:extLst>
                  <a:ext uri="{FF2B5EF4-FFF2-40B4-BE49-F238E27FC236}">
                    <a16:creationId xmlns:a16="http://schemas.microsoft.com/office/drawing/2014/main" id="{73FDE9F3-F23E-E995-018F-BCCF85DA915C}"/>
                  </a:ext>
                </a:extLst>
              </p:cNvPr>
              <p:cNvSpPr/>
              <p:nvPr/>
            </p:nvSpPr>
            <p:spPr>
              <a:xfrm>
                <a:off x="474129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5" name="pg256">
                <a:extLst>
                  <a:ext uri="{FF2B5EF4-FFF2-40B4-BE49-F238E27FC236}">
                    <a16:creationId xmlns:a16="http://schemas.microsoft.com/office/drawing/2014/main" id="{4CF7C6EB-6FAC-1E93-4C60-96AA3E79E61D}"/>
                  </a:ext>
                </a:extLst>
              </p:cNvPr>
              <p:cNvSpPr/>
              <p:nvPr/>
            </p:nvSpPr>
            <p:spPr>
              <a:xfrm>
                <a:off x="278680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6" name="pg257">
                <a:extLst>
                  <a:ext uri="{FF2B5EF4-FFF2-40B4-BE49-F238E27FC236}">
                    <a16:creationId xmlns:a16="http://schemas.microsoft.com/office/drawing/2014/main" id="{FBC745E6-706D-1BCC-DFBE-78772BDD8430}"/>
                  </a:ext>
                </a:extLst>
              </p:cNvPr>
              <p:cNvSpPr/>
              <p:nvPr/>
            </p:nvSpPr>
            <p:spPr>
              <a:xfrm>
                <a:off x="286824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7" name="pg258">
                <a:extLst>
                  <a:ext uri="{FF2B5EF4-FFF2-40B4-BE49-F238E27FC236}">
                    <a16:creationId xmlns:a16="http://schemas.microsoft.com/office/drawing/2014/main" id="{033A75A8-4218-2AD7-0D24-A43B83EC1D4F}"/>
                  </a:ext>
                </a:extLst>
              </p:cNvPr>
              <p:cNvSpPr/>
              <p:nvPr/>
            </p:nvSpPr>
            <p:spPr>
              <a:xfrm>
                <a:off x="294967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8" name="pg259">
                <a:extLst>
                  <a:ext uri="{FF2B5EF4-FFF2-40B4-BE49-F238E27FC236}">
                    <a16:creationId xmlns:a16="http://schemas.microsoft.com/office/drawing/2014/main" id="{6435239B-ADE8-6485-1ECA-B0F00E9EC270}"/>
                  </a:ext>
                </a:extLst>
              </p:cNvPr>
              <p:cNvSpPr/>
              <p:nvPr/>
            </p:nvSpPr>
            <p:spPr>
              <a:xfrm>
                <a:off x="303111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9" name="pg260">
                <a:extLst>
                  <a:ext uri="{FF2B5EF4-FFF2-40B4-BE49-F238E27FC236}">
                    <a16:creationId xmlns:a16="http://schemas.microsoft.com/office/drawing/2014/main" id="{7BE66AC1-3DC1-BF59-7CAB-AF78E00DD171}"/>
                  </a:ext>
                </a:extLst>
              </p:cNvPr>
              <p:cNvSpPr/>
              <p:nvPr/>
            </p:nvSpPr>
            <p:spPr>
              <a:xfrm>
                <a:off x="311255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0" name="pg261">
                <a:extLst>
                  <a:ext uri="{FF2B5EF4-FFF2-40B4-BE49-F238E27FC236}">
                    <a16:creationId xmlns:a16="http://schemas.microsoft.com/office/drawing/2014/main" id="{359E484D-A02B-AD48-F749-76D2AC79625A}"/>
                  </a:ext>
                </a:extLst>
              </p:cNvPr>
              <p:cNvSpPr/>
              <p:nvPr/>
            </p:nvSpPr>
            <p:spPr>
              <a:xfrm>
                <a:off x="319399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1" name="pg262">
                <a:extLst>
                  <a:ext uri="{FF2B5EF4-FFF2-40B4-BE49-F238E27FC236}">
                    <a16:creationId xmlns:a16="http://schemas.microsoft.com/office/drawing/2014/main" id="{F4606C69-3632-DC67-4283-4DE3D8063788}"/>
                  </a:ext>
                </a:extLst>
              </p:cNvPr>
              <p:cNvSpPr/>
              <p:nvPr/>
            </p:nvSpPr>
            <p:spPr>
              <a:xfrm>
                <a:off x="327542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2" name="pg263">
                <a:extLst>
                  <a:ext uri="{FF2B5EF4-FFF2-40B4-BE49-F238E27FC236}">
                    <a16:creationId xmlns:a16="http://schemas.microsoft.com/office/drawing/2014/main" id="{7AD78FB9-475B-C1AA-841F-627489D30F7C}"/>
                  </a:ext>
                </a:extLst>
              </p:cNvPr>
              <p:cNvSpPr/>
              <p:nvPr/>
            </p:nvSpPr>
            <p:spPr>
              <a:xfrm>
                <a:off x="335686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3" name="pg264">
                <a:extLst>
                  <a:ext uri="{FF2B5EF4-FFF2-40B4-BE49-F238E27FC236}">
                    <a16:creationId xmlns:a16="http://schemas.microsoft.com/office/drawing/2014/main" id="{FB761206-FFA6-9AB1-7524-437443E739DE}"/>
                  </a:ext>
                </a:extLst>
              </p:cNvPr>
              <p:cNvSpPr/>
              <p:nvPr/>
            </p:nvSpPr>
            <p:spPr>
              <a:xfrm>
                <a:off x="343830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4" name="pg265">
                <a:extLst>
                  <a:ext uri="{FF2B5EF4-FFF2-40B4-BE49-F238E27FC236}">
                    <a16:creationId xmlns:a16="http://schemas.microsoft.com/office/drawing/2014/main" id="{F502393C-8149-89F8-9031-7CEEFF3683C4}"/>
                  </a:ext>
                </a:extLst>
              </p:cNvPr>
              <p:cNvSpPr/>
              <p:nvPr/>
            </p:nvSpPr>
            <p:spPr>
              <a:xfrm>
                <a:off x="351973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5" name="pg266">
                <a:extLst>
                  <a:ext uri="{FF2B5EF4-FFF2-40B4-BE49-F238E27FC236}">
                    <a16:creationId xmlns:a16="http://schemas.microsoft.com/office/drawing/2014/main" id="{A208584E-3E8F-B06B-F823-1C5D8BDD40B1}"/>
                  </a:ext>
                </a:extLst>
              </p:cNvPr>
              <p:cNvSpPr/>
              <p:nvPr/>
            </p:nvSpPr>
            <p:spPr>
              <a:xfrm>
                <a:off x="360117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6" name="pg267">
                <a:extLst>
                  <a:ext uri="{FF2B5EF4-FFF2-40B4-BE49-F238E27FC236}">
                    <a16:creationId xmlns:a16="http://schemas.microsoft.com/office/drawing/2014/main" id="{CCB1B6B4-6DAD-D017-F81C-4A51305A01B6}"/>
                  </a:ext>
                </a:extLst>
              </p:cNvPr>
              <p:cNvSpPr/>
              <p:nvPr/>
            </p:nvSpPr>
            <p:spPr>
              <a:xfrm>
                <a:off x="368261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7" name="pg268">
                <a:extLst>
                  <a:ext uri="{FF2B5EF4-FFF2-40B4-BE49-F238E27FC236}">
                    <a16:creationId xmlns:a16="http://schemas.microsoft.com/office/drawing/2014/main" id="{88DE3BD4-B03D-B92E-CEAA-964A52B4880F}"/>
                  </a:ext>
                </a:extLst>
              </p:cNvPr>
              <p:cNvSpPr/>
              <p:nvPr/>
            </p:nvSpPr>
            <p:spPr>
              <a:xfrm>
                <a:off x="376405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8" name="pg269">
                <a:extLst>
                  <a:ext uri="{FF2B5EF4-FFF2-40B4-BE49-F238E27FC236}">
                    <a16:creationId xmlns:a16="http://schemas.microsoft.com/office/drawing/2014/main" id="{B8C8D9E5-3DF5-6B2D-1EB1-AFE480A56EB3}"/>
                  </a:ext>
                </a:extLst>
              </p:cNvPr>
              <p:cNvSpPr/>
              <p:nvPr/>
            </p:nvSpPr>
            <p:spPr>
              <a:xfrm>
                <a:off x="384548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9" name="pg270">
                <a:extLst>
                  <a:ext uri="{FF2B5EF4-FFF2-40B4-BE49-F238E27FC236}">
                    <a16:creationId xmlns:a16="http://schemas.microsoft.com/office/drawing/2014/main" id="{0219AAC7-C133-1DE4-1BE2-8F99B1214D35}"/>
                  </a:ext>
                </a:extLst>
              </p:cNvPr>
              <p:cNvSpPr/>
              <p:nvPr/>
            </p:nvSpPr>
            <p:spPr>
              <a:xfrm>
                <a:off x="392692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0" name="pg271">
                <a:extLst>
                  <a:ext uri="{FF2B5EF4-FFF2-40B4-BE49-F238E27FC236}">
                    <a16:creationId xmlns:a16="http://schemas.microsoft.com/office/drawing/2014/main" id="{4F7052F4-7DC0-AF91-697F-00A6E47FB778}"/>
                  </a:ext>
                </a:extLst>
              </p:cNvPr>
              <p:cNvSpPr/>
              <p:nvPr/>
            </p:nvSpPr>
            <p:spPr>
              <a:xfrm>
                <a:off x="425267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1" name="pg272">
                <a:extLst>
                  <a:ext uri="{FF2B5EF4-FFF2-40B4-BE49-F238E27FC236}">
                    <a16:creationId xmlns:a16="http://schemas.microsoft.com/office/drawing/2014/main" id="{F0815AFD-519E-B17D-7EF7-17D9CC0A453E}"/>
                  </a:ext>
                </a:extLst>
              </p:cNvPr>
              <p:cNvSpPr/>
              <p:nvPr/>
            </p:nvSpPr>
            <p:spPr>
              <a:xfrm>
                <a:off x="433411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2" name="pg273">
                <a:extLst>
                  <a:ext uri="{FF2B5EF4-FFF2-40B4-BE49-F238E27FC236}">
                    <a16:creationId xmlns:a16="http://schemas.microsoft.com/office/drawing/2014/main" id="{E32D58C7-69A5-3208-207E-E13B74A37EA5}"/>
                  </a:ext>
                </a:extLst>
              </p:cNvPr>
              <p:cNvSpPr/>
              <p:nvPr/>
            </p:nvSpPr>
            <p:spPr>
              <a:xfrm>
                <a:off x="441554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3" name="pg274">
                <a:extLst>
                  <a:ext uri="{FF2B5EF4-FFF2-40B4-BE49-F238E27FC236}">
                    <a16:creationId xmlns:a16="http://schemas.microsoft.com/office/drawing/2014/main" id="{EA5523BE-515A-6A53-5F7D-139B1ADCCA7E}"/>
                  </a:ext>
                </a:extLst>
              </p:cNvPr>
              <p:cNvSpPr/>
              <p:nvPr/>
            </p:nvSpPr>
            <p:spPr>
              <a:xfrm>
                <a:off x="449698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4" name="pg275">
                <a:extLst>
                  <a:ext uri="{FF2B5EF4-FFF2-40B4-BE49-F238E27FC236}">
                    <a16:creationId xmlns:a16="http://schemas.microsoft.com/office/drawing/2014/main" id="{11452567-58E6-E16A-B416-41942F193FBD}"/>
                  </a:ext>
                </a:extLst>
              </p:cNvPr>
              <p:cNvSpPr/>
              <p:nvPr/>
            </p:nvSpPr>
            <p:spPr>
              <a:xfrm>
                <a:off x="457842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5" name="pg276">
                <a:extLst>
                  <a:ext uri="{FF2B5EF4-FFF2-40B4-BE49-F238E27FC236}">
                    <a16:creationId xmlns:a16="http://schemas.microsoft.com/office/drawing/2014/main" id="{A10AC50A-6850-3396-F853-A388E4C82571}"/>
                  </a:ext>
                </a:extLst>
              </p:cNvPr>
              <p:cNvSpPr/>
              <p:nvPr/>
            </p:nvSpPr>
            <p:spPr>
              <a:xfrm>
                <a:off x="465985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6" name="pg277">
                <a:extLst>
                  <a:ext uri="{FF2B5EF4-FFF2-40B4-BE49-F238E27FC236}">
                    <a16:creationId xmlns:a16="http://schemas.microsoft.com/office/drawing/2014/main" id="{AA9FC5BE-01AD-2C3A-362D-618692381177}"/>
                  </a:ext>
                </a:extLst>
              </p:cNvPr>
              <p:cNvSpPr/>
              <p:nvPr/>
            </p:nvSpPr>
            <p:spPr>
              <a:xfrm>
                <a:off x="270536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7" name="pg278">
                <a:extLst>
                  <a:ext uri="{FF2B5EF4-FFF2-40B4-BE49-F238E27FC236}">
                    <a16:creationId xmlns:a16="http://schemas.microsoft.com/office/drawing/2014/main" id="{42D6DD4E-25A1-BD6F-12E1-0CB2B70D5F49}"/>
                  </a:ext>
                </a:extLst>
              </p:cNvPr>
              <p:cNvSpPr/>
              <p:nvPr/>
            </p:nvSpPr>
            <p:spPr>
              <a:xfrm>
                <a:off x="278680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8" name="pg279">
                <a:extLst>
                  <a:ext uri="{FF2B5EF4-FFF2-40B4-BE49-F238E27FC236}">
                    <a16:creationId xmlns:a16="http://schemas.microsoft.com/office/drawing/2014/main" id="{C7A95009-79E0-A578-B2B4-F46F4F5A6738}"/>
                  </a:ext>
                </a:extLst>
              </p:cNvPr>
              <p:cNvSpPr/>
              <p:nvPr/>
            </p:nvSpPr>
            <p:spPr>
              <a:xfrm>
                <a:off x="286824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9" name="pg280">
                <a:extLst>
                  <a:ext uri="{FF2B5EF4-FFF2-40B4-BE49-F238E27FC236}">
                    <a16:creationId xmlns:a16="http://schemas.microsoft.com/office/drawing/2014/main" id="{39D9FBCE-8D44-F6F1-9C6A-2F332CE473C0}"/>
                  </a:ext>
                </a:extLst>
              </p:cNvPr>
              <p:cNvSpPr/>
              <p:nvPr/>
            </p:nvSpPr>
            <p:spPr>
              <a:xfrm>
                <a:off x="294967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0" name="pg281">
                <a:extLst>
                  <a:ext uri="{FF2B5EF4-FFF2-40B4-BE49-F238E27FC236}">
                    <a16:creationId xmlns:a16="http://schemas.microsoft.com/office/drawing/2014/main" id="{DB3E2B81-04BA-7B8D-8396-76BF96CE3807}"/>
                  </a:ext>
                </a:extLst>
              </p:cNvPr>
              <p:cNvSpPr/>
              <p:nvPr/>
            </p:nvSpPr>
            <p:spPr>
              <a:xfrm>
                <a:off x="303111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1" name="pg282">
                <a:extLst>
                  <a:ext uri="{FF2B5EF4-FFF2-40B4-BE49-F238E27FC236}">
                    <a16:creationId xmlns:a16="http://schemas.microsoft.com/office/drawing/2014/main" id="{9542653E-99A8-9A1C-CE4D-751F8BA3F0D6}"/>
                  </a:ext>
                </a:extLst>
              </p:cNvPr>
              <p:cNvSpPr/>
              <p:nvPr/>
            </p:nvSpPr>
            <p:spPr>
              <a:xfrm>
                <a:off x="311255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2" name="pg283">
                <a:extLst>
                  <a:ext uri="{FF2B5EF4-FFF2-40B4-BE49-F238E27FC236}">
                    <a16:creationId xmlns:a16="http://schemas.microsoft.com/office/drawing/2014/main" id="{CCA5395A-18BC-9A7A-E883-596823057FD0}"/>
                  </a:ext>
                </a:extLst>
              </p:cNvPr>
              <p:cNvSpPr/>
              <p:nvPr/>
            </p:nvSpPr>
            <p:spPr>
              <a:xfrm>
                <a:off x="319399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3" name="pg284">
                <a:extLst>
                  <a:ext uri="{FF2B5EF4-FFF2-40B4-BE49-F238E27FC236}">
                    <a16:creationId xmlns:a16="http://schemas.microsoft.com/office/drawing/2014/main" id="{9E63C858-1A6C-1EDB-868F-253CF8066518}"/>
                  </a:ext>
                </a:extLst>
              </p:cNvPr>
              <p:cNvSpPr/>
              <p:nvPr/>
            </p:nvSpPr>
            <p:spPr>
              <a:xfrm>
                <a:off x="327542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4" name="pg285">
                <a:extLst>
                  <a:ext uri="{FF2B5EF4-FFF2-40B4-BE49-F238E27FC236}">
                    <a16:creationId xmlns:a16="http://schemas.microsoft.com/office/drawing/2014/main" id="{A0FCF0D2-D0BB-24E4-64B6-CB3929ECD58E}"/>
                  </a:ext>
                </a:extLst>
              </p:cNvPr>
              <p:cNvSpPr/>
              <p:nvPr/>
            </p:nvSpPr>
            <p:spPr>
              <a:xfrm>
                <a:off x="335686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5" name="pg286">
                <a:extLst>
                  <a:ext uri="{FF2B5EF4-FFF2-40B4-BE49-F238E27FC236}">
                    <a16:creationId xmlns:a16="http://schemas.microsoft.com/office/drawing/2014/main" id="{5F24F2A3-9851-0486-AEFC-4F669242B693}"/>
                  </a:ext>
                </a:extLst>
              </p:cNvPr>
              <p:cNvSpPr/>
              <p:nvPr/>
            </p:nvSpPr>
            <p:spPr>
              <a:xfrm>
                <a:off x="343830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6" name="pg287">
                <a:extLst>
                  <a:ext uri="{FF2B5EF4-FFF2-40B4-BE49-F238E27FC236}">
                    <a16:creationId xmlns:a16="http://schemas.microsoft.com/office/drawing/2014/main" id="{AC51D673-FB42-7002-7DAA-5249AE9CCE9E}"/>
                  </a:ext>
                </a:extLst>
              </p:cNvPr>
              <p:cNvSpPr/>
              <p:nvPr/>
            </p:nvSpPr>
            <p:spPr>
              <a:xfrm>
                <a:off x="351973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7" name="pg288">
                <a:extLst>
                  <a:ext uri="{FF2B5EF4-FFF2-40B4-BE49-F238E27FC236}">
                    <a16:creationId xmlns:a16="http://schemas.microsoft.com/office/drawing/2014/main" id="{CE1D8423-D123-B561-DD50-F85673AA3269}"/>
                  </a:ext>
                </a:extLst>
              </p:cNvPr>
              <p:cNvSpPr/>
              <p:nvPr/>
            </p:nvSpPr>
            <p:spPr>
              <a:xfrm>
                <a:off x="360117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8" name="pg289">
                <a:extLst>
                  <a:ext uri="{FF2B5EF4-FFF2-40B4-BE49-F238E27FC236}">
                    <a16:creationId xmlns:a16="http://schemas.microsoft.com/office/drawing/2014/main" id="{AA628CA0-3C8B-DD13-189D-6AAE4FA7BE5A}"/>
                  </a:ext>
                </a:extLst>
              </p:cNvPr>
              <p:cNvSpPr/>
              <p:nvPr/>
            </p:nvSpPr>
            <p:spPr>
              <a:xfrm>
                <a:off x="368261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9" name="pg290">
                <a:extLst>
                  <a:ext uri="{FF2B5EF4-FFF2-40B4-BE49-F238E27FC236}">
                    <a16:creationId xmlns:a16="http://schemas.microsoft.com/office/drawing/2014/main" id="{F44DD7B2-88E7-7600-77B6-A9DC94AB0CDE}"/>
                  </a:ext>
                </a:extLst>
              </p:cNvPr>
              <p:cNvSpPr/>
              <p:nvPr/>
            </p:nvSpPr>
            <p:spPr>
              <a:xfrm>
                <a:off x="376405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0" name="pg291">
                <a:extLst>
                  <a:ext uri="{FF2B5EF4-FFF2-40B4-BE49-F238E27FC236}">
                    <a16:creationId xmlns:a16="http://schemas.microsoft.com/office/drawing/2014/main" id="{1E5519F3-508E-8AC7-4B18-203D5B00C471}"/>
                  </a:ext>
                </a:extLst>
              </p:cNvPr>
              <p:cNvSpPr/>
              <p:nvPr/>
            </p:nvSpPr>
            <p:spPr>
              <a:xfrm>
                <a:off x="384548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1" name="pg292">
                <a:extLst>
                  <a:ext uri="{FF2B5EF4-FFF2-40B4-BE49-F238E27FC236}">
                    <a16:creationId xmlns:a16="http://schemas.microsoft.com/office/drawing/2014/main" id="{C5E60F0E-898E-6735-452B-F19EC46ACB97}"/>
                  </a:ext>
                </a:extLst>
              </p:cNvPr>
              <p:cNvSpPr/>
              <p:nvPr/>
            </p:nvSpPr>
            <p:spPr>
              <a:xfrm>
                <a:off x="392692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2" name="pg293">
                <a:extLst>
                  <a:ext uri="{FF2B5EF4-FFF2-40B4-BE49-F238E27FC236}">
                    <a16:creationId xmlns:a16="http://schemas.microsoft.com/office/drawing/2014/main" id="{D92158A3-402D-8941-7DCA-975FCCDDD8DD}"/>
                  </a:ext>
                </a:extLst>
              </p:cNvPr>
              <p:cNvSpPr/>
              <p:nvPr/>
            </p:nvSpPr>
            <p:spPr>
              <a:xfrm>
                <a:off x="400836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3" name="pg294">
                <a:extLst>
                  <a:ext uri="{FF2B5EF4-FFF2-40B4-BE49-F238E27FC236}">
                    <a16:creationId xmlns:a16="http://schemas.microsoft.com/office/drawing/2014/main" id="{BBAF3EA5-4329-6E46-9D92-659DA97FCF95}"/>
                  </a:ext>
                </a:extLst>
              </p:cNvPr>
              <p:cNvSpPr/>
              <p:nvPr/>
            </p:nvSpPr>
            <p:spPr>
              <a:xfrm>
                <a:off x="425267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4" name="pg295">
                <a:extLst>
                  <a:ext uri="{FF2B5EF4-FFF2-40B4-BE49-F238E27FC236}">
                    <a16:creationId xmlns:a16="http://schemas.microsoft.com/office/drawing/2014/main" id="{2E349669-EDCE-3667-4484-EC651A903E29}"/>
                  </a:ext>
                </a:extLst>
              </p:cNvPr>
              <p:cNvSpPr/>
              <p:nvPr/>
            </p:nvSpPr>
            <p:spPr>
              <a:xfrm>
                <a:off x="433411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5" name="pg296">
                <a:extLst>
                  <a:ext uri="{FF2B5EF4-FFF2-40B4-BE49-F238E27FC236}">
                    <a16:creationId xmlns:a16="http://schemas.microsoft.com/office/drawing/2014/main" id="{72014C25-44E3-23E1-0EAE-6C2327975D0B}"/>
                  </a:ext>
                </a:extLst>
              </p:cNvPr>
              <p:cNvSpPr/>
              <p:nvPr/>
            </p:nvSpPr>
            <p:spPr>
              <a:xfrm>
                <a:off x="441554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6" name="pg297">
                <a:extLst>
                  <a:ext uri="{FF2B5EF4-FFF2-40B4-BE49-F238E27FC236}">
                    <a16:creationId xmlns:a16="http://schemas.microsoft.com/office/drawing/2014/main" id="{95052783-2C47-0AE9-ABD3-E9369DAFBA1C}"/>
                  </a:ext>
                </a:extLst>
              </p:cNvPr>
              <p:cNvSpPr/>
              <p:nvPr/>
            </p:nvSpPr>
            <p:spPr>
              <a:xfrm>
                <a:off x="449698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7" name="pg298">
                <a:extLst>
                  <a:ext uri="{FF2B5EF4-FFF2-40B4-BE49-F238E27FC236}">
                    <a16:creationId xmlns:a16="http://schemas.microsoft.com/office/drawing/2014/main" id="{CCCBD778-F0DD-7151-1B9C-62DD22F586C6}"/>
                  </a:ext>
                </a:extLst>
              </p:cNvPr>
              <p:cNvSpPr/>
              <p:nvPr/>
            </p:nvSpPr>
            <p:spPr>
              <a:xfrm>
                <a:off x="457842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8" name="pg299">
                <a:extLst>
                  <a:ext uri="{FF2B5EF4-FFF2-40B4-BE49-F238E27FC236}">
                    <a16:creationId xmlns:a16="http://schemas.microsoft.com/office/drawing/2014/main" id="{B4BD546E-DCEE-D7D4-B30A-EB5ACBED4747}"/>
                  </a:ext>
                </a:extLst>
              </p:cNvPr>
              <p:cNvSpPr/>
              <p:nvPr/>
            </p:nvSpPr>
            <p:spPr>
              <a:xfrm>
                <a:off x="465985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9" name="pg300">
                <a:extLst>
                  <a:ext uri="{FF2B5EF4-FFF2-40B4-BE49-F238E27FC236}">
                    <a16:creationId xmlns:a16="http://schemas.microsoft.com/office/drawing/2014/main" id="{D6A64A98-6B58-67A1-3FE4-EF9662918A62}"/>
                  </a:ext>
                </a:extLst>
              </p:cNvPr>
              <p:cNvSpPr/>
              <p:nvPr/>
            </p:nvSpPr>
            <p:spPr>
              <a:xfrm>
                <a:off x="270536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0" name="pg301">
                <a:extLst>
                  <a:ext uri="{FF2B5EF4-FFF2-40B4-BE49-F238E27FC236}">
                    <a16:creationId xmlns:a16="http://schemas.microsoft.com/office/drawing/2014/main" id="{1CC1A658-889A-DAFF-FDC5-693754BA131E}"/>
                  </a:ext>
                </a:extLst>
              </p:cNvPr>
              <p:cNvSpPr/>
              <p:nvPr/>
            </p:nvSpPr>
            <p:spPr>
              <a:xfrm>
                <a:off x="278680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1" name="pg302">
                <a:extLst>
                  <a:ext uri="{FF2B5EF4-FFF2-40B4-BE49-F238E27FC236}">
                    <a16:creationId xmlns:a16="http://schemas.microsoft.com/office/drawing/2014/main" id="{73619595-B3E7-2640-1238-9A337D615B07}"/>
                  </a:ext>
                </a:extLst>
              </p:cNvPr>
              <p:cNvSpPr/>
              <p:nvPr/>
            </p:nvSpPr>
            <p:spPr>
              <a:xfrm>
                <a:off x="286824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2" name="pg303">
                <a:extLst>
                  <a:ext uri="{FF2B5EF4-FFF2-40B4-BE49-F238E27FC236}">
                    <a16:creationId xmlns:a16="http://schemas.microsoft.com/office/drawing/2014/main" id="{B33206CA-9953-3D38-5CC7-FA8F4208443D}"/>
                  </a:ext>
                </a:extLst>
              </p:cNvPr>
              <p:cNvSpPr/>
              <p:nvPr/>
            </p:nvSpPr>
            <p:spPr>
              <a:xfrm>
                <a:off x="294967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3" name="pg304">
                <a:extLst>
                  <a:ext uri="{FF2B5EF4-FFF2-40B4-BE49-F238E27FC236}">
                    <a16:creationId xmlns:a16="http://schemas.microsoft.com/office/drawing/2014/main" id="{365A9D34-E39E-749D-273B-A95E4FC5A87C}"/>
                  </a:ext>
                </a:extLst>
              </p:cNvPr>
              <p:cNvSpPr/>
              <p:nvPr/>
            </p:nvSpPr>
            <p:spPr>
              <a:xfrm>
                <a:off x="303111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4" name="pg305">
                <a:extLst>
                  <a:ext uri="{FF2B5EF4-FFF2-40B4-BE49-F238E27FC236}">
                    <a16:creationId xmlns:a16="http://schemas.microsoft.com/office/drawing/2014/main" id="{DD87FEC8-CAE3-CAB1-3D06-83E65ACD49AE}"/>
                  </a:ext>
                </a:extLst>
              </p:cNvPr>
              <p:cNvSpPr/>
              <p:nvPr/>
            </p:nvSpPr>
            <p:spPr>
              <a:xfrm>
                <a:off x="311255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5" name="pg306">
                <a:extLst>
                  <a:ext uri="{FF2B5EF4-FFF2-40B4-BE49-F238E27FC236}">
                    <a16:creationId xmlns:a16="http://schemas.microsoft.com/office/drawing/2014/main" id="{6FB048F8-F0AA-5A43-5150-402D76E79FD3}"/>
                  </a:ext>
                </a:extLst>
              </p:cNvPr>
              <p:cNvSpPr/>
              <p:nvPr/>
            </p:nvSpPr>
            <p:spPr>
              <a:xfrm>
                <a:off x="319399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6" name="pg307">
                <a:extLst>
                  <a:ext uri="{FF2B5EF4-FFF2-40B4-BE49-F238E27FC236}">
                    <a16:creationId xmlns:a16="http://schemas.microsoft.com/office/drawing/2014/main" id="{EBD28222-BC63-26F4-379B-C3CD44A56B51}"/>
                  </a:ext>
                </a:extLst>
              </p:cNvPr>
              <p:cNvSpPr/>
              <p:nvPr/>
            </p:nvSpPr>
            <p:spPr>
              <a:xfrm>
                <a:off x="327542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7" name="pg308">
                <a:extLst>
                  <a:ext uri="{FF2B5EF4-FFF2-40B4-BE49-F238E27FC236}">
                    <a16:creationId xmlns:a16="http://schemas.microsoft.com/office/drawing/2014/main" id="{3F18EFD8-4118-DE57-367A-4D96071FF0F2}"/>
                  </a:ext>
                </a:extLst>
              </p:cNvPr>
              <p:cNvSpPr/>
              <p:nvPr/>
            </p:nvSpPr>
            <p:spPr>
              <a:xfrm>
                <a:off x="335686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8" name="pg309">
                <a:extLst>
                  <a:ext uri="{FF2B5EF4-FFF2-40B4-BE49-F238E27FC236}">
                    <a16:creationId xmlns:a16="http://schemas.microsoft.com/office/drawing/2014/main" id="{3E21E2DF-8129-EB08-4ED2-874B08A56BE3}"/>
                  </a:ext>
                </a:extLst>
              </p:cNvPr>
              <p:cNvSpPr/>
              <p:nvPr/>
            </p:nvSpPr>
            <p:spPr>
              <a:xfrm>
                <a:off x="343830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9" name="pg310">
                <a:extLst>
                  <a:ext uri="{FF2B5EF4-FFF2-40B4-BE49-F238E27FC236}">
                    <a16:creationId xmlns:a16="http://schemas.microsoft.com/office/drawing/2014/main" id="{17446B4F-6300-43FD-2B04-87866F82E8C0}"/>
                  </a:ext>
                </a:extLst>
              </p:cNvPr>
              <p:cNvSpPr/>
              <p:nvPr/>
            </p:nvSpPr>
            <p:spPr>
              <a:xfrm>
                <a:off x="351973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0" name="pg311">
                <a:extLst>
                  <a:ext uri="{FF2B5EF4-FFF2-40B4-BE49-F238E27FC236}">
                    <a16:creationId xmlns:a16="http://schemas.microsoft.com/office/drawing/2014/main" id="{3C6F4782-86FB-7858-D083-95B603EF689D}"/>
                  </a:ext>
                </a:extLst>
              </p:cNvPr>
              <p:cNvSpPr/>
              <p:nvPr/>
            </p:nvSpPr>
            <p:spPr>
              <a:xfrm>
                <a:off x="360117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1" name="pg312">
                <a:extLst>
                  <a:ext uri="{FF2B5EF4-FFF2-40B4-BE49-F238E27FC236}">
                    <a16:creationId xmlns:a16="http://schemas.microsoft.com/office/drawing/2014/main" id="{6D7B2817-AE60-A7EE-77CC-E30C18F04684}"/>
                  </a:ext>
                </a:extLst>
              </p:cNvPr>
              <p:cNvSpPr/>
              <p:nvPr/>
            </p:nvSpPr>
            <p:spPr>
              <a:xfrm>
                <a:off x="368261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2" name="pg313">
                <a:extLst>
                  <a:ext uri="{FF2B5EF4-FFF2-40B4-BE49-F238E27FC236}">
                    <a16:creationId xmlns:a16="http://schemas.microsoft.com/office/drawing/2014/main" id="{30C7285E-C449-5EE4-FCA6-5D1FF921F914}"/>
                  </a:ext>
                </a:extLst>
              </p:cNvPr>
              <p:cNvSpPr/>
              <p:nvPr/>
            </p:nvSpPr>
            <p:spPr>
              <a:xfrm>
                <a:off x="376405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3" name="pg314">
                <a:extLst>
                  <a:ext uri="{FF2B5EF4-FFF2-40B4-BE49-F238E27FC236}">
                    <a16:creationId xmlns:a16="http://schemas.microsoft.com/office/drawing/2014/main" id="{177DE23B-7B9C-5667-438B-015FDBAAEDD3}"/>
                  </a:ext>
                </a:extLst>
              </p:cNvPr>
              <p:cNvSpPr/>
              <p:nvPr/>
            </p:nvSpPr>
            <p:spPr>
              <a:xfrm>
                <a:off x="384548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4" name="pg315">
                <a:extLst>
                  <a:ext uri="{FF2B5EF4-FFF2-40B4-BE49-F238E27FC236}">
                    <a16:creationId xmlns:a16="http://schemas.microsoft.com/office/drawing/2014/main" id="{BD1B2285-9662-939E-4FC1-6C07DB0A1A57}"/>
                  </a:ext>
                </a:extLst>
              </p:cNvPr>
              <p:cNvSpPr/>
              <p:nvPr/>
            </p:nvSpPr>
            <p:spPr>
              <a:xfrm>
                <a:off x="392692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5" name="pg316">
                <a:extLst>
                  <a:ext uri="{FF2B5EF4-FFF2-40B4-BE49-F238E27FC236}">
                    <a16:creationId xmlns:a16="http://schemas.microsoft.com/office/drawing/2014/main" id="{8C3887DF-9F77-BC0E-AA72-FBDF30BFF387}"/>
                  </a:ext>
                </a:extLst>
              </p:cNvPr>
              <p:cNvSpPr/>
              <p:nvPr/>
            </p:nvSpPr>
            <p:spPr>
              <a:xfrm>
                <a:off x="400836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6" name="pg317">
                <a:extLst>
                  <a:ext uri="{FF2B5EF4-FFF2-40B4-BE49-F238E27FC236}">
                    <a16:creationId xmlns:a16="http://schemas.microsoft.com/office/drawing/2014/main" id="{155ED313-6324-74BA-4F33-46F3489DEEAF}"/>
                  </a:ext>
                </a:extLst>
              </p:cNvPr>
              <p:cNvSpPr/>
              <p:nvPr/>
            </p:nvSpPr>
            <p:spPr>
              <a:xfrm>
                <a:off x="408979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7" name="pg318">
                <a:extLst>
                  <a:ext uri="{FF2B5EF4-FFF2-40B4-BE49-F238E27FC236}">
                    <a16:creationId xmlns:a16="http://schemas.microsoft.com/office/drawing/2014/main" id="{6F29E7DB-C4D3-0A34-C6FE-AFDF6B6B86C7}"/>
                  </a:ext>
                </a:extLst>
              </p:cNvPr>
              <p:cNvSpPr/>
              <p:nvPr/>
            </p:nvSpPr>
            <p:spPr>
              <a:xfrm>
                <a:off x="433411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8" name="pg319">
                <a:extLst>
                  <a:ext uri="{FF2B5EF4-FFF2-40B4-BE49-F238E27FC236}">
                    <a16:creationId xmlns:a16="http://schemas.microsoft.com/office/drawing/2014/main" id="{5FD302FF-23CF-090D-F522-5EF3734D6033}"/>
                  </a:ext>
                </a:extLst>
              </p:cNvPr>
              <p:cNvSpPr/>
              <p:nvPr/>
            </p:nvSpPr>
            <p:spPr>
              <a:xfrm>
                <a:off x="441554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9" name="pg320">
                <a:extLst>
                  <a:ext uri="{FF2B5EF4-FFF2-40B4-BE49-F238E27FC236}">
                    <a16:creationId xmlns:a16="http://schemas.microsoft.com/office/drawing/2014/main" id="{E63DA99A-3BCF-4549-E8C8-FE2F215B2B6F}"/>
                  </a:ext>
                </a:extLst>
              </p:cNvPr>
              <p:cNvSpPr/>
              <p:nvPr/>
            </p:nvSpPr>
            <p:spPr>
              <a:xfrm>
                <a:off x="449698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0" name="pg321">
                <a:extLst>
                  <a:ext uri="{FF2B5EF4-FFF2-40B4-BE49-F238E27FC236}">
                    <a16:creationId xmlns:a16="http://schemas.microsoft.com/office/drawing/2014/main" id="{BDEEEC76-0EFC-8D64-A1B4-11132272BFCA}"/>
                  </a:ext>
                </a:extLst>
              </p:cNvPr>
              <p:cNvSpPr/>
              <p:nvPr/>
            </p:nvSpPr>
            <p:spPr>
              <a:xfrm>
                <a:off x="457842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1" name="pg322">
                <a:extLst>
                  <a:ext uri="{FF2B5EF4-FFF2-40B4-BE49-F238E27FC236}">
                    <a16:creationId xmlns:a16="http://schemas.microsoft.com/office/drawing/2014/main" id="{DBD3D592-AC58-1950-70E8-E91D9F4B620D}"/>
                  </a:ext>
                </a:extLst>
              </p:cNvPr>
              <p:cNvSpPr/>
              <p:nvPr/>
            </p:nvSpPr>
            <p:spPr>
              <a:xfrm>
                <a:off x="465985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2" name="pg323">
                <a:extLst>
                  <a:ext uri="{FF2B5EF4-FFF2-40B4-BE49-F238E27FC236}">
                    <a16:creationId xmlns:a16="http://schemas.microsoft.com/office/drawing/2014/main" id="{C6B2C5FD-FC3A-DD2A-1153-03107DAF3D5F}"/>
                  </a:ext>
                </a:extLst>
              </p:cNvPr>
              <p:cNvSpPr/>
              <p:nvPr/>
            </p:nvSpPr>
            <p:spPr>
              <a:xfrm>
                <a:off x="270536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3" name="pg324">
                <a:extLst>
                  <a:ext uri="{FF2B5EF4-FFF2-40B4-BE49-F238E27FC236}">
                    <a16:creationId xmlns:a16="http://schemas.microsoft.com/office/drawing/2014/main" id="{0D8419EB-A147-4B2B-34EC-B87A961076C6}"/>
                  </a:ext>
                </a:extLst>
              </p:cNvPr>
              <p:cNvSpPr/>
              <p:nvPr/>
            </p:nvSpPr>
            <p:spPr>
              <a:xfrm>
                <a:off x="278680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4" name="pg325">
                <a:extLst>
                  <a:ext uri="{FF2B5EF4-FFF2-40B4-BE49-F238E27FC236}">
                    <a16:creationId xmlns:a16="http://schemas.microsoft.com/office/drawing/2014/main" id="{33D2EDF7-0E48-B4EB-BC0B-BD30E31E1F0E}"/>
                  </a:ext>
                </a:extLst>
              </p:cNvPr>
              <p:cNvSpPr/>
              <p:nvPr/>
            </p:nvSpPr>
            <p:spPr>
              <a:xfrm>
                <a:off x="286824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5" name="pg326">
                <a:extLst>
                  <a:ext uri="{FF2B5EF4-FFF2-40B4-BE49-F238E27FC236}">
                    <a16:creationId xmlns:a16="http://schemas.microsoft.com/office/drawing/2014/main" id="{4F447DBC-B9C1-5D1F-A2D7-24EA96961902}"/>
                  </a:ext>
                </a:extLst>
              </p:cNvPr>
              <p:cNvSpPr/>
              <p:nvPr/>
            </p:nvSpPr>
            <p:spPr>
              <a:xfrm>
                <a:off x="294967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6" name="pg327">
                <a:extLst>
                  <a:ext uri="{FF2B5EF4-FFF2-40B4-BE49-F238E27FC236}">
                    <a16:creationId xmlns:a16="http://schemas.microsoft.com/office/drawing/2014/main" id="{2E736D1D-52B3-56B4-405F-1815A1A20A62}"/>
                  </a:ext>
                </a:extLst>
              </p:cNvPr>
              <p:cNvSpPr/>
              <p:nvPr/>
            </p:nvSpPr>
            <p:spPr>
              <a:xfrm>
                <a:off x="303111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7" name="pg328">
                <a:extLst>
                  <a:ext uri="{FF2B5EF4-FFF2-40B4-BE49-F238E27FC236}">
                    <a16:creationId xmlns:a16="http://schemas.microsoft.com/office/drawing/2014/main" id="{B938C1E0-51D5-8EC5-3647-431289A7A5BA}"/>
                  </a:ext>
                </a:extLst>
              </p:cNvPr>
              <p:cNvSpPr/>
              <p:nvPr/>
            </p:nvSpPr>
            <p:spPr>
              <a:xfrm>
                <a:off x="311255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8" name="pg329">
                <a:extLst>
                  <a:ext uri="{FF2B5EF4-FFF2-40B4-BE49-F238E27FC236}">
                    <a16:creationId xmlns:a16="http://schemas.microsoft.com/office/drawing/2014/main" id="{6E83B075-9462-6D4E-18A4-34779DB8AA88}"/>
                  </a:ext>
                </a:extLst>
              </p:cNvPr>
              <p:cNvSpPr/>
              <p:nvPr/>
            </p:nvSpPr>
            <p:spPr>
              <a:xfrm>
                <a:off x="319399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9" name="pg330">
                <a:extLst>
                  <a:ext uri="{FF2B5EF4-FFF2-40B4-BE49-F238E27FC236}">
                    <a16:creationId xmlns:a16="http://schemas.microsoft.com/office/drawing/2014/main" id="{0A72194F-0367-50D7-2B7B-29A95F4247E4}"/>
                  </a:ext>
                </a:extLst>
              </p:cNvPr>
              <p:cNvSpPr/>
              <p:nvPr/>
            </p:nvSpPr>
            <p:spPr>
              <a:xfrm>
                <a:off x="327542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0" name="pg331">
                <a:extLst>
                  <a:ext uri="{FF2B5EF4-FFF2-40B4-BE49-F238E27FC236}">
                    <a16:creationId xmlns:a16="http://schemas.microsoft.com/office/drawing/2014/main" id="{FCA963CF-0DD0-22BF-93C5-CA40E5FC479E}"/>
                  </a:ext>
                </a:extLst>
              </p:cNvPr>
              <p:cNvSpPr/>
              <p:nvPr/>
            </p:nvSpPr>
            <p:spPr>
              <a:xfrm>
                <a:off x="335686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1" name="pg332">
                <a:extLst>
                  <a:ext uri="{FF2B5EF4-FFF2-40B4-BE49-F238E27FC236}">
                    <a16:creationId xmlns:a16="http://schemas.microsoft.com/office/drawing/2014/main" id="{7E5A0585-4641-AF48-1152-480B63F6140E}"/>
                  </a:ext>
                </a:extLst>
              </p:cNvPr>
              <p:cNvSpPr/>
              <p:nvPr/>
            </p:nvSpPr>
            <p:spPr>
              <a:xfrm>
                <a:off x="343830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2" name="pg333">
                <a:extLst>
                  <a:ext uri="{FF2B5EF4-FFF2-40B4-BE49-F238E27FC236}">
                    <a16:creationId xmlns:a16="http://schemas.microsoft.com/office/drawing/2014/main" id="{6E010E77-2577-0C71-04A8-71B5C7BBF9F7}"/>
                  </a:ext>
                </a:extLst>
              </p:cNvPr>
              <p:cNvSpPr/>
              <p:nvPr/>
            </p:nvSpPr>
            <p:spPr>
              <a:xfrm>
                <a:off x="351973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3" name="pg334">
                <a:extLst>
                  <a:ext uri="{FF2B5EF4-FFF2-40B4-BE49-F238E27FC236}">
                    <a16:creationId xmlns:a16="http://schemas.microsoft.com/office/drawing/2014/main" id="{377BBBBC-03D4-7B74-DFF8-EB4656ED03DD}"/>
                  </a:ext>
                </a:extLst>
              </p:cNvPr>
              <p:cNvSpPr/>
              <p:nvPr/>
            </p:nvSpPr>
            <p:spPr>
              <a:xfrm>
                <a:off x="360117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4" name="pg335">
                <a:extLst>
                  <a:ext uri="{FF2B5EF4-FFF2-40B4-BE49-F238E27FC236}">
                    <a16:creationId xmlns:a16="http://schemas.microsoft.com/office/drawing/2014/main" id="{3FBB6C2B-F9F3-51C5-3E13-FE99AABD487D}"/>
                  </a:ext>
                </a:extLst>
              </p:cNvPr>
              <p:cNvSpPr/>
              <p:nvPr/>
            </p:nvSpPr>
            <p:spPr>
              <a:xfrm>
                <a:off x="368261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5" name="pg336">
                <a:extLst>
                  <a:ext uri="{FF2B5EF4-FFF2-40B4-BE49-F238E27FC236}">
                    <a16:creationId xmlns:a16="http://schemas.microsoft.com/office/drawing/2014/main" id="{7D9E9AF0-F24A-EDE6-AA09-8CC844F1AE11}"/>
                  </a:ext>
                </a:extLst>
              </p:cNvPr>
              <p:cNvSpPr/>
              <p:nvPr/>
            </p:nvSpPr>
            <p:spPr>
              <a:xfrm>
                <a:off x="376405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6" name="pg337">
                <a:extLst>
                  <a:ext uri="{FF2B5EF4-FFF2-40B4-BE49-F238E27FC236}">
                    <a16:creationId xmlns:a16="http://schemas.microsoft.com/office/drawing/2014/main" id="{9F167255-786A-05B0-7CA7-932846F1C6F9}"/>
                  </a:ext>
                </a:extLst>
              </p:cNvPr>
              <p:cNvSpPr/>
              <p:nvPr/>
            </p:nvSpPr>
            <p:spPr>
              <a:xfrm>
                <a:off x="384548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7" name="pg338">
                <a:extLst>
                  <a:ext uri="{FF2B5EF4-FFF2-40B4-BE49-F238E27FC236}">
                    <a16:creationId xmlns:a16="http://schemas.microsoft.com/office/drawing/2014/main" id="{5D75DD90-5AF3-A137-E319-862E521B311A}"/>
                  </a:ext>
                </a:extLst>
              </p:cNvPr>
              <p:cNvSpPr/>
              <p:nvPr/>
            </p:nvSpPr>
            <p:spPr>
              <a:xfrm>
                <a:off x="392692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8" name="pg339">
                <a:extLst>
                  <a:ext uri="{FF2B5EF4-FFF2-40B4-BE49-F238E27FC236}">
                    <a16:creationId xmlns:a16="http://schemas.microsoft.com/office/drawing/2014/main" id="{CDCFF9A1-5609-D3A1-CE2B-8D3AC04D2B0B}"/>
                  </a:ext>
                </a:extLst>
              </p:cNvPr>
              <p:cNvSpPr/>
              <p:nvPr/>
            </p:nvSpPr>
            <p:spPr>
              <a:xfrm>
                <a:off x="400836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9" name="pg340">
                <a:extLst>
                  <a:ext uri="{FF2B5EF4-FFF2-40B4-BE49-F238E27FC236}">
                    <a16:creationId xmlns:a16="http://schemas.microsoft.com/office/drawing/2014/main" id="{1DCA9821-C605-7FB5-75FF-96B3C521ED9C}"/>
                  </a:ext>
                </a:extLst>
              </p:cNvPr>
              <p:cNvSpPr/>
              <p:nvPr/>
            </p:nvSpPr>
            <p:spPr>
              <a:xfrm>
                <a:off x="408979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0" name="pg341">
                <a:extLst>
                  <a:ext uri="{FF2B5EF4-FFF2-40B4-BE49-F238E27FC236}">
                    <a16:creationId xmlns:a16="http://schemas.microsoft.com/office/drawing/2014/main" id="{A4C9619E-718E-02A5-EC1B-EFD6C11C2B2D}"/>
                  </a:ext>
                </a:extLst>
              </p:cNvPr>
              <p:cNvSpPr/>
              <p:nvPr/>
            </p:nvSpPr>
            <p:spPr>
              <a:xfrm>
                <a:off x="425267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1" name="pg342">
                <a:extLst>
                  <a:ext uri="{FF2B5EF4-FFF2-40B4-BE49-F238E27FC236}">
                    <a16:creationId xmlns:a16="http://schemas.microsoft.com/office/drawing/2014/main" id="{7C342F77-498E-7BA0-BC38-61A0459A24FD}"/>
                  </a:ext>
                </a:extLst>
              </p:cNvPr>
              <p:cNvSpPr/>
              <p:nvPr/>
            </p:nvSpPr>
            <p:spPr>
              <a:xfrm>
                <a:off x="433411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2" name="pg343">
                <a:extLst>
                  <a:ext uri="{FF2B5EF4-FFF2-40B4-BE49-F238E27FC236}">
                    <a16:creationId xmlns:a16="http://schemas.microsoft.com/office/drawing/2014/main" id="{D3D974D8-BB38-4581-D560-88FB563DBBF7}"/>
                  </a:ext>
                </a:extLst>
              </p:cNvPr>
              <p:cNvSpPr/>
              <p:nvPr/>
            </p:nvSpPr>
            <p:spPr>
              <a:xfrm>
                <a:off x="441554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3" name="pg344">
                <a:extLst>
                  <a:ext uri="{FF2B5EF4-FFF2-40B4-BE49-F238E27FC236}">
                    <a16:creationId xmlns:a16="http://schemas.microsoft.com/office/drawing/2014/main" id="{4C21102F-8843-6A9E-FCD9-1E5DAFB2A69A}"/>
                  </a:ext>
                </a:extLst>
              </p:cNvPr>
              <p:cNvSpPr/>
              <p:nvPr/>
            </p:nvSpPr>
            <p:spPr>
              <a:xfrm>
                <a:off x="449698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4" name="pg345">
                <a:extLst>
                  <a:ext uri="{FF2B5EF4-FFF2-40B4-BE49-F238E27FC236}">
                    <a16:creationId xmlns:a16="http://schemas.microsoft.com/office/drawing/2014/main" id="{D5D38034-1439-9079-E588-9FB4E03CFA95}"/>
                  </a:ext>
                </a:extLst>
              </p:cNvPr>
              <p:cNvSpPr/>
              <p:nvPr/>
            </p:nvSpPr>
            <p:spPr>
              <a:xfrm>
                <a:off x="4578421" y="3306281"/>
                <a:ext cx="81436" cy="103315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5" name="pg346">
                <a:extLst>
                  <a:ext uri="{FF2B5EF4-FFF2-40B4-BE49-F238E27FC236}">
                    <a16:creationId xmlns:a16="http://schemas.microsoft.com/office/drawing/2014/main" id="{21C0D085-1215-6C8A-ADC7-83D994FDA24C}"/>
                  </a:ext>
                </a:extLst>
              </p:cNvPr>
              <p:cNvSpPr/>
              <p:nvPr/>
            </p:nvSpPr>
            <p:spPr>
              <a:xfrm>
                <a:off x="465985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6" name="pg347">
                <a:extLst>
                  <a:ext uri="{FF2B5EF4-FFF2-40B4-BE49-F238E27FC236}">
                    <a16:creationId xmlns:a16="http://schemas.microsoft.com/office/drawing/2014/main" id="{407334AB-8BB2-1B31-A253-4FF65DAF71BF}"/>
                  </a:ext>
                </a:extLst>
              </p:cNvPr>
              <p:cNvSpPr/>
              <p:nvPr/>
            </p:nvSpPr>
            <p:spPr>
              <a:xfrm>
                <a:off x="278680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7" name="pg348">
                <a:extLst>
                  <a:ext uri="{FF2B5EF4-FFF2-40B4-BE49-F238E27FC236}">
                    <a16:creationId xmlns:a16="http://schemas.microsoft.com/office/drawing/2014/main" id="{7A27EB3B-41F2-8B3E-C513-23EBB20D48D4}"/>
                  </a:ext>
                </a:extLst>
              </p:cNvPr>
              <p:cNvSpPr/>
              <p:nvPr/>
            </p:nvSpPr>
            <p:spPr>
              <a:xfrm>
                <a:off x="286824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8" name="pg349">
                <a:extLst>
                  <a:ext uri="{FF2B5EF4-FFF2-40B4-BE49-F238E27FC236}">
                    <a16:creationId xmlns:a16="http://schemas.microsoft.com/office/drawing/2014/main" id="{45654CFE-26F9-0E5D-091E-1F7EE051775E}"/>
                  </a:ext>
                </a:extLst>
              </p:cNvPr>
              <p:cNvSpPr/>
              <p:nvPr/>
            </p:nvSpPr>
            <p:spPr>
              <a:xfrm>
                <a:off x="294967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9" name="pg350">
                <a:extLst>
                  <a:ext uri="{FF2B5EF4-FFF2-40B4-BE49-F238E27FC236}">
                    <a16:creationId xmlns:a16="http://schemas.microsoft.com/office/drawing/2014/main" id="{23B8BFE2-8DC3-F915-000E-1C0340C454DD}"/>
                  </a:ext>
                </a:extLst>
              </p:cNvPr>
              <p:cNvSpPr/>
              <p:nvPr/>
            </p:nvSpPr>
            <p:spPr>
              <a:xfrm>
                <a:off x="303111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0" name="pg351">
                <a:extLst>
                  <a:ext uri="{FF2B5EF4-FFF2-40B4-BE49-F238E27FC236}">
                    <a16:creationId xmlns:a16="http://schemas.microsoft.com/office/drawing/2014/main" id="{D9C0C3AC-D7AA-506A-D1FF-9C19EED6B786}"/>
                  </a:ext>
                </a:extLst>
              </p:cNvPr>
              <p:cNvSpPr/>
              <p:nvPr/>
            </p:nvSpPr>
            <p:spPr>
              <a:xfrm>
                <a:off x="311255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1" name="pg352">
                <a:extLst>
                  <a:ext uri="{FF2B5EF4-FFF2-40B4-BE49-F238E27FC236}">
                    <a16:creationId xmlns:a16="http://schemas.microsoft.com/office/drawing/2014/main" id="{2CD975EB-F467-AF8A-D1F7-3D995B47D5C0}"/>
                  </a:ext>
                </a:extLst>
              </p:cNvPr>
              <p:cNvSpPr/>
              <p:nvPr/>
            </p:nvSpPr>
            <p:spPr>
              <a:xfrm>
                <a:off x="319399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2" name="pg353">
                <a:extLst>
                  <a:ext uri="{FF2B5EF4-FFF2-40B4-BE49-F238E27FC236}">
                    <a16:creationId xmlns:a16="http://schemas.microsoft.com/office/drawing/2014/main" id="{D9F4B05C-F7CA-F0F1-4B29-EADE284BBA6F}"/>
                  </a:ext>
                </a:extLst>
              </p:cNvPr>
              <p:cNvSpPr/>
              <p:nvPr/>
            </p:nvSpPr>
            <p:spPr>
              <a:xfrm>
                <a:off x="327542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3" name="pg354">
                <a:extLst>
                  <a:ext uri="{FF2B5EF4-FFF2-40B4-BE49-F238E27FC236}">
                    <a16:creationId xmlns:a16="http://schemas.microsoft.com/office/drawing/2014/main" id="{3140B6AD-B670-A6E9-2867-AC43B95191F0}"/>
                  </a:ext>
                </a:extLst>
              </p:cNvPr>
              <p:cNvSpPr/>
              <p:nvPr/>
            </p:nvSpPr>
            <p:spPr>
              <a:xfrm>
                <a:off x="335686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4" name="pg355">
                <a:extLst>
                  <a:ext uri="{FF2B5EF4-FFF2-40B4-BE49-F238E27FC236}">
                    <a16:creationId xmlns:a16="http://schemas.microsoft.com/office/drawing/2014/main" id="{46CFFDF5-D515-2189-7998-1CFDC83C75E6}"/>
                  </a:ext>
                </a:extLst>
              </p:cNvPr>
              <p:cNvSpPr/>
              <p:nvPr/>
            </p:nvSpPr>
            <p:spPr>
              <a:xfrm>
                <a:off x="343830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5" name="pg356">
                <a:extLst>
                  <a:ext uri="{FF2B5EF4-FFF2-40B4-BE49-F238E27FC236}">
                    <a16:creationId xmlns:a16="http://schemas.microsoft.com/office/drawing/2014/main" id="{1E96EA89-2190-215C-8663-F6972584E3A0}"/>
                  </a:ext>
                </a:extLst>
              </p:cNvPr>
              <p:cNvSpPr/>
              <p:nvPr/>
            </p:nvSpPr>
            <p:spPr>
              <a:xfrm>
                <a:off x="351973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6" name="pg357">
                <a:extLst>
                  <a:ext uri="{FF2B5EF4-FFF2-40B4-BE49-F238E27FC236}">
                    <a16:creationId xmlns:a16="http://schemas.microsoft.com/office/drawing/2014/main" id="{D92A9DF5-29A7-B786-BA7C-6B5B1AEDD58E}"/>
                  </a:ext>
                </a:extLst>
              </p:cNvPr>
              <p:cNvSpPr/>
              <p:nvPr/>
            </p:nvSpPr>
            <p:spPr>
              <a:xfrm>
                <a:off x="360117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7" name="pg358">
                <a:extLst>
                  <a:ext uri="{FF2B5EF4-FFF2-40B4-BE49-F238E27FC236}">
                    <a16:creationId xmlns:a16="http://schemas.microsoft.com/office/drawing/2014/main" id="{C32E906E-729A-1965-557C-8CF028B3D47E}"/>
                  </a:ext>
                </a:extLst>
              </p:cNvPr>
              <p:cNvSpPr/>
              <p:nvPr/>
            </p:nvSpPr>
            <p:spPr>
              <a:xfrm>
                <a:off x="368261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8" name="pg359">
                <a:extLst>
                  <a:ext uri="{FF2B5EF4-FFF2-40B4-BE49-F238E27FC236}">
                    <a16:creationId xmlns:a16="http://schemas.microsoft.com/office/drawing/2014/main" id="{1FBD7B1E-2F9C-00BB-3AEE-663E827D8D3E}"/>
                  </a:ext>
                </a:extLst>
              </p:cNvPr>
              <p:cNvSpPr/>
              <p:nvPr/>
            </p:nvSpPr>
            <p:spPr>
              <a:xfrm>
                <a:off x="376405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9" name="pg360">
                <a:extLst>
                  <a:ext uri="{FF2B5EF4-FFF2-40B4-BE49-F238E27FC236}">
                    <a16:creationId xmlns:a16="http://schemas.microsoft.com/office/drawing/2014/main" id="{B3A33CC3-851C-3269-A377-8C9636BCBCD3}"/>
                  </a:ext>
                </a:extLst>
              </p:cNvPr>
              <p:cNvSpPr/>
              <p:nvPr/>
            </p:nvSpPr>
            <p:spPr>
              <a:xfrm>
                <a:off x="384548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0" name="pg361">
                <a:extLst>
                  <a:ext uri="{FF2B5EF4-FFF2-40B4-BE49-F238E27FC236}">
                    <a16:creationId xmlns:a16="http://schemas.microsoft.com/office/drawing/2014/main" id="{2801849C-6B92-9192-7372-E663F3B88A76}"/>
                  </a:ext>
                </a:extLst>
              </p:cNvPr>
              <p:cNvSpPr/>
              <p:nvPr/>
            </p:nvSpPr>
            <p:spPr>
              <a:xfrm>
                <a:off x="392692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1" name="pg362">
                <a:extLst>
                  <a:ext uri="{FF2B5EF4-FFF2-40B4-BE49-F238E27FC236}">
                    <a16:creationId xmlns:a16="http://schemas.microsoft.com/office/drawing/2014/main" id="{13BDAF7D-E419-FA4D-E706-0F1273B56192}"/>
                  </a:ext>
                </a:extLst>
              </p:cNvPr>
              <p:cNvSpPr/>
              <p:nvPr/>
            </p:nvSpPr>
            <p:spPr>
              <a:xfrm>
                <a:off x="400836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2" name="pg363">
                <a:extLst>
                  <a:ext uri="{FF2B5EF4-FFF2-40B4-BE49-F238E27FC236}">
                    <a16:creationId xmlns:a16="http://schemas.microsoft.com/office/drawing/2014/main" id="{499C859E-58BD-23EE-6DD1-AAFBB10FCFC1}"/>
                  </a:ext>
                </a:extLst>
              </p:cNvPr>
              <p:cNvSpPr/>
              <p:nvPr/>
            </p:nvSpPr>
            <p:spPr>
              <a:xfrm>
                <a:off x="408979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3" name="pg364">
                <a:extLst>
                  <a:ext uri="{FF2B5EF4-FFF2-40B4-BE49-F238E27FC236}">
                    <a16:creationId xmlns:a16="http://schemas.microsoft.com/office/drawing/2014/main" id="{78A2C7A0-43D6-798A-BEB9-CEA6D41864F0}"/>
                  </a:ext>
                </a:extLst>
              </p:cNvPr>
              <p:cNvSpPr/>
              <p:nvPr/>
            </p:nvSpPr>
            <p:spPr>
              <a:xfrm>
                <a:off x="417123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4" name="pg365">
                <a:extLst>
                  <a:ext uri="{FF2B5EF4-FFF2-40B4-BE49-F238E27FC236}">
                    <a16:creationId xmlns:a16="http://schemas.microsoft.com/office/drawing/2014/main" id="{CDBB8B4C-E1EE-7FF8-54E7-8FA96935B0B5}"/>
                  </a:ext>
                </a:extLst>
              </p:cNvPr>
              <p:cNvSpPr/>
              <p:nvPr/>
            </p:nvSpPr>
            <p:spPr>
              <a:xfrm>
                <a:off x="425267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5" name="pg366">
                <a:extLst>
                  <a:ext uri="{FF2B5EF4-FFF2-40B4-BE49-F238E27FC236}">
                    <a16:creationId xmlns:a16="http://schemas.microsoft.com/office/drawing/2014/main" id="{4A15E7D2-4D98-D22B-E13E-5661D9D8B1E2}"/>
                  </a:ext>
                </a:extLst>
              </p:cNvPr>
              <p:cNvSpPr/>
              <p:nvPr/>
            </p:nvSpPr>
            <p:spPr>
              <a:xfrm>
                <a:off x="433411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6" name="pg367">
                <a:extLst>
                  <a:ext uri="{FF2B5EF4-FFF2-40B4-BE49-F238E27FC236}">
                    <a16:creationId xmlns:a16="http://schemas.microsoft.com/office/drawing/2014/main" id="{103756AB-951D-95FF-2D66-14B2EC824A8C}"/>
                  </a:ext>
                </a:extLst>
              </p:cNvPr>
              <p:cNvSpPr/>
              <p:nvPr/>
            </p:nvSpPr>
            <p:spPr>
              <a:xfrm>
                <a:off x="441554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7" name="pg368">
                <a:extLst>
                  <a:ext uri="{FF2B5EF4-FFF2-40B4-BE49-F238E27FC236}">
                    <a16:creationId xmlns:a16="http://schemas.microsoft.com/office/drawing/2014/main" id="{AE025E30-2652-F279-2F89-5BA2BA059916}"/>
                  </a:ext>
                </a:extLst>
              </p:cNvPr>
              <p:cNvSpPr/>
              <p:nvPr/>
            </p:nvSpPr>
            <p:spPr>
              <a:xfrm>
                <a:off x="449698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8" name="pg369">
                <a:extLst>
                  <a:ext uri="{FF2B5EF4-FFF2-40B4-BE49-F238E27FC236}">
                    <a16:creationId xmlns:a16="http://schemas.microsoft.com/office/drawing/2014/main" id="{9C89B2FF-9639-3B38-9DC8-D113A8CA8B49}"/>
                  </a:ext>
                </a:extLst>
              </p:cNvPr>
              <p:cNvSpPr/>
              <p:nvPr/>
            </p:nvSpPr>
            <p:spPr>
              <a:xfrm>
                <a:off x="457842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9" name="pg370">
                <a:extLst>
                  <a:ext uri="{FF2B5EF4-FFF2-40B4-BE49-F238E27FC236}">
                    <a16:creationId xmlns:a16="http://schemas.microsoft.com/office/drawing/2014/main" id="{1122A124-2BEC-969A-7820-16B38EAC4C80}"/>
                  </a:ext>
                </a:extLst>
              </p:cNvPr>
              <p:cNvSpPr/>
              <p:nvPr/>
            </p:nvSpPr>
            <p:spPr>
              <a:xfrm>
                <a:off x="465985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0" name="pg371">
                <a:extLst>
                  <a:ext uri="{FF2B5EF4-FFF2-40B4-BE49-F238E27FC236}">
                    <a16:creationId xmlns:a16="http://schemas.microsoft.com/office/drawing/2014/main" id="{09404350-DE57-5064-52E3-C46193BC7503}"/>
                  </a:ext>
                </a:extLst>
              </p:cNvPr>
              <p:cNvSpPr/>
              <p:nvPr/>
            </p:nvSpPr>
            <p:spPr>
              <a:xfrm>
                <a:off x="286824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1" name="pg372">
                <a:extLst>
                  <a:ext uri="{FF2B5EF4-FFF2-40B4-BE49-F238E27FC236}">
                    <a16:creationId xmlns:a16="http://schemas.microsoft.com/office/drawing/2014/main" id="{239ABBC5-100A-9A1D-EB3A-405DD223193A}"/>
                  </a:ext>
                </a:extLst>
              </p:cNvPr>
              <p:cNvSpPr/>
              <p:nvPr/>
            </p:nvSpPr>
            <p:spPr>
              <a:xfrm>
                <a:off x="294967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2" name="pg373">
                <a:extLst>
                  <a:ext uri="{FF2B5EF4-FFF2-40B4-BE49-F238E27FC236}">
                    <a16:creationId xmlns:a16="http://schemas.microsoft.com/office/drawing/2014/main" id="{4C1D8B4A-B88F-EA23-46F0-64CD68BF79E3}"/>
                  </a:ext>
                </a:extLst>
              </p:cNvPr>
              <p:cNvSpPr/>
              <p:nvPr/>
            </p:nvSpPr>
            <p:spPr>
              <a:xfrm>
                <a:off x="303111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3" name="pg374">
                <a:extLst>
                  <a:ext uri="{FF2B5EF4-FFF2-40B4-BE49-F238E27FC236}">
                    <a16:creationId xmlns:a16="http://schemas.microsoft.com/office/drawing/2014/main" id="{63049BED-34D8-F7C9-5444-E29A5C6EB2AB}"/>
                  </a:ext>
                </a:extLst>
              </p:cNvPr>
              <p:cNvSpPr/>
              <p:nvPr/>
            </p:nvSpPr>
            <p:spPr>
              <a:xfrm>
                <a:off x="311255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4" name="pg375">
                <a:extLst>
                  <a:ext uri="{FF2B5EF4-FFF2-40B4-BE49-F238E27FC236}">
                    <a16:creationId xmlns:a16="http://schemas.microsoft.com/office/drawing/2014/main" id="{B50B58F1-DC1B-1679-BA57-E567B31AF035}"/>
                  </a:ext>
                </a:extLst>
              </p:cNvPr>
              <p:cNvSpPr/>
              <p:nvPr/>
            </p:nvSpPr>
            <p:spPr>
              <a:xfrm>
                <a:off x="319399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5" name="pg376">
                <a:extLst>
                  <a:ext uri="{FF2B5EF4-FFF2-40B4-BE49-F238E27FC236}">
                    <a16:creationId xmlns:a16="http://schemas.microsoft.com/office/drawing/2014/main" id="{B2F54498-5B99-7DC4-5D35-766ECC42F879}"/>
                  </a:ext>
                </a:extLst>
              </p:cNvPr>
              <p:cNvSpPr/>
              <p:nvPr/>
            </p:nvSpPr>
            <p:spPr>
              <a:xfrm>
                <a:off x="327542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6" name="pg377">
                <a:extLst>
                  <a:ext uri="{FF2B5EF4-FFF2-40B4-BE49-F238E27FC236}">
                    <a16:creationId xmlns:a16="http://schemas.microsoft.com/office/drawing/2014/main" id="{EBDAEFEF-2E42-88A1-CED7-5D439EB921ED}"/>
                  </a:ext>
                </a:extLst>
              </p:cNvPr>
              <p:cNvSpPr/>
              <p:nvPr/>
            </p:nvSpPr>
            <p:spPr>
              <a:xfrm>
                <a:off x="335686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7" name="pg378">
                <a:extLst>
                  <a:ext uri="{FF2B5EF4-FFF2-40B4-BE49-F238E27FC236}">
                    <a16:creationId xmlns:a16="http://schemas.microsoft.com/office/drawing/2014/main" id="{021AD6C1-F70D-CEBC-A15A-DD46A98ED3B2}"/>
                  </a:ext>
                </a:extLst>
              </p:cNvPr>
              <p:cNvSpPr/>
              <p:nvPr/>
            </p:nvSpPr>
            <p:spPr>
              <a:xfrm>
                <a:off x="343830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8" name="pg379">
                <a:extLst>
                  <a:ext uri="{FF2B5EF4-FFF2-40B4-BE49-F238E27FC236}">
                    <a16:creationId xmlns:a16="http://schemas.microsoft.com/office/drawing/2014/main" id="{6763BC11-60D4-C0B9-094A-000816B99D77}"/>
                  </a:ext>
                </a:extLst>
              </p:cNvPr>
              <p:cNvSpPr/>
              <p:nvPr/>
            </p:nvSpPr>
            <p:spPr>
              <a:xfrm>
                <a:off x="351973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9" name="pg380">
                <a:extLst>
                  <a:ext uri="{FF2B5EF4-FFF2-40B4-BE49-F238E27FC236}">
                    <a16:creationId xmlns:a16="http://schemas.microsoft.com/office/drawing/2014/main" id="{B2CB53DE-42B0-9326-DB72-B9A096201617}"/>
                  </a:ext>
                </a:extLst>
              </p:cNvPr>
              <p:cNvSpPr/>
              <p:nvPr/>
            </p:nvSpPr>
            <p:spPr>
              <a:xfrm>
                <a:off x="360117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0" name="pg381">
                <a:extLst>
                  <a:ext uri="{FF2B5EF4-FFF2-40B4-BE49-F238E27FC236}">
                    <a16:creationId xmlns:a16="http://schemas.microsoft.com/office/drawing/2014/main" id="{256CF13C-A2A0-064C-F646-89FDB2D9DDB9}"/>
                  </a:ext>
                </a:extLst>
              </p:cNvPr>
              <p:cNvSpPr/>
              <p:nvPr/>
            </p:nvSpPr>
            <p:spPr>
              <a:xfrm>
                <a:off x="368261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1" name="pg382">
                <a:extLst>
                  <a:ext uri="{FF2B5EF4-FFF2-40B4-BE49-F238E27FC236}">
                    <a16:creationId xmlns:a16="http://schemas.microsoft.com/office/drawing/2014/main" id="{BCF6A9CE-42CA-0FB9-5103-E95BDE8386EF}"/>
                  </a:ext>
                </a:extLst>
              </p:cNvPr>
              <p:cNvSpPr/>
              <p:nvPr/>
            </p:nvSpPr>
            <p:spPr>
              <a:xfrm>
                <a:off x="376405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2" name="pg383">
                <a:extLst>
                  <a:ext uri="{FF2B5EF4-FFF2-40B4-BE49-F238E27FC236}">
                    <a16:creationId xmlns:a16="http://schemas.microsoft.com/office/drawing/2014/main" id="{88322540-D360-F686-C3B2-2369550D7C49}"/>
                  </a:ext>
                </a:extLst>
              </p:cNvPr>
              <p:cNvSpPr/>
              <p:nvPr/>
            </p:nvSpPr>
            <p:spPr>
              <a:xfrm>
                <a:off x="384548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3" name="pg384">
                <a:extLst>
                  <a:ext uri="{FF2B5EF4-FFF2-40B4-BE49-F238E27FC236}">
                    <a16:creationId xmlns:a16="http://schemas.microsoft.com/office/drawing/2014/main" id="{D9BC7EF0-1A47-C64F-F2D6-FE823B5AB7E8}"/>
                  </a:ext>
                </a:extLst>
              </p:cNvPr>
              <p:cNvSpPr/>
              <p:nvPr/>
            </p:nvSpPr>
            <p:spPr>
              <a:xfrm>
                <a:off x="392692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4" name="pg385">
                <a:extLst>
                  <a:ext uri="{FF2B5EF4-FFF2-40B4-BE49-F238E27FC236}">
                    <a16:creationId xmlns:a16="http://schemas.microsoft.com/office/drawing/2014/main" id="{2DC24A92-23FB-F09B-636C-B7BA679E6783}"/>
                  </a:ext>
                </a:extLst>
              </p:cNvPr>
              <p:cNvSpPr/>
              <p:nvPr/>
            </p:nvSpPr>
            <p:spPr>
              <a:xfrm>
                <a:off x="400836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5" name="pg386">
                <a:extLst>
                  <a:ext uri="{FF2B5EF4-FFF2-40B4-BE49-F238E27FC236}">
                    <a16:creationId xmlns:a16="http://schemas.microsoft.com/office/drawing/2014/main" id="{BD74AE73-AA07-A6E4-3B17-559D5DE6654C}"/>
                  </a:ext>
                </a:extLst>
              </p:cNvPr>
              <p:cNvSpPr/>
              <p:nvPr/>
            </p:nvSpPr>
            <p:spPr>
              <a:xfrm>
                <a:off x="408979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6" name="pg387">
                <a:extLst>
                  <a:ext uri="{FF2B5EF4-FFF2-40B4-BE49-F238E27FC236}">
                    <a16:creationId xmlns:a16="http://schemas.microsoft.com/office/drawing/2014/main" id="{14D0AE5C-340F-706C-F304-4486631491AD}"/>
                  </a:ext>
                </a:extLst>
              </p:cNvPr>
              <p:cNvSpPr/>
              <p:nvPr/>
            </p:nvSpPr>
            <p:spPr>
              <a:xfrm>
                <a:off x="417123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7" name="pg388">
                <a:extLst>
                  <a:ext uri="{FF2B5EF4-FFF2-40B4-BE49-F238E27FC236}">
                    <a16:creationId xmlns:a16="http://schemas.microsoft.com/office/drawing/2014/main" id="{1B4445B3-2EF7-B508-B97B-2FDC4EF1FA5C}"/>
                  </a:ext>
                </a:extLst>
              </p:cNvPr>
              <p:cNvSpPr/>
              <p:nvPr/>
            </p:nvSpPr>
            <p:spPr>
              <a:xfrm>
                <a:off x="425267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8" name="pg389">
                <a:extLst>
                  <a:ext uri="{FF2B5EF4-FFF2-40B4-BE49-F238E27FC236}">
                    <a16:creationId xmlns:a16="http://schemas.microsoft.com/office/drawing/2014/main" id="{635E4F30-D83A-BFD7-01F3-3D67E7809041}"/>
                  </a:ext>
                </a:extLst>
              </p:cNvPr>
              <p:cNvSpPr/>
              <p:nvPr/>
            </p:nvSpPr>
            <p:spPr>
              <a:xfrm>
                <a:off x="433411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9" name="pg390">
                <a:extLst>
                  <a:ext uri="{FF2B5EF4-FFF2-40B4-BE49-F238E27FC236}">
                    <a16:creationId xmlns:a16="http://schemas.microsoft.com/office/drawing/2014/main" id="{E35A67FA-8F62-ECCA-62AD-71E9CEA5AB50}"/>
                  </a:ext>
                </a:extLst>
              </p:cNvPr>
              <p:cNvSpPr/>
              <p:nvPr/>
            </p:nvSpPr>
            <p:spPr>
              <a:xfrm>
                <a:off x="441554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0" name="pg391">
                <a:extLst>
                  <a:ext uri="{FF2B5EF4-FFF2-40B4-BE49-F238E27FC236}">
                    <a16:creationId xmlns:a16="http://schemas.microsoft.com/office/drawing/2014/main" id="{8CAB4AEC-82C3-8385-3C74-3330E744C53A}"/>
                  </a:ext>
                </a:extLst>
              </p:cNvPr>
              <p:cNvSpPr/>
              <p:nvPr/>
            </p:nvSpPr>
            <p:spPr>
              <a:xfrm>
                <a:off x="449698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1" name="pg392">
                <a:extLst>
                  <a:ext uri="{FF2B5EF4-FFF2-40B4-BE49-F238E27FC236}">
                    <a16:creationId xmlns:a16="http://schemas.microsoft.com/office/drawing/2014/main" id="{4DB4B74F-3933-50E5-DB48-C8ED0C0193FB}"/>
                  </a:ext>
                </a:extLst>
              </p:cNvPr>
              <p:cNvSpPr/>
              <p:nvPr/>
            </p:nvSpPr>
            <p:spPr>
              <a:xfrm>
                <a:off x="457842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2" name="pg393">
                <a:extLst>
                  <a:ext uri="{FF2B5EF4-FFF2-40B4-BE49-F238E27FC236}">
                    <a16:creationId xmlns:a16="http://schemas.microsoft.com/office/drawing/2014/main" id="{B11D798C-5E02-1C6D-67CD-B1A2E92EAC26}"/>
                  </a:ext>
                </a:extLst>
              </p:cNvPr>
              <p:cNvSpPr/>
              <p:nvPr/>
            </p:nvSpPr>
            <p:spPr>
              <a:xfrm>
                <a:off x="286824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3" name="pg394">
                <a:extLst>
                  <a:ext uri="{FF2B5EF4-FFF2-40B4-BE49-F238E27FC236}">
                    <a16:creationId xmlns:a16="http://schemas.microsoft.com/office/drawing/2014/main" id="{95ED3B6D-2EF3-C20D-C8BA-851409BC50EE}"/>
                  </a:ext>
                </a:extLst>
              </p:cNvPr>
              <p:cNvSpPr/>
              <p:nvPr/>
            </p:nvSpPr>
            <p:spPr>
              <a:xfrm>
                <a:off x="294967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4" name="pg395">
                <a:extLst>
                  <a:ext uri="{FF2B5EF4-FFF2-40B4-BE49-F238E27FC236}">
                    <a16:creationId xmlns:a16="http://schemas.microsoft.com/office/drawing/2014/main" id="{7B5869DF-C0BC-2E11-613A-2C1A43602D82}"/>
                  </a:ext>
                </a:extLst>
              </p:cNvPr>
              <p:cNvSpPr/>
              <p:nvPr/>
            </p:nvSpPr>
            <p:spPr>
              <a:xfrm>
                <a:off x="303111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5" name="pg396">
                <a:extLst>
                  <a:ext uri="{FF2B5EF4-FFF2-40B4-BE49-F238E27FC236}">
                    <a16:creationId xmlns:a16="http://schemas.microsoft.com/office/drawing/2014/main" id="{2249975D-FEE8-321A-DC89-D83B23BD3B0B}"/>
                  </a:ext>
                </a:extLst>
              </p:cNvPr>
              <p:cNvSpPr/>
              <p:nvPr/>
            </p:nvSpPr>
            <p:spPr>
              <a:xfrm>
                <a:off x="311255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6" name="pg397">
                <a:extLst>
                  <a:ext uri="{FF2B5EF4-FFF2-40B4-BE49-F238E27FC236}">
                    <a16:creationId xmlns:a16="http://schemas.microsoft.com/office/drawing/2014/main" id="{8C01C98E-C152-265F-B7B6-6CBDCF6A0D80}"/>
                  </a:ext>
                </a:extLst>
              </p:cNvPr>
              <p:cNvSpPr/>
              <p:nvPr/>
            </p:nvSpPr>
            <p:spPr>
              <a:xfrm>
                <a:off x="319399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7" name="pg398">
                <a:extLst>
                  <a:ext uri="{FF2B5EF4-FFF2-40B4-BE49-F238E27FC236}">
                    <a16:creationId xmlns:a16="http://schemas.microsoft.com/office/drawing/2014/main" id="{95DE7DDC-3EE5-28FB-7051-EA8292BB096C}"/>
                  </a:ext>
                </a:extLst>
              </p:cNvPr>
              <p:cNvSpPr/>
              <p:nvPr/>
            </p:nvSpPr>
            <p:spPr>
              <a:xfrm>
                <a:off x="327542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8" name="pg399">
                <a:extLst>
                  <a:ext uri="{FF2B5EF4-FFF2-40B4-BE49-F238E27FC236}">
                    <a16:creationId xmlns:a16="http://schemas.microsoft.com/office/drawing/2014/main" id="{7ABE87C5-1E15-96C6-FC45-1BE4C8691238}"/>
                  </a:ext>
                </a:extLst>
              </p:cNvPr>
              <p:cNvSpPr/>
              <p:nvPr/>
            </p:nvSpPr>
            <p:spPr>
              <a:xfrm>
                <a:off x="335686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9" name="pg400">
                <a:extLst>
                  <a:ext uri="{FF2B5EF4-FFF2-40B4-BE49-F238E27FC236}">
                    <a16:creationId xmlns:a16="http://schemas.microsoft.com/office/drawing/2014/main" id="{77F251E0-DE56-0A07-3038-7C41583161DF}"/>
                  </a:ext>
                </a:extLst>
              </p:cNvPr>
              <p:cNvSpPr/>
              <p:nvPr/>
            </p:nvSpPr>
            <p:spPr>
              <a:xfrm>
                <a:off x="343830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0" name="pg401">
                <a:extLst>
                  <a:ext uri="{FF2B5EF4-FFF2-40B4-BE49-F238E27FC236}">
                    <a16:creationId xmlns:a16="http://schemas.microsoft.com/office/drawing/2014/main" id="{F5347BCF-E485-577A-F6D3-0B631141A102}"/>
                  </a:ext>
                </a:extLst>
              </p:cNvPr>
              <p:cNvSpPr/>
              <p:nvPr/>
            </p:nvSpPr>
            <p:spPr>
              <a:xfrm>
                <a:off x="351973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1" name="pg402">
                <a:extLst>
                  <a:ext uri="{FF2B5EF4-FFF2-40B4-BE49-F238E27FC236}">
                    <a16:creationId xmlns:a16="http://schemas.microsoft.com/office/drawing/2014/main" id="{68142ECD-40AC-F1AC-2F60-76963D1A10F2}"/>
                  </a:ext>
                </a:extLst>
              </p:cNvPr>
              <p:cNvSpPr/>
              <p:nvPr/>
            </p:nvSpPr>
            <p:spPr>
              <a:xfrm>
                <a:off x="360117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2" name="pg403">
                <a:extLst>
                  <a:ext uri="{FF2B5EF4-FFF2-40B4-BE49-F238E27FC236}">
                    <a16:creationId xmlns:a16="http://schemas.microsoft.com/office/drawing/2014/main" id="{4D40BD97-D62D-C5A4-CF77-A2AE7EE7CABB}"/>
                  </a:ext>
                </a:extLst>
              </p:cNvPr>
              <p:cNvSpPr/>
              <p:nvPr/>
            </p:nvSpPr>
            <p:spPr>
              <a:xfrm>
                <a:off x="368261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3" name="pg404">
                <a:extLst>
                  <a:ext uri="{FF2B5EF4-FFF2-40B4-BE49-F238E27FC236}">
                    <a16:creationId xmlns:a16="http://schemas.microsoft.com/office/drawing/2014/main" id="{23F25C36-742F-DEE7-4E82-27BD59605E50}"/>
                  </a:ext>
                </a:extLst>
              </p:cNvPr>
              <p:cNvSpPr/>
              <p:nvPr/>
            </p:nvSpPr>
            <p:spPr>
              <a:xfrm>
                <a:off x="376405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4" name="pg405">
                <a:extLst>
                  <a:ext uri="{FF2B5EF4-FFF2-40B4-BE49-F238E27FC236}">
                    <a16:creationId xmlns:a16="http://schemas.microsoft.com/office/drawing/2014/main" id="{07304A10-5951-08CF-A4A6-CFBC2E2EEFFA}"/>
                  </a:ext>
                </a:extLst>
              </p:cNvPr>
              <p:cNvSpPr/>
              <p:nvPr/>
            </p:nvSpPr>
            <p:spPr>
              <a:xfrm>
                <a:off x="384548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5" name="pg406">
                <a:extLst>
                  <a:ext uri="{FF2B5EF4-FFF2-40B4-BE49-F238E27FC236}">
                    <a16:creationId xmlns:a16="http://schemas.microsoft.com/office/drawing/2014/main" id="{64829C6D-9EC1-3608-A1E7-8CADD8C6DDA2}"/>
                  </a:ext>
                </a:extLst>
              </p:cNvPr>
              <p:cNvSpPr/>
              <p:nvPr/>
            </p:nvSpPr>
            <p:spPr>
              <a:xfrm>
                <a:off x="392692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6" name="pg407">
                <a:extLst>
                  <a:ext uri="{FF2B5EF4-FFF2-40B4-BE49-F238E27FC236}">
                    <a16:creationId xmlns:a16="http://schemas.microsoft.com/office/drawing/2014/main" id="{C7DF4CF2-192D-F71F-FC0B-506D3C016E9B}"/>
                  </a:ext>
                </a:extLst>
              </p:cNvPr>
              <p:cNvSpPr/>
              <p:nvPr/>
            </p:nvSpPr>
            <p:spPr>
              <a:xfrm>
                <a:off x="400836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7" name="pg408">
                <a:extLst>
                  <a:ext uri="{FF2B5EF4-FFF2-40B4-BE49-F238E27FC236}">
                    <a16:creationId xmlns:a16="http://schemas.microsoft.com/office/drawing/2014/main" id="{449C5881-B87E-CE61-8D01-33B79A9231DF}"/>
                  </a:ext>
                </a:extLst>
              </p:cNvPr>
              <p:cNvSpPr/>
              <p:nvPr/>
            </p:nvSpPr>
            <p:spPr>
              <a:xfrm>
                <a:off x="408979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8" name="pg409">
                <a:extLst>
                  <a:ext uri="{FF2B5EF4-FFF2-40B4-BE49-F238E27FC236}">
                    <a16:creationId xmlns:a16="http://schemas.microsoft.com/office/drawing/2014/main" id="{7E31AFFA-650E-89DD-4A1D-2DD86D4DE59C}"/>
                  </a:ext>
                </a:extLst>
              </p:cNvPr>
              <p:cNvSpPr/>
              <p:nvPr/>
            </p:nvSpPr>
            <p:spPr>
              <a:xfrm>
                <a:off x="417123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9" name="pg410">
                <a:extLst>
                  <a:ext uri="{FF2B5EF4-FFF2-40B4-BE49-F238E27FC236}">
                    <a16:creationId xmlns:a16="http://schemas.microsoft.com/office/drawing/2014/main" id="{04856CC8-0D6E-A0F4-4A8A-DF7AE0E38FCC}"/>
                  </a:ext>
                </a:extLst>
              </p:cNvPr>
              <p:cNvSpPr/>
              <p:nvPr/>
            </p:nvSpPr>
            <p:spPr>
              <a:xfrm>
                <a:off x="425267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0" name="pg411">
                <a:extLst>
                  <a:ext uri="{FF2B5EF4-FFF2-40B4-BE49-F238E27FC236}">
                    <a16:creationId xmlns:a16="http://schemas.microsoft.com/office/drawing/2014/main" id="{5B3F6CDD-FE6A-7A63-E246-5F6CDB4DCD96}"/>
                  </a:ext>
                </a:extLst>
              </p:cNvPr>
              <p:cNvSpPr/>
              <p:nvPr/>
            </p:nvSpPr>
            <p:spPr>
              <a:xfrm>
                <a:off x="433411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1" name="pg412">
                <a:extLst>
                  <a:ext uri="{FF2B5EF4-FFF2-40B4-BE49-F238E27FC236}">
                    <a16:creationId xmlns:a16="http://schemas.microsoft.com/office/drawing/2014/main" id="{DB0D6788-EA34-9BC7-5308-4F4BFE33E2CA}"/>
                  </a:ext>
                </a:extLst>
              </p:cNvPr>
              <p:cNvSpPr/>
              <p:nvPr/>
            </p:nvSpPr>
            <p:spPr>
              <a:xfrm>
                <a:off x="441554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2" name="pg413">
                <a:extLst>
                  <a:ext uri="{FF2B5EF4-FFF2-40B4-BE49-F238E27FC236}">
                    <a16:creationId xmlns:a16="http://schemas.microsoft.com/office/drawing/2014/main" id="{00626392-68C3-E6BE-C172-FBE33E369133}"/>
                  </a:ext>
                </a:extLst>
              </p:cNvPr>
              <p:cNvSpPr/>
              <p:nvPr/>
            </p:nvSpPr>
            <p:spPr>
              <a:xfrm>
                <a:off x="449698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3" name="pg414">
                <a:extLst>
                  <a:ext uri="{FF2B5EF4-FFF2-40B4-BE49-F238E27FC236}">
                    <a16:creationId xmlns:a16="http://schemas.microsoft.com/office/drawing/2014/main" id="{FF299109-673A-28C0-BBF8-0A4D8526C889}"/>
                  </a:ext>
                </a:extLst>
              </p:cNvPr>
              <p:cNvSpPr/>
              <p:nvPr/>
            </p:nvSpPr>
            <p:spPr>
              <a:xfrm>
                <a:off x="303111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4" name="pg415">
                <a:extLst>
                  <a:ext uri="{FF2B5EF4-FFF2-40B4-BE49-F238E27FC236}">
                    <a16:creationId xmlns:a16="http://schemas.microsoft.com/office/drawing/2014/main" id="{F92F0C9D-E911-03C2-AED8-4DD7539B3195}"/>
                  </a:ext>
                </a:extLst>
              </p:cNvPr>
              <p:cNvSpPr/>
              <p:nvPr/>
            </p:nvSpPr>
            <p:spPr>
              <a:xfrm>
                <a:off x="311255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5" name="pg416">
                <a:extLst>
                  <a:ext uri="{FF2B5EF4-FFF2-40B4-BE49-F238E27FC236}">
                    <a16:creationId xmlns:a16="http://schemas.microsoft.com/office/drawing/2014/main" id="{A9D51038-6693-48D2-6B5C-178CC2091003}"/>
                  </a:ext>
                </a:extLst>
              </p:cNvPr>
              <p:cNvSpPr/>
              <p:nvPr/>
            </p:nvSpPr>
            <p:spPr>
              <a:xfrm>
                <a:off x="319399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6" name="pg417">
                <a:extLst>
                  <a:ext uri="{FF2B5EF4-FFF2-40B4-BE49-F238E27FC236}">
                    <a16:creationId xmlns:a16="http://schemas.microsoft.com/office/drawing/2014/main" id="{16485F49-A496-74EB-5A06-8681594A0AC2}"/>
                  </a:ext>
                </a:extLst>
              </p:cNvPr>
              <p:cNvSpPr/>
              <p:nvPr/>
            </p:nvSpPr>
            <p:spPr>
              <a:xfrm>
                <a:off x="327542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7" name="pg418">
                <a:extLst>
                  <a:ext uri="{FF2B5EF4-FFF2-40B4-BE49-F238E27FC236}">
                    <a16:creationId xmlns:a16="http://schemas.microsoft.com/office/drawing/2014/main" id="{BA3B6438-0E82-45F8-73D2-27ED793F3B1A}"/>
                  </a:ext>
                </a:extLst>
              </p:cNvPr>
              <p:cNvSpPr/>
              <p:nvPr/>
            </p:nvSpPr>
            <p:spPr>
              <a:xfrm>
                <a:off x="335686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8" name="pg419">
                <a:extLst>
                  <a:ext uri="{FF2B5EF4-FFF2-40B4-BE49-F238E27FC236}">
                    <a16:creationId xmlns:a16="http://schemas.microsoft.com/office/drawing/2014/main" id="{36A4016A-C6E1-D36F-D7AF-3D57DF033EB4}"/>
                  </a:ext>
                </a:extLst>
              </p:cNvPr>
              <p:cNvSpPr/>
              <p:nvPr/>
            </p:nvSpPr>
            <p:spPr>
              <a:xfrm>
                <a:off x="343830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9" name="pg420">
                <a:extLst>
                  <a:ext uri="{FF2B5EF4-FFF2-40B4-BE49-F238E27FC236}">
                    <a16:creationId xmlns:a16="http://schemas.microsoft.com/office/drawing/2014/main" id="{F4936A58-53E1-BA69-F45D-DE0023D6FA47}"/>
                  </a:ext>
                </a:extLst>
              </p:cNvPr>
              <p:cNvSpPr/>
              <p:nvPr/>
            </p:nvSpPr>
            <p:spPr>
              <a:xfrm>
                <a:off x="351973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0" name="pg421">
                <a:extLst>
                  <a:ext uri="{FF2B5EF4-FFF2-40B4-BE49-F238E27FC236}">
                    <a16:creationId xmlns:a16="http://schemas.microsoft.com/office/drawing/2014/main" id="{5D467B9E-B373-5CEC-6006-3CB94E2A4572}"/>
                  </a:ext>
                </a:extLst>
              </p:cNvPr>
              <p:cNvSpPr/>
              <p:nvPr/>
            </p:nvSpPr>
            <p:spPr>
              <a:xfrm>
                <a:off x="360117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1" name="pg422">
                <a:extLst>
                  <a:ext uri="{FF2B5EF4-FFF2-40B4-BE49-F238E27FC236}">
                    <a16:creationId xmlns:a16="http://schemas.microsoft.com/office/drawing/2014/main" id="{63AC6454-F7F3-D012-DC23-06044F4C6A74}"/>
                  </a:ext>
                </a:extLst>
              </p:cNvPr>
              <p:cNvSpPr/>
              <p:nvPr/>
            </p:nvSpPr>
            <p:spPr>
              <a:xfrm>
                <a:off x="368261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2" name="pg423">
                <a:extLst>
                  <a:ext uri="{FF2B5EF4-FFF2-40B4-BE49-F238E27FC236}">
                    <a16:creationId xmlns:a16="http://schemas.microsoft.com/office/drawing/2014/main" id="{C79B4D41-1236-C2EC-946E-8561E38ABFA6}"/>
                  </a:ext>
                </a:extLst>
              </p:cNvPr>
              <p:cNvSpPr/>
              <p:nvPr/>
            </p:nvSpPr>
            <p:spPr>
              <a:xfrm>
                <a:off x="376405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3" name="pg424">
                <a:extLst>
                  <a:ext uri="{FF2B5EF4-FFF2-40B4-BE49-F238E27FC236}">
                    <a16:creationId xmlns:a16="http://schemas.microsoft.com/office/drawing/2014/main" id="{2713F258-917C-0640-767A-8A9BA75D1504}"/>
                  </a:ext>
                </a:extLst>
              </p:cNvPr>
              <p:cNvSpPr/>
              <p:nvPr/>
            </p:nvSpPr>
            <p:spPr>
              <a:xfrm>
                <a:off x="384548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4" name="pg425">
                <a:extLst>
                  <a:ext uri="{FF2B5EF4-FFF2-40B4-BE49-F238E27FC236}">
                    <a16:creationId xmlns:a16="http://schemas.microsoft.com/office/drawing/2014/main" id="{8F4DB193-335E-E439-4AC5-FE2168F8F9D1}"/>
                  </a:ext>
                </a:extLst>
              </p:cNvPr>
              <p:cNvSpPr/>
              <p:nvPr/>
            </p:nvSpPr>
            <p:spPr>
              <a:xfrm>
                <a:off x="392692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5" name="pg426">
                <a:extLst>
                  <a:ext uri="{FF2B5EF4-FFF2-40B4-BE49-F238E27FC236}">
                    <a16:creationId xmlns:a16="http://schemas.microsoft.com/office/drawing/2014/main" id="{539C9C66-2E76-3BBB-2D91-33B32268B1D1}"/>
                  </a:ext>
                </a:extLst>
              </p:cNvPr>
              <p:cNvSpPr/>
              <p:nvPr/>
            </p:nvSpPr>
            <p:spPr>
              <a:xfrm>
                <a:off x="400836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6" name="pg427">
                <a:extLst>
                  <a:ext uri="{FF2B5EF4-FFF2-40B4-BE49-F238E27FC236}">
                    <a16:creationId xmlns:a16="http://schemas.microsoft.com/office/drawing/2014/main" id="{9349A887-DC0C-C35E-6448-9694609A6CE3}"/>
                  </a:ext>
                </a:extLst>
              </p:cNvPr>
              <p:cNvSpPr/>
              <p:nvPr/>
            </p:nvSpPr>
            <p:spPr>
              <a:xfrm>
                <a:off x="408979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7" name="pg428">
                <a:extLst>
                  <a:ext uri="{FF2B5EF4-FFF2-40B4-BE49-F238E27FC236}">
                    <a16:creationId xmlns:a16="http://schemas.microsoft.com/office/drawing/2014/main" id="{83CAA299-07BD-B9AD-D889-C145849087B9}"/>
                  </a:ext>
                </a:extLst>
              </p:cNvPr>
              <p:cNvSpPr/>
              <p:nvPr/>
            </p:nvSpPr>
            <p:spPr>
              <a:xfrm>
                <a:off x="417123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8" name="pg429">
                <a:extLst>
                  <a:ext uri="{FF2B5EF4-FFF2-40B4-BE49-F238E27FC236}">
                    <a16:creationId xmlns:a16="http://schemas.microsoft.com/office/drawing/2014/main" id="{3186FBFD-6665-F5E5-A9A5-5B682FD714E9}"/>
                  </a:ext>
                </a:extLst>
              </p:cNvPr>
              <p:cNvSpPr/>
              <p:nvPr/>
            </p:nvSpPr>
            <p:spPr>
              <a:xfrm>
                <a:off x="425267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9" name="pg430">
                <a:extLst>
                  <a:ext uri="{FF2B5EF4-FFF2-40B4-BE49-F238E27FC236}">
                    <a16:creationId xmlns:a16="http://schemas.microsoft.com/office/drawing/2014/main" id="{D6D90EB0-58DD-E708-0AA9-947541FE4DA3}"/>
                  </a:ext>
                </a:extLst>
              </p:cNvPr>
              <p:cNvSpPr/>
              <p:nvPr/>
            </p:nvSpPr>
            <p:spPr>
              <a:xfrm>
                <a:off x="433411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0" name="pg431">
                <a:extLst>
                  <a:ext uri="{FF2B5EF4-FFF2-40B4-BE49-F238E27FC236}">
                    <a16:creationId xmlns:a16="http://schemas.microsoft.com/office/drawing/2014/main" id="{257D552C-6FF9-9733-8EF3-F5CE5D4B9B41}"/>
                  </a:ext>
                </a:extLst>
              </p:cNvPr>
              <p:cNvSpPr/>
              <p:nvPr/>
            </p:nvSpPr>
            <p:spPr>
              <a:xfrm>
                <a:off x="441554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1" name="pg432">
                <a:extLst>
                  <a:ext uri="{FF2B5EF4-FFF2-40B4-BE49-F238E27FC236}">
                    <a16:creationId xmlns:a16="http://schemas.microsoft.com/office/drawing/2014/main" id="{BE9036E4-4CF5-02EC-C801-5056D4B8C71C}"/>
                  </a:ext>
                </a:extLst>
              </p:cNvPr>
              <p:cNvSpPr/>
              <p:nvPr/>
            </p:nvSpPr>
            <p:spPr>
              <a:xfrm>
                <a:off x="311255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2" name="pg433">
                <a:extLst>
                  <a:ext uri="{FF2B5EF4-FFF2-40B4-BE49-F238E27FC236}">
                    <a16:creationId xmlns:a16="http://schemas.microsoft.com/office/drawing/2014/main" id="{5708AC8F-7543-D9F6-A261-F102479EDBE5}"/>
                  </a:ext>
                </a:extLst>
              </p:cNvPr>
              <p:cNvSpPr/>
              <p:nvPr/>
            </p:nvSpPr>
            <p:spPr>
              <a:xfrm>
                <a:off x="319399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3" name="pg434">
                <a:extLst>
                  <a:ext uri="{FF2B5EF4-FFF2-40B4-BE49-F238E27FC236}">
                    <a16:creationId xmlns:a16="http://schemas.microsoft.com/office/drawing/2014/main" id="{C350C3E2-6540-9203-CAF9-A97F41EDD901}"/>
                  </a:ext>
                </a:extLst>
              </p:cNvPr>
              <p:cNvSpPr/>
              <p:nvPr/>
            </p:nvSpPr>
            <p:spPr>
              <a:xfrm>
                <a:off x="327542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4" name="pg435">
                <a:extLst>
                  <a:ext uri="{FF2B5EF4-FFF2-40B4-BE49-F238E27FC236}">
                    <a16:creationId xmlns:a16="http://schemas.microsoft.com/office/drawing/2014/main" id="{C9456255-83C7-C73B-1BD8-8E9A74E72B6F}"/>
                  </a:ext>
                </a:extLst>
              </p:cNvPr>
              <p:cNvSpPr/>
              <p:nvPr/>
            </p:nvSpPr>
            <p:spPr>
              <a:xfrm>
                <a:off x="335686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5" name="pg436">
                <a:extLst>
                  <a:ext uri="{FF2B5EF4-FFF2-40B4-BE49-F238E27FC236}">
                    <a16:creationId xmlns:a16="http://schemas.microsoft.com/office/drawing/2014/main" id="{025E1D9C-ADB0-C902-9061-952881D6E8F0}"/>
                  </a:ext>
                </a:extLst>
              </p:cNvPr>
              <p:cNvSpPr/>
              <p:nvPr/>
            </p:nvSpPr>
            <p:spPr>
              <a:xfrm>
                <a:off x="343830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6" name="pg437">
                <a:extLst>
                  <a:ext uri="{FF2B5EF4-FFF2-40B4-BE49-F238E27FC236}">
                    <a16:creationId xmlns:a16="http://schemas.microsoft.com/office/drawing/2014/main" id="{8A29C409-F5AA-9628-E15A-AB75448C3E9F}"/>
                  </a:ext>
                </a:extLst>
              </p:cNvPr>
              <p:cNvSpPr/>
              <p:nvPr/>
            </p:nvSpPr>
            <p:spPr>
              <a:xfrm>
                <a:off x="351973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7" name="pg438">
                <a:extLst>
                  <a:ext uri="{FF2B5EF4-FFF2-40B4-BE49-F238E27FC236}">
                    <a16:creationId xmlns:a16="http://schemas.microsoft.com/office/drawing/2014/main" id="{4021F572-4C60-CEE2-E057-53BE0BD5B9FE}"/>
                  </a:ext>
                </a:extLst>
              </p:cNvPr>
              <p:cNvSpPr/>
              <p:nvPr/>
            </p:nvSpPr>
            <p:spPr>
              <a:xfrm>
                <a:off x="360117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8" name="pg439">
                <a:extLst>
                  <a:ext uri="{FF2B5EF4-FFF2-40B4-BE49-F238E27FC236}">
                    <a16:creationId xmlns:a16="http://schemas.microsoft.com/office/drawing/2014/main" id="{89034D03-D673-0701-B35D-9E1827DD6DB9}"/>
                  </a:ext>
                </a:extLst>
              </p:cNvPr>
              <p:cNvSpPr/>
              <p:nvPr/>
            </p:nvSpPr>
            <p:spPr>
              <a:xfrm>
                <a:off x="368261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9" name="pg440">
                <a:extLst>
                  <a:ext uri="{FF2B5EF4-FFF2-40B4-BE49-F238E27FC236}">
                    <a16:creationId xmlns:a16="http://schemas.microsoft.com/office/drawing/2014/main" id="{67C67321-8EE4-2059-8558-903E04899E76}"/>
                  </a:ext>
                </a:extLst>
              </p:cNvPr>
              <p:cNvSpPr/>
              <p:nvPr/>
            </p:nvSpPr>
            <p:spPr>
              <a:xfrm>
                <a:off x="376405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0" name="pg441">
                <a:extLst>
                  <a:ext uri="{FF2B5EF4-FFF2-40B4-BE49-F238E27FC236}">
                    <a16:creationId xmlns:a16="http://schemas.microsoft.com/office/drawing/2014/main" id="{E15AC935-8DAD-AD76-A26C-D8EB506CA30C}"/>
                  </a:ext>
                </a:extLst>
              </p:cNvPr>
              <p:cNvSpPr/>
              <p:nvPr/>
            </p:nvSpPr>
            <p:spPr>
              <a:xfrm>
                <a:off x="384548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1" name="pg442">
                <a:extLst>
                  <a:ext uri="{FF2B5EF4-FFF2-40B4-BE49-F238E27FC236}">
                    <a16:creationId xmlns:a16="http://schemas.microsoft.com/office/drawing/2014/main" id="{F48B99D3-D095-7BAE-6980-E7FDA6329933}"/>
                  </a:ext>
                </a:extLst>
              </p:cNvPr>
              <p:cNvSpPr/>
              <p:nvPr/>
            </p:nvSpPr>
            <p:spPr>
              <a:xfrm>
                <a:off x="392692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2" name="pg443">
                <a:extLst>
                  <a:ext uri="{FF2B5EF4-FFF2-40B4-BE49-F238E27FC236}">
                    <a16:creationId xmlns:a16="http://schemas.microsoft.com/office/drawing/2014/main" id="{0DA018E6-5F05-537E-A7FE-76623863BD4A}"/>
                  </a:ext>
                </a:extLst>
              </p:cNvPr>
              <p:cNvSpPr/>
              <p:nvPr/>
            </p:nvSpPr>
            <p:spPr>
              <a:xfrm>
                <a:off x="400836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3" name="pg444">
                <a:extLst>
                  <a:ext uri="{FF2B5EF4-FFF2-40B4-BE49-F238E27FC236}">
                    <a16:creationId xmlns:a16="http://schemas.microsoft.com/office/drawing/2014/main" id="{3B7B6B6D-F01F-F28F-1CE2-53019DFCB640}"/>
                  </a:ext>
                </a:extLst>
              </p:cNvPr>
              <p:cNvSpPr/>
              <p:nvPr/>
            </p:nvSpPr>
            <p:spPr>
              <a:xfrm>
                <a:off x="408979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4" name="pg445">
                <a:extLst>
                  <a:ext uri="{FF2B5EF4-FFF2-40B4-BE49-F238E27FC236}">
                    <a16:creationId xmlns:a16="http://schemas.microsoft.com/office/drawing/2014/main" id="{AB763017-D685-B070-F570-6C5FAC859138}"/>
                  </a:ext>
                </a:extLst>
              </p:cNvPr>
              <p:cNvSpPr/>
              <p:nvPr/>
            </p:nvSpPr>
            <p:spPr>
              <a:xfrm>
                <a:off x="417123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5" name="pg446">
                <a:extLst>
                  <a:ext uri="{FF2B5EF4-FFF2-40B4-BE49-F238E27FC236}">
                    <a16:creationId xmlns:a16="http://schemas.microsoft.com/office/drawing/2014/main" id="{56439D5B-2BEC-7A3D-AA72-939FEBBC8853}"/>
                  </a:ext>
                </a:extLst>
              </p:cNvPr>
              <p:cNvSpPr/>
              <p:nvPr/>
            </p:nvSpPr>
            <p:spPr>
              <a:xfrm>
                <a:off x="425267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6" name="pg447">
                <a:extLst>
                  <a:ext uri="{FF2B5EF4-FFF2-40B4-BE49-F238E27FC236}">
                    <a16:creationId xmlns:a16="http://schemas.microsoft.com/office/drawing/2014/main" id="{58EED114-4BC3-BBE2-09B7-93C7019FF815}"/>
                  </a:ext>
                </a:extLst>
              </p:cNvPr>
              <p:cNvSpPr/>
              <p:nvPr/>
            </p:nvSpPr>
            <p:spPr>
              <a:xfrm>
                <a:off x="433411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7" name="pg448">
                <a:extLst>
                  <a:ext uri="{FF2B5EF4-FFF2-40B4-BE49-F238E27FC236}">
                    <a16:creationId xmlns:a16="http://schemas.microsoft.com/office/drawing/2014/main" id="{2CC1047F-51F3-BD6D-7BDA-E037D536E9C0}"/>
                  </a:ext>
                </a:extLst>
              </p:cNvPr>
              <p:cNvSpPr/>
              <p:nvPr/>
            </p:nvSpPr>
            <p:spPr>
              <a:xfrm>
                <a:off x="319399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8" name="pg449">
                <a:extLst>
                  <a:ext uri="{FF2B5EF4-FFF2-40B4-BE49-F238E27FC236}">
                    <a16:creationId xmlns:a16="http://schemas.microsoft.com/office/drawing/2014/main" id="{42778A5B-7CCE-D538-BDC3-492901ED244F}"/>
                  </a:ext>
                </a:extLst>
              </p:cNvPr>
              <p:cNvSpPr/>
              <p:nvPr/>
            </p:nvSpPr>
            <p:spPr>
              <a:xfrm>
                <a:off x="327542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9" name="pg450">
                <a:extLst>
                  <a:ext uri="{FF2B5EF4-FFF2-40B4-BE49-F238E27FC236}">
                    <a16:creationId xmlns:a16="http://schemas.microsoft.com/office/drawing/2014/main" id="{92317A21-8310-0908-106B-6E3C2801206D}"/>
                  </a:ext>
                </a:extLst>
              </p:cNvPr>
              <p:cNvSpPr/>
              <p:nvPr/>
            </p:nvSpPr>
            <p:spPr>
              <a:xfrm>
                <a:off x="335686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0" name="pg451">
                <a:extLst>
                  <a:ext uri="{FF2B5EF4-FFF2-40B4-BE49-F238E27FC236}">
                    <a16:creationId xmlns:a16="http://schemas.microsoft.com/office/drawing/2014/main" id="{5F02CADD-256F-7CA9-F37F-E674584C744D}"/>
                  </a:ext>
                </a:extLst>
              </p:cNvPr>
              <p:cNvSpPr/>
              <p:nvPr/>
            </p:nvSpPr>
            <p:spPr>
              <a:xfrm>
                <a:off x="343830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1" name="pg452">
                <a:extLst>
                  <a:ext uri="{FF2B5EF4-FFF2-40B4-BE49-F238E27FC236}">
                    <a16:creationId xmlns:a16="http://schemas.microsoft.com/office/drawing/2014/main" id="{B0D46CAB-7F4A-3F25-DEAE-A5E05E3D8287}"/>
                  </a:ext>
                </a:extLst>
              </p:cNvPr>
              <p:cNvSpPr/>
              <p:nvPr/>
            </p:nvSpPr>
            <p:spPr>
              <a:xfrm>
                <a:off x="351973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2" name="pg453">
                <a:extLst>
                  <a:ext uri="{FF2B5EF4-FFF2-40B4-BE49-F238E27FC236}">
                    <a16:creationId xmlns:a16="http://schemas.microsoft.com/office/drawing/2014/main" id="{DBF29C8A-B0F7-0C9E-415E-3C82F5FF3F83}"/>
                  </a:ext>
                </a:extLst>
              </p:cNvPr>
              <p:cNvSpPr/>
              <p:nvPr/>
            </p:nvSpPr>
            <p:spPr>
              <a:xfrm>
                <a:off x="360117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3" name="pg454">
                <a:extLst>
                  <a:ext uri="{FF2B5EF4-FFF2-40B4-BE49-F238E27FC236}">
                    <a16:creationId xmlns:a16="http://schemas.microsoft.com/office/drawing/2014/main" id="{C62CE6F2-1C5F-32C7-DF5E-971D34FC5A21}"/>
                  </a:ext>
                </a:extLst>
              </p:cNvPr>
              <p:cNvSpPr/>
              <p:nvPr/>
            </p:nvSpPr>
            <p:spPr>
              <a:xfrm>
                <a:off x="368261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4" name="pg455">
                <a:extLst>
                  <a:ext uri="{FF2B5EF4-FFF2-40B4-BE49-F238E27FC236}">
                    <a16:creationId xmlns:a16="http://schemas.microsoft.com/office/drawing/2014/main" id="{233BC04D-6CBE-DC20-30F7-23440B0E8367}"/>
                  </a:ext>
                </a:extLst>
              </p:cNvPr>
              <p:cNvSpPr/>
              <p:nvPr/>
            </p:nvSpPr>
            <p:spPr>
              <a:xfrm>
                <a:off x="376405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5" name="pg456">
                <a:extLst>
                  <a:ext uri="{FF2B5EF4-FFF2-40B4-BE49-F238E27FC236}">
                    <a16:creationId xmlns:a16="http://schemas.microsoft.com/office/drawing/2014/main" id="{2867F54D-0D68-73F2-55E7-A41DD9CB1435}"/>
                  </a:ext>
                </a:extLst>
              </p:cNvPr>
              <p:cNvSpPr/>
              <p:nvPr/>
            </p:nvSpPr>
            <p:spPr>
              <a:xfrm>
                <a:off x="384548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6" name="pg457">
                <a:extLst>
                  <a:ext uri="{FF2B5EF4-FFF2-40B4-BE49-F238E27FC236}">
                    <a16:creationId xmlns:a16="http://schemas.microsoft.com/office/drawing/2014/main" id="{62658B5F-7C44-A428-121F-146341CEA89A}"/>
                  </a:ext>
                </a:extLst>
              </p:cNvPr>
              <p:cNvSpPr/>
              <p:nvPr/>
            </p:nvSpPr>
            <p:spPr>
              <a:xfrm>
                <a:off x="392692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7" name="pg458">
                <a:extLst>
                  <a:ext uri="{FF2B5EF4-FFF2-40B4-BE49-F238E27FC236}">
                    <a16:creationId xmlns:a16="http://schemas.microsoft.com/office/drawing/2014/main" id="{68B832EC-500D-B976-B7B1-7600CB5CF7C2}"/>
                  </a:ext>
                </a:extLst>
              </p:cNvPr>
              <p:cNvSpPr/>
              <p:nvPr/>
            </p:nvSpPr>
            <p:spPr>
              <a:xfrm>
                <a:off x="400836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8" name="pg459">
                <a:extLst>
                  <a:ext uri="{FF2B5EF4-FFF2-40B4-BE49-F238E27FC236}">
                    <a16:creationId xmlns:a16="http://schemas.microsoft.com/office/drawing/2014/main" id="{5832C515-272A-F1C3-B462-A96AA3D27AFC}"/>
                  </a:ext>
                </a:extLst>
              </p:cNvPr>
              <p:cNvSpPr/>
              <p:nvPr/>
            </p:nvSpPr>
            <p:spPr>
              <a:xfrm>
                <a:off x="408979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9" name="pg460">
                <a:extLst>
                  <a:ext uri="{FF2B5EF4-FFF2-40B4-BE49-F238E27FC236}">
                    <a16:creationId xmlns:a16="http://schemas.microsoft.com/office/drawing/2014/main" id="{A141D826-4831-990D-0CCF-A8C93E52CC3D}"/>
                  </a:ext>
                </a:extLst>
              </p:cNvPr>
              <p:cNvSpPr/>
              <p:nvPr/>
            </p:nvSpPr>
            <p:spPr>
              <a:xfrm>
                <a:off x="417123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0" name="pg461">
                <a:extLst>
                  <a:ext uri="{FF2B5EF4-FFF2-40B4-BE49-F238E27FC236}">
                    <a16:creationId xmlns:a16="http://schemas.microsoft.com/office/drawing/2014/main" id="{E13F6EA6-29DF-83DE-AE67-5A28BDAF52BF}"/>
                  </a:ext>
                </a:extLst>
              </p:cNvPr>
              <p:cNvSpPr/>
              <p:nvPr/>
            </p:nvSpPr>
            <p:spPr>
              <a:xfrm>
                <a:off x="425267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1" name="pg462">
                <a:extLst>
                  <a:ext uri="{FF2B5EF4-FFF2-40B4-BE49-F238E27FC236}">
                    <a16:creationId xmlns:a16="http://schemas.microsoft.com/office/drawing/2014/main" id="{9A8010BF-0D9B-CEE4-0462-90A3605DF24B}"/>
                  </a:ext>
                </a:extLst>
              </p:cNvPr>
              <p:cNvSpPr/>
              <p:nvPr/>
            </p:nvSpPr>
            <p:spPr>
              <a:xfrm>
                <a:off x="433411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2" name="pg463">
                <a:extLst>
                  <a:ext uri="{FF2B5EF4-FFF2-40B4-BE49-F238E27FC236}">
                    <a16:creationId xmlns:a16="http://schemas.microsoft.com/office/drawing/2014/main" id="{8D4E0526-5B56-67AE-527B-8B4A83F71561}"/>
                  </a:ext>
                </a:extLst>
              </p:cNvPr>
              <p:cNvSpPr/>
              <p:nvPr/>
            </p:nvSpPr>
            <p:spPr>
              <a:xfrm>
                <a:off x="286824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3" name="pg464">
                <a:extLst>
                  <a:ext uri="{FF2B5EF4-FFF2-40B4-BE49-F238E27FC236}">
                    <a16:creationId xmlns:a16="http://schemas.microsoft.com/office/drawing/2014/main" id="{5E911AB7-6B9B-6AB0-24AC-B48FF893BED8}"/>
                  </a:ext>
                </a:extLst>
              </p:cNvPr>
              <p:cNvSpPr/>
              <p:nvPr/>
            </p:nvSpPr>
            <p:spPr>
              <a:xfrm>
                <a:off x="294967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4" name="pg465">
                <a:extLst>
                  <a:ext uri="{FF2B5EF4-FFF2-40B4-BE49-F238E27FC236}">
                    <a16:creationId xmlns:a16="http://schemas.microsoft.com/office/drawing/2014/main" id="{D0DB42E4-C657-5511-AB95-938DAF6C4C91}"/>
                  </a:ext>
                </a:extLst>
              </p:cNvPr>
              <p:cNvSpPr/>
              <p:nvPr/>
            </p:nvSpPr>
            <p:spPr>
              <a:xfrm>
                <a:off x="303111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5" name="pg466">
                <a:extLst>
                  <a:ext uri="{FF2B5EF4-FFF2-40B4-BE49-F238E27FC236}">
                    <a16:creationId xmlns:a16="http://schemas.microsoft.com/office/drawing/2014/main" id="{746D0735-1F38-4422-D554-32C0029DCBD5}"/>
                  </a:ext>
                </a:extLst>
              </p:cNvPr>
              <p:cNvSpPr/>
              <p:nvPr/>
            </p:nvSpPr>
            <p:spPr>
              <a:xfrm>
                <a:off x="311255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6" name="pg467">
                <a:extLst>
                  <a:ext uri="{FF2B5EF4-FFF2-40B4-BE49-F238E27FC236}">
                    <a16:creationId xmlns:a16="http://schemas.microsoft.com/office/drawing/2014/main" id="{B69727EE-AF3D-6CBA-86AE-91B02EB1776B}"/>
                  </a:ext>
                </a:extLst>
              </p:cNvPr>
              <p:cNvSpPr/>
              <p:nvPr/>
            </p:nvSpPr>
            <p:spPr>
              <a:xfrm>
                <a:off x="319399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7" name="pg468">
                <a:extLst>
                  <a:ext uri="{FF2B5EF4-FFF2-40B4-BE49-F238E27FC236}">
                    <a16:creationId xmlns:a16="http://schemas.microsoft.com/office/drawing/2014/main" id="{FA9AE1CD-D384-66DD-EF2D-CD3D01E5139A}"/>
                  </a:ext>
                </a:extLst>
              </p:cNvPr>
              <p:cNvSpPr/>
              <p:nvPr/>
            </p:nvSpPr>
            <p:spPr>
              <a:xfrm>
                <a:off x="327542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8" name="pg469">
                <a:extLst>
                  <a:ext uri="{FF2B5EF4-FFF2-40B4-BE49-F238E27FC236}">
                    <a16:creationId xmlns:a16="http://schemas.microsoft.com/office/drawing/2014/main" id="{2681F474-47B0-B84C-94C6-44028AD81947}"/>
                  </a:ext>
                </a:extLst>
              </p:cNvPr>
              <p:cNvSpPr/>
              <p:nvPr/>
            </p:nvSpPr>
            <p:spPr>
              <a:xfrm>
                <a:off x="335686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9" name="pg470">
                <a:extLst>
                  <a:ext uri="{FF2B5EF4-FFF2-40B4-BE49-F238E27FC236}">
                    <a16:creationId xmlns:a16="http://schemas.microsoft.com/office/drawing/2014/main" id="{141F6518-66C0-D0FF-C3EA-6EAEED8C46C5}"/>
                  </a:ext>
                </a:extLst>
              </p:cNvPr>
              <p:cNvSpPr/>
              <p:nvPr/>
            </p:nvSpPr>
            <p:spPr>
              <a:xfrm>
                <a:off x="343830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0" name="pg471">
                <a:extLst>
                  <a:ext uri="{FF2B5EF4-FFF2-40B4-BE49-F238E27FC236}">
                    <a16:creationId xmlns:a16="http://schemas.microsoft.com/office/drawing/2014/main" id="{DB6A0FB0-34D6-4F4B-541D-7C60B375341F}"/>
                  </a:ext>
                </a:extLst>
              </p:cNvPr>
              <p:cNvSpPr/>
              <p:nvPr/>
            </p:nvSpPr>
            <p:spPr>
              <a:xfrm>
                <a:off x="351973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1" name="pg472">
                <a:extLst>
                  <a:ext uri="{FF2B5EF4-FFF2-40B4-BE49-F238E27FC236}">
                    <a16:creationId xmlns:a16="http://schemas.microsoft.com/office/drawing/2014/main" id="{DBB4AE19-898B-D4EC-7896-0076094CC196}"/>
                  </a:ext>
                </a:extLst>
              </p:cNvPr>
              <p:cNvSpPr/>
              <p:nvPr/>
            </p:nvSpPr>
            <p:spPr>
              <a:xfrm>
                <a:off x="360117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2" name="pg473">
                <a:extLst>
                  <a:ext uri="{FF2B5EF4-FFF2-40B4-BE49-F238E27FC236}">
                    <a16:creationId xmlns:a16="http://schemas.microsoft.com/office/drawing/2014/main" id="{5F833270-7C6A-EEE1-264F-D3A1B11710DF}"/>
                  </a:ext>
                </a:extLst>
              </p:cNvPr>
              <p:cNvSpPr/>
              <p:nvPr/>
            </p:nvSpPr>
            <p:spPr>
              <a:xfrm>
                <a:off x="368261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3" name="pg474">
                <a:extLst>
                  <a:ext uri="{FF2B5EF4-FFF2-40B4-BE49-F238E27FC236}">
                    <a16:creationId xmlns:a16="http://schemas.microsoft.com/office/drawing/2014/main" id="{EA90524D-7FDC-E854-5AE2-808DE25D220E}"/>
                  </a:ext>
                </a:extLst>
              </p:cNvPr>
              <p:cNvSpPr/>
              <p:nvPr/>
            </p:nvSpPr>
            <p:spPr>
              <a:xfrm>
                <a:off x="376405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4" name="pg475">
                <a:extLst>
                  <a:ext uri="{FF2B5EF4-FFF2-40B4-BE49-F238E27FC236}">
                    <a16:creationId xmlns:a16="http://schemas.microsoft.com/office/drawing/2014/main" id="{1E595475-E655-91E6-0C78-58DD3B5E9622}"/>
                  </a:ext>
                </a:extLst>
              </p:cNvPr>
              <p:cNvSpPr/>
              <p:nvPr/>
            </p:nvSpPr>
            <p:spPr>
              <a:xfrm>
                <a:off x="384548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5" name="pg476">
                <a:extLst>
                  <a:ext uri="{FF2B5EF4-FFF2-40B4-BE49-F238E27FC236}">
                    <a16:creationId xmlns:a16="http://schemas.microsoft.com/office/drawing/2014/main" id="{3CA22302-5C46-F9E4-411C-60C84A196728}"/>
                  </a:ext>
                </a:extLst>
              </p:cNvPr>
              <p:cNvSpPr/>
              <p:nvPr/>
            </p:nvSpPr>
            <p:spPr>
              <a:xfrm>
                <a:off x="392692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6" name="pg477">
                <a:extLst>
                  <a:ext uri="{FF2B5EF4-FFF2-40B4-BE49-F238E27FC236}">
                    <a16:creationId xmlns:a16="http://schemas.microsoft.com/office/drawing/2014/main" id="{672D5DAA-2BBE-39A2-B3DB-D2054E2F22F7}"/>
                  </a:ext>
                </a:extLst>
              </p:cNvPr>
              <p:cNvSpPr/>
              <p:nvPr/>
            </p:nvSpPr>
            <p:spPr>
              <a:xfrm>
                <a:off x="400836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7" name="pg478">
                <a:extLst>
                  <a:ext uri="{FF2B5EF4-FFF2-40B4-BE49-F238E27FC236}">
                    <a16:creationId xmlns:a16="http://schemas.microsoft.com/office/drawing/2014/main" id="{6AE422B5-B2B1-2905-9717-DE1690A7D25E}"/>
                  </a:ext>
                </a:extLst>
              </p:cNvPr>
              <p:cNvSpPr/>
              <p:nvPr/>
            </p:nvSpPr>
            <p:spPr>
              <a:xfrm>
                <a:off x="408979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8" name="pg479">
                <a:extLst>
                  <a:ext uri="{FF2B5EF4-FFF2-40B4-BE49-F238E27FC236}">
                    <a16:creationId xmlns:a16="http://schemas.microsoft.com/office/drawing/2014/main" id="{53A6DF4B-9515-3F57-664A-C35862DF5D06}"/>
                  </a:ext>
                </a:extLst>
              </p:cNvPr>
              <p:cNvSpPr/>
              <p:nvPr/>
            </p:nvSpPr>
            <p:spPr>
              <a:xfrm>
                <a:off x="417123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9" name="pg480">
                <a:extLst>
                  <a:ext uri="{FF2B5EF4-FFF2-40B4-BE49-F238E27FC236}">
                    <a16:creationId xmlns:a16="http://schemas.microsoft.com/office/drawing/2014/main" id="{BB76AA57-7C26-D662-5F52-C6FDA5AEAF61}"/>
                  </a:ext>
                </a:extLst>
              </p:cNvPr>
              <p:cNvSpPr/>
              <p:nvPr/>
            </p:nvSpPr>
            <p:spPr>
              <a:xfrm>
                <a:off x="425267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0" name="pg481">
                <a:extLst>
                  <a:ext uri="{FF2B5EF4-FFF2-40B4-BE49-F238E27FC236}">
                    <a16:creationId xmlns:a16="http://schemas.microsoft.com/office/drawing/2014/main" id="{53AA0297-07B0-C8AA-FB22-A64B9587DE5B}"/>
                  </a:ext>
                </a:extLst>
              </p:cNvPr>
              <p:cNvSpPr/>
              <p:nvPr/>
            </p:nvSpPr>
            <p:spPr>
              <a:xfrm>
                <a:off x="278680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1" name="pg482">
                <a:extLst>
                  <a:ext uri="{FF2B5EF4-FFF2-40B4-BE49-F238E27FC236}">
                    <a16:creationId xmlns:a16="http://schemas.microsoft.com/office/drawing/2014/main" id="{50156E49-AF47-04BB-5592-EC731333EE43}"/>
                  </a:ext>
                </a:extLst>
              </p:cNvPr>
              <p:cNvSpPr/>
              <p:nvPr/>
            </p:nvSpPr>
            <p:spPr>
              <a:xfrm>
                <a:off x="286824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2" name="pg483">
                <a:extLst>
                  <a:ext uri="{FF2B5EF4-FFF2-40B4-BE49-F238E27FC236}">
                    <a16:creationId xmlns:a16="http://schemas.microsoft.com/office/drawing/2014/main" id="{9BDFE509-9A12-4ACF-A01D-7E67F20F1CCD}"/>
                  </a:ext>
                </a:extLst>
              </p:cNvPr>
              <p:cNvSpPr/>
              <p:nvPr/>
            </p:nvSpPr>
            <p:spPr>
              <a:xfrm>
                <a:off x="294967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3" name="pg484">
                <a:extLst>
                  <a:ext uri="{FF2B5EF4-FFF2-40B4-BE49-F238E27FC236}">
                    <a16:creationId xmlns:a16="http://schemas.microsoft.com/office/drawing/2014/main" id="{2262B041-3F16-FA7F-40D6-0DC674C637FF}"/>
                  </a:ext>
                </a:extLst>
              </p:cNvPr>
              <p:cNvSpPr/>
              <p:nvPr/>
            </p:nvSpPr>
            <p:spPr>
              <a:xfrm>
                <a:off x="303111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4" name="pg485">
                <a:extLst>
                  <a:ext uri="{FF2B5EF4-FFF2-40B4-BE49-F238E27FC236}">
                    <a16:creationId xmlns:a16="http://schemas.microsoft.com/office/drawing/2014/main" id="{EA705C22-9A80-0702-AEBD-68A881890761}"/>
                  </a:ext>
                </a:extLst>
              </p:cNvPr>
              <p:cNvSpPr/>
              <p:nvPr/>
            </p:nvSpPr>
            <p:spPr>
              <a:xfrm>
                <a:off x="311255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5" name="pg486">
                <a:extLst>
                  <a:ext uri="{FF2B5EF4-FFF2-40B4-BE49-F238E27FC236}">
                    <a16:creationId xmlns:a16="http://schemas.microsoft.com/office/drawing/2014/main" id="{88535756-8F10-43EE-5B2A-1B43152CC844}"/>
                  </a:ext>
                </a:extLst>
              </p:cNvPr>
              <p:cNvSpPr/>
              <p:nvPr/>
            </p:nvSpPr>
            <p:spPr>
              <a:xfrm>
                <a:off x="319399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6" name="pg487">
                <a:extLst>
                  <a:ext uri="{FF2B5EF4-FFF2-40B4-BE49-F238E27FC236}">
                    <a16:creationId xmlns:a16="http://schemas.microsoft.com/office/drawing/2014/main" id="{3019849E-0024-9EC8-E53D-53E51A724D83}"/>
                  </a:ext>
                </a:extLst>
              </p:cNvPr>
              <p:cNvSpPr/>
              <p:nvPr/>
            </p:nvSpPr>
            <p:spPr>
              <a:xfrm>
                <a:off x="327542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7" name="pg488">
                <a:extLst>
                  <a:ext uri="{FF2B5EF4-FFF2-40B4-BE49-F238E27FC236}">
                    <a16:creationId xmlns:a16="http://schemas.microsoft.com/office/drawing/2014/main" id="{584F6B4E-B1B1-E784-E669-50A101E17D5A}"/>
                  </a:ext>
                </a:extLst>
              </p:cNvPr>
              <p:cNvSpPr/>
              <p:nvPr/>
            </p:nvSpPr>
            <p:spPr>
              <a:xfrm>
                <a:off x="335686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8" name="pg489">
                <a:extLst>
                  <a:ext uri="{FF2B5EF4-FFF2-40B4-BE49-F238E27FC236}">
                    <a16:creationId xmlns:a16="http://schemas.microsoft.com/office/drawing/2014/main" id="{C7A3A8F3-BA0A-F67A-A511-C672F6C2C425}"/>
                  </a:ext>
                </a:extLst>
              </p:cNvPr>
              <p:cNvSpPr/>
              <p:nvPr/>
            </p:nvSpPr>
            <p:spPr>
              <a:xfrm>
                <a:off x="343830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9" name="pg490">
                <a:extLst>
                  <a:ext uri="{FF2B5EF4-FFF2-40B4-BE49-F238E27FC236}">
                    <a16:creationId xmlns:a16="http://schemas.microsoft.com/office/drawing/2014/main" id="{B5193562-57C3-970B-9551-9DEAFCF4E6AE}"/>
                  </a:ext>
                </a:extLst>
              </p:cNvPr>
              <p:cNvSpPr/>
              <p:nvPr/>
            </p:nvSpPr>
            <p:spPr>
              <a:xfrm>
                <a:off x="351973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0" name="pg491">
                <a:extLst>
                  <a:ext uri="{FF2B5EF4-FFF2-40B4-BE49-F238E27FC236}">
                    <a16:creationId xmlns:a16="http://schemas.microsoft.com/office/drawing/2014/main" id="{CA42FC89-5F81-88BE-A719-2B6E5926E7CC}"/>
                  </a:ext>
                </a:extLst>
              </p:cNvPr>
              <p:cNvSpPr/>
              <p:nvPr/>
            </p:nvSpPr>
            <p:spPr>
              <a:xfrm>
                <a:off x="360117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1" name="pg492">
                <a:extLst>
                  <a:ext uri="{FF2B5EF4-FFF2-40B4-BE49-F238E27FC236}">
                    <a16:creationId xmlns:a16="http://schemas.microsoft.com/office/drawing/2014/main" id="{E23D78B2-E8D4-6D5D-3F84-93A9F557D014}"/>
                  </a:ext>
                </a:extLst>
              </p:cNvPr>
              <p:cNvSpPr/>
              <p:nvPr/>
            </p:nvSpPr>
            <p:spPr>
              <a:xfrm>
                <a:off x="368261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2" name="pg493">
                <a:extLst>
                  <a:ext uri="{FF2B5EF4-FFF2-40B4-BE49-F238E27FC236}">
                    <a16:creationId xmlns:a16="http://schemas.microsoft.com/office/drawing/2014/main" id="{C8CB52EC-0358-056C-D737-D4087C39EB54}"/>
                  </a:ext>
                </a:extLst>
              </p:cNvPr>
              <p:cNvSpPr/>
              <p:nvPr/>
            </p:nvSpPr>
            <p:spPr>
              <a:xfrm>
                <a:off x="376405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3" name="pg494">
                <a:extLst>
                  <a:ext uri="{FF2B5EF4-FFF2-40B4-BE49-F238E27FC236}">
                    <a16:creationId xmlns:a16="http://schemas.microsoft.com/office/drawing/2014/main" id="{FECC3FD5-140B-B2F4-C503-691C457DA29F}"/>
                  </a:ext>
                </a:extLst>
              </p:cNvPr>
              <p:cNvSpPr/>
              <p:nvPr/>
            </p:nvSpPr>
            <p:spPr>
              <a:xfrm>
                <a:off x="384548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4" name="pg495">
                <a:extLst>
                  <a:ext uri="{FF2B5EF4-FFF2-40B4-BE49-F238E27FC236}">
                    <a16:creationId xmlns:a16="http://schemas.microsoft.com/office/drawing/2014/main" id="{6F828BA6-2C68-2EEF-1EAB-9B042BB6528E}"/>
                  </a:ext>
                </a:extLst>
              </p:cNvPr>
              <p:cNvSpPr/>
              <p:nvPr/>
            </p:nvSpPr>
            <p:spPr>
              <a:xfrm>
                <a:off x="392692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5" name="pg496">
                <a:extLst>
                  <a:ext uri="{FF2B5EF4-FFF2-40B4-BE49-F238E27FC236}">
                    <a16:creationId xmlns:a16="http://schemas.microsoft.com/office/drawing/2014/main" id="{71796665-F1E4-886E-0157-A4FA2E344CC7}"/>
                  </a:ext>
                </a:extLst>
              </p:cNvPr>
              <p:cNvSpPr/>
              <p:nvPr/>
            </p:nvSpPr>
            <p:spPr>
              <a:xfrm>
                <a:off x="400836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6" name="pg497">
                <a:extLst>
                  <a:ext uri="{FF2B5EF4-FFF2-40B4-BE49-F238E27FC236}">
                    <a16:creationId xmlns:a16="http://schemas.microsoft.com/office/drawing/2014/main" id="{FDE7C926-F911-BA00-6489-7045CCCCCBF5}"/>
                  </a:ext>
                </a:extLst>
              </p:cNvPr>
              <p:cNvSpPr/>
              <p:nvPr/>
            </p:nvSpPr>
            <p:spPr>
              <a:xfrm>
                <a:off x="408979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7" name="pg498">
                <a:extLst>
                  <a:ext uri="{FF2B5EF4-FFF2-40B4-BE49-F238E27FC236}">
                    <a16:creationId xmlns:a16="http://schemas.microsoft.com/office/drawing/2014/main" id="{185F40F0-A9AF-10FA-68ED-4D535F07F2EF}"/>
                  </a:ext>
                </a:extLst>
              </p:cNvPr>
              <p:cNvSpPr/>
              <p:nvPr/>
            </p:nvSpPr>
            <p:spPr>
              <a:xfrm>
                <a:off x="417123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8" name="pg499">
                <a:extLst>
                  <a:ext uri="{FF2B5EF4-FFF2-40B4-BE49-F238E27FC236}">
                    <a16:creationId xmlns:a16="http://schemas.microsoft.com/office/drawing/2014/main" id="{C147F6AF-0FE0-A9B3-1724-7857A0520593}"/>
                  </a:ext>
                </a:extLst>
              </p:cNvPr>
              <p:cNvSpPr/>
              <p:nvPr/>
            </p:nvSpPr>
            <p:spPr>
              <a:xfrm>
                <a:off x="425267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9" name="pg500">
                <a:extLst>
                  <a:ext uri="{FF2B5EF4-FFF2-40B4-BE49-F238E27FC236}">
                    <a16:creationId xmlns:a16="http://schemas.microsoft.com/office/drawing/2014/main" id="{76623AB6-AFB8-2FE6-780B-6B47BB5E583A}"/>
                  </a:ext>
                </a:extLst>
              </p:cNvPr>
              <p:cNvSpPr/>
              <p:nvPr/>
            </p:nvSpPr>
            <p:spPr>
              <a:xfrm>
                <a:off x="278680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0" name="pg501">
                <a:extLst>
                  <a:ext uri="{FF2B5EF4-FFF2-40B4-BE49-F238E27FC236}">
                    <a16:creationId xmlns:a16="http://schemas.microsoft.com/office/drawing/2014/main" id="{4C62E2C3-0CEF-5CC7-B9DE-56707169E99C}"/>
                  </a:ext>
                </a:extLst>
              </p:cNvPr>
              <p:cNvSpPr/>
              <p:nvPr/>
            </p:nvSpPr>
            <p:spPr>
              <a:xfrm>
                <a:off x="286824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1" name="pg502">
                <a:extLst>
                  <a:ext uri="{FF2B5EF4-FFF2-40B4-BE49-F238E27FC236}">
                    <a16:creationId xmlns:a16="http://schemas.microsoft.com/office/drawing/2014/main" id="{BE053A37-D45F-07BF-29A9-A7FBED84B821}"/>
                  </a:ext>
                </a:extLst>
              </p:cNvPr>
              <p:cNvSpPr/>
              <p:nvPr/>
            </p:nvSpPr>
            <p:spPr>
              <a:xfrm>
                <a:off x="294967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2" name="pg503">
                <a:extLst>
                  <a:ext uri="{FF2B5EF4-FFF2-40B4-BE49-F238E27FC236}">
                    <a16:creationId xmlns:a16="http://schemas.microsoft.com/office/drawing/2014/main" id="{F1471C01-DCE3-209A-FF37-454DB2C28BCF}"/>
                  </a:ext>
                </a:extLst>
              </p:cNvPr>
              <p:cNvSpPr/>
              <p:nvPr/>
            </p:nvSpPr>
            <p:spPr>
              <a:xfrm>
                <a:off x="303111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3" name="pg504">
                <a:extLst>
                  <a:ext uri="{FF2B5EF4-FFF2-40B4-BE49-F238E27FC236}">
                    <a16:creationId xmlns:a16="http://schemas.microsoft.com/office/drawing/2014/main" id="{9AD3778E-3450-A43C-A491-3688BEEF9B6A}"/>
                  </a:ext>
                </a:extLst>
              </p:cNvPr>
              <p:cNvSpPr/>
              <p:nvPr/>
            </p:nvSpPr>
            <p:spPr>
              <a:xfrm>
                <a:off x="311255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4" name="pg505">
                <a:extLst>
                  <a:ext uri="{FF2B5EF4-FFF2-40B4-BE49-F238E27FC236}">
                    <a16:creationId xmlns:a16="http://schemas.microsoft.com/office/drawing/2014/main" id="{9C36AF7A-1DB9-0D70-E7BC-9F4B86454038}"/>
                  </a:ext>
                </a:extLst>
              </p:cNvPr>
              <p:cNvSpPr/>
              <p:nvPr/>
            </p:nvSpPr>
            <p:spPr>
              <a:xfrm>
                <a:off x="319399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5" name="pg506">
                <a:extLst>
                  <a:ext uri="{FF2B5EF4-FFF2-40B4-BE49-F238E27FC236}">
                    <a16:creationId xmlns:a16="http://schemas.microsoft.com/office/drawing/2014/main" id="{95D8EF98-5D8A-C109-E32A-FDF3D288ACED}"/>
                  </a:ext>
                </a:extLst>
              </p:cNvPr>
              <p:cNvSpPr/>
              <p:nvPr/>
            </p:nvSpPr>
            <p:spPr>
              <a:xfrm>
                <a:off x="327542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6" name="pg507">
                <a:extLst>
                  <a:ext uri="{FF2B5EF4-FFF2-40B4-BE49-F238E27FC236}">
                    <a16:creationId xmlns:a16="http://schemas.microsoft.com/office/drawing/2014/main" id="{085745A9-FB24-0599-425C-DEC69F13D786}"/>
                  </a:ext>
                </a:extLst>
              </p:cNvPr>
              <p:cNvSpPr/>
              <p:nvPr/>
            </p:nvSpPr>
            <p:spPr>
              <a:xfrm>
                <a:off x="335686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7" name="pg508">
                <a:extLst>
                  <a:ext uri="{FF2B5EF4-FFF2-40B4-BE49-F238E27FC236}">
                    <a16:creationId xmlns:a16="http://schemas.microsoft.com/office/drawing/2014/main" id="{F4E02D43-FEB7-A92D-D31A-DDD3DB2BB6F2}"/>
                  </a:ext>
                </a:extLst>
              </p:cNvPr>
              <p:cNvSpPr/>
              <p:nvPr/>
            </p:nvSpPr>
            <p:spPr>
              <a:xfrm>
                <a:off x="343830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8" name="pg509">
                <a:extLst>
                  <a:ext uri="{FF2B5EF4-FFF2-40B4-BE49-F238E27FC236}">
                    <a16:creationId xmlns:a16="http://schemas.microsoft.com/office/drawing/2014/main" id="{0BF7C04F-9B55-3EB6-99C7-F48A0636D1DA}"/>
                  </a:ext>
                </a:extLst>
              </p:cNvPr>
              <p:cNvSpPr/>
              <p:nvPr/>
            </p:nvSpPr>
            <p:spPr>
              <a:xfrm>
                <a:off x="351973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9" name="pg510">
                <a:extLst>
                  <a:ext uri="{FF2B5EF4-FFF2-40B4-BE49-F238E27FC236}">
                    <a16:creationId xmlns:a16="http://schemas.microsoft.com/office/drawing/2014/main" id="{5AFCFB2E-1627-B822-F1C7-5BD201779CEC}"/>
                  </a:ext>
                </a:extLst>
              </p:cNvPr>
              <p:cNvSpPr/>
              <p:nvPr/>
            </p:nvSpPr>
            <p:spPr>
              <a:xfrm>
                <a:off x="360117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0" name="pg511">
                <a:extLst>
                  <a:ext uri="{FF2B5EF4-FFF2-40B4-BE49-F238E27FC236}">
                    <a16:creationId xmlns:a16="http://schemas.microsoft.com/office/drawing/2014/main" id="{36DFBBC6-92AA-80F9-615A-E5D49D45901D}"/>
                  </a:ext>
                </a:extLst>
              </p:cNvPr>
              <p:cNvSpPr/>
              <p:nvPr/>
            </p:nvSpPr>
            <p:spPr>
              <a:xfrm>
                <a:off x="368261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1" name="pg512">
                <a:extLst>
                  <a:ext uri="{FF2B5EF4-FFF2-40B4-BE49-F238E27FC236}">
                    <a16:creationId xmlns:a16="http://schemas.microsoft.com/office/drawing/2014/main" id="{5CB4468C-D2E7-8A82-CA68-3BDC3CEEED6E}"/>
                  </a:ext>
                </a:extLst>
              </p:cNvPr>
              <p:cNvSpPr/>
              <p:nvPr/>
            </p:nvSpPr>
            <p:spPr>
              <a:xfrm>
                <a:off x="376405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2" name="pg513">
                <a:extLst>
                  <a:ext uri="{FF2B5EF4-FFF2-40B4-BE49-F238E27FC236}">
                    <a16:creationId xmlns:a16="http://schemas.microsoft.com/office/drawing/2014/main" id="{88107A79-68B8-CAEC-3A9B-DCA6A8F807D1}"/>
                  </a:ext>
                </a:extLst>
              </p:cNvPr>
              <p:cNvSpPr/>
              <p:nvPr/>
            </p:nvSpPr>
            <p:spPr>
              <a:xfrm>
                <a:off x="384548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3" name="pg514">
                <a:extLst>
                  <a:ext uri="{FF2B5EF4-FFF2-40B4-BE49-F238E27FC236}">
                    <a16:creationId xmlns:a16="http://schemas.microsoft.com/office/drawing/2014/main" id="{E5709DEF-CD7B-5006-B5A5-37025F2F4CA4}"/>
                  </a:ext>
                </a:extLst>
              </p:cNvPr>
              <p:cNvSpPr/>
              <p:nvPr/>
            </p:nvSpPr>
            <p:spPr>
              <a:xfrm>
                <a:off x="392692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4" name="pg515">
                <a:extLst>
                  <a:ext uri="{FF2B5EF4-FFF2-40B4-BE49-F238E27FC236}">
                    <a16:creationId xmlns:a16="http://schemas.microsoft.com/office/drawing/2014/main" id="{E50FBAA1-ED62-9FAB-BB6F-6D88DFE50D49}"/>
                  </a:ext>
                </a:extLst>
              </p:cNvPr>
              <p:cNvSpPr/>
              <p:nvPr/>
            </p:nvSpPr>
            <p:spPr>
              <a:xfrm>
                <a:off x="400836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5" name="pg516">
                <a:extLst>
                  <a:ext uri="{FF2B5EF4-FFF2-40B4-BE49-F238E27FC236}">
                    <a16:creationId xmlns:a16="http://schemas.microsoft.com/office/drawing/2014/main" id="{5729FEDB-9D46-95A9-DC6F-889469251DA4}"/>
                  </a:ext>
                </a:extLst>
              </p:cNvPr>
              <p:cNvSpPr/>
              <p:nvPr/>
            </p:nvSpPr>
            <p:spPr>
              <a:xfrm>
                <a:off x="408979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6" name="pg517">
                <a:extLst>
                  <a:ext uri="{FF2B5EF4-FFF2-40B4-BE49-F238E27FC236}">
                    <a16:creationId xmlns:a16="http://schemas.microsoft.com/office/drawing/2014/main" id="{526C7F71-C11A-9FD3-10E8-63D8B69D90A5}"/>
                  </a:ext>
                </a:extLst>
              </p:cNvPr>
              <p:cNvSpPr/>
              <p:nvPr/>
            </p:nvSpPr>
            <p:spPr>
              <a:xfrm>
                <a:off x="417123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7" name="pg518">
                <a:extLst>
                  <a:ext uri="{FF2B5EF4-FFF2-40B4-BE49-F238E27FC236}">
                    <a16:creationId xmlns:a16="http://schemas.microsoft.com/office/drawing/2014/main" id="{69A2012C-8513-A29F-3268-D39D62833A19}"/>
                  </a:ext>
                </a:extLst>
              </p:cNvPr>
              <p:cNvSpPr/>
              <p:nvPr/>
            </p:nvSpPr>
            <p:spPr>
              <a:xfrm>
                <a:off x="278680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8" name="pg519">
                <a:extLst>
                  <a:ext uri="{FF2B5EF4-FFF2-40B4-BE49-F238E27FC236}">
                    <a16:creationId xmlns:a16="http://schemas.microsoft.com/office/drawing/2014/main" id="{27F848B1-A9CE-0126-D830-AF9BF9CA8782}"/>
                  </a:ext>
                </a:extLst>
              </p:cNvPr>
              <p:cNvSpPr/>
              <p:nvPr/>
            </p:nvSpPr>
            <p:spPr>
              <a:xfrm>
                <a:off x="286824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9" name="pg520">
                <a:extLst>
                  <a:ext uri="{FF2B5EF4-FFF2-40B4-BE49-F238E27FC236}">
                    <a16:creationId xmlns:a16="http://schemas.microsoft.com/office/drawing/2014/main" id="{1AE8FAC6-FB09-E5D1-B009-E168B6BBBB2D}"/>
                  </a:ext>
                </a:extLst>
              </p:cNvPr>
              <p:cNvSpPr/>
              <p:nvPr/>
            </p:nvSpPr>
            <p:spPr>
              <a:xfrm>
                <a:off x="294967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0" name="pg521">
                <a:extLst>
                  <a:ext uri="{FF2B5EF4-FFF2-40B4-BE49-F238E27FC236}">
                    <a16:creationId xmlns:a16="http://schemas.microsoft.com/office/drawing/2014/main" id="{27DD3A9A-53F6-CBAD-A807-D1A1063E6F1E}"/>
                  </a:ext>
                </a:extLst>
              </p:cNvPr>
              <p:cNvSpPr/>
              <p:nvPr/>
            </p:nvSpPr>
            <p:spPr>
              <a:xfrm>
                <a:off x="303111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1" name="pg522">
                <a:extLst>
                  <a:ext uri="{FF2B5EF4-FFF2-40B4-BE49-F238E27FC236}">
                    <a16:creationId xmlns:a16="http://schemas.microsoft.com/office/drawing/2014/main" id="{52E56B3D-7093-68B5-4E9E-CD1BA19B7DDD}"/>
                  </a:ext>
                </a:extLst>
              </p:cNvPr>
              <p:cNvSpPr/>
              <p:nvPr/>
            </p:nvSpPr>
            <p:spPr>
              <a:xfrm>
                <a:off x="311255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2" name="pg523">
                <a:extLst>
                  <a:ext uri="{FF2B5EF4-FFF2-40B4-BE49-F238E27FC236}">
                    <a16:creationId xmlns:a16="http://schemas.microsoft.com/office/drawing/2014/main" id="{FEA61092-00B6-DC65-3F90-A8B72EC2EEA2}"/>
                  </a:ext>
                </a:extLst>
              </p:cNvPr>
              <p:cNvSpPr/>
              <p:nvPr/>
            </p:nvSpPr>
            <p:spPr>
              <a:xfrm>
                <a:off x="319399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3" name="pg524">
                <a:extLst>
                  <a:ext uri="{FF2B5EF4-FFF2-40B4-BE49-F238E27FC236}">
                    <a16:creationId xmlns:a16="http://schemas.microsoft.com/office/drawing/2014/main" id="{3B3B89D0-E71B-9647-7BC4-0BCBDCC1F3F0}"/>
                  </a:ext>
                </a:extLst>
              </p:cNvPr>
              <p:cNvSpPr/>
              <p:nvPr/>
            </p:nvSpPr>
            <p:spPr>
              <a:xfrm>
                <a:off x="327542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4" name="pg525">
                <a:extLst>
                  <a:ext uri="{FF2B5EF4-FFF2-40B4-BE49-F238E27FC236}">
                    <a16:creationId xmlns:a16="http://schemas.microsoft.com/office/drawing/2014/main" id="{9FDF7111-1AA9-B10A-EEDA-DBAE729D3591}"/>
                  </a:ext>
                </a:extLst>
              </p:cNvPr>
              <p:cNvSpPr/>
              <p:nvPr/>
            </p:nvSpPr>
            <p:spPr>
              <a:xfrm>
                <a:off x="335686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5" name="pg526">
                <a:extLst>
                  <a:ext uri="{FF2B5EF4-FFF2-40B4-BE49-F238E27FC236}">
                    <a16:creationId xmlns:a16="http://schemas.microsoft.com/office/drawing/2014/main" id="{F52BB809-62CE-7A23-3717-EB99BEC10021}"/>
                  </a:ext>
                </a:extLst>
              </p:cNvPr>
              <p:cNvSpPr/>
              <p:nvPr/>
            </p:nvSpPr>
            <p:spPr>
              <a:xfrm>
                <a:off x="343830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6" name="pg527">
                <a:extLst>
                  <a:ext uri="{FF2B5EF4-FFF2-40B4-BE49-F238E27FC236}">
                    <a16:creationId xmlns:a16="http://schemas.microsoft.com/office/drawing/2014/main" id="{01F71120-EA91-4AFC-25F7-A7609A59DA92}"/>
                  </a:ext>
                </a:extLst>
              </p:cNvPr>
              <p:cNvSpPr/>
              <p:nvPr/>
            </p:nvSpPr>
            <p:spPr>
              <a:xfrm>
                <a:off x="351973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7" name="pg528">
                <a:extLst>
                  <a:ext uri="{FF2B5EF4-FFF2-40B4-BE49-F238E27FC236}">
                    <a16:creationId xmlns:a16="http://schemas.microsoft.com/office/drawing/2014/main" id="{DF7C13A8-AE51-A438-E6A7-3F5598E624E8}"/>
                  </a:ext>
                </a:extLst>
              </p:cNvPr>
              <p:cNvSpPr/>
              <p:nvPr/>
            </p:nvSpPr>
            <p:spPr>
              <a:xfrm>
                <a:off x="360117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8" name="pg529">
                <a:extLst>
                  <a:ext uri="{FF2B5EF4-FFF2-40B4-BE49-F238E27FC236}">
                    <a16:creationId xmlns:a16="http://schemas.microsoft.com/office/drawing/2014/main" id="{AF1AB60D-C009-AE44-9AA0-305D35C2F8D2}"/>
                  </a:ext>
                </a:extLst>
              </p:cNvPr>
              <p:cNvSpPr/>
              <p:nvPr/>
            </p:nvSpPr>
            <p:spPr>
              <a:xfrm>
                <a:off x="368261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9" name="pg530">
                <a:extLst>
                  <a:ext uri="{FF2B5EF4-FFF2-40B4-BE49-F238E27FC236}">
                    <a16:creationId xmlns:a16="http://schemas.microsoft.com/office/drawing/2014/main" id="{57C6FC24-E8B2-BD68-6569-1A94A2B00239}"/>
                  </a:ext>
                </a:extLst>
              </p:cNvPr>
              <p:cNvSpPr/>
              <p:nvPr/>
            </p:nvSpPr>
            <p:spPr>
              <a:xfrm>
                <a:off x="376405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0" name="pg531">
                <a:extLst>
                  <a:ext uri="{FF2B5EF4-FFF2-40B4-BE49-F238E27FC236}">
                    <a16:creationId xmlns:a16="http://schemas.microsoft.com/office/drawing/2014/main" id="{415AD3FF-FC74-D5C3-486C-4112C119AE49}"/>
                  </a:ext>
                </a:extLst>
              </p:cNvPr>
              <p:cNvSpPr/>
              <p:nvPr/>
            </p:nvSpPr>
            <p:spPr>
              <a:xfrm>
                <a:off x="384548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1" name="pg532">
                <a:extLst>
                  <a:ext uri="{FF2B5EF4-FFF2-40B4-BE49-F238E27FC236}">
                    <a16:creationId xmlns:a16="http://schemas.microsoft.com/office/drawing/2014/main" id="{2C9D5901-5CB5-43DF-59F6-352306086826}"/>
                  </a:ext>
                </a:extLst>
              </p:cNvPr>
              <p:cNvSpPr/>
              <p:nvPr/>
            </p:nvSpPr>
            <p:spPr>
              <a:xfrm>
                <a:off x="392692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2" name="pg533">
                <a:extLst>
                  <a:ext uri="{FF2B5EF4-FFF2-40B4-BE49-F238E27FC236}">
                    <a16:creationId xmlns:a16="http://schemas.microsoft.com/office/drawing/2014/main" id="{25F42A90-D3C1-BF9D-D74F-4DD829943A02}"/>
                  </a:ext>
                </a:extLst>
              </p:cNvPr>
              <p:cNvSpPr/>
              <p:nvPr/>
            </p:nvSpPr>
            <p:spPr>
              <a:xfrm>
                <a:off x="400836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3" name="pg534">
                <a:extLst>
                  <a:ext uri="{FF2B5EF4-FFF2-40B4-BE49-F238E27FC236}">
                    <a16:creationId xmlns:a16="http://schemas.microsoft.com/office/drawing/2014/main" id="{2426A8D3-09CE-1F52-3EF7-7850CEC6FE23}"/>
                  </a:ext>
                </a:extLst>
              </p:cNvPr>
              <p:cNvSpPr/>
              <p:nvPr/>
            </p:nvSpPr>
            <p:spPr>
              <a:xfrm>
                <a:off x="408979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4" name="pg535">
                <a:extLst>
                  <a:ext uri="{FF2B5EF4-FFF2-40B4-BE49-F238E27FC236}">
                    <a16:creationId xmlns:a16="http://schemas.microsoft.com/office/drawing/2014/main" id="{8A2D2342-8960-D2C5-E021-790754211F09}"/>
                  </a:ext>
                </a:extLst>
              </p:cNvPr>
              <p:cNvSpPr/>
              <p:nvPr/>
            </p:nvSpPr>
            <p:spPr>
              <a:xfrm>
                <a:off x="286824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5" name="pg536">
                <a:extLst>
                  <a:ext uri="{FF2B5EF4-FFF2-40B4-BE49-F238E27FC236}">
                    <a16:creationId xmlns:a16="http://schemas.microsoft.com/office/drawing/2014/main" id="{10977628-6286-C3F0-B479-1EE2CBCD73FB}"/>
                  </a:ext>
                </a:extLst>
              </p:cNvPr>
              <p:cNvSpPr/>
              <p:nvPr/>
            </p:nvSpPr>
            <p:spPr>
              <a:xfrm>
                <a:off x="294967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6" name="pg537">
                <a:extLst>
                  <a:ext uri="{FF2B5EF4-FFF2-40B4-BE49-F238E27FC236}">
                    <a16:creationId xmlns:a16="http://schemas.microsoft.com/office/drawing/2014/main" id="{61334C81-1CEC-D35E-9E43-21AEA48BF685}"/>
                  </a:ext>
                </a:extLst>
              </p:cNvPr>
              <p:cNvSpPr/>
              <p:nvPr/>
            </p:nvSpPr>
            <p:spPr>
              <a:xfrm>
                <a:off x="303111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7" name="pg538">
                <a:extLst>
                  <a:ext uri="{FF2B5EF4-FFF2-40B4-BE49-F238E27FC236}">
                    <a16:creationId xmlns:a16="http://schemas.microsoft.com/office/drawing/2014/main" id="{EC536DAA-AD8E-BA73-02EF-184529E49289}"/>
                  </a:ext>
                </a:extLst>
              </p:cNvPr>
              <p:cNvSpPr/>
              <p:nvPr/>
            </p:nvSpPr>
            <p:spPr>
              <a:xfrm>
                <a:off x="311255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8" name="pg539">
                <a:extLst>
                  <a:ext uri="{FF2B5EF4-FFF2-40B4-BE49-F238E27FC236}">
                    <a16:creationId xmlns:a16="http://schemas.microsoft.com/office/drawing/2014/main" id="{7B5C520B-BC4D-6746-6D86-6229CB4DE036}"/>
                  </a:ext>
                </a:extLst>
              </p:cNvPr>
              <p:cNvSpPr/>
              <p:nvPr/>
            </p:nvSpPr>
            <p:spPr>
              <a:xfrm>
                <a:off x="319399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9" name="pg540">
                <a:extLst>
                  <a:ext uri="{FF2B5EF4-FFF2-40B4-BE49-F238E27FC236}">
                    <a16:creationId xmlns:a16="http://schemas.microsoft.com/office/drawing/2014/main" id="{F5B9A1C1-093B-6D4B-FE9C-3E6AB481BDFB}"/>
                  </a:ext>
                </a:extLst>
              </p:cNvPr>
              <p:cNvSpPr/>
              <p:nvPr/>
            </p:nvSpPr>
            <p:spPr>
              <a:xfrm>
                <a:off x="327542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0" name="pg541">
                <a:extLst>
                  <a:ext uri="{FF2B5EF4-FFF2-40B4-BE49-F238E27FC236}">
                    <a16:creationId xmlns:a16="http://schemas.microsoft.com/office/drawing/2014/main" id="{147D6624-C790-7D93-E6BC-AD8E10B3BCC4}"/>
                  </a:ext>
                </a:extLst>
              </p:cNvPr>
              <p:cNvSpPr/>
              <p:nvPr/>
            </p:nvSpPr>
            <p:spPr>
              <a:xfrm>
                <a:off x="335686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1" name="pg542">
                <a:extLst>
                  <a:ext uri="{FF2B5EF4-FFF2-40B4-BE49-F238E27FC236}">
                    <a16:creationId xmlns:a16="http://schemas.microsoft.com/office/drawing/2014/main" id="{B831F511-503C-5ADE-86E8-90FB1CC30EAD}"/>
                  </a:ext>
                </a:extLst>
              </p:cNvPr>
              <p:cNvSpPr/>
              <p:nvPr/>
            </p:nvSpPr>
            <p:spPr>
              <a:xfrm>
                <a:off x="343830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2" name="pg543">
                <a:extLst>
                  <a:ext uri="{FF2B5EF4-FFF2-40B4-BE49-F238E27FC236}">
                    <a16:creationId xmlns:a16="http://schemas.microsoft.com/office/drawing/2014/main" id="{568FFCDB-0F63-CEF5-8920-559366FCBBA3}"/>
                  </a:ext>
                </a:extLst>
              </p:cNvPr>
              <p:cNvSpPr/>
              <p:nvPr/>
            </p:nvSpPr>
            <p:spPr>
              <a:xfrm>
                <a:off x="351973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3" name="pg544">
                <a:extLst>
                  <a:ext uri="{FF2B5EF4-FFF2-40B4-BE49-F238E27FC236}">
                    <a16:creationId xmlns:a16="http://schemas.microsoft.com/office/drawing/2014/main" id="{EE609EDA-306A-F688-78AC-29ADAF027BE9}"/>
                  </a:ext>
                </a:extLst>
              </p:cNvPr>
              <p:cNvSpPr/>
              <p:nvPr/>
            </p:nvSpPr>
            <p:spPr>
              <a:xfrm>
                <a:off x="360117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4" name="pg545">
                <a:extLst>
                  <a:ext uri="{FF2B5EF4-FFF2-40B4-BE49-F238E27FC236}">
                    <a16:creationId xmlns:a16="http://schemas.microsoft.com/office/drawing/2014/main" id="{B28FABCD-9364-3C95-06CF-344DD6FB4C03}"/>
                  </a:ext>
                </a:extLst>
              </p:cNvPr>
              <p:cNvSpPr/>
              <p:nvPr/>
            </p:nvSpPr>
            <p:spPr>
              <a:xfrm>
                <a:off x="368261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5" name="pg546">
                <a:extLst>
                  <a:ext uri="{FF2B5EF4-FFF2-40B4-BE49-F238E27FC236}">
                    <a16:creationId xmlns:a16="http://schemas.microsoft.com/office/drawing/2014/main" id="{ADFBA784-314A-B970-F841-41946D0D5E28}"/>
                  </a:ext>
                </a:extLst>
              </p:cNvPr>
              <p:cNvSpPr/>
              <p:nvPr/>
            </p:nvSpPr>
            <p:spPr>
              <a:xfrm>
                <a:off x="376405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6" name="pg547">
                <a:extLst>
                  <a:ext uri="{FF2B5EF4-FFF2-40B4-BE49-F238E27FC236}">
                    <a16:creationId xmlns:a16="http://schemas.microsoft.com/office/drawing/2014/main" id="{4C855093-5359-AE99-4CEF-861B52CA4842}"/>
                  </a:ext>
                </a:extLst>
              </p:cNvPr>
              <p:cNvSpPr/>
              <p:nvPr/>
            </p:nvSpPr>
            <p:spPr>
              <a:xfrm>
                <a:off x="384548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7" name="pg548">
                <a:extLst>
                  <a:ext uri="{FF2B5EF4-FFF2-40B4-BE49-F238E27FC236}">
                    <a16:creationId xmlns:a16="http://schemas.microsoft.com/office/drawing/2014/main" id="{20F7CA8C-0722-B82A-C8C9-5D11B66C5D6F}"/>
                  </a:ext>
                </a:extLst>
              </p:cNvPr>
              <p:cNvSpPr/>
              <p:nvPr/>
            </p:nvSpPr>
            <p:spPr>
              <a:xfrm>
                <a:off x="392692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8" name="pg549">
                <a:extLst>
                  <a:ext uri="{FF2B5EF4-FFF2-40B4-BE49-F238E27FC236}">
                    <a16:creationId xmlns:a16="http://schemas.microsoft.com/office/drawing/2014/main" id="{E71C0776-7E74-9A75-5192-4007BB13C32E}"/>
                  </a:ext>
                </a:extLst>
              </p:cNvPr>
              <p:cNvSpPr/>
              <p:nvPr/>
            </p:nvSpPr>
            <p:spPr>
              <a:xfrm>
                <a:off x="400836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9" name="pg550">
                <a:extLst>
                  <a:ext uri="{FF2B5EF4-FFF2-40B4-BE49-F238E27FC236}">
                    <a16:creationId xmlns:a16="http://schemas.microsoft.com/office/drawing/2014/main" id="{9C5B66E5-6A29-2D1F-AB7F-7A2291537741}"/>
                  </a:ext>
                </a:extLst>
              </p:cNvPr>
              <p:cNvSpPr/>
              <p:nvPr/>
            </p:nvSpPr>
            <p:spPr>
              <a:xfrm>
                <a:off x="311255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0" name="pg551">
                <a:extLst>
                  <a:ext uri="{FF2B5EF4-FFF2-40B4-BE49-F238E27FC236}">
                    <a16:creationId xmlns:a16="http://schemas.microsoft.com/office/drawing/2014/main" id="{C3563FEF-F0DE-5FCA-ACBA-60D0412E495A}"/>
                  </a:ext>
                </a:extLst>
              </p:cNvPr>
              <p:cNvSpPr/>
              <p:nvPr/>
            </p:nvSpPr>
            <p:spPr>
              <a:xfrm>
                <a:off x="319399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1" name="pg552">
                <a:extLst>
                  <a:ext uri="{FF2B5EF4-FFF2-40B4-BE49-F238E27FC236}">
                    <a16:creationId xmlns:a16="http://schemas.microsoft.com/office/drawing/2014/main" id="{E6F3C2F7-8779-BE47-14C8-1842344E5B0A}"/>
                  </a:ext>
                </a:extLst>
              </p:cNvPr>
              <p:cNvSpPr/>
              <p:nvPr/>
            </p:nvSpPr>
            <p:spPr>
              <a:xfrm>
                <a:off x="327542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2" name="pg553">
                <a:extLst>
                  <a:ext uri="{FF2B5EF4-FFF2-40B4-BE49-F238E27FC236}">
                    <a16:creationId xmlns:a16="http://schemas.microsoft.com/office/drawing/2014/main" id="{9EE389DF-FD36-2675-AAAE-E48042B69396}"/>
                  </a:ext>
                </a:extLst>
              </p:cNvPr>
              <p:cNvSpPr/>
              <p:nvPr/>
            </p:nvSpPr>
            <p:spPr>
              <a:xfrm>
                <a:off x="335686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3" name="pg554">
                <a:extLst>
                  <a:ext uri="{FF2B5EF4-FFF2-40B4-BE49-F238E27FC236}">
                    <a16:creationId xmlns:a16="http://schemas.microsoft.com/office/drawing/2014/main" id="{710A9878-B29D-D76E-CDDF-7A0A1DB8119D}"/>
                  </a:ext>
                </a:extLst>
              </p:cNvPr>
              <p:cNvSpPr/>
              <p:nvPr/>
            </p:nvSpPr>
            <p:spPr>
              <a:xfrm>
                <a:off x="343830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4" name="pg555">
                <a:extLst>
                  <a:ext uri="{FF2B5EF4-FFF2-40B4-BE49-F238E27FC236}">
                    <a16:creationId xmlns:a16="http://schemas.microsoft.com/office/drawing/2014/main" id="{7580787B-D68D-4CDF-3BDF-BA42D1540D14}"/>
                  </a:ext>
                </a:extLst>
              </p:cNvPr>
              <p:cNvSpPr/>
              <p:nvPr/>
            </p:nvSpPr>
            <p:spPr>
              <a:xfrm>
                <a:off x="3519738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5" name="pg556">
                <a:extLst>
                  <a:ext uri="{FF2B5EF4-FFF2-40B4-BE49-F238E27FC236}">
                    <a16:creationId xmlns:a16="http://schemas.microsoft.com/office/drawing/2014/main" id="{1633B846-5C6A-FC65-C821-EB5F9C2DC046}"/>
                  </a:ext>
                </a:extLst>
              </p:cNvPr>
              <p:cNvSpPr/>
              <p:nvPr/>
            </p:nvSpPr>
            <p:spPr>
              <a:xfrm>
                <a:off x="3601176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6" name="pg557">
                <a:extLst>
                  <a:ext uri="{FF2B5EF4-FFF2-40B4-BE49-F238E27FC236}">
                    <a16:creationId xmlns:a16="http://schemas.microsoft.com/office/drawing/2014/main" id="{F8458049-476C-A496-6155-533B14C0FF74}"/>
                  </a:ext>
                </a:extLst>
              </p:cNvPr>
              <p:cNvSpPr/>
              <p:nvPr/>
            </p:nvSpPr>
            <p:spPr>
              <a:xfrm>
                <a:off x="368261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7" name="pg558">
                <a:extLst>
                  <a:ext uri="{FF2B5EF4-FFF2-40B4-BE49-F238E27FC236}">
                    <a16:creationId xmlns:a16="http://schemas.microsoft.com/office/drawing/2014/main" id="{92D59C40-9E11-DF63-2C34-A3D62CE2898E}"/>
                  </a:ext>
                </a:extLst>
              </p:cNvPr>
              <p:cNvSpPr/>
              <p:nvPr/>
            </p:nvSpPr>
            <p:spPr>
              <a:xfrm>
                <a:off x="376405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8" name="pg559">
                <a:extLst>
                  <a:ext uri="{FF2B5EF4-FFF2-40B4-BE49-F238E27FC236}">
                    <a16:creationId xmlns:a16="http://schemas.microsoft.com/office/drawing/2014/main" id="{A6717C5A-0CD5-2CFF-D5C7-2B508C610837}"/>
                  </a:ext>
                </a:extLst>
              </p:cNvPr>
              <p:cNvSpPr/>
              <p:nvPr/>
            </p:nvSpPr>
            <p:spPr>
              <a:xfrm>
                <a:off x="384548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9" name="pg560">
                <a:extLst>
                  <a:ext uri="{FF2B5EF4-FFF2-40B4-BE49-F238E27FC236}">
                    <a16:creationId xmlns:a16="http://schemas.microsoft.com/office/drawing/2014/main" id="{58073E1C-4EC0-CDE8-2210-F6BC86AB6EB7}"/>
                  </a:ext>
                </a:extLst>
              </p:cNvPr>
              <p:cNvSpPr/>
              <p:nvPr/>
            </p:nvSpPr>
            <p:spPr>
              <a:xfrm>
                <a:off x="392692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0" name="pg561">
                <a:extLst>
                  <a:ext uri="{FF2B5EF4-FFF2-40B4-BE49-F238E27FC236}">
                    <a16:creationId xmlns:a16="http://schemas.microsoft.com/office/drawing/2014/main" id="{5B795BC9-D41D-8AEA-FAE5-135C7AA9C836}"/>
                  </a:ext>
                </a:extLst>
              </p:cNvPr>
              <p:cNvSpPr/>
              <p:nvPr/>
            </p:nvSpPr>
            <p:spPr>
              <a:xfrm>
                <a:off x="400836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1" name="pg562">
                <a:extLst>
                  <a:ext uri="{FF2B5EF4-FFF2-40B4-BE49-F238E27FC236}">
                    <a16:creationId xmlns:a16="http://schemas.microsoft.com/office/drawing/2014/main" id="{B6ABE7F5-A29A-3634-5CC6-C1179116F343}"/>
                  </a:ext>
                </a:extLst>
              </p:cNvPr>
              <p:cNvSpPr/>
              <p:nvPr/>
            </p:nvSpPr>
            <p:spPr>
              <a:xfrm>
                <a:off x="327542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2" name="pg563">
                <a:extLst>
                  <a:ext uri="{FF2B5EF4-FFF2-40B4-BE49-F238E27FC236}">
                    <a16:creationId xmlns:a16="http://schemas.microsoft.com/office/drawing/2014/main" id="{8F9B4156-04EC-6C34-918B-F62A6FE08D2B}"/>
                  </a:ext>
                </a:extLst>
              </p:cNvPr>
              <p:cNvSpPr/>
              <p:nvPr/>
            </p:nvSpPr>
            <p:spPr>
              <a:xfrm>
                <a:off x="335686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3" name="pg564">
                <a:extLst>
                  <a:ext uri="{FF2B5EF4-FFF2-40B4-BE49-F238E27FC236}">
                    <a16:creationId xmlns:a16="http://schemas.microsoft.com/office/drawing/2014/main" id="{84F26EDA-21E2-5633-0045-B0C3A259A19F}"/>
                  </a:ext>
                </a:extLst>
              </p:cNvPr>
              <p:cNvSpPr/>
              <p:nvPr/>
            </p:nvSpPr>
            <p:spPr>
              <a:xfrm>
                <a:off x="343830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4" name="pg565">
                <a:extLst>
                  <a:ext uri="{FF2B5EF4-FFF2-40B4-BE49-F238E27FC236}">
                    <a16:creationId xmlns:a16="http://schemas.microsoft.com/office/drawing/2014/main" id="{50814CCD-BD37-7EFB-738B-2AC3B67CA384}"/>
                  </a:ext>
                </a:extLst>
              </p:cNvPr>
              <p:cNvSpPr/>
              <p:nvPr/>
            </p:nvSpPr>
            <p:spPr>
              <a:xfrm>
                <a:off x="3519738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5" name="pg566">
                <a:extLst>
                  <a:ext uri="{FF2B5EF4-FFF2-40B4-BE49-F238E27FC236}">
                    <a16:creationId xmlns:a16="http://schemas.microsoft.com/office/drawing/2014/main" id="{9390B867-5CBC-83C5-B38D-E17CFD71A44A}"/>
                  </a:ext>
                </a:extLst>
              </p:cNvPr>
              <p:cNvSpPr/>
              <p:nvPr/>
            </p:nvSpPr>
            <p:spPr>
              <a:xfrm>
                <a:off x="3601176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6" name="pg567">
                <a:extLst>
                  <a:ext uri="{FF2B5EF4-FFF2-40B4-BE49-F238E27FC236}">
                    <a16:creationId xmlns:a16="http://schemas.microsoft.com/office/drawing/2014/main" id="{B81EA4C8-3C67-B122-1849-892C5EE24C64}"/>
                  </a:ext>
                </a:extLst>
              </p:cNvPr>
              <p:cNvSpPr/>
              <p:nvPr/>
            </p:nvSpPr>
            <p:spPr>
              <a:xfrm>
                <a:off x="3682613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7" name="pg568">
                <a:extLst>
                  <a:ext uri="{FF2B5EF4-FFF2-40B4-BE49-F238E27FC236}">
                    <a16:creationId xmlns:a16="http://schemas.microsoft.com/office/drawing/2014/main" id="{412E1042-8E55-E60B-4566-87E20F96CA5E}"/>
                  </a:ext>
                </a:extLst>
              </p:cNvPr>
              <p:cNvSpPr/>
              <p:nvPr/>
            </p:nvSpPr>
            <p:spPr>
              <a:xfrm>
                <a:off x="3764050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8" name="pg569">
                <a:extLst>
                  <a:ext uri="{FF2B5EF4-FFF2-40B4-BE49-F238E27FC236}">
                    <a16:creationId xmlns:a16="http://schemas.microsoft.com/office/drawing/2014/main" id="{10E8D175-7329-42F9-2ECC-AB478412B52A}"/>
                  </a:ext>
                </a:extLst>
              </p:cNvPr>
              <p:cNvSpPr/>
              <p:nvPr/>
            </p:nvSpPr>
            <p:spPr>
              <a:xfrm>
                <a:off x="384548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9" name="pg570">
                <a:extLst>
                  <a:ext uri="{FF2B5EF4-FFF2-40B4-BE49-F238E27FC236}">
                    <a16:creationId xmlns:a16="http://schemas.microsoft.com/office/drawing/2014/main" id="{AB475D08-AF8E-E550-711B-7DB998D876DC}"/>
                  </a:ext>
                </a:extLst>
              </p:cNvPr>
              <p:cNvSpPr/>
              <p:nvPr/>
            </p:nvSpPr>
            <p:spPr>
              <a:xfrm>
                <a:off x="392692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0" name="pg571">
                <a:extLst>
                  <a:ext uri="{FF2B5EF4-FFF2-40B4-BE49-F238E27FC236}">
                    <a16:creationId xmlns:a16="http://schemas.microsoft.com/office/drawing/2014/main" id="{C33517A9-F2EC-2169-00F1-4502B5FC3321}"/>
                  </a:ext>
                </a:extLst>
              </p:cNvPr>
              <p:cNvSpPr/>
              <p:nvPr/>
            </p:nvSpPr>
            <p:spPr>
              <a:xfrm>
                <a:off x="400836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1" name="pg572">
                <a:extLst>
                  <a:ext uri="{FF2B5EF4-FFF2-40B4-BE49-F238E27FC236}">
                    <a16:creationId xmlns:a16="http://schemas.microsoft.com/office/drawing/2014/main" id="{CFB0123E-A744-96CB-D93E-DED91131FB2C}"/>
                  </a:ext>
                </a:extLst>
              </p:cNvPr>
              <p:cNvSpPr/>
              <p:nvPr/>
            </p:nvSpPr>
            <p:spPr>
              <a:xfrm>
                <a:off x="335686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2" name="pg573">
                <a:extLst>
                  <a:ext uri="{FF2B5EF4-FFF2-40B4-BE49-F238E27FC236}">
                    <a16:creationId xmlns:a16="http://schemas.microsoft.com/office/drawing/2014/main" id="{590FBD3E-56C4-BD34-4986-6D7DE79B5E01}"/>
                  </a:ext>
                </a:extLst>
              </p:cNvPr>
              <p:cNvSpPr/>
              <p:nvPr/>
            </p:nvSpPr>
            <p:spPr>
              <a:xfrm>
                <a:off x="343830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3" name="pg574">
                <a:extLst>
                  <a:ext uri="{FF2B5EF4-FFF2-40B4-BE49-F238E27FC236}">
                    <a16:creationId xmlns:a16="http://schemas.microsoft.com/office/drawing/2014/main" id="{EF29D62C-C35F-14EC-6125-A1349D83DD42}"/>
                  </a:ext>
                </a:extLst>
              </p:cNvPr>
              <p:cNvSpPr/>
              <p:nvPr/>
            </p:nvSpPr>
            <p:spPr>
              <a:xfrm>
                <a:off x="3519738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4" name="pg575">
                <a:extLst>
                  <a:ext uri="{FF2B5EF4-FFF2-40B4-BE49-F238E27FC236}">
                    <a16:creationId xmlns:a16="http://schemas.microsoft.com/office/drawing/2014/main" id="{3E507452-6C9C-79BF-68D9-D551E6B0F7D1}"/>
                  </a:ext>
                </a:extLst>
              </p:cNvPr>
              <p:cNvSpPr/>
              <p:nvPr/>
            </p:nvSpPr>
            <p:spPr>
              <a:xfrm>
                <a:off x="3601176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5" name="pg576">
                <a:extLst>
                  <a:ext uri="{FF2B5EF4-FFF2-40B4-BE49-F238E27FC236}">
                    <a16:creationId xmlns:a16="http://schemas.microsoft.com/office/drawing/2014/main" id="{F4AF689D-0BF9-B2B6-CEF1-4D152BCDF938}"/>
                  </a:ext>
                </a:extLst>
              </p:cNvPr>
              <p:cNvSpPr/>
              <p:nvPr/>
            </p:nvSpPr>
            <p:spPr>
              <a:xfrm>
                <a:off x="3682613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6" name="pg577">
                <a:extLst>
                  <a:ext uri="{FF2B5EF4-FFF2-40B4-BE49-F238E27FC236}">
                    <a16:creationId xmlns:a16="http://schemas.microsoft.com/office/drawing/2014/main" id="{257C6649-F73B-C524-C2A2-54C56BC6FFE8}"/>
                  </a:ext>
                </a:extLst>
              </p:cNvPr>
              <p:cNvSpPr/>
              <p:nvPr/>
            </p:nvSpPr>
            <p:spPr>
              <a:xfrm>
                <a:off x="3764050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7" name="pg578">
                <a:extLst>
                  <a:ext uri="{FF2B5EF4-FFF2-40B4-BE49-F238E27FC236}">
                    <a16:creationId xmlns:a16="http://schemas.microsoft.com/office/drawing/2014/main" id="{27152CB8-383A-FF78-6CB4-EA0F6DB39576}"/>
                  </a:ext>
                </a:extLst>
              </p:cNvPr>
              <p:cNvSpPr/>
              <p:nvPr/>
            </p:nvSpPr>
            <p:spPr>
              <a:xfrm>
                <a:off x="3845487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8" name="pg579">
                <a:extLst>
                  <a:ext uri="{FF2B5EF4-FFF2-40B4-BE49-F238E27FC236}">
                    <a16:creationId xmlns:a16="http://schemas.microsoft.com/office/drawing/2014/main" id="{637F49C9-C7B7-1726-7EAD-B8EC7CCBEFCD}"/>
                  </a:ext>
                </a:extLst>
              </p:cNvPr>
              <p:cNvSpPr/>
              <p:nvPr/>
            </p:nvSpPr>
            <p:spPr>
              <a:xfrm>
                <a:off x="392692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9" name="pg580">
                <a:extLst>
                  <a:ext uri="{FF2B5EF4-FFF2-40B4-BE49-F238E27FC236}">
                    <a16:creationId xmlns:a16="http://schemas.microsoft.com/office/drawing/2014/main" id="{0CCFF88A-835F-6E30-76F8-613572E046E2}"/>
                  </a:ext>
                </a:extLst>
              </p:cNvPr>
              <p:cNvSpPr/>
              <p:nvPr/>
            </p:nvSpPr>
            <p:spPr>
              <a:xfrm>
                <a:off x="400836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0" name="pg581">
                <a:extLst>
                  <a:ext uri="{FF2B5EF4-FFF2-40B4-BE49-F238E27FC236}">
                    <a16:creationId xmlns:a16="http://schemas.microsoft.com/office/drawing/2014/main" id="{8B6113CF-9B5D-BE07-3E38-B957C9341957}"/>
                  </a:ext>
                </a:extLst>
              </p:cNvPr>
              <p:cNvSpPr/>
              <p:nvPr/>
            </p:nvSpPr>
            <p:spPr>
              <a:xfrm>
                <a:off x="343830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1" name="pg582">
                <a:extLst>
                  <a:ext uri="{FF2B5EF4-FFF2-40B4-BE49-F238E27FC236}">
                    <a16:creationId xmlns:a16="http://schemas.microsoft.com/office/drawing/2014/main" id="{CAD7D6CF-4EC1-5987-59D1-58E52FE5ED60}"/>
                  </a:ext>
                </a:extLst>
              </p:cNvPr>
              <p:cNvSpPr/>
              <p:nvPr/>
            </p:nvSpPr>
            <p:spPr>
              <a:xfrm>
                <a:off x="351973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2" name="pg583">
                <a:extLst>
                  <a:ext uri="{FF2B5EF4-FFF2-40B4-BE49-F238E27FC236}">
                    <a16:creationId xmlns:a16="http://schemas.microsoft.com/office/drawing/2014/main" id="{668CF217-FDBB-F74B-A0F1-1754753305C2}"/>
                  </a:ext>
                </a:extLst>
              </p:cNvPr>
              <p:cNvSpPr/>
              <p:nvPr/>
            </p:nvSpPr>
            <p:spPr>
              <a:xfrm>
                <a:off x="3601176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3" name="pg584">
                <a:extLst>
                  <a:ext uri="{FF2B5EF4-FFF2-40B4-BE49-F238E27FC236}">
                    <a16:creationId xmlns:a16="http://schemas.microsoft.com/office/drawing/2014/main" id="{72785D4A-6859-22D5-7131-BF7A6A2E246B}"/>
                  </a:ext>
                </a:extLst>
              </p:cNvPr>
              <p:cNvSpPr/>
              <p:nvPr/>
            </p:nvSpPr>
            <p:spPr>
              <a:xfrm>
                <a:off x="3682613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4" name="pg585">
                <a:extLst>
                  <a:ext uri="{FF2B5EF4-FFF2-40B4-BE49-F238E27FC236}">
                    <a16:creationId xmlns:a16="http://schemas.microsoft.com/office/drawing/2014/main" id="{84809467-8F75-C472-3073-775A121E0AE4}"/>
                  </a:ext>
                </a:extLst>
              </p:cNvPr>
              <p:cNvSpPr/>
              <p:nvPr/>
            </p:nvSpPr>
            <p:spPr>
              <a:xfrm>
                <a:off x="3764050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5" name="pg586">
                <a:extLst>
                  <a:ext uri="{FF2B5EF4-FFF2-40B4-BE49-F238E27FC236}">
                    <a16:creationId xmlns:a16="http://schemas.microsoft.com/office/drawing/2014/main" id="{B00E2169-16FC-F833-C373-94154ADA54CC}"/>
                  </a:ext>
                </a:extLst>
              </p:cNvPr>
              <p:cNvSpPr/>
              <p:nvPr/>
            </p:nvSpPr>
            <p:spPr>
              <a:xfrm>
                <a:off x="3845487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6" name="pg587">
                <a:extLst>
                  <a:ext uri="{FF2B5EF4-FFF2-40B4-BE49-F238E27FC236}">
                    <a16:creationId xmlns:a16="http://schemas.microsoft.com/office/drawing/2014/main" id="{E161EB6F-C823-5EBE-4127-8B0132B1A83A}"/>
                  </a:ext>
                </a:extLst>
              </p:cNvPr>
              <p:cNvSpPr/>
              <p:nvPr/>
            </p:nvSpPr>
            <p:spPr>
              <a:xfrm>
                <a:off x="3926924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7" name="pg588">
                <a:extLst>
                  <a:ext uri="{FF2B5EF4-FFF2-40B4-BE49-F238E27FC236}">
                    <a16:creationId xmlns:a16="http://schemas.microsoft.com/office/drawing/2014/main" id="{5DBDCB9C-B658-A336-0CC1-EF785E357AE6}"/>
                  </a:ext>
                </a:extLst>
              </p:cNvPr>
              <p:cNvSpPr/>
              <p:nvPr/>
            </p:nvSpPr>
            <p:spPr>
              <a:xfrm>
                <a:off x="400836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8" name="pg589">
                <a:extLst>
                  <a:ext uri="{FF2B5EF4-FFF2-40B4-BE49-F238E27FC236}">
                    <a16:creationId xmlns:a16="http://schemas.microsoft.com/office/drawing/2014/main" id="{1742FA2A-1FB3-FDDA-A30C-68B3161604BF}"/>
                  </a:ext>
                </a:extLst>
              </p:cNvPr>
              <p:cNvSpPr/>
              <p:nvPr/>
            </p:nvSpPr>
            <p:spPr>
              <a:xfrm>
                <a:off x="408979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9" name="pg590">
                <a:extLst>
                  <a:ext uri="{FF2B5EF4-FFF2-40B4-BE49-F238E27FC236}">
                    <a16:creationId xmlns:a16="http://schemas.microsoft.com/office/drawing/2014/main" id="{750A30AB-82C8-2F6C-FD4E-E95AFFCAB27A}"/>
                  </a:ext>
                </a:extLst>
              </p:cNvPr>
              <p:cNvSpPr/>
              <p:nvPr/>
            </p:nvSpPr>
            <p:spPr>
              <a:xfrm>
                <a:off x="3682613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0" name="pg591">
                <a:extLst>
                  <a:ext uri="{FF2B5EF4-FFF2-40B4-BE49-F238E27FC236}">
                    <a16:creationId xmlns:a16="http://schemas.microsoft.com/office/drawing/2014/main" id="{1D7ABC08-E1E8-E625-5467-1BB5B15CFE23}"/>
                  </a:ext>
                </a:extLst>
              </p:cNvPr>
              <p:cNvSpPr/>
              <p:nvPr/>
            </p:nvSpPr>
            <p:spPr>
              <a:xfrm>
                <a:off x="3764050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1" name="pg592">
                <a:extLst>
                  <a:ext uri="{FF2B5EF4-FFF2-40B4-BE49-F238E27FC236}">
                    <a16:creationId xmlns:a16="http://schemas.microsoft.com/office/drawing/2014/main" id="{585CBA2B-0440-BFF3-E17D-9A35A8F426C9}"/>
                  </a:ext>
                </a:extLst>
              </p:cNvPr>
              <p:cNvSpPr/>
              <p:nvPr/>
            </p:nvSpPr>
            <p:spPr>
              <a:xfrm>
                <a:off x="3845487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2" name="pg593">
                <a:extLst>
                  <a:ext uri="{FF2B5EF4-FFF2-40B4-BE49-F238E27FC236}">
                    <a16:creationId xmlns:a16="http://schemas.microsoft.com/office/drawing/2014/main" id="{454EA5D1-2851-8881-BF97-00C3C30AB0EF}"/>
                  </a:ext>
                </a:extLst>
              </p:cNvPr>
              <p:cNvSpPr/>
              <p:nvPr/>
            </p:nvSpPr>
            <p:spPr>
              <a:xfrm>
                <a:off x="3926924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3" name="pg594">
                <a:extLst>
                  <a:ext uri="{FF2B5EF4-FFF2-40B4-BE49-F238E27FC236}">
                    <a16:creationId xmlns:a16="http://schemas.microsoft.com/office/drawing/2014/main" id="{20325548-C36A-48D0-B2AC-953D4649C53C}"/>
                  </a:ext>
                </a:extLst>
              </p:cNvPr>
              <p:cNvSpPr/>
              <p:nvPr/>
            </p:nvSpPr>
            <p:spPr>
              <a:xfrm>
                <a:off x="4008361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4" name="pg595">
                <a:extLst>
                  <a:ext uri="{FF2B5EF4-FFF2-40B4-BE49-F238E27FC236}">
                    <a16:creationId xmlns:a16="http://schemas.microsoft.com/office/drawing/2014/main" id="{217A39FF-172E-BF0E-9C6C-F564AF5AB397}"/>
                  </a:ext>
                </a:extLst>
              </p:cNvPr>
              <p:cNvSpPr/>
              <p:nvPr/>
            </p:nvSpPr>
            <p:spPr>
              <a:xfrm>
                <a:off x="4089798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5" name="pg596">
                <a:extLst>
                  <a:ext uri="{FF2B5EF4-FFF2-40B4-BE49-F238E27FC236}">
                    <a16:creationId xmlns:a16="http://schemas.microsoft.com/office/drawing/2014/main" id="{3347B1AD-5A8E-C9FA-1DD1-BC1941642CB4}"/>
                  </a:ext>
                </a:extLst>
              </p:cNvPr>
              <p:cNvSpPr/>
              <p:nvPr/>
            </p:nvSpPr>
            <p:spPr>
              <a:xfrm>
                <a:off x="327542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6" name="pg597">
                <a:extLst>
                  <a:ext uri="{FF2B5EF4-FFF2-40B4-BE49-F238E27FC236}">
                    <a16:creationId xmlns:a16="http://schemas.microsoft.com/office/drawing/2014/main" id="{815EA72F-AE54-292C-6A70-3DFE65BCB141}"/>
                  </a:ext>
                </a:extLst>
              </p:cNvPr>
              <p:cNvSpPr/>
              <p:nvPr/>
            </p:nvSpPr>
            <p:spPr>
              <a:xfrm>
                <a:off x="3601176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7" name="pg598">
                <a:extLst>
                  <a:ext uri="{FF2B5EF4-FFF2-40B4-BE49-F238E27FC236}">
                    <a16:creationId xmlns:a16="http://schemas.microsoft.com/office/drawing/2014/main" id="{41DA082F-449B-1CDA-9E0D-05B0EDF544F6}"/>
                  </a:ext>
                </a:extLst>
              </p:cNvPr>
              <p:cNvSpPr/>
              <p:nvPr/>
            </p:nvSpPr>
            <p:spPr>
              <a:xfrm>
                <a:off x="3682613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8" name="pg599">
                <a:extLst>
                  <a:ext uri="{FF2B5EF4-FFF2-40B4-BE49-F238E27FC236}">
                    <a16:creationId xmlns:a16="http://schemas.microsoft.com/office/drawing/2014/main" id="{1D520CCF-5DF3-CBAB-FB1E-52323A5093A2}"/>
                  </a:ext>
                </a:extLst>
              </p:cNvPr>
              <p:cNvSpPr/>
              <p:nvPr/>
            </p:nvSpPr>
            <p:spPr>
              <a:xfrm>
                <a:off x="3764050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9" name="pg600">
                <a:extLst>
                  <a:ext uri="{FF2B5EF4-FFF2-40B4-BE49-F238E27FC236}">
                    <a16:creationId xmlns:a16="http://schemas.microsoft.com/office/drawing/2014/main" id="{286118E6-8CDC-FAA6-0F32-AD0D18EEC89B}"/>
                  </a:ext>
                </a:extLst>
              </p:cNvPr>
              <p:cNvSpPr/>
              <p:nvPr/>
            </p:nvSpPr>
            <p:spPr>
              <a:xfrm>
                <a:off x="384548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0" name="pg601">
                <a:extLst>
                  <a:ext uri="{FF2B5EF4-FFF2-40B4-BE49-F238E27FC236}">
                    <a16:creationId xmlns:a16="http://schemas.microsoft.com/office/drawing/2014/main" id="{B00CB5F3-E3D7-B0E5-0ADA-E2E6EDA7104E}"/>
                  </a:ext>
                </a:extLst>
              </p:cNvPr>
              <p:cNvSpPr/>
              <p:nvPr/>
            </p:nvSpPr>
            <p:spPr>
              <a:xfrm>
                <a:off x="3926924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1" name="pg602">
                <a:extLst>
                  <a:ext uri="{FF2B5EF4-FFF2-40B4-BE49-F238E27FC236}">
                    <a16:creationId xmlns:a16="http://schemas.microsoft.com/office/drawing/2014/main" id="{348637EA-EB27-A8C9-9830-D9660997625F}"/>
                  </a:ext>
                </a:extLst>
              </p:cNvPr>
              <p:cNvSpPr/>
              <p:nvPr/>
            </p:nvSpPr>
            <p:spPr>
              <a:xfrm>
                <a:off x="4008361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2" name="pg603">
                <a:extLst>
                  <a:ext uri="{FF2B5EF4-FFF2-40B4-BE49-F238E27FC236}">
                    <a16:creationId xmlns:a16="http://schemas.microsoft.com/office/drawing/2014/main" id="{87668354-1FEA-217C-B1DB-5B38D84306E4}"/>
                  </a:ext>
                </a:extLst>
              </p:cNvPr>
              <p:cNvSpPr/>
              <p:nvPr/>
            </p:nvSpPr>
            <p:spPr>
              <a:xfrm>
                <a:off x="4089798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3" name="pg604">
                <a:extLst>
                  <a:ext uri="{FF2B5EF4-FFF2-40B4-BE49-F238E27FC236}">
                    <a16:creationId xmlns:a16="http://schemas.microsoft.com/office/drawing/2014/main" id="{AB0BABEC-BC82-D76D-07B4-F27255C30D49}"/>
                  </a:ext>
                </a:extLst>
              </p:cNvPr>
              <p:cNvSpPr/>
              <p:nvPr/>
            </p:nvSpPr>
            <p:spPr>
              <a:xfrm>
                <a:off x="319399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4" name="pg605">
                <a:extLst>
                  <a:ext uri="{FF2B5EF4-FFF2-40B4-BE49-F238E27FC236}">
                    <a16:creationId xmlns:a16="http://schemas.microsoft.com/office/drawing/2014/main" id="{99553AE1-E36E-370D-6B80-E68CA21AEA10}"/>
                  </a:ext>
                </a:extLst>
              </p:cNvPr>
              <p:cNvSpPr/>
              <p:nvPr/>
            </p:nvSpPr>
            <p:spPr>
              <a:xfrm>
                <a:off x="327542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5" name="pg606">
                <a:extLst>
                  <a:ext uri="{FF2B5EF4-FFF2-40B4-BE49-F238E27FC236}">
                    <a16:creationId xmlns:a16="http://schemas.microsoft.com/office/drawing/2014/main" id="{BB59ABBC-913E-E6A4-D988-6F4C278A00F5}"/>
                  </a:ext>
                </a:extLst>
              </p:cNvPr>
              <p:cNvSpPr/>
              <p:nvPr/>
            </p:nvSpPr>
            <p:spPr>
              <a:xfrm>
                <a:off x="335686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6" name="pg607">
                <a:extLst>
                  <a:ext uri="{FF2B5EF4-FFF2-40B4-BE49-F238E27FC236}">
                    <a16:creationId xmlns:a16="http://schemas.microsoft.com/office/drawing/2014/main" id="{6E6F2112-9DFB-6851-12DB-75A0ADFD9B6B}"/>
                  </a:ext>
                </a:extLst>
              </p:cNvPr>
              <p:cNvSpPr/>
              <p:nvPr/>
            </p:nvSpPr>
            <p:spPr>
              <a:xfrm>
                <a:off x="343830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7" name="pg608">
                <a:extLst>
                  <a:ext uri="{FF2B5EF4-FFF2-40B4-BE49-F238E27FC236}">
                    <a16:creationId xmlns:a16="http://schemas.microsoft.com/office/drawing/2014/main" id="{6EC38780-26B2-0559-5528-53CD4D744A8C}"/>
                  </a:ext>
                </a:extLst>
              </p:cNvPr>
              <p:cNvSpPr/>
              <p:nvPr/>
            </p:nvSpPr>
            <p:spPr>
              <a:xfrm>
                <a:off x="351973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8" name="pg609">
                <a:extLst>
                  <a:ext uri="{FF2B5EF4-FFF2-40B4-BE49-F238E27FC236}">
                    <a16:creationId xmlns:a16="http://schemas.microsoft.com/office/drawing/2014/main" id="{289153C4-2F77-1EA9-919F-211D483D5770}"/>
                  </a:ext>
                </a:extLst>
              </p:cNvPr>
              <p:cNvSpPr/>
              <p:nvPr/>
            </p:nvSpPr>
            <p:spPr>
              <a:xfrm>
                <a:off x="3601176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9" name="pg610">
                <a:extLst>
                  <a:ext uri="{FF2B5EF4-FFF2-40B4-BE49-F238E27FC236}">
                    <a16:creationId xmlns:a16="http://schemas.microsoft.com/office/drawing/2014/main" id="{1D147A93-CE8A-8FF1-E4D2-07757D06E503}"/>
                  </a:ext>
                </a:extLst>
              </p:cNvPr>
              <p:cNvSpPr/>
              <p:nvPr/>
            </p:nvSpPr>
            <p:spPr>
              <a:xfrm>
                <a:off x="3682613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0" name="pg611">
                <a:extLst>
                  <a:ext uri="{FF2B5EF4-FFF2-40B4-BE49-F238E27FC236}">
                    <a16:creationId xmlns:a16="http://schemas.microsoft.com/office/drawing/2014/main" id="{C3037453-4FAB-3678-4AB0-0C537F11DE1E}"/>
                  </a:ext>
                </a:extLst>
              </p:cNvPr>
              <p:cNvSpPr/>
              <p:nvPr/>
            </p:nvSpPr>
            <p:spPr>
              <a:xfrm>
                <a:off x="376405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1" name="pg612">
                <a:extLst>
                  <a:ext uri="{FF2B5EF4-FFF2-40B4-BE49-F238E27FC236}">
                    <a16:creationId xmlns:a16="http://schemas.microsoft.com/office/drawing/2014/main" id="{A0FD4911-25CC-E8E5-3D40-69539A8A1BE3}"/>
                  </a:ext>
                </a:extLst>
              </p:cNvPr>
              <p:cNvSpPr/>
              <p:nvPr/>
            </p:nvSpPr>
            <p:spPr>
              <a:xfrm>
                <a:off x="384548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2" name="pg613">
                <a:extLst>
                  <a:ext uri="{FF2B5EF4-FFF2-40B4-BE49-F238E27FC236}">
                    <a16:creationId xmlns:a16="http://schemas.microsoft.com/office/drawing/2014/main" id="{32ECF66B-821C-FA79-BA4C-A743DB3A1E82}"/>
                  </a:ext>
                </a:extLst>
              </p:cNvPr>
              <p:cNvSpPr/>
              <p:nvPr/>
            </p:nvSpPr>
            <p:spPr>
              <a:xfrm>
                <a:off x="392692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3" name="pg614">
                <a:extLst>
                  <a:ext uri="{FF2B5EF4-FFF2-40B4-BE49-F238E27FC236}">
                    <a16:creationId xmlns:a16="http://schemas.microsoft.com/office/drawing/2014/main" id="{93A85D39-7B10-1651-E35C-D9951D9BA06E}"/>
                  </a:ext>
                </a:extLst>
              </p:cNvPr>
              <p:cNvSpPr/>
              <p:nvPr/>
            </p:nvSpPr>
            <p:spPr>
              <a:xfrm>
                <a:off x="400836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4" name="pg615">
                <a:extLst>
                  <a:ext uri="{FF2B5EF4-FFF2-40B4-BE49-F238E27FC236}">
                    <a16:creationId xmlns:a16="http://schemas.microsoft.com/office/drawing/2014/main" id="{B40558EF-CFE9-2E77-24AF-0ED71B8FA4DF}"/>
                  </a:ext>
                </a:extLst>
              </p:cNvPr>
              <p:cNvSpPr/>
              <p:nvPr/>
            </p:nvSpPr>
            <p:spPr>
              <a:xfrm>
                <a:off x="408979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5" name="pg616">
                <a:extLst>
                  <a:ext uri="{FF2B5EF4-FFF2-40B4-BE49-F238E27FC236}">
                    <a16:creationId xmlns:a16="http://schemas.microsoft.com/office/drawing/2014/main" id="{BEAF95CD-CBAC-7B66-AF64-5BEDA5FCFEE0}"/>
                  </a:ext>
                </a:extLst>
              </p:cNvPr>
              <p:cNvSpPr/>
              <p:nvPr/>
            </p:nvSpPr>
            <p:spPr>
              <a:xfrm>
                <a:off x="311255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6" name="pg617">
                <a:extLst>
                  <a:ext uri="{FF2B5EF4-FFF2-40B4-BE49-F238E27FC236}">
                    <a16:creationId xmlns:a16="http://schemas.microsoft.com/office/drawing/2014/main" id="{9FCB6CC0-CABE-50CF-FA92-92149BD8F576}"/>
                  </a:ext>
                </a:extLst>
              </p:cNvPr>
              <p:cNvSpPr/>
              <p:nvPr/>
            </p:nvSpPr>
            <p:spPr>
              <a:xfrm>
                <a:off x="319399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7" name="pg618">
                <a:extLst>
                  <a:ext uri="{FF2B5EF4-FFF2-40B4-BE49-F238E27FC236}">
                    <a16:creationId xmlns:a16="http://schemas.microsoft.com/office/drawing/2014/main" id="{67D111E1-F60B-EB74-1222-C29CC0F14FF1}"/>
                  </a:ext>
                </a:extLst>
              </p:cNvPr>
              <p:cNvSpPr/>
              <p:nvPr/>
            </p:nvSpPr>
            <p:spPr>
              <a:xfrm>
                <a:off x="327542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8" name="pg619">
                <a:extLst>
                  <a:ext uri="{FF2B5EF4-FFF2-40B4-BE49-F238E27FC236}">
                    <a16:creationId xmlns:a16="http://schemas.microsoft.com/office/drawing/2014/main" id="{806716D2-151D-20F5-EBE8-6A002585E3B2}"/>
                  </a:ext>
                </a:extLst>
              </p:cNvPr>
              <p:cNvSpPr/>
              <p:nvPr/>
            </p:nvSpPr>
            <p:spPr>
              <a:xfrm>
                <a:off x="335686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9" name="pg620">
                <a:extLst>
                  <a:ext uri="{FF2B5EF4-FFF2-40B4-BE49-F238E27FC236}">
                    <a16:creationId xmlns:a16="http://schemas.microsoft.com/office/drawing/2014/main" id="{0FCF7D00-3126-F4BF-53A8-60B4B90BD92D}"/>
                  </a:ext>
                </a:extLst>
              </p:cNvPr>
              <p:cNvSpPr/>
              <p:nvPr/>
            </p:nvSpPr>
            <p:spPr>
              <a:xfrm>
                <a:off x="343830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0" name="pg621">
                <a:extLst>
                  <a:ext uri="{FF2B5EF4-FFF2-40B4-BE49-F238E27FC236}">
                    <a16:creationId xmlns:a16="http://schemas.microsoft.com/office/drawing/2014/main" id="{BAA1AD8F-358B-EA72-5711-2B317872421A}"/>
                  </a:ext>
                </a:extLst>
              </p:cNvPr>
              <p:cNvSpPr/>
              <p:nvPr/>
            </p:nvSpPr>
            <p:spPr>
              <a:xfrm>
                <a:off x="351973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1" name="pg622">
                <a:extLst>
                  <a:ext uri="{FF2B5EF4-FFF2-40B4-BE49-F238E27FC236}">
                    <a16:creationId xmlns:a16="http://schemas.microsoft.com/office/drawing/2014/main" id="{B75ED416-C21C-E992-A1F3-A9A846799116}"/>
                  </a:ext>
                </a:extLst>
              </p:cNvPr>
              <p:cNvSpPr/>
              <p:nvPr/>
            </p:nvSpPr>
            <p:spPr>
              <a:xfrm>
                <a:off x="360117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2" name="pg623">
                <a:extLst>
                  <a:ext uri="{FF2B5EF4-FFF2-40B4-BE49-F238E27FC236}">
                    <a16:creationId xmlns:a16="http://schemas.microsoft.com/office/drawing/2014/main" id="{53E5C92B-85F5-5F8E-122F-72E1D6D7FF0D}"/>
                  </a:ext>
                </a:extLst>
              </p:cNvPr>
              <p:cNvSpPr/>
              <p:nvPr/>
            </p:nvSpPr>
            <p:spPr>
              <a:xfrm>
                <a:off x="368261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3" name="pg624">
                <a:extLst>
                  <a:ext uri="{FF2B5EF4-FFF2-40B4-BE49-F238E27FC236}">
                    <a16:creationId xmlns:a16="http://schemas.microsoft.com/office/drawing/2014/main" id="{0AF01560-E1BC-E61D-7035-17A0ACE30CE3}"/>
                  </a:ext>
                </a:extLst>
              </p:cNvPr>
              <p:cNvSpPr/>
              <p:nvPr/>
            </p:nvSpPr>
            <p:spPr>
              <a:xfrm>
                <a:off x="376405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4" name="pg625">
                <a:extLst>
                  <a:ext uri="{FF2B5EF4-FFF2-40B4-BE49-F238E27FC236}">
                    <a16:creationId xmlns:a16="http://schemas.microsoft.com/office/drawing/2014/main" id="{8016855F-4ABF-96B6-0720-40554DD9B682}"/>
                  </a:ext>
                </a:extLst>
              </p:cNvPr>
              <p:cNvSpPr/>
              <p:nvPr/>
            </p:nvSpPr>
            <p:spPr>
              <a:xfrm>
                <a:off x="384548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5" name="pg626">
                <a:extLst>
                  <a:ext uri="{FF2B5EF4-FFF2-40B4-BE49-F238E27FC236}">
                    <a16:creationId xmlns:a16="http://schemas.microsoft.com/office/drawing/2014/main" id="{884CA5B5-EF62-6F17-D49A-2F2CF6208444}"/>
                  </a:ext>
                </a:extLst>
              </p:cNvPr>
              <p:cNvSpPr/>
              <p:nvPr/>
            </p:nvSpPr>
            <p:spPr>
              <a:xfrm>
                <a:off x="392692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6" name="pg627">
                <a:extLst>
                  <a:ext uri="{FF2B5EF4-FFF2-40B4-BE49-F238E27FC236}">
                    <a16:creationId xmlns:a16="http://schemas.microsoft.com/office/drawing/2014/main" id="{E7F0DEE5-50F2-43C1-C5BD-3AEC4D1172EF}"/>
                  </a:ext>
                </a:extLst>
              </p:cNvPr>
              <p:cNvSpPr/>
              <p:nvPr/>
            </p:nvSpPr>
            <p:spPr>
              <a:xfrm>
                <a:off x="400836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7" name="pg628">
                <a:extLst>
                  <a:ext uri="{FF2B5EF4-FFF2-40B4-BE49-F238E27FC236}">
                    <a16:creationId xmlns:a16="http://schemas.microsoft.com/office/drawing/2014/main" id="{0503E586-85C4-4FF9-9235-D4427485B9D7}"/>
                  </a:ext>
                </a:extLst>
              </p:cNvPr>
              <p:cNvSpPr/>
              <p:nvPr/>
            </p:nvSpPr>
            <p:spPr>
              <a:xfrm>
                <a:off x="408979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8" name="pg629">
                <a:extLst>
                  <a:ext uri="{FF2B5EF4-FFF2-40B4-BE49-F238E27FC236}">
                    <a16:creationId xmlns:a16="http://schemas.microsoft.com/office/drawing/2014/main" id="{0FE02136-3EAC-D856-97E7-CA2F162362C7}"/>
                  </a:ext>
                </a:extLst>
              </p:cNvPr>
              <p:cNvSpPr/>
              <p:nvPr/>
            </p:nvSpPr>
            <p:spPr>
              <a:xfrm>
                <a:off x="417123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9" name="pg630">
                <a:extLst>
                  <a:ext uri="{FF2B5EF4-FFF2-40B4-BE49-F238E27FC236}">
                    <a16:creationId xmlns:a16="http://schemas.microsoft.com/office/drawing/2014/main" id="{D4106A30-3DAD-9E30-06C1-E309C09663C2}"/>
                  </a:ext>
                </a:extLst>
              </p:cNvPr>
              <p:cNvSpPr/>
              <p:nvPr/>
            </p:nvSpPr>
            <p:spPr>
              <a:xfrm>
                <a:off x="311255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0" name="pg631">
                <a:extLst>
                  <a:ext uri="{FF2B5EF4-FFF2-40B4-BE49-F238E27FC236}">
                    <a16:creationId xmlns:a16="http://schemas.microsoft.com/office/drawing/2014/main" id="{FD5EB441-ACF9-9F81-3821-C0133C3BBAE7}"/>
                  </a:ext>
                </a:extLst>
              </p:cNvPr>
              <p:cNvSpPr/>
              <p:nvPr/>
            </p:nvSpPr>
            <p:spPr>
              <a:xfrm>
                <a:off x="319399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1" name="pg632">
                <a:extLst>
                  <a:ext uri="{FF2B5EF4-FFF2-40B4-BE49-F238E27FC236}">
                    <a16:creationId xmlns:a16="http://schemas.microsoft.com/office/drawing/2014/main" id="{711F7162-64C9-1AD1-EDFA-7BD48E4A34DA}"/>
                  </a:ext>
                </a:extLst>
              </p:cNvPr>
              <p:cNvSpPr/>
              <p:nvPr/>
            </p:nvSpPr>
            <p:spPr>
              <a:xfrm>
                <a:off x="327542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2" name="pg633">
                <a:extLst>
                  <a:ext uri="{FF2B5EF4-FFF2-40B4-BE49-F238E27FC236}">
                    <a16:creationId xmlns:a16="http://schemas.microsoft.com/office/drawing/2014/main" id="{E1ADC761-BCF3-BE90-C8DC-E2CF43F9E195}"/>
                  </a:ext>
                </a:extLst>
              </p:cNvPr>
              <p:cNvSpPr/>
              <p:nvPr/>
            </p:nvSpPr>
            <p:spPr>
              <a:xfrm>
                <a:off x="335686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3" name="pg634">
                <a:extLst>
                  <a:ext uri="{FF2B5EF4-FFF2-40B4-BE49-F238E27FC236}">
                    <a16:creationId xmlns:a16="http://schemas.microsoft.com/office/drawing/2014/main" id="{8623F212-5A43-F8E3-0B7E-40194B2A9647}"/>
                  </a:ext>
                </a:extLst>
              </p:cNvPr>
              <p:cNvSpPr/>
              <p:nvPr/>
            </p:nvSpPr>
            <p:spPr>
              <a:xfrm>
                <a:off x="343830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4" name="pg635">
                <a:extLst>
                  <a:ext uri="{FF2B5EF4-FFF2-40B4-BE49-F238E27FC236}">
                    <a16:creationId xmlns:a16="http://schemas.microsoft.com/office/drawing/2014/main" id="{B4C99FD4-C661-AE1A-041B-3D8FB3964271}"/>
                  </a:ext>
                </a:extLst>
              </p:cNvPr>
              <p:cNvSpPr/>
              <p:nvPr/>
            </p:nvSpPr>
            <p:spPr>
              <a:xfrm>
                <a:off x="351973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5" name="pg636">
                <a:extLst>
                  <a:ext uri="{FF2B5EF4-FFF2-40B4-BE49-F238E27FC236}">
                    <a16:creationId xmlns:a16="http://schemas.microsoft.com/office/drawing/2014/main" id="{F18E85E4-B825-5CC4-6C0E-7C46CEFF0E1D}"/>
                  </a:ext>
                </a:extLst>
              </p:cNvPr>
              <p:cNvSpPr/>
              <p:nvPr/>
            </p:nvSpPr>
            <p:spPr>
              <a:xfrm>
                <a:off x="360117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6" name="pg637">
                <a:extLst>
                  <a:ext uri="{FF2B5EF4-FFF2-40B4-BE49-F238E27FC236}">
                    <a16:creationId xmlns:a16="http://schemas.microsoft.com/office/drawing/2014/main" id="{97E7DA0D-5400-E629-E410-A58986F8B215}"/>
                  </a:ext>
                </a:extLst>
              </p:cNvPr>
              <p:cNvSpPr/>
              <p:nvPr/>
            </p:nvSpPr>
            <p:spPr>
              <a:xfrm>
                <a:off x="368261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7" name="pg638">
                <a:extLst>
                  <a:ext uri="{FF2B5EF4-FFF2-40B4-BE49-F238E27FC236}">
                    <a16:creationId xmlns:a16="http://schemas.microsoft.com/office/drawing/2014/main" id="{D11B9C38-E11F-504C-BA76-178D094DA459}"/>
                  </a:ext>
                </a:extLst>
              </p:cNvPr>
              <p:cNvSpPr/>
              <p:nvPr/>
            </p:nvSpPr>
            <p:spPr>
              <a:xfrm>
                <a:off x="376405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8" name="pg639">
                <a:extLst>
                  <a:ext uri="{FF2B5EF4-FFF2-40B4-BE49-F238E27FC236}">
                    <a16:creationId xmlns:a16="http://schemas.microsoft.com/office/drawing/2014/main" id="{45C28D1A-C957-9F14-E2FB-43A95807E255}"/>
                  </a:ext>
                </a:extLst>
              </p:cNvPr>
              <p:cNvSpPr/>
              <p:nvPr/>
            </p:nvSpPr>
            <p:spPr>
              <a:xfrm>
                <a:off x="384548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9" name="pg640">
                <a:extLst>
                  <a:ext uri="{FF2B5EF4-FFF2-40B4-BE49-F238E27FC236}">
                    <a16:creationId xmlns:a16="http://schemas.microsoft.com/office/drawing/2014/main" id="{18158C52-0041-9683-DF91-514E8864A592}"/>
                  </a:ext>
                </a:extLst>
              </p:cNvPr>
              <p:cNvSpPr/>
              <p:nvPr/>
            </p:nvSpPr>
            <p:spPr>
              <a:xfrm>
                <a:off x="392692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0" name="pg641">
                <a:extLst>
                  <a:ext uri="{FF2B5EF4-FFF2-40B4-BE49-F238E27FC236}">
                    <a16:creationId xmlns:a16="http://schemas.microsoft.com/office/drawing/2014/main" id="{5D041600-25DD-0CEF-95E3-3BC7F6DFF15E}"/>
                  </a:ext>
                </a:extLst>
              </p:cNvPr>
              <p:cNvSpPr/>
              <p:nvPr/>
            </p:nvSpPr>
            <p:spPr>
              <a:xfrm>
                <a:off x="400836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1" name="pg642">
                <a:extLst>
                  <a:ext uri="{FF2B5EF4-FFF2-40B4-BE49-F238E27FC236}">
                    <a16:creationId xmlns:a16="http://schemas.microsoft.com/office/drawing/2014/main" id="{75F3EAF7-0C1F-EF34-B6DB-62FEF5F96786}"/>
                  </a:ext>
                </a:extLst>
              </p:cNvPr>
              <p:cNvSpPr/>
              <p:nvPr/>
            </p:nvSpPr>
            <p:spPr>
              <a:xfrm>
                <a:off x="408979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2" name="pg643">
                <a:extLst>
                  <a:ext uri="{FF2B5EF4-FFF2-40B4-BE49-F238E27FC236}">
                    <a16:creationId xmlns:a16="http://schemas.microsoft.com/office/drawing/2014/main" id="{77025A81-7D0E-8ACA-AC87-1754EA74C7A3}"/>
                  </a:ext>
                </a:extLst>
              </p:cNvPr>
              <p:cNvSpPr/>
              <p:nvPr/>
            </p:nvSpPr>
            <p:spPr>
              <a:xfrm>
                <a:off x="417123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3" name="pg644">
                <a:extLst>
                  <a:ext uri="{FF2B5EF4-FFF2-40B4-BE49-F238E27FC236}">
                    <a16:creationId xmlns:a16="http://schemas.microsoft.com/office/drawing/2014/main" id="{2B5FB5E4-B98B-E816-058E-ECEDCBDC7679}"/>
                  </a:ext>
                </a:extLst>
              </p:cNvPr>
              <p:cNvSpPr/>
              <p:nvPr/>
            </p:nvSpPr>
            <p:spPr>
              <a:xfrm>
                <a:off x="425267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4" name="pg645">
                <a:extLst>
                  <a:ext uri="{FF2B5EF4-FFF2-40B4-BE49-F238E27FC236}">
                    <a16:creationId xmlns:a16="http://schemas.microsoft.com/office/drawing/2014/main" id="{2E93358A-AA6F-DF0C-31C2-F54DCC76F4B4}"/>
                  </a:ext>
                </a:extLst>
              </p:cNvPr>
              <p:cNvSpPr/>
              <p:nvPr/>
            </p:nvSpPr>
            <p:spPr>
              <a:xfrm>
                <a:off x="311255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5" name="pg646">
                <a:extLst>
                  <a:ext uri="{FF2B5EF4-FFF2-40B4-BE49-F238E27FC236}">
                    <a16:creationId xmlns:a16="http://schemas.microsoft.com/office/drawing/2014/main" id="{D7E7BD72-9405-705C-4672-EC77A312DA22}"/>
                  </a:ext>
                </a:extLst>
              </p:cNvPr>
              <p:cNvSpPr/>
              <p:nvPr/>
            </p:nvSpPr>
            <p:spPr>
              <a:xfrm>
                <a:off x="319399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6" name="pg647">
                <a:extLst>
                  <a:ext uri="{FF2B5EF4-FFF2-40B4-BE49-F238E27FC236}">
                    <a16:creationId xmlns:a16="http://schemas.microsoft.com/office/drawing/2014/main" id="{B9525B57-866A-AF3D-006E-D3D81CF3C9E5}"/>
                  </a:ext>
                </a:extLst>
              </p:cNvPr>
              <p:cNvSpPr/>
              <p:nvPr/>
            </p:nvSpPr>
            <p:spPr>
              <a:xfrm>
                <a:off x="327542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7" name="pg648">
                <a:extLst>
                  <a:ext uri="{FF2B5EF4-FFF2-40B4-BE49-F238E27FC236}">
                    <a16:creationId xmlns:a16="http://schemas.microsoft.com/office/drawing/2014/main" id="{406E0BB7-E43E-73E0-CFF5-4CEC418BCF15}"/>
                  </a:ext>
                </a:extLst>
              </p:cNvPr>
              <p:cNvSpPr/>
              <p:nvPr/>
            </p:nvSpPr>
            <p:spPr>
              <a:xfrm>
                <a:off x="335686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8" name="pg649">
                <a:extLst>
                  <a:ext uri="{FF2B5EF4-FFF2-40B4-BE49-F238E27FC236}">
                    <a16:creationId xmlns:a16="http://schemas.microsoft.com/office/drawing/2014/main" id="{F6C5B2CC-B4DF-2E40-11B8-C8CD855E5B90}"/>
                  </a:ext>
                </a:extLst>
              </p:cNvPr>
              <p:cNvSpPr/>
              <p:nvPr/>
            </p:nvSpPr>
            <p:spPr>
              <a:xfrm>
                <a:off x="343830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9" name="pg650">
                <a:extLst>
                  <a:ext uri="{FF2B5EF4-FFF2-40B4-BE49-F238E27FC236}">
                    <a16:creationId xmlns:a16="http://schemas.microsoft.com/office/drawing/2014/main" id="{C32ACDBB-98A4-9BC5-9474-6AECB25C9452}"/>
                  </a:ext>
                </a:extLst>
              </p:cNvPr>
              <p:cNvSpPr/>
              <p:nvPr/>
            </p:nvSpPr>
            <p:spPr>
              <a:xfrm>
                <a:off x="351973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0" name="pg651">
                <a:extLst>
                  <a:ext uri="{FF2B5EF4-FFF2-40B4-BE49-F238E27FC236}">
                    <a16:creationId xmlns:a16="http://schemas.microsoft.com/office/drawing/2014/main" id="{A82B109A-6F41-7987-4407-EE0576854840}"/>
                  </a:ext>
                </a:extLst>
              </p:cNvPr>
              <p:cNvSpPr/>
              <p:nvPr/>
            </p:nvSpPr>
            <p:spPr>
              <a:xfrm>
                <a:off x="360117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1" name="pg652">
                <a:extLst>
                  <a:ext uri="{FF2B5EF4-FFF2-40B4-BE49-F238E27FC236}">
                    <a16:creationId xmlns:a16="http://schemas.microsoft.com/office/drawing/2014/main" id="{C9777100-7C6D-74CE-2232-2DF4CC8E94A9}"/>
                  </a:ext>
                </a:extLst>
              </p:cNvPr>
              <p:cNvSpPr/>
              <p:nvPr/>
            </p:nvSpPr>
            <p:spPr>
              <a:xfrm>
                <a:off x="368261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2" name="pg653">
                <a:extLst>
                  <a:ext uri="{FF2B5EF4-FFF2-40B4-BE49-F238E27FC236}">
                    <a16:creationId xmlns:a16="http://schemas.microsoft.com/office/drawing/2014/main" id="{7B6A6C8A-99D8-5A71-3AE1-E226290749AB}"/>
                  </a:ext>
                </a:extLst>
              </p:cNvPr>
              <p:cNvSpPr/>
              <p:nvPr/>
            </p:nvSpPr>
            <p:spPr>
              <a:xfrm>
                <a:off x="376405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3" name="pg654">
                <a:extLst>
                  <a:ext uri="{FF2B5EF4-FFF2-40B4-BE49-F238E27FC236}">
                    <a16:creationId xmlns:a16="http://schemas.microsoft.com/office/drawing/2014/main" id="{E6336319-9B75-1B1A-E95F-719525B588EB}"/>
                  </a:ext>
                </a:extLst>
              </p:cNvPr>
              <p:cNvSpPr/>
              <p:nvPr/>
            </p:nvSpPr>
            <p:spPr>
              <a:xfrm>
                <a:off x="384548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4" name="pg655">
                <a:extLst>
                  <a:ext uri="{FF2B5EF4-FFF2-40B4-BE49-F238E27FC236}">
                    <a16:creationId xmlns:a16="http://schemas.microsoft.com/office/drawing/2014/main" id="{B3D80D53-34C6-0C91-3F6C-107EF4B57969}"/>
                  </a:ext>
                </a:extLst>
              </p:cNvPr>
              <p:cNvSpPr/>
              <p:nvPr/>
            </p:nvSpPr>
            <p:spPr>
              <a:xfrm>
                <a:off x="392692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5" name="pg656">
                <a:extLst>
                  <a:ext uri="{FF2B5EF4-FFF2-40B4-BE49-F238E27FC236}">
                    <a16:creationId xmlns:a16="http://schemas.microsoft.com/office/drawing/2014/main" id="{6F7BCD29-CFA4-C39F-2BD9-D9BE061A8971}"/>
                  </a:ext>
                </a:extLst>
              </p:cNvPr>
              <p:cNvSpPr/>
              <p:nvPr/>
            </p:nvSpPr>
            <p:spPr>
              <a:xfrm>
                <a:off x="400836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6" name="pg657">
                <a:extLst>
                  <a:ext uri="{FF2B5EF4-FFF2-40B4-BE49-F238E27FC236}">
                    <a16:creationId xmlns:a16="http://schemas.microsoft.com/office/drawing/2014/main" id="{356622E0-C1A6-A19B-E3EC-3DF8135CF313}"/>
                  </a:ext>
                </a:extLst>
              </p:cNvPr>
              <p:cNvSpPr/>
              <p:nvPr/>
            </p:nvSpPr>
            <p:spPr>
              <a:xfrm>
                <a:off x="408979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7" name="pg658">
                <a:extLst>
                  <a:ext uri="{FF2B5EF4-FFF2-40B4-BE49-F238E27FC236}">
                    <a16:creationId xmlns:a16="http://schemas.microsoft.com/office/drawing/2014/main" id="{89B0A7D5-08E4-4119-5D0E-CD8C73EE3E2B}"/>
                  </a:ext>
                </a:extLst>
              </p:cNvPr>
              <p:cNvSpPr/>
              <p:nvPr/>
            </p:nvSpPr>
            <p:spPr>
              <a:xfrm>
                <a:off x="417123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8" name="pg659">
                <a:extLst>
                  <a:ext uri="{FF2B5EF4-FFF2-40B4-BE49-F238E27FC236}">
                    <a16:creationId xmlns:a16="http://schemas.microsoft.com/office/drawing/2014/main" id="{E8B6D26C-AF0E-991D-E7CA-90F2FB7ADF32}"/>
                  </a:ext>
                </a:extLst>
              </p:cNvPr>
              <p:cNvSpPr/>
              <p:nvPr/>
            </p:nvSpPr>
            <p:spPr>
              <a:xfrm>
                <a:off x="425267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9" name="pg660">
                <a:extLst>
                  <a:ext uri="{FF2B5EF4-FFF2-40B4-BE49-F238E27FC236}">
                    <a16:creationId xmlns:a16="http://schemas.microsoft.com/office/drawing/2014/main" id="{29BF4453-9309-D4E8-E927-12B7566EF054}"/>
                  </a:ext>
                </a:extLst>
              </p:cNvPr>
              <p:cNvSpPr/>
              <p:nvPr/>
            </p:nvSpPr>
            <p:spPr>
              <a:xfrm>
                <a:off x="5284534" y="1853932"/>
                <a:ext cx="27605" cy="141906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0" name="pg661">
                <a:extLst>
                  <a:ext uri="{FF2B5EF4-FFF2-40B4-BE49-F238E27FC236}">
                    <a16:creationId xmlns:a16="http://schemas.microsoft.com/office/drawing/2014/main" id="{00F3B04E-70EE-2948-12DA-1EA826408EAA}"/>
                  </a:ext>
                </a:extLst>
              </p:cNvPr>
              <p:cNvSpPr/>
              <p:nvPr/>
            </p:nvSpPr>
            <p:spPr>
              <a:xfrm>
                <a:off x="4217860" y="1853932"/>
                <a:ext cx="1042192" cy="937770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1" name="pg662">
                <a:extLst>
                  <a:ext uri="{FF2B5EF4-FFF2-40B4-BE49-F238E27FC236}">
                    <a16:creationId xmlns:a16="http://schemas.microsoft.com/office/drawing/2014/main" id="{D232E5B0-1676-6F2E-A697-0C2B4D892921}"/>
                  </a:ext>
                </a:extLst>
              </p:cNvPr>
              <p:cNvSpPr/>
              <p:nvPr/>
            </p:nvSpPr>
            <p:spPr>
              <a:xfrm>
                <a:off x="2490532" y="1853933"/>
                <a:ext cx="2088998" cy="3657376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2" name="pg663">
                <a:extLst>
                  <a:ext uri="{FF2B5EF4-FFF2-40B4-BE49-F238E27FC236}">
                    <a16:creationId xmlns:a16="http://schemas.microsoft.com/office/drawing/2014/main" id="{C53A0E81-76C9-776E-11A7-D5EBEEC9D3A1}"/>
                  </a:ext>
                </a:extLst>
              </p:cNvPr>
              <p:cNvSpPr/>
              <p:nvPr/>
            </p:nvSpPr>
            <p:spPr>
              <a:xfrm>
                <a:off x="5159228" y="2035019"/>
                <a:ext cx="108453" cy="203932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3" name="pg664">
                <a:extLst>
                  <a:ext uri="{FF2B5EF4-FFF2-40B4-BE49-F238E27FC236}">
                    <a16:creationId xmlns:a16="http://schemas.microsoft.com/office/drawing/2014/main" id="{750C1477-52B3-36CC-A984-905A1FEB82C7}"/>
                  </a:ext>
                </a:extLst>
              </p:cNvPr>
              <p:cNvSpPr/>
              <p:nvPr/>
            </p:nvSpPr>
            <p:spPr>
              <a:xfrm>
                <a:off x="4325772" y="3395883"/>
                <a:ext cx="207830" cy="400294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4" name="pt665">
                <a:extLst>
                  <a:ext uri="{FF2B5EF4-FFF2-40B4-BE49-F238E27FC236}">
                    <a16:creationId xmlns:a16="http://schemas.microsoft.com/office/drawing/2014/main" id="{7C8780B4-7A51-5FB6-50A4-2C03D7B4AE44}"/>
                  </a:ext>
                </a:extLst>
              </p:cNvPr>
              <p:cNvSpPr/>
              <p:nvPr/>
            </p:nvSpPr>
            <p:spPr>
              <a:xfrm>
                <a:off x="4042131" y="3963949"/>
                <a:ext cx="144506" cy="144506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5" name="pt666">
                <a:extLst>
                  <a:ext uri="{FF2B5EF4-FFF2-40B4-BE49-F238E27FC236}">
                    <a16:creationId xmlns:a16="http://schemas.microsoft.com/office/drawing/2014/main" id="{50371CA2-80B6-D29D-5CAF-D11940535874}"/>
                  </a:ext>
                </a:extLst>
              </p:cNvPr>
              <p:cNvSpPr/>
              <p:nvPr/>
            </p:nvSpPr>
            <p:spPr>
              <a:xfrm>
                <a:off x="4598279" y="2594972"/>
                <a:ext cx="144506" cy="144506"/>
              </a:xfrm>
              <a:prstGeom prst="ellipse">
                <a:avLst/>
              </a:prstGeom>
              <a:solidFill>
                <a:srgbClr val="75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6" name="pt667">
                <a:extLst>
                  <a:ext uri="{FF2B5EF4-FFF2-40B4-BE49-F238E27FC236}">
                    <a16:creationId xmlns:a16="http://schemas.microsoft.com/office/drawing/2014/main" id="{7961D901-62B3-258D-D8CD-E38BE903FA01}"/>
                  </a:ext>
                </a:extLst>
              </p:cNvPr>
              <p:cNvSpPr/>
              <p:nvPr/>
            </p:nvSpPr>
            <p:spPr>
              <a:xfrm>
                <a:off x="3322535" y="4403436"/>
                <a:ext cx="144506" cy="144506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7" name="pt668">
                <a:extLst>
                  <a:ext uri="{FF2B5EF4-FFF2-40B4-BE49-F238E27FC236}">
                    <a16:creationId xmlns:a16="http://schemas.microsoft.com/office/drawing/2014/main" id="{615B3DC2-78C2-9F28-F503-B29C0EA7BDD5}"/>
                  </a:ext>
                </a:extLst>
              </p:cNvPr>
              <p:cNvSpPr/>
              <p:nvPr/>
            </p:nvSpPr>
            <p:spPr>
              <a:xfrm>
                <a:off x="4150995" y="2255653"/>
                <a:ext cx="144506" cy="144506"/>
              </a:xfrm>
              <a:prstGeom prst="ellipse">
                <a:avLst/>
              </a:prstGeom>
              <a:solidFill>
                <a:srgbClr val="388C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8" name="pt669">
                <a:extLst>
                  <a:ext uri="{FF2B5EF4-FFF2-40B4-BE49-F238E27FC236}">
                    <a16:creationId xmlns:a16="http://schemas.microsoft.com/office/drawing/2014/main" id="{47C3FF1E-3027-8835-3685-9EE40A9479CD}"/>
                  </a:ext>
                </a:extLst>
              </p:cNvPr>
              <p:cNvSpPr/>
              <p:nvPr/>
            </p:nvSpPr>
            <p:spPr>
              <a:xfrm>
                <a:off x="3069870" y="3287113"/>
                <a:ext cx="144506" cy="144506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9" name="pt670">
                <a:extLst>
                  <a:ext uri="{FF2B5EF4-FFF2-40B4-BE49-F238E27FC236}">
                    <a16:creationId xmlns:a16="http://schemas.microsoft.com/office/drawing/2014/main" id="{AD220209-03D3-E1A6-5F28-F26C67E5FB16}"/>
                  </a:ext>
                </a:extLst>
              </p:cNvPr>
              <p:cNvSpPr/>
              <p:nvPr/>
            </p:nvSpPr>
            <p:spPr>
              <a:xfrm>
                <a:off x="3424034" y="3595128"/>
                <a:ext cx="255934" cy="252276"/>
              </a:xfrm>
              <a:prstGeom prst="ellipse">
                <a:avLst/>
              </a:prstGeom>
              <a:solidFill>
                <a:srgbClr val="3496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0" name="pt671">
                <a:extLst>
                  <a:ext uri="{FF2B5EF4-FFF2-40B4-BE49-F238E27FC236}">
                    <a16:creationId xmlns:a16="http://schemas.microsoft.com/office/drawing/2014/main" id="{FB14BB25-8095-322D-5831-3E6A6C10AF76}"/>
                  </a:ext>
                </a:extLst>
              </p:cNvPr>
              <p:cNvSpPr/>
              <p:nvPr/>
            </p:nvSpPr>
            <p:spPr>
              <a:xfrm>
                <a:off x="3396284" y="4283877"/>
                <a:ext cx="255934" cy="252276"/>
              </a:xfrm>
              <a:prstGeom prst="ellipse">
                <a:avLst/>
              </a:prstGeom>
              <a:solidFill>
                <a:srgbClr val="B6E8D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1" name="pt672">
                <a:extLst>
                  <a:ext uri="{FF2B5EF4-FFF2-40B4-BE49-F238E27FC236}">
                    <a16:creationId xmlns:a16="http://schemas.microsoft.com/office/drawing/2014/main" id="{BC4810CE-BD48-EDFF-75EE-5002A87D83B2}"/>
                  </a:ext>
                </a:extLst>
              </p:cNvPr>
              <p:cNvSpPr/>
              <p:nvPr/>
            </p:nvSpPr>
            <p:spPr>
              <a:xfrm>
                <a:off x="3295432" y="4376333"/>
                <a:ext cx="255934" cy="252276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2" name="pg673">
                <a:extLst>
                  <a:ext uri="{FF2B5EF4-FFF2-40B4-BE49-F238E27FC236}">
                    <a16:creationId xmlns:a16="http://schemas.microsoft.com/office/drawing/2014/main" id="{3AA32E47-1E82-A055-BB76-5EA04BC9496E}"/>
                  </a:ext>
                </a:extLst>
              </p:cNvPr>
              <p:cNvSpPr/>
              <p:nvPr/>
            </p:nvSpPr>
            <p:spPr>
              <a:xfrm>
                <a:off x="3180880" y="4134759"/>
                <a:ext cx="267614" cy="231762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3" name="pl674">
                <a:extLst>
                  <a:ext uri="{FF2B5EF4-FFF2-40B4-BE49-F238E27FC236}">
                    <a16:creationId xmlns:a16="http://schemas.microsoft.com/office/drawing/2014/main" id="{8F22DE8F-0529-B85C-D09D-0BE13DB19323}"/>
                  </a:ext>
                </a:extLst>
              </p:cNvPr>
              <p:cNvSpPr/>
              <p:nvPr/>
            </p:nvSpPr>
            <p:spPr>
              <a:xfrm>
                <a:off x="3536965" y="2986772"/>
                <a:ext cx="1104060" cy="703152"/>
              </a:xfrm>
              <a:custGeom>
                <a:avLst/>
                <a:gdLst/>
                <a:ahLst/>
                <a:cxnLst/>
                <a:rect l="0" t="0" r="0" b="0"/>
                <a:pathLst>
                  <a:path w="1087492" h="365180">
                    <a:moveTo>
                      <a:pt x="1087492" y="0"/>
                    </a:moveTo>
                    <a:lnTo>
                      <a:pt x="0" y="36518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4" name="pl675">
                <a:extLst>
                  <a:ext uri="{FF2B5EF4-FFF2-40B4-BE49-F238E27FC236}">
                    <a16:creationId xmlns:a16="http://schemas.microsoft.com/office/drawing/2014/main" id="{654D1528-2758-4D15-CECE-FB773B492DDC}"/>
                  </a:ext>
                </a:extLst>
              </p:cNvPr>
              <p:cNvSpPr/>
              <p:nvPr/>
            </p:nvSpPr>
            <p:spPr>
              <a:xfrm>
                <a:off x="3603528" y="3824615"/>
                <a:ext cx="1152356" cy="537528"/>
              </a:xfrm>
              <a:custGeom>
                <a:avLst/>
                <a:gdLst/>
                <a:ahLst/>
                <a:cxnLst/>
                <a:rect l="0" t="0" r="0" b="0"/>
                <a:pathLst>
                  <a:path w="1247173" h="552821">
                    <a:moveTo>
                      <a:pt x="1247173" y="0"/>
                    </a:moveTo>
                    <a:lnTo>
                      <a:pt x="0" y="55282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2" name="rc683">
                <a:extLst>
                  <a:ext uri="{FF2B5EF4-FFF2-40B4-BE49-F238E27FC236}">
                    <a16:creationId xmlns:a16="http://schemas.microsoft.com/office/drawing/2014/main" id="{DE89D320-75AC-4784-5DCB-4DD25852A8EE}"/>
                  </a:ext>
                </a:extLst>
              </p:cNvPr>
              <p:cNvSpPr/>
              <p:nvPr/>
            </p:nvSpPr>
            <p:spPr>
              <a:xfrm>
                <a:off x="2483768" y="1859855"/>
                <a:ext cx="3967904" cy="3657377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023" name="pl674">
              <a:extLst>
                <a:ext uri="{FF2B5EF4-FFF2-40B4-BE49-F238E27FC236}">
                  <a16:creationId xmlns:a16="http://schemas.microsoft.com/office/drawing/2014/main" id="{909796D0-09C2-EAF1-1C1E-73C32681A7BE}"/>
                </a:ext>
              </a:extLst>
            </p:cNvPr>
            <p:cNvSpPr/>
            <p:nvPr/>
          </p:nvSpPr>
          <p:spPr>
            <a:xfrm flipV="1">
              <a:off x="11960983" y="18218998"/>
              <a:ext cx="580713" cy="6900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4" name="pl677">
              <a:extLst>
                <a:ext uri="{FF2B5EF4-FFF2-40B4-BE49-F238E27FC236}">
                  <a16:creationId xmlns:a16="http://schemas.microsoft.com/office/drawing/2014/main" id="{A4845B2B-A222-BF2A-6E80-EB2201C1F2C2}"/>
                </a:ext>
              </a:extLst>
            </p:cNvPr>
            <p:cNvSpPr/>
            <p:nvPr/>
          </p:nvSpPr>
          <p:spPr>
            <a:xfrm>
              <a:off x="11771090" y="18113250"/>
              <a:ext cx="153868" cy="288032"/>
            </a:xfrm>
            <a:custGeom>
              <a:avLst/>
              <a:gdLst/>
              <a:ahLst/>
              <a:cxnLst/>
              <a:rect l="0" t="0" r="0" b="0"/>
              <a:pathLst>
                <a:path w="1087883" h="456649">
                  <a:moveTo>
                    <a:pt x="1087883" y="0"/>
                  </a:moveTo>
                  <a:lnTo>
                    <a:pt x="0" y="4566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sp>
          <p:nvSpPr>
            <p:cNvPr id="6025" name="pg681">
              <a:extLst>
                <a:ext uri="{FF2B5EF4-FFF2-40B4-BE49-F238E27FC236}">
                  <a16:creationId xmlns:a16="http://schemas.microsoft.com/office/drawing/2014/main" id="{E7D932AB-975B-43AA-DDE9-404549A89FBB}"/>
                </a:ext>
              </a:extLst>
            </p:cNvPr>
            <p:cNvSpPr/>
            <p:nvPr/>
          </p:nvSpPr>
          <p:spPr>
            <a:xfrm>
              <a:off x="11640844" y="18401282"/>
              <a:ext cx="717348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York River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6026" name="pg679">
              <a:extLst>
                <a:ext uri="{FF2B5EF4-FFF2-40B4-BE49-F238E27FC236}">
                  <a16:creationId xmlns:a16="http://schemas.microsoft.com/office/drawing/2014/main" id="{64690DB8-24DC-A848-6AC1-1FBF61E7043B}"/>
                </a:ext>
              </a:extLst>
            </p:cNvPr>
            <p:cNvSpPr/>
            <p:nvPr/>
          </p:nvSpPr>
          <p:spPr>
            <a:xfrm>
              <a:off x="12504218" y="18171812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6027" name="pg681">
              <a:extLst>
                <a:ext uri="{FF2B5EF4-FFF2-40B4-BE49-F238E27FC236}">
                  <a16:creationId xmlns:a16="http://schemas.microsoft.com/office/drawing/2014/main" id="{78A0EB22-369A-64CF-0220-8760CD94C6EE}"/>
                </a:ext>
              </a:extLst>
            </p:cNvPr>
            <p:cNvSpPr/>
            <p:nvPr/>
          </p:nvSpPr>
          <p:spPr>
            <a:xfrm>
              <a:off x="12541695" y="17425796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S1-LOLA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6028" name="pg683">
              <a:extLst>
                <a:ext uri="{FF2B5EF4-FFF2-40B4-BE49-F238E27FC236}">
                  <a16:creationId xmlns:a16="http://schemas.microsoft.com/office/drawing/2014/main" id="{A5480BB1-DC4C-B909-6BDE-BEC48EAC51C2}"/>
                </a:ext>
              </a:extLst>
            </p:cNvPr>
            <p:cNvSpPr/>
            <p:nvPr/>
          </p:nvSpPr>
          <p:spPr>
            <a:xfrm>
              <a:off x="12554894" y="17783944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S2-DEBY</a:t>
              </a:r>
              <a:endParaRPr sz="1100" dirty="0">
                <a:latin typeface="Helvetica" pitchFamily="2" charset="0"/>
              </a:endParaRPr>
            </a:p>
          </p:txBody>
        </p:sp>
        <p:pic>
          <p:nvPicPr>
            <p:cNvPr id="6029" name="Picture 6028">
              <a:extLst>
                <a:ext uri="{FF2B5EF4-FFF2-40B4-BE49-F238E27FC236}">
                  <a16:creationId xmlns:a16="http://schemas.microsoft.com/office/drawing/2014/main" id="{18C6EABF-FE5D-4F5D-F135-B6A84C8A5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860016" y="16876253"/>
              <a:ext cx="1799263" cy="848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262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13" name="Group 4712">
            <a:extLst>
              <a:ext uri="{FF2B5EF4-FFF2-40B4-BE49-F238E27FC236}">
                <a16:creationId xmlns:a16="http://schemas.microsoft.com/office/drawing/2014/main" id="{15D7F69E-4FBD-A5B4-EFC8-8D73CB17989E}"/>
              </a:ext>
            </a:extLst>
          </p:cNvPr>
          <p:cNvGrpSpPr/>
          <p:nvPr/>
        </p:nvGrpSpPr>
        <p:grpSpPr>
          <a:xfrm>
            <a:off x="4139874" y="15695712"/>
            <a:ext cx="5835888" cy="4525962"/>
            <a:chOff x="10798055" y="16025019"/>
            <a:chExt cx="5835888" cy="4525962"/>
          </a:xfrm>
        </p:grpSpPr>
        <p:grpSp>
          <p:nvGrpSpPr>
            <p:cNvPr id="4714" name="Content Placeholder 2">
              <a:extLst>
                <a:ext uri="{FF2B5EF4-FFF2-40B4-BE49-F238E27FC236}">
                  <a16:creationId xmlns:a16="http://schemas.microsoft.com/office/drawing/2014/main" id="{0C3949DB-29F1-07D0-7A02-70CF3D6B69FF}"/>
                </a:ext>
              </a:extLst>
            </p:cNvPr>
            <p:cNvGrpSpPr/>
            <p:nvPr/>
          </p:nvGrpSpPr>
          <p:grpSpPr>
            <a:xfrm>
              <a:off x="10798055" y="16025019"/>
              <a:ext cx="5835888" cy="4525962"/>
              <a:chOff x="1654055" y="1600200"/>
              <a:chExt cx="5835888" cy="4525962"/>
            </a:xfrm>
          </p:grpSpPr>
          <p:sp>
            <p:nvSpPr>
              <p:cNvPr id="5379" name="rc4">
                <a:extLst>
                  <a:ext uri="{FF2B5EF4-FFF2-40B4-BE49-F238E27FC236}">
                    <a16:creationId xmlns:a16="http://schemas.microsoft.com/office/drawing/2014/main" id="{07EF7E0D-483A-B084-DD50-E27E8E646C7D}"/>
                  </a:ext>
                </a:extLst>
              </p:cNvPr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0" name="rc5">
                <a:extLst>
                  <a:ext uri="{FF2B5EF4-FFF2-40B4-BE49-F238E27FC236}">
                    <a16:creationId xmlns:a16="http://schemas.microsoft.com/office/drawing/2014/main" id="{BBF0E875-71CD-557B-D593-81D49E8FC92F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1" name="pl6">
                <a:extLst>
                  <a:ext uri="{FF2B5EF4-FFF2-40B4-BE49-F238E27FC236}">
                    <a16:creationId xmlns:a16="http://schemas.microsoft.com/office/drawing/2014/main" id="{9D73665C-E09C-6D1E-BFCE-E3361423A3CE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2" name="pl7">
                <a:extLst>
                  <a:ext uri="{FF2B5EF4-FFF2-40B4-BE49-F238E27FC236}">
                    <a16:creationId xmlns:a16="http://schemas.microsoft.com/office/drawing/2014/main" id="{8E49F830-DC17-B2FA-DECB-293706A938E6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3" name="pl8">
                <a:extLst>
                  <a:ext uri="{FF2B5EF4-FFF2-40B4-BE49-F238E27FC236}">
                    <a16:creationId xmlns:a16="http://schemas.microsoft.com/office/drawing/2014/main" id="{E85926E9-0C00-3D58-CCF1-452162B71A1F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4" name="pl9">
                <a:extLst>
                  <a:ext uri="{FF2B5EF4-FFF2-40B4-BE49-F238E27FC236}">
                    <a16:creationId xmlns:a16="http://schemas.microsoft.com/office/drawing/2014/main" id="{1F33AC37-0D73-8D04-A392-DB8C73B1E9FB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5" name="pl10">
                <a:extLst>
                  <a:ext uri="{FF2B5EF4-FFF2-40B4-BE49-F238E27FC236}">
                    <a16:creationId xmlns:a16="http://schemas.microsoft.com/office/drawing/2014/main" id="{E00943C2-2C45-A058-48C4-AC51055A532E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6" name="pl11">
                <a:extLst>
                  <a:ext uri="{FF2B5EF4-FFF2-40B4-BE49-F238E27FC236}">
                    <a16:creationId xmlns:a16="http://schemas.microsoft.com/office/drawing/2014/main" id="{0D11AB3A-250B-5CB2-104D-F78A9A47E3B0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7" name="pl12">
                <a:extLst>
                  <a:ext uri="{FF2B5EF4-FFF2-40B4-BE49-F238E27FC236}">
                    <a16:creationId xmlns:a16="http://schemas.microsoft.com/office/drawing/2014/main" id="{AB6ABD2B-F52E-63A2-8C5F-FA0D5EC48EE0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8" name="pl13">
                <a:extLst>
                  <a:ext uri="{FF2B5EF4-FFF2-40B4-BE49-F238E27FC236}">
                    <a16:creationId xmlns:a16="http://schemas.microsoft.com/office/drawing/2014/main" id="{B65B7466-F29B-4947-8AFA-80511CC9D0FF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9" name="pl14">
                <a:extLst>
                  <a:ext uri="{FF2B5EF4-FFF2-40B4-BE49-F238E27FC236}">
                    <a16:creationId xmlns:a16="http://schemas.microsoft.com/office/drawing/2014/main" id="{9283D24F-849B-175E-C818-F6F131D44D64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0" name="pl15">
                <a:extLst>
                  <a:ext uri="{FF2B5EF4-FFF2-40B4-BE49-F238E27FC236}">
                    <a16:creationId xmlns:a16="http://schemas.microsoft.com/office/drawing/2014/main" id="{A9FE9044-931F-4606-CBC4-FD73B67D3F4A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1" name="pl16">
                <a:extLst>
                  <a:ext uri="{FF2B5EF4-FFF2-40B4-BE49-F238E27FC236}">
                    <a16:creationId xmlns:a16="http://schemas.microsoft.com/office/drawing/2014/main" id="{F653FD00-5785-4CC6-6A7C-E41395521B24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2" name="pl17">
                <a:extLst>
                  <a:ext uri="{FF2B5EF4-FFF2-40B4-BE49-F238E27FC236}">
                    <a16:creationId xmlns:a16="http://schemas.microsoft.com/office/drawing/2014/main" id="{71006452-AF55-5645-07C5-9113EB77A538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3" name="pl18">
                <a:extLst>
                  <a:ext uri="{FF2B5EF4-FFF2-40B4-BE49-F238E27FC236}">
                    <a16:creationId xmlns:a16="http://schemas.microsoft.com/office/drawing/2014/main" id="{8968F854-ABF8-210A-F0E4-88B1B5D66A36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4" name="pg19">
                <a:extLst>
                  <a:ext uri="{FF2B5EF4-FFF2-40B4-BE49-F238E27FC236}">
                    <a16:creationId xmlns:a16="http://schemas.microsoft.com/office/drawing/2014/main" id="{0373A377-9DE5-C6D8-9C1C-CB23C2B1B8FB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5" name="pg20">
                <a:extLst>
                  <a:ext uri="{FF2B5EF4-FFF2-40B4-BE49-F238E27FC236}">
                    <a16:creationId xmlns:a16="http://schemas.microsoft.com/office/drawing/2014/main" id="{C45A5A80-C3ED-B5E8-3655-82C20054BF0C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6" name="pg21">
                <a:extLst>
                  <a:ext uri="{FF2B5EF4-FFF2-40B4-BE49-F238E27FC236}">
                    <a16:creationId xmlns:a16="http://schemas.microsoft.com/office/drawing/2014/main" id="{F028B66B-D141-B4D8-3045-11C48FA241D1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7" name="pg22">
                <a:extLst>
                  <a:ext uri="{FF2B5EF4-FFF2-40B4-BE49-F238E27FC236}">
                    <a16:creationId xmlns:a16="http://schemas.microsoft.com/office/drawing/2014/main" id="{A0268520-0950-9DED-4479-5FF769E2944B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8" name="pg23">
                <a:extLst>
                  <a:ext uri="{FF2B5EF4-FFF2-40B4-BE49-F238E27FC236}">
                    <a16:creationId xmlns:a16="http://schemas.microsoft.com/office/drawing/2014/main" id="{CB31A92E-8A7E-36F0-8363-B7440F7300F7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9" name="pg24">
                <a:extLst>
                  <a:ext uri="{FF2B5EF4-FFF2-40B4-BE49-F238E27FC236}">
                    <a16:creationId xmlns:a16="http://schemas.microsoft.com/office/drawing/2014/main" id="{0A4AF3ED-2362-51CE-865F-D85DEC61BD60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0" name="pg25">
                <a:extLst>
                  <a:ext uri="{FF2B5EF4-FFF2-40B4-BE49-F238E27FC236}">
                    <a16:creationId xmlns:a16="http://schemas.microsoft.com/office/drawing/2014/main" id="{AFEDDD3C-151C-E4C6-E7C2-F79B4E5C2178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1" name="pg26">
                <a:extLst>
                  <a:ext uri="{FF2B5EF4-FFF2-40B4-BE49-F238E27FC236}">
                    <a16:creationId xmlns:a16="http://schemas.microsoft.com/office/drawing/2014/main" id="{76BB50EC-9579-501F-14A9-42F361B8AD54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2" name="pg27">
                <a:extLst>
                  <a:ext uri="{FF2B5EF4-FFF2-40B4-BE49-F238E27FC236}">
                    <a16:creationId xmlns:a16="http://schemas.microsoft.com/office/drawing/2014/main" id="{6E11D557-DB22-1FE0-46BF-F0F998A21EA3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3" name="pg28">
                <a:extLst>
                  <a:ext uri="{FF2B5EF4-FFF2-40B4-BE49-F238E27FC236}">
                    <a16:creationId xmlns:a16="http://schemas.microsoft.com/office/drawing/2014/main" id="{70D42ECE-93A1-F79C-3F55-BB86599B373A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4" name="pg29">
                <a:extLst>
                  <a:ext uri="{FF2B5EF4-FFF2-40B4-BE49-F238E27FC236}">
                    <a16:creationId xmlns:a16="http://schemas.microsoft.com/office/drawing/2014/main" id="{32EE5058-85FB-F6B0-53A8-865EF14D0666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5" name="pg30">
                <a:extLst>
                  <a:ext uri="{FF2B5EF4-FFF2-40B4-BE49-F238E27FC236}">
                    <a16:creationId xmlns:a16="http://schemas.microsoft.com/office/drawing/2014/main" id="{263E1455-F5AE-ED61-1BD3-43D99EDCEC9A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6" name="pg31">
                <a:extLst>
                  <a:ext uri="{FF2B5EF4-FFF2-40B4-BE49-F238E27FC236}">
                    <a16:creationId xmlns:a16="http://schemas.microsoft.com/office/drawing/2014/main" id="{EBD08B57-DA47-B763-B0E5-200CD78F1E5F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7" name="pg32">
                <a:extLst>
                  <a:ext uri="{FF2B5EF4-FFF2-40B4-BE49-F238E27FC236}">
                    <a16:creationId xmlns:a16="http://schemas.microsoft.com/office/drawing/2014/main" id="{77561241-691A-54B8-D64B-66BAF5803F6C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8" name="pg33">
                <a:extLst>
                  <a:ext uri="{FF2B5EF4-FFF2-40B4-BE49-F238E27FC236}">
                    <a16:creationId xmlns:a16="http://schemas.microsoft.com/office/drawing/2014/main" id="{57ECE65F-00EB-F679-4BE6-8975A0D53B7F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9" name="pg34">
                <a:extLst>
                  <a:ext uri="{FF2B5EF4-FFF2-40B4-BE49-F238E27FC236}">
                    <a16:creationId xmlns:a16="http://schemas.microsoft.com/office/drawing/2014/main" id="{AC953432-BA13-1D25-EF05-276CE85E0FFE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0" name="pg35">
                <a:extLst>
                  <a:ext uri="{FF2B5EF4-FFF2-40B4-BE49-F238E27FC236}">
                    <a16:creationId xmlns:a16="http://schemas.microsoft.com/office/drawing/2014/main" id="{06FBEC84-AF23-4E18-DDA8-048400140680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1" name="pg36">
                <a:extLst>
                  <a:ext uri="{FF2B5EF4-FFF2-40B4-BE49-F238E27FC236}">
                    <a16:creationId xmlns:a16="http://schemas.microsoft.com/office/drawing/2014/main" id="{DC16A618-8FC9-40C1-B040-573DE5D49784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2" name="pg37">
                <a:extLst>
                  <a:ext uri="{FF2B5EF4-FFF2-40B4-BE49-F238E27FC236}">
                    <a16:creationId xmlns:a16="http://schemas.microsoft.com/office/drawing/2014/main" id="{6F5591CC-9FA4-D1EC-945F-70334DD24DF1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3" name="pg38">
                <a:extLst>
                  <a:ext uri="{FF2B5EF4-FFF2-40B4-BE49-F238E27FC236}">
                    <a16:creationId xmlns:a16="http://schemas.microsoft.com/office/drawing/2014/main" id="{925D3B0C-67AC-6A21-9F74-51BC53A98D93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4" name="pg39">
                <a:extLst>
                  <a:ext uri="{FF2B5EF4-FFF2-40B4-BE49-F238E27FC236}">
                    <a16:creationId xmlns:a16="http://schemas.microsoft.com/office/drawing/2014/main" id="{6DBC336C-A3F6-C35E-F06F-870486A59E23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5" name="pg40">
                <a:extLst>
                  <a:ext uri="{FF2B5EF4-FFF2-40B4-BE49-F238E27FC236}">
                    <a16:creationId xmlns:a16="http://schemas.microsoft.com/office/drawing/2014/main" id="{B659425A-5395-3E5F-2686-663C249F83CC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6" name="pg41">
                <a:extLst>
                  <a:ext uri="{FF2B5EF4-FFF2-40B4-BE49-F238E27FC236}">
                    <a16:creationId xmlns:a16="http://schemas.microsoft.com/office/drawing/2014/main" id="{7F32D45A-7397-349B-1E13-DEACEE3EA938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7" name="pg42">
                <a:extLst>
                  <a:ext uri="{FF2B5EF4-FFF2-40B4-BE49-F238E27FC236}">
                    <a16:creationId xmlns:a16="http://schemas.microsoft.com/office/drawing/2014/main" id="{588902A6-1F64-2C7E-ED5E-994BAFDAC50E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8" name="pg43">
                <a:extLst>
                  <a:ext uri="{FF2B5EF4-FFF2-40B4-BE49-F238E27FC236}">
                    <a16:creationId xmlns:a16="http://schemas.microsoft.com/office/drawing/2014/main" id="{5C7330A8-BC46-0E81-4125-5628B0CEB3AE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9" name="pg44">
                <a:extLst>
                  <a:ext uri="{FF2B5EF4-FFF2-40B4-BE49-F238E27FC236}">
                    <a16:creationId xmlns:a16="http://schemas.microsoft.com/office/drawing/2014/main" id="{27282659-543B-073A-FD16-5EACF91B712E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0" name="pg45">
                <a:extLst>
                  <a:ext uri="{FF2B5EF4-FFF2-40B4-BE49-F238E27FC236}">
                    <a16:creationId xmlns:a16="http://schemas.microsoft.com/office/drawing/2014/main" id="{715D7F73-8B1E-0122-C765-8EA6CFD1B5AD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1" name="pg46">
                <a:extLst>
                  <a:ext uri="{FF2B5EF4-FFF2-40B4-BE49-F238E27FC236}">
                    <a16:creationId xmlns:a16="http://schemas.microsoft.com/office/drawing/2014/main" id="{5F6CDECD-4EEF-4132-0F73-1C81651AFF83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2" name="pg47">
                <a:extLst>
                  <a:ext uri="{FF2B5EF4-FFF2-40B4-BE49-F238E27FC236}">
                    <a16:creationId xmlns:a16="http://schemas.microsoft.com/office/drawing/2014/main" id="{DAA25EE4-F33F-73BA-E782-7C01C169B2B2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3" name="pg48">
                <a:extLst>
                  <a:ext uri="{FF2B5EF4-FFF2-40B4-BE49-F238E27FC236}">
                    <a16:creationId xmlns:a16="http://schemas.microsoft.com/office/drawing/2014/main" id="{6AFB0F50-6469-8F26-63EE-1FF4DE627F7F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4" name="pg49">
                <a:extLst>
                  <a:ext uri="{FF2B5EF4-FFF2-40B4-BE49-F238E27FC236}">
                    <a16:creationId xmlns:a16="http://schemas.microsoft.com/office/drawing/2014/main" id="{15E146EF-3C09-FFBA-DFC3-59DEBA43BA51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5" name="pg50">
                <a:extLst>
                  <a:ext uri="{FF2B5EF4-FFF2-40B4-BE49-F238E27FC236}">
                    <a16:creationId xmlns:a16="http://schemas.microsoft.com/office/drawing/2014/main" id="{E4502E21-E3C7-946D-627A-7CD4CDFABCFC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6" name="pg51">
                <a:extLst>
                  <a:ext uri="{FF2B5EF4-FFF2-40B4-BE49-F238E27FC236}">
                    <a16:creationId xmlns:a16="http://schemas.microsoft.com/office/drawing/2014/main" id="{5D7325E2-771E-42CA-51C1-A02DDFD4A517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7" name="pg52">
                <a:extLst>
                  <a:ext uri="{FF2B5EF4-FFF2-40B4-BE49-F238E27FC236}">
                    <a16:creationId xmlns:a16="http://schemas.microsoft.com/office/drawing/2014/main" id="{63C92642-D91A-8C16-1378-BF6418B5D20B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8" name="pg53">
                <a:extLst>
                  <a:ext uri="{FF2B5EF4-FFF2-40B4-BE49-F238E27FC236}">
                    <a16:creationId xmlns:a16="http://schemas.microsoft.com/office/drawing/2014/main" id="{40AEE9F3-EEA0-64EB-7CE1-93F1E833E58E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9" name="pg54">
                <a:extLst>
                  <a:ext uri="{FF2B5EF4-FFF2-40B4-BE49-F238E27FC236}">
                    <a16:creationId xmlns:a16="http://schemas.microsoft.com/office/drawing/2014/main" id="{CA2D0972-2577-DB09-4B4C-7AF3A74AEA7B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0" name="pg55">
                <a:extLst>
                  <a:ext uri="{FF2B5EF4-FFF2-40B4-BE49-F238E27FC236}">
                    <a16:creationId xmlns:a16="http://schemas.microsoft.com/office/drawing/2014/main" id="{8FAB427F-A856-EDC0-6626-C1886401D440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1" name="pg56">
                <a:extLst>
                  <a:ext uri="{FF2B5EF4-FFF2-40B4-BE49-F238E27FC236}">
                    <a16:creationId xmlns:a16="http://schemas.microsoft.com/office/drawing/2014/main" id="{9A62AC7C-B800-30EE-ED4F-0445424281F9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2" name="pg57">
                <a:extLst>
                  <a:ext uri="{FF2B5EF4-FFF2-40B4-BE49-F238E27FC236}">
                    <a16:creationId xmlns:a16="http://schemas.microsoft.com/office/drawing/2014/main" id="{7444E03C-0F12-987D-ED6D-D1366BCDB30B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3" name="pg58">
                <a:extLst>
                  <a:ext uri="{FF2B5EF4-FFF2-40B4-BE49-F238E27FC236}">
                    <a16:creationId xmlns:a16="http://schemas.microsoft.com/office/drawing/2014/main" id="{67EEC8C3-34CB-D725-999F-30A247EA890B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4" name="pg59">
                <a:extLst>
                  <a:ext uri="{FF2B5EF4-FFF2-40B4-BE49-F238E27FC236}">
                    <a16:creationId xmlns:a16="http://schemas.microsoft.com/office/drawing/2014/main" id="{90BBEC56-3D08-2A06-5F7B-7FC69426C560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5" name="pg60">
                <a:extLst>
                  <a:ext uri="{FF2B5EF4-FFF2-40B4-BE49-F238E27FC236}">
                    <a16:creationId xmlns:a16="http://schemas.microsoft.com/office/drawing/2014/main" id="{96A7E5F8-BA9D-251E-0397-4406C26F5DBB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6" name="pg61">
                <a:extLst>
                  <a:ext uri="{FF2B5EF4-FFF2-40B4-BE49-F238E27FC236}">
                    <a16:creationId xmlns:a16="http://schemas.microsoft.com/office/drawing/2014/main" id="{823A85AF-6F64-FBBB-CCB2-C4E25F5EA393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7" name="pg62">
                <a:extLst>
                  <a:ext uri="{FF2B5EF4-FFF2-40B4-BE49-F238E27FC236}">
                    <a16:creationId xmlns:a16="http://schemas.microsoft.com/office/drawing/2014/main" id="{243A5E27-F13D-1A27-9907-21DAE5C2E397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8" name="pg63">
                <a:extLst>
                  <a:ext uri="{FF2B5EF4-FFF2-40B4-BE49-F238E27FC236}">
                    <a16:creationId xmlns:a16="http://schemas.microsoft.com/office/drawing/2014/main" id="{6780E2DD-5CC0-BB07-FF5E-64D8A936779C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9" name="pg64">
                <a:extLst>
                  <a:ext uri="{FF2B5EF4-FFF2-40B4-BE49-F238E27FC236}">
                    <a16:creationId xmlns:a16="http://schemas.microsoft.com/office/drawing/2014/main" id="{EDC71C5A-C9E8-4CF7-7D35-B6D55E7370B4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0" name="pg65">
                <a:extLst>
                  <a:ext uri="{FF2B5EF4-FFF2-40B4-BE49-F238E27FC236}">
                    <a16:creationId xmlns:a16="http://schemas.microsoft.com/office/drawing/2014/main" id="{41128192-FF29-44A3-5A01-6F674650B5D1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1" name="pg66">
                <a:extLst>
                  <a:ext uri="{FF2B5EF4-FFF2-40B4-BE49-F238E27FC236}">
                    <a16:creationId xmlns:a16="http://schemas.microsoft.com/office/drawing/2014/main" id="{3C851834-7E01-D82E-FE13-B51274B27521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2" name="pg67">
                <a:extLst>
                  <a:ext uri="{FF2B5EF4-FFF2-40B4-BE49-F238E27FC236}">
                    <a16:creationId xmlns:a16="http://schemas.microsoft.com/office/drawing/2014/main" id="{284C7E70-A943-D803-FF13-3AFE6D2A076A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3" name="pg68">
                <a:extLst>
                  <a:ext uri="{FF2B5EF4-FFF2-40B4-BE49-F238E27FC236}">
                    <a16:creationId xmlns:a16="http://schemas.microsoft.com/office/drawing/2014/main" id="{256ED8E5-3DDE-C3D0-28F6-7C9D29B893D4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4" name="pg69">
                <a:extLst>
                  <a:ext uri="{FF2B5EF4-FFF2-40B4-BE49-F238E27FC236}">
                    <a16:creationId xmlns:a16="http://schemas.microsoft.com/office/drawing/2014/main" id="{9EF5CCAD-5F18-2132-CAEF-8B23910D0E6C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5" name="pg70">
                <a:extLst>
                  <a:ext uri="{FF2B5EF4-FFF2-40B4-BE49-F238E27FC236}">
                    <a16:creationId xmlns:a16="http://schemas.microsoft.com/office/drawing/2014/main" id="{29782F00-CE49-345B-B43D-49D14488B0F7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6" name="pg71">
                <a:extLst>
                  <a:ext uri="{FF2B5EF4-FFF2-40B4-BE49-F238E27FC236}">
                    <a16:creationId xmlns:a16="http://schemas.microsoft.com/office/drawing/2014/main" id="{46CF5B5B-9F1C-2C70-4AB7-BD4232CD8924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7" name="pg72">
                <a:extLst>
                  <a:ext uri="{FF2B5EF4-FFF2-40B4-BE49-F238E27FC236}">
                    <a16:creationId xmlns:a16="http://schemas.microsoft.com/office/drawing/2014/main" id="{B515902B-2919-EFB7-95D7-EABA5AF40823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8" name="pg73">
                <a:extLst>
                  <a:ext uri="{FF2B5EF4-FFF2-40B4-BE49-F238E27FC236}">
                    <a16:creationId xmlns:a16="http://schemas.microsoft.com/office/drawing/2014/main" id="{86A0AC32-8725-3E82-1B0A-BEB49B788CC9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9" name="pg74">
                <a:extLst>
                  <a:ext uri="{FF2B5EF4-FFF2-40B4-BE49-F238E27FC236}">
                    <a16:creationId xmlns:a16="http://schemas.microsoft.com/office/drawing/2014/main" id="{F9E06843-2EAC-C73B-6C69-D998F9EF5B24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0" name="pg75">
                <a:extLst>
                  <a:ext uri="{FF2B5EF4-FFF2-40B4-BE49-F238E27FC236}">
                    <a16:creationId xmlns:a16="http://schemas.microsoft.com/office/drawing/2014/main" id="{957C7909-72E2-12F5-6F85-94FCD037B351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1" name="pg76">
                <a:extLst>
                  <a:ext uri="{FF2B5EF4-FFF2-40B4-BE49-F238E27FC236}">
                    <a16:creationId xmlns:a16="http://schemas.microsoft.com/office/drawing/2014/main" id="{B452EBE4-61FA-6781-7CFE-9A56743DDC47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2" name="pg77">
                <a:extLst>
                  <a:ext uri="{FF2B5EF4-FFF2-40B4-BE49-F238E27FC236}">
                    <a16:creationId xmlns:a16="http://schemas.microsoft.com/office/drawing/2014/main" id="{7DB11F29-E3A9-D80F-41E6-2E5074E6F566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3" name="pg78">
                <a:extLst>
                  <a:ext uri="{FF2B5EF4-FFF2-40B4-BE49-F238E27FC236}">
                    <a16:creationId xmlns:a16="http://schemas.microsoft.com/office/drawing/2014/main" id="{4D2369C9-E188-2914-D518-4A2285F47CC3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4" name="pg79">
                <a:extLst>
                  <a:ext uri="{FF2B5EF4-FFF2-40B4-BE49-F238E27FC236}">
                    <a16:creationId xmlns:a16="http://schemas.microsoft.com/office/drawing/2014/main" id="{F9CC15AB-D557-6B2D-B258-F5EDB8CC695B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5" name="pg80">
                <a:extLst>
                  <a:ext uri="{FF2B5EF4-FFF2-40B4-BE49-F238E27FC236}">
                    <a16:creationId xmlns:a16="http://schemas.microsoft.com/office/drawing/2014/main" id="{1B8C3B7C-F041-2A38-77C5-DA2452698463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6" name="pg81">
                <a:extLst>
                  <a:ext uri="{FF2B5EF4-FFF2-40B4-BE49-F238E27FC236}">
                    <a16:creationId xmlns:a16="http://schemas.microsoft.com/office/drawing/2014/main" id="{4B9E9F40-B8B7-A206-0970-2CB659DEDE57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7" name="pg82">
                <a:extLst>
                  <a:ext uri="{FF2B5EF4-FFF2-40B4-BE49-F238E27FC236}">
                    <a16:creationId xmlns:a16="http://schemas.microsoft.com/office/drawing/2014/main" id="{AA96EBE3-DE2B-AB3B-B539-17F8CE1B8D1A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8" name="pg83">
                <a:extLst>
                  <a:ext uri="{FF2B5EF4-FFF2-40B4-BE49-F238E27FC236}">
                    <a16:creationId xmlns:a16="http://schemas.microsoft.com/office/drawing/2014/main" id="{011DD6CF-92F2-22EF-8FF6-42E6A62DC72E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9" name="pg84">
                <a:extLst>
                  <a:ext uri="{FF2B5EF4-FFF2-40B4-BE49-F238E27FC236}">
                    <a16:creationId xmlns:a16="http://schemas.microsoft.com/office/drawing/2014/main" id="{816624D5-F1EB-7FCC-8CF6-B4B7E9ED7A5E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0" name="pg85">
                <a:extLst>
                  <a:ext uri="{FF2B5EF4-FFF2-40B4-BE49-F238E27FC236}">
                    <a16:creationId xmlns:a16="http://schemas.microsoft.com/office/drawing/2014/main" id="{32905D0B-E792-87A9-5974-69610CB15A44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1" name="pg86">
                <a:extLst>
                  <a:ext uri="{FF2B5EF4-FFF2-40B4-BE49-F238E27FC236}">
                    <a16:creationId xmlns:a16="http://schemas.microsoft.com/office/drawing/2014/main" id="{DAEBB6D4-5541-9F00-4399-5A0EB5B6EAAA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2" name="pg87">
                <a:extLst>
                  <a:ext uri="{FF2B5EF4-FFF2-40B4-BE49-F238E27FC236}">
                    <a16:creationId xmlns:a16="http://schemas.microsoft.com/office/drawing/2014/main" id="{7B7C9F76-9583-8252-B6E0-384E2D27741E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3" name="pg88">
                <a:extLst>
                  <a:ext uri="{FF2B5EF4-FFF2-40B4-BE49-F238E27FC236}">
                    <a16:creationId xmlns:a16="http://schemas.microsoft.com/office/drawing/2014/main" id="{D1457AF9-6A64-AAAF-85BB-4769621E3ABC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4" name="pg89">
                <a:extLst>
                  <a:ext uri="{FF2B5EF4-FFF2-40B4-BE49-F238E27FC236}">
                    <a16:creationId xmlns:a16="http://schemas.microsoft.com/office/drawing/2014/main" id="{6B55AFFC-F86C-8738-7E77-66FF6144A591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5" name="pg90">
                <a:extLst>
                  <a:ext uri="{FF2B5EF4-FFF2-40B4-BE49-F238E27FC236}">
                    <a16:creationId xmlns:a16="http://schemas.microsoft.com/office/drawing/2014/main" id="{C74CDD73-7451-CDBE-6CC0-FF1D41B86CB2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6" name="pg91">
                <a:extLst>
                  <a:ext uri="{FF2B5EF4-FFF2-40B4-BE49-F238E27FC236}">
                    <a16:creationId xmlns:a16="http://schemas.microsoft.com/office/drawing/2014/main" id="{6C2DB1E1-2CC5-5906-CABF-ACA8F2F63275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7" name="pg92">
                <a:extLst>
                  <a:ext uri="{FF2B5EF4-FFF2-40B4-BE49-F238E27FC236}">
                    <a16:creationId xmlns:a16="http://schemas.microsoft.com/office/drawing/2014/main" id="{FAC78C0C-2068-ADDF-729D-C8969A0A4FE7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8" name="pg93">
                <a:extLst>
                  <a:ext uri="{FF2B5EF4-FFF2-40B4-BE49-F238E27FC236}">
                    <a16:creationId xmlns:a16="http://schemas.microsoft.com/office/drawing/2014/main" id="{17C2044D-447B-92D2-A7B0-2F0EE96B3017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9" name="pg94">
                <a:extLst>
                  <a:ext uri="{FF2B5EF4-FFF2-40B4-BE49-F238E27FC236}">
                    <a16:creationId xmlns:a16="http://schemas.microsoft.com/office/drawing/2014/main" id="{2460B7F9-A286-B2FC-E447-1D03EB9A82D4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0" name="pg95">
                <a:extLst>
                  <a:ext uri="{FF2B5EF4-FFF2-40B4-BE49-F238E27FC236}">
                    <a16:creationId xmlns:a16="http://schemas.microsoft.com/office/drawing/2014/main" id="{22FD6381-B902-69DD-4C2F-A8DEF090E33E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1" name="pg96">
                <a:extLst>
                  <a:ext uri="{FF2B5EF4-FFF2-40B4-BE49-F238E27FC236}">
                    <a16:creationId xmlns:a16="http://schemas.microsoft.com/office/drawing/2014/main" id="{6A5E5F60-0CA3-BDF1-C2C7-12572E569AD2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2" name="pg97">
                <a:extLst>
                  <a:ext uri="{FF2B5EF4-FFF2-40B4-BE49-F238E27FC236}">
                    <a16:creationId xmlns:a16="http://schemas.microsoft.com/office/drawing/2014/main" id="{6444F3C3-C106-7D76-A6A9-458C6D6046C8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3" name="pg98">
                <a:extLst>
                  <a:ext uri="{FF2B5EF4-FFF2-40B4-BE49-F238E27FC236}">
                    <a16:creationId xmlns:a16="http://schemas.microsoft.com/office/drawing/2014/main" id="{DB6B1BBF-A4A7-B275-BB3F-BAB11677104A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4" name="pg99">
                <a:extLst>
                  <a:ext uri="{FF2B5EF4-FFF2-40B4-BE49-F238E27FC236}">
                    <a16:creationId xmlns:a16="http://schemas.microsoft.com/office/drawing/2014/main" id="{120DBFF0-6B3D-5C66-43B8-50434F28F8FB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5" name="pg100">
                <a:extLst>
                  <a:ext uri="{FF2B5EF4-FFF2-40B4-BE49-F238E27FC236}">
                    <a16:creationId xmlns:a16="http://schemas.microsoft.com/office/drawing/2014/main" id="{599041F6-B295-F5EA-5964-A8F590C87D43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6" name="pg101">
                <a:extLst>
                  <a:ext uri="{FF2B5EF4-FFF2-40B4-BE49-F238E27FC236}">
                    <a16:creationId xmlns:a16="http://schemas.microsoft.com/office/drawing/2014/main" id="{03D1D125-8A0A-59DF-5E49-2550A987B482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7" name="pg102">
                <a:extLst>
                  <a:ext uri="{FF2B5EF4-FFF2-40B4-BE49-F238E27FC236}">
                    <a16:creationId xmlns:a16="http://schemas.microsoft.com/office/drawing/2014/main" id="{E235C26B-E93C-089D-57D2-1586F5CA0244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8" name="pg103">
                <a:extLst>
                  <a:ext uri="{FF2B5EF4-FFF2-40B4-BE49-F238E27FC236}">
                    <a16:creationId xmlns:a16="http://schemas.microsoft.com/office/drawing/2014/main" id="{3CF61AB1-AC97-E70F-269D-F503ED065EBC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9" name="pg104">
                <a:extLst>
                  <a:ext uri="{FF2B5EF4-FFF2-40B4-BE49-F238E27FC236}">
                    <a16:creationId xmlns:a16="http://schemas.microsoft.com/office/drawing/2014/main" id="{8C9B3FA9-5267-A804-0220-931B286CCDAE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0" name="pg105">
                <a:extLst>
                  <a:ext uri="{FF2B5EF4-FFF2-40B4-BE49-F238E27FC236}">
                    <a16:creationId xmlns:a16="http://schemas.microsoft.com/office/drawing/2014/main" id="{14D9CF0A-1219-46DE-D429-CA197F35F84A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1" name="pg106">
                <a:extLst>
                  <a:ext uri="{FF2B5EF4-FFF2-40B4-BE49-F238E27FC236}">
                    <a16:creationId xmlns:a16="http://schemas.microsoft.com/office/drawing/2014/main" id="{3AE733E7-C6CF-6C30-6356-71E574DDC258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2" name="pg107">
                <a:extLst>
                  <a:ext uri="{FF2B5EF4-FFF2-40B4-BE49-F238E27FC236}">
                    <a16:creationId xmlns:a16="http://schemas.microsoft.com/office/drawing/2014/main" id="{2BF828D5-6395-E345-AEA3-BE013DE0A7C7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3" name="pg108">
                <a:extLst>
                  <a:ext uri="{FF2B5EF4-FFF2-40B4-BE49-F238E27FC236}">
                    <a16:creationId xmlns:a16="http://schemas.microsoft.com/office/drawing/2014/main" id="{3C8CAF42-C89E-381A-321B-091ECC9B1E55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4" name="pg109">
                <a:extLst>
                  <a:ext uri="{FF2B5EF4-FFF2-40B4-BE49-F238E27FC236}">
                    <a16:creationId xmlns:a16="http://schemas.microsoft.com/office/drawing/2014/main" id="{A2483956-F728-30EE-5189-DCD3AF37D5E8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5" name="pg110">
                <a:extLst>
                  <a:ext uri="{FF2B5EF4-FFF2-40B4-BE49-F238E27FC236}">
                    <a16:creationId xmlns:a16="http://schemas.microsoft.com/office/drawing/2014/main" id="{75556497-77FF-1A6A-CA82-EA2711196B74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6" name="pg111">
                <a:extLst>
                  <a:ext uri="{FF2B5EF4-FFF2-40B4-BE49-F238E27FC236}">
                    <a16:creationId xmlns:a16="http://schemas.microsoft.com/office/drawing/2014/main" id="{EBA358D2-FF1E-8E72-C7D8-635DF1BDAC8B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7" name="pg112">
                <a:extLst>
                  <a:ext uri="{FF2B5EF4-FFF2-40B4-BE49-F238E27FC236}">
                    <a16:creationId xmlns:a16="http://schemas.microsoft.com/office/drawing/2014/main" id="{766E821F-387C-E29C-495E-B1DE23DCF602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8" name="pg113">
                <a:extLst>
                  <a:ext uri="{FF2B5EF4-FFF2-40B4-BE49-F238E27FC236}">
                    <a16:creationId xmlns:a16="http://schemas.microsoft.com/office/drawing/2014/main" id="{D85542E9-9909-DE77-4C4B-D0DC6FCDA82D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9" name="pg114">
                <a:extLst>
                  <a:ext uri="{FF2B5EF4-FFF2-40B4-BE49-F238E27FC236}">
                    <a16:creationId xmlns:a16="http://schemas.microsoft.com/office/drawing/2014/main" id="{D6029D27-93D9-D6B4-E679-D3117B5C90FA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0" name="pg115">
                <a:extLst>
                  <a:ext uri="{FF2B5EF4-FFF2-40B4-BE49-F238E27FC236}">
                    <a16:creationId xmlns:a16="http://schemas.microsoft.com/office/drawing/2014/main" id="{DA298551-065B-1F95-4B9C-A7608FC3FCA0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1" name="pg116">
                <a:extLst>
                  <a:ext uri="{FF2B5EF4-FFF2-40B4-BE49-F238E27FC236}">
                    <a16:creationId xmlns:a16="http://schemas.microsoft.com/office/drawing/2014/main" id="{5E6A38CE-A24C-F3C6-10D6-B64F99D4840C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2" name="pg117">
                <a:extLst>
                  <a:ext uri="{FF2B5EF4-FFF2-40B4-BE49-F238E27FC236}">
                    <a16:creationId xmlns:a16="http://schemas.microsoft.com/office/drawing/2014/main" id="{65F5C0FD-4AA8-73A8-6BD2-62A0A8408AC5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3" name="pg118">
                <a:extLst>
                  <a:ext uri="{FF2B5EF4-FFF2-40B4-BE49-F238E27FC236}">
                    <a16:creationId xmlns:a16="http://schemas.microsoft.com/office/drawing/2014/main" id="{907C5D62-82FB-1528-1E62-BA6681735A54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4" name="pg119">
                <a:extLst>
                  <a:ext uri="{FF2B5EF4-FFF2-40B4-BE49-F238E27FC236}">
                    <a16:creationId xmlns:a16="http://schemas.microsoft.com/office/drawing/2014/main" id="{0768E352-4F2E-3035-C710-41BD3C914A29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5" name="pg120">
                <a:extLst>
                  <a:ext uri="{FF2B5EF4-FFF2-40B4-BE49-F238E27FC236}">
                    <a16:creationId xmlns:a16="http://schemas.microsoft.com/office/drawing/2014/main" id="{B0C2F3C7-E96C-A0C2-EEAE-95617B1526C3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6" name="pg121">
                <a:extLst>
                  <a:ext uri="{FF2B5EF4-FFF2-40B4-BE49-F238E27FC236}">
                    <a16:creationId xmlns:a16="http://schemas.microsoft.com/office/drawing/2014/main" id="{E81D2511-56EF-1330-8CE4-F435ADD9361D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7" name="pg122">
                <a:extLst>
                  <a:ext uri="{FF2B5EF4-FFF2-40B4-BE49-F238E27FC236}">
                    <a16:creationId xmlns:a16="http://schemas.microsoft.com/office/drawing/2014/main" id="{EE4523AD-71FB-76E0-965C-02ECB192A927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8" name="pg123">
                <a:extLst>
                  <a:ext uri="{FF2B5EF4-FFF2-40B4-BE49-F238E27FC236}">
                    <a16:creationId xmlns:a16="http://schemas.microsoft.com/office/drawing/2014/main" id="{A7FD7EA8-666D-7156-E174-BE42F4C4BF4B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9" name="pg124">
                <a:extLst>
                  <a:ext uri="{FF2B5EF4-FFF2-40B4-BE49-F238E27FC236}">
                    <a16:creationId xmlns:a16="http://schemas.microsoft.com/office/drawing/2014/main" id="{53ED9397-15F9-B70C-25AC-735CD40CD2AB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0" name="pg125">
                <a:extLst>
                  <a:ext uri="{FF2B5EF4-FFF2-40B4-BE49-F238E27FC236}">
                    <a16:creationId xmlns:a16="http://schemas.microsoft.com/office/drawing/2014/main" id="{802EB664-F141-65A5-F031-9B00E904149C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1" name="pg126">
                <a:extLst>
                  <a:ext uri="{FF2B5EF4-FFF2-40B4-BE49-F238E27FC236}">
                    <a16:creationId xmlns:a16="http://schemas.microsoft.com/office/drawing/2014/main" id="{FB3DC9C6-902D-5CC0-A331-4B9F95ED384E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2" name="pg127">
                <a:extLst>
                  <a:ext uri="{FF2B5EF4-FFF2-40B4-BE49-F238E27FC236}">
                    <a16:creationId xmlns:a16="http://schemas.microsoft.com/office/drawing/2014/main" id="{65F24477-25B7-E767-EAA2-AC259DFBFFBD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3" name="pg128">
                <a:extLst>
                  <a:ext uri="{FF2B5EF4-FFF2-40B4-BE49-F238E27FC236}">
                    <a16:creationId xmlns:a16="http://schemas.microsoft.com/office/drawing/2014/main" id="{87457E75-EEB9-F856-0A78-F3D82E4A344C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4" name="pg129">
                <a:extLst>
                  <a:ext uri="{FF2B5EF4-FFF2-40B4-BE49-F238E27FC236}">
                    <a16:creationId xmlns:a16="http://schemas.microsoft.com/office/drawing/2014/main" id="{0B5FB21C-62F2-1FD3-09A2-2F489D0EBF84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5" name="pg130">
                <a:extLst>
                  <a:ext uri="{FF2B5EF4-FFF2-40B4-BE49-F238E27FC236}">
                    <a16:creationId xmlns:a16="http://schemas.microsoft.com/office/drawing/2014/main" id="{6A4F8D43-3015-4508-DB47-E75F446B4A81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6" name="pg131">
                <a:extLst>
                  <a:ext uri="{FF2B5EF4-FFF2-40B4-BE49-F238E27FC236}">
                    <a16:creationId xmlns:a16="http://schemas.microsoft.com/office/drawing/2014/main" id="{1D7A8A24-9EEF-3F89-28F4-B9B0290A53FA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7" name="pg132">
                <a:extLst>
                  <a:ext uri="{FF2B5EF4-FFF2-40B4-BE49-F238E27FC236}">
                    <a16:creationId xmlns:a16="http://schemas.microsoft.com/office/drawing/2014/main" id="{F5ED7FD4-A272-882D-AA78-9E6311C45A35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8" name="pg133">
                <a:extLst>
                  <a:ext uri="{FF2B5EF4-FFF2-40B4-BE49-F238E27FC236}">
                    <a16:creationId xmlns:a16="http://schemas.microsoft.com/office/drawing/2014/main" id="{3C9D43DF-86C9-3201-488A-6A344EA4324B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9" name="pg134">
                <a:extLst>
                  <a:ext uri="{FF2B5EF4-FFF2-40B4-BE49-F238E27FC236}">
                    <a16:creationId xmlns:a16="http://schemas.microsoft.com/office/drawing/2014/main" id="{301C505F-7FE1-BF2C-CFAE-4C78156549CB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0" name="pg135">
                <a:extLst>
                  <a:ext uri="{FF2B5EF4-FFF2-40B4-BE49-F238E27FC236}">
                    <a16:creationId xmlns:a16="http://schemas.microsoft.com/office/drawing/2014/main" id="{6504F6B8-F57E-9DED-DD99-6D9A433F5054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1" name="pg136">
                <a:extLst>
                  <a:ext uri="{FF2B5EF4-FFF2-40B4-BE49-F238E27FC236}">
                    <a16:creationId xmlns:a16="http://schemas.microsoft.com/office/drawing/2014/main" id="{C5F63BA0-B819-5D28-09BA-855318855EA7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2" name="pg137">
                <a:extLst>
                  <a:ext uri="{FF2B5EF4-FFF2-40B4-BE49-F238E27FC236}">
                    <a16:creationId xmlns:a16="http://schemas.microsoft.com/office/drawing/2014/main" id="{013D0AED-ECBA-199E-83DB-23592A9BAFAF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3" name="pg138">
                <a:extLst>
                  <a:ext uri="{FF2B5EF4-FFF2-40B4-BE49-F238E27FC236}">
                    <a16:creationId xmlns:a16="http://schemas.microsoft.com/office/drawing/2014/main" id="{43980D13-C858-C819-2BD1-42CC7183B723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4" name="pg139">
                <a:extLst>
                  <a:ext uri="{FF2B5EF4-FFF2-40B4-BE49-F238E27FC236}">
                    <a16:creationId xmlns:a16="http://schemas.microsoft.com/office/drawing/2014/main" id="{13164B25-A76E-3F55-932C-B9A8EB6B97FA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5" name="pg140">
                <a:extLst>
                  <a:ext uri="{FF2B5EF4-FFF2-40B4-BE49-F238E27FC236}">
                    <a16:creationId xmlns:a16="http://schemas.microsoft.com/office/drawing/2014/main" id="{3AC3328D-B766-922A-3576-19AA342FD095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6" name="pg141">
                <a:extLst>
                  <a:ext uri="{FF2B5EF4-FFF2-40B4-BE49-F238E27FC236}">
                    <a16:creationId xmlns:a16="http://schemas.microsoft.com/office/drawing/2014/main" id="{245B81F9-6757-3603-9D2C-C5817D0F0A9D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7" name="pg142">
                <a:extLst>
                  <a:ext uri="{FF2B5EF4-FFF2-40B4-BE49-F238E27FC236}">
                    <a16:creationId xmlns:a16="http://schemas.microsoft.com/office/drawing/2014/main" id="{964BF8B8-4348-C164-995E-048035D0F24E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8" name="pg143">
                <a:extLst>
                  <a:ext uri="{FF2B5EF4-FFF2-40B4-BE49-F238E27FC236}">
                    <a16:creationId xmlns:a16="http://schemas.microsoft.com/office/drawing/2014/main" id="{A0516DF0-AB06-7ED8-BC55-DB185F26BA52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9" name="pg144">
                <a:extLst>
                  <a:ext uri="{FF2B5EF4-FFF2-40B4-BE49-F238E27FC236}">
                    <a16:creationId xmlns:a16="http://schemas.microsoft.com/office/drawing/2014/main" id="{44E82213-E3C2-2C41-AB21-4F0CB057D72E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0" name="pg145">
                <a:extLst>
                  <a:ext uri="{FF2B5EF4-FFF2-40B4-BE49-F238E27FC236}">
                    <a16:creationId xmlns:a16="http://schemas.microsoft.com/office/drawing/2014/main" id="{5886A50A-EAD3-DA5F-C9D2-CC9D3596D3F5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1" name="pg146">
                <a:extLst>
                  <a:ext uri="{FF2B5EF4-FFF2-40B4-BE49-F238E27FC236}">
                    <a16:creationId xmlns:a16="http://schemas.microsoft.com/office/drawing/2014/main" id="{5DBB925E-0912-18E3-632D-B0F8E73E784F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2" name="pg147">
                <a:extLst>
                  <a:ext uri="{FF2B5EF4-FFF2-40B4-BE49-F238E27FC236}">
                    <a16:creationId xmlns:a16="http://schemas.microsoft.com/office/drawing/2014/main" id="{41EC7145-9B40-A0E0-4977-96AEBF23CD05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3" name="pg148">
                <a:extLst>
                  <a:ext uri="{FF2B5EF4-FFF2-40B4-BE49-F238E27FC236}">
                    <a16:creationId xmlns:a16="http://schemas.microsoft.com/office/drawing/2014/main" id="{584CB0C6-B014-BEFA-1FB6-BAE676BF24E8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4" name="pg149">
                <a:extLst>
                  <a:ext uri="{FF2B5EF4-FFF2-40B4-BE49-F238E27FC236}">
                    <a16:creationId xmlns:a16="http://schemas.microsoft.com/office/drawing/2014/main" id="{F1DC94BA-491E-AF5E-D0BC-36C823545483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5" name="pg150">
                <a:extLst>
                  <a:ext uri="{FF2B5EF4-FFF2-40B4-BE49-F238E27FC236}">
                    <a16:creationId xmlns:a16="http://schemas.microsoft.com/office/drawing/2014/main" id="{A2097553-D154-03C5-A84D-2622E3004DE2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6" name="pg151">
                <a:extLst>
                  <a:ext uri="{FF2B5EF4-FFF2-40B4-BE49-F238E27FC236}">
                    <a16:creationId xmlns:a16="http://schemas.microsoft.com/office/drawing/2014/main" id="{4D65ED17-2FBA-834D-DD92-A6CD62AA7661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7" name="pg152">
                <a:extLst>
                  <a:ext uri="{FF2B5EF4-FFF2-40B4-BE49-F238E27FC236}">
                    <a16:creationId xmlns:a16="http://schemas.microsoft.com/office/drawing/2014/main" id="{1327578D-699F-09EF-2106-9F1B8ACEDA7D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8" name="pg153">
                <a:extLst>
                  <a:ext uri="{FF2B5EF4-FFF2-40B4-BE49-F238E27FC236}">
                    <a16:creationId xmlns:a16="http://schemas.microsoft.com/office/drawing/2014/main" id="{417EC789-B6A0-36D8-0CF6-835DDE9A7CFC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9" name="pg154">
                <a:extLst>
                  <a:ext uri="{FF2B5EF4-FFF2-40B4-BE49-F238E27FC236}">
                    <a16:creationId xmlns:a16="http://schemas.microsoft.com/office/drawing/2014/main" id="{E26D4370-2D4B-E138-74B3-E7202334E430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0" name="pg155">
                <a:extLst>
                  <a:ext uri="{FF2B5EF4-FFF2-40B4-BE49-F238E27FC236}">
                    <a16:creationId xmlns:a16="http://schemas.microsoft.com/office/drawing/2014/main" id="{0614ECA9-45BF-7624-D84E-508606EB8C87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1" name="pg156">
                <a:extLst>
                  <a:ext uri="{FF2B5EF4-FFF2-40B4-BE49-F238E27FC236}">
                    <a16:creationId xmlns:a16="http://schemas.microsoft.com/office/drawing/2014/main" id="{ABA6633F-D327-3169-41D3-63F97F55F278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2" name="pg157">
                <a:extLst>
                  <a:ext uri="{FF2B5EF4-FFF2-40B4-BE49-F238E27FC236}">
                    <a16:creationId xmlns:a16="http://schemas.microsoft.com/office/drawing/2014/main" id="{00EE664E-9B5C-17E4-45C7-A7EA7E241485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3" name="pg158">
                <a:extLst>
                  <a:ext uri="{FF2B5EF4-FFF2-40B4-BE49-F238E27FC236}">
                    <a16:creationId xmlns:a16="http://schemas.microsoft.com/office/drawing/2014/main" id="{B53496D7-C906-EA0C-E179-AB32B3B24392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4" name="pg159">
                <a:extLst>
                  <a:ext uri="{FF2B5EF4-FFF2-40B4-BE49-F238E27FC236}">
                    <a16:creationId xmlns:a16="http://schemas.microsoft.com/office/drawing/2014/main" id="{E3BBD26F-3F04-8EEF-3A37-03688E968657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5" name="pg160">
                <a:extLst>
                  <a:ext uri="{FF2B5EF4-FFF2-40B4-BE49-F238E27FC236}">
                    <a16:creationId xmlns:a16="http://schemas.microsoft.com/office/drawing/2014/main" id="{025144DD-3A50-F61A-2351-3130364077A0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6" name="pg161">
                <a:extLst>
                  <a:ext uri="{FF2B5EF4-FFF2-40B4-BE49-F238E27FC236}">
                    <a16:creationId xmlns:a16="http://schemas.microsoft.com/office/drawing/2014/main" id="{5C6D4D4C-521D-8152-9ACB-7B6A11D7C501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7" name="pg162">
                <a:extLst>
                  <a:ext uri="{FF2B5EF4-FFF2-40B4-BE49-F238E27FC236}">
                    <a16:creationId xmlns:a16="http://schemas.microsoft.com/office/drawing/2014/main" id="{7CD863A5-1F6B-022C-62B0-8BF8861E956E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8" name="pg163">
                <a:extLst>
                  <a:ext uri="{FF2B5EF4-FFF2-40B4-BE49-F238E27FC236}">
                    <a16:creationId xmlns:a16="http://schemas.microsoft.com/office/drawing/2014/main" id="{68502137-FC9C-F101-DD3A-8493A4F59B62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9" name="pg164">
                <a:extLst>
                  <a:ext uri="{FF2B5EF4-FFF2-40B4-BE49-F238E27FC236}">
                    <a16:creationId xmlns:a16="http://schemas.microsoft.com/office/drawing/2014/main" id="{D152875E-6545-DEE4-E0B6-2E2B1B7296F3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0" name="pg165">
                <a:extLst>
                  <a:ext uri="{FF2B5EF4-FFF2-40B4-BE49-F238E27FC236}">
                    <a16:creationId xmlns:a16="http://schemas.microsoft.com/office/drawing/2014/main" id="{20692C1C-F3CE-E41D-2B18-76B429BBCC4D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1" name="pg166">
                <a:extLst>
                  <a:ext uri="{FF2B5EF4-FFF2-40B4-BE49-F238E27FC236}">
                    <a16:creationId xmlns:a16="http://schemas.microsoft.com/office/drawing/2014/main" id="{340408C0-643C-A6E8-ABEE-E04CBCF0CD98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2" name="pg167">
                <a:extLst>
                  <a:ext uri="{FF2B5EF4-FFF2-40B4-BE49-F238E27FC236}">
                    <a16:creationId xmlns:a16="http://schemas.microsoft.com/office/drawing/2014/main" id="{26011F3F-EF45-0835-92FE-3019ACA7B85D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3" name="pg168">
                <a:extLst>
                  <a:ext uri="{FF2B5EF4-FFF2-40B4-BE49-F238E27FC236}">
                    <a16:creationId xmlns:a16="http://schemas.microsoft.com/office/drawing/2014/main" id="{27F9D081-7F83-F3EC-2000-8EF13DA52EB5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4" name="pg169">
                <a:extLst>
                  <a:ext uri="{FF2B5EF4-FFF2-40B4-BE49-F238E27FC236}">
                    <a16:creationId xmlns:a16="http://schemas.microsoft.com/office/drawing/2014/main" id="{C44A682C-8F9B-D0DC-D6B9-0565BDF02F1C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5" name="pg170">
                <a:extLst>
                  <a:ext uri="{FF2B5EF4-FFF2-40B4-BE49-F238E27FC236}">
                    <a16:creationId xmlns:a16="http://schemas.microsoft.com/office/drawing/2014/main" id="{BBF7B7A6-F8C3-7666-B84A-64DE3CC8B37C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6" name="pg171">
                <a:extLst>
                  <a:ext uri="{FF2B5EF4-FFF2-40B4-BE49-F238E27FC236}">
                    <a16:creationId xmlns:a16="http://schemas.microsoft.com/office/drawing/2014/main" id="{128A1CDE-DAAB-E82E-3E5E-61653C02D331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7" name="pg172">
                <a:extLst>
                  <a:ext uri="{FF2B5EF4-FFF2-40B4-BE49-F238E27FC236}">
                    <a16:creationId xmlns:a16="http://schemas.microsoft.com/office/drawing/2014/main" id="{C473E696-D47B-2EE7-E1ED-E2FC310B93DF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8" name="pg173">
                <a:extLst>
                  <a:ext uri="{FF2B5EF4-FFF2-40B4-BE49-F238E27FC236}">
                    <a16:creationId xmlns:a16="http://schemas.microsoft.com/office/drawing/2014/main" id="{3C9A9756-829C-7A2C-5061-EFA21F23EA35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9" name="pg174">
                <a:extLst>
                  <a:ext uri="{FF2B5EF4-FFF2-40B4-BE49-F238E27FC236}">
                    <a16:creationId xmlns:a16="http://schemas.microsoft.com/office/drawing/2014/main" id="{C9436C85-0ABC-9312-01F3-E14D82960DDD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0" name="pg175">
                <a:extLst>
                  <a:ext uri="{FF2B5EF4-FFF2-40B4-BE49-F238E27FC236}">
                    <a16:creationId xmlns:a16="http://schemas.microsoft.com/office/drawing/2014/main" id="{ADF3A614-5EF5-275E-007A-6F7943572368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1" name="pg176">
                <a:extLst>
                  <a:ext uri="{FF2B5EF4-FFF2-40B4-BE49-F238E27FC236}">
                    <a16:creationId xmlns:a16="http://schemas.microsoft.com/office/drawing/2014/main" id="{6EB6CF33-F1CE-7ECB-CE22-BA5FA35296CF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2" name="pg177">
                <a:extLst>
                  <a:ext uri="{FF2B5EF4-FFF2-40B4-BE49-F238E27FC236}">
                    <a16:creationId xmlns:a16="http://schemas.microsoft.com/office/drawing/2014/main" id="{00999DC6-88C9-D92E-B97C-BD1A608DA373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3" name="pg178">
                <a:extLst>
                  <a:ext uri="{FF2B5EF4-FFF2-40B4-BE49-F238E27FC236}">
                    <a16:creationId xmlns:a16="http://schemas.microsoft.com/office/drawing/2014/main" id="{ACB6AF92-FED8-FAAE-8B6F-668E9C9ECC59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4" name="pg179">
                <a:extLst>
                  <a:ext uri="{FF2B5EF4-FFF2-40B4-BE49-F238E27FC236}">
                    <a16:creationId xmlns:a16="http://schemas.microsoft.com/office/drawing/2014/main" id="{C390FC00-C8A4-41E6-7E02-D97FC93C30DB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5" name="pg180">
                <a:extLst>
                  <a:ext uri="{FF2B5EF4-FFF2-40B4-BE49-F238E27FC236}">
                    <a16:creationId xmlns:a16="http://schemas.microsoft.com/office/drawing/2014/main" id="{A3094AFC-BC61-19E3-C745-A24D8D74EA4F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6" name="pg181">
                <a:extLst>
                  <a:ext uri="{FF2B5EF4-FFF2-40B4-BE49-F238E27FC236}">
                    <a16:creationId xmlns:a16="http://schemas.microsoft.com/office/drawing/2014/main" id="{E088865F-898B-25F9-98A8-016CFFA07964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7" name="pg182">
                <a:extLst>
                  <a:ext uri="{FF2B5EF4-FFF2-40B4-BE49-F238E27FC236}">
                    <a16:creationId xmlns:a16="http://schemas.microsoft.com/office/drawing/2014/main" id="{CE2AD080-A8E7-16AB-5EC7-A26809C23863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8" name="pg183">
                <a:extLst>
                  <a:ext uri="{FF2B5EF4-FFF2-40B4-BE49-F238E27FC236}">
                    <a16:creationId xmlns:a16="http://schemas.microsoft.com/office/drawing/2014/main" id="{4A0D47CB-C0B1-6D66-435C-E38A7062A0A2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9" name="pg184">
                <a:extLst>
                  <a:ext uri="{FF2B5EF4-FFF2-40B4-BE49-F238E27FC236}">
                    <a16:creationId xmlns:a16="http://schemas.microsoft.com/office/drawing/2014/main" id="{AA9924CF-2E55-BBB0-117E-5AEA4EDC1F90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0" name="pg185">
                <a:extLst>
                  <a:ext uri="{FF2B5EF4-FFF2-40B4-BE49-F238E27FC236}">
                    <a16:creationId xmlns:a16="http://schemas.microsoft.com/office/drawing/2014/main" id="{08ECE87D-EE12-6CD2-FAD2-DB8308B57340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1" name="pg186">
                <a:extLst>
                  <a:ext uri="{FF2B5EF4-FFF2-40B4-BE49-F238E27FC236}">
                    <a16:creationId xmlns:a16="http://schemas.microsoft.com/office/drawing/2014/main" id="{0B395E71-3D36-D386-8795-6F21C8DCB2D4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2" name="pg187">
                <a:extLst>
                  <a:ext uri="{FF2B5EF4-FFF2-40B4-BE49-F238E27FC236}">
                    <a16:creationId xmlns:a16="http://schemas.microsoft.com/office/drawing/2014/main" id="{E5ABD805-FEAA-A12A-3711-64C9DA70A4D8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3" name="pg188">
                <a:extLst>
                  <a:ext uri="{FF2B5EF4-FFF2-40B4-BE49-F238E27FC236}">
                    <a16:creationId xmlns:a16="http://schemas.microsoft.com/office/drawing/2014/main" id="{27106409-2251-65F4-7D68-FE2EC5C82F0B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4" name="pg189">
                <a:extLst>
                  <a:ext uri="{FF2B5EF4-FFF2-40B4-BE49-F238E27FC236}">
                    <a16:creationId xmlns:a16="http://schemas.microsoft.com/office/drawing/2014/main" id="{D15D38A5-2EF9-D23F-0C17-09E4A0AA2E62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5" name="pg190">
                <a:extLst>
                  <a:ext uri="{FF2B5EF4-FFF2-40B4-BE49-F238E27FC236}">
                    <a16:creationId xmlns:a16="http://schemas.microsoft.com/office/drawing/2014/main" id="{5537207B-C995-6D55-EBA4-D2EDB973D350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6" name="pg191">
                <a:extLst>
                  <a:ext uri="{FF2B5EF4-FFF2-40B4-BE49-F238E27FC236}">
                    <a16:creationId xmlns:a16="http://schemas.microsoft.com/office/drawing/2014/main" id="{D2457DAC-1C34-A189-169C-83C90FB7AF71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7" name="pg192">
                <a:extLst>
                  <a:ext uri="{FF2B5EF4-FFF2-40B4-BE49-F238E27FC236}">
                    <a16:creationId xmlns:a16="http://schemas.microsoft.com/office/drawing/2014/main" id="{B9D605A6-5D49-002A-D9F0-F6F72B4CB0BF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8" name="pg193">
                <a:extLst>
                  <a:ext uri="{FF2B5EF4-FFF2-40B4-BE49-F238E27FC236}">
                    <a16:creationId xmlns:a16="http://schemas.microsoft.com/office/drawing/2014/main" id="{B7CFE4E7-4634-A575-8D3E-A856D91A70D2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9" name="pg194">
                <a:extLst>
                  <a:ext uri="{FF2B5EF4-FFF2-40B4-BE49-F238E27FC236}">
                    <a16:creationId xmlns:a16="http://schemas.microsoft.com/office/drawing/2014/main" id="{B0A2899E-4A59-91C7-505C-7F1007D7B8B3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0" name="pg195">
                <a:extLst>
                  <a:ext uri="{FF2B5EF4-FFF2-40B4-BE49-F238E27FC236}">
                    <a16:creationId xmlns:a16="http://schemas.microsoft.com/office/drawing/2014/main" id="{598F7C5B-E4F0-8F43-CD8E-B373BD437EF2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1" name="pg196">
                <a:extLst>
                  <a:ext uri="{FF2B5EF4-FFF2-40B4-BE49-F238E27FC236}">
                    <a16:creationId xmlns:a16="http://schemas.microsoft.com/office/drawing/2014/main" id="{8D5A3343-6B9A-3E5C-779A-A61752DDD5B7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2" name="pg197">
                <a:extLst>
                  <a:ext uri="{FF2B5EF4-FFF2-40B4-BE49-F238E27FC236}">
                    <a16:creationId xmlns:a16="http://schemas.microsoft.com/office/drawing/2014/main" id="{05EF2AFF-05D6-DB04-8F13-B3254F1EDA8F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3" name="pg198">
                <a:extLst>
                  <a:ext uri="{FF2B5EF4-FFF2-40B4-BE49-F238E27FC236}">
                    <a16:creationId xmlns:a16="http://schemas.microsoft.com/office/drawing/2014/main" id="{B6763C01-5631-66C6-5205-A325816749A5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4" name="pg199">
                <a:extLst>
                  <a:ext uri="{FF2B5EF4-FFF2-40B4-BE49-F238E27FC236}">
                    <a16:creationId xmlns:a16="http://schemas.microsoft.com/office/drawing/2014/main" id="{A68B5B6C-0216-4314-4478-E7D62A564FD8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5" name="pg200">
                <a:extLst>
                  <a:ext uri="{FF2B5EF4-FFF2-40B4-BE49-F238E27FC236}">
                    <a16:creationId xmlns:a16="http://schemas.microsoft.com/office/drawing/2014/main" id="{9B7A4B4A-B4E1-AAA3-FBB5-6C9E242FD2F2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6" name="pg201">
                <a:extLst>
                  <a:ext uri="{FF2B5EF4-FFF2-40B4-BE49-F238E27FC236}">
                    <a16:creationId xmlns:a16="http://schemas.microsoft.com/office/drawing/2014/main" id="{BA463E67-EF02-39AA-D77E-25ADC75B6852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7" name="pg202">
                <a:extLst>
                  <a:ext uri="{FF2B5EF4-FFF2-40B4-BE49-F238E27FC236}">
                    <a16:creationId xmlns:a16="http://schemas.microsoft.com/office/drawing/2014/main" id="{11381C9E-46CE-092C-9D08-3044BC0A7868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8" name="pg203">
                <a:extLst>
                  <a:ext uri="{FF2B5EF4-FFF2-40B4-BE49-F238E27FC236}">
                    <a16:creationId xmlns:a16="http://schemas.microsoft.com/office/drawing/2014/main" id="{66DAFCFC-95B7-DED7-543B-CFD56C482F82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9" name="pg204">
                <a:extLst>
                  <a:ext uri="{FF2B5EF4-FFF2-40B4-BE49-F238E27FC236}">
                    <a16:creationId xmlns:a16="http://schemas.microsoft.com/office/drawing/2014/main" id="{39760063-4F96-5E48-941B-8540CFE7C493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0" name="pg205">
                <a:extLst>
                  <a:ext uri="{FF2B5EF4-FFF2-40B4-BE49-F238E27FC236}">
                    <a16:creationId xmlns:a16="http://schemas.microsoft.com/office/drawing/2014/main" id="{5F01372B-4446-9F7E-13E8-EF9A556DA05B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1" name="pg206">
                <a:extLst>
                  <a:ext uri="{FF2B5EF4-FFF2-40B4-BE49-F238E27FC236}">
                    <a16:creationId xmlns:a16="http://schemas.microsoft.com/office/drawing/2014/main" id="{A703093D-D7CB-66F3-68A8-7188373E0BFB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2" name="pg207">
                <a:extLst>
                  <a:ext uri="{FF2B5EF4-FFF2-40B4-BE49-F238E27FC236}">
                    <a16:creationId xmlns:a16="http://schemas.microsoft.com/office/drawing/2014/main" id="{13BA5A2F-3EA7-72E3-2667-1BAFC1FAD9EF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3" name="pg208">
                <a:extLst>
                  <a:ext uri="{FF2B5EF4-FFF2-40B4-BE49-F238E27FC236}">
                    <a16:creationId xmlns:a16="http://schemas.microsoft.com/office/drawing/2014/main" id="{9F06C199-4AF2-AB60-F198-529E747F25E9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4" name="pg209">
                <a:extLst>
                  <a:ext uri="{FF2B5EF4-FFF2-40B4-BE49-F238E27FC236}">
                    <a16:creationId xmlns:a16="http://schemas.microsoft.com/office/drawing/2014/main" id="{873D10F9-2CAA-9FFD-96A9-5EF5DEE4E352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5" name="pg210">
                <a:extLst>
                  <a:ext uri="{FF2B5EF4-FFF2-40B4-BE49-F238E27FC236}">
                    <a16:creationId xmlns:a16="http://schemas.microsoft.com/office/drawing/2014/main" id="{34429DAF-CEC5-40CE-BDD8-B2291EA7F872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6" name="pg211">
                <a:extLst>
                  <a:ext uri="{FF2B5EF4-FFF2-40B4-BE49-F238E27FC236}">
                    <a16:creationId xmlns:a16="http://schemas.microsoft.com/office/drawing/2014/main" id="{A4BE57FA-A586-B3D8-464D-5750D953563F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7" name="pg212">
                <a:extLst>
                  <a:ext uri="{FF2B5EF4-FFF2-40B4-BE49-F238E27FC236}">
                    <a16:creationId xmlns:a16="http://schemas.microsoft.com/office/drawing/2014/main" id="{5D314262-8409-069B-15A0-E884383903B3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8" name="pg213">
                <a:extLst>
                  <a:ext uri="{FF2B5EF4-FFF2-40B4-BE49-F238E27FC236}">
                    <a16:creationId xmlns:a16="http://schemas.microsoft.com/office/drawing/2014/main" id="{84BAF5D9-8C3E-0BB6-4C7E-337425625BAB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9" name="pg214">
                <a:extLst>
                  <a:ext uri="{FF2B5EF4-FFF2-40B4-BE49-F238E27FC236}">
                    <a16:creationId xmlns:a16="http://schemas.microsoft.com/office/drawing/2014/main" id="{3ADED68A-C396-4D1D-91E6-6F13F4EF393E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0" name="pg215">
                <a:extLst>
                  <a:ext uri="{FF2B5EF4-FFF2-40B4-BE49-F238E27FC236}">
                    <a16:creationId xmlns:a16="http://schemas.microsoft.com/office/drawing/2014/main" id="{022EEC43-4669-9E95-045F-1B10D074F10A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1" name="pg216">
                <a:extLst>
                  <a:ext uri="{FF2B5EF4-FFF2-40B4-BE49-F238E27FC236}">
                    <a16:creationId xmlns:a16="http://schemas.microsoft.com/office/drawing/2014/main" id="{9F970857-502F-E6A9-2E10-3EFEF4746FBF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2" name="pg217">
                <a:extLst>
                  <a:ext uri="{FF2B5EF4-FFF2-40B4-BE49-F238E27FC236}">
                    <a16:creationId xmlns:a16="http://schemas.microsoft.com/office/drawing/2014/main" id="{E15CBCA4-AD43-1AFE-AAFB-6F510B242ABA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3" name="pg218">
                <a:extLst>
                  <a:ext uri="{FF2B5EF4-FFF2-40B4-BE49-F238E27FC236}">
                    <a16:creationId xmlns:a16="http://schemas.microsoft.com/office/drawing/2014/main" id="{D8AE0677-B334-ED8D-B914-5492F47D813A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4" name="pg219">
                <a:extLst>
                  <a:ext uri="{FF2B5EF4-FFF2-40B4-BE49-F238E27FC236}">
                    <a16:creationId xmlns:a16="http://schemas.microsoft.com/office/drawing/2014/main" id="{74B1CFCA-D278-2568-C1FD-16302AFFCD2A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5" name="pg220">
                <a:extLst>
                  <a:ext uri="{FF2B5EF4-FFF2-40B4-BE49-F238E27FC236}">
                    <a16:creationId xmlns:a16="http://schemas.microsoft.com/office/drawing/2014/main" id="{661303AF-BB63-7DF6-E83B-CF36E0CF0341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6" name="pg221">
                <a:extLst>
                  <a:ext uri="{FF2B5EF4-FFF2-40B4-BE49-F238E27FC236}">
                    <a16:creationId xmlns:a16="http://schemas.microsoft.com/office/drawing/2014/main" id="{01E6D287-7EAE-2754-5CA8-2D535F83604E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7" name="pg222">
                <a:extLst>
                  <a:ext uri="{FF2B5EF4-FFF2-40B4-BE49-F238E27FC236}">
                    <a16:creationId xmlns:a16="http://schemas.microsoft.com/office/drawing/2014/main" id="{3C015631-7941-4B78-B529-718EA5A5FB46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8" name="pg223">
                <a:extLst>
                  <a:ext uri="{FF2B5EF4-FFF2-40B4-BE49-F238E27FC236}">
                    <a16:creationId xmlns:a16="http://schemas.microsoft.com/office/drawing/2014/main" id="{56B04D42-284A-D3F4-3D6C-124E19430947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9" name="pg224">
                <a:extLst>
                  <a:ext uri="{FF2B5EF4-FFF2-40B4-BE49-F238E27FC236}">
                    <a16:creationId xmlns:a16="http://schemas.microsoft.com/office/drawing/2014/main" id="{9C9466B5-8CCF-B116-CC84-F0DEC58EDA06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0" name="pg225">
                <a:extLst>
                  <a:ext uri="{FF2B5EF4-FFF2-40B4-BE49-F238E27FC236}">
                    <a16:creationId xmlns:a16="http://schemas.microsoft.com/office/drawing/2014/main" id="{E3D32FA0-BA6E-A627-EB76-F66DECD0CD10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1" name="pg226">
                <a:extLst>
                  <a:ext uri="{FF2B5EF4-FFF2-40B4-BE49-F238E27FC236}">
                    <a16:creationId xmlns:a16="http://schemas.microsoft.com/office/drawing/2014/main" id="{C0FD4D26-2227-5716-9187-F4013F2A7FFA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2" name="pg227">
                <a:extLst>
                  <a:ext uri="{FF2B5EF4-FFF2-40B4-BE49-F238E27FC236}">
                    <a16:creationId xmlns:a16="http://schemas.microsoft.com/office/drawing/2014/main" id="{36B318EB-6A9D-B4CB-F39B-32485B693556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3" name="pg228">
                <a:extLst>
                  <a:ext uri="{FF2B5EF4-FFF2-40B4-BE49-F238E27FC236}">
                    <a16:creationId xmlns:a16="http://schemas.microsoft.com/office/drawing/2014/main" id="{DAE8F2F9-5579-7ED0-CD29-F93C105FBFB7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4" name="pg229">
                <a:extLst>
                  <a:ext uri="{FF2B5EF4-FFF2-40B4-BE49-F238E27FC236}">
                    <a16:creationId xmlns:a16="http://schemas.microsoft.com/office/drawing/2014/main" id="{9B7071DE-0EDD-A990-C483-9B57B9D42628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5" name="pg230">
                <a:extLst>
                  <a:ext uri="{FF2B5EF4-FFF2-40B4-BE49-F238E27FC236}">
                    <a16:creationId xmlns:a16="http://schemas.microsoft.com/office/drawing/2014/main" id="{0C599947-43BD-4867-0DF7-1A0117F53130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6" name="pg231">
                <a:extLst>
                  <a:ext uri="{FF2B5EF4-FFF2-40B4-BE49-F238E27FC236}">
                    <a16:creationId xmlns:a16="http://schemas.microsoft.com/office/drawing/2014/main" id="{289FB8D4-6BDA-CC1B-FBDE-901910FA8928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7" name="pg232">
                <a:extLst>
                  <a:ext uri="{FF2B5EF4-FFF2-40B4-BE49-F238E27FC236}">
                    <a16:creationId xmlns:a16="http://schemas.microsoft.com/office/drawing/2014/main" id="{3E0E8B0A-13A3-737C-ECF4-5CAC35E3EBAE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8" name="pg233">
                <a:extLst>
                  <a:ext uri="{FF2B5EF4-FFF2-40B4-BE49-F238E27FC236}">
                    <a16:creationId xmlns:a16="http://schemas.microsoft.com/office/drawing/2014/main" id="{33143978-9F1F-346F-172D-9463C39586DE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9" name="pg234">
                <a:extLst>
                  <a:ext uri="{FF2B5EF4-FFF2-40B4-BE49-F238E27FC236}">
                    <a16:creationId xmlns:a16="http://schemas.microsoft.com/office/drawing/2014/main" id="{D20B775C-4AE3-3CB5-C345-A4BE239B69BD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0" name="pg235">
                <a:extLst>
                  <a:ext uri="{FF2B5EF4-FFF2-40B4-BE49-F238E27FC236}">
                    <a16:creationId xmlns:a16="http://schemas.microsoft.com/office/drawing/2014/main" id="{FBD08E1B-0AD7-49D8-90C6-A4FD5D821023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1" name="pg236">
                <a:extLst>
                  <a:ext uri="{FF2B5EF4-FFF2-40B4-BE49-F238E27FC236}">
                    <a16:creationId xmlns:a16="http://schemas.microsoft.com/office/drawing/2014/main" id="{E35ED9CF-5D12-742C-D982-5D7E8F474D7E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2" name="pg237">
                <a:extLst>
                  <a:ext uri="{FF2B5EF4-FFF2-40B4-BE49-F238E27FC236}">
                    <a16:creationId xmlns:a16="http://schemas.microsoft.com/office/drawing/2014/main" id="{CDD0663B-7611-DB01-7C7C-1581556C26D6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3" name="pg238">
                <a:extLst>
                  <a:ext uri="{FF2B5EF4-FFF2-40B4-BE49-F238E27FC236}">
                    <a16:creationId xmlns:a16="http://schemas.microsoft.com/office/drawing/2014/main" id="{A644A778-DD5C-3024-9533-0862B3E10214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4" name="pg239">
                <a:extLst>
                  <a:ext uri="{FF2B5EF4-FFF2-40B4-BE49-F238E27FC236}">
                    <a16:creationId xmlns:a16="http://schemas.microsoft.com/office/drawing/2014/main" id="{0032B799-B19D-D74F-1695-209C7C9A6B7F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5" name="pg240">
                <a:extLst>
                  <a:ext uri="{FF2B5EF4-FFF2-40B4-BE49-F238E27FC236}">
                    <a16:creationId xmlns:a16="http://schemas.microsoft.com/office/drawing/2014/main" id="{54174822-9F4F-C689-98BD-EB411670E89A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6" name="pg241">
                <a:extLst>
                  <a:ext uri="{FF2B5EF4-FFF2-40B4-BE49-F238E27FC236}">
                    <a16:creationId xmlns:a16="http://schemas.microsoft.com/office/drawing/2014/main" id="{D42EA37C-4D96-9226-CD6B-F0D0DC6C9447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7" name="pg242">
                <a:extLst>
                  <a:ext uri="{FF2B5EF4-FFF2-40B4-BE49-F238E27FC236}">
                    <a16:creationId xmlns:a16="http://schemas.microsoft.com/office/drawing/2014/main" id="{A341B406-4A1A-D626-FF39-BDE44BD5E28D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8" name="pg243">
                <a:extLst>
                  <a:ext uri="{FF2B5EF4-FFF2-40B4-BE49-F238E27FC236}">
                    <a16:creationId xmlns:a16="http://schemas.microsoft.com/office/drawing/2014/main" id="{948A2EED-FC95-E588-F7A2-04FB3E510C16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9" name="pg244">
                <a:extLst>
                  <a:ext uri="{FF2B5EF4-FFF2-40B4-BE49-F238E27FC236}">
                    <a16:creationId xmlns:a16="http://schemas.microsoft.com/office/drawing/2014/main" id="{DA1A158A-51D2-50FE-8276-356C6FF03577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0" name="pg245">
                <a:extLst>
                  <a:ext uri="{FF2B5EF4-FFF2-40B4-BE49-F238E27FC236}">
                    <a16:creationId xmlns:a16="http://schemas.microsoft.com/office/drawing/2014/main" id="{B9013242-2D52-8E9D-CBDD-82CD7FA89D8B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1" name="pg246">
                <a:extLst>
                  <a:ext uri="{FF2B5EF4-FFF2-40B4-BE49-F238E27FC236}">
                    <a16:creationId xmlns:a16="http://schemas.microsoft.com/office/drawing/2014/main" id="{404AE963-2266-70B0-F768-ABB0AA33F991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2" name="pg247">
                <a:extLst>
                  <a:ext uri="{FF2B5EF4-FFF2-40B4-BE49-F238E27FC236}">
                    <a16:creationId xmlns:a16="http://schemas.microsoft.com/office/drawing/2014/main" id="{70A018AD-5A42-5BA9-08B8-4D0CD6EDEE00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3" name="pg248">
                <a:extLst>
                  <a:ext uri="{FF2B5EF4-FFF2-40B4-BE49-F238E27FC236}">
                    <a16:creationId xmlns:a16="http://schemas.microsoft.com/office/drawing/2014/main" id="{EE2357B4-481D-3B29-37A9-A27C59695AD0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4" name="pg249">
                <a:extLst>
                  <a:ext uri="{FF2B5EF4-FFF2-40B4-BE49-F238E27FC236}">
                    <a16:creationId xmlns:a16="http://schemas.microsoft.com/office/drawing/2014/main" id="{402B8209-7DA6-8382-6277-EC6FEB56E1D4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5" name="pg250">
                <a:extLst>
                  <a:ext uri="{FF2B5EF4-FFF2-40B4-BE49-F238E27FC236}">
                    <a16:creationId xmlns:a16="http://schemas.microsoft.com/office/drawing/2014/main" id="{DDBE20F5-506A-D433-6CC4-593DBEAC481E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6" name="pg251">
                <a:extLst>
                  <a:ext uri="{FF2B5EF4-FFF2-40B4-BE49-F238E27FC236}">
                    <a16:creationId xmlns:a16="http://schemas.microsoft.com/office/drawing/2014/main" id="{48F205DD-78F2-B681-60D1-4F29C4090955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7" name="pg252">
                <a:extLst>
                  <a:ext uri="{FF2B5EF4-FFF2-40B4-BE49-F238E27FC236}">
                    <a16:creationId xmlns:a16="http://schemas.microsoft.com/office/drawing/2014/main" id="{D6D8E972-CD1C-6BD5-2476-9477F2E37457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8" name="pg253">
                <a:extLst>
                  <a:ext uri="{FF2B5EF4-FFF2-40B4-BE49-F238E27FC236}">
                    <a16:creationId xmlns:a16="http://schemas.microsoft.com/office/drawing/2014/main" id="{741ABA5E-C2CE-FCC3-3A60-732A4D5B5C11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9" name="pg254">
                <a:extLst>
                  <a:ext uri="{FF2B5EF4-FFF2-40B4-BE49-F238E27FC236}">
                    <a16:creationId xmlns:a16="http://schemas.microsoft.com/office/drawing/2014/main" id="{F5B67BB8-02E8-DDED-7D0B-1E8A80E38937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0" name="pg255">
                <a:extLst>
                  <a:ext uri="{FF2B5EF4-FFF2-40B4-BE49-F238E27FC236}">
                    <a16:creationId xmlns:a16="http://schemas.microsoft.com/office/drawing/2014/main" id="{72E09DC2-7131-4725-4B24-AF3CEB49A060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1" name="pg256">
                <a:extLst>
                  <a:ext uri="{FF2B5EF4-FFF2-40B4-BE49-F238E27FC236}">
                    <a16:creationId xmlns:a16="http://schemas.microsoft.com/office/drawing/2014/main" id="{8DA96DBB-FA04-743D-F84E-C859AF8C6151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2" name="pg257">
                <a:extLst>
                  <a:ext uri="{FF2B5EF4-FFF2-40B4-BE49-F238E27FC236}">
                    <a16:creationId xmlns:a16="http://schemas.microsoft.com/office/drawing/2014/main" id="{A07FA4E7-9A7C-5BD0-7AC3-DFAA15B36199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3" name="pg258">
                <a:extLst>
                  <a:ext uri="{FF2B5EF4-FFF2-40B4-BE49-F238E27FC236}">
                    <a16:creationId xmlns:a16="http://schemas.microsoft.com/office/drawing/2014/main" id="{823D0A43-EF22-39FD-8D73-B34D4D330B86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4" name="pg259">
                <a:extLst>
                  <a:ext uri="{FF2B5EF4-FFF2-40B4-BE49-F238E27FC236}">
                    <a16:creationId xmlns:a16="http://schemas.microsoft.com/office/drawing/2014/main" id="{218683E8-E5ED-A689-4170-02CA4AD61553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5" name="pg260">
                <a:extLst>
                  <a:ext uri="{FF2B5EF4-FFF2-40B4-BE49-F238E27FC236}">
                    <a16:creationId xmlns:a16="http://schemas.microsoft.com/office/drawing/2014/main" id="{05153903-2EA0-17D4-39F2-3B6A8CC02D11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6" name="pg261">
                <a:extLst>
                  <a:ext uri="{FF2B5EF4-FFF2-40B4-BE49-F238E27FC236}">
                    <a16:creationId xmlns:a16="http://schemas.microsoft.com/office/drawing/2014/main" id="{E4B250A5-FB73-8086-569D-351281DE8C23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7" name="pg262">
                <a:extLst>
                  <a:ext uri="{FF2B5EF4-FFF2-40B4-BE49-F238E27FC236}">
                    <a16:creationId xmlns:a16="http://schemas.microsoft.com/office/drawing/2014/main" id="{4F6F1586-B9AE-E82A-D629-958827AEC62D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8" name="pg263">
                <a:extLst>
                  <a:ext uri="{FF2B5EF4-FFF2-40B4-BE49-F238E27FC236}">
                    <a16:creationId xmlns:a16="http://schemas.microsoft.com/office/drawing/2014/main" id="{04DBAC2E-BF6B-46C7-E086-6CE50FEB6F7E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9" name="pg264">
                <a:extLst>
                  <a:ext uri="{FF2B5EF4-FFF2-40B4-BE49-F238E27FC236}">
                    <a16:creationId xmlns:a16="http://schemas.microsoft.com/office/drawing/2014/main" id="{A7A37999-BE0C-ECC3-E9BF-B1016C1F5640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0" name="pg265">
                <a:extLst>
                  <a:ext uri="{FF2B5EF4-FFF2-40B4-BE49-F238E27FC236}">
                    <a16:creationId xmlns:a16="http://schemas.microsoft.com/office/drawing/2014/main" id="{331432FF-8329-4089-EC7C-FC63635917C3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1" name="pg266">
                <a:extLst>
                  <a:ext uri="{FF2B5EF4-FFF2-40B4-BE49-F238E27FC236}">
                    <a16:creationId xmlns:a16="http://schemas.microsoft.com/office/drawing/2014/main" id="{683CB15A-CDF5-9F89-7D68-ABE80B296872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2" name="pg267">
                <a:extLst>
                  <a:ext uri="{FF2B5EF4-FFF2-40B4-BE49-F238E27FC236}">
                    <a16:creationId xmlns:a16="http://schemas.microsoft.com/office/drawing/2014/main" id="{8D924F91-8A8E-216B-A013-EE7E607613B2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3" name="pg268">
                <a:extLst>
                  <a:ext uri="{FF2B5EF4-FFF2-40B4-BE49-F238E27FC236}">
                    <a16:creationId xmlns:a16="http://schemas.microsoft.com/office/drawing/2014/main" id="{F541CE30-F0D0-B3EE-B2E1-34979F17B826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4" name="pg269">
                <a:extLst>
                  <a:ext uri="{FF2B5EF4-FFF2-40B4-BE49-F238E27FC236}">
                    <a16:creationId xmlns:a16="http://schemas.microsoft.com/office/drawing/2014/main" id="{D78E5E3A-FED4-4585-7F42-FD4AC46778DA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5" name="pg270">
                <a:extLst>
                  <a:ext uri="{FF2B5EF4-FFF2-40B4-BE49-F238E27FC236}">
                    <a16:creationId xmlns:a16="http://schemas.microsoft.com/office/drawing/2014/main" id="{C41C5D61-1C1A-03C8-04EA-286B6474F7CF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6" name="pg271">
                <a:extLst>
                  <a:ext uri="{FF2B5EF4-FFF2-40B4-BE49-F238E27FC236}">
                    <a16:creationId xmlns:a16="http://schemas.microsoft.com/office/drawing/2014/main" id="{C4BB44C8-8FF4-2B42-B73E-8FE4CB4A297F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7" name="pg272">
                <a:extLst>
                  <a:ext uri="{FF2B5EF4-FFF2-40B4-BE49-F238E27FC236}">
                    <a16:creationId xmlns:a16="http://schemas.microsoft.com/office/drawing/2014/main" id="{1E9A1812-640B-C2B3-9167-540D3DCFF943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8" name="pg273">
                <a:extLst>
                  <a:ext uri="{FF2B5EF4-FFF2-40B4-BE49-F238E27FC236}">
                    <a16:creationId xmlns:a16="http://schemas.microsoft.com/office/drawing/2014/main" id="{EC8BC610-23DE-8E6D-9B36-A8CE66C2A147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9" name="pg274">
                <a:extLst>
                  <a:ext uri="{FF2B5EF4-FFF2-40B4-BE49-F238E27FC236}">
                    <a16:creationId xmlns:a16="http://schemas.microsoft.com/office/drawing/2014/main" id="{3BC5C731-FF48-2D23-E47A-C0316619DA52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0" name="pg275">
                <a:extLst>
                  <a:ext uri="{FF2B5EF4-FFF2-40B4-BE49-F238E27FC236}">
                    <a16:creationId xmlns:a16="http://schemas.microsoft.com/office/drawing/2014/main" id="{4B6456E1-6F98-D989-061B-324D0C91AC25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1" name="pg276">
                <a:extLst>
                  <a:ext uri="{FF2B5EF4-FFF2-40B4-BE49-F238E27FC236}">
                    <a16:creationId xmlns:a16="http://schemas.microsoft.com/office/drawing/2014/main" id="{CD0475E4-752B-26CE-A045-DBFE41DE095A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2" name="pg277">
                <a:extLst>
                  <a:ext uri="{FF2B5EF4-FFF2-40B4-BE49-F238E27FC236}">
                    <a16:creationId xmlns:a16="http://schemas.microsoft.com/office/drawing/2014/main" id="{9A5113E3-1D86-64B1-43E9-0045895BA506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3" name="pg278">
                <a:extLst>
                  <a:ext uri="{FF2B5EF4-FFF2-40B4-BE49-F238E27FC236}">
                    <a16:creationId xmlns:a16="http://schemas.microsoft.com/office/drawing/2014/main" id="{A0802F89-3CCC-D815-1A3A-C48EFE316FE5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4" name="pg279">
                <a:extLst>
                  <a:ext uri="{FF2B5EF4-FFF2-40B4-BE49-F238E27FC236}">
                    <a16:creationId xmlns:a16="http://schemas.microsoft.com/office/drawing/2014/main" id="{9D22128C-D149-8BF6-95BF-09DF9B44DF4A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5" name="pg280">
                <a:extLst>
                  <a:ext uri="{FF2B5EF4-FFF2-40B4-BE49-F238E27FC236}">
                    <a16:creationId xmlns:a16="http://schemas.microsoft.com/office/drawing/2014/main" id="{AE3E8D25-C54A-98DA-F7A2-29216CE7DE19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6" name="pg281">
                <a:extLst>
                  <a:ext uri="{FF2B5EF4-FFF2-40B4-BE49-F238E27FC236}">
                    <a16:creationId xmlns:a16="http://schemas.microsoft.com/office/drawing/2014/main" id="{8DDBB506-5717-5A7E-7886-D6421C928D4B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7" name="pg282">
                <a:extLst>
                  <a:ext uri="{FF2B5EF4-FFF2-40B4-BE49-F238E27FC236}">
                    <a16:creationId xmlns:a16="http://schemas.microsoft.com/office/drawing/2014/main" id="{4E2CB74D-C486-271C-FF74-F0AABA86DB2D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8" name="pg283">
                <a:extLst>
                  <a:ext uri="{FF2B5EF4-FFF2-40B4-BE49-F238E27FC236}">
                    <a16:creationId xmlns:a16="http://schemas.microsoft.com/office/drawing/2014/main" id="{012A68F9-A27A-EC5A-856F-B663A92C3816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9" name="pg284">
                <a:extLst>
                  <a:ext uri="{FF2B5EF4-FFF2-40B4-BE49-F238E27FC236}">
                    <a16:creationId xmlns:a16="http://schemas.microsoft.com/office/drawing/2014/main" id="{DE124A92-14F4-386A-EBC0-BF27394A1B21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0" name="pg285">
                <a:extLst>
                  <a:ext uri="{FF2B5EF4-FFF2-40B4-BE49-F238E27FC236}">
                    <a16:creationId xmlns:a16="http://schemas.microsoft.com/office/drawing/2014/main" id="{8CBA5CF2-A449-37EA-9EDF-04778DFA30FC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1" name="pg286">
                <a:extLst>
                  <a:ext uri="{FF2B5EF4-FFF2-40B4-BE49-F238E27FC236}">
                    <a16:creationId xmlns:a16="http://schemas.microsoft.com/office/drawing/2014/main" id="{A89F44C5-6116-4FD8-5458-A6B452CAFD99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2" name="pg287">
                <a:extLst>
                  <a:ext uri="{FF2B5EF4-FFF2-40B4-BE49-F238E27FC236}">
                    <a16:creationId xmlns:a16="http://schemas.microsoft.com/office/drawing/2014/main" id="{1853A41C-BE59-6225-6DAB-A7E9AEA00FD1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3" name="pg288">
                <a:extLst>
                  <a:ext uri="{FF2B5EF4-FFF2-40B4-BE49-F238E27FC236}">
                    <a16:creationId xmlns:a16="http://schemas.microsoft.com/office/drawing/2014/main" id="{1711783D-FEF3-1B47-33C0-69096D5FD848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4" name="pg289">
                <a:extLst>
                  <a:ext uri="{FF2B5EF4-FFF2-40B4-BE49-F238E27FC236}">
                    <a16:creationId xmlns:a16="http://schemas.microsoft.com/office/drawing/2014/main" id="{657E2C3B-1FB0-1267-7ADC-DD8415429C39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5" name="pg290">
                <a:extLst>
                  <a:ext uri="{FF2B5EF4-FFF2-40B4-BE49-F238E27FC236}">
                    <a16:creationId xmlns:a16="http://schemas.microsoft.com/office/drawing/2014/main" id="{0636F0AF-B608-338D-5434-1F70E314D7BB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6" name="pg291">
                <a:extLst>
                  <a:ext uri="{FF2B5EF4-FFF2-40B4-BE49-F238E27FC236}">
                    <a16:creationId xmlns:a16="http://schemas.microsoft.com/office/drawing/2014/main" id="{38543008-004E-5776-8249-508CFE8DF6A4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7" name="pg292">
                <a:extLst>
                  <a:ext uri="{FF2B5EF4-FFF2-40B4-BE49-F238E27FC236}">
                    <a16:creationId xmlns:a16="http://schemas.microsoft.com/office/drawing/2014/main" id="{7D74B216-313C-D6B7-DE20-4A7004748AAE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8" name="pg293">
                <a:extLst>
                  <a:ext uri="{FF2B5EF4-FFF2-40B4-BE49-F238E27FC236}">
                    <a16:creationId xmlns:a16="http://schemas.microsoft.com/office/drawing/2014/main" id="{C171B48C-404D-C40E-1A88-276A7BA3E5DF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9" name="pg294">
                <a:extLst>
                  <a:ext uri="{FF2B5EF4-FFF2-40B4-BE49-F238E27FC236}">
                    <a16:creationId xmlns:a16="http://schemas.microsoft.com/office/drawing/2014/main" id="{E23A3A4A-33C9-EB3B-58F8-FC2192259F6A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0" name="pg295">
                <a:extLst>
                  <a:ext uri="{FF2B5EF4-FFF2-40B4-BE49-F238E27FC236}">
                    <a16:creationId xmlns:a16="http://schemas.microsoft.com/office/drawing/2014/main" id="{D8602F6C-D98C-19CD-0F0E-72CA2E8EE6F7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1" name="pg296">
                <a:extLst>
                  <a:ext uri="{FF2B5EF4-FFF2-40B4-BE49-F238E27FC236}">
                    <a16:creationId xmlns:a16="http://schemas.microsoft.com/office/drawing/2014/main" id="{742595FE-E24A-7DD3-3161-5DA3337911CA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2" name="pg297">
                <a:extLst>
                  <a:ext uri="{FF2B5EF4-FFF2-40B4-BE49-F238E27FC236}">
                    <a16:creationId xmlns:a16="http://schemas.microsoft.com/office/drawing/2014/main" id="{66490607-B08C-8B6D-D339-BA4C09309C45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3" name="pg298">
                <a:extLst>
                  <a:ext uri="{FF2B5EF4-FFF2-40B4-BE49-F238E27FC236}">
                    <a16:creationId xmlns:a16="http://schemas.microsoft.com/office/drawing/2014/main" id="{68CB82B1-02D2-001D-D9B1-704839E116DB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4" name="pg299">
                <a:extLst>
                  <a:ext uri="{FF2B5EF4-FFF2-40B4-BE49-F238E27FC236}">
                    <a16:creationId xmlns:a16="http://schemas.microsoft.com/office/drawing/2014/main" id="{ED958992-A905-215F-B640-A721B3002DD1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5" name="pg300">
                <a:extLst>
                  <a:ext uri="{FF2B5EF4-FFF2-40B4-BE49-F238E27FC236}">
                    <a16:creationId xmlns:a16="http://schemas.microsoft.com/office/drawing/2014/main" id="{5A98DA03-25E7-C13E-0AE5-29E20938D089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6" name="pg301">
                <a:extLst>
                  <a:ext uri="{FF2B5EF4-FFF2-40B4-BE49-F238E27FC236}">
                    <a16:creationId xmlns:a16="http://schemas.microsoft.com/office/drawing/2014/main" id="{76467123-C6C0-14DC-1C64-05DE0F5096C0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7" name="pg302">
                <a:extLst>
                  <a:ext uri="{FF2B5EF4-FFF2-40B4-BE49-F238E27FC236}">
                    <a16:creationId xmlns:a16="http://schemas.microsoft.com/office/drawing/2014/main" id="{21C7CB78-FFE6-AB27-8A2E-52D4063F1D09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8" name="pg303">
                <a:extLst>
                  <a:ext uri="{FF2B5EF4-FFF2-40B4-BE49-F238E27FC236}">
                    <a16:creationId xmlns:a16="http://schemas.microsoft.com/office/drawing/2014/main" id="{0AC49BC8-72B0-559A-32DA-E0C3F1DEE39D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9" name="pg304">
                <a:extLst>
                  <a:ext uri="{FF2B5EF4-FFF2-40B4-BE49-F238E27FC236}">
                    <a16:creationId xmlns:a16="http://schemas.microsoft.com/office/drawing/2014/main" id="{352F80EA-CCF2-45A1-FAB1-13ADEBBB3896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0" name="pg305">
                <a:extLst>
                  <a:ext uri="{FF2B5EF4-FFF2-40B4-BE49-F238E27FC236}">
                    <a16:creationId xmlns:a16="http://schemas.microsoft.com/office/drawing/2014/main" id="{DE223A5A-DFAD-7527-A682-0E9532568AE5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1" name="pg306">
                <a:extLst>
                  <a:ext uri="{FF2B5EF4-FFF2-40B4-BE49-F238E27FC236}">
                    <a16:creationId xmlns:a16="http://schemas.microsoft.com/office/drawing/2014/main" id="{6B85EFCC-BF86-6D0B-C7C4-39FBD8E1B6ED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2" name="pg307">
                <a:extLst>
                  <a:ext uri="{FF2B5EF4-FFF2-40B4-BE49-F238E27FC236}">
                    <a16:creationId xmlns:a16="http://schemas.microsoft.com/office/drawing/2014/main" id="{8780E7A9-5EB9-768B-7DF0-5BC692D2B7EB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3" name="pg308">
                <a:extLst>
                  <a:ext uri="{FF2B5EF4-FFF2-40B4-BE49-F238E27FC236}">
                    <a16:creationId xmlns:a16="http://schemas.microsoft.com/office/drawing/2014/main" id="{0ABD6EB6-F644-366D-EF33-A14547B51FD6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4" name="pg309">
                <a:extLst>
                  <a:ext uri="{FF2B5EF4-FFF2-40B4-BE49-F238E27FC236}">
                    <a16:creationId xmlns:a16="http://schemas.microsoft.com/office/drawing/2014/main" id="{2B945DA7-53DA-AC29-6276-0255FBBB5DB6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5" name="pg310">
                <a:extLst>
                  <a:ext uri="{FF2B5EF4-FFF2-40B4-BE49-F238E27FC236}">
                    <a16:creationId xmlns:a16="http://schemas.microsoft.com/office/drawing/2014/main" id="{A4454155-F003-BAD1-028A-7EA2CA84A99B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6" name="pg311">
                <a:extLst>
                  <a:ext uri="{FF2B5EF4-FFF2-40B4-BE49-F238E27FC236}">
                    <a16:creationId xmlns:a16="http://schemas.microsoft.com/office/drawing/2014/main" id="{04D83330-F878-0AB5-5A9B-6C4A2F066757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7" name="pg312">
                <a:extLst>
                  <a:ext uri="{FF2B5EF4-FFF2-40B4-BE49-F238E27FC236}">
                    <a16:creationId xmlns:a16="http://schemas.microsoft.com/office/drawing/2014/main" id="{B09F1AE7-159D-2C4D-FC72-C127FF27A6E2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8" name="pg313">
                <a:extLst>
                  <a:ext uri="{FF2B5EF4-FFF2-40B4-BE49-F238E27FC236}">
                    <a16:creationId xmlns:a16="http://schemas.microsoft.com/office/drawing/2014/main" id="{C6567D37-217C-03F1-A9DB-56FE5F99DA48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9" name="pg314">
                <a:extLst>
                  <a:ext uri="{FF2B5EF4-FFF2-40B4-BE49-F238E27FC236}">
                    <a16:creationId xmlns:a16="http://schemas.microsoft.com/office/drawing/2014/main" id="{11ECAEB2-02A9-0FDF-D0E9-4560AE34C141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0" name="pg315">
                <a:extLst>
                  <a:ext uri="{FF2B5EF4-FFF2-40B4-BE49-F238E27FC236}">
                    <a16:creationId xmlns:a16="http://schemas.microsoft.com/office/drawing/2014/main" id="{648412C9-F0E3-F301-1566-9EE5A309C04E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1" name="pg316">
                <a:extLst>
                  <a:ext uri="{FF2B5EF4-FFF2-40B4-BE49-F238E27FC236}">
                    <a16:creationId xmlns:a16="http://schemas.microsoft.com/office/drawing/2014/main" id="{E7835C16-FB14-6F50-7D57-B60F8D5EAEDA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2" name="pg317">
                <a:extLst>
                  <a:ext uri="{FF2B5EF4-FFF2-40B4-BE49-F238E27FC236}">
                    <a16:creationId xmlns:a16="http://schemas.microsoft.com/office/drawing/2014/main" id="{BCB468C8-177D-F7C2-3C13-D6E3CC9F2128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3" name="pg318">
                <a:extLst>
                  <a:ext uri="{FF2B5EF4-FFF2-40B4-BE49-F238E27FC236}">
                    <a16:creationId xmlns:a16="http://schemas.microsoft.com/office/drawing/2014/main" id="{EA83BDBA-27A5-9C81-F80A-4605CB938D54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4" name="pg319">
                <a:extLst>
                  <a:ext uri="{FF2B5EF4-FFF2-40B4-BE49-F238E27FC236}">
                    <a16:creationId xmlns:a16="http://schemas.microsoft.com/office/drawing/2014/main" id="{CFDF32E7-FB36-1F61-3D95-ED04B370C2C4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5" name="pg320">
                <a:extLst>
                  <a:ext uri="{FF2B5EF4-FFF2-40B4-BE49-F238E27FC236}">
                    <a16:creationId xmlns:a16="http://schemas.microsoft.com/office/drawing/2014/main" id="{B765C2A1-F72E-5A6E-F418-2164101FB44F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6" name="pg321">
                <a:extLst>
                  <a:ext uri="{FF2B5EF4-FFF2-40B4-BE49-F238E27FC236}">
                    <a16:creationId xmlns:a16="http://schemas.microsoft.com/office/drawing/2014/main" id="{FC7C0134-18DE-3F75-A4D9-9515CBECD52D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7" name="pg322">
                <a:extLst>
                  <a:ext uri="{FF2B5EF4-FFF2-40B4-BE49-F238E27FC236}">
                    <a16:creationId xmlns:a16="http://schemas.microsoft.com/office/drawing/2014/main" id="{D839E394-0BF2-E821-18AD-48F374036D1E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8" name="pg323">
                <a:extLst>
                  <a:ext uri="{FF2B5EF4-FFF2-40B4-BE49-F238E27FC236}">
                    <a16:creationId xmlns:a16="http://schemas.microsoft.com/office/drawing/2014/main" id="{94D2B157-CD91-34EA-9FAB-B4E33B8D85DC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9" name="pg324">
                <a:extLst>
                  <a:ext uri="{FF2B5EF4-FFF2-40B4-BE49-F238E27FC236}">
                    <a16:creationId xmlns:a16="http://schemas.microsoft.com/office/drawing/2014/main" id="{8D4D0B77-FD49-3AFC-787C-BA94080DDDA9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0" name="pg325">
                <a:extLst>
                  <a:ext uri="{FF2B5EF4-FFF2-40B4-BE49-F238E27FC236}">
                    <a16:creationId xmlns:a16="http://schemas.microsoft.com/office/drawing/2014/main" id="{D1B046C6-9A21-0D11-D088-41FFB5AA1AF0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1" name="pg326">
                <a:extLst>
                  <a:ext uri="{FF2B5EF4-FFF2-40B4-BE49-F238E27FC236}">
                    <a16:creationId xmlns:a16="http://schemas.microsoft.com/office/drawing/2014/main" id="{DEC97DF0-44B6-C942-4BA9-29F5DC9EFB0C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2" name="pg327">
                <a:extLst>
                  <a:ext uri="{FF2B5EF4-FFF2-40B4-BE49-F238E27FC236}">
                    <a16:creationId xmlns:a16="http://schemas.microsoft.com/office/drawing/2014/main" id="{E2D073BB-A4EE-F7FF-3E45-4066BA968884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3" name="pg328">
                <a:extLst>
                  <a:ext uri="{FF2B5EF4-FFF2-40B4-BE49-F238E27FC236}">
                    <a16:creationId xmlns:a16="http://schemas.microsoft.com/office/drawing/2014/main" id="{3CBEF15D-70C1-9C13-2399-D4089F033EA4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4" name="pg329">
                <a:extLst>
                  <a:ext uri="{FF2B5EF4-FFF2-40B4-BE49-F238E27FC236}">
                    <a16:creationId xmlns:a16="http://schemas.microsoft.com/office/drawing/2014/main" id="{61F3026A-DC6B-BDA9-4249-ECF1F531E976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5" name="pg330">
                <a:extLst>
                  <a:ext uri="{FF2B5EF4-FFF2-40B4-BE49-F238E27FC236}">
                    <a16:creationId xmlns:a16="http://schemas.microsoft.com/office/drawing/2014/main" id="{33D9E41C-A8CB-0BB7-C9D2-4AEA6D4FCDC4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6" name="pg331">
                <a:extLst>
                  <a:ext uri="{FF2B5EF4-FFF2-40B4-BE49-F238E27FC236}">
                    <a16:creationId xmlns:a16="http://schemas.microsoft.com/office/drawing/2014/main" id="{E2CD3BE0-9F4A-7D9C-14C1-60FC2462FF22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7" name="pg332">
                <a:extLst>
                  <a:ext uri="{FF2B5EF4-FFF2-40B4-BE49-F238E27FC236}">
                    <a16:creationId xmlns:a16="http://schemas.microsoft.com/office/drawing/2014/main" id="{580C7B86-96C4-95BC-4152-9E800C80937D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8" name="pg333">
                <a:extLst>
                  <a:ext uri="{FF2B5EF4-FFF2-40B4-BE49-F238E27FC236}">
                    <a16:creationId xmlns:a16="http://schemas.microsoft.com/office/drawing/2014/main" id="{E05277F4-993C-8331-794B-A67D7F5A01DF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9" name="pg334">
                <a:extLst>
                  <a:ext uri="{FF2B5EF4-FFF2-40B4-BE49-F238E27FC236}">
                    <a16:creationId xmlns:a16="http://schemas.microsoft.com/office/drawing/2014/main" id="{A95E466F-CFA8-7C3D-BF17-5105BE60A11C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0" name="pg335">
                <a:extLst>
                  <a:ext uri="{FF2B5EF4-FFF2-40B4-BE49-F238E27FC236}">
                    <a16:creationId xmlns:a16="http://schemas.microsoft.com/office/drawing/2014/main" id="{67B02DAF-7575-86EC-A26C-042C83C4DDFB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1" name="pg336">
                <a:extLst>
                  <a:ext uri="{FF2B5EF4-FFF2-40B4-BE49-F238E27FC236}">
                    <a16:creationId xmlns:a16="http://schemas.microsoft.com/office/drawing/2014/main" id="{E4E49B22-ED2B-2B5E-FC0F-4924CB2E0BF2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2" name="pg337">
                <a:extLst>
                  <a:ext uri="{FF2B5EF4-FFF2-40B4-BE49-F238E27FC236}">
                    <a16:creationId xmlns:a16="http://schemas.microsoft.com/office/drawing/2014/main" id="{ED943FE2-17BA-69D0-3A18-55E9E3FF32AD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3" name="pg338">
                <a:extLst>
                  <a:ext uri="{FF2B5EF4-FFF2-40B4-BE49-F238E27FC236}">
                    <a16:creationId xmlns:a16="http://schemas.microsoft.com/office/drawing/2014/main" id="{8673AE0D-6BE7-2E06-0C62-B796DD0F4BA0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4" name="pg339">
                <a:extLst>
                  <a:ext uri="{FF2B5EF4-FFF2-40B4-BE49-F238E27FC236}">
                    <a16:creationId xmlns:a16="http://schemas.microsoft.com/office/drawing/2014/main" id="{79C3C4DB-A8D5-5BE4-0DA4-BE5AC9AC1C6A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5" name="pg340">
                <a:extLst>
                  <a:ext uri="{FF2B5EF4-FFF2-40B4-BE49-F238E27FC236}">
                    <a16:creationId xmlns:a16="http://schemas.microsoft.com/office/drawing/2014/main" id="{2155ED54-42FF-6B06-AD47-960FDEF65FFC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6" name="pg341">
                <a:extLst>
                  <a:ext uri="{FF2B5EF4-FFF2-40B4-BE49-F238E27FC236}">
                    <a16:creationId xmlns:a16="http://schemas.microsoft.com/office/drawing/2014/main" id="{D1B706E7-54AD-D3B5-296F-AFF9A88DE0CF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7" name="pg342">
                <a:extLst>
                  <a:ext uri="{FF2B5EF4-FFF2-40B4-BE49-F238E27FC236}">
                    <a16:creationId xmlns:a16="http://schemas.microsoft.com/office/drawing/2014/main" id="{42A990DA-DCF0-60E6-BB72-6395006496D0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8" name="pg343">
                <a:extLst>
                  <a:ext uri="{FF2B5EF4-FFF2-40B4-BE49-F238E27FC236}">
                    <a16:creationId xmlns:a16="http://schemas.microsoft.com/office/drawing/2014/main" id="{CE9D35C0-9A8E-3665-D741-17F6D201B23E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9" name="pg344">
                <a:extLst>
                  <a:ext uri="{FF2B5EF4-FFF2-40B4-BE49-F238E27FC236}">
                    <a16:creationId xmlns:a16="http://schemas.microsoft.com/office/drawing/2014/main" id="{63825CEC-6912-AD41-F4C8-BB3CFCE028D7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0" name="pg345">
                <a:extLst>
                  <a:ext uri="{FF2B5EF4-FFF2-40B4-BE49-F238E27FC236}">
                    <a16:creationId xmlns:a16="http://schemas.microsoft.com/office/drawing/2014/main" id="{8B7DD1D1-B65E-8A47-DA68-4BA7C6553501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1" name="pg346">
                <a:extLst>
                  <a:ext uri="{FF2B5EF4-FFF2-40B4-BE49-F238E27FC236}">
                    <a16:creationId xmlns:a16="http://schemas.microsoft.com/office/drawing/2014/main" id="{CDC31179-833C-2BB2-6304-1F8E36D3CCD8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2" name="pg347">
                <a:extLst>
                  <a:ext uri="{FF2B5EF4-FFF2-40B4-BE49-F238E27FC236}">
                    <a16:creationId xmlns:a16="http://schemas.microsoft.com/office/drawing/2014/main" id="{2DC5DBB0-7D52-34D5-CCDB-AA1656A92DD8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3" name="pg348">
                <a:extLst>
                  <a:ext uri="{FF2B5EF4-FFF2-40B4-BE49-F238E27FC236}">
                    <a16:creationId xmlns:a16="http://schemas.microsoft.com/office/drawing/2014/main" id="{5A55546C-6A12-4A79-4DBA-71ABE2F5AEC3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4" name="pg349">
                <a:extLst>
                  <a:ext uri="{FF2B5EF4-FFF2-40B4-BE49-F238E27FC236}">
                    <a16:creationId xmlns:a16="http://schemas.microsoft.com/office/drawing/2014/main" id="{41BFF1A6-B016-F2FC-5546-37B7A143C314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5" name="pg350">
                <a:extLst>
                  <a:ext uri="{FF2B5EF4-FFF2-40B4-BE49-F238E27FC236}">
                    <a16:creationId xmlns:a16="http://schemas.microsoft.com/office/drawing/2014/main" id="{FF85F324-B56C-9CDB-5EF2-17C5A63BAAA5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6" name="pg351">
                <a:extLst>
                  <a:ext uri="{FF2B5EF4-FFF2-40B4-BE49-F238E27FC236}">
                    <a16:creationId xmlns:a16="http://schemas.microsoft.com/office/drawing/2014/main" id="{D9E9D131-25F5-BAE7-042F-3138CC4744BB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7" name="pg352">
                <a:extLst>
                  <a:ext uri="{FF2B5EF4-FFF2-40B4-BE49-F238E27FC236}">
                    <a16:creationId xmlns:a16="http://schemas.microsoft.com/office/drawing/2014/main" id="{EE34DFAD-6244-24A6-6D15-7CFAEB339EFB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8" name="pg353">
                <a:extLst>
                  <a:ext uri="{FF2B5EF4-FFF2-40B4-BE49-F238E27FC236}">
                    <a16:creationId xmlns:a16="http://schemas.microsoft.com/office/drawing/2014/main" id="{E6EAE5AA-125F-5C8C-3C03-56BA4BBD120C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9" name="pg354">
                <a:extLst>
                  <a:ext uri="{FF2B5EF4-FFF2-40B4-BE49-F238E27FC236}">
                    <a16:creationId xmlns:a16="http://schemas.microsoft.com/office/drawing/2014/main" id="{A6819183-EC78-3BF1-FE2A-BF5DBCB4CD30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0" name="pg355">
                <a:extLst>
                  <a:ext uri="{FF2B5EF4-FFF2-40B4-BE49-F238E27FC236}">
                    <a16:creationId xmlns:a16="http://schemas.microsoft.com/office/drawing/2014/main" id="{FC3B5406-3333-2111-3649-56C007D2D354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1" name="pg356">
                <a:extLst>
                  <a:ext uri="{FF2B5EF4-FFF2-40B4-BE49-F238E27FC236}">
                    <a16:creationId xmlns:a16="http://schemas.microsoft.com/office/drawing/2014/main" id="{F41AB6F3-3DF4-B10C-4C88-361429107876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2" name="pg357">
                <a:extLst>
                  <a:ext uri="{FF2B5EF4-FFF2-40B4-BE49-F238E27FC236}">
                    <a16:creationId xmlns:a16="http://schemas.microsoft.com/office/drawing/2014/main" id="{DB08755E-AADF-B97E-B728-57E789DA1B83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3" name="pg358">
                <a:extLst>
                  <a:ext uri="{FF2B5EF4-FFF2-40B4-BE49-F238E27FC236}">
                    <a16:creationId xmlns:a16="http://schemas.microsoft.com/office/drawing/2014/main" id="{E1BB1877-704D-A397-633F-3F8485A06FF4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4" name="pg359">
                <a:extLst>
                  <a:ext uri="{FF2B5EF4-FFF2-40B4-BE49-F238E27FC236}">
                    <a16:creationId xmlns:a16="http://schemas.microsoft.com/office/drawing/2014/main" id="{767794FB-D72C-2168-0D42-C954D2C30AF6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5" name="pg360">
                <a:extLst>
                  <a:ext uri="{FF2B5EF4-FFF2-40B4-BE49-F238E27FC236}">
                    <a16:creationId xmlns:a16="http://schemas.microsoft.com/office/drawing/2014/main" id="{FBADD0FC-8408-0ACC-8B89-DF1A29D5EFEE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6" name="pg361">
                <a:extLst>
                  <a:ext uri="{FF2B5EF4-FFF2-40B4-BE49-F238E27FC236}">
                    <a16:creationId xmlns:a16="http://schemas.microsoft.com/office/drawing/2014/main" id="{AF15D71B-CBBF-6350-AF9F-30DC425B5E3F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7" name="pg362">
                <a:extLst>
                  <a:ext uri="{FF2B5EF4-FFF2-40B4-BE49-F238E27FC236}">
                    <a16:creationId xmlns:a16="http://schemas.microsoft.com/office/drawing/2014/main" id="{8BBAF2A5-A8FC-7FB2-A24C-9DA2738E04AD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8" name="pg363">
                <a:extLst>
                  <a:ext uri="{FF2B5EF4-FFF2-40B4-BE49-F238E27FC236}">
                    <a16:creationId xmlns:a16="http://schemas.microsoft.com/office/drawing/2014/main" id="{C592CA7E-5704-B172-85ED-23A3A864DE36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9" name="pg364">
                <a:extLst>
                  <a:ext uri="{FF2B5EF4-FFF2-40B4-BE49-F238E27FC236}">
                    <a16:creationId xmlns:a16="http://schemas.microsoft.com/office/drawing/2014/main" id="{AB7AB39A-6BC2-984F-F0A7-35D5512C6CBE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0" name="pg365">
                <a:extLst>
                  <a:ext uri="{FF2B5EF4-FFF2-40B4-BE49-F238E27FC236}">
                    <a16:creationId xmlns:a16="http://schemas.microsoft.com/office/drawing/2014/main" id="{F2C47A67-4867-8C00-B7CA-DD514FBF8A15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1" name="pg366">
                <a:extLst>
                  <a:ext uri="{FF2B5EF4-FFF2-40B4-BE49-F238E27FC236}">
                    <a16:creationId xmlns:a16="http://schemas.microsoft.com/office/drawing/2014/main" id="{5B83D1C8-3ED3-FBD5-A768-6843015ACB08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2" name="pg367">
                <a:extLst>
                  <a:ext uri="{FF2B5EF4-FFF2-40B4-BE49-F238E27FC236}">
                    <a16:creationId xmlns:a16="http://schemas.microsoft.com/office/drawing/2014/main" id="{CCD06681-B8CF-D240-9669-11A4FA057D2E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3" name="pg368">
                <a:extLst>
                  <a:ext uri="{FF2B5EF4-FFF2-40B4-BE49-F238E27FC236}">
                    <a16:creationId xmlns:a16="http://schemas.microsoft.com/office/drawing/2014/main" id="{8958419C-465D-7339-C87D-34B37ED3988E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4" name="pg369">
                <a:extLst>
                  <a:ext uri="{FF2B5EF4-FFF2-40B4-BE49-F238E27FC236}">
                    <a16:creationId xmlns:a16="http://schemas.microsoft.com/office/drawing/2014/main" id="{F555D4EF-EDE5-F3D6-F073-184061A9C825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5" name="pg370">
                <a:extLst>
                  <a:ext uri="{FF2B5EF4-FFF2-40B4-BE49-F238E27FC236}">
                    <a16:creationId xmlns:a16="http://schemas.microsoft.com/office/drawing/2014/main" id="{AA5407F5-CA65-7AA0-1430-AC82C6B586EA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6" name="pg371">
                <a:extLst>
                  <a:ext uri="{FF2B5EF4-FFF2-40B4-BE49-F238E27FC236}">
                    <a16:creationId xmlns:a16="http://schemas.microsoft.com/office/drawing/2014/main" id="{3825222E-3EA7-669C-7CD2-893615760294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7" name="pg372">
                <a:extLst>
                  <a:ext uri="{FF2B5EF4-FFF2-40B4-BE49-F238E27FC236}">
                    <a16:creationId xmlns:a16="http://schemas.microsoft.com/office/drawing/2014/main" id="{EAB112E7-3448-3E9E-0C0E-8B2F91463760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8" name="pg373">
                <a:extLst>
                  <a:ext uri="{FF2B5EF4-FFF2-40B4-BE49-F238E27FC236}">
                    <a16:creationId xmlns:a16="http://schemas.microsoft.com/office/drawing/2014/main" id="{1129A0F7-9F44-45E7-7ED7-BA2BF0A30AAE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9" name="pg374">
                <a:extLst>
                  <a:ext uri="{FF2B5EF4-FFF2-40B4-BE49-F238E27FC236}">
                    <a16:creationId xmlns:a16="http://schemas.microsoft.com/office/drawing/2014/main" id="{E20A205C-FF28-BAE2-1889-DAC7801B4479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0" name="pg375">
                <a:extLst>
                  <a:ext uri="{FF2B5EF4-FFF2-40B4-BE49-F238E27FC236}">
                    <a16:creationId xmlns:a16="http://schemas.microsoft.com/office/drawing/2014/main" id="{52A77CFD-F649-7F60-BA26-C7305AB672C8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1" name="pg376">
                <a:extLst>
                  <a:ext uri="{FF2B5EF4-FFF2-40B4-BE49-F238E27FC236}">
                    <a16:creationId xmlns:a16="http://schemas.microsoft.com/office/drawing/2014/main" id="{AA1264E7-2A5D-9D2C-4BF2-8CD823C58915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2" name="pg377">
                <a:extLst>
                  <a:ext uri="{FF2B5EF4-FFF2-40B4-BE49-F238E27FC236}">
                    <a16:creationId xmlns:a16="http://schemas.microsoft.com/office/drawing/2014/main" id="{2FD32FD4-CA3F-01C1-BFD9-E3332612CA9E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3" name="pg378">
                <a:extLst>
                  <a:ext uri="{FF2B5EF4-FFF2-40B4-BE49-F238E27FC236}">
                    <a16:creationId xmlns:a16="http://schemas.microsoft.com/office/drawing/2014/main" id="{2D129ACF-1CB2-5A1B-645E-35CFC125C223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4" name="pg379">
                <a:extLst>
                  <a:ext uri="{FF2B5EF4-FFF2-40B4-BE49-F238E27FC236}">
                    <a16:creationId xmlns:a16="http://schemas.microsoft.com/office/drawing/2014/main" id="{B107F1E5-FC24-DE1D-BD73-72E6C3C7ED24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5" name="pg380">
                <a:extLst>
                  <a:ext uri="{FF2B5EF4-FFF2-40B4-BE49-F238E27FC236}">
                    <a16:creationId xmlns:a16="http://schemas.microsoft.com/office/drawing/2014/main" id="{E0BD9785-FC8E-0362-5DFB-75D86984D870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6" name="pg381">
                <a:extLst>
                  <a:ext uri="{FF2B5EF4-FFF2-40B4-BE49-F238E27FC236}">
                    <a16:creationId xmlns:a16="http://schemas.microsoft.com/office/drawing/2014/main" id="{683ABD12-1606-103C-29A2-1A473F7D4AFF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7" name="pg382">
                <a:extLst>
                  <a:ext uri="{FF2B5EF4-FFF2-40B4-BE49-F238E27FC236}">
                    <a16:creationId xmlns:a16="http://schemas.microsoft.com/office/drawing/2014/main" id="{513C2D41-6DAF-91E8-49C8-3696AA79295A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8" name="pg383">
                <a:extLst>
                  <a:ext uri="{FF2B5EF4-FFF2-40B4-BE49-F238E27FC236}">
                    <a16:creationId xmlns:a16="http://schemas.microsoft.com/office/drawing/2014/main" id="{3A55C00C-5198-2003-94DF-6733BE9AD227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9" name="pg384">
                <a:extLst>
                  <a:ext uri="{FF2B5EF4-FFF2-40B4-BE49-F238E27FC236}">
                    <a16:creationId xmlns:a16="http://schemas.microsoft.com/office/drawing/2014/main" id="{2186FDB6-626A-9249-B904-C6EDEEF556BB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0" name="pg385">
                <a:extLst>
                  <a:ext uri="{FF2B5EF4-FFF2-40B4-BE49-F238E27FC236}">
                    <a16:creationId xmlns:a16="http://schemas.microsoft.com/office/drawing/2014/main" id="{C60C6D38-B273-CE1B-79E6-F3C03F1A7B31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1" name="pg386">
                <a:extLst>
                  <a:ext uri="{FF2B5EF4-FFF2-40B4-BE49-F238E27FC236}">
                    <a16:creationId xmlns:a16="http://schemas.microsoft.com/office/drawing/2014/main" id="{A8D11BCD-3759-88A0-9897-EE66C68BDF7E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2" name="pg387">
                <a:extLst>
                  <a:ext uri="{FF2B5EF4-FFF2-40B4-BE49-F238E27FC236}">
                    <a16:creationId xmlns:a16="http://schemas.microsoft.com/office/drawing/2014/main" id="{4F48F490-E25D-BE0A-8BEE-FB2897D382EF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3" name="pg388">
                <a:extLst>
                  <a:ext uri="{FF2B5EF4-FFF2-40B4-BE49-F238E27FC236}">
                    <a16:creationId xmlns:a16="http://schemas.microsoft.com/office/drawing/2014/main" id="{4A0848DF-37AA-45CE-4029-5D1612528E97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4" name="pg389">
                <a:extLst>
                  <a:ext uri="{FF2B5EF4-FFF2-40B4-BE49-F238E27FC236}">
                    <a16:creationId xmlns:a16="http://schemas.microsoft.com/office/drawing/2014/main" id="{D4EE7A17-522C-F37F-D876-7B1D35D3A34A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5" name="pg390">
                <a:extLst>
                  <a:ext uri="{FF2B5EF4-FFF2-40B4-BE49-F238E27FC236}">
                    <a16:creationId xmlns:a16="http://schemas.microsoft.com/office/drawing/2014/main" id="{7E429D18-333C-2F8D-31EC-8306612B7EEA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6" name="pg391">
                <a:extLst>
                  <a:ext uri="{FF2B5EF4-FFF2-40B4-BE49-F238E27FC236}">
                    <a16:creationId xmlns:a16="http://schemas.microsoft.com/office/drawing/2014/main" id="{9E690748-6F09-B38D-7022-4F564F75A9CB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7" name="pg392">
                <a:extLst>
                  <a:ext uri="{FF2B5EF4-FFF2-40B4-BE49-F238E27FC236}">
                    <a16:creationId xmlns:a16="http://schemas.microsoft.com/office/drawing/2014/main" id="{27F191E6-AF2F-E645-F239-18B283A2801E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8" name="pg393">
                <a:extLst>
                  <a:ext uri="{FF2B5EF4-FFF2-40B4-BE49-F238E27FC236}">
                    <a16:creationId xmlns:a16="http://schemas.microsoft.com/office/drawing/2014/main" id="{D3F35FEB-5244-9D57-0DB8-C6BBAD19C2DF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9" name="pg394">
                <a:extLst>
                  <a:ext uri="{FF2B5EF4-FFF2-40B4-BE49-F238E27FC236}">
                    <a16:creationId xmlns:a16="http://schemas.microsoft.com/office/drawing/2014/main" id="{F10560F9-DFDC-06CE-12E6-F2EBA831E690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0" name="pg395">
                <a:extLst>
                  <a:ext uri="{FF2B5EF4-FFF2-40B4-BE49-F238E27FC236}">
                    <a16:creationId xmlns:a16="http://schemas.microsoft.com/office/drawing/2014/main" id="{91FCF1F5-5870-23F7-98A4-97BE887DA5E8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1" name="pg396">
                <a:extLst>
                  <a:ext uri="{FF2B5EF4-FFF2-40B4-BE49-F238E27FC236}">
                    <a16:creationId xmlns:a16="http://schemas.microsoft.com/office/drawing/2014/main" id="{B7EF1447-72C4-710C-6C77-F449229BEFCC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2" name="pg397">
                <a:extLst>
                  <a:ext uri="{FF2B5EF4-FFF2-40B4-BE49-F238E27FC236}">
                    <a16:creationId xmlns:a16="http://schemas.microsoft.com/office/drawing/2014/main" id="{739E418A-66AE-1F15-2188-9C69D111B490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3" name="pg398">
                <a:extLst>
                  <a:ext uri="{FF2B5EF4-FFF2-40B4-BE49-F238E27FC236}">
                    <a16:creationId xmlns:a16="http://schemas.microsoft.com/office/drawing/2014/main" id="{B62CFF6D-3594-6DAB-DB47-845C54E2E887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4" name="pg399">
                <a:extLst>
                  <a:ext uri="{FF2B5EF4-FFF2-40B4-BE49-F238E27FC236}">
                    <a16:creationId xmlns:a16="http://schemas.microsoft.com/office/drawing/2014/main" id="{49EAFF6C-CE6B-48E4-4391-7B154AE9001C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5" name="pg400">
                <a:extLst>
                  <a:ext uri="{FF2B5EF4-FFF2-40B4-BE49-F238E27FC236}">
                    <a16:creationId xmlns:a16="http://schemas.microsoft.com/office/drawing/2014/main" id="{36B4C6CF-AB28-A2DA-55E6-B9A5CC9C731E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6" name="pg401">
                <a:extLst>
                  <a:ext uri="{FF2B5EF4-FFF2-40B4-BE49-F238E27FC236}">
                    <a16:creationId xmlns:a16="http://schemas.microsoft.com/office/drawing/2014/main" id="{7B14902D-B517-E0ED-2845-2F2F6022D0D6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7" name="pg402">
                <a:extLst>
                  <a:ext uri="{FF2B5EF4-FFF2-40B4-BE49-F238E27FC236}">
                    <a16:creationId xmlns:a16="http://schemas.microsoft.com/office/drawing/2014/main" id="{57FB604D-85C4-9436-2BA5-4CD441D5BD6C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8" name="pg403">
                <a:extLst>
                  <a:ext uri="{FF2B5EF4-FFF2-40B4-BE49-F238E27FC236}">
                    <a16:creationId xmlns:a16="http://schemas.microsoft.com/office/drawing/2014/main" id="{FF21B48B-AA7D-916E-92DA-D559300B7C1C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9" name="pg404">
                <a:extLst>
                  <a:ext uri="{FF2B5EF4-FFF2-40B4-BE49-F238E27FC236}">
                    <a16:creationId xmlns:a16="http://schemas.microsoft.com/office/drawing/2014/main" id="{1D8020AE-116A-97D8-0866-EEAACA42B215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0" name="pg405">
                <a:extLst>
                  <a:ext uri="{FF2B5EF4-FFF2-40B4-BE49-F238E27FC236}">
                    <a16:creationId xmlns:a16="http://schemas.microsoft.com/office/drawing/2014/main" id="{9ADC0D3B-890D-BBAD-6FA8-E033D76DCEA6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1" name="pg406">
                <a:extLst>
                  <a:ext uri="{FF2B5EF4-FFF2-40B4-BE49-F238E27FC236}">
                    <a16:creationId xmlns:a16="http://schemas.microsoft.com/office/drawing/2014/main" id="{DB2EC8A8-3B10-9273-418F-C0043CED1760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2" name="pg407">
                <a:extLst>
                  <a:ext uri="{FF2B5EF4-FFF2-40B4-BE49-F238E27FC236}">
                    <a16:creationId xmlns:a16="http://schemas.microsoft.com/office/drawing/2014/main" id="{ADC7CEB3-3405-B921-163C-E79223A32276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3" name="pg408">
                <a:extLst>
                  <a:ext uri="{FF2B5EF4-FFF2-40B4-BE49-F238E27FC236}">
                    <a16:creationId xmlns:a16="http://schemas.microsoft.com/office/drawing/2014/main" id="{4B07C2D1-3D0E-9EBE-545F-69A814B1A6A3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4" name="pg409">
                <a:extLst>
                  <a:ext uri="{FF2B5EF4-FFF2-40B4-BE49-F238E27FC236}">
                    <a16:creationId xmlns:a16="http://schemas.microsoft.com/office/drawing/2014/main" id="{09F00A79-C815-1F1E-14A7-011ABF24C35A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5" name="pg410">
                <a:extLst>
                  <a:ext uri="{FF2B5EF4-FFF2-40B4-BE49-F238E27FC236}">
                    <a16:creationId xmlns:a16="http://schemas.microsoft.com/office/drawing/2014/main" id="{31E8E0E4-55D6-D492-48E7-287B240A200B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6" name="pg411">
                <a:extLst>
                  <a:ext uri="{FF2B5EF4-FFF2-40B4-BE49-F238E27FC236}">
                    <a16:creationId xmlns:a16="http://schemas.microsoft.com/office/drawing/2014/main" id="{D0FC6377-CEE4-1A6C-16FA-D2C49D9F6688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7" name="pg412">
                <a:extLst>
                  <a:ext uri="{FF2B5EF4-FFF2-40B4-BE49-F238E27FC236}">
                    <a16:creationId xmlns:a16="http://schemas.microsoft.com/office/drawing/2014/main" id="{28635B4F-E360-E18E-B8DD-6C460FEB8AA0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8" name="pg413">
                <a:extLst>
                  <a:ext uri="{FF2B5EF4-FFF2-40B4-BE49-F238E27FC236}">
                    <a16:creationId xmlns:a16="http://schemas.microsoft.com/office/drawing/2014/main" id="{45823225-13B2-4544-46B1-28D54EAE011C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9" name="pg414">
                <a:extLst>
                  <a:ext uri="{FF2B5EF4-FFF2-40B4-BE49-F238E27FC236}">
                    <a16:creationId xmlns:a16="http://schemas.microsoft.com/office/drawing/2014/main" id="{7B41CFF6-F3BA-AEE5-2592-73F310477307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0" name="pg415">
                <a:extLst>
                  <a:ext uri="{FF2B5EF4-FFF2-40B4-BE49-F238E27FC236}">
                    <a16:creationId xmlns:a16="http://schemas.microsoft.com/office/drawing/2014/main" id="{37A76EF3-1F04-0CA0-E30C-7121F1BD38DD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1" name="pg416">
                <a:extLst>
                  <a:ext uri="{FF2B5EF4-FFF2-40B4-BE49-F238E27FC236}">
                    <a16:creationId xmlns:a16="http://schemas.microsoft.com/office/drawing/2014/main" id="{C12C2038-FB11-82D3-4D5B-5BB0EE6E6B61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2" name="pg417">
                <a:extLst>
                  <a:ext uri="{FF2B5EF4-FFF2-40B4-BE49-F238E27FC236}">
                    <a16:creationId xmlns:a16="http://schemas.microsoft.com/office/drawing/2014/main" id="{2007296F-CB4F-28C3-C619-655F75F1B9FD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3" name="pg418">
                <a:extLst>
                  <a:ext uri="{FF2B5EF4-FFF2-40B4-BE49-F238E27FC236}">
                    <a16:creationId xmlns:a16="http://schemas.microsoft.com/office/drawing/2014/main" id="{0BD16C33-CF6B-0205-424A-913A1AF861F1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4" name="pg419">
                <a:extLst>
                  <a:ext uri="{FF2B5EF4-FFF2-40B4-BE49-F238E27FC236}">
                    <a16:creationId xmlns:a16="http://schemas.microsoft.com/office/drawing/2014/main" id="{145F463F-0DB0-98F2-29E7-5325793E6AAF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5" name="pg420">
                <a:extLst>
                  <a:ext uri="{FF2B5EF4-FFF2-40B4-BE49-F238E27FC236}">
                    <a16:creationId xmlns:a16="http://schemas.microsoft.com/office/drawing/2014/main" id="{4C3F315A-FD85-A439-FB70-BEC53F336794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6" name="pg421">
                <a:extLst>
                  <a:ext uri="{FF2B5EF4-FFF2-40B4-BE49-F238E27FC236}">
                    <a16:creationId xmlns:a16="http://schemas.microsoft.com/office/drawing/2014/main" id="{FACEC65A-95AA-BD13-8F05-8B43896A6A00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7" name="pg422">
                <a:extLst>
                  <a:ext uri="{FF2B5EF4-FFF2-40B4-BE49-F238E27FC236}">
                    <a16:creationId xmlns:a16="http://schemas.microsoft.com/office/drawing/2014/main" id="{D95607E6-8F82-37C7-D359-FF22DF791AA2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8" name="pg423">
                <a:extLst>
                  <a:ext uri="{FF2B5EF4-FFF2-40B4-BE49-F238E27FC236}">
                    <a16:creationId xmlns:a16="http://schemas.microsoft.com/office/drawing/2014/main" id="{F8AB3E65-C38D-7BA5-E368-0D1E045153BB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9" name="pg424">
                <a:extLst>
                  <a:ext uri="{FF2B5EF4-FFF2-40B4-BE49-F238E27FC236}">
                    <a16:creationId xmlns:a16="http://schemas.microsoft.com/office/drawing/2014/main" id="{2931B8C7-5552-7927-D481-19D9C92BCA2E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0" name="pg425">
                <a:extLst>
                  <a:ext uri="{FF2B5EF4-FFF2-40B4-BE49-F238E27FC236}">
                    <a16:creationId xmlns:a16="http://schemas.microsoft.com/office/drawing/2014/main" id="{A3F48DE0-025B-7550-361D-FE969B04E8D0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1" name="pg426">
                <a:extLst>
                  <a:ext uri="{FF2B5EF4-FFF2-40B4-BE49-F238E27FC236}">
                    <a16:creationId xmlns:a16="http://schemas.microsoft.com/office/drawing/2014/main" id="{474EE1F5-703B-B16B-7486-41053A571548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2" name="pg427">
                <a:extLst>
                  <a:ext uri="{FF2B5EF4-FFF2-40B4-BE49-F238E27FC236}">
                    <a16:creationId xmlns:a16="http://schemas.microsoft.com/office/drawing/2014/main" id="{F1CA67B6-93AA-B015-1578-95DD60D6843B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3" name="pg428">
                <a:extLst>
                  <a:ext uri="{FF2B5EF4-FFF2-40B4-BE49-F238E27FC236}">
                    <a16:creationId xmlns:a16="http://schemas.microsoft.com/office/drawing/2014/main" id="{00373AD1-836A-C61C-F3D5-2132397D9159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4" name="pg429">
                <a:extLst>
                  <a:ext uri="{FF2B5EF4-FFF2-40B4-BE49-F238E27FC236}">
                    <a16:creationId xmlns:a16="http://schemas.microsoft.com/office/drawing/2014/main" id="{849182DC-6A33-58A8-8F8C-CEF793B90AFB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5" name="pg430">
                <a:extLst>
                  <a:ext uri="{FF2B5EF4-FFF2-40B4-BE49-F238E27FC236}">
                    <a16:creationId xmlns:a16="http://schemas.microsoft.com/office/drawing/2014/main" id="{7E42DE3F-5DA7-8462-7D1F-103D0272B4BF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6" name="pg431">
                <a:extLst>
                  <a:ext uri="{FF2B5EF4-FFF2-40B4-BE49-F238E27FC236}">
                    <a16:creationId xmlns:a16="http://schemas.microsoft.com/office/drawing/2014/main" id="{DA12C7FB-10B0-8D06-D8F5-D90379592047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7" name="pg432">
                <a:extLst>
                  <a:ext uri="{FF2B5EF4-FFF2-40B4-BE49-F238E27FC236}">
                    <a16:creationId xmlns:a16="http://schemas.microsoft.com/office/drawing/2014/main" id="{24138BB6-033E-A303-742D-00170DE6F24C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8" name="pg433">
                <a:extLst>
                  <a:ext uri="{FF2B5EF4-FFF2-40B4-BE49-F238E27FC236}">
                    <a16:creationId xmlns:a16="http://schemas.microsoft.com/office/drawing/2014/main" id="{7C2D5D5B-7D5E-7FA8-8416-FF4A417CFE8D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9" name="pg434">
                <a:extLst>
                  <a:ext uri="{FF2B5EF4-FFF2-40B4-BE49-F238E27FC236}">
                    <a16:creationId xmlns:a16="http://schemas.microsoft.com/office/drawing/2014/main" id="{F86DC116-FB18-5BA4-58B5-C4F39E639178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0" name="pg435">
                <a:extLst>
                  <a:ext uri="{FF2B5EF4-FFF2-40B4-BE49-F238E27FC236}">
                    <a16:creationId xmlns:a16="http://schemas.microsoft.com/office/drawing/2014/main" id="{DEBFA7BA-B0F4-8D84-A28A-94E87C0AD9CD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1" name="pg436">
                <a:extLst>
                  <a:ext uri="{FF2B5EF4-FFF2-40B4-BE49-F238E27FC236}">
                    <a16:creationId xmlns:a16="http://schemas.microsoft.com/office/drawing/2014/main" id="{E0F6979C-4603-F1F6-3854-F4DADA0FA0BC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2" name="pg437">
                <a:extLst>
                  <a:ext uri="{FF2B5EF4-FFF2-40B4-BE49-F238E27FC236}">
                    <a16:creationId xmlns:a16="http://schemas.microsoft.com/office/drawing/2014/main" id="{3B3CAE5B-6105-A4AF-93AF-11BCB9712EE1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3" name="pg438">
                <a:extLst>
                  <a:ext uri="{FF2B5EF4-FFF2-40B4-BE49-F238E27FC236}">
                    <a16:creationId xmlns:a16="http://schemas.microsoft.com/office/drawing/2014/main" id="{93C00C84-1A5B-014B-ACE8-6649ECD7DF4C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4" name="pg439">
                <a:extLst>
                  <a:ext uri="{FF2B5EF4-FFF2-40B4-BE49-F238E27FC236}">
                    <a16:creationId xmlns:a16="http://schemas.microsoft.com/office/drawing/2014/main" id="{0C34B95A-9B19-C8B5-D5B3-7A85B2ACCD06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5" name="pg440">
                <a:extLst>
                  <a:ext uri="{FF2B5EF4-FFF2-40B4-BE49-F238E27FC236}">
                    <a16:creationId xmlns:a16="http://schemas.microsoft.com/office/drawing/2014/main" id="{A6664AFA-AA18-FE40-BFD0-77C1FEE0F6F5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6" name="pg441">
                <a:extLst>
                  <a:ext uri="{FF2B5EF4-FFF2-40B4-BE49-F238E27FC236}">
                    <a16:creationId xmlns:a16="http://schemas.microsoft.com/office/drawing/2014/main" id="{670FC932-B419-3B3E-E49C-6DAD974C837D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7" name="pg442">
                <a:extLst>
                  <a:ext uri="{FF2B5EF4-FFF2-40B4-BE49-F238E27FC236}">
                    <a16:creationId xmlns:a16="http://schemas.microsoft.com/office/drawing/2014/main" id="{9E3309EE-7A72-5CF2-D4CE-2CD1E36B9FED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8" name="pg443">
                <a:extLst>
                  <a:ext uri="{FF2B5EF4-FFF2-40B4-BE49-F238E27FC236}">
                    <a16:creationId xmlns:a16="http://schemas.microsoft.com/office/drawing/2014/main" id="{645E1B17-BC74-5516-AC53-7CAA9AC34A39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9" name="pg444">
                <a:extLst>
                  <a:ext uri="{FF2B5EF4-FFF2-40B4-BE49-F238E27FC236}">
                    <a16:creationId xmlns:a16="http://schemas.microsoft.com/office/drawing/2014/main" id="{0D6B815F-38B2-1C95-0797-18C877823A8E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0" name="pg445">
                <a:extLst>
                  <a:ext uri="{FF2B5EF4-FFF2-40B4-BE49-F238E27FC236}">
                    <a16:creationId xmlns:a16="http://schemas.microsoft.com/office/drawing/2014/main" id="{E12AC962-B9E0-C288-2ED6-173099C94F31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1" name="pg446">
                <a:extLst>
                  <a:ext uri="{FF2B5EF4-FFF2-40B4-BE49-F238E27FC236}">
                    <a16:creationId xmlns:a16="http://schemas.microsoft.com/office/drawing/2014/main" id="{D8E83009-AF54-C29C-8A5C-388686E90FE7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2" name="pg447">
                <a:extLst>
                  <a:ext uri="{FF2B5EF4-FFF2-40B4-BE49-F238E27FC236}">
                    <a16:creationId xmlns:a16="http://schemas.microsoft.com/office/drawing/2014/main" id="{48C146E5-15CF-DC93-EED4-7DC6AFBECE7F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3" name="pg448">
                <a:extLst>
                  <a:ext uri="{FF2B5EF4-FFF2-40B4-BE49-F238E27FC236}">
                    <a16:creationId xmlns:a16="http://schemas.microsoft.com/office/drawing/2014/main" id="{71BA0747-02B3-AD17-F698-5ABEC1990E1F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4" name="pg449">
                <a:extLst>
                  <a:ext uri="{FF2B5EF4-FFF2-40B4-BE49-F238E27FC236}">
                    <a16:creationId xmlns:a16="http://schemas.microsoft.com/office/drawing/2014/main" id="{B1958E4B-9F16-361D-2C5E-99FBCD0D0BED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5" name="pg450">
                <a:extLst>
                  <a:ext uri="{FF2B5EF4-FFF2-40B4-BE49-F238E27FC236}">
                    <a16:creationId xmlns:a16="http://schemas.microsoft.com/office/drawing/2014/main" id="{E9C23152-A539-817F-5D63-77CAD6D39EDE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6" name="pg451">
                <a:extLst>
                  <a:ext uri="{FF2B5EF4-FFF2-40B4-BE49-F238E27FC236}">
                    <a16:creationId xmlns:a16="http://schemas.microsoft.com/office/drawing/2014/main" id="{2901A1DD-1144-7087-20A5-DE9729914BFC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7" name="pg452">
                <a:extLst>
                  <a:ext uri="{FF2B5EF4-FFF2-40B4-BE49-F238E27FC236}">
                    <a16:creationId xmlns:a16="http://schemas.microsoft.com/office/drawing/2014/main" id="{E8875F07-C8A4-425D-E5C1-F04F085F458C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8" name="pg453">
                <a:extLst>
                  <a:ext uri="{FF2B5EF4-FFF2-40B4-BE49-F238E27FC236}">
                    <a16:creationId xmlns:a16="http://schemas.microsoft.com/office/drawing/2014/main" id="{D24910C2-9B9D-ED12-5760-184E98683688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9" name="pg454">
                <a:extLst>
                  <a:ext uri="{FF2B5EF4-FFF2-40B4-BE49-F238E27FC236}">
                    <a16:creationId xmlns:a16="http://schemas.microsoft.com/office/drawing/2014/main" id="{0E0AB35D-A306-EF80-D9C8-8105BA42BE39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0" name="pg455">
                <a:extLst>
                  <a:ext uri="{FF2B5EF4-FFF2-40B4-BE49-F238E27FC236}">
                    <a16:creationId xmlns:a16="http://schemas.microsoft.com/office/drawing/2014/main" id="{1ABE11D0-0AC6-F3CA-19DA-743F6895928B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1" name="pg456">
                <a:extLst>
                  <a:ext uri="{FF2B5EF4-FFF2-40B4-BE49-F238E27FC236}">
                    <a16:creationId xmlns:a16="http://schemas.microsoft.com/office/drawing/2014/main" id="{F8E40C90-C71B-B116-1418-24F7B250A96B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2" name="pg457">
                <a:extLst>
                  <a:ext uri="{FF2B5EF4-FFF2-40B4-BE49-F238E27FC236}">
                    <a16:creationId xmlns:a16="http://schemas.microsoft.com/office/drawing/2014/main" id="{8C5854FF-5415-AFBD-C4B6-F6D0C811C10C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3" name="pg458">
                <a:extLst>
                  <a:ext uri="{FF2B5EF4-FFF2-40B4-BE49-F238E27FC236}">
                    <a16:creationId xmlns:a16="http://schemas.microsoft.com/office/drawing/2014/main" id="{3EDE174E-5089-AED4-198B-0FE4FC4452C8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4" name="pg459">
                <a:extLst>
                  <a:ext uri="{FF2B5EF4-FFF2-40B4-BE49-F238E27FC236}">
                    <a16:creationId xmlns:a16="http://schemas.microsoft.com/office/drawing/2014/main" id="{B5CAA8C2-9285-3480-C404-7E781E2052D1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5" name="pg460">
                <a:extLst>
                  <a:ext uri="{FF2B5EF4-FFF2-40B4-BE49-F238E27FC236}">
                    <a16:creationId xmlns:a16="http://schemas.microsoft.com/office/drawing/2014/main" id="{1D4D0DE9-2558-D749-3AFE-A0EC57677FCC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6" name="pg461">
                <a:extLst>
                  <a:ext uri="{FF2B5EF4-FFF2-40B4-BE49-F238E27FC236}">
                    <a16:creationId xmlns:a16="http://schemas.microsoft.com/office/drawing/2014/main" id="{25C6CB5D-0F6F-A5CE-A004-74DD2DD1BA10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7" name="pg462">
                <a:extLst>
                  <a:ext uri="{FF2B5EF4-FFF2-40B4-BE49-F238E27FC236}">
                    <a16:creationId xmlns:a16="http://schemas.microsoft.com/office/drawing/2014/main" id="{43C7EF30-6754-A327-415F-298E25D73168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8" name="pg463">
                <a:extLst>
                  <a:ext uri="{FF2B5EF4-FFF2-40B4-BE49-F238E27FC236}">
                    <a16:creationId xmlns:a16="http://schemas.microsoft.com/office/drawing/2014/main" id="{DA82CA2B-386F-AF2F-7656-47BFA2DB18DC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9" name="pg464">
                <a:extLst>
                  <a:ext uri="{FF2B5EF4-FFF2-40B4-BE49-F238E27FC236}">
                    <a16:creationId xmlns:a16="http://schemas.microsoft.com/office/drawing/2014/main" id="{F9281927-EFF1-7705-D27F-9FB973EC76A7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0" name="pg465">
                <a:extLst>
                  <a:ext uri="{FF2B5EF4-FFF2-40B4-BE49-F238E27FC236}">
                    <a16:creationId xmlns:a16="http://schemas.microsoft.com/office/drawing/2014/main" id="{B2DC0042-5B39-C639-7989-F683A3F64E44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1" name="pg466">
                <a:extLst>
                  <a:ext uri="{FF2B5EF4-FFF2-40B4-BE49-F238E27FC236}">
                    <a16:creationId xmlns:a16="http://schemas.microsoft.com/office/drawing/2014/main" id="{214E15D2-7ED6-E6D6-EC8E-38F3ED3CE898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2" name="pg467">
                <a:extLst>
                  <a:ext uri="{FF2B5EF4-FFF2-40B4-BE49-F238E27FC236}">
                    <a16:creationId xmlns:a16="http://schemas.microsoft.com/office/drawing/2014/main" id="{218F6789-DCD3-5C38-933A-31CF18BF73C3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3" name="pg468">
                <a:extLst>
                  <a:ext uri="{FF2B5EF4-FFF2-40B4-BE49-F238E27FC236}">
                    <a16:creationId xmlns:a16="http://schemas.microsoft.com/office/drawing/2014/main" id="{75DDD168-E780-62F8-C36E-22CD3509DE5F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4" name="pg469">
                <a:extLst>
                  <a:ext uri="{FF2B5EF4-FFF2-40B4-BE49-F238E27FC236}">
                    <a16:creationId xmlns:a16="http://schemas.microsoft.com/office/drawing/2014/main" id="{DDD66C85-A408-11D3-AD28-2CBD311A23C4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5" name="pg470">
                <a:extLst>
                  <a:ext uri="{FF2B5EF4-FFF2-40B4-BE49-F238E27FC236}">
                    <a16:creationId xmlns:a16="http://schemas.microsoft.com/office/drawing/2014/main" id="{422F41DD-766C-6BF2-2792-9A5B72D8CD77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6" name="pg471">
                <a:extLst>
                  <a:ext uri="{FF2B5EF4-FFF2-40B4-BE49-F238E27FC236}">
                    <a16:creationId xmlns:a16="http://schemas.microsoft.com/office/drawing/2014/main" id="{971782B1-43B8-5A34-D8E5-B6C77663D8A7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7" name="pg472">
                <a:extLst>
                  <a:ext uri="{FF2B5EF4-FFF2-40B4-BE49-F238E27FC236}">
                    <a16:creationId xmlns:a16="http://schemas.microsoft.com/office/drawing/2014/main" id="{3D25DDC5-91D6-3F99-5FD6-8E1701AFF31F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3">
                  <a:alpha val="100000"/>
                </a:srgbClr>
              </a:solidFill>
              <a:ln w="5420" cap="flat">
                <a:solidFill>
                  <a:srgbClr val="3C41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8" name="pg473">
                <a:extLst>
                  <a:ext uri="{FF2B5EF4-FFF2-40B4-BE49-F238E27FC236}">
                    <a16:creationId xmlns:a16="http://schemas.microsoft.com/office/drawing/2014/main" id="{3C919FB6-E3CE-F58C-243B-902E2E99E39F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9" name="pg474">
                <a:extLst>
                  <a:ext uri="{FF2B5EF4-FFF2-40B4-BE49-F238E27FC236}">
                    <a16:creationId xmlns:a16="http://schemas.microsoft.com/office/drawing/2014/main" id="{DC1E81C0-8C69-2E2C-1E80-DE16DDAB0084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0" name="pg475">
                <a:extLst>
                  <a:ext uri="{FF2B5EF4-FFF2-40B4-BE49-F238E27FC236}">
                    <a16:creationId xmlns:a16="http://schemas.microsoft.com/office/drawing/2014/main" id="{D2E9159A-D221-D316-1B99-3F1B4D53A89E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1" name="pg476">
                <a:extLst>
                  <a:ext uri="{FF2B5EF4-FFF2-40B4-BE49-F238E27FC236}">
                    <a16:creationId xmlns:a16="http://schemas.microsoft.com/office/drawing/2014/main" id="{540F1413-8885-BAF9-1B73-47A704D32A1E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2" name="pg477">
                <a:extLst>
                  <a:ext uri="{FF2B5EF4-FFF2-40B4-BE49-F238E27FC236}">
                    <a16:creationId xmlns:a16="http://schemas.microsoft.com/office/drawing/2014/main" id="{7679DE1F-74C7-695C-8441-E02D8D61A4BC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3" name="pg478">
                <a:extLst>
                  <a:ext uri="{FF2B5EF4-FFF2-40B4-BE49-F238E27FC236}">
                    <a16:creationId xmlns:a16="http://schemas.microsoft.com/office/drawing/2014/main" id="{4A061085-3511-234B-3BF8-64688F3AF374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4" name="pg479">
                <a:extLst>
                  <a:ext uri="{FF2B5EF4-FFF2-40B4-BE49-F238E27FC236}">
                    <a16:creationId xmlns:a16="http://schemas.microsoft.com/office/drawing/2014/main" id="{E6EA747C-4CBC-CC41-D531-518D596948DC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5" name="pg480">
                <a:extLst>
                  <a:ext uri="{FF2B5EF4-FFF2-40B4-BE49-F238E27FC236}">
                    <a16:creationId xmlns:a16="http://schemas.microsoft.com/office/drawing/2014/main" id="{B34EFBFF-6334-9675-1532-BFF4E210C0A1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6" name="pg481">
                <a:extLst>
                  <a:ext uri="{FF2B5EF4-FFF2-40B4-BE49-F238E27FC236}">
                    <a16:creationId xmlns:a16="http://schemas.microsoft.com/office/drawing/2014/main" id="{67F138AE-9850-ADE1-FC4C-887F60E19180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7" name="pg482">
                <a:extLst>
                  <a:ext uri="{FF2B5EF4-FFF2-40B4-BE49-F238E27FC236}">
                    <a16:creationId xmlns:a16="http://schemas.microsoft.com/office/drawing/2014/main" id="{206C3E2C-2A45-1B89-C4B7-8698EFBD44A0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8" name="pg483">
                <a:extLst>
                  <a:ext uri="{FF2B5EF4-FFF2-40B4-BE49-F238E27FC236}">
                    <a16:creationId xmlns:a16="http://schemas.microsoft.com/office/drawing/2014/main" id="{5B4046FC-E832-94C6-36F6-A9BAC2EC579E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9" name="pg484">
                <a:extLst>
                  <a:ext uri="{FF2B5EF4-FFF2-40B4-BE49-F238E27FC236}">
                    <a16:creationId xmlns:a16="http://schemas.microsoft.com/office/drawing/2014/main" id="{32924157-DE6D-C4A2-36E8-07425246A2ED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0" name="pg485">
                <a:extLst>
                  <a:ext uri="{FF2B5EF4-FFF2-40B4-BE49-F238E27FC236}">
                    <a16:creationId xmlns:a16="http://schemas.microsoft.com/office/drawing/2014/main" id="{69C89BF6-CEFE-4D1A-76E4-5F7F1EE5D5E5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1" name="pg486">
                <a:extLst>
                  <a:ext uri="{FF2B5EF4-FFF2-40B4-BE49-F238E27FC236}">
                    <a16:creationId xmlns:a16="http://schemas.microsoft.com/office/drawing/2014/main" id="{1EA8BBC5-2BC9-AB2D-EEBA-EB50B5E792AC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2" name="pg487">
                <a:extLst>
                  <a:ext uri="{FF2B5EF4-FFF2-40B4-BE49-F238E27FC236}">
                    <a16:creationId xmlns:a16="http://schemas.microsoft.com/office/drawing/2014/main" id="{BE0FEE2C-F0F1-F9F1-29B1-49EDA32BE8A6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3" name="pg488">
                <a:extLst>
                  <a:ext uri="{FF2B5EF4-FFF2-40B4-BE49-F238E27FC236}">
                    <a16:creationId xmlns:a16="http://schemas.microsoft.com/office/drawing/2014/main" id="{A56E50D3-DB8F-2086-98D5-FCF442002723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4" name="pg489">
                <a:extLst>
                  <a:ext uri="{FF2B5EF4-FFF2-40B4-BE49-F238E27FC236}">
                    <a16:creationId xmlns:a16="http://schemas.microsoft.com/office/drawing/2014/main" id="{AA3E42A0-B988-7739-EDD7-D6F686ABA855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5" name="pg490">
                <a:extLst>
                  <a:ext uri="{FF2B5EF4-FFF2-40B4-BE49-F238E27FC236}">
                    <a16:creationId xmlns:a16="http://schemas.microsoft.com/office/drawing/2014/main" id="{59C42CDB-84B4-5DBE-8793-2341F7913435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6" name="pg491">
                <a:extLst>
                  <a:ext uri="{FF2B5EF4-FFF2-40B4-BE49-F238E27FC236}">
                    <a16:creationId xmlns:a16="http://schemas.microsoft.com/office/drawing/2014/main" id="{71870809-76C9-980A-C351-0FB86BCA72CB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7" name="pg492">
                <a:extLst>
                  <a:ext uri="{FF2B5EF4-FFF2-40B4-BE49-F238E27FC236}">
                    <a16:creationId xmlns:a16="http://schemas.microsoft.com/office/drawing/2014/main" id="{38CCDE61-73F4-F9A2-3CD5-936F0B233EB7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8" name="pg493">
                <a:extLst>
                  <a:ext uri="{FF2B5EF4-FFF2-40B4-BE49-F238E27FC236}">
                    <a16:creationId xmlns:a16="http://schemas.microsoft.com/office/drawing/2014/main" id="{BBD66FDC-E07A-C663-560B-E66859938D79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9" name="pg494">
                <a:extLst>
                  <a:ext uri="{FF2B5EF4-FFF2-40B4-BE49-F238E27FC236}">
                    <a16:creationId xmlns:a16="http://schemas.microsoft.com/office/drawing/2014/main" id="{8CF0B849-0254-2CCC-F7F7-6BE8C214EF85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0" name="pg495">
                <a:extLst>
                  <a:ext uri="{FF2B5EF4-FFF2-40B4-BE49-F238E27FC236}">
                    <a16:creationId xmlns:a16="http://schemas.microsoft.com/office/drawing/2014/main" id="{90377EC0-4D71-DAA4-1267-38EE60553979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1" name="pg496">
                <a:extLst>
                  <a:ext uri="{FF2B5EF4-FFF2-40B4-BE49-F238E27FC236}">
                    <a16:creationId xmlns:a16="http://schemas.microsoft.com/office/drawing/2014/main" id="{755932A4-6E40-967D-9657-3BA6BC2E92D0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2" name="pg497">
                <a:extLst>
                  <a:ext uri="{FF2B5EF4-FFF2-40B4-BE49-F238E27FC236}">
                    <a16:creationId xmlns:a16="http://schemas.microsoft.com/office/drawing/2014/main" id="{2C418F82-CCA5-A57C-7F4A-39EE7606993B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3" name="pg498">
                <a:extLst>
                  <a:ext uri="{FF2B5EF4-FFF2-40B4-BE49-F238E27FC236}">
                    <a16:creationId xmlns:a16="http://schemas.microsoft.com/office/drawing/2014/main" id="{1228EA51-50F9-7BC5-2432-7076240AEB3D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4" name="pg499">
                <a:extLst>
                  <a:ext uri="{FF2B5EF4-FFF2-40B4-BE49-F238E27FC236}">
                    <a16:creationId xmlns:a16="http://schemas.microsoft.com/office/drawing/2014/main" id="{391C0369-AACB-B72D-F913-E2BAC6CD494D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5" name="pg500">
                <a:extLst>
                  <a:ext uri="{FF2B5EF4-FFF2-40B4-BE49-F238E27FC236}">
                    <a16:creationId xmlns:a16="http://schemas.microsoft.com/office/drawing/2014/main" id="{9303442E-7EA2-2D5A-2129-0CB51F460912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6" name="pg501">
                <a:extLst>
                  <a:ext uri="{FF2B5EF4-FFF2-40B4-BE49-F238E27FC236}">
                    <a16:creationId xmlns:a16="http://schemas.microsoft.com/office/drawing/2014/main" id="{F569E278-B0BA-8552-6F50-169D3B0E0960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7" name="pg502">
                <a:extLst>
                  <a:ext uri="{FF2B5EF4-FFF2-40B4-BE49-F238E27FC236}">
                    <a16:creationId xmlns:a16="http://schemas.microsoft.com/office/drawing/2014/main" id="{9B8AFFC7-115A-BF91-0D67-7F610ADD0180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8" name="pg503">
                <a:extLst>
                  <a:ext uri="{FF2B5EF4-FFF2-40B4-BE49-F238E27FC236}">
                    <a16:creationId xmlns:a16="http://schemas.microsoft.com/office/drawing/2014/main" id="{90BDD790-C53A-916B-BBC6-0A4B02F8A7AD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9" name="pg504">
                <a:extLst>
                  <a:ext uri="{FF2B5EF4-FFF2-40B4-BE49-F238E27FC236}">
                    <a16:creationId xmlns:a16="http://schemas.microsoft.com/office/drawing/2014/main" id="{77BD50C2-9C75-B9CF-0E4B-C20BD789633C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0" name="pg505">
                <a:extLst>
                  <a:ext uri="{FF2B5EF4-FFF2-40B4-BE49-F238E27FC236}">
                    <a16:creationId xmlns:a16="http://schemas.microsoft.com/office/drawing/2014/main" id="{C60FDB6F-21FA-3D95-359C-8D3E806D47A5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1" name="pg506">
                <a:extLst>
                  <a:ext uri="{FF2B5EF4-FFF2-40B4-BE49-F238E27FC236}">
                    <a16:creationId xmlns:a16="http://schemas.microsoft.com/office/drawing/2014/main" id="{CE4837ED-2562-A3C8-F299-E5A9364D7D4F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2" name="pg507">
                <a:extLst>
                  <a:ext uri="{FF2B5EF4-FFF2-40B4-BE49-F238E27FC236}">
                    <a16:creationId xmlns:a16="http://schemas.microsoft.com/office/drawing/2014/main" id="{7C42C08E-705A-5A8E-CCE5-182B06C1CBBE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3" name="pg508">
                <a:extLst>
                  <a:ext uri="{FF2B5EF4-FFF2-40B4-BE49-F238E27FC236}">
                    <a16:creationId xmlns:a16="http://schemas.microsoft.com/office/drawing/2014/main" id="{C1D09143-0B67-7D69-989A-D096DE4AEBA8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4" name="pg509">
                <a:extLst>
                  <a:ext uri="{FF2B5EF4-FFF2-40B4-BE49-F238E27FC236}">
                    <a16:creationId xmlns:a16="http://schemas.microsoft.com/office/drawing/2014/main" id="{097B850D-A8C7-2D21-93DA-256FB67B5DAF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5" name="pg510">
                <a:extLst>
                  <a:ext uri="{FF2B5EF4-FFF2-40B4-BE49-F238E27FC236}">
                    <a16:creationId xmlns:a16="http://schemas.microsoft.com/office/drawing/2014/main" id="{31F7A4DA-75F6-DCFD-0BB2-31E5FA3981F7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6" name="pg511">
                <a:extLst>
                  <a:ext uri="{FF2B5EF4-FFF2-40B4-BE49-F238E27FC236}">
                    <a16:creationId xmlns:a16="http://schemas.microsoft.com/office/drawing/2014/main" id="{60C1402F-7518-7D4E-6D88-4567D8B3703B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7" name="pg512">
                <a:extLst>
                  <a:ext uri="{FF2B5EF4-FFF2-40B4-BE49-F238E27FC236}">
                    <a16:creationId xmlns:a16="http://schemas.microsoft.com/office/drawing/2014/main" id="{4AB2E9B3-4219-5924-6028-FAD872B21B54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8" name="pg513">
                <a:extLst>
                  <a:ext uri="{FF2B5EF4-FFF2-40B4-BE49-F238E27FC236}">
                    <a16:creationId xmlns:a16="http://schemas.microsoft.com/office/drawing/2014/main" id="{EF280DE2-F40A-5E55-3CD8-7F7C7B9D77AB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9" name="pg514">
                <a:extLst>
                  <a:ext uri="{FF2B5EF4-FFF2-40B4-BE49-F238E27FC236}">
                    <a16:creationId xmlns:a16="http://schemas.microsoft.com/office/drawing/2014/main" id="{0E889F11-EF44-A711-4C21-2937BC14B4ED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0" name="pg515">
                <a:extLst>
                  <a:ext uri="{FF2B5EF4-FFF2-40B4-BE49-F238E27FC236}">
                    <a16:creationId xmlns:a16="http://schemas.microsoft.com/office/drawing/2014/main" id="{E4CB9FEF-FB8C-CFD1-F526-F3ECA7C01CE9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1" name="pg516">
                <a:extLst>
                  <a:ext uri="{FF2B5EF4-FFF2-40B4-BE49-F238E27FC236}">
                    <a16:creationId xmlns:a16="http://schemas.microsoft.com/office/drawing/2014/main" id="{99932618-B6FD-A460-45EB-E89E89F71093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2" name="pg517">
                <a:extLst>
                  <a:ext uri="{FF2B5EF4-FFF2-40B4-BE49-F238E27FC236}">
                    <a16:creationId xmlns:a16="http://schemas.microsoft.com/office/drawing/2014/main" id="{29C27514-7DF2-2646-532B-6FEF14A3F09D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3" name="pg518">
                <a:extLst>
                  <a:ext uri="{FF2B5EF4-FFF2-40B4-BE49-F238E27FC236}">
                    <a16:creationId xmlns:a16="http://schemas.microsoft.com/office/drawing/2014/main" id="{7504E226-2C7A-0D2B-31A2-E4D346B52CA0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4" name="pg519">
                <a:extLst>
                  <a:ext uri="{FF2B5EF4-FFF2-40B4-BE49-F238E27FC236}">
                    <a16:creationId xmlns:a16="http://schemas.microsoft.com/office/drawing/2014/main" id="{90AA9798-0506-7AFB-A7C0-D440F57EA9DB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5" name="pg520">
                <a:extLst>
                  <a:ext uri="{FF2B5EF4-FFF2-40B4-BE49-F238E27FC236}">
                    <a16:creationId xmlns:a16="http://schemas.microsoft.com/office/drawing/2014/main" id="{33667B35-AE92-A860-5B25-18685FD3C36C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6" name="pg521">
                <a:extLst>
                  <a:ext uri="{FF2B5EF4-FFF2-40B4-BE49-F238E27FC236}">
                    <a16:creationId xmlns:a16="http://schemas.microsoft.com/office/drawing/2014/main" id="{0E8A60DC-1A4A-2FF7-646B-24B589D0D529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7" name="pg522">
                <a:extLst>
                  <a:ext uri="{FF2B5EF4-FFF2-40B4-BE49-F238E27FC236}">
                    <a16:creationId xmlns:a16="http://schemas.microsoft.com/office/drawing/2014/main" id="{B5F13DC3-211F-3ED4-859C-9CD9D127F0AF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8" name="pg523">
                <a:extLst>
                  <a:ext uri="{FF2B5EF4-FFF2-40B4-BE49-F238E27FC236}">
                    <a16:creationId xmlns:a16="http://schemas.microsoft.com/office/drawing/2014/main" id="{04663521-5531-E17A-BCA4-023FDAABA3E0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9" name="pg524">
                <a:extLst>
                  <a:ext uri="{FF2B5EF4-FFF2-40B4-BE49-F238E27FC236}">
                    <a16:creationId xmlns:a16="http://schemas.microsoft.com/office/drawing/2014/main" id="{4C5AFDC7-B835-8702-7F5E-DBCB83F04377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0" name="pg525">
                <a:extLst>
                  <a:ext uri="{FF2B5EF4-FFF2-40B4-BE49-F238E27FC236}">
                    <a16:creationId xmlns:a16="http://schemas.microsoft.com/office/drawing/2014/main" id="{4EDB2D42-B797-DB1F-018C-030FB4808D61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1" name="pg526">
                <a:extLst>
                  <a:ext uri="{FF2B5EF4-FFF2-40B4-BE49-F238E27FC236}">
                    <a16:creationId xmlns:a16="http://schemas.microsoft.com/office/drawing/2014/main" id="{E8574DA5-5CAF-CC8E-BD51-B3EC9B12ECF7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2" name="pg527">
                <a:extLst>
                  <a:ext uri="{FF2B5EF4-FFF2-40B4-BE49-F238E27FC236}">
                    <a16:creationId xmlns:a16="http://schemas.microsoft.com/office/drawing/2014/main" id="{7BC002C0-99EB-0A49-010B-FD481937496D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3" name="pg528">
                <a:extLst>
                  <a:ext uri="{FF2B5EF4-FFF2-40B4-BE49-F238E27FC236}">
                    <a16:creationId xmlns:a16="http://schemas.microsoft.com/office/drawing/2014/main" id="{B9E00ABB-77A9-4EE2-19C7-64290625EFD6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4" name="pg529">
                <a:extLst>
                  <a:ext uri="{FF2B5EF4-FFF2-40B4-BE49-F238E27FC236}">
                    <a16:creationId xmlns:a16="http://schemas.microsoft.com/office/drawing/2014/main" id="{1B7E5626-887E-07DF-9499-61CEC3DED132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5" name="pg530">
                <a:extLst>
                  <a:ext uri="{FF2B5EF4-FFF2-40B4-BE49-F238E27FC236}">
                    <a16:creationId xmlns:a16="http://schemas.microsoft.com/office/drawing/2014/main" id="{A63E6C9C-D97A-6739-EC57-170B3888B7BA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6" name="pg531">
                <a:extLst>
                  <a:ext uri="{FF2B5EF4-FFF2-40B4-BE49-F238E27FC236}">
                    <a16:creationId xmlns:a16="http://schemas.microsoft.com/office/drawing/2014/main" id="{B1FC3AD8-52D6-AE41-6247-3B89E30640A5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7" name="pg532">
                <a:extLst>
                  <a:ext uri="{FF2B5EF4-FFF2-40B4-BE49-F238E27FC236}">
                    <a16:creationId xmlns:a16="http://schemas.microsoft.com/office/drawing/2014/main" id="{08916C57-5887-785C-B42D-7DD9B23E9FF2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8" name="pg533">
                <a:extLst>
                  <a:ext uri="{FF2B5EF4-FFF2-40B4-BE49-F238E27FC236}">
                    <a16:creationId xmlns:a16="http://schemas.microsoft.com/office/drawing/2014/main" id="{E7D9F8CF-36AF-BE21-277F-4CABA03EF389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9" name="pg534">
                <a:extLst>
                  <a:ext uri="{FF2B5EF4-FFF2-40B4-BE49-F238E27FC236}">
                    <a16:creationId xmlns:a16="http://schemas.microsoft.com/office/drawing/2014/main" id="{DE41D36F-58A8-910D-E71B-332FE0B590F9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0" name="pg535">
                <a:extLst>
                  <a:ext uri="{FF2B5EF4-FFF2-40B4-BE49-F238E27FC236}">
                    <a16:creationId xmlns:a16="http://schemas.microsoft.com/office/drawing/2014/main" id="{1F438063-08FF-FF2B-03A7-17136F0705B9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1" name="pg536">
                <a:extLst>
                  <a:ext uri="{FF2B5EF4-FFF2-40B4-BE49-F238E27FC236}">
                    <a16:creationId xmlns:a16="http://schemas.microsoft.com/office/drawing/2014/main" id="{C73F6CCD-6857-384D-DBF5-F1E70BE493D9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2" name="pg537">
                <a:extLst>
                  <a:ext uri="{FF2B5EF4-FFF2-40B4-BE49-F238E27FC236}">
                    <a16:creationId xmlns:a16="http://schemas.microsoft.com/office/drawing/2014/main" id="{35742932-6FEF-0154-6951-77A75446CAD9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3" name="pg538">
                <a:extLst>
                  <a:ext uri="{FF2B5EF4-FFF2-40B4-BE49-F238E27FC236}">
                    <a16:creationId xmlns:a16="http://schemas.microsoft.com/office/drawing/2014/main" id="{1BC50B50-3C54-6A28-2DFF-96382C09BF01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4" name="pg539">
                <a:extLst>
                  <a:ext uri="{FF2B5EF4-FFF2-40B4-BE49-F238E27FC236}">
                    <a16:creationId xmlns:a16="http://schemas.microsoft.com/office/drawing/2014/main" id="{EC1FE805-C817-7C47-38CC-3DBB89803E81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5" name="pg540">
                <a:extLst>
                  <a:ext uri="{FF2B5EF4-FFF2-40B4-BE49-F238E27FC236}">
                    <a16:creationId xmlns:a16="http://schemas.microsoft.com/office/drawing/2014/main" id="{DFF97FA2-B38F-0D54-A9EF-D49B4A02DDE7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6" name="pg541">
                <a:extLst>
                  <a:ext uri="{FF2B5EF4-FFF2-40B4-BE49-F238E27FC236}">
                    <a16:creationId xmlns:a16="http://schemas.microsoft.com/office/drawing/2014/main" id="{1937F1FE-53D0-EE6B-2C7D-4FC497EFDCB9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7" name="pg542">
                <a:extLst>
                  <a:ext uri="{FF2B5EF4-FFF2-40B4-BE49-F238E27FC236}">
                    <a16:creationId xmlns:a16="http://schemas.microsoft.com/office/drawing/2014/main" id="{B8F1F842-50A4-88C2-9E14-424239C727D1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8" name="pg543">
                <a:extLst>
                  <a:ext uri="{FF2B5EF4-FFF2-40B4-BE49-F238E27FC236}">
                    <a16:creationId xmlns:a16="http://schemas.microsoft.com/office/drawing/2014/main" id="{458DAA1A-E7EC-B8B3-F057-4399539AA157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9" name="pg544">
                <a:extLst>
                  <a:ext uri="{FF2B5EF4-FFF2-40B4-BE49-F238E27FC236}">
                    <a16:creationId xmlns:a16="http://schemas.microsoft.com/office/drawing/2014/main" id="{EB0BAA60-5B7A-81AF-7CA7-52A03CCBC58F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0" name="pg545">
                <a:extLst>
                  <a:ext uri="{FF2B5EF4-FFF2-40B4-BE49-F238E27FC236}">
                    <a16:creationId xmlns:a16="http://schemas.microsoft.com/office/drawing/2014/main" id="{A1CAAB15-F2B5-C370-B4F4-65A1DB3C8E76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1" name="pg546">
                <a:extLst>
                  <a:ext uri="{FF2B5EF4-FFF2-40B4-BE49-F238E27FC236}">
                    <a16:creationId xmlns:a16="http://schemas.microsoft.com/office/drawing/2014/main" id="{209CE3EF-701B-BD48-6683-DC9913494527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2" name="pg547">
                <a:extLst>
                  <a:ext uri="{FF2B5EF4-FFF2-40B4-BE49-F238E27FC236}">
                    <a16:creationId xmlns:a16="http://schemas.microsoft.com/office/drawing/2014/main" id="{5963CA8C-BCDF-7D0D-15E1-9448B6E744AB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3" name="pg548">
                <a:extLst>
                  <a:ext uri="{FF2B5EF4-FFF2-40B4-BE49-F238E27FC236}">
                    <a16:creationId xmlns:a16="http://schemas.microsoft.com/office/drawing/2014/main" id="{BF9E51F7-5A77-0902-0686-DE437179C3AC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4" name="pg549">
                <a:extLst>
                  <a:ext uri="{FF2B5EF4-FFF2-40B4-BE49-F238E27FC236}">
                    <a16:creationId xmlns:a16="http://schemas.microsoft.com/office/drawing/2014/main" id="{1F223502-A4BC-318C-10B7-3B3EE75FA166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5" name="pg550">
                <a:extLst>
                  <a:ext uri="{FF2B5EF4-FFF2-40B4-BE49-F238E27FC236}">
                    <a16:creationId xmlns:a16="http://schemas.microsoft.com/office/drawing/2014/main" id="{27620ACD-AB4A-89C1-DFB1-2B0FB7F3B9E3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6" name="pg551">
                <a:extLst>
                  <a:ext uri="{FF2B5EF4-FFF2-40B4-BE49-F238E27FC236}">
                    <a16:creationId xmlns:a16="http://schemas.microsoft.com/office/drawing/2014/main" id="{193F7200-A72F-0C8F-E7FE-400BC1BF4CAA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7" name="pg552">
                <a:extLst>
                  <a:ext uri="{FF2B5EF4-FFF2-40B4-BE49-F238E27FC236}">
                    <a16:creationId xmlns:a16="http://schemas.microsoft.com/office/drawing/2014/main" id="{6F185B8F-5022-D724-A437-B75997264991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8" name="pg553">
                <a:extLst>
                  <a:ext uri="{FF2B5EF4-FFF2-40B4-BE49-F238E27FC236}">
                    <a16:creationId xmlns:a16="http://schemas.microsoft.com/office/drawing/2014/main" id="{816469C0-AFC2-C941-9CBC-3A81745215BD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9" name="pg554">
                <a:extLst>
                  <a:ext uri="{FF2B5EF4-FFF2-40B4-BE49-F238E27FC236}">
                    <a16:creationId xmlns:a16="http://schemas.microsoft.com/office/drawing/2014/main" id="{69520376-2C9F-D427-AD38-E21D5974A894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0" name="pg555">
                <a:extLst>
                  <a:ext uri="{FF2B5EF4-FFF2-40B4-BE49-F238E27FC236}">
                    <a16:creationId xmlns:a16="http://schemas.microsoft.com/office/drawing/2014/main" id="{58A8CE0B-5A59-969B-6B49-5002A69A8C9D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1" name="pg556">
                <a:extLst>
                  <a:ext uri="{FF2B5EF4-FFF2-40B4-BE49-F238E27FC236}">
                    <a16:creationId xmlns:a16="http://schemas.microsoft.com/office/drawing/2014/main" id="{C5D3A3FA-9138-91C2-1CE5-2F5FE01F06CF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2" name="pg557">
                <a:extLst>
                  <a:ext uri="{FF2B5EF4-FFF2-40B4-BE49-F238E27FC236}">
                    <a16:creationId xmlns:a16="http://schemas.microsoft.com/office/drawing/2014/main" id="{81C66B40-4845-9E2C-15EA-104D9926BBC2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3" name="pg558">
                <a:extLst>
                  <a:ext uri="{FF2B5EF4-FFF2-40B4-BE49-F238E27FC236}">
                    <a16:creationId xmlns:a16="http://schemas.microsoft.com/office/drawing/2014/main" id="{70FAE606-1F62-E52B-C2BA-67A2DC3C45C8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4" name="pg559">
                <a:extLst>
                  <a:ext uri="{FF2B5EF4-FFF2-40B4-BE49-F238E27FC236}">
                    <a16:creationId xmlns:a16="http://schemas.microsoft.com/office/drawing/2014/main" id="{98086B4A-C78D-0339-626C-0380510915A6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5" name="pg560">
                <a:extLst>
                  <a:ext uri="{FF2B5EF4-FFF2-40B4-BE49-F238E27FC236}">
                    <a16:creationId xmlns:a16="http://schemas.microsoft.com/office/drawing/2014/main" id="{4AEC8C17-E791-4E98-8F8A-90D39E7B4218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6" name="pg561">
                <a:extLst>
                  <a:ext uri="{FF2B5EF4-FFF2-40B4-BE49-F238E27FC236}">
                    <a16:creationId xmlns:a16="http://schemas.microsoft.com/office/drawing/2014/main" id="{AD128BAA-BBE4-CBBC-0A00-76046F929E29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7" name="pg562">
                <a:extLst>
                  <a:ext uri="{FF2B5EF4-FFF2-40B4-BE49-F238E27FC236}">
                    <a16:creationId xmlns:a16="http://schemas.microsoft.com/office/drawing/2014/main" id="{0FBAB3F2-F108-D157-4582-7286989234BD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8" name="pg563">
                <a:extLst>
                  <a:ext uri="{FF2B5EF4-FFF2-40B4-BE49-F238E27FC236}">
                    <a16:creationId xmlns:a16="http://schemas.microsoft.com/office/drawing/2014/main" id="{18E3F75B-6F7F-DB47-C8B6-E28A4BABD458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9" name="pg564">
                <a:extLst>
                  <a:ext uri="{FF2B5EF4-FFF2-40B4-BE49-F238E27FC236}">
                    <a16:creationId xmlns:a16="http://schemas.microsoft.com/office/drawing/2014/main" id="{347496B8-98D0-443D-74C9-BBD967B8E788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0" name="pg565">
                <a:extLst>
                  <a:ext uri="{FF2B5EF4-FFF2-40B4-BE49-F238E27FC236}">
                    <a16:creationId xmlns:a16="http://schemas.microsoft.com/office/drawing/2014/main" id="{315C2FBF-8391-CAEB-91EA-CEAD71C06B23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1" name="pg566">
                <a:extLst>
                  <a:ext uri="{FF2B5EF4-FFF2-40B4-BE49-F238E27FC236}">
                    <a16:creationId xmlns:a16="http://schemas.microsoft.com/office/drawing/2014/main" id="{560FAD9A-1FE5-57CC-39A5-2FA8DC935007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2" name="pg567">
                <a:extLst>
                  <a:ext uri="{FF2B5EF4-FFF2-40B4-BE49-F238E27FC236}">
                    <a16:creationId xmlns:a16="http://schemas.microsoft.com/office/drawing/2014/main" id="{E4EB85F6-FDA3-5859-8F0E-99859044A469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3" name="pg568">
                <a:extLst>
                  <a:ext uri="{FF2B5EF4-FFF2-40B4-BE49-F238E27FC236}">
                    <a16:creationId xmlns:a16="http://schemas.microsoft.com/office/drawing/2014/main" id="{87F5ACAC-8377-F05C-955A-C9AFBBF996EA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4" name="pg569">
                <a:extLst>
                  <a:ext uri="{FF2B5EF4-FFF2-40B4-BE49-F238E27FC236}">
                    <a16:creationId xmlns:a16="http://schemas.microsoft.com/office/drawing/2014/main" id="{B6D09612-96F0-454D-8BCC-21BEA35B54D3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5" name="pg570">
                <a:extLst>
                  <a:ext uri="{FF2B5EF4-FFF2-40B4-BE49-F238E27FC236}">
                    <a16:creationId xmlns:a16="http://schemas.microsoft.com/office/drawing/2014/main" id="{FDA81018-4DA8-3D83-5CB3-5E259FF23FBF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6" name="pg571">
                <a:extLst>
                  <a:ext uri="{FF2B5EF4-FFF2-40B4-BE49-F238E27FC236}">
                    <a16:creationId xmlns:a16="http://schemas.microsoft.com/office/drawing/2014/main" id="{CF9F5D41-9E5B-05C5-E2E7-54B2AF08A6A8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7" name="pg572">
                <a:extLst>
                  <a:ext uri="{FF2B5EF4-FFF2-40B4-BE49-F238E27FC236}">
                    <a16:creationId xmlns:a16="http://schemas.microsoft.com/office/drawing/2014/main" id="{F5262F55-E9AB-A4CB-5E4A-A6781533C7B5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8" name="pg573">
                <a:extLst>
                  <a:ext uri="{FF2B5EF4-FFF2-40B4-BE49-F238E27FC236}">
                    <a16:creationId xmlns:a16="http://schemas.microsoft.com/office/drawing/2014/main" id="{B6FB0270-42F5-3DB2-3DD8-261F6C8B8339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9" name="pg574">
                <a:extLst>
                  <a:ext uri="{FF2B5EF4-FFF2-40B4-BE49-F238E27FC236}">
                    <a16:creationId xmlns:a16="http://schemas.microsoft.com/office/drawing/2014/main" id="{F6E7A7D6-A2F7-23C6-9EC2-AE1760643779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0" name="pg575">
                <a:extLst>
                  <a:ext uri="{FF2B5EF4-FFF2-40B4-BE49-F238E27FC236}">
                    <a16:creationId xmlns:a16="http://schemas.microsoft.com/office/drawing/2014/main" id="{400AEFDF-0F40-C5B6-D967-0A2207FF3172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1" name="pg576">
                <a:extLst>
                  <a:ext uri="{FF2B5EF4-FFF2-40B4-BE49-F238E27FC236}">
                    <a16:creationId xmlns:a16="http://schemas.microsoft.com/office/drawing/2014/main" id="{2C883906-314D-0871-E8B4-84D49EBD38FA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2" name="pg577">
                <a:extLst>
                  <a:ext uri="{FF2B5EF4-FFF2-40B4-BE49-F238E27FC236}">
                    <a16:creationId xmlns:a16="http://schemas.microsoft.com/office/drawing/2014/main" id="{4CF4491D-1E46-D642-498D-B17AE63FF8EE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3" name="pg578">
                <a:extLst>
                  <a:ext uri="{FF2B5EF4-FFF2-40B4-BE49-F238E27FC236}">
                    <a16:creationId xmlns:a16="http://schemas.microsoft.com/office/drawing/2014/main" id="{D7462AE0-ED69-6373-30F8-13F90D4DC16C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4" name="pg579">
                <a:extLst>
                  <a:ext uri="{FF2B5EF4-FFF2-40B4-BE49-F238E27FC236}">
                    <a16:creationId xmlns:a16="http://schemas.microsoft.com/office/drawing/2014/main" id="{E43FBD9D-F2A4-4E0F-BD73-5D0DCD7E14B3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5" name="pg580">
                <a:extLst>
                  <a:ext uri="{FF2B5EF4-FFF2-40B4-BE49-F238E27FC236}">
                    <a16:creationId xmlns:a16="http://schemas.microsoft.com/office/drawing/2014/main" id="{FDE08A0B-C092-8E80-98DC-34D6CFA29794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6" name="pg581">
                <a:extLst>
                  <a:ext uri="{FF2B5EF4-FFF2-40B4-BE49-F238E27FC236}">
                    <a16:creationId xmlns:a16="http://schemas.microsoft.com/office/drawing/2014/main" id="{08BFAC8A-E1A1-8678-A6E9-A1B701E04719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7" name="pg582">
                <a:extLst>
                  <a:ext uri="{FF2B5EF4-FFF2-40B4-BE49-F238E27FC236}">
                    <a16:creationId xmlns:a16="http://schemas.microsoft.com/office/drawing/2014/main" id="{EA32C332-83F4-E950-C4FC-A40948CCFA06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8" name="pg583">
                <a:extLst>
                  <a:ext uri="{FF2B5EF4-FFF2-40B4-BE49-F238E27FC236}">
                    <a16:creationId xmlns:a16="http://schemas.microsoft.com/office/drawing/2014/main" id="{C54DC55B-CA89-B82D-96F6-A7B00C4B0A11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9" name="pg584">
                <a:extLst>
                  <a:ext uri="{FF2B5EF4-FFF2-40B4-BE49-F238E27FC236}">
                    <a16:creationId xmlns:a16="http://schemas.microsoft.com/office/drawing/2014/main" id="{2C4D4604-9873-E18B-AE20-AA965A250950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0" name="pg585">
                <a:extLst>
                  <a:ext uri="{FF2B5EF4-FFF2-40B4-BE49-F238E27FC236}">
                    <a16:creationId xmlns:a16="http://schemas.microsoft.com/office/drawing/2014/main" id="{CE50858D-AC5A-1438-3AB2-B02BFD60C009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1" name="pg586">
                <a:extLst>
                  <a:ext uri="{FF2B5EF4-FFF2-40B4-BE49-F238E27FC236}">
                    <a16:creationId xmlns:a16="http://schemas.microsoft.com/office/drawing/2014/main" id="{01A13B3B-9C82-AF8A-EEBA-530458D6A348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2" name="pg587">
                <a:extLst>
                  <a:ext uri="{FF2B5EF4-FFF2-40B4-BE49-F238E27FC236}">
                    <a16:creationId xmlns:a16="http://schemas.microsoft.com/office/drawing/2014/main" id="{15247E36-A371-5A8C-9A99-D7EA1A62323E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3" name="pg588">
                <a:extLst>
                  <a:ext uri="{FF2B5EF4-FFF2-40B4-BE49-F238E27FC236}">
                    <a16:creationId xmlns:a16="http://schemas.microsoft.com/office/drawing/2014/main" id="{1934AB84-8195-2D23-A890-E17142AB1312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4" name="pg589">
                <a:extLst>
                  <a:ext uri="{FF2B5EF4-FFF2-40B4-BE49-F238E27FC236}">
                    <a16:creationId xmlns:a16="http://schemas.microsoft.com/office/drawing/2014/main" id="{934F9AA2-1522-FC33-210B-779CE8762446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5" name="pg590">
                <a:extLst>
                  <a:ext uri="{FF2B5EF4-FFF2-40B4-BE49-F238E27FC236}">
                    <a16:creationId xmlns:a16="http://schemas.microsoft.com/office/drawing/2014/main" id="{12A77EFC-A4E4-8A21-5913-D55C4C541F3E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6" name="pg591">
                <a:extLst>
                  <a:ext uri="{FF2B5EF4-FFF2-40B4-BE49-F238E27FC236}">
                    <a16:creationId xmlns:a16="http://schemas.microsoft.com/office/drawing/2014/main" id="{34D5C996-0A97-6755-DF2C-A2F288E45E44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7" name="pg592">
                <a:extLst>
                  <a:ext uri="{FF2B5EF4-FFF2-40B4-BE49-F238E27FC236}">
                    <a16:creationId xmlns:a16="http://schemas.microsoft.com/office/drawing/2014/main" id="{0FAAC71D-7AAB-FF48-A1E1-3B0C78B7605C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8" name="pg593">
                <a:extLst>
                  <a:ext uri="{FF2B5EF4-FFF2-40B4-BE49-F238E27FC236}">
                    <a16:creationId xmlns:a16="http://schemas.microsoft.com/office/drawing/2014/main" id="{B648AD4B-4D52-E22A-8CF7-B5ECF1AA7178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9" name="pg594">
                <a:extLst>
                  <a:ext uri="{FF2B5EF4-FFF2-40B4-BE49-F238E27FC236}">
                    <a16:creationId xmlns:a16="http://schemas.microsoft.com/office/drawing/2014/main" id="{7DEE807A-D70B-B05A-1075-5C7AC4B0DC08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0" name="pg595">
                <a:extLst>
                  <a:ext uri="{FF2B5EF4-FFF2-40B4-BE49-F238E27FC236}">
                    <a16:creationId xmlns:a16="http://schemas.microsoft.com/office/drawing/2014/main" id="{91BBF5AC-9022-AFB9-C144-179B00DEA75F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1" name="pg596">
                <a:extLst>
                  <a:ext uri="{FF2B5EF4-FFF2-40B4-BE49-F238E27FC236}">
                    <a16:creationId xmlns:a16="http://schemas.microsoft.com/office/drawing/2014/main" id="{E6963A9D-CC46-1C61-3603-0EB5B7839901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2" name="pg597">
                <a:extLst>
                  <a:ext uri="{FF2B5EF4-FFF2-40B4-BE49-F238E27FC236}">
                    <a16:creationId xmlns:a16="http://schemas.microsoft.com/office/drawing/2014/main" id="{D151C690-44B3-3DD3-BBA8-F9C3FD59ECC1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3" name="pg598">
                <a:extLst>
                  <a:ext uri="{FF2B5EF4-FFF2-40B4-BE49-F238E27FC236}">
                    <a16:creationId xmlns:a16="http://schemas.microsoft.com/office/drawing/2014/main" id="{EB04CE16-ABFA-5691-5B34-4CDA95BE0A50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4" name="pg599">
                <a:extLst>
                  <a:ext uri="{FF2B5EF4-FFF2-40B4-BE49-F238E27FC236}">
                    <a16:creationId xmlns:a16="http://schemas.microsoft.com/office/drawing/2014/main" id="{A19DA23F-95D7-6003-AAB5-197C151276A8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5" name="pg600">
                <a:extLst>
                  <a:ext uri="{FF2B5EF4-FFF2-40B4-BE49-F238E27FC236}">
                    <a16:creationId xmlns:a16="http://schemas.microsoft.com/office/drawing/2014/main" id="{1DB3292F-D181-14BD-EAA2-8A9D72C5E33D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6" name="pg601">
                <a:extLst>
                  <a:ext uri="{FF2B5EF4-FFF2-40B4-BE49-F238E27FC236}">
                    <a16:creationId xmlns:a16="http://schemas.microsoft.com/office/drawing/2014/main" id="{C09E3AF4-21F7-FFA8-E212-338E501F396B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7" name="pg602">
                <a:extLst>
                  <a:ext uri="{FF2B5EF4-FFF2-40B4-BE49-F238E27FC236}">
                    <a16:creationId xmlns:a16="http://schemas.microsoft.com/office/drawing/2014/main" id="{B4F73B02-3E60-B839-4A98-3304A44B18A5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8" name="pg603">
                <a:extLst>
                  <a:ext uri="{FF2B5EF4-FFF2-40B4-BE49-F238E27FC236}">
                    <a16:creationId xmlns:a16="http://schemas.microsoft.com/office/drawing/2014/main" id="{E38309CC-E0F7-950B-6F39-7388ECF83629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9" name="pg604">
                <a:extLst>
                  <a:ext uri="{FF2B5EF4-FFF2-40B4-BE49-F238E27FC236}">
                    <a16:creationId xmlns:a16="http://schemas.microsoft.com/office/drawing/2014/main" id="{103E161F-4AFC-34C0-14BB-CA68A13076E2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0" name="pg605">
                <a:extLst>
                  <a:ext uri="{FF2B5EF4-FFF2-40B4-BE49-F238E27FC236}">
                    <a16:creationId xmlns:a16="http://schemas.microsoft.com/office/drawing/2014/main" id="{67583961-B607-94BA-AF63-23B2D0A0F8FC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1" name="pg606">
                <a:extLst>
                  <a:ext uri="{FF2B5EF4-FFF2-40B4-BE49-F238E27FC236}">
                    <a16:creationId xmlns:a16="http://schemas.microsoft.com/office/drawing/2014/main" id="{0D6DBDC8-0F9F-7C71-83AA-D6EF440994FC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2" name="pg607">
                <a:extLst>
                  <a:ext uri="{FF2B5EF4-FFF2-40B4-BE49-F238E27FC236}">
                    <a16:creationId xmlns:a16="http://schemas.microsoft.com/office/drawing/2014/main" id="{191E0F17-5306-6A36-DC00-B3A9489B82AE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3" name="pg608">
                <a:extLst>
                  <a:ext uri="{FF2B5EF4-FFF2-40B4-BE49-F238E27FC236}">
                    <a16:creationId xmlns:a16="http://schemas.microsoft.com/office/drawing/2014/main" id="{3A28BA54-1935-4E45-D6C8-76012F9CE707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4" name="pg609">
                <a:extLst>
                  <a:ext uri="{FF2B5EF4-FFF2-40B4-BE49-F238E27FC236}">
                    <a16:creationId xmlns:a16="http://schemas.microsoft.com/office/drawing/2014/main" id="{6D4DD6A8-BDDC-AE8A-70EE-56CDCE6F6BFC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5" name="pg610">
                <a:extLst>
                  <a:ext uri="{FF2B5EF4-FFF2-40B4-BE49-F238E27FC236}">
                    <a16:creationId xmlns:a16="http://schemas.microsoft.com/office/drawing/2014/main" id="{805D55DD-C07C-9EA5-DFCD-211717F0CAB1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6" name="pg611">
                <a:extLst>
                  <a:ext uri="{FF2B5EF4-FFF2-40B4-BE49-F238E27FC236}">
                    <a16:creationId xmlns:a16="http://schemas.microsoft.com/office/drawing/2014/main" id="{E831D094-CBE1-8B71-348D-6687FD8C2710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7" name="pg612">
                <a:extLst>
                  <a:ext uri="{FF2B5EF4-FFF2-40B4-BE49-F238E27FC236}">
                    <a16:creationId xmlns:a16="http://schemas.microsoft.com/office/drawing/2014/main" id="{457831D6-75D1-A9AE-CA26-B1465643ECF2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8" name="pg613">
                <a:extLst>
                  <a:ext uri="{FF2B5EF4-FFF2-40B4-BE49-F238E27FC236}">
                    <a16:creationId xmlns:a16="http://schemas.microsoft.com/office/drawing/2014/main" id="{E8A19C77-6E61-E939-F151-80E3C1AC6C84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9" name="pg614">
                <a:extLst>
                  <a:ext uri="{FF2B5EF4-FFF2-40B4-BE49-F238E27FC236}">
                    <a16:creationId xmlns:a16="http://schemas.microsoft.com/office/drawing/2014/main" id="{4E4FB5D5-4ABC-F9FD-4441-78FE95B937DB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0" name="pg615">
                <a:extLst>
                  <a:ext uri="{FF2B5EF4-FFF2-40B4-BE49-F238E27FC236}">
                    <a16:creationId xmlns:a16="http://schemas.microsoft.com/office/drawing/2014/main" id="{97D1080F-212A-1B8B-5EF3-A08E1C46C06D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1" name="pg616">
                <a:extLst>
                  <a:ext uri="{FF2B5EF4-FFF2-40B4-BE49-F238E27FC236}">
                    <a16:creationId xmlns:a16="http://schemas.microsoft.com/office/drawing/2014/main" id="{650E827C-3086-AB2E-CDA6-8219557DF274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2" name="pg617">
                <a:extLst>
                  <a:ext uri="{FF2B5EF4-FFF2-40B4-BE49-F238E27FC236}">
                    <a16:creationId xmlns:a16="http://schemas.microsoft.com/office/drawing/2014/main" id="{1F4472DE-7AF4-11B6-F9B8-5018ED5D6673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3" name="pg618">
                <a:extLst>
                  <a:ext uri="{FF2B5EF4-FFF2-40B4-BE49-F238E27FC236}">
                    <a16:creationId xmlns:a16="http://schemas.microsoft.com/office/drawing/2014/main" id="{E5EEAE44-251B-0D2A-5F8B-33C41B63F9CA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4" name="pg619">
                <a:extLst>
                  <a:ext uri="{FF2B5EF4-FFF2-40B4-BE49-F238E27FC236}">
                    <a16:creationId xmlns:a16="http://schemas.microsoft.com/office/drawing/2014/main" id="{69484295-6369-DF5D-0DDB-DCF791432AAD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5" name="pg620">
                <a:extLst>
                  <a:ext uri="{FF2B5EF4-FFF2-40B4-BE49-F238E27FC236}">
                    <a16:creationId xmlns:a16="http://schemas.microsoft.com/office/drawing/2014/main" id="{EB00A1FC-6B13-5B43-131F-94852F4E8C51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6" name="pg621">
                <a:extLst>
                  <a:ext uri="{FF2B5EF4-FFF2-40B4-BE49-F238E27FC236}">
                    <a16:creationId xmlns:a16="http://schemas.microsoft.com/office/drawing/2014/main" id="{9E2E5647-5E7B-A461-C77A-5838370D139F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7" name="pg622">
                <a:extLst>
                  <a:ext uri="{FF2B5EF4-FFF2-40B4-BE49-F238E27FC236}">
                    <a16:creationId xmlns:a16="http://schemas.microsoft.com/office/drawing/2014/main" id="{FDC52975-6160-B326-6B01-C95435F9591C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8" name="pg623">
                <a:extLst>
                  <a:ext uri="{FF2B5EF4-FFF2-40B4-BE49-F238E27FC236}">
                    <a16:creationId xmlns:a16="http://schemas.microsoft.com/office/drawing/2014/main" id="{6E22E744-364E-02C7-602A-AA4064DD0680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9" name="pg624">
                <a:extLst>
                  <a:ext uri="{FF2B5EF4-FFF2-40B4-BE49-F238E27FC236}">
                    <a16:creationId xmlns:a16="http://schemas.microsoft.com/office/drawing/2014/main" id="{498AF08A-F9B7-3CE7-93B0-4167233311A2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0" name="pg625">
                <a:extLst>
                  <a:ext uri="{FF2B5EF4-FFF2-40B4-BE49-F238E27FC236}">
                    <a16:creationId xmlns:a16="http://schemas.microsoft.com/office/drawing/2014/main" id="{746BAEF0-8A84-92BF-CBE9-D1BD876A1F22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1" name="pg626">
                <a:extLst>
                  <a:ext uri="{FF2B5EF4-FFF2-40B4-BE49-F238E27FC236}">
                    <a16:creationId xmlns:a16="http://schemas.microsoft.com/office/drawing/2014/main" id="{DD89EC5C-E463-EF49-8D77-511A86C1BEA2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2" name="pg627">
                <a:extLst>
                  <a:ext uri="{FF2B5EF4-FFF2-40B4-BE49-F238E27FC236}">
                    <a16:creationId xmlns:a16="http://schemas.microsoft.com/office/drawing/2014/main" id="{40569EF0-1466-F3B9-2D52-AC03496547B9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3" name="pg628">
                <a:extLst>
                  <a:ext uri="{FF2B5EF4-FFF2-40B4-BE49-F238E27FC236}">
                    <a16:creationId xmlns:a16="http://schemas.microsoft.com/office/drawing/2014/main" id="{0001EE56-BB32-0219-183F-9DCAB64F16CF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4" name="pg629">
                <a:extLst>
                  <a:ext uri="{FF2B5EF4-FFF2-40B4-BE49-F238E27FC236}">
                    <a16:creationId xmlns:a16="http://schemas.microsoft.com/office/drawing/2014/main" id="{41C887E2-A93D-1CC3-C8EC-8E6F0748768A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5" name="pg630">
                <a:extLst>
                  <a:ext uri="{FF2B5EF4-FFF2-40B4-BE49-F238E27FC236}">
                    <a16:creationId xmlns:a16="http://schemas.microsoft.com/office/drawing/2014/main" id="{546F294D-9DB2-80C0-5115-54B1748D867D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6" name="pg631">
                <a:extLst>
                  <a:ext uri="{FF2B5EF4-FFF2-40B4-BE49-F238E27FC236}">
                    <a16:creationId xmlns:a16="http://schemas.microsoft.com/office/drawing/2014/main" id="{092FEE47-6357-3B71-D02C-430076719EF1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7" name="pg632">
                <a:extLst>
                  <a:ext uri="{FF2B5EF4-FFF2-40B4-BE49-F238E27FC236}">
                    <a16:creationId xmlns:a16="http://schemas.microsoft.com/office/drawing/2014/main" id="{FA6276D9-4251-AAE6-CA3C-1B0DBE984D82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8" name="pg633">
                <a:extLst>
                  <a:ext uri="{FF2B5EF4-FFF2-40B4-BE49-F238E27FC236}">
                    <a16:creationId xmlns:a16="http://schemas.microsoft.com/office/drawing/2014/main" id="{C9BCFC96-54C8-759E-A7BC-067505707281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9" name="pg634">
                <a:extLst>
                  <a:ext uri="{FF2B5EF4-FFF2-40B4-BE49-F238E27FC236}">
                    <a16:creationId xmlns:a16="http://schemas.microsoft.com/office/drawing/2014/main" id="{0A39C492-55F8-DE8E-6645-5E608F79CAEC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0" name="pg635">
                <a:extLst>
                  <a:ext uri="{FF2B5EF4-FFF2-40B4-BE49-F238E27FC236}">
                    <a16:creationId xmlns:a16="http://schemas.microsoft.com/office/drawing/2014/main" id="{AEA19CFB-2EEC-DFCA-D78C-A9A2203CDAE4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1" name="pg636">
                <a:extLst>
                  <a:ext uri="{FF2B5EF4-FFF2-40B4-BE49-F238E27FC236}">
                    <a16:creationId xmlns:a16="http://schemas.microsoft.com/office/drawing/2014/main" id="{B6471FF6-A161-EB99-860F-2E25F0C6ABD8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2" name="pg637">
                <a:extLst>
                  <a:ext uri="{FF2B5EF4-FFF2-40B4-BE49-F238E27FC236}">
                    <a16:creationId xmlns:a16="http://schemas.microsoft.com/office/drawing/2014/main" id="{BE9C01B2-DAE4-FD0D-7914-32380E621884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3" name="pg638">
                <a:extLst>
                  <a:ext uri="{FF2B5EF4-FFF2-40B4-BE49-F238E27FC236}">
                    <a16:creationId xmlns:a16="http://schemas.microsoft.com/office/drawing/2014/main" id="{3E3A1E2B-1D41-C855-AFB4-C483EC1B3A48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4" name="pg639">
                <a:extLst>
                  <a:ext uri="{FF2B5EF4-FFF2-40B4-BE49-F238E27FC236}">
                    <a16:creationId xmlns:a16="http://schemas.microsoft.com/office/drawing/2014/main" id="{09B1954E-D585-BA63-043D-79ED0EEBF476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5" name="pg640">
                <a:extLst>
                  <a:ext uri="{FF2B5EF4-FFF2-40B4-BE49-F238E27FC236}">
                    <a16:creationId xmlns:a16="http://schemas.microsoft.com/office/drawing/2014/main" id="{F3409D6F-9A44-6625-58E4-F704B0401B6C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6" name="pg641">
                <a:extLst>
                  <a:ext uri="{FF2B5EF4-FFF2-40B4-BE49-F238E27FC236}">
                    <a16:creationId xmlns:a16="http://schemas.microsoft.com/office/drawing/2014/main" id="{37E4A9B6-231A-D947-EF51-8B99E7E5A675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7" name="pg642">
                <a:extLst>
                  <a:ext uri="{FF2B5EF4-FFF2-40B4-BE49-F238E27FC236}">
                    <a16:creationId xmlns:a16="http://schemas.microsoft.com/office/drawing/2014/main" id="{61F6585B-FB8B-2D12-7E4C-4000318A1D39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8" name="pg643">
                <a:extLst>
                  <a:ext uri="{FF2B5EF4-FFF2-40B4-BE49-F238E27FC236}">
                    <a16:creationId xmlns:a16="http://schemas.microsoft.com/office/drawing/2014/main" id="{EFDAE594-42BA-4A22-3C34-85F8F133E703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9" name="pg644">
                <a:extLst>
                  <a:ext uri="{FF2B5EF4-FFF2-40B4-BE49-F238E27FC236}">
                    <a16:creationId xmlns:a16="http://schemas.microsoft.com/office/drawing/2014/main" id="{88FE1455-641C-2FFE-3348-8B15462B361C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0" name="pg645">
                <a:extLst>
                  <a:ext uri="{FF2B5EF4-FFF2-40B4-BE49-F238E27FC236}">
                    <a16:creationId xmlns:a16="http://schemas.microsoft.com/office/drawing/2014/main" id="{C8245167-3BBC-2210-3233-E572EDD9CE61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1" name="pg646">
                <a:extLst>
                  <a:ext uri="{FF2B5EF4-FFF2-40B4-BE49-F238E27FC236}">
                    <a16:creationId xmlns:a16="http://schemas.microsoft.com/office/drawing/2014/main" id="{19B75451-18DD-5B2D-B0BA-2E96703D09C0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2" name="pg647">
                <a:extLst>
                  <a:ext uri="{FF2B5EF4-FFF2-40B4-BE49-F238E27FC236}">
                    <a16:creationId xmlns:a16="http://schemas.microsoft.com/office/drawing/2014/main" id="{94ECB717-8492-D7F4-FD23-3FEA0462C555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3" name="pg648">
                <a:extLst>
                  <a:ext uri="{FF2B5EF4-FFF2-40B4-BE49-F238E27FC236}">
                    <a16:creationId xmlns:a16="http://schemas.microsoft.com/office/drawing/2014/main" id="{6CA7809C-C087-7C60-D025-D82E61F5B6FF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4" name="pg649">
                <a:extLst>
                  <a:ext uri="{FF2B5EF4-FFF2-40B4-BE49-F238E27FC236}">
                    <a16:creationId xmlns:a16="http://schemas.microsoft.com/office/drawing/2014/main" id="{314C037F-A7C3-9217-B34A-98679EF0EF29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5" name="pg650">
                <a:extLst>
                  <a:ext uri="{FF2B5EF4-FFF2-40B4-BE49-F238E27FC236}">
                    <a16:creationId xmlns:a16="http://schemas.microsoft.com/office/drawing/2014/main" id="{4DB3A17E-62CA-3715-B479-25D73C7725CB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6" name="pg651">
                <a:extLst>
                  <a:ext uri="{FF2B5EF4-FFF2-40B4-BE49-F238E27FC236}">
                    <a16:creationId xmlns:a16="http://schemas.microsoft.com/office/drawing/2014/main" id="{F0744482-B0FC-7C60-419E-B298439546BA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7" name="pg652">
                <a:extLst>
                  <a:ext uri="{FF2B5EF4-FFF2-40B4-BE49-F238E27FC236}">
                    <a16:creationId xmlns:a16="http://schemas.microsoft.com/office/drawing/2014/main" id="{39737917-1E83-FB6F-BF3F-0F2F5EA67993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8" name="pg653">
                <a:extLst>
                  <a:ext uri="{FF2B5EF4-FFF2-40B4-BE49-F238E27FC236}">
                    <a16:creationId xmlns:a16="http://schemas.microsoft.com/office/drawing/2014/main" id="{BBEF21D7-8DD2-7891-0A9D-FBCF73DA93A2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9" name="pg654">
                <a:extLst>
                  <a:ext uri="{FF2B5EF4-FFF2-40B4-BE49-F238E27FC236}">
                    <a16:creationId xmlns:a16="http://schemas.microsoft.com/office/drawing/2014/main" id="{B8A42FE2-5FD5-26F6-465E-0A5E2B4D4295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0" name="pg655">
                <a:extLst>
                  <a:ext uri="{FF2B5EF4-FFF2-40B4-BE49-F238E27FC236}">
                    <a16:creationId xmlns:a16="http://schemas.microsoft.com/office/drawing/2014/main" id="{6E81611B-2340-1EFE-9F0A-FA394BCA4DDD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1" name="pg656">
                <a:extLst>
                  <a:ext uri="{FF2B5EF4-FFF2-40B4-BE49-F238E27FC236}">
                    <a16:creationId xmlns:a16="http://schemas.microsoft.com/office/drawing/2014/main" id="{AB7D728B-E8D7-E627-D061-5E44C910D9C6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2" name="pg657">
                <a:extLst>
                  <a:ext uri="{FF2B5EF4-FFF2-40B4-BE49-F238E27FC236}">
                    <a16:creationId xmlns:a16="http://schemas.microsoft.com/office/drawing/2014/main" id="{922A6F5D-FB06-19BF-64B7-82282CD9E14E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3" name="pg658">
                <a:extLst>
                  <a:ext uri="{FF2B5EF4-FFF2-40B4-BE49-F238E27FC236}">
                    <a16:creationId xmlns:a16="http://schemas.microsoft.com/office/drawing/2014/main" id="{E9849ACD-FA46-BD43-9640-D8EB5D739637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4" name="pg659">
                <a:extLst>
                  <a:ext uri="{FF2B5EF4-FFF2-40B4-BE49-F238E27FC236}">
                    <a16:creationId xmlns:a16="http://schemas.microsoft.com/office/drawing/2014/main" id="{AB98D24E-13FB-ABA6-9B36-F00046F1089B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5" name="pg660">
                <a:extLst>
                  <a:ext uri="{FF2B5EF4-FFF2-40B4-BE49-F238E27FC236}">
                    <a16:creationId xmlns:a16="http://schemas.microsoft.com/office/drawing/2014/main" id="{ED464132-9E3C-613E-E73B-815EAB1BD4B6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6" name="pg661">
                <a:extLst>
                  <a:ext uri="{FF2B5EF4-FFF2-40B4-BE49-F238E27FC236}">
                    <a16:creationId xmlns:a16="http://schemas.microsoft.com/office/drawing/2014/main" id="{672CCCA8-A1E9-70B3-FE13-9DF1C545CA8F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7" name="pg662">
                <a:extLst>
                  <a:ext uri="{FF2B5EF4-FFF2-40B4-BE49-F238E27FC236}">
                    <a16:creationId xmlns:a16="http://schemas.microsoft.com/office/drawing/2014/main" id="{74DF36E6-1498-298F-098C-EBC16D64B81A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8" name="pg663">
                <a:extLst>
                  <a:ext uri="{FF2B5EF4-FFF2-40B4-BE49-F238E27FC236}">
                    <a16:creationId xmlns:a16="http://schemas.microsoft.com/office/drawing/2014/main" id="{48691F7E-506A-88FB-305E-DD6965D8A5DB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9" name="pg664">
                <a:extLst>
                  <a:ext uri="{FF2B5EF4-FFF2-40B4-BE49-F238E27FC236}">
                    <a16:creationId xmlns:a16="http://schemas.microsoft.com/office/drawing/2014/main" id="{2E0222BF-D1F1-A607-8C70-8AD11C308FB8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0" name="pg665">
                <a:extLst>
                  <a:ext uri="{FF2B5EF4-FFF2-40B4-BE49-F238E27FC236}">
                    <a16:creationId xmlns:a16="http://schemas.microsoft.com/office/drawing/2014/main" id="{600D6C57-C256-E2F6-9887-BA45C7E1A0C6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1" name="pg666">
                <a:extLst>
                  <a:ext uri="{FF2B5EF4-FFF2-40B4-BE49-F238E27FC236}">
                    <a16:creationId xmlns:a16="http://schemas.microsoft.com/office/drawing/2014/main" id="{50AFFBE4-AE7E-1BAF-E766-DE15ADC96A42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2" name="pg667">
                <a:extLst>
                  <a:ext uri="{FF2B5EF4-FFF2-40B4-BE49-F238E27FC236}">
                    <a16:creationId xmlns:a16="http://schemas.microsoft.com/office/drawing/2014/main" id="{28AF94A8-DE2B-6A1A-A303-6376F7FA7CB1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3" name="pg668">
                <a:extLst>
                  <a:ext uri="{FF2B5EF4-FFF2-40B4-BE49-F238E27FC236}">
                    <a16:creationId xmlns:a16="http://schemas.microsoft.com/office/drawing/2014/main" id="{539E0489-09EF-0BD5-6766-20492E960893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4" name="pg669">
                <a:extLst>
                  <a:ext uri="{FF2B5EF4-FFF2-40B4-BE49-F238E27FC236}">
                    <a16:creationId xmlns:a16="http://schemas.microsoft.com/office/drawing/2014/main" id="{C7BEB17D-6049-6BE2-F136-09D1A41B7DDE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5" name="pg670">
                <a:extLst>
                  <a:ext uri="{FF2B5EF4-FFF2-40B4-BE49-F238E27FC236}">
                    <a16:creationId xmlns:a16="http://schemas.microsoft.com/office/drawing/2014/main" id="{F9F6774B-88D8-6BED-1D96-6F04A4A22060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6" name="pg671">
                <a:extLst>
                  <a:ext uri="{FF2B5EF4-FFF2-40B4-BE49-F238E27FC236}">
                    <a16:creationId xmlns:a16="http://schemas.microsoft.com/office/drawing/2014/main" id="{0BE01927-CDA6-4C59-A20E-B614E967C0D3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7" name="pg672">
                <a:extLst>
                  <a:ext uri="{FF2B5EF4-FFF2-40B4-BE49-F238E27FC236}">
                    <a16:creationId xmlns:a16="http://schemas.microsoft.com/office/drawing/2014/main" id="{B32DCD13-152B-4BBB-1AEE-90CE746CE30A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8" name="pg673">
                <a:extLst>
                  <a:ext uri="{FF2B5EF4-FFF2-40B4-BE49-F238E27FC236}">
                    <a16:creationId xmlns:a16="http://schemas.microsoft.com/office/drawing/2014/main" id="{25C8EEA1-AA7D-D454-21BC-FCF4A7C97C87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9" name="pg674">
                <a:extLst>
                  <a:ext uri="{FF2B5EF4-FFF2-40B4-BE49-F238E27FC236}">
                    <a16:creationId xmlns:a16="http://schemas.microsoft.com/office/drawing/2014/main" id="{1B8FE867-7A96-9DA3-7039-BF62D9BE236D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0" name="pg675">
                <a:extLst>
                  <a:ext uri="{FF2B5EF4-FFF2-40B4-BE49-F238E27FC236}">
                    <a16:creationId xmlns:a16="http://schemas.microsoft.com/office/drawing/2014/main" id="{F1FFD293-4566-0BA9-6618-847BC53FE618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1" name="pg676">
                <a:extLst>
                  <a:ext uri="{FF2B5EF4-FFF2-40B4-BE49-F238E27FC236}">
                    <a16:creationId xmlns:a16="http://schemas.microsoft.com/office/drawing/2014/main" id="{6CF3FC46-C7CC-5053-E4B2-0DF0B051BB7A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2" name="pg677">
                <a:extLst>
                  <a:ext uri="{FF2B5EF4-FFF2-40B4-BE49-F238E27FC236}">
                    <a16:creationId xmlns:a16="http://schemas.microsoft.com/office/drawing/2014/main" id="{422598A2-5AEA-C301-8C13-E49B0953A1FD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3" name="pg678">
                <a:extLst>
                  <a:ext uri="{FF2B5EF4-FFF2-40B4-BE49-F238E27FC236}">
                    <a16:creationId xmlns:a16="http://schemas.microsoft.com/office/drawing/2014/main" id="{1980F25C-2229-EFA7-D66D-F9265B48CA5B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4" name="pg679">
                <a:extLst>
                  <a:ext uri="{FF2B5EF4-FFF2-40B4-BE49-F238E27FC236}">
                    <a16:creationId xmlns:a16="http://schemas.microsoft.com/office/drawing/2014/main" id="{32EFC096-CC97-58F2-A22A-966C9CC8CFEC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5" name="pg680">
                <a:extLst>
                  <a:ext uri="{FF2B5EF4-FFF2-40B4-BE49-F238E27FC236}">
                    <a16:creationId xmlns:a16="http://schemas.microsoft.com/office/drawing/2014/main" id="{53B10549-FB8E-69C1-0747-F574A471D1E0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6" name="pg681">
                <a:extLst>
                  <a:ext uri="{FF2B5EF4-FFF2-40B4-BE49-F238E27FC236}">
                    <a16:creationId xmlns:a16="http://schemas.microsoft.com/office/drawing/2014/main" id="{0E3020B8-C0F5-B096-43EB-38778451C8DE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C">
                  <a:alpha val="100000"/>
                </a:srgbClr>
              </a:solidFill>
              <a:ln w="5420" cap="flat">
                <a:solidFill>
                  <a:srgbClr val="3B3C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7" name="pg682">
                <a:extLst>
                  <a:ext uri="{FF2B5EF4-FFF2-40B4-BE49-F238E27FC236}">
                    <a16:creationId xmlns:a16="http://schemas.microsoft.com/office/drawing/2014/main" id="{F4CE604A-9190-74AE-C1D6-3E17A461E24E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8" name="pg683">
                <a:extLst>
                  <a:ext uri="{FF2B5EF4-FFF2-40B4-BE49-F238E27FC236}">
                    <a16:creationId xmlns:a16="http://schemas.microsoft.com/office/drawing/2014/main" id="{2646521E-D86F-9710-BC1D-98033ADCD6D7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9" name="pg684">
                <a:extLst>
                  <a:ext uri="{FF2B5EF4-FFF2-40B4-BE49-F238E27FC236}">
                    <a16:creationId xmlns:a16="http://schemas.microsoft.com/office/drawing/2014/main" id="{A6776598-B694-43BD-3A02-7F0DF160B8B4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0" name="pg685">
                <a:extLst>
                  <a:ext uri="{FF2B5EF4-FFF2-40B4-BE49-F238E27FC236}">
                    <a16:creationId xmlns:a16="http://schemas.microsoft.com/office/drawing/2014/main" id="{66CD5B14-B04D-77E1-D27F-A9BE6D31EBCA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1" name="pg686">
                <a:extLst>
                  <a:ext uri="{FF2B5EF4-FFF2-40B4-BE49-F238E27FC236}">
                    <a16:creationId xmlns:a16="http://schemas.microsoft.com/office/drawing/2014/main" id="{40FB6A19-6982-AF12-659D-A47438BBE5AE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2" name="pg687">
                <a:extLst>
                  <a:ext uri="{FF2B5EF4-FFF2-40B4-BE49-F238E27FC236}">
                    <a16:creationId xmlns:a16="http://schemas.microsoft.com/office/drawing/2014/main" id="{DB9CEE2D-AE0F-815F-30EC-0C013712F935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3" name="pg688">
                <a:extLst>
                  <a:ext uri="{FF2B5EF4-FFF2-40B4-BE49-F238E27FC236}">
                    <a16:creationId xmlns:a16="http://schemas.microsoft.com/office/drawing/2014/main" id="{C8391405-5BF5-81D2-06D6-2A1C2552F02C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4" name="pg689">
                <a:extLst>
                  <a:ext uri="{FF2B5EF4-FFF2-40B4-BE49-F238E27FC236}">
                    <a16:creationId xmlns:a16="http://schemas.microsoft.com/office/drawing/2014/main" id="{B261023A-BA89-3A9B-6113-B7988682A045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5" name="pg690">
                <a:extLst>
                  <a:ext uri="{FF2B5EF4-FFF2-40B4-BE49-F238E27FC236}">
                    <a16:creationId xmlns:a16="http://schemas.microsoft.com/office/drawing/2014/main" id="{E7659BF0-55F9-05AB-3274-96B582F13E6C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6" name="pg691">
                <a:extLst>
                  <a:ext uri="{FF2B5EF4-FFF2-40B4-BE49-F238E27FC236}">
                    <a16:creationId xmlns:a16="http://schemas.microsoft.com/office/drawing/2014/main" id="{677297CE-5D3E-1610-9A0A-19CE5B46F4B4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7" name="pg692">
                <a:extLst>
                  <a:ext uri="{FF2B5EF4-FFF2-40B4-BE49-F238E27FC236}">
                    <a16:creationId xmlns:a16="http://schemas.microsoft.com/office/drawing/2014/main" id="{4EE78DBC-F1AC-3C98-D771-72B38F34C5D7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8" name="pg693">
                <a:extLst>
                  <a:ext uri="{FF2B5EF4-FFF2-40B4-BE49-F238E27FC236}">
                    <a16:creationId xmlns:a16="http://schemas.microsoft.com/office/drawing/2014/main" id="{E2174325-5F1C-D5FF-EA2C-4C51267274BE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9" name="pg694">
                <a:extLst>
                  <a:ext uri="{FF2B5EF4-FFF2-40B4-BE49-F238E27FC236}">
                    <a16:creationId xmlns:a16="http://schemas.microsoft.com/office/drawing/2014/main" id="{DE43F7D6-D21D-BBFF-C6A9-45FBF4EDEF04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0" name="pg695">
                <a:extLst>
                  <a:ext uri="{FF2B5EF4-FFF2-40B4-BE49-F238E27FC236}">
                    <a16:creationId xmlns:a16="http://schemas.microsoft.com/office/drawing/2014/main" id="{14B80E45-4E5E-D064-4F62-89DE56137A9C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1" name="pg696">
                <a:extLst>
                  <a:ext uri="{FF2B5EF4-FFF2-40B4-BE49-F238E27FC236}">
                    <a16:creationId xmlns:a16="http://schemas.microsoft.com/office/drawing/2014/main" id="{F6D813AC-F0A4-E669-7343-6D17FB77635D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2" name="pg697">
                <a:extLst>
                  <a:ext uri="{FF2B5EF4-FFF2-40B4-BE49-F238E27FC236}">
                    <a16:creationId xmlns:a16="http://schemas.microsoft.com/office/drawing/2014/main" id="{BF8179E4-18B8-B5DF-9248-27D04DE30F87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3" name="pg698">
                <a:extLst>
                  <a:ext uri="{FF2B5EF4-FFF2-40B4-BE49-F238E27FC236}">
                    <a16:creationId xmlns:a16="http://schemas.microsoft.com/office/drawing/2014/main" id="{3D7B3958-BA20-A535-7B6D-F4B3C7AB3FD6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4" name="pg699">
                <a:extLst>
                  <a:ext uri="{FF2B5EF4-FFF2-40B4-BE49-F238E27FC236}">
                    <a16:creationId xmlns:a16="http://schemas.microsoft.com/office/drawing/2014/main" id="{2D79E692-049A-5953-A310-216EC937BC06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5" name="pg700">
                <a:extLst>
                  <a:ext uri="{FF2B5EF4-FFF2-40B4-BE49-F238E27FC236}">
                    <a16:creationId xmlns:a16="http://schemas.microsoft.com/office/drawing/2014/main" id="{514B2140-4757-C20C-0F8E-CA1567AA6CE2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6" name="pg701">
                <a:extLst>
                  <a:ext uri="{FF2B5EF4-FFF2-40B4-BE49-F238E27FC236}">
                    <a16:creationId xmlns:a16="http://schemas.microsoft.com/office/drawing/2014/main" id="{19E673F9-79CB-C480-48E5-FB1129D804AC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7" name="pg702">
                <a:extLst>
                  <a:ext uri="{FF2B5EF4-FFF2-40B4-BE49-F238E27FC236}">
                    <a16:creationId xmlns:a16="http://schemas.microsoft.com/office/drawing/2014/main" id="{52B528F3-7792-3850-39C1-CA23D1F14E49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8" name="pg703">
                <a:extLst>
                  <a:ext uri="{FF2B5EF4-FFF2-40B4-BE49-F238E27FC236}">
                    <a16:creationId xmlns:a16="http://schemas.microsoft.com/office/drawing/2014/main" id="{2817ADE9-A0F1-6C15-31F7-873BBD334BA4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9" name="pg704">
                <a:extLst>
                  <a:ext uri="{FF2B5EF4-FFF2-40B4-BE49-F238E27FC236}">
                    <a16:creationId xmlns:a16="http://schemas.microsoft.com/office/drawing/2014/main" id="{B1E7EB1D-2168-5F08-A330-9D12C861C7A5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0" name="pg705">
                <a:extLst>
                  <a:ext uri="{FF2B5EF4-FFF2-40B4-BE49-F238E27FC236}">
                    <a16:creationId xmlns:a16="http://schemas.microsoft.com/office/drawing/2014/main" id="{8E7FCB6C-3B6A-D5ED-F227-73AFB3CB69B0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1" name="pg706">
                <a:extLst>
                  <a:ext uri="{FF2B5EF4-FFF2-40B4-BE49-F238E27FC236}">
                    <a16:creationId xmlns:a16="http://schemas.microsoft.com/office/drawing/2014/main" id="{FDB8920F-AF19-A3BA-7FA3-68953B246C2A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2" name="pg707">
                <a:extLst>
                  <a:ext uri="{FF2B5EF4-FFF2-40B4-BE49-F238E27FC236}">
                    <a16:creationId xmlns:a16="http://schemas.microsoft.com/office/drawing/2014/main" id="{A3D636A4-37FE-16BA-90B1-B14BE0B3643A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3" name="pg708">
                <a:extLst>
                  <a:ext uri="{FF2B5EF4-FFF2-40B4-BE49-F238E27FC236}">
                    <a16:creationId xmlns:a16="http://schemas.microsoft.com/office/drawing/2014/main" id="{EDE1D4F7-EA9E-ED78-4A42-49715388A178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4" name="pg709">
                <a:extLst>
                  <a:ext uri="{FF2B5EF4-FFF2-40B4-BE49-F238E27FC236}">
                    <a16:creationId xmlns:a16="http://schemas.microsoft.com/office/drawing/2014/main" id="{58DD8D78-6EC9-CAFD-B9ED-C110CA2FE606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5" name="pg710">
                <a:extLst>
                  <a:ext uri="{FF2B5EF4-FFF2-40B4-BE49-F238E27FC236}">
                    <a16:creationId xmlns:a16="http://schemas.microsoft.com/office/drawing/2014/main" id="{B65DAD02-577C-A442-B626-BB062A19E5A8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6" name="pg711">
                <a:extLst>
                  <a:ext uri="{FF2B5EF4-FFF2-40B4-BE49-F238E27FC236}">
                    <a16:creationId xmlns:a16="http://schemas.microsoft.com/office/drawing/2014/main" id="{1521B444-D389-1410-7572-7E30B0F5044A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7" name="pg712">
                <a:extLst>
                  <a:ext uri="{FF2B5EF4-FFF2-40B4-BE49-F238E27FC236}">
                    <a16:creationId xmlns:a16="http://schemas.microsoft.com/office/drawing/2014/main" id="{FA75888A-5377-5E1C-3358-C188A0295D2C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8" name="pg713">
                <a:extLst>
                  <a:ext uri="{FF2B5EF4-FFF2-40B4-BE49-F238E27FC236}">
                    <a16:creationId xmlns:a16="http://schemas.microsoft.com/office/drawing/2014/main" id="{F1AD83D6-CD96-285F-B22E-F0EBB4A837E6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9" name="pg714">
                <a:extLst>
                  <a:ext uri="{FF2B5EF4-FFF2-40B4-BE49-F238E27FC236}">
                    <a16:creationId xmlns:a16="http://schemas.microsoft.com/office/drawing/2014/main" id="{B07378A2-010C-C345-4546-2052E270F1F2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0" name="pg715">
                <a:extLst>
                  <a:ext uri="{FF2B5EF4-FFF2-40B4-BE49-F238E27FC236}">
                    <a16:creationId xmlns:a16="http://schemas.microsoft.com/office/drawing/2014/main" id="{4AF1A350-E5F8-A7A3-3021-E10FF147F776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1" name="pg716">
                <a:extLst>
                  <a:ext uri="{FF2B5EF4-FFF2-40B4-BE49-F238E27FC236}">
                    <a16:creationId xmlns:a16="http://schemas.microsoft.com/office/drawing/2014/main" id="{637E9169-71C4-486C-A2EA-E0EEB7ADDE4C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2" name="pg717">
                <a:extLst>
                  <a:ext uri="{FF2B5EF4-FFF2-40B4-BE49-F238E27FC236}">
                    <a16:creationId xmlns:a16="http://schemas.microsoft.com/office/drawing/2014/main" id="{7C81B99B-65AB-3C42-D0C3-BBC873B8D705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3" name="pg718">
                <a:extLst>
                  <a:ext uri="{FF2B5EF4-FFF2-40B4-BE49-F238E27FC236}">
                    <a16:creationId xmlns:a16="http://schemas.microsoft.com/office/drawing/2014/main" id="{B4D6969F-4FE7-B938-9D99-2CC1BF9AF8BB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4" name="pg719">
                <a:extLst>
                  <a:ext uri="{FF2B5EF4-FFF2-40B4-BE49-F238E27FC236}">
                    <a16:creationId xmlns:a16="http://schemas.microsoft.com/office/drawing/2014/main" id="{5073762A-486D-A7C0-1732-04AB304144E3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5" name="pg720">
                <a:extLst>
                  <a:ext uri="{FF2B5EF4-FFF2-40B4-BE49-F238E27FC236}">
                    <a16:creationId xmlns:a16="http://schemas.microsoft.com/office/drawing/2014/main" id="{1FA171F9-4B62-087F-B3D2-3B853FD87E1B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6" name="pg721">
                <a:extLst>
                  <a:ext uri="{FF2B5EF4-FFF2-40B4-BE49-F238E27FC236}">
                    <a16:creationId xmlns:a16="http://schemas.microsoft.com/office/drawing/2014/main" id="{BD90EE11-D609-0780-4937-FB03FD670E64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7" name="pg722">
                <a:extLst>
                  <a:ext uri="{FF2B5EF4-FFF2-40B4-BE49-F238E27FC236}">
                    <a16:creationId xmlns:a16="http://schemas.microsoft.com/office/drawing/2014/main" id="{9176F287-5D0D-5230-9E90-4CB75C0FD4C6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8" name="pg723">
                <a:extLst>
                  <a:ext uri="{FF2B5EF4-FFF2-40B4-BE49-F238E27FC236}">
                    <a16:creationId xmlns:a16="http://schemas.microsoft.com/office/drawing/2014/main" id="{F0A6E4B0-A93A-3F80-2814-07C2842DA367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9" name="pg724">
                <a:extLst>
                  <a:ext uri="{FF2B5EF4-FFF2-40B4-BE49-F238E27FC236}">
                    <a16:creationId xmlns:a16="http://schemas.microsoft.com/office/drawing/2014/main" id="{E1F42133-2FC5-7F90-7B78-E537777D44E7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0" name="pg725">
                <a:extLst>
                  <a:ext uri="{FF2B5EF4-FFF2-40B4-BE49-F238E27FC236}">
                    <a16:creationId xmlns:a16="http://schemas.microsoft.com/office/drawing/2014/main" id="{2B9013AC-A97F-A3EF-E515-5CC12B35B01A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1" name="pg726">
                <a:extLst>
                  <a:ext uri="{FF2B5EF4-FFF2-40B4-BE49-F238E27FC236}">
                    <a16:creationId xmlns:a16="http://schemas.microsoft.com/office/drawing/2014/main" id="{DDFA4DD9-959A-E1AA-1D93-E094D7FDAC16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2" name="pg727">
                <a:extLst>
                  <a:ext uri="{FF2B5EF4-FFF2-40B4-BE49-F238E27FC236}">
                    <a16:creationId xmlns:a16="http://schemas.microsoft.com/office/drawing/2014/main" id="{C6A9112F-3960-DCFA-BC15-301AD339834D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3" name="pg728">
                <a:extLst>
                  <a:ext uri="{FF2B5EF4-FFF2-40B4-BE49-F238E27FC236}">
                    <a16:creationId xmlns:a16="http://schemas.microsoft.com/office/drawing/2014/main" id="{0A09559E-8317-5AA3-01D3-E86F73177F1D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4" name="pg729">
                <a:extLst>
                  <a:ext uri="{FF2B5EF4-FFF2-40B4-BE49-F238E27FC236}">
                    <a16:creationId xmlns:a16="http://schemas.microsoft.com/office/drawing/2014/main" id="{86056A3A-12C9-E602-4DE3-159A6B191041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5" name="pg730">
                <a:extLst>
                  <a:ext uri="{FF2B5EF4-FFF2-40B4-BE49-F238E27FC236}">
                    <a16:creationId xmlns:a16="http://schemas.microsoft.com/office/drawing/2014/main" id="{647A7AEE-9157-769F-AD3A-ABF5D7E65769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6" name="pg731">
                <a:extLst>
                  <a:ext uri="{FF2B5EF4-FFF2-40B4-BE49-F238E27FC236}">
                    <a16:creationId xmlns:a16="http://schemas.microsoft.com/office/drawing/2014/main" id="{BCDB2652-CD3B-2123-5D2B-DE12A56B764F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7" name="pg732">
                <a:extLst>
                  <a:ext uri="{FF2B5EF4-FFF2-40B4-BE49-F238E27FC236}">
                    <a16:creationId xmlns:a16="http://schemas.microsoft.com/office/drawing/2014/main" id="{59429DB2-E6AB-B320-1628-6FB0CF939597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8" name="pg733">
                <a:extLst>
                  <a:ext uri="{FF2B5EF4-FFF2-40B4-BE49-F238E27FC236}">
                    <a16:creationId xmlns:a16="http://schemas.microsoft.com/office/drawing/2014/main" id="{428907E9-EB81-9739-AD23-2A857F790DD5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9" name="pg734">
                <a:extLst>
                  <a:ext uri="{FF2B5EF4-FFF2-40B4-BE49-F238E27FC236}">
                    <a16:creationId xmlns:a16="http://schemas.microsoft.com/office/drawing/2014/main" id="{F52ED0B4-0B04-DCA0-EA17-8F0B89ADE9EC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0" name="pg735">
                <a:extLst>
                  <a:ext uri="{FF2B5EF4-FFF2-40B4-BE49-F238E27FC236}">
                    <a16:creationId xmlns:a16="http://schemas.microsoft.com/office/drawing/2014/main" id="{5EA01B1B-07D6-A1D1-7405-D648900F167C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1" name="pg736">
                <a:extLst>
                  <a:ext uri="{FF2B5EF4-FFF2-40B4-BE49-F238E27FC236}">
                    <a16:creationId xmlns:a16="http://schemas.microsoft.com/office/drawing/2014/main" id="{6FC98FE2-915F-E20A-6403-1F151BCB8790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2" name="pg737">
                <a:extLst>
                  <a:ext uri="{FF2B5EF4-FFF2-40B4-BE49-F238E27FC236}">
                    <a16:creationId xmlns:a16="http://schemas.microsoft.com/office/drawing/2014/main" id="{EB190DD5-C545-9372-1455-1578C49C2247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3" name="pg738">
                <a:extLst>
                  <a:ext uri="{FF2B5EF4-FFF2-40B4-BE49-F238E27FC236}">
                    <a16:creationId xmlns:a16="http://schemas.microsoft.com/office/drawing/2014/main" id="{7D61F7DC-E603-FAEA-4AD0-4BABB9F42718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4" name="pg739">
                <a:extLst>
                  <a:ext uri="{FF2B5EF4-FFF2-40B4-BE49-F238E27FC236}">
                    <a16:creationId xmlns:a16="http://schemas.microsoft.com/office/drawing/2014/main" id="{4BEF53FE-EB61-EA27-350C-82B7C0B07F73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5" name="pg740">
                <a:extLst>
                  <a:ext uri="{FF2B5EF4-FFF2-40B4-BE49-F238E27FC236}">
                    <a16:creationId xmlns:a16="http://schemas.microsoft.com/office/drawing/2014/main" id="{829803CF-D777-4598-8AB8-632E579BF48C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6" name="pg741">
                <a:extLst>
                  <a:ext uri="{FF2B5EF4-FFF2-40B4-BE49-F238E27FC236}">
                    <a16:creationId xmlns:a16="http://schemas.microsoft.com/office/drawing/2014/main" id="{D611322C-4AF6-9CA8-357E-6DF25F8EC88B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7" name="pg742">
                <a:extLst>
                  <a:ext uri="{FF2B5EF4-FFF2-40B4-BE49-F238E27FC236}">
                    <a16:creationId xmlns:a16="http://schemas.microsoft.com/office/drawing/2014/main" id="{A2F893EC-5151-D5D3-7BEF-A7B666B9D32E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8" name="pg743">
                <a:extLst>
                  <a:ext uri="{FF2B5EF4-FFF2-40B4-BE49-F238E27FC236}">
                    <a16:creationId xmlns:a16="http://schemas.microsoft.com/office/drawing/2014/main" id="{88A76FA2-40EC-780A-1EC6-660234BABA41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9" name="pg744">
                <a:extLst>
                  <a:ext uri="{FF2B5EF4-FFF2-40B4-BE49-F238E27FC236}">
                    <a16:creationId xmlns:a16="http://schemas.microsoft.com/office/drawing/2014/main" id="{5D2D2587-F964-DFCA-52B3-6D70CA0D6FA5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0" name="pg745">
                <a:extLst>
                  <a:ext uri="{FF2B5EF4-FFF2-40B4-BE49-F238E27FC236}">
                    <a16:creationId xmlns:a16="http://schemas.microsoft.com/office/drawing/2014/main" id="{B221ED8F-63BD-8DA3-AD4D-8DCEF9DAD617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1" name="pg746">
                <a:extLst>
                  <a:ext uri="{FF2B5EF4-FFF2-40B4-BE49-F238E27FC236}">
                    <a16:creationId xmlns:a16="http://schemas.microsoft.com/office/drawing/2014/main" id="{3C959C07-9780-D584-0CD9-36CD44DAC8E8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2" name="pg747">
                <a:extLst>
                  <a:ext uri="{FF2B5EF4-FFF2-40B4-BE49-F238E27FC236}">
                    <a16:creationId xmlns:a16="http://schemas.microsoft.com/office/drawing/2014/main" id="{A6985A05-8EC1-3E63-452E-3B3F21A4C4B2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3" name="pg748">
                <a:extLst>
                  <a:ext uri="{FF2B5EF4-FFF2-40B4-BE49-F238E27FC236}">
                    <a16:creationId xmlns:a16="http://schemas.microsoft.com/office/drawing/2014/main" id="{FA03DF9F-B095-B8AE-8F48-E66C6F4D0DEB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4" name="pg749">
                <a:extLst>
                  <a:ext uri="{FF2B5EF4-FFF2-40B4-BE49-F238E27FC236}">
                    <a16:creationId xmlns:a16="http://schemas.microsoft.com/office/drawing/2014/main" id="{027B80D4-7DBC-C046-8102-97B8DC931D3E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5" name="pg750">
                <a:extLst>
                  <a:ext uri="{FF2B5EF4-FFF2-40B4-BE49-F238E27FC236}">
                    <a16:creationId xmlns:a16="http://schemas.microsoft.com/office/drawing/2014/main" id="{C7F650DB-AD8D-2527-EEF1-419C66454573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6" name="pg751">
                <a:extLst>
                  <a:ext uri="{FF2B5EF4-FFF2-40B4-BE49-F238E27FC236}">
                    <a16:creationId xmlns:a16="http://schemas.microsoft.com/office/drawing/2014/main" id="{DBEB2022-8194-B5F8-4054-8D2AA1A61E86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7" name="pg752">
                <a:extLst>
                  <a:ext uri="{FF2B5EF4-FFF2-40B4-BE49-F238E27FC236}">
                    <a16:creationId xmlns:a16="http://schemas.microsoft.com/office/drawing/2014/main" id="{1B348240-9C47-7C20-500A-5FEB5DE3F20B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8" name="pg753">
                <a:extLst>
                  <a:ext uri="{FF2B5EF4-FFF2-40B4-BE49-F238E27FC236}">
                    <a16:creationId xmlns:a16="http://schemas.microsoft.com/office/drawing/2014/main" id="{37458637-517A-20E1-1046-763818E7594D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9" name="pg754">
                <a:extLst>
                  <a:ext uri="{FF2B5EF4-FFF2-40B4-BE49-F238E27FC236}">
                    <a16:creationId xmlns:a16="http://schemas.microsoft.com/office/drawing/2014/main" id="{59DF0E2D-D0F6-ED88-8232-84732A9929F2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0" name="pg755">
                <a:extLst>
                  <a:ext uri="{FF2B5EF4-FFF2-40B4-BE49-F238E27FC236}">
                    <a16:creationId xmlns:a16="http://schemas.microsoft.com/office/drawing/2014/main" id="{AE442739-68AE-8F16-AA23-C2D173EB4B38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1" name="pg756">
                <a:extLst>
                  <a:ext uri="{FF2B5EF4-FFF2-40B4-BE49-F238E27FC236}">
                    <a16:creationId xmlns:a16="http://schemas.microsoft.com/office/drawing/2014/main" id="{19231209-92C0-6391-0794-2113A7F5CE03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2" name="pg757">
                <a:extLst>
                  <a:ext uri="{FF2B5EF4-FFF2-40B4-BE49-F238E27FC236}">
                    <a16:creationId xmlns:a16="http://schemas.microsoft.com/office/drawing/2014/main" id="{784DA64E-7FFD-394E-5658-C42693C49C58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3" name="pg758">
                <a:extLst>
                  <a:ext uri="{FF2B5EF4-FFF2-40B4-BE49-F238E27FC236}">
                    <a16:creationId xmlns:a16="http://schemas.microsoft.com/office/drawing/2014/main" id="{9A937A40-FAA9-3D1A-4B7B-D2ACD17C9EEB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4" name="pg759">
                <a:extLst>
                  <a:ext uri="{FF2B5EF4-FFF2-40B4-BE49-F238E27FC236}">
                    <a16:creationId xmlns:a16="http://schemas.microsoft.com/office/drawing/2014/main" id="{440C09C8-447A-0565-1AD7-1B1BF5979DC5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5" name="pg760">
                <a:extLst>
                  <a:ext uri="{FF2B5EF4-FFF2-40B4-BE49-F238E27FC236}">
                    <a16:creationId xmlns:a16="http://schemas.microsoft.com/office/drawing/2014/main" id="{C64DD9DB-10D5-2C34-0C60-D6382045329F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6" name="pg761">
                <a:extLst>
                  <a:ext uri="{FF2B5EF4-FFF2-40B4-BE49-F238E27FC236}">
                    <a16:creationId xmlns:a16="http://schemas.microsoft.com/office/drawing/2014/main" id="{027A9447-DFA2-CC2C-E58D-7D16F78A3141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7" name="pg762">
                <a:extLst>
                  <a:ext uri="{FF2B5EF4-FFF2-40B4-BE49-F238E27FC236}">
                    <a16:creationId xmlns:a16="http://schemas.microsoft.com/office/drawing/2014/main" id="{9DC7329A-403E-213E-AE5B-E0DD97A73797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8" name="pg763">
                <a:extLst>
                  <a:ext uri="{FF2B5EF4-FFF2-40B4-BE49-F238E27FC236}">
                    <a16:creationId xmlns:a16="http://schemas.microsoft.com/office/drawing/2014/main" id="{7212F2EB-9E8D-D932-7307-931BD86183FE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9" name="pg764">
                <a:extLst>
                  <a:ext uri="{FF2B5EF4-FFF2-40B4-BE49-F238E27FC236}">
                    <a16:creationId xmlns:a16="http://schemas.microsoft.com/office/drawing/2014/main" id="{2E1318A8-B6BA-1352-CD02-D1836F46809A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0" name="pg765">
                <a:extLst>
                  <a:ext uri="{FF2B5EF4-FFF2-40B4-BE49-F238E27FC236}">
                    <a16:creationId xmlns:a16="http://schemas.microsoft.com/office/drawing/2014/main" id="{C58A126D-F38F-C78C-30A0-9EDF4E75F814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1" name="pg766">
                <a:extLst>
                  <a:ext uri="{FF2B5EF4-FFF2-40B4-BE49-F238E27FC236}">
                    <a16:creationId xmlns:a16="http://schemas.microsoft.com/office/drawing/2014/main" id="{8EC68AC2-AC34-8C3E-FD0A-796270BD3452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2" name="pg767">
                <a:extLst>
                  <a:ext uri="{FF2B5EF4-FFF2-40B4-BE49-F238E27FC236}">
                    <a16:creationId xmlns:a16="http://schemas.microsoft.com/office/drawing/2014/main" id="{5F6AFC99-86FA-8DF3-0D09-CCBC6D597927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3" name="pg768">
                <a:extLst>
                  <a:ext uri="{FF2B5EF4-FFF2-40B4-BE49-F238E27FC236}">
                    <a16:creationId xmlns:a16="http://schemas.microsoft.com/office/drawing/2014/main" id="{CF7B5AE0-158B-13E1-915D-0B788FD7E812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4" name="pg769">
                <a:extLst>
                  <a:ext uri="{FF2B5EF4-FFF2-40B4-BE49-F238E27FC236}">
                    <a16:creationId xmlns:a16="http://schemas.microsoft.com/office/drawing/2014/main" id="{0650BE27-A886-47F0-AF07-8EC032CA8B43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5" name="pg770">
                <a:extLst>
                  <a:ext uri="{FF2B5EF4-FFF2-40B4-BE49-F238E27FC236}">
                    <a16:creationId xmlns:a16="http://schemas.microsoft.com/office/drawing/2014/main" id="{54C05689-D3E4-A8E9-5C76-138B8DAAA445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6" name="pg771">
                <a:extLst>
                  <a:ext uri="{FF2B5EF4-FFF2-40B4-BE49-F238E27FC236}">
                    <a16:creationId xmlns:a16="http://schemas.microsoft.com/office/drawing/2014/main" id="{1B49B410-992B-6A6E-70F8-DB0E90B83DB7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7" name="pg772">
                <a:extLst>
                  <a:ext uri="{FF2B5EF4-FFF2-40B4-BE49-F238E27FC236}">
                    <a16:creationId xmlns:a16="http://schemas.microsoft.com/office/drawing/2014/main" id="{47EB5A80-4CA0-7D1A-855D-63A79A5DE9E5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8" name="pg773">
                <a:extLst>
                  <a:ext uri="{FF2B5EF4-FFF2-40B4-BE49-F238E27FC236}">
                    <a16:creationId xmlns:a16="http://schemas.microsoft.com/office/drawing/2014/main" id="{752ED3AA-23F3-E1DB-E1D1-2E6AD97F29EA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9" name="pg774">
                <a:extLst>
                  <a:ext uri="{FF2B5EF4-FFF2-40B4-BE49-F238E27FC236}">
                    <a16:creationId xmlns:a16="http://schemas.microsoft.com/office/drawing/2014/main" id="{6CDABDA6-3130-DCFC-6911-2F75E0921989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0" name="pg775">
                <a:extLst>
                  <a:ext uri="{FF2B5EF4-FFF2-40B4-BE49-F238E27FC236}">
                    <a16:creationId xmlns:a16="http://schemas.microsoft.com/office/drawing/2014/main" id="{8FA59A42-D1DC-D2C1-0CF3-85B382A69881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1" name="pg776">
                <a:extLst>
                  <a:ext uri="{FF2B5EF4-FFF2-40B4-BE49-F238E27FC236}">
                    <a16:creationId xmlns:a16="http://schemas.microsoft.com/office/drawing/2014/main" id="{36A2D69A-92CF-8865-E0CA-941A8EA612F5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2" name="pg777">
                <a:extLst>
                  <a:ext uri="{FF2B5EF4-FFF2-40B4-BE49-F238E27FC236}">
                    <a16:creationId xmlns:a16="http://schemas.microsoft.com/office/drawing/2014/main" id="{BC320A6D-3184-F2E9-8CF6-A1A022639CC8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3" name="pg778">
                <a:extLst>
                  <a:ext uri="{FF2B5EF4-FFF2-40B4-BE49-F238E27FC236}">
                    <a16:creationId xmlns:a16="http://schemas.microsoft.com/office/drawing/2014/main" id="{CD44A875-9D8D-2AB8-6C09-9266573E5D23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4" name="pg779">
                <a:extLst>
                  <a:ext uri="{FF2B5EF4-FFF2-40B4-BE49-F238E27FC236}">
                    <a16:creationId xmlns:a16="http://schemas.microsoft.com/office/drawing/2014/main" id="{21300E20-526C-B0E1-6FB8-977DC50FECCF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5" name="pg780">
                <a:extLst>
                  <a:ext uri="{FF2B5EF4-FFF2-40B4-BE49-F238E27FC236}">
                    <a16:creationId xmlns:a16="http://schemas.microsoft.com/office/drawing/2014/main" id="{7B788585-F864-6130-9E5F-EBCC37E4E26F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6" name="pg781">
                <a:extLst>
                  <a:ext uri="{FF2B5EF4-FFF2-40B4-BE49-F238E27FC236}">
                    <a16:creationId xmlns:a16="http://schemas.microsoft.com/office/drawing/2014/main" id="{35D895C6-C9BC-8E53-246E-DDBC05A46C88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7" name="pg782">
                <a:extLst>
                  <a:ext uri="{FF2B5EF4-FFF2-40B4-BE49-F238E27FC236}">
                    <a16:creationId xmlns:a16="http://schemas.microsoft.com/office/drawing/2014/main" id="{7A6B6942-B67C-C758-3575-D1D4119BB711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8" name="pg783">
                <a:extLst>
                  <a:ext uri="{FF2B5EF4-FFF2-40B4-BE49-F238E27FC236}">
                    <a16:creationId xmlns:a16="http://schemas.microsoft.com/office/drawing/2014/main" id="{7DD311D6-AA82-F529-90A6-9A4F9FDA942A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9" name="pg784">
                <a:extLst>
                  <a:ext uri="{FF2B5EF4-FFF2-40B4-BE49-F238E27FC236}">
                    <a16:creationId xmlns:a16="http://schemas.microsoft.com/office/drawing/2014/main" id="{917A7D87-06A7-F7B7-5014-69F15D179F66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0" name="pg785">
                <a:extLst>
                  <a:ext uri="{FF2B5EF4-FFF2-40B4-BE49-F238E27FC236}">
                    <a16:creationId xmlns:a16="http://schemas.microsoft.com/office/drawing/2014/main" id="{B95FF92E-FA6C-F04A-3889-86A8E1EEE3B4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1" name="pg786">
                <a:extLst>
                  <a:ext uri="{FF2B5EF4-FFF2-40B4-BE49-F238E27FC236}">
                    <a16:creationId xmlns:a16="http://schemas.microsoft.com/office/drawing/2014/main" id="{525F881F-D913-620A-ED55-2F2367042E39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2" name="pg787">
                <a:extLst>
                  <a:ext uri="{FF2B5EF4-FFF2-40B4-BE49-F238E27FC236}">
                    <a16:creationId xmlns:a16="http://schemas.microsoft.com/office/drawing/2014/main" id="{BAC25993-0D9D-A86F-EF03-BEBD36C13253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3" name="pg788">
                <a:extLst>
                  <a:ext uri="{FF2B5EF4-FFF2-40B4-BE49-F238E27FC236}">
                    <a16:creationId xmlns:a16="http://schemas.microsoft.com/office/drawing/2014/main" id="{EA8B0721-2E27-602E-CC9A-9C41FCB27688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4" name="pg789">
                <a:extLst>
                  <a:ext uri="{FF2B5EF4-FFF2-40B4-BE49-F238E27FC236}">
                    <a16:creationId xmlns:a16="http://schemas.microsoft.com/office/drawing/2014/main" id="{DFEB3937-0D76-41F1-8CD3-D9611D7D47D4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5" name="pg790">
                <a:extLst>
                  <a:ext uri="{FF2B5EF4-FFF2-40B4-BE49-F238E27FC236}">
                    <a16:creationId xmlns:a16="http://schemas.microsoft.com/office/drawing/2014/main" id="{6E5AC800-4813-1B2A-CB79-A603973FE739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6" name="pg791">
                <a:extLst>
                  <a:ext uri="{FF2B5EF4-FFF2-40B4-BE49-F238E27FC236}">
                    <a16:creationId xmlns:a16="http://schemas.microsoft.com/office/drawing/2014/main" id="{6768F6A1-B0A3-97B5-2B39-046719CF7A41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7" name="pg792">
                <a:extLst>
                  <a:ext uri="{FF2B5EF4-FFF2-40B4-BE49-F238E27FC236}">
                    <a16:creationId xmlns:a16="http://schemas.microsoft.com/office/drawing/2014/main" id="{D6B123B3-8E48-D21F-C0F8-FB7569678677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8" name="pg793">
                <a:extLst>
                  <a:ext uri="{FF2B5EF4-FFF2-40B4-BE49-F238E27FC236}">
                    <a16:creationId xmlns:a16="http://schemas.microsoft.com/office/drawing/2014/main" id="{B3B7B6D5-61CC-9DAD-1641-4A49B10065A6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9" name="pg794">
                <a:extLst>
                  <a:ext uri="{FF2B5EF4-FFF2-40B4-BE49-F238E27FC236}">
                    <a16:creationId xmlns:a16="http://schemas.microsoft.com/office/drawing/2014/main" id="{11450B3B-669A-C874-781B-27493B30A628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0" name="pg795">
                <a:extLst>
                  <a:ext uri="{FF2B5EF4-FFF2-40B4-BE49-F238E27FC236}">
                    <a16:creationId xmlns:a16="http://schemas.microsoft.com/office/drawing/2014/main" id="{D550C7B0-6EAE-55D8-B468-B2069C7D0549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1" name="pg796">
                <a:extLst>
                  <a:ext uri="{FF2B5EF4-FFF2-40B4-BE49-F238E27FC236}">
                    <a16:creationId xmlns:a16="http://schemas.microsoft.com/office/drawing/2014/main" id="{FB32EF25-5DF0-B72C-CBD3-2B4DA364AFB5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2" name="pg797">
                <a:extLst>
                  <a:ext uri="{FF2B5EF4-FFF2-40B4-BE49-F238E27FC236}">
                    <a16:creationId xmlns:a16="http://schemas.microsoft.com/office/drawing/2014/main" id="{0B4E3AC1-6941-3404-2184-0E531B0048F2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3" name="pg798">
                <a:extLst>
                  <a:ext uri="{FF2B5EF4-FFF2-40B4-BE49-F238E27FC236}">
                    <a16:creationId xmlns:a16="http://schemas.microsoft.com/office/drawing/2014/main" id="{25343E3E-C888-D30C-4D58-99D887BF0A89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4" name="pg799">
                <a:extLst>
                  <a:ext uri="{FF2B5EF4-FFF2-40B4-BE49-F238E27FC236}">
                    <a16:creationId xmlns:a16="http://schemas.microsoft.com/office/drawing/2014/main" id="{734D1AC7-9FCA-1029-DE65-08881F46380A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5" name="pg800">
                <a:extLst>
                  <a:ext uri="{FF2B5EF4-FFF2-40B4-BE49-F238E27FC236}">
                    <a16:creationId xmlns:a16="http://schemas.microsoft.com/office/drawing/2014/main" id="{B4A24FDA-63A5-1C37-46B7-C1D08AAB6595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6" name="pg801">
                <a:extLst>
                  <a:ext uri="{FF2B5EF4-FFF2-40B4-BE49-F238E27FC236}">
                    <a16:creationId xmlns:a16="http://schemas.microsoft.com/office/drawing/2014/main" id="{F55BAC01-2F5A-51F8-8706-3DC4C9B76803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7" name="pg802">
                <a:extLst>
                  <a:ext uri="{FF2B5EF4-FFF2-40B4-BE49-F238E27FC236}">
                    <a16:creationId xmlns:a16="http://schemas.microsoft.com/office/drawing/2014/main" id="{FCB3FCFB-9462-18A5-F549-31118C005D86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8" name="pg803">
                <a:extLst>
                  <a:ext uri="{FF2B5EF4-FFF2-40B4-BE49-F238E27FC236}">
                    <a16:creationId xmlns:a16="http://schemas.microsoft.com/office/drawing/2014/main" id="{AD14DB44-CBF6-9C6F-773F-9EC4648C4E4F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9" name="pg804">
                <a:extLst>
                  <a:ext uri="{FF2B5EF4-FFF2-40B4-BE49-F238E27FC236}">
                    <a16:creationId xmlns:a16="http://schemas.microsoft.com/office/drawing/2014/main" id="{92C38642-E537-A7DA-0C41-CF986F5F43ED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0" name="pg805">
                <a:extLst>
                  <a:ext uri="{FF2B5EF4-FFF2-40B4-BE49-F238E27FC236}">
                    <a16:creationId xmlns:a16="http://schemas.microsoft.com/office/drawing/2014/main" id="{77AAB395-1516-5F38-2C0D-3FAB9C0E074E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1" name="pg806">
                <a:extLst>
                  <a:ext uri="{FF2B5EF4-FFF2-40B4-BE49-F238E27FC236}">
                    <a16:creationId xmlns:a16="http://schemas.microsoft.com/office/drawing/2014/main" id="{52A65BDF-E490-EC21-DA73-F26C7A913794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2" name="pg807">
                <a:extLst>
                  <a:ext uri="{FF2B5EF4-FFF2-40B4-BE49-F238E27FC236}">
                    <a16:creationId xmlns:a16="http://schemas.microsoft.com/office/drawing/2014/main" id="{509FB0A4-113E-0BB9-737B-7B47566A808A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3" name="pg808">
                <a:extLst>
                  <a:ext uri="{FF2B5EF4-FFF2-40B4-BE49-F238E27FC236}">
                    <a16:creationId xmlns:a16="http://schemas.microsoft.com/office/drawing/2014/main" id="{974EDCAE-F381-EFEC-31BB-3BB3CAF9F194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4" name="pg809">
                <a:extLst>
                  <a:ext uri="{FF2B5EF4-FFF2-40B4-BE49-F238E27FC236}">
                    <a16:creationId xmlns:a16="http://schemas.microsoft.com/office/drawing/2014/main" id="{D6FEF6D7-FFCA-4D50-D47C-3D2EB3A18229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5" name="pg810">
                <a:extLst>
                  <a:ext uri="{FF2B5EF4-FFF2-40B4-BE49-F238E27FC236}">
                    <a16:creationId xmlns:a16="http://schemas.microsoft.com/office/drawing/2014/main" id="{18E11905-EC01-54B4-3E5A-967C05997EBC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6" name="pg811">
                <a:extLst>
                  <a:ext uri="{FF2B5EF4-FFF2-40B4-BE49-F238E27FC236}">
                    <a16:creationId xmlns:a16="http://schemas.microsoft.com/office/drawing/2014/main" id="{607BD2EA-C3C2-74D4-4F19-E1FB167FA6E0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7" name="pg812">
                <a:extLst>
                  <a:ext uri="{FF2B5EF4-FFF2-40B4-BE49-F238E27FC236}">
                    <a16:creationId xmlns:a16="http://schemas.microsoft.com/office/drawing/2014/main" id="{0D463F13-570E-FAAA-20A7-745D8D0734FC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8" name="pg813">
                <a:extLst>
                  <a:ext uri="{FF2B5EF4-FFF2-40B4-BE49-F238E27FC236}">
                    <a16:creationId xmlns:a16="http://schemas.microsoft.com/office/drawing/2014/main" id="{103ED4BD-46A6-7EFD-102A-9A72017BE798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9" name="pg814">
                <a:extLst>
                  <a:ext uri="{FF2B5EF4-FFF2-40B4-BE49-F238E27FC236}">
                    <a16:creationId xmlns:a16="http://schemas.microsoft.com/office/drawing/2014/main" id="{1083BE8A-BA0E-09AC-6FA4-F4B6527E8824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0" name="pg815">
                <a:extLst>
                  <a:ext uri="{FF2B5EF4-FFF2-40B4-BE49-F238E27FC236}">
                    <a16:creationId xmlns:a16="http://schemas.microsoft.com/office/drawing/2014/main" id="{B13DF1EE-816A-1424-F06E-F7FBF85396BD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1" name="pg816">
                <a:extLst>
                  <a:ext uri="{FF2B5EF4-FFF2-40B4-BE49-F238E27FC236}">
                    <a16:creationId xmlns:a16="http://schemas.microsoft.com/office/drawing/2014/main" id="{601D4CFA-B6FD-88BB-5C51-C5395B746083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2" name="pg817">
                <a:extLst>
                  <a:ext uri="{FF2B5EF4-FFF2-40B4-BE49-F238E27FC236}">
                    <a16:creationId xmlns:a16="http://schemas.microsoft.com/office/drawing/2014/main" id="{D1D978B1-97ED-50E6-E267-5C28D5218EF4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3" name="pg818">
                <a:extLst>
                  <a:ext uri="{FF2B5EF4-FFF2-40B4-BE49-F238E27FC236}">
                    <a16:creationId xmlns:a16="http://schemas.microsoft.com/office/drawing/2014/main" id="{B0AAEE2E-B6FE-DEC0-CE2E-C35B119F0AAC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4" name="pg819">
                <a:extLst>
                  <a:ext uri="{FF2B5EF4-FFF2-40B4-BE49-F238E27FC236}">
                    <a16:creationId xmlns:a16="http://schemas.microsoft.com/office/drawing/2014/main" id="{B4A61585-1B8E-0AC6-4EEC-DEE6C9BAB3E8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5" name="pg820">
                <a:extLst>
                  <a:ext uri="{FF2B5EF4-FFF2-40B4-BE49-F238E27FC236}">
                    <a16:creationId xmlns:a16="http://schemas.microsoft.com/office/drawing/2014/main" id="{FAE9737C-E034-BC29-7A85-5F52B5A7A2AC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6" name="pg821">
                <a:extLst>
                  <a:ext uri="{FF2B5EF4-FFF2-40B4-BE49-F238E27FC236}">
                    <a16:creationId xmlns:a16="http://schemas.microsoft.com/office/drawing/2014/main" id="{EC7C17A4-07C3-1CEE-12BA-B6C0637A82DF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7" name="pg822">
                <a:extLst>
                  <a:ext uri="{FF2B5EF4-FFF2-40B4-BE49-F238E27FC236}">
                    <a16:creationId xmlns:a16="http://schemas.microsoft.com/office/drawing/2014/main" id="{64FADD74-C1FE-CD9C-B1E2-AADCFD305910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8" name="pg823">
                <a:extLst>
                  <a:ext uri="{FF2B5EF4-FFF2-40B4-BE49-F238E27FC236}">
                    <a16:creationId xmlns:a16="http://schemas.microsoft.com/office/drawing/2014/main" id="{6ABF7AEC-450F-61BF-95BE-0F7F89D868C5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9" name="pg824">
                <a:extLst>
                  <a:ext uri="{FF2B5EF4-FFF2-40B4-BE49-F238E27FC236}">
                    <a16:creationId xmlns:a16="http://schemas.microsoft.com/office/drawing/2014/main" id="{74E33D78-C62A-509E-F1F1-22F785A1928F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0" name="pg825">
                <a:extLst>
                  <a:ext uri="{FF2B5EF4-FFF2-40B4-BE49-F238E27FC236}">
                    <a16:creationId xmlns:a16="http://schemas.microsoft.com/office/drawing/2014/main" id="{38E53F98-7772-EF6E-C71E-71CE224572B7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1" name="pg826">
                <a:extLst>
                  <a:ext uri="{FF2B5EF4-FFF2-40B4-BE49-F238E27FC236}">
                    <a16:creationId xmlns:a16="http://schemas.microsoft.com/office/drawing/2014/main" id="{64B67CC6-FDA5-6FC6-FE41-A70B46020D95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2" name="pg827">
                <a:extLst>
                  <a:ext uri="{FF2B5EF4-FFF2-40B4-BE49-F238E27FC236}">
                    <a16:creationId xmlns:a16="http://schemas.microsoft.com/office/drawing/2014/main" id="{39ECACB0-60CA-E3F6-7537-BA7158571633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3" name="pg828">
                <a:extLst>
                  <a:ext uri="{FF2B5EF4-FFF2-40B4-BE49-F238E27FC236}">
                    <a16:creationId xmlns:a16="http://schemas.microsoft.com/office/drawing/2014/main" id="{3F59A96B-C3BA-6943-A602-24B42CA1309A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4" name="pg829">
                <a:extLst>
                  <a:ext uri="{FF2B5EF4-FFF2-40B4-BE49-F238E27FC236}">
                    <a16:creationId xmlns:a16="http://schemas.microsoft.com/office/drawing/2014/main" id="{976E2D7F-6720-17F7-8694-7B614A1067CE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5" name="pg830">
                <a:extLst>
                  <a:ext uri="{FF2B5EF4-FFF2-40B4-BE49-F238E27FC236}">
                    <a16:creationId xmlns:a16="http://schemas.microsoft.com/office/drawing/2014/main" id="{9862450B-D2A2-3410-C6A2-176397B533B6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6" name="pg831">
                <a:extLst>
                  <a:ext uri="{FF2B5EF4-FFF2-40B4-BE49-F238E27FC236}">
                    <a16:creationId xmlns:a16="http://schemas.microsoft.com/office/drawing/2014/main" id="{D3C057DD-234C-11BE-59E8-359BB21FF53F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7" name="pg832">
                <a:extLst>
                  <a:ext uri="{FF2B5EF4-FFF2-40B4-BE49-F238E27FC236}">
                    <a16:creationId xmlns:a16="http://schemas.microsoft.com/office/drawing/2014/main" id="{AAB9C26E-8BF3-EEFC-4C5E-D409F05089C2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8" name="pg833">
                <a:extLst>
                  <a:ext uri="{FF2B5EF4-FFF2-40B4-BE49-F238E27FC236}">
                    <a16:creationId xmlns:a16="http://schemas.microsoft.com/office/drawing/2014/main" id="{3347335E-0D36-139B-0F0C-77B434597B3A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9" name="pg834">
                <a:extLst>
                  <a:ext uri="{FF2B5EF4-FFF2-40B4-BE49-F238E27FC236}">
                    <a16:creationId xmlns:a16="http://schemas.microsoft.com/office/drawing/2014/main" id="{ADD135F9-44E9-44E1-1D7F-8544C19FB152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0" name="pg835">
                <a:extLst>
                  <a:ext uri="{FF2B5EF4-FFF2-40B4-BE49-F238E27FC236}">
                    <a16:creationId xmlns:a16="http://schemas.microsoft.com/office/drawing/2014/main" id="{F75E7301-EB17-5225-587D-DFF0C654EE71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1" name="pg836">
                <a:extLst>
                  <a:ext uri="{FF2B5EF4-FFF2-40B4-BE49-F238E27FC236}">
                    <a16:creationId xmlns:a16="http://schemas.microsoft.com/office/drawing/2014/main" id="{ED5E32D1-6018-8E1F-E568-AC1A18B40128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2" name="pg837">
                <a:extLst>
                  <a:ext uri="{FF2B5EF4-FFF2-40B4-BE49-F238E27FC236}">
                    <a16:creationId xmlns:a16="http://schemas.microsoft.com/office/drawing/2014/main" id="{CEDE8855-DFAE-9E94-FE1F-8E745F1C3B64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3" name="pg838">
                <a:extLst>
                  <a:ext uri="{FF2B5EF4-FFF2-40B4-BE49-F238E27FC236}">
                    <a16:creationId xmlns:a16="http://schemas.microsoft.com/office/drawing/2014/main" id="{ED1AC566-DBF9-B13A-DF35-6FEFDB07B6D4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4" name="pg839">
                <a:extLst>
                  <a:ext uri="{FF2B5EF4-FFF2-40B4-BE49-F238E27FC236}">
                    <a16:creationId xmlns:a16="http://schemas.microsoft.com/office/drawing/2014/main" id="{34793FEB-685A-5BDF-E381-4120196737B0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5" name="pg840">
                <a:extLst>
                  <a:ext uri="{FF2B5EF4-FFF2-40B4-BE49-F238E27FC236}">
                    <a16:creationId xmlns:a16="http://schemas.microsoft.com/office/drawing/2014/main" id="{9F0E7186-F716-54AB-0EB7-F039FB5FCB26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6" name="pg841">
                <a:extLst>
                  <a:ext uri="{FF2B5EF4-FFF2-40B4-BE49-F238E27FC236}">
                    <a16:creationId xmlns:a16="http://schemas.microsoft.com/office/drawing/2014/main" id="{036E327D-6870-7BA1-9C99-525EE7867C47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7" name="pg842">
                <a:extLst>
                  <a:ext uri="{FF2B5EF4-FFF2-40B4-BE49-F238E27FC236}">
                    <a16:creationId xmlns:a16="http://schemas.microsoft.com/office/drawing/2014/main" id="{1F851F7C-49FC-54E8-F3E3-024F5102AB98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8" name="pg843">
                <a:extLst>
                  <a:ext uri="{FF2B5EF4-FFF2-40B4-BE49-F238E27FC236}">
                    <a16:creationId xmlns:a16="http://schemas.microsoft.com/office/drawing/2014/main" id="{5E8BE693-8D22-09D4-0734-775A034D33F8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9" name="pg844">
                <a:extLst>
                  <a:ext uri="{FF2B5EF4-FFF2-40B4-BE49-F238E27FC236}">
                    <a16:creationId xmlns:a16="http://schemas.microsoft.com/office/drawing/2014/main" id="{45F6361A-7D8C-9B7C-7EC8-1B88B1A091EA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0" name="pg845">
                <a:extLst>
                  <a:ext uri="{FF2B5EF4-FFF2-40B4-BE49-F238E27FC236}">
                    <a16:creationId xmlns:a16="http://schemas.microsoft.com/office/drawing/2014/main" id="{C3E8EEFF-1B17-D342-B151-978C40D6E486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1" name="pg846">
                <a:extLst>
                  <a:ext uri="{FF2B5EF4-FFF2-40B4-BE49-F238E27FC236}">
                    <a16:creationId xmlns:a16="http://schemas.microsoft.com/office/drawing/2014/main" id="{D29720D2-44F2-0383-6D9B-B6A100F1EEC3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2" name="pg847">
                <a:extLst>
                  <a:ext uri="{FF2B5EF4-FFF2-40B4-BE49-F238E27FC236}">
                    <a16:creationId xmlns:a16="http://schemas.microsoft.com/office/drawing/2014/main" id="{9ABB6D01-CF63-DC81-BEE9-E59A33C0E050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3" name="pg848">
                <a:extLst>
                  <a:ext uri="{FF2B5EF4-FFF2-40B4-BE49-F238E27FC236}">
                    <a16:creationId xmlns:a16="http://schemas.microsoft.com/office/drawing/2014/main" id="{F65DDF78-2E74-15E6-DDE2-92320924B869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4" name="pg849">
                <a:extLst>
                  <a:ext uri="{FF2B5EF4-FFF2-40B4-BE49-F238E27FC236}">
                    <a16:creationId xmlns:a16="http://schemas.microsoft.com/office/drawing/2014/main" id="{C82DFBDD-A021-A993-77F0-F88EB3283C07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5" name="pg850">
                <a:extLst>
                  <a:ext uri="{FF2B5EF4-FFF2-40B4-BE49-F238E27FC236}">
                    <a16:creationId xmlns:a16="http://schemas.microsoft.com/office/drawing/2014/main" id="{56D512CC-AEFE-38A2-69F0-291AFD501335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6" name="pg851">
                <a:extLst>
                  <a:ext uri="{FF2B5EF4-FFF2-40B4-BE49-F238E27FC236}">
                    <a16:creationId xmlns:a16="http://schemas.microsoft.com/office/drawing/2014/main" id="{72FC2067-345D-39F1-A5B8-E22781F9F94E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7" name="pg852">
                <a:extLst>
                  <a:ext uri="{FF2B5EF4-FFF2-40B4-BE49-F238E27FC236}">
                    <a16:creationId xmlns:a16="http://schemas.microsoft.com/office/drawing/2014/main" id="{948D79A0-A344-3646-A7EC-A6DF3F3D73E5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8" name="pg853">
                <a:extLst>
                  <a:ext uri="{FF2B5EF4-FFF2-40B4-BE49-F238E27FC236}">
                    <a16:creationId xmlns:a16="http://schemas.microsoft.com/office/drawing/2014/main" id="{643DC99C-E4B6-9AB2-2B0E-DA48200BB20A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9" name="pg854">
                <a:extLst>
                  <a:ext uri="{FF2B5EF4-FFF2-40B4-BE49-F238E27FC236}">
                    <a16:creationId xmlns:a16="http://schemas.microsoft.com/office/drawing/2014/main" id="{9AB128DF-0C04-05DC-3F60-82BCD2E06888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0" name="pg855">
                <a:extLst>
                  <a:ext uri="{FF2B5EF4-FFF2-40B4-BE49-F238E27FC236}">
                    <a16:creationId xmlns:a16="http://schemas.microsoft.com/office/drawing/2014/main" id="{9F305886-55AF-6B39-3588-794E0EF3862E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1" name="pg856">
                <a:extLst>
                  <a:ext uri="{FF2B5EF4-FFF2-40B4-BE49-F238E27FC236}">
                    <a16:creationId xmlns:a16="http://schemas.microsoft.com/office/drawing/2014/main" id="{A7BA77F5-1EB0-C073-A13F-1E642B5C98A5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2" name="pg857">
                <a:extLst>
                  <a:ext uri="{FF2B5EF4-FFF2-40B4-BE49-F238E27FC236}">
                    <a16:creationId xmlns:a16="http://schemas.microsoft.com/office/drawing/2014/main" id="{137848AF-ECEA-6D62-ED06-039C7CC25E79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3" name="pg858">
                <a:extLst>
                  <a:ext uri="{FF2B5EF4-FFF2-40B4-BE49-F238E27FC236}">
                    <a16:creationId xmlns:a16="http://schemas.microsoft.com/office/drawing/2014/main" id="{F5E3A146-AA8B-1E2E-3C3C-BCCCC0D06E35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4" name="pg859">
                <a:extLst>
                  <a:ext uri="{FF2B5EF4-FFF2-40B4-BE49-F238E27FC236}">
                    <a16:creationId xmlns:a16="http://schemas.microsoft.com/office/drawing/2014/main" id="{7FCB08FD-CE8F-4E7B-CB7F-D0ED8F603E3F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5" name="pg860">
                <a:extLst>
                  <a:ext uri="{FF2B5EF4-FFF2-40B4-BE49-F238E27FC236}">
                    <a16:creationId xmlns:a16="http://schemas.microsoft.com/office/drawing/2014/main" id="{7498EC7D-9140-A306-E850-C3A95442BE2D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6" name="pg861">
                <a:extLst>
                  <a:ext uri="{FF2B5EF4-FFF2-40B4-BE49-F238E27FC236}">
                    <a16:creationId xmlns:a16="http://schemas.microsoft.com/office/drawing/2014/main" id="{F71D500A-BD9D-C9F7-F6F8-8D654CC16737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7" name="pg862">
                <a:extLst>
                  <a:ext uri="{FF2B5EF4-FFF2-40B4-BE49-F238E27FC236}">
                    <a16:creationId xmlns:a16="http://schemas.microsoft.com/office/drawing/2014/main" id="{0F454399-23B5-7091-871B-9604ABCCC922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8" name="pg863">
                <a:extLst>
                  <a:ext uri="{FF2B5EF4-FFF2-40B4-BE49-F238E27FC236}">
                    <a16:creationId xmlns:a16="http://schemas.microsoft.com/office/drawing/2014/main" id="{5F39D6AF-4EBC-E8B7-6251-34DBE4F62986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9" name="pg864">
                <a:extLst>
                  <a:ext uri="{FF2B5EF4-FFF2-40B4-BE49-F238E27FC236}">
                    <a16:creationId xmlns:a16="http://schemas.microsoft.com/office/drawing/2014/main" id="{86C0887F-D4B1-1FB8-A5EB-3567055D93E0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0" name="pg865">
                <a:extLst>
                  <a:ext uri="{FF2B5EF4-FFF2-40B4-BE49-F238E27FC236}">
                    <a16:creationId xmlns:a16="http://schemas.microsoft.com/office/drawing/2014/main" id="{BE68F94D-3384-27EB-A91B-576893293A6F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1" name="pg866">
                <a:extLst>
                  <a:ext uri="{FF2B5EF4-FFF2-40B4-BE49-F238E27FC236}">
                    <a16:creationId xmlns:a16="http://schemas.microsoft.com/office/drawing/2014/main" id="{58DAF3B4-8B8F-0892-2600-545356B1C4BE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2" name="pg867">
                <a:extLst>
                  <a:ext uri="{FF2B5EF4-FFF2-40B4-BE49-F238E27FC236}">
                    <a16:creationId xmlns:a16="http://schemas.microsoft.com/office/drawing/2014/main" id="{5238C208-FB8D-2302-774D-2C3B898765BA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3" name="pg868">
                <a:extLst>
                  <a:ext uri="{FF2B5EF4-FFF2-40B4-BE49-F238E27FC236}">
                    <a16:creationId xmlns:a16="http://schemas.microsoft.com/office/drawing/2014/main" id="{DE75A97E-BBF0-DACD-6868-F5233000D78F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4" name="pg869">
                <a:extLst>
                  <a:ext uri="{FF2B5EF4-FFF2-40B4-BE49-F238E27FC236}">
                    <a16:creationId xmlns:a16="http://schemas.microsoft.com/office/drawing/2014/main" id="{CDD0A00C-D7EF-73DB-1259-58DB40193447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5" name="pg870">
                <a:extLst>
                  <a:ext uri="{FF2B5EF4-FFF2-40B4-BE49-F238E27FC236}">
                    <a16:creationId xmlns:a16="http://schemas.microsoft.com/office/drawing/2014/main" id="{45C00FA0-038B-5117-A1FF-23ACF227659A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6" name="pg871">
                <a:extLst>
                  <a:ext uri="{FF2B5EF4-FFF2-40B4-BE49-F238E27FC236}">
                    <a16:creationId xmlns:a16="http://schemas.microsoft.com/office/drawing/2014/main" id="{B334503E-4780-00BD-E16F-05017719D186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7" name="pg872">
                <a:extLst>
                  <a:ext uri="{FF2B5EF4-FFF2-40B4-BE49-F238E27FC236}">
                    <a16:creationId xmlns:a16="http://schemas.microsoft.com/office/drawing/2014/main" id="{C7012BF0-3B9F-E03F-E93F-A548D01B8962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8" name="pg873">
                <a:extLst>
                  <a:ext uri="{FF2B5EF4-FFF2-40B4-BE49-F238E27FC236}">
                    <a16:creationId xmlns:a16="http://schemas.microsoft.com/office/drawing/2014/main" id="{14F8195C-4221-E037-D0DF-0D0CF4C64C5E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9" name="pg874">
                <a:extLst>
                  <a:ext uri="{FF2B5EF4-FFF2-40B4-BE49-F238E27FC236}">
                    <a16:creationId xmlns:a16="http://schemas.microsoft.com/office/drawing/2014/main" id="{F6F4A21D-E4F8-B5CD-52B3-6FFC8CA384D5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0" name="pg875">
                <a:extLst>
                  <a:ext uri="{FF2B5EF4-FFF2-40B4-BE49-F238E27FC236}">
                    <a16:creationId xmlns:a16="http://schemas.microsoft.com/office/drawing/2014/main" id="{EA27FBBB-A3D1-73EE-639D-FDFBA2652197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1" name="pg876">
                <a:extLst>
                  <a:ext uri="{FF2B5EF4-FFF2-40B4-BE49-F238E27FC236}">
                    <a16:creationId xmlns:a16="http://schemas.microsoft.com/office/drawing/2014/main" id="{C2D522B0-1EF5-FDFB-F155-1050A13DAF38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2" name="pg877">
                <a:extLst>
                  <a:ext uri="{FF2B5EF4-FFF2-40B4-BE49-F238E27FC236}">
                    <a16:creationId xmlns:a16="http://schemas.microsoft.com/office/drawing/2014/main" id="{D0307902-B8B9-5077-708B-1388F86F18D7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3" name="pg878">
                <a:extLst>
                  <a:ext uri="{FF2B5EF4-FFF2-40B4-BE49-F238E27FC236}">
                    <a16:creationId xmlns:a16="http://schemas.microsoft.com/office/drawing/2014/main" id="{966AE0C1-1910-D176-49C3-9E075C440E29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4" name="pg879">
                <a:extLst>
                  <a:ext uri="{FF2B5EF4-FFF2-40B4-BE49-F238E27FC236}">
                    <a16:creationId xmlns:a16="http://schemas.microsoft.com/office/drawing/2014/main" id="{935CAE2E-88A7-4B1C-D55B-0D9B50131B7F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5" name="pg880">
                <a:extLst>
                  <a:ext uri="{FF2B5EF4-FFF2-40B4-BE49-F238E27FC236}">
                    <a16:creationId xmlns:a16="http://schemas.microsoft.com/office/drawing/2014/main" id="{FC303ED2-CF59-2933-DAC7-5A9DDF23CEBF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6" name="pg881">
                <a:extLst>
                  <a:ext uri="{FF2B5EF4-FFF2-40B4-BE49-F238E27FC236}">
                    <a16:creationId xmlns:a16="http://schemas.microsoft.com/office/drawing/2014/main" id="{9219E17D-8959-A79F-7475-B124AE8173A6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7" name="pg882">
                <a:extLst>
                  <a:ext uri="{FF2B5EF4-FFF2-40B4-BE49-F238E27FC236}">
                    <a16:creationId xmlns:a16="http://schemas.microsoft.com/office/drawing/2014/main" id="{7CFE5139-FF36-1108-A953-99738D50DBD2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B203C">
                  <a:alpha val="100000"/>
                </a:srgbClr>
              </a:solidFill>
              <a:ln w="5420" cap="flat">
                <a:solidFill>
                  <a:srgbClr val="2B203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8" name="pg883">
                <a:extLst>
                  <a:ext uri="{FF2B5EF4-FFF2-40B4-BE49-F238E27FC236}">
                    <a16:creationId xmlns:a16="http://schemas.microsoft.com/office/drawing/2014/main" id="{8C896028-54DF-5A7B-D55F-2AC38F786068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E38">
                  <a:alpha val="100000"/>
                </a:srgbClr>
              </a:solidFill>
              <a:ln w="5420" cap="flat">
                <a:solidFill>
                  <a:srgbClr val="291E3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9" name="pg884">
                <a:extLst>
                  <a:ext uri="{FF2B5EF4-FFF2-40B4-BE49-F238E27FC236}">
                    <a16:creationId xmlns:a16="http://schemas.microsoft.com/office/drawing/2014/main" id="{61215301-B618-E0BC-816E-AA638ADB381E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F39">
                  <a:alpha val="100000"/>
                </a:srgbClr>
              </a:solidFill>
              <a:ln w="5420" cap="flat">
                <a:solidFill>
                  <a:srgbClr val="291F3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0" name="pg885">
                <a:extLst>
                  <a:ext uri="{FF2B5EF4-FFF2-40B4-BE49-F238E27FC236}">
                    <a16:creationId xmlns:a16="http://schemas.microsoft.com/office/drawing/2014/main" id="{15AFB719-DF52-CA31-B41D-BD9862E7FD65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C213E">
                  <a:alpha val="100000"/>
                </a:srgbClr>
              </a:solidFill>
              <a:ln w="5420" cap="flat">
                <a:solidFill>
                  <a:srgbClr val="2C213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1" name="pg886">
                <a:extLst>
                  <a:ext uri="{FF2B5EF4-FFF2-40B4-BE49-F238E27FC236}">
                    <a16:creationId xmlns:a16="http://schemas.microsoft.com/office/drawing/2014/main" id="{55547E88-F437-046C-8AFB-1A09F9D13113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548">
                  <a:alpha val="100000"/>
                </a:srgbClr>
              </a:solidFill>
              <a:ln w="5420" cap="flat">
                <a:solidFill>
                  <a:srgbClr val="31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2" name="pg887">
                <a:extLst>
                  <a:ext uri="{FF2B5EF4-FFF2-40B4-BE49-F238E27FC236}">
                    <a16:creationId xmlns:a16="http://schemas.microsoft.com/office/drawing/2014/main" id="{C0FF4762-0394-16AB-3885-E6A2207D2DF3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3" name="pg888">
                <a:extLst>
                  <a:ext uri="{FF2B5EF4-FFF2-40B4-BE49-F238E27FC236}">
                    <a16:creationId xmlns:a16="http://schemas.microsoft.com/office/drawing/2014/main" id="{BC147BF5-2AF9-74C2-119E-9C81E1375209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4" name="pg889">
                <a:extLst>
                  <a:ext uri="{FF2B5EF4-FFF2-40B4-BE49-F238E27FC236}">
                    <a16:creationId xmlns:a16="http://schemas.microsoft.com/office/drawing/2014/main" id="{220EB1D7-A78D-3177-9B06-C50EEC68D769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5" name="pg890">
                <a:extLst>
                  <a:ext uri="{FF2B5EF4-FFF2-40B4-BE49-F238E27FC236}">
                    <a16:creationId xmlns:a16="http://schemas.microsoft.com/office/drawing/2014/main" id="{5749F7DE-BF80-67F8-6079-9A375E8F0AFA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6" name="pg891">
                <a:extLst>
                  <a:ext uri="{FF2B5EF4-FFF2-40B4-BE49-F238E27FC236}">
                    <a16:creationId xmlns:a16="http://schemas.microsoft.com/office/drawing/2014/main" id="{0AEE619A-FEFE-91E8-7A0C-7223DC72D501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7" name="pg892">
                <a:extLst>
                  <a:ext uri="{FF2B5EF4-FFF2-40B4-BE49-F238E27FC236}">
                    <a16:creationId xmlns:a16="http://schemas.microsoft.com/office/drawing/2014/main" id="{6565645C-26F1-B1D1-EF99-428BEBDF549E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8" name="pg893">
                <a:extLst>
                  <a:ext uri="{FF2B5EF4-FFF2-40B4-BE49-F238E27FC236}">
                    <a16:creationId xmlns:a16="http://schemas.microsoft.com/office/drawing/2014/main" id="{08864035-3CB5-4F54-EB11-21087ABE5524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9" name="pg894">
                <a:extLst>
                  <a:ext uri="{FF2B5EF4-FFF2-40B4-BE49-F238E27FC236}">
                    <a16:creationId xmlns:a16="http://schemas.microsoft.com/office/drawing/2014/main" id="{4CCCFE53-6DF9-5599-D0D0-214DA3A32B1E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0" name="pg895">
                <a:extLst>
                  <a:ext uri="{FF2B5EF4-FFF2-40B4-BE49-F238E27FC236}">
                    <a16:creationId xmlns:a16="http://schemas.microsoft.com/office/drawing/2014/main" id="{1621548B-57DB-34C2-B02F-20FC805F1042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1" name="pg896">
                <a:extLst>
                  <a:ext uri="{FF2B5EF4-FFF2-40B4-BE49-F238E27FC236}">
                    <a16:creationId xmlns:a16="http://schemas.microsoft.com/office/drawing/2014/main" id="{FAEF81EE-8352-F9F4-2FF8-7FF14A4E5AA4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2" name="pg897">
                <a:extLst>
                  <a:ext uri="{FF2B5EF4-FFF2-40B4-BE49-F238E27FC236}">
                    <a16:creationId xmlns:a16="http://schemas.microsoft.com/office/drawing/2014/main" id="{A8D8C417-39C0-1716-FACF-BFEE01240FBB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3" name="pg898">
                <a:extLst>
                  <a:ext uri="{FF2B5EF4-FFF2-40B4-BE49-F238E27FC236}">
                    <a16:creationId xmlns:a16="http://schemas.microsoft.com/office/drawing/2014/main" id="{D566A1FD-8C2C-B3E4-6CE9-6082C00C9FBC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4" name="pg899">
                <a:extLst>
                  <a:ext uri="{FF2B5EF4-FFF2-40B4-BE49-F238E27FC236}">
                    <a16:creationId xmlns:a16="http://schemas.microsoft.com/office/drawing/2014/main" id="{FFA47EDD-871B-CDFF-33DA-729DE0D7EAF3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5" name="pg900">
                <a:extLst>
                  <a:ext uri="{FF2B5EF4-FFF2-40B4-BE49-F238E27FC236}">
                    <a16:creationId xmlns:a16="http://schemas.microsoft.com/office/drawing/2014/main" id="{CF41AD7F-FA53-AF88-B396-1BC4F9386602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61C34">
                  <a:alpha val="100000"/>
                </a:srgbClr>
              </a:solidFill>
              <a:ln w="5420" cap="flat">
                <a:solidFill>
                  <a:srgbClr val="261C3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6" name="pg901">
                <a:extLst>
                  <a:ext uri="{FF2B5EF4-FFF2-40B4-BE49-F238E27FC236}">
                    <a16:creationId xmlns:a16="http://schemas.microsoft.com/office/drawing/2014/main" id="{D8DA85ED-53DD-DD12-D4FB-D867FCF37973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41B30">
                  <a:alpha val="100000"/>
                </a:srgbClr>
              </a:solidFill>
              <a:ln w="5420" cap="flat">
                <a:solidFill>
                  <a:srgbClr val="241B3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7" name="pg902">
                <a:extLst>
                  <a:ext uri="{FF2B5EF4-FFF2-40B4-BE49-F238E27FC236}">
                    <a16:creationId xmlns:a16="http://schemas.microsoft.com/office/drawing/2014/main" id="{77675F14-73F9-53E7-6C08-7C7773F743F7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51B31">
                  <a:alpha val="100000"/>
                </a:srgbClr>
              </a:solidFill>
              <a:ln w="5420" cap="flat">
                <a:solidFill>
                  <a:srgbClr val="251B3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8" name="pg903">
                <a:extLst>
                  <a:ext uri="{FF2B5EF4-FFF2-40B4-BE49-F238E27FC236}">
                    <a16:creationId xmlns:a16="http://schemas.microsoft.com/office/drawing/2014/main" id="{7769D30D-5F14-CD76-C5DF-3838E178A6C0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81D36">
                  <a:alpha val="100000"/>
                </a:srgbClr>
              </a:solidFill>
              <a:ln w="5420" cap="flat">
                <a:solidFill>
                  <a:srgbClr val="281D3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9" name="pg904">
                <a:extLst>
                  <a:ext uri="{FF2B5EF4-FFF2-40B4-BE49-F238E27FC236}">
                    <a16:creationId xmlns:a16="http://schemas.microsoft.com/office/drawing/2014/main" id="{4C59D146-6814-CA40-39A8-DBAD70175AC2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D213F">
                  <a:alpha val="100000"/>
                </a:srgbClr>
              </a:solidFill>
              <a:ln w="5420" cap="flat">
                <a:solidFill>
                  <a:srgbClr val="2D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0" name="pg905">
                <a:extLst>
                  <a:ext uri="{FF2B5EF4-FFF2-40B4-BE49-F238E27FC236}">
                    <a16:creationId xmlns:a16="http://schemas.microsoft.com/office/drawing/2014/main" id="{FCE2ED95-7D46-89F7-8C18-0AD33E7B0DA6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B">
                  <a:alpha val="100000"/>
                </a:srgbClr>
              </a:solidFill>
              <a:ln w="5420" cap="flat">
                <a:solidFill>
                  <a:srgbClr val="33264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1" name="pg906">
                <a:extLst>
                  <a:ext uri="{FF2B5EF4-FFF2-40B4-BE49-F238E27FC236}">
                    <a16:creationId xmlns:a16="http://schemas.microsoft.com/office/drawing/2014/main" id="{D5A8761D-52AF-BE91-9AD2-E2D833F93FF5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2" name="pg907">
                <a:extLst>
                  <a:ext uri="{FF2B5EF4-FFF2-40B4-BE49-F238E27FC236}">
                    <a16:creationId xmlns:a16="http://schemas.microsoft.com/office/drawing/2014/main" id="{05915B92-8855-A0F5-48B5-281BA596399E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3" name="pg908">
                <a:extLst>
                  <a:ext uri="{FF2B5EF4-FFF2-40B4-BE49-F238E27FC236}">
                    <a16:creationId xmlns:a16="http://schemas.microsoft.com/office/drawing/2014/main" id="{F857CFFB-E833-B313-1555-168D0DEEFCB9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4" name="pg909">
                <a:extLst>
                  <a:ext uri="{FF2B5EF4-FFF2-40B4-BE49-F238E27FC236}">
                    <a16:creationId xmlns:a16="http://schemas.microsoft.com/office/drawing/2014/main" id="{54736968-15B3-456C-DC0E-42B471355485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5" name="pg910">
                <a:extLst>
                  <a:ext uri="{FF2B5EF4-FFF2-40B4-BE49-F238E27FC236}">
                    <a16:creationId xmlns:a16="http://schemas.microsoft.com/office/drawing/2014/main" id="{4D4C721C-B41D-4D85-BFB1-BC2011765A60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6" name="pg911">
                <a:extLst>
                  <a:ext uri="{FF2B5EF4-FFF2-40B4-BE49-F238E27FC236}">
                    <a16:creationId xmlns:a16="http://schemas.microsoft.com/office/drawing/2014/main" id="{BC40841F-F8E7-D1ED-DE7F-1C76CBC383A1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7" name="pg912">
                <a:extLst>
                  <a:ext uri="{FF2B5EF4-FFF2-40B4-BE49-F238E27FC236}">
                    <a16:creationId xmlns:a16="http://schemas.microsoft.com/office/drawing/2014/main" id="{E587516C-954C-9C56-AF7A-905352EF0FF1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8" name="pg913">
                <a:extLst>
                  <a:ext uri="{FF2B5EF4-FFF2-40B4-BE49-F238E27FC236}">
                    <a16:creationId xmlns:a16="http://schemas.microsoft.com/office/drawing/2014/main" id="{4F899CB5-B1FA-83B5-2084-0F6D74FBC431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9" name="pg914">
                <a:extLst>
                  <a:ext uri="{FF2B5EF4-FFF2-40B4-BE49-F238E27FC236}">
                    <a16:creationId xmlns:a16="http://schemas.microsoft.com/office/drawing/2014/main" id="{F3549451-6553-89F9-399E-8283B9FE5F85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0" name="pg915">
                <a:extLst>
                  <a:ext uri="{FF2B5EF4-FFF2-40B4-BE49-F238E27FC236}">
                    <a16:creationId xmlns:a16="http://schemas.microsoft.com/office/drawing/2014/main" id="{30D32811-87E8-31CB-85A4-80B1BC889196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1" name="pg916">
                <a:extLst>
                  <a:ext uri="{FF2B5EF4-FFF2-40B4-BE49-F238E27FC236}">
                    <a16:creationId xmlns:a16="http://schemas.microsoft.com/office/drawing/2014/main" id="{C47C0162-993F-7215-5BE8-49788E3F6200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2" name="pg917">
                <a:extLst>
                  <a:ext uri="{FF2B5EF4-FFF2-40B4-BE49-F238E27FC236}">
                    <a16:creationId xmlns:a16="http://schemas.microsoft.com/office/drawing/2014/main" id="{2BEDC993-0FBA-EE6C-67E3-24FCEB4B3D40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3" name="pg918">
                <a:extLst>
                  <a:ext uri="{FF2B5EF4-FFF2-40B4-BE49-F238E27FC236}">
                    <a16:creationId xmlns:a16="http://schemas.microsoft.com/office/drawing/2014/main" id="{FEC3E15A-ED38-53DF-EEA0-2DAC549D2D9C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4" name="pg919">
                <a:extLst>
                  <a:ext uri="{FF2B5EF4-FFF2-40B4-BE49-F238E27FC236}">
                    <a16:creationId xmlns:a16="http://schemas.microsoft.com/office/drawing/2014/main" id="{FD38A0BC-EC47-2118-1755-E4B58EC1B7BC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5" name="pg920">
                <a:extLst>
                  <a:ext uri="{FF2B5EF4-FFF2-40B4-BE49-F238E27FC236}">
                    <a16:creationId xmlns:a16="http://schemas.microsoft.com/office/drawing/2014/main" id="{BAB63A8C-9BD2-FBA3-2A4F-45D2E8342E9F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6" name="pg921">
                <a:extLst>
                  <a:ext uri="{FF2B5EF4-FFF2-40B4-BE49-F238E27FC236}">
                    <a16:creationId xmlns:a16="http://schemas.microsoft.com/office/drawing/2014/main" id="{89D17D92-5A99-6792-CCA5-CB3F85D6D646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7" name="pg922">
                <a:extLst>
                  <a:ext uri="{FF2B5EF4-FFF2-40B4-BE49-F238E27FC236}">
                    <a16:creationId xmlns:a16="http://schemas.microsoft.com/office/drawing/2014/main" id="{6ECFC02F-E171-4957-525A-C05A17794B3A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8" name="pg923">
                <a:extLst>
                  <a:ext uri="{FF2B5EF4-FFF2-40B4-BE49-F238E27FC236}">
                    <a16:creationId xmlns:a16="http://schemas.microsoft.com/office/drawing/2014/main" id="{AAA4578C-3E36-01B3-2EC4-CFDB43AECB32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9" name="pg924">
                <a:extLst>
                  <a:ext uri="{FF2B5EF4-FFF2-40B4-BE49-F238E27FC236}">
                    <a16:creationId xmlns:a16="http://schemas.microsoft.com/office/drawing/2014/main" id="{1DBE17DB-F6D3-CD06-D40D-129DD20B0431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0" name="pg925">
                <a:extLst>
                  <a:ext uri="{FF2B5EF4-FFF2-40B4-BE49-F238E27FC236}">
                    <a16:creationId xmlns:a16="http://schemas.microsoft.com/office/drawing/2014/main" id="{1BA49EBB-8CDB-58E3-43CC-04BDDEA206BB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22549">
                  <a:alpha val="100000"/>
                </a:srgbClr>
              </a:solidFill>
              <a:ln w="5420" cap="flat">
                <a:solidFill>
                  <a:srgbClr val="32254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1" name="pg926">
                <a:extLst>
                  <a:ext uri="{FF2B5EF4-FFF2-40B4-BE49-F238E27FC236}">
                    <a16:creationId xmlns:a16="http://schemas.microsoft.com/office/drawing/2014/main" id="{FEBF264A-362C-4AEE-A7C6-530D038376A3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B203C">
                  <a:alpha val="100000"/>
                </a:srgbClr>
              </a:solidFill>
              <a:ln w="5420" cap="flat">
                <a:solidFill>
                  <a:srgbClr val="2B203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2" name="pg927">
                <a:extLst>
                  <a:ext uri="{FF2B5EF4-FFF2-40B4-BE49-F238E27FC236}">
                    <a16:creationId xmlns:a16="http://schemas.microsoft.com/office/drawing/2014/main" id="{8A21EADB-0E6A-AA59-DA29-3CBEBF69B19B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71D34">
                  <a:alpha val="100000"/>
                </a:srgbClr>
              </a:solidFill>
              <a:ln w="5420" cap="flat">
                <a:solidFill>
                  <a:srgbClr val="271D3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3" name="pg928">
                <a:extLst>
                  <a:ext uri="{FF2B5EF4-FFF2-40B4-BE49-F238E27FC236}">
                    <a16:creationId xmlns:a16="http://schemas.microsoft.com/office/drawing/2014/main" id="{05725D91-2A22-6B1E-4491-F51B113C5FB8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51B31">
                  <a:alpha val="100000"/>
                </a:srgbClr>
              </a:solidFill>
              <a:ln w="5420" cap="flat">
                <a:solidFill>
                  <a:srgbClr val="251B3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4" name="pg929">
                <a:extLst>
                  <a:ext uri="{FF2B5EF4-FFF2-40B4-BE49-F238E27FC236}">
                    <a16:creationId xmlns:a16="http://schemas.microsoft.com/office/drawing/2014/main" id="{494B1D95-39C1-0BB7-CD08-2CD713695575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51B31">
                  <a:alpha val="100000"/>
                </a:srgbClr>
              </a:solidFill>
              <a:ln w="5420" cap="flat">
                <a:solidFill>
                  <a:srgbClr val="251B3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5" name="pg930">
                <a:extLst>
                  <a:ext uri="{FF2B5EF4-FFF2-40B4-BE49-F238E27FC236}">
                    <a16:creationId xmlns:a16="http://schemas.microsoft.com/office/drawing/2014/main" id="{9F120728-9D79-B9E7-6F67-4D797AED9DB3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81D36">
                  <a:alpha val="100000"/>
                </a:srgbClr>
              </a:solidFill>
              <a:ln w="5420" cap="flat">
                <a:solidFill>
                  <a:srgbClr val="281D3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6" name="pg931">
                <a:extLst>
                  <a:ext uri="{FF2B5EF4-FFF2-40B4-BE49-F238E27FC236}">
                    <a16:creationId xmlns:a16="http://schemas.microsoft.com/office/drawing/2014/main" id="{BA8ACCC2-BEC4-5065-C900-351D5C01A9CA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D213F">
                  <a:alpha val="100000"/>
                </a:srgbClr>
              </a:solidFill>
              <a:ln w="5420" cap="flat">
                <a:solidFill>
                  <a:srgbClr val="2D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7" name="pg932">
                <a:extLst>
                  <a:ext uri="{FF2B5EF4-FFF2-40B4-BE49-F238E27FC236}">
                    <a16:creationId xmlns:a16="http://schemas.microsoft.com/office/drawing/2014/main" id="{4796073C-F7C0-58EA-8DCA-64D0462D2B66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A">
                  <a:alpha val="100000"/>
                </a:srgbClr>
              </a:solidFill>
              <a:ln w="5420" cap="flat">
                <a:solidFill>
                  <a:srgbClr val="33264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8" name="pg933">
                <a:extLst>
                  <a:ext uri="{FF2B5EF4-FFF2-40B4-BE49-F238E27FC236}">
                    <a16:creationId xmlns:a16="http://schemas.microsoft.com/office/drawing/2014/main" id="{76E22685-9D18-3AEC-2F89-EBBED981FFD6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9" name="pg934">
                <a:extLst>
                  <a:ext uri="{FF2B5EF4-FFF2-40B4-BE49-F238E27FC236}">
                    <a16:creationId xmlns:a16="http://schemas.microsoft.com/office/drawing/2014/main" id="{B730491D-26F9-74A5-C9E0-722D56BFA714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C">
                  <a:alpha val="100000"/>
                </a:srgbClr>
              </a:solidFill>
              <a:ln w="5420" cap="flat">
                <a:solidFill>
                  <a:srgbClr val="3B3C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0" name="pg935">
                <a:extLst>
                  <a:ext uri="{FF2B5EF4-FFF2-40B4-BE49-F238E27FC236}">
                    <a16:creationId xmlns:a16="http://schemas.microsoft.com/office/drawing/2014/main" id="{7E66B909-C0F0-C369-A632-25E95EA490EB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1" name="pg936">
                <a:extLst>
                  <a:ext uri="{FF2B5EF4-FFF2-40B4-BE49-F238E27FC236}">
                    <a16:creationId xmlns:a16="http://schemas.microsoft.com/office/drawing/2014/main" id="{DEF8BEAF-D604-7B80-F70F-82EF73BE0DA2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2" name="pg937">
                <a:extLst>
                  <a:ext uri="{FF2B5EF4-FFF2-40B4-BE49-F238E27FC236}">
                    <a16:creationId xmlns:a16="http://schemas.microsoft.com/office/drawing/2014/main" id="{864A4521-CE5F-1284-76DE-35B6A6A28139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3" name="pg938">
                <a:extLst>
                  <a:ext uri="{FF2B5EF4-FFF2-40B4-BE49-F238E27FC236}">
                    <a16:creationId xmlns:a16="http://schemas.microsoft.com/office/drawing/2014/main" id="{58F2E222-D40C-DCBA-0A4B-E32FBA0B6570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4" name="pg939">
                <a:extLst>
                  <a:ext uri="{FF2B5EF4-FFF2-40B4-BE49-F238E27FC236}">
                    <a16:creationId xmlns:a16="http://schemas.microsoft.com/office/drawing/2014/main" id="{D13649B0-50D5-1A9B-B941-5C5920601AB1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5" name="pg940">
                <a:extLst>
                  <a:ext uri="{FF2B5EF4-FFF2-40B4-BE49-F238E27FC236}">
                    <a16:creationId xmlns:a16="http://schemas.microsoft.com/office/drawing/2014/main" id="{73A0B216-BD85-47C5-E500-478562CAB3D3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6" name="pg941">
                <a:extLst>
                  <a:ext uri="{FF2B5EF4-FFF2-40B4-BE49-F238E27FC236}">
                    <a16:creationId xmlns:a16="http://schemas.microsoft.com/office/drawing/2014/main" id="{C904A3EB-7AF8-A188-3751-591058CEE357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7" name="pg942">
                <a:extLst>
                  <a:ext uri="{FF2B5EF4-FFF2-40B4-BE49-F238E27FC236}">
                    <a16:creationId xmlns:a16="http://schemas.microsoft.com/office/drawing/2014/main" id="{7B534AAC-B229-563B-FA84-7ABF6A759FEC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8" name="pg943">
                <a:extLst>
                  <a:ext uri="{FF2B5EF4-FFF2-40B4-BE49-F238E27FC236}">
                    <a16:creationId xmlns:a16="http://schemas.microsoft.com/office/drawing/2014/main" id="{CB24BC9C-CF98-DAF9-EEF9-495881EF796E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9" name="pg944">
                <a:extLst>
                  <a:ext uri="{FF2B5EF4-FFF2-40B4-BE49-F238E27FC236}">
                    <a16:creationId xmlns:a16="http://schemas.microsoft.com/office/drawing/2014/main" id="{3BE0F6B7-C20C-F18E-19BC-71640D46D1CC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0" name="pg945">
                <a:extLst>
                  <a:ext uri="{FF2B5EF4-FFF2-40B4-BE49-F238E27FC236}">
                    <a16:creationId xmlns:a16="http://schemas.microsoft.com/office/drawing/2014/main" id="{3B2ABD6B-690B-97AF-7412-66B0602819C3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1" name="pg946">
                <a:extLst>
                  <a:ext uri="{FF2B5EF4-FFF2-40B4-BE49-F238E27FC236}">
                    <a16:creationId xmlns:a16="http://schemas.microsoft.com/office/drawing/2014/main" id="{9273F046-BEFA-C49A-0334-5DED31E1D81B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2" name="pg947">
                <a:extLst>
                  <a:ext uri="{FF2B5EF4-FFF2-40B4-BE49-F238E27FC236}">
                    <a16:creationId xmlns:a16="http://schemas.microsoft.com/office/drawing/2014/main" id="{1C5C0B49-45FA-E9C6-F1AB-4F9F1A805805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3" name="pg948">
                <a:extLst>
                  <a:ext uri="{FF2B5EF4-FFF2-40B4-BE49-F238E27FC236}">
                    <a16:creationId xmlns:a16="http://schemas.microsoft.com/office/drawing/2014/main" id="{85CEE960-2335-0B84-2475-0C6EA297E71D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4" name="pg949">
                <a:extLst>
                  <a:ext uri="{FF2B5EF4-FFF2-40B4-BE49-F238E27FC236}">
                    <a16:creationId xmlns:a16="http://schemas.microsoft.com/office/drawing/2014/main" id="{515D4D15-8CCE-F1D7-ADFC-C9619C13F4E9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5" name="pg950">
                <a:extLst>
                  <a:ext uri="{FF2B5EF4-FFF2-40B4-BE49-F238E27FC236}">
                    <a16:creationId xmlns:a16="http://schemas.microsoft.com/office/drawing/2014/main" id="{A4D23CE3-3EDF-B85D-1C41-2F42E054664B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6" name="pg951">
                <a:extLst>
                  <a:ext uri="{FF2B5EF4-FFF2-40B4-BE49-F238E27FC236}">
                    <a16:creationId xmlns:a16="http://schemas.microsoft.com/office/drawing/2014/main" id="{60C7DB6E-5ECC-4297-8F23-85CCF9F6FEE6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7" name="pg952">
                <a:extLst>
                  <a:ext uri="{FF2B5EF4-FFF2-40B4-BE49-F238E27FC236}">
                    <a16:creationId xmlns:a16="http://schemas.microsoft.com/office/drawing/2014/main" id="{3A784E12-F0AC-36E1-51E4-3A9498644EF9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8" name="pg953">
                <a:extLst>
                  <a:ext uri="{FF2B5EF4-FFF2-40B4-BE49-F238E27FC236}">
                    <a16:creationId xmlns:a16="http://schemas.microsoft.com/office/drawing/2014/main" id="{EC45B778-FF4E-D8FE-4F8C-18849BA2235A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9" name="pg954">
                <a:extLst>
                  <a:ext uri="{FF2B5EF4-FFF2-40B4-BE49-F238E27FC236}">
                    <a16:creationId xmlns:a16="http://schemas.microsoft.com/office/drawing/2014/main" id="{D6219A4B-F6B9-935B-5655-323D646C0419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0" name="pg955">
                <a:extLst>
                  <a:ext uri="{FF2B5EF4-FFF2-40B4-BE49-F238E27FC236}">
                    <a16:creationId xmlns:a16="http://schemas.microsoft.com/office/drawing/2014/main" id="{1A6DA467-442E-1575-A410-7908B8CE896A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1" name="pg956">
                <a:extLst>
                  <a:ext uri="{FF2B5EF4-FFF2-40B4-BE49-F238E27FC236}">
                    <a16:creationId xmlns:a16="http://schemas.microsoft.com/office/drawing/2014/main" id="{E9475826-BBAB-14D8-9958-804706902D15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2" name="pg957">
                <a:extLst>
                  <a:ext uri="{FF2B5EF4-FFF2-40B4-BE49-F238E27FC236}">
                    <a16:creationId xmlns:a16="http://schemas.microsoft.com/office/drawing/2014/main" id="{03FB0EC5-6D6B-ABD8-D830-F5601A4CA2C1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3" name="pg958">
                <a:extLst>
                  <a:ext uri="{FF2B5EF4-FFF2-40B4-BE49-F238E27FC236}">
                    <a16:creationId xmlns:a16="http://schemas.microsoft.com/office/drawing/2014/main" id="{B9051603-CCAD-FBD6-32F2-CEE46842352F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4" name="pg959">
                <a:extLst>
                  <a:ext uri="{FF2B5EF4-FFF2-40B4-BE49-F238E27FC236}">
                    <a16:creationId xmlns:a16="http://schemas.microsoft.com/office/drawing/2014/main" id="{934C3A99-EB15-A468-5319-BA78633EFF14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5" name="pg960">
                <a:extLst>
                  <a:ext uri="{FF2B5EF4-FFF2-40B4-BE49-F238E27FC236}">
                    <a16:creationId xmlns:a16="http://schemas.microsoft.com/office/drawing/2014/main" id="{4A1B60DC-92A6-205D-BFEB-6970E8B6BF20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6" name="pg961">
                <a:extLst>
                  <a:ext uri="{FF2B5EF4-FFF2-40B4-BE49-F238E27FC236}">
                    <a16:creationId xmlns:a16="http://schemas.microsoft.com/office/drawing/2014/main" id="{BA9AB069-5E10-5066-FE4E-13F3F3ED08BA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F2344">
                  <a:alpha val="100000"/>
                </a:srgbClr>
              </a:solidFill>
              <a:ln w="5420" cap="flat">
                <a:solidFill>
                  <a:srgbClr val="2F234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7" name="pg962">
                <a:extLst>
                  <a:ext uri="{FF2B5EF4-FFF2-40B4-BE49-F238E27FC236}">
                    <a16:creationId xmlns:a16="http://schemas.microsoft.com/office/drawing/2014/main" id="{161B9DEF-B6FF-9868-A60A-DC900F0D1D2C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B203C">
                  <a:alpha val="100000"/>
                </a:srgbClr>
              </a:solidFill>
              <a:ln w="5420" cap="flat">
                <a:solidFill>
                  <a:srgbClr val="2B203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8" name="pg963">
                <a:extLst>
                  <a:ext uri="{FF2B5EF4-FFF2-40B4-BE49-F238E27FC236}">
                    <a16:creationId xmlns:a16="http://schemas.microsoft.com/office/drawing/2014/main" id="{A765763F-16D3-DD53-D1CE-48DE5BF4AFD8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E38">
                  <a:alpha val="100000"/>
                </a:srgbClr>
              </a:solidFill>
              <a:ln w="5420" cap="flat">
                <a:solidFill>
                  <a:srgbClr val="291E3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9" name="pg964">
                <a:extLst>
                  <a:ext uri="{FF2B5EF4-FFF2-40B4-BE49-F238E27FC236}">
                    <a16:creationId xmlns:a16="http://schemas.microsoft.com/office/drawing/2014/main" id="{FBB44084-5389-0CD8-DAD8-3BEB78050680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F39">
                  <a:alpha val="100000"/>
                </a:srgbClr>
              </a:solidFill>
              <a:ln w="5420" cap="flat">
                <a:solidFill>
                  <a:srgbClr val="291F3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0" name="pg965">
                <a:extLst>
                  <a:ext uri="{FF2B5EF4-FFF2-40B4-BE49-F238E27FC236}">
                    <a16:creationId xmlns:a16="http://schemas.microsoft.com/office/drawing/2014/main" id="{F835AF28-F185-B0A1-AC7E-A1158A93D572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C203D">
                  <a:alpha val="100000"/>
                </a:srgbClr>
              </a:solidFill>
              <a:ln w="5420" cap="flat">
                <a:solidFill>
                  <a:srgbClr val="2C203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1" name="pg966">
                <a:extLst>
                  <a:ext uri="{FF2B5EF4-FFF2-40B4-BE49-F238E27FC236}">
                    <a16:creationId xmlns:a16="http://schemas.microsoft.com/office/drawing/2014/main" id="{A1510FF4-44D2-550E-96BD-276C58797242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5">
                  <a:alpha val="100000"/>
                </a:srgbClr>
              </a:solidFill>
              <a:ln w="5420" cap="flat">
                <a:solidFill>
                  <a:srgbClr val="30244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2" name="pg967">
                <a:extLst>
                  <a:ext uri="{FF2B5EF4-FFF2-40B4-BE49-F238E27FC236}">
                    <a16:creationId xmlns:a16="http://schemas.microsoft.com/office/drawing/2014/main" id="{DB5DC8C3-6B7F-7834-A13D-B0A3FF0204B4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E">
                  <a:alpha val="100000"/>
                </a:srgbClr>
              </a:solidFill>
              <a:ln w="5420" cap="flat">
                <a:solidFill>
                  <a:srgbClr val="35284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3" name="pg968">
                <a:extLst>
                  <a:ext uri="{FF2B5EF4-FFF2-40B4-BE49-F238E27FC236}">
                    <a16:creationId xmlns:a16="http://schemas.microsoft.com/office/drawing/2014/main" id="{3C343EDC-BEDB-B813-C704-F08A8710EEC6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4" name="pg969">
                <a:extLst>
                  <a:ext uri="{FF2B5EF4-FFF2-40B4-BE49-F238E27FC236}">
                    <a16:creationId xmlns:a16="http://schemas.microsoft.com/office/drawing/2014/main" id="{E0C90910-8CDC-68DE-A7C3-A77D0B771F1B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5" name="pg970">
                <a:extLst>
                  <a:ext uri="{FF2B5EF4-FFF2-40B4-BE49-F238E27FC236}">
                    <a16:creationId xmlns:a16="http://schemas.microsoft.com/office/drawing/2014/main" id="{1C1D4CAA-F94B-8533-5B6E-E8ECDD903894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6" name="pg971">
                <a:extLst>
                  <a:ext uri="{FF2B5EF4-FFF2-40B4-BE49-F238E27FC236}">
                    <a16:creationId xmlns:a16="http://schemas.microsoft.com/office/drawing/2014/main" id="{122BFB03-A7DD-4539-98D2-38D906E886BF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7" name="pg972">
                <a:extLst>
                  <a:ext uri="{FF2B5EF4-FFF2-40B4-BE49-F238E27FC236}">
                    <a16:creationId xmlns:a16="http://schemas.microsoft.com/office/drawing/2014/main" id="{3F0FC4CB-CCB4-7154-067C-64CEABC15ECF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8" name="pg973">
                <a:extLst>
                  <a:ext uri="{FF2B5EF4-FFF2-40B4-BE49-F238E27FC236}">
                    <a16:creationId xmlns:a16="http://schemas.microsoft.com/office/drawing/2014/main" id="{C05A2C3B-8DD5-518C-6BB6-84723D5C373E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9" name="pg974">
                <a:extLst>
                  <a:ext uri="{FF2B5EF4-FFF2-40B4-BE49-F238E27FC236}">
                    <a16:creationId xmlns:a16="http://schemas.microsoft.com/office/drawing/2014/main" id="{96E77867-A975-2A12-F54C-534F1C8F6C73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0" name="pg975">
                <a:extLst>
                  <a:ext uri="{FF2B5EF4-FFF2-40B4-BE49-F238E27FC236}">
                    <a16:creationId xmlns:a16="http://schemas.microsoft.com/office/drawing/2014/main" id="{38BC5BE8-E7D8-6C1D-F946-4F169AF76552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1" name="pg976">
                <a:extLst>
                  <a:ext uri="{FF2B5EF4-FFF2-40B4-BE49-F238E27FC236}">
                    <a16:creationId xmlns:a16="http://schemas.microsoft.com/office/drawing/2014/main" id="{49D6AACB-7E2A-D9B7-B9C0-FD1E4906CD70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2" name="pg977">
                <a:extLst>
                  <a:ext uri="{FF2B5EF4-FFF2-40B4-BE49-F238E27FC236}">
                    <a16:creationId xmlns:a16="http://schemas.microsoft.com/office/drawing/2014/main" id="{EF189447-C49E-0F09-3519-91D10C12CD74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3" name="pg978">
                <a:extLst>
                  <a:ext uri="{FF2B5EF4-FFF2-40B4-BE49-F238E27FC236}">
                    <a16:creationId xmlns:a16="http://schemas.microsoft.com/office/drawing/2014/main" id="{F6173ECB-DF39-7805-2838-A73188A522AD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4" name="pg979">
                <a:extLst>
                  <a:ext uri="{FF2B5EF4-FFF2-40B4-BE49-F238E27FC236}">
                    <a16:creationId xmlns:a16="http://schemas.microsoft.com/office/drawing/2014/main" id="{C66C9D94-7893-32B3-F589-6C70FBA59E38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5" name="pg980">
                <a:extLst>
                  <a:ext uri="{FF2B5EF4-FFF2-40B4-BE49-F238E27FC236}">
                    <a16:creationId xmlns:a16="http://schemas.microsoft.com/office/drawing/2014/main" id="{802AF39C-95BA-48BE-86F4-258CA0AE7967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6" name="pg981">
                <a:extLst>
                  <a:ext uri="{FF2B5EF4-FFF2-40B4-BE49-F238E27FC236}">
                    <a16:creationId xmlns:a16="http://schemas.microsoft.com/office/drawing/2014/main" id="{7CF37B98-4F41-E931-9598-C6AABEF2ED7C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7" name="pg982">
                <a:extLst>
                  <a:ext uri="{FF2B5EF4-FFF2-40B4-BE49-F238E27FC236}">
                    <a16:creationId xmlns:a16="http://schemas.microsoft.com/office/drawing/2014/main" id="{80666F82-BDFF-B538-7D15-EB24A0DE5910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8" name="pg983">
                <a:extLst>
                  <a:ext uri="{FF2B5EF4-FFF2-40B4-BE49-F238E27FC236}">
                    <a16:creationId xmlns:a16="http://schemas.microsoft.com/office/drawing/2014/main" id="{4D036A66-FE88-FA39-7EE5-1DCF8E958E5F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9" name="pg984">
                <a:extLst>
                  <a:ext uri="{FF2B5EF4-FFF2-40B4-BE49-F238E27FC236}">
                    <a16:creationId xmlns:a16="http://schemas.microsoft.com/office/drawing/2014/main" id="{0634226E-B980-8430-85EE-0C00F6CFBAB0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0" name="pg985">
                <a:extLst>
                  <a:ext uri="{FF2B5EF4-FFF2-40B4-BE49-F238E27FC236}">
                    <a16:creationId xmlns:a16="http://schemas.microsoft.com/office/drawing/2014/main" id="{5CF80D9E-4BF1-7D45-1FAA-725B387ECC59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1" name="pg986">
                <a:extLst>
                  <a:ext uri="{FF2B5EF4-FFF2-40B4-BE49-F238E27FC236}">
                    <a16:creationId xmlns:a16="http://schemas.microsoft.com/office/drawing/2014/main" id="{6FE1A782-BD0C-8EDA-1D01-6D94676420D4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2" name="pg987">
                <a:extLst>
                  <a:ext uri="{FF2B5EF4-FFF2-40B4-BE49-F238E27FC236}">
                    <a16:creationId xmlns:a16="http://schemas.microsoft.com/office/drawing/2014/main" id="{FC747090-5D91-90D2-1475-99FAE2317C26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3" name="pg988">
                <a:extLst>
                  <a:ext uri="{FF2B5EF4-FFF2-40B4-BE49-F238E27FC236}">
                    <a16:creationId xmlns:a16="http://schemas.microsoft.com/office/drawing/2014/main" id="{0B3C7CC6-CFCC-38B1-E4AD-D1E643AA8039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4" name="pg989">
                <a:extLst>
                  <a:ext uri="{FF2B5EF4-FFF2-40B4-BE49-F238E27FC236}">
                    <a16:creationId xmlns:a16="http://schemas.microsoft.com/office/drawing/2014/main" id="{8521C842-5C57-EC7B-A843-B417616247DC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5" name="pg990">
                <a:extLst>
                  <a:ext uri="{FF2B5EF4-FFF2-40B4-BE49-F238E27FC236}">
                    <a16:creationId xmlns:a16="http://schemas.microsoft.com/office/drawing/2014/main" id="{13831811-86C5-3355-843D-0442DC7DF156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6" name="pg991">
                <a:extLst>
                  <a:ext uri="{FF2B5EF4-FFF2-40B4-BE49-F238E27FC236}">
                    <a16:creationId xmlns:a16="http://schemas.microsoft.com/office/drawing/2014/main" id="{57C98A8A-E954-F786-F6DB-4343E928BCCA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7" name="pg992">
                <a:extLst>
                  <a:ext uri="{FF2B5EF4-FFF2-40B4-BE49-F238E27FC236}">
                    <a16:creationId xmlns:a16="http://schemas.microsoft.com/office/drawing/2014/main" id="{CDF4FE8A-90DA-3046-8DC3-E72DA1AB7EE3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8" name="pg993">
                <a:extLst>
                  <a:ext uri="{FF2B5EF4-FFF2-40B4-BE49-F238E27FC236}">
                    <a16:creationId xmlns:a16="http://schemas.microsoft.com/office/drawing/2014/main" id="{107B2201-069F-0057-8914-5D30B5C9F928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9" name="pg994">
                <a:extLst>
                  <a:ext uri="{FF2B5EF4-FFF2-40B4-BE49-F238E27FC236}">
                    <a16:creationId xmlns:a16="http://schemas.microsoft.com/office/drawing/2014/main" id="{97BF3CA1-77E0-2873-4ADB-F757E02A89FC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0" name="pg995">
                <a:extLst>
                  <a:ext uri="{FF2B5EF4-FFF2-40B4-BE49-F238E27FC236}">
                    <a16:creationId xmlns:a16="http://schemas.microsoft.com/office/drawing/2014/main" id="{05A12165-EADF-DE4A-7C47-1F7E928B38AE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1" name="pg996">
                <a:extLst>
                  <a:ext uri="{FF2B5EF4-FFF2-40B4-BE49-F238E27FC236}">
                    <a16:creationId xmlns:a16="http://schemas.microsoft.com/office/drawing/2014/main" id="{86D75168-72A4-D5AB-1888-A27172683976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2" name="pg997">
                <a:extLst>
                  <a:ext uri="{FF2B5EF4-FFF2-40B4-BE49-F238E27FC236}">
                    <a16:creationId xmlns:a16="http://schemas.microsoft.com/office/drawing/2014/main" id="{BADDC9D7-EED5-6CA9-1C58-17A1447772E8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3" name="pg998">
                <a:extLst>
                  <a:ext uri="{FF2B5EF4-FFF2-40B4-BE49-F238E27FC236}">
                    <a16:creationId xmlns:a16="http://schemas.microsoft.com/office/drawing/2014/main" id="{38077EAF-1C20-2F6F-F7E8-38D37CF37A65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22649">
                  <a:alpha val="100000"/>
                </a:srgbClr>
              </a:solidFill>
              <a:ln w="5420" cap="flat">
                <a:solidFill>
                  <a:srgbClr val="32264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4" name="pg999">
                <a:extLst>
                  <a:ext uri="{FF2B5EF4-FFF2-40B4-BE49-F238E27FC236}">
                    <a16:creationId xmlns:a16="http://schemas.microsoft.com/office/drawing/2014/main" id="{B8637359-8DBE-1888-B299-94EDE4AEB7C0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5" name="pg1000">
                <a:extLst>
                  <a:ext uri="{FF2B5EF4-FFF2-40B4-BE49-F238E27FC236}">
                    <a16:creationId xmlns:a16="http://schemas.microsoft.com/office/drawing/2014/main" id="{0230F4B1-0868-6E84-35CD-2D41986E2CE5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6" name="pg1001">
                <a:extLst>
                  <a:ext uri="{FF2B5EF4-FFF2-40B4-BE49-F238E27FC236}">
                    <a16:creationId xmlns:a16="http://schemas.microsoft.com/office/drawing/2014/main" id="{105AC924-4FE7-DB55-4E2E-E372D4CA001E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22549">
                  <a:alpha val="100000"/>
                </a:srgbClr>
              </a:solidFill>
              <a:ln w="5420" cap="flat">
                <a:solidFill>
                  <a:srgbClr val="32254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7" name="pg1002">
                <a:extLst>
                  <a:ext uri="{FF2B5EF4-FFF2-40B4-BE49-F238E27FC236}">
                    <a16:creationId xmlns:a16="http://schemas.microsoft.com/office/drawing/2014/main" id="{001AB992-CF9B-2BAD-C892-E4C6488FD6CB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8" name="pg1003">
                <a:extLst>
                  <a:ext uri="{FF2B5EF4-FFF2-40B4-BE49-F238E27FC236}">
                    <a16:creationId xmlns:a16="http://schemas.microsoft.com/office/drawing/2014/main" id="{00E3E714-5DCF-DF97-3CCA-83DE59D9F96B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9" name="pg1004">
                <a:extLst>
                  <a:ext uri="{FF2B5EF4-FFF2-40B4-BE49-F238E27FC236}">
                    <a16:creationId xmlns:a16="http://schemas.microsoft.com/office/drawing/2014/main" id="{580E2E14-A071-642A-81D9-C0431A2B53DB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0" name="pg1005">
                <a:extLst>
                  <a:ext uri="{FF2B5EF4-FFF2-40B4-BE49-F238E27FC236}">
                    <a16:creationId xmlns:a16="http://schemas.microsoft.com/office/drawing/2014/main" id="{F0C0926E-C0F3-976B-ECE4-916D749A4A13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1" name="pg1006">
                <a:extLst>
                  <a:ext uri="{FF2B5EF4-FFF2-40B4-BE49-F238E27FC236}">
                    <a16:creationId xmlns:a16="http://schemas.microsoft.com/office/drawing/2014/main" id="{CDDC0D6B-6BA2-EB3B-768E-9E21D6A15452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2" name="pg1007">
                <a:extLst>
                  <a:ext uri="{FF2B5EF4-FFF2-40B4-BE49-F238E27FC236}">
                    <a16:creationId xmlns:a16="http://schemas.microsoft.com/office/drawing/2014/main" id="{450EE8F6-570E-C256-E5AC-E619221A88FE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3" name="pg1008">
                <a:extLst>
                  <a:ext uri="{FF2B5EF4-FFF2-40B4-BE49-F238E27FC236}">
                    <a16:creationId xmlns:a16="http://schemas.microsoft.com/office/drawing/2014/main" id="{78C27349-56DE-462E-047A-B3A4A68C1618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4" name="pg1009">
                <a:extLst>
                  <a:ext uri="{FF2B5EF4-FFF2-40B4-BE49-F238E27FC236}">
                    <a16:creationId xmlns:a16="http://schemas.microsoft.com/office/drawing/2014/main" id="{DFF3BC5F-9B47-BA75-305B-ADF21BFC659A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5" name="pg1010">
                <a:extLst>
                  <a:ext uri="{FF2B5EF4-FFF2-40B4-BE49-F238E27FC236}">
                    <a16:creationId xmlns:a16="http://schemas.microsoft.com/office/drawing/2014/main" id="{CB9F53D2-81F4-24E1-EE71-C5BA0074B063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6" name="pg1011">
                <a:extLst>
                  <a:ext uri="{FF2B5EF4-FFF2-40B4-BE49-F238E27FC236}">
                    <a16:creationId xmlns:a16="http://schemas.microsoft.com/office/drawing/2014/main" id="{F993C792-B45C-FE36-2AC6-2E693B6846D4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7" name="pg1012">
                <a:extLst>
                  <a:ext uri="{FF2B5EF4-FFF2-40B4-BE49-F238E27FC236}">
                    <a16:creationId xmlns:a16="http://schemas.microsoft.com/office/drawing/2014/main" id="{257F225B-B1AE-571D-B5AD-AF3DC41C7C23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8" name="pg1013">
                <a:extLst>
                  <a:ext uri="{FF2B5EF4-FFF2-40B4-BE49-F238E27FC236}">
                    <a16:creationId xmlns:a16="http://schemas.microsoft.com/office/drawing/2014/main" id="{90BEC474-2485-94EE-BAF4-D8B4C235D4C9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9" name="pg1014">
                <a:extLst>
                  <a:ext uri="{FF2B5EF4-FFF2-40B4-BE49-F238E27FC236}">
                    <a16:creationId xmlns:a16="http://schemas.microsoft.com/office/drawing/2014/main" id="{917B9B9A-77C7-D4F3-5675-7D1B711F1CF0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0" name="pg1015">
                <a:extLst>
                  <a:ext uri="{FF2B5EF4-FFF2-40B4-BE49-F238E27FC236}">
                    <a16:creationId xmlns:a16="http://schemas.microsoft.com/office/drawing/2014/main" id="{A9E56B13-897E-9094-3BB1-7B06C8BF4FEA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1" name="pg1016">
                <a:extLst>
                  <a:ext uri="{FF2B5EF4-FFF2-40B4-BE49-F238E27FC236}">
                    <a16:creationId xmlns:a16="http://schemas.microsoft.com/office/drawing/2014/main" id="{023A98CF-4C03-8E1E-E058-3C8D6F85AF3A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2" name="pg1017">
                <a:extLst>
                  <a:ext uri="{FF2B5EF4-FFF2-40B4-BE49-F238E27FC236}">
                    <a16:creationId xmlns:a16="http://schemas.microsoft.com/office/drawing/2014/main" id="{4659CC34-0E82-27EE-5BD2-0B9D99B5CB2F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3" name="pg1018">
                <a:extLst>
                  <a:ext uri="{FF2B5EF4-FFF2-40B4-BE49-F238E27FC236}">
                    <a16:creationId xmlns:a16="http://schemas.microsoft.com/office/drawing/2014/main" id="{E01CB81A-2FB9-8068-D82F-AD804864903D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4" name="pg1019">
                <a:extLst>
                  <a:ext uri="{FF2B5EF4-FFF2-40B4-BE49-F238E27FC236}">
                    <a16:creationId xmlns:a16="http://schemas.microsoft.com/office/drawing/2014/main" id="{5BD8968F-22B8-BED4-7FDA-4D17B0D08CDE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5" name="pg1020">
                <a:extLst>
                  <a:ext uri="{FF2B5EF4-FFF2-40B4-BE49-F238E27FC236}">
                    <a16:creationId xmlns:a16="http://schemas.microsoft.com/office/drawing/2014/main" id="{AC75239E-4B89-F231-19FB-FFB9CC981A69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6" name="pg1021">
                <a:extLst>
                  <a:ext uri="{FF2B5EF4-FFF2-40B4-BE49-F238E27FC236}">
                    <a16:creationId xmlns:a16="http://schemas.microsoft.com/office/drawing/2014/main" id="{036EB7E7-EE49-71D8-8647-9106E5528D05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7" name="pg1022">
                <a:extLst>
                  <a:ext uri="{FF2B5EF4-FFF2-40B4-BE49-F238E27FC236}">
                    <a16:creationId xmlns:a16="http://schemas.microsoft.com/office/drawing/2014/main" id="{7E070A1D-7FF8-1C96-9D97-7BB31A7E62DF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8" name="pg1023">
                <a:extLst>
                  <a:ext uri="{FF2B5EF4-FFF2-40B4-BE49-F238E27FC236}">
                    <a16:creationId xmlns:a16="http://schemas.microsoft.com/office/drawing/2014/main" id="{652C10BA-3B3F-E22B-2730-2BF6C01C5332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9" name="pg1024">
                <a:extLst>
                  <a:ext uri="{FF2B5EF4-FFF2-40B4-BE49-F238E27FC236}">
                    <a16:creationId xmlns:a16="http://schemas.microsoft.com/office/drawing/2014/main" id="{8EC7520C-A86B-CD9D-E364-33BF5F8FA160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0" name="pg1025">
                <a:extLst>
                  <a:ext uri="{FF2B5EF4-FFF2-40B4-BE49-F238E27FC236}">
                    <a16:creationId xmlns:a16="http://schemas.microsoft.com/office/drawing/2014/main" id="{4C0C71C9-F7D4-F7E3-9381-274A5A4B3CA4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1" name="pg1026">
                <a:extLst>
                  <a:ext uri="{FF2B5EF4-FFF2-40B4-BE49-F238E27FC236}">
                    <a16:creationId xmlns:a16="http://schemas.microsoft.com/office/drawing/2014/main" id="{04F7CDCF-2D08-1643-6261-6EA1FE71946C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2" name="pg1027">
                <a:extLst>
                  <a:ext uri="{FF2B5EF4-FFF2-40B4-BE49-F238E27FC236}">
                    <a16:creationId xmlns:a16="http://schemas.microsoft.com/office/drawing/2014/main" id="{2794C34D-C3C2-A53B-E9F4-A46312E60FBF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3" name="pg1028">
                <a:extLst>
                  <a:ext uri="{FF2B5EF4-FFF2-40B4-BE49-F238E27FC236}">
                    <a16:creationId xmlns:a16="http://schemas.microsoft.com/office/drawing/2014/main" id="{0A01F3CA-0C2D-9430-0DD5-AA7A8AB8024B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4" name="pg1029">
                <a:extLst>
                  <a:ext uri="{FF2B5EF4-FFF2-40B4-BE49-F238E27FC236}">
                    <a16:creationId xmlns:a16="http://schemas.microsoft.com/office/drawing/2014/main" id="{C4D03114-FD47-3BBF-E356-3D16302DE26F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5" name="pg1030">
                <a:extLst>
                  <a:ext uri="{FF2B5EF4-FFF2-40B4-BE49-F238E27FC236}">
                    <a16:creationId xmlns:a16="http://schemas.microsoft.com/office/drawing/2014/main" id="{29B2882F-4B6B-5955-716C-798B2BF23914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6" name="pg1031">
                <a:extLst>
                  <a:ext uri="{FF2B5EF4-FFF2-40B4-BE49-F238E27FC236}">
                    <a16:creationId xmlns:a16="http://schemas.microsoft.com/office/drawing/2014/main" id="{55F48781-F2E8-A19F-477A-12E4CDFE2BA7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7" name="pg1032">
                <a:extLst>
                  <a:ext uri="{FF2B5EF4-FFF2-40B4-BE49-F238E27FC236}">
                    <a16:creationId xmlns:a16="http://schemas.microsoft.com/office/drawing/2014/main" id="{59FA7BF6-E9F9-F6A2-5CF6-24563F7FDE1E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8" name="pg1033">
                <a:extLst>
                  <a:ext uri="{FF2B5EF4-FFF2-40B4-BE49-F238E27FC236}">
                    <a16:creationId xmlns:a16="http://schemas.microsoft.com/office/drawing/2014/main" id="{B95BED96-1D68-6A0D-C080-FC0BE2B06B0E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A53">
                  <a:alpha val="100000"/>
                </a:srgbClr>
              </a:solidFill>
              <a:ln w="5420" cap="flat">
                <a:solidFill>
                  <a:srgbClr val="37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9" name="pg1034">
                <a:extLst>
                  <a:ext uri="{FF2B5EF4-FFF2-40B4-BE49-F238E27FC236}">
                    <a16:creationId xmlns:a16="http://schemas.microsoft.com/office/drawing/2014/main" id="{78F4818F-4872-DFE8-98BF-7BD3A64DFBE4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0" name="pg1035">
                <a:extLst>
                  <a:ext uri="{FF2B5EF4-FFF2-40B4-BE49-F238E27FC236}">
                    <a16:creationId xmlns:a16="http://schemas.microsoft.com/office/drawing/2014/main" id="{AD34CD5C-3E92-7D01-B8D5-E66BF35DD5F9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1" name="pg1036">
                <a:extLst>
                  <a:ext uri="{FF2B5EF4-FFF2-40B4-BE49-F238E27FC236}">
                    <a16:creationId xmlns:a16="http://schemas.microsoft.com/office/drawing/2014/main" id="{D84CCA5D-4E5C-EAF5-17FF-46973F30D193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2" name="pg1037">
                <a:extLst>
                  <a:ext uri="{FF2B5EF4-FFF2-40B4-BE49-F238E27FC236}">
                    <a16:creationId xmlns:a16="http://schemas.microsoft.com/office/drawing/2014/main" id="{2C871FF2-6B29-701F-4BF2-AFE1C766649C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3" name="pg1038">
                <a:extLst>
                  <a:ext uri="{FF2B5EF4-FFF2-40B4-BE49-F238E27FC236}">
                    <a16:creationId xmlns:a16="http://schemas.microsoft.com/office/drawing/2014/main" id="{CE513B8F-504A-45E4-9D07-6AF7511A82ED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4" name="pg1039">
                <a:extLst>
                  <a:ext uri="{FF2B5EF4-FFF2-40B4-BE49-F238E27FC236}">
                    <a16:creationId xmlns:a16="http://schemas.microsoft.com/office/drawing/2014/main" id="{0840D20E-1635-7979-EAE1-F0ADD6EE3462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5" name="pg1040">
                <a:extLst>
                  <a:ext uri="{FF2B5EF4-FFF2-40B4-BE49-F238E27FC236}">
                    <a16:creationId xmlns:a16="http://schemas.microsoft.com/office/drawing/2014/main" id="{98A35D1A-9F83-F1C3-457B-3B7A079C76E1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6" name="pg1041">
                <a:extLst>
                  <a:ext uri="{FF2B5EF4-FFF2-40B4-BE49-F238E27FC236}">
                    <a16:creationId xmlns:a16="http://schemas.microsoft.com/office/drawing/2014/main" id="{6182080F-DC40-D23D-B325-D3591257CA20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7" name="pg1042">
                <a:extLst>
                  <a:ext uri="{FF2B5EF4-FFF2-40B4-BE49-F238E27FC236}">
                    <a16:creationId xmlns:a16="http://schemas.microsoft.com/office/drawing/2014/main" id="{FA74582D-A5CE-F922-70AF-01270B75AA47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8" name="pg1043">
                <a:extLst>
                  <a:ext uri="{FF2B5EF4-FFF2-40B4-BE49-F238E27FC236}">
                    <a16:creationId xmlns:a16="http://schemas.microsoft.com/office/drawing/2014/main" id="{563FA88C-0AFA-334C-F5F5-D13E4E56B20B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9" name="pg1044">
                <a:extLst>
                  <a:ext uri="{FF2B5EF4-FFF2-40B4-BE49-F238E27FC236}">
                    <a16:creationId xmlns:a16="http://schemas.microsoft.com/office/drawing/2014/main" id="{47EECA61-5E13-8490-D120-EE5AC01F5C65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0" name="pg1045">
                <a:extLst>
                  <a:ext uri="{FF2B5EF4-FFF2-40B4-BE49-F238E27FC236}">
                    <a16:creationId xmlns:a16="http://schemas.microsoft.com/office/drawing/2014/main" id="{59B3ADEF-9983-22DF-A4DD-A3AC724E049E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1" name="pg1046">
                <a:extLst>
                  <a:ext uri="{FF2B5EF4-FFF2-40B4-BE49-F238E27FC236}">
                    <a16:creationId xmlns:a16="http://schemas.microsoft.com/office/drawing/2014/main" id="{42761DD3-28AD-7A15-66D3-D13FFDFC6A29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2" name="pg1047">
                <a:extLst>
                  <a:ext uri="{FF2B5EF4-FFF2-40B4-BE49-F238E27FC236}">
                    <a16:creationId xmlns:a16="http://schemas.microsoft.com/office/drawing/2014/main" id="{F509104D-3A0A-018D-6AAA-E9993569E6B7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3" name="pg1048">
                <a:extLst>
                  <a:ext uri="{FF2B5EF4-FFF2-40B4-BE49-F238E27FC236}">
                    <a16:creationId xmlns:a16="http://schemas.microsoft.com/office/drawing/2014/main" id="{5B4FE6D6-D24C-7D46-15FE-96947BC7E19A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4" name="pg1049">
                <a:extLst>
                  <a:ext uri="{FF2B5EF4-FFF2-40B4-BE49-F238E27FC236}">
                    <a16:creationId xmlns:a16="http://schemas.microsoft.com/office/drawing/2014/main" id="{00C65B8F-A9DD-FB5A-E509-20CB7D4BB321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5" name="pg1050">
                <a:extLst>
                  <a:ext uri="{FF2B5EF4-FFF2-40B4-BE49-F238E27FC236}">
                    <a16:creationId xmlns:a16="http://schemas.microsoft.com/office/drawing/2014/main" id="{F2BAB96E-334C-9BF8-1FDB-A81D64ADBD77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6" name="pg1051">
                <a:extLst>
                  <a:ext uri="{FF2B5EF4-FFF2-40B4-BE49-F238E27FC236}">
                    <a16:creationId xmlns:a16="http://schemas.microsoft.com/office/drawing/2014/main" id="{19E356BF-2320-16A7-3E3A-0108085441BF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7" name="pg1052">
                <a:extLst>
                  <a:ext uri="{FF2B5EF4-FFF2-40B4-BE49-F238E27FC236}">
                    <a16:creationId xmlns:a16="http://schemas.microsoft.com/office/drawing/2014/main" id="{BDFAEA45-0BD9-76D2-DE62-9D447FAA8631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8" name="pg1053">
                <a:extLst>
                  <a:ext uri="{FF2B5EF4-FFF2-40B4-BE49-F238E27FC236}">
                    <a16:creationId xmlns:a16="http://schemas.microsoft.com/office/drawing/2014/main" id="{4099E062-B4FB-3889-1B78-39C4434C27BD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9" name="pg1054">
                <a:extLst>
                  <a:ext uri="{FF2B5EF4-FFF2-40B4-BE49-F238E27FC236}">
                    <a16:creationId xmlns:a16="http://schemas.microsoft.com/office/drawing/2014/main" id="{914268C2-9BC6-6894-F677-1A85EC03F1AA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0" name="pg1055">
                <a:extLst>
                  <a:ext uri="{FF2B5EF4-FFF2-40B4-BE49-F238E27FC236}">
                    <a16:creationId xmlns:a16="http://schemas.microsoft.com/office/drawing/2014/main" id="{5C451080-22D2-A499-6750-FCD822453F63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1" name="pg1056">
                <a:extLst>
                  <a:ext uri="{FF2B5EF4-FFF2-40B4-BE49-F238E27FC236}">
                    <a16:creationId xmlns:a16="http://schemas.microsoft.com/office/drawing/2014/main" id="{8A4C1BE6-5FFB-3946-4FFA-8B105F340959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2" name="pg1057">
                <a:extLst>
                  <a:ext uri="{FF2B5EF4-FFF2-40B4-BE49-F238E27FC236}">
                    <a16:creationId xmlns:a16="http://schemas.microsoft.com/office/drawing/2014/main" id="{B9432D59-9B5B-13E9-6A8E-EB1AB08467B5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3" name="pg1058">
                <a:extLst>
                  <a:ext uri="{FF2B5EF4-FFF2-40B4-BE49-F238E27FC236}">
                    <a16:creationId xmlns:a16="http://schemas.microsoft.com/office/drawing/2014/main" id="{A8825BB0-2AB5-84CE-1151-8715CC38F6A0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4" name="pg1059">
                <a:extLst>
                  <a:ext uri="{FF2B5EF4-FFF2-40B4-BE49-F238E27FC236}">
                    <a16:creationId xmlns:a16="http://schemas.microsoft.com/office/drawing/2014/main" id="{8ADF0A84-F99F-1C03-E101-8299E90ABF01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5" name="pg1060">
                <a:extLst>
                  <a:ext uri="{FF2B5EF4-FFF2-40B4-BE49-F238E27FC236}">
                    <a16:creationId xmlns:a16="http://schemas.microsoft.com/office/drawing/2014/main" id="{D0E8EFB1-7C96-3087-215F-9BEB5E798711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6" name="pg1061">
                <a:extLst>
                  <a:ext uri="{FF2B5EF4-FFF2-40B4-BE49-F238E27FC236}">
                    <a16:creationId xmlns:a16="http://schemas.microsoft.com/office/drawing/2014/main" id="{121EF7E9-FB03-36BE-BE01-BC19A9252CF2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7" name="pg1062">
                <a:extLst>
                  <a:ext uri="{FF2B5EF4-FFF2-40B4-BE49-F238E27FC236}">
                    <a16:creationId xmlns:a16="http://schemas.microsoft.com/office/drawing/2014/main" id="{BDAF3EDE-C4A2-7550-DE49-A99F304A937D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8" name="pg1063">
                <a:extLst>
                  <a:ext uri="{FF2B5EF4-FFF2-40B4-BE49-F238E27FC236}">
                    <a16:creationId xmlns:a16="http://schemas.microsoft.com/office/drawing/2014/main" id="{0859E603-39B1-801A-6428-87463DF58053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9" name="pg1064">
                <a:extLst>
                  <a:ext uri="{FF2B5EF4-FFF2-40B4-BE49-F238E27FC236}">
                    <a16:creationId xmlns:a16="http://schemas.microsoft.com/office/drawing/2014/main" id="{88E09944-4397-2F40-675D-26F841117AB9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0" name="pg1065">
                <a:extLst>
                  <a:ext uri="{FF2B5EF4-FFF2-40B4-BE49-F238E27FC236}">
                    <a16:creationId xmlns:a16="http://schemas.microsoft.com/office/drawing/2014/main" id="{40742E21-5FD9-2F6F-B518-D586F193C0C3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1" name="pg1066">
                <a:extLst>
                  <a:ext uri="{FF2B5EF4-FFF2-40B4-BE49-F238E27FC236}">
                    <a16:creationId xmlns:a16="http://schemas.microsoft.com/office/drawing/2014/main" id="{C371EA4B-21B8-8B87-438C-0CA3EA79AEA5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2" name="pg1067">
                <a:extLst>
                  <a:ext uri="{FF2B5EF4-FFF2-40B4-BE49-F238E27FC236}">
                    <a16:creationId xmlns:a16="http://schemas.microsoft.com/office/drawing/2014/main" id="{85FF297E-F0CF-B2FB-9E9B-1164F4D6CFC8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3" name="pg1068">
                <a:extLst>
                  <a:ext uri="{FF2B5EF4-FFF2-40B4-BE49-F238E27FC236}">
                    <a16:creationId xmlns:a16="http://schemas.microsoft.com/office/drawing/2014/main" id="{33BB133B-8079-2D97-4939-7E502717B701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4" name="pg1069">
                <a:extLst>
                  <a:ext uri="{FF2B5EF4-FFF2-40B4-BE49-F238E27FC236}">
                    <a16:creationId xmlns:a16="http://schemas.microsoft.com/office/drawing/2014/main" id="{D3880F2B-A6EC-438B-8759-67ABAC7D72E1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5" name="pg1070">
                <a:extLst>
                  <a:ext uri="{FF2B5EF4-FFF2-40B4-BE49-F238E27FC236}">
                    <a16:creationId xmlns:a16="http://schemas.microsoft.com/office/drawing/2014/main" id="{7C8523A5-59C1-262E-2155-BBBD88C862C2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6" name="pg1071">
                <a:extLst>
                  <a:ext uri="{FF2B5EF4-FFF2-40B4-BE49-F238E27FC236}">
                    <a16:creationId xmlns:a16="http://schemas.microsoft.com/office/drawing/2014/main" id="{3162CCDC-BB02-1E87-ADD0-6112D1849F05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7" name="pg1072">
                <a:extLst>
                  <a:ext uri="{FF2B5EF4-FFF2-40B4-BE49-F238E27FC236}">
                    <a16:creationId xmlns:a16="http://schemas.microsoft.com/office/drawing/2014/main" id="{30B3EFEF-2E45-E832-7378-571FD9B700A2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8" name="pg1073">
                <a:extLst>
                  <a:ext uri="{FF2B5EF4-FFF2-40B4-BE49-F238E27FC236}">
                    <a16:creationId xmlns:a16="http://schemas.microsoft.com/office/drawing/2014/main" id="{C6E7658F-255F-50CC-4681-E10DC258BDF4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9" name="pg1074">
                <a:extLst>
                  <a:ext uri="{FF2B5EF4-FFF2-40B4-BE49-F238E27FC236}">
                    <a16:creationId xmlns:a16="http://schemas.microsoft.com/office/drawing/2014/main" id="{D7853198-9B38-2578-9CED-B8E437358C54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0" name="pg1075">
                <a:extLst>
                  <a:ext uri="{FF2B5EF4-FFF2-40B4-BE49-F238E27FC236}">
                    <a16:creationId xmlns:a16="http://schemas.microsoft.com/office/drawing/2014/main" id="{C80DCA85-ED92-6BD1-1ACE-B04C5A33CFD6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1" name="pg1076">
                <a:extLst>
                  <a:ext uri="{FF2B5EF4-FFF2-40B4-BE49-F238E27FC236}">
                    <a16:creationId xmlns:a16="http://schemas.microsoft.com/office/drawing/2014/main" id="{7EAE8B48-AAB4-2933-8D95-DD8272C937A2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2" name="pg1077">
                <a:extLst>
                  <a:ext uri="{FF2B5EF4-FFF2-40B4-BE49-F238E27FC236}">
                    <a16:creationId xmlns:a16="http://schemas.microsoft.com/office/drawing/2014/main" id="{D9B80588-C272-BDA9-A1B1-C8189ACE3A06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3" name="pg1078">
                <a:extLst>
                  <a:ext uri="{FF2B5EF4-FFF2-40B4-BE49-F238E27FC236}">
                    <a16:creationId xmlns:a16="http://schemas.microsoft.com/office/drawing/2014/main" id="{C4ACF59A-0FE5-34D5-337C-D9E499FCD432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4" name="pg1079">
                <a:extLst>
                  <a:ext uri="{FF2B5EF4-FFF2-40B4-BE49-F238E27FC236}">
                    <a16:creationId xmlns:a16="http://schemas.microsoft.com/office/drawing/2014/main" id="{EF2EE4D1-54B3-682E-7660-9586E4CDF6E9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5" name="pg1080">
                <a:extLst>
                  <a:ext uri="{FF2B5EF4-FFF2-40B4-BE49-F238E27FC236}">
                    <a16:creationId xmlns:a16="http://schemas.microsoft.com/office/drawing/2014/main" id="{EE800130-8F94-D458-973B-22FB88055F51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6" name="pg1081">
                <a:extLst>
                  <a:ext uri="{FF2B5EF4-FFF2-40B4-BE49-F238E27FC236}">
                    <a16:creationId xmlns:a16="http://schemas.microsoft.com/office/drawing/2014/main" id="{57482C02-6A53-98D7-DB17-6873182F99B0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7" name="pg1082">
                <a:extLst>
                  <a:ext uri="{FF2B5EF4-FFF2-40B4-BE49-F238E27FC236}">
                    <a16:creationId xmlns:a16="http://schemas.microsoft.com/office/drawing/2014/main" id="{FB37E893-6659-D4A5-7846-5F113A7F192B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8" name="pg1083">
                <a:extLst>
                  <a:ext uri="{FF2B5EF4-FFF2-40B4-BE49-F238E27FC236}">
                    <a16:creationId xmlns:a16="http://schemas.microsoft.com/office/drawing/2014/main" id="{5E1F891E-D3A9-2853-00C0-EBF8E411914F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9" name="pg1084">
                <a:extLst>
                  <a:ext uri="{FF2B5EF4-FFF2-40B4-BE49-F238E27FC236}">
                    <a16:creationId xmlns:a16="http://schemas.microsoft.com/office/drawing/2014/main" id="{6E8EB2F6-EAEE-6F26-B0CE-7AADA61A23EB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0" name="pg1085">
                <a:extLst>
                  <a:ext uri="{FF2B5EF4-FFF2-40B4-BE49-F238E27FC236}">
                    <a16:creationId xmlns:a16="http://schemas.microsoft.com/office/drawing/2014/main" id="{B53F15A0-3849-5E41-DFF1-0E8B86B43A44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1" name="pg1086">
                <a:extLst>
                  <a:ext uri="{FF2B5EF4-FFF2-40B4-BE49-F238E27FC236}">
                    <a16:creationId xmlns:a16="http://schemas.microsoft.com/office/drawing/2014/main" id="{B87CCAFD-2C06-DC80-8CC0-E843C248A3E1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2" name="pg1087">
                <a:extLst>
                  <a:ext uri="{FF2B5EF4-FFF2-40B4-BE49-F238E27FC236}">
                    <a16:creationId xmlns:a16="http://schemas.microsoft.com/office/drawing/2014/main" id="{3028225D-BC67-1BC2-2811-5929ED3E24BA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3" name="pg1088">
                <a:extLst>
                  <a:ext uri="{FF2B5EF4-FFF2-40B4-BE49-F238E27FC236}">
                    <a16:creationId xmlns:a16="http://schemas.microsoft.com/office/drawing/2014/main" id="{75A109D0-55A3-77BA-397B-AE638B21022D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4" name="pg1089">
                <a:extLst>
                  <a:ext uri="{FF2B5EF4-FFF2-40B4-BE49-F238E27FC236}">
                    <a16:creationId xmlns:a16="http://schemas.microsoft.com/office/drawing/2014/main" id="{128A78E8-F7BA-4B88-3795-27E0425835DC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5" name="pg1090">
                <a:extLst>
                  <a:ext uri="{FF2B5EF4-FFF2-40B4-BE49-F238E27FC236}">
                    <a16:creationId xmlns:a16="http://schemas.microsoft.com/office/drawing/2014/main" id="{34DD1729-71B2-0AAD-EF96-11694EAEAD4D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6" name="pg1091">
                <a:extLst>
                  <a:ext uri="{FF2B5EF4-FFF2-40B4-BE49-F238E27FC236}">
                    <a16:creationId xmlns:a16="http://schemas.microsoft.com/office/drawing/2014/main" id="{001EAFF6-B36A-AA27-5B04-CCFDC39951C5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7" name="pg1092">
                <a:extLst>
                  <a:ext uri="{FF2B5EF4-FFF2-40B4-BE49-F238E27FC236}">
                    <a16:creationId xmlns:a16="http://schemas.microsoft.com/office/drawing/2014/main" id="{EA69EBB0-8C1A-E00D-D859-E9C01E1B2D7D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8" name="pg1093">
                <a:extLst>
                  <a:ext uri="{FF2B5EF4-FFF2-40B4-BE49-F238E27FC236}">
                    <a16:creationId xmlns:a16="http://schemas.microsoft.com/office/drawing/2014/main" id="{5B6DEF93-899A-7BB1-CF15-E0862BB1006E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9" name="pg1094">
                <a:extLst>
                  <a:ext uri="{FF2B5EF4-FFF2-40B4-BE49-F238E27FC236}">
                    <a16:creationId xmlns:a16="http://schemas.microsoft.com/office/drawing/2014/main" id="{69091823-963E-FF77-3869-AE3BCEF9FA7C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0" name="pg1095">
                <a:extLst>
                  <a:ext uri="{FF2B5EF4-FFF2-40B4-BE49-F238E27FC236}">
                    <a16:creationId xmlns:a16="http://schemas.microsoft.com/office/drawing/2014/main" id="{1C183C35-B9A7-C530-4127-3B5581A531EC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1" name="pg1096">
                <a:extLst>
                  <a:ext uri="{FF2B5EF4-FFF2-40B4-BE49-F238E27FC236}">
                    <a16:creationId xmlns:a16="http://schemas.microsoft.com/office/drawing/2014/main" id="{B088B749-88C8-BE8B-F764-CC3D5E96A3B2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2" name="pg1097">
                <a:extLst>
                  <a:ext uri="{FF2B5EF4-FFF2-40B4-BE49-F238E27FC236}">
                    <a16:creationId xmlns:a16="http://schemas.microsoft.com/office/drawing/2014/main" id="{A091267A-7347-3FA6-1F6F-46423878A719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3" name="pg1098">
                <a:extLst>
                  <a:ext uri="{FF2B5EF4-FFF2-40B4-BE49-F238E27FC236}">
                    <a16:creationId xmlns:a16="http://schemas.microsoft.com/office/drawing/2014/main" id="{CB8DD195-5F5F-7A19-5848-D4EB55D4B650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4" name="pg1099">
                <a:extLst>
                  <a:ext uri="{FF2B5EF4-FFF2-40B4-BE49-F238E27FC236}">
                    <a16:creationId xmlns:a16="http://schemas.microsoft.com/office/drawing/2014/main" id="{51F7188E-0795-B349-7D5B-FE90EEBE696C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5" name="pg1100">
                <a:extLst>
                  <a:ext uri="{FF2B5EF4-FFF2-40B4-BE49-F238E27FC236}">
                    <a16:creationId xmlns:a16="http://schemas.microsoft.com/office/drawing/2014/main" id="{FE2546E8-BB23-290D-8AEA-3D98270871C3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6" name="pg1101">
                <a:extLst>
                  <a:ext uri="{FF2B5EF4-FFF2-40B4-BE49-F238E27FC236}">
                    <a16:creationId xmlns:a16="http://schemas.microsoft.com/office/drawing/2014/main" id="{2F4A2630-99BC-3A8E-8A6D-8118FD1E74FA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7" name="pg1102">
                <a:extLst>
                  <a:ext uri="{FF2B5EF4-FFF2-40B4-BE49-F238E27FC236}">
                    <a16:creationId xmlns:a16="http://schemas.microsoft.com/office/drawing/2014/main" id="{F89F15F2-4602-B6EC-D140-31BA0264CF03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8" name="pg1103">
                <a:extLst>
                  <a:ext uri="{FF2B5EF4-FFF2-40B4-BE49-F238E27FC236}">
                    <a16:creationId xmlns:a16="http://schemas.microsoft.com/office/drawing/2014/main" id="{EEE8C790-9780-148B-1620-093F4F685A44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9" name="pg1104">
                <a:extLst>
                  <a:ext uri="{FF2B5EF4-FFF2-40B4-BE49-F238E27FC236}">
                    <a16:creationId xmlns:a16="http://schemas.microsoft.com/office/drawing/2014/main" id="{6CE90C21-7D9C-1BE6-3BAA-CA03DBCAF42C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0" name="pg1105">
                <a:extLst>
                  <a:ext uri="{FF2B5EF4-FFF2-40B4-BE49-F238E27FC236}">
                    <a16:creationId xmlns:a16="http://schemas.microsoft.com/office/drawing/2014/main" id="{124BFE5D-A954-9A0C-8E86-61979746C163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1" name="pg1106">
                <a:extLst>
                  <a:ext uri="{FF2B5EF4-FFF2-40B4-BE49-F238E27FC236}">
                    <a16:creationId xmlns:a16="http://schemas.microsoft.com/office/drawing/2014/main" id="{41BA8449-9EC0-819A-D653-3EB3663F26F3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2" name="pg1107">
                <a:extLst>
                  <a:ext uri="{FF2B5EF4-FFF2-40B4-BE49-F238E27FC236}">
                    <a16:creationId xmlns:a16="http://schemas.microsoft.com/office/drawing/2014/main" id="{6A514601-1ECB-D620-038D-9DB7A316AEF2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3" name="pg1108">
                <a:extLst>
                  <a:ext uri="{FF2B5EF4-FFF2-40B4-BE49-F238E27FC236}">
                    <a16:creationId xmlns:a16="http://schemas.microsoft.com/office/drawing/2014/main" id="{230B8ED3-72AB-FFC5-4C84-200494DBE6C5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4" name="pg1109">
                <a:extLst>
                  <a:ext uri="{FF2B5EF4-FFF2-40B4-BE49-F238E27FC236}">
                    <a16:creationId xmlns:a16="http://schemas.microsoft.com/office/drawing/2014/main" id="{16468A11-D611-9BB7-F405-2AB7C2183791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5" name="pg1110">
                <a:extLst>
                  <a:ext uri="{FF2B5EF4-FFF2-40B4-BE49-F238E27FC236}">
                    <a16:creationId xmlns:a16="http://schemas.microsoft.com/office/drawing/2014/main" id="{917C8C98-12EC-5659-B2D4-F69A958F48AB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6" name="pg1111">
                <a:extLst>
                  <a:ext uri="{FF2B5EF4-FFF2-40B4-BE49-F238E27FC236}">
                    <a16:creationId xmlns:a16="http://schemas.microsoft.com/office/drawing/2014/main" id="{58645AB4-5A62-EF1D-CFE9-55D3FD81036D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7" name="pg1112">
                <a:extLst>
                  <a:ext uri="{FF2B5EF4-FFF2-40B4-BE49-F238E27FC236}">
                    <a16:creationId xmlns:a16="http://schemas.microsoft.com/office/drawing/2014/main" id="{C8D4C6E8-29E3-6654-A850-98492CCF2F0B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8" name="pg1113">
                <a:extLst>
                  <a:ext uri="{FF2B5EF4-FFF2-40B4-BE49-F238E27FC236}">
                    <a16:creationId xmlns:a16="http://schemas.microsoft.com/office/drawing/2014/main" id="{B4A09A97-4384-E914-F5FF-A1CC3BB1C3FC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9" name="pg1114">
                <a:extLst>
                  <a:ext uri="{FF2B5EF4-FFF2-40B4-BE49-F238E27FC236}">
                    <a16:creationId xmlns:a16="http://schemas.microsoft.com/office/drawing/2014/main" id="{FE45ABFD-E43D-769D-F2E8-37E285796CD0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0" name="pg1115">
                <a:extLst>
                  <a:ext uri="{FF2B5EF4-FFF2-40B4-BE49-F238E27FC236}">
                    <a16:creationId xmlns:a16="http://schemas.microsoft.com/office/drawing/2014/main" id="{A00EF50B-B7A3-A203-C97A-D400268BB5E5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1" name="pg1116">
                <a:extLst>
                  <a:ext uri="{FF2B5EF4-FFF2-40B4-BE49-F238E27FC236}">
                    <a16:creationId xmlns:a16="http://schemas.microsoft.com/office/drawing/2014/main" id="{6FE8F712-2EA9-5BF6-492C-B8267726743D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2" name="pg1117">
                <a:extLst>
                  <a:ext uri="{FF2B5EF4-FFF2-40B4-BE49-F238E27FC236}">
                    <a16:creationId xmlns:a16="http://schemas.microsoft.com/office/drawing/2014/main" id="{4992762B-D6E9-9779-DD84-4568263A76AA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3" name="pg1118">
                <a:extLst>
                  <a:ext uri="{FF2B5EF4-FFF2-40B4-BE49-F238E27FC236}">
                    <a16:creationId xmlns:a16="http://schemas.microsoft.com/office/drawing/2014/main" id="{DB77E5DC-90CB-5D2E-AF8C-4CBA627EAF9E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4" name="pg1119">
                <a:extLst>
                  <a:ext uri="{FF2B5EF4-FFF2-40B4-BE49-F238E27FC236}">
                    <a16:creationId xmlns:a16="http://schemas.microsoft.com/office/drawing/2014/main" id="{527ED4B5-AA0B-C47D-4FD6-3D9C776DB7DB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5" name="pg1120">
                <a:extLst>
                  <a:ext uri="{FF2B5EF4-FFF2-40B4-BE49-F238E27FC236}">
                    <a16:creationId xmlns:a16="http://schemas.microsoft.com/office/drawing/2014/main" id="{A28A2DDC-BD0B-A0F4-964E-24564BD8782C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6" name="pg1121">
                <a:extLst>
                  <a:ext uri="{FF2B5EF4-FFF2-40B4-BE49-F238E27FC236}">
                    <a16:creationId xmlns:a16="http://schemas.microsoft.com/office/drawing/2014/main" id="{B4698583-EFA7-3838-D2DD-D85E5FE59586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7" name="pg1122">
                <a:extLst>
                  <a:ext uri="{FF2B5EF4-FFF2-40B4-BE49-F238E27FC236}">
                    <a16:creationId xmlns:a16="http://schemas.microsoft.com/office/drawing/2014/main" id="{8531EFE4-269B-7047-4A86-01AAEB32D9E8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8" name="pg1123">
                <a:extLst>
                  <a:ext uri="{FF2B5EF4-FFF2-40B4-BE49-F238E27FC236}">
                    <a16:creationId xmlns:a16="http://schemas.microsoft.com/office/drawing/2014/main" id="{C26E6884-A6DC-8664-2D96-A18B6F062F7A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9" name="pg1124">
                <a:extLst>
                  <a:ext uri="{FF2B5EF4-FFF2-40B4-BE49-F238E27FC236}">
                    <a16:creationId xmlns:a16="http://schemas.microsoft.com/office/drawing/2014/main" id="{8907B341-E7BC-62E8-A5D9-083C182576B2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0" name="pg1125">
                <a:extLst>
                  <a:ext uri="{FF2B5EF4-FFF2-40B4-BE49-F238E27FC236}">
                    <a16:creationId xmlns:a16="http://schemas.microsoft.com/office/drawing/2014/main" id="{DB74DBC4-1FB9-BF1B-51A8-6BA8D2A031EF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1" name="pg1126">
                <a:extLst>
                  <a:ext uri="{FF2B5EF4-FFF2-40B4-BE49-F238E27FC236}">
                    <a16:creationId xmlns:a16="http://schemas.microsoft.com/office/drawing/2014/main" id="{A2B2BDBD-E972-FAFC-EECA-AB9C5F786AE7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2" name="pg1127">
                <a:extLst>
                  <a:ext uri="{FF2B5EF4-FFF2-40B4-BE49-F238E27FC236}">
                    <a16:creationId xmlns:a16="http://schemas.microsoft.com/office/drawing/2014/main" id="{4E4101AC-61A3-213B-28E2-ED3A069548D8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3" name="pg1128">
                <a:extLst>
                  <a:ext uri="{FF2B5EF4-FFF2-40B4-BE49-F238E27FC236}">
                    <a16:creationId xmlns:a16="http://schemas.microsoft.com/office/drawing/2014/main" id="{C2219C97-CBE3-E678-154B-BBA47C0E03D5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4" name="pg1129">
                <a:extLst>
                  <a:ext uri="{FF2B5EF4-FFF2-40B4-BE49-F238E27FC236}">
                    <a16:creationId xmlns:a16="http://schemas.microsoft.com/office/drawing/2014/main" id="{74797163-8C6E-3F4A-0B45-1E81FEAF9090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5" name="pg1130">
                <a:extLst>
                  <a:ext uri="{FF2B5EF4-FFF2-40B4-BE49-F238E27FC236}">
                    <a16:creationId xmlns:a16="http://schemas.microsoft.com/office/drawing/2014/main" id="{5324B7FF-7BBC-7E42-6949-066F05D4D1EB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6" name="pg1131">
                <a:extLst>
                  <a:ext uri="{FF2B5EF4-FFF2-40B4-BE49-F238E27FC236}">
                    <a16:creationId xmlns:a16="http://schemas.microsoft.com/office/drawing/2014/main" id="{5F46810D-D208-744C-F66C-D84FD43822AC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7" name="pg1132">
                <a:extLst>
                  <a:ext uri="{FF2B5EF4-FFF2-40B4-BE49-F238E27FC236}">
                    <a16:creationId xmlns:a16="http://schemas.microsoft.com/office/drawing/2014/main" id="{E3C36C79-9417-5D30-B26F-7A97FEC6F719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8" name="pg1133">
                <a:extLst>
                  <a:ext uri="{FF2B5EF4-FFF2-40B4-BE49-F238E27FC236}">
                    <a16:creationId xmlns:a16="http://schemas.microsoft.com/office/drawing/2014/main" id="{1CF070C5-5868-07EE-E939-6892942EFAEC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9" name="pg1134">
                <a:extLst>
                  <a:ext uri="{FF2B5EF4-FFF2-40B4-BE49-F238E27FC236}">
                    <a16:creationId xmlns:a16="http://schemas.microsoft.com/office/drawing/2014/main" id="{CA044F96-59B9-F444-897F-3D1819EEAEF7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0" name="pg1135">
                <a:extLst>
                  <a:ext uri="{FF2B5EF4-FFF2-40B4-BE49-F238E27FC236}">
                    <a16:creationId xmlns:a16="http://schemas.microsoft.com/office/drawing/2014/main" id="{25731C79-33D2-2C44-8647-D26C9429AAAB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1" name="pg1136">
                <a:extLst>
                  <a:ext uri="{FF2B5EF4-FFF2-40B4-BE49-F238E27FC236}">
                    <a16:creationId xmlns:a16="http://schemas.microsoft.com/office/drawing/2014/main" id="{18F3566C-83C9-C773-7335-BEECB1AF5144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2" name="pg1137">
                <a:extLst>
                  <a:ext uri="{FF2B5EF4-FFF2-40B4-BE49-F238E27FC236}">
                    <a16:creationId xmlns:a16="http://schemas.microsoft.com/office/drawing/2014/main" id="{C6803BB3-7899-E686-2EE9-5E21FD030346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3" name="pg1138">
                <a:extLst>
                  <a:ext uri="{FF2B5EF4-FFF2-40B4-BE49-F238E27FC236}">
                    <a16:creationId xmlns:a16="http://schemas.microsoft.com/office/drawing/2014/main" id="{13152C46-2C2B-877E-EB70-1C1F47A02CD4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4" name="pg1139">
                <a:extLst>
                  <a:ext uri="{FF2B5EF4-FFF2-40B4-BE49-F238E27FC236}">
                    <a16:creationId xmlns:a16="http://schemas.microsoft.com/office/drawing/2014/main" id="{67394E0F-DE39-55B9-02B9-F0097D6FE610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5" name="pg1140">
                <a:extLst>
                  <a:ext uri="{FF2B5EF4-FFF2-40B4-BE49-F238E27FC236}">
                    <a16:creationId xmlns:a16="http://schemas.microsoft.com/office/drawing/2014/main" id="{2697C280-8654-2882-348A-1E7D4E2E00DF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6" name="pg1141">
                <a:extLst>
                  <a:ext uri="{FF2B5EF4-FFF2-40B4-BE49-F238E27FC236}">
                    <a16:creationId xmlns:a16="http://schemas.microsoft.com/office/drawing/2014/main" id="{7733CB44-4471-2A93-D824-9BDEF0E8E55E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7" name="pg1142">
                <a:extLst>
                  <a:ext uri="{FF2B5EF4-FFF2-40B4-BE49-F238E27FC236}">
                    <a16:creationId xmlns:a16="http://schemas.microsoft.com/office/drawing/2014/main" id="{7C25B340-65BC-039C-236E-5B779AEC34CB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8" name="pg1143">
                <a:extLst>
                  <a:ext uri="{FF2B5EF4-FFF2-40B4-BE49-F238E27FC236}">
                    <a16:creationId xmlns:a16="http://schemas.microsoft.com/office/drawing/2014/main" id="{9C1F1375-2BCB-7C54-445F-B4549F661479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9" name="pg1144">
                <a:extLst>
                  <a:ext uri="{FF2B5EF4-FFF2-40B4-BE49-F238E27FC236}">
                    <a16:creationId xmlns:a16="http://schemas.microsoft.com/office/drawing/2014/main" id="{88F31124-723E-BCC8-B7CC-8275976A6F55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0" name="pg1145">
                <a:extLst>
                  <a:ext uri="{FF2B5EF4-FFF2-40B4-BE49-F238E27FC236}">
                    <a16:creationId xmlns:a16="http://schemas.microsoft.com/office/drawing/2014/main" id="{97988565-0D6F-1F74-ED3D-8FFB41830012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1" name="pg1146">
                <a:extLst>
                  <a:ext uri="{FF2B5EF4-FFF2-40B4-BE49-F238E27FC236}">
                    <a16:creationId xmlns:a16="http://schemas.microsoft.com/office/drawing/2014/main" id="{190C9483-14E7-A3FF-07A6-16DF2F9617B6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2" name="pg1147">
                <a:extLst>
                  <a:ext uri="{FF2B5EF4-FFF2-40B4-BE49-F238E27FC236}">
                    <a16:creationId xmlns:a16="http://schemas.microsoft.com/office/drawing/2014/main" id="{556F70CE-71BA-6647-5774-DF0BF7F11251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3" name="pg1148">
                <a:extLst>
                  <a:ext uri="{FF2B5EF4-FFF2-40B4-BE49-F238E27FC236}">
                    <a16:creationId xmlns:a16="http://schemas.microsoft.com/office/drawing/2014/main" id="{C6A2AFDF-7B84-3C8E-E23C-8E73699F74EC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4" name="pg1149">
                <a:extLst>
                  <a:ext uri="{FF2B5EF4-FFF2-40B4-BE49-F238E27FC236}">
                    <a16:creationId xmlns:a16="http://schemas.microsoft.com/office/drawing/2014/main" id="{7C9A90BD-B36D-2BD3-CAB9-53450310D1E1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5" name="pg1150">
                <a:extLst>
                  <a:ext uri="{FF2B5EF4-FFF2-40B4-BE49-F238E27FC236}">
                    <a16:creationId xmlns:a16="http://schemas.microsoft.com/office/drawing/2014/main" id="{0E2C2D9F-211A-9275-1B39-2AC396466B9C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6" name="pg1151">
                <a:extLst>
                  <a:ext uri="{FF2B5EF4-FFF2-40B4-BE49-F238E27FC236}">
                    <a16:creationId xmlns:a16="http://schemas.microsoft.com/office/drawing/2014/main" id="{FEA92B50-E381-A509-A8E0-4CD715FBCFE1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7" name="pg1152">
                <a:extLst>
                  <a:ext uri="{FF2B5EF4-FFF2-40B4-BE49-F238E27FC236}">
                    <a16:creationId xmlns:a16="http://schemas.microsoft.com/office/drawing/2014/main" id="{10CD44F9-A788-68DD-5BD8-903709B5680D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8" name="pg1153">
                <a:extLst>
                  <a:ext uri="{FF2B5EF4-FFF2-40B4-BE49-F238E27FC236}">
                    <a16:creationId xmlns:a16="http://schemas.microsoft.com/office/drawing/2014/main" id="{1A4DA55B-4890-4348-322B-587FE4D8BF51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9" name="pg1154">
                <a:extLst>
                  <a:ext uri="{FF2B5EF4-FFF2-40B4-BE49-F238E27FC236}">
                    <a16:creationId xmlns:a16="http://schemas.microsoft.com/office/drawing/2014/main" id="{868985AF-FB9B-F7D9-222A-5F6BE4842EA4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0" name="pg1155">
                <a:extLst>
                  <a:ext uri="{FF2B5EF4-FFF2-40B4-BE49-F238E27FC236}">
                    <a16:creationId xmlns:a16="http://schemas.microsoft.com/office/drawing/2014/main" id="{9F951C43-94DC-FB4C-0210-F617C9A7381B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1" name="pg1156">
                <a:extLst>
                  <a:ext uri="{FF2B5EF4-FFF2-40B4-BE49-F238E27FC236}">
                    <a16:creationId xmlns:a16="http://schemas.microsoft.com/office/drawing/2014/main" id="{81FA8589-D4F4-658F-998F-2C100A258CB6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2" name="pg1157">
                <a:extLst>
                  <a:ext uri="{FF2B5EF4-FFF2-40B4-BE49-F238E27FC236}">
                    <a16:creationId xmlns:a16="http://schemas.microsoft.com/office/drawing/2014/main" id="{C75575D8-2D00-D72E-7620-8180820080A3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3" name="pg1158">
                <a:extLst>
                  <a:ext uri="{FF2B5EF4-FFF2-40B4-BE49-F238E27FC236}">
                    <a16:creationId xmlns:a16="http://schemas.microsoft.com/office/drawing/2014/main" id="{B66B96D9-54A9-7679-BAA8-9B635816F870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4" name="pg1159">
                <a:extLst>
                  <a:ext uri="{FF2B5EF4-FFF2-40B4-BE49-F238E27FC236}">
                    <a16:creationId xmlns:a16="http://schemas.microsoft.com/office/drawing/2014/main" id="{20D52F26-FEA7-F54A-0154-E415353F1EBC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5" name="pg1160">
                <a:extLst>
                  <a:ext uri="{FF2B5EF4-FFF2-40B4-BE49-F238E27FC236}">
                    <a16:creationId xmlns:a16="http://schemas.microsoft.com/office/drawing/2014/main" id="{B88DE494-7E5F-7630-2547-978F38B137F5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6" name="pg1161">
                <a:extLst>
                  <a:ext uri="{FF2B5EF4-FFF2-40B4-BE49-F238E27FC236}">
                    <a16:creationId xmlns:a16="http://schemas.microsoft.com/office/drawing/2014/main" id="{2E53CFF2-57A3-B56B-7B7A-FFEC0E580271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7" name="pg1162">
                <a:extLst>
                  <a:ext uri="{FF2B5EF4-FFF2-40B4-BE49-F238E27FC236}">
                    <a16:creationId xmlns:a16="http://schemas.microsoft.com/office/drawing/2014/main" id="{838164FB-237D-3083-21A2-A905337B8B0F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8" name="pg1163">
                <a:extLst>
                  <a:ext uri="{FF2B5EF4-FFF2-40B4-BE49-F238E27FC236}">
                    <a16:creationId xmlns:a16="http://schemas.microsoft.com/office/drawing/2014/main" id="{55C20BB3-671F-6C67-B3C8-E62149EFEAA9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9" name="pg1164">
                <a:extLst>
                  <a:ext uri="{FF2B5EF4-FFF2-40B4-BE49-F238E27FC236}">
                    <a16:creationId xmlns:a16="http://schemas.microsoft.com/office/drawing/2014/main" id="{8D11F154-E3DD-7EE8-83F7-9E595E03AAC5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0" name="pg1165">
                <a:extLst>
                  <a:ext uri="{FF2B5EF4-FFF2-40B4-BE49-F238E27FC236}">
                    <a16:creationId xmlns:a16="http://schemas.microsoft.com/office/drawing/2014/main" id="{83000450-D183-4BB5-80CB-82EE3FD2873E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1" name="pg1166">
                <a:extLst>
                  <a:ext uri="{FF2B5EF4-FFF2-40B4-BE49-F238E27FC236}">
                    <a16:creationId xmlns:a16="http://schemas.microsoft.com/office/drawing/2014/main" id="{3225ADA8-A474-2FF2-E6F5-A872CA620261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2" name="pg1167">
                <a:extLst>
                  <a:ext uri="{FF2B5EF4-FFF2-40B4-BE49-F238E27FC236}">
                    <a16:creationId xmlns:a16="http://schemas.microsoft.com/office/drawing/2014/main" id="{E0D2054C-C89A-B61C-3767-8401BF48912B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3" name="pg1168">
                <a:extLst>
                  <a:ext uri="{FF2B5EF4-FFF2-40B4-BE49-F238E27FC236}">
                    <a16:creationId xmlns:a16="http://schemas.microsoft.com/office/drawing/2014/main" id="{120E9047-9762-1929-3849-27E07E773EBD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4" name="pg1169">
                <a:extLst>
                  <a:ext uri="{FF2B5EF4-FFF2-40B4-BE49-F238E27FC236}">
                    <a16:creationId xmlns:a16="http://schemas.microsoft.com/office/drawing/2014/main" id="{96F791F4-3D3C-1960-5341-4F465E36B5C4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5" name="pg1170">
                <a:extLst>
                  <a:ext uri="{FF2B5EF4-FFF2-40B4-BE49-F238E27FC236}">
                    <a16:creationId xmlns:a16="http://schemas.microsoft.com/office/drawing/2014/main" id="{A7F8B740-B524-1405-A7A3-9F007DE96D26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6" name="pg1171">
                <a:extLst>
                  <a:ext uri="{FF2B5EF4-FFF2-40B4-BE49-F238E27FC236}">
                    <a16:creationId xmlns:a16="http://schemas.microsoft.com/office/drawing/2014/main" id="{26D3D411-2EEC-24AA-A403-047B37F979ED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7" name="pg1172">
                <a:extLst>
                  <a:ext uri="{FF2B5EF4-FFF2-40B4-BE49-F238E27FC236}">
                    <a16:creationId xmlns:a16="http://schemas.microsoft.com/office/drawing/2014/main" id="{6E433616-F31B-A194-5E64-181FC7B14D07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8" name="pg1173">
                <a:extLst>
                  <a:ext uri="{FF2B5EF4-FFF2-40B4-BE49-F238E27FC236}">
                    <a16:creationId xmlns:a16="http://schemas.microsoft.com/office/drawing/2014/main" id="{832F6F56-D7B8-5283-6FBE-003E84DCCA45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9" name="pg1174">
                <a:extLst>
                  <a:ext uri="{FF2B5EF4-FFF2-40B4-BE49-F238E27FC236}">
                    <a16:creationId xmlns:a16="http://schemas.microsoft.com/office/drawing/2014/main" id="{E37A176F-9805-4FA7-3470-69C28965C92E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0" name="pg1175">
                <a:extLst>
                  <a:ext uri="{FF2B5EF4-FFF2-40B4-BE49-F238E27FC236}">
                    <a16:creationId xmlns:a16="http://schemas.microsoft.com/office/drawing/2014/main" id="{D6E3F02B-1F8E-7907-D9EF-9BBA66BEA2B4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1" name="pg1176">
                <a:extLst>
                  <a:ext uri="{FF2B5EF4-FFF2-40B4-BE49-F238E27FC236}">
                    <a16:creationId xmlns:a16="http://schemas.microsoft.com/office/drawing/2014/main" id="{BBF16F51-4F5F-B171-6BD1-0A6228EBF531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2" name="pg1177">
                <a:extLst>
                  <a:ext uri="{FF2B5EF4-FFF2-40B4-BE49-F238E27FC236}">
                    <a16:creationId xmlns:a16="http://schemas.microsoft.com/office/drawing/2014/main" id="{B75DBFB8-F491-DDA4-84D8-567938AF2AD9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3" name="pg1178">
                <a:extLst>
                  <a:ext uri="{FF2B5EF4-FFF2-40B4-BE49-F238E27FC236}">
                    <a16:creationId xmlns:a16="http://schemas.microsoft.com/office/drawing/2014/main" id="{D9FF870C-4262-84D8-B27E-1D93A3E8BB59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4" name="pg1179">
                <a:extLst>
                  <a:ext uri="{FF2B5EF4-FFF2-40B4-BE49-F238E27FC236}">
                    <a16:creationId xmlns:a16="http://schemas.microsoft.com/office/drawing/2014/main" id="{89989F8D-1F86-DAAB-A599-ECA87741403B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5" name="pg1180">
                <a:extLst>
                  <a:ext uri="{FF2B5EF4-FFF2-40B4-BE49-F238E27FC236}">
                    <a16:creationId xmlns:a16="http://schemas.microsoft.com/office/drawing/2014/main" id="{BE723D8B-DB0A-D6DE-B9D8-5B91948F5266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6" name="pg1181">
                <a:extLst>
                  <a:ext uri="{FF2B5EF4-FFF2-40B4-BE49-F238E27FC236}">
                    <a16:creationId xmlns:a16="http://schemas.microsoft.com/office/drawing/2014/main" id="{812B2A11-54DC-EED7-E9AE-AE03630239AA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7" name="pg1182">
                <a:extLst>
                  <a:ext uri="{FF2B5EF4-FFF2-40B4-BE49-F238E27FC236}">
                    <a16:creationId xmlns:a16="http://schemas.microsoft.com/office/drawing/2014/main" id="{73C6D7BB-D618-17CD-91C8-54E9F4807A4B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8" name="pg1183">
                <a:extLst>
                  <a:ext uri="{FF2B5EF4-FFF2-40B4-BE49-F238E27FC236}">
                    <a16:creationId xmlns:a16="http://schemas.microsoft.com/office/drawing/2014/main" id="{F336C6F1-795A-57FD-77F4-79358C643E74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9" name="pg1184">
                <a:extLst>
                  <a:ext uri="{FF2B5EF4-FFF2-40B4-BE49-F238E27FC236}">
                    <a16:creationId xmlns:a16="http://schemas.microsoft.com/office/drawing/2014/main" id="{3418FFA2-D2EA-2D77-39B2-4B8E3702D56D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0" name="pg1185">
                <a:extLst>
                  <a:ext uri="{FF2B5EF4-FFF2-40B4-BE49-F238E27FC236}">
                    <a16:creationId xmlns:a16="http://schemas.microsoft.com/office/drawing/2014/main" id="{F29AE695-ABFB-7941-4AC4-97237B701C7D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1" name="pg1186">
                <a:extLst>
                  <a:ext uri="{FF2B5EF4-FFF2-40B4-BE49-F238E27FC236}">
                    <a16:creationId xmlns:a16="http://schemas.microsoft.com/office/drawing/2014/main" id="{5130B3E4-35AE-8F3B-E48F-5AF660A4568C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2" name="pg1187">
                <a:extLst>
                  <a:ext uri="{FF2B5EF4-FFF2-40B4-BE49-F238E27FC236}">
                    <a16:creationId xmlns:a16="http://schemas.microsoft.com/office/drawing/2014/main" id="{5887D336-DC0F-65AC-82A2-0B8C5B4F4863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3" name="pg1188">
                <a:extLst>
                  <a:ext uri="{FF2B5EF4-FFF2-40B4-BE49-F238E27FC236}">
                    <a16:creationId xmlns:a16="http://schemas.microsoft.com/office/drawing/2014/main" id="{4142AED9-65D3-6797-7C9A-4144826F4A14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4" name="pg1189">
                <a:extLst>
                  <a:ext uri="{FF2B5EF4-FFF2-40B4-BE49-F238E27FC236}">
                    <a16:creationId xmlns:a16="http://schemas.microsoft.com/office/drawing/2014/main" id="{5D0B67C7-B27E-5BF7-2A76-4162C921061B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5" name="pg1190">
                <a:extLst>
                  <a:ext uri="{FF2B5EF4-FFF2-40B4-BE49-F238E27FC236}">
                    <a16:creationId xmlns:a16="http://schemas.microsoft.com/office/drawing/2014/main" id="{6A4BF3A6-CA80-7C96-7666-FA37908DEBB9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6" name="pg1191">
                <a:extLst>
                  <a:ext uri="{FF2B5EF4-FFF2-40B4-BE49-F238E27FC236}">
                    <a16:creationId xmlns:a16="http://schemas.microsoft.com/office/drawing/2014/main" id="{BD59189A-812E-1724-1DA5-B7F7B44DC86B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7" name="pg1192">
                <a:extLst>
                  <a:ext uri="{FF2B5EF4-FFF2-40B4-BE49-F238E27FC236}">
                    <a16:creationId xmlns:a16="http://schemas.microsoft.com/office/drawing/2014/main" id="{3384076C-A378-9524-4952-B20171A021BC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8" name="pg1193">
                <a:extLst>
                  <a:ext uri="{FF2B5EF4-FFF2-40B4-BE49-F238E27FC236}">
                    <a16:creationId xmlns:a16="http://schemas.microsoft.com/office/drawing/2014/main" id="{025EB372-CA9F-9DAC-FD52-0EFC4AFC9755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9" name="pg1194">
                <a:extLst>
                  <a:ext uri="{FF2B5EF4-FFF2-40B4-BE49-F238E27FC236}">
                    <a16:creationId xmlns:a16="http://schemas.microsoft.com/office/drawing/2014/main" id="{286E8E1C-7633-17EF-72B8-99C8A7577280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0" name="pg1195">
                <a:extLst>
                  <a:ext uri="{FF2B5EF4-FFF2-40B4-BE49-F238E27FC236}">
                    <a16:creationId xmlns:a16="http://schemas.microsoft.com/office/drawing/2014/main" id="{B2D415E8-BAB4-345A-4790-EEE98B40181C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1" name="pg1196">
                <a:extLst>
                  <a:ext uri="{FF2B5EF4-FFF2-40B4-BE49-F238E27FC236}">
                    <a16:creationId xmlns:a16="http://schemas.microsoft.com/office/drawing/2014/main" id="{14FD10D7-9BA0-063E-0F16-53AD1F4F7820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2" name="pg1197">
                <a:extLst>
                  <a:ext uri="{FF2B5EF4-FFF2-40B4-BE49-F238E27FC236}">
                    <a16:creationId xmlns:a16="http://schemas.microsoft.com/office/drawing/2014/main" id="{F7DCB15D-D413-0CB4-C0BC-DA1942306D87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3" name="pg1198">
                <a:extLst>
                  <a:ext uri="{FF2B5EF4-FFF2-40B4-BE49-F238E27FC236}">
                    <a16:creationId xmlns:a16="http://schemas.microsoft.com/office/drawing/2014/main" id="{4866687D-1EAD-7FF7-9004-ED1250D065A9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4" name="pg1199">
                <a:extLst>
                  <a:ext uri="{FF2B5EF4-FFF2-40B4-BE49-F238E27FC236}">
                    <a16:creationId xmlns:a16="http://schemas.microsoft.com/office/drawing/2014/main" id="{AEF64B09-3293-C0C6-F9E4-DE4881EDAD11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5" name="pg1200">
                <a:extLst>
                  <a:ext uri="{FF2B5EF4-FFF2-40B4-BE49-F238E27FC236}">
                    <a16:creationId xmlns:a16="http://schemas.microsoft.com/office/drawing/2014/main" id="{FB9C2472-F030-9343-F4BA-2B057431C1C3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6" name="pg1201">
                <a:extLst>
                  <a:ext uri="{FF2B5EF4-FFF2-40B4-BE49-F238E27FC236}">
                    <a16:creationId xmlns:a16="http://schemas.microsoft.com/office/drawing/2014/main" id="{044C739A-7E02-BD9D-E864-DCAAA3D2A2E0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7" name="pg1202">
                <a:extLst>
                  <a:ext uri="{FF2B5EF4-FFF2-40B4-BE49-F238E27FC236}">
                    <a16:creationId xmlns:a16="http://schemas.microsoft.com/office/drawing/2014/main" id="{6EA9CAAA-DC1B-926B-DBB1-901FAC4E7A11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8" name="pg1203">
                <a:extLst>
                  <a:ext uri="{FF2B5EF4-FFF2-40B4-BE49-F238E27FC236}">
                    <a16:creationId xmlns:a16="http://schemas.microsoft.com/office/drawing/2014/main" id="{6D8FE871-4028-DD29-9B1D-AEC1BB00C150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9" name="pg1204">
                <a:extLst>
                  <a:ext uri="{FF2B5EF4-FFF2-40B4-BE49-F238E27FC236}">
                    <a16:creationId xmlns:a16="http://schemas.microsoft.com/office/drawing/2014/main" id="{8101794E-3BB1-7700-750E-DAC1167ADA09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0" name="pg1205">
                <a:extLst>
                  <a:ext uri="{FF2B5EF4-FFF2-40B4-BE49-F238E27FC236}">
                    <a16:creationId xmlns:a16="http://schemas.microsoft.com/office/drawing/2014/main" id="{1714E6EF-87C3-D31B-3F62-773ADAB352AF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1" name="pg1206">
                <a:extLst>
                  <a:ext uri="{FF2B5EF4-FFF2-40B4-BE49-F238E27FC236}">
                    <a16:creationId xmlns:a16="http://schemas.microsoft.com/office/drawing/2014/main" id="{34167FDB-6934-3325-8F38-FEB016391B87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2" name="pg1207">
                <a:extLst>
                  <a:ext uri="{FF2B5EF4-FFF2-40B4-BE49-F238E27FC236}">
                    <a16:creationId xmlns:a16="http://schemas.microsoft.com/office/drawing/2014/main" id="{78AD4903-64C4-8EDD-0B5F-DBB7595E1EF7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3" name="pg1208">
                <a:extLst>
                  <a:ext uri="{FF2B5EF4-FFF2-40B4-BE49-F238E27FC236}">
                    <a16:creationId xmlns:a16="http://schemas.microsoft.com/office/drawing/2014/main" id="{7438D6AB-1202-04CF-6BA9-01D9B916141E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4" name="pg1209">
                <a:extLst>
                  <a:ext uri="{FF2B5EF4-FFF2-40B4-BE49-F238E27FC236}">
                    <a16:creationId xmlns:a16="http://schemas.microsoft.com/office/drawing/2014/main" id="{FA6A9FBE-9F14-358B-B019-DB51ED95FC2A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5" name="pg1210">
                <a:extLst>
                  <a:ext uri="{FF2B5EF4-FFF2-40B4-BE49-F238E27FC236}">
                    <a16:creationId xmlns:a16="http://schemas.microsoft.com/office/drawing/2014/main" id="{F90030EC-33B6-AAF4-7A66-135F38CE1575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6" name="pg1211">
                <a:extLst>
                  <a:ext uri="{FF2B5EF4-FFF2-40B4-BE49-F238E27FC236}">
                    <a16:creationId xmlns:a16="http://schemas.microsoft.com/office/drawing/2014/main" id="{CC41C078-0EAA-430D-706B-AA1515412C48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7" name="pg1212">
                <a:extLst>
                  <a:ext uri="{FF2B5EF4-FFF2-40B4-BE49-F238E27FC236}">
                    <a16:creationId xmlns:a16="http://schemas.microsoft.com/office/drawing/2014/main" id="{E8C6E2F3-90D3-5ECE-F760-23C707D6681D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8" name="pg1213">
                <a:extLst>
                  <a:ext uri="{FF2B5EF4-FFF2-40B4-BE49-F238E27FC236}">
                    <a16:creationId xmlns:a16="http://schemas.microsoft.com/office/drawing/2014/main" id="{8C58E76D-35EC-D285-5DFF-C55292FE1E17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9" name="pg1214">
                <a:extLst>
                  <a:ext uri="{FF2B5EF4-FFF2-40B4-BE49-F238E27FC236}">
                    <a16:creationId xmlns:a16="http://schemas.microsoft.com/office/drawing/2014/main" id="{195FBC4A-A577-5D5F-8FE8-E93324FDB41E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0" name="pg1215">
                <a:extLst>
                  <a:ext uri="{FF2B5EF4-FFF2-40B4-BE49-F238E27FC236}">
                    <a16:creationId xmlns:a16="http://schemas.microsoft.com/office/drawing/2014/main" id="{6A033A81-36A1-4C2C-9991-367138EDE07E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1" name="pg1216">
                <a:extLst>
                  <a:ext uri="{FF2B5EF4-FFF2-40B4-BE49-F238E27FC236}">
                    <a16:creationId xmlns:a16="http://schemas.microsoft.com/office/drawing/2014/main" id="{C86BA9CB-3AB7-1A1D-B5DF-3487D9077606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2" name="pg1217">
                <a:extLst>
                  <a:ext uri="{FF2B5EF4-FFF2-40B4-BE49-F238E27FC236}">
                    <a16:creationId xmlns:a16="http://schemas.microsoft.com/office/drawing/2014/main" id="{1D1B0EAF-9910-7266-14D1-00A0858D1A54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3" name="pg1218">
                <a:extLst>
                  <a:ext uri="{FF2B5EF4-FFF2-40B4-BE49-F238E27FC236}">
                    <a16:creationId xmlns:a16="http://schemas.microsoft.com/office/drawing/2014/main" id="{331B4AF1-283D-D19A-8DFF-DB4F13293C9F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4" name="pg1219">
                <a:extLst>
                  <a:ext uri="{FF2B5EF4-FFF2-40B4-BE49-F238E27FC236}">
                    <a16:creationId xmlns:a16="http://schemas.microsoft.com/office/drawing/2014/main" id="{669048D2-0218-BDA8-66FE-AABE5B3838E0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5" name="pg1220">
                <a:extLst>
                  <a:ext uri="{FF2B5EF4-FFF2-40B4-BE49-F238E27FC236}">
                    <a16:creationId xmlns:a16="http://schemas.microsoft.com/office/drawing/2014/main" id="{04016072-ED29-BE55-4BE8-9A35E748FCBC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6" name="pg1221">
                <a:extLst>
                  <a:ext uri="{FF2B5EF4-FFF2-40B4-BE49-F238E27FC236}">
                    <a16:creationId xmlns:a16="http://schemas.microsoft.com/office/drawing/2014/main" id="{3D7279D1-A121-E94D-4A9C-C90BC0D77A83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7" name="pg1222">
                <a:extLst>
                  <a:ext uri="{FF2B5EF4-FFF2-40B4-BE49-F238E27FC236}">
                    <a16:creationId xmlns:a16="http://schemas.microsoft.com/office/drawing/2014/main" id="{B78AC383-4CFF-8890-74E5-461A31B61914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8" name="pg1223">
                <a:extLst>
                  <a:ext uri="{FF2B5EF4-FFF2-40B4-BE49-F238E27FC236}">
                    <a16:creationId xmlns:a16="http://schemas.microsoft.com/office/drawing/2014/main" id="{EA272E0E-BEAB-BD37-EE4E-C349E15240F2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9" name="pg1224">
                <a:extLst>
                  <a:ext uri="{FF2B5EF4-FFF2-40B4-BE49-F238E27FC236}">
                    <a16:creationId xmlns:a16="http://schemas.microsoft.com/office/drawing/2014/main" id="{1FD8BB8B-6AAF-56F8-EE26-5711AA67E092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0" name="pg1225">
                <a:extLst>
                  <a:ext uri="{FF2B5EF4-FFF2-40B4-BE49-F238E27FC236}">
                    <a16:creationId xmlns:a16="http://schemas.microsoft.com/office/drawing/2014/main" id="{000E236F-E218-0971-A749-BEE8E5E7A2D7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1" name="pg1226">
                <a:extLst>
                  <a:ext uri="{FF2B5EF4-FFF2-40B4-BE49-F238E27FC236}">
                    <a16:creationId xmlns:a16="http://schemas.microsoft.com/office/drawing/2014/main" id="{758247C7-1EF4-D329-E122-05F50FC01511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2" name="pg1227">
                <a:extLst>
                  <a:ext uri="{FF2B5EF4-FFF2-40B4-BE49-F238E27FC236}">
                    <a16:creationId xmlns:a16="http://schemas.microsoft.com/office/drawing/2014/main" id="{1A16EC50-2173-E938-39EE-CCE2A72670D9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3" name="pg1228">
                <a:extLst>
                  <a:ext uri="{FF2B5EF4-FFF2-40B4-BE49-F238E27FC236}">
                    <a16:creationId xmlns:a16="http://schemas.microsoft.com/office/drawing/2014/main" id="{6EFA73F7-ACFF-A55C-C0DC-8BE92146EB3C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4" name="pg1229">
                <a:extLst>
                  <a:ext uri="{FF2B5EF4-FFF2-40B4-BE49-F238E27FC236}">
                    <a16:creationId xmlns:a16="http://schemas.microsoft.com/office/drawing/2014/main" id="{1F81D896-0D90-E78C-C2F8-57AFCD7801BF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5" name="pg1230">
                <a:extLst>
                  <a:ext uri="{FF2B5EF4-FFF2-40B4-BE49-F238E27FC236}">
                    <a16:creationId xmlns:a16="http://schemas.microsoft.com/office/drawing/2014/main" id="{DBEA358C-E3FC-2024-3FFD-64F89EF7ED84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6" name="pg1231">
                <a:extLst>
                  <a:ext uri="{FF2B5EF4-FFF2-40B4-BE49-F238E27FC236}">
                    <a16:creationId xmlns:a16="http://schemas.microsoft.com/office/drawing/2014/main" id="{07D2BD20-A1C9-DE49-BB8C-481AE85BE92D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7" name="pg1232">
                <a:extLst>
                  <a:ext uri="{FF2B5EF4-FFF2-40B4-BE49-F238E27FC236}">
                    <a16:creationId xmlns:a16="http://schemas.microsoft.com/office/drawing/2014/main" id="{26BFFB6B-6350-D38B-9CD9-443C30FC2DA2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8" name="pg1233">
                <a:extLst>
                  <a:ext uri="{FF2B5EF4-FFF2-40B4-BE49-F238E27FC236}">
                    <a16:creationId xmlns:a16="http://schemas.microsoft.com/office/drawing/2014/main" id="{7E196CEC-4E54-1C44-F37C-AAB85A7F4BC7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9" name="pg1234">
                <a:extLst>
                  <a:ext uri="{FF2B5EF4-FFF2-40B4-BE49-F238E27FC236}">
                    <a16:creationId xmlns:a16="http://schemas.microsoft.com/office/drawing/2014/main" id="{C9C97778-A5EA-4BFC-95B5-FB12F67EF79E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0" name="pg1235">
                <a:extLst>
                  <a:ext uri="{FF2B5EF4-FFF2-40B4-BE49-F238E27FC236}">
                    <a16:creationId xmlns:a16="http://schemas.microsoft.com/office/drawing/2014/main" id="{D401BA3C-B999-24C5-C6DB-2B1CBDEBF085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1" name="pg1236">
                <a:extLst>
                  <a:ext uri="{FF2B5EF4-FFF2-40B4-BE49-F238E27FC236}">
                    <a16:creationId xmlns:a16="http://schemas.microsoft.com/office/drawing/2014/main" id="{909ADB0B-4DB5-B6A6-6321-EB422CF73046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2" name="pg1237">
                <a:extLst>
                  <a:ext uri="{FF2B5EF4-FFF2-40B4-BE49-F238E27FC236}">
                    <a16:creationId xmlns:a16="http://schemas.microsoft.com/office/drawing/2014/main" id="{1890337F-BE6E-8256-EDA8-B37A82277F5C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3" name="pg1238">
                <a:extLst>
                  <a:ext uri="{FF2B5EF4-FFF2-40B4-BE49-F238E27FC236}">
                    <a16:creationId xmlns:a16="http://schemas.microsoft.com/office/drawing/2014/main" id="{1171F953-877F-54A7-667F-AB5B56676989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4" name="pg1239">
                <a:extLst>
                  <a:ext uri="{FF2B5EF4-FFF2-40B4-BE49-F238E27FC236}">
                    <a16:creationId xmlns:a16="http://schemas.microsoft.com/office/drawing/2014/main" id="{33E106FB-C38E-E384-3BA6-8A9362A7D7CF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5" name="pg1240">
                <a:extLst>
                  <a:ext uri="{FF2B5EF4-FFF2-40B4-BE49-F238E27FC236}">
                    <a16:creationId xmlns:a16="http://schemas.microsoft.com/office/drawing/2014/main" id="{AC77CD4E-3AD3-5059-917B-6F13BCC2FAD8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6" name="pg1241">
                <a:extLst>
                  <a:ext uri="{FF2B5EF4-FFF2-40B4-BE49-F238E27FC236}">
                    <a16:creationId xmlns:a16="http://schemas.microsoft.com/office/drawing/2014/main" id="{C92A1BCF-D0B4-DA5D-40CF-46D555FF800D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7" name="pg1242">
                <a:extLst>
                  <a:ext uri="{FF2B5EF4-FFF2-40B4-BE49-F238E27FC236}">
                    <a16:creationId xmlns:a16="http://schemas.microsoft.com/office/drawing/2014/main" id="{354D7541-70C1-4A39-8B35-5C742521D318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8" name="pg1243">
                <a:extLst>
                  <a:ext uri="{FF2B5EF4-FFF2-40B4-BE49-F238E27FC236}">
                    <a16:creationId xmlns:a16="http://schemas.microsoft.com/office/drawing/2014/main" id="{1C2EBB71-A88A-C527-144E-DA792C11E9B3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9" name="pg1244">
                <a:extLst>
                  <a:ext uri="{FF2B5EF4-FFF2-40B4-BE49-F238E27FC236}">
                    <a16:creationId xmlns:a16="http://schemas.microsoft.com/office/drawing/2014/main" id="{92493024-2E65-09AE-4B38-473FACBB0946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0" name="pg1245">
                <a:extLst>
                  <a:ext uri="{FF2B5EF4-FFF2-40B4-BE49-F238E27FC236}">
                    <a16:creationId xmlns:a16="http://schemas.microsoft.com/office/drawing/2014/main" id="{12C4857A-31F3-B76A-9F30-5DAA3F1AD972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1" name="pg1246">
                <a:extLst>
                  <a:ext uri="{FF2B5EF4-FFF2-40B4-BE49-F238E27FC236}">
                    <a16:creationId xmlns:a16="http://schemas.microsoft.com/office/drawing/2014/main" id="{BCC877A0-F387-2DBB-C901-E40A1149A522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2" name="pg1247">
                <a:extLst>
                  <a:ext uri="{FF2B5EF4-FFF2-40B4-BE49-F238E27FC236}">
                    <a16:creationId xmlns:a16="http://schemas.microsoft.com/office/drawing/2014/main" id="{BA037C69-28CB-ED7A-E478-D83744D1C48F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3" name="pg1248">
                <a:extLst>
                  <a:ext uri="{FF2B5EF4-FFF2-40B4-BE49-F238E27FC236}">
                    <a16:creationId xmlns:a16="http://schemas.microsoft.com/office/drawing/2014/main" id="{EC24943B-AC7B-C786-6988-9D3146FFA950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4" name="pg1249">
                <a:extLst>
                  <a:ext uri="{FF2B5EF4-FFF2-40B4-BE49-F238E27FC236}">
                    <a16:creationId xmlns:a16="http://schemas.microsoft.com/office/drawing/2014/main" id="{9704F2BF-38E8-48C6-A193-73248AD85F21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5" name="pg1250">
                <a:extLst>
                  <a:ext uri="{FF2B5EF4-FFF2-40B4-BE49-F238E27FC236}">
                    <a16:creationId xmlns:a16="http://schemas.microsoft.com/office/drawing/2014/main" id="{BE17E11C-D351-43EC-1AEB-71158168ACDB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6" name="pg1251">
                <a:extLst>
                  <a:ext uri="{FF2B5EF4-FFF2-40B4-BE49-F238E27FC236}">
                    <a16:creationId xmlns:a16="http://schemas.microsoft.com/office/drawing/2014/main" id="{10043D0F-2571-EB12-B4F1-4830B7CD9E37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7" name="pg1252">
                <a:extLst>
                  <a:ext uri="{FF2B5EF4-FFF2-40B4-BE49-F238E27FC236}">
                    <a16:creationId xmlns:a16="http://schemas.microsoft.com/office/drawing/2014/main" id="{C57A375F-CD99-5F95-5179-B073696622F3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8" name="pg1253">
                <a:extLst>
                  <a:ext uri="{FF2B5EF4-FFF2-40B4-BE49-F238E27FC236}">
                    <a16:creationId xmlns:a16="http://schemas.microsoft.com/office/drawing/2014/main" id="{4E30D413-D61D-7257-62DC-AF1A0E15C7FC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9" name="pg1254">
                <a:extLst>
                  <a:ext uri="{FF2B5EF4-FFF2-40B4-BE49-F238E27FC236}">
                    <a16:creationId xmlns:a16="http://schemas.microsoft.com/office/drawing/2014/main" id="{E0D97549-20DC-21EA-FFAF-CE12E6BFA770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0" name="pg1255">
                <a:extLst>
                  <a:ext uri="{FF2B5EF4-FFF2-40B4-BE49-F238E27FC236}">
                    <a16:creationId xmlns:a16="http://schemas.microsoft.com/office/drawing/2014/main" id="{D2C7728A-A9EB-6B74-B3AF-B6384605D1ED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1" name="pg1256">
                <a:extLst>
                  <a:ext uri="{FF2B5EF4-FFF2-40B4-BE49-F238E27FC236}">
                    <a16:creationId xmlns:a16="http://schemas.microsoft.com/office/drawing/2014/main" id="{35BDBC10-7B09-88D0-CC30-B8CF799ABF9F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2" name="pg1257">
                <a:extLst>
                  <a:ext uri="{FF2B5EF4-FFF2-40B4-BE49-F238E27FC236}">
                    <a16:creationId xmlns:a16="http://schemas.microsoft.com/office/drawing/2014/main" id="{0FE189E8-5BBB-7A25-BBBD-B87DFE39835C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3" name="pg1258">
                <a:extLst>
                  <a:ext uri="{FF2B5EF4-FFF2-40B4-BE49-F238E27FC236}">
                    <a16:creationId xmlns:a16="http://schemas.microsoft.com/office/drawing/2014/main" id="{EAB30B12-B22E-8C57-C745-693EF58D00AF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4" name="pg1259">
                <a:extLst>
                  <a:ext uri="{FF2B5EF4-FFF2-40B4-BE49-F238E27FC236}">
                    <a16:creationId xmlns:a16="http://schemas.microsoft.com/office/drawing/2014/main" id="{79723D68-4FEC-25B7-7290-1C1FDC156A3B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5" name="pg1260">
                <a:extLst>
                  <a:ext uri="{FF2B5EF4-FFF2-40B4-BE49-F238E27FC236}">
                    <a16:creationId xmlns:a16="http://schemas.microsoft.com/office/drawing/2014/main" id="{501B1710-6C35-F1DE-5C28-30A447F75517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6" name="pg1261">
                <a:extLst>
                  <a:ext uri="{FF2B5EF4-FFF2-40B4-BE49-F238E27FC236}">
                    <a16:creationId xmlns:a16="http://schemas.microsoft.com/office/drawing/2014/main" id="{C7C48076-35FE-7666-F296-A69E9861EA78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7" name="pg1262">
                <a:extLst>
                  <a:ext uri="{FF2B5EF4-FFF2-40B4-BE49-F238E27FC236}">
                    <a16:creationId xmlns:a16="http://schemas.microsoft.com/office/drawing/2014/main" id="{592AB51C-FC72-7F7D-229D-4FC5592486CE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8" name="pg1263">
                <a:extLst>
                  <a:ext uri="{FF2B5EF4-FFF2-40B4-BE49-F238E27FC236}">
                    <a16:creationId xmlns:a16="http://schemas.microsoft.com/office/drawing/2014/main" id="{164C7930-5DAC-05EE-A1A1-8A3B980EE5B5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9" name="pg1264">
                <a:extLst>
                  <a:ext uri="{FF2B5EF4-FFF2-40B4-BE49-F238E27FC236}">
                    <a16:creationId xmlns:a16="http://schemas.microsoft.com/office/drawing/2014/main" id="{BCA63F24-AB78-AD3C-F414-58E673232FE1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0" name="pg1265">
                <a:extLst>
                  <a:ext uri="{FF2B5EF4-FFF2-40B4-BE49-F238E27FC236}">
                    <a16:creationId xmlns:a16="http://schemas.microsoft.com/office/drawing/2014/main" id="{1D1C7B9B-F5B7-00E1-E778-3601B0ABA7CE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1" name="pg1266">
                <a:extLst>
                  <a:ext uri="{FF2B5EF4-FFF2-40B4-BE49-F238E27FC236}">
                    <a16:creationId xmlns:a16="http://schemas.microsoft.com/office/drawing/2014/main" id="{410C930B-E1E1-A82F-30C9-3EE6086D5E3C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2" name="pg1267">
                <a:extLst>
                  <a:ext uri="{FF2B5EF4-FFF2-40B4-BE49-F238E27FC236}">
                    <a16:creationId xmlns:a16="http://schemas.microsoft.com/office/drawing/2014/main" id="{8ED79524-9AD4-39A5-089C-8D9A3438143D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3" name="pg1268">
                <a:extLst>
                  <a:ext uri="{FF2B5EF4-FFF2-40B4-BE49-F238E27FC236}">
                    <a16:creationId xmlns:a16="http://schemas.microsoft.com/office/drawing/2014/main" id="{708CEC2C-5D71-F60A-5864-D02414DBB58D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4" name="pg1269">
                <a:extLst>
                  <a:ext uri="{FF2B5EF4-FFF2-40B4-BE49-F238E27FC236}">
                    <a16:creationId xmlns:a16="http://schemas.microsoft.com/office/drawing/2014/main" id="{10AF700F-F44A-2ED4-59C7-A3A9D84003FE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5" name="pg1270">
                <a:extLst>
                  <a:ext uri="{FF2B5EF4-FFF2-40B4-BE49-F238E27FC236}">
                    <a16:creationId xmlns:a16="http://schemas.microsoft.com/office/drawing/2014/main" id="{BDE28EE0-77FB-3A09-6EE1-4927EF82B613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6" name="pg1271">
                <a:extLst>
                  <a:ext uri="{FF2B5EF4-FFF2-40B4-BE49-F238E27FC236}">
                    <a16:creationId xmlns:a16="http://schemas.microsoft.com/office/drawing/2014/main" id="{AB59D300-608D-2733-18CD-FB2DA5DD98E5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7" name="pg1272">
                <a:extLst>
                  <a:ext uri="{FF2B5EF4-FFF2-40B4-BE49-F238E27FC236}">
                    <a16:creationId xmlns:a16="http://schemas.microsoft.com/office/drawing/2014/main" id="{8F307424-EB2C-8B52-D369-6D04C11FF671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8" name="pg1273">
                <a:extLst>
                  <a:ext uri="{FF2B5EF4-FFF2-40B4-BE49-F238E27FC236}">
                    <a16:creationId xmlns:a16="http://schemas.microsoft.com/office/drawing/2014/main" id="{0A488A36-CBFE-8BAA-F830-C46DA9E34ABF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9" name="pg1274">
                <a:extLst>
                  <a:ext uri="{FF2B5EF4-FFF2-40B4-BE49-F238E27FC236}">
                    <a16:creationId xmlns:a16="http://schemas.microsoft.com/office/drawing/2014/main" id="{5C8B7FBE-DBC5-81C7-E8F0-8C421F6DFD5C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0" name="pg1275">
                <a:extLst>
                  <a:ext uri="{FF2B5EF4-FFF2-40B4-BE49-F238E27FC236}">
                    <a16:creationId xmlns:a16="http://schemas.microsoft.com/office/drawing/2014/main" id="{AEEBFCDF-9739-3610-2EF1-49FEB3B12540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1" name="pg1276">
                <a:extLst>
                  <a:ext uri="{FF2B5EF4-FFF2-40B4-BE49-F238E27FC236}">
                    <a16:creationId xmlns:a16="http://schemas.microsoft.com/office/drawing/2014/main" id="{3D99D120-ABF6-51B7-A871-557EA916AC41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2" name="pg1277">
                <a:extLst>
                  <a:ext uri="{FF2B5EF4-FFF2-40B4-BE49-F238E27FC236}">
                    <a16:creationId xmlns:a16="http://schemas.microsoft.com/office/drawing/2014/main" id="{52EAE08D-ACA3-E328-6E2C-910DF2CA7EC1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3" name="pg1278">
                <a:extLst>
                  <a:ext uri="{FF2B5EF4-FFF2-40B4-BE49-F238E27FC236}">
                    <a16:creationId xmlns:a16="http://schemas.microsoft.com/office/drawing/2014/main" id="{9991E345-E36D-4A30-8F4E-8A3F78131C30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4" name="pg1279">
                <a:extLst>
                  <a:ext uri="{FF2B5EF4-FFF2-40B4-BE49-F238E27FC236}">
                    <a16:creationId xmlns:a16="http://schemas.microsoft.com/office/drawing/2014/main" id="{CE89E8BF-EA38-9970-C070-508CBA12185B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5" name="pg1280">
                <a:extLst>
                  <a:ext uri="{FF2B5EF4-FFF2-40B4-BE49-F238E27FC236}">
                    <a16:creationId xmlns:a16="http://schemas.microsoft.com/office/drawing/2014/main" id="{E7F8A44D-0343-1517-B807-720D2E1FBB04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6" name="pg1281">
                <a:extLst>
                  <a:ext uri="{FF2B5EF4-FFF2-40B4-BE49-F238E27FC236}">
                    <a16:creationId xmlns:a16="http://schemas.microsoft.com/office/drawing/2014/main" id="{73759F64-9F29-E5D7-FC58-623C6652F825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7" name="pg1282">
                <a:extLst>
                  <a:ext uri="{FF2B5EF4-FFF2-40B4-BE49-F238E27FC236}">
                    <a16:creationId xmlns:a16="http://schemas.microsoft.com/office/drawing/2014/main" id="{2C639EAB-4E86-05DA-B94C-A86E1EB2E3DA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8" name="pg1283">
                <a:extLst>
                  <a:ext uri="{FF2B5EF4-FFF2-40B4-BE49-F238E27FC236}">
                    <a16:creationId xmlns:a16="http://schemas.microsoft.com/office/drawing/2014/main" id="{73230C92-D571-5B7E-3C1E-4A4646723D76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9" name="pg1284">
                <a:extLst>
                  <a:ext uri="{FF2B5EF4-FFF2-40B4-BE49-F238E27FC236}">
                    <a16:creationId xmlns:a16="http://schemas.microsoft.com/office/drawing/2014/main" id="{C1EC428E-7A3C-F213-95F8-753308F13599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0" name="pg1285">
                <a:extLst>
                  <a:ext uri="{FF2B5EF4-FFF2-40B4-BE49-F238E27FC236}">
                    <a16:creationId xmlns:a16="http://schemas.microsoft.com/office/drawing/2014/main" id="{04E6EBCF-E6B0-99EE-7EE2-32EEA148A60F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1" name="pg1286">
                <a:extLst>
                  <a:ext uri="{FF2B5EF4-FFF2-40B4-BE49-F238E27FC236}">
                    <a16:creationId xmlns:a16="http://schemas.microsoft.com/office/drawing/2014/main" id="{C6E765DA-77F1-514B-019D-AC3701E2223C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2" name="pg1287">
                <a:extLst>
                  <a:ext uri="{FF2B5EF4-FFF2-40B4-BE49-F238E27FC236}">
                    <a16:creationId xmlns:a16="http://schemas.microsoft.com/office/drawing/2014/main" id="{F9EE6264-6CA5-C7E2-3443-576C43660043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3" name="pg1288">
                <a:extLst>
                  <a:ext uri="{FF2B5EF4-FFF2-40B4-BE49-F238E27FC236}">
                    <a16:creationId xmlns:a16="http://schemas.microsoft.com/office/drawing/2014/main" id="{EB887C88-752F-46D6-A016-26B3C4523976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4" name="pg1289">
                <a:extLst>
                  <a:ext uri="{FF2B5EF4-FFF2-40B4-BE49-F238E27FC236}">
                    <a16:creationId xmlns:a16="http://schemas.microsoft.com/office/drawing/2014/main" id="{C8F1A82D-565B-81B7-E73F-144D131328CC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5" name="pg1290">
                <a:extLst>
                  <a:ext uri="{FF2B5EF4-FFF2-40B4-BE49-F238E27FC236}">
                    <a16:creationId xmlns:a16="http://schemas.microsoft.com/office/drawing/2014/main" id="{DA8EC297-21FE-5413-01AA-02631074A976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6" name="pg1291">
                <a:extLst>
                  <a:ext uri="{FF2B5EF4-FFF2-40B4-BE49-F238E27FC236}">
                    <a16:creationId xmlns:a16="http://schemas.microsoft.com/office/drawing/2014/main" id="{432F6FEA-5C85-6F51-43AE-94CF71CF93B2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7" name="pg1292">
                <a:extLst>
                  <a:ext uri="{FF2B5EF4-FFF2-40B4-BE49-F238E27FC236}">
                    <a16:creationId xmlns:a16="http://schemas.microsoft.com/office/drawing/2014/main" id="{0B2319CE-CA6C-6BB6-7ABE-0173ED782A73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8" name="pg1293">
                <a:extLst>
                  <a:ext uri="{FF2B5EF4-FFF2-40B4-BE49-F238E27FC236}">
                    <a16:creationId xmlns:a16="http://schemas.microsoft.com/office/drawing/2014/main" id="{159B17B7-9EFB-9BAC-C378-7333858A1132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69" name="pg1294">
                <a:extLst>
                  <a:ext uri="{FF2B5EF4-FFF2-40B4-BE49-F238E27FC236}">
                    <a16:creationId xmlns:a16="http://schemas.microsoft.com/office/drawing/2014/main" id="{BD03E3E5-8CCB-EDA7-0878-84F72EA22816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0" name="pg1295">
                <a:extLst>
                  <a:ext uri="{FF2B5EF4-FFF2-40B4-BE49-F238E27FC236}">
                    <a16:creationId xmlns:a16="http://schemas.microsoft.com/office/drawing/2014/main" id="{A2F1C9EF-DE74-198E-41BB-BA34F05E1036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1" name="pg1296">
                <a:extLst>
                  <a:ext uri="{FF2B5EF4-FFF2-40B4-BE49-F238E27FC236}">
                    <a16:creationId xmlns:a16="http://schemas.microsoft.com/office/drawing/2014/main" id="{9978C4F7-3E05-997D-85C9-B70CBE2C88DC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2" name="pg1297">
                <a:extLst>
                  <a:ext uri="{FF2B5EF4-FFF2-40B4-BE49-F238E27FC236}">
                    <a16:creationId xmlns:a16="http://schemas.microsoft.com/office/drawing/2014/main" id="{0216FCB5-37EF-7BD6-2AFC-233BB2DD752D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3" name="pg1298">
                <a:extLst>
                  <a:ext uri="{FF2B5EF4-FFF2-40B4-BE49-F238E27FC236}">
                    <a16:creationId xmlns:a16="http://schemas.microsoft.com/office/drawing/2014/main" id="{860E7BC9-B6F9-AE5F-2ABB-B3334D09A29C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4" name="pg1299">
                <a:extLst>
                  <a:ext uri="{FF2B5EF4-FFF2-40B4-BE49-F238E27FC236}">
                    <a16:creationId xmlns:a16="http://schemas.microsoft.com/office/drawing/2014/main" id="{DB64CC85-E00C-7552-F5B3-F6812DEACF33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5" name="pg1300">
                <a:extLst>
                  <a:ext uri="{FF2B5EF4-FFF2-40B4-BE49-F238E27FC236}">
                    <a16:creationId xmlns:a16="http://schemas.microsoft.com/office/drawing/2014/main" id="{C2900BFB-6A33-EBEB-5819-D53F351417C4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6" name="pg1301">
                <a:extLst>
                  <a:ext uri="{FF2B5EF4-FFF2-40B4-BE49-F238E27FC236}">
                    <a16:creationId xmlns:a16="http://schemas.microsoft.com/office/drawing/2014/main" id="{3280E113-12F5-2F54-2435-134C390AD284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7" name="pg1302">
                <a:extLst>
                  <a:ext uri="{FF2B5EF4-FFF2-40B4-BE49-F238E27FC236}">
                    <a16:creationId xmlns:a16="http://schemas.microsoft.com/office/drawing/2014/main" id="{E53855E9-F1F9-2428-7674-E77CD60267BC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8" name="pg1303">
                <a:extLst>
                  <a:ext uri="{FF2B5EF4-FFF2-40B4-BE49-F238E27FC236}">
                    <a16:creationId xmlns:a16="http://schemas.microsoft.com/office/drawing/2014/main" id="{E48F4637-9361-F624-5172-13F3072F84CA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9" name="pg1304">
                <a:extLst>
                  <a:ext uri="{FF2B5EF4-FFF2-40B4-BE49-F238E27FC236}">
                    <a16:creationId xmlns:a16="http://schemas.microsoft.com/office/drawing/2014/main" id="{102F665F-7810-C9B7-E487-2CA166B80928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0" name="pg1305">
                <a:extLst>
                  <a:ext uri="{FF2B5EF4-FFF2-40B4-BE49-F238E27FC236}">
                    <a16:creationId xmlns:a16="http://schemas.microsoft.com/office/drawing/2014/main" id="{51918395-5DCF-8E8F-28FA-CC6B94DC3BE7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1" name="pg1306">
                <a:extLst>
                  <a:ext uri="{FF2B5EF4-FFF2-40B4-BE49-F238E27FC236}">
                    <a16:creationId xmlns:a16="http://schemas.microsoft.com/office/drawing/2014/main" id="{3CD41E3A-6880-C67D-25DB-7EB63E70EC77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2" name="pg1307">
                <a:extLst>
                  <a:ext uri="{FF2B5EF4-FFF2-40B4-BE49-F238E27FC236}">
                    <a16:creationId xmlns:a16="http://schemas.microsoft.com/office/drawing/2014/main" id="{88D0581E-4331-E070-6654-42AAD55F714F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3" name="pg1308">
                <a:extLst>
                  <a:ext uri="{FF2B5EF4-FFF2-40B4-BE49-F238E27FC236}">
                    <a16:creationId xmlns:a16="http://schemas.microsoft.com/office/drawing/2014/main" id="{70C409B6-CCFD-40C4-13A8-9B0BC9C9558D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4" name="pg1309">
                <a:extLst>
                  <a:ext uri="{FF2B5EF4-FFF2-40B4-BE49-F238E27FC236}">
                    <a16:creationId xmlns:a16="http://schemas.microsoft.com/office/drawing/2014/main" id="{AE8B612E-1813-530D-5E92-4FB567759BE9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5" name="pg1310">
                <a:extLst>
                  <a:ext uri="{FF2B5EF4-FFF2-40B4-BE49-F238E27FC236}">
                    <a16:creationId xmlns:a16="http://schemas.microsoft.com/office/drawing/2014/main" id="{097CFF1E-8AC7-A9DE-93C3-0108B8E3BF58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6" name="pg1311">
                <a:extLst>
                  <a:ext uri="{FF2B5EF4-FFF2-40B4-BE49-F238E27FC236}">
                    <a16:creationId xmlns:a16="http://schemas.microsoft.com/office/drawing/2014/main" id="{43DAF426-B78C-71E0-3A8D-4AF5EF8861DA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7" name="pg1312">
                <a:extLst>
                  <a:ext uri="{FF2B5EF4-FFF2-40B4-BE49-F238E27FC236}">
                    <a16:creationId xmlns:a16="http://schemas.microsoft.com/office/drawing/2014/main" id="{FE2220FC-09A1-CD7A-114C-4FAF4D8B01AC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8" name="pg1313">
                <a:extLst>
                  <a:ext uri="{FF2B5EF4-FFF2-40B4-BE49-F238E27FC236}">
                    <a16:creationId xmlns:a16="http://schemas.microsoft.com/office/drawing/2014/main" id="{761D4546-8C43-3B2B-E1BE-B6DD9AAA3AC8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9" name="pg1314">
                <a:extLst>
                  <a:ext uri="{FF2B5EF4-FFF2-40B4-BE49-F238E27FC236}">
                    <a16:creationId xmlns:a16="http://schemas.microsoft.com/office/drawing/2014/main" id="{3FCD3B02-CFB1-E0E3-CA26-2119AD260987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0" name="pg1315">
                <a:extLst>
                  <a:ext uri="{FF2B5EF4-FFF2-40B4-BE49-F238E27FC236}">
                    <a16:creationId xmlns:a16="http://schemas.microsoft.com/office/drawing/2014/main" id="{42C86BAA-C1FF-CF4E-AA38-0823E7E7A64A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1" name="pg1316">
                <a:extLst>
                  <a:ext uri="{FF2B5EF4-FFF2-40B4-BE49-F238E27FC236}">
                    <a16:creationId xmlns:a16="http://schemas.microsoft.com/office/drawing/2014/main" id="{1EA46409-E221-066C-8DF4-130A65BB9D64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2" name="pg1317">
                <a:extLst>
                  <a:ext uri="{FF2B5EF4-FFF2-40B4-BE49-F238E27FC236}">
                    <a16:creationId xmlns:a16="http://schemas.microsoft.com/office/drawing/2014/main" id="{3D275968-0D1C-0702-0917-8E0F056C6534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3" name="pg1318">
                <a:extLst>
                  <a:ext uri="{FF2B5EF4-FFF2-40B4-BE49-F238E27FC236}">
                    <a16:creationId xmlns:a16="http://schemas.microsoft.com/office/drawing/2014/main" id="{E85F4F6B-0546-3576-95A7-6C0F228D9756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4" name="pg1319">
                <a:extLst>
                  <a:ext uri="{FF2B5EF4-FFF2-40B4-BE49-F238E27FC236}">
                    <a16:creationId xmlns:a16="http://schemas.microsoft.com/office/drawing/2014/main" id="{EFB7277B-7E48-ECE7-4AC4-DB0C1F76D93A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5" name="pg1320">
                <a:extLst>
                  <a:ext uri="{FF2B5EF4-FFF2-40B4-BE49-F238E27FC236}">
                    <a16:creationId xmlns:a16="http://schemas.microsoft.com/office/drawing/2014/main" id="{6F4847B4-46F5-6251-38C2-93D162D55A52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6" name="pg1321">
                <a:extLst>
                  <a:ext uri="{FF2B5EF4-FFF2-40B4-BE49-F238E27FC236}">
                    <a16:creationId xmlns:a16="http://schemas.microsoft.com/office/drawing/2014/main" id="{6F3EDDA1-4A89-26DB-D805-CFEBEBEFDBA4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7" name="pg1322">
                <a:extLst>
                  <a:ext uri="{FF2B5EF4-FFF2-40B4-BE49-F238E27FC236}">
                    <a16:creationId xmlns:a16="http://schemas.microsoft.com/office/drawing/2014/main" id="{0BED5C05-8A5E-C4A6-E369-0A8C6DEB493E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8" name="pg1323">
                <a:extLst>
                  <a:ext uri="{FF2B5EF4-FFF2-40B4-BE49-F238E27FC236}">
                    <a16:creationId xmlns:a16="http://schemas.microsoft.com/office/drawing/2014/main" id="{04357D19-D204-9B24-E979-990F70097DCF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9" name="pg1324">
                <a:extLst>
                  <a:ext uri="{FF2B5EF4-FFF2-40B4-BE49-F238E27FC236}">
                    <a16:creationId xmlns:a16="http://schemas.microsoft.com/office/drawing/2014/main" id="{2B5248A2-16E2-7752-66A8-85F2B75375A8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0" name="pg1325">
                <a:extLst>
                  <a:ext uri="{FF2B5EF4-FFF2-40B4-BE49-F238E27FC236}">
                    <a16:creationId xmlns:a16="http://schemas.microsoft.com/office/drawing/2014/main" id="{0D649AFF-6794-85D5-090E-93C05D124CD3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1" name="pg1326">
                <a:extLst>
                  <a:ext uri="{FF2B5EF4-FFF2-40B4-BE49-F238E27FC236}">
                    <a16:creationId xmlns:a16="http://schemas.microsoft.com/office/drawing/2014/main" id="{FE561067-A4DA-D3E3-F0AB-84A4A69E2A1A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2" name="pg1327">
                <a:extLst>
                  <a:ext uri="{FF2B5EF4-FFF2-40B4-BE49-F238E27FC236}">
                    <a16:creationId xmlns:a16="http://schemas.microsoft.com/office/drawing/2014/main" id="{59D8ACF0-39B2-23AA-B884-20A81EAB73DC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3" name="pg1328">
                <a:extLst>
                  <a:ext uri="{FF2B5EF4-FFF2-40B4-BE49-F238E27FC236}">
                    <a16:creationId xmlns:a16="http://schemas.microsoft.com/office/drawing/2014/main" id="{54471156-5F96-EAA2-5473-B33924B01F2F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4" name="pg1329">
                <a:extLst>
                  <a:ext uri="{FF2B5EF4-FFF2-40B4-BE49-F238E27FC236}">
                    <a16:creationId xmlns:a16="http://schemas.microsoft.com/office/drawing/2014/main" id="{5230A4A8-54D1-AE06-C998-31D492017D9D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5" name="pg1330">
                <a:extLst>
                  <a:ext uri="{FF2B5EF4-FFF2-40B4-BE49-F238E27FC236}">
                    <a16:creationId xmlns:a16="http://schemas.microsoft.com/office/drawing/2014/main" id="{B6FB1E86-6A25-044D-283C-66E001462D4C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6" name="pg1331">
                <a:extLst>
                  <a:ext uri="{FF2B5EF4-FFF2-40B4-BE49-F238E27FC236}">
                    <a16:creationId xmlns:a16="http://schemas.microsoft.com/office/drawing/2014/main" id="{65567AF6-DA2D-E8B3-D94A-2D5E5C5D9D2B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7" name="pg1332">
                <a:extLst>
                  <a:ext uri="{FF2B5EF4-FFF2-40B4-BE49-F238E27FC236}">
                    <a16:creationId xmlns:a16="http://schemas.microsoft.com/office/drawing/2014/main" id="{A66C4B6A-C6E6-1364-8C50-874FF273E737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8" name="pg1333">
                <a:extLst>
                  <a:ext uri="{FF2B5EF4-FFF2-40B4-BE49-F238E27FC236}">
                    <a16:creationId xmlns:a16="http://schemas.microsoft.com/office/drawing/2014/main" id="{5EB8505A-858D-7C5C-14A0-A62AE89BA853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9" name="pg1334">
                <a:extLst>
                  <a:ext uri="{FF2B5EF4-FFF2-40B4-BE49-F238E27FC236}">
                    <a16:creationId xmlns:a16="http://schemas.microsoft.com/office/drawing/2014/main" id="{E3BE3AA6-F17D-A243-A12F-066D1E18335C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0" name="pg1335">
                <a:extLst>
                  <a:ext uri="{FF2B5EF4-FFF2-40B4-BE49-F238E27FC236}">
                    <a16:creationId xmlns:a16="http://schemas.microsoft.com/office/drawing/2014/main" id="{D5E8A503-EF2B-299D-7669-78C59C49DE69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1" name="pg1336">
                <a:extLst>
                  <a:ext uri="{FF2B5EF4-FFF2-40B4-BE49-F238E27FC236}">
                    <a16:creationId xmlns:a16="http://schemas.microsoft.com/office/drawing/2014/main" id="{83942E7B-6612-7767-D215-023D3D18128A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2" name="pg1337">
                <a:extLst>
                  <a:ext uri="{FF2B5EF4-FFF2-40B4-BE49-F238E27FC236}">
                    <a16:creationId xmlns:a16="http://schemas.microsoft.com/office/drawing/2014/main" id="{EEEECA02-204C-0E18-93F4-E29963787553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3" name="pg1338">
                <a:extLst>
                  <a:ext uri="{FF2B5EF4-FFF2-40B4-BE49-F238E27FC236}">
                    <a16:creationId xmlns:a16="http://schemas.microsoft.com/office/drawing/2014/main" id="{1A6283D7-7EE2-A79F-F902-B217EA2467F0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4" name="pg1339">
                <a:extLst>
                  <a:ext uri="{FF2B5EF4-FFF2-40B4-BE49-F238E27FC236}">
                    <a16:creationId xmlns:a16="http://schemas.microsoft.com/office/drawing/2014/main" id="{169BB148-8C44-5DCE-C89D-230D2311A5CF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5" name="pg1340">
                <a:extLst>
                  <a:ext uri="{FF2B5EF4-FFF2-40B4-BE49-F238E27FC236}">
                    <a16:creationId xmlns:a16="http://schemas.microsoft.com/office/drawing/2014/main" id="{3CC6D6D8-C764-7CFA-0E4D-A2BC8F836E07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6" name="pg1341">
                <a:extLst>
                  <a:ext uri="{FF2B5EF4-FFF2-40B4-BE49-F238E27FC236}">
                    <a16:creationId xmlns:a16="http://schemas.microsoft.com/office/drawing/2014/main" id="{04BB576A-5256-27C8-A5F7-399723A39F0B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7" name="pg1342">
                <a:extLst>
                  <a:ext uri="{FF2B5EF4-FFF2-40B4-BE49-F238E27FC236}">
                    <a16:creationId xmlns:a16="http://schemas.microsoft.com/office/drawing/2014/main" id="{ADFB04D7-6910-14BE-D231-B10001579DD2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8" name="pg1343">
                <a:extLst>
                  <a:ext uri="{FF2B5EF4-FFF2-40B4-BE49-F238E27FC236}">
                    <a16:creationId xmlns:a16="http://schemas.microsoft.com/office/drawing/2014/main" id="{8E89E765-8B5B-CA99-CDEF-97DB3E46CC63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9" name="pg1344">
                <a:extLst>
                  <a:ext uri="{FF2B5EF4-FFF2-40B4-BE49-F238E27FC236}">
                    <a16:creationId xmlns:a16="http://schemas.microsoft.com/office/drawing/2014/main" id="{CBF29714-4E6B-CF48-945D-A9232902C73E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0" name="pg1345">
                <a:extLst>
                  <a:ext uri="{FF2B5EF4-FFF2-40B4-BE49-F238E27FC236}">
                    <a16:creationId xmlns:a16="http://schemas.microsoft.com/office/drawing/2014/main" id="{FFB43CD5-86FC-A6B9-26E4-06ECEBBB7C64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1" name="pg1346">
                <a:extLst>
                  <a:ext uri="{FF2B5EF4-FFF2-40B4-BE49-F238E27FC236}">
                    <a16:creationId xmlns:a16="http://schemas.microsoft.com/office/drawing/2014/main" id="{703D5154-1AD7-E1CF-29EC-486D55BDFF2F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2" name="pg1347">
                <a:extLst>
                  <a:ext uri="{FF2B5EF4-FFF2-40B4-BE49-F238E27FC236}">
                    <a16:creationId xmlns:a16="http://schemas.microsoft.com/office/drawing/2014/main" id="{0320F5B4-F2E8-130D-1298-CEB703467FF1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DC0">
                  <a:alpha val="100000"/>
                </a:srgbClr>
              </a:solidFill>
              <a:ln w="5420" cap="flat">
                <a:solidFill>
                  <a:srgbClr val="92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3" name="pg1348">
                <a:extLst>
                  <a:ext uri="{FF2B5EF4-FFF2-40B4-BE49-F238E27FC236}">
                    <a16:creationId xmlns:a16="http://schemas.microsoft.com/office/drawing/2014/main" id="{83743C0D-7712-D75A-54EE-BDD32047555C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4" name="pg1349">
                <a:extLst>
                  <a:ext uri="{FF2B5EF4-FFF2-40B4-BE49-F238E27FC236}">
                    <a16:creationId xmlns:a16="http://schemas.microsoft.com/office/drawing/2014/main" id="{3A242E01-3600-BD9A-4162-716E93E40462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5" name="pg1350">
                <a:extLst>
                  <a:ext uri="{FF2B5EF4-FFF2-40B4-BE49-F238E27FC236}">
                    <a16:creationId xmlns:a16="http://schemas.microsoft.com/office/drawing/2014/main" id="{31E1CB98-441F-CF1A-07DB-D39FAD8788D8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6" name="pg1351">
                <a:extLst>
                  <a:ext uri="{FF2B5EF4-FFF2-40B4-BE49-F238E27FC236}">
                    <a16:creationId xmlns:a16="http://schemas.microsoft.com/office/drawing/2014/main" id="{6E3F02F5-1A76-77BB-AFBD-0D1F8F4BA90C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7" name="pg1352">
                <a:extLst>
                  <a:ext uri="{FF2B5EF4-FFF2-40B4-BE49-F238E27FC236}">
                    <a16:creationId xmlns:a16="http://schemas.microsoft.com/office/drawing/2014/main" id="{B1D029BB-F376-9EA9-D5B7-3C6B6B68F99C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8" name="pg1353">
                <a:extLst>
                  <a:ext uri="{FF2B5EF4-FFF2-40B4-BE49-F238E27FC236}">
                    <a16:creationId xmlns:a16="http://schemas.microsoft.com/office/drawing/2014/main" id="{EBFDA7DF-2DE1-5F78-0031-1F367C7D63E6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9" name="pg1354">
                <a:extLst>
                  <a:ext uri="{FF2B5EF4-FFF2-40B4-BE49-F238E27FC236}">
                    <a16:creationId xmlns:a16="http://schemas.microsoft.com/office/drawing/2014/main" id="{CEDDCBD1-BE07-46FE-5AF9-294E1208E7AA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0" name="pg1355">
                <a:extLst>
                  <a:ext uri="{FF2B5EF4-FFF2-40B4-BE49-F238E27FC236}">
                    <a16:creationId xmlns:a16="http://schemas.microsoft.com/office/drawing/2014/main" id="{4F698ED7-DA6B-F8AE-272C-3B75417F2BE5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1" name="pg1356">
                <a:extLst>
                  <a:ext uri="{FF2B5EF4-FFF2-40B4-BE49-F238E27FC236}">
                    <a16:creationId xmlns:a16="http://schemas.microsoft.com/office/drawing/2014/main" id="{AF5EB40A-AD6F-7F48-4B74-97EA4858600E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2" name="pg1357">
                <a:extLst>
                  <a:ext uri="{FF2B5EF4-FFF2-40B4-BE49-F238E27FC236}">
                    <a16:creationId xmlns:a16="http://schemas.microsoft.com/office/drawing/2014/main" id="{D4267AA3-8E6C-513E-887F-40576AE77D74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3" name="pg1358">
                <a:extLst>
                  <a:ext uri="{FF2B5EF4-FFF2-40B4-BE49-F238E27FC236}">
                    <a16:creationId xmlns:a16="http://schemas.microsoft.com/office/drawing/2014/main" id="{06ED8C2D-BE61-72CE-6E61-6B6A8FA9C24F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4" name="pg1359">
                <a:extLst>
                  <a:ext uri="{FF2B5EF4-FFF2-40B4-BE49-F238E27FC236}">
                    <a16:creationId xmlns:a16="http://schemas.microsoft.com/office/drawing/2014/main" id="{24EB44D8-D02F-F96A-7444-346F6718BC52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5" name="pg1360">
                <a:extLst>
                  <a:ext uri="{FF2B5EF4-FFF2-40B4-BE49-F238E27FC236}">
                    <a16:creationId xmlns:a16="http://schemas.microsoft.com/office/drawing/2014/main" id="{E9DFA5EC-0F81-937E-A889-F9260A47EA5D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6" name="pg1361">
                <a:extLst>
                  <a:ext uri="{FF2B5EF4-FFF2-40B4-BE49-F238E27FC236}">
                    <a16:creationId xmlns:a16="http://schemas.microsoft.com/office/drawing/2014/main" id="{41A7F147-0FA2-6C53-4EDC-C1EE517F9ACA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7" name="pg1362">
                <a:extLst>
                  <a:ext uri="{FF2B5EF4-FFF2-40B4-BE49-F238E27FC236}">
                    <a16:creationId xmlns:a16="http://schemas.microsoft.com/office/drawing/2014/main" id="{669DF334-27E6-7AD3-DE79-C23AC0D19DAB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8" name="pg1363">
                <a:extLst>
                  <a:ext uri="{FF2B5EF4-FFF2-40B4-BE49-F238E27FC236}">
                    <a16:creationId xmlns:a16="http://schemas.microsoft.com/office/drawing/2014/main" id="{EFD5842C-0AA0-1E92-F372-7719289A403F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9" name="pg1364">
                <a:extLst>
                  <a:ext uri="{FF2B5EF4-FFF2-40B4-BE49-F238E27FC236}">
                    <a16:creationId xmlns:a16="http://schemas.microsoft.com/office/drawing/2014/main" id="{D1C16B5F-8994-2916-67B6-0D63704D11B6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0" name="pg1365">
                <a:extLst>
                  <a:ext uri="{FF2B5EF4-FFF2-40B4-BE49-F238E27FC236}">
                    <a16:creationId xmlns:a16="http://schemas.microsoft.com/office/drawing/2014/main" id="{65A32B5E-3859-C902-E0E6-21773DE9447A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1" name="pg1366">
                <a:extLst>
                  <a:ext uri="{FF2B5EF4-FFF2-40B4-BE49-F238E27FC236}">
                    <a16:creationId xmlns:a16="http://schemas.microsoft.com/office/drawing/2014/main" id="{41C7A4E7-2187-1605-9C61-8B6C76DCB13B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2" name="pg1367">
                <a:extLst>
                  <a:ext uri="{FF2B5EF4-FFF2-40B4-BE49-F238E27FC236}">
                    <a16:creationId xmlns:a16="http://schemas.microsoft.com/office/drawing/2014/main" id="{4C4BD1E3-D5CA-0AF3-2E94-FCF25E7EBDE4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3" name="pg1368">
                <a:extLst>
                  <a:ext uri="{FF2B5EF4-FFF2-40B4-BE49-F238E27FC236}">
                    <a16:creationId xmlns:a16="http://schemas.microsoft.com/office/drawing/2014/main" id="{4FC6D0F0-B810-6494-7E8F-621E64FA5851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4" name="pg1369">
                <a:extLst>
                  <a:ext uri="{FF2B5EF4-FFF2-40B4-BE49-F238E27FC236}">
                    <a16:creationId xmlns:a16="http://schemas.microsoft.com/office/drawing/2014/main" id="{621853AF-044F-FA25-1364-504DEEA768EE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5" name="pg1370">
                <a:extLst>
                  <a:ext uri="{FF2B5EF4-FFF2-40B4-BE49-F238E27FC236}">
                    <a16:creationId xmlns:a16="http://schemas.microsoft.com/office/drawing/2014/main" id="{45716585-1ACA-E7B3-56BF-96C26CFCB7D3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6" name="pg1371">
                <a:extLst>
                  <a:ext uri="{FF2B5EF4-FFF2-40B4-BE49-F238E27FC236}">
                    <a16:creationId xmlns:a16="http://schemas.microsoft.com/office/drawing/2014/main" id="{5A489D4F-80FC-D916-7C0E-2A0809D420F6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7" name="pg1372">
                <a:extLst>
                  <a:ext uri="{FF2B5EF4-FFF2-40B4-BE49-F238E27FC236}">
                    <a16:creationId xmlns:a16="http://schemas.microsoft.com/office/drawing/2014/main" id="{C29DEE6F-5566-A154-963C-B7FB88F9CF31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8" name="pg1373">
                <a:extLst>
                  <a:ext uri="{FF2B5EF4-FFF2-40B4-BE49-F238E27FC236}">
                    <a16:creationId xmlns:a16="http://schemas.microsoft.com/office/drawing/2014/main" id="{007B03C9-1C65-360D-1680-B65DB6ECC6F8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9" name="pg1374">
                <a:extLst>
                  <a:ext uri="{FF2B5EF4-FFF2-40B4-BE49-F238E27FC236}">
                    <a16:creationId xmlns:a16="http://schemas.microsoft.com/office/drawing/2014/main" id="{CFCFF172-8D3A-774D-43F1-0ACC6F73D128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0" name="pg1375">
                <a:extLst>
                  <a:ext uri="{FF2B5EF4-FFF2-40B4-BE49-F238E27FC236}">
                    <a16:creationId xmlns:a16="http://schemas.microsoft.com/office/drawing/2014/main" id="{44D8CE1F-D6C8-16A3-04FF-67ADC64D4701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1" name="pg1376">
                <a:extLst>
                  <a:ext uri="{FF2B5EF4-FFF2-40B4-BE49-F238E27FC236}">
                    <a16:creationId xmlns:a16="http://schemas.microsoft.com/office/drawing/2014/main" id="{ACBC8480-860F-0EE3-39F8-2376BCA8AF80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2" name="pg1377">
                <a:extLst>
                  <a:ext uri="{FF2B5EF4-FFF2-40B4-BE49-F238E27FC236}">
                    <a16:creationId xmlns:a16="http://schemas.microsoft.com/office/drawing/2014/main" id="{ED70CE9B-5E3E-9F38-8BD1-1035FEDD43FB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3" name="pg1378">
                <a:extLst>
                  <a:ext uri="{FF2B5EF4-FFF2-40B4-BE49-F238E27FC236}">
                    <a16:creationId xmlns:a16="http://schemas.microsoft.com/office/drawing/2014/main" id="{B8DBA6BF-5735-74FB-FD7D-F55CF427B238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4" name="pg1379">
                <a:extLst>
                  <a:ext uri="{FF2B5EF4-FFF2-40B4-BE49-F238E27FC236}">
                    <a16:creationId xmlns:a16="http://schemas.microsoft.com/office/drawing/2014/main" id="{70C5DDB5-7007-F95F-B6B1-34248302600E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5" name="pg1380">
                <a:extLst>
                  <a:ext uri="{FF2B5EF4-FFF2-40B4-BE49-F238E27FC236}">
                    <a16:creationId xmlns:a16="http://schemas.microsoft.com/office/drawing/2014/main" id="{3329EDF9-F9EA-7B07-5710-57F8C63C83DC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6" name="pg1381">
                <a:extLst>
                  <a:ext uri="{FF2B5EF4-FFF2-40B4-BE49-F238E27FC236}">
                    <a16:creationId xmlns:a16="http://schemas.microsoft.com/office/drawing/2014/main" id="{722A44CA-DC8A-64DC-E4BC-4D657706DC04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7" name="pg1382">
                <a:extLst>
                  <a:ext uri="{FF2B5EF4-FFF2-40B4-BE49-F238E27FC236}">
                    <a16:creationId xmlns:a16="http://schemas.microsoft.com/office/drawing/2014/main" id="{09771847-C5D1-009D-FBD3-0B51B9F38CEB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8" name="pg1383">
                <a:extLst>
                  <a:ext uri="{FF2B5EF4-FFF2-40B4-BE49-F238E27FC236}">
                    <a16:creationId xmlns:a16="http://schemas.microsoft.com/office/drawing/2014/main" id="{1E172567-8FA9-882B-DD8A-A7DEF995DE6D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9" name="pg1384">
                <a:extLst>
                  <a:ext uri="{FF2B5EF4-FFF2-40B4-BE49-F238E27FC236}">
                    <a16:creationId xmlns:a16="http://schemas.microsoft.com/office/drawing/2014/main" id="{CDB2A2E1-992F-09FD-C909-AF51A0C72A6A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0" name="pg1385">
                <a:extLst>
                  <a:ext uri="{FF2B5EF4-FFF2-40B4-BE49-F238E27FC236}">
                    <a16:creationId xmlns:a16="http://schemas.microsoft.com/office/drawing/2014/main" id="{32E19CA7-DAF4-A7AC-5996-28477AB7B374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1" name="pg1386">
                <a:extLst>
                  <a:ext uri="{FF2B5EF4-FFF2-40B4-BE49-F238E27FC236}">
                    <a16:creationId xmlns:a16="http://schemas.microsoft.com/office/drawing/2014/main" id="{52912B1B-D5D4-3443-D432-1BFBFF1A67FD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2" name="pg1387">
                <a:extLst>
                  <a:ext uri="{FF2B5EF4-FFF2-40B4-BE49-F238E27FC236}">
                    <a16:creationId xmlns:a16="http://schemas.microsoft.com/office/drawing/2014/main" id="{D71C5244-BA77-C9FA-D04A-0026B9085748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3" name="pg1388">
                <a:extLst>
                  <a:ext uri="{FF2B5EF4-FFF2-40B4-BE49-F238E27FC236}">
                    <a16:creationId xmlns:a16="http://schemas.microsoft.com/office/drawing/2014/main" id="{1E7E72FB-6514-F6DC-4404-1B9E2233C0B0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4" name="pg1389">
                <a:extLst>
                  <a:ext uri="{FF2B5EF4-FFF2-40B4-BE49-F238E27FC236}">
                    <a16:creationId xmlns:a16="http://schemas.microsoft.com/office/drawing/2014/main" id="{40CD4F43-E2D3-BC87-42C0-94EA2115D114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5" name="pg1390">
                <a:extLst>
                  <a:ext uri="{FF2B5EF4-FFF2-40B4-BE49-F238E27FC236}">
                    <a16:creationId xmlns:a16="http://schemas.microsoft.com/office/drawing/2014/main" id="{CB6DBB11-C813-5311-6AF1-21FB14C379B9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6" name="pg1391">
                <a:extLst>
                  <a:ext uri="{FF2B5EF4-FFF2-40B4-BE49-F238E27FC236}">
                    <a16:creationId xmlns:a16="http://schemas.microsoft.com/office/drawing/2014/main" id="{9114C9ED-6B05-4796-7CCC-5D31C3C7A350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7" name="pg1392">
                <a:extLst>
                  <a:ext uri="{FF2B5EF4-FFF2-40B4-BE49-F238E27FC236}">
                    <a16:creationId xmlns:a16="http://schemas.microsoft.com/office/drawing/2014/main" id="{1CF712FB-B713-DA32-6103-166B284B8BE8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8" name="pg1393">
                <a:extLst>
                  <a:ext uri="{FF2B5EF4-FFF2-40B4-BE49-F238E27FC236}">
                    <a16:creationId xmlns:a16="http://schemas.microsoft.com/office/drawing/2014/main" id="{C95E864C-3A86-45F9-C52C-F0409D9E43ED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9" name="pg1394">
                <a:extLst>
                  <a:ext uri="{FF2B5EF4-FFF2-40B4-BE49-F238E27FC236}">
                    <a16:creationId xmlns:a16="http://schemas.microsoft.com/office/drawing/2014/main" id="{AF8BA61E-5201-F75C-A9EE-16A930E0818F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0" name="pg1395">
                <a:extLst>
                  <a:ext uri="{FF2B5EF4-FFF2-40B4-BE49-F238E27FC236}">
                    <a16:creationId xmlns:a16="http://schemas.microsoft.com/office/drawing/2014/main" id="{7AB8D933-6653-E5FC-128A-5FC09FFE0BE4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1" name="pg1396">
                <a:extLst>
                  <a:ext uri="{FF2B5EF4-FFF2-40B4-BE49-F238E27FC236}">
                    <a16:creationId xmlns:a16="http://schemas.microsoft.com/office/drawing/2014/main" id="{ABED3174-D6EE-4A1C-4EE0-411628458844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2" name="pg1397">
                <a:extLst>
                  <a:ext uri="{FF2B5EF4-FFF2-40B4-BE49-F238E27FC236}">
                    <a16:creationId xmlns:a16="http://schemas.microsoft.com/office/drawing/2014/main" id="{8944A02F-F591-FE21-0558-781744F4F68A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3" name="pg1398">
                <a:extLst>
                  <a:ext uri="{FF2B5EF4-FFF2-40B4-BE49-F238E27FC236}">
                    <a16:creationId xmlns:a16="http://schemas.microsoft.com/office/drawing/2014/main" id="{0BA80334-0F4C-6528-43B5-8D88BFADF9E4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4" name="pg1399">
                <a:extLst>
                  <a:ext uri="{FF2B5EF4-FFF2-40B4-BE49-F238E27FC236}">
                    <a16:creationId xmlns:a16="http://schemas.microsoft.com/office/drawing/2014/main" id="{19AFA11F-E238-C614-D37F-081B5F8FED52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5" name="pg1400">
                <a:extLst>
                  <a:ext uri="{FF2B5EF4-FFF2-40B4-BE49-F238E27FC236}">
                    <a16:creationId xmlns:a16="http://schemas.microsoft.com/office/drawing/2014/main" id="{9C4AD9DF-51F6-E227-D6F2-D5A0DD2AC776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6" name="pg1401">
                <a:extLst>
                  <a:ext uri="{FF2B5EF4-FFF2-40B4-BE49-F238E27FC236}">
                    <a16:creationId xmlns:a16="http://schemas.microsoft.com/office/drawing/2014/main" id="{6E1B6F39-C1D7-426D-3423-07ECF59F999D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7" name="pg1402">
                <a:extLst>
                  <a:ext uri="{FF2B5EF4-FFF2-40B4-BE49-F238E27FC236}">
                    <a16:creationId xmlns:a16="http://schemas.microsoft.com/office/drawing/2014/main" id="{7C133AF7-A9E7-C1DD-E079-2984CCEB30CE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8" name="pg1403">
                <a:extLst>
                  <a:ext uri="{FF2B5EF4-FFF2-40B4-BE49-F238E27FC236}">
                    <a16:creationId xmlns:a16="http://schemas.microsoft.com/office/drawing/2014/main" id="{360B249B-7993-34A0-9394-04B3769170CF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9" name="pg1404">
                <a:extLst>
                  <a:ext uri="{FF2B5EF4-FFF2-40B4-BE49-F238E27FC236}">
                    <a16:creationId xmlns:a16="http://schemas.microsoft.com/office/drawing/2014/main" id="{59840CBA-3340-1BFD-E8EE-BEFEF4ABEE8B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0" name="pg1405">
                <a:extLst>
                  <a:ext uri="{FF2B5EF4-FFF2-40B4-BE49-F238E27FC236}">
                    <a16:creationId xmlns:a16="http://schemas.microsoft.com/office/drawing/2014/main" id="{97F4EB18-822C-7095-3558-689913699964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1" name="pg1406">
                <a:extLst>
                  <a:ext uri="{FF2B5EF4-FFF2-40B4-BE49-F238E27FC236}">
                    <a16:creationId xmlns:a16="http://schemas.microsoft.com/office/drawing/2014/main" id="{4662A7E4-8B45-7CC1-9BFE-3B466F70AC5F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2" name="pg1407">
                <a:extLst>
                  <a:ext uri="{FF2B5EF4-FFF2-40B4-BE49-F238E27FC236}">
                    <a16:creationId xmlns:a16="http://schemas.microsoft.com/office/drawing/2014/main" id="{5E5E7D26-53F7-9AAE-FCD3-C88E94DC9C19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3" name="pg1408">
                <a:extLst>
                  <a:ext uri="{FF2B5EF4-FFF2-40B4-BE49-F238E27FC236}">
                    <a16:creationId xmlns:a16="http://schemas.microsoft.com/office/drawing/2014/main" id="{49A3C189-1112-B4DE-7791-49287A265A7B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4" name="pg1409">
                <a:extLst>
                  <a:ext uri="{FF2B5EF4-FFF2-40B4-BE49-F238E27FC236}">
                    <a16:creationId xmlns:a16="http://schemas.microsoft.com/office/drawing/2014/main" id="{AE19956B-B11D-4AAC-BF81-163D7ECA0E8E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5" name="pg1410">
                <a:extLst>
                  <a:ext uri="{FF2B5EF4-FFF2-40B4-BE49-F238E27FC236}">
                    <a16:creationId xmlns:a16="http://schemas.microsoft.com/office/drawing/2014/main" id="{DED522F6-B505-7987-A0D7-7D9D8959CFD9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6" name="pg1411">
                <a:extLst>
                  <a:ext uri="{FF2B5EF4-FFF2-40B4-BE49-F238E27FC236}">
                    <a16:creationId xmlns:a16="http://schemas.microsoft.com/office/drawing/2014/main" id="{000B5795-1924-20A0-6E83-E648B6E3BA1B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7" name="pg1412">
                <a:extLst>
                  <a:ext uri="{FF2B5EF4-FFF2-40B4-BE49-F238E27FC236}">
                    <a16:creationId xmlns:a16="http://schemas.microsoft.com/office/drawing/2014/main" id="{96F31DD8-8702-97F5-A120-0EFB30CFC42B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8" name="pg1413">
                <a:extLst>
                  <a:ext uri="{FF2B5EF4-FFF2-40B4-BE49-F238E27FC236}">
                    <a16:creationId xmlns:a16="http://schemas.microsoft.com/office/drawing/2014/main" id="{C9D0682B-CE69-8BC0-7F99-68A50BC2530C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9" name="pg1414">
                <a:extLst>
                  <a:ext uri="{FF2B5EF4-FFF2-40B4-BE49-F238E27FC236}">
                    <a16:creationId xmlns:a16="http://schemas.microsoft.com/office/drawing/2014/main" id="{E746CBEC-21C7-839F-BA71-DD607D3860FF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0" name="pg1415">
                <a:extLst>
                  <a:ext uri="{FF2B5EF4-FFF2-40B4-BE49-F238E27FC236}">
                    <a16:creationId xmlns:a16="http://schemas.microsoft.com/office/drawing/2014/main" id="{D17F45B1-F1FB-8390-B3DA-E868A0CB8CA4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C6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1" name="pg1416">
                <a:extLst>
                  <a:ext uri="{FF2B5EF4-FFF2-40B4-BE49-F238E27FC236}">
                    <a16:creationId xmlns:a16="http://schemas.microsoft.com/office/drawing/2014/main" id="{6E3FBAA7-7D2A-A7C2-5AE8-D6B43F15A360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2" name="pg1417">
                <a:extLst>
                  <a:ext uri="{FF2B5EF4-FFF2-40B4-BE49-F238E27FC236}">
                    <a16:creationId xmlns:a16="http://schemas.microsoft.com/office/drawing/2014/main" id="{6928EFFD-D9D7-9EFA-C54D-2575D8AB2E9F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3" name="pg1418">
                <a:extLst>
                  <a:ext uri="{FF2B5EF4-FFF2-40B4-BE49-F238E27FC236}">
                    <a16:creationId xmlns:a16="http://schemas.microsoft.com/office/drawing/2014/main" id="{34866FA1-4CFC-E5AD-E20B-6188546337EA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4" name="pg1419">
                <a:extLst>
                  <a:ext uri="{FF2B5EF4-FFF2-40B4-BE49-F238E27FC236}">
                    <a16:creationId xmlns:a16="http://schemas.microsoft.com/office/drawing/2014/main" id="{CD572AD2-80DD-596C-1C5C-FB10260594AC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5" name="pg1420">
                <a:extLst>
                  <a:ext uri="{FF2B5EF4-FFF2-40B4-BE49-F238E27FC236}">
                    <a16:creationId xmlns:a16="http://schemas.microsoft.com/office/drawing/2014/main" id="{85388F43-9BE1-DF21-05CD-A5EE8CB0FD3A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6" name="pg1421">
                <a:extLst>
                  <a:ext uri="{FF2B5EF4-FFF2-40B4-BE49-F238E27FC236}">
                    <a16:creationId xmlns:a16="http://schemas.microsoft.com/office/drawing/2014/main" id="{83906F7C-F82F-C1AB-108B-4B8AEA980340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7" name="pg1422">
                <a:extLst>
                  <a:ext uri="{FF2B5EF4-FFF2-40B4-BE49-F238E27FC236}">
                    <a16:creationId xmlns:a16="http://schemas.microsoft.com/office/drawing/2014/main" id="{967EE255-EB80-CED8-77A7-B546978F56CB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8" name="pg1423">
                <a:extLst>
                  <a:ext uri="{FF2B5EF4-FFF2-40B4-BE49-F238E27FC236}">
                    <a16:creationId xmlns:a16="http://schemas.microsoft.com/office/drawing/2014/main" id="{7B768C25-9170-79B1-F1C3-B966C65E0CE3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9" name="pg1424">
                <a:extLst>
                  <a:ext uri="{FF2B5EF4-FFF2-40B4-BE49-F238E27FC236}">
                    <a16:creationId xmlns:a16="http://schemas.microsoft.com/office/drawing/2014/main" id="{D99B9EFC-D1D8-6F1F-448E-36D9F14A2DB5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0" name="pg1425">
                <a:extLst>
                  <a:ext uri="{FF2B5EF4-FFF2-40B4-BE49-F238E27FC236}">
                    <a16:creationId xmlns:a16="http://schemas.microsoft.com/office/drawing/2014/main" id="{44551C49-7569-363B-DE74-69B46D0F7A94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1" name="pg1426">
                <a:extLst>
                  <a:ext uri="{FF2B5EF4-FFF2-40B4-BE49-F238E27FC236}">
                    <a16:creationId xmlns:a16="http://schemas.microsoft.com/office/drawing/2014/main" id="{3BCC225A-71E7-22AB-36BA-71A3DF6292C6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2" name="pg1427">
                <a:extLst>
                  <a:ext uri="{FF2B5EF4-FFF2-40B4-BE49-F238E27FC236}">
                    <a16:creationId xmlns:a16="http://schemas.microsoft.com/office/drawing/2014/main" id="{219B03E3-FA44-363B-5BDD-9302661D2886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3" name="pg1428">
                <a:extLst>
                  <a:ext uri="{FF2B5EF4-FFF2-40B4-BE49-F238E27FC236}">
                    <a16:creationId xmlns:a16="http://schemas.microsoft.com/office/drawing/2014/main" id="{16DFA4BB-8111-EEF8-D8EC-CA098694F1B7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4" name="pg1429">
                <a:extLst>
                  <a:ext uri="{FF2B5EF4-FFF2-40B4-BE49-F238E27FC236}">
                    <a16:creationId xmlns:a16="http://schemas.microsoft.com/office/drawing/2014/main" id="{6D86E273-C4D2-1077-ADDF-29C7F4E4336B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5" name="pg1430">
                <a:extLst>
                  <a:ext uri="{FF2B5EF4-FFF2-40B4-BE49-F238E27FC236}">
                    <a16:creationId xmlns:a16="http://schemas.microsoft.com/office/drawing/2014/main" id="{94E2FCE9-7A8A-B429-6E35-3E7E3D8BBF44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6" name="pg1431">
                <a:extLst>
                  <a:ext uri="{FF2B5EF4-FFF2-40B4-BE49-F238E27FC236}">
                    <a16:creationId xmlns:a16="http://schemas.microsoft.com/office/drawing/2014/main" id="{F214DA3D-1166-F163-5573-95C166CE7023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7" name="pg1432">
                <a:extLst>
                  <a:ext uri="{FF2B5EF4-FFF2-40B4-BE49-F238E27FC236}">
                    <a16:creationId xmlns:a16="http://schemas.microsoft.com/office/drawing/2014/main" id="{B025F017-A4F2-CA6D-8846-667C1E024187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8" name="pg1433">
                <a:extLst>
                  <a:ext uri="{FF2B5EF4-FFF2-40B4-BE49-F238E27FC236}">
                    <a16:creationId xmlns:a16="http://schemas.microsoft.com/office/drawing/2014/main" id="{46C9219D-1E03-30E1-6D6F-6472CB6C8E4D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9" name="pg1434">
                <a:extLst>
                  <a:ext uri="{FF2B5EF4-FFF2-40B4-BE49-F238E27FC236}">
                    <a16:creationId xmlns:a16="http://schemas.microsoft.com/office/drawing/2014/main" id="{2A6AE6E2-E120-1173-C7B4-AC372052D77D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0" name="pg1435">
                <a:extLst>
                  <a:ext uri="{FF2B5EF4-FFF2-40B4-BE49-F238E27FC236}">
                    <a16:creationId xmlns:a16="http://schemas.microsoft.com/office/drawing/2014/main" id="{9CEA701F-7F21-71F0-8A16-523498E4EB76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1" name="pg1436">
                <a:extLst>
                  <a:ext uri="{FF2B5EF4-FFF2-40B4-BE49-F238E27FC236}">
                    <a16:creationId xmlns:a16="http://schemas.microsoft.com/office/drawing/2014/main" id="{71243CCD-2854-2F1C-3381-22F0C172DCE6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2" name="pg1437">
                <a:extLst>
                  <a:ext uri="{FF2B5EF4-FFF2-40B4-BE49-F238E27FC236}">
                    <a16:creationId xmlns:a16="http://schemas.microsoft.com/office/drawing/2014/main" id="{2B57688F-91E0-9654-CCD9-1763C8E86343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3" name="pg1438">
                <a:extLst>
                  <a:ext uri="{FF2B5EF4-FFF2-40B4-BE49-F238E27FC236}">
                    <a16:creationId xmlns:a16="http://schemas.microsoft.com/office/drawing/2014/main" id="{9B7C00C9-ECCE-B59C-0723-B08BE7BF46EE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C7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4" name="pg1439">
                <a:extLst>
                  <a:ext uri="{FF2B5EF4-FFF2-40B4-BE49-F238E27FC236}">
                    <a16:creationId xmlns:a16="http://schemas.microsoft.com/office/drawing/2014/main" id="{CD2D9A57-78B4-5352-EB0D-E91BCB30C113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5" name="pg1440">
                <a:extLst>
                  <a:ext uri="{FF2B5EF4-FFF2-40B4-BE49-F238E27FC236}">
                    <a16:creationId xmlns:a16="http://schemas.microsoft.com/office/drawing/2014/main" id="{1BB9DDF3-86FB-E9AC-AB74-5771DA9AB366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6" name="pg1441">
                <a:extLst>
                  <a:ext uri="{FF2B5EF4-FFF2-40B4-BE49-F238E27FC236}">
                    <a16:creationId xmlns:a16="http://schemas.microsoft.com/office/drawing/2014/main" id="{514DBDA0-65BB-578F-E02E-2D2D9806D722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7" name="pg1442">
                <a:extLst>
                  <a:ext uri="{FF2B5EF4-FFF2-40B4-BE49-F238E27FC236}">
                    <a16:creationId xmlns:a16="http://schemas.microsoft.com/office/drawing/2014/main" id="{2D8202B6-6D19-0135-DBEE-D3FB600DA967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8" name="pg1443">
                <a:extLst>
                  <a:ext uri="{FF2B5EF4-FFF2-40B4-BE49-F238E27FC236}">
                    <a16:creationId xmlns:a16="http://schemas.microsoft.com/office/drawing/2014/main" id="{A841299A-5C7B-18A8-5810-ACEF883F209C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9" name="pg1444">
                <a:extLst>
                  <a:ext uri="{FF2B5EF4-FFF2-40B4-BE49-F238E27FC236}">
                    <a16:creationId xmlns:a16="http://schemas.microsoft.com/office/drawing/2014/main" id="{F1D7DE08-662D-FD93-9F7C-0B571CD7F0BA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0" name="pg1445">
                <a:extLst>
                  <a:ext uri="{FF2B5EF4-FFF2-40B4-BE49-F238E27FC236}">
                    <a16:creationId xmlns:a16="http://schemas.microsoft.com/office/drawing/2014/main" id="{C72590A8-874D-E209-18B3-84A57A1E7946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1" name="pg1446">
                <a:extLst>
                  <a:ext uri="{FF2B5EF4-FFF2-40B4-BE49-F238E27FC236}">
                    <a16:creationId xmlns:a16="http://schemas.microsoft.com/office/drawing/2014/main" id="{C41611AE-717C-92CC-4F03-82CCE1749193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2" name="pg1447">
                <a:extLst>
                  <a:ext uri="{FF2B5EF4-FFF2-40B4-BE49-F238E27FC236}">
                    <a16:creationId xmlns:a16="http://schemas.microsoft.com/office/drawing/2014/main" id="{53B170A3-EBF8-0EE2-B4F1-8199788CD882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3" name="pg1448">
                <a:extLst>
                  <a:ext uri="{FF2B5EF4-FFF2-40B4-BE49-F238E27FC236}">
                    <a16:creationId xmlns:a16="http://schemas.microsoft.com/office/drawing/2014/main" id="{E1E03FED-8F9C-B65B-114B-25B63C7FF161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4" name="pg1449">
                <a:extLst>
                  <a:ext uri="{FF2B5EF4-FFF2-40B4-BE49-F238E27FC236}">
                    <a16:creationId xmlns:a16="http://schemas.microsoft.com/office/drawing/2014/main" id="{DEEF663A-CA69-4161-32DB-274B3CC9AFDA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5" name="pg1450">
                <a:extLst>
                  <a:ext uri="{FF2B5EF4-FFF2-40B4-BE49-F238E27FC236}">
                    <a16:creationId xmlns:a16="http://schemas.microsoft.com/office/drawing/2014/main" id="{B500DD44-F10F-F62C-9A3A-7DC710AD27A2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6" name="pg1451">
                <a:extLst>
                  <a:ext uri="{FF2B5EF4-FFF2-40B4-BE49-F238E27FC236}">
                    <a16:creationId xmlns:a16="http://schemas.microsoft.com/office/drawing/2014/main" id="{AF2ABA1B-5A1D-DA17-1D4D-2F66A5B16B87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7" name="pg1452">
                <a:extLst>
                  <a:ext uri="{FF2B5EF4-FFF2-40B4-BE49-F238E27FC236}">
                    <a16:creationId xmlns:a16="http://schemas.microsoft.com/office/drawing/2014/main" id="{21E9767F-FFB0-2680-2BF7-70BE96DFE0C8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8" name="pg1453">
                <a:extLst>
                  <a:ext uri="{FF2B5EF4-FFF2-40B4-BE49-F238E27FC236}">
                    <a16:creationId xmlns:a16="http://schemas.microsoft.com/office/drawing/2014/main" id="{52F79E55-C005-CB49-162D-3883BAC65BBA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9" name="pg1454">
                <a:extLst>
                  <a:ext uri="{FF2B5EF4-FFF2-40B4-BE49-F238E27FC236}">
                    <a16:creationId xmlns:a16="http://schemas.microsoft.com/office/drawing/2014/main" id="{3C8E3CDF-CE9F-05EE-B76F-13366D333A94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0" name="pg1455">
                <a:extLst>
                  <a:ext uri="{FF2B5EF4-FFF2-40B4-BE49-F238E27FC236}">
                    <a16:creationId xmlns:a16="http://schemas.microsoft.com/office/drawing/2014/main" id="{E970941E-0734-D683-12BA-77646DA2E3D0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1" name="pg1456">
                <a:extLst>
                  <a:ext uri="{FF2B5EF4-FFF2-40B4-BE49-F238E27FC236}">
                    <a16:creationId xmlns:a16="http://schemas.microsoft.com/office/drawing/2014/main" id="{E55BA1E5-AE47-13A1-8981-5C024A9BF5BD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2" name="pg1457">
                <a:extLst>
                  <a:ext uri="{FF2B5EF4-FFF2-40B4-BE49-F238E27FC236}">
                    <a16:creationId xmlns:a16="http://schemas.microsoft.com/office/drawing/2014/main" id="{63A97656-EED3-E6CD-80AF-116AA5F864B8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3" name="pg1458">
                <a:extLst>
                  <a:ext uri="{FF2B5EF4-FFF2-40B4-BE49-F238E27FC236}">
                    <a16:creationId xmlns:a16="http://schemas.microsoft.com/office/drawing/2014/main" id="{D6003707-6E51-A87D-059D-7F3C26B76186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4" name="pg1459">
                <a:extLst>
                  <a:ext uri="{FF2B5EF4-FFF2-40B4-BE49-F238E27FC236}">
                    <a16:creationId xmlns:a16="http://schemas.microsoft.com/office/drawing/2014/main" id="{76463EA6-D7B4-7A10-F8D4-7A8C3B691CF1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5" name="pg1460">
                <a:extLst>
                  <a:ext uri="{FF2B5EF4-FFF2-40B4-BE49-F238E27FC236}">
                    <a16:creationId xmlns:a16="http://schemas.microsoft.com/office/drawing/2014/main" id="{5C11C15C-2C04-6A4D-0F82-2B4905ECD5B1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6" name="pg1461">
                <a:extLst>
                  <a:ext uri="{FF2B5EF4-FFF2-40B4-BE49-F238E27FC236}">
                    <a16:creationId xmlns:a16="http://schemas.microsoft.com/office/drawing/2014/main" id="{509C4367-D2F5-C119-3C5A-930E7067C848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7" name="pg1462">
                <a:extLst>
                  <a:ext uri="{FF2B5EF4-FFF2-40B4-BE49-F238E27FC236}">
                    <a16:creationId xmlns:a16="http://schemas.microsoft.com/office/drawing/2014/main" id="{6C4EAB57-1740-1792-D3F7-D49057880F5D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8" name="pg1463">
                <a:extLst>
                  <a:ext uri="{FF2B5EF4-FFF2-40B4-BE49-F238E27FC236}">
                    <a16:creationId xmlns:a16="http://schemas.microsoft.com/office/drawing/2014/main" id="{04895954-3B00-946E-3CEA-14459992ACF1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9" name="pg1464">
                <a:extLst>
                  <a:ext uri="{FF2B5EF4-FFF2-40B4-BE49-F238E27FC236}">
                    <a16:creationId xmlns:a16="http://schemas.microsoft.com/office/drawing/2014/main" id="{BF2BC86D-04C1-12B1-5045-6694D569BA64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0" name="pg1465">
                <a:extLst>
                  <a:ext uri="{FF2B5EF4-FFF2-40B4-BE49-F238E27FC236}">
                    <a16:creationId xmlns:a16="http://schemas.microsoft.com/office/drawing/2014/main" id="{33FD1B45-8C47-D935-BE04-5D19222AEB35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1" name="pg1466">
                <a:extLst>
                  <a:ext uri="{FF2B5EF4-FFF2-40B4-BE49-F238E27FC236}">
                    <a16:creationId xmlns:a16="http://schemas.microsoft.com/office/drawing/2014/main" id="{BD886BE5-D3DE-2CD3-8CA2-2F7A2E588C42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2" name="pg1467">
                <a:extLst>
                  <a:ext uri="{FF2B5EF4-FFF2-40B4-BE49-F238E27FC236}">
                    <a16:creationId xmlns:a16="http://schemas.microsoft.com/office/drawing/2014/main" id="{1442FD1A-6744-D405-37A4-B7B3D74BBA6B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3" name="pg1468">
                <a:extLst>
                  <a:ext uri="{FF2B5EF4-FFF2-40B4-BE49-F238E27FC236}">
                    <a16:creationId xmlns:a16="http://schemas.microsoft.com/office/drawing/2014/main" id="{12FF36C6-EBE1-E078-67ED-96DB31900C49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4" name="pg1469">
                <a:extLst>
                  <a:ext uri="{FF2B5EF4-FFF2-40B4-BE49-F238E27FC236}">
                    <a16:creationId xmlns:a16="http://schemas.microsoft.com/office/drawing/2014/main" id="{4741688A-1823-2583-2213-E42327DCE103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5" name="pg1470">
                <a:extLst>
                  <a:ext uri="{FF2B5EF4-FFF2-40B4-BE49-F238E27FC236}">
                    <a16:creationId xmlns:a16="http://schemas.microsoft.com/office/drawing/2014/main" id="{3601B718-AA5B-549E-6071-1B2F8B67A991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6" name="pg1471">
                <a:extLst>
                  <a:ext uri="{FF2B5EF4-FFF2-40B4-BE49-F238E27FC236}">
                    <a16:creationId xmlns:a16="http://schemas.microsoft.com/office/drawing/2014/main" id="{6B2750C8-15CF-A1B3-3BF3-1B9DE72744BB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7" name="pg1472">
                <a:extLst>
                  <a:ext uri="{FF2B5EF4-FFF2-40B4-BE49-F238E27FC236}">
                    <a16:creationId xmlns:a16="http://schemas.microsoft.com/office/drawing/2014/main" id="{F37EBF62-2FB6-9EEF-F571-F776CC259D40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8" name="pg1473">
                <a:extLst>
                  <a:ext uri="{FF2B5EF4-FFF2-40B4-BE49-F238E27FC236}">
                    <a16:creationId xmlns:a16="http://schemas.microsoft.com/office/drawing/2014/main" id="{90B252F0-904D-456B-389E-749A821C4D5E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9" name="pg1474">
                <a:extLst>
                  <a:ext uri="{FF2B5EF4-FFF2-40B4-BE49-F238E27FC236}">
                    <a16:creationId xmlns:a16="http://schemas.microsoft.com/office/drawing/2014/main" id="{D22CEF7B-3EB9-E68C-EC6C-1FF7408CAFA3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0" name="pg1475">
                <a:extLst>
                  <a:ext uri="{FF2B5EF4-FFF2-40B4-BE49-F238E27FC236}">
                    <a16:creationId xmlns:a16="http://schemas.microsoft.com/office/drawing/2014/main" id="{925F9E3B-0964-B580-36BD-35B5EFEEA849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1" name="pg1476">
                <a:extLst>
                  <a:ext uri="{FF2B5EF4-FFF2-40B4-BE49-F238E27FC236}">
                    <a16:creationId xmlns:a16="http://schemas.microsoft.com/office/drawing/2014/main" id="{B709419A-4B61-17BB-40B7-DB72D92CA38B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2" name="pg1477">
                <a:extLst>
                  <a:ext uri="{FF2B5EF4-FFF2-40B4-BE49-F238E27FC236}">
                    <a16:creationId xmlns:a16="http://schemas.microsoft.com/office/drawing/2014/main" id="{DD0C7948-C8E0-67D0-1A48-B3793FBFEF69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3" name="pg1478">
                <a:extLst>
                  <a:ext uri="{FF2B5EF4-FFF2-40B4-BE49-F238E27FC236}">
                    <a16:creationId xmlns:a16="http://schemas.microsoft.com/office/drawing/2014/main" id="{E8C93CCD-FEB6-478F-9D77-591BA4594715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4" name="pg1479">
                <a:extLst>
                  <a:ext uri="{FF2B5EF4-FFF2-40B4-BE49-F238E27FC236}">
                    <a16:creationId xmlns:a16="http://schemas.microsoft.com/office/drawing/2014/main" id="{11F92B9F-88D3-E29F-88E1-9EBD84664E0D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5" name="pg1480">
                <a:extLst>
                  <a:ext uri="{FF2B5EF4-FFF2-40B4-BE49-F238E27FC236}">
                    <a16:creationId xmlns:a16="http://schemas.microsoft.com/office/drawing/2014/main" id="{F401866D-C3E9-6A2A-06D0-CC4529AE18DF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6" name="pg1481">
                <a:extLst>
                  <a:ext uri="{FF2B5EF4-FFF2-40B4-BE49-F238E27FC236}">
                    <a16:creationId xmlns:a16="http://schemas.microsoft.com/office/drawing/2014/main" id="{FE3FAA18-F59C-253F-3FF1-50FA676CCEE6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7" name="pg1482">
                <a:extLst>
                  <a:ext uri="{FF2B5EF4-FFF2-40B4-BE49-F238E27FC236}">
                    <a16:creationId xmlns:a16="http://schemas.microsoft.com/office/drawing/2014/main" id="{52B052DC-AE96-D866-9D45-581F4B6E62BC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8" name="pg1483">
                <a:extLst>
                  <a:ext uri="{FF2B5EF4-FFF2-40B4-BE49-F238E27FC236}">
                    <a16:creationId xmlns:a16="http://schemas.microsoft.com/office/drawing/2014/main" id="{79CE717A-EDAB-B19B-56E0-59F633B5773E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9" name="pg1484">
                <a:extLst>
                  <a:ext uri="{FF2B5EF4-FFF2-40B4-BE49-F238E27FC236}">
                    <a16:creationId xmlns:a16="http://schemas.microsoft.com/office/drawing/2014/main" id="{26E6CD2E-4A90-2906-4E47-1A79C25BD4E7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0" name="pg1485">
                <a:extLst>
                  <a:ext uri="{FF2B5EF4-FFF2-40B4-BE49-F238E27FC236}">
                    <a16:creationId xmlns:a16="http://schemas.microsoft.com/office/drawing/2014/main" id="{BCEBA75B-63E5-DB64-EA31-9ECDF55515CE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1" name="pg1486">
                <a:extLst>
                  <a:ext uri="{FF2B5EF4-FFF2-40B4-BE49-F238E27FC236}">
                    <a16:creationId xmlns:a16="http://schemas.microsoft.com/office/drawing/2014/main" id="{9C760B85-79AA-21C7-6975-5FCE8AB8B3B6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2" name="pg1487">
                <a:extLst>
                  <a:ext uri="{FF2B5EF4-FFF2-40B4-BE49-F238E27FC236}">
                    <a16:creationId xmlns:a16="http://schemas.microsoft.com/office/drawing/2014/main" id="{71B6DA03-2FFA-01DC-5F08-1284E898C6B8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3" name="pg1488">
                <a:extLst>
                  <a:ext uri="{FF2B5EF4-FFF2-40B4-BE49-F238E27FC236}">
                    <a16:creationId xmlns:a16="http://schemas.microsoft.com/office/drawing/2014/main" id="{5370DCCE-585C-34E2-38FE-8F9AA9B4DCD4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4" name="pg1489">
                <a:extLst>
                  <a:ext uri="{FF2B5EF4-FFF2-40B4-BE49-F238E27FC236}">
                    <a16:creationId xmlns:a16="http://schemas.microsoft.com/office/drawing/2014/main" id="{15D588E6-3193-04A6-7296-CB5610DC00FE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5" name="pg1490">
                <a:extLst>
                  <a:ext uri="{FF2B5EF4-FFF2-40B4-BE49-F238E27FC236}">
                    <a16:creationId xmlns:a16="http://schemas.microsoft.com/office/drawing/2014/main" id="{8C97989C-FBD1-B861-84F8-1D5372D80215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6" name="pg1491">
                <a:extLst>
                  <a:ext uri="{FF2B5EF4-FFF2-40B4-BE49-F238E27FC236}">
                    <a16:creationId xmlns:a16="http://schemas.microsoft.com/office/drawing/2014/main" id="{2EE003ED-3E97-BFEE-446A-ACADD996FCC1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7" name="pg1492">
                <a:extLst>
                  <a:ext uri="{FF2B5EF4-FFF2-40B4-BE49-F238E27FC236}">
                    <a16:creationId xmlns:a16="http://schemas.microsoft.com/office/drawing/2014/main" id="{A351F905-2401-4CFF-D1F3-4E9EE4347CCC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8" name="pg1493">
                <a:extLst>
                  <a:ext uri="{FF2B5EF4-FFF2-40B4-BE49-F238E27FC236}">
                    <a16:creationId xmlns:a16="http://schemas.microsoft.com/office/drawing/2014/main" id="{92928280-29C3-4A81-900C-7DCAD74DA276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9" name="pg1494">
                <a:extLst>
                  <a:ext uri="{FF2B5EF4-FFF2-40B4-BE49-F238E27FC236}">
                    <a16:creationId xmlns:a16="http://schemas.microsoft.com/office/drawing/2014/main" id="{D3057957-05DE-8E09-A657-4AA6AEC4836F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0" name="pg1495">
                <a:extLst>
                  <a:ext uri="{FF2B5EF4-FFF2-40B4-BE49-F238E27FC236}">
                    <a16:creationId xmlns:a16="http://schemas.microsoft.com/office/drawing/2014/main" id="{E7972B19-4270-9C26-9842-9F557BB248E2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1" name="pg1496">
                <a:extLst>
                  <a:ext uri="{FF2B5EF4-FFF2-40B4-BE49-F238E27FC236}">
                    <a16:creationId xmlns:a16="http://schemas.microsoft.com/office/drawing/2014/main" id="{5BB708BE-8044-0C32-CAF7-9EFE47AB8E00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2" name="pg1497">
                <a:extLst>
                  <a:ext uri="{FF2B5EF4-FFF2-40B4-BE49-F238E27FC236}">
                    <a16:creationId xmlns:a16="http://schemas.microsoft.com/office/drawing/2014/main" id="{A5D665A7-9093-961D-8BF9-3AC76CBB4658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3" name="pg1498">
                <a:extLst>
                  <a:ext uri="{FF2B5EF4-FFF2-40B4-BE49-F238E27FC236}">
                    <a16:creationId xmlns:a16="http://schemas.microsoft.com/office/drawing/2014/main" id="{42E0FF9A-B822-9BAD-12CF-1BE19372B105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4" name="pg1499">
                <a:extLst>
                  <a:ext uri="{FF2B5EF4-FFF2-40B4-BE49-F238E27FC236}">
                    <a16:creationId xmlns:a16="http://schemas.microsoft.com/office/drawing/2014/main" id="{14F8CCE9-3078-780E-4176-063434FF59E1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5" name="pg1500">
                <a:extLst>
                  <a:ext uri="{FF2B5EF4-FFF2-40B4-BE49-F238E27FC236}">
                    <a16:creationId xmlns:a16="http://schemas.microsoft.com/office/drawing/2014/main" id="{B27F0401-9207-B266-D33B-3DA58F233C66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6" name="pg1501">
                <a:extLst>
                  <a:ext uri="{FF2B5EF4-FFF2-40B4-BE49-F238E27FC236}">
                    <a16:creationId xmlns:a16="http://schemas.microsoft.com/office/drawing/2014/main" id="{21F17783-D935-D649-27BC-5A2B28750C2D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7" name="pg1502">
                <a:extLst>
                  <a:ext uri="{FF2B5EF4-FFF2-40B4-BE49-F238E27FC236}">
                    <a16:creationId xmlns:a16="http://schemas.microsoft.com/office/drawing/2014/main" id="{8A394C1B-4E7C-81FA-4C5E-26A9CAA660B4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8" name="pg1503">
                <a:extLst>
                  <a:ext uri="{FF2B5EF4-FFF2-40B4-BE49-F238E27FC236}">
                    <a16:creationId xmlns:a16="http://schemas.microsoft.com/office/drawing/2014/main" id="{ED3E16D1-245C-6B23-39FA-42BC69DCB544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9" name="pg1504">
                <a:extLst>
                  <a:ext uri="{FF2B5EF4-FFF2-40B4-BE49-F238E27FC236}">
                    <a16:creationId xmlns:a16="http://schemas.microsoft.com/office/drawing/2014/main" id="{0B0D62F4-ED80-6642-CCAD-1B8156EE663F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0" name="pg1505">
                <a:extLst>
                  <a:ext uri="{FF2B5EF4-FFF2-40B4-BE49-F238E27FC236}">
                    <a16:creationId xmlns:a16="http://schemas.microsoft.com/office/drawing/2014/main" id="{6D167F6A-2349-E793-9E7A-9B896A9770CC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1" name="pg1506">
                <a:extLst>
                  <a:ext uri="{FF2B5EF4-FFF2-40B4-BE49-F238E27FC236}">
                    <a16:creationId xmlns:a16="http://schemas.microsoft.com/office/drawing/2014/main" id="{B8AB8F87-5AB2-9F40-3DE9-78010C6B68CC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2" name="pg1507">
                <a:extLst>
                  <a:ext uri="{FF2B5EF4-FFF2-40B4-BE49-F238E27FC236}">
                    <a16:creationId xmlns:a16="http://schemas.microsoft.com/office/drawing/2014/main" id="{3896F161-46A0-ED9F-2FAD-241780D6942C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3" name="pg1508">
                <a:extLst>
                  <a:ext uri="{FF2B5EF4-FFF2-40B4-BE49-F238E27FC236}">
                    <a16:creationId xmlns:a16="http://schemas.microsoft.com/office/drawing/2014/main" id="{C67971F9-9727-0040-5594-288BC63FED10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4" name="pg1509">
                <a:extLst>
                  <a:ext uri="{FF2B5EF4-FFF2-40B4-BE49-F238E27FC236}">
                    <a16:creationId xmlns:a16="http://schemas.microsoft.com/office/drawing/2014/main" id="{13AA1CE7-86B6-7F2A-0F79-3BCBCFC2EF48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5" name="pg1510">
                <a:extLst>
                  <a:ext uri="{FF2B5EF4-FFF2-40B4-BE49-F238E27FC236}">
                    <a16:creationId xmlns:a16="http://schemas.microsoft.com/office/drawing/2014/main" id="{99D4DD66-084B-8D43-7039-B21DC190E80A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6" name="pg1511">
                <a:extLst>
                  <a:ext uri="{FF2B5EF4-FFF2-40B4-BE49-F238E27FC236}">
                    <a16:creationId xmlns:a16="http://schemas.microsoft.com/office/drawing/2014/main" id="{8FD0C1E8-452C-DD3D-68B7-1B96CDC92EAF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7" name="pg1512">
                <a:extLst>
                  <a:ext uri="{FF2B5EF4-FFF2-40B4-BE49-F238E27FC236}">
                    <a16:creationId xmlns:a16="http://schemas.microsoft.com/office/drawing/2014/main" id="{5EF591C2-B462-D1FE-C3E2-4B3B1302689C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8" name="pg1513">
                <a:extLst>
                  <a:ext uri="{FF2B5EF4-FFF2-40B4-BE49-F238E27FC236}">
                    <a16:creationId xmlns:a16="http://schemas.microsoft.com/office/drawing/2014/main" id="{C026858F-0992-A981-2DDF-BE94BE430B3E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9" name="pg1514">
                <a:extLst>
                  <a:ext uri="{FF2B5EF4-FFF2-40B4-BE49-F238E27FC236}">
                    <a16:creationId xmlns:a16="http://schemas.microsoft.com/office/drawing/2014/main" id="{873782B6-3EB8-5BF6-F490-EF60DAB9AB1B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0" name="pg1515">
                <a:extLst>
                  <a:ext uri="{FF2B5EF4-FFF2-40B4-BE49-F238E27FC236}">
                    <a16:creationId xmlns:a16="http://schemas.microsoft.com/office/drawing/2014/main" id="{F987FF59-F216-D520-9307-E4787C719094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1" name="pg1516">
                <a:extLst>
                  <a:ext uri="{FF2B5EF4-FFF2-40B4-BE49-F238E27FC236}">
                    <a16:creationId xmlns:a16="http://schemas.microsoft.com/office/drawing/2014/main" id="{BE2C4E88-153C-BF3E-C4B0-75F1DF39368D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2" name="pg1517">
                <a:extLst>
                  <a:ext uri="{FF2B5EF4-FFF2-40B4-BE49-F238E27FC236}">
                    <a16:creationId xmlns:a16="http://schemas.microsoft.com/office/drawing/2014/main" id="{843D3CF7-2215-5EC5-FB81-DC1EC1DE81D1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3" name="pg1518">
                <a:extLst>
                  <a:ext uri="{FF2B5EF4-FFF2-40B4-BE49-F238E27FC236}">
                    <a16:creationId xmlns:a16="http://schemas.microsoft.com/office/drawing/2014/main" id="{4142907D-E7C4-1E5B-2747-907E07558741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4" name="pg1519">
                <a:extLst>
                  <a:ext uri="{FF2B5EF4-FFF2-40B4-BE49-F238E27FC236}">
                    <a16:creationId xmlns:a16="http://schemas.microsoft.com/office/drawing/2014/main" id="{67939620-A45F-4DC8-F482-04C6F9F20D88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5" name="pg1520">
                <a:extLst>
                  <a:ext uri="{FF2B5EF4-FFF2-40B4-BE49-F238E27FC236}">
                    <a16:creationId xmlns:a16="http://schemas.microsoft.com/office/drawing/2014/main" id="{340C1EEE-EB65-0277-ABB3-727B28129C3A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6" name="pg1521">
                <a:extLst>
                  <a:ext uri="{FF2B5EF4-FFF2-40B4-BE49-F238E27FC236}">
                    <a16:creationId xmlns:a16="http://schemas.microsoft.com/office/drawing/2014/main" id="{5AC859CE-AC5B-5C24-977F-FEF2F7C6442F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7" name="pg1522">
                <a:extLst>
                  <a:ext uri="{FF2B5EF4-FFF2-40B4-BE49-F238E27FC236}">
                    <a16:creationId xmlns:a16="http://schemas.microsoft.com/office/drawing/2014/main" id="{DA8E3611-6F7C-CCC2-CA4F-C4387AD0C564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8" name="pg1523">
                <a:extLst>
                  <a:ext uri="{FF2B5EF4-FFF2-40B4-BE49-F238E27FC236}">
                    <a16:creationId xmlns:a16="http://schemas.microsoft.com/office/drawing/2014/main" id="{08B04DA3-54E5-898F-F993-4CA7DECDCD84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9" name="pg1524">
                <a:extLst>
                  <a:ext uri="{FF2B5EF4-FFF2-40B4-BE49-F238E27FC236}">
                    <a16:creationId xmlns:a16="http://schemas.microsoft.com/office/drawing/2014/main" id="{801D88E2-BAF3-3B8A-52C7-5396F005A478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0" name="pg1525">
                <a:extLst>
                  <a:ext uri="{FF2B5EF4-FFF2-40B4-BE49-F238E27FC236}">
                    <a16:creationId xmlns:a16="http://schemas.microsoft.com/office/drawing/2014/main" id="{67B7BDC9-32B8-3C63-C82C-775E28896867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1" name="pg1526">
                <a:extLst>
                  <a:ext uri="{FF2B5EF4-FFF2-40B4-BE49-F238E27FC236}">
                    <a16:creationId xmlns:a16="http://schemas.microsoft.com/office/drawing/2014/main" id="{CACE7825-9B44-0B35-D18B-675F2F9BE8BD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2" name="pg1527">
                <a:extLst>
                  <a:ext uri="{FF2B5EF4-FFF2-40B4-BE49-F238E27FC236}">
                    <a16:creationId xmlns:a16="http://schemas.microsoft.com/office/drawing/2014/main" id="{7283E5BC-0822-6BC3-ED6C-A88D0CFE10BB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3" name="pg1528">
                <a:extLst>
                  <a:ext uri="{FF2B5EF4-FFF2-40B4-BE49-F238E27FC236}">
                    <a16:creationId xmlns:a16="http://schemas.microsoft.com/office/drawing/2014/main" id="{105EB971-0007-5EB0-7CF2-C3850AA7522A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4" name="pg1529">
                <a:extLst>
                  <a:ext uri="{FF2B5EF4-FFF2-40B4-BE49-F238E27FC236}">
                    <a16:creationId xmlns:a16="http://schemas.microsoft.com/office/drawing/2014/main" id="{B81CA1BF-C5F9-BCFD-2153-74824A8B3B0A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5" name="pg1530">
                <a:extLst>
                  <a:ext uri="{FF2B5EF4-FFF2-40B4-BE49-F238E27FC236}">
                    <a16:creationId xmlns:a16="http://schemas.microsoft.com/office/drawing/2014/main" id="{5F9C4B8A-E907-6A1C-090F-81B89E122EBE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6" name="pg1531">
                <a:extLst>
                  <a:ext uri="{FF2B5EF4-FFF2-40B4-BE49-F238E27FC236}">
                    <a16:creationId xmlns:a16="http://schemas.microsoft.com/office/drawing/2014/main" id="{F1995D7E-DF2A-0F35-8925-6A26AC3834C5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7" name="pg1532">
                <a:extLst>
                  <a:ext uri="{FF2B5EF4-FFF2-40B4-BE49-F238E27FC236}">
                    <a16:creationId xmlns:a16="http://schemas.microsoft.com/office/drawing/2014/main" id="{9E2B693B-BFAE-85B1-8E5D-29094FDF1754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8" name="pg1533">
                <a:extLst>
                  <a:ext uri="{FF2B5EF4-FFF2-40B4-BE49-F238E27FC236}">
                    <a16:creationId xmlns:a16="http://schemas.microsoft.com/office/drawing/2014/main" id="{5031CC71-2CC2-E92F-C177-D43F18149D65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9" name="pg1534">
                <a:extLst>
                  <a:ext uri="{FF2B5EF4-FFF2-40B4-BE49-F238E27FC236}">
                    <a16:creationId xmlns:a16="http://schemas.microsoft.com/office/drawing/2014/main" id="{9EF49259-2617-11DA-D8E7-322F5DAB94F6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0" name="pg1535">
                <a:extLst>
                  <a:ext uri="{FF2B5EF4-FFF2-40B4-BE49-F238E27FC236}">
                    <a16:creationId xmlns:a16="http://schemas.microsoft.com/office/drawing/2014/main" id="{355DF64F-4066-AEBE-312E-7F3DCA133A4E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1" name="pg1536">
                <a:extLst>
                  <a:ext uri="{FF2B5EF4-FFF2-40B4-BE49-F238E27FC236}">
                    <a16:creationId xmlns:a16="http://schemas.microsoft.com/office/drawing/2014/main" id="{FDF4DD3B-FA2D-6533-8BB9-0721490C109F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2" name="pg1537">
                <a:extLst>
                  <a:ext uri="{FF2B5EF4-FFF2-40B4-BE49-F238E27FC236}">
                    <a16:creationId xmlns:a16="http://schemas.microsoft.com/office/drawing/2014/main" id="{D8263FCE-60D9-EAEF-4471-333844EF6DB1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3" name="pg1538">
                <a:extLst>
                  <a:ext uri="{FF2B5EF4-FFF2-40B4-BE49-F238E27FC236}">
                    <a16:creationId xmlns:a16="http://schemas.microsoft.com/office/drawing/2014/main" id="{C7ACC111-1CD8-D1D0-CD3C-0759B46F8F81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4" name="pg1539">
                <a:extLst>
                  <a:ext uri="{FF2B5EF4-FFF2-40B4-BE49-F238E27FC236}">
                    <a16:creationId xmlns:a16="http://schemas.microsoft.com/office/drawing/2014/main" id="{94656A0D-8CF5-26AC-BDF4-17D4141829D7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5" name="pg1540">
                <a:extLst>
                  <a:ext uri="{FF2B5EF4-FFF2-40B4-BE49-F238E27FC236}">
                    <a16:creationId xmlns:a16="http://schemas.microsoft.com/office/drawing/2014/main" id="{6268C923-4CCA-D55E-DB94-034F0DB876D5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6" name="pg1541">
                <a:extLst>
                  <a:ext uri="{FF2B5EF4-FFF2-40B4-BE49-F238E27FC236}">
                    <a16:creationId xmlns:a16="http://schemas.microsoft.com/office/drawing/2014/main" id="{7ED8CDDC-57BB-2FC7-DDBE-447A3CF9964A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7" name="pg1542">
                <a:extLst>
                  <a:ext uri="{FF2B5EF4-FFF2-40B4-BE49-F238E27FC236}">
                    <a16:creationId xmlns:a16="http://schemas.microsoft.com/office/drawing/2014/main" id="{736D9001-5900-3EA0-6434-19BA5588F23D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8" name="pg1543">
                <a:extLst>
                  <a:ext uri="{FF2B5EF4-FFF2-40B4-BE49-F238E27FC236}">
                    <a16:creationId xmlns:a16="http://schemas.microsoft.com/office/drawing/2014/main" id="{A8A30C75-974D-BA53-4F38-6FE7F77D2B79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9" name="pg1544">
                <a:extLst>
                  <a:ext uri="{FF2B5EF4-FFF2-40B4-BE49-F238E27FC236}">
                    <a16:creationId xmlns:a16="http://schemas.microsoft.com/office/drawing/2014/main" id="{85645703-2D8A-2732-808E-4AD938200B51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0" name="pg1545">
                <a:extLst>
                  <a:ext uri="{FF2B5EF4-FFF2-40B4-BE49-F238E27FC236}">
                    <a16:creationId xmlns:a16="http://schemas.microsoft.com/office/drawing/2014/main" id="{E3AB8CA1-7A78-7387-7F0D-7C5B24E28A77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1" name="pg1546">
                <a:extLst>
                  <a:ext uri="{FF2B5EF4-FFF2-40B4-BE49-F238E27FC236}">
                    <a16:creationId xmlns:a16="http://schemas.microsoft.com/office/drawing/2014/main" id="{070626F3-ECC2-6674-15AE-BF83EB8AA227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2" name="pg1547">
                <a:extLst>
                  <a:ext uri="{FF2B5EF4-FFF2-40B4-BE49-F238E27FC236}">
                    <a16:creationId xmlns:a16="http://schemas.microsoft.com/office/drawing/2014/main" id="{EC43164E-0049-C178-4C4C-5C24075BFD42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3" name="pg1548">
                <a:extLst>
                  <a:ext uri="{FF2B5EF4-FFF2-40B4-BE49-F238E27FC236}">
                    <a16:creationId xmlns:a16="http://schemas.microsoft.com/office/drawing/2014/main" id="{1B76D41B-FDBD-5C22-9516-6C51C5519A35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4" name="pg1549">
                <a:extLst>
                  <a:ext uri="{FF2B5EF4-FFF2-40B4-BE49-F238E27FC236}">
                    <a16:creationId xmlns:a16="http://schemas.microsoft.com/office/drawing/2014/main" id="{9AA7A8C8-1698-5AE9-030E-8A9BB62FD9B5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5" name="pg1550">
                <a:extLst>
                  <a:ext uri="{FF2B5EF4-FFF2-40B4-BE49-F238E27FC236}">
                    <a16:creationId xmlns:a16="http://schemas.microsoft.com/office/drawing/2014/main" id="{3169C16F-2FB3-3270-F5DB-513CDC13154D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6" name="pg1551">
                <a:extLst>
                  <a:ext uri="{FF2B5EF4-FFF2-40B4-BE49-F238E27FC236}">
                    <a16:creationId xmlns:a16="http://schemas.microsoft.com/office/drawing/2014/main" id="{FD622B6F-DEDF-7ECC-5EB1-5B736761B609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7" name="pg1552">
                <a:extLst>
                  <a:ext uri="{FF2B5EF4-FFF2-40B4-BE49-F238E27FC236}">
                    <a16:creationId xmlns:a16="http://schemas.microsoft.com/office/drawing/2014/main" id="{76471326-CF5E-E561-DECF-C344F8F9DCA2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8" name="pg1553">
                <a:extLst>
                  <a:ext uri="{FF2B5EF4-FFF2-40B4-BE49-F238E27FC236}">
                    <a16:creationId xmlns:a16="http://schemas.microsoft.com/office/drawing/2014/main" id="{C4E729B4-DC7B-97C6-DF38-7D04752DBA14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9" name="pg1554">
                <a:extLst>
                  <a:ext uri="{FF2B5EF4-FFF2-40B4-BE49-F238E27FC236}">
                    <a16:creationId xmlns:a16="http://schemas.microsoft.com/office/drawing/2014/main" id="{E65BC051-BFB2-02F5-777C-C603916B1F03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0" name="pg1555">
                <a:extLst>
                  <a:ext uri="{FF2B5EF4-FFF2-40B4-BE49-F238E27FC236}">
                    <a16:creationId xmlns:a16="http://schemas.microsoft.com/office/drawing/2014/main" id="{793958A7-DDF4-BAAB-9C12-6C148038FAE2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1" name="pg1556">
                <a:extLst>
                  <a:ext uri="{FF2B5EF4-FFF2-40B4-BE49-F238E27FC236}">
                    <a16:creationId xmlns:a16="http://schemas.microsoft.com/office/drawing/2014/main" id="{2192FC62-FD06-2CA7-859F-91ADFBEF5D54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2" name="pg1557">
                <a:extLst>
                  <a:ext uri="{FF2B5EF4-FFF2-40B4-BE49-F238E27FC236}">
                    <a16:creationId xmlns:a16="http://schemas.microsoft.com/office/drawing/2014/main" id="{ED4097A8-278D-1579-CB69-8AD8E3DBF65E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3" name="pg1558">
                <a:extLst>
                  <a:ext uri="{FF2B5EF4-FFF2-40B4-BE49-F238E27FC236}">
                    <a16:creationId xmlns:a16="http://schemas.microsoft.com/office/drawing/2014/main" id="{81358FE4-0F78-F991-3DC0-BDED01925EE1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4" name="pg1559">
                <a:extLst>
                  <a:ext uri="{FF2B5EF4-FFF2-40B4-BE49-F238E27FC236}">
                    <a16:creationId xmlns:a16="http://schemas.microsoft.com/office/drawing/2014/main" id="{DDD59E32-D6FC-7BAD-AE24-2839E410CCB7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5" name="pg1560">
                <a:extLst>
                  <a:ext uri="{FF2B5EF4-FFF2-40B4-BE49-F238E27FC236}">
                    <a16:creationId xmlns:a16="http://schemas.microsoft.com/office/drawing/2014/main" id="{8812E232-1A4D-10CE-C20E-87F5B2A3DB36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6" name="pg1561">
                <a:extLst>
                  <a:ext uri="{FF2B5EF4-FFF2-40B4-BE49-F238E27FC236}">
                    <a16:creationId xmlns:a16="http://schemas.microsoft.com/office/drawing/2014/main" id="{AE617F22-30E0-DB0C-164A-0D4D794E5EEE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7" name="pg1562">
                <a:extLst>
                  <a:ext uri="{FF2B5EF4-FFF2-40B4-BE49-F238E27FC236}">
                    <a16:creationId xmlns:a16="http://schemas.microsoft.com/office/drawing/2014/main" id="{DD38A496-DC77-684D-9E98-8A9AEC3C592B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8" name="pg1563">
                <a:extLst>
                  <a:ext uri="{FF2B5EF4-FFF2-40B4-BE49-F238E27FC236}">
                    <a16:creationId xmlns:a16="http://schemas.microsoft.com/office/drawing/2014/main" id="{5334A4BB-0E75-1527-8D78-21C837EAA2B6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9" name="pg1564">
                <a:extLst>
                  <a:ext uri="{FF2B5EF4-FFF2-40B4-BE49-F238E27FC236}">
                    <a16:creationId xmlns:a16="http://schemas.microsoft.com/office/drawing/2014/main" id="{2FCF9B6E-666F-56A5-4BC4-E41EFD626FB6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0" name="pg1565">
                <a:extLst>
                  <a:ext uri="{FF2B5EF4-FFF2-40B4-BE49-F238E27FC236}">
                    <a16:creationId xmlns:a16="http://schemas.microsoft.com/office/drawing/2014/main" id="{AFEE5583-5885-58A7-8752-289AA5D71109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1" name="pg1566">
                <a:extLst>
                  <a:ext uri="{FF2B5EF4-FFF2-40B4-BE49-F238E27FC236}">
                    <a16:creationId xmlns:a16="http://schemas.microsoft.com/office/drawing/2014/main" id="{FFC42625-94E2-5069-9EC9-157FA5765D30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2" name="pg1567">
                <a:extLst>
                  <a:ext uri="{FF2B5EF4-FFF2-40B4-BE49-F238E27FC236}">
                    <a16:creationId xmlns:a16="http://schemas.microsoft.com/office/drawing/2014/main" id="{61EDD73D-C074-AA42-F815-A7A3BB0F7F2E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3" name="pg1568">
                <a:extLst>
                  <a:ext uri="{FF2B5EF4-FFF2-40B4-BE49-F238E27FC236}">
                    <a16:creationId xmlns:a16="http://schemas.microsoft.com/office/drawing/2014/main" id="{BC07C9A1-DA64-706D-057A-BBFCF5CAA6C5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4" name="pg1569">
                <a:extLst>
                  <a:ext uri="{FF2B5EF4-FFF2-40B4-BE49-F238E27FC236}">
                    <a16:creationId xmlns:a16="http://schemas.microsoft.com/office/drawing/2014/main" id="{EC14AA71-A3AC-B32B-4BEB-88A5EFDD0560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5" name="pg1570">
                <a:extLst>
                  <a:ext uri="{FF2B5EF4-FFF2-40B4-BE49-F238E27FC236}">
                    <a16:creationId xmlns:a16="http://schemas.microsoft.com/office/drawing/2014/main" id="{C41FEAB2-E046-2F56-90FC-9E6B130C77DD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6" name="pg1571">
                <a:extLst>
                  <a:ext uri="{FF2B5EF4-FFF2-40B4-BE49-F238E27FC236}">
                    <a16:creationId xmlns:a16="http://schemas.microsoft.com/office/drawing/2014/main" id="{1E81C925-668B-9856-B284-B6806A9A83CC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7" name="pg1572">
                <a:extLst>
                  <a:ext uri="{FF2B5EF4-FFF2-40B4-BE49-F238E27FC236}">
                    <a16:creationId xmlns:a16="http://schemas.microsoft.com/office/drawing/2014/main" id="{C3053AA2-58CC-CAB4-19AB-0930157DE8E3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8" name="pg1573">
                <a:extLst>
                  <a:ext uri="{FF2B5EF4-FFF2-40B4-BE49-F238E27FC236}">
                    <a16:creationId xmlns:a16="http://schemas.microsoft.com/office/drawing/2014/main" id="{FAFAE9B7-31AD-AA62-2265-C439FC264CF8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9" name="pg1574">
                <a:extLst>
                  <a:ext uri="{FF2B5EF4-FFF2-40B4-BE49-F238E27FC236}">
                    <a16:creationId xmlns:a16="http://schemas.microsoft.com/office/drawing/2014/main" id="{47DBA5AC-8302-B2BC-01B4-F170467ED7BC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0" name="pg1575">
                <a:extLst>
                  <a:ext uri="{FF2B5EF4-FFF2-40B4-BE49-F238E27FC236}">
                    <a16:creationId xmlns:a16="http://schemas.microsoft.com/office/drawing/2014/main" id="{7B2A1820-FEBF-90C8-2195-1589CC97CB6A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1" name="pg1576">
                <a:extLst>
                  <a:ext uri="{FF2B5EF4-FFF2-40B4-BE49-F238E27FC236}">
                    <a16:creationId xmlns:a16="http://schemas.microsoft.com/office/drawing/2014/main" id="{A747A673-10B7-C392-0185-E2FEA6D175FD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2" name="pg1577">
                <a:extLst>
                  <a:ext uri="{FF2B5EF4-FFF2-40B4-BE49-F238E27FC236}">
                    <a16:creationId xmlns:a16="http://schemas.microsoft.com/office/drawing/2014/main" id="{4BE348FE-A0C8-5841-E374-2F2FA58A961A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3" name="pg1578">
                <a:extLst>
                  <a:ext uri="{FF2B5EF4-FFF2-40B4-BE49-F238E27FC236}">
                    <a16:creationId xmlns:a16="http://schemas.microsoft.com/office/drawing/2014/main" id="{1558DE5E-2FB4-0128-4FF6-7DFBB2957E13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4" name="pg1579">
                <a:extLst>
                  <a:ext uri="{FF2B5EF4-FFF2-40B4-BE49-F238E27FC236}">
                    <a16:creationId xmlns:a16="http://schemas.microsoft.com/office/drawing/2014/main" id="{0A2373DE-2B09-13F2-12B4-56B8D9141FB6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5" name="pg1580">
                <a:extLst>
                  <a:ext uri="{FF2B5EF4-FFF2-40B4-BE49-F238E27FC236}">
                    <a16:creationId xmlns:a16="http://schemas.microsoft.com/office/drawing/2014/main" id="{4A743D5A-915A-4398-510C-5C3AC881C951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6" name="pg1581">
                <a:extLst>
                  <a:ext uri="{FF2B5EF4-FFF2-40B4-BE49-F238E27FC236}">
                    <a16:creationId xmlns:a16="http://schemas.microsoft.com/office/drawing/2014/main" id="{88D19DE0-6C1D-2FE7-3CF0-C9D79377404A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7" name="pg1582">
                <a:extLst>
                  <a:ext uri="{FF2B5EF4-FFF2-40B4-BE49-F238E27FC236}">
                    <a16:creationId xmlns:a16="http://schemas.microsoft.com/office/drawing/2014/main" id="{2EDA3E64-48EE-A132-89C2-0FF138519AC7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8" name="pg1583">
                <a:extLst>
                  <a:ext uri="{FF2B5EF4-FFF2-40B4-BE49-F238E27FC236}">
                    <a16:creationId xmlns:a16="http://schemas.microsoft.com/office/drawing/2014/main" id="{C4729EA6-C1EC-16A5-0B73-262F46B9EB3F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9" name="pg1584">
                <a:extLst>
                  <a:ext uri="{FF2B5EF4-FFF2-40B4-BE49-F238E27FC236}">
                    <a16:creationId xmlns:a16="http://schemas.microsoft.com/office/drawing/2014/main" id="{1B72626A-A501-21A9-49E3-6196BF93A025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0" name="pg1585">
                <a:extLst>
                  <a:ext uri="{FF2B5EF4-FFF2-40B4-BE49-F238E27FC236}">
                    <a16:creationId xmlns:a16="http://schemas.microsoft.com/office/drawing/2014/main" id="{138EE044-D5B7-491A-2880-D86B48E4C04F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1" name="pg1586">
                <a:extLst>
                  <a:ext uri="{FF2B5EF4-FFF2-40B4-BE49-F238E27FC236}">
                    <a16:creationId xmlns:a16="http://schemas.microsoft.com/office/drawing/2014/main" id="{1C75CBBD-8537-64C8-62C9-9247204FAEBB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2" name="pg1587">
                <a:extLst>
                  <a:ext uri="{FF2B5EF4-FFF2-40B4-BE49-F238E27FC236}">
                    <a16:creationId xmlns:a16="http://schemas.microsoft.com/office/drawing/2014/main" id="{287A29C5-B381-4FD0-F188-747D6D23FD4F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3" name="pg1588">
                <a:extLst>
                  <a:ext uri="{FF2B5EF4-FFF2-40B4-BE49-F238E27FC236}">
                    <a16:creationId xmlns:a16="http://schemas.microsoft.com/office/drawing/2014/main" id="{171B8036-31E9-CEB4-1AC2-50B33D832E8C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4" name="pg1589">
                <a:extLst>
                  <a:ext uri="{FF2B5EF4-FFF2-40B4-BE49-F238E27FC236}">
                    <a16:creationId xmlns:a16="http://schemas.microsoft.com/office/drawing/2014/main" id="{E9236AA2-D19F-8C79-5F3C-0C5EF455098B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5" name="pg1590">
                <a:extLst>
                  <a:ext uri="{FF2B5EF4-FFF2-40B4-BE49-F238E27FC236}">
                    <a16:creationId xmlns:a16="http://schemas.microsoft.com/office/drawing/2014/main" id="{112B8821-7905-178B-66B7-55D298CCC5D8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6" name="pg1591">
                <a:extLst>
                  <a:ext uri="{FF2B5EF4-FFF2-40B4-BE49-F238E27FC236}">
                    <a16:creationId xmlns:a16="http://schemas.microsoft.com/office/drawing/2014/main" id="{BEFED678-0006-4F25-F2AA-86984BF4B532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7" name="pg1592">
                <a:extLst>
                  <a:ext uri="{FF2B5EF4-FFF2-40B4-BE49-F238E27FC236}">
                    <a16:creationId xmlns:a16="http://schemas.microsoft.com/office/drawing/2014/main" id="{57F612FC-53FD-4CBA-FF3A-1B437D6427E1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8" name="pg1593">
                <a:extLst>
                  <a:ext uri="{FF2B5EF4-FFF2-40B4-BE49-F238E27FC236}">
                    <a16:creationId xmlns:a16="http://schemas.microsoft.com/office/drawing/2014/main" id="{1205604D-744E-3844-E221-4F72814E9E40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9" name="pg1594">
                <a:extLst>
                  <a:ext uri="{FF2B5EF4-FFF2-40B4-BE49-F238E27FC236}">
                    <a16:creationId xmlns:a16="http://schemas.microsoft.com/office/drawing/2014/main" id="{84A869CB-7A80-5A5F-6186-FD64E8F752EE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0" name="pg1595">
                <a:extLst>
                  <a:ext uri="{FF2B5EF4-FFF2-40B4-BE49-F238E27FC236}">
                    <a16:creationId xmlns:a16="http://schemas.microsoft.com/office/drawing/2014/main" id="{BF7B98EC-54BA-3DB1-A22D-881B98504D2D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1" name="pg1596">
                <a:extLst>
                  <a:ext uri="{FF2B5EF4-FFF2-40B4-BE49-F238E27FC236}">
                    <a16:creationId xmlns:a16="http://schemas.microsoft.com/office/drawing/2014/main" id="{D720BD8B-C961-CECC-1256-0BCD3429DC40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2" name="pg1597">
                <a:extLst>
                  <a:ext uri="{FF2B5EF4-FFF2-40B4-BE49-F238E27FC236}">
                    <a16:creationId xmlns:a16="http://schemas.microsoft.com/office/drawing/2014/main" id="{80F94A2E-FC30-BD7E-80F5-7E001C65564E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3" name="pg1598">
                <a:extLst>
                  <a:ext uri="{FF2B5EF4-FFF2-40B4-BE49-F238E27FC236}">
                    <a16:creationId xmlns:a16="http://schemas.microsoft.com/office/drawing/2014/main" id="{C5B21442-5340-5202-8FBC-7C5B679D1A6A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4" name="pg1599">
                <a:extLst>
                  <a:ext uri="{FF2B5EF4-FFF2-40B4-BE49-F238E27FC236}">
                    <a16:creationId xmlns:a16="http://schemas.microsoft.com/office/drawing/2014/main" id="{2156989E-A4EE-D89E-B247-CB6191F27027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5" name="pg1600">
                <a:extLst>
                  <a:ext uri="{FF2B5EF4-FFF2-40B4-BE49-F238E27FC236}">
                    <a16:creationId xmlns:a16="http://schemas.microsoft.com/office/drawing/2014/main" id="{B666C26A-9372-AFD8-5521-AF91C0FAE834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6" name="pg1601">
                <a:extLst>
                  <a:ext uri="{FF2B5EF4-FFF2-40B4-BE49-F238E27FC236}">
                    <a16:creationId xmlns:a16="http://schemas.microsoft.com/office/drawing/2014/main" id="{723834DA-DAB8-B852-BF60-BED5C5A04E05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7" name="pg1602">
                <a:extLst>
                  <a:ext uri="{FF2B5EF4-FFF2-40B4-BE49-F238E27FC236}">
                    <a16:creationId xmlns:a16="http://schemas.microsoft.com/office/drawing/2014/main" id="{B00085B4-24EB-AAD3-C96B-13B122229784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8" name="pg1603">
                <a:extLst>
                  <a:ext uri="{FF2B5EF4-FFF2-40B4-BE49-F238E27FC236}">
                    <a16:creationId xmlns:a16="http://schemas.microsoft.com/office/drawing/2014/main" id="{A901C83C-8A26-590D-D794-F0A512D00FE3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9" name="pg1604">
                <a:extLst>
                  <a:ext uri="{FF2B5EF4-FFF2-40B4-BE49-F238E27FC236}">
                    <a16:creationId xmlns:a16="http://schemas.microsoft.com/office/drawing/2014/main" id="{EDF25606-AE6E-84BC-A5E6-CEADCDC6847D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0" name="pg1605">
                <a:extLst>
                  <a:ext uri="{FF2B5EF4-FFF2-40B4-BE49-F238E27FC236}">
                    <a16:creationId xmlns:a16="http://schemas.microsoft.com/office/drawing/2014/main" id="{83D69A1F-543C-3BC4-A944-A53F44AD703F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1" name="pg1606">
                <a:extLst>
                  <a:ext uri="{FF2B5EF4-FFF2-40B4-BE49-F238E27FC236}">
                    <a16:creationId xmlns:a16="http://schemas.microsoft.com/office/drawing/2014/main" id="{05B0C5AE-BF20-D424-A5C8-3166A54A9666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2" name="pg1607">
                <a:extLst>
                  <a:ext uri="{FF2B5EF4-FFF2-40B4-BE49-F238E27FC236}">
                    <a16:creationId xmlns:a16="http://schemas.microsoft.com/office/drawing/2014/main" id="{02D134D7-9B44-235E-7C99-FC599FD1A804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3" name="pg1608">
                <a:extLst>
                  <a:ext uri="{FF2B5EF4-FFF2-40B4-BE49-F238E27FC236}">
                    <a16:creationId xmlns:a16="http://schemas.microsoft.com/office/drawing/2014/main" id="{1D7174D8-ED3C-B552-8A1C-E932184F8928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4" name="pg1609">
                <a:extLst>
                  <a:ext uri="{FF2B5EF4-FFF2-40B4-BE49-F238E27FC236}">
                    <a16:creationId xmlns:a16="http://schemas.microsoft.com/office/drawing/2014/main" id="{B76CDC06-61DD-2149-D4D6-55332FB0C9CC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5" name="pg1610">
                <a:extLst>
                  <a:ext uri="{FF2B5EF4-FFF2-40B4-BE49-F238E27FC236}">
                    <a16:creationId xmlns:a16="http://schemas.microsoft.com/office/drawing/2014/main" id="{4E70243E-0605-2DE1-6D2D-87A1CD307F79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6" name="pg1611">
                <a:extLst>
                  <a:ext uri="{FF2B5EF4-FFF2-40B4-BE49-F238E27FC236}">
                    <a16:creationId xmlns:a16="http://schemas.microsoft.com/office/drawing/2014/main" id="{B0B9CAED-AB8A-E172-311F-0FCC141C6667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7" name="pg1612">
                <a:extLst>
                  <a:ext uri="{FF2B5EF4-FFF2-40B4-BE49-F238E27FC236}">
                    <a16:creationId xmlns:a16="http://schemas.microsoft.com/office/drawing/2014/main" id="{CDDBA0CA-032A-364B-6A27-081CDD9563BF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8" name="pg1613">
                <a:extLst>
                  <a:ext uri="{FF2B5EF4-FFF2-40B4-BE49-F238E27FC236}">
                    <a16:creationId xmlns:a16="http://schemas.microsoft.com/office/drawing/2014/main" id="{94BA34B9-2F17-52AB-FDCC-250B441412F5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9" name="pg1614">
                <a:extLst>
                  <a:ext uri="{FF2B5EF4-FFF2-40B4-BE49-F238E27FC236}">
                    <a16:creationId xmlns:a16="http://schemas.microsoft.com/office/drawing/2014/main" id="{34E1F529-4A19-5CFE-8821-FACCD9E72BCC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0" name="pg1615">
                <a:extLst>
                  <a:ext uri="{FF2B5EF4-FFF2-40B4-BE49-F238E27FC236}">
                    <a16:creationId xmlns:a16="http://schemas.microsoft.com/office/drawing/2014/main" id="{193FF9C0-316F-9667-D045-7D4D51DBC4BB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1" name="pg1616">
                <a:extLst>
                  <a:ext uri="{FF2B5EF4-FFF2-40B4-BE49-F238E27FC236}">
                    <a16:creationId xmlns:a16="http://schemas.microsoft.com/office/drawing/2014/main" id="{2225569C-2C09-1F44-B453-B0E9E8DBC971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2" name="pg1617">
                <a:extLst>
                  <a:ext uri="{FF2B5EF4-FFF2-40B4-BE49-F238E27FC236}">
                    <a16:creationId xmlns:a16="http://schemas.microsoft.com/office/drawing/2014/main" id="{15261030-60AB-AC4E-F3D2-9A870DBC4048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3" name="pg1618">
                <a:extLst>
                  <a:ext uri="{FF2B5EF4-FFF2-40B4-BE49-F238E27FC236}">
                    <a16:creationId xmlns:a16="http://schemas.microsoft.com/office/drawing/2014/main" id="{605A07A1-5D8E-65DB-C10D-1C22CB596A69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4" name="pg1619">
                <a:extLst>
                  <a:ext uri="{FF2B5EF4-FFF2-40B4-BE49-F238E27FC236}">
                    <a16:creationId xmlns:a16="http://schemas.microsoft.com/office/drawing/2014/main" id="{665B76E1-2FB6-1D9C-E189-111A075E6D9C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5" name="pg1620">
                <a:extLst>
                  <a:ext uri="{FF2B5EF4-FFF2-40B4-BE49-F238E27FC236}">
                    <a16:creationId xmlns:a16="http://schemas.microsoft.com/office/drawing/2014/main" id="{60005B72-4DFF-E6C8-3BC5-0D648A2FAB4D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6" name="pg1621">
                <a:extLst>
                  <a:ext uri="{FF2B5EF4-FFF2-40B4-BE49-F238E27FC236}">
                    <a16:creationId xmlns:a16="http://schemas.microsoft.com/office/drawing/2014/main" id="{5E197D8F-2079-8D92-171B-4196A1EA64D4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7" name="pg1622">
                <a:extLst>
                  <a:ext uri="{FF2B5EF4-FFF2-40B4-BE49-F238E27FC236}">
                    <a16:creationId xmlns:a16="http://schemas.microsoft.com/office/drawing/2014/main" id="{2F244ECD-2857-8D48-8DBF-96B24C378173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8" name="pg1623">
                <a:extLst>
                  <a:ext uri="{FF2B5EF4-FFF2-40B4-BE49-F238E27FC236}">
                    <a16:creationId xmlns:a16="http://schemas.microsoft.com/office/drawing/2014/main" id="{BB1135EE-A873-B11F-6794-41A0E17ED9CE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9" name="pg1624">
                <a:extLst>
                  <a:ext uri="{FF2B5EF4-FFF2-40B4-BE49-F238E27FC236}">
                    <a16:creationId xmlns:a16="http://schemas.microsoft.com/office/drawing/2014/main" id="{A00B8DCA-B110-4AD4-0533-FBF9012546A6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0" name="pg1625">
                <a:extLst>
                  <a:ext uri="{FF2B5EF4-FFF2-40B4-BE49-F238E27FC236}">
                    <a16:creationId xmlns:a16="http://schemas.microsoft.com/office/drawing/2014/main" id="{A4FC9830-4E9D-D0B1-E2FB-2C779D3FA92F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1" name="pg1626">
                <a:extLst>
                  <a:ext uri="{FF2B5EF4-FFF2-40B4-BE49-F238E27FC236}">
                    <a16:creationId xmlns:a16="http://schemas.microsoft.com/office/drawing/2014/main" id="{0587DFF2-0F8D-6CE5-7C51-082EA0097701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2" name="pg1627">
                <a:extLst>
                  <a:ext uri="{FF2B5EF4-FFF2-40B4-BE49-F238E27FC236}">
                    <a16:creationId xmlns:a16="http://schemas.microsoft.com/office/drawing/2014/main" id="{DD3D258E-36F8-3B7A-5278-F0F2776D4F12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3" name="pg1628">
                <a:extLst>
                  <a:ext uri="{FF2B5EF4-FFF2-40B4-BE49-F238E27FC236}">
                    <a16:creationId xmlns:a16="http://schemas.microsoft.com/office/drawing/2014/main" id="{0084D501-31B8-78F0-AE55-DDB4C812E758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4" name="pg1629">
                <a:extLst>
                  <a:ext uri="{FF2B5EF4-FFF2-40B4-BE49-F238E27FC236}">
                    <a16:creationId xmlns:a16="http://schemas.microsoft.com/office/drawing/2014/main" id="{7F4B4E04-1669-C37A-0948-CD6D658A2631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5" name="pg1630">
                <a:extLst>
                  <a:ext uri="{FF2B5EF4-FFF2-40B4-BE49-F238E27FC236}">
                    <a16:creationId xmlns:a16="http://schemas.microsoft.com/office/drawing/2014/main" id="{A6DB5897-1EAD-5904-9A54-38D33BA27DDA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6" name="pg1631">
                <a:extLst>
                  <a:ext uri="{FF2B5EF4-FFF2-40B4-BE49-F238E27FC236}">
                    <a16:creationId xmlns:a16="http://schemas.microsoft.com/office/drawing/2014/main" id="{B9DB3EFC-BF48-B57B-5671-07B9AE25158D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7" name="pg1632">
                <a:extLst>
                  <a:ext uri="{FF2B5EF4-FFF2-40B4-BE49-F238E27FC236}">
                    <a16:creationId xmlns:a16="http://schemas.microsoft.com/office/drawing/2014/main" id="{F3AEE06B-0A5E-DD36-A956-E452BD4CB368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8" name="pg1633">
                <a:extLst>
                  <a:ext uri="{FF2B5EF4-FFF2-40B4-BE49-F238E27FC236}">
                    <a16:creationId xmlns:a16="http://schemas.microsoft.com/office/drawing/2014/main" id="{F6D32780-2554-0F5B-7510-2F10BA4DC494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9" name="pg1634">
                <a:extLst>
                  <a:ext uri="{FF2B5EF4-FFF2-40B4-BE49-F238E27FC236}">
                    <a16:creationId xmlns:a16="http://schemas.microsoft.com/office/drawing/2014/main" id="{306B8AA0-F60E-F8E9-3C5F-0053E5D63753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0" name="pg1635">
                <a:extLst>
                  <a:ext uri="{FF2B5EF4-FFF2-40B4-BE49-F238E27FC236}">
                    <a16:creationId xmlns:a16="http://schemas.microsoft.com/office/drawing/2014/main" id="{EB65DAA3-B00E-464F-50AA-E8091D97F9AF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1" name="pg1636">
                <a:extLst>
                  <a:ext uri="{FF2B5EF4-FFF2-40B4-BE49-F238E27FC236}">
                    <a16:creationId xmlns:a16="http://schemas.microsoft.com/office/drawing/2014/main" id="{0DDA1F45-D8CD-EFD9-48F7-A74ABFDB9546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2" name="pg1637">
                <a:extLst>
                  <a:ext uri="{FF2B5EF4-FFF2-40B4-BE49-F238E27FC236}">
                    <a16:creationId xmlns:a16="http://schemas.microsoft.com/office/drawing/2014/main" id="{1F3BF9C5-55F2-A905-0DAC-AA296968AD3D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3" name="pg1638">
                <a:extLst>
                  <a:ext uri="{FF2B5EF4-FFF2-40B4-BE49-F238E27FC236}">
                    <a16:creationId xmlns:a16="http://schemas.microsoft.com/office/drawing/2014/main" id="{A72F450A-480D-FDC2-E69D-8CC393F9B771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4" name="pg1639">
                <a:extLst>
                  <a:ext uri="{FF2B5EF4-FFF2-40B4-BE49-F238E27FC236}">
                    <a16:creationId xmlns:a16="http://schemas.microsoft.com/office/drawing/2014/main" id="{711B6F64-EC83-C8CE-3D91-F09254ADD3A5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5" name="pg1640">
                <a:extLst>
                  <a:ext uri="{FF2B5EF4-FFF2-40B4-BE49-F238E27FC236}">
                    <a16:creationId xmlns:a16="http://schemas.microsoft.com/office/drawing/2014/main" id="{044778FE-E91E-A13D-CC7B-FB0CD9350520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6" name="pg1641">
                <a:extLst>
                  <a:ext uri="{FF2B5EF4-FFF2-40B4-BE49-F238E27FC236}">
                    <a16:creationId xmlns:a16="http://schemas.microsoft.com/office/drawing/2014/main" id="{4DC56012-1DDF-CD6D-DB98-A5542EFE664B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7" name="pg1642">
                <a:extLst>
                  <a:ext uri="{FF2B5EF4-FFF2-40B4-BE49-F238E27FC236}">
                    <a16:creationId xmlns:a16="http://schemas.microsoft.com/office/drawing/2014/main" id="{3942CA07-58C3-98FD-FB66-8AD89DA660AE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8" name="pg1643">
                <a:extLst>
                  <a:ext uri="{FF2B5EF4-FFF2-40B4-BE49-F238E27FC236}">
                    <a16:creationId xmlns:a16="http://schemas.microsoft.com/office/drawing/2014/main" id="{CD55423D-C035-D38C-C7D8-1A9CB77FE840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9" name="pg1644">
                <a:extLst>
                  <a:ext uri="{FF2B5EF4-FFF2-40B4-BE49-F238E27FC236}">
                    <a16:creationId xmlns:a16="http://schemas.microsoft.com/office/drawing/2014/main" id="{3A97E22A-9DAE-D077-C46A-07A4B99D855F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0" name="pg1645">
                <a:extLst>
                  <a:ext uri="{FF2B5EF4-FFF2-40B4-BE49-F238E27FC236}">
                    <a16:creationId xmlns:a16="http://schemas.microsoft.com/office/drawing/2014/main" id="{1F05A3DB-2F3F-A55A-B7FD-573FADE5BB05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1" name="pg1646">
                <a:extLst>
                  <a:ext uri="{FF2B5EF4-FFF2-40B4-BE49-F238E27FC236}">
                    <a16:creationId xmlns:a16="http://schemas.microsoft.com/office/drawing/2014/main" id="{2C6DBBD0-FBEA-0116-8792-091D38C403A8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2" name="pg1647">
                <a:extLst>
                  <a:ext uri="{FF2B5EF4-FFF2-40B4-BE49-F238E27FC236}">
                    <a16:creationId xmlns:a16="http://schemas.microsoft.com/office/drawing/2014/main" id="{9FE02901-04C0-E899-526F-C0CA4021FA07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3" name="pg1648">
                <a:extLst>
                  <a:ext uri="{FF2B5EF4-FFF2-40B4-BE49-F238E27FC236}">
                    <a16:creationId xmlns:a16="http://schemas.microsoft.com/office/drawing/2014/main" id="{1E8B6C4F-E0EB-5A52-759E-C7E7AC2F3639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4" name="pg1649">
                <a:extLst>
                  <a:ext uri="{FF2B5EF4-FFF2-40B4-BE49-F238E27FC236}">
                    <a16:creationId xmlns:a16="http://schemas.microsoft.com/office/drawing/2014/main" id="{24DDA2F1-77A9-2639-1E41-0621C6A05150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5" name="pg1650">
                <a:extLst>
                  <a:ext uri="{FF2B5EF4-FFF2-40B4-BE49-F238E27FC236}">
                    <a16:creationId xmlns:a16="http://schemas.microsoft.com/office/drawing/2014/main" id="{ECA24A96-7F1A-5820-AA94-D436C38C8743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6" name="pg1651">
                <a:extLst>
                  <a:ext uri="{FF2B5EF4-FFF2-40B4-BE49-F238E27FC236}">
                    <a16:creationId xmlns:a16="http://schemas.microsoft.com/office/drawing/2014/main" id="{5C1E02D0-B8C9-2002-13BD-1082722559B0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7" name="pg1652">
                <a:extLst>
                  <a:ext uri="{FF2B5EF4-FFF2-40B4-BE49-F238E27FC236}">
                    <a16:creationId xmlns:a16="http://schemas.microsoft.com/office/drawing/2014/main" id="{FF76A633-6735-76F8-E991-A2D781B20D31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8" name="pg1653">
                <a:extLst>
                  <a:ext uri="{FF2B5EF4-FFF2-40B4-BE49-F238E27FC236}">
                    <a16:creationId xmlns:a16="http://schemas.microsoft.com/office/drawing/2014/main" id="{21C562B8-2953-0DB3-A1E4-D57A03AE5D6F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9" name="pg1654">
                <a:extLst>
                  <a:ext uri="{FF2B5EF4-FFF2-40B4-BE49-F238E27FC236}">
                    <a16:creationId xmlns:a16="http://schemas.microsoft.com/office/drawing/2014/main" id="{B213596C-FE3F-AB53-E736-FB6815FFD28D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0" name="pg1655">
                <a:extLst>
                  <a:ext uri="{FF2B5EF4-FFF2-40B4-BE49-F238E27FC236}">
                    <a16:creationId xmlns:a16="http://schemas.microsoft.com/office/drawing/2014/main" id="{DF4F2C3B-1126-FCAF-5DEE-DED3A73E7DFD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1" name="pg1656">
                <a:extLst>
                  <a:ext uri="{FF2B5EF4-FFF2-40B4-BE49-F238E27FC236}">
                    <a16:creationId xmlns:a16="http://schemas.microsoft.com/office/drawing/2014/main" id="{8E18FD32-CD6B-7FB4-4D78-28E524D3E472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2" name="pg1657">
                <a:extLst>
                  <a:ext uri="{FF2B5EF4-FFF2-40B4-BE49-F238E27FC236}">
                    <a16:creationId xmlns:a16="http://schemas.microsoft.com/office/drawing/2014/main" id="{5C029EBD-9C2B-8A32-329C-7DA2A4137B80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3" name="pg1658">
                <a:extLst>
                  <a:ext uri="{FF2B5EF4-FFF2-40B4-BE49-F238E27FC236}">
                    <a16:creationId xmlns:a16="http://schemas.microsoft.com/office/drawing/2014/main" id="{296C6548-40B6-2696-8944-2C7B559AC47B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4" name="pg1659">
                <a:extLst>
                  <a:ext uri="{FF2B5EF4-FFF2-40B4-BE49-F238E27FC236}">
                    <a16:creationId xmlns:a16="http://schemas.microsoft.com/office/drawing/2014/main" id="{B23A8364-217D-113C-6B96-433A3B0C2C28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5" name="pg1660">
                <a:extLst>
                  <a:ext uri="{FF2B5EF4-FFF2-40B4-BE49-F238E27FC236}">
                    <a16:creationId xmlns:a16="http://schemas.microsoft.com/office/drawing/2014/main" id="{690D1AD4-D915-8A46-7A4A-841FA0C2B1DB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6" name="pg1661">
                <a:extLst>
                  <a:ext uri="{FF2B5EF4-FFF2-40B4-BE49-F238E27FC236}">
                    <a16:creationId xmlns:a16="http://schemas.microsoft.com/office/drawing/2014/main" id="{C00801E7-8A8A-E03C-DBF9-F8DF8A5DD5DE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7" name="pg1662">
                <a:extLst>
                  <a:ext uri="{FF2B5EF4-FFF2-40B4-BE49-F238E27FC236}">
                    <a16:creationId xmlns:a16="http://schemas.microsoft.com/office/drawing/2014/main" id="{CC33B2E3-3AFA-CD9D-5502-F008E8F06784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8" name="pg1663">
                <a:extLst>
                  <a:ext uri="{FF2B5EF4-FFF2-40B4-BE49-F238E27FC236}">
                    <a16:creationId xmlns:a16="http://schemas.microsoft.com/office/drawing/2014/main" id="{84DEF417-A65C-16C4-439A-D6D0DB88A0A0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9" name="pg1664">
                <a:extLst>
                  <a:ext uri="{FF2B5EF4-FFF2-40B4-BE49-F238E27FC236}">
                    <a16:creationId xmlns:a16="http://schemas.microsoft.com/office/drawing/2014/main" id="{26D84C9E-8C63-6A87-F857-440927A7DA0E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0" name="pg1665">
                <a:extLst>
                  <a:ext uri="{FF2B5EF4-FFF2-40B4-BE49-F238E27FC236}">
                    <a16:creationId xmlns:a16="http://schemas.microsoft.com/office/drawing/2014/main" id="{C008995D-36EA-5643-6BF1-896D1C13B7FC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1" name="pg1666">
                <a:extLst>
                  <a:ext uri="{FF2B5EF4-FFF2-40B4-BE49-F238E27FC236}">
                    <a16:creationId xmlns:a16="http://schemas.microsoft.com/office/drawing/2014/main" id="{5BD67892-52B8-798E-380F-FE6CC3A93957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2" name="pg1667">
                <a:extLst>
                  <a:ext uri="{FF2B5EF4-FFF2-40B4-BE49-F238E27FC236}">
                    <a16:creationId xmlns:a16="http://schemas.microsoft.com/office/drawing/2014/main" id="{3C4C4777-4936-CF33-E772-D7A52B59C42C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3" name="pg1668">
                <a:extLst>
                  <a:ext uri="{FF2B5EF4-FFF2-40B4-BE49-F238E27FC236}">
                    <a16:creationId xmlns:a16="http://schemas.microsoft.com/office/drawing/2014/main" id="{88ED4A91-EE40-3D23-C51A-CA32F113B1B1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4" name="pg1669">
                <a:extLst>
                  <a:ext uri="{FF2B5EF4-FFF2-40B4-BE49-F238E27FC236}">
                    <a16:creationId xmlns:a16="http://schemas.microsoft.com/office/drawing/2014/main" id="{C8B0C51A-9DC9-1AE6-DDC2-8430659F6A34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5" name="pg1670">
                <a:extLst>
                  <a:ext uri="{FF2B5EF4-FFF2-40B4-BE49-F238E27FC236}">
                    <a16:creationId xmlns:a16="http://schemas.microsoft.com/office/drawing/2014/main" id="{5F420311-7ADC-2BE5-DC4F-A799D0C3FC9D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6" name="pg1671">
                <a:extLst>
                  <a:ext uri="{FF2B5EF4-FFF2-40B4-BE49-F238E27FC236}">
                    <a16:creationId xmlns:a16="http://schemas.microsoft.com/office/drawing/2014/main" id="{B0E49544-B52F-BD75-2497-A28CCA8E22DB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7" name="pg1672">
                <a:extLst>
                  <a:ext uri="{FF2B5EF4-FFF2-40B4-BE49-F238E27FC236}">
                    <a16:creationId xmlns:a16="http://schemas.microsoft.com/office/drawing/2014/main" id="{75C42CFC-9240-86A2-8786-24618A63F28A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8" name="pg1673">
                <a:extLst>
                  <a:ext uri="{FF2B5EF4-FFF2-40B4-BE49-F238E27FC236}">
                    <a16:creationId xmlns:a16="http://schemas.microsoft.com/office/drawing/2014/main" id="{ACBDE560-1073-BC8B-0C2F-D22A5D17DBBB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9" name="pg1674">
                <a:extLst>
                  <a:ext uri="{FF2B5EF4-FFF2-40B4-BE49-F238E27FC236}">
                    <a16:creationId xmlns:a16="http://schemas.microsoft.com/office/drawing/2014/main" id="{B28448EF-E947-F8E2-569C-A2AC2A29FFF0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0" name="pg1675">
                <a:extLst>
                  <a:ext uri="{FF2B5EF4-FFF2-40B4-BE49-F238E27FC236}">
                    <a16:creationId xmlns:a16="http://schemas.microsoft.com/office/drawing/2014/main" id="{434125F2-FBC5-8BB4-2996-107D1200ADB1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1" name="pg1676">
                <a:extLst>
                  <a:ext uri="{FF2B5EF4-FFF2-40B4-BE49-F238E27FC236}">
                    <a16:creationId xmlns:a16="http://schemas.microsoft.com/office/drawing/2014/main" id="{6DC6CA34-0916-3D6B-98A1-3046557E8EDF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2" name="pg1677">
                <a:extLst>
                  <a:ext uri="{FF2B5EF4-FFF2-40B4-BE49-F238E27FC236}">
                    <a16:creationId xmlns:a16="http://schemas.microsoft.com/office/drawing/2014/main" id="{7CAD3B9B-E098-E63C-C2A2-425E4AAC3892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3" name="pg1678">
                <a:extLst>
                  <a:ext uri="{FF2B5EF4-FFF2-40B4-BE49-F238E27FC236}">
                    <a16:creationId xmlns:a16="http://schemas.microsoft.com/office/drawing/2014/main" id="{185F46B8-5A6C-0835-3AF1-790E4DF2A63B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4" name="pg1679">
                <a:extLst>
                  <a:ext uri="{FF2B5EF4-FFF2-40B4-BE49-F238E27FC236}">
                    <a16:creationId xmlns:a16="http://schemas.microsoft.com/office/drawing/2014/main" id="{CA3F297F-6BFB-4DA7-17F2-ECDABB86583A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5" name="pg1680">
                <a:extLst>
                  <a:ext uri="{FF2B5EF4-FFF2-40B4-BE49-F238E27FC236}">
                    <a16:creationId xmlns:a16="http://schemas.microsoft.com/office/drawing/2014/main" id="{4EC777F1-C5A3-5DD7-7003-42B36B987A6E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6" name="pg1681">
                <a:extLst>
                  <a:ext uri="{FF2B5EF4-FFF2-40B4-BE49-F238E27FC236}">
                    <a16:creationId xmlns:a16="http://schemas.microsoft.com/office/drawing/2014/main" id="{05274EF8-45CA-123B-80D1-050742090FC6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7" name="pg1682">
                <a:extLst>
                  <a:ext uri="{FF2B5EF4-FFF2-40B4-BE49-F238E27FC236}">
                    <a16:creationId xmlns:a16="http://schemas.microsoft.com/office/drawing/2014/main" id="{917E7E2B-14CA-569E-38F9-C4401E0F4C45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8" name="pg1683">
                <a:extLst>
                  <a:ext uri="{FF2B5EF4-FFF2-40B4-BE49-F238E27FC236}">
                    <a16:creationId xmlns:a16="http://schemas.microsoft.com/office/drawing/2014/main" id="{D2BD1F63-1816-CD17-E43E-9A708A702D40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9" name="pg1684">
                <a:extLst>
                  <a:ext uri="{FF2B5EF4-FFF2-40B4-BE49-F238E27FC236}">
                    <a16:creationId xmlns:a16="http://schemas.microsoft.com/office/drawing/2014/main" id="{59217DA8-730D-3233-592C-8DE858F2D436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0" name="pg1685">
                <a:extLst>
                  <a:ext uri="{FF2B5EF4-FFF2-40B4-BE49-F238E27FC236}">
                    <a16:creationId xmlns:a16="http://schemas.microsoft.com/office/drawing/2014/main" id="{58271A7C-9AAB-4412-506D-4228E923CAD5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1" name="pg1686">
                <a:extLst>
                  <a:ext uri="{FF2B5EF4-FFF2-40B4-BE49-F238E27FC236}">
                    <a16:creationId xmlns:a16="http://schemas.microsoft.com/office/drawing/2014/main" id="{9A3B81A7-50A4-534A-39A8-E86F73326630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2" name="pg1687">
                <a:extLst>
                  <a:ext uri="{FF2B5EF4-FFF2-40B4-BE49-F238E27FC236}">
                    <a16:creationId xmlns:a16="http://schemas.microsoft.com/office/drawing/2014/main" id="{68FA003D-1F0F-CD61-0423-CDB7CA8FD97A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3" name="pg1688">
                <a:extLst>
                  <a:ext uri="{FF2B5EF4-FFF2-40B4-BE49-F238E27FC236}">
                    <a16:creationId xmlns:a16="http://schemas.microsoft.com/office/drawing/2014/main" id="{4BDDC9D8-AE15-0DBA-9D1B-41167FEBF8D4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4" name="pg1689">
                <a:extLst>
                  <a:ext uri="{FF2B5EF4-FFF2-40B4-BE49-F238E27FC236}">
                    <a16:creationId xmlns:a16="http://schemas.microsoft.com/office/drawing/2014/main" id="{D2A6CFA6-1F6A-303F-879C-C3126726F08F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5" name="pg1690">
                <a:extLst>
                  <a:ext uri="{FF2B5EF4-FFF2-40B4-BE49-F238E27FC236}">
                    <a16:creationId xmlns:a16="http://schemas.microsoft.com/office/drawing/2014/main" id="{686CDDAD-06A2-C3DE-25A2-87075E3F37A0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6" name="pg1691">
                <a:extLst>
                  <a:ext uri="{FF2B5EF4-FFF2-40B4-BE49-F238E27FC236}">
                    <a16:creationId xmlns:a16="http://schemas.microsoft.com/office/drawing/2014/main" id="{1B3FBBD6-0AC0-1799-1451-CC5A3D7266AC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7" name="pg1692">
                <a:extLst>
                  <a:ext uri="{FF2B5EF4-FFF2-40B4-BE49-F238E27FC236}">
                    <a16:creationId xmlns:a16="http://schemas.microsoft.com/office/drawing/2014/main" id="{3369D45D-810F-B10C-1641-2804E70CD935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8" name="pg1693">
                <a:extLst>
                  <a:ext uri="{FF2B5EF4-FFF2-40B4-BE49-F238E27FC236}">
                    <a16:creationId xmlns:a16="http://schemas.microsoft.com/office/drawing/2014/main" id="{6558D370-B12F-27E6-77AA-52F2B7406763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9" name="pg1694">
                <a:extLst>
                  <a:ext uri="{FF2B5EF4-FFF2-40B4-BE49-F238E27FC236}">
                    <a16:creationId xmlns:a16="http://schemas.microsoft.com/office/drawing/2014/main" id="{11F6B6DD-2FBA-A643-0A29-CAADD5CE0672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0" name="pg1695">
                <a:extLst>
                  <a:ext uri="{FF2B5EF4-FFF2-40B4-BE49-F238E27FC236}">
                    <a16:creationId xmlns:a16="http://schemas.microsoft.com/office/drawing/2014/main" id="{F446D2D7-01F0-75C7-00B5-4C029D611F4B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1" name="pg1696">
                <a:extLst>
                  <a:ext uri="{FF2B5EF4-FFF2-40B4-BE49-F238E27FC236}">
                    <a16:creationId xmlns:a16="http://schemas.microsoft.com/office/drawing/2014/main" id="{F6BEF1D4-15F4-A1A2-714C-778B3DDE22C6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2" name="pg1697">
                <a:extLst>
                  <a:ext uri="{FF2B5EF4-FFF2-40B4-BE49-F238E27FC236}">
                    <a16:creationId xmlns:a16="http://schemas.microsoft.com/office/drawing/2014/main" id="{92A0CA03-48C8-B7B2-EB5D-ECCBD9BEDC01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3" name="pg1698">
                <a:extLst>
                  <a:ext uri="{FF2B5EF4-FFF2-40B4-BE49-F238E27FC236}">
                    <a16:creationId xmlns:a16="http://schemas.microsoft.com/office/drawing/2014/main" id="{85689DBC-9EF5-1C98-CE41-4DC8CC3564F8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4" name="pg1699">
                <a:extLst>
                  <a:ext uri="{FF2B5EF4-FFF2-40B4-BE49-F238E27FC236}">
                    <a16:creationId xmlns:a16="http://schemas.microsoft.com/office/drawing/2014/main" id="{F09DF348-511E-4023-680D-AB57CB120082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5" name="pg1700">
                <a:extLst>
                  <a:ext uri="{FF2B5EF4-FFF2-40B4-BE49-F238E27FC236}">
                    <a16:creationId xmlns:a16="http://schemas.microsoft.com/office/drawing/2014/main" id="{C57343E2-BAF3-8E3B-31A5-FEA351552E8A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6" name="pg1701">
                <a:extLst>
                  <a:ext uri="{FF2B5EF4-FFF2-40B4-BE49-F238E27FC236}">
                    <a16:creationId xmlns:a16="http://schemas.microsoft.com/office/drawing/2014/main" id="{9C9ECDAF-2DF6-6939-01C8-370D033E6D60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7" name="pg1702">
                <a:extLst>
                  <a:ext uri="{FF2B5EF4-FFF2-40B4-BE49-F238E27FC236}">
                    <a16:creationId xmlns:a16="http://schemas.microsoft.com/office/drawing/2014/main" id="{ED73931B-5B06-9EC9-D060-D0C44B70F04D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8" name="pg1703">
                <a:extLst>
                  <a:ext uri="{FF2B5EF4-FFF2-40B4-BE49-F238E27FC236}">
                    <a16:creationId xmlns:a16="http://schemas.microsoft.com/office/drawing/2014/main" id="{79C08D3F-AF86-8446-71F3-4B7A5FF865E4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9" name="pg1704">
                <a:extLst>
                  <a:ext uri="{FF2B5EF4-FFF2-40B4-BE49-F238E27FC236}">
                    <a16:creationId xmlns:a16="http://schemas.microsoft.com/office/drawing/2014/main" id="{4FBB7E7C-D2C6-3599-8EF7-CC02C5D13D76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0" name="pg1705">
                <a:extLst>
                  <a:ext uri="{FF2B5EF4-FFF2-40B4-BE49-F238E27FC236}">
                    <a16:creationId xmlns:a16="http://schemas.microsoft.com/office/drawing/2014/main" id="{E4D02302-DDF4-E9C1-E004-EBF78BA516B4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1" name="pg1706">
                <a:extLst>
                  <a:ext uri="{FF2B5EF4-FFF2-40B4-BE49-F238E27FC236}">
                    <a16:creationId xmlns:a16="http://schemas.microsoft.com/office/drawing/2014/main" id="{AA584940-38D7-6997-418B-20C39DECCE2F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2" name="pg1707">
                <a:extLst>
                  <a:ext uri="{FF2B5EF4-FFF2-40B4-BE49-F238E27FC236}">
                    <a16:creationId xmlns:a16="http://schemas.microsoft.com/office/drawing/2014/main" id="{09DD51FF-0D29-474C-F5FE-0A92684FAAB6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3" name="pg1708">
                <a:extLst>
                  <a:ext uri="{FF2B5EF4-FFF2-40B4-BE49-F238E27FC236}">
                    <a16:creationId xmlns:a16="http://schemas.microsoft.com/office/drawing/2014/main" id="{9DE5773E-74DD-201E-A41D-A74A2039D922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4" name="pg1709">
                <a:extLst>
                  <a:ext uri="{FF2B5EF4-FFF2-40B4-BE49-F238E27FC236}">
                    <a16:creationId xmlns:a16="http://schemas.microsoft.com/office/drawing/2014/main" id="{D0D7EA26-90F3-3EB3-A33D-7AF3BA019984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5" name="pg1710">
                <a:extLst>
                  <a:ext uri="{FF2B5EF4-FFF2-40B4-BE49-F238E27FC236}">
                    <a16:creationId xmlns:a16="http://schemas.microsoft.com/office/drawing/2014/main" id="{07508DE7-2B37-9514-70DD-8267B7391E28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6" name="pg1711">
                <a:extLst>
                  <a:ext uri="{FF2B5EF4-FFF2-40B4-BE49-F238E27FC236}">
                    <a16:creationId xmlns:a16="http://schemas.microsoft.com/office/drawing/2014/main" id="{58915F64-918A-8F44-ACD3-DE51AC8449C7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7" name="pg1712">
                <a:extLst>
                  <a:ext uri="{FF2B5EF4-FFF2-40B4-BE49-F238E27FC236}">
                    <a16:creationId xmlns:a16="http://schemas.microsoft.com/office/drawing/2014/main" id="{C5A96D38-0252-9E8F-B983-672D8D8DEB2E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8" name="pg1713">
                <a:extLst>
                  <a:ext uri="{FF2B5EF4-FFF2-40B4-BE49-F238E27FC236}">
                    <a16:creationId xmlns:a16="http://schemas.microsoft.com/office/drawing/2014/main" id="{BA565EE2-F421-CFC2-7160-9508E1251204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9" name="pg1714">
                <a:extLst>
                  <a:ext uri="{FF2B5EF4-FFF2-40B4-BE49-F238E27FC236}">
                    <a16:creationId xmlns:a16="http://schemas.microsoft.com/office/drawing/2014/main" id="{640597E2-FAAF-3531-C6AA-FE1AC03A22BA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0" name="pg1715">
                <a:extLst>
                  <a:ext uri="{FF2B5EF4-FFF2-40B4-BE49-F238E27FC236}">
                    <a16:creationId xmlns:a16="http://schemas.microsoft.com/office/drawing/2014/main" id="{B18FDC5F-E224-39AB-65D3-FADF8FCC67C0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1" name="pg1716">
                <a:extLst>
                  <a:ext uri="{FF2B5EF4-FFF2-40B4-BE49-F238E27FC236}">
                    <a16:creationId xmlns:a16="http://schemas.microsoft.com/office/drawing/2014/main" id="{07E92D57-6073-006C-0AB9-F6C81DD883C7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2" name="pg1717">
                <a:extLst>
                  <a:ext uri="{FF2B5EF4-FFF2-40B4-BE49-F238E27FC236}">
                    <a16:creationId xmlns:a16="http://schemas.microsoft.com/office/drawing/2014/main" id="{1F53B30C-DCB8-3BAB-C272-5D50425A715D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3" name="pg1718">
                <a:extLst>
                  <a:ext uri="{FF2B5EF4-FFF2-40B4-BE49-F238E27FC236}">
                    <a16:creationId xmlns:a16="http://schemas.microsoft.com/office/drawing/2014/main" id="{BBB0C7EC-8119-82BB-09A8-2A648A9EF20C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4" name="pg1719">
                <a:extLst>
                  <a:ext uri="{FF2B5EF4-FFF2-40B4-BE49-F238E27FC236}">
                    <a16:creationId xmlns:a16="http://schemas.microsoft.com/office/drawing/2014/main" id="{6ED42E31-7B10-3F14-8958-B869988996BC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5" name="pg1720">
                <a:extLst>
                  <a:ext uri="{FF2B5EF4-FFF2-40B4-BE49-F238E27FC236}">
                    <a16:creationId xmlns:a16="http://schemas.microsoft.com/office/drawing/2014/main" id="{CD81916E-B1EB-8014-21FA-228A6C7FCED1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6" name="pg1721">
                <a:extLst>
                  <a:ext uri="{FF2B5EF4-FFF2-40B4-BE49-F238E27FC236}">
                    <a16:creationId xmlns:a16="http://schemas.microsoft.com/office/drawing/2014/main" id="{FF5060D8-1D3F-331E-7A45-5AB428EA5411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7" name="pg1722">
                <a:extLst>
                  <a:ext uri="{FF2B5EF4-FFF2-40B4-BE49-F238E27FC236}">
                    <a16:creationId xmlns:a16="http://schemas.microsoft.com/office/drawing/2014/main" id="{D21D70F1-A6CC-8100-CBA1-4AD25048C267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8" name="pg1723">
                <a:extLst>
                  <a:ext uri="{FF2B5EF4-FFF2-40B4-BE49-F238E27FC236}">
                    <a16:creationId xmlns:a16="http://schemas.microsoft.com/office/drawing/2014/main" id="{85F68D9E-FB2F-60AE-FE3B-DEE98CEF7460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9" name="pg1724">
                <a:extLst>
                  <a:ext uri="{FF2B5EF4-FFF2-40B4-BE49-F238E27FC236}">
                    <a16:creationId xmlns:a16="http://schemas.microsoft.com/office/drawing/2014/main" id="{B0A7AB6E-1BA3-4099-CC65-2709CC30479F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0" name="pg1725">
                <a:extLst>
                  <a:ext uri="{FF2B5EF4-FFF2-40B4-BE49-F238E27FC236}">
                    <a16:creationId xmlns:a16="http://schemas.microsoft.com/office/drawing/2014/main" id="{0B71B2F4-A3DA-BBC9-D209-732857D68FA4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1" name="pg1726">
                <a:extLst>
                  <a:ext uri="{FF2B5EF4-FFF2-40B4-BE49-F238E27FC236}">
                    <a16:creationId xmlns:a16="http://schemas.microsoft.com/office/drawing/2014/main" id="{C47D0BC0-27AB-47CF-55FB-674B04F0926B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2" name="pg1727">
                <a:extLst>
                  <a:ext uri="{FF2B5EF4-FFF2-40B4-BE49-F238E27FC236}">
                    <a16:creationId xmlns:a16="http://schemas.microsoft.com/office/drawing/2014/main" id="{27496B16-DDF7-8B1B-150A-039A30C67C00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3" name="pg1728">
                <a:extLst>
                  <a:ext uri="{FF2B5EF4-FFF2-40B4-BE49-F238E27FC236}">
                    <a16:creationId xmlns:a16="http://schemas.microsoft.com/office/drawing/2014/main" id="{AAF92A83-6227-09BE-FC3F-5C52A01A1767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4" name="pg1729">
                <a:extLst>
                  <a:ext uri="{FF2B5EF4-FFF2-40B4-BE49-F238E27FC236}">
                    <a16:creationId xmlns:a16="http://schemas.microsoft.com/office/drawing/2014/main" id="{533D69FD-138F-A2FB-2486-2D221B4E82ED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5" name="pg1730">
                <a:extLst>
                  <a:ext uri="{FF2B5EF4-FFF2-40B4-BE49-F238E27FC236}">
                    <a16:creationId xmlns:a16="http://schemas.microsoft.com/office/drawing/2014/main" id="{5DF0C5B1-EA27-940B-994E-325994C3549B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6" name="pg1731">
                <a:extLst>
                  <a:ext uri="{FF2B5EF4-FFF2-40B4-BE49-F238E27FC236}">
                    <a16:creationId xmlns:a16="http://schemas.microsoft.com/office/drawing/2014/main" id="{064BA5C9-A325-6517-D147-6134FD26FDA0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7" name="pg1732">
                <a:extLst>
                  <a:ext uri="{FF2B5EF4-FFF2-40B4-BE49-F238E27FC236}">
                    <a16:creationId xmlns:a16="http://schemas.microsoft.com/office/drawing/2014/main" id="{3B9A81FA-A094-B59A-B415-893C6DBDF07E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8" name="pg1733">
                <a:extLst>
                  <a:ext uri="{FF2B5EF4-FFF2-40B4-BE49-F238E27FC236}">
                    <a16:creationId xmlns:a16="http://schemas.microsoft.com/office/drawing/2014/main" id="{0FBA80E2-05F1-9B07-52A2-614075183332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9" name="pg1734">
                <a:extLst>
                  <a:ext uri="{FF2B5EF4-FFF2-40B4-BE49-F238E27FC236}">
                    <a16:creationId xmlns:a16="http://schemas.microsoft.com/office/drawing/2014/main" id="{14600C83-738F-7ABE-7393-07CFAC9D3A15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0" name="pg1735">
                <a:extLst>
                  <a:ext uri="{FF2B5EF4-FFF2-40B4-BE49-F238E27FC236}">
                    <a16:creationId xmlns:a16="http://schemas.microsoft.com/office/drawing/2014/main" id="{17C8EBAC-C654-82A5-736F-EF4CF648A976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1" name="pg1736">
                <a:extLst>
                  <a:ext uri="{FF2B5EF4-FFF2-40B4-BE49-F238E27FC236}">
                    <a16:creationId xmlns:a16="http://schemas.microsoft.com/office/drawing/2014/main" id="{62EFF3F1-F947-D7FD-4EB5-B4553A32FB3E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2" name="pg1737">
                <a:extLst>
                  <a:ext uri="{FF2B5EF4-FFF2-40B4-BE49-F238E27FC236}">
                    <a16:creationId xmlns:a16="http://schemas.microsoft.com/office/drawing/2014/main" id="{1EE4AE98-8A21-C844-8F93-0A95C4EE41C6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3" name="pg1738">
                <a:extLst>
                  <a:ext uri="{FF2B5EF4-FFF2-40B4-BE49-F238E27FC236}">
                    <a16:creationId xmlns:a16="http://schemas.microsoft.com/office/drawing/2014/main" id="{F16AB37D-C51A-637B-CFCB-537DB50D8FD9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4" name="pg1739">
                <a:extLst>
                  <a:ext uri="{FF2B5EF4-FFF2-40B4-BE49-F238E27FC236}">
                    <a16:creationId xmlns:a16="http://schemas.microsoft.com/office/drawing/2014/main" id="{2D62E790-F1B0-066B-C34F-96DD6AFC36EA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5" name="pg1740">
                <a:extLst>
                  <a:ext uri="{FF2B5EF4-FFF2-40B4-BE49-F238E27FC236}">
                    <a16:creationId xmlns:a16="http://schemas.microsoft.com/office/drawing/2014/main" id="{33A8CAD6-F6CA-B2E7-F969-76B95C6A8ADB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6" name="pg1741">
                <a:extLst>
                  <a:ext uri="{FF2B5EF4-FFF2-40B4-BE49-F238E27FC236}">
                    <a16:creationId xmlns:a16="http://schemas.microsoft.com/office/drawing/2014/main" id="{69698F7F-9174-1AA2-FBA6-F0879F7270CD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7" name="pg1742">
                <a:extLst>
                  <a:ext uri="{FF2B5EF4-FFF2-40B4-BE49-F238E27FC236}">
                    <a16:creationId xmlns:a16="http://schemas.microsoft.com/office/drawing/2014/main" id="{D092B4ED-E0F8-15B8-8088-5A9F50579B3C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8" name="pg1743">
                <a:extLst>
                  <a:ext uri="{FF2B5EF4-FFF2-40B4-BE49-F238E27FC236}">
                    <a16:creationId xmlns:a16="http://schemas.microsoft.com/office/drawing/2014/main" id="{49BABC83-E7BD-1B40-312E-8AE0F8385496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9" name="pg1744">
                <a:extLst>
                  <a:ext uri="{FF2B5EF4-FFF2-40B4-BE49-F238E27FC236}">
                    <a16:creationId xmlns:a16="http://schemas.microsoft.com/office/drawing/2014/main" id="{37860872-4C34-E6EC-ECD4-A1EE88D9FC12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0" name="pg1745">
                <a:extLst>
                  <a:ext uri="{FF2B5EF4-FFF2-40B4-BE49-F238E27FC236}">
                    <a16:creationId xmlns:a16="http://schemas.microsoft.com/office/drawing/2014/main" id="{C86E9702-5EB9-B39B-D0D5-6F8AD3B776A3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1" name="pg1746">
                <a:extLst>
                  <a:ext uri="{FF2B5EF4-FFF2-40B4-BE49-F238E27FC236}">
                    <a16:creationId xmlns:a16="http://schemas.microsoft.com/office/drawing/2014/main" id="{A91A591F-EE29-3253-97F8-4E285E6B324F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2" name="pg1747">
                <a:extLst>
                  <a:ext uri="{FF2B5EF4-FFF2-40B4-BE49-F238E27FC236}">
                    <a16:creationId xmlns:a16="http://schemas.microsoft.com/office/drawing/2014/main" id="{E96BC365-FE01-FBF9-7310-24FE3AE00D50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3" name="pg1748">
                <a:extLst>
                  <a:ext uri="{FF2B5EF4-FFF2-40B4-BE49-F238E27FC236}">
                    <a16:creationId xmlns:a16="http://schemas.microsoft.com/office/drawing/2014/main" id="{19E3FAF3-F77E-76CE-3464-3083CDE4E4C4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4" name="pg1749">
                <a:extLst>
                  <a:ext uri="{FF2B5EF4-FFF2-40B4-BE49-F238E27FC236}">
                    <a16:creationId xmlns:a16="http://schemas.microsoft.com/office/drawing/2014/main" id="{23C091E4-3133-3014-066E-60106648BCDC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5" name="pg1750">
                <a:extLst>
                  <a:ext uri="{FF2B5EF4-FFF2-40B4-BE49-F238E27FC236}">
                    <a16:creationId xmlns:a16="http://schemas.microsoft.com/office/drawing/2014/main" id="{6CF9ECB6-3E9E-21A5-6EB8-80A540C2DB4B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6" name="pg1751">
                <a:extLst>
                  <a:ext uri="{FF2B5EF4-FFF2-40B4-BE49-F238E27FC236}">
                    <a16:creationId xmlns:a16="http://schemas.microsoft.com/office/drawing/2014/main" id="{616D72C0-B8CA-0CD0-F4E4-AC883A460B17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7" name="pg1752">
                <a:extLst>
                  <a:ext uri="{FF2B5EF4-FFF2-40B4-BE49-F238E27FC236}">
                    <a16:creationId xmlns:a16="http://schemas.microsoft.com/office/drawing/2014/main" id="{E8238A6E-F7E7-D8D6-E282-30F6702C6C37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8" name="pg1753">
                <a:extLst>
                  <a:ext uri="{FF2B5EF4-FFF2-40B4-BE49-F238E27FC236}">
                    <a16:creationId xmlns:a16="http://schemas.microsoft.com/office/drawing/2014/main" id="{D6D851E9-B3D3-13E8-2DD3-728401EA6FF4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9" name="pg1754">
                <a:extLst>
                  <a:ext uri="{FF2B5EF4-FFF2-40B4-BE49-F238E27FC236}">
                    <a16:creationId xmlns:a16="http://schemas.microsoft.com/office/drawing/2014/main" id="{6B294BC1-A9AA-55A7-2E81-FC0A53377034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0" name="pg1755">
                <a:extLst>
                  <a:ext uri="{FF2B5EF4-FFF2-40B4-BE49-F238E27FC236}">
                    <a16:creationId xmlns:a16="http://schemas.microsoft.com/office/drawing/2014/main" id="{B251F7CC-24AF-A605-A0D2-12EF05864A5F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1" name="pg1756">
                <a:extLst>
                  <a:ext uri="{FF2B5EF4-FFF2-40B4-BE49-F238E27FC236}">
                    <a16:creationId xmlns:a16="http://schemas.microsoft.com/office/drawing/2014/main" id="{DE0041E2-C669-1574-EA77-80E655EDA13B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2" name="pg1757">
                <a:extLst>
                  <a:ext uri="{FF2B5EF4-FFF2-40B4-BE49-F238E27FC236}">
                    <a16:creationId xmlns:a16="http://schemas.microsoft.com/office/drawing/2014/main" id="{F500E5DD-39E6-5E6A-31C8-DC475D2880CC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3" name="pg1758">
                <a:extLst>
                  <a:ext uri="{FF2B5EF4-FFF2-40B4-BE49-F238E27FC236}">
                    <a16:creationId xmlns:a16="http://schemas.microsoft.com/office/drawing/2014/main" id="{D767C137-99E2-0364-31E1-DF2010043DEF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4" name="pg1759">
                <a:extLst>
                  <a:ext uri="{FF2B5EF4-FFF2-40B4-BE49-F238E27FC236}">
                    <a16:creationId xmlns:a16="http://schemas.microsoft.com/office/drawing/2014/main" id="{94C85DC3-5DCD-7ED3-C585-4F5E7B08AB1C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5" name="pg1760">
                <a:extLst>
                  <a:ext uri="{FF2B5EF4-FFF2-40B4-BE49-F238E27FC236}">
                    <a16:creationId xmlns:a16="http://schemas.microsoft.com/office/drawing/2014/main" id="{1FCD7775-F016-FBE5-C9D5-2CC26C79C1B7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6" name="pg1761">
                <a:extLst>
                  <a:ext uri="{FF2B5EF4-FFF2-40B4-BE49-F238E27FC236}">
                    <a16:creationId xmlns:a16="http://schemas.microsoft.com/office/drawing/2014/main" id="{8FE595CF-AB84-504C-49DC-32E05A2BAD8D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7" name="pg1762">
                <a:extLst>
                  <a:ext uri="{FF2B5EF4-FFF2-40B4-BE49-F238E27FC236}">
                    <a16:creationId xmlns:a16="http://schemas.microsoft.com/office/drawing/2014/main" id="{C1100E10-ED16-47D0-CF63-82E100F9128D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8" name="pg1763">
                <a:extLst>
                  <a:ext uri="{FF2B5EF4-FFF2-40B4-BE49-F238E27FC236}">
                    <a16:creationId xmlns:a16="http://schemas.microsoft.com/office/drawing/2014/main" id="{3036E660-E7D4-B44B-0BDF-F8E76C1E10EF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9" name="pg1764">
                <a:extLst>
                  <a:ext uri="{FF2B5EF4-FFF2-40B4-BE49-F238E27FC236}">
                    <a16:creationId xmlns:a16="http://schemas.microsoft.com/office/drawing/2014/main" id="{C8D13A64-7157-47DE-46EE-549784B00371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0" name="pg1765">
                <a:extLst>
                  <a:ext uri="{FF2B5EF4-FFF2-40B4-BE49-F238E27FC236}">
                    <a16:creationId xmlns:a16="http://schemas.microsoft.com/office/drawing/2014/main" id="{CE08CBE3-A3A6-DFB8-F100-D1B6B31CC459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1" name="pg1766">
                <a:extLst>
                  <a:ext uri="{FF2B5EF4-FFF2-40B4-BE49-F238E27FC236}">
                    <a16:creationId xmlns:a16="http://schemas.microsoft.com/office/drawing/2014/main" id="{F07DC32E-1335-0DAE-DD27-50156CFEE401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2" name="pg1767">
                <a:extLst>
                  <a:ext uri="{FF2B5EF4-FFF2-40B4-BE49-F238E27FC236}">
                    <a16:creationId xmlns:a16="http://schemas.microsoft.com/office/drawing/2014/main" id="{18430E17-F3BD-21F9-B573-FAC84C045153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3" name="pg1768">
                <a:extLst>
                  <a:ext uri="{FF2B5EF4-FFF2-40B4-BE49-F238E27FC236}">
                    <a16:creationId xmlns:a16="http://schemas.microsoft.com/office/drawing/2014/main" id="{30F3CBE0-5A4A-F064-88A6-AD9947AEFBF6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4" name="pg1769">
                <a:extLst>
                  <a:ext uri="{FF2B5EF4-FFF2-40B4-BE49-F238E27FC236}">
                    <a16:creationId xmlns:a16="http://schemas.microsoft.com/office/drawing/2014/main" id="{561D6A02-3208-176D-6707-157A05C5D6A9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5" name="pg1770">
                <a:extLst>
                  <a:ext uri="{FF2B5EF4-FFF2-40B4-BE49-F238E27FC236}">
                    <a16:creationId xmlns:a16="http://schemas.microsoft.com/office/drawing/2014/main" id="{87212FB5-9698-4B79-2AF1-69C381CB2690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6" name="pg1771">
                <a:extLst>
                  <a:ext uri="{FF2B5EF4-FFF2-40B4-BE49-F238E27FC236}">
                    <a16:creationId xmlns:a16="http://schemas.microsoft.com/office/drawing/2014/main" id="{A737C628-06EA-DA11-A4BB-13E7D2B4299E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7" name="pg1772">
                <a:extLst>
                  <a:ext uri="{FF2B5EF4-FFF2-40B4-BE49-F238E27FC236}">
                    <a16:creationId xmlns:a16="http://schemas.microsoft.com/office/drawing/2014/main" id="{A81772F2-D01E-B5B5-33CA-6C7BF11E866A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8" name="pg1773">
                <a:extLst>
                  <a:ext uri="{FF2B5EF4-FFF2-40B4-BE49-F238E27FC236}">
                    <a16:creationId xmlns:a16="http://schemas.microsoft.com/office/drawing/2014/main" id="{B43E9D83-C2FC-2E96-8649-268EF28BBE7E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9" name="pg1774">
                <a:extLst>
                  <a:ext uri="{FF2B5EF4-FFF2-40B4-BE49-F238E27FC236}">
                    <a16:creationId xmlns:a16="http://schemas.microsoft.com/office/drawing/2014/main" id="{84DAAA1D-B6D6-CCF8-EBB2-B2D0194A820F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0" name="pg1775">
                <a:extLst>
                  <a:ext uri="{FF2B5EF4-FFF2-40B4-BE49-F238E27FC236}">
                    <a16:creationId xmlns:a16="http://schemas.microsoft.com/office/drawing/2014/main" id="{9E989216-02CA-7F47-3D14-8BAACA026A30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1" name="pg1776">
                <a:extLst>
                  <a:ext uri="{FF2B5EF4-FFF2-40B4-BE49-F238E27FC236}">
                    <a16:creationId xmlns:a16="http://schemas.microsoft.com/office/drawing/2014/main" id="{CC9B718B-FA0F-4DE0-3068-9C1BA1E7044C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2" name="pg1777">
                <a:extLst>
                  <a:ext uri="{FF2B5EF4-FFF2-40B4-BE49-F238E27FC236}">
                    <a16:creationId xmlns:a16="http://schemas.microsoft.com/office/drawing/2014/main" id="{BA817D3E-70FB-1889-83A7-33BEAECC07FB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3" name="pg1778">
                <a:extLst>
                  <a:ext uri="{FF2B5EF4-FFF2-40B4-BE49-F238E27FC236}">
                    <a16:creationId xmlns:a16="http://schemas.microsoft.com/office/drawing/2014/main" id="{0653C0E6-9B69-D1AF-3085-212DC09825DA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4" name="pg1779">
                <a:extLst>
                  <a:ext uri="{FF2B5EF4-FFF2-40B4-BE49-F238E27FC236}">
                    <a16:creationId xmlns:a16="http://schemas.microsoft.com/office/drawing/2014/main" id="{F4387E48-11B3-DF17-3D57-5678B52D0C50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5" name="pg1780">
                <a:extLst>
                  <a:ext uri="{FF2B5EF4-FFF2-40B4-BE49-F238E27FC236}">
                    <a16:creationId xmlns:a16="http://schemas.microsoft.com/office/drawing/2014/main" id="{029E2C2D-07DA-A8CE-63C3-64FD4A6D3A72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6" name="pg1781">
                <a:extLst>
                  <a:ext uri="{FF2B5EF4-FFF2-40B4-BE49-F238E27FC236}">
                    <a16:creationId xmlns:a16="http://schemas.microsoft.com/office/drawing/2014/main" id="{6DE5E988-8A12-41A8-ED4C-43DF97289415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7" name="pg1782">
                <a:extLst>
                  <a:ext uri="{FF2B5EF4-FFF2-40B4-BE49-F238E27FC236}">
                    <a16:creationId xmlns:a16="http://schemas.microsoft.com/office/drawing/2014/main" id="{A770D7DD-D16A-25CE-016A-1DFA7CC55735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8" name="pg1783">
                <a:extLst>
                  <a:ext uri="{FF2B5EF4-FFF2-40B4-BE49-F238E27FC236}">
                    <a16:creationId xmlns:a16="http://schemas.microsoft.com/office/drawing/2014/main" id="{CDD11DD9-4C21-6550-7D66-9F90823DFFDF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9" name="pg1784">
                <a:extLst>
                  <a:ext uri="{FF2B5EF4-FFF2-40B4-BE49-F238E27FC236}">
                    <a16:creationId xmlns:a16="http://schemas.microsoft.com/office/drawing/2014/main" id="{7CDDDC5B-043B-AAA5-0115-297CC804146B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0" name="pg1785">
                <a:extLst>
                  <a:ext uri="{FF2B5EF4-FFF2-40B4-BE49-F238E27FC236}">
                    <a16:creationId xmlns:a16="http://schemas.microsoft.com/office/drawing/2014/main" id="{0E550965-4B73-2BEF-E64E-81CD5FC458C4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1" name="pg1786">
                <a:extLst>
                  <a:ext uri="{FF2B5EF4-FFF2-40B4-BE49-F238E27FC236}">
                    <a16:creationId xmlns:a16="http://schemas.microsoft.com/office/drawing/2014/main" id="{8E7207C6-B5FC-8EB5-0FAD-A9BA5928003C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2" name="pg1787">
                <a:extLst>
                  <a:ext uri="{FF2B5EF4-FFF2-40B4-BE49-F238E27FC236}">
                    <a16:creationId xmlns:a16="http://schemas.microsoft.com/office/drawing/2014/main" id="{FE734035-DEFC-3B50-6BDF-9A785EDBFA1F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3" name="pg1788">
                <a:extLst>
                  <a:ext uri="{FF2B5EF4-FFF2-40B4-BE49-F238E27FC236}">
                    <a16:creationId xmlns:a16="http://schemas.microsoft.com/office/drawing/2014/main" id="{85CE76F7-7CF8-42D6-4D97-D7180A0668B1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4" name="pg1789">
                <a:extLst>
                  <a:ext uri="{FF2B5EF4-FFF2-40B4-BE49-F238E27FC236}">
                    <a16:creationId xmlns:a16="http://schemas.microsoft.com/office/drawing/2014/main" id="{7A0E7525-0F4E-5256-B881-456BD21A449A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5" name="pg1790">
                <a:extLst>
                  <a:ext uri="{FF2B5EF4-FFF2-40B4-BE49-F238E27FC236}">
                    <a16:creationId xmlns:a16="http://schemas.microsoft.com/office/drawing/2014/main" id="{E14F2147-F809-8802-A40E-D6CF8725CEE2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6" name="pg1791">
                <a:extLst>
                  <a:ext uri="{FF2B5EF4-FFF2-40B4-BE49-F238E27FC236}">
                    <a16:creationId xmlns:a16="http://schemas.microsoft.com/office/drawing/2014/main" id="{28CB391D-A3F0-A51C-C9F0-50DD72B6EB57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7" name="pg1792">
                <a:extLst>
                  <a:ext uri="{FF2B5EF4-FFF2-40B4-BE49-F238E27FC236}">
                    <a16:creationId xmlns:a16="http://schemas.microsoft.com/office/drawing/2014/main" id="{36EE3DB9-4CE3-C4E8-7F45-314B33ED1F4E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8" name="pg1793">
                <a:extLst>
                  <a:ext uri="{FF2B5EF4-FFF2-40B4-BE49-F238E27FC236}">
                    <a16:creationId xmlns:a16="http://schemas.microsoft.com/office/drawing/2014/main" id="{2562F865-F496-1D76-61E4-DB8FD0142182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9" name="pg1794">
                <a:extLst>
                  <a:ext uri="{FF2B5EF4-FFF2-40B4-BE49-F238E27FC236}">
                    <a16:creationId xmlns:a16="http://schemas.microsoft.com/office/drawing/2014/main" id="{781F2CEB-1935-3E0C-4887-4AF1DBAA06EE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0" name="pg1795">
                <a:extLst>
                  <a:ext uri="{FF2B5EF4-FFF2-40B4-BE49-F238E27FC236}">
                    <a16:creationId xmlns:a16="http://schemas.microsoft.com/office/drawing/2014/main" id="{7A4930EB-61AB-B7AD-EAD1-7597ED5C362C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1" name="pg1796">
                <a:extLst>
                  <a:ext uri="{FF2B5EF4-FFF2-40B4-BE49-F238E27FC236}">
                    <a16:creationId xmlns:a16="http://schemas.microsoft.com/office/drawing/2014/main" id="{744195D0-8F22-FCFE-5DA8-ECD6DC2316AD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2" name="pg1797">
                <a:extLst>
                  <a:ext uri="{FF2B5EF4-FFF2-40B4-BE49-F238E27FC236}">
                    <a16:creationId xmlns:a16="http://schemas.microsoft.com/office/drawing/2014/main" id="{4592BCA4-0AB9-96E1-A0D6-B44A1F84589A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3" name="pg1798">
                <a:extLst>
                  <a:ext uri="{FF2B5EF4-FFF2-40B4-BE49-F238E27FC236}">
                    <a16:creationId xmlns:a16="http://schemas.microsoft.com/office/drawing/2014/main" id="{28B9B0FE-08A4-79AF-CE16-BAB90B038B06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4" name="pg1799">
                <a:extLst>
                  <a:ext uri="{FF2B5EF4-FFF2-40B4-BE49-F238E27FC236}">
                    <a16:creationId xmlns:a16="http://schemas.microsoft.com/office/drawing/2014/main" id="{7177AFA7-DFBD-6BB8-DB1D-7800B8A14A90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5" name="pg1800">
                <a:extLst>
                  <a:ext uri="{FF2B5EF4-FFF2-40B4-BE49-F238E27FC236}">
                    <a16:creationId xmlns:a16="http://schemas.microsoft.com/office/drawing/2014/main" id="{78DDEAFA-1781-2F1D-E147-0D6886C37B1A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6" name="pg1801">
                <a:extLst>
                  <a:ext uri="{FF2B5EF4-FFF2-40B4-BE49-F238E27FC236}">
                    <a16:creationId xmlns:a16="http://schemas.microsoft.com/office/drawing/2014/main" id="{A5C3577D-6041-7DB5-C842-D2BDE567892F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7" name="pg1802">
                <a:extLst>
                  <a:ext uri="{FF2B5EF4-FFF2-40B4-BE49-F238E27FC236}">
                    <a16:creationId xmlns:a16="http://schemas.microsoft.com/office/drawing/2014/main" id="{8A31DFA6-FFA2-002D-2B1E-33F3811B5811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8" name="pg1803">
                <a:extLst>
                  <a:ext uri="{FF2B5EF4-FFF2-40B4-BE49-F238E27FC236}">
                    <a16:creationId xmlns:a16="http://schemas.microsoft.com/office/drawing/2014/main" id="{0D144831-BA68-9912-D53C-BD0108C6F29B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9" name="pg1804">
                <a:extLst>
                  <a:ext uri="{FF2B5EF4-FFF2-40B4-BE49-F238E27FC236}">
                    <a16:creationId xmlns:a16="http://schemas.microsoft.com/office/drawing/2014/main" id="{0E250C9E-98D2-E4AC-0954-7891A3576D6F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0" name="pg1805">
                <a:extLst>
                  <a:ext uri="{FF2B5EF4-FFF2-40B4-BE49-F238E27FC236}">
                    <a16:creationId xmlns:a16="http://schemas.microsoft.com/office/drawing/2014/main" id="{87B30A3D-3A69-ACF8-C1F2-C015287AD8D4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1" name="pg1806">
                <a:extLst>
                  <a:ext uri="{FF2B5EF4-FFF2-40B4-BE49-F238E27FC236}">
                    <a16:creationId xmlns:a16="http://schemas.microsoft.com/office/drawing/2014/main" id="{AEC80C42-70E1-E89F-6926-DBACB4DE1999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2" name="pg1807">
                <a:extLst>
                  <a:ext uri="{FF2B5EF4-FFF2-40B4-BE49-F238E27FC236}">
                    <a16:creationId xmlns:a16="http://schemas.microsoft.com/office/drawing/2014/main" id="{2C45E706-F3EA-F7D6-F85E-22D7E0CC2249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3" name="pg1808">
                <a:extLst>
                  <a:ext uri="{FF2B5EF4-FFF2-40B4-BE49-F238E27FC236}">
                    <a16:creationId xmlns:a16="http://schemas.microsoft.com/office/drawing/2014/main" id="{3A50F3C9-9F47-E598-3681-D2F8D08DE354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4" name="pg1809">
                <a:extLst>
                  <a:ext uri="{FF2B5EF4-FFF2-40B4-BE49-F238E27FC236}">
                    <a16:creationId xmlns:a16="http://schemas.microsoft.com/office/drawing/2014/main" id="{DEBFE638-91C4-87E5-B880-7C7B6ADDCF47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5" name="pg1810">
                <a:extLst>
                  <a:ext uri="{FF2B5EF4-FFF2-40B4-BE49-F238E27FC236}">
                    <a16:creationId xmlns:a16="http://schemas.microsoft.com/office/drawing/2014/main" id="{E8081684-6A13-D4D3-95C2-5F1F96526BC7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6" name="pg1811">
                <a:extLst>
                  <a:ext uri="{FF2B5EF4-FFF2-40B4-BE49-F238E27FC236}">
                    <a16:creationId xmlns:a16="http://schemas.microsoft.com/office/drawing/2014/main" id="{C014C73F-81CB-4AAD-4DAA-F914A4E82460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7" name="pg1812">
                <a:extLst>
                  <a:ext uri="{FF2B5EF4-FFF2-40B4-BE49-F238E27FC236}">
                    <a16:creationId xmlns:a16="http://schemas.microsoft.com/office/drawing/2014/main" id="{B0475865-683F-1D50-3905-31A247530B40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8" name="pg1813">
                <a:extLst>
                  <a:ext uri="{FF2B5EF4-FFF2-40B4-BE49-F238E27FC236}">
                    <a16:creationId xmlns:a16="http://schemas.microsoft.com/office/drawing/2014/main" id="{C73085D0-04AA-DE31-AE2C-6E5881FB3AE6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9" name="pg1814">
                <a:extLst>
                  <a:ext uri="{FF2B5EF4-FFF2-40B4-BE49-F238E27FC236}">
                    <a16:creationId xmlns:a16="http://schemas.microsoft.com/office/drawing/2014/main" id="{3CF0B75B-AD31-839B-133F-0E85C3133B26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0" name="pg1815">
                <a:extLst>
                  <a:ext uri="{FF2B5EF4-FFF2-40B4-BE49-F238E27FC236}">
                    <a16:creationId xmlns:a16="http://schemas.microsoft.com/office/drawing/2014/main" id="{431A35D5-7561-94AC-9B03-DDCC668AC77D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1" name="pg1816">
                <a:extLst>
                  <a:ext uri="{FF2B5EF4-FFF2-40B4-BE49-F238E27FC236}">
                    <a16:creationId xmlns:a16="http://schemas.microsoft.com/office/drawing/2014/main" id="{BED732DA-7047-80FE-7785-E85043102704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2" name="pg1817">
                <a:extLst>
                  <a:ext uri="{FF2B5EF4-FFF2-40B4-BE49-F238E27FC236}">
                    <a16:creationId xmlns:a16="http://schemas.microsoft.com/office/drawing/2014/main" id="{082FFF65-6931-7CC6-CB9D-16D60B8A8545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3" name="pg1818">
                <a:extLst>
                  <a:ext uri="{FF2B5EF4-FFF2-40B4-BE49-F238E27FC236}">
                    <a16:creationId xmlns:a16="http://schemas.microsoft.com/office/drawing/2014/main" id="{26511474-F2A9-EE0D-CF90-6091B35E2E8F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4" name="pg1819">
                <a:extLst>
                  <a:ext uri="{FF2B5EF4-FFF2-40B4-BE49-F238E27FC236}">
                    <a16:creationId xmlns:a16="http://schemas.microsoft.com/office/drawing/2014/main" id="{C43687F0-4AAE-9CC8-9C72-B135ACAD5DF1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5" name="pg1820">
                <a:extLst>
                  <a:ext uri="{FF2B5EF4-FFF2-40B4-BE49-F238E27FC236}">
                    <a16:creationId xmlns:a16="http://schemas.microsoft.com/office/drawing/2014/main" id="{AE3E242F-3CC2-BF13-B991-F82120EB6EEC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6" name="pg1821">
                <a:extLst>
                  <a:ext uri="{FF2B5EF4-FFF2-40B4-BE49-F238E27FC236}">
                    <a16:creationId xmlns:a16="http://schemas.microsoft.com/office/drawing/2014/main" id="{77B2E392-3E00-FCC6-E6DB-06AF69EC03D7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7" name="pg1822">
                <a:extLst>
                  <a:ext uri="{FF2B5EF4-FFF2-40B4-BE49-F238E27FC236}">
                    <a16:creationId xmlns:a16="http://schemas.microsoft.com/office/drawing/2014/main" id="{17DB3497-1160-608E-451F-19624F07A99A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8" name="pg1823">
                <a:extLst>
                  <a:ext uri="{FF2B5EF4-FFF2-40B4-BE49-F238E27FC236}">
                    <a16:creationId xmlns:a16="http://schemas.microsoft.com/office/drawing/2014/main" id="{882BFEA7-6D49-FE2C-FD13-976D75B77522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9" name="pg1824">
                <a:extLst>
                  <a:ext uri="{FF2B5EF4-FFF2-40B4-BE49-F238E27FC236}">
                    <a16:creationId xmlns:a16="http://schemas.microsoft.com/office/drawing/2014/main" id="{4507C846-1D31-F4FB-CB5D-2E17170A7E2C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0" name="pg1825">
                <a:extLst>
                  <a:ext uri="{FF2B5EF4-FFF2-40B4-BE49-F238E27FC236}">
                    <a16:creationId xmlns:a16="http://schemas.microsoft.com/office/drawing/2014/main" id="{EEBFF816-5512-E133-1F01-6E580BF70B8F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1" name="pg1826">
                <a:extLst>
                  <a:ext uri="{FF2B5EF4-FFF2-40B4-BE49-F238E27FC236}">
                    <a16:creationId xmlns:a16="http://schemas.microsoft.com/office/drawing/2014/main" id="{4D61BE23-2A67-2A3C-1780-608DE05AE354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2" name="pg1827">
                <a:extLst>
                  <a:ext uri="{FF2B5EF4-FFF2-40B4-BE49-F238E27FC236}">
                    <a16:creationId xmlns:a16="http://schemas.microsoft.com/office/drawing/2014/main" id="{15177FF0-8A33-5F7E-0C13-3EE7F2AFDE57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3" name="pg1828">
                <a:extLst>
                  <a:ext uri="{FF2B5EF4-FFF2-40B4-BE49-F238E27FC236}">
                    <a16:creationId xmlns:a16="http://schemas.microsoft.com/office/drawing/2014/main" id="{F593E9F8-A0EB-545F-E1FF-DFBEC42C4BC3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4" name="pg1829">
                <a:extLst>
                  <a:ext uri="{FF2B5EF4-FFF2-40B4-BE49-F238E27FC236}">
                    <a16:creationId xmlns:a16="http://schemas.microsoft.com/office/drawing/2014/main" id="{DCDC703D-9182-8419-6EC8-739F32BB16C5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5" name="pg1830">
                <a:extLst>
                  <a:ext uri="{FF2B5EF4-FFF2-40B4-BE49-F238E27FC236}">
                    <a16:creationId xmlns:a16="http://schemas.microsoft.com/office/drawing/2014/main" id="{3B81CD0F-D574-1829-05D1-738B4B3FF5FC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6" name="pg1831">
                <a:extLst>
                  <a:ext uri="{FF2B5EF4-FFF2-40B4-BE49-F238E27FC236}">
                    <a16:creationId xmlns:a16="http://schemas.microsoft.com/office/drawing/2014/main" id="{1AA54013-8F5E-1AD2-5987-22987102E12A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7" name="pg1832">
                <a:extLst>
                  <a:ext uri="{FF2B5EF4-FFF2-40B4-BE49-F238E27FC236}">
                    <a16:creationId xmlns:a16="http://schemas.microsoft.com/office/drawing/2014/main" id="{01453349-06F2-6797-7CCD-8D35CB7E7074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8" name="pg1833">
                <a:extLst>
                  <a:ext uri="{FF2B5EF4-FFF2-40B4-BE49-F238E27FC236}">
                    <a16:creationId xmlns:a16="http://schemas.microsoft.com/office/drawing/2014/main" id="{52D0D6A9-3595-8FB6-A6F2-4EF7EB2C1976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9" name="pg1834">
                <a:extLst>
                  <a:ext uri="{FF2B5EF4-FFF2-40B4-BE49-F238E27FC236}">
                    <a16:creationId xmlns:a16="http://schemas.microsoft.com/office/drawing/2014/main" id="{50875C6F-D0FA-C1C6-FB9A-84B94C4C8869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0" name="pg1835">
                <a:extLst>
                  <a:ext uri="{FF2B5EF4-FFF2-40B4-BE49-F238E27FC236}">
                    <a16:creationId xmlns:a16="http://schemas.microsoft.com/office/drawing/2014/main" id="{3A6753AB-377A-AA61-051B-F46661A7CA07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1" name="pg1836">
                <a:extLst>
                  <a:ext uri="{FF2B5EF4-FFF2-40B4-BE49-F238E27FC236}">
                    <a16:creationId xmlns:a16="http://schemas.microsoft.com/office/drawing/2014/main" id="{C540213B-C023-090E-4A2B-C1AFD4D00EE8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2" name="pg1837">
                <a:extLst>
                  <a:ext uri="{FF2B5EF4-FFF2-40B4-BE49-F238E27FC236}">
                    <a16:creationId xmlns:a16="http://schemas.microsoft.com/office/drawing/2014/main" id="{671AA222-EE7B-E12A-3835-4DCBD812ECEB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3" name="pg1838">
                <a:extLst>
                  <a:ext uri="{FF2B5EF4-FFF2-40B4-BE49-F238E27FC236}">
                    <a16:creationId xmlns:a16="http://schemas.microsoft.com/office/drawing/2014/main" id="{2189E37A-9C29-0A97-2589-771C77511B16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4" name="pg1839">
                <a:extLst>
                  <a:ext uri="{FF2B5EF4-FFF2-40B4-BE49-F238E27FC236}">
                    <a16:creationId xmlns:a16="http://schemas.microsoft.com/office/drawing/2014/main" id="{CC9E57D2-7EF3-D68C-EFF6-56227F754C78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5" name="pg1840">
                <a:extLst>
                  <a:ext uri="{FF2B5EF4-FFF2-40B4-BE49-F238E27FC236}">
                    <a16:creationId xmlns:a16="http://schemas.microsoft.com/office/drawing/2014/main" id="{EDDE5D50-52EB-D644-BDCE-C854830A380C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6" name="pg1841">
                <a:extLst>
                  <a:ext uri="{FF2B5EF4-FFF2-40B4-BE49-F238E27FC236}">
                    <a16:creationId xmlns:a16="http://schemas.microsoft.com/office/drawing/2014/main" id="{1612899A-A046-D445-6073-A0F1BB02908B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7" name="pg1842">
                <a:extLst>
                  <a:ext uri="{FF2B5EF4-FFF2-40B4-BE49-F238E27FC236}">
                    <a16:creationId xmlns:a16="http://schemas.microsoft.com/office/drawing/2014/main" id="{B5454EAC-85ED-7A16-5F18-B58BA27F5A92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8" name="pg1843">
                <a:extLst>
                  <a:ext uri="{FF2B5EF4-FFF2-40B4-BE49-F238E27FC236}">
                    <a16:creationId xmlns:a16="http://schemas.microsoft.com/office/drawing/2014/main" id="{8A03E389-EC4D-F21F-FC3E-DD9F1F8BADF9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9" name="pg1844">
                <a:extLst>
                  <a:ext uri="{FF2B5EF4-FFF2-40B4-BE49-F238E27FC236}">
                    <a16:creationId xmlns:a16="http://schemas.microsoft.com/office/drawing/2014/main" id="{A01554E3-EBB3-6268-E307-A497BEF869BD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0" name="pg1845">
                <a:extLst>
                  <a:ext uri="{FF2B5EF4-FFF2-40B4-BE49-F238E27FC236}">
                    <a16:creationId xmlns:a16="http://schemas.microsoft.com/office/drawing/2014/main" id="{3C161C46-CE90-BDDF-7DE4-A76F767E6B43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1" name="pg1846">
                <a:extLst>
                  <a:ext uri="{FF2B5EF4-FFF2-40B4-BE49-F238E27FC236}">
                    <a16:creationId xmlns:a16="http://schemas.microsoft.com/office/drawing/2014/main" id="{F0731EC5-F5A4-0335-D5F3-7B73693CE5B3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2" name="pg1847">
                <a:extLst>
                  <a:ext uri="{FF2B5EF4-FFF2-40B4-BE49-F238E27FC236}">
                    <a16:creationId xmlns:a16="http://schemas.microsoft.com/office/drawing/2014/main" id="{6F67FCDB-E1A3-B91E-944B-28AD79DE78A2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3" name="pg1848">
                <a:extLst>
                  <a:ext uri="{FF2B5EF4-FFF2-40B4-BE49-F238E27FC236}">
                    <a16:creationId xmlns:a16="http://schemas.microsoft.com/office/drawing/2014/main" id="{C07781D1-B212-7110-BEF4-6A850BFFDE22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4" name="pg1849">
                <a:extLst>
                  <a:ext uri="{FF2B5EF4-FFF2-40B4-BE49-F238E27FC236}">
                    <a16:creationId xmlns:a16="http://schemas.microsoft.com/office/drawing/2014/main" id="{A63A64EF-4492-68D4-2FCC-040965D8A5BE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5" name="pg1850">
                <a:extLst>
                  <a:ext uri="{FF2B5EF4-FFF2-40B4-BE49-F238E27FC236}">
                    <a16:creationId xmlns:a16="http://schemas.microsoft.com/office/drawing/2014/main" id="{48DBD04B-F9D3-27EB-82D3-706B766DD6A6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6" name="pg1851">
                <a:extLst>
                  <a:ext uri="{FF2B5EF4-FFF2-40B4-BE49-F238E27FC236}">
                    <a16:creationId xmlns:a16="http://schemas.microsoft.com/office/drawing/2014/main" id="{D56BB58D-6681-28B2-CBD9-99304B966AFA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7" name="pg1852">
                <a:extLst>
                  <a:ext uri="{FF2B5EF4-FFF2-40B4-BE49-F238E27FC236}">
                    <a16:creationId xmlns:a16="http://schemas.microsoft.com/office/drawing/2014/main" id="{20C89995-7ECD-28FE-D8AE-C6C39702D0A8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8" name="pg1853">
                <a:extLst>
                  <a:ext uri="{FF2B5EF4-FFF2-40B4-BE49-F238E27FC236}">
                    <a16:creationId xmlns:a16="http://schemas.microsoft.com/office/drawing/2014/main" id="{269FF6B0-7E39-1733-78D8-471E8A200196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9" name="pg1854">
                <a:extLst>
                  <a:ext uri="{FF2B5EF4-FFF2-40B4-BE49-F238E27FC236}">
                    <a16:creationId xmlns:a16="http://schemas.microsoft.com/office/drawing/2014/main" id="{BE120721-CFA9-F68A-2ED9-1041E8EC6354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0" name="pg1855">
                <a:extLst>
                  <a:ext uri="{FF2B5EF4-FFF2-40B4-BE49-F238E27FC236}">
                    <a16:creationId xmlns:a16="http://schemas.microsoft.com/office/drawing/2014/main" id="{5DA12EA6-3B93-9E79-2149-A0B089733817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1" name="pg1856">
                <a:extLst>
                  <a:ext uri="{FF2B5EF4-FFF2-40B4-BE49-F238E27FC236}">
                    <a16:creationId xmlns:a16="http://schemas.microsoft.com/office/drawing/2014/main" id="{00CA66DC-05B5-732C-D0B1-91495E39AFCF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2" name="pg1857">
                <a:extLst>
                  <a:ext uri="{FF2B5EF4-FFF2-40B4-BE49-F238E27FC236}">
                    <a16:creationId xmlns:a16="http://schemas.microsoft.com/office/drawing/2014/main" id="{0F51CBC1-C129-0920-6E3D-6B810B4C4280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3" name="pg1858">
                <a:extLst>
                  <a:ext uri="{FF2B5EF4-FFF2-40B4-BE49-F238E27FC236}">
                    <a16:creationId xmlns:a16="http://schemas.microsoft.com/office/drawing/2014/main" id="{12A01012-AD3D-8D63-8772-BCC274BD39FC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4" name="pg1859">
                <a:extLst>
                  <a:ext uri="{FF2B5EF4-FFF2-40B4-BE49-F238E27FC236}">
                    <a16:creationId xmlns:a16="http://schemas.microsoft.com/office/drawing/2014/main" id="{C68B7B8E-9E8A-4866-79E0-A0CB48944671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5" name="pg1860">
                <a:extLst>
                  <a:ext uri="{FF2B5EF4-FFF2-40B4-BE49-F238E27FC236}">
                    <a16:creationId xmlns:a16="http://schemas.microsoft.com/office/drawing/2014/main" id="{75215DD6-C5CD-8AFB-644C-97DA692B3748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6" name="pg1861">
                <a:extLst>
                  <a:ext uri="{FF2B5EF4-FFF2-40B4-BE49-F238E27FC236}">
                    <a16:creationId xmlns:a16="http://schemas.microsoft.com/office/drawing/2014/main" id="{298091D6-BCFC-2F6C-1E56-B0720A2881E9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7" name="pg1862">
                <a:extLst>
                  <a:ext uri="{FF2B5EF4-FFF2-40B4-BE49-F238E27FC236}">
                    <a16:creationId xmlns:a16="http://schemas.microsoft.com/office/drawing/2014/main" id="{65533023-1AB8-E8D3-83DB-0B5527AC8DDC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8" name="pg1863">
                <a:extLst>
                  <a:ext uri="{FF2B5EF4-FFF2-40B4-BE49-F238E27FC236}">
                    <a16:creationId xmlns:a16="http://schemas.microsoft.com/office/drawing/2014/main" id="{F58978EF-E609-BB49-2A42-C5448DDD480A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9" name="pg1864">
                <a:extLst>
                  <a:ext uri="{FF2B5EF4-FFF2-40B4-BE49-F238E27FC236}">
                    <a16:creationId xmlns:a16="http://schemas.microsoft.com/office/drawing/2014/main" id="{FF754125-F64E-3F35-162F-A285F2C17B2A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0" name="pg1865">
                <a:extLst>
                  <a:ext uri="{FF2B5EF4-FFF2-40B4-BE49-F238E27FC236}">
                    <a16:creationId xmlns:a16="http://schemas.microsoft.com/office/drawing/2014/main" id="{B27BED60-55C4-A071-EFE3-D7810A7ECE55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1" name="pg1866">
                <a:extLst>
                  <a:ext uri="{FF2B5EF4-FFF2-40B4-BE49-F238E27FC236}">
                    <a16:creationId xmlns:a16="http://schemas.microsoft.com/office/drawing/2014/main" id="{23436AE7-68A0-F90B-FCA5-052312BEEAD3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2" name="pg1867">
                <a:extLst>
                  <a:ext uri="{FF2B5EF4-FFF2-40B4-BE49-F238E27FC236}">
                    <a16:creationId xmlns:a16="http://schemas.microsoft.com/office/drawing/2014/main" id="{6BDC7F4C-594B-D6A6-155E-AF92449B9699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3" name="pg1868">
                <a:extLst>
                  <a:ext uri="{FF2B5EF4-FFF2-40B4-BE49-F238E27FC236}">
                    <a16:creationId xmlns:a16="http://schemas.microsoft.com/office/drawing/2014/main" id="{B279CD86-F177-599E-7B3B-A0FFC06ADE08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4" name="pg1869">
                <a:extLst>
                  <a:ext uri="{FF2B5EF4-FFF2-40B4-BE49-F238E27FC236}">
                    <a16:creationId xmlns:a16="http://schemas.microsoft.com/office/drawing/2014/main" id="{7627D4D8-78D9-2B1C-200E-4D0888C30670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5" name="pg1870">
                <a:extLst>
                  <a:ext uri="{FF2B5EF4-FFF2-40B4-BE49-F238E27FC236}">
                    <a16:creationId xmlns:a16="http://schemas.microsoft.com/office/drawing/2014/main" id="{036B542B-EF8D-AF4F-FFEF-A1163E3BDC67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6" name="pg1871">
                <a:extLst>
                  <a:ext uri="{FF2B5EF4-FFF2-40B4-BE49-F238E27FC236}">
                    <a16:creationId xmlns:a16="http://schemas.microsoft.com/office/drawing/2014/main" id="{D3EF71CF-B6E2-9A75-BD24-722085AF220B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7" name="pg1872">
                <a:extLst>
                  <a:ext uri="{FF2B5EF4-FFF2-40B4-BE49-F238E27FC236}">
                    <a16:creationId xmlns:a16="http://schemas.microsoft.com/office/drawing/2014/main" id="{A8FB0FC6-542F-93DA-73EC-9A3A678B8B48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8" name="pg1873">
                <a:extLst>
                  <a:ext uri="{FF2B5EF4-FFF2-40B4-BE49-F238E27FC236}">
                    <a16:creationId xmlns:a16="http://schemas.microsoft.com/office/drawing/2014/main" id="{2C62677D-B33A-296A-08B1-3E8E29EEDF4F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9" name="pg1874">
                <a:extLst>
                  <a:ext uri="{FF2B5EF4-FFF2-40B4-BE49-F238E27FC236}">
                    <a16:creationId xmlns:a16="http://schemas.microsoft.com/office/drawing/2014/main" id="{64AB0165-D076-1ED5-1048-C0EA8DCFC926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0" name="pg1875">
                <a:extLst>
                  <a:ext uri="{FF2B5EF4-FFF2-40B4-BE49-F238E27FC236}">
                    <a16:creationId xmlns:a16="http://schemas.microsoft.com/office/drawing/2014/main" id="{E888E186-7F89-0C2C-CBDA-93024208EFA4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1" name="pg1876">
                <a:extLst>
                  <a:ext uri="{FF2B5EF4-FFF2-40B4-BE49-F238E27FC236}">
                    <a16:creationId xmlns:a16="http://schemas.microsoft.com/office/drawing/2014/main" id="{F576FCF2-820B-7DB5-924B-496C32752B77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2" name="pg1877">
                <a:extLst>
                  <a:ext uri="{FF2B5EF4-FFF2-40B4-BE49-F238E27FC236}">
                    <a16:creationId xmlns:a16="http://schemas.microsoft.com/office/drawing/2014/main" id="{8E087529-A691-32A6-F470-719E89358916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3" name="pg1878">
                <a:extLst>
                  <a:ext uri="{FF2B5EF4-FFF2-40B4-BE49-F238E27FC236}">
                    <a16:creationId xmlns:a16="http://schemas.microsoft.com/office/drawing/2014/main" id="{14EC35C0-F002-737B-F6AE-C7FCD9ACFF3A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4" name="pg1879">
                <a:extLst>
                  <a:ext uri="{FF2B5EF4-FFF2-40B4-BE49-F238E27FC236}">
                    <a16:creationId xmlns:a16="http://schemas.microsoft.com/office/drawing/2014/main" id="{0138A64E-5147-19C2-9EE8-833E56BBA5B4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5" name="pg1880">
                <a:extLst>
                  <a:ext uri="{FF2B5EF4-FFF2-40B4-BE49-F238E27FC236}">
                    <a16:creationId xmlns:a16="http://schemas.microsoft.com/office/drawing/2014/main" id="{7F7FC61A-30B5-C8F6-1B5A-90265BBFA0F1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6" name="pg1881">
                <a:extLst>
                  <a:ext uri="{FF2B5EF4-FFF2-40B4-BE49-F238E27FC236}">
                    <a16:creationId xmlns:a16="http://schemas.microsoft.com/office/drawing/2014/main" id="{2FFC17B6-ADE3-0A9A-2E4D-FF0D795BE797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7" name="pg1882">
                <a:extLst>
                  <a:ext uri="{FF2B5EF4-FFF2-40B4-BE49-F238E27FC236}">
                    <a16:creationId xmlns:a16="http://schemas.microsoft.com/office/drawing/2014/main" id="{9C970825-F1D9-FB38-FAB3-8BF2306013B1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8" name="pg1883">
                <a:extLst>
                  <a:ext uri="{FF2B5EF4-FFF2-40B4-BE49-F238E27FC236}">
                    <a16:creationId xmlns:a16="http://schemas.microsoft.com/office/drawing/2014/main" id="{3B6D9715-1945-838D-357E-BA5827F95159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9" name="pg1884">
                <a:extLst>
                  <a:ext uri="{FF2B5EF4-FFF2-40B4-BE49-F238E27FC236}">
                    <a16:creationId xmlns:a16="http://schemas.microsoft.com/office/drawing/2014/main" id="{B4890A1E-D7D2-F3DE-366C-ABCD5ED2EA30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0" name="pg1885">
                <a:extLst>
                  <a:ext uri="{FF2B5EF4-FFF2-40B4-BE49-F238E27FC236}">
                    <a16:creationId xmlns:a16="http://schemas.microsoft.com/office/drawing/2014/main" id="{3FE6D5AF-A9C5-FCF4-0D31-AD5FD1881478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1" name="pg1886">
                <a:extLst>
                  <a:ext uri="{FF2B5EF4-FFF2-40B4-BE49-F238E27FC236}">
                    <a16:creationId xmlns:a16="http://schemas.microsoft.com/office/drawing/2014/main" id="{222B5EBC-115A-793A-F7CD-039FC1435B4A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2" name="pg1887">
                <a:extLst>
                  <a:ext uri="{FF2B5EF4-FFF2-40B4-BE49-F238E27FC236}">
                    <a16:creationId xmlns:a16="http://schemas.microsoft.com/office/drawing/2014/main" id="{22BE4ABF-A0C6-681C-4A45-7D2EB344D6C6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3" name="pg1888">
                <a:extLst>
                  <a:ext uri="{FF2B5EF4-FFF2-40B4-BE49-F238E27FC236}">
                    <a16:creationId xmlns:a16="http://schemas.microsoft.com/office/drawing/2014/main" id="{B031E2BD-CE42-6F33-9E4C-1DDE33496D6D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4" name="pg1889">
                <a:extLst>
                  <a:ext uri="{FF2B5EF4-FFF2-40B4-BE49-F238E27FC236}">
                    <a16:creationId xmlns:a16="http://schemas.microsoft.com/office/drawing/2014/main" id="{B9422646-7942-995A-AABB-BAE59FD55289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5" name="pg1890">
                <a:extLst>
                  <a:ext uri="{FF2B5EF4-FFF2-40B4-BE49-F238E27FC236}">
                    <a16:creationId xmlns:a16="http://schemas.microsoft.com/office/drawing/2014/main" id="{9D9763CC-56FD-87E5-70EC-0F020C8C7CCF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6" name="pg1891">
                <a:extLst>
                  <a:ext uri="{FF2B5EF4-FFF2-40B4-BE49-F238E27FC236}">
                    <a16:creationId xmlns:a16="http://schemas.microsoft.com/office/drawing/2014/main" id="{1A5A7A37-49B5-39F2-8398-D819F131D81D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7" name="pg1892">
                <a:extLst>
                  <a:ext uri="{FF2B5EF4-FFF2-40B4-BE49-F238E27FC236}">
                    <a16:creationId xmlns:a16="http://schemas.microsoft.com/office/drawing/2014/main" id="{38E8F54A-23A6-8DC4-4588-11F147A10920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8" name="pg1893">
                <a:extLst>
                  <a:ext uri="{FF2B5EF4-FFF2-40B4-BE49-F238E27FC236}">
                    <a16:creationId xmlns:a16="http://schemas.microsoft.com/office/drawing/2014/main" id="{D3CEBE51-BCF0-9C52-23DC-EE4F3B5F77D6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9" name="pg1894">
                <a:extLst>
                  <a:ext uri="{FF2B5EF4-FFF2-40B4-BE49-F238E27FC236}">
                    <a16:creationId xmlns:a16="http://schemas.microsoft.com/office/drawing/2014/main" id="{6F318248-D386-337D-66F0-9F7BEEBC7C11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0" name="pg1895">
                <a:extLst>
                  <a:ext uri="{FF2B5EF4-FFF2-40B4-BE49-F238E27FC236}">
                    <a16:creationId xmlns:a16="http://schemas.microsoft.com/office/drawing/2014/main" id="{ED3F74EC-4D02-A40E-15A2-9ADB369A9597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1" name="pg1896">
                <a:extLst>
                  <a:ext uri="{FF2B5EF4-FFF2-40B4-BE49-F238E27FC236}">
                    <a16:creationId xmlns:a16="http://schemas.microsoft.com/office/drawing/2014/main" id="{5B92D45C-AC59-B7CF-80B9-9F96A8AF906D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2" name="pg1897">
                <a:extLst>
                  <a:ext uri="{FF2B5EF4-FFF2-40B4-BE49-F238E27FC236}">
                    <a16:creationId xmlns:a16="http://schemas.microsoft.com/office/drawing/2014/main" id="{2ED190D8-8EC5-3A68-CF77-F4F2AD2A5192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3" name="pg1898">
                <a:extLst>
                  <a:ext uri="{FF2B5EF4-FFF2-40B4-BE49-F238E27FC236}">
                    <a16:creationId xmlns:a16="http://schemas.microsoft.com/office/drawing/2014/main" id="{588D513D-A536-3758-638A-358B4C6CB6F8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4" name="pg1899">
                <a:extLst>
                  <a:ext uri="{FF2B5EF4-FFF2-40B4-BE49-F238E27FC236}">
                    <a16:creationId xmlns:a16="http://schemas.microsoft.com/office/drawing/2014/main" id="{CB8FD072-AB31-86C5-FA51-A7996F2BDFED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5" name="pg1900">
                <a:extLst>
                  <a:ext uri="{FF2B5EF4-FFF2-40B4-BE49-F238E27FC236}">
                    <a16:creationId xmlns:a16="http://schemas.microsoft.com/office/drawing/2014/main" id="{5E4BD0D0-2022-60FF-2168-2962BF77E16D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6" name="pg1901">
                <a:extLst>
                  <a:ext uri="{FF2B5EF4-FFF2-40B4-BE49-F238E27FC236}">
                    <a16:creationId xmlns:a16="http://schemas.microsoft.com/office/drawing/2014/main" id="{008764EE-F234-399B-D96A-DF87AC49802A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7" name="pg1902">
                <a:extLst>
                  <a:ext uri="{FF2B5EF4-FFF2-40B4-BE49-F238E27FC236}">
                    <a16:creationId xmlns:a16="http://schemas.microsoft.com/office/drawing/2014/main" id="{6CD6E248-A1FF-1704-19E1-118D96E4BF76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8" name="pg1903">
                <a:extLst>
                  <a:ext uri="{FF2B5EF4-FFF2-40B4-BE49-F238E27FC236}">
                    <a16:creationId xmlns:a16="http://schemas.microsoft.com/office/drawing/2014/main" id="{120D9C71-B081-8905-A120-DB1A12C502E4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9" name="pg1904">
                <a:extLst>
                  <a:ext uri="{FF2B5EF4-FFF2-40B4-BE49-F238E27FC236}">
                    <a16:creationId xmlns:a16="http://schemas.microsoft.com/office/drawing/2014/main" id="{4EE5B6E6-D8C4-A310-5B45-535621F34090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0" name="pg1905">
                <a:extLst>
                  <a:ext uri="{FF2B5EF4-FFF2-40B4-BE49-F238E27FC236}">
                    <a16:creationId xmlns:a16="http://schemas.microsoft.com/office/drawing/2014/main" id="{A9F4274E-DFF6-CC4E-AB62-D9BE27ECEE6F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1" name="pg1906">
                <a:extLst>
                  <a:ext uri="{FF2B5EF4-FFF2-40B4-BE49-F238E27FC236}">
                    <a16:creationId xmlns:a16="http://schemas.microsoft.com/office/drawing/2014/main" id="{D9EB7766-0B9A-F2AD-B52E-EDF3F8E33770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2" name="pg1907">
                <a:extLst>
                  <a:ext uri="{FF2B5EF4-FFF2-40B4-BE49-F238E27FC236}">
                    <a16:creationId xmlns:a16="http://schemas.microsoft.com/office/drawing/2014/main" id="{7A6A2F99-512E-53EF-3E68-F0EE054FDFCF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3" name="pg1908">
                <a:extLst>
                  <a:ext uri="{FF2B5EF4-FFF2-40B4-BE49-F238E27FC236}">
                    <a16:creationId xmlns:a16="http://schemas.microsoft.com/office/drawing/2014/main" id="{956062E8-7FC0-89E9-41AA-DFDE572C2582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4" name="pg1909">
                <a:extLst>
                  <a:ext uri="{FF2B5EF4-FFF2-40B4-BE49-F238E27FC236}">
                    <a16:creationId xmlns:a16="http://schemas.microsoft.com/office/drawing/2014/main" id="{08DC2CDD-D4EE-B233-09F1-7850675E8306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5" name="pg1910">
                <a:extLst>
                  <a:ext uri="{FF2B5EF4-FFF2-40B4-BE49-F238E27FC236}">
                    <a16:creationId xmlns:a16="http://schemas.microsoft.com/office/drawing/2014/main" id="{D5F344BF-04C7-A024-32DC-70A8FF967F91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6" name="pg1911">
                <a:extLst>
                  <a:ext uri="{FF2B5EF4-FFF2-40B4-BE49-F238E27FC236}">
                    <a16:creationId xmlns:a16="http://schemas.microsoft.com/office/drawing/2014/main" id="{24879374-B3C7-3AB5-5A15-50A519A8D300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7" name="pg1912">
                <a:extLst>
                  <a:ext uri="{FF2B5EF4-FFF2-40B4-BE49-F238E27FC236}">
                    <a16:creationId xmlns:a16="http://schemas.microsoft.com/office/drawing/2014/main" id="{57FFA36F-65D0-5327-01BE-6C7CCD0152A3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8" name="pg1913">
                <a:extLst>
                  <a:ext uri="{FF2B5EF4-FFF2-40B4-BE49-F238E27FC236}">
                    <a16:creationId xmlns:a16="http://schemas.microsoft.com/office/drawing/2014/main" id="{94A57219-62B4-5A2A-BC8F-7EFC0358113D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9" name="pg1914">
                <a:extLst>
                  <a:ext uri="{FF2B5EF4-FFF2-40B4-BE49-F238E27FC236}">
                    <a16:creationId xmlns:a16="http://schemas.microsoft.com/office/drawing/2014/main" id="{244021E7-F3CE-8B9E-0CE4-DC8947860AD3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0" name="pg1915">
                <a:extLst>
                  <a:ext uri="{FF2B5EF4-FFF2-40B4-BE49-F238E27FC236}">
                    <a16:creationId xmlns:a16="http://schemas.microsoft.com/office/drawing/2014/main" id="{A8B95923-329A-F430-4C8D-D7C55C676449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1" name="pg1916">
                <a:extLst>
                  <a:ext uri="{FF2B5EF4-FFF2-40B4-BE49-F238E27FC236}">
                    <a16:creationId xmlns:a16="http://schemas.microsoft.com/office/drawing/2014/main" id="{AA4798A7-D5CF-CD51-FD64-753C9D9B36CB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2" name="pg1917">
                <a:extLst>
                  <a:ext uri="{FF2B5EF4-FFF2-40B4-BE49-F238E27FC236}">
                    <a16:creationId xmlns:a16="http://schemas.microsoft.com/office/drawing/2014/main" id="{DF0CC5DB-72B5-4BE1-4DBF-3FDC7B373086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3" name="pg1918">
                <a:extLst>
                  <a:ext uri="{FF2B5EF4-FFF2-40B4-BE49-F238E27FC236}">
                    <a16:creationId xmlns:a16="http://schemas.microsoft.com/office/drawing/2014/main" id="{3F595E7E-150B-AF4E-1DAC-A951826A9B31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4" name="pg1919">
                <a:extLst>
                  <a:ext uri="{FF2B5EF4-FFF2-40B4-BE49-F238E27FC236}">
                    <a16:creationId xmlns:a16="http://schemas.microsoft.com/office/drawing/2014/main" id="{9E383306-06B6-26C7-44BA-E17FB1C3669F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5" name="pg1920">
                <a:extLst>
                  <a:ext uri="{FF2B5EF4-FFF2-40B4-BE49-F238E27FC236}">
                    <a16:creationId xmlns:a16="http://schemas.microsoft.com/office/drawing/2014/main" id="{8E1345D1-96E1-17CF-3879-4DAFE8363786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6" name="pg1921">
                <a:extLst>
                  <a:ext uri="{FF2B5EF4-FFF2-40B4-BE49-F238E27FC236}">
                    <a16:creationId xmlns:a16="http://schemas.microsoft.com/office/drawing/2014/main" id="{CDD5C69E-763D-C89C-B2C5-3A69B51D95A4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7" name="pg1922">
                <a:extLst>
                  <a:ext uri="{FF2B5EF4-FFF2-40B4-BE49-F238E27FC236}">
                    <a16:creationId xmlns:a16="http://schemas.microsoft.com/office/drawing/2014/main" id="{4A3D33DF-0B69-FD07-3DC5-EFBAB5276EE7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8" name="pg1923">
                <a:extLst>
                  <a:ext uri="{FF2B5EF4-FFF2-40B4-BE49-F238E27FC236}">
                    <a16:creationId xmlns:a16="http://schemas.microsoft.com/office/drawing/2014/main" id="{898D9357-3FC2-348D-B1C2-A1B7C1FFE25E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9" name="pg1924">
                <a:extLst>
                  <a:ext uri="{FF2B5EF4-FFF2-40B4-BE49-F238E27FC236}">
                    <a16:creationId xmlns:a16="http://schemas.microsoft.com/office/drawing/2014/main" id="{12325652-0F21-0EE6-6633-CF55890FB962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0" name="pg1925">
                <a:extLst>
                  <a:ext uri="{FF2B5EF4-FFF2-40B4-BE49-F238E27FC236}">
                    <a16:creationId xmlns:a16="http://schemas.microsoft.com/office/drawing/2014/main" id="{1D72B40C-2F8D-50C2-7747-4DCDFEDF80F7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1" name="pg1926">
                <a:extLst>
                  <a:ext uri="{FF2B5EF4-FFF2-40B4-BE49-F238E27FC236}">
                    <a16:creationId xmlns:a16="http://schemas.microsoft.com/office/drawing/2014/main" id="{4FEE211C-842B-7C89-5275-21253F9D4BEC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2" name="pg1927">
                <a:extLst>
                  <a:ext uri="{FF2B5EF4-FFF2-40B4-BE49-F238E27FC236}">
                    <a16:creationId xmlns:a16="http://schemas.microsoft.com/office/drawing/2014/main" id="{9B21C049-A53A-2CAB-9634-9F3F4FC7D339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3" name="pg1928">
                <a:extLst>
                  <a:ext uri="{FF2B5EF4-FFF2-40B4-BE49-F238E27FC236}">
                    <a16:creationId xmlns:a16="http://schemas.microsoft.com/office/drawing/2014/main" id="{3398C69E-0E25-00F8-8518-D761C8A5E77D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4" name="pg1929">
                <a:extLst>
                  <a:ext uri="{FF2B5EF4-FFF2-40B4-BE49-F238E27FC236}">
                    <a16:creationId xmlns:a16="http://schemas.microsoft.com/office/drawing/2014/main" id="{93ED2F1D-ED01-FC9F-2B72-5686F4393B3F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5" name="pg1930">
                <a:extLst>
                  <a:ext uri="{FF2B5EF4-FFF2-40B4-BE49-F238E27FC236}">
                    <a16:creationId xmlns:a16="http://schemas.microsoft.com/office/drawing/2014/main" id="{CD7C0AB7-865C-3ABD-1D00-65EC7F13A9BD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6" name="pg1931">
                <a:extLst>
                  <a:ext uri="{FF2B5EF4-FFF2-40B4-BE49-F238E27FC236}">
                    <a16:creationId xmlns:a16="http://schemas.microsoft.com/office/drawing/2014/main" id="{F226E8D2-B039-CDE3-F0FC-395091640902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7" name="pg1932">
                <a:extLst>
                  <a:ext uri="{FF2B5EF4-FFF2-40B4-BE49-F238E27FC236}">
                    <a16:creationId xmlns:a16="http://schemas.microsoft.com/office/drawing/2014/main" id="{00C73EA6-1D18-2F74-7CD5-EE5BD8A3D8AD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8" name="pg1933">
                <a:extLst>
                  <a:ext uri="{FF2B5EF4-FFF2-40B4-BE49-F238E27FC236}">
                    <a16:creationId xmlns:a16="http://schemas.microsoft.com/office/drawing/2014/main" id="{4A2A4BCF-958A-034B-2701-2B5EDCA3A402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9" name="pg1934">
                <a:extLst>
                  <a:ext uri="{FF2B5EF4-FFF2-40B4-BE49-F238E27FC236}">
                    <a16:creationId xmlns:a16="http://schemas.microsoft.com/office/drawing/2014/main" id="{E55EF82B-88CC-D753-CF6D-560705A8FEAB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0" name="pg1935">
                <a:extLst>
                  <a:ext uri="{FF2B5EF4-FFF2-40B4-BE49-F238E27FC236}">
                    <a16:creationId xmlns:a16="http://schemas.microsoft.com/office/drawing/2014/main" id="{A75D6D63-7F7F-48F7-E385-16155E232958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1" name="pg1936">
                <a:extLst>
                  <a:ext uri="{FF2B5EF4-FFF2-40B4-BE49-F238E27FC236}">
                    <a16:creationId xmlns:a16="http://schemas.microsoft.com/office/drawing/2014/main" id="{ED3CD6E8-02AE-4DAE-810E-DA75C4E47DAB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2" name="pg1937">
                <a:extLst>
                  <a:ext uri="{FF2B5EF4-FFF2-40B4-BE49-F238E27FC236}">
                    <a16:creationId xmlns:a16="http://schemas.microsoft.com/office/drawing/2014/main" id="{9ACE94DE-755F-173D-AE45-6FFE8D6063BC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3" name="pg1938">
                <a:extLst>
                  <a:ext uri="{FF2B5EF4-FFF2-40B4-BE49-F238E27FC236}">
                    <a16:creationId xmlns:a16="http://schemas.microsoft.com/office/drawing/2014/main" id="{DDCCD21F-9BD5-A24B-F992-9A9E09F5EDFD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4" name="pg1939">
                <a:extLst>
                  <a:ext uri="{FF2B5EF4-FFF2-40B4-BE49-F238E27FC236}">
                    <a16:creationId xmlns:a16="http://schemas.microsoft.com/office/drawing/2014/main" id="{0E1982B6-2D32-68CF-EB49-112D2190A291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5" name="pg1940">
                <a:extLst>
                  <a:ext uri="{FF2B5EF4-FFF2-40B4-BE49-F238E27FC236}">
                    <a16:creationId xmlns:a16="http://schemas.microsoft.com/office/drawing/2014/main" id="{A4D45FB5-1C07-E076-4E89-3F19480BE3C2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6" name="pg1941">
                <a:extLst>
                  <a:ext uri="{FF2B5EF4-FFF2-40B4-BE49-F238E27FC236}">
                    <a16:creationId xmlns:a16="http://schemas.microsoft.com/office/drawing/2014/main" id="{8E5E2FC9-50EC-EC00-33FB-9F38A17062DE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7" name="pg1942">
                <a:extLst>
                  <a:ext uri="{FF2B5EF4-FFF2-40B4-BE49-F238E27FC236}">
                    <a16:creationId xmlns:a16="http://schemas.microsoft.com/office/drawing/2014/main" id="{D5A738DC-566C-0DBA-F6C2-6A063E8BFEC4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8" name="pg1943">
                <a:extLst>
                  <a:ext uri="{FF2B5EF4-FFF2-40B4-BE49-F238E27FC236}">
                    <a16:creationId xmlns:a16="http://schemas.microsoft.com/office/drawing/2014/main" id="{D7249B72-6739-BE14-2C3A-F6884F6DAED6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9" name="pg1944">
                <a:extLst>
                  <a:ext uri="{FF2B5EF4-FFF2-40B4-BE49-F238E27FC236}">
                    <a16:creationId xmlns:a16="http://schemas.microsoft.com/office/drawing/2014/main" id="{64CB0B4A-747E-900E-5F1C-E464FA989AE4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0" name="pg1945">
                <a:extLst>
                  <a:ext uri="{FF2B5EF4-FFF2-40B4-BE49-F238E27FC236}">
                    <a16:creationId xmlns:a16="http://schemas.microsoft.com/office/drawing/2014/main" id="{6CCDE760-2531-08AA-E3F4-6C5EE7DA1671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1" name="pg1946">
                <a:extLst>
                  <a:ext uri="{FF2B5EF4-FFF2-40B4-BE49-F238E27FC236}">
                    <a16:creationId xmlns:a16="http://schemas.microsoft.com/office/drawing/2014/main" id="{E69959A0-BE3F-9C22-8BD5-BEB44890BA86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2" name="pg1947">
                <a:extLst>
                  <a:ext uri="{FF2B5EF4-FFF2-40B4-BE49-F238E27FC236}">
                    <a16:creationId xmlns:a16="http://schemas.microsoft.com/office/drawing/2014/main" id="{9F7D2D5F-3670-DB38-5262-9FC7F0A7FE7B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3" name="pg1948">
                <a:extLst>
                  <a:ext uri="{FF2B5EF4-FFF2-40B4-BE49-F238E27FC236}">
                    <a16:creationId xmlns:a16="http://schemas.microsoft.com/office/drawing/2014/main" id="{5F86F4EF-4F23-CEB1-6A39-92BF434866DE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4" name="pg1949">
                <a:extLst>
                  <a:ext uri="{FF2B5EF4-FFF2-40B4-BE49-F238E27FC236}">
                    <a16:creationId xmlns:a16="http://schemas.microsoft.com/office/drawing/2014/main" id="{30B6781D-C55B-5E10-A106-872A65D98E2D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5" name="pg1950">
                <a:extLst>
                  <a:ext uri="{FF2B5EF4-FFF2-40B4-BE49-F238E27FC236}">
                    <a16:creationId xmlns:a16="http://schemas.microsoft.com/office/drawing/2014/main" id="{0BEB2566-A688-D4E9-1278-C3FFB4404D1D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6" name="pg1951">
                <a:extLst>
                  <a:ext uri="{FF2B5EF4-FFF2-40B4-BE49-F238E27FC236}">
                    <a16:creationId xmlns:a16="http://schemas.microsoft.com/office/drawing/2014/main" id="{2BF18070-79C1-DE46-0263-6086D0956C73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7" name="pg1952">
                <a:extLst>
                  <a:ext uri="{FF2B5EF4-FFF2-40B4-BE49-F238E27FC236}">
                    <a16:creationId xmlns:a16="http://schemas.microsoft.com/office/drawing/2014/main" id="{6D89A424-04C1-6927-19C1-52D007D60F79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8" name="pg1953">
                <a:extLst>
                  <a:ext uri="{FF2B5EF4-FFF2-40B4-BE49-F238E27FC236}">
                    <a16:creationId xmlns:a16="http://schemas.microsoft.com/office/drawing/2014/main" id="{1C380AA6-ACAD-5F70-732D-BDBFBA33A367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9" name="pg1954">
                <a:extLst>
                  <a:ext uri="{FF2B5EF4-FFF2-40B4-BE49-F238E27FC236}">
                    <a16:creationId xmlns:a16="http://schemas.microsoft.com/office/drawing/2014/main" id="{AD570052-5E5D-C514-BA30-D0E4E27EB423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0" name="pg1955">
                <a:extLst>
                  <a:ext uri="{FF2B5EF4-FFF2-40B4-BE49-F238E27FC236}">
                    <a16:creationId xmlns:a16="http://schemas.microsoft.com/office/drawing/2014/main" id="{A66A4586-082D-D1F6-552C-E0340FBD728F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1" name="pg1956">
                <a:extLst>
                  <a:ext uri="{FF2B5EF4-FFF2-40B4-BE49-F238E27FC236}">
                    <a16:creationId xmlns:a16="http://schemas.microsoft.com/office/drawing/2014/main" id="{674B3A3A-96E2-34D6-4203-DB310F026873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2" name="pg1957">
                <a:extLst>
                  <a:ext uri="{FF2B5EF4-FFF2-40B4-BE49-F238E27FC236}">
                    <a16:creationId xmlns:a16="http://schemas.microsoft.com/office/drawing/2014/main" id="{065E9251-C746-E8F6-725D-68F5915981EB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3" name="pg1958">
                <a:extLst>
                  <a:ext uri="{FF2B5EF4-FFF2-40B4-BE49-F238E27FC236}">
                    <a16:creationId xmlns:a16="http://schemas.microsoft.com/office/drawing/2014/main" id="{581833B3-F66E-1454-AE72-DE06494AAAFA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4" name="pg1959">
                <a:extLst>
                  <a:ext uri="{FF2B5EF4-FFF2-40B4-BE49-F238E27FC236}">
                    <a16:creationId xmlns:a16="http://schemas.microsoft.com/office/drawing/2014/main" id="{4668B415-7D55-0B03-90C4-547559D90764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5" name="pg1960">
                <a:extLst>
                  <a:ext uri="{FF2B5EF4-FFF2-40B4-BE49-F238E27FC236}">
                    <a16:creationId xmlns:a16="http://schemas.microsoft.com/office/drawing/2014/main" id="{94819626-067F-7EFF-8927-79C27848FD99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6" name="pg1961">
                <a:extLst>
                  <a:ext uri="{FF2B5EF4-FFF2-40B4-BE49-F238E27FC236}">
                    <a16:creationId xmlns:a16="http://schemas.microsoft.com/office/drawing/2014/main" id="{B84574BA-E06F-1F60-A615-8347C462271B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7" name="pg1962">
                <a:extLst>
                  <a:ext uri="{FF2B5EF4-FFF2-40B4-BE49-F238E27FC236}">
                    <a16:creationId xmlns:a16="http://schemas.microsoft.com/office/drawing/2014/main" id="{1E23C30C-B7AC-D8A9-B774-62A57B4C5630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8" name="pg1963">
                <a:extLst>
                  <a:ext uri="{FF2B5EF4-FFF2-40B4-BE49-F238E27FC236}">
                    <a16:creationId xmlns:a16="http://schemas.microsoft.com/office/drawing/2014/main" id="{1601C690-8A11-CE39-06DA-E312F8C83047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9" name="pg1964">
                <a:extLst>
                  <a:ext uri="{FF2B5EF4-FFF2-40B4-BE49-F238E27FC236}">
                    <a16:creationId xmlns:a16="http://schemas.microsoft.com/office/drawing/2014/main" id="{0E0FFEE1-E463-C696-5CAF-2A90EF541A7E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0" name="pg1965">
                <a:extLst>
                  <a:ext uri="{FF2B5EF4-FFF2-40B4-BE49-F238E27FC236}">
                    <a16:creationId xmlns:a16="http://schemas.microsoft.com/office/drawing/2014/main" id="{595FB7CC-6711-1A38-72EB-51C4E4C2D59D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1" name="pg1966">
                <a:extLst>
                  <a:ext uri="{FF2B5EF4-FFF2-40B4-BE49-F238E27FC236}">
                    <a16:creationId xmlns:a16="http://schemas.microsoft.com/office/drawing/2014/main" id="{B60717D2-04C8-B98D-3FCB-4B8543CAA42B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2" name="pg1967">
                <a:extLst>
                  <a:ext uri="{FF2B5EF4-FFF2-40B4-BE49-F238E27FC236}">
                    <a16:creationId xmlns:a16="http://schemas.microsoft.com/office/drawing/2014/main" id="{33041F63-D0F5-6A26-F60F-5F23ED6BBDFF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3" name="pg1968">
                <a:extLst>
                  <a:ext uri="{FF2B5EF4-FFF2-40B4-BE49-F238E27FC236}">
                    <a16:creationId xmlns:a16="http://schemas.microsoft.com/office/drawing/2014/main" id="{41770FB0-87EE-7CB1-B114-8C38D5CB61EF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4" name="pg1969">
                <a:extLst>
                  <a:ext uri="{FF2B5EF4-FFF2-40B4-BE49-F238E27FC236}">
                    <a16:creationId xmlns:a16="http://schemas.microsoft.com/office/drawing/2014/main" id="{48D416AD-28AD-C116-BE1E-B18BF7F2E861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5" name="pg1970">
                <a:extLst>
                  <a:ext uri="{FF2B5EF4-FFF2-40B4-BE49-F238E27FC236}">
                    <a16:creationId xmlns:a16="http://schemas.microsoft.com/office/drawing/2014/main" id="{2378502F-4407-A177-81CC-2694349FA6C7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6" name="pg1971">
                <a:extLst>
                  <a:ext uri="{FF2B5EF4-FFF2-40B4-BE49-F238E27FC236}">
                    <a16:creationId xmlns:a16="http://schemas.microsoft.com/office/drawing/2014/main" id="{D447F425-BD06-6C65-3751-ECBAB6B6B5AE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7" name="pg1972">
                <a:extLst>
                  <a:ext uri="{FF2B5EF4-FFF2-40B4-BE49-F238E27FC236}">
                    <a16:creationId xmlns:a16="http://schemas.microsoft.com/office/drawing/2014/main" id="{E779C3AD-82EA-37D6-7B00-80E61782349A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8" name="pg1973">
                <a:extLst>
                  <a:ext uri="{FF2B5EF4-FFF2-40B4-BE49-F238E27FC236}">
                    <a16:creationId xmlns:a16="http://schemas.microsoft.com/office/drawing/2014/main" id="{5F40BAE4-A6A7-0551-7CA4-ADF06324E111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9" name="pg1974">
                <a:extLst>
                  <a:ext uri="{FF2B5EF4-FFF2-40B4-BE49-F238E27FC236}">
                    <a16:creationId xmlns:a16="http://schemas.microsoft.com/office/drawing/2014/main" id="{3A1C37B7-5B49-A690-28E8-D2EAD79F53C6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0" name="pg1975">
                <a:extLst>
                  <a:ext uri="{FF2B5EF4-FFF2-40B4-BE49-F238E27FC236}">
                    <a16:creationId xmlns:a16="http://schemas.microsoft.com/office/drawing/2014/main" id="{3BDD2D51-7A59-822B-F232-917238CC655B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1" name="pg1976">
                <a:extLst>
                  <a:ext uri="{FF2B5EF4-FFF2-40B4-BE49-F238E27FC236}">
                    <a16:creationId xmlns:a16="http://schemas.microsoft.com/office/drawing/2014/main" id="{B6240EF7-D929-086D-3049-A0536C69557E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2" name="pg1977">
                <a:extLst>
                  <a:ext uri="{FF2B5EF4-FFF2-40B4-BE49-F238E27FC236}">
                    <a16:creationId xmlns:a16="http://schemas.microsoft.com/office/drawing/2014/main" id="{8AF71421-6B25-8596-C8A5-39539D8592E3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3" name="pg1978">
                <a:extLst>
                  <a:ext uri="{FF2B5EF4-FFF2-40B4-BE49-F238E27FC236}">
                    <a16:creationId xmlns:a16="http://schemas.microsoft.com/office/drawing/2014/main" id="{F4B6CBC4-3B01-11EB-964E-96413A017EE4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4" name="pg1979">
                <a:extLst>
                  <a:ext uri="{FF2B5EF4-FFF2-40B4-BE49-F238E27FC236}">
                    <a16:creationId xmlns:a16="http://schemas.microsoft.com/office/drawing/2014/main" id="{BD8FC280-B162-18ED-BEAA-63A8029DAE0B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5" name="pg1980">
                <a:extLst>
                  <a:ext uri="{FF2B5EF4-FFF2-40B4-BE49-F238E27FC236}">
                    <a16:creationId xmlns:a16="http://schemas.microsoft.com/office/drawing/2014/main" id="{C825929C-B6BC-3335-2246-8ADF8BA2BA08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6" name="pg1981">
                <a:extLst>
                  <a:ext uri="{FF2B5EF4-FFF2-40B4-BE49-F238E27FC236}">
                    <a16:creationId xmlns:a16="http://schemas.microsoft.com/office/drawing/2014/main" id="{2D832AC7-5D07-AACA-91A4-D4633964AB86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7" name="pg1982">
                <a:extLst>
                  <a:ext uri="{FF2B5EF4-FFF2-40B4-BE49-F238E27FC236}">
                    <a16:creationId xmlns:a16="http://schemas.microsoft.com/office/drawing/2014/main" id="{3DF05C77-3424-57D8-81AE-87860E9595A7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8" name="pg1983">
                <a:extLst>
                  <a:ext uri="{FF2B5EF4-FFF2-40B4-BE49-F238E27FC236}">
                    <a16:creationId xmlns:a16="http://schemas.microsoft.com/office/drawing/2014/main" id="{5926281C-1481-5659-86D7-670791D6EFCF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9" name="pg1984">
                <a:extLst>
                  <a:ext uri="{FF2B5EF4-FFF2-40B4-BE49-F238E27FC236}">
                    <a16:creationId xmlns:a16="http://schemas.microsoft.com/office/drawing/2014/main" id="{2BD389EF-A982-7D2A-E1E5-7E90B6AB27FC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0" name="pg1985">
                <a:extLst>
                  <a:ext uri="{FF2B5EF4-FFF2-40B4-BE49-F238E27FC236}">
                    <a16:creationId xmlns:a16="http://schemas.microsoft.com/office/drawing/2014/main" id="{962AEBE1-82E5-77BF-179D-2CDF2EC49511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1" name="pg1986">
                <a:extLst>
                  <a:ext uri="{FF2B5EF4-FFF2-40B4-BE49-F238E27FC236}">
                    <a16:creationId xmlns:a16="http://schemas.microsoft.com/office/drawing/2014/main" id="{46557536-2897-EE13-E1D5-293E7C4A845B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2" name="pg1987">
                <a:extLst>
                  <a:ext uri="{FF2B5EF4-FFF2-40B4-BE49-F238E27FC236}">
                    <a16:creationId xmlns:a16="http://schemas.microsoft.com/office/drawing/2014/main" id="{88235EF8-D25B-BA59-7619-4A0862688EDE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3" name="pg1988">
                <a:extLst>
                  <a:ext uri="{FF2B5EF4-FFF2-40B4-BE49-F238E27FC236}">
                    <a16:creationId xmlns:a16="http://schemas.microsoft.com/office/drawing/2014/main" id="{3163EAF3-882F-D533-7AFD-21A9D148F509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4" name="pg1989">
                <a:extLst>
                  <a:ext uri="{FF2B5EF4-FFF2-40B4-BE49-F238E27FC236}">
                    <a16:creationId xmlns:a16="http://schemas.microsoft.com/office/drawing/2014/main" id="{2B29BFC7-7CB9-B286-52DA-50406A52842D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5" name="pg1990">
                <a:extLst>
                  <a:ext uri="{FF2B5EF4-FFF2-40B4-BE49-F238E27FC236}">
                    <a16:creationId xmlns:a16="http://schemas.microsoft.com/office/drawing/2014/main" id="{1737A3FB-43D4-8DF7-ECA3-31CA14D7C4FB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6" name="pg1991">
                <a:extLst>
                  <a:ext uri="{FF2B5EF4-FFF2-40B4-BE49-F238E27FC236}">
                    <a16:creationId xmlns:a16="http://schemas.microsoft.com/office/drawing/2014/main" id="{56DA3E3E-1C43-5BD3-0E00-CC98713F4207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7" name="pg1992">
                <a:extLst>
                  <a:ext uri="{FF2B5EF4-FFF2-40B4-BE49-F238E27FC236}">
                    <a16:creationId xmlns:a16="http://schemas.microsoft.com/office/drawing/2014/main" id="{79B9C36D-EA8D-3D0F-EB33-D2AB401C3862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8" name="pg1993">
                <a:extLst>
                  <a:ext uri="{FF2B5EF4-FFF2-40B4-BE49-F238E27FC236}">
                    <a16:creationId xmlns:a16="http://schemas.microsoft.com/office/drawing/2014/main" id="{661482DB-9E0F-AFC7-1FFC-407CF10D831B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9" name="pg1994">
                <a:extLst>
                  <a:ext uri="{FF2B5EF4-FFF2-40B4-BE49-F238E27FC236}">
                    <a16:creationId xmlns:a16="http://schemas.microsoft.com/office/drawing/2014/main" id="{126E8DD6-22E2-4F6E-5008-AEA7AEB2A964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0" name="pg1995">
                <a:extLst>
                  <a:ext uri="{FF2B5EF4-FFF2-40B4-BE49-F238E27FC236}">
                    <a16:creationId xmlns:a16="http://schemas.microsoft.com/office/drawing/2014/main" id="{FB4019BC-44DB-4967-E92B-B6E8C4436327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1" name="pg1996">
                <a:extLst>
                  <a:ext uri="{FF2B5EF4-FFF2-40B4-BE49-F238E27FC236}">
                    <a16:creationId xmlns:a16="http://schemas.microsoft.com/office/drawing/2014/main" id="{9A74E98E-7DA3-138E-57B1-1137DFB931DF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2" name="pg1997">
                <a:extLst>
                  <a:ext uri="{FF2B5EF4-FFF2-40B4-BE49-F238E27FC236}">
                    <a16:creationId xmlns:a16="http://schemas.microsoft.com/office/drawing/2014/main" id="{CCD9BE59-E72B-C6C4-D6BF-3CA7E4DAE119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3" name="pg1998">
                <a:extLst>
                  <a:ext uri="{FF2B5EF4-FFF2-40B4-BE49-F238E27FC236}">
                    <a16:creationId xmlns:a16="http://schemas.microsoft.com/office/drawing/2014/main" id="{AA4A60FD-3B91-45C8-4F03-E6B4122926B7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4" name="pg1999">
                <a:extLst>
                  <a:ext uri="{FF2B5EF4-FFF2-40B4-BE49-F238E27FC236}">
                    <a16:creationId xmlns:a16="http://schemas.microsoft.com/office/drawing/2014/main" id="{43173597-01E1-D971-379E-0E53A47876E3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5" name="pg2000">
                <a:extLst>
                  <a:ext uri="{FF2B5EF4-FFF2-40B4-BE49-F238E27FC236}">
                    <a16:creationId xmlns:a16="http://schemas.microsoft.com/office/drawing/2014/main" id="{9A2DC61E-518D-A059-CC52-6FE1989ED16E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6" name="pg2001">
                <a:extLst>
                  <a:ext uri="{FF2B5EF4-FFF2-40B4-BE49-F238E27FC236}">
                    <a16:creationId xmlns:a16="http://schemas.microsoft.com/office/drawing/2014/main" id="{8618A08A-6751-C0B0-151E-45F760DEF957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7" name="pg2002">
                <a:extLst>
                  <a:ext uri="{FF2B5EF4-FFF2-40B4-BE49-F238E27FC236}">
                    <a16:creationId xmlns:a16="http://schemas.microsoft.com/office/drawing/2014/main" id="{744BA10D-9381-DAB5-EE98-3C789CD9C3C7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8" name="pg2003">
                <a:extLst>
                  <a:ext uri="{FF2B5EF4-FFF2-40B4-BE49-F238E27FC236}">
                    <a16:creationId xmlns:a16="http://schemas.microsoft.com/office/drawing/2014/main" id="{5E5F4776-C9FF-6C7E-B90D-FE36614FF9DF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9" name="pg2004">
                <a:extLst>
                  <a:ext uri="{FF2B5EF4-FFF2-40B4-BE49-F238E27FC236}">
                    <a16:creationId xmlns:a16="http://schemas.microsoft.com/office/drawing/2014/main" id="{B8804434-CD3B-054E-A20A-113C533E50DB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0" name="pg2005">
                <a:extLst>
                  <a:ext uri="{FF2B5EF4-FFF2-40B4-BE49-F238E27FC236}">
                    <a16:creationId xmlns:a16="http://schemas.microsoft.com/office/drawing/2014/main" id="{062027EF-C369-EA8C-667A-1F4667450DB7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1" name="pg2006">
                <a:extLst>
                  <a:ext uri="{FF2B5EF4-FFF2-40B4-BE49-F238E27FC236}">
                    <a16:creationId xmlns:a16="http://schemas.microsoft.com/office/drawing/2014/main" id="{5F2896AE-5A50-1C98-3F86-9833E945BF96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2" name="pg2007">
                <a:extLst>
                  <a:ext uri="{FF2B5EF4-FFF2-40B4-BE49-F238E27FC236}">
                    <a16:creationId xmlns:a16="http://schemas.microsoft.com/office/drawing/2014/main" id="{BACC9EE5-FCE4-473C-5EBD-975531384902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3" name="pg2008">
                <a:extLst>
                  <a:ext uri="{FF2B5EF4-FFF2-40B4-BE49-F238E27FC236}">
                    <a16:creationId xmlns:a16="http://schemas.microsoft.com/office/drawing/2014/main" id="{72349210-BE18-388A-FDB8-5AE7E6C528BB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4" name="pg2009">
                <a:extLst>
                  <a:ext uri="{FF2B5EF4-FFF2-40B4-BE49-F238E27FC236}">
                    <a16:creationId xmlns:a16="http://schemas.microsoft.com/office/drawing/2014/main" id="{5E75AE29-FB74-87BE-693D-4DC9909A5586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5" name="pg2010">
                <a:extLst>
                  <a:ext uri="{FF2B5EF4-FFF2-40B4-BE49-F238E27FC236}">
                    <a16:creationId xmlns:a16="http://schemas.microsoft.com/office/drawing/2014/main" id="{435CBA86-217E-A866-D0C0-619728548E16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6" name="pg2011">
                <a:extLst>
                  <a:ext uri="{FF2B5EF4-FFF2-40B4-BE49-F238E27FC236}">
                    <a16:creationId xmlns:a16="http://schemas.microsoft.com/office/drawing/2014/main" id="{AB04F1E4-5A07-198C-3083-06BE5EFB84AF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7" name="pg2012">
                <a:extLst>
                  <a:ext uri="{FF2B5EF4-FFF2-40B4-BE49-F238E27FC236}">
                    <a16:creationId xmlns:a16="http://schemas.microsoft.com/office/drawing/2014/main" id="{9E216F2B-06EE-B793-BBA7-90A8EEA55FD6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8" name="pg2013">
                <a:extLst>
                  <a:ext uri="{FF2B5EF4-FFF2-40B4-BE49-F238E27FC236}">
                    <a16:creationId xmlns:a16="http://schemas.microsoft.com/office/drawing/2014/main" id="{1BC8DB1C-F146-8423-AFD2-9149596ED8E4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9" name="pg2014">
                <a:extLst>
                  <a:ext uri="{FF2B5EF4-FFF2-40B4-BE49-F238E27FC236}">
                    <a16:creationId xmlns:a16="http://schemas.microsoft.com/office/drawing/2014/main" id="{0C7E46A8-A650-D311-3F57-78CDC083EDBB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0" name="pg2015">
                <a:extLst>
                  <a:ext uri="{FF2B5EF4-FFF2-40B4-BE49-F238E27FC236}">
                    <a16:creationId xmlns:a16="http://schemas.microsoft.com/office/drawing/2014/main" id="{2C0BAC80-C7D0-D067-B4E2-FA0017832677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1" name="pg2016">
                <a:extLst>
                  <a:ext uri="{FF2B5EF4-FFF2-40B4-BE49-F238E27FC236}">
                    <a16:creationId xmlns:a16="http://schemas.microsoft.com/office/drawing/2014/main" id="{EFCE3F25-3B0A-094C-67F4-B999B8B96006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2" name="pg2017">
                <a:extLst>
                  <a:ext uri="{FF2B5EF4-FFF2-40B4-BE49-F238E27FC236}">
                    <a16:creationId xmlns:a16="http://schemas.microsoft.com/office/drawing/2014/main" id="{4E7F5684-AFD7-6A83-752C-FC11873AAACA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3" name="pg2018">
                <a:extLst>
                  <a:ext uri="{FF2B5EF4-FFF2-40B4-BE49-F238E27FC236}">
                    <a16:creationId xmlns:a16="http://schemas.microsoft.com/office/drawing/2014/main" id="{E760B7B6-4F12-6B21-0DA9-55B1264765D7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4" name="pg2019">
                <a:extLst>
                  <a:ext uri="{FF2B5EF4-FFF2-40B4-BE49-F238E27FC236}">
                    <a16:creationId xmlns:a16="http://schemas.microsoft.com/office/drawing/2014/main" id="{3F2D616F-C588-9B69-3603-21EFF6223D3C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5" name="pg2020">
                <a:extLst>
                  <a:ext uri="{FF2B5EF4-FFF2-40B4-BE49-F238E27FC236}">
                    <a16:creationId xmlns:a16="http://schemas.microsoft.com/office/drawing/2014/main" id="{7573D4BF-5682-29EA-CD06-239F545EB309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6" name="pg2021">
                <a:extLst>
                  <a:ext uri="{FF2B5EF4-FFF2-40B4-BE49-F238E27FC236}">
                    <a16:creationId xmlns:a16="http://schemas.microsoft.com/office/drawing/2014/main" id="{093BEA59-F9DF-314D-71CF-95DDFF93BA46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7" name="pg2022">
                <a:extLst>
                  <a:ext uri="{FF2B5EF4-FFF2-40B4-BE49-F238E27FC236}">
                    <a16:creationId xmlns:a16="http://schemas.microsoft.com/office/drawing/2014/main" id="{594BCD15-1685-9A32-DECD-7A53ACB5305E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8" name="pg2023">
                <a:extLst>
                  <a:ext uri="{FF2B5EF4-FFF2-40B4-BE49-F238E27FC236}">
                    <a16:creationId xmlns:a16="http://schemas.microsoft.com/office/drawing/2014/main" id="{3285736A-1F58-8593-EFC2-809E3E160531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9" name="pg2024">
                <a:extLst>
                  <a:ext uri="{FF2B5EF4-FFF2-40B4-BE49-F238E27FC236}">
                    <a16:creationId xmlns:a16="http://schemas.microsoft.com/office/drawing/2014/main" id="{D9BF80C8-82CD-12D5-1FC8-6C1DE087D0F0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0" name="pg2025">
                <a:extLst>
                  <a:ext uri="{FF2B5EF4-FFF2-40B4-BE49-F238E27FC236}">
                    <a16:creationId xmlns:a16="http://schemas.microsoft.com/office/drawing/2014/main" id="{F5132782-B339-120E-586E-00F1A684DA0C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1" name="pg2026">
                <a:extLst>
                  <a:ext uri="{FF2B5EF4-FFF2-40B4-BE49-F238E27FC236}">
                    <a16:creationId xmlns:a16="http://schemas.microsoft.com/office/drawing/2014/main" id="{0300EB70-4F57-A971-3A17-2D9ABC17CECC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2" name="pg2027">
                <a:extLst>
                  <a:ext uri="{FF2B5EF4-FFF2-40B4-BE49-F238E27FC236}">
                    <a16:creationId xmlns:a16="http://schemas.microsoft.com/office/drawing/2014/main" id="{8B3700F8-4EA4-AE0D-66BE-C5E8B689867A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3" name="pg2028">
                <a:extLst>
                  <a:ext uri="{FF2B5EF4-FFF2-40B4-BE49-F238E27FC236}">
                    <a16:creationId xmlns:a16="http://schemas.microsoft.com/office/drawing/2014/main" id="{AE02D70F-5F73-AF60-1B7B-FE50D760188F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4" name="pg2029">
                <a:extLst>
                  <a:ext uri="{FF2B5EF4-FFF2-40B4-BE49-F238E27FC236}">
                    <a16:creationId xmlns:a16="http://schemas.microsoft.com/office/drawing/2014/main" id="{41D46C31-D607-CF00-0E3F-B6CA8FFD2074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5" name="pg2030">
                <a:extLst>
                  <a:ext uri="{FF2B5EF4-FFF2-40B4-BE49-F238E27FC236}">
                    <a16:creationId xmlns:a16="http://schemas.microsoft.com/office/drawing/2014/main" id="{31F5BEF7-FE7F-57B4-97D8-2F4433A1775C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6" name="pg2031">
                <a:extLst>
                  <a:ext uri="{FF2B5EF4-FFF2-40B4-BE49-F238E27FC236}">
                    <a16:creationId xmlns:a16="http://schemas.microsoft.com/office/drawing/2014/main" id="{CCA6A38C-033B-9130-BB78-B9DEB6DEEA86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7" name="pg2032">
                <a:extLst>
                  <a:ext uri="{FF2B5EF4-FFF2-40B4-BE49-F238E27FC236}">
                    <a16:creationId xmlns:a16="http://schemas.microsoft.com/office/drawing/2014/main" id="{EF05F14B-8D34-4B42-7A4A-5C3946862867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8" name="pg2033">
                <a:extLst>
                  <a:ext uri="{FF2B5EF4-FFF2-40B4-BE49-F238E27FC236}">
                    <a16:creationId xmlns:a16="http://schemas.microsoft.com/office/drawing/2014/main" id="{4AA52CD2-63A8-D8E6-B81B-CD6869518AC0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9" name="pg2034">
                <a:extLst>
                  <a:ext uri="{FF2B5EF4-FFF2-40B4-BE49-F238E27FC236}">
                    <a16:creationId xmlns:a16="http://schemas.microsoft.com/office/drawing/2014/main" id="{CA69C1EB-A48A-B8E0-51EC-557CB560ADA9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0" name="pg2035">
                <a:extLst>
                  <a:ext uri="{FF2B5EF4-FFF2-40B4-BE49-F238E27FC236}">
                    <a16:creationId xmlns:a16="http://schemas.microsoft.com/office/drawing/2014/main" id="{F1AF6F68-A8F2-7CB1-A89D-1923DCA5E8C8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1" name="pg2036">
                <a:extLst>
                  <a:ext uri="{FF2B5EF4-FFF2-40B4-BE49-F238E27FC236}">
                    <a16:creationId xmlns:a16="http://schemas.microsoft.com/office/drawing/2014/main" id="{97A4928F-0DBD-FCB1-70F0-B0B5BD5C9F7D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2" name="pg2037">
                <a:extLst>
                  <a:ext uri="{FF2B5EF4-FFF2-40B4-BE49-F238E27FC236}">
                    <a16:creationId xmlns:a16="http://schemas.microsoft.com/office/drawing/2014/main" id="{F43E6198-69BB-5E52-9F89-49AB7EDEE462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3" name="pg2038">
                <a:extLst>
                  <a:ext uri="{FF2B5EF4-FFF2-40B4-BE49-F238E27FC236}">
                    <a16:creationId xmlns:a16="http://schemas.microsoft.com/office/drawing/2014/main" id="{EA47E43F-9928-FD29-B7F9-9436699CB6E9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4" name="pg2039">
                <a:extLst>
                  <a:ext uri="{FF2B5EF4-FFF2-40B4-BE49-F238E27FC236}">
                    <a16:creationId xmlns:a16="http://schemas.microsoft.com/office/drawing/2014/main" id="{07084D75-4D54-12AB-31B9-1F20A725896D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5" name="pg2040">
                <a:extLst>
                  <a:ext uri="{FF2B5EF4-FFF2-40B4-BE49-F238E27FC236}">
                    <a16:creationId xmlns:a16="http://schemas.microsoft.com/office/drawing/2014/main" id="{1F1175D5-0997-E90F-07BD-9C35B1F435C7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6" name="pg2041">
                <a:extLst>
                  <a:ext uri="{FF2B5EF4-FFF2-40B4-BE49-F238E27FC236}">
                    <a16:creationId xmlns:a16="http://schemas.microsoft.com/office/drawing/2014/main" id="{A0FD65C8-D498-9878-6BE0-31D62EEB0EA3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7" name="pg2042">
                <a:extLst>
                  <a:ext uri="{FF2B5EF4-FFF2-40B4-BE49-F238E27FC236}">
                    <a16:creationId xmlns:a16="http://schemas.microsoft.com/office/drawing/2014/main" id="{D9D8665E-3BF3-23D3-4C49-0B0109538A01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8" name="pg2043">
                <a:extLst>
                  <a:ext uri="{FF2B5EF4-FFF2-40B4-BE49-F238E27FC236}">
                    <a16:creationId xmlns:a16="http://schemas.microsoft.com/office/drawing/2014/main" id="{74C773FD-69AB-7A30-6FFD-9AC02BE22336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9" name="pg2044">
                <a:extLst>
                  <a:ext uri="{FF2B5EF4-FFF2-40B4-BE49-F238E27FC236}">
                    <a16:creationId xmlns:a16="http://schemas.microsoft.com/office/drawing/2014/main" id="{24E6E6F5-E62B-FB95-8386-1546E4C8F92B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0" name="pg2045">
                <a:extLst>
                  <a:ext uri="{FF2B5EF4-FFF2-40B4-BE49-F238E27FC236}">
                    <a16:creationId xmlns:a16="http://schemas.microsoft.com/office/drawing/2014/main" id="{EBA8CD99-48CC-C57E-AD67-A199B2F09DF2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1" name="pg2046">
                <a:extLst>
                  <a:ext uri="{FF2B5EF4-FFF2-40B4-BE49-F238E27FC236}">
                    <a16:creationId xmlns:a16="http://schemas.microsoft.com/office/drawing/2014/main" id="{C399E7B1-A0BE-5EA6-6F18-8AAB49459491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2" name="pg2047">
                <a:extLst>
                  <a:ext uri="{FF2B5EF4-FFF2-40B4-BE49-F238E27FC236}">
                    <a16:creationId xmlns:a16="http://schemas.microsoft.com/office/drawing/2014/main" id="{6CBD2B26-6A4E-A19C-94A5-E4094D68F7C2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3" name="pg2048">
                <a:extLst>
                  <a:ext uri="{FF2B5EF4-FFF2-40B4-BE49-F238E27FC236}">
                    <a16:creationId xmlns:a16="http://schemas.microsoft.com/office/drawing/2014/main" id="{4AB735B2-4BBB-C9E9-8D51-CC6EA16BFFC5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4" name="pg2049">
                <a:extLst>
                  <a:ext uri="{FF2B5EF4-FFF2-40B4-BE49-F238E27FC236}">
                    <a16:creationId xmlns:a16="http://schemas.microsoft.com/office/drawing/2014/main" id="{D65ACA86-741C-4F96-4D48-A311F16E47A0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5" name="pg2050">
                <a:extLst>
                  <a:ext uri="{FF2B5EF4-FFF2-40B4-BE49-F238E27FC236}">
                    <a16:creationId xmlns:a16="http://schemas.microsoft.com/office/drawing/2014/main" id="{0782666B-9691-EF55-CE6B-FEDEDD589B6A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6" name="pg2051">
                <a:extLst>
                  <a:ext uri="{FF2B5EF4-FFF2-40B4-BE49-F238E27FC236}">
                    <a16:creationId xmlns:a16="http://schemas.microsoft.com/office/drawing/2014/main" id="{FFE3C47F-0BB2-C8D9-099E-C5706C6CC2FB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7" name="pg2052">
                <a:extLst>
                  <a:ext uri="{FF2B5EF4-FFF2-40B4-BE49-F238E27FC236}">
                    <a16:creationId xmlns:a16="http://schemas.microsoft.com/office/drawing/2014/main" id="{5B535511-247E-07A7-DF5D-242FE071489E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8" name="pg2053">
                <a:extLst>
                  <a:ext uri="{FF2B5EF4-FFF2-40B4-BE49-F238E27FC236}">
                    <a16:creationId xmlns:a16="http://schemas.microsoft.com/office/drawing/2014/main" id="{C3433B14-629D-9A07-F0EB-B3352000FFD5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9" name="pg2054">
                <a:extLst>
                  <a:ext uri="{FF2B5EF4-FFF2-40B4-BE49-F238E27FC236}">
                    <a16:creationId xmlns:a16="http://schemas.microsoft.com/office/drawing/2014/main" id="{99FE593E-0CF5-9A66-46C0-67A1AF2FAB74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0" name="pg2055">
                <a:extLst>
                  <a:ext uri="{FF2B5EF4-FFF2-40B4-BE49-F238E27FC236}">
                    <a16:creationId xmlns:a16="http://schemas.microsoft.com/office/drawing/2014/main" id="{33CBDB62-3611-6400-E843-5AE1C3651DEC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1" name="pg2056">
                <a:extLst>
                  <a:ext uri="{FF2B5EF4-FFF2-40B4-BE49-F238E27FC236}">
                    <a16:creationId xmlns:a16="http://schemas.microsoft.com/office/drawing/2014/main" id="{A9D1B7DB-5749-13D9-4307-41E1369FD94F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2" name="pg2057">
                <a:extLst>
                  <a:ext uri="{FF2B5EF4-FFF2-40B4-BE49-F238E27FC236}">
                    <a16:creationId xmlns:a16="http://schemas.microsoft.com/office/drawing/2014/main" id="{7CAB03A7-3CA7-7876-B781-136CC741D803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3" name="pg2058">
                <a:extLst>
                  <a:ext uri="{FF2B5EF4-FFF2-40B4-BE49-F238E27FC236}">
                    <a16:creationId xmlns:a16="http://schemas.microsoft.com/office/drawing/2014/main" id="{2EAC1D26-3CC6-A891-5FC0-E4022E29823B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4" name="pg2059">
                <a:extLst>
                  <a:ext uri="{FF2B5EF4-FFF2-40B4-BE49-F238E27FC236}">
                    <a16:creationId xmlns:a16="http://schemas.microsoft.com/office/drawing/2014/main" id="{1F056C0E-DC7C-456E-78B4-F7D93B1C5EA0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5" name="pg2060">
                <a:extLst>
                  <a:ext uri="{FF2B5EF4-FFF2-40B4-BE49-F238E27FC236}">
                    <a16:creationId xmlns:a16="http://schemas.microsoft.com/office/drawing/2014/main" id="{0BE824B6-5CEA-DAE2-A248-D682000D83B0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6" name="pg2061">
                <a:extLst>
                  <a:ext uri="{FF2B5EF4-FFF2-40B4-BE49-F238E27FC236}">
                    <a16:creationId xmlns:a16="http://schemas.microsoft.com/office/drawing/2014/main" id="{99D4EF52-1ECA-366B-7576-BBBD87988C51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7" name="pg2062">
                <a:extLst>
                  <a:ext uri="{FF2B5EF4-FFF2-40B4-BE49-F238E27FC236}">
                    <a16:creationId xmlns:a16="http://schemas.microsoft.com/office/drawing/2014/main" id="{DA0B027D-5720-AE68-1366-4CA790D16006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8" name="pg2063">
                <a:extLst>
                  <a:ext uri="{FF2B5EF4-FFF2-40B4-BE49-F238E27FC236}">
                    <a16:creationId xmlns:a16="http://schemas.microsoft.com/office/drawing/2014/main" id="{E2922258-F028-07DA-54AB-9F149E013DA5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9" name="pg2064">
                <a:extLst>
                  <a:ext uri="{FF2B5EF4-FFF2-40B4-BE49-F238E27FC236}">
                    <a16:creationId xmlns:a16="http://schemas.microsoft.com/office/drawing/2014/main" id="{967CEB53-7DFD-E7A2-6079-96E66C6A4ACA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0" name="pg2065">
                <a:extLst>
                  <a:ext uri="{FF2B5EF4-FFF2-40B4-BE49-F238E27FC236}">
                    <a16:creationId xmlns:a16="http://schemas.microsoft.com/office/drawing/2014/main" id="{9562101B-FF9B-F315-A40B-A44490ECFEE0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1" name="pg2066">
                <a:extLst>
                  <a:ext uri="{FF2B5EF4-FFF2-40B4-BE49-F238E27FC236}">
                    <a16:creationId xmlns:a16="http://schemas.microsoft.com/office/drawing/2014/main" id="{61B585B0-5E90-1190-2CFE-90F26F816E21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2" name="pg2067">
                <a:extLst>
                  <a:ext uri="{FF2B5EF4-FFF2-40B4-BE49-F238E27FC236}">
                    <a16:creationId xmlns:a16="http://schemas.microsoft.com/office/drawing/2014/main" id="{7EF09025-CF5E-D0B0-D564-2A120DA73AF6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3" name="pg2068">
                <a:extLst>
                  <a:ext uri="{FF2B5EF4-FFF2-40B4-BE49-F238E27FC236}">
                    <a16:creationId xmlns:a16="http://schemas.microsoft.com/office/drawing/2014/main" id="{6AAF0F1B-F21D-ED25-5B0C-E0CB7BE3C244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4" name="pg2069">
                <a:extLst>
                  <a:ext uri="{FF2B5EF4-FFF2-40B4-BE49-F238E27FC236}">
                    <a16:creationId xmlns:a16="http://schemas.microsoft.com/office/drawing/2014/main" id="{EBB4DBCF-3555-57A7-D61E-2EEEF5C7F9C1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5" name="pg2070">
                <a:extLst>
                  <a:ext uri="{FF2B5EF4-FFF2-40B4-BE49-F238E27FC236}">
                    <a16:creationId xmlns:a16="http://schemas.microsoft.com/office/drawing/2014/main" id="{C78480EF-B6F7-7296-1FE8-6C8E626B1B58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6" name="pg2071">
                <a:extLst>
                  <a:ext uri="{FF2B5EF4-FFF2-40B4-BE49-F238E27FC236}">
                    <a16:creationId xmlns:a16="http://schemas.microsoft.com/office/drawing/2014/main" id="{33B2F398-4713-188E-F846-7C7A9977A2CC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7" name="pg2072">
                <a:extLst>
                  <a:ext uri="{FF2B5EF4-FFF2-40B4-BE49-F238E27FC236}">
                    <a16:creationId xmlns:a16="http://schemas.microsoft.com/office/drawing/2014/main" id="{4EE7A351-20A2-F747-C491-7AEF70BF33C9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8" name="pg2073">
                <a:extLst>
                  <a:ext uri="{FF2B5EF4-FFF2-40B4-BE49-F238E27FC236}">
                    <a16:creationId xmlns:a16="http://schemas.microsoft.com/office/drawing/2014/main" id="{13FB159B-0419-D1BA-DD52-6F885DE9934F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9" name="pg2074">
                <a:extLst>
                  <a:ext uri="{FF2B5EF4-FFF2-40B4-BE49-F238E27FC236}">
                    <a16:creationId xmlns:a16="http://schemas.microsoft.com/office/drawing/2014/main" id="{0CA5DBEC-ED71-5212-2BCB-FA80B7F538E6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0" name="pg2075">
                <a:extLst>
                  <a:ext uri="{FF2B5EF4-FFF2-40B4-BE49-F238E27FC236}">
                    <a16:creationId xmlns:a16="http://schemas.microsoft.com/office/drawing/2014/main" id="{DB4068CC-BD4F-F0BC-3407-3338244C0196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1" name="pg2076">
                <a:extLst>
                  <a:ext uri="{FF2B5EF4-FFF2-40B4-BE49-F238E27FC236}">
                    <a16:creationId xmlns:a16="http://schemas.microsoft.com/office/drawing/2014/main" id="{9F5F744B-B7BF-FFC3-69F8-49CDF850866B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2" name="pg2077">
                <a:extLst>
                  <a:ext uri="{FF2B5EF4-FFF2-40B4-BE49-F238E27FC236}">
                    <a16:creationId xmlns:a16="http://schemas.microsoft.com/office/drawing/2014/main" id="{EC70FA44-FDE8-B32C-9E31-9A51C4C2F115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3" name="pg2078">
                <a:extLst>
                  <a:ext uri="{FF2B5EF4-FFF2-40B4-BE49-F238E27FC236}">
                    <a16:creationId xmlns:a16="http://schemas.microsoft.com/office/drawing/2014/main" id="{6B44F91A-BB01-D224-EF43-C4A5EEE68480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4" name="pg2079">
                <a:extLst>
                  <a:ext uri="{FF2B5EF4-FFF2-40B4-BE49-F238E27FC236}">
                    <a16:creationId xmlns:a16="http://schemas.microsoft.com/office/drawing/2014/main" id="{271D820F-A6F0-04C4-476D-4CCCAB578072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5" name="pg2080">
                <a:extLst>
                  <a:ext uri="{FF2B5EF4-FFF2-40B4-BE49-F238E27FC236}">
                    <a16:creationId xmlns:a16="http://schemas.microsoft.com/office/drawing/2014/main" id="{110C795A-DBFD-3CB4-B88C-84D15EF9C9A7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6" name="pg2081">
                <a:extLst>
                  <a:ext uri="{FF2B5EF4-FFF2-40B4-BE49-F238E27FC236}">
                    <a16:creationId xmlns:a16="http://schemas.microsoft.com/office/drawing/2014/main" id="{508070B2-CD18-21BD-4CA5-204C6E353E98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7" name="pg2082">
                <a:extLst>
                  <a:ext uri="{FF2B5EF4-FFF2-40B4-BE49-F238E27FC236}">
                    <a16:creationId xmlns:a16="http://schemas.microsoft.com/office/drawing/2014/main" id="{834A038B-9433-56AB-D62E-749B06328F42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8" name="pg2083">
                <a:extLst>
                  <a:ext uri="{FF2B5EF4-FFF2-40B4-BE49-F238E27FC236}">
                    <a16:creationId xmlns:a16="http://schemas.microsoft.com/office/drawing/2014/main" id="{5A1578BB-4881-F70C-6667-90741EE13807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9" name="pg2084">
                <a:extLst>
                  <a:ext uri="{FF2B5EF4-FFF2-40B4-BE49-F238E27FC236}">
                    <a16:creationId xmlns:a16="http://schemas.microsoft.com/office/drawing/2014/main" id="{A0BC9674-99B0-3629-3CCB-5B96739F0286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0" name="pg2085">
                <a:extLst>
                  <a:ext uri="{FF2B5EF4-FFF2-40B4-BE49-F238E27FC236}">
                    <a16:creationId xmlns:a16="http://schemas.microsoft.com/office/drawing/2014/main" id="{A59ECD33-E13D-D9DF-68F3-6B2C1C340BF1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1" name="pg2086">
                <a:extLst>
                  <a:ext uri="{FF2B5EF4-FFF2-40B4-BE49-F238E27FC236}">
                    <a16:creationId xmlns:a16="http://schemas.microsoft.com/office/drawing/2014/main" id="{41407D7D-6D99-5E39-C4D4-A4CA5C40F348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2" name="pg2087">
                <a:extLst>
                  <a:ext uri="{FF2B5EF4-FFF2-40B4-BE49-F238E27FC236}">
                    <a16:creationId xmlns:a16="http://schemas.microsoft.com/office/drawing/2014/main" id="{4C9A812D-4080-4F4D-A078-9180AFB5C525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3" name="pg2088">
                <a:extLst>
                  <a:ext uri="{FF2B5EF4-FFF2-40B4-BE49-F238E27FC236}">
                    <a16:creationId xmlns:a16="http://schemas.microsoft.com/office/drawing/2014/main" id="{7B78D961-D552-AA98-3050-5A843731C721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4" name="pg2089">
                <a:extLst>
                  <a:ext uri="{FF2B5EF4-FFF2-40B4-BE49-F238E27FC236}">
                    <a16:creationId xmlns:a16="http://schemas.microsoft.com/office/drawing/2014/main" id="{F578A0D6-2E61-F518-9828-45838A1DB623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5" name="pg2090">
                <a:extLst>
                  <a:ext uri="{FF2B5EF4-FFF2-40B4-BE49-F238E27FC236}">
                    <a16:creationId xmlns:a16="http://schemas.microsoft.com/office/drawing/2014/main" id="{0B531FB6-A295-D139-9328-0088218C25A6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6" name="pg2091">
                <a:extLst>
                  <a:ext uri="{FF2B5EF4-FFF2-40B4-BE49-F238E27FC236}">
                    <a16:creationId xmlns:a16="http://schemas.microsoft.com/office/drawing/2014/main" id="{CDF17A0D-833A-5A1C-13C0-F66F7414056E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7" name="pg2092">
                <a:extLst>
                  <a:ext uri="{FF2B5EF4-FFF2-40B4-BE49-F238E27FC236}">
                    <a16:creationId xmlns:a16="http://schemas.microsoft.com/office/drawing/2014/main" id="{0EB59937-6F64-3BAF-AFB3-F71F4CF28445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8" name="pg2093">
                <a:extLst>
                  <a:ext uri="{FF2B5EF4-FFF2-40B4-BE49-F238E27FC236}">
                    <a16:creationId xmlns:a16="http://schemas.microsoft.com/office/drawing/2014/main" id="{5E619D62-DA8F-DAB3-7740-C813AFD79931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9" name="pg2094">
                <a:extLst>
                  <a:ext uri="{FF2B5EF4-FFF2-40B4-BE49-F238E27FC236}">
                    <a16:creationId xmlns:a16="http://schemas.microsoft.com/office/drawing/2014/main" id="{9F52E274-21DE-C0FC-03F3-629A08AC542C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0" name="pg2095">
                <a:extLst>
                  <a:ext uri="{FF2B5EF4-FFF2-40B4-BE49-F238E27FC236}">
                    <a16:creationId xmlns:a16="http://schemas.microsoft.com/office/drawing/2014/main" id="{689B811B-DA3E-0DD0-67EE-47DF2966DB15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1" name="pg2096">
                <a:extLst>
                  <a:ext uri="{FF2B5EF4-FFF2-40B4-BE49-F238E27FC236}">
                    <a16:creationId xmlns:a16="http://schemas.microsoft.com/office/drawing/2014/main" id="{277D2553-17A4-11DE-1AA0-E45D3432B82C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2" name="pg2097">
                <a:extLst>
                  <a:ext uri="{FF2B5EF4-FFF2-40B4-BE49-F238E27FC236}">
                    <a16:creationId xmlns:a16="http://schemas.microsoft.com/office/drawing/2014/main" id="{FF274A6A-1877-0045-5D5D-32BC066B175D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3" name="pg2098">
                <a:extLst>
                  <a:ext uri="{FF2B5EF4-FFF2-40B4-BE49-F238E27FC236}">
                    <a16:creationId xmlns:a16="http://schemas.microsoft.com/office/drawing/2014/main" id="{06A282F5-C4D5-A1A3-FB70-DFDBFAD4C013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4" name="pg2099">
                <a:extLst>
                  <a:ext uri="{FF2B5EF4-FFF2-40B4-BE49-F238E27FC236}">
                    <a16:creationId xmlns:a16="http://schemas.microsoft.com/office/drawing/2014/main" id="{E8A26282-9DAA-41E8-1ECD-9EAD05C36F65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5" name="pg2100">
                <a:extLst>
                  <a:ext uri="{FF2B5EF4-FFF2-40B4-BE49-F238E27FC236}">
                    <a16:creationId xmlns:a16="http://schemas.microsoft.com/office/drawing/2014/main" id="{7E3D3D7C-B91D-3C6E-BF3C-BF99A4EF07B5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6" name="pg2101">
                <a:extLst>
                  <a:ext uri="{FF2B5EF4-FFF2-40B4-BE49-F238E27FC236}">
                    <a16:creationId xmlns:a16="http://schemas.microsoft.com/office/drawing/2014/main" id="{253B337C-3067-3EF2-EA46-202F8D703CE7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7" name="pg2102">
                <a:extLst>
                  <a:ext uri="{FF2B5EF4-FFF2-40B4-BE49-F238E27FC236}">
                    <a16:creationId xmlns:a16="http://schemas.microsoft.com/office/drawing/2014/main" id="{08759F44-3E4F-852F-9BA2-46F2A91EBDAD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8" name="pg2103">
                <a:extLst>
                  <a:ext uri="{FF2B5EF4-FFF2-40B4-BE49-F238E27FC236}">
                    <a16:creationId xmlns:a16="http://schemas.microsoft.com/office/drawing/2014/main" id="{BD0AF116-4401-6C01-7D15-6E01EC0E18E0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9" name="pg2104">
                <a:extLst>
                  <a:ext uri="{FF2B5EF4-FFF2-40B4-BE49-F238E27FC236}">
                    <a16:creationId xmlns:a16="http://schemas.microsoft.com/office/drawing/2014/main" id="{3B30BF08-6B5D-8F49-751A-D5BBF438E389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0" name="pg2105">
                <a:extLst>
                  <a:ext uri="{FF2B5EF4-FFF2-40B4-BE49-F238E27FC236}">
                    <a16:creationId xmlns:a16="http://schemas.microsoft.com/office/drawing/2014/main" id="{814D3E17-AE74-4FF0-6EB8-00DA4BB830BE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1" name="pg2106">
                <a:extLst>
                  <a:ext uri="{FF2B5EF4-FFF2-40B4-BE49-F238E27FC236}">
                    <a16:creationId xmlns:a16="http://schemas.microsoft.com/office/drawing/2014/main" id="{784FCEDA-63AE-689E-35F0-5CE2E85F2486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2" name="pg2107">
                <a:extLst>
                  <a:ext uri="{FF2B5EF4-FFF2-40B4-BE49-F238E27FC236}">
                    <a16:creationId xmlns:a16="http://schemas.microsoft.com/office/drawing/2014/main" id="{2A918F48-2196-711B-6F07-08E743B7F004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3" name="pg2108">
                <a:extLst>
                  <a:ext uri="{FF2B5EF4-FFF2-40B4-BE49-F238E27FC236}">
                    <a16:creationId xmlns:a16="http://schemas.microsoft.com/office/drawing/2014/main" id="{96FFDAC9-6ECB-AA06-110D-C9A2B14047E5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4" name="pg2109">
                <a:extLst>
                  <a:ext uri="{FF2B5EF4-FFF2-40B4-BE49-F238E27FC236}">
                    <a16:creationId xmlns:a16="http://schemas.microsoft.com/office/drawing/2014/main" id="{24DBCFF3-9483-1315-A0F5-E1170DF773C9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5" name="pg2110">
                <a:extLst>
                  <a:ext uri="{FF2B5EF4-FFF2-40B4-BE49-F238E27FC236}">
                    <a16:creationId xmlns:a16="http://schemas.microsoft.com/office/drawing/2014/main" id="{B7C7F868-B079-B5C0-1CA1-EFB5A644C3D1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6" name="pg2111">
                <a:extLst>
                  <a:ext uri="{FF2B5EF4-FFF2-40B4-BE49-F238E27FC236}">
                    <a16:creationId xmlns:a16="http://schemas.microsoft.com/office/drawing/2014/main" id="{1CC8DC82-C792-C0AD-10F1-B835DBE1EDB8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7" name="pg2112">
                <a:extLst>
                  <a:ext uri="{FF2B5EF4-FFF2-40B4-BE49-F238E27FC236}">
                    <a16:creationId xmlns:a16="http://schemas.microsoft.com/office/drawing/2014/main" id="{1E7C70DD-B269-088F-7B42-395B0565BF8F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8" name="pg2113">
                <a:extLst>
                  <a:ext uri="{FF2B5EF4-FFF2-40B4-BE49-F238E27FC236}">
                    <a16:creationId xmlns:a16="http://schemas.microsoft.com/office/drawing/2014/main" id="{593C867B-EA9E-E22D-4952-401950C04BFE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9" name="pg2114">
                <a:extLst>
                  <a:ext uri="{FF2B5EF4-FFF2-40B4-BE49-F238E27FC236}">
                    <a16:creationId xmlns:a16="http://schemas.microsoft.com/office/drawing/2014/main" id="{1E6FB438-ADC8-8934-97C5-2BA4D1B34334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0" name="pg2115">
                <a:extLst>
                  <a:ext uri="{FF2B5EF4-FFF2-40B4-BE49-F238E27FC236}">
                    <a16:creationId xmlns:a16="http://schemas.microsoft.com/office/drawing/2014/main" id="{A2875787-ACC1-5F05-57DC-3895A80743F3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1" name="pg2116">
                <a:extLst>
                  <a:ext uri="{FF2B5EF4-FFF2-40B4-BE49-F238E27FC236}">
                    <a16:creationId xmlns:a16="http://schemas.microsoft.com/office/drawing/2014/main" id="{6A32D1FC-127E-C080-21F2-11B7723D4DA6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2" name="pg2117">
                <a:extLst>
                  <a:ext uri="{FF2B5EF4-FFF2-40B4-BE49-F238E27FC236}">
                    <a16:creationId xmlns:a16="http://schemas.microsoft.com/office/drawing/2014/main" id="{A823EBFD-C581-046F-DF4C-51610BA45917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3" name="pg2118">
                <a:extLst>
                  <a:ext uri="{FF2B5EF4-FFF2-40B4-BE49-F238E27FC236}">
                    <a16:creationId xmlns:a16="http://schemas.microsoft.com/office/drawing/2014/main" id="{FE75D44C-44EE-A123-2D5C-50FF5DAC868C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4" name="pg2119">
                <a:extLst>
                  <a:ext uri="{FF2B5EF4-FFF2-40B4-BE49-F238E27FC236}">
                    <a16:creationId xmlns:a16="http://schemas.microsoft.com/office/drawing/2014/main" id="{379D7E36-C271-A8BC-75F5-14656510C3D6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5" name="pg2120">
                <a:extLst>
                  <a:ext uri="{FF2B5EF4-FFF2-40B4-BE49-F238E27FC236}">
                    <a16:creationId xmlns:a16="http://schemas.microsoft.com/office/drawing/2014/main" id="{16CAD216-9F6E-0A9C-CA25-0B0867DC5778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6" name="pg2121">
                <a:extLst>
                  <a:ext uri="{FF2B5EF4-FFF2-40B4-BE49-F238E27FC236}">
                    <a16:creationId xmlns:a16="http://schemas.microsoft.com/office/drawing/2014/main" id="{9F689EFC-5D48-9470-B55E-23C0D50D52C5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7" name="pg2122">
                <a:extLst>
                  <a:ext uri="{FF2B5EF4-FFF2-40B4-BE49-F238E27FC236}">
                    <a16:creationId xmlns:a16="http://schemas.microsoft.com/office/drawing/2014/main" id="{513C3CE9-D46F-5C2F-9FEA-625730413BB5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8" name="pg2123">
                <a:extLst>
                  <a:ext uri="{FF2B5EF4-FFF2-40B4-BE49-F238E27FC236}">
                    <a16:creationId xmlns:a16="http://schemas.microsoft.com/office/drawing/2014/main" id="{7C664076-3B60-2D36-45DF-2745B89C700E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9" name="pg2124">
                <a:extLst>
                  <a:ext uri="{FF2B5EF4-FFF2-40B4-BE49-F238E27FC236}">
                    <a16:creationId xmlns:a16="http://schemas.microsoft.com/office/drawing/2014/main" id="{F3213587-77CA-0EC3-526F-22E6BD3FCF1F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0" name="pg2125">
                <a:extLst>
                  <a:ext uri="{FF2B5EF4-FFF2-40B4-BE49-F238E27FC236}">
                    <a16:creationId xmlns:a16="http://schemas.microsoft.com/office/drawing/2014/main" id="{573EEF22-0C9E-1D4F-88D6-CF9CC5D8D0B5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1" name="pg2126">
                <a:extLst>
                  <a:ext uri="{FF2B5EF4-FFF2-40B4-BE49-F238E27FC236}">
                    <a16:creationId xmlns:a16="http://schemas.microsoft.com/office/drawing/2014/main" id="{7FA265E5-C0C9-A874-DDB5-BD1F2D74A6D3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2" name="pg2127">
                <a:extLst>
                  <a:ext uri="{FF2B5EF4-FFF2-40B4-BE49-F238E27FC236}">
                    <a16:creationId xmlns:a16="http://schemas.microsoft.com/office/drawing/2014/main" id="{0F2609D2-BA09-A11E-BB90-2455CAB796C3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3" name="pg2128">
                <a:extLst>
                  <a:ext uri="{FF2B5EF4-FFF2-40B4-BE49-F238E27FC236}">
                    <a16:creationId xmlns:a16="http://schemas.microsoft.com/office/drawing/2014/main" id="{C6287D78-6432-B611-CA9E-A74C5F26806C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4" name="pg2129">
                <a:extLst>
                  <a:ext uri="{FF2B5EF4-FFF2-40B4-BE49-F238E27FC236}">
                    <a16:creationId xmlns:a16="http://schemas.microsoft.com/office/drawing/2014/main" id="{B19368AC-AC5A-19CE-853E-D7B5B78FBC72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5" name="pg2130">
                <a:extLst>
                  <a:ext uri="{FF2B5EF4-FFF2-40B4-BE49-F238E27FC236}">
                    <a16:creationId xmlns:a16="http://schemas.microsoft.com/office/drawing/2014/main" id="{DC9007F7-BB95-F7FD-CFD8-0168DFA5C37D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6" name="pg2131">
                <a:extLst>
                  <a:ext uri="{FF2B5EF4-FFF2-40B4-BE49-F238E27FC236}">
                    <a16:creationId xmlns:a16="http://schemas.microsoft.com/office/drawing/2014/main" id="{47DBB059-5847-AF8C-D07A-E5EE78C1B373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7" name="pg2132">
                <a:extLst>
                  <a:ext uri="{FF2B5EF4-FFF2-40B4-BE49-F238E27FC236}">
                    <a16:creationId xmlns:a16="http://schemas.microsoft.com/office/drawing/2014/main" id="{CF52167E-8ED0-F19C-929A-784E5E76D9AA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8" name="pg2133">
                <a:extLst>
                  <a:ext uri="{FF2B5EF4-FFF2-40B4-BE49-F238E27FC236}">
                    <a16:creationId xmlns:a16="http://schemas.microsoft.com/office/drawing/2014/main" id="{F72F9186-397C-F102-48BC-DDDADC6365BA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9" name="pg2134">
                <a:extLst>
                  <a:ext uri="{FF2B5EF4-FFF2-40B4-BE49-F238E27FC236}">
                    <a16:creationId xmlns:a16="http://schemas.microsoft.com/office/drawing/2014/main" id="{B41D428F-F19F-71D7-C7B2-3177E66302F9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0" name="pg2135">
                <a:extLst>
                  <a:ext uri="{FF2B5EF4-FFF2-40B4-BE49-F238E27FC236}">
                    <a16:creationId xmlns:a16="http://schemas.microsoft.com/office/drawing/2014/main" id="{72E674BE-E754-BD62-AE53-DCE87D1082A5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1" name="pg2136">
                <a:extLst>
                  <a:ext uri="{FF2B5EF4-FFF2-40B4-BE49-F238E27FC236}">
                    <a16:creationId xmlns:a16="http://schemas.microsoft.com/office/drawing/2014/main" id="{23685366-FD79-0219-579C-2940BB23D916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2" name="pg2137">
                <a:extLst>
                  <a:ext uri="{FF2B5EF4-FFF2-40B4-BE49-F238E27FC236}">
                    <a16:creationId xmlns:a16="http://schemas.microsoft.com/office/drawing/2014/main" id="{A7A15420-1228-AECE-08B5-874EE5C36872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3" name="pg2138">
                <a:extLst>
                  <a:ext uri="{FF2B5EF4-FFF2-40B4-BE49-F238E27FC236}">
                    <a16:creationId xmlns:a16="http://schemas.microsoft.com/office/drawing/2014/main" id="{B6849893-4E92-2878-8AA5-F57C5DB871EF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4" name="pg2139">
                <a:extLst>
                  <a:ext uri="{FF2B5EF4-FFF2-40B4-BE49-F238E27FC236}">
                    <a16:creationId xmlns:a16="http://schemas.microsoft.com/office/drawing/2014/main" id="{B052D15D-D4B5-7B1A-3135-CF7EF119B50E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5" name="pg2140">
                <a:extLst>
                  <a:ext uri="{FF2B5EF4-FFF2-40B4-BE49-F238E27FC236}">
                    <a16:creationId xmlns:a16="http://schemas.microsoft.com/office/drawing/2014/main" id="{E36CF20D-9F68-BA37-A0A7-BCCCE2DDE335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6" name="pg2141">
                <a:extLst>
                  <a:ext uri="{FF2B5EF4-FFF2-40B4-BE49-F238E27FC236}">
                    <a16:creationId xmlns:a16="http://schemas.microsoft.com/office/drawing/2014/main" id="{26D8FB86-5F30-3FD8-760F-C5C9716150F0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7" name="pg2142">
                <a:extLst>
                  <a:ext uri="{FF2B5EF4-FFF2-40B4-BE49-F238E27FC236}">
                    <a16:creationId xmlns:a16="http://schemas.microsoft.com/office/drawing/2014/main" id="{82BE1E25-CDF0-9338-F6D3-7AF06491E874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8" name="pg2143">
                <a:extLst>
                  <a:ext uri="{FF2B5EF4-FFF2-40B4-BE49-F238E27FC236}">
                    <a16:creationId xmlns:a16="http://schemas.microsoft.com/office/drawing/2014/main" id="{702F26D2-92C4-5682-FE0E-352933344555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9" name="pg2144">
                <a:extLst>
                  <a:ext uri="{FF2B5EF4-FFF2-40B4-BE49-F238E27FC236}">
                    <a16:creationId xmlns:a16="http://schemas.microsoft.com/office/drawing/2014/main" id="{F5B385E5-ABD8-4731-8E5C-D12E4981A1BC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0" name="pg2145">
                <a:extLst>
                  <a:ext uri="{FF2B5EF4-FFF2-40B4-BE49-F238E27FC236}">
                    <a16:creationId xmlns:a16="http://schemas.microsoft.com/office/drawing/2014/main" id="{462EE101-40D8-68CC-E912-1EA9EFE53725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1" name="pg2146">
                <a:extLst>
                  <a:ext uri="{FF2B5EF4-FFF2-40B4-BE49-F238E27FC236}">
                    <a16:creationId xmlns:a16="http://schemas.microsoft.com/office/drawing/2014/main" id="{77082E8F-2271-BAED-6BA6-C63D222DD546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2" name="pg2147">
                <a:extLst>
                  <a:ext uri="{FF2B5EF4-FFF2-40B4-BE49-F238E27FC236}">
                    <a16:creationId xmlns:a16="http://schemas.microsoft.com/office/drawing/2014/main" id="{2925684C-0F76-258B-8BD1-2506EC43AD40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3" name="pg2148">
                <a:extLst>
                  <a:ext uri="{FF2B5EF4-FFF2-40B4-BE49-F238E27FC236}">
                    <a16:creationId xmlns:a16="http://schemas.microsoft.com/office/drawing/2014/main" id="{59BE54BB-5946-C3FD-F650-0D881336ECD7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4" name="pg2149">
                <a:extLst>
                  <a:ext uri="{FF2B5EF4-FFF2-40B4-BE49-F238E27FC236}">
                    <a16:creationId xmlns:a16="http://schemas.microsoft.com/office/drawing/2014/main" id="{84732B54-1AF1-78E1-FCEF-5A35440E83B4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5" name="pg2150">
                <a:extLst>
                  <a:ext uri="{FF2B5EF4-FFF2-40B4-BE49-F238E27FC236}">
                    <a16:creationId xmlns:a16="http://schemas.microsoft.com/office/drawing/2014/main" id="{F422F2F8-18AC-A5DB-645F-CE9A245ACE0F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6" name="pg2151">
                <a:extLst>
                  <a:ext uri="{FF2B5EF4-FFF2-40B4-BE49-F238E27FC236}">
                    <a16:creationId xmlns:a16="http://schemas.microsoft.com/office/drawing/2014/main" id="{2C4002A2-3F2C-4F63-995D-00CFDBC85348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7" name="pg2152">
                <a:extLst>
                  <a:ext uri="{FF2B5EF4-FFF2-40B4-BE49-F238E27FC236}">
                    <a16:creationId xmlns:a16="http://schemas.microsoft.com/office/drawing/2014/main" id="{DA97CE7C-3410-1D79-85EA-D2D6B85FF83D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8" name="pg2153">
                <a:extLst>
                  <a:ext uri="{FF2B5EF4-FFF2-40B4-BE49-F238E27FC236}">
                    <a16:creationId xmlns:a16="http://schemas.microsoft.com/office/drawing/2014/main" id="{98C2F61F-7A5C-F01A-AB2D-B1F34222D363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9" name="pg2154">
                <a:extLst>
                  <a:ext uri="{FF2B5EF4-FFF2-40B4-BE49-F238E27FC236}">
                    <a16:creationId xmlns:a16="http://schemas.microsoft.com/office/drawing/2014/main" id="{3C99E37C-3FC2-EB1A-C596-B4D973381249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0" name="pg2155">
                <a:extLst>
                  <a:ext uri="{FF2B5EF4-FFF2-40B4-BE49-F238E27FC236}">
                    <a16:creationId xmlns:a16="http://schemas.microsoft.com/office/drawing/2014/main" id="{9B9E16D2-BA94-46BF-6576-A9A53D6DD43A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1" name="pg2156">
                <a:extLst>
                  <a:ext uri="{FF2B5EF4-FFF2-40B4-BE49-F238E27FC236}">
                    <a16:creationId xmlns:a16="http://schemas.microsoft.com/office/drawing/2014/main" id="{16CFEC9F-006E-6A0F-8CCB-C6341A27962B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2" name="pg2157">
                <a:extLst>
                  <a:ext uri="{FF2B5EF4-FFF2-40B4-BE49-F238E27FC236}">
                    <a16:creationId xmlns:a16="http://schemas.microsoft.com/office/drawing/2014/main" id="{AA520378-AD23-D198-37A1-81A3FDD99A9A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3" name="pg2158">
                <a:extLst>
                  <a:ext uri="{FF2B5EF4-FFF2-40B4-BE49-F238E27FC236}">
                    <a16:creationId xmlns:a16="http://schemas.microsoft.com/office/drawing/2014/main" id="{01157273-8886-FA19-534C-2E669716C1CB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4" name="pg2159">
                <a:extLst>
                  <a:ext uri="{FF2B5EF4-FFF2-40B4-BE49-F238E27FC236}">
                    <a16:creationId xmlns:a16="http://schemas.microsoft.com/office/drawing/2014/main" id="{D21A352E-6D29-38F1-FAFD-549ECEC22215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5" name="pg2160">
                <a:extLst>
                  <a:ext uri="{FF2B5EF4-FFF2-40B4-BE49-F238E27FC236}">
                    <a16:creationId xmlns:a16="http://schemas.microsoft.com/office/drawing/2014/main" id="{2027BA66-B69F-E3C8-727F-DE88510174F3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6" name="pg2161">
                <a:extLst>
                  <a:ext uri="{FF2B5EF4-FFF2-40B4-BE49-F238E27FC236}">
                    <a16:creationId xmlns:a16="http://schemas.microsoft.com/office/drawing/2014/main" id="{020E8D0F-F168-4A5E-A096-C5242A743651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7" name="pg2162">
                <a:extLst>
                  <a:ext uri="{FF2B5EF4-FFF2-40B4-BE49-F238E27FC236}">
                    <a16:creationId xmlns:a16="http://schemas.microsoft.com/office/drawing/2014/main" id="{6FCCEB32-C535-6464-191F-F68C867420A1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8" name="pg2163">
                <a:extLst>
                  <a:ext uri="{FF2B5EF4-FFF2-40B4-BE49-F238E27FC236}">
                    <a16:creationId xmlns:a16="http://schemas.microsoft.com/office/drawing/2014/main" id="{0FFC0B81-A22F-89C3-253B-379D097EF0AB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9" name="pg2164">
                <a:extLst>
                  <a:ext uri="{FF2B5EF4-FFF2-40B4-BE49-F238E27FC236}">
                    <a16:creationId xmlns:a16="http://schemas.microsoft.com/office/drawing/2014/main" id="{3E86547A-4D9D-BEF5-E0AC-2A66C8F3C0DF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0" name="pg2165">
                <a:extLst>
                  <a:ext uri="{FF2B5EF4-FFF2-40B4-BE49-F238E27FC236}">
                    <a16:creationId xmlns:a16="http://schemas.microsoft.com/office/drawing/2014/main" id="{2DB1AE9C-931D-489F-7A1E-E666BE0D0C60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1" name="pg2166">
                <a:extLst>
                  <a:ext uri="{FF2B5EF4-FFF2-40B4-BE49-F238E27FC236}">
                    <a16:creationId xmlns:a16="http://schemas.microsoft.com/office/drawing/2014/main" id="{4264C435-1429-09A9-6243-59CE1BE3FA51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2" name="pg2167">
                <a:extLst>
                  <a:ext uri="{FF2B5EF4-FFF2-40B4-BE49-F238E27FC236}">
                    <a16:creationId xmlns:a16="http://schemas.microsoft.com/office/drawing/2014/main" id="{81E757C5-1487-A7E0-0756-83D0A54FDBBB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3" name="pg2168">
                <a:extLst>
                  <a:ext uri="{FF2B5EF4-FFF2-40B4-BE49-F238E27FC236}">
                    <a16:creationId xmlns:a16="http://schemas.microsoft.com/office/drawing/2014/main" id="{E6A35683-19CA-78CF-F1B9-E9C4AA8D6F3D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4" name="pg2169">
                <a:extLst>
                  <a:ext uri="{FF2B5EF4-FFF2-40B4-BE49-F238E27FC236}">
                    <a16:creationId xmlns:a16="http://schemas.microsoft.com/office/drawing/2014/main" id="{BA09EDC6-EC4F-9EC5-2326-11EE69623A22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5" name="pg2170">
                <a:extLst>
                  <a:ext uri="{FF2B5EF4-FFF2-40B4-BE49-F238E27FC236}">
                    <a16:creationId xmlns:a16="http://schemas.microsoft.com/office/drawing/2014/main" id="{A34EB002-C729-CDF8-9BC0-1346D073F35F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6" name="pg2171">
                <a:extLst>
                  <a:ext uri="{FF2B5EF4-FFF2-40B4-BE49-F238E27FC236}">
                    <a16:creationId xmlns:a16="http://schemas.microsoft.com/office/drawing/2014/main" id="{540747B0-BD87-4A4C-7945-3454AA5145EA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7" name="pg2172">
                <a:extLst>
                  <a:ext uri="{FF2B5EF4-FFF2-40B4-BE49-F238E27FC236}">
                    <a16:creationId xmlns:a16="http://schemas.microsoft.com/office/drawing/2014/main" id="{BC51271D-9F67-C0EE-72D3-D475B0981D53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8" name="pg2173">
                <a:extLst>
                  <a:ext uri="{FF2B5EF4-FFF2-40B4-BE49-F238E27FC236}">
                    <a16:creationId xmlns:a16="http://schemas.microsoft.com/office/drawing/2014/main" id="{82326805-4974-F425-46B7-4B4C2F46DF81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9" name="pg2174">
                <a:extLst>
                  <a:ext uri="{FF2B5EF4-FFF2-40B4-BE49-F238E27FC236}">
                    <a16:creationId xmlns:a16="http://schemas.microsoft.com/office/drawing/2014/main" id="{23769AE0-F4DF-8B95-7666-3B315CDA1E09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0" name="pg2175">
                <a:extLst>
                  <a:ext uri="{FF2B5EF4-FFF2-40B4-BE49-F238E27FC236}">
                    <a16:creationId xmlns:a16="http://schemas.microsoft.com/office/drawing/2014/main" id="{0A83680E-DA53-DEE8-4FE9-224080C489E5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1" name="pg2176">
                <a:extLst>
                  <a:ext uri="{FF2B5EF4-FFF2-40B4-BE49-F238E27FC236}">
                    <a16:creationId xmlns:a16="http://schemas.microsoft.com/office/drawing/2014/main" id="{4940A45A-A664-EF56-D842-93425D619988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2" name="pg2177">
                <a:extLst>
                  <a:ext uri="{FF2B5EF4-FFF2-40B4-BE49-F238E27FC236}">
                    <a16:creationId xmlns:a16="http://schemas.microsoft.com/office/drawing/2014/main" id="{2B8EB3FF-C7F0-2D94-D447-5B2D51A4BE54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3" name="pg2178">
                <a:extLst>
                  <a:ext uri="{FF2B5EF4-FFF2-40B4-BE49-F238E27FC236}">
                    <a16:creationId xmlns:a16="http://schemas.microsoft.com/office/drawing/2014/main" id="{6D1E5553-81FC-FEA2-5900-72615FB0F3C2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4" name="pg2179">
                <a:extLst>
                  <a:ext uri="{FF2B5EF4-FFF2-40B4-BE49-F238E27FC236}">
                    <a16:creationId xmlns:a16="http://schemas.microsoft.com/office/drawing/2014/main" id="{806C4E25-9DDC-A008-738F-0A5231CBB82C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5" name="pg2180">
                <a:extLst>
                  <a:ext uri="{FF2B5EF4-FFF2-40B4-BE49-F238E27FC236}">
                    <a16:creationId xmlns:a16="http://schemas.microsoft.com/office/drawing/2014/main" id="{1DCFC70E-6609-B3E5-A1C6-4E264C688533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6" name="pg2181">
                <a:extLst>
                  <a:ext uri="{FF2B5EF4-FFF2-40B4-BE49-F238E27FC236}">
                    <a16:creationId xmlns:a16="http://schemas.microsoft.com/office/drawing/2014/main" id="{18EBC122-6EB1-4EA4-F5B4-70CCE3F69885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7" name="pg2182">
                <a:extLst>
                  <a:ext uri="{FF2B5EF4-FFF2-40B4-BE49-F238E27FC236}">
                    <a16:creationId xmlns:a16="http://schemas.microsoft.com/office/drawing/2014/main" id="{2B181794-F0F3-E8D0-C595-597224273E13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8" name="pg2183">
                <a:extLst>
                  <a:ext uri="{FF2B5EF4-FFF2-40B4-BE49-F238E27FC236}">
                    <a16:creationId xmlns:a16="http://schemas.microsoft.com/office/drawing/2014/main" id="{CAAD178A-E6F1-B485-5D63-DB3C8E585C03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9" name="pg2184">
                <a:extLst>
                  <a:ext uri="{FF2B5EF4-FFF2-40B4-BE49-F238E27FC236}">
                    <a16:creationId xmlns:a16="http://schemas.microsoft.com/office/drawing/2014/main" id="{5E6369D0-CAF6-13AC-670D-03712DC0AC86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0" name="pg2185">
                <a:extLst>
                  <a:ext uri="{FF2B5EF4-FFF2-40B4-BE49-F238E27FC236}">
                    <a16:creationId xmlns:a16="http://schemas.microsoft.com/office/drawing/2014/main" id="{3A70A02D-E4BB-BA4B-052F-479D2C03782D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1" name="pg2186">
                <a:extLst>
                  <a:ext uri="{FF2B5EF4-FFF2-40B4-BE49-F238E27FC236}">
                    <a16:creationId xmlns:a16="http://schemas.microsoft.com/office/drawing/2014/main" id="{DCCDCD38-9ABD-1B46-17BB-A4D61B89E6B4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2" name="pg2187">
                <a:extLst>
                  <a:ext uri="{FF2B5EF4-FFF2-40B4-BE49-F238E27FC236}">
                    <a16:creationId xmlns:a16="http://schemas.microsoft.com/office/drawing/2014/main" id="{E06BD7DC-CD35-FD1D-0B2F-FA693C125279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3" name="pg2188">
                <a:extLst>
                  <a:ext uri="{FF2B5EF4-FFF2-40B4-BE49-F238E27FC236}">
                    <a16:creationId xmlns:a16="http://schemas.microsoft.com/office/drawing/2014/main" id="{01EEAE67-C0DC-1478-DC20-E22C41ED710C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4" name="pg2189">
                <a:extLst>
                  <a:ext uri="{FF2B5EF4-FFF2-40B4-BE49-F238E27FC236}">
                    <a16:creationId xmlns:a16="http://schemas.microsoft.com/office/drawing/2014/main" id="{5A8F3123-C145-ABA0-8381-77E7AD25AC9B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5" name="pg2190">
                <a:extLst>
                  <a:ext uri="{FF2B5EF4-FFF2-40B4-BE49-F238E27FC236}">
                    <a16:creationId xmlns:a16="http://schemas.microsoft.com/office/drawing/2014/main" id="{77A75061-738C-F5E5-AD9E-3995F1C1915C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6" name="pg2191">
                <a:extLst>
                  <a:ext uri="{FF2B5EF4-FFF2-40B4-BE49-F238E27FC236}">
                    <a16:creationId xmlns:a16="http://schemas.microsoft.com/office/drawing/2014/main" id="{6D1ADD3B-683C-6072-2522-9EC02C6E69CE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7" name="pg2192">
                <a:extLst>
                  <a:ext uri="{FF2B5EF4-FFF2-40B4-BE49-F238E27FC236}">
                    <a16:creationId xmlns:a16="http://schemas.microsoft.com/office/drawing/2014/main" id="{91E556A5-FAC3-2916-8DBD-03956A13403D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8" name="pg2193">
                <a:extLst>
                  <a:ext uri="{FF2B5EF4-FFF2-40B4-BE49-F238E27FC236}">
                    <a16:creationId xmlns:a16="http://schemas.microsoft.com/office/drawing/2014/main" id="{91C24BAD-B4E4-6510-D481-90490C0618BA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9" name="pg2194">
                <a:extLst>
                  <a:ext uri="{FF2B5EF4-FFF2-40B4-BE49-F238E27FC236}">
                    <a16:creationId xmlns:a16="http://schemas.microsoft.com/office/drawing/2014/main" id="{4352AAA5-801F-20A9-085A-4EDE0E0537DE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0" name="pg2195">
                <a:extLst>
                  <a:ext uri="{FF2B5EF4-FFF2-40B4-BE49-F238E27FC236}">
                    <a16:creationId xmlns:a16="http://schemas.microsoft.com/office/drawing/2014/main" id="{B2CAA370-C62D-E47A-DD28-DB916E51BDA9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1" name="pg2196">
                <a:extLst>
                  <a:ext uri="{FF2B5EF4-FFF2-40B4-BE49-F238E27FC236}">
                    <a16:creationId xmlns:a16="http://schemas.microsoft.com/office/drawing/2014/main" id="{AAF1116B-E385-CEC7-353B-F6038EB25234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2" name="pg2197">
                <a:extLst>
                  <a:ext uri="{FF2B5EF4-FFF2-40B4-BE49-F238E27FC236}">
                    <a16:creationId xmlns:a16="http://schemas.microsoft.com/office/drawing/2014/main" id="{5EA3C70F-4351-4367-D185-4784B32325FF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3" name="pg2198">
                <a:extLst>
                  <a:ext uri="{FF2B5EF4-FFF2-40B4-BE49-F238E27FC236}">
                    <a16:creationId xmlns:a16="http://schemas.microsoft.com/office/drawing/2014/main" id="{000CC202-862F-70F2-93F6-6F09BA9CF622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4" name="pg2199">
                <a:extLst>
                  <a:ext uri="{FF2B5EF4-FFF2-40B4-BE49-F238E27FC236}">
                    <a16:creationId xmlns:a16="http://schemas.microsoft.com/office/drawing/2014/main" id="{2972C1E2-FBEF-15A4-A775-18ED5430A77F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5" name="pg2200">
                <a:extLst>
                  <a:ext uri="{FF2B5EF4-FFF2-40B4-BE49-F238E27FC236}">
                    <a16:creationId xmlns:a16="http://schemas.microsoft.com/office/drawing/2014/main" id="{DB44FE3E-1AEE-3FC7-65CF-656B7D58CFB7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6" name="pg2201">
                <a:extLst>
                  <a:ext uri="{FF2B5EF4-FFF2-40B4-BE49-F238E27FC236}">
                    <a16:creationId xmlns:a16="http://schemas.microsoft.com/office/drawing/2014/main" id="{15027C2A-EE99-2C65-DAB0-E0950C3ADBF0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7" name="pg2202">
                <a:extLst>
                  <a:ext uri="{FF2B5EF4-FFF2-40B4-BE49-F238E27FC236}">
                    <a16:creationId xmlns:a16="http://schemas.microsoft.com/office/drawing/2014/main" id="{9682CF79-A9A7-F46C-4215-368E88947E88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8" name="pg2203">
                <a:extLst>
                  <a:ext uri="{FF2B5EF4-FFF2-40B4-BE49-F238E27FC236}">
                    <a16:creationId xmlns:a16="http://schemas.microsoft.com/office/drawing/2014/main" id="{A8DF1272-94AA-7324-00ED-81ACEBE320B3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9" name="pg2204">
                <a:extLst>
                  <a:ext uri="{FF2B5EF4-FFF2-40B4-BE49-F238E27FC236}">
                    <a16:creationId xmlns:a16="http://schemas.microsoft.com/office/drawing/2014/main" id="{82009754-22AE-F54D-3F7D-1460D3C29949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0" name="pg2205">
                <a:extLst>
                  <a:ext uri="{FF2B5EF4-FFF2-40B4-BE49-F238E27FC236}">
                    <a16:creationId xmlns:a16="http://schemas.microsoft.com/office/drawing/2014/main" id="{22CC144D-0037-0110-E2C2-D70239CD8CC5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1" name="pg2206">
                <a:extLst>
                  <a:ext uri="{FF2B5EF4-FFF2-40B4-BE49-F238E27FC236}">
                    <a16:creationId xmlns:a16="http://schemas.microsoft.com/office/drawing/2014/main" id="{1BB21FBA-6182-C509-11BA-74B2DB29D597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2" name="pg2207">
                <a:extLst>
                  <a:ext uri="{FF2B5EF4-FFF2-40B4-BE49-F238E27FC236}">
                    <a16:creationId xmlns:a16="http://schemas.microsoft.com/office/drawing/2014/main" id="{FD83449E-2047-CE1B-7B3C-5AB393D4D332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3" name="pg2208">
                <a:extLst>
                  <a:ext uri="{FF2B5EF4-FFF2-40B4-BE49-F238E27FC236}">
                    <a16:creationId xmlns:a16="http://schemas.microsoft.com/office/drawing/2014/main" id="{F9A618FC-5208-ECF2-3856-05489D4714AC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4" name="pg2209">
                <a:extLst>
                  <a:ext uri="{FF2B5EF4-FFF2-40B4-BE49-F238E27FC236}">
                    <a16:creationId xmlns:a16="http://schemas.microsoft.com/office/drawing/2014/main" id="{74DB19EC-E060-CEEE-210E-86F05B7B22DE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5" name="pg2210">
                <a:extLst>
                  <a:ext uri="{FF2B5EF4-FFF2-40B4-BE49-F238E27FC236}">
                    <a16:creationId xmlns:a16="http://schemas.microsoft.com/office/drawing/2014/main" id="{E57C21B2-340A-CE06-BF35-7D3DBA1FDFAA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6" name="pg2211">
                <a:extLst>
                  <a:ext uri="{FF2B5EF4-FFF2-40B4-BE49-F238E27FC236}">
                    <a16:creationId xmlns:a16="http://schemas.microsoft.com/office/drawing/2014/main" id="{D13367CD-1E3F-5EBE-785C-5FADC961CA19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7" name="pg2212">
                <a:extLst>
                  <a:ext uri="{FF2B5EF4-FFF2-40B4-BE49-F238E27FC236}">
                    <a16:creationId xmlns:a16="http://schemas.microsoft.com/office/drawing/2014/main" id="{5E89CD12-C37E-A895-1DD0-AA765059F6E1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8" name="pg2213">
                <a:extLst>
                  <a:ext uri="{FF2B5EF4-FFF2-40B4-BE49-F238E27FC236}">
                    <a16:creationId xmlns:a16="http://schemas.microsoft.com/office/drawing/2014/main" id="{E2BF6C22-AF4F-006D-14D4-5C34FF72B841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9" name="pg2214">
                <a:extLst>
                  <a:ext uri="{FF2B5EF4-FFF2-40B4-BE49-F238E27FC236}">
                    <a16:creationId xmlns:a16="http://schemas.microsoft.com/office/drawing/2014/main" id="{62A5A7B1-7DFB-AE6B-961F-455919A41071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0" name="pg2215">
                <a:extLst>
                  <a:ext uri="{FF2B5EF4-FFF2-40B4-BE49-F238E27FC236}">
                    <a16:creationId xmlns:a16="http://schemas.microsoft.com/office/drawing/2014/main" id="{A991A436-4FC2-9672-07D8-311062C14FBE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1" name="pg2216">
                <a:extLst>
                  <a:ext uri="{FF2B5EF4-FFF2-40B4-BE49-F238E27FC236}">
                    <a16:creationId xmlns:a16="http://schemas.microsoft.com/office/drawing/2014/main" id="{1996B891-55F2-6EE6-CF19-1E10ADC39219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2" name="pg2217">
                <a:extLst>
                  <a:ext uri="{FF2B5EF4-FFF2-40B4-BE49-F238E27FC236}">
                    <a16:creationId xmlns:a16="http://schemas.microsoft.com/office/drawing/2014/main" id="{9B7C120E-59F2-AD2A-9157-2B8A5A4E4D81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3" name="pg2218">
                <a:extLst>
                  <a:ext uri="{FF2B5EF4-FFF2-40B4-BE49-F238E27FC236}">
                    <a16:creationId xmlns:a16="http://schemas.microsoft.com/office/drawing/2014/main" id="{9EDD5A71-423A-E6A9-F8E0-02C2ECB875A1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4" name="pg2219">
                <a:extLst>
                  <a:ext uri="{FF2B5EF4-FFF2-40B4-BE49-F238E27FC236}">
                    <a16:creationId xmlns:a16="http://schemas.microsoft.com/office/drawing/2014/main" id="{F72AE589-CF5F-1B84-1D42-A5E25BCB1E38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5" name="pg2220">
                <a:extLst>
                  <a:ext uri="{FF2B5EF4-FFF2-40B4-BE49-F238E27FC236}">
                    <a16:creationId xmlns:a16="http://schemas.microsoft.com/office/drawing/2014/main" id="{62F44D0C-4A6F-A261-D7F1-80981A55BBC2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6" name="pg2221">
                <a:extLst>
                  <a:ext uri="{FF2B5EF4-FFF2-40B4-BE49-F238E27FC236}">
                    <a16:creationId xmlns:a16="http://schemas.microsoft.com/office/drawing/2014/main" id="{094E038E-DA33-2A45-CC3F-855048380B12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7" name="pg2222">
                <a:extLst>
                  <a:ext uri="{FF2B5EF4-FFF2-40B4-BE49-F238E27FC236}">
                    <a16:creationId xmlns:a16="http://schemas.microsoft.com/office/drawing/2014/main" id="{5F10E194-F270-09A6-FB49-75597AD9F5F8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8" name="pg2223">
                <a:extLst>
                  <a:ext uri="{FF2B5EF4-FFF2-40B4-BE49-F238E27FC236}">
                    <a16:creationId xmlns:a16="http://schemas.microsoft.com/office/drawing/2014/main" id="{AE629CDC-7C8C-7F42-C926-025DA0753AC0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9" name="pg2224">
                <a:extLst>
                  <a:ext uri="{FF2B5EF4-FFF2-40B4-BE49-F238E27FC236}">
                    <a16:creationId xmlns:a16="http://schemas.microsoft.com/office/drawing/2014/main" id="{891668A1-6903-CC83-ACD9-73595B415D90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0" name="pg2225">
                <a:extLst>
                  <a:ext uri="{FF2B5EF4-FFF2-40B4-BE49-F238E27FC236}">
                    <a16:creationId xmlns:a16="http://schemas.microsoft.com/office/drawing/2014/main" id="{50462F65-B187-44E8-54C5-22EEBD9A8E14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1" name="pg2226">
                <a:extLst>
                  <a:ext uri="{FF2B5EF4-FFF2-40B4-BE49-F238E27FC236}">
                    <a16:creationId xmlns:a16="http://schemas.microsoft.com/office/drawing/2014/main" id="{8E112746-6462-5F74-2E0F-C62C657CC883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2" name="pg2227">
                <a:extLst>
                  <a:ext uri="{FF2B5EF4-FFF2-40B4-BE49-F238E27FC236}">
                    <a16:creationId xmlns:a16="http://schemas.microsoft.com/office/drawing/2014/main" id="{42ACFC93-4864-3216-3598-C60E729CF0AC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3" name="pg2228">
                <a:extLst>
                  <a:ext uri="{FF2B5EF4-FFF2-40B4-BE49-F238E27FC236}">
                    <a16:creationId xmlns:a16="http://schemas.microsoft.com/office/drawing/2014/main" id="{718B38E6-974F-FCE7-DCD5-90BA95754A31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4" name="pg2229">
                <a:extLst>
                  <a:ext uri="{FF2B5EF4-FFF2-40B4-BE49-F238E27FC236}">
                    <a16:creationId xmlns:a16="http://schemas.microsoft.com/office/drawing/2014/main" id="{AD6FA271-0E93-7A82-F452-B7339AE52359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5" name="pg2230">
                <a:extLst>
                  <a:ext uri="{FF2B5EF4-FFF2-40B4-BE49-F238E27FC236}">
                    <a16:creationId xmlns:a16="http://schemas.microsoft.com/office/drawing/2014/main" id="{79B5D011-0A48-40C3-C884-6D8D3305786F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6" name="pg2231">
                <a:extLst>
                  <a:ext uri="{FF2B5EF4-FFF2-40B4-BE49-F238E27FC236}">
                    <a16:creationId xmlns:a16="http://schemas.microsoft.com/office/drawing/2014/main" id="{564419B3-78D0-9F16-8252-2ACEAC7E2794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7" name="pg2232">
                <a:extLst>
                  <a:ext uri="{FF2B5EF4-FFF2-40B4-BE49-F238E27FC236}">
                    <a16:creationId xmlns:a16="http://schemas.microsoft.com/office/drawing/2014/main" id="{C505E62C-B249-C4DF-16B3-2FF11330DA13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8" name="pg2233">
                <a:extLst>
                  <a:ext uri="{FF2B5EF4-FFF2-40B4-BE49-F238E27FC236}">
                    <a16:creationId xmlns:a16="http://schemas.microsoft.com/office/drawing/2014/main" id="{DD575CE9-6A7D-4A2F-40EB-6AB8F85BEC93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9" name="pg2234">
                <a:extLst>
                  <a:ext uri="{FF2B5EF4-FFF2-40B4-BE49-F238E27FC236}">
                    <a16:creationId xmlns:a16="http://schemas.microsoft.com/office/drawing/2014/main" id="{B881D369-F314-60D2-A4B9-EEA13BE3C42A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0" name="pg2235">
                <a:extLst>
                  <a:ext uri="{FF2B5EF4-FFF2-40B4-BE49-F238E27FC236}">
                    <a16:creationId xmlns:a16="http://schemas.microsoft.com/office/drawing/2014/main" id="{CAE344DD-06AA-9BB2-B175-71CF9CA19CD6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1" name="pg2236">
                <a:extLst>
                  <a:ext uri="{FF2B5EF4-FFF2-40B4-BE49-F238E27FC236}">
                    <a16:creationId xmlns:a16="http://schemas.microsoft.com/office/drawing/2014/main" id="{61F44B26-A268-DBF5-EB4A-636BE4CDD6A1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2" name="pg2237">
                <a:extLst>
                  <a:ext uri="{FF2B5EF4-FFF2-40B4-BE49-F238E27FC236}">
                    <a16:creationId xmlns:a16="http://schemas.microsoft.com/office/drawing/2014/main" id="{AD879796-B002-DE97-874E-50A32E4536DF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3" name="pg2238">
                <a:extLst>
                  <a:ext uri="{FF2B5EF4-FFF2-40B4-BE49-F238E27FC236}">
                    <a16:creationId xmlns:a16="http://schemas.microsoft.com/office/drawing/2014/main" id="{C9199249-EF06-5436-70B9-BE1729F8CD1A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4" name="pg2239">
                <a:extLst>
                  <a:ext uri="{FF2B5EF4-FFF2-40B4-BE49-F238E27FC236}">
                    <a16:creationId xmlns:a16="http://schemas.microsoft.com/office/drawing/2014/main" id="{A1AD56C5-A671-AD7E-0A04-FAEEC3A23A4F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5" name="pg2240">
                <a:extLst>
                  <a:ext uri="{FF2B5EF4-FFF2-40B4-BE49-F238E27FC236}">
                    <a16:creationId xmlns:a16="http://schemas.microsoft.com/office/drawing/2014/main" id="{D32F37C4-6E0D-EB9F-59FF-E0F16BE998C3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6" name="pg2241">
                <a:extLst>
                  <a:ext uri="{FF2B5EF4-FFF2-40B4-BE49-F238E27FC236}">
                    <a16:creationId xmlns:a16="http://schemas.microsoft.com/office/drawing/2014/main" id="{A2AB3AA8-A388-A3C1-D8EE-203CD0130B18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7" name="pg2242">
                <a:extLst>
                  <a:ext uri="{FF2B5EF4-FFF2-40B4-BE49-F238E27FC236}">
                    <a16:creationId xmlns:a16="http://schemas.microsoft.com/office/drawing/2014/main" id="{C2DCB29B-27D4-E8FD-1F33-224B5C8CCDF3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8" name="pg2243">
                <a:extLst>
                  <a:ext uri="{FF2B5EF4-FFF2-40B4-BE49-F238E27FC236}">
                    <a16:creationId xmlns:a16="http://schemas.microsoft.com/office/drawing/2014/main" id="{CC413BD6-1AF3-27E0-392B-E4F45BF20FF1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9" name="pg2244">
                <a:extLst>
                  <a:ext uri="{FF2B5EF4-FFF2-40B4-BE49-F238E27FC236}">
                    <a16:creationId xmlns:a16="http://schemas.microsoft.com/office/drawing/2014/main" id="{BABBFC84-BA20-8359-BF06-BE6E64E0206A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0" name="pg2245">
                <a:extLst>
                  <a:ext uri="{FF2B5EF4-FFF2-40B4-BE49-F238E27FC236}">
                    <a16:creationId xmlns:a16="http://schemas.microsoft.com/office/drawing/2014/main" id="{50CE46F2-F85E-013E-1F1E-71E2B08C6755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1" name="pg2246">
                <a:extLst>
                  <a:ext uri="{FF2B5EF4-FFF2-40B4-BE49-F238E27FC236}">
                    <a16:creationId xmlns:a16="http://schemas.microsoft.com/office/drawing/2014/main" id="{772C6E52-C1FD-5613-A4BD-69BFC4B99B83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2" name="pg2247">
                <a:extLst>
                  <a:ext uri="{FF2B5EF4-FFF2-40B4-BE49-F238E27FC236}">
                    <a16:creationId xmlns:a16="http://schemas.microsoft.com/office/drawing/2014/main" id="{E363A552-BBC5-435F-71D0-CA53EDE4A82C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3" name="pg2248">
                <a:extLst>
                  <a:ext uri="{FF2B5EF4-FFF2-40B4-BE49-F238E27FC236}">
                    <a16:creationId xmlns:a16="http://schemas.microsoft.com/office/drawing/2014/main" id="{D2EE280D-AAC5-F012-349A-48FA278DFAD5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4" name="pg2249">
                <a:extLst>
                  <a:ext uri="{FF2B5EF4-FFF2-40B4-BE49-F238E27FC236}">
                    <a16:creationId xmlns:a16="http://schemas.microsoft.com/office/drawing/2014/main" id="{89A856BF-5655-DEBF-8625-CA4433155796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5" name="pg2250">
                <a:extLst>
                  <a:ext uri="{FF2B5EF4-FFF2-40B4-BE49-F238E27FC236}">
                    <a16:creationId xmlns:a16="http://schemas.microsoft.com/office/drawing/2014/main" id="{E6E0E4C7-03EB-0E8E-2EB8-D695850413E1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6" name="pg2251">
                <a:extLst>
                  <a:ext uri="{FF2B5EF4-FFF2-40B4-BE49-F238E27FC236}">
                    <a16:creationId xmlns:a16="http://schemas.microsoft.com/office/drawing/2014/main" id="{A69D668A-080E-3267-85B1-88586EC3D227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7" name="pg2252">
                <a:extLst>
                  <a:ext uri="{FF2B5EF4-FFF2-40B4-BE49-F238E27FC236}">
                    <a16:creationId xmlns:a16="http://schemas.microsoft.com/office/drawing/2014/main" id="{8A939EA1-C418-7D9A-28E3-43CAFA9E0140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8" name="pg2253">
                <a:extLst>
                  <a:ext uri="{FF2B5EF4-FFF2-40B4-BE49-F238E27FC236}">
                    <a16:creationId xmlns:a16="http://schemas.microsoft.com/office/drawing/2014/main" id="{8F010E52-1258-C069-830F-709A95C2BDDF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9" name="pg2254">
                <a:extLst>
                  <a:ext uri="{FF2B5EF4-FFF2-40B4-BE49-F238E27FC236}">
                    <a16:creationId xmlns:a16="http://schemas.microsoft.com/office/drawing/2014/main" id="{7F2C5916-E726-DF82-191D-A7847DBCAE87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0" name="pg2255">
                <a:extLst>
                  <a:ext uri="{FF2B5EF4-FFF2-40B4-BE49-F238E27FC236}">
                    <a16:creationId xmlns:a16="http://schemas.microsoft.com/office/drawing/2014/main" id="{FCAEFB0C-E313-E320-7A66-7C37F56123A6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1" name="pg2256">
                <a:extLst>
                  <a:ext uri="{FF2B5EF4-FFF2-40B4-BE49-F238E27FC236}">
                    <a16:creationId xmlns:a16="http://schemas.microsoft.com/office/drawing/2014/main" id="{C51F7B21-55A3-78CB-6D6E-065E14611607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2" name="pg2257">
                <a:extLst>
                  <a:ext uri="{FF2B5EF4-FFF2-40B4-BE49-F238E27FC236}">
                    <a16:creationId xmlns:a16="http://schemas.microsoft.com/office/drawing/2014/main" id="{D4B914B4-F9C6-101B-B0EA-604B3B0B8C79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3" name="pg2258">
                <a:extLst>
                  <a:ext uri="{FF2B5EF4-FFF2-40B4-BE49-F238E27FC236}">
                    <a16:creationId xmlns:a16="http://schemas.microsoft.com/office/drawing/2014/main" id="{EF719DE7-D5D6-95EA-47BA-28CE29064F28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4" name="pg2259">
                <a:extLst>
                  <a:ext uri="{FF2B5EF4-FFF2-40B4-BE49-F238E27FC236}">
                    <a16:creationId xmlns:a16="http://schemas.microsoft.com/office/drawing/2014/main" id="{9BBB8469-7994-9275-C139-29FAD1A50247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5" name="pg2260">
                <a:extLst>
                  <a:ext uri="{FF2B5EF4-FFF2-40B4-BE49-F238E27FC236}">
                    <a16:creationId xmlns:a16="http://schemas.microsoft.com/office/drawing/2014/main" id="{E16A1773-5DDB-3735-00C3-40F9355399C3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6" name="pg2261">
                <a:extLst>
                  <a:ext uri="{FF2B5EF4-FFF2-40B4-BE49-F238E27FC236}">
                    <a16:creationId xmlns:a16="http://schemas.microsoft.com/office/drawing/2014/main" id="{E06E71BF-6371-04A8-CA2E-2B686629A391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7" name="pg2262">
                <a:extLst>
                  <a:ext uri="{FF2B5EF4-FFF2-40B4-BE49-F238E27FC236}">
                    <a16:creationId xmlns:a16="http://schemas.microsoft.com/office/drawing/2014/main" id="{7D44E3C6-5522-BD0F-B0BD-679D8F74566B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8" name="pg2263">
                <a:extLst>
                  <a:ext uri="{FF2B5EF4-FFF2-40B4-BE49-F238E27FC236}">
                    <a16:creationId xmlns:a16="http://schemas.microsoft.com/office/drawing/2014/main" id="{18E2D3F9-DC87-2C7A-EAA1-AD303208AE88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9" name="pg2264">
                <a:extLst>
                  <a:ext uri="{FF2B5EF4-FFF2-40B4-BE49-F238E27FC236}">
                    <a16:creationId xmlns:a16="http://schemas.microsoft.com/office/drawing/2014/main" id="{EFC0E75A-FB7F-C835-9AC6-ABBD4A99C9D4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0" name="pg2265">
                <a:extLst>
                  <a:ext uri="{FF2B5EF4-FFF2-40B4-BE49-F238E27FC236}">
                    <a16:creationId xmlns:a16="http://schemas.microsoft.com/office/drawing/2014/main" id="{421041A4-1868-4FEC-9D76-42671015A740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1" name="pg2266">
                <a:extLst>
                  <a:ext uri="{FF2B5EF4-FFF2-40B4-BE49-F238E27FC236}">
                    <a16:creationId xmlns:a16="http://schemas.microsoft.com/office/drawing/2014/main" id="{78C6D4C4-80FF-8DDF-89ED-CD4E099F8823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2" name="pg2267">
                <a:extLst>
                  <a:ext uri="{FF2B5EF4-FFF2-40B4-BE49-F238E27FC236}">
                    <a16:creationId xmlns:a16="http://schemas.microsoft.com/office/drawing/2014/main" id="{FB87D921-D638-1061-8C2F-2BF9AE5771B3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3" name="pg2268">
                <a:extLst>
                  <a:ext uri="{FF2B5EF4-FFF2-40B4-BE49-F238E27FC236}">
                    <a16:creationId xmlns:a16="http://schemas.microsoft.com/office/drawing/2014/main" id="{04A21B46-CFA9-4045-6A34-04F594E462A6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4" name="pg2269">
                <a:extLst>
                  <a:ext uri="{FF2B5EF4-FFF2-40B4-BE49-F238E27FC236}">
                    <a16:creationId xmlns:a16="http://schemas.microsoft.com/office/drawing/2014/main" id="{B1D0E0FD-C29B-BBA6-8AD2-BA1D29F24DD4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5" name="pg2270">
                <a:extLst>
                  <a:ext uri="{FF2B5EF4-FFF2-40B4-BE49-F238E27FC236}">
                    <a16:creationId xmlns:a16="http://schemas.microsoft.com/office/drawing/2014/main" id="{96A867DD-928F-4D20-527C-98BCEBE9B3FA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6" name="pg2271">
                <a:extLst>
                  <a:ext uri="{FF2B5EF4-FFF2-40B4-BE49-F238E27FC236}">
                    <a16:creationId xmlns:a16="http://schemas.microsoft.com/office/drawing/2014/main" id="{2EF6E893-FC78-87F7-8D30-8652346D6E00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7" name="pg2272">
                <a:extLst>
                  <a:ext uri="{FF2B5EF4-FFF2-40B4-BE49-F238E27FC236}">
                    <a16:creationId xmlns:a16="http://schemas.microsoft.com/office/drawing/2014/main" id="{5ADBDB26-BC8E-CAF8-0DCC-E46D406DA1D6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8" name="pg2273">
                <a:extLst>
                  <a:ext uri="{FF2B5EF4-FFF2-40B4-BE49-F238E27FC236}">
                    <a16:creationId xmlns:a16="http://schemas.microsoft.com/office/drawing/2014/main" id="{FD50B2CD-5BAA-B0E3-86DF-ECA8E7CD8797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9" name="pg2274">
                <a:extLst>
                  <a:ext uri="{FF2B5EF4-FFF2-40B4-BE49-F238E27FC236}">
                    <a16:creationId xmlns:a16="http://schemas.microsoft.com/office/drawing/2014/main" id="{8129B131-E1AD-AB94-2DFB-BA874B954264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0" name="pg2275">
                <a:extLst>
                  <a:ext uri="{FF2B5EF4-FFF2-40B4-BE49-F238E27FC236}">
                    <a16:creationId xmlns:a16="http://schemas.microsoft.com/office/drawing/2014/main" id="{84CE9DCB-0CD2-21DA-CEED-A69DDC7ADF02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1" name="pg2276">
                <a:extLst>
                  <a:ext uri="{FF2B5EF4-FFF2-40B4-BE49-F238E27FC236}">
                    <a16:creationId xmlns:a16="http://schemas.microsoft.com/office/drawing/2014/main" id="{AA04CAB3-CCBD-5B66-869F-FA71A921013A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2" name="pg2277">
                <a:extLst>
                  <a:ext uri="{FF2B5EF4-FFF2-40B4-BE49-F238E27FC236}">
                    <a16:creationId xmlns:a16="http://schemas.microsoft.com/office/drawing/2014/main" id="{4BB35359-3BF9-2F47-B76E-1D89FAB13492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3" name="pg2278">
                <a:extLst>
                  <a:ext uri="{FF2B5EF4-FFF2-40B4-BE49-F238E27FC236}">
                    <a16:creationId xmlns:a16="http://schemas.microsoft.com/office/drawing/2014/main" id="{8B2BFCA9-15DD-7941-ECDE-D01F0F223D69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4" name="pg2279">
                <a:extLst>
                  <a:ext uri="{FF2B5EF4-FFF2-40B4-BE49-F238E27FC236}">
                    <a16:creationId xmlns:a16="http://schemas.microsoft.com/office/drawing/2014/main" id="{A1ABB7F4-C77A-533A-8740-F7B0D1C87163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5" name="pg2280">
                <a:extLst>
                  <a:ext uri="{FF2B5EF4-FFF2-40B4-BE49-F238E27FC236}">
                    <a16:creationId xmlns:a16="http://schemas.microsoft.com/office/drawing/2014/main" id="{142B2DF6-1C79-0633-4B98-F44E38D8D34F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6" name="pg2281">
                <a:extLst>
                  <a:ext uri="{FF2B5EF4-FFF2-40B4-BE49-F238E27FC236}">
                    <a16:creationId xmlns:a16="http://schemas.microsoft.com/office/drawing/2014/main" id="{354AFB14-9EA8-652F-9AC8-DFA38D75ADFE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7" name="pg2282">
                <a:extLst>
                  <a:ext uri="{FF2B5EF4-FFF2-40B4-BE49-F238E27FC236}">
                    <a16:creationId xmlns:a16="http://schemas.microsoft.com/office/drawing/2014/main" id="{3461C6CE-295B-1F20-6BEF-5678700924FD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8" name="pg2283">
                <a:extLst>
                  <a:ext uri="{FF2B5EF4-FFF2-40B4-BE49-F238E27FC236}">
                    <a16:creationId xmlns:a16="http://schemas.microsoft.com/office/drawing/2014/main" id="{AFF0D655-561F-D9F2-4150-C6B306F5ECF8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9" name="pg2284">
                <a:extLst>
                  <a:ext uri="{FF2B5EF4-FFF2-40B4-BE49-F238E27FC236}">
                    <a16:creationId xmlns:a16="http://schemas.microsoft.com/office/drawing/2014/main" id="{832FF910-6C56-4048-17BC-6CBB1F72E474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0" name="pg2285">
                <a:extLst>
                  <a:ext uri="{FF2B5EF4-FFF2-40B4-BE49-F238E27FC236}">
                    <a16:creationId xmlns:a16="http://schemas.microsoft.com/office/drawing/2014/main" id="{319F23CA-D384-8788-AF76-95F2311D5631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1" name="pg2286">
                <a:extLst>
                  <a:ext uri="{FF2B5EF4-FFF2-40B4-BE49-F238E27FC236}">
                    <a16:creationId xmlns:a16="http://schemas.microsoft.com/office/drawing/2014/main" id="{0FC6998C-0DB4-919E-268A-913DA654924C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2" name="pg2287">
                <a:extLst>
                  <a:ext uri="{FF2B5EF4-FFF2-40B4-BE49-F238E27FC236}">
                    <a16:creationId xmlns:a16="http://schemas.microsoft.com/office/drawing/2014/main" id="{C6E71BC8-7119-EC54-4587-B355690F25AB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3" name="pg2288">
                <a:extLst>
                  <a:ext uri="{FF2B5EF4-FFF2-40B4-BE49-F238E27FC236}">
                    <a16:creationId xmlns:a16="http://schemas.microsoft.com/office/drawing/2014/main" id="{D7291BA5-FBE5-2B6A-CC45-ECDAA1108EC9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4" name="pg2289">
                <a:extLst>
                  <a:ext uri="{FF2B5EF4-FFF2-40B4-BE49-F238E27FC236}">
                    <a16:creationId xmlns:a16="http://schemas.microsoft.com/office/drawing/2014/main" id="{61CEC8A1-6BA3-D9B6-C94B-2BE167025698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5" name="pg2290">
                <a:extLst>
                  <a:ext uri="{FF2B5EF4-FFF2-40B4-BE49-F238E27FC236}">
                    <a16:creationId xmlns:a16="http://schemas.microsoft.com/office/drawing/2014/main" id="{2C91FA09-D28D-1BD0-65C6-9CDD3CC60FFF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6" name="pg2291">
                <a:extLst>
                  <a:ext uri="{FF2B5EF4-FFF2-40B4-BE49-F238E27FC236}">
                    <a16:creationId xmlns:a16="http://schemas.microsoft.com/office/drawing/2014/main" id="{32023AC3-FFFF-D5A5-9972-DE74D1ED59AA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7" name="pg2292">
                <a:extLst>
                  <a:ext uri="{FF2B5EF4-FFF2-40B4-BE49-F238E27FC236}">
                    <a16:creationId xmlns:a16="http://schemas.microsoft.com/office/drawing/2014/main" id="{C0187CDF-C2B4-100E-ADBA-AE4CC9461CCC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8" name="pg2293">
                <a:extLst>
                  <a:ext uri="{FF2B5EF4-FFF2-40B4-BE49-F238E27FC236}">
                    <a16:creationId xmlns:a16="http://schemas.microsoft.com/office/drawing/2014/main" id="{6B48E018-84F3-9206-2947-BA55B5205320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9" name="pg2294">
                <a:extLst>
                  <a:ext uri="{FF2B5EF4-FFF2-40B4-BE49-F238E27FC236}">
                    <a16:creationId xmlns:a16="http://schemas.microsoft.com/office/drawing/2014/main" id="{0C31BE6E-15C6-74EC-1E50-0D7F42F7A783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0" name="pg2295">
                <a:extLst>
                  <a:ext uri="{FF2B5EF4-FFF2-40B4-BE49-F238E27FC236}">
                    <a16:creationId xmlns:a16="http://schemas.microsoft.com/office/drawing/2014/main" id="{CEF89E99-BDE7-DE4E-5924-6F5EF72139F5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1" name="pg2296">
                <a:extLst>
                  <a:ext uri="{FF2B5EF4-FFF2-40B4-BE49-F238E27FC236}">
                    <a16:creationId xmlns:a16="http://schemas.microsoft.com/office/drawing/2014/main" id="{29B88BE2-53C3-A2EA-1AD1-7FAA122533CB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2" name="pg2297">
                <a:extLst>
                  <a:ext uri="{FF2B5EF4-FFF2-40B4-BE49-F238E27FC236}">
                    <a16:creationId xmlns:a16="http://schemas.microsoft.com/office/drawing/2014/main" id="{F7D7A2CD-8044-4F9A-575F-16F040C83E2F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3" name="pg2298">
                <a:extLst>
                  <a:ext uri="{FF2B5EF4-FFF2-40B4-BE49-F238E27FC236}">
                    <a16:creationId xmlns:a16="http://schemas.microsoft.com/office/drawing/2014/main" id="{8B4639F2-7219-D2DE-EE49-C765FB42CCBF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4" name="pg2299">
                <a:extLst>
                  <a:ext uri="{FF2B5EF4-FFF2-40B4-BE49-F238E27FC236}">
                    <a16:creationId xmlns:a16="http://schemas.microsoft.com/office/drawing/2014/main" id="{A1641932-ECC9-3F09-1167-6E7EAB966829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5" name="pg2300">
                <a:extLst>
                  <a:ext uri="{FF2B5EF4-FFF2-40B4-BE49-F238E27FC236}">
                    <a16:creationId xmlns:a16="http://schemas.microsoft.com/office/drawing/2014/main" id="{B8653096-DBF4-EE98-41B0-E25505D272F3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6" name="pg2301">
                <a:extLst>
                  <a:ext uri="{FF2B5EF4-FFF2-40B4-BE49-F238E27FC236}">
                    <a16:creationId xmlns:a16="http://schemas.microsoft.com/office/drawing/2014/main" id="{0FCF3F32-93D5-8F2C-A0D0-A7EFAB575E3B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7" name="pg2302">
                <a:extLst>
                  <a:ext uri="{FF2B5EF4-FFF2-40B4-BE49-F238E27FC236}">
                    <a16:creationId xmlns:a16="http://schemas.microsoft.com/office/drawing/2014/main" id="{2BBEE112-C2DE-E481-BD00-CF55423AF3C1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8" name="pg2303">
                <a:extLst>
                  <a:ext uri="{FF2B5EF4-FFF2-40B4-BE49-F238E27FC236}">
                    <a16:creationId xmlns:a16="http://schemas.microsoft.com/office/drawing/2014/main" id="{5AF7112D-5AAC-29EA-0C03-B731F3218F4A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9" name="pg2304">
                <a:extLst>
                  <a:ext uri="{FF2B5EF4-FFF2-40B4-BE49-F238E27FC236}">
                    <a16:creationId xmlns:a16="http://schemas.microsoft.com/office/drawing/2014/main" id="{BC7C1537-83CC-FD4C-BF80-C33BB5436B59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0" name="pg2305">
                <a:extLst>
                  <a:ext uri="{FF2B5EF4-FFF2-40B4-BE49-F238E27FC236}">
                    <a16:creationId xmlns:a16="http://schemas.microsoft.com/office/drawing/2014/main" id="{D5277355-E0A7-C2DF-B376-9CDB3FAD14F7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1" name="pg2306">
                <a:extLst>
                  <a:ext uri="{FF2B5EF4-FFF2-40B4-BE49-F238E27FC236}">
                    <a16:creationId xmlns:a16="http://schemas.microsoft.com/office/drawing/2014/main" id="{78500B74-057C-E5CB-1340-FB707087BAC9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2" name="pg2307">
                <a:extLst>
                  <a:ext uri="{FF2B5EF4-FFF2-40B4-BE49-F238E27FC236}">
                    <a16:creationId xmlns:a16="http://schemas.microsoft.com/office/drawing/2014/main" id="{D9AD4E8F-58A1-9590-6058-D770A8BCF824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3" name="pg2308">
                <a:extLst>
                  <a:ext uri="{FF2B5EF4-FFF2-40B4-BE49-F238E27FC236}">
                    <a16:creationId xmlns:a16="http://schemas.microsoft.com/office/drawing/2014/main" id="{57CA1163-F827-2527-1167-1F84E34BAFB4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4" name="pg2309">
                <a:extLst>
                  <a:ext uri="{FF2B5EF4-FFF2-40B4-BE49-F238E27FC236}">
                    <a16:creationId xmlns:a16="http://schemas.microsoft.com/office/drawing/2014/main" id="{EE9C90F4-D3BA-AD83-F5B7-FA54FACE8952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5" name="pg2310">
                <a:extLst>
                  <a:ext uri="{FF2B5EF4-FFF2-40B4-BE49-F238E27FC236}">
                    <a16:creationId xmlns:a16="http://schemas.microsoft.com/office/drawing/2014/main" id="{75ED171F-1C64-905D-4839-2C150B27B720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6" name="pg2311">
                <a:extLst>
                  <a:ext uri="{FF2B5EF4-FFF2-40B4-BE49-F238E27FC236}">
                    <a16:creationId xmlns:a16="http://schemas.microsoft.com/office/drawing/2014/main" id="{D7397ECD-03E8-C392-59A5-F6FB31E0BCDD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7" name="pg2312">
                <a:extLst>
                  <a:ext uri="{FF2B5EF4-FFF2-40B4-BE49-F238E27FC236}">
                    <a16:creationId xmlns:a16="http://schemas.microsoft.com/office/drawing/2014/main" id="{BAB669FA-F3B9-9ACA-8411-B7EF1955BA6C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8" name="pg2313">
                <a:extLst>
                  <a:ext uri="{FF2B5EF4-FFF2-40B4-BE49-F238E27FC236}">
                    <a16:creationId xmlns:a16="http://schemas.microsoft.com/office/drawing/2014/main" id="{FF776AFF-8887-D6F2-62B1-2DC15ED0133B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9" name="pg2314">
                <a:extLst>
                  <a:ext uri="{FF2B5EF4-FFF2-40B4-BE49-F238E27FC236}">
                    <a16:creationId xmlns:a16="http://schemas.microsoft.com/office/drawing/2014/main" id="{82142A41-7571-2EA4-7570-16C8F781788D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0" name="pg2315">
                <a:extLst>
                  <a:ext uri="{FF2B5EF4-FFF2-40B4-BE49-F238E27FC236}">
                    <a16:creationId xmlns:a16="http://schemas.microsoft.com/office/drawing/2014/main" id="{61A9B1F0-C897-B9DD-BFCD-3486E2F297A6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1" name="pg2316">
                <a:extLst>
                  <a:ext uri="{FF2B5EF4-FFF2-40B4-BE49-F238E27FC236}">
                    <a16:creationId xmlns:a16="http://schemas.microsoft.com/office/drawing/2014/main" id="{B7DF9C42-71B3-B1CE-DA9A-B90B72070954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2" name="pg2317">
                <a:extLst>
                  <a:ext uri="{FF2B5EF4-FFF2-40B4-BE49-F238E27FC236}">
                    <a16:creationId xmlns:a16="http://schemas.microsoft.com/office/drawing/2014/main" id="{DE929AB1-5BD4-A9B2-D67F-6D27F168665A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3" name="pg2318">
                <a:extLst>
                  <a:ext uri="{FF2B5EF4-FFF2-40B4-BE49-F238E27FC236}">
                    <a16:creationId xmlns:a16="http://schemas.microsoft.com/office/drawing/2014/main" id="{8EA81C09-99DA-B3C0-6011-60DFFDD3BC6E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4" name="pg2319">
                <a:extLst>
                  <a:ext uri="{FF2B5EF4-FFF2-40B4-BE49-F238E27FC236}">
                    <a16:creationId xmlns:a16="http://schemas.microsoft.com/office/drawing/2014/main" id="{D03AECFD-AF18-013B-937D-728B617F7AC3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5" name="pg2320">
                <a:extLst>
                  <a:ext uri="{FF2B5EF4-FFF2-40B4-BE49-F238E27FC236}">
                    <a16:creationId xmlns:a16="http://schemas.microsoft.com/office/drawing/2014/main" id="{8B82B56C-83DC-E0E4-E0C5-5C7EC8FE9893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6" name="pg2321">
                <a:extLst>
                  <a:ext uri="{FF2B5EF4-FFF2-40B4-BE49-F238E27FC236}">
                    <a16:creationId xmlns:a16="http://schemas.microsoft.com/office/drawing/2014/main" id="{D1788A44-6481-8E2E-70B2-69B1C5ED6F71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7" name="pg2322">
                <a:extLst>
                  <a:ext uri="{FF2B5EF4-FFF2-40B4-BE49-F238E27FC236}">
                    <a16:creationId xmlns:a16="http://schemas.microsoft.com/office/drawing/2014/main" id="{051D1411-ADF4-98EB-9855-6DDCB5D7A07E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8" name="pg2323">
                <a:extLst>
                  <a:ext uri="{FF2B5EF4-FFF2-40B4-BE49-F238E27FC236}">
                    <a16:creationId xmlns:a16="http://schemas.microsoft.com/office/drawing/2014/main" id="{3F066F20-E361-CE0E-005C-8BD6E25020FC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9" name="pg2324">
                <a:extLst>
                  <a:ext uri="{FF2B5EF4-FFF2-40B4-BE49-F238E27FC236}">
                    <a16:creationId xmlns:a16="http://schemas.microsoft.com/office/drawing/2014/main" id="{6787886F-0C89-ACC8-47C0-42E50E225F79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0" name="pg2325">
                <a:extLst>
                  <a:ext uri="{FF2B5EF4-FFF2-40B4-BE49-F238E27FC236}">
                    <a16:creationId xmlns:a16="http://schemas.microsoft.com/office/drawing/2014/main" id="{2CEFB382-B2F3-8C9C-F439-68F821631286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1" name="pg2326">
                <a:extLst>
                  <a:ext uri="{FF2B5EF4-FFF2-40B4-BE49-F238E27FC236}">
                    <a16:creationId xmlns:a16="http://schemas.microsoft.com/office/drawing/2014/main" id="{A6F3D8D9-0617-23C9-317F-90D62DF02AF1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2" name="pg2327">
                <a:extLst>
                  <a:ext uri="{FF2B5EF4-FFF2-40B4-BE49-F238E27FC236}">
                    <a16:creationId xmlns:a16="http://schemas.microsoft.com/office/drawing/2014/main" id="{30DC518C-8B20-F136-A948-136C3817FE1B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3" name="pg2328">
                <a:extLst>
                  <a:ext uri="{FF2B5EF4-FFF2-40B4-BE49-F238E27FC236}">
                    <a16:creationId xmlns:a16="http://schemas.microsoft.com/office/drawing/2014/main" id="{E8E272D1-1ECC-ED9F-C19F-BBF03DB3DF7A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4" name="pg2329">
                <a:extLst>
                  <a:ext uri="{FF2B5EF4-FFF2-40B4-BE49-F238E27FC236}">
                    <a16:creationId xmlns:a16="http://schemas.microsoft.com/office/drawing/2014/main" id="{89AB1023-CB22-6BCF-31EA-388F2641E892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5" name="pg2330">
                <a:extLst>
                  <a:ext uri="{FF2B5EF4-FFF2-40B4-BE49-F238E27FC236}">
                    <a16:creationId xmlns:a16="http://schemas.microsoft.com/office/drawing/2014/main" id="{54DBB478-D8B4-76A1-EC21-04B5D2808D27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6" name="pg2331">
                <a:extLst>
                  <a:ext uri="{FF2B5EF4-FFF2-40B4-BE49-F238E27FC236}">
                    <a16:creationId xmlns:a16="http://schemas.microsoft.com/office/drawing/2014/main" id="{99281D4A-6D95-F263-538F-C9D3EEE5C5B3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7" name="pg2332">
                <a:extLst>
                  <a:ext uri="{FF2B5EF4-FFF2-40B4-BE49-F238E27FC236}">
                    <a16:creationId xmlns:a16="http://schemas.microsoft.com/office/drawing/2014/main" id="{5FCDAA16-6486-BD45-DEEE-CB8F53EA39B3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8" name="pg2333">
                <a:extLst>
                  <a:ext uri="{FF2B5EF4-FFF2-40B4-BE49-F238E27FC236}">
                    <a16:creationId xmlns:a16="http://schemas.microsoft.com/office/drawing/2014/main" id="{AD0C077C-EF2D-EB85-5165-34E9229CC384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9" name="pg2334">
                <a:extLst>
                  <a:ext uri="{FF2B5EF4-FFF2-40B4-BE49-F238E27FC236}">
                    <a16:creationId xmlns:a16="http://schemas.microsoft.com/office/drawing/2014/main" id="{F37B5EBB-88B1-8B4D-C6B8-0C2BC9B56638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0" name="pg2335">
                <a:extLst>
                  <a:ext uri="{FF2B5EF4-FFF2-40B4-BE49-F238E27FC236}">
                    <a16:creationId xmlns:a16="http://schemas.microsoft.com/office/drawing/2014/main" id="{EE2E1AED-2E90-1DEE-51E5-683CF563EE86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1" name="pg2336">
                <a:extLst>
                  <a:ext uri="{FF2B5EF4-FFF2-40B4-BE49-F238E27FC236}">
                    <a16:creationId xmlns:a16="http://schemas.microsoft.com/office/drawing/2014/main" id="{21C24AF4-752F-42B7-8D05-A5580F255454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2" name="pg2337">
                <a:extLst>
                  <a:ext uri="{FF2B5EF4-FFF2-40B4-BE49-F238E27FC236}">
                    <a16:creationId xmlns:a16="http://schemas.microsoft.com/office/drawing/2014/main" id="{3B4D8220-D7DE-7954-2C52-CD664ADC5E50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3" name="pg2338">
                <a:extLst>
                  <a:ext uri="{FF2B5EF4-FFF2-40B4-BE49-F238E27FC236}">
                    <a16:creationId xmlns:a16="http://schemas.microsoft.com/office/drawing/2014/main" id="{DC278D52-CEDA-5603-A0A9-57FBD069EF4F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4" name="pg2339">
                <a:extLst>
                  <a:ext uri="{FF2B5EF4-FFF2-40B4-BE49-F238E27FC236}">
                    <a16:creationId xmlns:a16="http://schemas.microsoft.com/office/drawing/2014/main" id="{9C2908E0-7D5C-3103-F67A-080EBCE0CC18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5" name="pg2340">
                <a:extLst>
                  <a:ext uri="{FF2B5EF4-FFF2-40B4-BE49-F238E27FC236}">
                    <a16:creationId xmlns:a16="http://schemas.microsoft.com/office/drawing/2014/main" id="{9E33010C-BA54-CAD1-4379-65FEDAD053F9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6" name="pg2341">
                <a:extLst>
                  <a:ext uri="{FF2B5EF4-FFF2-40B4-BE49-F238E27FC236}">
                    <a16:creationId xmlns:a16="http://schemas.microsoft.com/office/drawing/2014/main" id="{D2391F4F-B05A-98EE-AF20-686AF1AAAE8C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7" name="pg2342">
                <a:extLst>
                  <a:ext uri="{FF2B5EF4-FFF2-40B4-BE49-F238E27FC236}">
                    <a16:creationId xmlns:a16="http://schemas.microsoft.com/office/drawing/2014/main" id="{1D52C6C1-BD2D-93F3-BAA6-8E47199E1369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8" name="pg2343">
                <a:extLst>
                  <a:ext uri="{FF2B5EF4-FFF2-40B4-BE49-F238E27FC236}">
                    <a16:creationId xmlns:a16="http://schemas.microsoft.com/office/drawing/2014/main" id="{98E2DE95-D82A-7910-554D-84B37EE62736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9" name="pg2344">
                <a:extLst>
                  <a:ext uri="{FF2B5EF4-FFF2-40B4-BE49-F238E27FC236}">
                    <a16:creationId xmlns:a16="http://schemas.microsoft.com/office/drawing/2014/main" id="{93285BF7-A542-1128-DE46-1577F60D6E0F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0" name="pg2345">
                <a:extLst>
                  <a:ext uri="{FF2B5EF4-FFF2-40B4-BE49-F238E27FC236}">
                    <a16:creationId xmlns:a16="http://schemas.microsoft.com/office/drawing/2014/main" id="{DE95DCC2-5D58-FF98-94C7-DF5747B56611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1" name="pg2346">
                <a:extLst>
                  <a:ext uri="{FF2B5EF4-FFF2-40B4-BE49-F238E27FC236}">
                    <a16:creationId xmlns:a16="http://schemas.microsoft.com/office/drawing/2014/main" id="{995DDE4E-6674-B4A9-532E-B3BC90C71281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2" name="pg2347">
                <a:extLst>
                  <a:ext uri="{FF2B5EF4-FFF2-40B4-BE49-F238E27FC236}">
                    <a16:creationId xmlns:a16="http://schemas.microsoft.com/office/drawing/2014/main" id="{97D525FC-0716-26DC-9870-13A10FA3DB6D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3" name="pg2348">
                <a:extLst>
                  <a:ext uri="{FF2B5EF4-FFF2-40B4-BE49-F238E27FC236}">
                    <a16:creationId xmlns:a16="http://schemas.microsoft.com/office/drawing/2014/main" id="{86A883DA-3309-02BF-CF76-3E850B44C0E9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4" name="pg2349">
                <a:extLst>
                  <a:ext uri="{FF2B5EF4-FFF2-40B4-BE49-F238E27FC236}">
                    <a16:creationId xmlns:a16="http://schemas.microsoft.com/office/drawing/2014/main" id="{B2E089E7-5846-234B-DAC5-0F668698D143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5" name="pg2350">
                <a:extLst>
                  <a:ext uri="{FF2B5EF4-FFF2-40B4-BE49-F238E27FC236}">
                    <a16:creationId xmlns:a16="http://schemas.microsoft.com/office/drawing/2014/main" id="{7EC1F62F-03E0-DA9E-1FE9-7B640C3AF1D4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6" name="pg2351">
                <a:extLst>
                  <a:ext uri="{FF2B5EF4-FFF2-40B4-BE49-F238E27FC236}">
                    <a16:creationId xmlns:a16="http://schemas.microsoft.com/office/drawing/2014/main" id="{25DC8CB5-4221-54C0-1555-2BD7D4CB721C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7" name="pg2352">
                <a:extLst>
                  <a:ext uri="{FF2B5EF4-FFF2-40B4-BE49-F238E27FC236}">
                    <a16:creationId xmlns:a16="http://schemas.microsoft.com/office/drawing/2014/main" id="{CFC44F0D-D1D1-D15D-9043-C10FEF084E08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8" name="pg2353">
                <a:extLst>
                  <a:ext uri="{FF2B5EF4-FFF2-40B4-BE49-F238E27FC236}">
                    <a16:creationId xmlns:a16="http://schemas.microsoft.com/office/drawing/2014/main" id="{3E934F33-D859-D028-FE68-30E620EA52E3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9" name="pg2354">
                <a:extLst>
                  <a:ext uri="{FF2B5EF4-FFF2-40B4-BE49-F238E27FC236}">
                    <a16:creationId xmlns:a16="http://schemas.microsoft.com/office/drawing/2014/main" id="{1A8830A9-B9D7-4534-A5CE-F5FCEE9B49E6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0" name="pg2355">
                <a:extLst>
                  <a:ext uri="{FF2B5EF4-FFF2-40B4-BE49-F238E27FC236}">
                    <a16:creationId xmlns:a16="http://schemas.microsoft.com/office/drawing/2014/main" id="{8C28B732-1C0F-E2E6-B55D-4EF35A9885C4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1" name="pg2356">
                <a:extLst>
                  <a:ext uri="{FF2B5EF4-FFF2-40B4-BE49-F238E27FC236}">
                    <a16:creationId xmlns:a16="http://schemas.microsoft.com/office/drawing/2014/main" id="{3B909278-9659-0210-2108-3AE892F78F88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2" name="pg2357">
                <a:extLst>
                  <a:ext uri="{FF2B5EF4-FFF2-40B4-BE49-F238E27FC236}">
                    <a16:creationId xmlns:a16="http://schemas.microsoft.com/office/drawing/2014/main" id="{5564E092-5F52-5E75-ECB4-5D8AD6E59D6D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3" name="pg2358">
                <a:extLst>
                  <a:ext uri="{FF2B5EF4-FFF2-40B4-BE49-F238E27FC236}">
                    <a16:creationId xmlns:a16="http://schemas.microsoft.com/office/drawing/2014/main" id="{6DAE6AEB-1FFB-F3F6-F772-457338B7C864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4" name="pg2359">
                <a:extLst>
                  <a:ext uri="{FF2B5EF4-FFF2-40B4-BE49-F238E27FC236}">
                    <a16:creationId xmlns:a16="http://schemas.microsoft.com/office/drawing/2014/main" id="{A9948744-BF2C-C2CC-36D4-115FF1A3425A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5" name="pg2360">
                <a:extLst>
                  <a:ext uri="{FF2B5EF4-FFF2-40B4-BE49-F238E27FC236}">
                    <a16:creationId xmlns:a16="http://schemas.microsoft.com/office/drawing/2014/main" id="{792619F9-9AD3-A51C-9932-F107A983CE02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6" name="pg2361">
                <a:extLst>
                  <a:ext uri="{FF2B5EF4-FFF2-40B4-BE49-F238E27FC236}">
                    <a16:creationId xmlns:a16="http://schemas.microsoft.com/office/drawing/2014/main" id="{B3E87ECC-0B73-ACFC-7AD6-DE49E96F4244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7" name="pg2362">
                <a:extLst>
                  <a:ext uri="{FF2B5EF4-FFF2-40B4-BE49-F238E27FC236}">
                    <a16:creationId xmlns:a16="http://schemas.microsoft.com/office/drawing/2014/main" id="{5B3DBEEA-3A1A-A513-A75C-55E23844610C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8" name="pg2363">
                <a:extLst>
                  <a:ext uri="{FF2B5EF4-FFF2-40B4-BE49-F238E27FC236}">
                    <a16:creationId xmlns:a16="http://schemas.microsoft.com/office/drawing/2014/main" id="{5EB01EA8-6A37-6111-B8F6-F2E5CD793086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9" name="pg2364">
                <a:extLst>
                  <a:ext uri="{FF2B5EF4-FFF2-40B4-BE49-F238E27FC236}">
                    <a16:creationId xmlns:a16="http://schemas.microsoft.com/office/drawing/2014/main" id="{40C38490-5354-50A6-0478-FB4B8AF24B2F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0" name="pg2365">
                <a:extLst>
                  <a:ext uri="{FF2B5EF4-FFF2-40B4-BE49-F238E27FC236}">
                    <a16:creationId xmlns:a16="http://schemas.microsoft.com/office/drawing/2014/main" id="{8FD4A298-E760-1787-107B-5C6315778BD2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1" name="pg2366">
                <a:extLst>
                  <a:ext uri="{FF2B5EF4-FFF2-40B4-BE49-F238E27FC236}">
                    <a16:creationId xmlns:a16="http://schemas.microsoft.com/office/drawing/2014/main" id="{072156DF-71D3-DEED-F0BF-1463DBDD453A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2" name="pg2367">
                <a:extLst>
                  <a:ext uri="{FF2B5EF4-FFF2-40B4-BE49-F238E27FC236}">
                    <a16:creationId xmlns:a16="http://schemas.microsoft.com/office/drawing/2014/main" id="{D5A57AA4-D8B9-424C-242C-EDEE36EDAB67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3" name="pg2368">
                <a:extLst>
                  <a:ext uri="{FF2B5EF4-FFF2-40B4-BE49-F238E27FC236}">
                    <a16:creationId xmlns:a16="http://schemas.microsoft.com/office/drawing/2014/main" id="{5C12A38F-4163-BAB1-F8E1-92D573ACE122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4" name="pg2369">
                <a:extLst>
                  <a:ext uri="{FF2B5EF4-FFF2-40B4-BE49-F238E27FC236}">
                    <a16:creationId xmlns:a16="http://schemas.microsoft.com/office/drawing/2014/main" id="{8AEA1986-2531-56CC-6877-FEFAF564147A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5" name="pg2370">
                <a:extLst>
                  <a:ext uri="{FF2B5EF4-FFF2-40B4-BE49-F238E27FC236}">
                    <a16:creationId xmlns:a16="http://schemas.microsoft.com/office/drawing/2014/main" id="{05A633B4-5017-D86C-A3C5-431F9FE92E78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6" name="pg2371">
                <a:extLst>
                  <a:ext uri="{FF2B5EF4-FFF2-40B4-BE49-F238E27FC236}">
                    <a16:creationId xmlns:a16="http://schemas.microsoft.com/office/drawing/2014/main" id="{6F8B585F-A222-9AA4-48C4-40A325426530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7" name="pg2372">
                <a:extLst>
                  <a:ext uri="{FF2B5EF4-FFF2-40B4-BE49-F238E27FC236}">
                    <a16:creationId xmlns:a16="http://schemas.microsoft.com/office/drawing/2014/main" id="{D72B7330-B428-17C3-1A53-D48F76FD72E7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8" name="pg2373">
                <a:extLst>
                  <a:ext uri="{FF2B5EF4-FFF2-40B4-BE49-F238E27FC236}">
                    <a16:creationId xmlns:a16="http://schemas.microsoft.com/office/drawing/2014/main" id="{EC468D96-0B37-82AE-471B-97BE13D3E3AA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9" name="pg2374">
                <a:extLst>
                  <a:ext uri="{FF2B5EF4-FFF2-40B4-BE49-F238E27FC236}">
                    <a16:creationId xmlns:a16="http://schemas.microsoft.com/office/drawing/2014/main" id="{14BF2144-56E4-873E-71FC-825A27E0CF21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0" name="pg2375">
                <a:extLst>
                  <a:ext uri="{FF2B5EF4-FFF2-40B4-BE49-F238E27FC236}">
                    <a16:creationId xmlns:a16="http://schemas.microsoft.com/office/drawing/2014/main" id="{18ABCFD6-CD95-3BDE-3C2E-8BE60E22EA44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1" name="pg2376">
                <a:extLst>
                  <a:ext uri="{FF2B5EF4-FFF2-40B4-BE49-F238E27FC236}">
                    <a16:creationId xmlns:a16="http://schemas.microsoft.com/office/drawing/2014/main" id="{4770255D-0E77-8B00-6045-D26B50A94EF8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2" name="pg2377">
                <a:extLst>
                  <a:ext uri="{FF2B5EF4-FFF2-40B4-BE49-F238E27FC236}">
                    <a16:creationId xmlns:a16="http://schemas.microsoft.com/office/drawing/2014/main" id="{2C162B8F-1CB3-C875-0211-365361057177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3" name="pg2378">
                <a:extLst>
                  <a:ext uri="{FF2B5EF4-FFF2-40B4-BE49-F238E27FC236}">
                    <a16:creationId xmlns:a16="http://schemas.microsoft.com/office/drawing/2014/main" id="{302C3AA7-7E6F-D4F1-8C83-ACEF0EC93028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4" name="pg2379">
                <a:extLst>
                  <a:ext uri="{FF2B5EF4-FFF2-40B4-BE49-F238E27FC236}">
                    <a16:creationId xmlns:a16="http://schemas.microsoft.com/office/drawing/2014/main" id="{89E8081A-7FCC-D773-8659-3C0FE5196DF6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5" name="pg2380">
                <a:extLst>
                  <a:ext uri="{FF2B5EF4-FFF2-40B4-BE49-F238E27FC236}">
                    <a16:creationId xmlns:a16="http://schemas.microsoft.com/office/drawing/2014/main" id="{0D90EA37-E8CF-D405-B5E5-3CDF45BEFE46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6" name="pg2381">
                <a:extLst>
                  <a:ext uri="{FF2B5EF4-FFF2-40B4-BE49-F238E27FC236}">
                    <a16:creationId xmlns:a16="http://schemas.microsoft.com/office/drawing/2014/main" id="{334185C7-0D7E-8E30-2797-547EF1378600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7" name="pg2382">
                <a:extLst>
                  <a:ext uri="{FF2B5EF4-FFF2-40B4-BE49-F238E27FC236}">
                    <a16:creationId xmlns:a16="http://schemas.microsoft.com/office/drawing/2014/main" id="{4D7D81D1-8567-748E-C973-7BBAB3284E5F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8" name="pg2383">
                <a:extLst>
                  <a:ext uri="{FF2B5EF4-FFF2-40B4-BE49-F238E27FC236}">
                    <a16:creationId xmlns:a16="http://schemas.microsoft.com/office/drawing/2014/main" id="{928A269C-A93F-3042-33E8-D3729CE11FE9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9" name="pg2384">
                <a:extLst>
                  <a:ext uri="{FF2B5EF4-FFF2-40B4-BE49-F238E27FC236}">
                    <a16:creationId xmlns:a16="http://schemas.microsoft.com/office/drawing/2014/main" id="{C95D542B-59E2-3868-3055-22170F72BD68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0" name="pg2385">
                <a:extLst>
                  <a:ext uri="{FF2B5EF4-FFF2-40B4-BE49-F238E27FC236}">
                    <a16:creationId xmlns:a16="http://schemas.microsoft.com/office/drawing/2014/main" id="{69DFDC0C-40D2-E743-4D6F-7A15357FE0D0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1" name="pg2386">
                <a:extLst>
                  <a:ext uri="{FF2B5EF4-FFF2-40B4-BE49-F238E27FC236}">
                    <a16:creationId xmlns:a16="http://schemas.microsoft.com/office/drawing/2014/main" id="{6312EC6C-E2E8-951F-7343-EF6E0B457ABE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2" name="pg2387">
                <a:extLst>
                  <a:ext uri="{FF2B5EF4-FFF2-40B4-BE49-F238E27FC236}">
                    <a16:creationId xmlns:a16="http://schemas.microsoft.com/office/drawing/2014/main" id="{6E3DA2C9-17FD-1268-FD5B-E629BA7B8F5E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3" name="pg2388">
                <a:extLst>
                  <a:ext uri="{FF2B5EF4-FFF2-40B4-BE49-F238E27FC236}">
                    <a16:creationId xmlns:a16="http://schemas.microsoft.com/office/drawing/2014/main" id="{2027DAD6-0D7B-EFF8-7084-E530ECE1C4B1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4" name="pg2389">
                <a:extLst>
                  <a:ext uri="{FF2B5EF4-FFF2-40B4-BE49-F238E27FC236}">
                    <a16:creationId xmlns:a16="http://schemas.microsoft.com/office/drawing/2014/main" id="{7597E62B-1C93-ABCB-D3B2-3DC5817DBD42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5" name="pg2390">
                <a:extLst>
                  <a:ext uri="{FF2B5EF4-FFF2-40B4-BE49-F238E27FC236}">
                    <a16:creationId xmlns:a16="http://schemas.microsoft.com/office/drawing/2014/main" id="{78644978-7DB1-D63C-114F-72C6FEE180AD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6" name="pg2391">
                <a:extLst>
                  <a:ext uri="{FF2B5EF4-FFF2-40B4-BE49-F238E27FC236}">
                    <a16:creationId xmlns:a16="http://schemas.microsoft.com/office/drawing/2014/main" id="{53EBE301-4523-5AE4-0ECC-F281655C4CD8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7" name="pg2392">
                <a:extLst>
                  <a:ext uri="{FF2B5EF4-FFF2-40B4-BE49-F238E27FC236}">
                    <a16:creationId xmlns:a16="http://schemas.microsoft.com/office/drawing/2014/main" id="{0795554D-DAE7-BB5A-A04A-F6DA0C22FECB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8" name="pg2393">
                <a:extLst>
                  <a:ext uri="{FF2B5EF4-FFF2-40B4-BE49-F238E27FC236}">
                    <a16:creationId xmlns:a16="http://schemas.microsoft.com/office/drawing/2014/main" id="{099C4660-F2CB-7BFB-DAAB-0DA6E192726B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9" name="pg2394">
                <a:extLst>
                  <a:ext uri="{FF2B5EF4-FFF2-40B4-BE49-F238E27FC236}">
                    <a16:creationId xmlns:a16="http://schemas.microsoft.com/office/drawing/2014/main" id="{5B977CAC-7399-274B-F873-547611A42608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0" name="pg2395">
                <a:extLst>
                  <a:ext uri="{FF2B5EF4-FFF2-40B4-BE49-F238E27FC236}">
                    <a16:creationId xmlns:a16="http://schemas.microsoft.com/office/drawing/2014/main" id="{6AEE9AE8-1432-7F5D-E715-9459028BEBC0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1" name="pg2396">
                <a:extLst>
                  <a:ext uri="{FF2B5EF4-FFF2-40B4-BE49-F238E27FC236}">
                    <a16:creationId xmlns:a16="http://schemas.microsoft.com/office/drawing/2014/main" id="{D561FE6F-5B5A-9BD5-0755-01ABFA9B683B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2" name="pg2397">
                <a:extLst>
                  <a:ext uri="{FF2B5EF4-FFF2-40B4-BE49-F238E27FC236}">
                    <a16:creationId xmlns:a16="http://schemas.microsoft.com/office/drawing/2014/main" id="{20C9B3CD-6467-FB19-92AD-3E054A1D3D24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3" name="pg2398">
                <a:extLst>
                  <a:ext uri="{FF2B5EF4-FFF2-40B4-BE49-F238E27FC236}">
                    <a16:creationId xmlns:a16="http://schemas.microsoft.com/office/drawing/2014/main" id="{7318AB72-F8C6-219A-4B54-2AB0EB849353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4" name="pg2399">
                <a:extLst>
                  <a:ext uri="{FF2B5EF4-FFF2-40B4-BE49-F238E27FC236}">
                    <a16:creationId xmlns:a16="http://schemas.microsoft.com/office/drawing/2014/main" id="{BBCBA5A9-72A0-7DE8-6D67-4ED2B0C34CB5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5" name="pg2400">
                <a:extLst>
                  <a:ext uri="{FF2B5EF4-FFF2-40B4-BE49-F238E27FC236}">
                    <a16:creationId xmlns:a16="http://schemas.microsoft.com/office/drawing/2014/main" id="{78EBD6B4-3834-7BFA-C189-CAB8951A5FF2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6" name="pg2401">
                <a:extLst>
                  <a:ext uri="{FF2B5EF4-FFF2-40B4-BE49-F238E27FC236}">
                    <a16:creationId xmlns:a16="http://schemas.microsoft.com/office/drawing/2014/main" id="{83FD174A-F3DC-6FB3-44B0-D3374EE49870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7" name="pg2402">
                <a:extLst>
                  <a:ext uri="{FF2B5EF4-FFF2-40B4-BE49-F238E27FC236}">
                    <a16:creationId xmlns:a16="http://schemas.microsoft.com/office/drawing/2014/main" id="{DFA4FF3E-68A3-C528-8000-2932B0EA5E1F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8" name="pg2403">
                <a:extLst>
                  <a:ext uri="{FF2B5EF4-FFF2-40B4-BE49-F238E27FC236}">
                    <a16:creationId xmlns:a16="http://schemas.microsoft.com/office/drawing/2014/main" id="{86856E6E-7C62-9E84-9348-0A2921ED5013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9" name="pg2404">
                <a:extLst>
                  <a:ext uri="{FF2B5EF4-FFF2-40B4-BE49-F238E27FC236}">
                    <a16:creationId xmlns:a16="http://schemas.microsoft.com/office/drawing/2014/main" id="{40348D2B-3E81-DED4-1796-311D4E6E335E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0" name="pg2405">
                <a:extLst>
                  <a:ext uri="{FF2B5EF4-FFF2-40B4-BE49-F238E27FC236}">
                    <a16:creationId xmlns:a16="http://schemas.microsoft.com/office/drawing/2014/main" id="{4137275B-909F-4B7D-38DC-029CE9FB019B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1" name="pg2406">
                <a:extLst>
                  <a:ext uri="{FF2B5EF4-FFF2-40B4-BE49-F238E27FC236}">
                    <a16:creationId xmlns:a16="http://schemas.microsoft.com/office/drawing/2014/main" id="{23C64FC2-55C6-4D32-79A1-5F8E0022692B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2" name="pg2407">
                <a:extLst>
                  <a:ext uri="{FF2B5EF4-FFF2-40B4-BE49-F238E27FC236}">
                    <a16:creationId xmlns:a16="http://schemas.microsoft.com/office/drawing/2014/main" id="{606DC983-52F5-4C11-3A16-64B81BE58B9D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3" name="pg2408">
                <a:extLst>
                  <a:ext uri="{FF2B5EF4-FFF2-40B4-BE49-F238E27FC236}">
                    <a16:creationId xmlns:a16="http://schemas.microsoft.com/office/drawing/2014/main" id="{7B78D89B-E366-6611-97E0-25ED32FC6312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4" name="pg2409">
                <a:extLst>
                  <a:ext uri="{FF2B5EF4-FFF2-40B4-BE49-F238E27FC236}">
                    <a16:creationId xmlns:a16="http://schemas.microsoft.com/office/drawing/2014/main" id="{74805769-A4C1-5F7C-F87B-B3EF81206C1E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5" name="pg2410">
                <a:extLst>
                  <a:ext uri="{FF2B5EF4-FFF2-40B4-BE49-F238E27FC236}">
                    <a16:creationId xmlns:a16="http://schemas.microsoft.com/office/drawing/2014/main" id="{41BC5ABA-1C07-B204-3E13-571D2990855E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6" name="pg2411">
                <a:extLst>
                  <a:ext uri="{FF2B5EF4-FFF2-40B4-BE49-F238E27FC236}">
                    <a16:creationId xmlns:a16="http://schemas.microsoft.com/office/drawing/2014/main" id="{4F8FCF6A-6E46-6FC3-435D-855A61D8B2FA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7" name="pg2412">
                <a:extLst>
                  <a:ext uri="{FF2B5EF4-FFF2-40B4-BE49-F238E27FC236}">
                    <a16:creationId xmlns:a16="http://schemas.microsoft.com/office/drawing/2014/main" id="{0C47548C-F9CA-5CDF-B8D9-28A3916A53D1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8" name="pg2413">
                <a:extLst>
                  <a:ext uri="{FF2B5EF4-FFF2-40B4-BE49-F238E27FC236}">
                    <a16:creationId xmlns:a16="http://schemas.microsoft.com/office/drawing/2014/main" id="{2DAFDC29-45C9-CCB1-BF9E-09D7F4C08D25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9" name="pg2414">
                <a:extLst>
                  <a:ext uri="{FF2B5EF4-FFF2-40B4-BE49-F238E27FC236}">
                    <a16:creationId xmlns:a16="http://schemas.microsoft.com/office/drawing/2014/main" id="{3598DB40-3F17-CE6A-68AA-F6FC362B7E3B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0" name="pg2415">
                <a:extLst>
                  <a:ext uri="{FF2B5EF4-FFF2-40B4-BE49-F238E27FC236}">
                    <a16:creationId xmlns:a16="http://schemas.microsoft.com/office/drawing/2014/main" id="{A644BD0A-00DD-5F3D-47D6-45512B2BFDE5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1" name="pg2416">
                <a:extLst>
                  <a:ext uri="{FF2B5EF4-FFF2-40B4-BE49-F238E27FC236}">
                    <a16:creationId xmlns:a16="http://schemas.microsoft.com/office/drawing/2014/main" id="{5A7D1895-4D43-6D4D-E861-A9CC4EAE2113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2" name="pg2417">
                <a:extLst>
                  <a:ext uri="{FF2B5EF4-FFF2-40B4-BE49-F238E27FC236}">
                    <a16:creationId xmlns:a16="http://schemas.microsoft.com/office/drawing/2014/main" id="{A5ABA89F-B9A2-3FE4-CB61-59E98D5F3FB8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3" name="pg2418">
                <a:extLst>
                  <a:ext uri="{FF2B5EF4-FFF2-40B4-BE49-F238E27FC236}">
                    <a16:creationId xmlns:a16="http://schemas.microsoft.com/office/drawing/2014/main" id="{284CE550-AB6A-AFC1-8836-755E0E77BB54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4" name="pg2419">
                <a:extLst>
                  <a:ext uri="{FF2B5EF4-FFF2-40B4-BE49-F238E27FC236}">
                    <a16:creationId xmlns:a16="http://schemas.microsoft.com/office/drawing/2014/main" id="{82795284-375B-3526-84F5-EA98B9B11A98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5" name="pg2420">
                <a:extLst>
                  <a:ext uri="{FF2B5EF4-FFF2-40B4-BE49-F238E27FC236}">
                    <a16:creationId xmlns:a16="http://schemas.microsoft.com/office/drawing/2014/main" id="{D6795EDC-CD3B-845D-E1E8-997D650FB5D5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6" name="pg2421">
                <a:extLst>
                  <a:ext uri="{FF2B5EF4-FFF2-40B4-BE49-F238E27FC236}">
                    <a16:creationId xmlns:a16="http://schemas.microsoft.com/office/drawing/2014/main" id="{B0E072B3-74B9-EBBE-5D87-45951CFC9B11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7" name="pg2422">
                <a:extLst>
                  <a:ext uri="{FF2B5EF4-FFF2-40B4-BE49-F238E27FC236}">
                    <a16:creationId xmlns:a16="http://schemas.microsoft.com/office/drawing/2014/main" id="{C6CE833B-3832-C1C4-7999-AB0713D2B3AA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8" name="pg2423">
                <a:extLst>
                  <a:ext uri="{FF2B5EF4-FFF2-40B4-BE49-F238E27FC236}">
                    <a16:creationId xmlns:a16="http://schemas.microsoft.com/office/drawing/2014/main" id="{1E104D00-2556-7786-53CE-E6002A8D64CA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9" name="pg2424">
                <a:extLst>
                  <a:ext uri="{FF2B5EF4-FFF2-40B4-BE49-F238E27FC236}">
                    <a16:creationId xmlns:a16="http://schemas.microsoft.com/office/drawing/2014/main" id="{7501D2BA-D36A-4614-7309-45206E7E77E9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0" name="pg2425">
                <a:extLst>
                  <a:ext uri="{FF2B5EF4-FFF2-40B4-BE49-F238E27FC236}">
                    <a16:creationId xmlns:a16="http://schemas.microsoft.com/office/drawing/2014/main" id="{EECEB730-A47D-EB9C-5A8C-95DB690A0B25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1" name="pg2426">
                <a:extLst>
                  <a:ext uri="{FF2B5EF4-FFF2-40B4-BE49-F238E27FC236}">
                    <a16:creationId xmlns:a16="http://schemas.microsoft.com/office/drawing/2014/main" id="{8F5EA2F0-60E3-A2A1-159E-2E5A1ADF83AA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2" name="pg2427">
                <a:extLst>
                  <a:ext uri="{FF2B5EF4-FFF2-40B4-BE49-F238E27FC236}">
                    <a16:creationId xmlns:a16="http://schemas.microsoft.com/office/drawing/2014/main" id="{939FA8AA-29BE-402C-51F1-757D9D2102E3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3" name="pg2428">
                <a:extLst>
                  <a:ext uri="{FF2B5EF4-FFF2-40B4-BE49-F238E27FC236}">
                    <a16:creationId xmlns:a16="http://schemas.microsoft.com/office/drawing/2014/main" id="{B4CAA365-F840-4370-1747-B5EB7345146A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4" name="pg2429">
                <a:extLst>
                  <a:ext uri="{FF2B5EF4-FFF2-40B4-BE49-F238E27FC236}">
                    <a16:creationId xmlns:a16="http://schemas.microsoft.com/office/drawing/2014/main" id="{E9B57C42-B6AE-9C78-B980-D0222DAC6FD9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5" name="pg2430">
                <a:extLst>
                  <a:ext uri="{FF2B5EF4-FFF2-40B4-BE49-F238E27FC236}">
                    <a16:creationId xmlns:a16="http://schemas.microsoft.com/office/drawing/2014/main" id="{43627ACD-18BE-F2F1-76DA-06A0EC1312CD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6" name="pg2431">
                <a:extLst>
                  <a:ext uri="{FF2B5EF4-FFF2-40B4-BE49-F238E27FC236}">
                    <a16:creationId xmlns:a16="http://schemas.microsoft.com/office/drawing/2014/main" id="{A1FE4A08-850D-2317-29CE-90F6F232B9C5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7" name="pg2432">
                <a:extLst>
                  <a:ext uri="{FF2B5EF4-FFF2-40B4-BE49-F238E27FC236}">
                    <a16:creationId xmlns:a16="http://schemas.microsoft.com/office/drawing/2014/main" id="{4B062B30-1E2B-35F2-A7E7-71AA0D30EB25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8" name="pg2433">
                <a:extLst>
                  <a:ext uri="{FF2B5EF4-FFF2-40B4-BE49-F238E27FC236}">
                    <a16:creationId xmlns:a16="http://schemas.microsoft.com/office/drawing/2014/main" id="{AD372B53-BE76-A67E-66EC-C81C520FEC2A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9" name="pg2434">
                <a:extLst>
                  <a:ext uri="{FF2B5EF4-FFF2-40B4-BE49-F238E27FC236}">
                    <a16:creationId xmlns:a16="http://schemas.microsoft.com/office/drawing/2014/main" id="{3FE87024-3CB5-52A7-A585-9CE801B3E919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0" name="pg2435">
                <a:extLst>
                  <a:ext uri="{FF2B5EF4-FFF2-40B4-BE49-F238E27FC236}">
                    <a16:creationId xmlns:a16="http://schemas.microsoft.com/office/drawing/2014/main" id="{DD286FE5-BC4D-8244-76AD-05FF341C6F21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1" name="pg2436">
                <a:extLst>
                  <a:ext uri="{FF2B5EF4-FFF2-40B4-BE49-F238E27FC236}">
                    <a16:creationId xmlns:a16="http://schemas.microsoft.com/office/drawing/2014/main" id="{93935A0D-5073-F76A-8055-9A4C765FBA42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2" name="pg2437">
                <a:extLst>
                  <a:ext uri="{FF2B5EF4-FFF2-40B4-BE49-F238E27FC236}">
                    <a16:creationId xmlns:a16="http://schemas.microsoft.com/office/drawing/2014/main" id="{8A2A1DC0-CF06-7D3A-0C3F-DAEC00E9432F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3" name="pg2438">
                <a:extLst>
                  <a:ext uri="{FF2B5EF4-FFF2-40B4-BE49-F238E27FC236}">
                    <a16:creationId xmlns:a16="http://schemas.microsoft.com/office/drawing/2014/main" id="{D9B34A86-E951-ECB9-1C74-2AFC84C4DFE0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4" name="pg2439">
                <a:extLst>
                  <a:ext uri="{FF2B5EF4-FFF2-40B4-BE49-F238E27FC236}">
                    <a16:creationId xmlns:a16="http://schemas.microsoft.com/office/drawing/2014/main" id="{062B5DC5-CD61-35C3-F465-2BA7EA40E41D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5" name="pg2440">
                <a:extLst>
                  <a:ext uri="{FF2B5EF4-FFF2-40B4-BE49-F238E27FC236}">
                    <a16:creationId xmlns:a16="http://schemas.microsoft.com/office/drawing/2014/main" id="{B2F25E10-7D2B-5460-5E09-6FBFB7D4B9B3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6" name="pg2441">
                <a:extLst>
                  <a:ext uri="{FF2B5EF4-FFF2-40B4-BE49-F238E27FC236}">
                    <a16:creationId xmlns:a16="http://schemas.microsoft.com/office/drawing/2014/main" id="{D158FC97-6678-B665-681E-071EE7DEAFFE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7" name="pg2442">
                <a:extLst>
                  <a:ext uri="{FF2B5EF4-FFF2-40B4-BE49-F238E27FC236}">
                    <a16:creationId xmlns:a16="http://schemas.microsoft.com/office/drawing/2014/main" id="{429FD570-2F72-BA79-9CA8-5EDA79BAD222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8" name="pg2443">
                <a:extLst>
                  <a:ext uri="{FF2B5EF4-FFF2-40B4-BE49-F238E27FC236}">
                    <a16:creationId xmlns:a16="http://schemas.microsoft.com/office/drawing/2014/main" id="{7D57A65D-B0A3-A5DE-72AF-7032C76F8E04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9" name="pg2444">
                <a:extLst>
                  <a:ext uri="{FF2B5EF4-FFF2-40B4-BE49-F238E27FC236}">
                    <a16:creationId xmlns:a16="http://schemas.microsoft.com/office/drawing/2014/main" id="{D473A0A5-50A2-E991-8814-77499FA40E68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0" name="pg2445">
                <a:extLst>
                  <a:ext uri="{FF2B5EF4-FFF2-40B4-BE49-F238E27FC236}">
                    <a16:creationId xmlns:a16="http://schemas.microsoft.com/office/drawing/2014/main" id="{77815737-3D98-A7AE-528B-7ABCB2B0053A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1" name="pg2446">
                <a:extLst>
                  <a:ext uri="{FF2B5EF4-FFF2-40B4-BE49-F238E27FC236}">
                    <a16:creationId xmlns:a16="http://schemas.microsoft.com/office/drawing/2014/main" id="{5AA34EAB-285B-6192-8D76-21B5409B1244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2" name="pg2447">
                <a:extLst>
                  <a:ext uri="{FF2B5EF4-FFF2-40B4-BE49-F238E27FC236}">
                    <a16:creationId xmlns:a16="http://schemas.microsoft.com/office/drawing/2014/main" id="{1C5A4E69-EC0C-9E9B-7BE3-0D9D8963A416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3" name="pg2448">
                <a:extLst>
                  <a:ext uri="{FF2B5EF4-FFF2-40B4-BE49-F238E27FC236}">
                    <a16:creationId xmlns:a16="http://schemas.microsoft.com/office/drawing/2014/main" id="{ACE4740F-2A9C-FC60-FA27-4877D0F8C469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4" name="pg2449">
                <a:extLst>
                  <a:ext uri="{FF2B5EF4-FFF2-40B4-BE49-F238E27FC236}">
                    <a16:creationId xmlns:a16="http://schemas.microsoft.com/office/drawing/2014/main" id="{DCFE7571-363F-F37C-0373-6685D5BABE30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5" name="pg2450">
                <a:extLst>
                  <a:ext uri="{FF2B5EF4-FFF2-40B4-BE49-F238E27FC236}">
                    <a16:creationId xmlns:a16="http://schemas.microsoft.com/office/drawing/2014/main" id="{0EACB5E8-2183-9D2B-9B5D-B3F3575A38FB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6" name="pg2451">
                <a:extLst>
                  <a:ext uri="{FF2B5EF4-FFF2-40B4-BE49-F238E27FC236}">
                    <a16:creationId xmlns:a16="http://schemas.microsoft.com/office/drawing/2014/main" id="{E86D2FDE-34B7-DE12-AB0C-4C498BBD7DB0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7" name="pg2452">
                <a:extLst>
                  <a:ext uri="{FF2B5EF4-FFF2-40B4-BE49-F238E27FC236}">
                    <a16:creationId xmlns:a16="http://schemas.microsoft.com/office/drawing/2014/main" id="{D867294B-6B7F-5A55-ABE1-E62BFBA9ED2F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8" name="pg2453">
                <a:extLst>
                  <a:ext uri="{FF2B5EF4-FFF2-40B4-BE49-F238E27FC236}">
                    <a16:creationId xmlns:a16="http://schemas.microsoft.com/office/drawing/2014/main" id="{32050A9F-D0C4-F7D3-4AA7-66A90E87F319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9" name="pg2454">
                <a:extLst>
                  <a:ext uri="{FF2B5EF4-FFF2-40B4-BE49-F238E27FC236}">
                    <a16:creationId xmlns:a16="http://schemas.microsoft.com/office/drawing/2014/main" id="{80C8A530-99AD-E343-8253-1CF0A34013E7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0" name="pg2455">
                <a:extLst>
                  <a:ext uri="{FF2B5EF4-FFF2-40B4-BE49-F238E27FC236}">
                    <a16:creationId xmlns:a16="http://schemas.microsoft.com/office/drawing/2014/main" id="{3A47A28B-10D6-82CB-1CAE-C087453FB4DC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1" name="pg2456">
                <a:extLst>
                  <a:ext uri="{FF2B5EF4-FFF2-40B4-BE49-F238E27FC236}">
                    <a16:creationId xmlns:a16="http://schemas.microsoft.com/office/drawing/2014/main" id="{BABB8A0A-A54F-5484-B88C-0C07D2DCC813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2" name="pg2457">
                <a:extLst>
                  <a:ext uri="{FF2B5EF4-FFF2-40B4-BE49-F238E27FC236}">
                    <a16:creationId xmlns:a16="http://schemas.microsoft.com/office/drawing/2014/main" id="{E0826655-B630-6C79-6F4F-B05A1F235B03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3" name="pg2458">
                <a:extLst>
                  <a:ext uri="{FF2B5EF4-FFF2-40B4-BE49-F238E27FC236}">
                    <a16:creationId xmlns:a16="http://schemas.microsoft.com/office/drawing/2014/main" id="{5A6BE302-1013-2F17-4FB7-0B3DC08D7492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4" name="pg2459">
                <a:extLst>
                  <a:ext uri="{FF2B5EF4-FFF2-40B4-BE49-F238E27FC236}">
                    <a16:creationId xmlns:a16="http://schemas.microsoft.com/office/drawing/2014/main" id="{BAE5ABF4-04E4-B151-A1B7-D3474C2ADFDA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5" name="pg2460">
                <a:extLst>
                  <a:ext uri="{FF2B5EF4-FFF2-40B4-BE49-F238E27FC236}">
                    <a16:creationId xmlns:a16="http://schemas.microsoft.com/office/drawing/2014/main" id="{E6CC56F2-06FB-7244-D86A-94BDCF63D2D4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6" name="pg2461">
                <a:extLst>
                  <a:ext uri="{FF2B5EF4-FFF2-40B4-BE49-F238E27FC236}">
                    <a16:creationId xmlns:a16="http://schemas.microsoft.com/office/drawing/2014/main" id="{AA962E43-1D10-44E8-E83D-A8E7B4706C5C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7" name="pg2462">
                <a:extLst>
                  <a:ext uri="{FF2B5EF4-FFF2-40B4-BE49-F238E27FC236}">
                    <a16:creationId xmlns:a16="http://schemas.microsoft.com/office/drawing/2014/main" id="{5B2B7A85-1F13-8CD1-D444-B502179AEAF9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8" name="pg2463">
                <a:extLst>
                  <a:ext uri="{FF2B5EF4-FFF2-40B4-BE49-F238E27FC236}">
                    <a16:creationId xmlns:a16="http://schemas.microsoft.com/office/drawing/2014/main" id="{B1593FB2-C931-EFA4-A728-0664F86C46AF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9" name="pg2464">
                <a:extLst>
                  <a:ext uri="{FF2B5EF4-FFF2-40B4-BE49-F238E27FC236}">
                    <a16:creationId xmlns:a16="http://schemas.microsoft.com/office/drawing/2014/main" id="{D6554A72-EE90-7FC8-6FB9-469393148F05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0" name="pg2465">
                <a:extLst>
                  <a:ext uri="{FF2B5EF4-FFF2-40B4-BE49-F238E27FC236}">
                    <a16:creationId xmlns:a16="http://schemas.microsoft.com/office/drawing/2014/main" id="{D27C80B2-C6B3-80BB-5D07-7138DF0057A4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1" name="pg2466">
                <a:extLst>
                  <a:ext uri="{FF2B5EF4-FFF2-40B4-BE49-F238E27FC236}">
                    <a16:creationId xmlns:a16="http://schemas.microsoft.com/office/drawing/2014/main" id="{005BD5AD-9950-178D-BBD4-3B2CBAA0D776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2" name="pg2467">
                <a:extLst>
                  <a:ext uri="{FF2B5EF4-FFF2-40B4-BE49-F238E27FC236}">
                    <a16:creationId xmlns:a16="http://schemas.microsoft.com/office/drawing/2014/main" id="{FA098733-0233-C21C-1016-4B8B67DFFF13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3" name="pg2468">
                <a:extLst>
                  <a:ext uri="{FF2B5EF4-FFF2-40B4-BE49-F238E27FC236}">
                    <a16:creationId xmlns:a16="http://schemas.microsoft.com/office/drawing/2014/main" id="{A0B38E11-B810-E020-0F7C-04A8E4632DF2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4" name="pg2469">
                <a:extLst>
                  <a:ext uri="{FF2B5EF4-FFF2-40B4-BE49-F238E27FC236}">
                    <a16:creationId xmlns:a16="http://schemas.microsoft.com/office/drawing/2014/main" id="{C3A18DE3-6D2D-B51A-0839-E6F8437F2E48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5" name="pg2470">
                <a:extLst>
                  <a:ext uri="{FF2B5EF4-FFF2-40B4-BE49-F238E27FC236}">
                    <a16:creationId xmlns:a16="http://schemas.microsoft.com/office/drawing/2014/main" id="{CB054B85-3450-1E73-3128-4C6F5A09DD17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6" name="pg2471">
                <a:extLst>
                  <a:ext uri="{FF2B5EF4-FFF2-40B4-BE49-F238E27FC236}">
                    <a16:creationId xmlns:a16="http://schemas.microsoft.com/office/drawing/2014/main" id="{93EE567E-F8B4-FA0A-99D3-EBB86FE363F2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7" name="pg2472">
                <a:extLst>
                  <a:ext uri="{FF2B5EF4-FFF2-40B4-BE49-F238E27FC236}">
                    <a16:creationId xmlns:a16="http://schemas.microsoft.com/office/drawing/2014/main" id="{F03E58AE-087E-0649-8957-739D0BCE3CCF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8" name="pg2473">
                <a:extLst>
                  <a:ext uri="{FF2B5EF4-FFF2-40B4-BE49-F238E27FC236}">
                    <a16:creationId xmlns:a16="http://schemas.microsoft.com/office/drawing/2014/main" id="{D77E6A92-663B-44E3-6080-4C8DE0F3110F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9" name="pg2474">
                <a:extLst>
                  <a:ext uri="{FF2B5EF4-FFF2-40B4-BE49-F238E27FC236}">
                    <a16:creationId xmlns:a16="http://schemas.microsoft.com/office/drawing/2014/main" id="{1D397AFD-8899-5D3D-B06A-5C7E7813C237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0" name="pg2475">
                <a:extLst>
                  <a:ext uri="{FF2B5EF4-FFF2-40B4-BE49-F238E27FC236}">
                    <a16:creationId xmlns:a16="http://schemas.microsoft.com/office/drawing/2014/main" id="{9B22624A-B177-7C8B-239A-F1BC1CC9CF4E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1" name="pg2476">
                <a:extLst>
                  <a:ext uri="{FF2B5EF4-FFF2-40B4-BE49-F238E27FC236}">
                    <a16:creationId xmlns:a16="http://schemas.microsoft.com/office/drawing/2014/main" id="{C9A63CC9-C116-AD22-86DD-C9C95D41F67D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2" name="pg2477">
                <a:extLst>
                  <a:ext uri="{FF2B5EF4-FFF2-40B4-BE49-F238E27FC236}">
                    <a16:creationId xmlns:a16="http://schemas.microsoft.com/office/drawing/2014/main" id="{C26FF159-0EAB-4441-301E-FF203AFEAE24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3" name="pg2478">
                <a:extLst>
                  <a:ext uri="{FF2B5EF4-FFF2-40B4-BE49-F238E27FC236}">
                    <a16:creationId xmlns:a16="http://schemas.microsoft.com/office/drawing/2014/main" id="{7BC98DDF-C398-2B5B-B5AA-FD3115FE325C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4" name="pg2479">
                <a:extLst>
                  <a:ext uri="{FF2B5EF4-FFF2-40B4-BE49-F238E27FC236}">
                    <a16:creationId xmlns:a16="http://schemas.microsoft.com/office/drawing/2014/main" id="{866A6B45-1829-6F97-9062-839B9BD0B2D7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5" name="pg2480">
                <a:extLst>
                  <a:ext uri="{FF2B5EF4-FFF2-40B4-BE49-F238E27FC236}">
                    <a16:creationId xmlns:a16="http://schemas.microsoft.com/office/drawing/2014/main" id="{CEEAD27F-6A62-02BF-07D9-E5EE7B3BAA88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6" name="pg2481">
                <a:extLst>
                  <a:ext uri="{FF2B5EF4-FFF2-40B4-BE49-F238E27FC236}">
                    <a16:creationId xmlns:a16="http://schemas.microsoft.com/office/drawing/2014/main" id="{EF5DE5FF-C093-D887-2EEA-F13F52D19486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7" name="pg2482">
                <a:extLst>
                  <a:ext uri="{FF2B5EF4-FFF2-40B4-BE49-F238E27FC236}">
                    <a16:creationId xmlns:a16="http://schemas.microsoft.com/office/drawing/2014/main" id="{CCBC5471-1864-A853-A329-5B4775CCC1EA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8" name="pg2483">
                <a:extLst>
                  <a:ext uri="{FF2B5EF4-FFF2-40B4-BE49-F238E27FC236}">
                    <a16:creationId xmlns:a16="http://schemas.microsoft.com/office/drawing/2014/main" id="{B2DEE68B-FF07-5B08-7D31-EE48E1E8D6A9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9" name="pg2484">
                <a:extLst>
                  <a:ext uri="{FF2B5EF4-FFF2-40B4-BE49-F238E27FC236}">
                    <a16:creationId xmlns:a16="http://schemas.microsoft.com/office/drawing/2014/main" id="{1443CC3D-9F02-D8B3-125E-B238F6B4B247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0" name="pg2485">
                <a:extLst>
                  <a:ext uri="{FF2B5EF4-FFF2-40B4-BE49-F238E27FC236}">
                    <a16:creationId xmlns:a16="http://schemas.microsoft.com/office/drawing/2014/main" id="{12926F30-0D59-88D8-7A00-C15CE7CC0E2C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1" name="pg2486">
                <a:extLst>
                  <a:ext uri="{FF2B5EF4-FFF2-40B4-BE49-F238E27FC236}">
                    <a16:creationId xmlns:a16="http://schemas.microsoft.com/office/drawing/2014/main" id="{11CCA8FB-A55F-74E6-7245-9357ECB51B76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2" name="pg2487">
                <a:extLst>
                  <a:ext uri="{FF2B5EF4-FFF2-40B4-BE49-F238E27FC236}">
                    <a16:creationId xmlns:a16="http://schemas.microsoft.com/office/drawing/2014/main" id="{AF8EB8A9-441E-B83F-F265-8631B3775F7D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3" name="pg2488">
                <a:extLst>
                  <a:ext uri="{FF2B5EF4-FFF2-40B4-BE49-F238E27FC236}">
                    <a16:creationId xmlns:a16="http://schemas.microsoft.com/office/drawing/2014/main" id="{C1594F0B-AF6C-804E-61CB-4ED440EF6714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4" name="pg2489">
                <a:extLst>
                  <a:ext uri="{FF2B5EF4-FFF2-40B4-BE49-F238E27FC236}">
                    <a16:creationId xmlns:a16="http://schemas.microsoft.com/office/drawing/2014/main" id="{ED36971D-667D-F7EA-4B99-E9BEA6F043EF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5" name="pg2490">
                <a:extLst>
                  <a:ext uri="{FF2B5EF4-FFF2-40B4-BE49-F238E27FC236}">
                    <a16:creationId xmlns:a16="http://schemas.microsoft.com/office/drawing/2014/main" id="{160CC573-DB98-9827-BD97-BAE250B61A60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6" name="pg2491">
                <a:extLst>
                  <a:ext uri="{FF2B5EF4-FFF2-40B4-BE49-F238E27FC236}">
                    <a16:creationId xmlns:a16="http://schemas.microsoft.com/office/drawing/2014/main" id="{1E64CBA4-9CF8-154F-7EEA-E36D66BBE65D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7" name="pg2492">
                <a:extLst>
                  <a:ext uri="{FF2B5EF4-FFF2-40B4-BE49-F238E27FC236}">
                    <a16:creationId xmlns:a16="http://schemas.microsoft.com/office/drawing/2014/main" id="{17AE6F33-6CE1-9CC6-ED46-FCC03132DB38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8" name="pg2493">
                <a:extLst>
                  <a:ext uri="{FF2B5EF4-FFF2-40B4-BE49-F238E27FC236}">
                    <a16:creationId xmlns:a16="http://schemas.microsoft.com/office/drawing/2014/main" id="{C7F24DB4-6D43-5035-765A-D9F8D1BE2687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9" name="pg2494">
                <a:extLst>
                  <a:ext uri="{FF2B5EF4-FFF2-40B4-BE49-F238E27FC236}">
                    <a16:creationId xmlns:a16="http://schemas.microsoft.com/office/drawing/2014/main" id="{A67762BE-5B0A-9471-F943-8642EAF3AE69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0" name="pg2495">
                <a:extLst>
                  <a:ext uri="{FF2B5EF4-FFF2-40B4-BE49-F238E27FC236}">
                    <a16:creationId xmlns:a16="http://schemas.microsoft.com/office/drawing/2014/main" id="{D1562C9C-5F97-8A22-CEE7-89655CD2794A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1" name="pg2496">
                <a:extLst>
                  <a:ext uri="{FF2B5EF4-FFF2-40B4-BE49-F238E27FC236}">
                    <a16:creationId xmlns:a16="http://schemas.microsoft.com/office/drawing/2014/main" id="{61454927-3BC6-618A-A7F3-B0D46F5F2680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2" name="pg2497">
                <a:extLst>
                  <a:ext uri="{FF2B5EF4-FFF2-40B4-BE49-F238E27FC236}">
                    <a16:creationId xmlns:a16="http://schemas.microsoft.com/office/drawing/2014/main" id="{812BADDA-5C09-C7FF-94E7-6D22954AEBD1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3" name="pg2498">
                <a:extLst>
                  <a:ext uri="{FF2B5EF4-FFF2-40B4-BE49-F238E27FC236}">
                    <a16:creationId xmlns:a16="http://schemas.microsoft.com/office/drawing/2014/main" id="{EE63A443-7F4D-DF61-A23B-E8EFE4B84843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4" name="pg2499">
                <a:extLst>
                  <a:ext uri="{FF2B5EF4-FFF2-40B4-BE49-F238E27FC236}">
                    <a16:creationId xmlns:a16="http://schemas.microsoft.com/office/drawing/2014/main" id="{B51680B7-6D7A-DB48-5D48-02D207715553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5" name="pg2500">
                <a:extLst>
                  <a:ext uri="{FF2B5EF4-FFF2-40B4-BE49-F238E27FC236}">
                    <a16:creationId xmlns:a16="http://schemas.microsoft.com/office/drawing/2014/main" id="{C7C78E75-B726-1736-4019-EBDE95C7E66C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6" name="pg2501">
                <a:extLst>
                  <a:ext uri="{FF2B5EF4-FFF2-40B4-BE49-F238E27FC236}">
                    <a16:creationId xmlns:a16="http://schemas.microsoft.com/office/drawing/2014/main" id="{9669AC0B-F023-0444-5088-447708F8B35F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7" name="pg2502">
                <a:extLst>
                  <a:ext uri="{FF2B5EF4-FFF2-40B4-BE49-F238E27FC236}">
                    <a16:creationId xmlns:a16="http://schemas.microsoft.com/office/drawing/2014/main" id="{339BDBB1-9575-C059-B0A5-E2A118EEF859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8" name="pg2503">
                <a:extLst>
                  <a:ext uri="{FF2B5EF4-FFF2-40B4-BE49-F238E27FC236}">
                    <a16:creationId xmlns:a16="http://schemas.microsoft.com/office/drawing/2014/main" id="{30786A16-F871-6C2F-03C6-49353F7A819F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9" name="pg2504">
                <a:extLst>
                  <a:ext uri="{FF2B5EF4-FFF2-40B4-BE49-F238E27FC236}">
                    <a16:creationId xmlns:a16="http://schemas.microsoft.com/office/drawing/2014/main" id="{07AE2C84-A3D2-EBA4-0A1B-0525070CB3BC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0" name="pg2505">
                <a:extLst>
                  <a:ext uri="{FF2B5EF4-FFF2-40B4-BE49-F238E27FC236}">
                    <a16:creationId xmlns:a16="http://schemas.microsoft.com/office/drawing/2014/main" id="{F338E042-97EF-F286-EC01-40CC5A5B0DE0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1" name="pg2506">
                <a:extLst>
                  <a:ext uri="{FF2B5EF4-FFF2-40B4-BE49-F238E27FC236}">
                    <a16:creationId xmlns:a16="http://schemas.microsoft.com/office/drawing/2014/main" id="{5C049AB6-9B39-3B5B-627F-D81BE8198B2E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2" name="pg2507">
                <a:extLst>
                  <a:ext uri="{FF2B5EF4-FFF2-40B4-BE49-F238E27FC236}">
                    <a16:creationId xmlns:a16="http://schemas.microsoft.com/office/drawing/2014/main" id="{C2AABD29-C88E-6B58-414A-3EF177DB2644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3" name="pg2508">
                <a:extLst>
                  <a:ext uri="{FF2B5EF4-FFF2-40B4-BE49-F238E27FC236}">
                    <a16:creationId xmlns:a16="http://schemas.microsoft.com/office/drawing/2014/main" id="{3E5BA350-025D-260F-C171-037A85D331D2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4" name="pg2509">
                <a:extLst>
                  <a:ext uri="{FF2B5EF4-FFF2-40B4-BE49-F238E27FC236}">
                    <a16:creationId xmlns:a16="http://schemas.microsoft.com/office/drawing/2014/main" id="{0CDAA74F-2A27-37A2-0E12-0F26D2512B87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5" name="pg2510">
                <a:extLst>
                  <a:ext uri="{FF2B5EF4-FFF2-40B4-BE49-F238E27FC236}">
                    <a16:creationId xmlns:a16="http://schemas.microsoft.com/office/drawing/2014/main" id="{9635031F-FE03-AEA4-345F-1128F29A0A9D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6" name="pg2511">
                <a:extLst>
                  <a:ext uri="{FF2B5EF4-FFF2-40B4-BE49-F238E27FC236}">
                    <a16:creationId xmlns:a16="http://schemas.microsoft.com/office/drawing/2014/main" id="{EE26C001-4525-F938-5B25-5418FE6761EE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7" name="pg2512">
                <a:extLst>
                  <a:ext uri="{FF2B5EF4-FFF2-40B4-BE49-F238E27FC236}">
                    <a16:creationId xmlns:a16="http://schemas.microsoft.com/office/drawing/2014/main" id="{EE5860C8-4F99-881A-2A66-12119032B7BD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8" name="pg2513">
                <a:extLst>
                  <a:ext uri="{FF2B5EF4-FFF2-40B4-BE49-F238E27FC236}">
                    <a16:creationId xmlns:a16="http://schemas.microsoft.com/office/drawing/2014/main" id="{63B3374F-EEAA-8C90-89E3-1A57B5F5EDF6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9" name="pg2514">
                <a:extLst>
                  <a:ext uri="{FF2B5EF4-FFF2-40B4-BE49-F238E27FC236}">
                    <a16:creationId xmlns:a16="http://schemas.microsoft.com/office/drawing/2014/main" id="{9CACBA79-2D66-5605-69E5-3A06902DF9BD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0" name="pg2515">
                <a:extLst>
                  <a:ext uri="{FF2B5EF4-FFF2-40B4-BE49-F238E27FC236}">
                    <a16:creationId xmlns:a16="http://schemas.microsoft.com/office/drawing/2014/main" id="{24CF2D8E-4147-C42E-F0CD-BF853735861A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1" name="pg2516">
                <a:extLst>
                  <a:ext uri="{FF2B5EF4-FFF2-40B4-BE49-F238E27FC236}">
                    <a16:creationId xmlns:a16="http://schemas.microsoft.com/office/drawing/2014/main" id="{978BFF28-F281-B828-CF67-032E4A57D2AE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2" name="pg2517">
                <a:extLst>
                  <a:ext uri="{FF2B5EF4-FFF2-40B4-BE49-F238E27FC236}">
                    <a16:creationId xmlns:a16="http://schemas.microsoft.com/office/drawing/2014/main" id="{3CE62CBE-01CF-3FF5-D66A-F7BE1D495F43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3" name="pg2518">
                <a:extLst>
                  <a:ext uri="{FF2B5EF4-FFF2-40B4-BE49-F238E27FC236}">
                    <a16:creationId xmlns:a16="http://schemas.microsoft.com/office/drawing/2014/main" id="{84524868-1456-AAF4-8DFD-301EB864E110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4" name="pg2519">
                <a:extLst>
                  <a:ext uri="{FF2B5EF4-FFF2-40B4-BE49-F238E27FC236}">
                    <a16:creationId xmlns:a16="http://schemas.microsoft.com/office/drawing/2014/main" id="{477C55F7-15C2-99AA-23BB-6DB6FEC13608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5" name="pg2520">
                <a:extLst>
                  <a:ext uri="{FF2B5EF4-FFF2-40B4-BE49-F238E27FC236}">
                    <a16:creationId xmlns:a16="http://schemas.microsoft.com/office/drawing/2014/main" id="{8C8FD1B0-97CA-D1E9-1691-23CE2079F191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6" name="pg2521">
                <a:extLst>
                  <a:ext uri="{FF2B5EF4-FFF2-40B4-BE49-F238E27FC236}">
                    <a16:creationId xmlns:a16="http://schemas.microsoft.com/office/drawing/2014/main" id="{2BE7D3D8-BCC4-0F76-4A7A-B02DBDA3CD83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7" name="pg2522">
                <a:extLst>
                  <a:ext uri="{FF2B5EF4-FFF2-40B4-BE49-F238E27FC236}">
                    <a16:creationId xmlns:a16="http://schemas.microsoft.com/office/drawing/2014/main" id="{9DFD92BB-A875-A5D9-F503-C45D25A13F6B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8" name="pg2523">
                <a:extLst>
                  <a:ext uri="{FF2B5EF4-FFF2-40B4-BE49-F238E27FC236}">
                    <a16:creationId xmlns:a16="http://schemas.microsoft.com/office/drawing/2014/main" id="{241737FD-B29A-148E-9DEA-29424BBAA4D1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9" name="pg2524">
                <a:extLst>
                  <a:ext uri="{FF2B5EF4-FFF2-40B4-BE49-F238E27FC236}">
                    <a16:creationId xmlns:a16="http://schemas.microsoft.com/office/drawing/2014/main" id="{BF143D88-5D15-81C6-DCE5-4C379635BCDF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0" name="pg2525">
                <a:extLst>
                  <a:ext uri="{FF2B5EF4-FFF2-40B4-BE49-F238E27FC236}">
                    <a16:creationId xmlns:a16="http://schemas.microsoft.com/office/drawing/2014/main" id="{1E1CE8E5-B7E8-307E-72F1-E71CF22CAB3E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1" name="pg2526">
                <a:extLst>
                  <a:ext uri="{FF2B5EF4-FFF2-40B4-BE49-F238E27FC236}">
                    <a16:creationId xmlns:a16="http://schemas.microsoft.com/office/drawing/2014/main" id="{0DA41CDA-FEA2-D0E7-565F-BA0D40C497E7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2" name="pg2527">
                <a:extLst>
                  <a:ext uri="{FF2B5EF4-FFF2-40B4-BE49-F238E27FC236}">
                    <a16:creationId xmlns:a16="http://schemas.microsoft.com/office/drawing/2014/main" id="{29B159A2-91E9-AE56-8B13-006D89B228C5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3" name="pg2528">
                <a:extLst>
                  <a:ext uri="{FF2B5EF4-FFF2-40B4-BE49-F238E27FC236}">
                    <a16:creationId xmlns:a16="http://schemas.microsoft.com/office/drawing/2014/main" id="{FDA75485-E338-3F78-6D97-8E504E8F634E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4" name="pg2529">
                <a:extLst>
                  <a:ext uri="{FF2B5EF4-FFF2-40B4-BE49-F238E27FC236}">
                    <a16:creationId xmlns:a16="http://schemas.microsoft.com/office/drawing/2014/main" id="{F21E997C-04C5-2173-5EED-AF1408E346C4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5" name="pg2530">
                <a:extLst>
                  <a:ext uri="{FF2B5EF4-FFF2-40B4-BE49-F238E27FC236}">
                    <a16:creationId xmlns:a16="http://schemas.microsoft.com/office/drawing/2014/main" id="{BC52CAAF-BD6E-6D79-8CFB-E2F3BF3B3384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6" name="pg2531">
                <a:extLst>
                  <a:ext uri="{FF2B5EF4-FFF2-40B4-BE49-F238E27FC236}">
                    <a16:creationId xmlns:a16="http://schemas.microsoft.com/office/drawing/2014/main" id="{6DCDA671-B01B-51CF-BAF4-B40E12ADA956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7" name="pg2532">
                <a:extLst>
                  <a:ext uri="{FF2B5EF4-FFF2-40B4-BE49-F238E27FC236}">
                    <a16:creationId xmlns:a16="http://schemas.microsoft.com/office/drawing/2014/main" id="{861F3F44-C1B8-F7F1-24F4-E6C41A605800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8" name="pg2533">
                <a:extLst>
                  <a:ext uri="{FF2B5EF4-FFF2-40B4-BE49-F238E27FC236}">
                    <a16:creationId xmlns:a16="http://schemas.microsoft.com/office/drawing/2014/main" id="{2BC98BEA-C0DF-211F-CE2F-95F06617A9A0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9" name="pg2534">
                <a:extLst>
                  <a:ext uri="{FF2B5EF4-FFF2-40B4-BE49-F238E27FC236}">
                    <a16:creationId xmlns:a16="http://schemas.microsoft.com/office/drawing/2014/main" id="{EADFB349-DC9C-8253-E73F-7F9AAD9E71AA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0" name="pg2535">
                <a:extLst>
                  <a:ext uri="{FF2B5EF4-FFF2-40B4-BE49-F238E27FC236}">
                    <a16:creationId xmlns:a16="http://schemas.microsoft.com/office/drawing/2014/main" id="{EF374E54-399C-24C1-EA53-D8868DFD5FD6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1" name="pg2536">
                <a:extLst>
                  <a:ext uri="{FF2B5EF4-FFF2-40B4-BE49-F238E27FC236}">
                    <a16:creationId xmlns:a16="http://schemas.microsoft.com/office/drawing/2014/main" id="{4F736A33-AB84-59C1-27D1-450951A094D7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2" name="pg2537">
                <a:extLst>
                  <a:ext uri="{FF2B5EF4-FFF2-40B4-BE49-F238E27FC236}">
                    <a16:creationId xmlns:a16="http://schemas.microsoft.com/office/drawing/2014/main" id="{1B98F903-BA57-17D3-3817-A927064F4E0A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3" name="pg2538">
                <a:extLst>
                  <a:ext uri="{FF2B5EF4-FFF2-40B4-BE49-F238E27FC236}">
                    <a16:creationId xmlns:a16="http://schemas.microsoft.com/office/drawing/2014/main" id="{8E444538-4E97-4E1E-C921-189A49335158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4" name="pg2539">
                <a:extLst>
                  <a:ext uri="{FF2B5EF4-FFF2-40B4-BE49-F238E27FC236}">
                    <a16:creationId xmlns:a16="http://schemas.microsoft.com/office/drawing/2014/main" id="{3D9CBA3A-4D1B-423B-4D4B-9C9AB007F9A3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5" name="pg2540">
                <a:extLst>
                  <a:ext uri="{FF2B5EF4-FFF2-40B4-BE49-F238E27FC236}">
                    <a16:creationId xmlns:a16="http://schemas.microsoft.com/office/drawing/2014/main" id="{F8242B39-7AF7-699F-0E75-094B17FD2B9B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6" name="pg2541">
                <a:extLst>
                  <a:ext uri="{FF2B5EF4-FFF2-40B4-BE49-F238E27FC236}">
                    <a16:creationId xmlns:a16="http://schemas.microsoft.com/office/drawing/2014/main" id="{CEE4AA95-7C56-E501-516B-09CA1936C069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7" name="pg2542">
                <a:extLst>
                  <a:ext uri="{FF2B5EF4-FFF2-40B4-BE49-F238E27FC236}">
                    <a16:creationId xmlns:a16="http://schemas.microsoft.com/office/drawing/2014/main" id="{22781926-9EB8-1A3D-3B30-6955BE930605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8" name="pg2543">
                <a:extLst>
                  <a:ext uri="{FF2B5EF4-FFF2-40B4-BE49-F238E27FC236}">
                    <a16:creationId xmlns:a16="http://schemas.microsoft.com/office/drawing/2014/main" id="{2BFFF374-8C07-A1E7-E4A7-5653431EA7F9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9" name="pg2544">
                <a:extLst>
                  <a:ext uri="{FF2B5EF4-FFF2-40B4-BE49-F238E27FC236}">
                    <a16:creationId xmlns:a16="http://schemas.microsoft.com/office/drawing/2014/main" id="{A343712F-DD78-8BA6-495B-321C69AA7C04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0" name="pg2545">
                <a:extLst>
                  <a:ext uri="{FF2B5EF4-FFF2-40B4-BE49-F238E27FC236}">
                    <a16:creationId xmlns:a16="http://schemas.microsoft.com/office/drawing/2014/main" id="{97772A0E-F134-1366-D7B9-3AEBCDF7D172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1" name="pg2546">
                <a:extLst>
                  <a:ext uri="{FF2B5EF4-FFF2-40B4-BE49-F238E27FC236}">
                    <a16:creationId xmlns:a16="http://schemas.microsoft.com/office/drawing/2014/main" id="{0E814596-1087-D302-017F-DC661B089F8B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2" name="pg2547">
                <a:extLst>
                  <a:ext uri="{FF2B5EF4-FFF2-40B4-BE49-F238E27FC236}">
                    <a16:creationId xmlns:a16="http://schemas.microsoft.com/office/drawing/2014/main" id="{5704E537-A561-9B46-7E46-8D7141136EE4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3" name="pg2548">
                <a:extLst>
                  <a:ext uri="{FF2B5EF4-FFF2-40B4-BE49-F238E27FC236}">
                    <a16:creationId xmlns:a16="http://schemas.microsoft.com/office/drawing/2014/main" id="{05E6DFDF-AF9C-CAF8-1CD5-A26292FA47A2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4" name="pg2549">
                <a:extLst>
                  <a:ext uri="{FF2B5EF4-FFF2-40B4-BE49-F238E27FC236}">
                    <a16:creationId xmlns:a16="http://schemas.microsoft.com/office/drawing/2014/main" id="{3D5396C2-E281-CDA5-261C-4D018B0CBBC0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5" name="pg2550">
                <a:extLst>
                  <a:ext uri="{FF2B5EF4-FFF2-40B4-BE49-F238E27FC236}">
                    <a16:creationId xmlns:a16="http://schemas.microsoft.com/office/drawing/2014/main" id="{87746FDA-4037-EBDA-EEFD-BDD76BB5CAA0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6" name="pg2551">
                <a:extLst>
                  <a:ext uri="{FF2B5EF4-FFF2-40B4-BE49-F238E27FC236}">
                    <a16:creationId xmlns:a16="http://schemas.microsoft.com/office/drawing/2014/main" id="{3C1F8A0E-280B-9029-7DF1-69CE9971278B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7" name="pg2552">
                <a:extLst>
                  <a:ext uri="{FF2B5EF4-FFF2-40B4-BE49-F238E27FC236}">
                    <a16:creationId xmlns:a16="http://schemas.microsoft.com/office/drawing/2014/main" id="{92654FE8-6BC8-136D-2E13-880958A3BC1D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8" name="pg2553">
                <a:extLst>
                  <a:ext uri="{FF2B5EF4-FFF2-40B4-BE49-F238E27FC236}">
                    <a16:creationId xmlns:a16="http://schemas.microsoft.com/office/drawing/2014/main" id="{149A6B1F-EB32-7943-7002-2DBB0A0BCB44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9" name="pg2554">
                <a:extLst>
                  <a:ext uri="{FF2B5EF4-FFF2-40B4-BE49-F238E27FC236}">
                    <a16:creationId xmlns:a16="http://schemas.microsoft.com/office/drawing/2014/main" id="{E528B84F-A016-26C4-95E6-68DFEEECF529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0" name="pg2555">
                <a:extLst>
                  <a:ext uri="{FF2B5EF4-FFF2-40B4-BE49-F238E27FC236}">
                    <a16:creationId xmlns:a16="http://schemas.microsoft.com/office/drawing/2014/main" id="{179177F3-A237-88D0-59C3-13CAF3DEE059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1" name="pg2556">
                <a:extLst>
                  <a:ext uri="{FF2B5EF4-FFF2-40B4-BE49-F238E27FC236}">
                    <a16:creationId xmlns:a16="http://schemas.microsoft.com/office/drawing/2014/main" id="{D10904E5-A55F-F101-64D9-AE6FCD021278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2" name="pg2557">
                <a:extLst>
                  <a:ext uri="{FF2B5EF4-FFF2-40B4-BE49-F238E27FC236}">
                    <a16:creationId xmlns:a16="http://schemas.microsoft.com/office/drawing/2014/main" id="{D76D63FF-9684-009A-7951-04665FD049F6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3" name="pg2558">
                <a:extLst>
                  <a:ext uri="{FF2B5EF4-FFF2-40B4-BE49-F238E27FC236}">
                    <a16:creationId xmlns:a16="http://schemas.microsoft.com/office/drawing/2014/main" id="{45CFC2C7-894C-BBCE-DC37-AFAB17A8D7CF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4" name="pg2559">
                <a:extLst>
                  <a:ext uri="{FF2B5EF4-FFF2-40B4-BE49-F238E27FC236}">
                    <a16:creationId xmlns:a16="http://schemas.microsoft.com/office/drawing/2014/main" id="{9B3AC2F0-0144-1851-0448-9626F10E9A07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5" name="pg2560">
                <a:extLst>
                  <a:ext uri="{FF2B5EF4-FFF2-40B4-BE49-F238E27FC236}">
                    <a16:creationId xmlns:a16="http://schemas.microsoft.com/office/drawing/2014/main" id="{36D4F5CB-6BAC-70BC-4C9A-55C038B4C56C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6" name="pg2561">
                <a:extLst>
                  <a:ext uri="{FF2B5EF4-FFF2-40B4-BE49-F238E27FC236}">
                    <a16:creationId xmlns:a16="http://schemas.microsoft.com/office/drawing/2014/main" id="{BB6FF971-C6B1-D973-5EFE-AA3A3BD4F1F4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7" name="pg2562">
                <a:extLst>
                  <a:ext uri="{FF2B5EF4-FFF2-40B4-BE49-F238E27FC236}">
                    <a16:creationId xmlns:a16="http://schemas.microsoft.com/office/drawing/2014/main" id="{83FFF6DB-42EE-519C-F3C5-E18B01F99331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8" name="pg2563">
                <a:extLst>
                  <a:ext uri="{FF2B5EF4-FFF2-40B4-BE49-F238E27FC236}">
                    <a16:creationId xmlns:a16="http://schemas.microsoft.com/office/drawing/2014/main" id="{39ABA3BA-C03A-9A94-2616-6768C66E3242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9" name="pg2564">
                <a:extLst>
                  <a:ext uri="{FF2B5EF4-FFF2-40B4-BE49-F238E27FC236}">
                    <a16:creationId xmlns:a16="http://schemas.microsoft.com/office/drawing/2014/main" id="{C3ADEF38-77D7-D837-FDD0-CC32290024C5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0" name="pg2565">
                <a:extLst>
                  <a:ext uri="{FF2B5EF4-FFF2-40B4-BE49-F238E27FC236}">
                    <a16:creationId xmlns:a16="http://schemas.microsoft.com/office/drawing/2014/main" id="{E84815D2-C836-2AF6-D988-E14D513EE86C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1" name="pg2566">
                <a:extLst>
                  <a:ext uri="{FF2B5EF4-FFF2-40B4-BE49-F238E27FC236}">
                    <a16:creationId xmlns:a16="http://schemas.microsoft.com/office/drawing/2014/main" id="{BA6B95B9-CA66-3B85-DB08-13354EBF513B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2" name="pg2567">
                <a:extLst>
                  <a:ext uri="{FF2B5EF4-FFF2-40B4-BE49-F238E27FC236}">
                    <a16:creationId xmlns:a16="http://schemas.microsoft.com/office/drawing/2014/main" id="{57770036-8390-6850-3265-B30BCA77CA02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3" name="pg2568">
                <a:extLst>
                  <a:ext uri="{FF2B5EF4-FFF2-40B4-BE49-F238E27FC236}">
                    <a16:creationId xmlns:a16="http://schemas.microsoft.com/office/drawing/2014/main" id="{A2C83114-D5B1-5B93-4225-2D1E164C1E88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4" name="pg2569">
                <a:extLst>
                  <a:ext uri="{FF2B5EF4-FFF2-40B4-BE49-F238E27FC236}">
                    <a16:creationId xmlns:a16="http://schemas.microsoft.com/office/drawing/2014/main" id="{A391630A-8F67-4ACB-8CDE-65DA4C7EAA55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5" name="pg2570">
                <a:extLst>
                  <a:ext uri="{FF2B5EF4-FFF2-40B4-BE49-F238E27FC236}">
                    <a16:creationId xmlns:a16="http://schemas.microsoft.com/office/drawing/2014/main" id="{F29B77F9-E6FA-CF40-32C3-4FBDE155062F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6" name="pg2571">
                <a:extLst>
                  <a:ext uri="{FF2B5EF4-FFF2-40B4-BE49-F238E27FC236}">
                    <a16:creationId xmlns:a16="http://schemas.microsoft.com/office/drawing/2014/main" id="{CF35E043-062D-1EF5-2373-EDE4AAA29826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7" name="pg2572">
                <a:extLst>
                  <a:ext uri="{FF2B5EF4-FFF2-40B4-BE49-F238E27FC236}">
                    <a16:creationId xmlns:a16="http://schemas.microsoft.com/office/drawing/2014/main" id="{A5F01547-8D02-1D44-3049-D8099354557A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8" name="pg2573">
                <a:extLst>
                  <a:ext uri="{FF2B5EF4-FFF2-40B4-BE49-F238E27FC236}">
                    <a16:creationId xmlns:a16="http://schemas.microsoft.com/office/drawing/2014/main" id="{E4A32886-0D28-7B89-FA37-12DAA473BA5B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9" name="pg2574">
                <a:extLst>
                  <a:ext uri="{FF2B5EF4-FFF2-40B4-BE49-F238E27FC236}">
                    <a16:creationId xmlns:a16="http://schemas.microsoft.com/office/drawing/2014/main" id="{B44E3728-F265-EBB5-15BD-6FA882C0AA04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0" name="pg2575">
                <a:extLst>
                  <a:ext uri="{FF2B5EF4-FFF2-40B4-BE49-F238E27FC236}">
                    <a16:creationId xmlns:a16="http://schemas.microsoft.com/office/drawing/2014/main" id="{F4E44D74-8384-C4A8-3BD3-781FD76803A2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1" name="pg2576">
                <a:extLst>
                  <a:ext uri="{FF2B5EF4-FFF2-40B4-BE49-F238E27FC236}">
                    <a16:creationId xmlns:a16="http://schemas.microsoft.com/office/drawing/2014/main" id="{A5D43BC1-0388-2016-8B19-823E8FAC3465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2" name="pg2577">
                <a:extLst>
                  <a:ext uri="{FF2B5EF4-FFF2-40B4-BE49-F238E27FC236}">
                    <a16:creationId xmlns:a16="http://schemas.microsoft.com/office/drawing/2014/main" id="{700F3FF2-DD00-7F8D-5E85-24D2F75D2BE9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3" name="pg2578">
                <a:extLst>
                  <a:ext uri="{FF2B5EF4-FFF2-40B4-BE49-F238E27FC236}">
                    <a16:creationId xmlns:a16="http://schemas.microsoft.com/office/drawing/2014/main" id="{2E55019E-7517-C34C-607F-91C9F68104F1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4" name="pg2579">
                <a:extLst>
                  <a:ext uri="{FF2B5EF4-FFF2-40B4-BE49-F238E27FC236}">
                    <a16:creationId xmlns:a16="http://schemas.microsoft.com/office/drawing/2014/main" id="{A6951C68-4280-092D-4DDB-E0F2BBC49F79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5" name="pg2580">
                <a:extLst>
                  <a:ext uri="{FF2B5EF4-FFF2-40B4-BE49-F238E27FC236}">
                    <a16:creationId xmlns:a16="http://schemas.microsoft.com/office/drawing/2014/main" id="{0483340A-9F39-9038-6072-A8506B6A003C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6" name="pg2581">
                <a:extLst>
                  <a:ext uri="{FF2B5EF4-FFF2-40B4-BE49-F238E27FC236}">
                    <a16:creationId xmlns:a16="http://schemas.microsoft.com/office/drawing/2014/main" id="{C5EE8B65-AE6C-BD6C-52DD-9355273E27BB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7" name="pg2582">
                <a:extLst>
                  <a:ext uri="{FF2B5EF4-FFF2-40B4-BE49-F238E27FC236}">
                    <a16:creationId xmlns:a16="http://schemas.microsoft.com/office/drawing/2014/main" id="{34AB261A-805C-147E-79BC-375228B23F47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8" name="pg2583">
                <a:extLst>
                  <a:ext uri="{FF2B5EF4-FFF2-40B4-BE49-F238E27FC236}">
                    <a16:creationId xmlns:a16="http://schemas.microsoft.com/office/drawing/2014/main" id="{98FA3DE4-9CD8-9993-71CD-C24A75754962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9" name="pg2584">
                <a:extLst>
                  <a:ext uri="{FF2B5EF4-FFF2-40B4-BE49-F238E27FC236}">
                    <a16:creationId xmlns:a16="http://schemas.microsoft.com/office/drawing/2014/main" id="{084603EA-7445-8A32-E650-2D3BA9D77C5B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0" name="pg2585">
                <a:extLst>
                  <a:ext uri="{FF2B5EF4-FFF2-40B4-BE49-F238E27FC236}">
                    <a16:creationId xmlns:a16="http://schemas.microsoft.com/office/drawing/2014/main" id="{78327B1B-80EC-CB12-5962-926F4355D406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1" name="pg2586">
                <a:extLst>
                  <a:ext uri="{FF2B5EF4-FFF2-40B4-BE49-F238E27FC236}">
                    <a16:creationId xmlns:a16="http://schemas.microsoft.com/office/drawing/2014/main" id="{D952768C-1BF7-39D3-3CC7-0AC9778880D2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2" name="pg2587">
                <a:extLst>
                  <a:ext uri="{FF2B5EF4-FFF2-40B4-BE49-F238E27FC236}">
                    <a16:creationId xmlns:a16="http://schemas.microsoft.com/office/drawing/2014/main" id="{55DF8450-2587-4213-F6A9-3A7EFD0A6A9A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3" name="pg2588">
                <a:extLst>
                  <a:ext uri="{FF2B5EF4-FFF2-40B4-BE49-F238E27FC236}">
                    <a16:creationId xmlns:a16="http://schemas.microsoft.com/office/drawing/2014/main" id="{F75FD3A8-6335-3183-FF24-4DB3C7B48C77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4" name="pg2589">
                <a:extLst>
                  <a:ext uri="{FF2B5EF4-FFF2-40B4-BE49-F238E27FC236}">
                    <a16:creationId xmlns:a16="http://schemas.microsoft.com/office/drawing/2014/main" id="{44BCA66D-ED6C-E44E-E0B2-F2C7BBB00831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5" name="pg2590">
                <a:extLst>
                  <a:ext uri="{FF2B5EF4-FFF2-40B4-BE49-F238E27FC236}">
                    <a16:creationId xmlns:a16="http://schemas.microsoft.com/office/drawing/2014/main" id="{11381EEB-28CC-CA34-AB4F-19EEE43F4B33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6" name="pg2591">
                <a:extLst>
                  <a:ext uri="{FF2B5EF4-FFF2-40B4-BE49-F238E27FC236}">
                    <a16:creationId xmlns:a16="http://schemas.microsoft.com/office/drawing/2014/main" id="{C59C4BF5-4CE1-7488-9DCC-1E85393D3D25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7" name="pg2592">
                <a:extLst>
                  <a:ext uri="{FF2B5EF4-FFF2-40B4-BE49-F238E27FC236}">
                    <a16:creationId xmlns:a16="http://schemas.microsoft.com/office/drawing/2014/main" id="{9B4E2C4D-1609-10A7-7BF5-8D4A96189010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8" name="pg2593">
                <a:extLst>
                  <a:ext uri="{FF2B5EF4-FFF2-40B4-BE49-F238E27FC236}">
                    <a16:creationId xmlns:a16="http://schemas.microsoft.com/office/drawing/2014/main" id="{EB1D0CFD-F560-259B-83A5-6119A29C5D6C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9" name="pg2594">
                <a:extLst>
                  <a:ext uri="{FF2B5EF4-FFF2-40B4-BE49-F238E27FC236}">
                    <a16:creationId xmlns:a16="http://schemas.microsoft.com/office/drawing/2014/main" id="{6922F29E-DEB4-51F9-32CA-A98475A7F22A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0" name="pg2595">
                <a:extLst>
                  <a:ext uri="{FF2B5EF4-FFF2-40B4-BE49-F238E27FC236}">
                    <a16:creationId xmlns:a16="http://schemas.microsoft.com/office/drawing/2014/main" id="{8965AA38-0E9C-C038-6C24-69A6FFB1F896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1" name="pg2596">
                <a:extLst>
                  <a:ext uri="{FF2B5EF4-FFF2-40B4-BE49-F238E27FC236}">
                    <a16:creationId xmlns:a16="http://schemas.microsoft.com/office/drawing/2014/main" id="{4B4DD0B7-FE6F-7109-093A-E469D60AF586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2" name="pg2597">
                <a:extLst>
                  <a:ext uri="{FF2B5EF4-FFF2-40B4-BE49-F238E27FC236}">
                    <a16:creationId xmlns:a16="http://schemas.microsoft.com/office/drawing/2014/main" id="{4E240456-8AD5-F4FA-E4C1-512508F6CAF6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3" name="pg2598">
                <a:extLst>
                  <a:ext uri="{FF2B5EF4-FFF2-40B4-BE49-F238E27FC236}">
                    <a16:creationId xmlns:a16="http://schemas.microsoft.com/office/drawing/2014/main" id="{B2041223-E1D0-6FAC-27A5-FCB643E5E978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4" name="pg2599">
                <a:extLst>
                  <a:ext uri="{FF2B5EF4-FFF2-40B4-BE49-F238E27FC236}">
                    <a16:creationId xmlns:a16="http://schemas.microsoft.com/office/drawing/2014/main" id="{91A0F568-ECCB-CF6D-D671-A43D3E802251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5" name="pg2600">
                <a:extLst>
                  <a:ext uri="{FF2B5EF4-FFF2-40B4-BE49-F238E27FC236}">
                    <a16:creationId xmlns:a16="http://schemas.microsoft.com/office/drawing/2014/main" id="{84BBFCA9-409D-CDA7-6877-9DC181E50247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6" name="pg2601">
                <a:extLst>
                  <a:ext uri="{FF2B5EF4-FFF2-40B4-BE49-F238E27FC236}">
                    <a16:creationId xmlns:a16="http://schemas.microsoft.com/office/drawing/2014/main" id="{E8FD6AF5-5104-77D9-E6AF-C39BC98FC5D6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7" name="pg2602">
                <a:extLst>
                  <a:ext uri="{FF2B5EF4-FFF2-40B4-BE49-F238E27FC236}">
                    <a16:creationId xmlns:a16="http://schemas.microsoft.com/office/drawing/2014/main" id="{38774D65-0A88-9D38-761A-F34236D7205B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8" name="pg2603">
                <a:extLst>
                  <a:ext uri="{FF2B5EF4-FFF2-40B4-BE49-F238E27FC236}">
                    <a16:creationId xmlns:a16="http://schemas.microsoft.com/office/drawing/2014/main" id="{D9504607-4AAE-A9C4-EFE9-A4DAEE0E8B7F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9" name="pg2604">
                <a:extLst>
                  <a:ext uri="{FF2B5EF4-FFF2-40B4-BE49-F238E27FC236}">
                    <a16:creationId xmlns:a16="http://schemas.microsoft.com/office/drawing/2014/main" id="{3052A55A-2A2A-53A7-D3EF-AC97D7129D5D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0" name="pg2605">
                <a:extLst>
                  <a:ext uri="{FF2B5EF4-FFF2-40B4-BE49-F238E27FC236}">
                    <a16:creationId xmlns:a16="http://schemas.microsoft.com/office/drawing/2014/main" id="{3AA095F1-9A6E-D2F2-D151-1B296AD32C8D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1" name="pg2606">
                <a:extLst>
                  <a:ext uri="{FF2B5EF4-FFF2-40B4-BE49-F238E27FC236}">
                    <a16:creationId xmlns:a16="http://schemas.microsoft.com/office/drawing/2014/main" id="{FBE22E70-E73E-860A-7D4D-844187BB5358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2" name="pg2607">
                <a:extLst>
                  <a:ext uri="{FF2B5EF4-FFF2-40B4-BE49-F238E27FC236}">
                    <a16:creationId xmlns:a16="http://schemas.microsoft.com/office/drawing/2014/main" id="{E9C0BE9D-0E77-6090-FF17-8EC310CE4455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3" name="pg2608">
                <a:extLst>
                  <a:ext uri="{FF2B5EF4-FFF2-40B4-BE49-F238E27FC236}">
                    <a16:creationId xmlns:a16="http://schemas.microsoft.com/office/drawing/2014/main" id="{1BCB1289-9AAB-30C9-9D92-427A45B43AB2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4" name="pg2609">
                <a:extLst>
                  <a:ext uri="{FF2B5EF4-FFF2-40B4-BE49-F238E27FC236}">
                    <a16:creationId xmlns:a16="http://schemas.microsoft.com/office/drawing/2014/main" id="{73CDD585-0884-C310-D3D5-3C256C33FDF5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5" name="pg2610">
                <a:extLst>
                  <a:ext uri="{FF2B5EF4-FFF2-40B4-BE49-F238E27FC236}">
                    <a16:creationId xmlns:a16="http://schemas.microsoft.com/office/drawing/2014/main" id="{A7BF9E36-D5C5-32FB-C58E-67A27A84E83B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6" name="pg2611">
                <a:extLst>
                  <a:ext uri="{FF2B5EF4-FFF2-40B4-BE49-F238E27FC236}">
                    <a16:creationId xmlns:a16="http://schemas.microsoft.com/office/drawing/2014/main" id="{73F24149-C78C-86F0-D40C-A1551B90DADE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7" name="pg2612">
                <a:extLst>
                  <a:ext uri="{FF2B5EF4-FFF2-40B4-BE49-F238E27FC236}">
                    <a16:creationId xmlns:a16="http://schemas.microsoft.com/office/drawing/2014/main" id="{06973480-90D0-5A26-33E7-B56C037AE16E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8" name="pg2613">
                <a:extLst>
                  <a:ext uri="{FF2B5EF4-FFF2-40B4-BE49-F238E27FC236}">
                    <a16:creationId xmlns:a16="http://schemas.microsoft.com/office/drawing/2014/main" id="{0BB98916-EED9-8735-3631-83964C17CD53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9" name="pg2614">
                <a:extLst>
                  <a:ext uri="{FF2B5EF4-FFF2-40B4-BE49-F238E27FC236}">
                    <a16:creationId xmlns:a16="http://schemas.microsoft.com/office/drawing/2014/main" id="{69D7904F-491B-7C5E-C4A9-455B6EBF24CF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0" name="pg2615">
                <a:extLst>
                  <a:ext uri="{FF2B5EF4-FFF2-40B4-BE49-F238E27FC236}">
                    <a16:creationId xmlns:a16="http://schemas.microsoft.com/office/drawing/2014/main" id="{B3A1EED2-79BC-787B-E02E-74EBAC262F6E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1" name="pg2616">
                <a:extLst>
                  <a:ext uri="{FF2B5EF4-FFF2-40B4-BE49-F238E27FC236}">
                    <a16:creationId xmlns:a16="http://schemas.microsoft.com/office/drawing/2014/main" id="{59E87CAE-3609-898A-D688-3F9F0FB2BE64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2" name="pg2617">
                <a:extLst>
                  <a:ext uri="{FF2B5EF4-FFF2-40B4-BE49-F238E27FC236}">
                    <a16:creationId xmlns:a16="http://schemas.microsoft.com/office/drawing/2014/main" id="{B5169709-A837-D4CD-69FF-2CC40BD2A251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3" name="pg2618">
                <a:extLst>
                  <a:ext uri="{FF2B5EF4-FFF2-40B4-BE49-F238E27FC236}">
                    <a16:creationId xmlns:a16="http://schemas.microsoft.com/office/drawing/2014/main" id="{29C059CA-04AE-7606-6CFC-603A5EDAB812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4" name="pg2619">
                <a:extLst>
                  <a:ext uri="{FF2B5EF4-FFF2-40B4-BE49-F238E27FC236}">
                    <a16:creationId xmlns:a16="http://schemas.microsoft.com/office/drawing/2014/main" id="{D7B1DC14-9084-DB00-7134-2A4C121E81CC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5" name="pg2620">
                <a:extLst>
                  <a:ext uri="{FF2B5EF4-FFF2-40B4-BE49-F238E27FC236}">
                    <a16:creationId xmlns:a16="http://schemas.microsoft.com/office/drawing/2014/main" id="{EA9365A5-1BA8-3722-7B3F-BDDCC1639CD7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6" name="pg2621">
                <a:extLst>
                  <a:ext uri="{FF2B5EF4-FFF2-40B4-BE49-F238E27FC236}">
                    <a16:creationId xmlns:a16="http://schemas.microsoft.com/office/drawing/2014/main" id="{51BB1FDB-BC58-CFA2-B178-50BEA17879DC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7" name="pg2622">
                <a:extLst>
                  <a:ext uri="{FF2B5EF4-FFF2-40B4-BE49-F238E27FC236}">
                    <a16:creationId xmlns:a16="http://schemas.microsoft.com/office/drawing/2014/main" id="{54D2629F-E17D-B7CA-220D-46B60FE0AB9A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8" name="pg2623">
                <a:extLst>
                  <a:ext uri="{FF2B5EF4-FFF2-40B4-BE49-F238E27FC236}">
                    <a16:creationId xmlns:a16="http://schemas.microsoft.com/office/drawing/2014/main" id="{55047A1C-DF77-5A79-D180-33BAE5396D4A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9" name="pg2624">
                <a:extLst>
                  <a:ext uri="{FF2B5EF4-FFF2-40B4-BE49-F238E27FC236}">
                    <a16:creationId xmlns:a16="http://schemas.microsoft.com/office/drawing/2014/main" id="{8F2072C0-167D-A7A4-DC64-CF5E7761B355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0" name="pg2625">
                <a:extLst>
                  <a:ext uri="{FF2B5EF4-FFF2-40B4-BE49-F238E27FC236}">
                    <a16:creationId xmlns:a16="http://schemas.microsoft.com/office/drawing/2014/main" id="{3D71D361-7978-D20C-E0D4-3625D9A57A5B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1" name="pg2626">
                <a:extLst>
                  <a:ext uri="{FF2B5EF4-FFF2-40B4-BE49-F238E27FC236}">
                    <a16:creationId xmlns:a16="http://schemas.microsoft.com/office/drawing/2014/main" id="{A519F25A-2C20-16CD-557D-F4E1169F7B74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2" name="pg2627">
                <a:extLst>
                  <a:ext uri="{FF2B5EF4-FFF2-40B4-BE49-F238E27FC236}">
                    <a16:creationId xmlns:a16="http://schemas.microsoft.com/office/drawing/2014/main" id="{CE2857D8-0180-62D2-FF57-05426D6D78EF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3" name="pg2628">
                <a:extLst>
                  <a:ext uri="{FF2B5EF4-FFF2-40B4-BE49-F238E27FC236}">
                    <a16:creationId xmlns:a16="http://schemas.microsoft.com/office/drawing/2014/main" id="{1D2A7FBD-D195-7F55-253B-97B0F312BE74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4" name="pg2629">
                <a:extLst>
                  <a:ext uri="{FF2B5EF4-FFF2-40B4-BE49-F238E27FC236}">
                    <a16:creationId xmlns:a16="http://schemas.microsoft.com/office/drawing/2014/main" id="{34058522-A2BA-9E98-CBE5-4C55E323CB33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5" name="pg2630">
                <a:extLst>
                  <a:ext uri="{FF2B5EF4-FFF2-40B4-BE49-F238E27FC236}">
                    <a16:creationId xmlns:a16="http://schemas.microsoft.com/office/drawing/2014/main" id="{A6D92431-D156-E26F-24AA-3307A3A90C71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6" name="pg2631">
                <a:extLst>
                  <a:ext uri="{FF2B5EF4-FFF2-40B4-BE49-F238E27FC236}">
                    <a16:creationId xmlns:a16="http://schemas.microsoft.com/office/drawing/2014/main" id="{39B0A43D-627B-A602-200F-E4E3969FF21C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7" name="pg2632">
                <a:extLst>
                  <a:ext uri="{FF2B5EF4-FFF2-40B4-BE49-F238E27FC236}">
                    <a16:creationId xmlns:a16="http://schemas.microsoft.com/office/drawing/2014/main" id="{BBDEF7E9-43AC-36F7-D6D5-B737B25B3C74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8" name="pg2633">
                <a:extLst>
                  <a:ext uri="{FF2B5EF4-FFF2-40B4-BE49-F238E27FC236}">
                    <a16:creationId xmlns:a16="http://schemas.microsoft.com/office/drawing/2014/main" id="{BB517455-F233-14D8-A3B4-588CEB12EED0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9" name="pg2634">
                <a:extLst>
                  <a:ext uri="{FF2B5EF4-FFF2-40B4-BE49-F238E27FC236}">
                    <a16:creationId xmlns:a16="http://schemas.microsoft.com/office/drawing/2014/main" id="{0BF85777-A1B5-2D9F-A84C-A2BDFA6F6AC9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0" name="pg2635">
                <a:extLst>
                  <a:ext uri="{FF2B5EF4-FFF2-40B4-BE49-F238E27FC236}">
                    <a16:creationId xmlns:a16="http://schemas.microsoft.com/office/drawing/2014/main" id="{B89F6DA9-3C41-D573-DD8B-FA732187F79D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1" name="pg2636">
                <a:extLst>
                  <a:ext uri="{FF2B5EF4-FFF2-40B4-BE49-F238E27FC236}">
                    <a16:creationId xmlns:a16="http://schemas.microsoft.com/office/drawing/2014/main" id="{E24FD2DC-F5C4-10E1-AB43-8372EC677B18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2" name="pg2637">
                <a:extLst>
                  <a:ext uri="{FF2B5EF4-FFF2-40B4-BE49-F238E27FC236}">
                    <a16:creationId xmlns:a16="http://schemas.microsoft.com/office/drawing/2014/main" id="{068922E1-442D-0AB1-0BFF-D6531CAF6611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3" name="pg2638">
                <a:extLst>
                  <a:ext uri="{FF2B5EF4-FFF2-40B4-BE49-F238E27FC236}">
                    <a16:creationId xmlns:a16="http://schemas.microsoft.com/office/drawing/2014/main" id="{2714FD43-9569-F930-3400-EFB01A7B94CB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4" name="pg2639">
                <a:extLst>
                  <a:ext uri="{FF2B5EF4-FFF2-40B4-BE49-F238E27FC236}">
                    <a16:creationId xmlns:a16="http://schemas.microsoft.com/office/drawing/2014/main" id="{D813427C-931B-319C-0974-7DCB64B5C57C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5" name="pg2640">
                <a:extLst>
                  <a:ext uri="{FF2B5EF4-FFF2-40B4-BE49-F238E27FC236}">
                    <a16:creationId xmlns:a16="http://schemas.microsoft.com/office/drawing/2014/main" id="{6238C0EA-51B5-05D3-2C81-6A2D6DC72442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6" name="pg2641">
                <a:extLst>
                  <a:ext uri="{FF2B5EF4-FFF2-40B4-BE49-F238E27FC236}">
                    <a16:creationId xmlns:a16="http://schemas.microsoft.com/office/drawing/2014/main" id="{5F4CC3BA-8283-305F-BD78-11C1AA926D13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7" name="pg2642">
                <a:extLst>
                  <a:ext uri="{FF2B5EF4-FFF2-40B4-BE49-F238E27FC236}">
                    <a16:creationId xmlns:a16="http://schemas.microsoft.com/office/drawing/2014/main" id="{925F2194-9FFC-E5A1-5809-B6131A19CEAA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8" name="pg2643">
                <a:extLst>
                  <a:ext uri="{FF2B5EF4-FFF2-40B4-BE49-F238E27FC236}">
                    <a16:creationId xmlns:a16="http://schemas.microsoft.com/office/drawing/2014/main" id="{E5B00427-FEBF-F575-AC58-14DE8442F34B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9" name="pg2644">
                <a:extLst>
                  <a:ext uri="{FF2B5EF4-FFF2-40B4-BE49-F238E27FC236}">
                    <a16:creationId xmlns:a16="http://schemas.microsoft.com/office/drawing/2014/main" id="{06AFC9CF-385F-0981-5EAD-691DA849103F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0" name="pg2645">
                <a:extLst>
                  <a:ext uri="{FF2B5EF4-FFF2-40B4-BE49-F238E27FC236}">
                    <a16:creationId xmlns:a16="http://schemas.microsoft.com/office/drawing/2014/main" id="{97F1EB8C-45FA-1239-A6D5-A425F67C3A4F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1" name="pg2646">
                <a:extLst>
                  <a:ext uri="{FF2B5EF4-FFF2-40B4-BE49-F238E27FC236}">
                    <a16:creationId xmlns:a16="http://schemas.microsoft.com/office/drawing/2014/main" id="{03D64691-C28B-D8FF-D638-43301097FDF7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2" name="pg2647">
                <a:extLst>
                  <a:ext uri="{FF2B5EF4-FFF2-40B4-BE49-F238E27FC236}">
                    <a16:creationId xmlns:a16="http://schemas.microsoft.com/office/drawing/2014/main" id="{0C6F3BF9-FE3C-2381-D155-1BBCCCE97187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3" name="pg2648">
                <a:extLst>
                  <a:ext uri="{FF2B5EF4-FFF2-40B4-BE49-F238E27FC236}">
                    <a16:creationId xmlns:a16="http://schemas.microsoft.com/office/drawing/2014/main" id="{93621850-1E00-69FC-9597-D991384C4DE3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4" name="pg2649">
                <a:extLst>
                  <a:ext uri="{FF2B5EF4-FFF2-40B4-BE49-F238E27FC236}">
                    <a16:creationId xmlns:a16="http://schemas.microsoft.com/office/drawing/2014/main" id="{7AA299D3-8ED9-E18D-C0EF-6EC12E4B4B97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5" name="pg2650">
                <a:extLst>
                  <a:ext uri="{FF2B5EF4-FFF2-40B4-BE49-F238E27FC236}">
                    <a16:creationId xmlns:a16="http://schemas.microsoft.com/office/drawing/2014/main" id="{EF34E0D1-F107-8B25-7BBD-A8B3784F7C14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6" name="pg2651">
                <a:extLst>
                  <a:ext uri="{FF2B5EF4-FFF2-40B4-BE49-F238E27FC236}">
                    <a16:creationId xmlns:a16="http://schemas.microsoft.com/office/drawing/2014/main" id="{37C43E2E-C37A-C9A3-CD63-4C669095C556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7" name="pg2652">
                <a:extLst>
                  <a:ext uri="{FF2B5EF4-FFF2-40B4-BE49-F238E27FC236}">
                    <a16:creationId xmlns:a16="http://schemas.microsoft.com/office/drawing/2014/main" id="{4F5DB695-8C3E-6455-72A0-C86B738B8E82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8" name="pg2653">
                <a:extLst>
                  <a:ext uri="{FF2B5EF4-FFF2-40B4-BE49-F238E27FC236}">
                    <a16:creationId xmlns:a16="http://schemas.microsoft.com/office/drawing/2014/main" id="{D58B8413-6D13-9C71-7BCD-1DB4FF31E1FA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9" name="pg2654">
                <a:extLst>
                  <a:ext uri="{FF2B5EF4-FFF2-40B4-BE49-F238E27FC236}">
                    <a16:creationId xmlns:a16="http://schemas.microsoft.com/office/drawing/2014/main" id="{4A489CFA-E140-DBE0-79BE-71B4DD1AF0C1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0" name="pg2655">
                <a:extLst>
                  <a:ext uri="{FF2B5EF4-FFF2-40B4-BE49-F238E27FC236}">
                    <a16:creationId xmlns:a16="http://schemas.microsoft.com/office/drawing/2014/main" id="{B7D71920-99E9-C2CF-5C46-CD66B46FB3E2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1" name="pg2656">
                <a:extLst>
                  <a:ext uri="{FF2B5EF4-FFF2-40B4-BE49-F238E27FC236}">
                    <a16:creationId xmlns:a16="http://schemas.microsoft.com/office/drawing/2014/main" id="{B5214985-D07D-F8F4-1C3C-B02C3E299D12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2" name="pg2657">
                <a:extLst>
                  <a:ext uri="{FF2B5EF4-FFF2-40B4-BE49-F238E27FC236}">
                    <a16:creationId xmlns:a16="http://schemas.microsoft.com/office/drawing/2014/main" id="{CB5A8CE2-AD61-5852-0FC3-294CB19D520D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3" name="pg2658">
                <a:extLst>
                  <a:ext uri="{FF2B5EF4-FFF2-40B4-BE49-F238E27FC236}">
                    <a16:creationId xmlns:a16="http://schemas.microsoft.com/office/drawing/2014/main" id="{AAA6325E-31C1-51DE-2357-28AFB1F6FC3C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4" name="pg2659">
                <a:extLst>
                  <a:ext uri="{FF2B5EF4-FFF2-40B4-BE49-F238E27FC236}">
                    <a16:creationId xmlns:a16="http://schemas.microsoft.com/office/drawing/2014/main" id="{37731532-CEE7-221B-BEFE-05E7DB8CE903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5" name="pg2660">
                <a:extLst>
                  <a:ext uri="{FF2B5EF4-FFF2-40B4-BE49-F238E27FC236}">
                    <a16:creationId xmlns:a16="http://schemas.microsoft.com/office/drawing/2014/main" id="{C37F0480-9F08-AA50-FB24-69EEE188C572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6" name="pg2661">
                <a:extLst>
                  <a:ext uri="{FF2B5EF4-FFF2-40B4-BE49-F238E27FC236}">
                    <a16:creationId xmlns:a16="http://schemas.microsoft.com/office/drawing/2014/main" id="{143584D1-EC7B-B64E-D720-9A7D345509FD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7" name="pg2662">
                <a:extLst>
                  <a:ext uri="{FF2B5EF4-FFF2-40B4-BE49-F238E27FC236}">
                    <a16:creationId xmlns:a16="http://schemas.microsoft.com/office/drawing/2014/main" id="{1BC45D88-EE97-79C2-E8F3-330CDBEA0AB8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8" name="pg2663">
                <a:extLst>
                  <a:ext uri="{FF2B5EF4-FFF2-40B4-BE49-F238E27FC236}">
                    <a16:creationId xmlns:a16="http://schemas.microsoft.com/office/drawing/2014/main" id="{A76C7782-F7C2-8565-2446-1991B5FA86D2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9" name="pg2664">
                <a:extLst>
                  <a:ext uri="{FF2B5EF4-FFF2-40B4-BE49-F238E27FC236}">
                    <a16:creationId xmlns:a16="http://schemas.microsoft.com/office/drawing/2014/main" id="{3A6D198F-D55E-E545-1DE7-47E3A9540D43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0" name="pg2665">
                <a:extLst>
                  <a:ext uri="{FF2B5EF4-FFF2-40B4-BE49-F238E27FC236}">
                    <a16:creationId xmlns:a16="http://schemas.microsoft.com/office/drawing/2014/main" id="{1B83BDC9-2C72-D86E-EB43-D8E7FA81D384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1" name="pg2666">
                <a:extLst>
                  <a:ext uri="{FF2B5EF4-FFF2-40B4-BE49-F238E27FC236}">
                    <a16:creationId xmlns:a16="http://schemas.microsoft.com/office/drawing/2014/main" id="{8F289120-F438-F039-0F7E-D6353DCEB4FB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2" name="pg2667">
                <a:extLst>
                  <a:ext uri="{FF2B5EF4-FFF2-40B4-BE49-F238E27FC236}">
                    <a16:creationId xmlns:a16="http://schemas.microsoft.com/office/drawing/2014/main" id="{8AA8A851-1343-8E3F-96DE-F463B5448477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3" name="pg2668">
                <a:extLst>
                  <a:ext uri="{FF2B5EF4-FFF2-40B4-BE49-F238E27FC236}">
                    <a16:creationId xmlns:a16="http://schemas.microsoft.com/office/drawing/2014/main" id="{F897B6AD-02B3-1782-5F0D-8C744FFE65A4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4" name="pg2669">
                <a:extLst>
                  <a:ext uri="{FF2B5EF4-FFF2-40B4-BE49-F238E27FC236}">
                    <a16:creationId xmlns:a16="http://schemas.microsoft.com/office/drawing/2014/main" id="{59B5A8CA-158B-068D-AE0F-5CFEE08CA658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5" name="pg2670">
                <a:extLst>
                  <a:ext uri="{FF2B5EF4-FFF2-40B4-BE49-F238E27FC236}">
                    <a16:creationId xmlns:a16="http://schemas.microsoft.com/office/drawing/2014/main" id="{E816E097-3F67-0F7C-FCB1-1CB3CC0A9640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6" name="pg2671">
                <a:extLst>
                  <a:ext uri="{FF2B5EF4-FFF2-40B4-BE49-F238E27FC236}">
                    <a16:creationId xmlns:a16="http://schemas.microsoft.com/office/drawing/2014/main" id="{D3DAC84A-401B-B952-C66E-57C4B3B858FD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7" name="pg2672">
                <a:extLst>
                  <a:ext uri="{FF2B5EF4-FFF2-40B4-BE49-F238E27FC236}">
                    <a16:creationId xmlns:a16="http://schemas.microsoft.com/office/drawing/2014/main" id="{31265534-8C39-3640-EF5D-9451CAC5A67D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8" name="pg2673">
                <a:extLst>
                  <a:ext uri="{FF2B5EF4-FFF2-40B4-BE49-F238E27FC236}">
                    <a16:creationId xmlns:a16="http://schemas.microsoft.com/office/drawing/2014/main" id="{BAD6A325-B1F3-FDF8-63F3-962091B44DF4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9" name="pg2674">
                <a:extLst>
                  <a:ext uri="{FF2B5EF4-FFF2-40B4-BE49-F238E27FC236}">
                    <a16:creationId xmlns:a16="http://schemas.microsoft.com/office/drawing/2014/main" id="{05AD1EE0-1CC4-A7A8-3BA2-D4AF2BB7704D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0" name="pg2675">
                <a:extLst>
                  <a:ext uri="{FF2B5EF4-FFF2-40B4-BE49-F238E27FC236}">
                    <a16:creationId xmlns:a16="http://schemas.microsoft.com/office/drawing/2014/main" id="{74DC58DA-2EE3-223A-2724-34AD0D3C1FC6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1" name="pg2676">
                <a:extLst>
                  <a:ext uri="{FF2B5EF4-FFF2-40B4-BE49-F238E27FC236}">
                    <a16:creationId xmlns:a16="http://schemas.microsoft.com/office/drawing/2014/main" id="{6578F026-714D-586C-7E33-1BA6B2167ED2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2" name="pg2677">
                <a:extLst>
                  <a:ext uri="{FF2B5EF4-FFF2-40B4-BE49-F238E27FC236}">
                    <a16:creationId xmlns:a16="http://schemas.microsoft.com/office/drawing/2014/main" id="{6C4CCC36-BE23-5718-A0C3-7DEC9BB1D4DA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3" name="pg2678">
                <a:extLst>
                  <a:ext uri="{FF2B5EF4-FFF2-40B4-BE49-F238E27FC236}">
                    <a16:creationId xmlns:a16="http://schemas.microsoft.com/office/drawing/2014/main" id="{625A04AC-7E35-03AE-F180-4576DEB4A46B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4" name="pg2679">
                <a:extLst>
                  <a:ext uri="{FF2B5EF4-FFF2-40B4-BE49-F238E27FC236}">
                    <a16:creationId xmlns:a16="http://schemas.microsoft.com/office/drawing/2014/main" id="{0DFD1E19-5936-F02F-A75E-97229B6D2DE6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5" name="pg2680">
                <a:extLst>
                  <a:ext uri="{FF2B5EF4-FFF2-40B4-BE49-F238E27FC236}">
                    <a16:creationId xmlns:a16="http://schemas.microsoft.com/office/drawing/2014/main" id="{92AE5338-8A59-1B9C-ECAC-A48F90DFF53B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6" name="pg2681">
                <a:extLst>
                  <a:ext uri="{FF2B5EF4-FFF2-40B4-BE49-F238E27FC236}">
                    <a16:creationId xmlns:a16="http://schemas.microsoft.com/office/drawing/2014/main" id="{698DC8C6-ACCF-E8E4-EABD-90149D1CD60C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7" name="pg2682">
                <a:extLst>
                  <a:ext uri="{FF2B5EF4-FFF2-40B4-BE49-F238E27FC236}">
                    <a16:creationId xmlns:a16="http://schemas.microsoft.com/office/drawing/2014/main" id="{35EBA8DD-246E-04FB-61FC-D6AE0C15279A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8" name="pg2683">
                <a:extLst>
                  <a:ext uri="{FF2B5EF4-FFF2-40B4-BE49-F238E27FC236}">
                    <a16:creationId xmlns:a16="http://schemas.microsoft.com/office/drawing/2014/main" id="{D116BE7B-A90E-888A-189C-DFD81C50847F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9" name="pg2684">
                <a:extLst>
                  <a:ext uri="{FF2B5EF4-FFF2-40B4-BE49-F238E27FC236}">
                    <a16:creationId xmlns:a16="http://schemas.microsoft.com/office/drawing/2014/main" id="{27614209-3CC1-1493-FAE6-1302E89C40A5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0" name="pg2685">
                <a:extLst>
                  <a:ext uri="{FF2B5EF4-FFF2-40B4-BE49-F238E27FC236}">
                    <a16:creationId xmlns:a16="http://schemas.microsoft.com/office/drawing/2014/main" id="{CE6A07B5-5BFD-DFAC-213D-E0E051B85F87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1" name="pg2686">
                <a:extLst>
                  <a:ext uri="{FF2B5EF4-FFF2-40B4-BE49-F238E27FC236}">
                    <a16:creationId xmlns:a16="http://schemas.microsoft.com/office/drawing/2014/main" id="{10948204-5128-69B1-0927-D60D666A95CD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2" name="pg2687">
                <a:extLst>
                  <a:ext uri="{FF2B5EF4-FFF2-40B4-BE49-F238E27FC236}">
                    <a16:creationId xmlns:a16="http://schemas.microsoft.com/office/drawing/2014/main" id="{89618726-F730-0ACC-C102-B409662E3CE0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3" name="pg2688">
                <a:extLst>
                  <a:ext uri="{FF2B5EF4-FFF2-40B4-BE49-F238E27FC236}">
                    <a16:creationId xmlns:a16="http://schemas.microsoft.com/office/drawing/2014/main" id="{F8CE9F13-01A3-D556-91E8-67750C2A82D0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4" name="pg2689">
                <a:extLst>
                  <a:ext uri="{FF2B5EF4-FFF2-40B4-BE49-F238E27FC236}">
                    <a16:creationId xmlns:a16="http://schemas.microsoft.com/office/drawing/2014/main" id="{1CC2BE9D-D2CC-38DF-D2ED-152028A90E29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5" name="pg2690">
                <a:extLst>
                  <a:ext uri="{FF2B5EF4-FFF2-40B4-BE49-F238E27FC236}">
                    <a16:creationId xmlns:a16="http://schemas.microsoft.com/office/drawing/2014/main" id="{002C2735-28CA-3738-2269-0A7648922FA2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6" name="pg2691">
                <a:extLst>
                  <a:ext uri="{FF2B5EF4-FFF2-40B4-BE49-F238E27FC236}">
                    <a16:creationId xmlns:a16="http://schemas.microsoft.com/office/drawing/2014/main" id="{28F96205-C2A5-5D5D-D841-A769C9DDC140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7" name="pg2692">
                <a:extLst>
                  <a:ext uri="{FF2B5EF4-FFF2-40B4-BE49-F238E27FC236}">
                    <a16:creationId xmlns:a16="http://schemas.microsoft.com/office/drawing/2014/main" id="{A07E3CA9-58A5-B5A5-27F5-EB7F41A179C6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8" name="pg2693">
                <a:extLst>
                  <a:ext uri="{FF2B5EF4-FFF2-40B4-BE49-F238E27FC236}">
                    <a16:creationId xmlns:a16="http://schemas.microsoft.com/office/drawing/2014/main" id="{9843AB95-6522-1122-6A48-618F2CDE7234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9" name="pg2694">
                <a:extLst>
                  <a:ext uri="{FF2B5EF4-FFF2-40B4-BE49-F238E27FC236}">
                    <a16:creationId xmlns:a16="http://schemas.microsoft.com/office/drawing/2014/main" id="{C99CDC06-78C3-6083-25E0-F666FA05C8A0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0" name="pg2695">
                <a:extLst>
                  <a:ext uri="{FF2B5EF4-FFF2-40B4-BE49-F238E27FC236}">
                    <a16:creationId xmlns:a16="http://schemas.microsoft.com/office/drawing/2014/main" id="{1076C22C-B960-66CD-4998-48D0F62FCA10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1" name="pg2696">
                <a:extLst>
                  <a:ext uri="{FF2B5EF4-FFF2-40B4-BE49-F238E27FC236}">
                    <a16:creationId xmlns:a16="http://schemas.microsoft.com/office/drawing/2014/main" id="{403757A1-7C7F-2E6B-A121-6F8DEFFC380E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2" name="pg2697">
                <a:extLst>
                  <a:ext uri="{FF2B5EF4-FFF2-40B4-BE49-F238E27FC236}">
                    <a16:creationId xmlns:a16="http://schemas.microsoft.com/office/drawing/2014/main" id="{6AA5AEF0-AF02-61DA-2940-67AFD103D0E2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3" name="pg2698">
                <a:extLst>
                  <a:ext uri="{FF2B5EF4-FFF2-40B4-BE49-F238E27FC236}">
                    <a16:creationId xmlns:a16="http://schemas.microsoft.com/office/drawing/2014/main" id="{398FD7A8-CD73-D0E3-5F79-84464170B6F5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4" name="pg2699">
                <a:extLst>
                  <a:ext uri="{FF2B5EF4-FFF2-40B4-BE49-F238E27FC236}">
                    <a16:creationId xmlns:a16="http://schemas.microsoft.com/office/drawing/2014/main" id="{C07AD404-48D2-1A3A-BFCE-58BBAA31E2D9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5" name="pg2700">
                <a:extLst>
                  <a:ext uri="{FF2B5EF4-FFF2-40B4-BE49-F238E27FC236}">
                    <a16:creationId xmlns:a16="http://schemas.microsoft.com/office/drawing/2014/main" id="{4A5B5164-5A14-2098-BDC3-8F721C492D69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6" name="pg2701">
                <a:extLst>
                  <a:ext uri="{FF2B5EF4-FFF2-40B4-BE49-F238E27FC236}">
                    <a16:creationId xmlns:a16="http://schemas.microsoft.com/office/drawing/2014/main" id="{522309E6-FA55-A876-F138-9AA10570B193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7" name="pg2702">
                <a:extLst>
                  <a:ext uri="{FF2B5EF4-FFF2-40B4-BE49-F238E27FC236}">
                    <a16:creationId xmlns:a16="http://schemas.microsoft.com/office/drawing/2014/main" id="{E64F7824-3506-17D2-297B-9C52145A3309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8" name="pg2703">
                <a:extLst>
                  <a:ext uri="{FF2B5EF4-FFF2-40B4-BE49-F238E27FC236}">
                    <a16:creationId xmlns:a16="http://schemas.microsoft.com/office/drawing/2014/main" id="{39A04659-8EF4-C6B0-E55B-0676633668CC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9" name="pg2704">
                <a:extLst>
                  <a:ext uri="{FF2B5EF4-FFF2-40B4-BE49-F238E27FC236}">
                    <a16:creationId xmlns:a16="http://schemas.microsoft.com/office/drawing/2014/main" id="{748BDC67-E42E-2A51-EBA5-CCFBC1E7B908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0" name="pg2705">
                <a:extLst>
                  <a:ext uri="{FF2B5EF4-FFF2-40B4-BE49-F238E27FC236}">
                    <a16:creationId xmlns:a16="http://schemas.microsoft.com/office/drawing/2014/main" id="{F7204D6E-1097-71F7-D086-E15619895768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1" name="pg2706">
                <a:extLst>
                  <a:ext uri="{FF2B5EF4-FFF2-40B4-BE49-F238E27FC236}">
                    <a16:creationId xmlns:a16="http://schemas.microsoft.com/office/drawing/2014/main" id="{9831CC7B-AF78-FBA2-C566-BC3E211A4F86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2" name="pg2707">
                <a:extLst>
                  <a:ext uri="{FF2B5EF4-FFF2-40B4-BE49-F238E27FC236}">
                    <a16:creationId xmlns:a16="http://schemas.microsoft.com/office/drawing/2014/main" id="{E8ED7D6C-98FF-3299-4E6A-461934294F7C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3" name="pg2708">
                <a:extLst>
                  <a:ext uri="{FF2B5EF4-FFF2-40B4-BE49-F238E27FC236}">
                    <a16:creationId xmlns:a16="http://schemas.microsoft.com/office/drawing/2014/main" id="{EFA4CC76-5D94-A084-CF46-C1A116C8C5AE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4" name="pg2709">
                <a:extLst>
                  <a:ext uri="{FF2B5EF4-FFF2-40B4-BE49-F238E27FC236}">
                    <a16:creationId xmlns:a16="http://schemas.microsoft.com/office/drawing/2014/main" id="{B1662494-A5EF-DD82-B60F-5AEA8BEDE5D0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5" name="pg2710">
                <a:extLst>
                  <a:ext uri="{FF2B5EF4-FFF2-40B4-BE49-F238E27FC236}">
                    <a16:creationId xmlns:a16="http://schemas.microsoft.com/office/drawing/2014/main" id="{263F3499-ECB5-5002-A913-DE989980A93C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6" name="pg2711">
                <a:extLst>
                  <a:ext uri="{FF2B5EF4-FFF2-40B4-BE49-F238E27FC236}">
                    <a16:creationId xmlns:a16="http://schemas.microsoft.com/office/drawing/2014/main" id="{28107766-D0A0-0DA2-5B1C-8774AE3811FC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7" name="pg2712">
                <a:extLst>
                  <a:ext uri="{FF2B5EF4-FFF2-40B4-BE49-F238E27FC236}">
                    <a16:creationId xmlns:a16="http://schemas.microsoft.com/office/drawing/2014/main" id="{C96002D7-7777-8BA4-D973-23907843C852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8" name="pg2713">
                <a:extLst>
                  <a:ext uri="{FF2B5EF4-FFF2-40B4-BE49-F238E27FC236}">
                    <a16:creationId xmlns:a16="http://schemas.microsoft.com/office/drawing/2014/main" id="{35F8F542-B690-B9DF-111A-1B8BC33169DD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9" name="pg2714">
                <a:extLst>
                  <a:ext uri="{FF2B5EF4-FFF2-40B4-BE49-F238E27FC236}">
                    <a16:creationId xmlns:a16="http://schemas.microsoft.com/office/drawing/2014/main" id="{5605A258-7435-6064-46F4-198F2BC05365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0" name="pg2715">
                <a:extLst>
                  <a:ext uri="{FF2B5EF4-FFF2-40B4-BE49-F238E27FC236}">
                    <a16:creationId xmlns:a16="http://schemas.microsoft.com/office/drawing/2014/main" id="{5B31F594-59E6-B9A5-985E-FB56D0732B1C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1" name="pg2716">
                <a:extLst>
                  <a:ext uri="{FF2B5EF4-FFF2-40B4-BE49-F238E27FC236}">
                    <a16:creationId xmlns:a16="http://schemas.microsoft.com/office/drawing/2014/main" id="{DC79645D-61F0-3513-3A67-D25A81E9C318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2" name="pg2717">
                <a:extLst>
                  <a:ext uri="{FF2B5EF4-FFF2-40B4-BE49-F238E27FC236}">
                    <a16:creationId xmlns:a16="http://schemas.microsoft.com/office/drawing/2014/main" id="{A13D99D1-224F-A83B-9690-B656279A487A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3" name="pg2718">
                <a:extLst>
                  <a:ext uri="{FF2B5EF4-FFF2-40B4-BE49-F238E27FC236}">
                    <a16:creationId xmlns:a16="http://schemas.microsoft.com/office/drawing/2014/main" id="{6BD6D136-64B4-7096-F393-93D21B8E0193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4" name="pg2719">
                <a:extLst>
                  <a:ext uri="{FF2B5EF4-FFF2-40B4-BE49-F238E27FC236}">
                    <a16:creationId xmlns:a16="http://schemas.microsoft.com/office/drawing/2014/main" id="{B26C52DF-6AE8-C74C-4FEF-075586D4FEBC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5" name="pg2720">
                <a:extLst>
                  <a:ext uri="{FF2B5EF4-FFF2-40B4-BE49-F238E27FC236}">
                    <a16:creationId xmlns:a16="http://schemas.microsoft.com/office/drawing/2014/main" id="{63E4821D-65E1-0482-C666-D4695E5F2637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6" name="pg2721">
                <a:extLst>
                  <a:ext uri="{FF2B5EF4-FFF2-40B4-BE49-F238E27FC236}">
                    <a16:creationId xmlns:a16="http://schemas.microsoft.com/office/drawing/2014/main" id="{E94DC8A2-3F4E-9935-6726-F5CBB418C6FF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7" name="pg2722">
                <a:extLst>
                  <a:ext uri="{FF2B5EF4-FFF2-40B4-BE49-F238E27FC236}">
                    <a16:creationId xmlns:a16="http://schemas.microsoft.com/office/drawing/2014/main" id="{6D63A247-D5F5-B93F-9828-CE9CF2B5BC17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8" name="pg2723">
                <a:extLst>
                  <a:ext uri="{FF2B5EF4-FFF2-40B4-BE49-F238E27FC236}">
                    <a16:creationId xmlns:a16="http://schemas.microsoft.com/office/drawing/2014/main" id="{24899444-90BE-5761-D532-5EE50DEE9E02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9" name="pg2724">
                <a:extLst>
                  <a:ext uri="{FF2B5EF4-FFF2-40B4-BE49-F238E27FC236}">
                    <a16:creationId xmlns:a16="http://schemas.microsoft.com/office/drawing/2014/main" id="{A67BE0CC-85F9-7E3B-F3A1-DFE7EA92ABCD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0" name="pg2725">
                <a:extLst>
                  <a:ext uri="{FF2B5EF4-FFF2-40B4-BE49-F238E27FC236}">
                    <a16:creationId xmlns:a16="http://schemas.microsoft.com/office/drawing/2014/main" id="{C54FC7E6-25AC-4FE6-C55F-3BA64C083BB5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1" name="pg2726">
                <a:extLst>
                  <a:ext uri="{FF2B5EF4-FFF2-40B4-BE49-F238E27FC236}">
                    <a16:creationId xmlns:a16="http://schemas.microsoft.com/office/drawing/2014/main" id="{C12B7440-50F2-FFB6-18EC-1B9D2FC23D7B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2" name="pg2727">
                <a:extLst>
                  <a:ext uri="{FF2B5EF4-FFF2-40B4-BE49-F238E27FC236}">
                    <a16:creationId xmlns:a16="http://schemas.microsoft.com/office/drawing/2014/main" id="{520AB4EC-E367-0E44-344F-DA7023C9EA85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3" name="pg2728">
                <a:extLst>
                  <a:ext uri="{FF2B5EF4-FFF2-40B4-BE49-F238E27FC236}">
                    <a16:creationId xmlns:a16="http://schemas.microsoft.com/office/drawing/2014/main" id="{D36C24E8-ACF6-F937-0B08-D302CABE4FF0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4" name="pg2729">
                <a:extLst>
                  <a:ext uri="{FF2B5EF4-FFF2-40B4-BE49-F238E27FC236}">
                    <a16:creationId xmlns:a16="http://schemas.microsoft.com/office/drawing/2014/main" id="{47DD865A-45E2-BEAF-4B8F-240A3F8F70AD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5" name="pg2730">
                <a:extLst>
                  <a:ext uri="{FF2B5EF4-FFF2-40B4-BE49-F238E27FC236}">
                    <a16:creationId xmlns:a16="http://schemas.microsoft.com/office/drawing/2014/main" id="{A1D7DE6C-9933-650F-34F9-7A1EB82E3198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6" name="pg2731">
                <a:extLst>
                  <a:ext uri="{FF2B5EF4-FFF2-40B4-BE49-F238E27FC236}">
                    <a16:creationId xmlns:a16="http://schemas.microsoft.com/office/drawing/2014/main" id="{77F5C5D0-9BC5-5E81-6174-CB5A5670EF3E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7" name="pg2732">
                <a:extLst>
                  <a:ext uri="{FF2B5EF4-FFF2-40B4-BE49-F238E27FC236}">
                    <a16:creationId xmlns:a16="http://schemas.microsoft.com/office/drawing/2014/main" id="{03A91D86-B85B-DC3B-8689-0A24E3D8823B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8" name="pg2733">
                <a:extLst>
                  <a:ext uri="{FF2B5EF4-FFF2-40B4-BE49-F238E27FC236}">
                    <a16:creationId xmlns:a16="http://schemas.microsoft.com/office/drawing/2014/main" id="{70BEDDCB-B1B1-01B1-9DD0-B36D4DB65A49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9" name="pg2734">
                <a:extLst>
                  <a:ext uri="{FF2B5EF4-FFF2-40B4-BE49-F238E27FC236}">
                    <a16:creationId xmlns:a16="http://schemas.microsoft.com/office/drawing/2014/main" id="{984F378C-9FDE-E410-5088-0E6F1BB8EE34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0" name="pg2735">
                <a:extLst>
                  <a:ext uri="{FF2B5EF4-FFF2-40B4-BE49-F238E27FC236}">
                    <a16:creationId xmlns:a16="http://schemas.microsoft.com/office/drawing/2014/main" id="{ADE103D2-D860-1862-FB05-8C3893571FC0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1" name="pg2736">
                <a:extLst>
                  <a:ext uri="{FF2B5EF4-FFF2-40B4-BE49-F238E27FC236}">
                    <a16:creationId xmlns:a16="http://schemas.microsoft.com/office/drawing/2014/main" id="{CCB847C7-25D2-28C7-5C60-3E13AA9EFCFD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2" name="pg2737">
                <a:extLst>
                  <a:ext uri="{FF2B5EF4-FFF2-40B4-BE49-F238E27FC236}">
                    <a16:creationId xmlns:a16="http://schemas.microsoft.com/office/drawing/2014/main" id="{DC0596A7-3392-B21A-7F5F-0F24319A7AC2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3" name="pg2738">
                <a:extLst>
                  <a:ext uri="{FF2B5EF4-FFF2-40B4-BE49-F238E27FC236}">
                    <a16:creationId xmlns:a16="http://schemas.microsoft.com/office/drawing/2014/main" id="{D5669382-0A4F-9104-6F33-669E6F9BC6E8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4" name="pg2739">
                <a:extLst>
                  <a:ext uri="{FF2B5EF4-FFF2-40B4-BE49-F238E27FC236}">
                    <a16:creationId xmlns:a16="http://schemas.microsoft.com/office/drawing/2014/main" id="{ADB33090-E187-5B45-EE80-D28710221307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5" name="pg2740">
                <a:extLst>
                  <a:ext uri="{FF2B5EF4-FFF2-40B4-BE49-F238E27FC236}">
                    <a16:creationId xmlns:a16="http://schemas.microsoft.com/office/drawing/2014/main" id="{97E1D040-C686-D8B1-E571-F396F815CBA3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6" name="pg2741">
                <a:extLst>
                  <a:ext uri="{FF2B5EF4-FFF2-40B4-BE49-F238E27FC236}">
                    <a16:creationId xmlns:a16="http://schemas.microsoft.com/office/drawing/2014/main" id="{9DAEED86-2868-0483-B0B9-CF205DAB3C0E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7" name="pg2742">
                <a:extLst>
                  <a:ext uri="{FF2B5EF4-FFF2-40B4-BE49-F238E27FC236}">
                    <a16:creationId xmlns:a16="http://schemas.microsoft.com/office/drawing/2014/main" id="{6F1010B4-1D65-5C3D-C4BD-9104701FF2EF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8" name="pg2743">
                <a:extLst>
                  <a:ext uri="{FF2B5EF4-FFF2-40B4-BE49-F238E27FC236}">
                    <a16:creationId xmlns:a16="http://schemas.microsoft.com/office/drawing/2014/main" id="{B8D870FA-3961-4C87-4180-3F35AD377C9F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9" name="pg2744">
                <a:extLst>
                  <a:ext uri="{FF2B5EF4-FFF2-40B4-BE49-F238E27FC236}">
                    <a16:creationId xmlns:a16="http://schemas.microsoft.com/office/drawing/2014/main" id="{F4FD14F4-941C-D528-0C1B-412F5B92E379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0" name="pg2745">
                <a:extLst>
                  <a:ext uri="{FF2B5EF4-FFF2-40B4-BE49-F238E27FC236}">
                    <a16:creationId xmlns:a16="http://schemas.microsoft.com/office/drawing/2014/main" id="{F74C4866-A059-19B2-75D7-850CC7B5F575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1" name="pg2746">
                <a:extLst>
                  <a:ext uri="{FF2B5EF4-FFF2-40B4-BE49-F238E27FC236}">
                    <a16:creationId xmlns:a16="http://schemas.microsoft.com/office/drawing/2014/main" id="{BE502283-CE23-521C-05D7-272ED6625822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2" name="pg2747">
                <a:extLst>
                  <a:ext uri="{FF2B5EF4-FFF2-40B4-BE49-F238E27FC236}">
                    <a16:creationId xmlns:a16="http://schemas.microsoft.com/office/drawing/2014/main" id="{26B2A305-686D-A1B3-1B58-25F6B981383F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3" name="pg2748">
                <a:extLst>
                  <a:ext uri="{FF2B5EF4-FFF2-40B4-BE49-F238E27FC236}">
                    <a16:creationId xmlns:a16="http://schemas.microsoft.com/office/drawing/2014/main" id="{4B59A5F9-9C97-E81A-5A5A-A4D4E00C24C7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4" name="pg2749">
                <a:extLst>
                  <a:ext uri="{FF2B5EF4-FFF2-40B4-BE49-F238E27FC236}">
                    <a16:creationId xmlns:a16="http://schemas.microsoft.com/office/drawing/2014/main" id="{C41C4AE3-6DDB-5368-0520-ED2398BDCD91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5" name="pg2750">
                <a:extLst>
                  <a:ext uri="{FF2B5EF4-FFF2-40B4-BE49-F238E27FC236}">
                    <a16:creationId xmlns:a16="http://schemas.microsoft.com/office/drawing/2014/main" id="{4B9EBDF4-4CAB-7DC2-66D0-4A87552F94BF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6" name="pg2751">
                <a:extLst>
                  <a:ext uri="{FF2B5EF4-FFF2-40B4-BE49-F238E27FC236}">
                    <a16:creationId xmlns:a16="http://schemas.microsoft.com/office/drawing/2014/main" id="{14A53842-770B-6206-82BE-A6DEB5B127C5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7" name="pg2752">
                <a:extLst>
                  <a:ext uri="{FF2B5EF4-FFF2-40B4-BE49-F238E27FC236}">
                    <a16:creationId xmlns:a16="http://schemas.microsoft.com/office/drawing/2014/main" id="{754B615C-1F94-9CEA-8C63-4568BF8A6341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8" name="pg2753">
                <a:extLst>
                  <a:ext uri="{FF2B5EF4-FFF2-40B4-BE49-F238E27FC236}">
                    <a16:creationId xmlns:a16="http://schemas.microsoft.com/office/drawing/2014/main" id="{CCBD2B41-9BC4-1266-A36D-87C7CE2E2DFE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9" name="pg2754">
                <a:extLst>
                  <a:ext uri="{FF2B5EF4-FFF2-40B4-BE49-F238E27FC236}">
                    <a16:creationId xmlns:a16="http://schemas.microsoft.com/office/drawing/2014/main" id="{FE99943A-7F72-40AC-4590-3E666B702B48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0" name="pg2755">
                <a:extLst>
                  <a:ext uri="{FF2B5EF4-FFF2-40B4-BE49-F238E27FC236}">
                    <a16:creationId xmlns:a16="http://schemas.microsoft.com/office/drawing/2014/main" id="{A9D1EF09-CCA4-D757-B903-E0BAA57BA4AF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1" name="pg2756">
                <a:extLst>
                  <a:ext uri="{FF2B5EF4-FFF2-40B4-BE49-F238E27FC236}">
                    <a16:creationId xmlns:a16="http://schemas.microsoft.com/office/drawing/2014/main" id="{152085E2-1746-0F81-C34F-5EE5FE11FACC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2" name="pg2757">
                <a:extLst>
                  <a:ext uri="{FF2B5EF4-FFF2-40B4-BE49-F238E27FC236}">
                    <a16:creationId xmlns:a16="http://schemas.microsoft.com/office/drawing/2014/main" id="{E8AB8559-D650-2CB5-C2A1-AF885633497C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3" name="pg2758">
                <a:extLst>
                  <a:ext uri="{FF2B5EF4-FFF2-40B4-BE49-F238E27FC236}">
                    <a16:creationId xmlns:a16="http://schemas.microsoft.com/office/drawing/2014/main" id="{7970F916-EE95-B1A7-6C31-85AE3C4B7489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4" name="pg2759">
                <a:extLst>
                  <a:ext uri="{FF2B5EF4-FFF2-40B4-BE49-F238E27FC236}">
                    <a16:creationId xmlns:a16="http://schemas.microsoft.com/office/drawing/2014/main" id="{3CCE511B-FB54-58CB-4C1A-B560F19999D5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5" name="pg2760">
                <a:extLst>
                  <a:ext uri="{FF2B5EF4-FFF2-40B4-BE49-F238E27FC236}">
                    <a16:creationId xmlns:a16="http://schemas.microsoft.com/office/drawing/2014/main" id="{20F57163-682A-53F1-9BBC-836573EDF4BD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6" name="pg2761">
                <a:extLst>
                  <a:ext uri="{FF2B5EF4-FFF2-40B4-BE49-F238E27FC236}">
                    <a16:creationId xmlns:a16="http://schemas.microsoft.com/office/drawing/2014/main" id="{E8552462-48EE-0DFA-740F-ECEC6511D8D0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7" name="pg2762">
                <a:extLst>
                  <a:ext uri="{FF2B5EF4-FFF2-40B4-BE49-F238E27FC236}">
                    <a16:creationId xmlns:a16="http://schemas.microsoft.com/office/drawing/2014/main" id="{29B2A30F-2238-4A93-4927-BD89331594DB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8" name="pg2763">
                <a:extLst>
                  <a:ext uri="{FF2B5EF4-FFF2-40B4-BE49-F238E27FC236}">
                    <a16:creationId xmlns:a16="http://schemas.microsoft.com/office/drawing/2014/main" id="{FD0F5E86-8853-68A7-5415-9A8688AD1730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9" name="pg2764">
                <a:extLst>
                  <a:ext uri="{FF2B5EF4-FFF2-40B4-BE49-F238E27FC236}">
                    <a16:creationId xmlns:a16="http://schemas.microsoft.com/office/drawing/2014/main" id="{F77E7F7C-75B8-D77A-C9E2-31975933C815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0" name="pg2765">
                <a:extLst>
                  <a:ext uri="{FF2B5EF4-FFF2-40B4-BE49-F238E27FC236}">
                    <a16:creationId xmlns:a16="http://schemas.microsoft.com/office/drawing/2014/main" id="{84921ECA-7B36-95D0-4429-234815EB1EDC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1" name="pg2766">
                <a:extLst>
                  <a:ext uri="{FF2B5EF4-FFF2-40B4-BE49-F238E27FC236}">
                    <a16:creationId xmlns:a16="http://schemas.microsoft.com/office/drawing/2014/main" id="{A7781CB8-9DDA-C5EA-2824-790E1DD336EB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2" name="pg2767">
                <a:extLst>
                  <a:ext uri="{FF2B5EF4-FFF2-40B4-BE49-F238E27FC236}">
                    <a16:creationId xmlns:a16="http://schemas.microsoft.com/office/drawing/2014/main" id="{FECBDD1D-CB80-C56F-E977-AAE0E34AD904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3" name="pg2768">
                <a:extLst>
                  <a:ext uri="{FF2B5EF4-FFF2-40B4-BE49-F238E27FC236}">
                    <a16:creationId xmlns:a16="http://schemas.microsoft.com/office/drawing/2014/main" id="{5F36665F-8362-AD7B-DCE2-00ED3C648928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4" name="pg2769">
                <a:extLst>
                  <a:ext uri="{FF2B5EF4-FFF2-40B4-BE49-F238E27FC236}">
                    <a16:creationId xmlns:a16="http://schemas.microsoft.com/office/drawing/2014/main" id="{D585CC45-7D01-E9CC-48E8-53FD9C82F8BE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5" name="pg2770">
                <a:extLst>
                  <a:ext uri="{FF2B5EF4-FFF2-40B4-BE49-F238E27FC236}">
                    <a16:creationId xmlns:a16="http://schemas.microsoft.com/office/drawing/2014/main" id="{12B546B5-3E76-F4D1-3815-AC012642BF9A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6" name="pg2771">
                <a:extLst>
                  <a:ext uri="{FF2B5EF4-FFF2-40B4-BE49-F238E27FC236}">
                    <a16:creationId xmlns:a16="http://schemas.microsoft.com/office/drawing/2014/main" id="{8E12DC9B-392B-5172-082B-CAC4E23C52FC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7" name="pg2772">
                <a:extLst>
                  <a:ext uri="{FF2B5EF4-FFF2-40B4-BE49-F238E27FC236}">
                    <a16:creationId xmlns:a16="http://schemas.microsoft.com/office/drawing/2014/main" id="{DC075918-EABC-6EB5-3C05-7935E2FC905C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8" name="pg2773">
                <a:extLst>
                  <a:ext uri="{FF2B5EF4-FFF2-40B4-BE49-F238E27FC236}">
                    <a16:creationId xmlns:a16="http://schemas.microsoft.com/office/drawing/2014/main" id="{3C0F579E-E9B3-4119-86CD-1BAB3BC07800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9" name="pg2774">
                <a:extLst>
                  <a:ext uri="{FF2B5EF4-FFF2-40B4-BE49-F238E27FC236}">
                    <a16:creationId xmlns:a16="http://schemas.microsoft.com/office/drawing/2014/main" id="{D45ECB2F-0708-F6A7-F29D-72FE5FCFBC47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0" name="pg2775">
                <a:extLst>
                  <a:ext uri="{FF2B5EF4-FFF2-40B4-BE49-F238E27FC236}">
                    <a16:creationId xmlns:a16="http://schemas.microsoft.com/office/drawing/2014/main" id="{AAF27377-7B96-12E6-2772-CFD05AB0B238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1" name="pg2776">
                <a:extLst>
                  <a:ext uri="{FF2B5EF4-FFF2-40B4-BE49-F238E27FC236}">
                    <a16:creationId xmlns:a16="http://schemas.microsoft.com/office/drawing/2014/main" id="{D4C37694-671F-6052-586C-151CC7E02E65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2" name="pg2777">
                <a:extLst>
                  <a:ext uri="{FF2B5EF4-FFF2-40B4-BE49-F238E27FC236}">
                    <a16:creationId xmlns:a16="http://schemas.microsoft.com/office/drawing/2014/main" id="{3B87BC64-0099-8929-E177-C7BB1587EDE5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3" name="pg2778">
                <a:extLst>
                  <a:ext uri="{FF2B5EF4-FFF2-40B4-BE49-F238E27FC236}">
                    <a16:creationId xmlns:a16="http://schemas.microsoft.com/office/drawing/2014/main" id="{D1C9C350-A6B0-B18E-58B1-84C8106E3C03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4" name="pg2779">
                <a:extLst>
                  <a:ext uri="{FF2B5EF4-FFF2-40B4-BE49-F238E27FC236}">
                    <a16:creationId xmlns:a16="http://schemas.microsoft.com/office/drawing/2014/main" id="{33C3E2C1-8A84-C27E-E142-D30D9BC0B4E4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5" name="pg2780">
                <a:extLst>
                  <a:ext uri="{FF2B5EF4-FFF2-40B4-BE49-F238E27FC236}">
                    <a16:creationId xmlns:a16="http://schemas.microsoft.com/office/drawing/2014/main" id="{13396158-5D10-A7E9-38E3-FF40E62D90BD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6" name="pg2781">
                <a:extLst>
                  <a:ext uri="{FF2B5EF4-FFF2-40B4-BE49-F238E27FC236}">
                    <a16:creationId xmlns:a16="http://schemas.microsoft.com/office/drawing/2014/main" id="{2956F6ED-3F39-CB7D-0A3C-C8CF28E58C80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7" name="pg2782">
                <a:extLst>
                  <a:ext uri="{FF2B5EF4-FFF2-40B4-BE49-F238E27FC236}">
                    <a16:creationId xmlns:a16="http://schemas.microsoft.com/office/drawing/2014/main" id="{4E9E5ED4-4E37-C2B7-3C78-C2ECBDC04F4D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8" name="pg2783">
                <a:extLst>
                  <a:ext uri="{FF2B5EF4-FFF2-40B4-BE49-F238E27FC236}">
                    <a16:creationId xmlns:a16="http://schemas.microsoft.com/office/drawing/2014/main" id="{83980AB3-F295-BE10-E252-AD8C7E633208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9" name="pg2784">
                <a:extLst>
                  <a:ext uri="{FF2B5EF4-FFF2-40B4-BE49-F238E27FC236}">
                    <a16:creationId xmlns:a16="http://schemas.microsoft.com/office/drawing/2014/main" id="{3D88F7AA-F86B-CCD8-C651-FF960593A460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0" name="pg2785">
                <a:extLst>
                  <a:ext uri="{FF2B5EF4-FFF2-40B4-BE49-F238E27FC236}">
                    <a16:creationId xmlns:a16="http://schemas.microsoft.com/office/drawing/2014/main" id="{8A9ADE09-C420-2133-5A9B-972DBB997F17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1" name="pg2786">
                <a:extLst>
                  <a:ext uri="{FF2B5EF4-FFF2-40B4-BE49-F238E27FC236}">
                    <a16:creationId xmlns:a16="http://schemas.microsoft.com/office/drawing/2014/main" id="{86B59498-1AB5-6FEA-3422-F79C8C79DB9F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2" name="pg2787">
                <a:extLst>
                  <a:ext uri="{FF2B5EF4-FFF2-40B4-BE49-F238E27FC236}">
                    <a16:creationId xmlns:a16="http://schemas.microsoft.com/office/drawing/2014/main" id="{8E75AC75-DE44-22A0-A310-3BBC2C11D73A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3" name="pg2788">
                <a:extLst>
                  <a:ext uri="{FF2B5EF4-FFF2-40B4-BE49-F238E27FC236}">
                    <a16:creationId xmlns:a16="http://schemas.microsoft.com/office/drawing/2014/main" id="{5147DE30-8761-AAE2-2F95-E18EF168A141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4" name="pg2789">
                <a:extLst>
                  <a:ext uri="{FF2B5EF4-FFF2-40B4-BE49-F238E27FC236}">
                    <a16:creationId xmlns:a16="http://schemas.microsoft.com/office/drawing/2014/main" id="{4AFA9CB5-C98C-5439-E3D8-8AB97D98E90D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5" name="pg2790">
                <a:extLst>
                  <a:ext uri="{FF2B5EF4-FFF2-40B4-BE49-F238E27FC236}">
                    <a16:creationId xmlns:a16="http://schemas.microsoft.com/office/drawing/2014/main" id="{4D4A45A6-9CEA-58CD-AA1B-8B34A42BE7D3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6" name="pg2791">
                <a:extLst>
                  <a:ext uri="{FF2B5EF4-FFF2-40B4-BE49-F238E27FC236}">
                    <a16:creationId xmlns:a16="http://schemas.microsoft.com/office/drawing/2014/main" id="{79A84DAC-0377-0308-4F76-268A604555A7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7" name="pg2792">
                <a:extLst>
                  <a:ext uri="{FF2B5EF4-FFF2-40B4-BE49-F238E27FC236}">
                    <a16:creationId xmlns:a16="http://schemas.microsoft.com/office/drawing/2014/main" id="{E28B93D2-74A6-327D-4151-43840DA1031B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8" name="pg2793">
                <a:extLst>
                  <a:ext uri="{FF2B5EF4-FFF2-40B4-BE49-F238E27FC236}">
                    <a16:creationId xmlns:a16="http://schemas.microsoft.com/office/drawing/2014/main" id="{E459CAC0-E11F-3B37-292C-F957B7E317A9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9" name="pg2794">
                <a:extLst>
                  <a:ext uri="{FF2B5EF4-FFF2-40B4-BE49-F238E27FC236}">
                    <a16:creationId xmlns:a16="http://schemas.microsoft.com/office/drawing/2014/main" id="{C7C9DC85-B38E-F70C-B150-3114A733DA44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0" name="pg2795">
                <a:extLst>
                  <a:ext uri="{FF2B5EF4-FFF2-40B4-BE49-F238E27FC236}">
                    <a16:creationId xmlns:a16="http://schemas.microsoft.com/office/drawing/2014/main" id="{F2B24635-9739-3C0D-C297-57B08FD008AC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1" name="pg2796">
                <a:extLst>
                  <a:ext uri="{FF2B5EF4-FFF2-40B4-BE49-F238E27FC236}">
                    <a16:creationId xmlns:a16="http://schemas.microsoft.com/office/drawing/2014/main" id="{14CCAE56-4106-8EB9-14B0-455E4C991F91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2" name="pg2797">
                <a:extLst>
                  <a:ext uri="{FF2B5EF4-FFF2-40B4-BE49-F238E27FC236}">
                    <a16:creationId xmlns:a16="http://schemas.microsoft.com/office/drawing/2014/main" id="{B406BD30-9730-5523-6DD2-C3B7CA926647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3" name="pg2798">
                <a:extLst>
                  <a:ext uri="{FF2B5EF4-FFF2-40B4-BE49-F238E27FC236}">
                    <a16:creationId xmlns:a16="http://schemas.microsoft.com/office/drawing/2014/main" id="{6375F96C-79AF-937C-D5AC-FA143C252F79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4" name="pg2799">
                <a:extLst>
                  <a:ext uri="{FF2B5EF4-FFF2-40B4-BE49-F238E27FC236}">
                    <a16:creationId xmlns:a16="http://schemas.microsoft.com/office/drawing/2014/main" id="{140FA92E-80DC-E74F-9F4F-4123D76580DF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5" name="pg2800">
                <a:extLst>
                  <a:ext uri="{FF2B5EF4-FFF2-40B4-BE49-F238E27FC236}">
                    <a16:creationId xmlns:a16="http://schemas.microsoft.com/office/drawing/2014/main" id="{614BC5A6-1D75-CD8F-61F0-8D048ECC421D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6" name="pg2801">
                <a:extLst>
                  <a:ext uri="{FF2B5EF4-FFF2-40B4-BE49-F238E27FC236}">
                    <a16:creationId xmlns:a16="http://schemas.microsoft.com/office/drawing/2014/main" id="{2DFDF85D-235E-8DC8-AEA8-F07ABD373F9A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7" name="pg2802">
                <a:extLst>
                  <a:ext uri="{FF2B5EF4-FFF2-40B4-BE49-F238E27FC236}">
                    <a16:creationId xmlns:a16="http://schemas.microsoft.com/office/drawing/2014/main" id="{BC435456-9BDB-98B0-7619-589B622C5930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8" name="pg2803">
                <a:extLst>
                  <a:ext uri="{FF2B5EF4-FFF2-40B4-BE49-F238E27FC236}">
                    <a16:creationId xmlns:a16="http://schemas.microsoft.com/office/drawing/2014/main" id="{E8B228DE-FC42-4DC4-9E62-D4AE7BE9DB5D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9" name="pg2804">
                <a:extLst>
                  <a:ext uri="{FF2B5EF4-FFF2-40B4-BE49-F238E27FC236}">
                    <a16:creationId xmlns:a16="http://schemas.microsoft.com/office/drawing/2014/main" id="{47960F1C-F868-A0AF-4DE7-97D47AAD300F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0" name="pg2805">
                <a:extLst>
                  <a:ext uri="{FF2B5EF4-FFF2-40B4-BE49-F238E27FC236}">
                    <a16:creationId xmlns:a16="http://schemas.microsoft.com/office/drawing/2014/main" id="{6EE10190-40E4-3E41-069B-3FFE4BD9E7B1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1" name="pg2806">
                <a:extLst>
                  <a:ext uri="{FF2B5EF4-FFF2-40B4-BE49-F238E27FC236}">
                    <a16:creationId xmlns:a16="http://schemas.microsoft.com/office/drawing/2014/main" id="{EB586962-EEA9-9684-D91D-42012E54356C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2" name="pg2807">
                <a:extLst>
                  <a:ext uri="{FF2B5EF4-FFF2-40B4-BE49-F238E27FC236}">
                    <a16:creationId xmlns:a16="http://schemas.microsoft.com/office/drawing/2014/main" id="{B3E76F5C-64DF-6F50-7BF3-ED2187AF5B40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3" name="pg2808">
                <a:extLst>
                  <a:ext uri="{FF2B5EF4-FFF2-40B4-BE49-F238E27FC236}">
                    <a16:creationId xmlns:a16="http://schemas.microsoft.com/office/drawing/2014/main" id="{59E3B979-2320-2E2B-0C95-BB120B27BCF7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4" name="pg2809">
                <a:extLst>
                  <a:ext uri="{FF2B5EF4-FFF2-40B4-BE49-F238E27FC236}">
                    <a16:creationId xmlns:a16="http://schemas.microsoft.com/office/drawing/2014/main" id="{61F3FEDF-21A9-EA40-542F-7448F91225CA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5" name="pg2810">
                <a:extLst>
                  <a:ext uri="{FF2B5EF4-FFF2-40B4-BE49-F238E27FC236}">
                    <a16:creationId xmlns:a16="http://schemas.microsoft.com/office/drawing/2014/main" id="{7EF3983D-479A-7DE8-9494-C0D6BC9E3C28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6" name="pg2811">
                <a:extLst>
                  <a:ext uri="{FF2B5EF4-FFF2-40B4-BE49-F238E27FC236}">
                    <a16:creationId xmlns:a16="http://schemas.microsoft.com/office/drawing/2014/main" id="{DC94BDC8-19A8-E956-9438-7046718BDB65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7" name="pg2812">
                <a:extLst>
                  <a:ext uri="{FF2B5EF4-FFF2-40B4-BE49-F238E27FC236}">
                    <a16:creationId xmlns:a16="http://schemas.microsoft.com/office/drawing/2014/main" id="{8000353E-DFF9-984D-203A-D8163C44D96E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8" name="pg2813">
                <a:extLst>
                  <a:ext uri="{FF2B5EF4-FFF2-40B4-BE49-F238E27FC236}">
                    <a16:creationId xmlns:a16="http://schemas.microsoft.com/office/drawing/2014/main" id="{1B913D9A-389D-1BD8-EF24-D9E2070313E1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9" name="pg2814">
                <a:extLst>
                  <a:ext uri="{FF2B5EF4-FFF2-40B4-BE49-F238E27FC236}">
                    <a16:creationId xmlns:a16="http://schemas.microsoft.com/office/drawing/2014/main" id="{81C43617-87F2-CC0E-62C0-8B50AE14A7B6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0" name="pg2815">
                <a:extLst>
                  <a:ext uri="{FF2B5EF4-FFF2-40B4-BE49-F238E27FC236}">
                    <a16:creationId xmlns:a16="http://schemas.microsoft.com/office/drawing/2014/main" id="{DEAABEE3-5A7B-5635-FE82-CE79B84E50A2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1" name="pg2816">
                <a:extLst>
                  <a:ext uri="{FF2B5EF4-FFF2-40B4-BE49-F238E27FC236}">
                    <a16:creationId xmlns:a16="http://schemas.microsoft.com/office/drawing/2014/main" id="{EF6DC126-ABEA-3D10-428F-C9B112AA0911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2" name="pg2817">
                <a:extLst>
                  <a:ext uri="{FF2B5EF4-FFF2-40B4-BE49-F238E27FC236}">
                    <a16:creationId xmlns:a16="http://schemas.microsoft.com/office/drawing/2014/main" id="{A32C77EB-0549-6C25-1B1A-1BFBE9D7120E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3" name="pg2818">
                <a:extLst>
                  <a:ext uri="{FF2B5EF4-FFF2-40B4-BE49-F238E27FC236}">
                    <a16:creationId xmlns:a16="http://schemas.microsoft.com/office/drawing/2014/main" id="{5EB16754-509C-1906-7052-F18365333241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4" name="pg2819">
                <a:extLst>
                  <a:ext uri="{FF2B5EF4-FFF2-40B4-BE49-F238E27FC236}">
                    <a16:creationId xmlns:a16="http://schemas.microsoft.com/office/drawing/2014/main" id="{3349F00E-22D2-33D8-567D-A88F1759FF3C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5" name="pg2820">
                <a:extLst>
                  <a:ext uri="{FF2B5EF4-FFF2-40B4-BE49-F238E27FC236}">
                    <a16:creationId xmlns:a16="http://schemas.microsoft.com/office/drawing/2014/main" id="{225E4A9C-DB89-ACC3-DD93-95248E1BFAE0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6" name="pg2821">
                <a:extLst>
                  <a:ext uri="{FF2B5EF4-FFF2-40B4-BE49-F238E27FC236}">
                    <a16:creationId xmlns:a16="http://schemas.microsoft.com/office/drawing/2014/main" id="{D51BD306-5912-7D6E-A088-FA0F9BE55AF2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7" name="pg2822">
                <a:extLst>
                  <a:ext uri="{FF2B5EF4-FFF2-40B4-BE49-F238E27FC236}">
                    <a16:creationId xmlns:a16="http://schemas.microsoft.com/office/drawing/2014/main" id="{F45E9D7F-D5DF-2FBF-8B87-7E77FEC84EC1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8" name="pg2823">
                <a:extLst>
                  <a:ext uri="{FF2B5EF4-FFF2-40B4-BE49-F238E27FC236}">
                    <a16:creationId xmlns:a16="http://schemas.microsoft.com/office/drawing/2014/main" id="{3931029A-5D6D-9F1C-15AA-CE92BA5B678A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9" name="pg2824">
                <a:extLst>
                  <a:ext uri="{FF2B5EF4-FFF2-40B4-BE49-F238E27FC236}">
                    <a16:creationId xmlns:a16="http://schemas.microsoft.com/office/drawing/2014/main" id="{4270F3C0-0DA7-9EF9-71E9-6E75B0B38A30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0" name="pg2825">
                <a:extLst>
                  <a:ext uri="{FF2B5EF4-FFF2-40B4-BE49-F238E27FC236}">
                    <a16:creationId xmlns:a16="http://schemas.microsoft.com/office/drawing/2014/main" id="{71A858AF-467F-CB12-5205-8F9F75C546AB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1" name="pg2826">
                <a:extLst>
                  <a:ext uri="{FF2B5EF4-FFF2-40B4-BE49-F238E27FC236}">
                    <a16:creationId xmlns:a16="http://schemas.microsoft.com/office/drawing/2014/main" id="{41010633-2421-D825-C3B2-2DDE53F7FC5F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2" name="pg2827">
                <a:extLst>
                  <a:ext uri="{FF2B5EF4-FFF2-40B4-BE49-F238E27FC236}">
                    <a16:creationId xmlns:a16="http://schemas.microsoft.com/office/drawing/2014/main" id="{71870B5D-60DA-4406-7886-907D1CA0D47D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3" name="pg2828">
                <a:extLst>
                  <a:ext uri="{FF2B5EF4-FFF2-40B4-BE49-F238E27FC236}">
                    <a16:creationId xmlns:a16="http://schemas.microsoft.com/office/drawing/2014/main" id="{7CFAC46A-D167-B7FD-3218-3879F4E69E88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4" name="pg2829">
                <a:extLst>
                  <a:ext uri="{FF2B5EF4-FFF2-40B4-BE49-F238E27FC236}">
                    <a16:creationId xmlns:a16="http://schemas.microsoft.com/office/drawing/2014/main" id="{01F6C5E7-ABEE-E1AA-80D4-40BDEC7879CC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5" name="pg2830">
                <a:extLst>
                  <a:ext uri="{FF2B5EF4-FFF2-40B4-BE49-F238E27FC236}">
                    <a16:creationId xmlns:a16="http://schemas.microsoft.com/office/drawing/2014/main" id="{4890B96F-20C2-AC9C-5210-5B145341AE3A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6" name="pg2831">
                <a:extLst>
                  <a:ext uri="{FF2B5EF4-FFF2-40B4-BE49-F238E27FC236}">
                    <a16:creationId xmlns:a16="http://schemas.microsoft.com/office/drawing/2014/main" id="{8125A895-E85C-88D2-5A86-DD92EF5A878A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7" name="pg2832">
                <a:extLst>
                  <a:ext uri="{FF2B5EF4-FFF2-40B4-BE49-F238E27FC236}">
                    <a16:creationId xmlns:a16="http://schemas.microsoft.com/office/drawing/2014/main" id="{80494911-159A-4C46-BC07-4078ACCA8D30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8" name="pg2833">
                <a:extLst>
                  <a:ext uri="{FF2B5EF4-FFF2-40B4-BE49-F238E27FC236}">
                    <a16:creationId xmlns:a16="http://schemas.microsoft.com/office/drawing/2014/main" id="{D40D4993-FCB2-B4A0-EE21-897B4F14B25F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9" name="pg2834">
                <a:extLst>
                  <a:ext uri="{FF2B5EF4-FFF2-40B4-BE49-F238E27FC236}">
                    <a16:creationId xmlns:a16="http://schemas.microsoft.com/office/drawing/2014/main" id="{F7149B69-1E55-A77F-D57B-DC4E1AE9529F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0" name="pg2835">
                <a:extLst>
                  <a:ext uri="{FF2B5EF4-FFF2-40B4-BE49-F238E27FC236}">
                    <a16:creationId xmlns:a16="http://schemas.microsoft.com/office/drawing/2014/main" id="{A703C971-E99F-13FD-A1B0-E354374F28C2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1" name="pg2836">
                <a:extLst>
                  <a:ext uri="{FF2B5EF4-FFF2-40B4-BE49-F238E27FC236}">
                    <a16:creationId xmlns:a16="http://schemas.microsoft.com/office/drawing/2014/main" id="{AFC040D0-6140-7D7E-61D3-4177F824E6D7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2" name="pg2837">
                <a:extLst>
                  <a:ext uri="{FF2B5EF4-FFF2-40B4-BE49-F238E27FC236}">
                    <a16:creationId xmlns:a16="http://schemas.microsoft.com/office/drawing/2014/main" id="{BFA8E479-93C7-7F68-7019-6DCC3562CE75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3" name="pg2838">
                <a:extLst>
                  <a:ext uri="{FF2B5EF4-FFF2-40B4-BE49-F238E27FC236}">
                    <a16:creationId xmlns:a16="http://schemas.microsoft.com/office/drawing/2014/main" id="{E06617A0-2388-FD60-0F9E-490AA6150545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4" name="pg2839">
                <a:extLst>
                  <a:ext uri="{FF2B5EF4-FFF2-40B4-BE49-F238E27FC236}">
                    <a16:creationId xmlns:a16="http://schemas.microsoft.com/office/drawing/2014/main" id="{0BF190A6-6781-D21D-CF6F-1AF7BC4C3BA2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5" name="pg2840">
                <a:extLst>
                  <a:ext uri="{FF2B5EF4-FFF2-40B4-BE49-F238E27FC236}">
                    <a16:creationId xmlns:a16="http://schemas.microsoft.com/office/drawing/2014/main" id="{1778B20F-480B-A544-187C-48B0ED8C48FD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6" name="pg2841">
                <a:extLst>
                  <a:ext uri="{FF2B5EF4-FFF2-40B4-BE49-F238E27FC236}">
                    <a16:creationId xmlns:a16="http://schemas.microsoft.com/office/drawing/2014/main" id="{E5C22B72-B179-D681-6B32-1A38E6F0C086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7" name="pg2842">
                <a:extLst>
                  <a:ext uri="{FF2B5EF4-FFF2-40B4-BE49-F238E27FC236}">
                    <a16:creationId xmlns:a16="http://schemas.microsoft.com/office/drawing/2014/main" id="{D44A1CD4-15F7-5DF3-0A7C-A8A531339C59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8" name="pg2843">
                <a:extLst>
                  <a:ext uri="{FF2B5EF4-FFF2-40B4-BE49-F238E27FC236}">
                    <a16:creationId xmlns:a16="http://schemas.microsoft.com/office/drawing/2014/main" id="{2FD07651-18C3-3ABB-1BDD-A6BB265902E3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9" name="pg2844">
                <a:extLst>
                  <a:ext uri="{FF2B5EF4-FFF2-40B4-BE49-F238E27FC236}">
                    <a16:creationId xmlns:a16="http://schemas.microsoft.com/office/drawing/2014/main" id="{269A61CA-D6C0-E47D-842D-6200E29E3881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0" name="pg2845">
                <a:extLst>
                  <a:ext uri="{FF2B5EF4-FFF2-40B4-BE49-F238E27FC236}">
                    <a16:creationId xmlns:a16="http://schemas.microsoft.com/office/drawing/2014/main" id="{6A5E3271-C651-46C5-4CA1-B8607EF387A8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1" name="pg2846">
                <a:extLst>
                  <a:ext uri="{FF2B5EF4-FFF2-40B4-BE49-F238E27FC236}">
                    <a16:creationId xmlns:a16="http://schemas.microsoft.com/office/drawing/2014/main" id="{EB13030D-E731-EBB2-9797-A484F21FE4E9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2" name="pg2847">
                <a:extLst>
                  <a:ext uri="{FF2B5EF4-FFF2-40B4-BE49-F238E27FC236}">
                    <a16:creationId xmlns:a16="http://schemas.microsoft.com/office/drawing/2014/main" id="{40EDF8A0-383D-697A-84A7-F81A82ED4F35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3" name="pg2848">
                <a:extLst>
                  <a:ext uri="{FF2B5EF4-FFF2-40B4-BE49-F238E27FC236}">
                    <a16:creationId xmlns:a16="http://schemas.microsoft.com/office/drawing/2014/main" id="{F1D94BFB-6361-9C41-69FA-1C038D91AEC5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4" name="pg2849">
                <a:extLst>
                  <a:ext uri="{FF2B5EF4-FFF2-40B4-BE49-F238E27FC236}">
                    <a16:creationId xmlns:a16="http://schemas.microsoft.com/office/drawing/2014/main" id="{875E9970-ED2A-A8DF-2A6C-386D114C30D5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5" name="pg2850">
                <a:extLst>
                  <a:ext uri="{FF2B5EF4-FFF2-40B4-BE49-F238E27FC236}">
                    <a16:creationId xmlns:a16="http://schemas.microsoft.com/office/drawing/2014/main" id="{0440958E-1678-2086-E162-928FAEC0853F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6" name="pg2851">
                <a:extLst>
                  <a:ext uri="{FF2B5EF4-FFF2-40B4-BE49-F238E27FC236}">
                    <a16:creationId xmlns:a16="http://schemas.microsoft.com/office/drawing/2014/main" id="{8A2CECB0-4C99-F35C-924B-0794D680E4A7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7" name="pg2852">
                <a:extLst>
                  <a:ext uri="{FF2B5EF4-FFF2-40B4-BE49-F238E27FC236}">
                    <a16:creationId xmlns:a16="http://schemas.microsoft.com/office/drawing/2014/main" id="{1960BF72-46C8-9EEE-E95B-8D572BD57535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8" name="pg2853">
                <a:extLst>
                  <a:ext uri="{FF2B5EF4-FFF2-40B4-BE49-F238E27FC236}">
                    <a16:creationId xmlns:a16="http://schemas.microsoft.com/office/drawing/2014/main" id="{2D33A0F8-535A-884D-2FAD-EEB7616824C4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9" name="pg2854">
                <a:extLst>
                  <a:ext uri="{FF2B5EF4-FFF2-40B4-BE49-F238E27FC236}">
                    <a16:creationId xmlns:a16="http://schemas.microsoft.com/office/drawing/2014/main" id="{C5C53DEF-6455-3159-0E51-A8EE833164FD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0" name="pg2855">
                <a:extLst>
                  <a:ext uri="{FF2B5EF4-FFF2-40B4-BE49-F238E27FC236}">
                    <a16:creationId xmlns:a16="http://schemas.microsoft.com/office/drawing/2014/main" id="{899614EB-A52F-5D30-5D9D-5482A03FCB1A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1" name="pg2856">
                <a:extLst>
                  <a:ext uri="{FF2B5EF4-FFF2-40B4-BE49-F238E27FC236}">
                    <a16:creationId xmlns:a16="http://schemas.microsoft.com/office/drawing/2014/main" id="{A64A93A0-9D9B-DDDD-D579-EE024E38C689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2" name="pg2857">
                <a:extLst>
                  <a:ext uri="{FF2B5EF4-FFF2-40B4-BE49-F238E27FC236}">
                    <a16:creationId xmlns:a16="http://schemas.microsoft.com/office/drawing/2014/main" id="{B6ED995B-A3C5-713C-DB15-CC0CD49DAE44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3" name="pg2858">
                <a:extLst>
                  <a:ext uri="{FF2B5EF4-FFF2-40B4-BE49-F238E27FC236}">
                    <a16:creationId xmlns:a16="http://schemas.microsoft.com/office/drawing/2014/main" id="{5FFC9737-805F-D16B-64F1-3F1BFBB4C12A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4" name="pg2859">
                <a:extLst>
                  <a:ext uri="{FF2B5EF4-FFF2-40B4-BE49-F238E27FC236}">
                    <a16:creationId xmlns:a16="http://schemas.microsoft.com/office/drawing/2014/main" id="{CD6C5B3C-973C-746D-8603-7115967BE0EE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5" name="pg2860">
                <a:extLst>
                  <a:ext uri="{FF2B5EF4-FFF2-40B4-BE49-F238E27FC236}">
                    <a16:creationId xmlns:a16="http://schemas.microsoft.com/office/drawing/2014/main" id="{D9DF0EDA-B307-E3A8-196D-C20FF0D5E987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6" name="pg2861">
                <a:extLst>
                  <a:ext uri="{FF2B5EF4-FFF2-40B4-BE49-F238E27FC236}">
                    <a16:creationId xmlns:a16="http://schemas.microsoft.com/office/drawing/2014/main" id="{8A64A29F-7263-1AA5-0F43-1705E9B6C38B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7" name="pg2862">
                <a:extLst>
                  <a:ext uri="{FF2B5EF4-FFF2-40B4-BE49-F238E27FC236}">
                    <a16:creationId xmlns:a16="http://schemas.microsoft.com/office/drawing/2014/main" id="{4BFECE6E-447E-F530-CA33-1118E79A1472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8" name="pg2863">
                <a:extLst>
                  <a:ext uri="{FF2B5EF4-FFF2-40B4-BE49-F238E27FC236}">
                    <a16:creationId xmlns:a16="http://schemas.microsoft.com/office/drawing/2014/main" id="{1BC753EE-34A4-2C41-8907-53BC822294B2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9" name="pg2864">
                <a:extLst>
                  <a:ext uri="{FF2B5EF4-FFF2-40B4-BE49-F238E27FC236}">
                    <a16:creationId xmlns:a16="http://schemas.microsoft.com/office/drawing/2014/main" id="{7203EAB0-F023-F510-5FB0-DA74F7A615A4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0" name="pg2865">
                <a:extLst>
                  <a:ext uri="{FF2B5EF4-FFF2-40B4-BE49-F238E27FC236}">
                    <a16:creationId xmlns:a16="http://schemas.microsoft.com/office/drawing/2014/main" id="{CF8F288B-9292-48D8-003D-ED7435161D70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1" name="pg2866">
                <a:extLst>
                  <a:ext uri="{FF2B5EF4-FFF2-40B4-BE49-F238E27FC236}">
                    <a16:creationId xmlns:a16="http://schemas.microsoft.com/office/drawing/2014/main" id="{44A03874-49B1-D200-C13B-2BDC310F7B7A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2" name="pg2867">
                <a:extLst>
                  <a:ext uri="{FF2B5EF4-FFF2-40B4-BE49-F238E27FC236}">
                    <a16:creationId xmlns:a16="http://schemas.microsoft.com/office/drawing/2014/main" id="{10D17CBD-6999-FF8D-6B73-3FB5995B60B6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3" name="pg2868">
                <a:extLst>
                  <a:ext uri="{FF2B5EF4-FFF2-40B4-BE49-F238E27FC236}">
                    <a16:creationId xmlns:a16="http://schemas.microsoft.com/office/drawing/2014/main" id="{75AF6EAA-02D2-789A-CC55-A31C4F95F5EB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4" name="pg2869">
                <a:extLst>
                  <a:ext uri="{FF2B5EF4-FFF2-40B4-BE49-F238E27FC236}">
                    <a16:creationId xmlns:a16="http://schemas.microsoft.com/office/drawing/2014/main" id="{D19BB5BF-17A9-C88B-076A-42018495C9A7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5" name="pg2870">
                <a:extLst>
                  <a:ext uri="{FF2B5EF4-FFF2-40B4-BE49-F238E27FC236}">
                    <a16:creationId xmlns:a16="http://schemas.microsoft.com/office/drawing/2014/main" id="{5252021A-4E40-F119-6E94-E5E1CDC64282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6" name="pg2871">
                <a:extLst>
                  <a:ext uri="{FF2B5EF4-FFF2-40B4-BE49-F238E27FC236}">
                    <a16:creationId xmlns:a16="http://schemas.microsoft.com/office/drawing/2014/main" id="{8A65730F-E898-58DE-8D77-5D0F8270129C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7" name="pg2872">
                <a:extLst>
                  <a:ext uri="{FF2B5EF4-FFF2-40B4-BE49-F238E27FC236}">
                    <a16:creationId xmlns:a16="http://schemas.microsoft.com/office/drawing/2014/main" id="{A08BB71B-78D1-749E-E97F-E1FC63794E6D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8" name="pg2873">
                <a:extLst>
                  <a:ext uri="{FF2B5EF4-FFF2-40B4-BE49-F238E27FC236}">
                    <a16:creationId xmlns:a16="http://schemas.microsoft.com/office/drawing/2014/main" id="{6FD8274F-56DB-4A6F-FAB3-F031E7693A96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9" name="pg2874">
                <a:extLst>
                  <a:ext uri="{FF2B5EF4-FFF2-40B4-BE49-F238E27FC236}">
                    <a16:creationId xmlns:a16="http://schemas.microsoft.com/office/drawing/2014/main" id="{C113D8CB-539F-D568-CB05-DE55DDDBF0EF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0" name="pg2875">
                <a:extLst>
                  <a:ext uri="{FF2B5EF4-FFF2-40B4-BE49-F238E27FC236}">
                    <a16:creationId xmlns:a16="http://schemas.microsoft.com/office/drawing/2014/main" id="{AF11A46C-2D70-01A1-3AC3-465C75DB1A49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1" name="pg2876">
                <a:extLst>
                  <a:ext uri="{FF2B5EF4-FFF2-40B4-BE49-F238E27FC236}">
                    <a16:creationId xmlns:a16="http://schemas.microsoft.com/office/drawing/2014/main" id="{8AB6A1BA-F567-DB03-9E69-3B2CDEA7792B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2" name="pg2877">
                <a:extLst>
                  <a:ext uri="{FF2B5EF4-FFF2-40B4-BE49-F238E27FC236}">
                    <a16:creationId xmlns:a16="http://schemas.microsoft.com/office/drawing/2014/main" id="{EE22B3CC-3D53-65FD-EE0E-2D51CF6FA175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3" name="pg2878">
                <a:extLst>
                  <a:ext uri="{FF2B5EF4-FFF2-40B4-BE49-F238E27FC236}">
                    <a16:creationId xmlns:a16="http://schemas.microsoft.com/office/drawing/2014/main" id="{B84B32E3-25E2-5FE3-B620-A3AEB4F4FA3C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4" name="pg2879">
                <a:extLst>
                  <a:ext uri="{FF2B5EF4-FFF2-40B4-BE49-F238E27FC236}">
                    <a16:creationId xmlns:a16="http://schemas.microsoft.com/office/drawing/2014/main" id="{FED64961-AAFA-6B76-2445-9C188F1CE483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5" name="pg2880">
                <a:extLst>
                  <a:ext uri="{FF2B5EF4-FFF2-40B4-BE49-F238E27FC236}">
                    <a16:creationId xmlns:a16="http://schemas.microsoft.com/office/drawing/2014/main" id="{3F8ABAC4-2FA6-4966-BF4E-2A33DAF80003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6" name="pg2881">
                <a:extLst>
                  <a:ext uri="{FF2B5EF4-FFF2-40B4-BE49-F238E27FC236}">
                    <a16:creationId xmlns:a16="http://schemas.microsoft.com/office/drawing/2014/main" id="{92355877-1D53-2B0A-A986-03B57F29BAD4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7" name="pg2882">
                <a:extLst>
                  <a:ext uri="{FF2B5EF4-FFF2-40B4-BE49-F238E27FC236}">
                    <a16:creationId xmlns:a16="http://schemas.microsoft.com/office/drawing/2014/main" id="{AED9E81C-7D77-182E-A91F-17F2F802EAF2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8" name="pg2883">
                <a:extLst>
                  <a:ext uri="{FF2B5EF4-FFF2-40B4-BE49-F238E27FC236}">
                    <a16:creationId xmlns:a16="http://schemas.microsoft.com/office/drawing/2014/main" id="{CF927A62-FFA9-D6F1-D041-2317242CD838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9" name="pg2884">
                <a:extLst>
                  <a:ext uri="{FF2B5EF4-FFF2-40B4-BE49-F238E27FC236}">
                    <a16:creationId xmlns:a16="http://schemas.microsoft.com/office/drawing/2014/main" id="{4B7C2F18-3C49-B28E-410C-2BDFEC6FD884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0" name="pg2885">
                <a:extLst>
                  <a:ext uri="{FF2B5EF4-FFF2-40B4-BE49-F238E27FC236}">
                    <a16:creationId xmlns:a16="http://schemas.microsoft.com/office/drawing/2014/main" id="{34607A20-C739-5E72-17A4-9A8F6E60D93B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1" name="pg2886">
                <a:extLst>
                  <a:ext uri="{FF2B5EF4-FFF2-40B4-BE49-F238E27FC236}">
                    <a16:creationId xmlns:a16="http://schemas.microsoft.com/office/drawing/2014/main" id="{AD3033F5-BBF0-381A-0EEA-B26E684271FB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2" name="pg2887">
                <a:extLst>
                  <a:ext uri="{FF2B5EF4-FFF2-40B4-BE49-F238E27FC236}">
                    <a16:creationId xmlns:a16="http://schemas.microsoft.com/office/drawing/2014/main" id="{11797506-14E5-F66E-9810-FFB3D155D052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3" name="pg2888">
                <a:extLst>
                  <a:ext uri="{FF2B5EF4-FFF2-40B4-BE49-F238E27FC236}">
                    <a16:creationId xmlns:a16="http://schemas.microsoft.com/office/drawing/2014/main" id="{A3DAE155-AAE1-4BF6-B047-FDB7901A2FFF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4" name="pg2889">
                <a:extLst>
                  <a:ext uri="{FF2B5EF4-FFF2-40B4-BE49-F238E27FC236}">
                    <a16:creationId xmlns:a16="http://schemas.microsoft.com/office/drawing/2014/main" id="{82B0FFC8-BCB1-BD9B-2700-73E8B5D5FF91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5" name="pg2890">
                <a:extLst>
                  <a:ext uri="{FF2B5EF4-FFF2-40B4-BE49-F238E27FC236}">
                    <a16:creationId xmlns:a16="http://schemas.microsoft.com/office/drawing/2014/main" id="{0719BCEF-8135-C288-6A46-ADEF3171BED2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6" name="pg2891">
                <a:extLst>
                  <a:ext uri="{FF2B5EF4-FFF2-40B4-BE49-F238E27FC236}">
                    <a16:creationId xmlns:a16="http://schemas.microsoft.com/office/drawing/2014/main" id="{07F813CD-2B8C-A66D-8DF1-F0491806BBC9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7" name="pg2892">
                <a:extLst>
                  <a:ext uri="{FF2B5EF4-FFF2-40B4-BE49-F238E27FC236}">
                    <a16:creationId xmlns:a16="http://schemas.microsoft.com/office/drawing/2014/main" id="{A12FA8E2-5E7E-C1B1-6306-E18C71FE3AE5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8" name="pg2893">
                <a:extLst>
                  <a:ext uri="{FF2B5EF4-FFF2-40B4-BE49-F238E27FC236}">
                    <a16:creationId xmlns:a16="http://schemas.microsoft.com/office/drawing/2014/main" id="{0EE5BA1D-22C7-8FA7-E481-403654069F99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9" name="pg2894">
                <a:extLst>
                  <a:ext uri="{FF2B5EF4-FFF2-40B4-BE49-F238E27FC236}">
                    <a16:creationId xmlns:a16="http://schemas.microsoft.com/office/drawing/2014/main" id="{DBDA17FD-73C0-6F78-EFCE-A60D30AA9015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0" name="pg2895">
                <a:extLst>
                  <a:ext uri="{FF2B5EF4-FFF2-40B4-BE49-F238E27FC236}">
                    <a16:creationId xmlns:a16="http://schemas.microsoft.com/office/drawing/2014/main" id="{8E11EBA5-359D-D1BE-8EBA-5790AA85469C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1" name="pg2896">
                <a:extLst>
                  <a:ext uri="{FF2B5EF4-FFF2-40B4-BE49-F238E27FC236}">
                    <a16:creationId xmlns:a16="http://schemas.microsoft.com/office/drawing/2014/main" id="{E9114A10-2A70-0DFD-E272-18B84684C42D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2" name="pg2897">
                <a:extLst>
                  <a:ext uri="{FF2B5EF4-FFF2-40B4-BE49-F238E27FC236}">
                    <a16:creationId xmlns:a16="http://schemas.microsoft.com/office/drawing/2014/main" id="{E0E502F8-DD64-6EAD-04DC-047DB87B22D3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3" name="pg2898">
                <a:extLst>
                  <a:ext uri="{FF2B5EF4-FFF2-40B4-BE49-F238E27FC236}">
                    <a16:creationId xmlns:a16="http://schemas.microsoft.com/office/drawing/2014/main" id="{69871F68-3BD6-1563-3C12-5C2F77A86175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4" name="pg2899">
                <a:extLst>
                  <a:ext uri="{FF2B5EF4-FFF2-40B4-BE49-F238E27FC236}">
                    <a16:creationId xmlns:a16="http://schemas.microsoft.com/office/drawing/2014/main" id="{14365405-1C76-EF13-8B80-080FA9D60A4C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5" name="pg2900">
                <a:extLst>
                  <a:ext uri="{FF2B5EF4-FFF2-40B4-BE49-F238E27FC236}">
                    <a16:creationId xmlns:a16="http://schemas.microsoft.com/office/drawing/2014/main" id="{742FD11D-7071-FDD5-BE4F-5704FB7D09C5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6" name="pg2901">
                <a:extLst>
                  <a:ext uri="{FF2B5EF4-FFF2-40B4-BE49-F238E27FC236}">
                    <a16:creationId xmlns:a16="http://schemas.microsoft.com/office/drawing/2014/main" id="{F6451936-B1D6-E6C6-6DF1-9FA9FE7E3E68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7" name="pg2902">
                <a:extLst>
                  <a:ext uri="{FF2B5EF4-FFF2-40B4-BE49-F238E27FC236}">
                    <a16:creationId xmlns:a16="http://schemas.microsoft.com/office/drawing/2014/main" id="{FB590FEE-D896-40BB-DFB7-3F043A2A04C0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8" name="pg2903">
                <a:extLst>
                  <a:ext uri="{FF2B5EF4-FFF2-40B4-BE49-F238E27FC236}">
                    <a16:creationId xmlns:a16="http://schemas.microsoft.com/office/drawing/2014/main" id="{5C9A522C-EEC3-3013-692D-69A2E7D5A2A8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9" name="pg2904">
                <a:extLst>
                  <a:ext uri="{FF2B5EF4-FFF2-40B4-BE49-F238E27FC236}">
                    <a16:creationId xmlns:a16="http://schemas.microsoft.com/office/drawing/2014/main" id="{425D3A26-3B9F-D00F-273A-EE3DA85FE9C9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0" name="pg2905">
                <a:extLst>
                  <a:ext uri="{FF2B5EF4-FFF2-40B4-BE49-F238E27FC236}">
                    <a16:creationId xmlns:a16="http://schemas.microsoft.com/office/drawing/2014/main" id="{4C9A5D11-097F-C523-A1CE-6864171A59E3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1" name="pg2906">
                <a:extLst>
                  <a:ext uri="{FF2B5EF4-FFF2-40B4-BE49-F238E27FC236}">
                    <a16:creationId xmlns:a16="http://schemas.microsoft.com/office/drawing/2014/main" id="{562ED27C-536A-D042-87E8-B1C677194B98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2" name="pg2907">
                <a:extLst>
                  <a:ext uri="{FF2B5EF4-FFF2-40B4-BE49-F238E27FC236}">
                    <a16:creationId xmlns:a16="http://schemas.microsoft.com/office/drawing/2014/main" id="{715FB333-8B2E-72F0-3266-9F7FA98F3548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3" name="pg2908">
                <a:extLst>
                  <a:ext uri="{FF2B5EF4-FFF2-40B4-BE49-F238E27FC236}">
                    <a16:creationId xmlns:a16="http://schemas.microsoft.com/office/drawing/2014/main" id="{30156647-12F0-68AA-5AE9-AE6E1AB67D24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4" name="pg2909">
                <a:extLst>
                  <a:ext uri="{FF2B5EF4-FFF2-40B4-BE49-F238E27FC236}">
                    <a16:creationId xmlns:a16="http://schemas.microsoft.com/office/drawing/2014/main" id="{9BD46ADE-2BAB-9DBB-65BE-A44EF23093AD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5" name="pg2910">
                <a:extLst>
                  <a:ext uri="{FF2B5EF4-FFF2-40B4-BE49-F238E27FC236}">
                    <a16:creationId xmlns:a16="http://schemas.microsoft.com/office/drawing/2014/main" id="{238039D1-963F-E99B-F040-85C3A8E22763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6" name="pg2911">
                <a:extLst>
                  <a:ext uri="{FF2B5EF4-FFF2-40B4-BE49-F238E27FC236}">
                    <a16:creationId xmlns:a16="http://schemas.microsoft.com/office/drawing/2014/main" id="{DA2EC50E-C445-613D-CA1C-79E044708531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7" name="pg2912">
                <a:extLst>
                  <a:ext uri="{FF2B5EF4-FFF2-40B4-BE49-F238E27FC236}">
                    <a16:creationId xmlns:a16="http://schemas.microsoft.com/office/drawing/2014/main" id="{D060311A-CF78-70E4-FB22-0B957867105B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8" name="pg2913">
                <a:extLst>
                  <a:ext uri="{FF2B5EF4-FFF2-40B4-BE49-F238E27FC236}">
                    <a16:creationId xmlns:a16="http://schemas.microsoft.com/office/drawing/2014/main" id="{FA507B8F-5827-77A7-77AE-93BD6160E233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9" name="pg2914">
                <a:extLst>
                  <a:ext uri="{FF2B5EF4-FFF2-40B4-BE49-F238E27FC236}">
                    <a16:creationId xmlns:a16="http://schemas.microsoft.com/office/drawing/2014/main" id="{30064B08-08E5-8846-20D4-3FB3533400BD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0" name="pg2915">
                <a:extLst>
                  <a:ext uri="{FF2B5EF4-FFF2-40B4-BE49-F238E27FC236}">
                    <a16:creationId xmlns:a16="http://schemas.microsoft.com/office/drawing/2014/main" id="{F3F1B90C-E5B2-1960-847E-C0EB69FF3759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1" name="pg2916">
                <a:extLst>
                  <a:ext uri="{FF2B5EF4-FFF2-40B4-BE49-F238E27FC236}">
                    <a16:creationId xmlns:a16="http://schemas.microsoft.com/office/drawing/2014/main" id="{308ED8A1-4AF0-4396-B257-A81CFCD0949C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2" name="pg2917">
                <a:extLst>
                  <a:ext uri="{FF2B5EF4-FFF2-40B4-BE49-F238E27FC236}">
                    <a16:creationId xmlns:a16="http://schemas.microsoft.com/office/drawing/2014/main" id="{7883BF85-9BF6-8749-4210-C910C0ED7C2A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3" name="pg2918">
                <a:extLst>
                  <a:ext uri="{FF2B5EF4-FFF2-40B4-BE49-F238E27FC236}">
                    <a16:creationId xmlns:a16="http://schemas.microsoft.com/office/drawing/2014/main" id="{DB5CCD60-4A69-7984-1A51-0EC1F588F4FC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4" name="pg2919">
                <a:extLst>
                  <a:ext uri="{FF2B5EF4-FFF2-40B4-BE49-F238E27FC236}">
                    <a16:creationId xmlns:a16="http://schemas.microsoft.com/office/drawing/2014/main" id="{8EF3840B-7528-BF98-5A33-B2D5FB243865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5" name="pg2920">
                <a:extLst>
                  <a:ext uri="{FF2B5EF4-FFF2-40B4-BE49-F238E27FC236}">
                    <a16:creationId xmlns:a16="http://schemas.microsoft.com/office/drawing/2014/main" id="{600659E0-9BDC-9D5E-75E5-11CEBE06DD4F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6" name="pg2921">
                <a:extLst>
                  <a:ext uri="{FF2B5EF4-FFF2-40B4-BE49-F238E27FC236}">
                    <a16:creationId xmlns:a16="http://schemas.microsoft.com/office/drawing/2014/main" id="{78576927-3B1F-55D5-5530-B5E1FE476CBD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7" name="pg2922">
                <a:extLst>
                  <a:ext uri="{FF2B5EF4-FFF2-40B4-BE49-F238E27FC236}">
                    <a16:creationId xmlns:a16="http://schemas.microsoft.com/office/drawing/2014/main" id="{FD702E21-6C9F-E1A3-74E4-2642AFFC96D8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8" name="pg2923">
                <a:extLst>
                  <a:ext uri="{FF2B5EF4-FFF2-40B4-BE49-F238E27FC236}">
                    <a16:creationId xmlns:a16="http://schemas.microsoft.com/office/drawing/2014/main" id="{19B72C53-94D9-FE2E-70C7-056A079CE90D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9" name="pg2924">
                <a:extLst>
                  <a:ext uri="{FF2B5EF4-FFF2-40B4-BE49-F238E27FC236}">
                    <a16:creationId xmlns:a16="http://schemas.microsoft.com/office/drawing/2014/main" id="{DF8958A7-4B9D-C111-7A56-D6C5D321DFE0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0" name="pg2925">
                <a:extLst>
                  <a:ext uri="{FF2B5EF4-FFF2-40B4-BE49-F238E27FC236}">
                    <a16:creationId xmlns:a16="http://schemas.microsoft.com/office/drawing/2014/main" id="{F2F04572-CF79-99FD-818C-2D791BFAA457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1" name="pg2926">
                <a:extLst>
                  <a:ext uri="{FF2B5EF4-FFF2-40B4-BE49-F238E27FC236}">
                    <a16:creationId xmlns:a16="http://schemas.microsoft.com/office/drawing/2014/main" id="{71A063E2-A2EB-056B-8D55-8A6740A3C5CB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2" name="pg2927">
                <a:extLst>
                  <a:ext uri="{FF2B5EF4-FFF2-40B4-BE49-F238E27FC236}">
                    <a16:creationId xmlns:a16="http://schemas.microsoft.com/office/drawing/2014/main" id="{952E1E3D-7570-2FDF-497A-7B15305FE177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3" name="pg2928">
                <a:extLst>
                  <a:ext uri="{FF2B5EF4-FFF2-40B4-BE49-F238E27FC236}">
                    <a16:creationId xmlns:a16="http://schemas.microsoft.com/office/drawing/2014/main" id="{944675A4-FBE3-142A-79C2-B637E7930172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4" name="pg2929">
                <a:extLst>
                  <a:ext uri="{FF2B5EF4-FFF2-40B4-BE49-F238E27FC236}">
                    <a16:creationId xmlns:a16="http://schemas.microsoft.com/office/drawing/2014/main" id="{3FEAA0FD-FF40-D7D6-99F3-995A3C3418E1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5" name="pg2930">
                <a:extLst>
                  <a:ext uri="{FF2B5EF4-FFF2-40B4-BE49-F238E27FC236}">
                    <a16:creationId xmlns:a16="http://schemas.microsoft.com/office/drawing/2014/main" id="{9AAD65BA-D438-0DB8-7515-1326AECC3B88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6" name="pg2931">
                <a:extLst>
                  <a:ext uri="{FF2B5EF4-FFF2-40B4-BE49-F238E27FC236}">
                    <a16:creationId xmlns:a16="http://schemas.microsoft.com/office/drawing/2014/main" id="{A0B834DE-BB1A-EB94-955F-24FB97776E35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7" name="pg2932">
                <a:extLst>
                  <a:ext uri="{FF2B5EF4-FFF2-40B4-BE49-F238E27FC236}">
                    <a16:creationId xmlns:a16="http://schemas.microsoft.com/office/drawing/2014/main" id="{AFC361FB-7DDE-C3A1-28DE-430A94D4685A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8" name="pg2933">
                <a:extLst>
                  <a:ext uri="{FF2B5EF4-FFF2-40B4-BE49-F238E27FC236}">
                    <a16:creationId xmlns:a16="http://schemas.microsoft.com/office/drawing/2014/main" id="{B7D56F46-5453-7D1F-7C74-1D9F381ACC69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9" name="pg2934">
                <a:extLst>
                  <a:ext uri="{FF2B5EF4-FFF2-40B4-BE49-F238E27FC236}">
                    <a16:creationId xmlns:a16="http://schemas.microsoft.com/office/drawing/2014/main" id="{A861EAC7-207F-845E-D901-11EB6DBD3AA6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0" name="pg2935">
                <a:extLst>
                  <a:ext uri="{FF2B5EF4-FFF2-40B4-BE49-F238E27FC236}">
                    <a16:creationId xmlns:a16="http://schemas.microsoft.com/office/drawing/2014/main" id="{92DA8E5B-39CA-4F6A-B593-04146A042C67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1" name="pg2936">
                <a:extLst>
                  <a:ext uri="{FF2B5EF4-FFF2-40B4-BE49-F238E27FC236}">
                    <a16:creationId xmlns:a16="http://schemas.microsoft.com/office/drawing/2014/main" id="{C847BCAB-CCC9-91CC-AED8-89EB09A01B49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2" name="pg2937">
                <a:extLst>
                  <a:ext uri="{FF2B5EF4-FFF2-40B4-BE49-F238E27FC236}">
                    <a16:creationId xmlns:a16="http://schemas.microsoft.com/office/drawing/2014/main" id="{A256BD54-7B6C-737C-B7EA-CC3810F26B3D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3" name="pg2938">
                <a:extLst>
                  <a:ext uri="{FF2B5EF4-FFF2-40B4-BE49-F238E27FC236}">
                    <a16:creationId xmlns:a16="http://schemas.microsoft.com/office/drawing/2014/main" id="{52863532-1D47-DB09-503D-3E64FDA1A7AD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4" name="pg2939">
                <a:extLst>
                  <a:ext uri="{FF2B5EF4-FFF2-40B4-BE49-F238E27FC236}">
                    <a16:creationId xmlns:a16="http://schemas.microsoft.com/office/drawing/2014/main" id="{3513FBD1-6427-B1A3-D664-0F3D3B7EF02B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5" name="pg2940">
                <a:extLst>
                  <a:ext uri="{FF2B5EF4-FFF2-40B4-BE49-F238E27FC236}">
                    <a16:creationId xmlns:a16="http://schemas.microsoft.com/office/drawing/2014/main" id="{2B80745F-496D-545D-EC17-BE4EC4BFA415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6" name="pg2941">
                <a:extLst>
                  <a:ext uri="{FF2B5EF4-FFF2-40B4-BE49-F238E27FC236}">
                    <a16:creationId xmlns:a16="http://schemas.microsoft.com/office/drawing/2014/main" id="{3D370B86-FE15-0899-60DB-F85E11E3C4DB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7" name="pg2942">
                <a:extLst>
                  <a:ext uri="{FF2B5EF4-FFF2-40B4-BE49-F238E27FC236}">
                    <a16:creationId xmlns:a16="http://schemas.microsoft.com/office/drawing/2014/main" id="{28380734-3635-1182-58E6-74D2840DBEBC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8" name="pg2943">
                <a:extLst>
                  <a:ext uri="{FF2B5EF4-FFF2-40B4-BE49-F238E27FC236}">
                    <a16:creationId xmlns:a16="http://schemas.microsoft.com/office/drawing/2014/main" id="{DC4D6B07-BEBB-BBBC-0EB7-155B28D5599A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9" name="pg2944">
                <a:extLst>
                  <a:ext uri="{FF2B5EF4-FFF2-40B4-BE49-F238E27FC236}">
                    <a16:creationId xmlns:a16="http://schemas.microsoft.com/office/drawing/2014/main" id="{ADE0953E-6218-7E49-8C5C-B9635C7FE42B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0" name="pg2945">
                <a:extLst>
                  <a:ext uri="{FF2B5EF4-FFF2-40B4-BE49-F238E27FC236}">
                    <a16:creationId xmlns:a16="http://schemas.microsoft.com/office/drawing/2014/main" id="{3F32E966-9B02-01FD-DE46-78A52EE49318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1" name="pg2946">
                <a:extLst>
                  <a:ext uri="{FF2B5EF4-FFF2-40B4-BE49-F238E27FC236}">
                    <a16:creationId xmlns:a16="http://schemas.microsoft.com/office/drawing/2014/main" id="{CE0B99F2-0940-57C3-0F92-2F43A23FE10A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2" name="pg2947">
                <a:extLst>
                  <a:ext uri="{FF2B5EF4-FFF2-40B4-BE49-F238E27FC236}">
                    <a16:creationId xmlns:a16="http://schemas.microsoft.com/office/drawing/2014/main" id="{6F95FB14-3892-D799-B315-4E9906247DDE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3" name="pg2948">
                <a:extLst>
                  <a:ext uri="{FF2B5EF4-FFF2-40B4-BE49-F238E27FC236}">
                    <a16:creationId xmlns:a16="http://schemas.microsoft.com/office/drawing/2014/main" id="{B97F2171-1B0C-0769-73B8-CE2D2590C409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4" name="pg2949">
                <a:extLst>
                  <a:ext uri="{FF2B5EF4-FFF2-40B4-BE49-F238E27FC236}">
                    <a16:creationId xmlns:a16="http://schemas.microsoft.com/office/drawing/2014/main" id="{0D13F4D6-0061-B515-9E45-21B78CCF2DED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5" name="pg2950">
                <a:extLst>
                  <a:ext uri="{FF2B5EF4-FFF2-40B4-BE49-F238E27FC236}">
                    <a16:creationId xmlns:a16="http://schemas.microsoft.com/office/drawing/2014/main" id="{C6A72A9D-DC27-7E56-191C-BC685501248E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6" name="pg2951">
                <a:extLst>
                  <a:ext uri="{FF2B5EF4-FFF2-40B4-BE49-F238E27FC236}">
                    <a16:creationId xmlns:a16="http://schemas.microsoft.com/office/drawing/2014/main" id="{1DFE6561-5F3E-B279-4344-F14A29D15194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7" name="pg2952">
                <a:extLst>
                  <a:ext uri="{FF2B5EF4-FFF2-40B4-BE49-F238E27FC236}">
                    <a16:creationId xmlns:a16="http://schemas.microsoft.com/office/drawing/2014/main" id="{9CD2A1CE-5F5B-60F1-74A3-1A6F4F317715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8" name="pg2953">
                <a:extLst>
                  <a:ext uri="{FF2B5EF4-FFF2-40B4-BE49-F238E27FC236}">
                    <a16:creationId xmlns:a16="http://schemas.microsoft.com/office/drawing/2014/main" id="{AD8D6347-33B4-FC8E-6047-0F7713C0DFF6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9" name="pg2954">
                <a:extLst>
                  <a:ext uri="{FF2B5EF4-FFF2-40B4-BE49-F238E27FC236}">
                    <a16:creationId xmlns:a16="http://schemas.microsoft.com/office/drawing/2014/main" id="{3E9EE5C8-474B-D1F3-41EC-03AAC2CD2F3B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0" name="pg2955">
                <a:extLst>
                  <a:ext uri="{FF2B5EF4-FFF2-40B4-BE49-F238E27FC236}">
                    <a16:creationId xmlns:a16="http://schemas.microsoft.com/office/drawing/2014/main" id="{E156ED18-500A-59D8-31D8-732AD2BA08C7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1" name="pg2956">
                <a:extLst>
                  <a:ext uri="{FF2B5EF4-FFF2-40B4-BE49-F238E27FC236}">
                    <a16:creationId xmlns:a16="http://schemas.microsoft.com/office/drawing/2014/main" id="{EB585BF1-E59B-2716-A8EC-52749C781F01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2" name="pg2957">
                <a:extLst>
                  <a:ext uri="{FF2B5EF4-FFF2-40B4-BE49-F238E27FC236}">
                    <a16:creationId xmlns:a16="http://schemas.microsoft.com/office/drawing/2014/main" id="{6144E7C4-4E26-B31A-B488-68154A67DF95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3" name="pg2958">
                <a:extLst>
                  <a:ext uri="{FF2B5EF4-FFF2-40B4-BE49-F238E27FC236}">
                    <a16:creationId xmlns:a16="http://schemas.microsoft.com/office/drawing/2014/main" id="{A924AE1F-FFA1-B622-FC1C-702597B4A132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4" name="pg2959">
                <a:extLst>
                  <a:ext uri="{FF2B5EF4-FFF2-40B4-BE49-F238E27FC236}">
                    <a16:creationId xmlns:a16="http://schemas.microsoft.com/office/drawing/2014/main" id="{B27BE84C-3EEF-18E5-8044-03F81E1AFE7A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5" name="pg2960">
                <a:extLst>
                  <a:ext uri="{FF2B5EF4-FFF2-40B4-BE49-F238E27FC236}">
                    <a16:creationId xmlns:a16="http://schemas.microsoft.com/office/drawing/2014/main" id="{7EDD5FD1-81E8-E73A-C4A9-22470A71915B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6" name="pg2961">
                <a:extLst>
                  <a:ext uri="{FF2B5EF4-FFF2-40B4-BE49-F238E27FC236}">
                    <a16:creationId xmlns:a16="http://schemas.microsoft.com/office/drawing/2014/main" id="{5CD85F98-621D-EF22-00CC-ED9A0372B0A9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7" name="pg2962">
                <a:extLst>
                  <a:ext uri="{FF2B5EF4-FFF2-40B4-BE49-F238E27FC236}">
                    <a16:creationId xmlns:a16="http://schemas.microsoft.com/office/drawing/2014/main" id="{FBDB22F3-D2EB-E9EF-555B-1AA93596073F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8" name="pg2963">
                <a:extLst>
                  <a:ext uri="{FF2B5EF4-FFF2-40B4-BE49-F238E27FC236}">
                    <a16:creationId xmlns:a16="http://schemas.microsoft.com/office/drawing/2014/main" id="{B8F500AF-C91B-5AFB-1E19-3F5D9B95C8F6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9" name="pg2964">
                <a:extLst>
                  <a:ext uri="{FF2B5EF4-FFF2-40B4-BE49-F238E27FC236}">
                    <a16:creationId xmlns:a16="http://schemas.microsoft.com/office/drawing/2014/main" id="{EDD752AB-6918-90FD-4A4F-23DAC3337611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0" name="pg2965">
                <a:extLst>
                  <a:ext uri="{FF2B5EF4-FFF2-40B4-BE49-F238E27FC236}">
                    <a16:creationId xmlns:a16="http://schemas.microsoft.com/office/drawing/2014/main" id="{C4125420-DC0C-AD98-2FA7-7257B1F7049F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1" name="pg2966">
                <a:extLst>
                  <a:ext uri="{FF2B5EF4-FFF2-40B4-BE49-F238E27FC236}">
                    <a16:creationId xmlns:a16="http://schemas.microsoft.com/office/drawing/2014/main" id="{341529BF-F43E-3935-6BE5-537D4D6C4786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2" name="pg2967">
                <a:extLst>
                  <a:ext uri="{FF2B5EF4-FFF2-40B4-BE49-F238E27FC236}">
                    <a16:creationId xmlns:a16="http://schemas.microsoft.com/office/drawing/2014/main" id="{A53887CD-DB8E-A30D-C788-DA7617449BDA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3" name="pg2968">
                <a:extLst>
                  <a:ext uri="{FF2B5EF4-FFF2-40B4-BE49-F238E27FC236}">
                    <a16:creationId xmlns:a16="http://schemas.microsoft.com/office/drawing/2014/main" id="{A45E5932-5813-1B73-A86B-0AC229A339B6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4" name="pg2969">
                <a:extLst>
                  <a:ext uri="{FF2B5EF4-FFF2-40B4-BE49-F238E27FC236}">
                    <a16:creationId xmlns:a16="http://schemas.microsoft.com/office/drawing/2014/main" id="{B238141C-4941-413F-59E6-DE8531496A08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5" name="pg2970">
                <a:extLst>
                  <a:ext uri="{FF2B5EF4-FFF2-40B4-BE49-F238E27FC236}">
                    <a16:creationId xmlns:a16="http://schemas.microsoft.com/office/drawing/2014/main" id="{234BEED4-C1B6-2E82-BB0E-C3D9C2327DF3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6" name="pg2971">
                <a:extLst>
                  <a:ext uri="{FF2B5EF4-FFF2-40B4-BE49-F238E27FC236}">
                    <a16:creationId xmlns:a16="http://schemas.microsoft.com/office/drawing/2014/main" id="{C506530D-1FD6-A4B1-378A-531AAA835C45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7" name="pg2972">
                <a:extLst>
                  <a:ext uri="{FF2B5EF4-FFF2-40B4-BE49-F238E27FC236}">
                    <a16:creationId xmlns:a16="http://schemas.microsoft.com/office/drawing/2014/main" id="{55169F39-4D9F-08A7-1777-91A3880FA74D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8" name="pg2973">
                <a:extLst>
                  <a:ext uri="{FF2B5EF4-FFF2-40B4-BE49-F238E27FC236}">
                    <a16:creationId xmlns:a16="http://schemas.microsoft.com/office/drawing/2014/main" id="{004BCB00-3075-C283-BC8B-D983F40294A3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9" name="pg2974">
                <a:extLst>
                  <a:ext uri="{FF2B5EF4-FFF2-40B4-BE49-F238E27FC236}">
                    <a16:creationId xmlns:a16="http://schemas.microsoft.com/office/drawing/2014/main" id="{56A9967C-2212-3953-8513-FD9856DCD22F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0" name="pg2975">
                <a:extLst>
                  <a:ext uri="{FF2B5EF4-FFF2-40B4-BE49-F238E27FC236}">
                    <a16:creationId xmlns:a16="http://schemas.microsoft.com/office/drawing/2014/main" id="{D8EEFE0A-9A20-FF2F-E3AE-DEC1AC293837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1" name="pg2976">
                <a:extLst>
                  <a:ext uri="{FF2B5EF4-FFF2-40B4-BE49-F238E27FC236}">
                    <a16:creationId xmlns:a16="http://schemas.microsoft.com/office/drawing/2014/main" id="{5F283572-0860-5BD8-C681-B2529698D921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2" name="pg2977">
                <a:extLst>
                  <a:ext uri="{FF2B5EF4-FFF2-40B4-BE49-F238E27FC236}">
                    <a16:creationId xmlns:a16="http://schemas.microsoft.com/office/drawing/2014/main" id="{F5F64E3C-08F1-73F8-B774-CACC2C91239A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3" name="pg2978">
                <a:extLst>
                  <a:ext uri="{FF2B5EF4-FFF2-40B4-BE49-F238E27FC236}">
                    <a16:creationId xmlns:a16="http://schemas.microsoft.com/office/drawing/2014/main" id="{1A0FF303-43F0-173C-B2EB-46548E3681FC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4" name="pg2979">
                <a:extLst>
                  <a:ext uri="{FF2B5EF4-FFF2-40B4-BE49-F238E27FC236}">
                    <a16:creationId xmlns:a16="http://schemas.microsoft.com/office/drawing/2014/main" id="{034D2720-D898-2B17-265D-9A84F399E06B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5" name="pg2980">
                <a:extLst>
                  <a:ext uri="{FF2B5EF4-FFF2-40B4-BE49-F238E27FC236}">
                    <a16:creationId xmlns:a16="http://schemas.microsoft.com/office/drawing/2014/main" id="{07794532-23A9-0ABA-40AF-82FEFF0DFD15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6" name="pg2981">
                <a:extLst>
                  <a:ext uri="{FF2B5EF4-FFF2-40B4-BE49-F238E27FC236}">
                    <a16:creationId xmlns:a16="http://schemas.microsoft.com/office/drawing/2014/main" id="{9175FAE5-D761-8453-FDB1-B373E2500C8C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7" name="pg2982">
                <a:extLst>
                  <a:ext uri="{FF2B5EF4-FFF2-40B4-BE49-F238E27FC236}">
                    <a16:creationId xmlns:a16="http://schemas.microsoft.com/office/drawing/2014/main" id="{5D898590-78B1-0F1B-AF77-985B74394A5C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8" name="pg2983">
                <a:extLst>
                  <a:ext uri="{FF2B5EF4-FFF2-40B4-BE49-F238E27FC236}">
                    <a16:creationId xmlns:a16="http://schemas.microsoft.com/office/drawing/2014/main" id="{7CB3AF17-97A3-4970-54EF-73D31050395C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9" name="pg2984">
                <a:extLst>
                  <a:ext uri="{FF2B5EF4-FFF2-40B4-BE49-F238E27FC236}">
                    <a16:creationId xmlns:a16="http://schemas.microsoft.com/office/drawing/2014/main" id="{28C37FDC-44E6-34FA-B8A5-0BB913358195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0" name="pg2985">
                <a:extLst>
                  <a:ext uri="{FF2B5EF4-FFF2-40B4-BE49-F238E27FC236}">
                    <a16:creationId xmlns:a16="http://schemas.microsoft.com/office/drawing/2014/main" id="{33D5B7ED-AEC3-D056-4D2A-BBD79DDF125E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1" name="pg2986">
                <a:extLst>
                  <a:ext uri="{FF2B5EF4-FFF2-40B4-BE49-F238E27FC236}">
                    <a16:creationId xmlns:a16="http://schemas.microsoft.com/office/drawing/2014/main" id="{535DC680-5D90-2E60-6520-3D725521F5EC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2" name="pg2987">
                <a:extLst>
                  <a:ext uri="{FF2B5EF4-FFF2-40B4-BE49-F238E27FC236}">
                    <a16:creationId xmlns:a16="http://schemas.microsoft.com/office/drawing/2014/main" id="{30B9DC80-4B3C-BF78-2C7F-B2C01847ADFF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3" name="pg2988">
                <a:extLst>
                  <a:ext uri="{FF2B5EF4-FFF2-40B4-BE49-F238E27FC236}">
                    <a16:creationId xmlns:a16="http://schemas.microsoft.com/office/drawing/2014/main" id="{50E91D75-4747-40C5-BD52-17DEE0C5B2ED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4" name="pg2989">
                <a:extLst>
                  <a:ext uri="{FF2B5EF4-FFF2-40B4-BE49-F238E27FC236}">
                    <a16:creationId xmlns:a16="http://schemas.microsoft.com/office/drawing/2014/main" id="{A5875305-485B-75E1-4B9B-3CE6D671D02A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5" name="pg2990">
                <a:extLst>
                  <a:ext uri="{FF2B5EF4-FFF2-40B4-BE49-F238E27FC236}">
                    <a16:creationId xmlns:a16="http://schemas.microsoft.com/office/drawing/2014/main" id="{DE56B505-3422-1025-78C1-C3FCAA3A71A3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6" name="pg2991">
                <a:extLst>
                  <a:ext uri="{FF2B5EF4-FFF2-40B4-BE49-F238E27FC236}">
                    <a16:creationId xmlns:a16="http://schemas.microsoft.com/office/drawing/2014/main" id="{C8F2E1A7-6963-7BD4-764C-76DACA0BEFED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7" name="pg2992">
                <a:extLst>
                  <a:ext uri="{FF2B5EF4-FFF2-40B4-BE49-F238E27FC236}">
                    <a16:creationId xmlns:a16="http://schemas.microsoft.com/office/drawing/2014/main" id="{C9674B01-C9A2-96E3-A3C0-E418B2274D2D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8" name="pg2993">
                <a:extLst>
                  <a:ext uri="{FF2B5EF4-FFF2-40B4-BE49-F238E27FC236}">
                    <a16:creationId xmlns:a16="http://schemas.microsoft.com/office/drawing/2014/main" id="{C5E0629C-4701-0954-E3C8-E60F52C8394A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9" name="pg2994">
                <a:extLst>
                  <a:ext uri="{FF2B5EF4-FFF2-40B4-BE49-F238E27FC236}">
                    <a16:creationId xmlns:a16="http://schemas.microsoft.com/office/drawing/2014/main" id="{D8A1DEFD-AC68-3686-F2C6-1F42FF86534C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0" name="pg2995">
                <a:extLst>
                  <a:ext uri="{FF2B5EF4-FFF2-40B4-BE49-F238E27FC236}">
                    <a16:creationId xmlns:a16="http://schemas.microsoft.com/office/drawing/2014/main" id="{07B0F9E3-3E20-0F64-C24B-3FC33871A32C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1" name="pg2996">
                <a:extLst>
                  <a:ext uri="{FF2B5EF4-FFF2-40B4-BE49-F238E27FC236}">
                    <a16:creationId xmlns:a16="http://schemas.microsoft.com/office/drawing/2014/main" id="{6642A04B-3D88-BF3C-E66A-FC99B202C180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2" name="pg2997">
                <a:extLst>
                  <a:ext uri="{FF2B5EF4-FFF2-40B4-BE49-F238E27FC236}">
                    <a16:creationId xmlns:a16="http://schemas.microsoft.com/office/drawing/2014/main" id="{07512DEE-8621-0A8A-D4E3-A9E40B79DE23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3" name="pg2998">
                <a:extLst>
                  <a:ext uri="{FF2B5EF4-FFF2-40B4-BE49-F238E27FC236}">
                    <a16:creationId xmlns:a16="http://schemas.microsoft.com/office/drawing/2014/main" id="{770C49B6-4893-1968-2F43-8F7ACEF38CEB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4" name="pg2999">
                <a:extLst>
                  <a:ext uri="{FF2B5EF4-FFF2-40B4-BE49-F238E27FC236}">
                    <a16:creationId xmlns:a16="http://schemas.microsoft.com/office/drawing/2014/main" id="{EE4C0EB6-3B54-70A4-E50C-82AC46304F98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5" name="pg3000">
                <a:extLst>
                  <a:ext uri="{FF2B5EF4-FFF2-40B4-BE49-F238E27FC236}">
                    <a16:creationId xmlns:a16="http://schemas.microsoft.com/office/drawing/2014/main" id="{E5A5B567-4E0D-5820-81D2-C2EC799BF2A8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6" name="pg3001">
                <a:extLst>
                  <a:ext uri="{FF2B5EF4-FFF2-40B4-BE49-F238E27FC236}">
                    <a16:creationId xmlns:a16="http://schemas.microsoft.com/office/drawing/2014/main" id="{C91E145A-C502-F8DC-23CA-CD0574CE2357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7" name="pg3002">
                <a:extLst>
                  <a:ext uri="{FF2B5EF4-FFF2-40B4-BE49-F238E27FC236}">
                    <a16:creationId xmlns:a16="http://schemas.microsoft.com/office/drawing/2014/main" id="{5AB4D437-37C9-B818-B438-F12E24EBA212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8" name="pg3003">
                <a:extLst>
                  <a:ext uri="{FF2B5EF4-FFF2-40B4-BE49-F238E27FC236}">
                    <a16:creationId xmlns:a16="http://schemas.microsoft.com/office/drawing/2014/main" id="{F726BE81-A8E8-074F-D6E0-D1607AC093A5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9" name="pg3004">
                <a:extLst>
                  <a:ext uri="{FF2B5EF4-FFF2-40B4-BE49-F238E27FC236}">
                    <a16:creationId xmlns:a16="http://schemas.microsoft.com/office/drawing/2014/main" id="{F6096565-3A77-55DD-02B2-2DE1EF147677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0" name="pg3005">
                <a:extLst>
                  <a:ext uri="{FF2B5EF4-FFF2-40B4-BE49-F238E27FC236}">
                    <a16:creationId xmlns:a16="http://schemas.microsoft.com/office/drawing/2014/main" id="{5F303F53-17A9-0E46-D9B1-4BECB407ADD7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1" name="pg3006">
                <a:extLst>
                  <a:ext uri="{FF2B5EF4-FFF2-40B4-BE49-F238E27FC236}">
                    <a16:creationId xmlns:a16="http://schemas.microsoft.com/office/drawing/2014/main" id="{DB257CFA-06C6-5398-7C26-80879D0439B8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2" name="pg3007">
                <a:extLst>
                  <a:ext uri="{FF2B5EF4-FFF2-40B4-BE49-F238E27FC236}">
                    <a16:creationId xmlns:a16="http://schemas.microsoft.com/office/drawing/2014/main" id="{F2F710B6-FD94-7753-A26D-1B9CFDA30867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3" name="pg3008">
                <a:extLst>
                  <a:ext uri="{FF2B5EF4-FFF2-40B4-BE49-F238E27FC236}">
                    <a16:creationId xmlns:a16="http://schemas.microsoft.com/office/drawing/2014/main" id="{9FD33C85-160F-4F56-6809-974944D2F37C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4" name="pg3009">
                <a:extLst>
                  <a:ext uri="{FF2B5EF4-FFF2-40B4-BE49-F238E27FC236}">
                    <a16:creationId xmlns:a16="http://schemas.microsoft.com/office/drawing/2014/main" id="{C65B8AA7-EBDE-16D6-BB7A-68908B746F65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5" name="pg3010">
                <a:extLst>
                  <a:ext uri="{FF2B5EF4-FFF2-40B4-BE49-F238E27FC236}">
                    <a16:creationId xmlns:a16="http://schemas.microsoft.com/office/drawing/2014/main" id="{574158D6-6685-4E15-3A03-1D944C53C917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6" name="pg3011">
                <a:extLst>
                  <a:ext uri="{FF2B5EF4-FFF2-40B4-BE49-F238E27FC236}">
                    <a16:creationId xmlns:a16="http://schemas.microsoft.com/office/drawing/2014/main" id="{77F9ED4A-D2F5-B4E6-C341-35BBD0E16270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7" name="pg3012">
                <a:extLst>
                  <a:ext uri="{FF2B5EF4-FFF2-40B4-BE49-F238E27FC236}">
                    <a16:creationId xmlns:a16="http://schemas.microsoft.com/office/drawing/2014/main" id="{CC84FD43-A765-8220-0D47-FA727D44B952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8" name="pg3013">
                <a:extLst>
                  <a:ext uri="{FF2B5EF4-FFF2-40B4-BE49-F238E27FC236}">
                    <a16:creationId xmlns:a16="http://schemas.microsoft.com/office/drawing/2014/main" id="{831F0B75-E59F-A23B-EB72-93E332DFC6BA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9" name="pg3014">
                <a:extLst>
                  <a:ext uri="{FF2B5EF4-FFF2-40B4-BE49-F238E27FC236}">
                    <a16:creationId xmlns:a16="http://schemas.microsoft.com/office/drawing/2014/main" id="{1237D7AF-8A39-B1B4-AEC4-8AD961FEE2AD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0" name="pg3015">
                <a:extLst>
                  <a:ext uri="{FF2B5EF4-FFF2-40B4-BE49-F238E27FC236}">
                    <a16:creationId xmlns:a16="http://schemas.microsoft.com/office/drawing/2014/main" id="{ACC1B6BD-2E08-C603-E1A4-EE42E6EB6703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1" name="pg3016">
                <a:extLst>
                  <a:ext uri="{FF2B5EF4-FFF2-40B4-BE49-F238E27FC236}">
                    <a16:creationId xmlns:a16="http://schemas.microsoft.com/office/drawing/2014/main" id="{F71F2CA9-7AFD-3F95-7FB9-7C6B004FB295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2" name="pg3017">
                <a:extLst>
                  <a:ext uri="{FF2B5EF4-FFF2-40B4-BE49-F238E27FC236}">
                    <a16:creationId xmlns:a16="http://schemas.microsoft.com/office/drawing/2014/main" id="{1AD509B7-2981-15E1-754D-3E07CD9EAF6F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3" name="pg3018">
                <a:extLst>
                  <a:ext uri="{FF2B5EF4-FFF2-40B4-BE49-F238E27FC236}">
                    <a16:creationId xmlns:a16="http://schemas.microsoft.com/office/drawing/2014/main" id="{563A54FB-E8D7-B3DD-3E25-9EDDE12CEE5F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4" name="pg3019">
                <a:extLst>
                  <a:ext uri="{FF2B5EF4-FFF2-40B4-BE49-F238E27FC236}">
                    <a16:creationId xmlns:a16="http://schemas.microsoft.com/office/drawing/2014/main" id="{B3535557-C096-09E1-0C81-C2EFA14B1C9A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5" name="pg3020">
                <a:extLst>
                  <a:ext uri="{FF2B5EF4-FFF2-40B4-BE49-F238E27FC236}">
                    <a16:creationId xmlns:a16="http://schemas.microsoft.com/office/drawing/2014/main" id="{8363F262-7331-B8CB-7952-C24FB7CC8DAB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6" name="pg3021">
                <a:extLst>
                  <a:ext uri="{FF2B5EF4-FFF2-40B4-BE49-F238E27FC236}">
                    <a16:creationId xmlns:a16="http://schemas.microsoft.com/office/drawing/2014/main" id="{537BC88F-87D9-FD15-37FA-074ADB4F972A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7" name="pg3022">
                <a:extLst>
                  <a:ext uri="{FF2B5EF4-FFF2-40B4-BE49-F238E27FC236}">
                    <a16:creationId xmlns:a16="http://schemas.microsoft.com/office/drawing/2014/main" id="{9F406076-B012-D620-C2BC-897E9AD26FB8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8" name="pg3023">
                <a:extLst>
                  <a:ext uri="{FF2B5EF4-FFF2-40B4-BE49-F238E27FC236}">
                    <a16:creationId xmlns:a16="http://schemas.microsoft.com/office/drawing/2014/main" id="{F39EBB57-16EE-22CF-2F35-C47EFB560251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9" name="pg3024">
                <a:extLst>
                  <a:ext uri="{FF2B5EF4-FFF2-40B4-BE49-F238E27FC236}">
                    <a16:creationId xmlns:a16="http://schemas.microsoft.com/office/drawing/2014/main" id="{10B1D50A-02FA-DA61-4BF6-F090FBCC7917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0" name="pg3025">
                <a:extLst>
                  <a:ext uri="{FF2B5EF4-FFF2-40B4-BE49-F238E27FC236}">
                    <a16:creationId xmlns:a16="http://schemas.microsoft.com/office/drawing/2014/main" id="{2A890650-4950-3904-14F1-F50A64C66E82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1" name="pg3026">
                <a:extLst>
                  <a:ext uri="{FF2B5EF4-FFF2-40B4-BE49-F238E27FC236}">
                    <a16:creationId xmlns:a16="http://schemas.microsoft.com/office/drawing/2014/main" id="{93A0BAB9-DA4F-8099-355A-668A39C52D1E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2" name="pg3027">
                <a:extLst>
                  <a:ext uri="{FF2B5EF4-FFF2-40B4-BE49-F238E27FC236}">
                    <a16:creationId xmlns:a16="http://schemas.microsoft.com/office/drawing/2014/main" id="{B3F2577B-AB60-6810-0760-1C96196E1585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3" name="pg3028">
                <a:extLst>
                  <a:ext uri="{FF2B5EF4-FFF2-40B4-BE49-F238E27FC236}">
                    <a16:creationId xmlns:a16="http://schemas.microsoft.com/office/drawing/2014/main" id="{C1146580-6CBF-C6B2-6874-C8240469AF1D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4" name="pg3029">
                <a:extLst>
                  <a:ext uri="{FF2B5EF4-FFF2-40B4-BE49-F238E27FC236}">
                    <a16:creationId xmlns:a16="http://schemas.microsoft.com/office/drawing/2014/main" id="{48A9D5D2-642C-DC20-AF69-3B3811140A23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5" name="pg3030">
                <a:extLst>
                  <a:ext uri="{FF2B5EF4-FFF2-40B4-BE49-F238E27FC236}">
                    <a16:creationId xmlns:a16="http://schemas.microsoft.com/office/drawing/2014/main" id="{83E938FF-3294-6DE2-B199-FCBBBF1DE981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6" name="pg3031">
                <a:extLst>
                  <a:ext uri="{FF2B5EF4-FFF2-40B4-BE49-F238E27FC236}">
                    <a16:creationId xmlns:a16="http://schemas.microsoft.com/office/drawing/2014/main" id="{623D0194-38DD-994A-02EA-04CFCBDB9344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7" name="pg3032">
                <a:extLst>
                  <a:ext uri="{FF2B5EF4-FFF2-40B4-BE49-F238E27FC236}">
                    <a16:creationId xmlns:a16="http://schemas.microsoft.com/office/drawing/2014/main" id="{92B04E84-F58A-55AA-6EEF-6255ECC5CAD9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8" name="pg3033">
                <a:extLst>
                  <a:ext uri="{FF2B5EF4-FFF2-40B4-BE49-F238E27FC236}">
                    <a16:creationId xmlns:a16="http://schemas.microsoft.com/office/drawing/2014/main" id="{2CA4F23A-B0A6-C6B0-4D5B-7AEB4A530D1E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9" name="pg3034">
                <a:extLst>
                  <a:ext uri="{FF2B5EF4-FFF2-40B4-BE49-F238E27FC236}">
                    <a16:creationId xmlns:a16="http://schemas.microsoft.com/office/drawing/2014/main" id="{CE266C6D-7D58-08C6-6F44-CF57BA580B41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0" name="pg3035">
                <a:extLst>
                  <a:ext uri="{FF2B5EF4-FFF2-40B4-BE49-F238E27FC236}">
                    <a16:creationId xmlns:a16="http://schemas.microsoft.com/office/drawing/2014/main" id="{12E36AB9-A8A7-FD50-86B1-B3CD7951888D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1" name="pg3036">
                <a:extLst>
                  <a:ext uri="{FF2B5EF4-FFF2-40B4-BE49-F238E27FC236}">
                    <a16:creationId xmlns:a16="http://schemas.microsoft.com/office/drawing/2014/main" id="{8AB49902-AEFD-296F-A453-BC201851E92F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2" name="pg3037">
                <a:extLst>
                  <a:ext uri="{FF2B5EF4-FFF2-40B4-BE49-F238E27FC236}">
                    <a16:creationId xmlns:a16="http://schemas.microsoft.com/office/drawing/2014/main" id="{5B9B12B7-F93E-A1AA-EF76-15C194201C4A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3" name="pg3038">
                <a:extLst>
                  <a:ext uri="{FF2B5EF4-FFF2-40B4-BE49-F238E27FC236}">
                    <a16:creationId xmlns:a16="http://schemas.microsoft.com/office/drawing/2014/main" id="{6A8BC4D7-298B-68CB-9FCF-B8BB6A2A55C2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4" name="pg3039">
                <a:extLst>
                  <a:ext uri="{FF2B5EF4-FFF2-40B4-BE49-F238E27FC236}">
                    <a16:creationId xmlns:a16="http://schemas.microsoft.com/office/drawing/2014/main" id="{21ED2A1C-6AD7-1648-9D5C-0055EEB7FAEC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5" name="pg3040">
                <a:extLst>
                  <a:ext uri="{FF2B5EF4-FFF2-40B4-BE49-F238E27FC236}">
                    <a16:creationId xmlns:a16="http://schemas.microsoft.com/office/drawing/2014/main" id="{E20F3DC5-A869-DA15-1C1A-C8FB2BA81320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6" name="pg3041">
                <a:extLst>
                  <a:ext uri="{FF2B5EF4-FFF2-40B4-BE49-F238E27FC236}">
                    <a16:creationId xmlns:a16="http://schemas.microsoft.com/office/drawing/2014/main" id="{C22C23B1-609D-1202-2F1B-784FC94A551A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7" name="pg3042">
                <a:extLst>
                  <a:ext uri="{FF2B5EF4-FFF2-40B4-BE49-F238E27FC236}">
                    <a16:creationId xmlns:a16="http://schemas.microsoft.com/office/drawing/2014/main" id="{49CB3CCA-FF01-6FFB-092F-177C259F18E0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8" name="pg3043">
                <a:extLst>
                  <a:ext uri="{FF2B5EF4-FFF2-40B4-BE49-F238E27FC236}">
                    <a16:creationId xmlns:a16="http://schemas.microsoft.com/office/drawing/2014/main" id="{F8AB8831-CE25-C114-CEE0-61D1DAF31620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9" name="pg3044">
                <a:extLst>
                  <a:ext uri="{FF2B5EF4-FFF2-40B4-BE49-F238E27FC236}">
                    <a16:creationId xmlns:a16="http://schemas.microsoft.com/office/drawing/2014/main" id="{58D55908-5CD9-6317-3668-4CEE1CCD5824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0" name="pg3045">
                <a:extLst>
                  <a:ext uri="{FF2B5EF4-FFF2-40B4-BE49-F238E27FC236}">
                    <a16:creationId xmlns:a16="http://schemas.microsoft.com/office/drawing/2014/main" id="{DEACCBD6-75C1-7CBB-F2A4-E73D01941EB6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1" name="pg3046">
                <a:extLst>
                  <a:ext uri="{FF2B5EF4-FFF2-40B4-BE49-F238E27FC236}">
                    <a16:creationId xmlns:a16="http://schemas.microsoft.com/office/drawing/2014/main" id="{F21BC355-2C49-BEA2-DF5C-0083C3BA618F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2" name="pg3047">
                <a:extLst>
                  <a:ext uri="{FF2B5EF4-FFF2-40B4-BE49-F238E27FC236}">
                    <a16:creationId xmlns:a16="http://schemas.microsoft.com/office/drawing/2014/main" id="{ABA66AEF-79CE-D904-9F5D-AD29ABDC9E90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3" name="pg3048">
                <a:extLst>
                  <a:ext uri="{FF2B5EF4-FFF2-40B4-BE49-F238E27FC236}">
                    <a16:creationId xmlns:a16="http://schemas.microsoft.com/office/drawing/2014/main" id="{D9D6F834-08A6-08AD-F206-C9A7A72173FB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4" name="pg3049">
                <a:extLst>
                  <a:ext uri="{FF2B5EF4-FFF2-40B4-BE49-F238E27FC236}">
                    <a16:creationId xmlns:a16="http://schemas.microsoft.com/office/drawing/2014/main" id="{95968D04-77AE-6B35-05CF-DDB3C17264A2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5" name="pg3050">
                <a:extLst>
                  <a:ext uri="{FF2B5EF4-FFF2-40B4-BE49-F238E27FC236}">
                    <a16:creationId xmlns:a16="http://schemas.microsoft.com/office/drawing/2014/main" id="{3A88F0B9-2A44-5341-D63A-F9EBADFE8F3C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6" name="pg3051">
                <a:extLst>
                  <a:ext uri="{FF2B5EF4-FFF2-40B4-BE49-F238E27FC236}">
                    <a16:creationId xmlns:a16="http://schemas.microsoft.com/office/drawing/2014/main" id="{4CD34408-2626-E93D-937E-E258A3E5DDA0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7" name="pg3052">
                <a:extLst>
                  <a:ext uri="{FF2B5EF4-FFF2-40B4-BE49-F238E27FC236}">
                    <a16:creationId xmlns:a16="http://schemas.microsoft.com/office/drawing/2014/main" id="{5541CD6D-D75A-F309-53E9-21C1F154D6C7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8" name="pg3053">
                <a:extLst>
                  <a:ext uri="{FF2B5EF4-FFF2-40B4-BE49-F238E27FC236}">
                    <a16:creationId xmlns:a16="http://schemas.microsoft.com/office/drawing/2014/main" id="{7EA977CD-D167-9F70-E93C-A0430C0E491A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9" name="pg3054">
                <a:extLst>
                  <a:ext uri="{FF2B5EF4-FFF2-40B4-BE49-F238E27FC236}">
                    <a16:creationId xmlns:a16="http://schemas.microsoft.com/office/drawing/2014/main" id="{61D78E9B-2AF3-A907-A488-B07EE56454B9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0" name="pg3055">
                <a:extLst>
                  <a:ext uri="{FF2B5EF4-FFF2-40B4-BE49-F238E27FC236}">
                    <a16:creationId xmlns:a16="http://schemas.microsoft.com/office/drawing/2014/main" id="{E2D393D4-DD2E-9F55-31EA-11C5AB61A13A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1" name="pg3056">
                <a:extLst>
                  <a:ext uri="{FF2B5EF4-FFF2-40B4-BE49-F238E27FC236}">
                    <a16:creationId xmlns:a16="http://schemas.microsoft.com/office/drawing/2014/main" id="{6AE1A71D-50C7-94B9-4E80-58F1E6913A0F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2" name="pg3057">
                <a:extLst>
                  <a:ext uri="{FF2B5EF4-FFF2-40B4-BE49-F238E27FC236}">
                    <a16:creationId xmlns:a16="http://schemas.microsoft.com/office/drawing/2014/main" id="{67ED89BC-88BA-4DF5-871F-2DADB8ACAEA3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3" name="pg3058">
                <a:extLst>
                  <a:ext uri="{FF2B5EF4-FFF2-40B4-BE49-F238E27FC236}">
                    <a16:creationId xmlns:a16="http://schemas.microsoft.com/office/drawing/2014/main" id="{734ADB39-D9DE-A731-13D0-A1CEC0BB4E12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4" name="pg3059">
                <a:extLst>
                  <a:ext uri="{FF2B5EF4-FFF2-40B4-BE49-F238E27FC236}">
                    <a16:creationId xmlns:a16="http://schemas.microsoft.com/office/drawing/2014/main" id="{790E0E25-3242-3A08-533E-7D44086091B6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5" name="pg3060">
                <a:extLst>
                  <a:ext uri="{FF2B5EF4-FFF2-40B4-BE49-F238E27FC236}">
                    <a16:creationId xmlns:a16="http://schemas.microsoft.com/office/drawing/2014/main" id="{CE135027-A647-B670-3BAD-16523EB60ED4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6" name="pg3061">
                <a:extLst>
                  <a:ext uri="{FF2B5EF4-FFF2-40B4-BE49-F238E27FC236}">
                    <a16:creationId xmlns:a16="http://schemas.microsoft.com/office/drawing/2014/main" id="{26748885-098D-8380-0002-AC598A2F245E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7" name="pg3062">
                <a:extLst>
                  <a:ext uri="{FF2B5EF4-FFF2-40B4-BE49-F238E27FC236}">
                    <a16:creationId xmlns:a16="http://schemas.microsoft.com/office/drawing/2014/main" id="{13FAAFB9-A9EA-3600-B88B-CD2ECE6B0C82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8" name="pg3063">
                <a:extLst>
                  <a:ext uri="{FF2B5EF4-FFF2-40B4-BE49-F238E27FC236}">
                    <a16:creationId xmlns:a16="http://schemas.microsoft.com/office/drawing/2014/main" id="{062FD42F-45ED-1ED8-BD72-75F66D6DA136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9" name="pg3064">
                <a:extLst>
                  <a:ext uri="{FF2B5EF4-FFF2-40B4-BE49-F238E27FC236}">
                    <a16:creationId xmlns:a16="http://schemas.microsoft.com/office/drawing/2014/main" id="{164841FA-D31D-9838-7AA7-9827AD3E6098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0" name="pg3065">
                <a:extLst>
                  <a:ext uri="{FF2B5EF4-FFF2-40B4-BE49-F238E27FC236}">
                    <a16:creationId xmlns:a16="http://schemas.microsoft.com/office/drawing/2014/main" id="{3D334247-D159-46B7-2624-39244C52EA6A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1" name="pg3066">
                <a:extLst>
                  <a:ext uri="{FF2B5EF4-FFF2-40B4-BE49-F238E27FC236}">
                    <a16:creationId xmlns:a16="http://schemas.microsoft.com/office/drawing/2014/main" id="{7AA8AA29-6BC5-CA51-D117-9F85D7BE9D0B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2" name="pg3067">
                <a:extLst>
                  <a:ext uri="{FF2B5EF4-FFF2-40B4-BE49-F238E27FC236}">
                    <a16:creationId xmlns:a16="http://schemas.microsoft.com/office/drawing/2014/main" id="{6986EC64-5027-AF55-A0C8-D3C6606D0E6B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3" name="pg3068">
                <a:extLst>
                  <a:ext uri="{FF2B5EF4-FFF2-40B4-BE49-F238E27FC236}">
                    <a16:creationId xmlns:a16="http://schemas.microsoft.com/office/drawing/2014/main" id="{70F0078F-6E82-3BAC-00E4-2C437B91E746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4" name="pg3069">
                <a:extLst>
                  <a:ext uri="{FF2B5EF4-FFF2-40B4-BE49-F238E27FC236}">
                    <a16:creationId xmlns:a16="http://schemas.microsoft.com/office/drawing/2014/main" id="{6633F8BB-7546-61F9-AD8E-1EB5E5B45AC4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5" name="pg3070">
                <a:extLst>
                  <a:ext uri="{FF2B5EF4-FFF2-40B4-BE49-F238E27FC236}">
                    <a16:creationId xmlns:a16="http://schemas.microsoft.com/office/drawing/2014/main" id="{2E66963F-0430-CA49-7107-C754AED00F77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6" name="pg3071">
                <a:extLst>
                  <a:ext uri="{FF2B5EF4-FFF2-40B4-BE49-F238E27FC236}">
                    <a16:creationId xmlns:a16="http://schemas.microsoft.com/office/drawing/2014/main" id="{50D8E7A3-4DD0-830B-5597-3BB1D8FFA011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7" name="pg3072">
                <a:extLst>
                  <a:ext uri="{FF2B5EF4-FFF2-40B4-BE49-F238E27FC236}">
                    <a16:creationId xmlns:a16="http://schemas.microsoft.com/office/drawing/2014/main" id="{9D5E0748-D238-E1E4-29D5-27C84746748F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8" name="pg3073">
                <a:extLst>
                  <a:ext uri="{FF2B5EF4-FFF2-40B4-BE49-F238E27FC236}">
                    <a16:creationId xmlns:a16="http://schemas.microsoft.com/office/drawing/2014/main" id="{16DB5FB8-5B58-F7E5-DD65-47B5489E2012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9" name="pg3074">
                <a:extLst>
                  <a:ext uri="{FF2B5EF4-FFF2-40B4-BE49-F238E27FC236}">
                    <a16:creationId xmlns:a16="http://schemas.microsoft.com/office/drawing/2014/main" id="{845BE3B5-0A6E-9238-97CB-7D19CAD925CE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0" name="pg3075">
                <a:extLst>
                  <a:ext uri="{FF2B5EF4-FFF2-40B4-BE49-F238E27FC236}">
                    <a16:creationId xmlns:a16="http://schemas.microsoft.com/office/drawing/2014/main" id="{72D074C6-C190-34D0-EF03-B9902B504714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1" name="pg3076">
                <a:extLst>
                  <a:ext uri="{FF2B5EF4-FFF2-40B4-BE49-F238E27FC236}">
                    <a16:creationId xmlns:a16="http://schemas.microsoft.com/office/drawing/2014/main" id="{48DB2EC2-3B70-DFD1-B817-869124940168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2" name="pg3077">
                <a:extLst>
                  <a:ext uri="{FF2B5EF4-FFF2-40B4-BE49-F238E27FC236}">
                    <a16:creationId xmlns:a16="http://schemas.microsoft.com/office/drawing/2014/main" id="{3EEB3186-FBFD-93D9-842E-0EFC7F32C355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3" name="pg3078">
                <a:extLst>
                  <a:ext uri="{FF2B5EF4-FFF2-40B4-BE49-F238E27FC236}">
                    <a16:creationId xmlns:a16="http://schemas.microsoft.com/office/drawing/2014/main" id="{0EF8918A-4338-4F98-26B9-9B982B655412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4" name="pg3079">
                <a:extLst>
                  <a:ext uri="{FF2B5EF4-FFF2-40B4-BE49-F238E27FC236}">
                    <a16:creationId xmlns:a16="http://schemas.microsoft.com/office/drawing/2014/main" id="{DD8A15E5-3C1F-754E-1D15-8E5956758DAF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5" name="pg3080">
                <a:extLst>
                  <a:ext uri="{FF2B5EF4-FFF2-40B4-BE49-F238E27FC236}">
                    <a16:creationId xmlns:a16="http://schemas.microsoft.com/office/drawing/2014/main" id="{38A13AD6-E4B0-5F47-5691-C74C0D2BA3AC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6" name="pg3081">
                <a:extLst>
                  <a:ext uri="{FF2B5EF4-FFF2-40B4-BE49-F238E27FC236}">
                    <a16:creationId xmlns:a16="http://schemas.microsoft.com/office/drawing/2014/main" id="{6B73D434-0858-14B2-0E48-C420D4B79C13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7" name="pg3082">
                <a:extLst>
                  <a:ext uri="{FF2B5EF4-FFF2-40B4-BE49-F238E27FC236}">
                    <a16:creationId xmlns:a16="http://schemas.microsoft.com/office/drawing/2014/main" id="{BEDD089D-031D-2927-4929-601F19A7752F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8" name="pg3083">
                <a:extLst>
                  <a:ext uri="{FF2B5EF4-FFF2-40B4-BE49-F238E27FC236}">
                    <a16:creationId xmlns:a16="http://schemas.microsoft.com/office/drawing/2014/main" id="{F89C3B23-0737-149A-DD93-D13D5EE13B5B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9" name="pg3084">
                <a:extLst>
                  <a:ext uri="{FF2B5EF4-FFF2-40B4-BE49-F238E27FC236}">
                    <a16:creationId xmlns:a16="http://schemas.microsoft.com/office/drawing/2014/main" id="{8F24F7A9-D2B9-E6CB-614E-76727EC9FB8E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0" name="pg3085">
                <a:extLst>
                  <a:ext uri="{FF2B5EF4-FFF2-40B4-BE49-F238E27FC236}">
                    <a16:creationId xmlns:a16="http://schemas.microsoft.com/office/drawing/2014/main" id="{E0A99968-34D0-A5A2-2FC0-611DB839673D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1" name="pg3086">
                <a:extLst>
                  <a:ext uri="{FF2B5EF4-FFF2-40B4-BE49-F238E27FC236}">
                    <a16:creationId xmlns:a16="http://schemas.microsoft.com/office/drawing/2014/main" id="{6A25096F-6944-3ADB-3EA1-E232E93F38C3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2" name="pg3087">
                <a:extLst>
                  <a:ext uri="{FF2B5EF4-FFF2-40B4-BE49-F238E27FC236}">
                    <a16:creationId xmlns:a16="http://schemas.microsoft.com/office/drawing/2014/main" id="{9F653CA2-356B-A07E-C859-71BEFD2F534F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3" name="pg3088">
                <a:extLst>
                  <a:ext uri="{FF2B5EF4-FFF2-40B4-BE49-F238E27FC236}">
                    <a16:creationId xmlns:a16="http://schemas.microsoft.com/office/drawing/2014/main" id="{4B7089C5-0D50-6C42-32F2-6512CAB1BD37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4" name="pg3089">
                <a:extLst>
                  <a:ext uri="{FF2B5EF4-FFF2-40B4-BE49-F238E27FC236}">
                    <a16:creationId xmlns:a16="http://schemas.microsoft.com/office/drawing/2014/main" id="{D6697C58-5E07-CE8A-5E22-BC57C343F14B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5" name="pg3090">
                <a:extLst>
                  <a:ext uri="{FF2B5EF4-FFF2-40B4-BE49-F238E27FC236}">
                    <a16:creationId xmlns:a16="http://schemas.microsoft.com/office/drawing/2014/main" id="{146E5122-1377-19E0-29DC-023A65D9E544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6" name="pg3091">
                <a:extLst>
                  <a:ext uri="{FF2B5EF4-FFF2-40B4-BE49-F238E27FC236}">
                    <a16:creationId xmlns:a16="http://schemas.microsoft.com/office/drawing/2014/main" id="{597B70CB-FC7D-F7E6-70D3-946BFA3AEF6A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7" name="pg3092">
                <a:extLst>
                  <a:ext uri="{FF2B5EF4-FFF2-40B4-BE49-F238E27FC236}">
                    <a16:creationId xmlns:a16="http://schemas.microsoft.com/office/drawing/2014/main" id="{9488A9F3-A413-B6B5-02A1-051B24549B2C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8" name="pg3093">
                <a:extLst>
                  <a:ext uri="{FF2B5EF4-FFF2-40B4-BE49-F238E27FC236}">
                    <a16:creationId xmlns:a16="http://schemas.microsoft.com/office/drawing/2014/main" id="{0336F7F2-4354-8E1A-182D-C62033E0C9B7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9" name="pg3094">
                <a:extLst>
                  <a:ext uri="{FF2B5EF4-FFF2-40B4-BE49-F238E27FC236}">
                    <a16:creationId xmlns:a16="http://schemas.microsoft.com/office/drawing/2014/main" id="{7B20EA1A-7A16-F278-AF31-46181506992E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0" name="pg3095">
                <a:extLst>
                  <a:ext uri="{FF2B5EF4-FFF2-40B4-BE49-F238E27FC236}">
                    <a16:creationId xmlns:a16="http://schemas.microsoft.com/office/drawing/2014/main" id="{AAD9CBC6-7F66-A44E-C7DB-BA12D5FD37D9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1" name="pg3096">
                <a:extLst>
                  <a:ext uri="{FF2B5EF4-FFF2-40B4-BE49-F238E27FC236}">
                    <a16:creationId xmlns:a16="http://schemas.microsoft.com/office/drawing/2014/main" id="{6D39398C-5DD4-F3EC-3D0B-F76A17D013DA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2" name="pg3097">
                <a:extLst>
                  <a:ext uri="{FF2B5EF4-FFF2-40B4-BE49-F238E27FC236}">
                    <a16:creationId xmlns:a16="http://schemas.microsoft.com/office/drawing/2014/main" id="{2C90B593-9B06-A0CE-A458-2AF485066E6F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3" name="pg3098">
                <a:extLst>
                  <a:ext uri="{FF2B5EF4-FFF2-40B4-BE49-F238E27FC236}">
                    <a16:creationId xmlns:a16="http://schemas.microsoft.com/office/drawing/2014/main" id="{70FB1F49-E5CF-1499-587A-4127A0580B85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4" name="pg3099">
                <a:extLst>
                  <a:ext uri="{FF2B5EF4-FFF2-40B4-BE49-F238E27FC236}">
                    <a16:creationId xmlns:a16="http://schemas.microsoft.com/office/drawing/2014/main" id="{FBCBB5ED-20DA-F200-EAC0-A84CC04CDBD7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5" name="pg3100">
                <a:extLst>
                  <a:ext uri="{FF2B5EF4-FFF2-40B4-BE49-F238E27FC236}">
                    <a16:creationId xmlns:a16="http://schemas.microsoft.com/office/drawing/2014/main" id="{906C0D8B-C389-56A9-1BA0-C3926C736E2A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6" name="pg3101">
                <a:extLst>
                  <a:ext uri="{FF2B5EF4-FFF2-40B4-BE49-F238E27FC236}">
                    <a16:creationId xmlns:a16="http://schemas.microsoft.com/office/drawing/2014/main" id="{78753A52-269B-9BE8-ACDB-B216E4AFEEB1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7" name="pg3102">
                <a:extLst>
                  <a:ext uri="{FF2B5EF4-FFF2-40B4-BE49-F238E27FC236}">
                    <a16:creationId xmlns:a16="http://schemas.microsoft.com/office/drawing/2014/main" id="{0DBC805A-614D-C1A6-6853-A9B75F6F9E9D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8" name="pg3103">
                <a:extLst>
                  <a:ext uri="{FF2B5EF4-FFF2-40B4-BE49-F238E27FC236}">
                    <a16:creationId xmlns:a16="http://schemas.microsoft.com/office/drawing/2014/main" id="{399E6236-A713-44CA-E617-EC0F34D01B10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9" name="pg3104">
                <a:extLst>
                  <a:ext uri="{FF2B5EF4-FFF2-40B4-BE49-F238E27FC236}">
                    <a16:creationId xmlns:a16="http://schemas.microsoft.com/office/drawing/2014/main" id="{737CF66B-1CF8-61E5-B355-F8402975663D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0" name="pg3105">
                <a:extLst>
                  <a:ext uri="{FF2B5EF4-FFF2-40B4-BE49-F238E27FC236}">
                    <a16:creationId xmlns:a16="http://schemas.microsoft.com/office/drawing/2014/main" id="{45E61D65-02BC-5F3E-00DE-D9F311E3A143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1" name="pg3106">
                <a:extLst>
                  <a:ext uri="{FF2B5EF4-FFF2-40B4-BE49-F238E27FC236}">
                    <a16:creationId xmlns:a16="http://schemas.microsoft.com/office/drawing/2014/main" id="{DC553990-BB6D-655F-8DFA-C0908A4626A6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2" name="pg3107">
                <a:extLst>
                  <a:ext uri="{FF2B5EF4-FFF2-40B4-BE49-F238E27FC236}">
                    <a16:creationId xmlns:a16="http://schemas.microsoft.com/office/drawing/2014/main" id="{CF50ED28-BC99-54C6-A8D9-227EA241B379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3" name="pg3108">
                <a:extLst>
                  <a:ext uri="{FF2B5EF4-FFF2-40B4-BE49-F238E27FC236}">
                    <a16:creationId xmlns:a16="http://schemas.microsoft.com/office/drawing/2014/main" id="{B364151E-4250-E64D-EB7D-91222A80FE99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4" name="pg3109">
                <a:extLst>
                  <a:ext uri="{FF2B5EF4-FFF2-40B4-BE49-F238E27FC236}">
                    <a16:creationId xmlns:a16="http://schemas.microsoft.com/office/drawing/2014/main" id="{081382D2-EA62-FC20-6C07-3791820004BD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5" name="pg3110">
                <a:extLst>
                  <a:ext uri="{FF2B5EF4-FFF2-40B4-BE49-F238E27FC236}">
                    <a16:creationId xmlns:a16="http://schemas.microsoft.com/office/drawing/2014/main" id="{4A5F6158-9890-A40F-CC77-2F31D3F04236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6" name="pg3111">
                <a:extLst>
                  <a:ext uri="{FF2B5EF4-FFF2-40B4-BE49-F238E27FC236}">
                    <a16:creationId xmlns:a16="http://schemas.microsoft.com/office/drawing/2014/main" id="{47EAFB8C-AE9C-B5C3-B6E3-E87B6A5746CD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7" name="pg3112">
                <a:extLst>
                  <a:ext uri="{FF2B5EF4-FFF2-40B4-BE49-F238E27FC236}">
                    <a16:creationId xmlns:a16="http://schemas.microsoft.com/office/drawing/2014/main" id="{39FD1439-9FBC-8C6C-E327-C88E38642F14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8" name="pg3113">
                <a:extLst>
                  <a:ext uri="{FF2B5EF4-FFF2-40B4-BE49-F238E27FC236}">
                    <a16:creationId xmlns:a16="http://schemas.microsoft.com/office/drawing/2014/main" id="{C41EB756-C825-70DE-86EF-D5CF967240F2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9" name="pg3114">
                <a:extLst>
                  <a:ext uri="{FF2B5EF4-FFF2-40B4-BE49-F238E27FC236}">
                    <a16:creationId xmlns:a16="http://schemas.microsoft.com/office/drawing/2014/main" id="{5D27AF8F-8CEF-9B17-23F6-08D60D6520ED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0" name="pg3115">
                <a:extLst>
                  <a:ext uri="{FF2B5EF4-FFF2-40B4-BE49-F238E27FC236}">
                    <a16:creationId xmlns:a16="http://schemas.microsoft.com/office/drawing/2014/main" id="{1B2110CA-E961-D9D9-5BE9-99FC08880FB6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1" name="pg3116">
                <a:extLst>
                  <a:ext uri="{FF2B5EF4-FFF2-40B4-BE49-F238E27FC236}">
                    <a16:creationId xmlns:a16="http://schemas.microsoft.com/office/drawing/2014/main" id="{59D19DFE-148D-D451-2164-05141AC1E80F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2" name="pg3117">
                <a:extLst>
                  <a:ext uri="{FF2B5EF4-FFF2-40B4-BE49-F238E27FC236}">
                    <a16:creationId xmlns:a16="http://schemas.microsoft.com/office/drawing/2014/main" id="{69120F1B-23AF-D5C7-953B-51DB1A7E456F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3" name="pg3118">
                <a:extLst>
                  <a:ext uri="{FF2B5EF4-FFF2-40B4-BE49-F238E27FC236}">
                    <a16:creationId xmlns:a16="http://schemas.microsoft.com/office/drawing/2014/main" id="{584EED29-F6E5-665F-80ED-FDD02CA94EC0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4" name="pg3119">
                <a:extLst>
                  <a:ext uri="{FF2B5EF4-FFF2-40B4-BE49-F238E27FC236}">
                    <a16:creationId xmlns:a16="http://schemas.microsoft.com/office/drawing/2014/main" id="{C29078FA-414C-FFC7-4AB3-D7A23DEED64C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5" name="pg3120">
                <a:extLst>
                  <a:ext uri="{FF2B5EF4-FFF2-40B4-BE49-F238E27FC236}">
                    <a16:creationId xmlns:a16="http://schemas.microsoft.com/office/drawing/2014/main" id="{D37DAD8B-C6B4-0433-3CD3-F1289322E469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6" name="pg3121">
                <a:extLst>
                  <a:ext uri="{FF2B5EF4-FFF2-40B4-BE49-F238E27FC236}">
                    <a16:creationId xmlns:a16="http://schemas.microsoft.com/office/drawing/2014/main" id="{36F64B16-6638-3371-412F-9544A910C624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7" name="pg3122">
                <a:extLst>
                  <a:ext uri="{FF2B5EF4-FFF2-40B4-BE49-F238E27FC236}">
                    <a16:creationId xmlns:a16="http://schemas.microsoft.com/office/drawing/2014/main" id="{AD296110-A727-05CC-B00F-33212DFB59F9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8" name="pg3123">
                <a:extLst>
                  <a:ext uri="{FF2B5EF4-FFF2-40B4-BE49-F238E27FC236}">
                    <a16:creationId xmlns:a16="http://schemas.microsoft.com/office/drawing/2014/main" id="{1AF60CBB-CE49-968C-3971-6D79C9FFCE41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9" name="pg3124">
                <a:extLst>
                  <a:ext uri="{FF2B5EF4-FFF2-40B4-BE49-F238E27FC236}">
                    <a16:creationId xmlns:a16="http://schemas.microsoft.com/office/drawing/2014/main" id="{7BCFB591-666D-5FE2-BC44-89A111B4FBF5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0" name="pg3125">
                <a:extLst>
                  <a:ext uri="{FF2B5EF4-FFF2-40B4-BE49-F238E27FC236}">
                    <a16:creationId xmlns:a16="http://schemas.microsoft.com/office/drawing/2014/main" id="{2F2B707C-2600-E9FB-89D7-C0536EF7FF1E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1" name="pg3126">
                <a:extLst>
                  <a:ext uri="{FF2B5EF4-FFF2-40B4-BE49-F238E27FC236}">
                    <a16:creationId xmlns:a16="http://schemas.microsoft.com/office/drawing/2014/main" id="{4DD14B85-82F0-517D-7E50-E35546D7E6C9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2" name="pg3127">
                <a:extLst>
                  <a:ext uri="{FF2B5EF4-FFF2-40B4-BE49-F238E27FC236}">
                    <a16:creationId xmlns:a16="http://schemas.microsoft.com/office/drawing/2014/main" id="{7711204A-E446-D234-3083-1D9AC5EFAC18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3" name="pg3128">
                <a:extLst>
                  <a:ext uri="{FF2B5EF4-FFF2-40B4-BE49-F238E27FC236}">
                    <a16:creationId xmlns:a16="http://schemas.microsoft.com/office/drawing/2014/main" id="{83029A61-BA5A-F6C3-E9EB-410BD7D51C0B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4" name="pg3129">
                <a:extLst>
                  <a:ext uri="{FF2B5EF4-FFF2-40B4-BE49-F238E27FC236}">
                    <a16:creationId xmlns:a16="http://schemas.microsoft.com/office/drawing/2014/main" id="{85FCBAC8-53E9-F70D-BEC7-23F0D4E37F09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5" name="pg3130">
                <a:extLst>
                  <a:ext uri="{FF2B5EF4-FFF2-40B4-BE49-F238E27FC236}">
                    <a16:creationId xmlns:a16="http://schemas.microsoft.com/office/drawing/2014/main" id="{446CC9E7-08A7-98B9-1081-4D8D44A312EB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6" name="pg3131">
                <a:extLst>
                  <a:ext uri="{FF2B5EF4-FFF2-40B4-BE49-F238E27FC236}">
                    <a16:creationId xmlns:a16="http://schemas.microsoft.com/office/drawing/2014/main" id="{1103477C-9582-9A79-5BEB-2371271177B9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7" name="pg3132">
                <a:extLst>
                  <a:ext uri="{FF2B5EF4-FFF2-40B4-BE49-F238E27FC236}">
                    <a16:creationId xmlns:a16="http://schemas.microsoft.com/office/drawing/2014/main" id="{F371F35C-175A-53CD-89A1-22B80703C91A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8" name="pg3133">
                <a:extLst>
                  <a:ext uri="{FF2B5EF4-FFF2-40B4-BE49-F238E27FC236}">
                    <a16:creationId xmlns:a16="http://schemas.microsoft.com/office/drawing/2014/main" id="{5C488C01-CB1B-BD76-944C-AD958B83E067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9" name="pg3134">
                <a:extLst>
                  <a:ext uri="{FF2B5EF4-FFF2-40B4-BE49-F238E27FC236}">
                    <a16:creationId xmlns:a16="http://schemas.microsoft.com/office/drawing/2014/main" id="{42D0FA96-D5D6-FD55-BCFE-0E58F94C2D25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0" name="pg3135">
                <a:extLst>
                  <a:ext uri="{FF2B5EF4-FFF2-40B4-BE49-F238E27FC236}">
                    <a16:creationId xmlns:a16="http://schemas.microsoft.com/office/drawing/2014/main" id="{CF1FD3D1-BD4D-4566-318C-90FC3065C8B2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1" name="pg3136">
                <a:extLst>
                  <a:ext uri="{FF2B5EF4-FFF2-40B4-BE49-F238E27FC236}">
                    <a16:creationId xmlns:a16="http://schemas.microsoft.com/office/drawing/2014/main" id="{689FE9BF-3EA1-AF49-B934-FBE9EDFBC54F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2" name="pg3137">
                <a:extLst>
                  <a:ext uri="{FF2B5EF4-FFF2-40B4-BE49-F238E27FC236}">
                    <a16:creationId xmlns:a16="http://schemas.microsoft.com/office/drawing/2014/main" id="{B5454C93-BD7D-C742-800A-E9986A7A92E8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3" name="pg3138">
                <a:extLst>
                  <a:ext uri="{FF2B5EF4-FFF2-40B4-BE49-F238E27FC236}">
                    <a16:creationId xmlns:a16="http://schemas.microsoft.com/office/drawing/2014/main" id="{3011EE3D-2FB1-BF83-974C-8C3FAF11F1D8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4" name="pg3139">
                <a:extLst>
                  <a:ext uri="{FF2B5EF4-FFF2-40B4-BE49-F238E27FC236}">
                    <a16:creationId xmlns:a16="http://schemas.microsoft.com/office/drawing/2014/main" id="{127F2330-E517-7B44-04BF-BD745F257C26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5" name="pg3140">
                <a:extLst>
                  <a:ext uri="{FF2B5EF4-FFF2-40B4-BE49-F238E27FC236}">
                    <a16:creationId xmlns:a16="http://schemas.microsoft.com/office/drawing/2014/main" id="{E0A117B7-17D6-B953-0325-D2B4CC9D1153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6" name="pg3141">
                <a:extLst>
                  <a:ext uri="{FF2B5EF4-FFF2-40B4-BE49-F238E27FC236}">
                    <a16:creationId xmlns:a16="http://schemas.microsoft.com/office/drawing/2014/main" id="{BC182A0E-CEB4-011B-70D5-3713A030579C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7" name="pg3142">
                <a:extLst>
                  <a:ext uri="{FF2B5EF4-FFF2-40B4-BE49-F238E27FC236}">
                    <a16:creationId xmlns:a16="http://schemas.microsoft.com/office/drawing/2014/main" id="{61694E2F-4A0E-6F89-2F65-914790682BC9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8" name="pg3143">
                <a:extLst>
                  <a:ext uri="{FF2B5EF4-FFF2-40B4-BE49-F238E27FC236}">
                    <a16:creationId xmlns:a16="http://schemas.microsoft.com/office/drawing/2014/main" id="{F9A98E59-1FEF-E794-FA9F-D5A795A6EE25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9" name="pg3144">
                <a:extLst>
                  <a:ext uri="{FF2B5EF4-FFF2-40B4-BE49-F238E27FC236}">
                    <a16:creationId xmlns:a16="http://schemas.microsoft.com/office/drawing/2014/main" id="{37C2871C-09E6-4339-1440-69E3310BD721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0" name="pg3145">
                <a:extLst>
                  <a:ext uri="{FF2B5EF4-FFF2-40B4-BE49-F238E27FC236}">
                    <a16:creationId xmlns:a16="http://schemas.microsoft.com/office/drawing/2014/main" id="{15A9F797-C768-3FFB-D248-327F23291823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1" name="pg3146">
                <a:extLst>
                  <a:ext uri="{FF2B5EF4-FFF2-40B4-BE49-F238E27FC236}">
                    <a16:creationId xmlns:a16="http://schemas.microsoft.com/office/drawing/2014/main" id="{91269888-434C-2F8D-B2C7-1AD6E5CF563F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2" name="pg3147">
                <a:extLst>
                  <a:ext uri="{FF2B5EF4-FFF2-40B4-BE49-F238E27FC236}">
                    <a16:creationId xmlns:a16="http://schemas.microsoft.com/office/drawing/2014/main" id="{ACE02E6B-09B6-B134-A571-07C75A940DF2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3" name="pg3148">
                <a:extLst>
                  <a:ext uri="{FF2B5EF4-FFF2-40B4-BE49-F238E27FC236}">
                    <a16:creationId xmlns:a16="http://schemas.microsoft.com/office/drawing/2014/main" id="{FC356460-99D8-DDBC-54CA-7B14E1D4B3E1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4" name="pg3149">
                <a:extLst>
                  <a:ext uri="{FF2B5EF4-FFF2-40B4-BE49-F238E27FC236}">
                    <a16:creationId xmlns:a16="http://schemas.microsoft.com/office/drawing/2014/main" id="{F73582D2-4C39-3649-A4D3-78E4E933B794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5" name="pg3150">
                <a:extLst>
                  <a:ext uri="{FF2B5EF4-FFF2-40B4-BE49-F238E27FC236}">
                    <a16:creationId xmlns:a16="http://schemas.microsoft.com/office/drawing/2014/main" id="{E76A323F-6672-8831-D01D-9192CF50371D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6" name="pg3151">
                <a:extLst>
                  <a:ext uri="{FF2B5EF4-FFF2-40B4-BE49-F238E27FC236}">
                    <a16:creationId xmlns:a16="http://schemas.microsoft.com/office/drawing/2014/main" id="{5C77C150-C858-9E31-9441-A0B3CD6F4336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7" name="pg3152">
                <a:extLst>
                  <a:ext uri="{FF2B5EF4-FFF2-40B4-BE49-F238E27FC236}">
                    <a16:creationId xmlns:a16="http://schemas.microsoft.com/office/drawing/2014/main" id="{BA523152-BD34-AEBD-FCDE-E0D6AAF2DF1A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8" name="pg3153">
                <a:extLst>
                  <a:ext uri="{FF2B5EF4-FFF2-40B4-BE49-F238E27FC236}">
                    <a16:creationId xmlns:a16="http://schemas.microsoft.com/office/drawing/2014/main" id="{E18F8666-9F52-BB3B-17FB-76A59552E9CF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9" name="pg3154">
                <a:extLst>
                  <a:ext uri="{FF2B5EF4-FFF2-40B4-BE49-F238E27FC236}">
                    <a16:creationId xmlns:a16="http://schemas.microsoft.com/office/drawing/2014/main" id="{72A1200C-8839-F4A6-2EBB-A12C1675A37D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0" name="pg3155">
                <a:extLst>
                  <a:ext uri="{FF2B5EF4-FFF2-40B4-BE49-F238E27FC236}">
                    <a16:creationId xmlns:a16="http://schemas.microsoft.com/office/drawing/2014/main" id="{B420C5B6-8674-06E6-9243-1005E866B2DA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1" name="pg3156">
                <a:extLst>
                  <a:ext uri="{FF2B5EF4-FFF2-40B4-BE49-F238E27FC236}">
                    <a16:creationId xmlns:a16="http://schemas.microsoft.com/office/drawing/2014/main" id="{9BEBF104-7C62-21F3-44B7-61CBA7C2FFC7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2" name="pg3157">
                <a:extLst>
                  <a:ext uri="{FF2B5EF4-FFF2-40B4-BE49-F238E27FC236}">
                    <a16:creationId xmlns:a16="http://schemas.microsoft.com/office/drawing/2014/main" id="{25821B77-C013-D7F9-7113-10E451B413D9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3" name="pg3158">
                <a:extLst>
                  <a:ext uri="{FF2B5EF4-FFF2-40B4-BE49-F238E27FC236}">
                    <a16:creationId xmlns:a16="http://schemas.microsoft.com/office/drawing/2014/main" id="{6DF74D80-28D0-13BD-BD13-9540BA9B439C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4" name="pg3159">
                <a:extLst>
                  <a:ext uri="{FF2B5EF4-FFF2-40B4-BE49-F238E27FC236}">
                    <a16:creationId xmlns:a16="http://schemas.microsoft.com/office/drawing/2014/main" id="{680849A4-668B-6C2F-9BE8-CE54B3B7DCD7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5" name="pg3160">
                <a:extLst>
                  <a:ext uri="{FF2B5EF4-FFF2-40B4-BE49-F238E27FC236}">
                    <a16:creationId xmlns:a16="http://schemas.microsoft.com/office/drawing/2014/main" id="{480D582F-0A09-7F0E-F6F4-802F2EC28DB3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6" name="pg3161">
                <a:extLst>
                  <a:ext uri="{FF2B5EF4-FFF2-40B4-BE49-F238E27FC236}">
                    <a16:creationId xmlns:a16="http://schemas.microsoft.com/office/drawing/2014/main" id="{63268E80-B069-5A8A-002F-2CDB52268508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7" name="pg3162">
                <a:extLst>
                  <a:ext uri="{FF2B5EF4-FFF2-40B4-BE49-F238E27FC236}">
                    <a16:creationId xmlns:a16="http://schemas.microsoft.com/office/drawing/2014/main" id="{33AA9620-9B11-31D5-691D-AB09385A1E14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8" name="pg3163">
                <a:extLst>
                  <a:ext uri="{FF2B5EF4-FFF2-40B4-BE49-F238E27FC236}">
                    <a16:creationId xmlns:a16="http://schemas.microsoft.com/office/drawing/2014/main" id="{08638BE5-3339-4BEC-D1C9-521ACCD441B7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9" name="pg3164">
                <a:extLst>
                  <a:ext uri="{FF2B5EF4-FFF2-40B4-BE49-F238E27FC236}">
                    <a16:creationId xmlns:a16="http://schemas.microsoft.com/office/drawing/2014/main" id="{5131E7FF-0825-B1E0-AFB7-A9858FB69AB5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0" name="pg3165">
                <a:extLst>
                  <a:ext uri="{FF2B5EF4-FFF2-40B4-BE49-F238E27FC236}">
                    <a16:creationId xmlns:a16="http://schemas.microsoft.com/office/drawing/2014/main" id="{786A50F7-FC4D-CFA6-84B7-4808DDA619E9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1" name="pg3166">
                <a:extLst>
                  <a:ext uri="{FF2B5EF4-FFF2-40B4-BE49-F238E27FC236}">
                    <a16:creationId xmlns:a16="http://schemas.microsoft.com/office/drawing/2014/main" id="{FCFB21A7-9A8F-2131-8814-E619C5600B38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2" name="pg3167">
                <a:extLst>
                  <a:ext uri="{FF2B5EF4-FFF2-40B4-BE49-F238E27FC236}">
                    <a16:creationId xmlns:a16="http://schemas.microsoft.com/office/drawing/2014/main" id="{03BE28AB-1DA9-ACB6-3A34-02063A8FD167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3" name="pg3168">
                <a:extLst>
                  <a:ext uri="{FF2B5EF4-FFF2-40B4-BE49-F238E27FC236}">
                    <a16:creationId xmlns:a16="http://schemas.microsoft.com/office/drawing/2014/main" id="{52412B7C-605D-6BC9-E2DE-BA861E84F84D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4" name="pg3169">
                <a:extLst>
                  <a:ext uri="{FF2B5EF4-FFF2-40B4-BE49-F238E27FC236}">
                    <a16:creationId xmlns:a16="http://schemas.microsoft.com/office/drawing/2014/main" id="{FA92F78D-332E-D603-F3DC-B9E998A5DC33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5" name="pg3170">
                <a:extLst>
                  <a:ext uri="{FF2B5EF4-FFF2-40B4-BE49-F238E27FC236}">
                    <a16:creationId xmlns:a16="http://schemas.microsoft.com/office/drawing/2014/main" id="{7B1BBF37-19BB-77DA-CC65-25AE3A80E9EB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6" name="pg3171">
                <a:extLst>
                  <a:ext uri="{FF2B5EF4-FFF2-40B4-BE49-F238E27FC236}">
                    <a16:creationId xmlns:a16="http://schemas.microsoft.com/office/drawing/2014/main" id="{BD68967A-C027-FA06-136C-1FE901F0672F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7" name="pg3172">
                <a:extLst>
                  <a:ext uri="{FF2B5EF4-FFF2-40B4-BE49-F238E27FC236}">
                    <a16:creationId xmlns:a16="http://schemas.microsoft.com/office/drawing/2014/main" id="{CCBA3411-D8C2-C2D9-F554-A6832DE7A8DC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8" name="pg3173">
                <a:extLst>
                  <a:ext uri="{FF2B5EF4-FFF2-40B4-BE49-F238E27FC236}">
                    <a16:creationId xmlns:a16="http://schemas.microsoft.com/office/drawing/2014/main" id="{9E0A1495-19C5-1CA4-3DE9-207663ED8163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9" name="pg3174">
                <a:extLst>
                  <a:ext uri="{FF2B5EF4-FFF2-40B4-BE49-F238E27FC236}">
                    <a16:creationId xmlns:a16="http://schemas.microsoft.com/office/drawing/2014/main" id="{CE9ABDF6-716F-5205-A5EB-F01E7B719530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0" name="pg3175">
                <a:extLst>
                  <a:ext uri="{FF2B5EF4-FFF2-40B4-BE49-F238E27FC236}">
                    <a16:creationId xmlns:a16="http://schemas.microsoft.com/office/drawing/2014/main" id="{7F080BE6-9E6C-8AB4-F32C-9DDCD702824E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1" name="pg3176">
                <a:extLst>
                  <a:ext uri="{FF2B5EF4-FFF2-40B4-BE49-F238E27FC236}">
                    <a16:creationId xmlns:a16="http://schemas.microsoft.com/office/drawing/2014/main" id="{4F44E45B-B0A6-57DB-7971-183F2C60BF84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2" name="pg3177">
                <a:extLst>
                  <a:ext uri="{FF2B5EF4-FFF2-40B4-BE49-F238E27FC236}">
                    <a16:creationId xmlns:a16="http://schemas.microsoft.com/office/drawing/2014/main" id="{8D1DE656-FFC4-14F6-272D-BC732B756106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3" name="pg3178">
                <a:extLst>
                  <a:ext uri="{FF2B5EF4-FFF2-40B4-BE49-F238E27FC236}">
                    <a16:creationId xmlns:a16="http://schemas.microsoft.com/office/drawing/2014/main" id="{4B66429D-AD15-9397-F140-035D740C128F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4" name="pg3179">
                <a:extLst>
                  <a:ext uri="{FF2B5EF4-FFF2-40B4-BE49-F238E27FC236}">
                    <a16:creationId xmlns:a16="http://schemas.microsoft.com/office/drawing/2014/main" id="{BFFB4B2B-30D9-9650-ADEC-FEA5D7C1D497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5" name="pg3180">
                <a:extLst>
                  <a:ext uri="{FF2B5EF4-FFF2-40B4-BE49-F238E27FC236}">
                    <a16:creationId xmlns:a16="http://schemas.microsoft.com/office/drawing/2014/main" id="{E812C9BA-9AE6-405C-F8C7-BED08D5F9434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6" name="pg3181">
                <a:extLst>
                  <a:ext uri="{FF2B5EF4-FFF2-40B4-BE49-F238E27FC236}">
                    <a16:creationId xmlns:a16="http://schemas.microsoft.com/office/drawing/2014/main" id="{AEC0C7D8-1461-7E86-5AC4-881F73ADE278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7" name="pg3182">
                <a:extLst>
                  <a:ext uri="{FF2B5EF4-FFF2-40B4-BE49-F238E27FC236}">
                    <a16:creationId xmlns:a16="http://schemas.microsoft.com/office/drawing/2014/main" id="{C14B40ED-D14B-58F7-4625-E1A90D2CBFF1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8" name="pg3183">
                <a:extLst>
                  <a:ext uri="{FF2B5EF4-FFF2-40B4-BE49-F238E27FC236}">
                    <a16:creationId xmlns:a16="http://schemas.microsoft.com/office/drawing/2014/main" id="{00DAA02B-291F-3CB6-0B31-DD09968F055D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9" name="pg3184">
                <a:extLst>
                  <a:ext uri="{FF2B5EF4-FFF2-40B4-BE49-F238E27FC236}">
                    <a16:creationId xmlns:a16="http://schemas.microsoft.com/office/drawing/2014/main" id="{EA4A1496-420C-DED6-972F-D1491B406E94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0" name="pg3185">
                <a:extLst>
                  <a:ext uri="{FF2B5EF4-FFF2-40B4-BE49-F238E27FC236}">
                    <a16:creationId xmlns:a16="http://schemas.microsoft.com/office/drawing/2014/main" id="{CA7EFBAB-109A-4221-574E-E9F1CDA084EC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1" name="pg3186">
                <a:extLst>
                  <a:ext uri="{FF2B5EF4-FFF2-40B4-BE49-F238E27FC236}">
                    <a16:creationId xmlns:a16="http://schemas.microsoft.com/office/drawing/2014/main" id="{680529AF-A275-1BEF-381E-017B29640853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2" name="pg3187">
                <a:extLst>
                  <a:ext uri="{FF2B5EF4-FFF2-40B4-BE49-F238E27FC236}">
                    <a16:creationId xmlns:a16="http://schemas.microsoft.com/office/drawing/2014/main" id="{6D43148E-790C-6B3B-674A-CE17874481B4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3" name="pg3188">
                <a:extLst>
                  <a:ext uri="{FF2B5EF4-FFF2-40B4-BE49-F238E27FC236}">
                    <a16:creationId xmlns:a16="http://schemas.microsoft.com/office/drawing/2014/main" id="{C9B24E70-251A-735B-8E01-A8D912CF84A2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4" name="pg3189">
                <a:extLst>
                  <a:ext uri="{FF2B5EF4-FFF2-40B4-BE49-F238E27FC236}">
                    <a16:creationId xmlns:a16="http://schemas.microsoft.com/office/drawing/2014/main" id="{A22936E4-8663-9E0C-F490-A2D4DCCA4C82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5" name="pg3190">
                <a:extLst>
                  <a:ext uri="{FF2B5EF4-FFF2-40B4-BE49-F238E27FC236}">
                    <a16:creationId xmlns:a16="http://schemas.microsoft.com/office/drawing/2014/main" id="{F110B3CD-7851-F7B7-D71B-8ECADC9258AE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6" name="pg3191">
                <a:extLst>
                  <a:ext uri="{FF2B5EF4-FFF2-40B4-BE49-F238E27FC236}">
                    <a16:creationId xmlns:a16="http://schemas.microsoft.com/office/drawing/2014/main" id="{AA5A1077-6458-06B0-5045-53D57D277EC8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7" name="pg3192">
                <a:extLst>
                  <a:ext uri="{FF2B5EF4-FFF2-40B4-BE49-F238E27FC236}">
                    <a16:creationId xmlns:a16="http://schemas.microsoft.com/office/drawing/2014/main" id="{521C6E2E-BD14-F1DB-67F7-7B66F38C4456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8" name="pg3193">
                <a:extLst>
                  <a:ext uri="{FF2B5EF4-FFF2-40B4-BE49-F238E27FC236}">
                    <a16:creationId xmlns:a16="http://schemas.microsoft.com/office/drawing/2014/main" id="{E5057681-9B9E-0E3A-0A59-050BEE49AE0B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9" name="pg3194">
                <a:extLst>
                  <a:ext uri="{FF2B5EF4-FFF2-40B4-BE49-F238E27FC236}">
                    <a16:creationId xmlns:a16="http://schemas.microsoft.com/office/drawing/2014/main" id="{A2363B7E-830B-95AF-7C64-6F4B123DAFDC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0" name="pg3195">
                <a:extLst>
                  <a:ext uri="{FF2B5EF4-FFF2-40B4-BE49-F238E27FC236}">
                    <a16:creationId xmlns:a16="http://schemas.microsoft.com/office/drawing/2014/main" id="{9AF4FDA0-A19E-3241-2721-995AA0F0C586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1" name="pg3196">
                <a:extLst>
                  <a:ext uri="{FF2B5EF4-FFF2-40B4-BE49-F238E27FC236}">
                    <a16:creationId xmlns:a16="http://schemas.microsoft.com/office/drawing/2014/main" id="{795CB8B7-0FFE-C3B6-64FB-E8A6526630A9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2" name="pg3197">
                <a:extLst>
                  <a:ext uri="{FF2B5EF4-FFF2-40B4-BE49-F238E27FC236}">
                    <a16:creationId xmlns:a16="http://schemas.microsoft.com/office/drawing/2014/main" id="{D9FFD271-D666-5715-6A60-4929EE4C5029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3" name="pg3198">
                <a:extLst>
                  <a:ext uri="{FF2B5EF4-FFF2-40B4-BE49-F238E27FC236}">
                    <a16:creationId xmlns:a16="http://schemas.microsoft.com/office/drawing/2014/main" id="{25F6ED87-50AC-C7FF-BC6D-E36D4EA24696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4" name="pg3199">
                <a:extLst>
                  <a:ext uri="{FF2B5EF4-FFF2-40B4-BE49-F238E27FC236}">
                    <a16:creationId xmlns:a16="http://schemas.microsoft.com/office/drawing/2014/main" id="{68522A0E-3692-60D0-6A48-0DDBBDE31F00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5" name="pg3200">
                <a:extLst>
                  <a:ext uri="{FF2B5EF4-FFF2-40B4-BE49-F238E27FC236}">
                    <a16:creationId xmlns:a16="http://schemas.microsoft.com/office/drawing/2014/main" id="{7593E1DA-F8DA-056E-0CEC-269CCAFD2EAD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6" name="pg3201">
                <a:extLst>
                  <a:ext uri="{FF2B5EF4-FFF2-40B4-BE49-F238E27FC236}">
                    <a16:creationId xmlns:a16="http://schemas.microsoft.com/office/drawing/2014/main" id="{981536BE-10C9-FF98-6AF6-830E670BFA4C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7" name="pg3202">
                <a:extLst>
                  <a:ext uri="{FF2B5EF4-FFF2-40B4-BE49-F238E27FC236}">
                    <a16:creationId xmlns:a16="http://schemas.microsoft.com/office/drawing/2014/main" id="{62FC2C17-9EBC-4D0A-22B6-356723466BEA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8" name="pg3203">
                <a:extLst>
                  <a:ext uri="{FF2B5EF4-FFF2-40B4-BE49-F238E27FC236}">
                    <a16:creationId xmlns:a16="http://schemas.microsoft.com/office/drawing/2014/main" id="{6A5787B3-52D0-427B-6521-67C9C23BB8CF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9" name="pg3204">
                <a:extLst>
                  <a:ext uri="{FF2B5EF4-FFF2-40B4-BE49-F238E27FC236}">
                    <a16:creationId xmlns:a16="http://schemas.microsoft.com/office/drawing/2014/main" id="{8F25418B-67AA-4355-E3FD-34647599D7BB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0" name="pg3205">
                <a:extLst>
                  <a:ext uri="{FF2B5EF4-FFF2-40B4-BE49-F238E27FC236}">
                    <a16:creationId xmlns:a16="http://schemas.microsoft.com/office/drawing/2014/main" id="{35591145-C32E-2CED-8818-F0DE7E60EE23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1" name="pg3206">
                <a:extLst>
                  <a:ext uri="{FF2B5EF4-FFF2-40B4-BE49-F238E27FC236}">
                    <a16:creationId xmlns:a16="http://schemas.microsoft.com/office/drawing/2014/main" id="{97865BF6-ADF3-3008-3AB3-6432B696D020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2" name="pg3207">
                <a:extLst>
                  <a:ext uri="{FF2B5EF4-FFF2-40B4-BE49-F238E27FC236}">
                    <a16:creationId xmlns:a16="http://schemas.microsoft.com/office/drawing/2014/main" id="{F2FB4582-F908-A586-2A94-E8849B6A4DF5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3" name="pg3208">
                <a:extLst>
                  <a:ext uri="{FF2B5EF4-FFF2-40B4-BE49-F238E27FC236}">
                    <a16:creationId xmlns:a16="http://schemas.microsoft.com/office/drawing/2014/main" id="{6415F529-3930-976B-D0D7-FFEAAC0C4C56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4" name="pg3209">
                <a:extLst>
                  <a:ext uri="{FF2B5EF4-FFF2-40B4-BE49-F238E27FC236}">
                    <a16:creationId xmlns:a16="http://schemas.microsoft.com/office/drawing/2014/main" id="{F842EE52-6655-3662-7577-90B2BB552507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5" name="pg3210">
                <a:extLst>
                  <a:ext uri="{FF2B5EF4-FFF2-40B4-BE49-F238E27FC236}">
                    <a16:creationId xmlns:a16="http://schemas.microsoft.com/office/drawing/2014/main" id="{75A44621-73B0-2B7E-49A4-39411DEC54A5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6" name="pg3211">
                <a:extLst>
                  <a:ext uri="{FF2B5EF4-FFF2-40B4-BE49-F238E27FC236}">
                    <a16:creationId xmlns:a16="http://schemas.microsoft.com/office/drawing/2014/main" id="{35EA8ED2-61C3-0C87-34C4-CEE302C3407A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7" name="pg3212">
                <a:extLst>
                  <a:ext uri="{FF2B5EF4-FFF2-40B4-BE49-F238E27FC236}">
                    <a16:creationId xmlns:a16="http://schemas.microsoft.com/office/drawing/2014/main" id="{AD444A2C-A3EF-D967-7090-A44ED22FBFE3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8" name="pg3213">
                <a:extLst>
                  <a:ext uri="{FF2B5EF4-FFF2-40B4-BE49-F238E27FC236}">
                    <a16:creationId xmlns:a16="http://schemas.microsoft.com/office/drawing/2014/main" id="{9B48FF5F-20C1-44AD-D2E1-4C855E28FDAB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9" name="pg3214">
                <a:extLst>
                  <a:ext uri="{FF2B5EF4-FFF2-40B4-BE49-F238E27FC236}">
                    <a16:creationId xmlns:a16="http://schemas.microsoft.com/office/drawing/2014/main" id="{77474726-8AB0-3A37-96BE-EC1F8C83D659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0" name="pg3215">
                <a:extLst>
                  <a:ext uri="{FF2B5EF4-FFF2-40B4-BE49-F238E27FC236}">
                    <a16:creationId xmlns:a16="http://schemas.microsoft.com/office/drawing/2014/main" id="{4883C5D0-46C5-8A21-9BE8-70186861D1A4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1" name="pg3216">
                <a:extLst>
                  <a:ext uri="{FF2B5EF4-FFF2-40B4-BE49-F238E27FC236}">
                    <a16:creationId xmlns:a16="http://schemas.microsoft.com/office/drawing/2014/main" id="{0352ECCD-00A5-FD86-14C3-994B59EDEC94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2" name="pg3217">
                <a:extLst>
                  <a:ext uri="{FF2B5EF4-FFF2-40B4-BE49-F238E27FC236}">
                    <a16:creationId xmlns:a16="http://schemas.microsoft.com/office/drawing/2014/main" id="{77212BC0-ACB2-87BE-4330-C5234B7E0DBD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3" name="pg3218">
                <a:extLst>
                  <a:ext uri="{FF2B5EF4-FFF2-40B4-BE49-F238E27FC236}">
                    <a16:creationId xmlns:a16="http://schemas.microsoft.com/office/drawing/2014/main" id="{6096E1EA-6443-5C76-24DB-CD6BB6303352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4" name="pg3219">
                <a:extLst>
                  <a:ext uri="{FF2B5EF4-FFF2-40B4-BE49-F238E27FC236}">
                    <a16:creationId xmlns:a16="http://schemas.microsoft.com/office/drawing/2014/main" id="{99C31A06-8E31-8EEF-2C32-848E12002889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5" name="pg3220">
                <a:extLst>
                  <a:ext uri="{FF2B5EF4-FFF2-40B4-BE49-F238E27FC236}">
                    <a16:creationId xmlns:a16="http://schemas.microsoft.com/office/drawing/2014/main" id="{66E24606-2538-E8D4-456E-B10094FC3970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6" name="pg3221">
                <a:extLst>
                  <a:ext uri="{FF2B5EF4-FFF2-40B4-BE49-F238E27FC236}">
                    <a16:creationId xmlns:a16="http://schemas.microsoft.com/office/drawing/2014/main" id="{E7831050-013D-0752-3611-49769C608FBC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7" name="pg3222">
                <a:extLst>
                  <a:ext uri="{FF2B5EF4-FFF2-40B4-BE49-F238E27FC236}">
                    <a16:creationId xmlns:a16="http://schemas.microsoft.com/office/drawing/2014/main" id="{8A02A936-3663-7B14-7F29-78F10EFE0B50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8" name="pg3223">
                <a:extLst>
                  <a:ext uri="{FF2B5EF4-FFF2-40B4-BE49-F238E27FC236}">
                    <a16:creationId xmlns:a16="http://schemas.microsoft.com/office/drawing/2014/main" id="{32574008-5559-394A-5398-A096070F5933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9" name="pg3224">
                <a:extLst>
                  <a:ext uri="{FF2B5EF4-FFF2-40B4-BE49-F238E27FC236}">
                    <a16:creationId xmlns:a16="http://schemas.microsoft.com/office/drawing/2014/main" id="{B07E2D71-78A2-617A-5085-69623BADE7C0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0" name="pg3225">
                <a:extLst>
                  <a:ext uri="{FF2B5EF4-FFF2-40B4-BE49-F238E27FC236}">
                    <a16:creationId xmlns:a16="http://schemas.microsoft.com/office/drawing/2014/main" id="{1F2E082C-517F-9D56-28F0-D5C4B728A47F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1" name="pg3226">
                <a:extLst>
                  <a:ext uri="{FF2B5EF4-FFF2-40B4-BE49-F238E27FC236}">
                    <a16:creationId xmlns:a16="http://schemas.microsoft.com/office/drawing/2014/main" id="{0EE8607F-FE8C-D14B-0FE9-7C4D0A80C021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2" name="pg3227">
                <a:extLst>
                  <a:ext uri="{FF2B5EF4-FFF2-40B4-BE49-F238E27FC236}">
                    <a16:creationId xmlns:a16="http://schemas.microsoft.com/office/drawing/2014/main" id="{803B76A1-0E8A-D182-9425-59648F576E0C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3" name="pg3228">
                <a:extLst>
                  <a:ext uri="{FF2B5EF4-FFF2-40B4-BE49-F238E27FC236}">
                    <a16:creationId xmlns:a16="http://schemas.microsoft.com/office/drawing/2014/main" id="{2433C149-2D51-17EF-1FD0-B7302DEC7DA4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4" name="pg3229">
                <a:extLst>
                  <a:ext uri="{FF2B5EF4-FFF2-40B4-BE49-F238E27FC236}">
                    <a16:creationId xmlns:a16="http://schemas.microsoft.com/office/drawing/2014/main" id="{0325B06F-7854-11C2-B32F-CC2917741626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5" name="pg3230">
                <a:extLst>
                  <a:ext uri="{FF2B5EF4-FFF2-40B4-BE49-F238E27FC236}">
                    <a16:creationId xmlns:a16="http://schemas.microsoft.com/office/drawing/2014/main" id="{74891DB9-047C-E6A1-4DE1-DEDC7E3B82D0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6" name="pg3231">
                <a:extLst>
                  <a:ext uri="{FF2B5EF4-FFF2-40B4-BE49-F238E27FC236}">
                    <a16:creationId xmlns:a16="http://schemas.microsoft.com/office/drawing/2014/main" id="{2F4F19A1-4C58-74B1-8F85-31B27A557E47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7" name="pg3232">
                <a:extLst>
                  <a:ext uri="{FF2B5EF4-FFF2-40B4-BE49-F238E27FC236}">
                    <a16:creationId xmlns:a16="http://schemas.microsoft.com/office/drawing/2014/main" id="{B118C138-C93F-1AED-6AAB-DBE0D215639D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8" name="pg3233">
                <a:extLst>
                  <a:ext uri="{FF2B5EF4-FFF2-40B4-BE49-F238E27FC236}">
                    <a16:creationId xmlns:a16="http://schemas.microsoft.com/office/drawing/2014/main" id="{6B00D384-4295-DD7B-A9C9-5E0409D254C4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9" name="pg3234">
                <a:extLst>
                  <a:ext uri="{FF2B5EF4-FFF2-40B4-BE49-F238E27FC236}">
                    <a16:creationId xmlns:a16="http://schemas.microsoft.com/office/drawing/2014/main" id="{E46103AA-6ADA-BC2B-DAE9-2F2B462A7A56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0" name="pg3235">
                <a:extLst>
                  <a:ext uri="{FF2B5EF4-FFF2-40B4-BE49-F238E27FC236}">
                    <a16:creationId xmlns:a16="http://schemas.microsoft.com/office/drawing/2014/main" id="{504A85FE-1AFC-2433-9E2D-C65684AA0A25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1" name="pg3236">
                <a:extLst>
                  <a:ext uri="{FF2B5EF4-FFF2-40B4-BE49-F238E27FC236}">
                    <a16:creationId xmlns:a16="http://schemas.microsoft.com/office/drawing/2014/main" id="{295818FF-4292-BB91-7DBC-FA1E670B1B91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2" name="pg3237">
                <a:extLst>
                  <a:ext uri="{FF2B5EF4-FFF2-40B4-BE49-F238E27FC236}">
                    <a16:creationId xmlns:a16="http://schemas.microsoft.com/office/drawing/2014/main" id="{7A0A6CC4-0536-36D4-111C-3432573F14E4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3" name="pg3238">
                <a:extLst>
                  <a:ext uri="{FF2B5EF4-FFF2-40B4-BE49-F238E27FC236}">
                    <a16:creationId xmlns:a16="http://schemas.microsoft.com/office/drawing/2014/main" id="{E53861BD-14C4-D211-147D-CEBEB1E79CC7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4" name="pg3239">
                <a:extLst>
                  <a:ext uri="{FF2B5EF4-FFF2-40B4-BE49-F238E27FC236}">
                    <a16:creationId xmlns:a16="http://schemas.microsoft.com/office/drawing/2014/main" id="{FE060306-AD2E-AF63-698E-9160BA9E31ED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5" name="pg3240">
                <a:extLst>
                  <a:ext uri="{FF2B5EF4-FFF2-40B4-BE49-F238E27FC236}">
                    <a16:creationId xmlns:a16="http://schemas.microsoft.com/office/drawing/2014/main" id="{65589F0D-01E2-23F1-C8BA-AE2185F0269F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6" name="pg3241">
                <a:extLst>
                  <a:ext uri="{FF2B5EF4-FFF2-40B4-BE49-F238E27FC236}">
                    <a16:creationId xmlns:a16="http://schemas.microsoft.com/office/drawing/2014/main" id="{B33219F4-8F11-0FA2-714A-F4BCB056D595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7" name="pg3242">
                <a:extLst>
                  <a:ext uri="{FF2B5EF4-FFF2-40B4-BE49-F238E27FC236}">
                    <a16:creationId xmlns:a16="http://schemas.microsoft.com/office/drawing/2014/main" id="{D6624A76-1909-9BB3-F092-3D6603F18A1D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8" name="pg3243">
                <a:extLst>
                  <a:ext uri="{FF2B5EF4-FFF2-40B4-BE49-F238E27FC236}">
                    <a16:creationId xmlns:a16="http://schemas.microsoft.com/office/drawing/2014/main" id="{1FE90499-9888-26FB-E21F-0E13D319E999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9" name="pg3244">
                <a:extLst>
                  <a:ext uri="{FF2B5EF4-FFF2-40B4-BE49-F238E27FC236}">
                    <a16:creationId xmlns:a16="http://schemas.microsoft.com/office/drawing/2014/main" id="{092D8DF8-2260-BBA1-229B-F041810A466C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0" name="pg3245">
                <a:extLst>
                  <a:ext uri="{FF2B5EF4-FFF2-40B4-BE49-F238E27FC236}">
                    <a16:creationId xmlns:a16="http://schemas.microsoft.com/office/drawing/2014/main" id="{82314498-9DBA-3ADA-30F1-3758153C8134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1" name="pg3246">
                <a:extLst>
                  <a:ext uri="{FF2B5EF4-FFF2-40B4-BE49-F238E27FC236}">
                    <a16:creationId xmlns:a16="http://schemas.microsoft.com/office/drawing/2014/main" id="{7D5BC62D-302B-CC61-CBC1-E91AEDCE0555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2" name="pg3247">
                <a:extLst>
                  <a:ext uri="{FF2B5EF4-FFF2-40B4-BE49-F238E27FC236}">
                    <a16:creationId xmlns:a16="http://schemas.microsoft.com/office/drawing/2014/main" id="{471AD90A-3584-5C5F-8341-E2DF0DBAE092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3" name="pg3248">
                <a:extLst>
                  <a:ext uri="{FF2B5EF4-FFF2-40B4-BE49-F238E27FC236}">
                    <a16:creationId xmlns:a16="http://schemas.microsoft.com/office/drawing/2014/main" id="{DF322545-5A12-058F-06C8-4D05870567D7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4" name="pg3249">
                <a:extLst>
                  <a:ext uri="{FF2B5EF4-FFF2-40B4-BE49-F238E27FC236}">
                    <a16:creationId xmlns:a16="http://schemas.microsoft.com/office/drawing/2014/main" id="{EB793395-3E63-4D27-F2C7-AE2F8F7E2347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5" name="pg3250">
                <a:extLst>
                  <a:ext uri="{FF2B5EF4-FFF2-40B4-BE49-F238E27FC236}">
                    <a16:creationId xmlns:a16="http://schemas.microsoft.com/office/drawing/2014/main" id="{FC1912EC-83A4-B306-43F8-59023F47B39B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6" name="pg3251">
                <a:extLst>
                  <a:ext uri="{FF2B5EF4-FFF2-40B4-BE49-F238E27FC236}">
                    <a16:creationId xmlns:a16="http://schemas.microsoft.com/office/drawing/2014/main" id="{ED516EF7-6578-F3B3-0D83-489C583782FC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7" name="pg3252">
                <a:extLst>
                  <a:ext uri="{FF2B5EF4-FFF2-40B4-BE49-F238E27FC236}">
                    <a16:creationId xmlns:a16="http://schemas.microsoft.com/office/drawing/2014/main" id="{7D317508-DD0B-5811-49BB-BF4BAA53BAA9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8" name="pg3253">
                <a:extLst>
                  <a:ext uri="{FF2B5EF4-FFF2-40B4-BE49-F238E27FC236}">
                    <a16:creationId xmlns:a16="http://schemas.microsoft.com/office/drawing/2014/main" id="{C77D39CB-59A4-EABE-C9D4-A5385AEE8F1B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9" name="pg3254">
                <a:extLst>
                  <a:ext uri="{FF2B5EF4-FFF2-40B4-BE49-F238E27FC236}">
                    <a16:creationId xmlns:a16="http://schemas.microsoft.com/office/drawing/2014/main" id="{AE16FA6D-C5C0-8829-FBB8-DAA0720C80C7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0" name="pg3255">
                <a:extLst>
                  <a:ext uri="{FF2B5EF4-FFF2-40B4-BE49-F238E27FC236}">
                    <a16:creationId xmlns:a16="http://schemas.microsoft.com/office/drawing/2014/main" id="{115C977C-5A45-A853-6F77-79F7343095D0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1" name="pg3256">
                <a:extLst>
                  <a:ext uri="{FF2B5EF4-FFF2-40B4-BE49-F238E27FC236}">
                    <a16:creationId xmlns:a16="http://schemas.microsoft.com/office/drawing/2014/main" id="{1A03556E-90DA-5620-43C3-F46E67E09F4D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2" name="pg3257">
                <a:extLst>
                  <a:ext uri="{FF2B5EF4-FFF2-40B4-BE49-F238E27FC236}">
                    <a16:creationId xmlns:a16="http://schemas.microsoft.com/office/drawing/2014/main" id="{4229653E-AFD1-8210-A943-ED7724EAE151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3" name="pg3258">
                <a:extLst>
                  <a:ext uri="{FF2B5EF4-FFF2-40B4-BE49-F238E27FC236}">
                    <a16:creationId xmlns:a16="http://schemas.microsoft.com/office/drawing/2014/main" id="{8B1C6F64-ED61-6978-C97E-8F68D559F40D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4" name="pg3259">
                <a:extLst>
                  <a:ext uri="{FF2B5EF4-FFF2-40B4-BE49-F238E27FC236}">
                    <a16:creationId xmlns:a16="http://schemas.microsoft.com/office/drawing/2014/main" id="{B8723792-77DE-26B5-6915-5C19992E3503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5" name="pg3260">
                <a:extLst>
                  <a:ext uri="{FF2B5EF4-FFF2-40B4-BE49-F238E27FC236}">
                    <a16:creationId xmlns:a16="http://schemas.microsoft.com/office/drawing/2014/main" id="{EDCF1CA8-5DD8-3656-76EB-DC74BFA82AB2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6" name="pg3261">
                <a:extLst>
                  <a:ext uri="{FF2B5EF4-FFF2-40B4-BE49-F238E27FC236}">
                    <a16:creationId xmlns:a16="http://schemas.microsoft.com/office/drawing/2014/main" id="{93A90E98-147E-A35D-90C3-F4AAB5975E30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7" name="pg3262">
                <a:extLst>
                  <a:ext uri="{FF2B5EF4-FFF2-40B4-BE49-F238E27FC236}">
                    <a16:creationId xmlns:a16="http://schemas.microsoft.com/office/drawing/2014/main" id="{043CEA45-86A2-83A7-A76D-F117910EBF20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8" name="pg3263">
                <a:extLst>
                  <a:ext uri="{FF2B5EF4-FFF2-40B4-BE49-F238E27FC236}">
                    <a16:creationId xmlns:a16="http://schemas.microsoft.com/office/drawing/2014/main" id="{4418B451-B7D9-7C42-420C-660E73220416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9" name="pg3264">
                <a:extLst>
                  <a:ext uri="{FF2B5EF4-FFF2-40B4-BE49-F238E27FC236}">
                    <a16:creationId xmlns:a16="http://schemas.microsoft.com/office/drawing/2014/main" id="{C9A68DB1-11DB-5443-3ED9-5B2E1165A646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0" name="pg3265">
                <a:extLst>
                  <a:ext uri="{FF2B5EF4-FFF2-40B4-BE49-F238E27FC236}">
                    <a16:creationId xmlns:a16="http://schemas.microsoft.com/office/drawing/2014/main" id="{19840F13-D7B7-7478-17AD-9641B9F653B3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1" name="pg3266">
                <a:extLst>
                  <a:ext uri="{FF2B5EF4-FFF2-40B4-BE49-F238E27FC236}">
                    <a16:creationId xmlns:a16="http://schemas.microsoft.com/office/drawing/2014/main" id="{C76B038E-910D-BF5C-3F22-A2FF8001E8FB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2" name="pg3267">
                <a:extLst>
                  <a:ext uri="{FF2B5EF4-FFF2-40B4-BE49-F238E27FC236}">
                    <a16:creationId xmlns:a16="http://schemas.microsoft.com/office/drawing/2014/main" id="{88AA4E51-4535-63C8-DFA7-4CA3985E6238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3" name="pg3268">
                <a:extLst>
                  <a:ext uri="{FF2B5EF4-FFF2-40B4-BE49-F238E27FC236}">
                    <a16:creationId xmlns:a16="http://schemas.microsoft.com/office/drawing/2014/main" id="{169124FA-5C1A-D8AF-96D0-933B99B9D81B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4" name="pg3269">
                <a:extLst>
                  <a:ext uri="{FF2B5EF4-FFF2-40B4-BE49-F238E27FC236}">
                    <a16:creationId xmlns:a16="http://schemas.microsoft.com/office/drawing/2014/main" id="{2DC65A5E-8A78-324C-B3E6-C80639C754E6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5" name="pg3270">
                <a:extLst>
                  <a:ext uri="{FF2B5EF4-FFF2-40B4-BE49-F238E27FC236}">
                    <a16:creationId xmlns:a16="http://schemas.microsoft.com/office/drawing/2014/main" id="{06A21CBB-06F6-3F80-3162-D27024B37ADC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6" name="pg3271">
                <a:extLst>
                  <a:ext uri="{FF2B5EF4-FFF2-40B4-BE49-F238E27FC236}">
                    <a16:creationId xmlns:a16="http://schemas.microsoft.com/office/drawing/2014/main" id="{590BBD1C-8832-EFBD-0725-FC698ACE2AA5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7" name="pg3272">
                <a:extLst>
                  <a:ext uri="{FF2B5EF4-FFF2-40B4-BE49-F238E27FC236}">
                    <a16:creationId xmlns:a16="http://schemas.microsoft.com/office/drawing/2014/main" id="{2A58CC74-5FA1-72B1-9901-DDDEDDC9455D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8" name="pg3273">
                <a:extLst>
                  <a:ext uri="{FF2B5EF4-FFF2-40B4-BE49-F238E27FC236}">
                    <a16:creationId xmlns:a16="http://schemas.microsoft.com/office/drawing/2014/main" id="{10AEE669-16AE-DBF4-9DD2-F7FFC1F0558A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9" name="pg3274">
                <a:extLst>
                  <a:ext uri="{FF2B5EF4-FFF2-40B4-BE49-F238E27FC236}">
                    <a16:creationId xmlns:a16="http://schemas.microsoft.com/office/drawing/2014/main" id="{924124EC-6DFC-8616-46A2-A36A47A3EED8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0" name="pg3275">
                <a:extLst>
                  <a:ext uri="{FF2B5EF4-FFF2-40B4-BE49-F238E27FC236}">
                    <a16:creationId xmlns:a16="http://schemas.microsoft.com/office/drawing/2014/main" id="{B64B502C-3A87-427D-CE5B-C2981E7D5135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1" name="pg3276">
                <a:extLst>
                  <a:ext uri="{FF2B5EF4-FFF2-40B4-BE49-F238E27FC236}">
                    <a16:creationId xmlns:a16="http://schemas.microsoft.com/office/drawing/2014/main" id="{1475C4AD-44FE-5938-4CA3-3EA64003F627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2" name="pg3277">
                <a:extLst>
                  <a:ext uri="{FF2B5EF4-FFF2-40B4-BE49-F238E27FC236}">
                    <a16:creationId xmlns:a16="http://schemas.microsoft.com/office/drawing/2014/main" id="{5039420C-E41E-059A-F4B3-F9E2A3CF3319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3" name="pg3278">
                <a:extLst>
                  <a:ext uri="{FF2B5EF4-FFF2-40B4-BE49-F238E27FC236}">
                    <a16:creationId xmlns:a16="http://schemas.microsoft.com/office/drawing/2014/main" id="{8E79840D-0992-DAA3-20E8-944BF794C487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4" name="pg3279">
                <a:extLst>
                  <a:ext uri="{FF2B5EF4-FFF2-40B4-BE49-F238E27FC236}">
                    <a16:creationId xmlns:a16="http://schemas.microsoft.com/office/drawing/2014/main" id="{6099E34B-3B53-6AB4-B990-FF88DF9C174D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5" name="pg3280">
                <a:extLst>
                  <a:ext uri="{FF2B5EF4-FFF2-40B4-BE49-F238E27FC236}">
                    <a16:creationId xmlns:a16="http://schemas.microsoft.com/office/drawing/2014/main" id="{5709B857-1C75-CBD4-DF12-F877795A9178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6" name="pg3281">
                <a:extLst>
                  <a:ext uri="{FF2B5EF4-FFF2-40B4-BE49-F238E27FC236}">
                    <a16:creationId xmlns:a16="http://schemas.microsoft.com/office/drawing/2014/main" id="{18B4CED6-61D8-85E3-DC68-BF8E420CC558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7" name="pg3282">
                <a:extLst>
                  <a:ext uri="{FF2B5EF4-FFF2-40B4-BE49-F238E27FC236}">
                    <a16:creationId xmlns:a16="http://schemas.microsoft.com/office/drawing/2014/main" id="{8AC4E17A-C81B-0246-2C97-3C3184E43956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8" name="pg3283">
                <a:extLst>
                  <a:ext uri="{FF2B5EF4-FFF2-40B4-BE49-F238E27FC236}">
                    <a16:creationId xmlns:a16="http://schemas.microsoft.com/office/drawing/2014/main" id="{CDAD0C6D-D46B-E34E-D0C7-6553FBEBAA9A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9" name="pg3284">
                <a:extLst>
                  <a:ext uri="{FF2B5EF4-FFF2-40B4-BE49-F238E27FC236}">
                    <a16:creationId xmlns:a16="http://schemas.microsoft.com/office/drawing/2014/main" id="{094EA155-192A-EB24-5258-E0E7E63AA072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0" name="pg3285">
                <a:extLst>
                  <a:ext uri="{FF2B5EF4-FFF2-40B4-BE49-F238E27FC236}">
                    <a16:creationId xmlns:a16="http://schemas.microsoft.com/office/drawing/2014/main" id="{78EA7090-8CF2-F990-66D8-A32510304B34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1" name="pg3286">
                <a:extLst>
                  <a:ext uri="{FF2B5EF4-FFF2-40B4-BE49-F238E27FC236}">
                    <a16:creationId xmlns:a16="http://schemas.microsoft.com/office/drawing/2014/main" id="{DFC88284-C82C-4DF0-6A58-0CC4FF820BD0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2" name="pg3287">
                <a:extLst>
                  <a:ext uri="{FF2B5EF4-FFF2-40B4-BE49-F238E27FC236}">
                    <a16:creationId xmlns:a16="http://schemas.microsoft.com/office/drawing/2014/main" id="{E08A0F21-7E47-C79B-B505-771C6F2A01C4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3" name="pg3288">
                <a:extLst>
                  <a:ext uri="{FF2B5EF4-FFF2-40B4-BE49-F238E27FC236}">
                    <a16:creationId xmlns:a16="http://schemas.microsoft.com/office/drawing/2014/main" id="{5D541A9C-E1ED-6A2D-EAF1-A50E44B5B7E1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4" name="pg3289">
                <a:extLst>
                  <a:ext uri="{FF2B5EF4-FFF2-40B4-BE49-F238E27FC236}">
                    <a16:creationId xmlns:a16="http://schemas.microsoft.com/office/drawing/2014/main" id="{3B8DA215-43B4-B0D2-A872-2E6DD945CAD5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5" name="pg3290">
                <a:extLst>
                  <a:ext uri="{FF2B5EF4-FFF2-40B4-BE49-F238E27FC236}">
                    <a16:creationId xmlns:a16="http://schemas.microsoft.com/office/drawing/2014/main" id="{B6604CE8-C375-57A0-FA37-5A5D887C6D35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6" name="pg3291">
                <a:extLst>
                  <a:ext uri="{FF2B5EF4-FFF2-40B4-BE49-F238E27FC236}">
                    <a16:creationId xmlns:a16="http://schemas.microsoft.com/office/drawing/2014/main" id="{32299C58-4E3C-023E-6857-DC7990C3B0C9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7" name="pg3292">
                <a:extLst>
                  <a:ext uri="{FF2B5EF4-FFF2-40B4-BE49-F238E27FC236}">
                    <a16:creationId xmlns:a16="http://schemas.microsoft.com/office/drawing/2014/main" id="{AA4DEB4D-76CF-B8FE-2DD5-7CA599DB96F5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8" name="pg3293">
                <a:extLst>
                  <a:ext uri="{FF2B5EF4-FFF2-40B4-BE49-F238E27FC236}">
                    <a16:creationId xmlns:a16="http://schemas.microsoft.com/office/drawing/2014/main" id="{E74FC8C5-FA5F-EEAE-341D-DEA872D43589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9" name="pg3294">
                <a:extLst>
                  <a:ext uri="{FF2B5EF4-FFF2-40B4-BE49-F238E27FC236}">
                    <a16:creationId xmlns:a16="http://schemas.microsoft.com/office/drawing/2014/main" id="{BD8F1574-EF8C-7E9C-E707-C10A7014DD25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0" name="pg3295">
                <a:extLst>
                  <a:ext uri="{FF2B5EF4-FFF2-40B4-BE49-F238E27FC236}">
                    <a16:creationId xmlns:a16="http://schemas.microsoft.com/office/drawing/2014/main" id="{B3D41DAE-DFDB-4849-5435-AD1969EBAE94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1" name="pg3296">
                <a:extLst>
                  <a:ext uri="{FF2B5EF4-FFF2-40B4-BE49-F238E27FC236}">
                    <a16:creationId xmlns:a16="http://schemas.microsoft.com/office/drawing/2014/main" id="{6D37BB45-0BF4-F9CF-BAEC-08F08AE8B83B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2" name="pg3297">
                <a:extLst>
                  <a:ext uri="{FF2B5EF4-FFF2-40B4-BE49-F238E27FC236}">
                    <a16:creationId xmlns:a16="http://schemas.microsoft.com/office/drawing/2014/main" id="{F73010A3-CBAB-B9EE-852E-07AF90360E60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3" name="pg3298">
                <a:extLst>
                  <a:ext uri="{FF2B5EF4-FFF2-40B4-BE49-F238E27FC236}">
                    <a16:creationId xmlns:a16="http://schemas.microsoft.com/office/drawing/2014/main" id="{21FC0CB7-8CE7-FCDC-6304-1E3B556FAB96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4" name="pg3299">
                <a:extLst>
                  <a:ext uri="{FF2B5EF4-FFF2-40B4-BE49-F238E27FC236}">
                    <a16:creationId xmlns:a16="http://schemas.microsoft.com/office/drawing/2014/main" id="{DBCBE9DA-8A18-9A73-F713-F92CF644F4BB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5" name="pg3300">
                <a:extLst>
                  <a:ext uri="{FF2B5EF4-FFF2-40B4-BE49-F238E27FC236}">
                    <a16:creationId xmlns:a16="http://schemas.microsoft.com/office/drawing/2014/main" id="{98435C81-8687-6652-C285-BCF3CEA9E6E7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6" name="pg3301">
                <a:extLst>
                  <a:ext uri="{FF2B5EF4-FFF2-40B4-BE49-F238E27FC236}">
                    <a16:creationId xmlns:a16="http://schemas.microsoft.com/office/drawing/2014/main" id="{4B83169B-5727-E356-FD7A-69AC8A89B1F5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7" name="pg3302">
                <a:extLst>
                  <a:ext uri="{FF2B5EF4-FFF2-40B4-BE49-F238E27FC236}">
                    <a16:creationId xmlns:a16="http://schemas.microsoft.com/office/drawing/2014/main" id="{98EC6D27-E508-652A-3482-8FBB71F32216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8" name="pg3303">
                <a:extLst>
                  <a:ext uri="{FF2B5EF4-FFF2-40B4-BE49-F238E27FC236}">
                    <a16:creationId xmlns:a16="http://schemas.microsoft.com/office/drawing/2014/main" id="{C0D6A0DE-7D04-1AC3-A235-1C0BF7B92725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9" name="pg3304">
                <a:extLst>
                  <a:ext uri="{FF2B5EF4-FFF2-40B4-BE49-F238E27FC236}">
                    <a16:creationId xmlns:a16="http://schemas.microsoft.com/office/drawing/2014/main" id="{921D24F7-8500-089E-D45A-F1743F5706B8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0" name="pg3305">
                <a:extLst>
                  <a:ext uri="{FF2B5EF4-FFF2-40B4-BE49-F238E27FC236}">
                    <a16:creationId xmlns:a16="http://schemas.microsoft.com/office/drawing/2014/main" id="{F5D70DD3-3886-1946-D768-356987B2D6B7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1" name="pg3306">
                <a:extLst>
                  <a:ext uri="{FF2B5EF4-FFF2-40B4-BE49-F238E27FC236}">
                    <a16:creationId xmlns:a16="http://schemas.microsoft.com/office/drawing/2014/main" id="{01EA9CDA-CD80-B5D3-7317-3F33EC51459E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2" name="pg3307">
                <a:extLst>
                  <a:ext uri="{FF2B5EF4-FFF2-40B4-BE49-F238E27FC236}">
                    <a16:creationId xmlns:a16="http://schemas.microsoft.com/office/drawing/2014/main" id="{6FA90E63-25E0-A636-0B82-AF089E728FCA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3" name="pg3308">
                <a:extLst>
                  <a:ext uri="{FF2B5EF4-FFF2-40B4-BE49-F238E27FC236}">
                    <a16:creationId xmlns:a16="http://schemas.microsoft.com/office/drawing/2014/main" id="{039306B5-B66B-0E71-1062-6581F2DC2D31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4" name="pg3309">
                <a:extLst>
                  <a:ext uri="{FF2B5EF4-FFF2-40B4-BE49-F238E27FC236}">
                    <a16:creationId xmlns:a16="http://schemas.microsoft.com/office/drawing/2014/main" id="{37DCAA85-FA4D-6336-B0C3-D262B8FC117D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5" name="pg3310">
                <a:extLst>
                  <a:ext uri="{FF2B5EF4-FFF2-40B4-BE49-F238E27FC236}">
                    <a16:creationId xmlns:a16="http://schemas.microsoft.com/office/drawing/2014/main" id="{713F6541-B646-1D57-1AF7-F1FF39CEC1C5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6" name="pg3311">
                <a:extLst>
                  <a:ext uri="{FF2B5EF4-FFF2-40B4-BE49-F238E27FC236}">
                    <a16:creationId xmlns:a16="http://schemas.microsoft.com/office/drawing/2014/main" id="{CC798AEF-2C25-AC84-7FB8-BD725E2F98B9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7" name="pg3312">
                <a:extLst>
                  <a:ext uri="{FF2B5EF4-FFF2-40B4-BE49-F238E27FC236}">
                    <a16:creationId xmlns:a16="http://schemas.microsoft.com/office/drawing/2014/main" id="{91F14A71-D515-CD19-A9FE-82AB66E7A008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8" name="pg3313">
                <a:extLst>
                  <a:ext uri="{FF2B5EF4-FFF2-40B4-BE49-F238E27FC236}">
                    <a16:creationId xmlns:a16="http://schemas.microsoft.com/office/drawing/2014/main" id="{F081CB20-3AA2-45F7-7772-10AD1A7AAB69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9" name="pg3314">
                <a:extLst>
                  <a:ext uri="{FF2B5EF4-FFF2-40B4-BE49-F238E27FC236}">
                    <a16:creationId xmlns:a16="http://schemas.microsoft.com/office/drawing/2014/main" id="{51874109-B040-C2D8-1986-5FD755F7B288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0" name="pg3315">
                <a:extLst>
                  <a:ext uri="{FF2B5EF4-FFF2-40B4-BE49-F238E27FC236}">
                    <a16:creationId xmlns:a16="http://schemas.microsoft.com/office/drawing/2014/main" id="{BD75033E-14D3-78AB-5AC2-023516511D37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1" name="pg3316">
                <a:extLst>
                  <a:ext uri="{FF2B5EF4-FFF2-40B4-BE49-F238E27FC236}">
                    <a16:creationId xmlns:a16="http://schemas.microsoft.com/office/drawing/2014/main" id="{ED575DB3-9A63-5CF2-7D20-44C169947CBC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2" name="pg3317">
                <a:extLst>
                  <a:ext uri="{FF2B5EF4-FFF2-40B4-BE49-F238E27FC236}">
                    <a16:creationId xmlns:a16="http://schemas.microsoft.com/office/drawing/2014/main" id="{71B9C276-6F89-C0E2-7290-5DAA43A50D7D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3" name="pg3318">
                <a:extLst>
                  <a:ext uri="{FF2B5EF4-FFF2-40B4-BE49-F238E27FC236}">
                    <a16:creationId xmlns:a16="http://schemas.microsoft.com/office/drawing/2014/main" id="{91D8F123-2C03-A9AF-EA13-AD942D9EEF4D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4" name="pg3319">
                <a:extLst>
                  <a:ext uri="{FF2B5EF4-FFF2-40B4-BE49-F238E27FC236}">
                    <a16:creationId xmlns:a16="http://schemas.microsoft.com/office/drawing/2014/main" id="{2BD21458-A6BC-33B5-3FE2-AB4C3222EC24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5" name="pg3320">
                <a:extLst>
                  <a:ext uri="{FF2B5EF4-FFF2-40B4-BE49-F238E27FC236}">
                    <a16:creationId xmlns:a16="http://schemas.microsoft.com/office/drawing/2014/main" id="{8F63837C-4450-C4EB-6FC7-5D73A4850595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6" name="pg3321">
                <a:extLst>
                  <a:ext uri="{FF2B5EF4-FFF2-40B4-BE49-F238E27FC236}">
                    <a16:creationId xmlns:a16="http://schemas.microsoft.com/office/drawing/2014/main" id="{D3C51F3C-7C81-8B58-94CB-12ABB73C1262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7" name="pg3322">
                <a:extLst>
                  <a:ext uri="{FF2B5EF4-FFF2-40B4-BE49-F238E27FC236}">
                    <a16:creationId xmlns:a16="http://schemas.microsoft.com/office/drawing/2014/main" id="{351692BA-8F97-EF23-18FD-426ECB14E06D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8" name="pg3323">
                <a:extLst>
                  <a:ext uri="{FF2B5EF4-FFF2-40B4-BE49-F238E27FC236}">
                    <a16:creationId xmlns:a16="http://schemas.microsoft.com/office/drawing/2014/main" id="{0B92F4E1-0A3F-6E48-A46E-3046B0C28904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9" name="pg3324">
                <a:extLst>
                  <a:ext uri="{FF2B5EF4-FFF2-40B4-BE49-F238E27FC236}">
                    <a16:creationId xmlns:a16="http://schemas.microsoft.com/office/drawing/2014/main" id="{817BE2E8-E85C-A3A2-93E9-C32EB3DDAF00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0" name="pg3325">
                <a:extLst>
                  <a:ext uri="{FF2B5EF4-FFF2-40B4-BE49-F238E27FC236}">
                    <a16:creationId xmlns:a16="http://schemas.microsoft.com/office/drawing/2014/main" id="{4F05AA91-98F7-6EC4-B732-8685699643FD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1" name="pg3326">
                <a:extLst>
                  <a:ext uri="{FF2B5EF4-FFF2-40B4-BE49-F238E27FC236}">
                    <a16:creationId xmlns:a16="http://schemas.microsoft.com/office/drawing/2014/main" id="{FFE97F0B-EA4C-2499-B9C8-C90579C5205C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2" name="pg3327">
                <a:extLst>
                  <a:ext uri="{FF2B5EF4-FFF2-40B4-BE49-F238E27FC236}">
                    <a16:creationId xmlns:a16="http://schemas.microsoft.com/office/drawing/2014/main" id="{6D5CDBA2-1933-EA33-4310-72DADD14C0D0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3" name="pg3328">
                <a:extLst>
                  <a:ext uri="{FF2B5EF4-FFF2-40B4-BE49-F238E27FC236}">
                    <a16:creationId xmlns:a16="http://schemas.microsoft.com/office/drawing/2014/main" id="{09FE6AB3-ABF6-7467-2D7B-BA42A6A2A7C4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4" name="pg3329">
                <a:extLst>
                  <a:ext uri="{FF2B5EF4-FFF2-40B4-BE49-F238E27FC236}">
                    <a16:creationId xmlns:a16="http://schemas.microsoft.com/office/drawing/2014/main" id="{434724AD-E378-3386-5503-931AE743E416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5" name="pg3330">
                <a:extLst>
                  <a:ext uri="{FF2B5EF4-FFF2-40B4-BE49-F238E27FC236}">
                    <a16:creationId xmlns:a16="http://schemas.microsoft.com/office/drawing/2014/main" id="{105DD436-C379-A9AF-E173-8D2F51D5F107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6" name="pg3331">
                <a:extLst>
                  <a:ext uri="{FF2B5EF4-FFF2-40B4-BE49-F238E27FC236}">
                    <a16:creationId xmlns:a16="http://schemas.microsoft.com/office/drawing/2014/main" id="{80143B0A-47D1-C2AF-08AD-ADEEF8305446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7" name="pg3332">
                <a:extLst>
                  <a:ext uri="{FF2B5EF4-FFF2-40B4-BE49-F238E27FC236}">
                    <a16:creationId xmlns:a16="http://schemas.microsoft.com/office/drawing/2014/main" id="{0C72444A-E67B-A6D8-CCF5-A9E57DDE4A63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8" name="pg3333">
                <a:extLst>
                  <a:ext uri="{FF2B5EF4-FFF2-40B4-BE49-F238E27FC236}">
                    <a16:creationId xmlns:a16="http://schemas.microsoft.com/office/drawing/2014/main" id="{B7F0E2E0-6A82-57CF-D851-649BA67D9B9B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9" name="pg3334">
                <a:extLst>
                  <a:ext uri="{FF2B5EF4-FFF2-40B4-BE49-F238E27FC236}">
                    <a16:creationId xmlns:a16="http://schemas.microsoft.com/office/drawing/2014/main" id="{E01BC373-598F-FC65-F4C1-AC070F505FFB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0" name="pg3335">
                <a:extLst>
                  <a:ext uri="{FF2B5EF4-FFF2-40B4-BE49-F238E27FC236}">
                    <a16:creationId xmlns:a16="http://schemas.microsoft.com/office/drawing/2014/main" id="{E1F84A5E-CB10-E708-2E68-F5C188ABE40A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1" name="pg3336">
                <a:extLst>
                  <a:ext uri="{FF2B5EF4-FFF2-40B4-BE49-F238E27FC236}">
                    <a16:creationId xmlns:a16="http://schemas.microsoft.com/office/drawing/2014/main" id="{AA896A80-E35C-CA0C-B630-7B5F5A313709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2" name="pg3337">
                <a:extLst>
                  <a:ext uri="{FF2B5EF4-FFF2-40B4-BE49-F238E27FC236}">
                    <a16:creationId xmlns:a16="http://schemas.microsoft.com/office/drawing/2014/main" id="{2249F2C4-C087-84B5-D1FF-6446DD51C1D6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3" name="pg3338">
                <a:extLst>
                  <a:ext uri="{FF2B5EF4-FFF2-40B4-BE49-F238E27FC236}">
                    <a16:creationId xmlns:a16="http://schemas.microsoft.com/office/drawing/2014/main" id="{D14B7C91-A1EE-08C2-87F2-A038528C1053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4" name="pg3339">
                <a:extLst>
                  <a:ext uri="{FF2B5EF4-FFF2-40B4-BE49-F238E27FC236}">
                    <a16:creationId xmlns:a16="http://schemas.microsoft.com/office/drawing/2014/main" id="{30983393-6A58-BE28-12F5-FF3ED43EA130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5" name="pg3340">
                <a:extLst>
                  <a:ext uri="{FF2B5EF4-FFF2-40B4-BE49-F238E27FC236}">
                    <a16:creationId xmlns:a16="http://schemas.microsoft.com/office/drawing/2014/main" id="{824E1D55-5B71-9917-0568-9D03052DBA51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6" name="pg3341">
                <a:extLst>
                  <a:ext uri="{FF2B5EF4-FFF2-40B4-BE49-F238E27FC236}">
                    <a16:creationId xmlns:a16="http://schemas.microsoft.com/office/drawing/2014/main" id="{84772AB7-942B-1D72-6073-27E110214D62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7" name="pg3342">
                <a:extLst>
                  <a:ext uri="{FF2B5EF4-FFF2-40B4-BE49-F238E27FC236}">
                    <a16:creationId xmlns:a16="http://schemas.microsoft.com/office/drawing/2014/main" id="{0A6A47A9-9777-738A-34F7-F5C72E92C48C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8" name="pg3343">
                <a:extLst>
                  <a:ext uri="{FF2B5EF4-FFF2-40B4-BE49-F238E27FC236}">
                    <a16:creationId xmlns:a16="http://schemas.microsoft.com/office/drawing/2014/main" id="{466B42D8-D3C7-8D6F-68DD-46E95E7189F8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9" name="pg3344">
                <a:extLst>
                  <a:ext uri="{FF2B5EF4-FFF2-40B4-BE49-F238E27FC236}">
                    <a16:creationId xmlns:a16="http://schemas.microsoft.com/office/drawing/2014/main" id="{2EE5E370-CBB5-0919-59EF-13998F663133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0" name="pg3345">
                <a:extLst>
                  <a:ext uri="{FF2B5EF4-FFF2-40B4-BE49-F238E27FC236}">
                    <a16:creationId xmlns:a16="http://schemas.microsoft.com/office/drawing/2014/main" id="{587AD638-10A9-73EC-400C-B2CE000262FE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1" name="pg3346">
                <a:extLst>
                  <a:ext uri="{FF2B5EF4-FFF2-40B4-BE49-F238E27FC236}">
                    <a16:creationId xmlns:a16="http://schemas.microsoft.com/office/drawing/2014/main" id="{2D614E4D-397A-2F16-6C16-4891A804B093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2" name="pg3347">
                <a:extLst>
                  <a:ext uri="{FF2B5EF4-FFF2-40B4-BE49-F238E27FC236}">
                    <a16:creationId xmlns:a16="http://schemas.microsoft.com/office/drawing/2014/main" id="{D7C4E5B2-3808-FFE3-348C-C8B4EA8761DD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3" name="pg3348">
                <a:extLst>
                  <a:ext uri="{FF2B5EF4-FFF2-40B4-BE49-F238E27FC236}">
                    <a16:creationId xmlns:a16="http://schemas.microsoft.com/office/drawing/2014/main" id="{EF6718E1-98E7-333F-9CC6-5AE858D170CE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4" name="pg3349">
                <a:extLst>
                  <a:ext uri="{FF2B5EF4-FFF2-40B4-BE49-F238E27FC236}">
                    <a16:creationId xmlns:a16="http://schemas.microsoft.com/office/drawing/2014/main" id="{0193A880-B32E-3443-BCBF-1F19114B3BE4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5" name="pg3350">
                <a:extLst>
                  <a:ext uri="{FF2B5EF4-FFF2-40B4-BE49-F238E27FC236}">
                    <a16:creationId xmlns:a16="http://schemas.microsoft.com/office/drawing/2014/main" id="{32E6EBB2-0B0B-6CED-4B0A-4FBE970389CC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6" name="pg3351">
                <a:extLst>
                  <a:ext uri="{FF2B5EF4-FFF2-40B4-BE49-F238E27FC236}">
                    <a16:creationId xmlns:a16="http://schemas.microsoft.com/office/drawing/2014/main" id="{DBAA7FF3-32E3-EBD7-A379-66B895823437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7" name="pg3352">
                <a:extLst>
                  <a:ext uri="{FF2B5EF4-FFF2-40B4-BE49-F238E27FC236}">
                    <a16:creationId xmlns:a16="http://schemas.microsoft.com/office/drawing/2014/main" id="{B4B98703-0136-65EB-6931-A7AB857B6FC8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8" name="pg3353">
                <a:extLst>
                  <a:ext uri="{FF2B5EF4-FFF2-40B4-BE49-F238E27FC236}">
                    <a16:creationId xmlns:a16="http://schemas.microsoft.com/office/drawing/2014/main" id="{D9CA0ED6-009B-FAA9-B8E4-6EDC0ABB7068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9" name="pg3354">
                <a:extLst>
                  <a:ext uri="{FF2B5EF4-FFF2-40B4-BE49-F238E27FC236}">
                    <a16:creationId xmlns:a16="http://schemas.microsoft.com/office/drawing/2014/main" id="{F6A145E2-420B-40FD-96A5-C4EE5322D303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0" name="pg3355">
                <a:extLst>
                  <a:ext uri="{FF2B5EF4-FFF2-40B4-BE49-F238E27FC236}">
                    <a16:creationId xmlns:a16="http://schemas.microsoft.com/office/drawing/2014/main" id="{36BDCDF9-6ACD-CA9C-AD1C-F9443A9D4347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1" name="pg3356">
                <a:extLst>
                  <a:ext uri="{FF2B5EF4-FFF2-40B4-BE49-F238E27FC236}">
                    <a16:creationId xmlns:a16="http://schemas.microsoft.com/office/drawing/2014/main" id="{6B6A187F-168A-4AFA-3FBD-8CFC2C61F7A1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2" name="pg3357">
                <a:extLst>
                  <a:ext uri="{FF2B5EF4-FFF2-40B4-BE49-F238E27FC236}">
                    <a16:creationId xmlns:a16="http://schemas.microsoft.com/office/drawing/2014/main" id="{8BE82797-A957-D880-58E7-24912110E02A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3" name="pg3358">
                <a:extLst>
                  <a:ext uri="{FF2B5EF4-FFF2-40B4-BE49-F238E27FC236}">
                    <a16:creationId xmlns:a16="http://schemas.microsoft.com/office/drawing/2014/main" id="{01FADC16-BC63-6737-B3A0-8AE5EEE4CDD4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4" name="pg3359">
                <a:extLst>
                  <a:ext uri="{FF2B5EF4-FFF2-40B4-BE49-F238E27FC236}">
                    <a16:creationId xmlns:a16="http://schemas.microsoft.com/office/drawing/2014/main" id="{656D5FDA-1E9F-5E29-4BF4-914A214352B3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5" name="pg3360">
                <a:extLst>
                  <a:ext uri="{FF2B5EF4-FFF2-40B4-BE49-F238E27FC236}">
                    <a16:creationId xmlns:a16="http://schemas.microsoft.com/office/drawing/2014/main" id="{0B9094E8-C0AD-50B0-1331-3AE60894A64A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6" name="pg3361">
                <a:extLst>
                  <a:ext uri="{FF2B5EF4-FFF2-40B4-BE49-F238E27FC236}">
                    <a16:creationId xmlns:a16="http://schemas.microsoft.com/office/drawing/2014/main" id="{CCB1EB06-8405-119C-EA08-ED83FFEB3FE8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7" name="pg3362">
                <a:extLst>
                  <a:ext uri="{FF2B5EF4-FFF2-40B4-BE49-F238E27FC236}">
                    <a16:creationId xmlns:a16="http://schemas.microsoft.com/office/drawing/2014/main" id="{BAFC0D42-E22C-E195-780B-AB4C96FFC0ED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8" name="pg3363">
                <a:extLst>
                  <a:ext uri="{FF2B5EF4-FFF2-40B4-BE49-F238E27FC236}">
                    <a16:creationId xmlns:a16="http://schemas.microsoft.com/office/drawing/2014/main" id="{DF9093FA-7030-1B1E-94F1-9360502813F6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9" name="pg3364">
                <a:extLst>
                  <a:ext uri="{FF2B5EF4-FFF2-40B4-BE49-F238E27FC236}">
                    <a16:creationId xmlns:a16="http://schemas.microsoft.com/office/drawing/2014/main" id="{C952EBAA-98BC-966F-AFFA-3EE3236A17AA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0" name="pg3365">
                <a:extLst>
                  <a:ext uri="{FF2B5EF4-FFF2-40B4-BE49-F238E27FC236}">
                    <a16:creationId xmlns:a16="http://schemas.microsoft.com/office/drawing/2014/main" id="{6C1A8F45-3C89-139D-9CC4-E914875C18AC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1" name="pg3366">
                <a:extLst>
                  <a:ext uri="{FF2B5EF4-FFF2-40B4-BE49-F238E27FC236}">
                    <a16:creationId xmlns:a16="http://schemas.microsoft.com/office/drawing/2014/main" id="{80018D69-4889-882A-33E3-82EF7A26C54F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2" name="pg3367">
                <a:extLst>
                  <a:ext uri="{FF2B5EF4-FFF2-40B4-BE49-F238E27FC236}">
                    <a16:creationId xmlns:a16="http://schemas.microsoft.com/office/drawing/2014/main" id="{BCEBB977-0897-5AF8-6D7C-444AFD02702A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3" name="pg3368">
                <a:extLst>
                  <a:ext uri="{FF2B5EF4-FFF2-40B4-BE49-F238E27FC236}">
                    <a16:creationId xmlns:a16="http://schemas.microsoft.com/office/drawing/2014/main" id="{0EA3B038-F02D-684F-E589-F141578AFAD7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4" name="pg3369">
                <a:extLst>
                  <a:ext uri="{FF2B5EF4-FFF2-40B4-BE49-F238E27FC236}">
                    <a16:creationId xmlns:a16="http://schemas.microsoft.com/office/drawing/2014/main" id="{84ADB5D8-E1BB-1BCF-330E-B6C3705D050D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5" name="pg3370">
                <a:extLst>
                  <a:ext uri="{FF2B5EF4-FFF2-40B4-BE49-F238E27FC236}">
                    <a16:creationId xmlns:a16="http://schemas.microsoft.com/office/drawing/2014/main" id="{2E76A9C4-F1C5-9E9B-B781-C8EC17E232D4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6" name="pg3371">
                <a:extLst>
                  <a:ext uri="{FF2B5EF4-FFF2-40B4-BE49-F238E27FC236}">
                    <a16:creationId xmlns:a16="http://schemas.microsoft.com/office/drawing/2014/main" id="{700F7C4C-842A-F108-7450-F6BBE350293F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7" name="pg3372">
                <a:extLst>
                  <a:ext uri="{FF2B5EF4-FFF2-40B4-BE49-F238E27FC236}">
                    <a16:creationId xmlns:a16="http://schemas.microsoft.com/office/drawing/2014/main" id="{006C8361-E98B-97D5-24BE-5CC30817E7A5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8" name="pg3373">
                <a:extLst>
                  <a:ext uri="{FF2B5EF4-FFF2-40B4-BE49-F238E27FC236}">
                    <a16:creationId xmlns:a16="http://schemas.microsoft.com/office/drawing/2014/main" id="{701B7ECA-93EC-D73E-19A5-9834420852E2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9" name="pg3374">
                <a:extLst>
                  <a:ext uri="{FF2B5EF4-FFF2-40B4-BE49-F238E27FC236}">
                    <a16:creationId xmlns:a16="http://schemas.microsoft.com/office/drawing/2014/main" id="{3237C318-AA01-D496-B0E6-4A739B320852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0" name="pg3375">
                <a:extLst>
                  <a:ext uri="{FF2B5EF4-FFF2-40B4-BE49-F238E27FC236}">
                    <a16:creationId xmlns:a16="http://schemas.microsoft.com/office/drawing/2014/main" id="{51474785-DD85-C6F3-AB51-57D5A59A56EA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1" name="pg3376">
                <a:extLst>
                  <a:ext uri="{FF2B5EF4-FFF2-40B4-BE49-F238E27FC236}">
                    <a16:creationId xmlns:a16="http://schemas.microsoft.com/office/drawing/2014/main" id="{9AEBD8FD-713E-4857-8373-7AB42C160175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2" name="pg3377">
                <a:extLst>
                  <a:ext uri="{FF2B5EF4-FFF2-40B4-BE49-F238E27FC236}">
                    <a16:creationId xmlns:a16="http://schemas.microsoft.com/office/drawing/2014/main" id="{A8C4602E-AB83-4D86-B471-F1F3161D56E1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3" name="pg3378">
                <a:extLst>
                  <a:ext uri="{FF2B5EF4-FFF2-40B4-BE49-F238E27FC236}">
                    <a16:creationId xmlns:a16="http://schemas.microsoft.com/office/drawing/2014/main" id="{2B2DFEAD-92AD-96C1-3D4B-ADB18187D1E1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4" name="pg3379">
                <a:extLst>
                  <a:ext uri="{FF2B5EF4-FFF2-40B4-BE49-F238E27FC236}">
                    <a16:creationId xmlns:a16="http://schemas.microsoft.com/office/drawing/2014/main" id="{EC9EA95E-D4F2-1854-AA07-BD21A37FD6FD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5" name="pg3380">
                <a:extLst>
                  <a:ext uri="{FF2B5EF4-FFF2-40B4-BE49-F238E27FC236}">
                    <a16:creationId xmlns:a16="http://schemas.microsoft.com/office/drawing/2014/main" id="{93ECA14C-FBA5-60EC-39CE-9D6E90F7D875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6" name="pg3381">
                <a:extLst>
                  <a:ext uri="{FF2B5EF4-FFF2-40B4-BE49-F238E27FC236}">
                    <a16:creationId xmlns:a16="http://schemas.microsoft.com/office/drawing/2014/main" id="{3E28883E-B433-66CB-9373-FEF45DFA8D67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7" name="pg3382">
                <a:extLst>
                  <a:ext uri="{FF2B5EF4-FFF2-40B4-BE49-F238E27FC236}">
                    <a16:creationId xmlns:a16="http://schemas.microsoft.com/office/drawing/2014/main" id="{89ACF0E6-68F1-2DC8-210B-50B94E3F9268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8" name="pg3383">
                <a:extLst>
                  <a:ext uri="{FF2B5EF4-FFF2-40B4-BE49-F238E27FC236}">
                    <a16:creationId xmlns:a16="http://schemas.microsoft.com/office/drawing/2014/main" id="{1523508D-0917-A4C6-42BB-3A36FE82AE8F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9" name="pg3384">
                <a:extLst>
                  <a:ext uri="{FF2B5EF4-FFF2-40B4-BE49-F238E27FC236}">
                    <a16:creationId xmlns:a16="http://schemas.microsoft.com/office/drawing/2014/main" id="{CF0245A5-AC78-310F-66A4-991FDD676E77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0" name="pg3385">
                <a:extLst>
                  <a:ext uri="{FF2B5EF4-FFF2-40B4-BE49-F238E27FC236}">
                    <a16:creationId xmlns:a16="http://schemas.microsoft.com/office/drawing/2014/main" id="{FF1ED8D6-E4C7-241E-B9DB-4CB317233A40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1" name="pg3386">
                <a:extLst>
                  <a:ext uri="{FF2B5EF4-FFF2-40B4-BE49-F238E27FC236}">
                    <a16:creationId xmlns:a16="http://schemas.microsoft.com/office/drawing/2014/main" id="{89D4622D-56D8-BDBE-3D60-FCC1765B4FB6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2" name="pg3387">
                <a:extLst>
                  <a:ext uri="{FF2B5EF4-FFF2-40B4-BE49-F238E27FC236}">
                    <a16:creationId xmlns:a16="http://schemas.microsoft.com/office/drawing/2014/main" id="{B44768BE-EB38-A97B-7383-292E7AB3952B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3" name="pg3388">
                <a:extLst>
                  <a:ext uri="{FF2B5EF4-FFF2-40B4-BE49-F238E27FC236}">
                    <a16:creationId xmlns:a16="http://schemas.microsoft.com/office/drawing/2014/main" id="{9A4CDD1B-5761-A113-3ECC-C520D569FB22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4" name="pg3389">
                <a:extLst>
                  <a:ext uri="{FF2B5EF4-FFF2-40B4-BE49-F238E27FC236}">
                    <a16:creationId xmlns:a16="http://schemas.microsoft.com/office/drawing/2014/main" id="{35044980-8443-C56F-B7C6-89A357D222C3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5" name="pg3390">
                <a:extLst>
                  <a:ext uri="{FF2B5EF4-FFF2-40B4-BE49-F238E27FC236}">
                    <a16:creationId xmlns:a16="http://schemas.microsoft.com/office/drawing/2014/main" id="{88A384B8-FAB9-DA86-4F09-A6968EBC49EC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6" name="pg3391">
                <a:extLst>
                  <a:ext uri="{FF2B5EF4-FFF2-40B4-BE49-F238E27FC236}">
                    <a16:creationId xmlns:a16="http://schemas.microsoft.com/office/drawing/2014/main" id="{F2A5CF66-E287-4247-9753-D153F78B2137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7" name="pg3392">
                <a:extLst>
                  <a:ext uri="{FF2B5EF4-FFF2-40B4-BE49-F238E27FC236}">
                    <a16:creationId xmlns:a16="http://schemas.microsoft.com/office/drawing/2014/main" id="{2D0A903D-90B4-957B-BA7D-761CCC014130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8" name="pg3393">
                <a:extLst>
                  <a:ext uri="{FF2B5EF4-FFF2-40B4-BE49-F238E27FC236}">
                    <a16:creationId xmlns:a16="http://schemas.microsoft.com/office/drawing/2014/main" id="{E157F173-3B0D-2325-29C2-356F45948795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9" name="pg3394">
                <a:extLst>
                  <a:ext uri="{FF2B5EF4-FFF2-40B4-BE49-F238E27FC236}">
                    <a16:creationId xmlns:a16="http://schemas.microsoft.com/office/drawing/2014/main" id="{E3A312EA-E311-E2C3-919E-86266BDEF008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0" name="pg3395">
                <a:extLst>
                  <a:ext uri="{FF2B5EF4-FFF2-40B4-BE49-F238E27FC236}">
                    <a16:creationId xmlns:a16="http://schemas.microsoft.com/office/drawing/2014/main" id="{5197F63E-A705-95B4-9FE1-0A87A0581685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1" name="pg3396">
                <a:extLst>
                  <a:ext uri="{FF2B5EF4-FFF2-40B4-BE49-F238E27FC236}">
                    <a16:creationId xmlns:a16="http://schemas.microsoft.com/office/drawing/2014/main" id="{A97FDD96-8DCA-1114-990D-AABEAB3861F2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2" name="pg3397">
                <a:extLst>
                  <a:ext uri="{FF2B5EF4-FFF2-40B4-BE49-F238E27FC236}">
                    <a16:creationId xmlns:a16="http://schemas.microsoft.com/office/drawing/2014/main" id="{AE53D07F-CB74-36EB-420A-84CD6A723B4F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3" name="pg3398">
                <a:extLst>
                  <a:ext uri="{FF2B5EF4-FFF2-40B4-BE49-F238E27FC236}">
                    <a16:creationId xmlns:a16="http://schemas.microsoft.com/office/drawing/2014/main" id="{25399BD8-8E6F-6775-6C7C-FB020990BF1F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4" name="pg3399">
                <a:extLst>
                  <a:ext uri="{FF2B5EF4-FFF2-40B4-BE49-F238E27FC236}">
                    <a16:creationId xmlns:a16="http://schemas.microsoft.com/office/drawing/2014/main" id="{35F235E4-2209-94E1-354B-7FDC9D5165CD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5" name="pg3400">
                <a:extLst>
                  <a:ext uri="{FF2B5EF4-FFF2-40B4-BE49-F238E27FC236}">
                    <a16:creationId xmlns:a16="http://schemas.microsoft.com/office/drawing/2014/main" id="{DB3CD3B3-9DD4-CF60-5A7C-8EF907B50F31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6" name="pg3401">
                <a:extLst>
                  <a:ext uri="{FF2B5EF4-FFF2-40B4-BE49-F238E27FC236}">
                    <a16:creationId xmlns:a16="http://schemas.microsoft.com/office/drawing/2014/main" id="{5380A6CC-CE06-9778-90A3-320AAB5397CA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7" name="pg3402">
                <a:extLst>
                  <a:ext uri="{FF2B5EF4-FFF2-40B4-BE49-F238E27FC236}">
                    <a16:creationId xmlns:a16="http://schemas.microsoft.com/office/drawing/2014/main" id="{05B8D503-1CC8-C3C4-7F59-8A988372BB70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8" name="pg3403">
                <a:extLst>
                  <a:ext uri="{FF2B5EF4-FFF2-40B4-BE49-F238E27FC236}">
                    <a16:creationId xmlns:a16="http://schemas.microsoft.com/office/drawing/2014/main" id="{BD7C96CE-4AFC-E350-F575-C295B61AFF3B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9" name="pg3404">
                <a:extLst>
                  <a:ext uri="{FF2B5EF4-FFF2-40B4-BE49-F238E27FC236}">
                    <a16:creationId xmlns:a16="http://schemas.microsoft.com/office/drawing/2014/main" id="{78FFC147-C8F8-9F24-8679-BC2C522F840D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0" name="pg3405">
                <a:extLst>
                  <a:ext uri="{FF2B5EF4-FFF2-40B4-BE49-F238E27FC236}">
                    <a16:creationId xmlns:a16="http://schemas.microsoft.com/office/drawing/2014/main" id="{97F3B8FB-C2D3-2508-E530-598BE56598A3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1" name="pg3406">
                <a:extLst>
                  <a:ext uri="{FF2B5EF4-FFF2-40B4-BE49-F238E27FC236}">
                    <a16:creationId xmlns:a16="http://schemas.microsoft.com/office/drawing/2014/main" id="{3D740567-4C1D-727C-182E-D701E8A72B8D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2" name="pg3407">
                <a:extLst>
                  <a:ext uri="{FF2B5EF4-FFF2-40B4-BE49-F238E27FC236}">
                    <a16:creationId xmlns:a16="http://schemas.microsoft.com/office/drawing/2014/main" id="{A18E4D22-98A6-57BC-7DDA-4DD99597C8F5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3" name="pg3408">
                <a:extLst>
                  <a:ext uri="{FF2B5EF4-FFF2-40B4-BE49-F238E27FC236}">
                    <a16:creationId xmlns:a16="http://schemas.microsoft.com/office/drawing/2014/main" id="{AC9D113F-74BB-1CE5-33D9-A0DC2F6611AD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4" name="pg3409">
                <a:extLst>
                  <a:ext uri="{FF2B5EF4-FFF2-40B4-BE49-F238E27FC236}">
                    <a16:creationId xmlns:a16="http://schemas.microsoft.com/office/drawing/2014/main" id="{DF6B1554-5F90-A78F-B0BD-6D46080A39D1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5" name="pg3410">
                <a:extLst>
                  <a:ext uri="{FF2B5EF4-FFF2-40B4-BE49-F238E27FC236}">
                    <a16:creationId xmlns:a16="http://schemas.microsoft.com/office/drawing/2014/main" id="{C525B75F-3986-C6F7-D8A1-518912C7608C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6" name="pg3411">
                <a:extLst>
                  <a:ext uri="{FF2B5EF4-FFF2-40B4-BE49-F238E27FC236}">
                    <a16:creationId xmlns:a16="http://schemas.microsoft.com/office/drawing/2014/main" id="{AC33FEF6-E882-B5ED-1D32-4B5134425B33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7" name="pg3412">
                <a:extLst>
                  <a:ext uri="{FF2B5EF4-FFF2-40B4-BE49-F238E27FC236}">
                    <a16:creationId xmlns:a16="http://schemas.microsoft.com/office/drawing/2014/main" id="{EE250963-1C92-1E64-7EC1-987D76281A5C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8" name="pg3413">
                <a:extLst>
                  <a:ext uri="{FF2B5EF4-FFF2-40B4-BE49-F238E27FC236}">
                    <a16:creationId xmlns:a16="http://schemas.microsoft.com/office/drawing/2014/main" id="{19E5826E-95AF-807A-8264-2AC702D229D7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9" name="pg3414">
                <a:extLst>
                  <a:ext uri="{FF2B5EF4-FFF2-40B4-BE49-F238E27FC236}">
                    <a16:creationId xmlns:a16="http://schemas.microsoft.com/office/drawing/2014/main" id="{8F5E9B82-79F8-26D3-B7A1-F8FEBC33665B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0" name="pg3415">
                <a:extLst>
                  <a:ext uri="{FF2B5EF4-FFF2-40B4-BE49-F238E27FC236}">
                    <a16:creationId xmlns:a16="http://schemas.microsoft.com/office/drawing/2014/main" id="{5B61EDD2-929C-0EA5-4A2D-D330831BA1FA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1" name="pg3416">
                <a:extLst>
                  <a:ext uri="{FF2B5EF4-FFF2-40B4-BE49-F238E27FC236}">
                    <a16:creationId xmlns:a16="http://schemas.microsoft.com/office/drawing/2014/main" id="{39497EE7-73C0-448B-7A8D-CD75744A6EB2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2" name="pg3417">
                <a:extLst>
                  <a:ext uri="{FF2B5EF4-FFF2-40B4-BE49-F238E27FC236}">
                    <a16:creationId xmlns:a16="http://schemas.microsoft.com/office/drawing/2014/main" id="{1A8D118E-3E52-73CE-D26F-FB06727D8ACA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3" name="pg3418">
                <a:extLst>
                  <a:ext uri="{FF2B5EF4-FFF2-40B4-BE49-F238E27FC236}">
                    <a16:creationId xmlns:a16="http://schemas.microsoft.com/office/drawing/2014/main" id="{3816ECF8-E8D6-6A6E-DDB0-CB6E3B1A4155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4" name="pg3419">
                <a:extLst>
                  <a:ext uri="{FF2B5EF4-FFF2-40B4-BE49-F238E27FC236}">
                    <a16:creationId xmlns:a16="http://schemas.microsoft.com/office/drawing/2014/main" id="{17418E6F-B1DE-2840-6CB7-83438DE413C4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5" name="pg3420">
                <a:extLst>
                  <a:ext uri="{FF2B5EF4-FFF2-40B4-BE49-F238E27FC236}">
                    <a16:creationId xmlns:a16="http://schemas.microsoft.com/office/drawing/2014/main" id="{DED36805-5F4A-4D0D-A4F6-74F097C42BAF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6" name="pg3421">
                <a:extLst>
                  <a:ext uri="{FF2B5EF4-FFF2-40B4-BE49-F238E27FC236}">
                    <a16:creationId xmlns:a16="http://schemas.microsoft.com/office/drawing/2014/main" id="{52F8583F-7574-D11C-F1E0-919BBCA14C58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7" name="pg3422">
                <a:extLst>
                  <a:ext uri="{FF2B5EF4-FFF2-40B4-BE49-F238E27FC236}">
                    <a16:creationId xmlns:a16="http://schemas.microsoft.com/office/drawing/2014/main" id="{E481B331-3B3E-399B-C74C-8D1D42A6A5EA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8" name="pg3423">
                <a:extLst>
                  <a:ext uri="{FF2B5EF4-FFF2-40B4-BE49-F238E27FC236}">
                    <a16:creationId xmlns:a16="http://schemas.microsoft.com/office/drawing/2014/main" id="{1E13B4A3-BCA7-5665-BCE0-702D054BCCB6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9" name="pg3424">
                <a:extLst>
                  <a:ext uri="{FF2B5EF4-FFF2-40B4-BE49-F238E27FC236}">
                    <a16:creationId xmlns:a16="http://schemas.microsoft.com/office/drawing/2014/main" id="{05B9DFD0-6A63-32FE-4065-FECD58B2DD9F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0" name="pg3425">
                <a:extLst>
                  <a:ext uri="{FF2B5EF4-FFF2-40B4-BE49-F238E27FC236}">
                    <a16:creationId xmlns:a16="http://schemas.microsoft.com/office/drawing/2014/main" id="{9F2E6799-84DA-ED69-A950-DF7011B51F8B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1" name="pg3426">
                <a:extLst>
                  <a:ext uri="{FF2B5EF4-FFF2-40B4-BE49-F238E27FC236}">
                    <a16:creationId xmlns:a16="http://schemas.microsoft.com/office/drawing/2014/main" id="{9928B2BD-5466-389E-7A78-AE3064446C33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2" name="pg3427">
                <a:extLst>
                  <a:ext uri="{FF2B5EF4-FFF2-40B4-BE49-F238E27FC236}">
                    <a16:creationId xmlns:a16="http://schemas.microsoft.com/office/drawing/2014/main" id="{BFB85FF1-A3AE-5BAD-7C36-2064220A797B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3" name="pg3428">
                <a:extLst>
                  <a:ext uri="{FF2B5EF4-FFF2-40B4-BE49-F238E27FC236}">
                    <a16:creationId xmlns:a16="http://schemas.microsoft.com/office/drawing/2014/main" id="{3CFAE838-50EB-C62A-EF04-1E47534EA993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4" name="pg3429">
                <a:extLst>
                  <a:ext uri="{FF2B5EF4-FFF2-40B4-BE49-F238E27FC236}">
                    <a16:creationId xmlns:a16="http://schemas.microsoft.com/office/drawing/2014/main" id="{40F70356-05F0-C4A0-5514-DCE4B23DDAC8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5" name="pg3430">
                <a:extLst>
                  <a:ext uri="{FF2B5EF4-FFF2-40B4-BE49-F238E27FC236}">
                    <a16:creationId xmlns:a16="http://schemas.microsoft.com/office/drawing/2014/main" id="{89CB9A65-C588-17DA-C6B6-1D0E3B03890E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6" name="pg3431">
                <a:extLst>
                  <a:ext uri="{FF2B5EF4-FFF2-40B4-BE49-F238E27FC236}">
                    <a16:creationId xmlns:a16="http://schemas.microsoft.com/office/drawing/2014/main" id="{A947FD2B-A8D7-16C5-904A-A3E2D61EC107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7" name="pg3432">
                <a:extLst>
                  <a:ext uri="{FF2B5EF4-FFF2-40B4-BE49-F238E27FC236}">
                    <a16:creationId xmlns:a16="http://schemas.microsoft.com/office/drawing/2014/main" id="{AA67E99C-8E43-1517-F310-620469A53FB3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8" name="pg3433">
                <a:extLst>
                  <a:ext uri="{FF2B5EF4-FFF2-40B4-BE49-F238E27FC236}">
                    <a16:creationId xmlns:a16="http://schemas.microsoft.com/office/drawing/2014/main" id="{03B60B95-D0AE-0E48-4E74-E3DB40868F30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9" name="pg3434">
                <a:extLst>
                  <a:ext uri="{FF2B5EF4-FFF2-40B4-BE49-F238E27FC236}">
                    <a16:creationId xmlns:a16="http://schemas.microsoft.com/office/drawing/2014/main" id="{24BFD20D-5FF7-502D-4B04-7CFBC3946275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0" name="pg3435">
                <a:extLst>
                  <a:ext uri="{FF2B5EF4-FFF2-40B4-BE49-F238E27FC236}">
                    <a16:creationId xmlns:a16="http://schemas.microsoft.com/office/drawing/2014/main" id="{728CA2E5-F94F-A29F-6894-1D8305E99370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1" name="pg3436">
                <a:extLst>
                  <a:ext uri="{FF2B5EF4-FFF2-40B4-BE49-F238E27FC236}">
                    <a16:creationId xmlns:a16="http://schemas.microsoft.com/office/drawing/2014/main" id="{CD3AB372-E741-9C8C-A44E-951E38B4CA52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2" name="pg3437">
                <a:extLst>
                  <a:ext uri="{FF2B5EF4-FFF2-40B4-BE49-F238E27FC236}">
                    <a16:creationId xmlns:a16="http://schemas.microsoft.com/office/drawing/2014/main" id="{1985C38B-4C3A-018B-2392-523889713359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3" name="pg3438">
                <a:extLst>
                  <a:ext uri="{FF2B5EF4-FFF2-40B4-BE49-F238E27FC236}">
                    <a16:creationId xmlns:a16="http://schemas.microsoft.com/office/drawing/2014/main" id="{0FED998A-92CB-FE52-80E3-C2BCBF1EE5F9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4" name="pg3439">
                <a:extLst>
                  <a:ext uri="{FF2B5EF4-FFF2-40B4-BE49-F238E27FC236}">
                    <a16:creationId xmlns:a16="http://schemas.microsoft.com/office/drawing/2014/main" id="{A356666A-6819-6FCF-7D31-4D9E2D7904DC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5" name="pg3440">
                <a:extLst>
                  <a:ext uri="{FF2B5EF4-FFF2-40B4-BE49-F238E27FC236}">
                    <a16:creationId xmlns:a16="http://schemas.microsoft.com/office/drawing/2014/main" id="{799CD0AC-0495-A657-FC75-A92D917E7F76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6" name="pg3441">
                <a:extLst>
                  <a:ext uri="{FF2B5EF4-FFF2-40B4-BE49-F238E27FC236}">
                    <a16:creationId xmlns:a16="http://schemas.microsoft.com/office/drawing/2014/main" id="{BC3721FB-09B3-B2A5-AD2F-29B464F8B4F3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7" name="pg3442">
                <a:extLst>
                  <a:ext uri="{FF2B5EF4-FFF2-40B4-BE49-F238E27FC236}">
                    <a16:creationId xmlns:a16="http://schemas.microsoft.com/office/drawing/2014/main" id="{608BE3D6-572B-1A87-5634-1912F98D080F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8" name="pg3443">
                <a:extLst>
                  <a:ext uri="{FF2B5EF4-FFF2-40B4-BE49-F238E27FC236}">
                    <a16:creationId xmlns:a16="http://schemas.microsoft.com/office/drawing/2014/main" id="{FB85D9AB-DE9A-7B87-B497-4312FA21580F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9" name="pg3444">
                <a:extLst>
                  <a:ext uri="{FF2B5EF4-FFF2-40B4-BE49-F238E27FC236}">
                    <a16:creationId xmlns:a16="http://schemas.microsoft.com/office/drawing/2014/main" id="{F1544A02-DA6A-FDCA-692C-3E55884AB83B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0" name="pg3445">
                <a:extLst>
                  <a:ext uri="{FF2B5EF4-FFF2-40B4-BE49-F238E27FC236}">
                    <a16:creationId xmlns:a16="http://schemas.microsoft.com/office/drawing/2014/main" id="{4212B860-2B8B-6277-A993-F47008B5E00F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1" name="pg3446">
                <a:extLst>
                  <a:ext uri="{FF2B5EF4-FFF2-40B4-BE49-F238E27FC236}">
                    <a16:creationId xmlns:a16="http://schemas.microsoft.com/office/drawing/2014/main" id="{753E4BC2-30B2-4D83-360B-92DAEEDF5372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2" name="pg3447">
                <a:extLst>
                  <a:ext uri="{FF2B5EF4-FFF2-40B4-BE49-F238E27FC236}">
                    <a16:creationId xmlns:a16="http://schemas.microsoft.com/office/drawing/2014/main" id="{509242B2-7EF6-DB48-A724-65866109D47A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3" name="pg3448">
                <a:extLst>
                  <a:ext uri="{FF2B5EF4-FFF2-40B4-BE49-F238E27FC236}">
                    <a16:creationId xmlns:a16="http://schemas.microsoft.com/office/drawing/2014/main" id="{8F4A818F-3045-E722-4FED-5EB538B45358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4" name="pg3449">
                <a:extLst>
                  <a:ext uri="{FF2B5EF4-FFF2-40B4-BE49-F238E27FC236}">
                    <a16:creationId xmlns:a16="http://schemas.microsoft.com/office/drawing/2014/main" id="{F8D91D6D-3DF4-DD95-3AE5-9C848D97D998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5" name="pg3450">
                <a:extLst>
                  <a:ext uri="{FF2B5EF4-FFF2-40B4-BE49-F238E27FC236}">
                    <a16:creationId xmlns:a16="http://schemas.microsoft.com/office/drawing/2014/main" id="{AE7ED6C8-1A43-FA09-D0EE-9C3025334B4E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6" name="pg3451">
                <a:extLst>
                  <a:ext uri="{FF2B5EF4-FFF2-40B4-BE49-F238E27FC236}">
                    <a16:creationId xmlns:a16="http://schemas.microsoft.com/office/drawing/2014/main" id="{34D49851-4B17-4E00-C41F-8C6CEB327862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7" name="pg3452">
                <a:extLst>
                  <a:ext uri="{FF2B5EF4-FFF2-40B4-BE49-F238E27FC236}">
                    <a16:creationId xmlns:a16="http://schemas.microsoft.com/office/drawing/2014/main" id="{90DA460B-CF40-3F9A-B61F-9E65AD779DC3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8" name="pg3453">
                <a:extLst>
                  <a:ext uri="{FF2B5EF4-FFF2-40B4-BE49-F238E27FC236}">
                    <a16:creationId xmlns:a16="http://schemas.microsoft.com/office/drawing/2014/main" id="{FA58B391-1CA5-4639-9DEA-E0E3FCA88ACF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9" name="pg3454">
                <a:extLst>
                  <a:ext uri="{FF2B5EF4-FFF2-40B4-BE49-F238E27FC236}">
                    <a16:creationId xmlns:a16="http://schemas.microsoft.com/office/drawing/2014/main" id="{6DDCC19F-7B4C-E9B9-F457-07E51DFAAB94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0" name="pg3455">
                <a:extLst>
                  <a:ext uri="{FF2B5EF4-FFF2-40B4-BE49-F238E27FC236}">
                    <a16:creationId xmlns:a16="http://schemas.microsoft.com/office/drawing/2014/main" id="{9BD85074-6DED-90E6-E8AE-C9479DD30816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1" name="pg3456">
                <a:extLst>
                  <a:ext uri="{FF2B5EF4-FFF2-40B4-BE49-F238E27FC236}">
                    <a16:creationId xmlns:a16="http://schemas.microsoft.com/office/drawing/2014/main" id="{21BF13B4-BF04-6991-B796-76EE7D41E155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2" name="pg3457">
                <a:extLst>
                  <a:ext uri="{FF2B5EF4-FFF2-40B4-BE49-F238E27FC236}">
                    <a16:creationId xmlns:a16="http://schemas.microsoft.com/office/drawing/2014/main" id="{8FBBBE77-FD21-AB9C-FE41-BA0467715A1D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3" name="pg3458">
                <a:extLst>
                  <a:ext uri="{FF2B5EF4-FFF2-40B4-BE49-F238E27FC236}">
                    <a16:creationId xmlns:a16="http://schemas.microsoft.com/office/drawing/2014/main" id="{E980E1FB-B21F-1780-B0ED-F1691883939D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4" name="pg3459">
                <a:extLst>
                  <a:ext uri="{FF2B5EF4-FFF2-40B4-BE49-F238E27FC236}">
                    <a16:creationId xmlns:a16="http://schemas.microsoft.com/office/drawing/2014/main" id="{C35C3950-DDFA-398B-F1B9-0DC6006BDED1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5" name="pg3460">
                <a:extLst>
                  <a:ext uri="{FF2B5EF4-FFF2-40B4-BE49-F238E27FC236}">
                    <a16:creationId xmlns:a16="http://schemas.microsoft.com/office/drawing/2014/main" id="{59DC7733-60F0-3A1A-B2CF-5D761950DCD5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6" name="pg3461">
                <a:extLst>
                  <a:ext uri="{FF2B5EF4-FFF2-40B4-BE49-F238E27FC236}">
                    <a16:creationId xmlns:a16="http://schemas.microsoft.com/office/drawing/2014/main" id="{481C8A39-09B9-EBA1-A5C9-D00C3A049E71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7" name="pg3462">
                <a:extLst>
                  <a:ext uri="{FF2B5EF4-FFF2-40B4-BE49-F238E27FC236}">
                    <a16:creationId xmlns:a16="http://schemas.microsoft.com/office/drawing/2014/main" id="{1154F23C-BBD2-28DD-B0C5-D6E2F249BFA9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8" name="pg3463">
                <a:extLst>
                  <a:ext uri="{FF2B5EF4-FFF2-40B4-BE49-F238E27FC236}">
                    <a16:creationId xmlns:a16="http://schemas.microsoft.com/office/drawing/2014/main" id="{19AD47B4-7B5D-2A0D-76D4-42E897E64A69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9" name="pg3464">
                <a:extLst>
                  <a:ext uri="{FF2B5EF4-FFF2-40B4-BE49-F238E27FC236}">
                    <a16:creationId xmlns:a16="http://schemas.microsoft.com/office/drawing/2014/main" id="{ADD6AB11-1EBC-369A-B973-9AC5A737A5D5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0" name="pg3465">
                <a:extLst>
                  <a:ext uri="{FF2B5EF4-FFF2-40B4-BE49-F238E27FC236}">
                    <a16:creationId xmlns:a16="http://schemas.microsoft.com/office/drawing/2014/main" id="{288CAA89-0516-69E7-921A-A57F2C629FF5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1" name="pg3466">
                <a:extLst>
                  <a:ext uri="{FF2B5EF4-FFF2-40B4-BE49-F238E27FC236}">
                    <a16:creationId xmlns:a16="http://schemas.microsoft.com/office/drawing/2014/main" id="{C28A6523-0D27-E491-F12B-36331F3A7FEA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2" name="pg3467">
                <a:extLst>
                  <a:ext uri="{FF2B5EF4-FFF2-40B4-BE49-F238E27FC236}">
                    <a16:creationId xmlns:a16="http://schemas.microsoft.com/office/drawing/2014/main" id="{C9BDE086-78CC-B9BC-07A0-870BBAB53FA6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3" name="pg3468">
                <a:extLst>
                  <a:ext uri="{FF2B5EF4-FFF2-40B4-BE49-F238E27FC236}">
                    <a16:creationId xmlns:a16="http://schemas.microsoft.com/office/drawing/2014/main" id="{5BD14938-14D2-EB3C-9943-CE8E6D92326C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4" name="pg3469">
                <a:extLst>
                  <a:ext uri="{FF2B5EF4-FFF2-40B4-BE49-F238E27FC236}">
                    <a16:creationId xmlns:a16="http://schemas.microsoft.com/office/drawing/2014/main" id="{7DBF1845-1CDA-FE55-26EB-15AA15FFE501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5" name="pg3470">
                <a:extLst>
                  <a:ext uri="{FF2B5EF4-FFF2-40B4-BE49-F238E27FC236}">
                    <a16:creationId xmlns:a16="http://schemas.microsoft.com/office/drawing/2014/main" id="{EBDFF4F7-5BB0-E384-E48C-826D7FC9DF89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6" name="pg3471">
                <a:extLst>
                  <a:ext uri="{FF2B5EF4-FFF2-40B4-BE49-F238E27FC236}">
                    <a16:creationId xmlns:a16="http://schemas.microsoft.com/office/drawing/2014/main" id="{3C02861D-7169-2A61-899E-F126E7E1CCC1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7" name="pg3472">
                <a:extLst>
                  <a:ext uri="{FF2B5EF4-FFF2-40B4-BE49-F238E27FC236}">
                    <a16:creationId xmlns:a16="http://schemas.microsoft.com/office/drawing/2014/main" id="{774A08E3-DD84-E99B-E967-D55E11026740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8" name="pg3473">
                <a:extLst>
                  <a:ext uri="{FF2B5EF4-FFF2-40B4-BE49-F238E27FC236}">
                    <a16:creationId xmlns:a16="http://schemas.microsoft.com/office/drawing/2014/main" id="{850E4A25-9AEE-7FA5-8973-8613010A671B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9" name="pg3474">
                <a:extLst>
                  <a:ext uri="{FF2B5EF4-FFF2-40B4-BE49-F238E27FC236}">
                    <a16:creationId xmlns:a16="http://schemas.microsoft.com/office/drawing/2014/main" id="{1F6A1329-ECD5-44FA-B68E-93E5F947CEFD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0" name="pg3475">
                <a:extLst>
                  <a:ext uri="{FF2B5EF4-FFF2-40B4-BE49-F238E27FC236}">
                    <a16:creationId xmlns:a16="http://schemas.microsoft.com/office/drawing/2014/main" id="{0AC15184-D97F-1FD9-138A-9412D0D49C93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1" name="pg3476">
                <a:extLst>
                  <a:ext uri="{FF2B5EF4-FFF2-40B4-BE49-F238E27FC236}">
                    <a16:creationId xmlns:a16="http://schemas.microsoft.com/office/drawing/2014/main" id="{ADFE46BB-E9C3-5E54-A155-804F1D73CE6C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2" name="pg3477">
                <a:extLst>
                  <a:ext uri="{FF2B5EF4-FFF2-40B4-BE49-F238E27FC236}">
                    <a16:creationId xmlns:a16="http://schemas.microsoft.com/office/drawing/2014/main" id="{E310D36D-0258-4FAD-C66E-AB2BCE657A72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3" name="pg3478">
                <a:extLst>
                  <a:ext uri="{FF2B5EF4-FFF2-40B4-BE49-F238E27FC236}">
                    <a16:creationId xmlns:a16="http://schemas.microsoft.com/office/drawing/2014/main" id="{57A7CF0A-6939-207A-E3DB-E0F239D2FC07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4" name="pg3479">
                <a:extLst>
                  <a:ext uri="{FF2B5EF4-FFF2-40B4-BE49-F238E27FC236}">
                    <a16:creationId xmlns:a16="http://schemas.microsoft.com/office/drawing/2014/main" id="{BC1368A8-2AE7-BD06-428E-791C11A928D5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5" name="pg3480">
                <a:extLst>
                  <a:ext uri="{FF2B5EF4-FFF2-40B4-BE49-F238E27FC236}">
                    <a16:creationId xmlns:a16="http://schemas.microsoft.com/office/drawing/2014/main" id="{E910D724-2580-55AE-C756-5AB3F65B2926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6" name="pg3481">
                <a:extLst>
                  <a:ext uri="{FF2B5EF4-FFF2-40B4-BE49-F238E27FC236}">
                    <a16:creationId xmlns:a16="http://schemas.microsoft.com/office/drawing/2014/main" id="{4906098D-7FD2-B410-BD65-7652A64E92EB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7" name="pg3482">
                <a:extLst>
                  <a:ext uri="{FF2B5EF4-FFF2-40B4-BE49-F238E27FC236}">
                    <a16:creationId xmlns:a16="http://schemas.microsoft.com/office/drawing/2014/main" id="{85537271-6751-34E8-0978-A64086A093E7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8" name="pg3483">
                <a:extLst>
                  <a:ext uri="{FF2B5EF4-FFF2-40B4-BE49-F238E27FC236}">
                    <a16:creationId xmlns:a16="http://schemas.microsoft.com/office/drawing/2014/main" id="{3134388B-C745-2A29-3C86-B6FBD0817461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9" name="pg3484">
                <a:extLst>
                  <a:ext uri="{FF2B5EF4-FFF2-40B4-BE49-F238E27FC236}">
                    <a16:creationId xmlns:a16="http://schemas.microsoft.com/office/drawing/2014/main" id="{AFFB799F-D127-CB37-95DE-A6E449CBA84A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0" name="pg3485">
                <a:extLst>
                  <a:ext uri="{FF2B5EF4-FFF2-40B4-BE49-F238E27FC236}">
                    <a16:creationId xmlns:a16="http://schemas.microsoft.com/office/drawing/2014/main" id="{679248FD-472A-3F90-D067-B9F7C620A9E0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1" name="pg3486">
                <a:extLst>
                  <a:ext uri="{FF2B5EF4-FFF2-40B4-BE49-F238E27FC236}">
                    <a16:creationId xmlns:a16="http://schemas.microsoft.com/office/drawing/2014/main" id="{B1EEEC66-E3DD-8B1D-6CE3-48BFD71B1A37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2" name="pg3487">
                <a:extLst>
                  <a:ext uri="{FF2B5EF4-FFF2-40B4-BE49-F238E27FC236}">
                    <a16:creationId xmlns:a16="http://schemas.microsoft.com/office/drawing/2014/main" id="{20776734-62E8-B5A3-31D3-2C4B69F09BB1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3" name="pg3488">
                <a:extLst>
                  <a:ext uri="{FF2B5EF4-FFF2-40B4-BE49-F238E27FC236}">
                    <a16:creationId xmlns:a16="http://schemas.microsoft.com/office/drawing/2014/main" id="{EEBFBB1D-8EEE-0031-8A3F-3F3BC1BA776D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4" name="pg3489">
                <a:extLst>
                  <a:ext uri="{FF2B5EF4-FFF2-40B4-BE49-F238E27FC236}">
                    <a16:creationId xmlns:a16="http://schemas.microsoft.com/office/drawing/2014/main" id="{88FFC14A-0EFF-D863-7ADF-B4A9AEC9FF0B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5" name="pg3490">
                <a:extLst>
                  <a:ext uri="{FF2B5EF4-FFF2-40B4-BE49-F238E27FC236}">
                    <a16:creationId xmlns:a16="http://schemas.microsoft.com/office/drawing/2014/main" id="{8C0D1FC6-3FB0-EB26-B485-25D3793CBF46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6" name="pg3491">
                <a:extLst>
                  <a:ext uri="{FF2B5EF4-FFF2-40B4-BE49-F238E27FC236}">
                    <a16:creationId xmlns:a16="http://schemas.microsoft.com/office/drawing/2014/main" id="{432D051E-C646-E418-6AC9-CF5651597616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7" name="pg3492">
                <a:extLst>
                  <a:ext uri="{FF2B5EF4-FFF2-40B4-BE49-F238E27FC236}">
                    <a16:creationId xmlns:a16="http://schemas.microsoft.com/office/drawing/2014/main" id="{7ADEC76A-4FBB-BCC2-FC05-91038A329838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8" name="pg3493">
                <a:extLst>
                  <a:ext uri="{FF2B5EF4-FFF2-40B4-BE49-F238E27FC236}">
                    <a16:creationId xmlns:a16="http://schemas.microsoft.com/office/drawing/2014/main" id="{C2896759-71D0-EFDA-EA52-D4C9FB93CE63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9" name="pg3494">
                <a:extLst>
                  <a:ext uri="{FF2B5EF4-FFF2-40B4-BE49-F238E27FC236}">
                    <a16:creationId xmlns:a16="http://schemas.microsoft.com/office/drawing/2014/main" id="{CF65B5BB-EF46-ECC0-3FC9-6B1704C5E47E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0" name="pg3495">
                <a:extLst>
                  <a:ext uri="{FF2B5EF4-FFF2-40B4-BE49-F238E27FC236}">
                    <a16:creationId xmlns:a16="http://schemas.microsoft.com/office/drawing/2014/main" id="{4B1FDBFA-C610-4151-0504-0FB1B2AE8D4D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1" name="pg3496">
                <a:extLst>
                  <a:ext uri="{FF2B5EF4-FFF2-40B4-BE49-F238E27FC236}">
                    <a16:creationId xmlns:a16="http://schemas.microsoft.com/office/drawing/2014/main" id="{09EAF8D5-9201-DCD5-5F88-6B49152D6A31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2" name="pg3497">
                <a:extLst>
                  <a:ext uri="{FF2B5EF4-FFF2-40B4-BE49-F238E27FC236}">
                    <a16:creationId xmlns:a16="http://schemas.microsoft.com/office/drawing/2014/main" id="{56CB2375-8D9F-5BAD-BB5A-3332B9B27AEC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3" name="pg3498">
                <a:extLst>
                  <a:ext uri="{FF2B5EF4-FFF2-40B4-BE49-F238E27FC236}">
                    <a16:creationId xmlns:a16="http://schemas.microsoft.com/office/drawing/2014/main" id="{0C0C9F13-556E-F18C-E057-0D21A6B37CFA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4" name="pg3499">
                <a:extLst>
                  <a:ext uri="{FF2B5EF4-FFF2-40B4-BE49-F238E27FC236}">
                    <a16:creationId xmlns:a16="http://schemas.microsoft.com/office/drawing/2014/main" id="{34A9B538-28E3-A009-83C3-98E555D1A2F9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5" name="pg3500">
                <a:extLst>
                  <a:ext uri="{FF2B5EF4-FFF2-40B4-BE49-F238E27FC236}">
                    <a16:creationId xmlns:a16="http://schemas.microsoft.com/office/drawing/2014/main" id="{48351006-204A-AF67-6FAC-A187C1BBA358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6" name="pg3501">
                <a:extLst>
                  <a:ext uri="{FF2B5EF4-FFF2-40B4-BE49-F238E27FC236}">
                    <a16:creationId xmlns:a16="http://schemas.microsoft.com/office/drawing/2014/main" id="{60F73F87-0F8B-AD2D-D0F9-E3EC3B232FE8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7" name="pg3502">
                <a:extLst>
                  <a:ext uri="{FF2B5EF4-FFF2-40B4-BE49-F238E27FC236}">
                    <a16:creationId xmlns:a16="http://schemas.microsoft.com/office/drawing/2014/main" id="{4A6B7135-ED13-D052-671D-FB911B3C7B99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8" name="pg3503">
                <a:extLst>
                  <a:ext uri="{FF2B5EF4-FFF2-40B4-BE49-F238E27FC236}">
                    <a16:creationId xmlns:a16="http://schemas.microsoft.com/office/drawing/2014/main" id="{7A94A39F-92FD-A9AE-9480-39CE1FA355D1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9" name="pg3504">
                <a:extLst>
                  <a:ext uri="{FF2B5EF4-FFF2-40B4-BE49-F238E27FC236}">
                    <a16:creationId xmlns:a16="http://schemas.microsoft.com/office/drawing/2014/main" id="{5A05BB5D-88AD-E960-5F46-0385300C8C0E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0" name="pg3505">
                <a:extLst>
                  <a:ext uri="{FF2B5EF4-FFF2-40B4-BE49-F238E27FC236}">
                    <a16:creationId xmlns:a16="http://schemas.microsoft.com/office/drawing/2014/main" id="{3E4A0936-7CBD-7073-A8DE-93A388D2D412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1" name="pg3506">
                <a:extLst>
                  <a:ext uri="{FF2B5EF4-FFF2-40B4-BE49-F238E27FC236}">
                    <a16:creationId xmlns:a16="http://schemas.microsoft.com/office/drawing/2014/main" id="{0D3EF9D1-5BCF-7584-2D6B-7E99E6DF36BC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2" name="pg3507">
                <a:extLst>
                  <a:ext uri="{FF2B5EF4-FFF2-40B4-BE49-F238E27FC236}">
                    <a16:creationId xmlns:a16="http://schemas.microsoft.com/office/drawing/2014/main" id="{3A12D735-0747-2D6C-4F18-C9E4B236DEC8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3" name="pg3508">
                <a:extLst>
                  <a:ext uri="{FF2B5EF4-FFF2-40B4-BE49-F238E27FC236}">
                    <a16:creationId xmlns:a16="http://schemas.microsoft.com/office/drawing/2014/main" id="{34FCEE62-717C-91A7-D08B-A28C473DEAB1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4" name="pg3509">
                <a:extLst>
                  <a:ext uri="{FF2B5EF4-FFF2-40B4-BE49-F238E27FC236}">
                    <a16:creationId xmlns:a16="http://schemas.microsoft.com/office/drawing/2014/main" id="{878450D6-B44F-5D25-8ECC-3628010D650E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5" name="pg3510">
                <a:extLst>
                  <a:ext uri="{FF2B5EF4-FFF2-40B4-BE49-F238E27FC236}">
                    <a16:creationId xmlns:a16="http://schemas.microsoft.com/office/drawing/2014/main" id="{BE9CE445-14D2-541C-E15A-15F7673B7EC9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6" name="pg3511">
                <a:extLst>
                  <a:ext uri="{FF2B5EF4-FFF2-40B4-BE49-F238E27FC236}">
                    <a16:creationId xmlns:a16="http://schemas.microsoft.com/office/drawing/2014/main" id="{68D4CA0E-3B8D-D918-0FF9-0163A08BD31F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7" name="pg3512">
                <a:extLst>
                  <a:ext uri="{FF2B5EF4-FFF2-40B4-BE49-F238E27FC236}">
                    <a16:creationId xmlns:a16="http://schemas.microsoft.com/office/drawing/2014/main" id="{E2BA7DF3-C738-0874-1E13-A8A456D93B06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8" name="pg3513">
                <a:extLst>
                  <a:ext uri="{FF2B5EF4-FFF2-40B4-BE49-F238E27FC236}">
                    <a16:creationId xmlns:a16="http://schemas.microsoft.com/office/drawing/2014/main" id="{9E852D92-A575-FA05-D0E2-560D05229FD9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9" name="pg3514">
                <a:extLst>
                  <a:ext uri="{FF2B5EF4-FFF2-40B4-BE49-F238E27FC236}">
                    <a16:creationId xmlns:a16="http://schemas.microsoft.com/office/drawing/2014/main" id="{1ACEA266-3425-3064-AEE1-6131AE18A573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0" name="pg3515">
                <a:extLst>
                  <a:ext uri="{FF2B5EF4-FFF2-40B4-BE49-F238E27FC236}">
                    <a16:creationId xmlns:a16="http://schemas.microsoft.com/office/drawing/2014/main" id="{57D5E07E-4F05-A730-421E-A850C4486FCA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1" name="pg3516">
                <a:extLst>
                  <a:ext uri="{FF2B5EF4-FFF2-40B4-BE49-F238E27FC236}">
                    <a16:creationId xmlns:a16="http://schemas.microsoft.com/office/drawing/2014/main" id="{AA4C1DAE-B8ED-AA7C-DD07-167879A99407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2" name="pg3517">
                <a:extLst>
                  <a:ext uri="{FF2B5EF4-FFF2-40B4-BE49-F238E27FC236}">
                    <a16:creationId xmlns:a16="http://schemas.microsoft.com/office/drawing/2014/main" id="{71EB75F6-8713-BD64-FEED-D6FD1107C7DA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3" name="pg3518">
                <a:extLst>
                  <a:ext uri="{FF2B5EF4-FFF2-40B4-BE49-F238E27FC236}">
                    <a16:creationId xmlns:a16="http://schemas.microsoft.com/office/drawing/2014/main" id="{3B6AD62E-702C-5D1C-0517-0F19E5D5860F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4" name="pg3519">
                <a:extLst>
                  <a:ext uri="{FF2B5EF4-FFF2-40B4-BE49-F238E27FC236}">
                    <a16:creationId xmlns:a16="http://schemas.microsoft.com/office/drawing/2014/main" id="{60220010-6743-504B-F725-DBD5DCBD40DC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5" name="pg3520">
                <a:extLst>
                  <a:ext uri="{FF2B5EF4-FFF2-40B4-BE49-F238E27FC236}">
                    <a16:creationId xmlns:a16="http://schemas.microsoft.com/office/drawing/2014/main" id="{C3801402-0914-F774-728A-5BCB7F676EDE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6" name="pg3521">
                <a:extLst>
                  <a:ext uri="{FF2B5EF4-FFF2-40B4-BE49-F238E27FC236}">
                    <a16:creationId xmlns:a16="http://schemas.microsoft.com/office/drawing/2014/main" id="{01EA6B81-9071-279C-1826-FEEC9EA71E09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7" name="pg3522">
                <a:extLst>
                  <a:ext uri="{FF2B5EF4-FFF2-40B4-BE49-F238E27FC236}">
                    <a16:creationId xmlns:a16="http://schemas.microsoft.com/office/drawing/2014/main" id="{7CDF88E8-71F7-0A46-FD76-EDAB8F4BD21D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8" name="pg3523">
                <a:extLst>
                  <a:ext uri="{FF2B5EF4-FFF2-40B4-BE49-F238E27FC236}">
                    <a16:creationId xmlns:a16="http://schemas.microsoft.com/office/drawing/2014/main" id="{28F1F675-0C17-C315-7AF7-80FF9C2812C1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9" name="pg3524">
                <a:extLst>
                  <a:ext uri="{FF2B5EF4-FFF2-40B4-BE49-F238E27FC236}">
                    <a16:creationId xmlns:a16="http://schemas.microsoft.com/office/drawing/2014/main" id="{3BB0C3FD-748F-6B47-7B4B-C100AD4B416C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0" name="pg3525">
                <a:extLst>
                  <a:ext uri="{FF2B5EF4-FFF2-40B4-BE49-F238E27FC236}">
                    <a16:creationId xmlns:a16="http://schemas.microsoft.com/office/drawing/2014/main" id="{D531F419-C699-02EF-5336-821BD7568376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1" name="pg3526">
                <a:extLst>
                  <a:ext uri="{FF2B5EF4-FFF2-40B4-BE49-F238E27FC236}">
                    <a16:creationId xmlns:a16="http://schemas.microsoft.com/office/drawing/2014/main" id="{7ADD72C6-10A1-F0C2-6E8A-A2AC5CE4FA5F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2" name="pg3527">
                <a:extLst>
                  <a:ext uri="{FF2B5EF4-FFF2-40B4-BE49-F238E27FC236}">
                    <a16:creationId xmlns:a16="http://schemas.microsoft.com/office/drawing/2014/main" id="{C66569D5-8BA3-2874-EF38-79F0A947F527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3" name="pg3528">
                <a:extLst>
                  <a:ext uri="{FF2B5EF4-FFF2-40B4-BE49-F238E27FC236}">
                    <a16:creationId xmlns:a16="http://schemas.microsoft.com/office/drawing/2014/main" id="{A076E3CA-6F9D-7713-63CC-15D1D46443D0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4" name="pg3529">
                <a:extLst>
                  <a:ext uri="{FF2B5EF4-FFF2-40B4-BE49-F238E27FC236}">
                    <a16:creationId xmlns:a16="http://schemas.microsoft.com/office/drawing/2014/main" id="{F713132A-2B54-B231-CAD8-9DB2C204366A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5" name="pg3530">
                <a:extLst>
                  <a:ext uri="{FF2B5EF4-FFF2-40B4-BE49-F238E27FC236}">
                    <a16:creationId xmlns:a16="http://schemas.microsoft.com/office/drawing/2014/main" id="{FBDF98CB-96BB-DB21-1841-C25CA4223B3F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6" name="pg3531">
                <a:extLst>
                  <a:ext uri="{FF2B5EF4-FFF2-40B4-BE49-F238E27FC236}">
                    <a16:creationId xmlns:a16="http://schemas.microsoft.com/office/drawing/2014/main" id="{0B96B3B3-4487-ABF0-3C34-952B514BAA9F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7" name="pg3532">
                <a:extLst>
                  <a:ext uri="{FF2B5EF4-FFF2-40B4-BE49-F238E27FC236}">
                    <a16:creationId xmlns:a16="http://schemas.microsoft.com/office/drawing/2014/main" id="{1870B777-031F-128D-644B-48B420548D59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8" name="pg3533">
                <a:extLst>
                  <a:ext uri="{FF2B5EF4-FFF2-40B4-BE49-F238E27FC236}">
                    <a16:creationId xmlns:a16="http://schemas.microsoft.com/office/drawing/2014/main" id="{ED51F822-EB9F-C437-3F61-BD6C64651356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9" name="pg3534">
                <a:extLst>
                  <a:ext uri="{FF2B5EF4-FFF2-40B4-BE49-F238E27FC236}">
                    <a16:creationId xmlns:a16="http://schemas.microsoft.com/office/drawing/2014/main" id="{80923441-03FA-AA75-FA8F-34D47CFA58C0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0" name="pg3535">
                <a:extLst>
                  <a:ext uri="{FF2B5EF4-FFF2-40B4-BE49-F238E27FC236}">
                    <a16:creationId xmlns:a16="http://schemas.microsoft.com/office/drawing/2014/main" id="{FD37F68D-B268-E865-1105-B787A0DD382D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1" name="pg3536">
                <a:extLst>
                  <a:ext uri="{FF2B5EF4-FFF2-40B4-BE49-F238E27FC236}">
                    <a16:creationId xmlns:a16="http://schemas.microsoft.com/office/drawing/2014/main" id="{D5949858-EAD4-8268-FC00-8E1461B00D9E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2" name="pg3537">
                <a:extLst>
                  <a:ext uri="{FF2B5EF4-FFF2-40B4-BE49-F238E27FC236}">
                    <a16:creationId xmlns:a16="http://schemas.microsoft.com/office/drawing/2014/main" id="{9D553412-B04D-3878-F224-8C57E3AF5318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3" name="pg3538">
                <a:extLst>
                  <a:ext uri="{FF2B5EF4-FFF2-40B4-BE49-F238E27FC236}">
                    <a16:creationId xmlns:a16="http://schemas.microsoft.com/office/drawing/2014/main" id="{EE88707C-228E-8371-2DC3-39E929DE5473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4" name="pg3539">
                <a:extLst>
                  <a:ext uri="{FF2B5EF4-FFF2-40B4-BE49-F238E27FC236}">
                    <a16:creationId xmlns:a16="http://schemas.microsoft.com/office/drawing/2014/main" id="{3397F56C-A4DF-EC69-2C31-BF9089EC60AD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5" name="pg3540">
                <a:extLst>
                  <a:ext uri="{FF2B5EF4-FFF2-40B4-BE49-F238E27FC236}">
                    <a16:creationId xmlns:a16="http://schemas.microsoft.com/office/drawing/2014/main" id="{3AC88BC7-047F-35B4-98B6-B6FD47A95FF8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6" name="pg3541">
                <a:extLst>
                  <a:ext uri="{FF2B5EF4-FFF2-40B4-BE49-F238E27FC236}">
                    <a16:creationId xmlns:a16="http://schemas.microsoft.com/office/drawing/2014/main" id="{7B63E694-5531-BDFA-6471-787E826D8C49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7" name="pg3542">
                <a:extLst>
                  <a:ext uri="{FF2B5EF4-FFF2-40B4-BE49-F238E27FC236}">
                    <a16:creationId xmlns:a16="http://schemas.microsoft.com/office/drawing/2014/main" id="{D0C6822B-1EBE-4DD7-018F-03C53BB6D3E3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8" name="pg3543">
                <a:extLst>
                  <a:ext uri="{FF2B5EF4-FFF2-40B4-BE49-F238E27FC236}">
                    <a16:creationId xmlns:a16="http://schemas.microsoft.com/office/drawing/2014/main" id="{92A49438-BFFB-0EE4-145F-EC117CD28F54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9" name="pg3544">
                <a:extLst>
                  <a:ext uri="{FF2B5EF4-FFF2-40B4-BE49-F238E27FC236}">
                    <a16:creationId xmlns:a16="http://schemas.microsoft.com/office/drawing/2014/main" id="{89B5FF97-FA65-8A7C-A7BC-A60E4A8AE9C9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0" name="pg3545">
                <a:extLst>
                  <a:ext uri="{FF2B5EF4-FFF2-40B4-BE49-F238E27FC236}">
                    <a16:creationId xmlns:a16="http://schemas.microsoft.com/office/drawing/2014/main" id="{50302567-CD7D-CFE2-1A8A-62528C777B66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1" name="pg3546">
                <a:extLst>
                  <a:ext uri="{FF2B5EF4-FFF2-40B4-BE49-F238E27FC236}">
                    <a16:creationId xmlns:a16="http://schemas.microsoft.com/office/drawing/2014/main" id="{64BAE768-8141-855B-3B6F-85652C2173AC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2" name="pg3547">
                <a:extLst>
                  <a:ext uri="{FF2B5EF4-FFF2-40B4-BE49-F238E27FC236}">
                    <a16:creationId xmlns:a16="http://schemas.microsoft.com/office/drawing/2014/main" id="{7664183D-5611-2964-0B52-7DFBB04E73EF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3" name="pg3548">
                <a:extLst>
                  <a:ext uri="{FF2B5EF4-FFF2-40B4-BE49-F238E27FC236}">
                    <a16:creationId xmlns:a16="http://schemas.microsoft.com/office/drawing/2014/main" id="{F78131B7-00CC-E789-C50A-2C770457AFE0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4" name="pg3549">
                <a:extLst>
                  <a:ext uri="{FF2B5EF4-FFF2-40B4-BE49-F238E27FC236}">
                    <a16:creationId xmlns:a16="http://schemas.microsoft.com/office/drawing/2014/main" id="{0BD9903C-F82A-C722-5529-91F9D7FFE91B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5" name="pg3550">
                <a:extLst>
                  <a:ext uri="{FF2B5EF4-FFF2-40B4-BE49-F238E27FC236}">
                    <a16:creationId xmlns:a16="http://schemas.microsoft.com/office/drawing/2014/main" id="{F76159E5-F23B-5884-62E0-C52744A00FE8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6" name="pg3551">
                <a:extLst>
                  <a:ext uri="{FF2B5EF4-FFF2-40B4-BE49-F238E27FC236}">
                    <a16:creationId xmlns:a16="http://schemas.microsoft.com/office/drawing/2014/main" id="{F1E148AA-D597-0E69-BF8B-3CFFDBB7D8F1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7" name="pg3552">
                <a:extLst>
                  <a:ext uri="{FF2B5EF4-FFF2-40B4-BE49-F238E27FC236}">
                    <a16:creationId xmlns:a16="http://schemas.microsoft.com/office/drawing/2014/main" id="{0DA936D5-BF3B-BC70-C112-1D0123308BF4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8" name="pg3553">
                <a:extLst>
                  <a:ext uri="{FF2B5EF4-FFF2-40B4-BE49-F238E27FC236}">
                    <a16:creationId xmlns:a16="http://schemas.microsoft.com/office/drawing/2014/main" id="{B01273BD-D091-397B-2C21-C8FA3FBCB645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9" name="pg3554">
                <a:extLst>
                  <a:ext uri="{FF2B5EF4-FFF2-40B4-BE49-F238E27FC236}">
                    <a16:creationId xmlns:a16="http://schemas.microsoft.com/office/drawing/2014/main" id="{BA1893EC-A079-3033-CAB1-BB78565F030B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0" name="pg3555">
                <a:extLst>
                  <a:ext uri="{FF2B5EF4-FFF2-40B4-BE49-F238E27FC236}">
                    <a16:creationId xmlns:a16="http://schemas.microsoft.com/office/drawing/2014/main" id="{16522CEC-2DAF-5467-15C4-D3C19D3D9880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1" name="pg3556">
                <a:extLst>
                  <a:ext uri="{FF2B5EF4-FFF2-40B4-BE49-F238E27FC236}">
                    <a16:creationId xmlns:a16="http://schemas.microsoft.com/office/drawing/2014/main" id="{D6738AAF-A1F5-D833-E453-AE535E63A892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2" name="pg3557">
                <a:extLst>
                  <a:ext uri="{FF2B5EF4-FFF2-40B4-BE49-F238E27FC236}">
                    <a16:creationId xmlns:a16="http://schemas.microsoft.com/office/drawing/2014/main" id="{C3A973C5-3130-6082-E967-6E5FCE8380EC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3" name="pg3558">
                <a:extLst>
                  <a:ext uri="{FF2B5EF4-FFF2-40B4-BE49-F238E27FC236}">
                    <a16:creationId xmlns:a16="http://schemas.microsoft.com/office/drawing/2014/main" id="{F8F702C2-1385-924B-62E7-05BAE003D6F5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4" name="pg3559">
                <a:extLst>
                  <a:ext uri="{FF2B5EF4-FFF2-40B4-BE49-F238E27FC236}">
                    <a16:creationId xmlns:a16="http://schemas.microsoft.com/office/drawing/2014/main" id="{1020675D-1850-BF13-880A-70AEA6BB6CD7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5" name="pg3560">
                <a:extLst>
                  <a:ext uri="{FF2B5EF4-FFF2-40B4-BE49-F238E27FC236}">
                    <a16:creationId xmlns:a16="http://schemas.microsoft.com/office/drawing/2014/main" id="{C2B44BB9-B315-E144-DA67-EF42E3A7D2A1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6" name="pg3561">
                <a:extLst>
                  <a:ext uri="{FF2B5EF4-FFF2-40B4-BE49-F238E27FC236}">
                    <a16:creationId xmlns:a16="http://schemas.microsoft.com/office/drawing/2014/main" id="{DA1B67B6-DADD-E680-AEB9-6E84C190A004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7" name="pg3562">
                <a:extLst>
                  <a:ext uri="{FF2B5EF4-FFF2-40B4-BE49-F238E27FC236}">
                    <a16:creationId xmlns:a16="http://schemas.microsoft.com/office/drawing/2014/main" id="{81053AE6-88B2-2EA0-DCD2-874C2424288E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8" name="pg3563">
                <a:extLst>
                  <a:ext uri="{FF2B5EF4-FFF2-40B4-BE49-F238E27FC236}">
                    <a16:creationId xmlns:a16="http://schemas.microsoft.com/office/drawing/2014/main" id="{3A0191B7-9FB8-441B-A73F-129E291862AD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9" name="pg3564">
                <a:extLst>
                  <a:ext uri="{FF2B5EF4-FFF2-40B4-BE49-F238E27FC236}">
                    <a16:creationId xmlns:a16="http://schemas.microsoft.com/office/drawing/2014/main" id="{B711FE77-7E7D-7463-3A00-979B7D20F050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0" name="pg3565">
                <a:extLst>
                  <a:ext uri="{FF2B5EF4-FFF2-40B4-BE49-F238E27FC236}">
                    <a16:creationId xmlns:a16="http://schemas.microsoft.com/office/drawing/2014/main" id="{27E24BB7-4A64-7D14-4A13-8E99A3C02488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1" name="pg3566">
                <a:extLst>
                  <a:ext uri="{FF2B5EF4-FFF2-40B4-BE49-F238E27FC236}">
                    <a16:creationId xmlns:a16="http://schemas.microsoft.com/office/drawing/2014/main" id="{F491B3E9-89BC-3271-4F16-FF4357C9F5B5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2" name="pg3567">
                <a:extLst>
                  <a:ext uri="{FF2B5EF4-FFF2-40B4-BE49-F238E27FC236}">
                    <a16:creationId xmlns:a16="http://schemas.microsoft.com/office/drawing/2014/main" id="{DE2AF507-E9CB-80ED-67D3-B4F7140A8A26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3" name="pg3568">
                <a:extLst>
                  <a:ext uri="{FF2B5EF4-FFF2-40B4-BE49-F238E27FC236}">
                    <a16:creationId xmlns:a16="http://schemas.microsoft.com/office/drawing/2014/main" id="{2A2A5ADB-269A-F562-4B37-30D96B391E97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4" name="pg3569">
                <a:extLst>
                  <a:ext uri="{FF2B5EF4-FFF2-40B4-BE49-F238E27FC236}">
                    <a16:creationId xmlns:a16="http://schemas.microsoft.com/office/drawing/2014/main" id="{A0C8E797-FBB4-A33F-423A-37557D1AEFBF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5" name="pg3570">
                <a:extLst>
                  <a:ext uri="{FF2B5EF4-FFF2-40B4-BE49-F238E27FC236}">
                    <a16:creationId xmlns:a16="http://schemas.microsoft.com/office/drawing/2014/main" id="{A8C0EA20-1B54-DD6F-E210-3761FDD00CC1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6" name="pg3571">
                <a:extLst>
                  <a:ext uri="{FF2B5EF4-FFF2-40B4-BE49-F238E27FC236}">
                    <a16:creationId xmlns:a16="http://schemas.microsoft.com/office/drawing/2014/main" id="{C38FC60F-0049-6642-B916-F95A6B3531D3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7" name="pg3572">
                <a:extLst>
                  <a:ext uri="{FF2B5EF4-FFF2-40B4-BE49-F238E27FC236}">
                    <a16:creationId xmlns:a16="http://schemas.microsoft.com/office/drawing/2014/main" id="{38E7398F-48E7-847E-9C33-EA55A88F3901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8" name="pg3573">
                <a:extLst>
                  <a:ext uri="{FF2B5EF4-FFF2-40B4-BE49-F238E27FC236}">
                    <a16:creationId xmlns:a16="http://schemas.microsoft.com/office/drawing/2014/main" id="{20738594-ED68-DC3A-CB3C-1C0C71E3879E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9" name="pg3574">
                <a:extLst>
                  <a:ext uri="{FF2B5EF4-FFF2-40B4-BE49-F238E27FC236}">
                    <a16:creationId xmlns:a16="http://schemas.microsoft.com/office/drawing/2014/main" id="{CB8187A1-D0CB-7423-0669-1DBD6F3B5D80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0" name="pg3575">
                <a:extLst>
                  <a:ext uri="{FF2B5EF4-FFF2-40B4-BE49-F238E27FC236}">
                    <a16:creationId xmlns:a16="http://schemas.microsoft.com/office/drawing/2014/main" id="{CB7C268D-553F-0413-3A67-46ABF93D7E2B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1" name="pg3576">
                <a:extLst>
                  <a:ext uri="{FF2B5EF4-FFF2-40B4-BE49-F238E27FC236}">
                    <a16:creationId xmlns:a16="http://schemas.microsoft.com/office/drawing/2014/main" id="{C94BB685-6B27-E66F-C8A4-FE72C3174B14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2" name="pg3577">
                <a:extLst>
                  <a:ext uri="{FF2B5EF4-FFF2-40B4-BE49-F238E27FC236}">
                    <a16:creationId xmlns:a16="http://schemas.microsoft.com/office/drawing/2014/main" id="{66A05CA4-AB2E-EBCF-8854-41110E009E70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3" name="pg3578">
                <a:extLst>
                  <a:ext uri="{FF2B5EF4-FFF2-40B4-BE49-F238E27FC236}">
                    <a16:creationId xmlns:a16="http://schemas.microsoft.com/office/drawing/2014/main" id="{6CC75D49-CB03-99FD-FD15-3A4D265E5B1D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4" name="pg3579">
                <a:extLst>
                  <a:ext uri="{FF2B5EF4-FFF2-40B4-BE49-F238E27FC236}">
                    <a16:creationId xmlns:a16="http://schemas.microsoft.com/office/drawing/2014/main" id="{018C1D05-6030-E69E-21C1-AD935E8F28FA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5" name="pg3580">
                <a:extLst>
                  <a:ext uri="{FF2B5EF4-FFF2-40B4-BE49-F238E27FC236}">
                    <a16:creationId xmlns:a16="http://schemas.microsoft.com/office/drawing/2014/main" id="{F7F4E76C-B16F-CBA3-3A79-FD27E8D082A2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6" name="pg3581">
                <a:extLst>
                  <a:ext uri="{FF2B5EF4-FFF2-40B4-BE49-F238E27FC236}">
                    <a16:creationId xmlns:a16="http://schemas.microsoft.com/office/drawing/2014/main" id="{5898E23A-E651-132D-DDF5-91B3D4C3A843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7" name="pg3582">
                <a:extLst>
                  <a:ext uri="{FF2B5EF4-FFF2-40B4-BE49-F238E27FC236}">
                    <a16:creationId xmlns:a16="http://schemas.microsoft.com/office/drawing/2014/main" id="{DD0025CF-3247-A4B8-FB4F-E2811BDFD5B8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8" name="pg3583">
                <a:extLst>
                  <a:ext uri="{FF2B5EF4-FFF2-40B4-BE49-F238E27FC236}">
                    <a16:creationId xmlns:a16="http://schemas.microsoft.com/office/drawing/2014/main" id="{EF35C1F8-C207-E86B-0B19-63FCB6F9CFC7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9" name="pg3584">
                <a:extLst>
                  <a:ext uri="{FF2B5EF4-FFF2-40B4-BE49-F238E27FC236}">
                    <a16:creationId xmlns:a16="http://schemas.microsoft.com/office/drawing/2014/main" id="{C49984E3-5E20-25E7-F9F5-DFEAB2CBE5CB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0" name="pg3585">
                <a:extLst>
                  <a:ext uri="{FF2B5EF4-FFF2-40B4-BE49-F238E27FC236}">
                    <a16:creationId xmlns:a16="http://schemas.microsoft.com/office/drawing/2014/main" id="{DE3A936B-D3FB-6B73-D951-8CC9511A9ABD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1" name="pg3586">
                <a:extLst>
                  <a:ext uri="{FF2B5EF4-FFF2-40B4-BE49-F238E27FC236}">
                    <a16:creationId xmlns:a16="http://schemas.microsoft.com/office/drawing/2014/main" id="{9D8D10BF-0632-6BCE-3AB4-546C35468B34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2" name="pg3587">
                <a:extLst>
                  <a:ext uri="{FF2B5EF4-FFF2-40B4-BE49-F238E27FC236}">
                    <a16:creationId xmlns:a16="http://schemas.microsoft.com/office/drawing/2014/main" id="{D7D670C1-2657-6C49-FD06-EB79C8410242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3" name="pg3588">
                <a:extLst>
                  <a:ext uri="{FF2B5EF4-FFF2-40B4-BE49-F238E27FC236}">
                    <a16:creationId xmlns:a16="http://schemas.microsoft.com/office/drawing/2014/main" id="{5C14EA18-835B-5B0B-7395-F2F3247B5677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4" name="pg3589">
                <a:extLst>
                  <a:ext uri="{FF2B5EF4-FFF2-40B4-BE49-F238E27FC236}">
                    <a16:creationId xmlns:a16="http://schemas.microsoft.com/office/drawing/2014/main" id="{660845F3-0B6C-DC7C-4178-CB3AE7569708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5" name="pg3590">
                <a:extLst>
                  <a:ext uri="{FF2B5EF4-FFF2-40B4-BE49-F238E27FC236}">
                    <a16:creationId xmlns:a16="http://schemas.microsoft.com/office/drawing/2014/main" id="{DCD06B5E-B929-8CB3-3A6D-9232936309D4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6" name="pg3591">
                <a:extLst>
                  <a:ext uri="{FF2B5EF4-FFF2-40B4-BE49-F238E27FC236}">
                    <a16:creationId xmlns:a16="http://schemas.microsoft.com/office/drawing/2014/main" id="{05309BD6-3CDC-56AC-3AAA-75B496DF16FB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7" name="pg3592">
                <a:extLst>
                  <a:ext uri="{FF2B5EF4-FFF2-40B4-BE49-F238E27FC236}">
                    <a16:creationId xmlns:a16="http://schemas.microsoft.com/office/drawing/2014/main" id="{EB47DDD7-E372-C550-5BA1-1A2F38271F34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8" name="pg3593">
                <a:extLst>
                  <a:ext uri="{FF2B5EF4-FFF2-40B4-BE49-F238E27FC236}">
                    <a16:creationId xmlns:a16="http://schemas.microsoft.com/office/drawing/2014/main" id="{5D885F90-3B25-88E8-BDD3-013CE44F334F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9" name="pg3594">
                <a:extLst>
                  <a:ext uri="{FF2B5EF4-FFF2-40B4-BE49-F238E27FC236}">
                    <a16:creationId xmlns:a16="http://schemas.microsoft.com/office/drawing/2014/main" id="{38B12DAF-7C74-B390-C848-A373DDA899E2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0" name="pg3595">
                <a:extLst>
                  <a:ext uri="{FF2B5EF4-FFF2-40B4-BE49-F238E27FC236}">
                    <a16:creationId xmlns:a16="http://schemas.microsoft.com/office/drawing/2014/main" id="{68D15788-4EB2-850C-1D08-C2D00E9A0D09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1" name="pg3596">
                <a:extLst>
                  <a:ext uri="{FF2B5EF4-FFF2-40B4-BE49-F238E27FC236}">
                    <a16:creationId xmlns:a16="http://schemas.microsoft.com/office/drawing/2014/main" id="{645FA704-35A7-2385-3BF4-C821BA70187A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2" name="pg3597">
                <a:extLst>
                  <a:ext uri="{FF2B5EF4-FFF2-40B4-BE49-F238E27FC236}">
                    <a16:creationId xmlns:a16="http://schemas.microsoft.com/office/drawing/2014/main" id="{F117C362-39D5-9BB6-2726-43F822076CF3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3" name="pg3598">
                <a:extLst>
                  <a:ext uri="{FF2B5EF4-FFF2-40B4-BE49-F238E27FC236}">
                    <a16:creationId xmlns:a16="http://schemas.microsoft.com/office/drawing/2014/main" id="{22CAF035-8AC9-EA85-F4F2-A76A5F514056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4" name="pg3599">
                <a:extLst>
                  <a:ext uri="{FF2B5EF4-FFF2-40B4-BE49-F238E27FC236}">
                    <a16:creationId xmlns:a16="http://schemas.microsoft.com/office/drawing/2014/main" id="{0AC961BF-2D00-960D-7D9B-CF232B9066F5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5" name="pg3600">
                <a:extLst>
                  <a:ext uri="{FF2B5EF4-FFF2-40B4-BE49-F238E27FC236}">
                    <a16:creationId xmlns:a16="http://schemas.microsoft.com/office/drawing/2014/main" id="{418494ED-22E4-7694-05E4-55C6EAD38127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6" name="pg3601">
                <a:extLst>
                  <a:ext uri="{FF2B5EF4-FFF2-40B4-BE49-F238E27FC236}">
                    <a16:creationId xmlns:a16="http://schemas.microsoft.com/office/drawing/2014/main" id="{673C4706-C19C-C094-00E4-D5A0ED151B9F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7" name="pg3602">
                <a:extLst>
                  <a:ext uri="{FF2B5EF4-FFF2-40B4-BE49-F238E27FC236}">
                    <a16:creationId xmlns:a16="http://schemas.microsoft.com/office/drawing/2014/main" id="{F1F636BF-46DA-5BC4-9BE3-C6121D7DBC08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8" name="pg3603">
                <a:extLst>
                  <a:ext uri="{FF2B5EF4-FFF2-40B4-BE49-F238E27FC236}">
                    <a16:creationId xmlns:a16="http://schemas.microsoft.com/office/drawing/2014/main" id="{771F74FA-1812-A786-260D-83882A54C4A2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9" name="pg3604">
                <a:extLst>
                  <a:ext uri="{FF2B5EF4-FFF2-40B4-BE49-F238E27FC236}">
                    <a16:creationId xmlns:a16="http://schemas.microsoft.com/office/drawing/2014/main" id="{7FADCC8A-5938-22D8-6FA0-60A2CCDB9A5E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0" name="pg3605">
                <a:extLst>
                  <a:ext uri="{FF2B5EF4-FFF2-40B4-BE49-F238E27FC236}">
                    <a16:creationId xmlns:a16="http://schemas.microsoft.com/office/drawing/2014/main" id="{2211C032-4BE6-E2DF-5EFC-3AAAD80488FA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1" name="pg3606">
                <a:extLst>
                  <a:ext uri="{FF2B5EF4-FFF2-40B4-BE49-F238E27FC236}">
                    <a16:creationId xmlns:a16="http://schemas.microsoft.com/office/drawing/2014/main" id="{00E73EA7-CF58-9169-695E-7CA572DC5300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2" name="pg3607">
                <a:extLst>
                  <a:ext uri="{FF2B5EF4-FFF2-40B4-BE49-F238E27FC236}">
                    <a16:creationId xmlns:a16="http://schemas.microsoft.com/office/drawing/2014/main" id="{05D77938-F88C-CD9F-96AE-E91F5A4FB052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3" name="pg3608">
                <a:extLst>
                  <a:ext uri="{FF2B5EF4-FFF2-40B4-BE49-F238E27FC236}">
                    <a16:creationId xmlns:a16="http://schemas.microsoft.com/office/drawing/2014/main" id="{4F90A4AA-5118-2FB9-E0E4-CC7101D3A2D2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4" name="pg3609">
                <a:extLst>
                  <a:ext uri="{FF2B5EF4-FFF2-40B4-BE49-F238E27FC236}">
                    <a16:creationId xmlns:a16="http://schemas.microsoft.com/office/drawing/2014/main" id="{194A22DE-1B81-AFC2-9D66-88C4A49E90E9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5" name="pg3610">
                <a:extLst>
                  <a:ext uri="{FF2B5EF4-FFF2-40B4-BE49-F238E27FC236}">
                    <a16:creationId xmlns:a16="http://schemas.microsoft.com/office/drawing/2014/main" id="{270CD799-94C6-E735-008F-2F77C9E89466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6" name="pg3611">
                <a:extLst>
                  <a:ext uri="{FF2B5EF4-FFF2-40B4-BE49-F238E27FC236}">
                    <a16:creationId xmlns:a16="http://schemas.microsoft.com/office/drawing/2014/main" id="{0C21470C-126D-8467-B0EE-5CD5812C4352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7" name="pg3612">
                <a:extLst>
                  <a:ext uri="{FF2B5EF4-FFF2-40B4-BE49-F238E27FC236}">
                    <a16:creationId xmlns:a16="http://schemas.microsoft.com/office/drawing/2014/main" id="{4F6F0B90-4008-60FA-E252-F1782AC9FEAD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8" name="pg3613">
                <a:extLst>
                  <a:ext uri="{FF2B5EF4-FFF2-40B4-BE49-F238E27FC236}">
                    <a16:creationId xmlns:a16="http://schemas.microsoft.com/office/drawing/2014/main" id="{3B89D441-0776-434F-8F65-B7E885ABBED3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9" name="pg3614">
                <a:extLst>
                  <a:ext uri="{FF2B5EF4-FFF2-40B4-BE49-F238E27FC236}">
                    <a16:creationId xmlns:a16="http://schemas.microsoft.com/office/drawing/2014/main" id="{CD3DC72B-F43E-332C-1E3E-330F489B539D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0" name="pg3615">
                <a:extLst>
                  <a:ext uri="{FF2B5EF4-FFF2-40B4-BE49-F238E27FC236}">
                    <a16:creationId xmlns:a16="http://schemas.microsoft.com/office/drawing/2014/main" id="{7DB1B77D-EE67-61F4-82D5-8D75FBCE8D11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1" name="pg3616">
                <a:extLst>
                  <a:ext uri="{FF2B5EF4-FFF2-40B4-BE49-F238E27FC236}">
                    <a16:creationId xmlns:a16="http://schemas.microsoft.com/office/drawing/2014/main" id="{365F04EB-556B-B98C-9001-28746C2584E2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2" name="pg3617">
                <a:extLst>
                  <a:ext uri="{FF2B5EF4-FFF2-40B4-BE49-F238E27FC236}">
                    <a16:creationId xmlns:a16="http://schemas.microsoft.com/office/drawing/2014/main" id="{42169645-C84D-B77D-BCD5-B5A48732BC07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3" name="pg3618">
                <a:extLst>
                  <a:ext uri="{FF2B5EF4-FFF2-40B4-BE49-F238E27FC236}">
                    <a16:creationId xmlns:a16="http://schemas.microsoft.com/office/drawing/2014/main" id="{1FDD3E23-7BB2-663C-4180-15B48383C458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4" name="pg3619">
                <a:extLst>
                  <a:ext uri="{FF2B5EF4-FFF2-40B4-BE49-F238E27FC236}">
                    <a16:creationId xmlns:a16="http://schemas.microsoft.com/office/drawing/2014/main" id="{7813B8BD-EB9A-CFCE-D5FD-FE0075305F0B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5" name="pg3620">
                <a:extLst>
                  <a:ext uri="{FF2B5EF4-FFF2-40B4-BE49-F238E27FC236}">
                    <a16:creationId xmlns:a16="http://schemas.microsoft.com/office/drawing/2014/main" id="{79B6BAC5-FA05-0A05-6B0F-363E1CC67B09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6" name="pg3621">
                <a:extLst>
                  <a:ext uri="{FF2B5EF4-FFF2-40B4-BE49-F238E27FC236}">
                    <a16:creationId xmlns:a16="http://schemas.microsoft.com/office/drawing/2014/main" id="{803E265F-4DC7-6C6F-1483-AFED6BC7903D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7" name="pg3622">
                <a:extLst>
                  <a:ext uri="{FF2B5EF4-FFF2-40B4-BE49-F238E27FC236}">
                    <a16:creationId xmlns:a16="http://schemas.microsoft.com/office/drawing/2014/main" id="{14896E48-3A48-9539-8443-00A0056E0A70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8" name="pg3623">
                <a:extLst>
                  <a:ext uri="{FF2B5EF4-FFF2-40B4-BE49-F238E27FC236}">
                    <a16:creationId xmlns:a16="http://schemas.microsoft.com/office/drawing/2014/main" id="{92A70D5D-5DC8-0B00-B8FC-B0F18A058CAA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9" name="pg3624">
                <a:extLst>
                  <a:ext uri="{FF2B5EF4-FFF2-40B4-BE49-F238E27FC236}">
                    <a16:creationId xmlns:a16="http://schemas.microsoft.com/office/drawing/2014/main" id="{A2DC7CA8-7DBC-9DA8-FB39-4FB9D2EDACC6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0" name="pg3625">
                <a:extLst>
                  <a:ext uri="{FF2B5EF4-FFF2-40B4-BE49-F238E27FC236}">
                    <a16:creationId xmlns:a16="http://schemas.microsoft.com/office/drawing/2014/main" id="{C78CC23A-6D67-869C-A8BB-56E732BBA46D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1" name="pg3626">
                <a:extLst>
                  <a:ext uri="{FF2B5EF4-FFF2-40B4-BE49-F238E27FC236}">
                    <a16:creationId xmlns:a16="http://schemas.microsoft.com/office/drawing/2014/main" id="{96662FCB-FC10-FEC5-0DEF-DE2807CEA381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2" name="pg3627">
                <a:extLst>
                  <a:ext uri="{FF2B5EF4-FFF2-40B4-BE49-F238E27FC236}">
                    <a16:creationId xmlns:a16="http://schemas.microsoft.com/office/drawing/2014/main" id="{E92C3785-B694-4C97-027F-438BC367FDD7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3" name="pg3628">
                <a:extLst>
                  <a:ext uri="{FF2B5EF4-FFF2-40B4-BE49-F238E27FC236}">
                    <a16:creationId xmlns:a16="http://schemas.microsoft.com/office/drawing/2014/main" id="{2787EB65-C5F9-440F-C849-480679C6E40D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4" name="pg3629">
                <a:extLst>
                  <a:ext uri="{FF2B5EF4-FFF2-40B4-BE49-F238E27FC236}">
                    <a16:creationId xmlns:a16="http://schemas.microsoft.com/office/drawing/2014/main" id="{57FA122A-C7C4-E9EF-C7D9-0FD6B746377C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5" name="pg3630">
                <a:extLst>
                  <a:ext uri="{FF2B5EF4-FFF2-40B4-BE49-F238E27FC236}">
                    <a16:creationId xmlns:a16="http://schemas.microsoft.com/office/drawing/2014/main" id="{7C7F501C-8BC3-DF89-6C21-65E0A765E8F6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6" name="pg3631">
                <a:extLst>
                  <a:ext uri="{FF2B5EF4-FFF2-40B4-BE49-F238E27FC236}">
                    <a16:creationId xmlns:a16="http://schemas.microsoft.com/office/drawing/2014/main" id="{8860F290-3240-897B-291C-AD98AF6EA119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7" name="pg3632">
                <a:extLst>
                  <a:ext uri="{FF2B5EF4-FFF2-40B4-BE49-F238E27FC236}">
                    <a16:creationId xmlns:a16="http://schemas.microsoft.com/office/drawing/2014/main" id="{28A54995-294C-B883-E2A9-7EA50D27A86D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8" name="pg3633">
                <a:extLst>
                  <a:ext uri="{FF2B5EF4-FFF2-40B4-BE49-F238E27FC236}">
                    <a16:creationId xmlns:a16="http://schemas.microsoft.com/office/drawing/2014/main" id="{1021D70E-256C-CED5-7684-BE8DD2814409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9" name="pg3634">
                <a:extLst>
                  <a:ext uri="{FF2B5EF4-FFF2-40B4-BE49-F238E27FC236}">
                    <a16:creationId xmlns:a16="http://schemas.microsoft.com/office/drawing/2014/main" id="{EF05A303-6BA1-7E46-0334-9A10076C93A0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0" name="pg3635">
                <a:extLst>
                  <a:ext uri="{FF2B5EF4-FFF2-40B4-BE49-F238E27FC236}">
                    <a16:creationId xmlns:a16="http://schemas.microsoft.com/office/drawing/2014/main" id="{389A6E2E-7A98-1E59-621B-EF998934AEB9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1" name="pg3636">
                <a:extLst>
                  <a:ext uri="{FF2B5EF4-FFF2-40B4-BE49-F238E27FC236}">
                    <a16:creationId xmlns:a16="http://schemas.microsoft.com/office/drawing/2014/main" id="{5E250678-2F68-0BDC-41A3-C01261CD84B9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2" name="pg3637">
                <a:extLst>
                  <a:ext uri="{FF2B5EF4-FFF2-40B4-BE49-F238E27FC236}">
                    <a16:creationId xmlns:a16="http://schemas.microsoft.com/office/drawing/2014/main" id="{A500907B-9005-094A-1955-E3AE5C453778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3" name="pg3638">
                <a:extLst>
                  <a:ext uri="{FF2B5EF4-FFF2-40B4-BE49-F238E27FC236}">
                    <a16:creationId xmlns:a16="http://schemas.microsoft.com/office/drawing/2014/main" id="{01749FC4-7D89-4315-F72D-0808ED6FB8DE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4" name="pg3639">
                <a:extLst>
                  <a:ext uri="{FF2B5EF4-FFF2-40B4-BE49-F238E27FC236}">
                    <a16:creationId xmlns:a16="http://schemas.microsoft.com/office/drawing/2014/main" id="{0F5D8722-9E76-D66E-631B-7958B3EFA87B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5" name="pg3640">
                <a:extLst>
                  <a:ext uri="{FF2B5EF4-FFF2-40B4-BE49-F238E27FC236}">
                    <a16:creationId xmlns:a16="http://schemas.microsoft.com/office/drawing/2014/main" id="{157D28F7-F674-F7BF-76E4-2743C2E22D7C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6" name="pg3641">
                <a:extLst>
                  <a:ext uri="{FF2B5EF4-FFF2-40B4-BE49-F238E27FC236}">
                    <a16:creationId xmlns:a16="http://schemas.microsoft.com/office/drawing/2014/main" id="{F047B744-00A3-976C-2723-1B4E264B212B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7" name="pg3642">
                <a:extLst>
                  <a:ext uri="{FF2B5EF4-FFF2-40B4-BE49-F238E27FC236}">
                    <a16:creationId xmlns:a16="http://schemas.microsoft.com/office/drawing/2014/main" id="{40E89574-8A7B-DF84-D98F-0A79A8BD501B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8" name="pg3643">
                <a:extLst>
                  <a:ext uri="{FF2B5EF4-FFF2-40B4-BE49-F238E27FC236}">
                    <a16:creationId xmlns:a16="http://schemas.microsoft.com/office/drawing/2014/main" id="{F971CB40-FACB-F107-4590-C0A9879AA2C6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9" name="pg3644">
                <a:extLst>
                  <a:ext uri="{FF2B5EF4-FFF2-40B4-BE49-F238E27FC236}">
                    <a16:creationId xmlns:a16="http://schemas.microsoft.com/office/drawing/2014/main" id="{AF2FE465-B92B-65D9-2EDB-DFAE4C0F8BD1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0" name="pg3645">
                <a:extLst>
                  <a:ext uri="{FF2B5EF4-FFF2-40B4-BE49-F238E27FC236}">
                    <a16:creationId xmlns:a16="http://schemas.microsoft.com/office/drawing/2014/main" id="{61F36A89-52CB-B736-2F1F-38C440FD8770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1" name="pg3646">
                <a:extLst>
                  <a:ext uri="{FF2B5EF4-FFF2-40B4-BE49-F238E27FC236}">
                    <a16:creationId xmlns:a16="http://schemas.microsoft.com/office/drawing/2014/main" id="{6E418551-2EF1-B863-A3F7-1E5C8BE41EB1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2" name="pg3647">
                <a:extLst>
                  <a:ext uri="{FF2B5EF4-FFF2-40B4-BE49-F238E27FC236}">
                    <a16:creationId xmlns:a16="http://schemas.microsoft.com/office/drawing/2014/main" id="{5D3103CB-8E21-01FA-732D-4B721C785812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3" name="pg3648">
                <a:extLst>
                  <a:ext uri="{FF2B5EF4-FFF2-40B4-BE49-F238E27FC236}">
                    <a16:creationId xmlns:a16="http://schemas.microsoft.com/office/drawing/2014/main" id="{2F99CAAA-F2B8-E888-CD5F-9791A7725640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4" name="pg3649">
                <a:extLst>
                  <a:ext uri="{FF2B5EF4-FFF2-40B4-BE49-F238E27FC236}">
                    <a16:creationId xmlns:a16="http://schemas.microsoft.com/office/drawing/2014/main" id="{44A22D40-7581-FF2C-68C6-30C6D918198E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5" name="pg3650">
                <a:extLst>
                  <a:ext uri="{FF2B5EF4-FFF2-40B4-BE49-F238E27FC236}">
                    <a16:creationId xmlns:a16="http://schemas.microsoft.com/office/drawing/2014/main" id="{71CF3C19-3883-8F0A-B884-2BB40A94A666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6" name="pg3651">
                <a:extLst>
                  <a:ext uri="{FF2B5EF4-FFF2-40B4-BE49-F238E27FC236}">
                    <a16:creationId xmlns:a16="http://schemas.microsoft.com/office/drawing/2014/main" id="{59C72E99-AC9F-06F4-F252-6891716E6D6B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7" name="pg3652">
                <a:extLst>
                  <a:ext uri="{FF2B5EF4-FFF2-40B4-BE49-F238E27FC236}">
                    <a16:creationId xmlns:a16="http://schemas.microsoft.com/office/drawing/2014/main" id="{4FEC59AF-26DC-8639-20B0-C6151C311032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8" name="pg3653">
                <a:extLst>
                  <a:ext uri="{FF2B5EF4-FFF2-40B4-BE49-F238E27FC236}">
                    <a16:creationId xmlns:a16="http://schemas.microsoft.com/office/drawing/2014/main" id="{E7F9DDAB-04DB-BC05-33B3-06E77ED1073B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9" name="pg3654">
                <a:extLst>
                  <a:ext uri="{FF2B5EF4-FFF2-40B4-BE49-F238E27FC236}">
                    <a16:creationId xmlns:a16="http://schemas.microsoft.com/office/drawing/2014/main" id="{4925A82A-F360-41EA-BC61-8E64053B866A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0" name="pg3655">
                <a:extLst>
                  <a:ext uri="{FF2B5EF4-FFF2-40B4-BE49-F238E27FC236}">
                    <a16:creationId xmlns:a16="http://schemas.microsoft.com/office/drawing/2014/main" id="{B163F397-C9A3-31AE-5C24-BA952901A5F8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1" name="pg3656">
                <a:extLst>
                  <a:ext uri="{FF2B5EF4-FFF2-40B4-BE49-F238E27FC236}">
                    <a16:creationId xmlns:a16="http://schemas.microsoft.com/office/drawing/2014/main" id="{D3A1261B-0BAB-FDA2-5DF7-1CCF9EA24B87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2" name="pg3657">
                <a:extLst>
                  <a:ext uri="{FF2B5EF4-FFF2-40B4-BE49-F238E27FC236}">
                    <a16:creationId xmlns:a16="http://schemas.microsoft.com/office/drawing/2014/main" id="{3E59CEC8-1681-FEB4-7D70-01DB27474314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3" name="pg3658">
                <a:extLst>
                  <a:ext uri="{FF2B5EF4-FFF2-40B4-BE49-F238E27FC236}">
                    <a16:creationId xmlns:a16="http://schemas.microsoft.com/office/drawing/2014/main" id="{96DBA546-1986-9EAC-0EF6-8D2FE302B1B7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4" name="pg3659">
                <a:extLst>
                  <a:ext uri="{FF2B5EF4-FFF2-40B4-BE49-F238E27FC236}">
                    <a16:creationId xmlns:a16="http://schemas.microsoft.com/office/drawing/2014/main" id="{3172FE96-B960-3705-CEB6-F588537800BF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5" name="pg3660">
                <a:extLst>
                  <a:ext uri="{FF2B5EF4-FFF2-40B4-BE49-F238E27FC236}">
                    <a16:creationId xmlns:a16="http://schemas.microsoft.com/office/drawing/2014/main" id="{DAA148E9-FC69-6E46-5C27-668687B1F4C7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6" name="pg3661">
                <a:extLst>
                  <a:ext uri="{FF2B5EF4-FFF2-40B4-BE49-F238E27FC236}">
                    <a16:creationId xmlns:a16="http://schemas.microsoft.com/office/drawing/2014/main" id="{ABC31864-A344-B3A0-A3D0-8EB258388C65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7" name="pg3662">
                <a:extLst>
                  <a:ext uri="{FF2B5EF4-FFF2-40B4-BE49-F238E27FC236}">
                    <a16:creationId xmlns:a16="http://schemas.microsoft.com/office/drawing/2014/main" id="{527E17DC-6E7B-B316-50C3-5AC8101A198F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8" name="pg3663">
                <a:extLst>
                  <a:ext uri="{FF2B5EF4-FFF2-40B4-BE49-F238E27FC236}">
                    <a16:creationId xmlns:a16="http://schemas.microsoft.com/office/drawing/2014/main" id="{DA0574CF-8B93-02F5-F935-DA85371AA9EE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9" name="pg3664">
                <a:extLst>
                  <a:ext uri="{FF2B5EF4-FFF2-40B4-BE49-F238E27FC236}">
                    <a16:creationId xmlns:a16="http://schemas.microsoft.com/office/drawing/2014/main" id="{6FF60C43-52CD-0412-4A6E-1BD88F827D18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0" name="pg3665">
                <a:extLst>
                  <a:ext uri="{FF2B5EF4-FFF2-40B4-BE49-F238E27FC236}">
                    <a16:creationId xmlns:a16="http://schemas.microsoft.com/office/drawing/2014/main" id="{4404D168-FE0F-1176-2082-2E96D5F59D23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1" name="pg3666">
                <a:extLst>
                  <a:ext uri="{FF2B5EF4-FFF2-40B4-BE49-F238E27FC236}">
                    <a16:creationId xmlns:a16="http://schemas.microsoft.com/office/drawing/2014/main" id="{5CFC7211-B701-CFC3-7E75-014ADA8CEFF8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2" name="pg3667">
                <a:extLst>
                  <a:ext uri="{FF2B5EF4-FFF2-40B4-BE49-F238E27FC236}">
                    <a16:creationId xmlns:a16="http://schemas.microsoft.com/office/drawing/2014/main" id="{6B1EE659-DA38-423A-DB86-AC7DC0959DA9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3" name="pg3668">
                <a:extLst>
                  <a:ext uri="{FF2B5EF4-FFF2-40B4-BE49-F238E27FC236}">
                    <a16:creationId xmlns:a16="http://schemas.microsoft.com/office/drawing/2014/main" id="{BB301966-5FEE-1C45-5ABE-9D537DC83C50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4" name="pg3669">
                <a:extLst>
                  <a:ext uri="{FF2B5EF4-FFF2-40B4-BE49-F238E27FC236}">
                    <a16:creationId xmlns:a16="http://schemas.microsoft.com/office/drawing/2014/main" id="{BA973019-27B0-C680-5212-211B134EAA55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5" name="pg3670">
                <a:extLst>
                  <a:ext uri="{FF2B5EF4-FFF2-40B4-BE49-F238E27FC236}">
                    <a16:creationId xmlns:a16="http://schemas.microsoft.com/office/drawing/2014/main" id="{94B689CE-36CC-8E82-E807-6E0E2E0C990D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6" name="pg3671">
                <a:extLst>
                  <a:ext uri="{FF2B5EF4-FFF2-40B4-BE49-F238E27FC236}">
                    <a16:creationId xmlns:a16="http://schemas.microsoft.com/office/drawing/2014/main" id="{DECB86C2-214E-873D-2F39-DC7C25E8905B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7" name="pg3672">
                <a:extLst>
                  <a:ext uri="{FF2B5EF4-FFF2-40B4-BE49-F238E27FC236}">
                    <a16:creationId xmlns:a16="http://schemas.microsoft.com/office/drawing/2014/main" id="{3E617983-875C-B801-4045-E5A1D18A559D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8" name="pg3673">
                <a:extLst>
                  <a:ext uri="{FF2B5EF4-FFF2-40B4-BE49-F238E27FC236}">
                    <a16:creationId xmlns:a16="http://schemas.microsoft.com/office/drawing/2014/main" id="{0E08C2BB-E7AE-DD40-F7E5-4B688F6B1640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9" name="pg3674">
                <a:extLst>
                  <a:ext uri="{FF2B5EF4-FFF2-40B4-BE49-F238E27FC236}">
                    <a16:creationId xmlns:a16="http://schemas.microsoft.com/office/drawing/2014/main" id="{F16D1ED5-DFAA-0971-8A4B-28BEC5E4B760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0" name="pg3675">
                <a:extLst>
                  <a:ext uri="{FF2B5EF4-FFF2-40B4-BE49-F238E27FC236}">
                    <a16:creationId xmlns:a16="http://schemas.microsoft.com/office/drawing/2014/main" id="{1ABF4947-AD00-548E-AE24-DE47530B2249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1" name="pg3676">
                <a:extLst>
                  <a:ext uri="{FF2B5EF4-FFF2-40B4-BE49-F238E27FC236}">
                    <a16:creationId xmlns:a16="http://schemas.microsoft.com/office/drawing/2014/main" id="{D647D659-E9C6-D6DB-A560-F21679200641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2" name="pg3677">
                <a:extLst>
                  <a:ext uri="{FF2B5EF4-FFF2-40B4-BE49-F238E27FC236}">
                    <a16:creationId xmlns:a16="http://schemas.microsoft.com/office/drawing/2014/main" id="{B22ECD06-4A2F-61EB-044B-7D4D64AAF6F3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3" name="pg3678">
                <a:extLst>
                  <a:ext uri="{FF2B5EF4-FFF2-40B4-BE49-F238E27FC236}">
                    <a16:creationId xmlns:a16="http://schemas.microsoft.com/office/drawing/2014/main" id="{D7969311-B862-BA76-86C2-0F7489030816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4" name="pg3679">
                <a:extLst>
                  <a:ext uri="{FF2B5EF4-FFF2-40B4-BE49-F238E27FC236}">
                    <a16:creationId xmlns:a16="http://schemas.microsoft.com/office/drawing/2014/main" id="{251C8B19-B9BA-11E7-C442-9E3A9DE9E5AF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5" name="pg3680">
                <a:extLst>
                  <a:ext uri="{FF2B5EF4-FFF2-40B4-BE49-F238E27FC236}">
                    <a16:creationId xmlns:a16="http://schemas.microsoft.com/office/drawing/2014/main" id="{6DC5700A-BB4B-0B56-AD34-7B961C841FE8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6" name="pg3681">
                <a:extLst>
                  <a:ext uri="{FF2B5EF4-FFF2-40B4-BE49-F238E27FC236}">
                    <a16:creationId xmlns:a16="http://schemas.microsoft.com/office/drawing/2014/main" id="{D560364D-5260-92C3-3B41-6AFE1293233F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7" name="pg3682">
                <a:extLst>
                  <a:ext uri="{FF2B5EF4-FFF2-40B4-BE49-F238E27FC236}">
                    <a16:creationId xmlns:a16="http://schemas.microsoft.com/office/drawing/2014/main" id="{D34464D9-706D-5B7E-DE93-26F30D008C0D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8" name="pg3683">
                <a:extLst>
                  <a:ext uri="{FF2B5EF4-FFF2-40B4-BE49-F238E27FC236}">
                    <a16:creationId xmlns:a16="http://schemas.microsoft.com/office/drawing/2014/main" id="{9436C1C2-C1A5-463D-5A00-D70FCAB9AA36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9" name="pg3684">
                <a:extLst>
                  <a:ext uri="{FF2B5EF4-FFF2-40B4-BE49-F238E27FC236}">
                    <a16:creationId xmlns:a16="http://schemas.microsoft.com/office/drawing/2014/main" id="{AADC17C6-2E82-BB3F-0095-9FB969AD9AB0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0" name="pg3685">
                <a:extLst>
                  <a:ext uri="{FF2B5EF4-FFF2-40B4-BE49-F238E27FC236}">
                    <a16:creationId xmlns:a16="http://schemas.microsoft.com/office/drawing/2014/main" id="{CAC4BCB6-A5A6-503D-3D6C-71ADB0C8DF83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1" name="pg3686">
                <a:extLst>
                  <a:ext uri="{FF2B5EF4-FFF2-40B4-BE49-F238E27FC236}">
                    <a16:creationId xmlns:a16="http://schemas.microsoft.com/office/drawing/2014/main" id="{1D605EB5-A99F-BC0C-8572-0EB4A4D4DB37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2" name="pg3687">
                <a:extLst>
                  <a:ext uri="{FF2B5EF4-FFF2-40B4-BE49-F238E27FC236}">
                    <a16:creationId xmlns:a16="http://schemas.microsoft.com/office/drawing/2014/main" id="{FFDEBC90-8C31-815B-DE30-3409B488DB5F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3" name="pg3688">
                <a:extLst>
                  <a:ext uri="{FF2B5EF4-FFF2-40B4-BE49-F238E27FC236}">
                    <a16:creationId xmlns:a16="http://schemas.microsoft.com/office/drawing/2014/main" id="{A99B9B9C-66CD-ADF3-6ACD-1B7EEA5FC449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4" name="pg3689">
                <a:extLst>
                  <a:ext uri="{FF2B5EF4-FFF2-40B4-BE49-F238E27FC236}">
                    <a16:creationId xmlns:a16="http://schemas.microsoft.com/office/drawing/2014/main" id="{6F92B0D2-6611-876D-CF79-332280321396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5" name="pg3690">
                <a:extLst>
                  <a:ext uri="{FF2B5EF4-FFF2-40B4-BE49-F238E27FC236}">
                    <a16:creationId xmlns:a16="http://schemas.microsoft.com/office/drawing/2014/main" id="{BF01C5EF-A2B2-559B-B8E4-F00B86EE153E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6" name="pg3691">
                <a:extLst>
                  <a:ext uri="{FF2B5EF4-FFF2-40B4-BE49-F238E27FC236}">
                    <a16:creationId xmlns:a16="http://schemas.microsoft.com/office/drawing/2014/main" id="{DFC75E96-1B98-BFC2-D8C8-7234D78B4DAA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7" name="pg3692">
                <a:extLst>
                  <a:ext uri="{FF2B5EF4-FFF2-40B4-BE49-F238E27FC236}">
                    <a16:creationId xmlns:a16="http://schemas.microsoft.com/office/drawing/2014/main" id="{3DDB6F68-A461-DB34-477F-5A5D65718280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8" name="pg3693">
                <a:extLst>
                  <a:ext uri="{FF2B5EF4-FFF2-40B4-BE49-F238E27FC236}">
                    <a16:creationId xmlns:a16="http://schemas.microsoft.com/office/drawing/2014/main" id="{28F5E3CA-F260-AB9D-4014-1AB6E022776B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9" name="pg3694">
                <a:extLst>
                  <a:ext uri="{FF2B5EF4-FFF2-40B4-BE49-F238E27FC236}">
                    <a16:creationId xmlns:a16="http://schemas.microsoft.com/office/drawing/2014/main" id="{983BA8A8-8335-DAB9-0706-2FA18F976855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0" name="pg3695">
                <a:extLst>
                  <a:ext uri="{FF2B5EF4-FFF2-40B4-BE49-F238E27FC236}">
                    <a16:creationId xmlns:a16="http://schemas.microsoft.com/office/drawing/2014/main" id="{1FAD76B6-6F3A-1005-29F7-7F15DC38CCB7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1" name="pg3696">
                <a:extLst>
                  <a:ext uri="{FF2B5EF4-FFF2-40B4-BE49-F238E27FC236}">
                    <a16:creationId xmlns:a16="http://schemas.microsoft.com/office/drawing/2014/main" id="{64B1D832-09AA-55A1-877B-C4ABBFFBB5B3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2" name="pg3697">
                <a:extLst>
                  <a:ext uri="{FF2B5EF4-FFF2-40B4-BE49-F238E27FC236}">
                    <a16:creationId xmlns:a16="http://schemas.microsoft.com/office/drawing/2014/main" id="{5832D399-6586-3330-8D97-319B491F18A1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3" name="pg3698">
                <a:extLst>
                  <a:ext uri="{FF2B5EF4-FFF2-40B4-BE49-F238E27FC236}">
                    <a16:creationId xmlns:a16="http://schemas.microsoft.com/office/drawing/2014/main" id="{B4A4F393-3845-0987-76DB-CBD64B9DB6FA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4" name="pg3699">
                <a:extLst>
                  <a:ext uri="{FF2B5EF4-FFF2-40B4-BE49-F238E27FC236}">
                    <a16:creationId xmlns:a16="http://schemas.microsoft.com/office/drawing/2014/main" id="{58874B14-755B-BA9B-D42D-E821114D6CCF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5" name="pg3700">
                <a:extLst>
                  <a:ext uri="{FF2B5EF4-FFF2-40B4-BE49-F238E27FC236}">
                    <a16:creationId xmlns:a16="http://schemas.microsoft.com/office/drawing/2014/main" id="{298885CE-694D-C5EC-8E59-D0C91111A185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6" name="pg3701">
                <a:extLst>
                  <a:ext uri="{FF2B5EF4-FFF2-40B4-BE49-F238E27FC236}">
                    <a16:creationId xmlns:a16="http://schemas.microsoft.com/office/drawing/2014/main" id="{FED5B20D-5354-8640-C2C4-6781CA6140EF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7" name="pg3702">
                <a:extLst>
                  <a:ext uri="{FF2B5EF4-FFF2-40B4-BE49-F238E27FC236}">
                    <a16:creationId xmlns:a16="http://schemas.microsoft.com/office/drawing/2014/main" id="{9CD85BBB-CC86-54A0-9D62-22D8B3B3F8A8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8" name="pg3703">
                <a:extLst>
                  <a:ext uri="{FF2B5EF4-FFF2-40B4-BE49-F238E27FC236}">
                    <a16:creationId xmlns:a16="http://schemas.microsoft.com/office/drawing/2014/main" id="{1F106A81-56F8-CF8C-DA41-9F638D5EEADA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9" name="pg3704">
                <a:extLst>
                  <a:ext uri="{FF2B5EF4-FFF2-40B4-BE49-F238E27FC236}">
                    <a16:creationId xmlns:a16="http://schemas.microsoft.com/office/drawing/2014/main" id="{2D7AEC64-4A37-2988-134D-21A4E65D3F2E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0" name="pg3705">
                <a:extLst>
                  <a:ext uri="{FF2B5EF4-FFF2-40B4-BE49-F238E27FC236}">
                    <a16:creationId xmlns:a16="http://schemas.microsoft.com/office/drawing/2014/main" id="{EDAF3996-9F9F-7419-43DE-344802DAD10D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1" name="pg3706">
                <a:extLst>
                  <a:ext uri="{FF2B5EF4-FFF2-40B4-BE49-F238E27FC236}">
                    <a16:creationId xmlns:a16="http://schemas.microsoft.com/office/drawing/2014/main" id="{539B3B95-A5D1-0111-718B-CDA227EFB97F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2" name="pg3707">
                <a:extLst>
                  <a:ext uri="{FF2B5EF4-FFF2-40B4-BE49-F238E27FC236}">
                    <a16:creationId xmlns:a16="http://schemas.microsoft.com/office/drawing/2014/main" id="{F1BDF7CC-2D53-206D-BCAA-960953FA267C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3" name="pg3708">
                <a:extLst>
                  <a:ext uri="{FF2B5EF4-FFF2-40B4-BE49-F238E27FC236}">
                    <a16:creationId xmlns:a16="http://schemas.microsoft.com/office/drawing/2014/main" id="{8D548A15-61BA-B05B-E05D-E8440B352B31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4" name="pg3709">
                <a:extLst>
                  <a:ext uri="{FF2B5EF4-FFF2-40B4-BE49-F238E27FC236}">
                    <a16:creationId xmlns:a16="http://schemas.microsoft.com/office/drawing/2014/main" id="{311E6F02-92A8-A013-09A6-F6A60DAFB983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5" name="pg3710">
                <a:extLst>
                  <a:ext uri="{FF2B5EF4-FFF2-40B4-BE49-F238E27FC236}">
                    <a16:creationId xmlns:a16="http://schemas.microsoft.com/office/drawing/2014/main" id="{AF873146-8662-05BF-6DAF-337CC9E2C4C8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6" name="pg3711">
                <a:extLst>
                  <a:ext uri="{FF2B5EF4-FFF2-40B4-BE49-F238E27FC236}">
                    <a16:creationId xmlns:a16="http://schemas.microsoft.com/office/drawing/2014/main" id="{3597CF28-3B05-2C2B-0BBB-957AD177316D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7" name="pg3712">
                <a:extLst>
                  <a:ext uri="{FF2B5EF4-FFF2-40B4-BE49-F238E27FC236}">
                    <a16:creationId xmlns:a16="http://schemas.microsoft.com/office/drawing/2014/main" id="{074267BC-E408-5063-345F-9E7F8AF42F19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8" name="pg3713">
                <a:extLst>
                  <a:ext uri="{FF2B5EF4-FFF2-40B4-BE49-F238E27FC236}">
                    <a16:creationId xmlns:a16="http://schemas.microsoft.com/office/drawing/2014/main" id="{1BB53F03-BF30-E3BF-2670-DAF7E512969D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9" name="pg3714">
                <a:extLst>
                  <a:ext uri="{FF2B5EF4-FFF2-40B4-BE49-F238E27FC236}">
                    <a16:creationId xmlns:a16="http://schemas.microsoft.com/office/drawing/2014/main" id="{E7F2DBAB-F308-D104-FD72-B3C772F052E6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0" name="pg3715">
                <a:extLst>
                  <a:ext uri="{FF2B5EF4-FFF2-40B4-BE49-F238E27FC236}">
                    <a16:creationId xmlns:a16="http://schemas.microsoft.com/office/drawing/2014/main" id="{09069495-6714-D661-6BEC-22C9C4E973A6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1" name="pg3716">
                <a:extLst>
                  <a:ext uri="{FF2B5EF4-FFF2-40B4-BE49-F238E27FC236}">
                    <a16:creationId xmlns:a16="http://schemas.microsoft.com/office/drawing/2014/main" id="{1C08A65F-656F-1974-26A2-7006E9D72540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2" name="pg3717">
                <a:extLst>
                  <a:ext uri="{FF2B5EF4-FFF2-40B4-BE49-F238E27FC236}">
                    <a16:creationId xmlns:a16="http://schemas.microsoft.com/office/drawing/2014/main" id="{E55B877A-AE3B-CF39-F9BC-8FC2018F5869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3" name="pg3718">
                <a:extLst>
                  <a:ext uri="{FF2B5EF4-FFF2-40B4-BE49-F238E27FC236}">
                    <a16:creationId xmlns:a16="http://schemas.microsoft.com/office/drawing/2014/main" id="{D46D683F-18BC-39FA-F279-47B05DF11184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4" name="pg3719">
                <a:extLst>
                  <a:ext uri="{FF2B5EF4-FFF2-40B4-BE49-F238E27FC236}">
                    <a16:creationId xmlns:a16="http://schemas.microsoft.com/office/drawing/2014/main" id="{9DE3E67A-F379-96DA-98F0-5A3BC932FC53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5" name="pg3720">
                <a:extLst>
                  <a:ext uri="{FF2B5EF4-FFF2-40B4-BE49-F238E27FC236}">
                    <a16:creationId xmlns:a16="http://schemas.microsoft.com/office/drawing/2014/main" id="{72391306-AF5C-4B82-265F-AD1B1562CB67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6" name="pg3721">
                <a:extLst>
                  <a:ext uri="{FF2B5EF4-FFF2-40B4-BE49-F238E27FC236}">
                    <a16:creationId xmlns:a16="http://schemas.microsoft.com/office/drawing/2014/main" id="{9FAA405B-82B2-05B4-91D9-3B96E3095A44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7" name="pg3722">
                <a:extLst>
                  <a:ext uri="{FF2B5EF4-FFF2-40B4-BE49-F238E27FC236}">
                    <a16:creationId xmlns:a16="http://schemas.microsoft.com/office/drawing/2014/main" id="{42CF32A0-2183-694F-208C-8A3DAA7208F8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8" name="pg3723">
                <a:extLst>
                  <a:ext uri="{FF2B5EF4-FFF2-40B4-BE49-F238E27FC236}">
                    <a16:creationId xmlns:a16="http://schemas.microsoft.com/office/drawing/2014/main" id="{6B059CEC-E5DC-DEA3-07BF-A8F4E41B9DEA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9" name="pg3724">
                <a:extLst>
                  <a:ext uri="{FF2B5EF4-FFF2-40B4-BE49-F238E27FC236}">
                    <a16:creationId xmlns:a16="http://schemas.microsoft.com/office/drawing/2014/main" id="{2FF8E4DD-5AFB-52FA-A02C-04E414FDF50C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0" name="pg3725">
                <a:extLst>
                  <a:ext uri="{FF2B5EF4-FFF2-40B4-BE49-F238E27FC236}">
                    <a16:creationId xmlns:a16="http://schemas.microsoft.com/office/drawing/2014/main" id="{56411811-07ED-F5E4-12B7-3CF2B63A74D5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1" name="pg3726">
                <a:extLst>
                  <a:ext uri="{FF2B5EF4-FFF2-40B4-BE49-F238E27FC236}">
                    <a16:creationId xmlns:a16="http://schemas.microsoft.com/office/drawing/2014/main" id="{CA7FF4DD-A4AB-0386-A431-714B6B4E6C8C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2" name="pg3727">
                <a:extLst>
                  <a:ext uri="{FF2B5EF4-FFF2-40B4-BE49-F238E27FC236}">
                    <a16:creationId xmlns:a16="http://schemas.microsoft.com/office/drawing/2014/main" id="{5463BCD2-1823-48A9-FFE1-406CEA8BCDFD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3" name="pg3728">
                <a:extLst>
                  <a:ext uri="{FF2B5EF4-FFF2-40B4-BE49-F238E27FC236}">
                    <a16:creationId xmlns:a16="http://schemas.microsoft.com/office/drawing/2014/main" id="{C2A2DA4C-278F-9DFC-BF66-0172C31FC6E9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4" name="pg3729">
                <a:extLst>
                  <a:ext uri="{FF2B5EF4-FFF2-40B4-BE49-F238E27FC236}">
                    <a16:creationId xmlns:a16="http://schemas.microsoft.com/office/drawing/2014/main" id="{43ED1C3B-D3BF-807A-CE3C-FC6D1DEB8B1C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5" name="pg3730">
                <a:extLst>
                  <a:ext uri="{FF2B5EF4-FFF2-40B4-BE49-F238E27FC236}">
                    <a16:creationId xmlns:a16="http://schemas.microsoft.com/office/drawing/2014/main" id="{AABD2081-A1E3-7E8A-D9C4-AC00C3A3184D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6" name="pg3731">
                <a:extLst>
                  <a:ext uri="{FF2B5EF4-FFF2-40B4-BE49-F238E27FC236}">
                    <a16:creationId xmlns:a16="http://schemas.microsoft.com/office/drawing/2014/main" id="{E0764A3A-945D-E5A2-D30D-B8F22A28061C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7" name="pg3732">
                <a:extLst>
                  <a:ext uri="{FF2B5EF4-FFF2-40B4-BE49-F238E27FC236}">
                    <a16:creationId xmlns:a16="http://schemas.microsoft.com/office/drawing/2014/main" id="{91512A33-B900-F984-5ED3-FEE13D7BC646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8" name="pg3733">
                <a:extLst>
                  <a:ext uri="{FF2B5EF4-FFF2-40B4-BE49-F238E27FC236}">
                    <a16:creationId xmlns:a16="http://schemas.microsoft.com/office/drawing/2014/main" id="{96EE342C-2D61-DBB5-84DA-A24D2DC22F68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9" name="pg3734">
                <a:extLst>
                  <a:ext uri="{FF2B5EF4-FFF2-40B4-BE49-F238E27FC236}">
                    <a16:creationId xmlns:a16="http://schemas.microsoft.com/office/drawing/2014/main" id="{24884BA0-E8FA-5936-8A15-9DF5D7213EBF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0" name="pg3735">
                <a:extLst>
                  <a:ext uri="{FF2B5EF4-FFF2-40B4-BE49-F238E27FC236}">
                    <a16:creationId xmlns:a16="http://schemas.microsoft.com/office/drawing/2014/main" id="{9326BD8D-EBCC-327E-75CF-1C06277DFE75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1" name="pg3736">
                <a:extLst>
                  <a:ext uri="{FF2B5EF4-FFF2-40B4-BE49-F238E27FC236}">
                    <a16:creationId xmlns:a16="http://schemas.microsoft.com/office/drawing/2014/main" id="{6E8094A9-46E2-5506-DADA-9E971A79365A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2" name="pg3737">
                <a:extLst>
                  <a:ext uri="{FF2B5EF4-FFF2-40B4-BE49-F238E27FC236}">
                    <a16:creationId xmlns:a16="http://schemas.microsoft.com/office/drawing/2014/main" id="{CA1B2000-DB9A-D3B4-F73D-EB8B8525C036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3" name="pg3738">
                <a:extLst>
                  <a:ext uri="{FF2B5EF4-FFF2-40B4-BE49-F238E27FC236}">
                    <a16:creationId xmlns:a16="http://schemas.microsoft.com/office/drawing/2014/main" id="{52728326-4142-D8C8-7C0B-B117324E24EC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4" name="pg3739">
                <a:extLst>
                  <a:ext uri="{FF2B5EF4-FFF2-40B4-BE49-F238E27FC236}">
                    <a16:creationId xmlns:a16="http://schemas.microsoft.com/office/drawing/2014/main" id="{97DC75AB-A75B-9270-4D17-00E9D08805AD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5" name="pg3740">
                <a:extLst>
                  <a:ext uri="{FF2B5EF4-FFF2-40B4-BE49-F238E27FC236}">
                    <a16:creationId xmlns:a16="http://schemas.microsoft.com/office/drawing/2014/main" id="{D8E82587-8AAF-72FE-1490-29407DAB425F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6" name="pg3741">
                <a:extLst>
                  <a:ext uri="{FF2B5EF4-FFF2-40B4-BE49-F238E27FC236}">
                    <a16:creationId xmlns:a16="http://schemas.microsoft.com/office/drawing/2014/main" id="{F2E4C683-AB7A-93E0-E648-333280F85FE5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7" name="pg3742">
                <a:extLst>
                  <a:ext uri="{FF2B5EF4-FFF2-40B4-BE49-F238E27FC236}">
                    <a16:creationId xmlns:a16="http://schemas.microsoft.com/office/drawing/2014/main" id="{56DF81BD-E19A-0DC8-A58E-9B0183ED3185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8" name="pg3743">
                <a:extLst>
                  <a:ext uri="{FF2B5EF4-FFF2-40B4-BE49-F238E27FC236}">
                    <a16:creationId xmlns:a16="http://schemas.microsoft.com/office/drawing/2014/main" id="{E3EFC201-C5CD-3688-9334-3A681C717420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9" name="pg3744">
                <a:extLst>
                  <a:ext uri="{FF2B5EF4-FFF2-40B4-BE49-F238E27FC236}">
                    <a16:creationId xmlns:a16="http://schemas.microsoft.com/office/drawing/2014/main" id="{446EE4E9-BF72-A7A0-8477-AF874C5EA130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0" name="pg3745">
                <a:extLst>
                  <a:ext uri="{FF2B5EF4-FFF2-40B4-BE49-F238E27FC236}">
                    <a16:creationId xmlns:a16="http://schemas.microsoft.com/office/drawing/2014/main" id="{5C2BBB54-18EA-E680-C8E8-126B07E0C365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1" name="pg3746">
                <a:extLst>
                  <a:ext uri="{FF2B5EF4-FFF2-40B4-BE49-F238E27FC236}">
                    <a16:creationId xmlns:a16="http://schemas.microsoft.com/office/drawing/2014/main" id="{69351DA1-BC39-59CC-AAF1-0073BC946E76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2" name="pg3747">
                <a:extLst>
                  <a:ext uri="{FF2B5EF4-FFF2-40B4-BE49-F238E27FC236}">
                    <a16:creationId xmlns:a16="http://schemas.microsoft.com/office/drawing/2014/main" id="{F88D9223-9C4C-BC1C-F20E-28002CF0B330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3" name="pg3748">
                <a:extLst>
                  <a:ext uri="{FF2B5EF4-FFF2-40B4-BE49-F238E27FC236}">
                    <a16:creationId xmlns:a16="http://schemas.microsoft.com/office/drawing/2014/main" id="{9E262271-8267-2BD5-C7D4-C7DA79F9E517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4" name="pg3749">
                <a:extLst>
                  <a:ext uri="{FF2B5EF4-FFF2-40B4-BE49-F238E27FC236}">
                    <a16:creationId xmlns:a16="http://schemas.microsoft.com/office/drawing/2014/main" id="{A4369C78-925D-CED9-D7F5-7C9B858774CA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5" name="pg3750">
                <a:extLst>
                  <a:ext uri="{FF2B5EF4-FFF2-40B4-BE49-F238E27FC236}">
                    <a16:creationId xmlns:a16="http://schemas.microsoft.com/office/drawing/2014/main" id="{7DAFD651-3436-1751-4970-6FF201589075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6" name="pg3751">
                <a:extLst>
                  <a:ext uri="{FF2B5EF4-FFF2-40B4-BE49-F238E27FC236}">
                    <a16:creationId xmlns:a16="http://schemas.microsoft.com/office/drawing/2014/main" id="{9F778928-9879-68D1-12FD-D75B98101D66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7" name="pg3752">
                <a:extLst>
                  <a:ext uri="{FF2B5EF4-FFF2-40B4-BE49-F238E27FC236}">
                    <a16:creationId xmlns:a16="http://schemas.microsoft.com/office/drawing/2014/main" id="{3ED9CE3F-C6D4-67FC-2BD3-221B5619CB67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8" name="pg3753">
                <a:extLst>
                  <a:ext uri="{FF2B5EF4-FFF2-40B4-BE49-F238E27FC236}">
                    <a16:creationId xmlns:a16="http://schemas.microsoft.com/office/drawing/2014/main" id="{46A5C81D-4FFA-EC89-316B-C050EE0747B1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9" name="pg3754">
                <a:extLst>
                  <a:ext uri="{FF2B5EF4-FFF2-40B4-BE49-F238E27FC236}">
                    <a16:creationId xmlns:a16="http://schemas.microsoft.com/office/drawing/2014/main" id="{D565FAAE-A6FB-B8A2-CFFE-DE752DAAE3C9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0" name="pg3755">
                <a:extLst>
                  <a:ext uri="{FF2B5EF4-FFF2-40B4-BE49-F238E27FC236}">
                    <a16:creationId xmlns:a16="http://schemas.microsoft.com/office/drawing/2014/main" id="{17324997-922F-7F4F-02B0-D8F2D1847A16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1" name="pg3756">
                <a:extLst>
                  <a:ext uri="{FF2B5EF4-FFF2-40B4-BE49-F238E27FC236}">
                    <a16:creationId xmlns:a16="http://schemas.microsoft.com/office/drawing/2014/main" id="{1FB720F8-0F8B-BF4C-12D3-98608E248F06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2" name="pg3757">
                <a:extLst>
                  <a:ext uri="{FF2B5EF4-FFF2-40B4-BE49-F238E27FC236}">
                    <a16:creationId xmlns:a16="http://schemas.microsoft.com/office/drawing/2014/main" id="{4F8367E9-82FE-4AB7-7AD0-6AB061BA5195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3" name="pg3758">
                <a:extLst>
                  <a:ext uri="{FF2B5EF4-FFF2-40B4-BE49-F238E27FC236}">
                    <a16:creationId xmlns:a16="http://schemas.microsoft.com/office/drawing/2014/main" id="{F53C52E9-590B-F3FD-C3A9-CE973DE32BDF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4" name="pg3759">
                <a:extLst>
                  <a:ext uri="{FF2B5EF4-FFF2-40B4-BE49-F238E27FC236}">
                    <a16:creationId xmlns:a16="http://schemas.microsoft.com/office/drawing/2014/main" id="{D64018A0-0B7C-4E6F-D114-487322460DEC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5" name="pg3760">
                <a:extLst>
                  <a:ext uri="{FF2B5EF4-FFF2-40B4-BE49-F238E27FC236}">
                    <a16:creationId xmlns:a16="http://schemas.microsoft.com/office/drawing/2014/main" id="{24C3C854-A99B-67A4-3098-5B2B8F7C400E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6" name="pg3761">
                <a:extLst>
                  <a:ext uri="{FF2B5EF4-FFF2-40B4-BE49-F238E27FC236}">
                    <a16:creationId xmlns:a16="http://schemas.microsoft.com/office/drawing/2014/main" id="{1C33BC05-5740-E484-A6EF-4E4A353924D8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7" name="pg3762">
                <a:extLst>
                  <a:ext uri="{FF2B5EF4-FFF2-40B4-BE49-F238E27FC236}">
                    <a16:creationId xmlns:a16="http://schemas.microsoft.com/office/drawing/2014/main" id="{34B4B84A-B4ED-2E46-7F05-5D5A32A65B2A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8" name="pg3763">
                <a:extLst>
                  <a:ext uri="{FF2B5EF4-FFF2-40B4-BE49-F238E27FC236}">
                    <a16:creationId xmlns:a16="http://schemas.microsoft.com/office/drawing/2014/main" id="{7507A304-844E-13BA-C735-39D6999CB56E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9" name="pg3764">
                <a:extLst>
                  <a:ext uri="{FF2B5EF4-FFF2-40B4-BE49-F238E27FC236}">
                    <a16:creationId xmlns:a16="http://schemas.microsoft.com/office/drawing/2014/main" id="{5DAFA1C7-EFF1-C3CD-4FCC-081C77896B10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0" name="pg3765">
                <a:extLst>
                  <a:ext uri="{FF2B5EF4-FFF2-40B4-BE49-F238E27FC236}">
                    <a16:creationId xmlns:a16="http://schemas.microsoft.com/office/drawing/2014/main" id="{7F7A1846-2758-75AF-6DAE-8C187687C3D1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1" name="pg3766">
                <a:extLst>
                  <a:ext uri="{FF2B5EF4-FFF2-40B4-BE49-F238E27FC236}">
                    <a16:creationId xmlns:a16="http://schemas.microsoft.com/office/drawing/2014/main" id="{941E1DBD-6F59-D798-C45C-55BB43E994DB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2" name="pg3767">
                <a:extLst>
                  <a:ext uri="{FF2B5EF4-FFF2-40B4-BE49-F238E27FC236}">
                    <a16:creationId xmlns:a16="http://schemas.microsoft.com/office/drawing/2014/main" id="{0C566354-DAB2-C85B-2DB9-8277EF4DDD20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3" name="pg3768">
                <a:extLst>
                  <a:ext uri="{FF2B5EF4-FFF2-40B4-BE49-F238E27FC236}">
                    <a16:creationId xmlns:a16="http://schemas.microsoft.com/office/drawing/2014/main" id="{80339682-1252-75EB-2ED8-38BE7CD3822B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4" name="pg3769">
                <a:extLst>
                  <a:ext uri="{FF2B5EF4-FFF2-40B4-BE49-F238E27FC236}">
                    <a16:creationId xmlns:a16="http://schemas.microsoft.com/office/drawing/2014/main" id="{A512968A-F138-C863-A1CD-21CB5937A8FC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5" name="pg3770">
                <a:extLst>
                  <a:ext uri="{FF2B5EF4-FFF2-40B4-BE49-F238E27FC236}">
                    <a16:creationId xmlns:a16="http://schemas.microsoft.com/office/drawing/2014/main" id="{2EF75321-DBF2-37DA-27B3-F247AC4DDC39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6" name="pg3771">
                <a:extLst>
                  <a:ext uri="{FF2B5EF4-FFF2-40B4-BE49-F238E27FC236}">
                    <a16:creationId xmlns:a16="http://schemas.microsoft.com/office/drawing/2014/main" id="{1E9AE6E6-7EA6-6060-CDF6-EA5B78261159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7" name="pg3772">
                <a:extLst>
                  <a:ext uri="{FF2B5EF4-FFF2-40B4-BE49-F238E27FC236}">
                    <a16:creationId xmlns:a16="http://schemas.microsoft.com/office/drawing/2014/main" id="{DD4E5C5B-6298-DF29-4F3A-C172F0210F6C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8" name="pg3773">
                <a:extLst>
                  <a:ext uri="{FF2B5EF4-FFF2-40B4-BE49-F238E27FC236}">
                    <a16:creationId xmlns:a16="http://schemas.microsoft.com/office/drawing/2014/main" id="{017A1C31-01B5-49E2-8EE4-0B9C7368F750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9" name="pg3774">
                <a:extLst>
                  <a:ext uri="{FF2B5EF4-FFF2-40B4-BE49-F238E27FC236}">
                    <a16:creationId xmlns:a16="http://schemas.microsoft.com/office/drawing/2014/main" id="{B4F8A84B-DF4D-41DF-DB14-A746C977607A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0" name="pg3775">
                <a:extLst>
                  <a:ext uri="{FF2B5EF4-FFF2-40B4-BE49-F238E27FC236}">
                    <a16:creationId xmlns:a16="http://schemas.microsoft.com/office/drawing/2014/main" id="{8291AD42-B87D-5251-1CEC-B8DE859A1421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1" name="pg3776">
                <a:extLst>
                  <a:ext uri="{FF2B5EF4-FFF2-40B4-BE49-F238E27FC236}">
                    <a16:creationId xmlns:a16="http://schemas.microsoft.com/office/drawing/2014/main" id="{50076CB2-3964-95AC-ED76-96A6B57A7DCE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2" name="pg3777">
                <a:extLst>
                  <a:ext uri="{FF2B5EF4-FFF2-40B4-BE49-F238E27FC236}">
                    <a16:creationId xmlns:a16="http://schemas.microsoft.com/office/drawing/2014/main" id="{E1A37EFB-BBCB-1F3D-47FD-A554CB7F055E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3" name="pg3778">
                <a:extLst>
                  <a:ext uri="{FF2B5EF4-FFF2-40B4-BE49-F238E27FC236}">
                    <a16:creationId xmlns:a16="http://schemas.microsoft.com/office/drawing/2014/main" id="{5EAE21E2-6DCF-1465-D590-13C6545C6F7A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4" name="pg3779">
                <a:extLst>
                  <a:ext uri="{FF2B5EF4-FFF2-40B4-BE49-F238E27FC236}">
                    <a16:creationId xmlns:a16="http://schemas.microsoft.com/office/drawing/2014/main" id="{9B3F0540-2E31-E9C1-71C7-BE55F32ECD1A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5" name="pg3780">
                <a:extLst>
                  <a:ext uri="{FF2B5EF4-FFF2-40B4-BE49-F238E27FC236}">
                    <a16:creationId xmlns:a16="http://schemas.microsoft.com/office/drawing/2014/main" id="{FB69B4DF-08EE-B0DD-558A-B653585E0F00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6" name="pg3781">
                <a:extLst>
                  <a:ext uri="{FF2B5EF4-FFF2-40B4-BE49-F238E27FC236}">
                    <a16:creationId xmlns:a16="http://schemas.microsoft.com/office/drawing/2014/main" id="{CCF21D99-64A5-8728-BA52-5938DF88ADEB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7" name="pg3782">
                <a:extLst>
                  <a:ext uri="{FF2B5EF4-FFF2-40B4-BE49-F238E27FC236}">
                    <a16:creationId xmlns:a16="http://schemas.microsoft.com/office/drawing/2014/main" id="{84CA4182-7B9B-CBAA-63BC-FA4170B56C06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8" name="pg3783">
                <a:extLst>
                  <a:ext uri="{FF2B5EF4-FFF2-40B4-BE49-F238E27FC236}">
                    <a16:creationId xmlns:a16="http://schemas.microsoft.com/office/drawing/2014/main" id="{641F81A8-741D-12F6-068F-BFD0BCF3D9E8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9" name="pg3784">
                <a:extLst>
                  <a:ext uri="{FF2B5EF4-FFF2-40B4-BE49-F238E27FC236}">
                    <a16:creationId xmlns:a16="http://schemas.microsoft.com/office/drawing/2014/main" id="{706E7946-EDB3-F297-91FC-7E3C384EC846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0" name="pg3785">
                <a:extLst>
                  <a:ext uri="{FF2B5EF4-FFF2-40B4-BE49-F238E27FC236}">
                    <a16:creationId xmlns:a16="http://schemas.microsoft.com/office/drawing/2014/main" id="{A7CFDB51-E483-7FAA-DC45-1B05C3500CE3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1" name="pg3786">
                <a:extLst>
                  <a:ext uri="{FF2B5EF4-FFF2-40B4-BE49-F238E27FC236}">
                    <a16:creationId xmlns:a16="http://schemas.microsoft.com/office/drawing/2014/main" id="{87395237-F965-BB67-90A6-0D443C859F09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2" name="pg3787">
                <a:extLst>
                  <a:ext uri="{FF2B5EF4-FFF2-40B4-BE49-F238E27FC236}">
                    <a16:creationId xmlns:a16="http://schemas.microsoft.com/office/drawing/2014/main" id="{4D3DE05D-1A5C-2863-6E26-28E1CCD35AF7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3" name="pg3788">
                <a:extLst>
                  <a:ext uri="{FF2B5EF4-FFF2-40B4-BE49-F238E27FC236}">
                    <a16:creationId xmlns:a16="http://schemas.microsoft.com/office/drawing/2014/main" id="{AB0A6A0D-53A9-19E2-C964-DD156A8F0C82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4" name="pg3789">
                <a:extLst>
                  <a:ext uri="{FF2B5EF4-FFF2-40B4-BE49-F238E27FC236}">
                    <a16:creationId xmlns:a16="http://schemas.microsoft.com/office/drawing/2014/main" id="{FE942129-BE70-9930-BFAA-85F75881166C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5" name="pg3790">
                <a:extLst>
                  <a:ext uri="{FF2B5EF4-FFF2-40B4-BE49-F238E27FC236}">
                    <a16:creationId xmlns:a16="http://schemas.microsoft.com/office/drawing/2014/main" id="{719F2847-2661-4F78-13DE-59766AF65B50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6" name="pg3791">
                <a:extLst>
                  <a:ext uri="{FF2B5EF4-FFF2-40B4-BE49-F238E27FC236}">
                    <a16:creationId xmlns:a16="http://schemas.microsoft.com/office/drawing/2014/main" id="{933A1287-85EA-B32D-4477-2FBBBE90DBBB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7" name="pg3792">
                <a:extLst>
                  <a:ext uri="{FF2B5EF4-FFF2-40B4-BE49-F238E27FC236}">
                    <a16:creationId xmlns:a16="http://schemas.microsoft.com/office/drawing/2014/main" id="{C7A9878F-11CF-C785-ADB1-BC2BE1130834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8" name="pg3793">
                <a:extLst>
                  <a:ext uri="{FF2B5EF4-FFF2-40B4-BE49-F238E27FC236}">
                    <a16:creationId xmlns:a16="http://schemas.microsoft.com/office/drawing/2014/main" id="{32494274-EF1C-8819-2382-64CD60420497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9" name="pg3794">
                <a:extLst>
                  <a:ext uri="{FF2B5EF4-FFF2-40B4-BE49-F238E27FC236}">
                    <a16:creationId xmlns:a16="http://schemas.microsoft.com/office/drawing/2014/main" id="{75B3D759-FA89-2252-7586-74EDA7A1E2B3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0" name="pg3795">
                <a:extLst>
                  <a:ext uri="{FF2B5EF4-FFF2-40B4-BE49-F238E27FC236}">
                    <a16:creationId xmlns:a16="http://schemas.microsoft.com/office/drawing/2014/main" id="{91F82274-7023-C6F0-F903-FD298B2E82DF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1" name="pg3796">
                <a:extLst>
                  <a:ext uri="{FF2B5EF4-FFF2-40B4-BE49-F238E27FC236}">
                    <a16:creationId xmlns:a16="http://schemas.microsoft.com/office/drawing/2014/main" id="{8B32834E-593C-90A8-B124-204C66DDA2E0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2" name="pg3797">
                <a:extLst>
                  <a:ext uri="{FF2B5EF4-FFF2-40B4-BE49-F238E27FC236}">
                    <a16:creationId xmlns:a16="http://schemas.microsoft.com/office/drawing/2014/main" id="{840DB55C-484B-370F-34D2-C6DF2F4608FA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3" name="pg3798">
                <a:extLst>
                  <a:ext uri="{FF2B5EF4-FFF2-40B4-BE49-F238E27FC236}">
                    <a16:creationId xmlns:a16="http://schemas.microsoft.com/office/drawing/2014/main" id="{556FA129-7446-99C2-DAC7-98DE8EB782BE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4" name="pg3799">
                <a:extLst>
                  <a:ext uri="{FF2B5EF4-FFF2-40B4-BE49-F238E27FC236}">
                    <a16:creationId xmlns:a16="http://schemas.microsoft.com/office/drawing/2014/main" id="{482B4729-A950-F3AC-C417-B5961B21FCA9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5" name="pg3800">
                <a:extLst>
                  <a:ext uri="{FF2B5EF4-FFF2-40B4-BE49-F238E27FC236}">
                    <a16:creationId xmlns:a16="http://schemas.microsoft.com/office/drawing/2014/main" id="{12589A44-9469-3F81-7CDC-5E0187C70ECF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6" name="pg3801">
                <a:extLst>
                  <a:ext uri="{FF2B5EF4-FFF2-40B4-BE49-F238E27FC236}">
                    <a16:creationId xmlns:a16="http://schemas.microsoft.com/office/drawing/2014/main" id="{DA9B1664-6DB8-336C-B12A-904375A85119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7" name="pg3802">
                <a:extLst>
                  <a:ext uri="{FF2B5EF4-FFF2-40B4-BE49-F238E27FC236}">
                    <a16:creationId xmlns:a16="http://schemas.microsoft.com/office/drawing/2014/main" id="{FCACB6BA-2C33-E270-A9FE-6B28EBF365D1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8" name="pg3803">
                <a:extLst>
                  <a:ext uri="{FF2B5EF4-FFF2-40B4-BE49-F238E27FC236}">
                    <a16:creationId xmlns:a16="http://schemas.microsoft.com/office/drawing/2014/main" id="{E49CDA56-4AE7-8F57-5CC8-13A92C172DA9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9" name="pg3804">
                <a:extLst>
                  <a:ext uri="{FF2B5EF4-FFF2-40B4-BE49-F238E27FC236}">
                    <a16:creationId xmlns:a16="http://schemas.microsoft.com/office/drawing/2014/main" id="{24C54AF0-E63C-F17B-5AF4-C79ED34A7DD2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0" name="pg3805">
                <a:extLst>
                  <a:ext uri="{FF2B5EF4-FFF2-40B4-BE49-F238E27FC236}">
                    <a16:creationId xmlns:a16="http://schemas.microsoft.com/office/drawing/2014/main" id="{0712AA55-7D91-1D58-20F0-D55F83E542FA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1" name="pg3806">
                <a:extLst>
                  <a:ext uri="{FF2B5EF4-FFF2-40B4-BE49-F238E27FC236}">
                    <a16:creationId xmlns:a16="http://schemas.microsoft.com/office/drawing/2014/main" id="{935E6E61-DD95-0B10-AD4C-4DF0C56B9C67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2" name="pg3807">
                <a:extLst>
                  <a:ext uri="{FF2B5EF4-FFF2-40B4-BE49-F238E27FC236}">
                    <a16:creationId xmlns:a16="http://schemas.microsoft.com/office/drawing/2014/main" id="{78813812-6E77-F489-DF72-33170039890C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3" name="pg3808">
                <a:extLst>
                  <a:ext uri="{FF2B5EF4-FFF2-40B4-BE49-F238E27FC236}">
                    <a16:creationId xmlns:a16="http://schemas.microsoft.com/office/drawing/2014/main" id="{30985436-B81C-AE2E-3855-D49940DA208D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4" name="pg3809">
                <a:extLst>
                  <a:ext uri="{FF2B5EF4-FFF2-40B4-BE49-F238E27FC236}">
                    <a16:creationId xmlns:a16="http://schemas.microsoft.com/office/drawing/2014/main" id="{94C5DE01-A129-E070-43F5-6ACFD377C1E7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5" name="pg3810">
                <a:extLst>
                  <a:ext uri="{FF2B5EF4-FFF2-40B4-BE49-F238E27FC236}">
                    <a16:creationId xmlns:a16="http://schemas.microsoft.com/office/drawing/2014/main" id="{37764C65-EE22-E10B-2729-5B011F1EBB10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6" name="pg3811">
                <a:extLst>
                  <a:ext uri="{FF2B5EF4-FFF2-40B4-BE49-F238E27FC236}">
                    <a16:creationId xmlns:a16="http://schemas.microsoft.com/office/drawing/2014/main" id="{19395786-7FB0-A04B-7F75-6FB971EB6B94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7" name="pg3812">
                <a:extLst>
                  <a:ext uri="{FF2B5EF4-FFF2-40B4-BE49-F238E27FC236}">
                    <a16:creationId xmlns:a16="http://schemas.microsoft.com/office/drawing/2014/main" id="{CA50A537-CD25-7F25-C3DC-8473D6CF4114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8" name="pg3813">
                <a:extLst>
                  <a:ext uri="{FF2B5EF4-FFF2-40B4-BE49-F238E27FC236}">
                    <a16:creationId xmlns:a16="http://schemas.microsoft.com/office/drawing/2014/main" id="{B503EA03-0592-92BB-8C7D-7702BAD48ED7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9" name="pg3814">
                <a:extLst>
                  <a:ext uri="{FF2B5EF4-FFF2-40B4-BE49-F238E27FC236}">
                    <a16:creationId xmlns:a16="http://schemas.microsoft.com/office/drawing/2014/main" id="{16C5EA45-B7F4-DD21-E1EB-E98A87373F1D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0" name="pg3815">
                <a:extLst>
                  <a:ext uri="{FF2B5EF4-FFF2-40B4-BE49-F238E27FC236}">
                    <a16:creationId xmlns:a16="http://schemas.microsoft.com/office/drawing/2014/main" id="{81FBCAA5-76AB-B882-C241-8A22E06A7A44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1" name="pg3816">
                <a:extLst>
                  <a:ext uri="{FF2B5EF4-FFF2-40B4-BE49-F238E27FC236}">
                    <a16:creationId xmlns:a16="http://schemas.microsoft.com/office/drawing/2014/main" id="{1610B46D-D68E-7480-2763-A96B3E7564FF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2" name="pg3817">
                <a:extLst>
                  <a:ext uri="{FF2B5EF4-FFF2-40B4-BE49-F238E27FC236}">
                    <a16:creationId xmlns:a16="http://schemas.microsoft.com/office/drawing/2014/main" id="{7848204B-231D-03B2-E757-B6B9A17969CA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3" name="pg3818">
                <a:extLst>
                  <a:ext uri="{FF2B5EF4-FFF2-40B4-BE49-F238E27FC236}">
                    <a16:creationId xmlns:a16="http://schemas.microsoft.com/office/drawing/2014/main" id="{50F030F9-EC85-955D-0629-45A4A94A1893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4" name="pg3819">
                <a:extLst>
                  <a:ext uri="{FF2B5EF4-FFF2-40B4-BE49-F238E27FC236}">
                    <a16:creationId xmlns:a16="http://schemas.microsoft.com/office/drawing/2014/main" id="{8756FA04-805A-814B-CD04-D2B16D972E81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5" name="pg3820">
                <a:extLst>
                  <a:ext uri="{FF2B5EF4-FFF2-40B4-BE49-F238E27FC236}">
                    <a16:creationId xmlns:a16="http://schemas.microsoft.com/office/drawing/2014/main" id="{6BEA61BF-F29D-E493-31C1-454CF7A49FE9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6" name="pg3821">
                <a:extLst>
                  <a:ext uri="{FF2B5EF4-FFF2-40B4-BE49-F238E27FC236}">
                    <a16:creationId xmlns:a16="http://schemas.microsoft.com/office/drawing/2014/main" id="{C53CE8D0-2F66-AFCE-ADC0-84C002A1EC0D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7" name="pg3822">
                <a:extLst>
                  <a:ext uri="{FF2B5EF4-FFF2-40B4-BE49-F238E27FC236}">
                    <a16:creationId xmlns:a16="http://schemas.microsoft.com/office/drawing/2014/main" id="{8ABD8960-ECC8-62A0-D409-C652E3473FF3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8" name="pg3823">
                <a:extLst>
                  <a:ext uri="{FF2B5EF4-FFF2-40B4-BE49-F238E27FC236}">
                    <a16:creationId xmlns:a16="http://schemas.microsoft.com/office/drawing/2014/main" id="{8E3A9F9F-9C19-A602-CEDE-3BE2B3C15995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9" name="pg3824">
                <a:extLst>
                  <a:ext uri="{FF2B5EF4-FFF2-40B4-BE49-F238E27FC236}">
                    <a16:creationId xmlns:a16="http://schemas.microsoft.com/office/drawing/2014/main" id="{FD60C5DA-7ECD-3D20-A0D9-DE0E0DF620C1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0" name="pg3825">
                <a:extLst>
                  <a:ext uri="{FF2B5EF4-FFF2-40B4-BE49-F238E27FC236}">
                    <a16:creationId xmlns:a16="http://schemas.microsoft.com/office/drawing/2014/main" id="{9C0A653E-E0C5-E52D-56B3-A5F8EFB91724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1" name="pg3826">
                <a:extLst>
                  <a:ext uri="{FF2B5EF4-FFF2-40B4-BE49-F238E27FC236}">
                    <a16:creationId xmlns:a16="http://schemas.microsoft.com/office/drawing/2014/main" id="{BEB8DF4C-4B4E-07D0-898A-74F4D9D0A849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2" name="pg3827">
                <a:extLst>
                  <a:ext uri="{FF2B5EF4-FFF2-40B4-BE49-F238E27FC236}">
                    <a16:creationId xmlns:a16="http://schemas.microsoft.com/office/drawing/2014/main" id="{FE37AC8B-B9F1-B338-D8AE-35BB3733CCF2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3" name="pg3828">
                <a:extLst>
                  <a:ext uri="{FF2B5EF4-FFF2-40B4-BE49-F238E27FC236}">
                    <a16:creationId xmlns:a16="http://schemas.microsoft.com/office/drawing/2014/main" id="{FC22CE16-2D54-097F-24F1-E996681D2853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4" name="pg3829">
                <a:extLst>
                  <a:ext uri="{FF2B5EF4-FFF2-40B4-BE49-F238E27FC236}">
                    <a16:creationId xmlns:a16="http://schemas.microsoft.com/office/drawing/2014/main" id="{3A4A1848-16B7-04C6-7D7F-B5BDA3405394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5" name="pg3830">
                <a:extLst>
                  <a:ext uri="{FF2B5EF4-FFF2-40B4-BE49-F238E27FC236}">
                    <a16:creationId xmlns:a16="http://schemas.microsoft.com/office/drawing/2014/main" id="{4CBE8F17-F590-A793-9D4E-5DA4D3474EF1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6" name="pg3831">
                <a:extLst>
                  <a:ext uri="{FF2B5EF4-FFF2-40B4-BE49-F238E27FC236}">
                    <a16:creationId xmlns:a16="http://schemas.microsoft.com/office/drawing/2014/main" id="{84287DC2-08F9-4E8A-C9FE-FEFAB8146115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7" name="pg3832">
                <a:extLst>
                  <a:ext uri="{FF2B5EF4-FFF2-40B4-BE49-F238E27FC236}">
                    <a16:creationId xmlns:a16="http://schemas.microsoft.com/office/drawing/2014/main" id="{D4E59C39-20DD-6E9D-E5E9-CCC1933C2158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8" name="pg3833">
                <a:extLst>
                  <a:ext uri="{FF2B5EF4-FFF2-40B4-BE49-F238E27FC236}">
                    <a16:creationId xmlns:a16="http://schemas.microsoft.com/office/drawing/2014/main" id="{9527C615-739B-719A-B716-F29EC28A764A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9" name="pg3834">
                <a:extLst>
                  <a:ext uri="{FF2B5EF4-FFF2-40B4-BE49-F238E27FC236}">
                    <a16:creationId xmlns:a16="http://schemas.microsoft.com/office/drawing/2014/main" id="{D74CCAB3-63F2-A520-DF6B-FB3860DD96B0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0" name="pg3835">
                <a:extLst>
                  <a:ext uri="{FF2B5EF4-FFF2-40B4-BE49-F238E27FC236}">
                    <a16:creationId xmlns:a16="http://schemas.microsoft.com/office/drawing/2014/main" id="{A3840B1A-23C7-A5E1-2DAF-55B9A8EDA6F8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1" name="pg3836">
                <a:extLst>
                  <a:ext uri="{FF2B5EF4-FFF2-40B4-BE49-F238E27FC236}">
                    <a16:creationId xmlns:a16="http://schemas.microsoft.com/office/drawing/2014/main" id="{71DD24F7-E7AA-5C85-0515-1B681F771BFC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2" name="pg3837">
                <a:extLst>
                  <a:ext uri="{FF2B5EF4-FFF2-40B4-BE49-F238E27FC236}">
                    <a16:creationId xmlns:a16="http://schemas.microsoft.com/office/drawing/2014/main" id="{81BABD8F-5F07-C8A3-DE27-E0887183CFAC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3" name="pg3838">
                <a:extLst>
                  <a:ext uri="{FF2B5EF4-FFF2-40B4-BE49-F238E27FC236}">
                    <a16:creationId xmlns:a16="http://schemas.microsoft.com/office/drawing/2014/main" id="{296BB632-39EC-E8DF-0B03-86AA1529D590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4" name="pg3839">
                <a:extLst>
                  <a:ext uri="{FF2B5EF4-FFF2-40B4-BE49-F238E27FC236}">
                    <a16:creationId xmlns:a16="http://schemas.microsoft.com/office/drawing/2014/main" id="{86267865-C88A-32C5-D104-4F58734D2697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5" name="pg3840">
                <a:extLst>
                  <a:ext uri="{FF2B5EF4-FFF2-40B4-BE49-F238E27FC236}">
                    <a16:creationId xmlns:a16="http://schemas.microsoft.com/office/drawing/2014/main" id="{5E86371D-97CB-8E88-95FB-C5FFCDE54812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6" name="pg3841">
                <a:extLst>
                  <a:ext uri="{FF2B5EF4-FFF2-40B4-BE49-F238E27FC236}">
                    <a16:creationId xmlns:a16="http://schemas.microsoft.com/office/drawing/2014/main" id="{35D860B6-024F-BFE9-0C7F-DB63DEB97CD4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7" name="pg3842">
                <a:extLst>
                  <a:ext uri="{FF2B5EF4-FFF2-40B4-BE49-F238E27FC236}">
                    <a16:creationId xmlns:a16="http://schemas.microsoft.com/office/drawing/2014/main" id="{D3CE43B9-9609-CF96-192E-469032CAE407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8" name="pg3843">
                <a:extLst>
                  <a:ext uri="{FF2B5EF4-FFF2-40B4-BE49-F238E27FC236}">
                    <a16:creationId xmlns:a16="http://schemas.microsoft.com/office/drawing/2014/main" id="{26F3E3E3-F498-0169-A30C-C94F2381A0CA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9" name="pg3844">
                <a:extLst>
                  <a:ext uri="{FF2B5EF4-FFF2-40B4-BE49-F238E27FC236}">
                    <a16:creationId xmlns:a16="http://schemas.microsoft.com/office/drawing/2014/main" id="{B30164C2-45C8-FF0A-DFAA-84DCC15D8742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0" name="pg3845">
                <a:extLst>
                  <a:ext uri="{FF2B5EF4-FFF2-40B4-BE49-F238E27FC236}">
                    <a16:creationId xmlns:a16="http://schemas.microsoft.com/office/drawing/2014/main" id="{BA79BF03-3078-FD0E-9464-19F401D76656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1" name="pg3846">
                <a:extLst>
                  <a:ext uri="{FF2B5EF4-FFF2-40B4-BE49-F238E27FC236}">
                    <a16:creationId xmlns:a16="http://schemas.microsoft.com/office/drawing/2014/main" id="{50F1436C-A935-31BA-DE05-96415ED040E5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2" name="pg3847">
                <a:extLst>
                  <a:ext uri="{FF2B5EF4-FFF2-40B4-BE49-F238E27FC236}">
                    <a16:creationId xmlns:a16="http://schemas.microsoft.com/office/drawing/2014/main" id="{578BD79A-389C-8099-EFBB-D7AFE998BBC0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3" name="pg3848">
                <a:extLst>
                  <a:ext uri="{FF2B5EF4-FFF2-40B4-BE49-F238E27FC236}">
                    <a16:creationId xmlns:a16="http://schemas.microsoft.com/office/drawing/2014/main" id="{7C8B9077-9CBE-4851-8A28-0922271F58DA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4" name="pg3849">
                <a:extLst>
                  <a:ext uri="{FF2B5EF4-FFF2-40B4-BE49-F238E27FC236}">
                    <a16:creationId xmlns:a16="http://schemas.microsoft.com/office/drawing/2014/main" id="{CC6FB83D-C885-F6E2-558B-2E8282207A62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5" name="pg3850">
                <a:extLst>
                  <a:ext uri="{FF2B5EF4-FFF2-40B4-BE49-F238E27FC236}">
                    <a16:creationId xmlns:a16="http://schemas.microsoft.com/office/drawing/2014/main" id="{1E459E4C-7C24-AC2E-19CC-F8E9F1A2EDE7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6" name="pg3851">
                <a:extLst>
                  <a:ext uri="{FF2B5EF4-FFF2-40B4-BE49-F238E27FC236}">
                    <a16:creationId xmlns:a16="http://schemas.microsoft.com/office/drawing/2014/main" id="{A845E612-A83A-9305-BBBE-9CE06034F84F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7" name="pg3852">
                <a:extLst>
                  <a:ext uri="{FF2B5EF4-FFF2-40B4-BE49-F238E27FC236}">
                    <a16:creationId xmlns:a16="http://schemas.microsoft.com/office/drawing/2014/main" id="{DFD05AE6-DD46-084D-4786-CA6D897F8105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8" name="pg3853">
                <a:extLst>
                  <a:ext uri="{FF2B5EF4-FFF2-40B4-BE49-F238E27FC236}">
                    <a16:creationId xmlns:a16="http://schemas.microsoft.com/office/drawing/2014/main" id="{BC3BA4BD-1DE4-B148-4CB7-5038DC009216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9" name="pg3854">
                <a:extLst>
                  <a:ext uri="{FF2B5EF4-FFF2-40B4-BE49-F238E27FC236}">
                    <a16:creationId xmlns:a16="http://schemas.microsoft.com/office/drawing/2014/main" id="{8F5DA6AA-EC0C-6290-F46C-D7F58CDFA95E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0" name="pg3855">
                <a:extLst>
                  <a:ext uri="{FF2B5EF4-FFF2-40B4-BE49-F238E27FC236}">
                    <a16:creationId xmlns:a16="http://schemas.microsoft.com/office/drawing/2014/main" id="{E91DB70C-486C-5DAE-CD87-4E93C40DA529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1" name="pg3856">
                <a:extLst>
                  <a:ext uri="{FF2B5EF4-FFF2-40B4-BE49-F238E27FC236}">
                    <a16:creationId xmlns:a16="http://schemas.microsoft.com/office/drawing/2014/main" id="{1E4EB991-6421-5968-D1F1-3D82CE6FFAEB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2" name="pg3857">
                <a:extLst>
                  <a:ext uri="{FF2B5EF4-FFF2-40B4-BE49-F238E27FC236}">
                    <a16:creationId xmlns:a16="http://schemas.microsoft.com/office/drawing/2014/main" id="{182EBFC9-6E5B-72A5-38AC-6A390FA62EFD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3" name="pg3858">
                <a:extLst>
                  <a:ext uri="{FF2B5EF4-FFF2-40B4-BE49-F238E27FC236}">
                    <a16:creationId xmlns:a16="http://schemas.microsoft.com/office/drawing/2014/main" id="{7BF0DC89-8B3C-9795-FCA7-01B8A786DF46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4" name="pg3859">
                <a:extLst>
                  <a:ext uri="{FF2B5EF4-FFF2-40B4-BE49-F238E27FC236}">
                    <a16:creationId xmlns:a16="http://schemas.microsoft.com/office/drawing/2014/main" id="{1EC64E09-1E19-1E01-30E9-5FAFE58EF5A6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5" name="pg3860">
                <a:extLst>
                  <a:ext uri="{FF2B5EF4-FFF2-40B4-BE49-F238E27FC236}">
                    <a16:creationId xmlns:a16="http://schemas.microsoft.com/office/drawing/2014/main" id="{571F3483-6D41-CAFA-9E60-90685114A8DD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6" name="pg3861">
                <a:extLst>
                  <a:ext uri="{FF2B5EF4-FFF2-40B4-BE49-F238E27FC236}">
                    <a16:creationId xmlns:a16="http://schemas.microsoft.com/office/drawing/2014/main" id="{A12EFBC6-B411-FF22-C329-2F1106F00334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7" name="pg3862">
                <a:extLst>
                  <a:ext uri="{FF2B5EF4-FFF2-40B4-BE49-F238E27FC236}">
                    <a16:creationId xmlns:a16="http://schemas.microsoft.com/office/drawing/2014/main" id="{C8DB3028-F499-0497-BA53-A7AC36C6912B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8" name="pg3863">
                <a:extLst>
                  <a:ext uri="{FF2B5EF4-FFF2-40B4-BE49-F238E27FC236}">
                    <a16:creationId xmlns:a16="http://schemas.microsoft.com/office/drawing/2014/main" id="{57945F78-1C85-71BD-B593-54A046C5D7B1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9" name="pg3864">
                <a:extLst>
                  <a:ext uri="{FF2B5EF4-FFF2-40B4-BE49-F238E27FC236}">
                    <a16:creationId xmlns:a16="http://schemas.microsoft.com/office/drawing/2014/main" id="{F0B5153F-486C-9925-4A92-0872C2BE37DC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0" name="pg3865">
                <a:extLst>
                  <a:ext uri="{FF2B5EF4-FFF2-40B4-BE49-F238E27FC236}">
                    <a16:creationId xmlns:a16="http://schemas.microsoft.com/office/drawing/2014/main" id="{EACD5E43-8734-C7FC-8015-6E58C6C3E88A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1" name="pg3866">
                <a:extLst>
                  <a:ext uri="{FF2B5EF4-FFF2-40B4-BE49-F238E27FC236}">
                    <a16:creationId xmlns:a16="http://schemas.microsoft.com/office/drawing/2014/main" id="{4DFB6D18-E538-C733-D061-5E96DEAEC2E4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2" name="pg3867">
                <a:extLst>
                  <a:ext uri="{FF2B5EF4-FFF2-40B4-BE49-F238E27FC236}">
                    <a16:creationId xmlns:a16="http://schemas.microsoft.com/office/drawing/2014/main" id="{56E89021-D260-1865-05F4-04131FF56427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3" name="pg3868">
                <a:extLst>
                  <a:ext uri="{FF2B5EF4-FFF2-40B4-BE49-F238E27FC236}">
                    <a16:creationId xmlns:a16="http://schemas.microsoft.com/office/drawing/2014/main" id="{C02F4A2A-CFCF-D7BD-88A8-DF9017F48E83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4" name="pg3869">
                <a:extLst>
                  <a:ext uri="{FF2B5EF4-FFF2-40B4-BE49-F238E27FC236}">
                    <a16:creationId xmlns:a16="http://schemas.microsoft.com/office/drawing/2014/main" id="{A51837F7-43BC-019C-87B2-8EB0D7787914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5" name="pg3870">
                <a:extLst>
                  <a:ext uri="{FF2B5EF4-FFF2-40B4-BE49-F238E27FC236}">
                    <a16:creationId xmlns:a16="http://schemas.microsoft.com/office/drawing/2014/main" id="{42C656F3-8F77-E56A-DC9A-40A266BA2B7C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6" name="pg3871">
                <a:extLst>
                  <a:ext uri="{FF2B5EF4-FFF2-40B4-BE49-F238E27FC236}">
                    <a16:creationId xmlns:a16="http://schemas.microsoft.com/office/drawing/2014/main" id="{FF2467C6-54B0-376E-66B5-EC3D793736EE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7" name="pg3872">
                <a:extLst>
                  <a:ext uri="{FF2B5EF4-FFF2-40B4-BE49-F238E27FC236}">
                    <a16:creationId xmlns:a16="http://schemas.microsoft.com/office/drawing/2014/main" id="{FA4A17EE-A14E-86C2-D5CE-3B31B4A2F56F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8" name="pg3873">
                <a:extLst>
                  <a:ext uri="{FF2B5EF4-FFF2-40B4-BE49-F238E27FC236}">
                    <a16:creationId xmlns:a16="http://schemas.microsoft.com/office/drawing/2014/main" id="{05ADCD64-EC13-96F0-7CB7-9691062A1847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9" name="pg3874">
                <a:extLst>
                  <a:ext uri="{FF2B5EF4-FFF2-40B4-BE49-F238E27FC236}">
                    <a16:creationId xmlns:a16="http://schemas.microsoft.com/office/drawing/2014/main" id="{58085DA0-42F7-148C-842F-BE62662E889F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0" name="pg3875">
                <a:extLst>
                  <a:ext uri="{FF2B5EF4-FFF2-40B4-BE49-F238E27FC236}">
                    <a16:creationId xmlns:a16="http://schemas.microsoft.com/office/drawing/2014/main" id="{87E59186-F9FA-C617-C93B-83DC43E52032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1" name="pg3876">
                <a:extLst>
                  <a:ext uri="{FF2B5EF4-FFF2-40B4-BE49-F238E27FC236}">
                    <a16:creationId xmlns:a16="http://schemas.microsoft.com/office/drawing/2014/main" id="{10BEB16E-0333-FE1E-CF6B-DF34B39060FD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2" name="pg3877">
                <a:extLst>
                  <a:ext uri="{FF2B5EF4-FFF2-40B4-BE49-F238E27FC236}">
                    <a16:creationId xmlns:a16="http://schemas.microsoft.com/office/drawing/2014/main" id="{0364417C-75DA-CBFB-6E82-D020D9DE07EF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3" name="pg3878">
                <a:extLst>
                  <a:ext uri="{FF2B5EF4-FFF2-40B4-BE49-F238E27FC236}">
                    <a16:creationId xmlns:a16="http://schemas.microsoft.com/office/drawing/2014/main" id="{5ABA84BC-0D93-90AE-D73A-6836F197FB5F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4" name="pg3879">
                <a:extLst>
                  <a:ext uri="{FF2B5EF4-FFF2-40B4-BE49-F238E27FC236}">
                    <a16:creationId xmlns:a16="http://schemas.microsoft.com/office/drawing/2014/main" id="{82D7E85B-6443-661F-BD0E-55E45F5BD9BA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5" name="pg3880">
                <a:extLst>
                  <a:ext uri="{FF2B5EF4-FFF2-40B4-BE49-F238E27FC236}">
                    <a16:creationId xmlns:a16="http://schemas.microsoft.com/office/drawing/2014/main" id="{E7A00CBE-0CE9-B817-14F6-5CA1D1427302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6" name="pg3881">
                <a:extLst>
                  <a:ext uri="{FF2B5EF4-FFF2-40B4-BE49-F238E27FC236}">
                    <a16:creationId xmlns:a16="http://schemas.microsoft.com/office/drawing/2014/main" id="{11B5A7C9-8B2A-A2B6-3D6E-6F215A1DA3AD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7" name="pg3882">
                <a:extLst>
                  <a:ext uri="{FF2B5EF4-FFF2-40B4-BE49-F238E27FC236}">
                    <a16:creationId xmlns:a16="http://schemas.microsoft.com/office/drawing/2014/main" id="{8C5D5375-5267-1F01-2BAC-EE00C132042C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8" name="pg3883">
                <a:extLst>
                  <a:ext uri="{FF2B5EF4-FFF2-40B4-BE49-F238E27FC236}">
                    <a16:creationId xmlns:a16="http://schemas.microsoft.com/office/drawing/2014/main" id="{B5DB8658-E66A-C9A9-65B2-005255940E3A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9" name="pg3884">
                <a:extLst>
                  <a:ext uri="{FF2B5EF4-FFF2-40B4-BE49-F238E27FC236}">
                    <a16:creationId xmlns:a16="http://schemas.microsoft.com/office/drawing/2014/main" id="{487368B2-0D0A-8DA2-B2EA-02D4BA367A13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0" name="pg3885">
                <a:extLst>
                  <a:ext uri="{FF2B5EF4-FFF2-40B4-BE49-F238E27FC236}">
                    <a16:creationId xmlns:a16="http://schemas.microsoft.com/office/drawing/2014/main" id="{962B3CC9-D53D-B6D2-7234-856E26AAF969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1" name="pg3886">
                <a:extLst>
                  <a:ext uri="{FF2B5EF4-FFF2-40B4-BE49-F238E27FC236}">
                    <a16:creationId xmlns:a16="http://schemas.microsoft.com/office/drawing/2014/main" id="{F8679864-CE86-6142-1C0C-ECF751D4F80E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2" name="pg3887">
                <a:extLst>
                  <a:ext uri="{FF2B5EF4-FFF2-40B4-BE49-F238E27FC236}">
                    <a16:creationId xmlns:a16="http://schemas.microsoft.com/office/drawing/2014/main" id="{255A6081-B7EC-84A2-2487-5C18A27CE3B1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3" name="pg3888">
                <a:extLst>
                  <a:ext uri="{FF2B5EF4-FFF2-40B4-BE49-F238E27FC236}">
                    <a16:creationId xmlns:a16="http://schemas.microsoft.com/office/drawing/2014/main" id="{C6BAC0C5-ADE5-2C58-75A3-59F9F8CED489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4" name="pg3889">
                <a:extLst>
                  <a:ext uri="{FF2B5EF4-FFF2-40B4-BE49-F238E27FC236}">
                    <a16:creationId xmlns:a16="http://schemas.microsoft.com/office/drawing/2014/main" id="{68B8D8CE-5F92-6911-A11A-59FE728278CB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5" name="pg3890">
                <a:extLst>
                  <a:ext uri="{FF2B5EF4-FFF2-40B4-BE49-F238E27FC236}">
                    <a16:creationId xmlns:a16="http://schemas.microsoft.com/office/drawing/2014/main" id="{CAF0CACC-52D2-36CC-DA83-0D7B0273A143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6" name="pg3891">
                <a:extLst>
                  <a:ext uri="{FF2B5EF4-FFF2-40B4-BE49-F238E27FC236}">
                    <a16:creationId xmlns:a16="http://schemas.microsoft.com/office/drawing/2014/main" id="{E4871EDB-148F-E450-D269-9D7BD1FCBFEF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7" name="pg3892">
                <a:extLst>
                  <a:ext uri="{FF2B5EF4-FFF2-40B4-BE49-F238E27FC236}">
                    <a16:creationId xmlns:a16="http://schemas.microsoft.com/office/drawing/2014/main" id="{BB6CDF9B-0B0D-6BC1-2A6C-650C1CFB8630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8" name="pg3893">
                <a:extLst>
                  <a:ext uri="{FF2B5EF4-FFF2-40B4-BE49-F238E27FC236}">
                    <a16:creationId xmlns:a16="http://schemas.microsoft.com/office/drawing/2014/main" id="{B617B3AE-4109-B518-6B10-894781A798C6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9" name="pg3894">
                <a:extLst>
                  <a:ext uri="{FF2B5EF4-FFF2-40B4-BE49-F238E27FC236}">
                    <a16:creationId xmlns:a16="http://schemas.microsoft.com/office/drawing/2014/main" id="{BCF2BE68-69F4-4149-A57C-40BFD7CCEE6C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0" name="pg3895">
                <a:extLst>
                  <a:ext uri="{FF2B5EF4-FFF2-40B4-BE49-F238E27FC236}">
                    <a16:creationId xmlns:a16="http://schemas.microsoft.com/office/drawing/2014/main" id="{49DDB5EC-B700-593F-987F-14C4C36BADB7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1" name="pg3896">
                <a:extLst>
                  <a:ext uri="{FF2B5EF4-FFF2-40B4-BE49-F238E27FC236}">
                    <a16:creationId xmlns:a16="http://schemas.microsoft.com/office/drawing/2014/main" id="{105DCF41-1BD8-D301-5F4A-EAFC84A78364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2" name="pg3897">
                <a:extLst>
                  <a:ext uri="{FF2B5EF4-FFF2-40B4-BE49-F238E27FC236}">
                    <a16:creationId xmlns:a16="http://schemas.microsoft.com/office/drawing/2014/main" id="{0F333005-47F4-9558-148B-2C73612C2E76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3" name="pg3898">
                <a:extLst>
                  <a:ext uri="{FF2B5EF4-FFF2-40B4-BE49-F238E27FC236}">
                    <a16:creationId xmlns:a16="http://schemas.microsoft.com/office/drawing/2014/main" id="{29CE7DAA-F1B3-4A6F-179E-4544B1421470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4" name="pg3899">
                <a:extLst>
                  <a:ext uri="{FF2B5EF4-FFF2-40B4-BE49-F238E27FC236}">
                    <a16:creationId xmlns:a16="http://schemas.microsoft.com/office/drawing/2014/main" id="{7D010BFF-656C-8040-DAD7-9D8CEAE4D933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5" name="pg3900">
                <a:extLst>
                  <a:ext uri="{FF2B5EF4-FFF2-40B4-BE49-F238E27FC236}">
                    <a16:creationId xmlns:a16="http://schemas.microsoft.com/office/drawing/2014/main" id="{D304B668-0D88-470B-E685-A0F4F1D2FC1F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6" name="pg3901">
                <a:extLst>
                  <a:ext uri="{FF2B5EF4-FFF2-40B4-BE49-F238E27FC236}">
                    <a16:creationId xmlns:a16="http://schemas.microsoft.com/office/drawing/2014/main" id="{A956C0B3-34CE-7D77-F813-EF3B97E6C3DD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7" name="pg3902">
                <a:extLst>
                  <a:ext uri="{FF2B5EF4-FFF2-40B4-BE49-F238E27FC236}">
                    <a16:creationId xmlns:a16="http://schemas.microsoft.com/office/drawing/2014/main" id="{0B457CC3-7B2C-D57C-C7C9-FA0559FB2C58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8" name="pg3903">
                <a:extLst>
                  <a:ext uri="{FF2B5EF4-FFF2-40B4-BE49-F238E27FC236}">
                    <a16:creationId xmlns:a16="http://schemas.microsoft.com/office/drawing/2014/main" id="{A9D585B3-98F7-FFE7-B28F-D55C3A23460E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9" name="pg3904">
                <a:extLst>
                  <a:ext uri="{FF2B5EF4-FFF2-40B4-BE49-F238E27FC236}">
                    <a16:creationId xmlns:a16="http://schemas.microsoft.com/office/drawing/2014/main" id="{8004C97E-4A40-E9BA-EF49-7C42192F9047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0" name="pg3905">
                <a:extLst>
                  <a:ext uri="{FF2B5EF4-FFF2-40B4-BE49-F238E27FC236}">
                    <a16:creationId xmlns:a16="http://schemas.microsoft.com/office/drawing/2014/main" id="{9D4DC9FF-1E7F-378E-10A4-177CD7B1BABC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1" name="pg3906">
                <a:extLst>
                  <a:ext uri="{FF2B5EF4-FFF2-40B4-BE49-F238E27FC236}">
                    <a16:creationId xmlns:a16="http://schemas.microsoft.com/office/drawing/2014/main" id="{8E147CED-F297-14BE-5857-3E38E8DD4C96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2" name="pg3907">
                <a:extLst>
                  <a:ext uri="{FF2B5EF4-FFF2-40B4-BE49-F238E27FC236}">
                    <a16:creationId xmlns:a16="http://schemas.microsoft.com/office/drawing/2014/main" id="{E7D3FB08-52AC-3196-02C7-D67EDEF9B1F5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3" name="pg3908">
                <a:extLst>
                  <a:ext uri="{FF2B5EF4-FFF2-40B4-BE49-F238E27FC236}">
                    <a16:creationId xmlns:a16="http://schemas.microsoft.com/office/drawing/2014/main" id="{CC36C52D-3345-40BF-A580-2E7A6C23031A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4" name="pg3909">
                <a:extLst>
                  <a:ext uri="{FF2B5EF4-FFF2-40B4-BE49-F238E27FC236}">
                    <a16:creationId xmlns:a16="http://schemas.microsoft.com/office/drawing/2014/main" id="{620C03DC-BC65-47D1-E08E-98D09E971210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5" name="pg3910">
                <a:extLst>
                  <a:ext uri="{FF2B5EF4-FFF2-40B4-BE49-F238E27FC236}">
                    <a16:creationId xmlns:a16="http://schemas.microsoft.com/office/drawing/2014/main" id="{44EE11C0-0B26-61EE-9F0B-DDBFBB0853F4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6" name="pg3911">
                <a:extLst>
                  <a:ext uri="{FF2B5EF4-FFF2-40B4-BE49-F238E27FC236}">
                    <a16:creationId xmlns:a16="http://schemas.microsoft.com/office/drawing/2014/main" id="{D6224080-294D-22DD-0A72-5D8EFE555CD4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7" name="pg3912">
                <a:extLst>
                  <a:ext uri="{FF2B5EF4-FFF2-40B4-BE49-F238E27FC236}">
                    <a16:creationId xmlns:a16="http://schemas.microsoft.com/office/drawing/2014/main" id="{149934C6-E202-B28F-94F5-820BC23355D9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8" name="pg3913">
                <a:extLst>
                  <a:ext uri="{FF2B5EF4-FFF2-40B4-BE49-F238E27FC236}">
                    <a16:creationId xmlns:a16="http://schemas.microsoft.com/office/drawing/2014/main" id="{16D37F1E-6A17-46D2-11DA-66E81AD928D4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9" name="pg3914">
                <a:extLst>
                  <a:ext uri="{FF2B5EF4-FFF2-40B4-BE49-F238E27FC236}">
                    <a16:creationId xmlns:a16="http://schemas.microsoft.com/office/drawing/2014/main" id="{3016DCDE-A1F8-E219-6A67-B39CA96D7AB9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0" name="pg3915">
                <a:extLst>
                  <a:ext uri="{FF2B5EF4-FFF2-40B4-BE49-F238E27FC236}">
                    <a16:creationId xmlns:a16="http://schemas.microsoft.com/office/drawing/2014/main" id="{F4BA070A-DD3F-F6DE-D55E-507FE118DE00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1" name="pg3916">
                <a:extLst>
                  <a:ext uri="{FF2B5EF4-FFF2-40B4-BE49-F238E27FC236}">
                    <a16:creationId xmlns:a16="http://schemas.microsoft.com/office/drawing/2014/main" id="{59E2EB69-CB93-130C-9B38-6EC51C73CF04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2" name="pg3917">
                <a:extLst>
                  <a:ext uri="{FF2B5EF4-FFF2-40B4-BE49-F238E27FC236}">
                    <a16:creationId xmlns:a16="http://schemas.microsoft.com/office/drawing/2014/main" id="{7F49448E-2066-D11E-5A49-39C524822133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3" name="pg3918">
                <a:extLst>
                  <a:ext uri="{FF2B5EF4-FFF2-40B4-BE49-F238E27FC236}">
                    <a16:creationId xmlns:a16="http://schemas.microsoft.com/office/drawing/2014/main" id="{10062DAB-6A11-478A-B339-345F907689C6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4" name="pg3919">
                <a:extLst>
                  <a:ext uri="{FF2B5EF4-FFF2-40B4-BE49-F238E27FC236}">
                    <a16:creationId xmlns:a16="http://schemas.microsoft.com/office/drawing/2014/main" id="{C14DBE58-6A27-CB13-029F-B02ABFBA36CF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5" name="pg3920">
                <a:extLst>
                  <a:ext uri="{FF2B5EF4-FFF2-40B4-BE49-F238E27FC236}">
                    <a16:creationId xmlns:a16="http://schemas.microsoft.com/office/drawing/2014/main" id="{B7EBF32A-EEDD-4078-83F7-423F2DDDB4AF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6" name="pg3921">
                <a:extLst>
                  <a:ext uri="{FF2B5EF4-FFF2-40B4-BE49-F238E27FC236}">
                    <a16:creationId xmlns:a16="http://schemas.microsoft.com/office/drawing/2014/main" id="{EF861677-E0A0-2323-5859-6DD0C6013C70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7" name="pg3922">
                <a:extLst>
                  <a:ext uri="{FF2B5EF4-FFF2-40B4-BE49-F238E27FC236}">
                    <a16:creationId xmlns:a16="http://schemas.microsoft.com/office/drawing/2014/main" id="{BED2CD95-1224-AE4E-3E9F-0451F581BDE1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8" name="pg3923">
                <a:extLst>
                  <a:ext uri="{FF2B5EF4-FFF2-40B4-BE49-F238E27FC236}">
                    <a16:creationId xmlns:a16="http://schemas.microsoft.com/office/drawing/2014/main" id="{DF01FAED-A84C-3DC7-E92C-E11CC084E6F9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9" name="pt3924">
                <a:extLst>
                  <a:ext uri="{FF2B5EF4-FFF2-40B4-BE49-F238E27FC236}">
                    <a16:creationId xmlns:a16="http://schemas.microsoft.com/office/drawing/2014/main" id="{13B75B70-9705-8795-1857-AD8D704F44E1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51B7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0" name="pt3925">
                <a:extLst>
                  <a:ext uri="{FF2B5EF4-FFF2-40B4-BE49-F238E27FC236}">
                    <a16:creationId xmlns:a16="http://schemas.microsoft.com/office/drawing/2014/main" id="{0DF80F87-2DAB-1ABF-4F84-652E969F3C92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1" name="pt3926">
                <a:extLst>
                  <a:ext uri="{FF2B5EF4-FFF2-40B4-BE49-F238E27FC236}">
                    <a16:creationId xmlns:a16="http://schemas.microsoft.com/office/drawing/2014/main" id="{D796686B-2C25-DA3B-33BE-FF1B6CF3C9A2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2" name="pt3927">
                <a:extLst>
                  <a:ext uri="{FF2B5EF4-FFF2-40B4-BE49-F238E27FC236}">
                    <a16:creationId xmlns:a16="http://schemas.microsoft.com/office/drawing/2014/main" id="{A0C54F7A-9603-5CCD-DEFE-AFE90D66C57B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3A68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3" name="pt3928">
                <a:extLst>
                  <a:ext uri="{FF2B5EF4-FFF2-40B4-BE49-F238E27FC236}">
                    <a16:creationId xmlns:a16="http://schemas.microsoft.com/office/drawing/2014/main" id="{FC4AB85B-28CA-F8AE-4AA4-890F1A8EF882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88D9B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4" name="pt3929">
                <a:extLst>
                  <a:ext uri="{FF2B5EF4-FFF2-40B4-BE49-F238E27FC236}">
                    <a16:creationId xmlns:a16="http://schemas.microsoft.com/office/drawing/2014/main" id="{04D32503-9577-8223-1934-B5305FCBA45C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359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5" name="pt3930">
                <a:extLst>
                  <a:ext uri="{FF2B5EF4-FFF2-40B4-BE49-F238E27FC236}">
                    <a16:creationId xmlns:a16="http://schemas.microsoft.com/office/drawing/2014/main" id="{9A48F657-BFDF-03C0-9FC8-0E07A951E9DC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388A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6" name="pt3931">
                <a:extLst>
                  <a:ext uri="{FF2B5EF4-FFF2-40B4-BE49-F238E27FC236}">
                    <a16:creationId xmlns:a16="http://schemas.microsoft.com/office/drawing/2014/main" id="{F68DDDED-4AE0-D04C-F339-32B36CFE0846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82A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7" name="pt3932">
                <a:extLst>
                  <a:ext uri="{FF2B5EF4-FFF2-40B4-BE49-F238E27FC236}">
                    <a16:creationId xmlns:a16="http://schemas.microsoft.com/office/drawing/2014/main" id="{F5DCDAC4-4D85-F087-E371-A2B6BAFA5D86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231A2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8" name="pt3933">
                <a:extLst>
                  <a:ext uri="{FF2B5EF4-FFF2-40B4-BE49-F238E27FC236}">
                    <a16:creationId xmlns:a16="http://schemas.microsoft.com/office/drawing/2014/main" id="{8550761C-BF19-EBC0-B7AF-DDE37508C6B9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97DE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9" name="pt3934">
                <a:extLst>
                  <a:ext uri="{FF2B5EF4-FFF2-40B4-BE49-F238E27FC236}">
                    <a16:creationId xmlns:a16="http://schemas.microsoft.com/office/drawing/2014/main" id="{FABF2A02-670E-B6C0-C264-DE94AD78DD02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6ED2B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0" name="pt3935">
                <a:extLst>
                  <a:ext uri="{FF2B5EF4-FFF2-40B4-BE49-F238E27FC236}">
                    <a16:creationId xmlns:a16="http://schemas.microsoft.com/office/drawing/2014/main" id="{359B55DC-55AC-4CBE-B434-549BAAB5C59D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48AC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1" name="pt3936">
                <a:extLst>
                  <a:ext uri="{FF2B5EF4-FFF2-40B4-BE49-F238E27FC236}">
                    <a16:creationId xmlns:a16="http://schemas.microsoft.com/office/drawing/2014/main" id="{04818A3B-6924-447F-F0A8-5E9E3AA71A5C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2" name="pt3937">
                <a:extLst>
                  <a:ext uri="{FF2B5EF4-FFF2-40B4-BE49-F238E27FC236}">
                    <a16:creationId xmlns:a16="http://schemas.microsoft.com/office/drawing/2014/main" id="{D2C6599D-08D7-069A-482F-776CB11202D9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71D3B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3" name="pt3938">
                <a:extLst>
                  <a:ext uri="{FF2B5EF4-FFF2-40B4-BE49-F238E27FC236}">
                    <a16:creationId xmlns:a16="http://schemas.microsoft.com/office/drawing/2014/main" id="{287F3650-F1BC-B63B-790D-CB457885F1DF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82D8B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4" name="pt3939">
                <a:extLst>
                  <a:ext uri="{FF2B5EF4-FFF2-40B4-BE49-F238E27FC236}">
                    <a16:creationId xmlns:a16="http://schemas.microsoft.com/office/drawing/2014/main" id="{9FDD8B4A-1A8A-2F00-00FF-EDE31F799BBE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74D3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5" name="pt3940">
                <a:extLst>
                  <a:ext uri="{FF2B5EF4-FFF2-40B4-BE49-F238E27FC236}">
                    <a16:creationId xmlns:a16="http://schemas.microsoft.com/office/drawing/2014/main" id="{2B2616BC-0D74-51A7-277B-23CFA65574F6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58C2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6" name="pt3941">
                <a:extLst>
                  <a:ext uri="{FF2B5EF4-FFF2-40B4-BE49-F238E27FC236}">
                    <a16:creationId xmlns:a16="http://schemas.microsoft.com/office/drawing/2014/main" id="{A7D09964-4909-BF5D-E474-9A74FA927553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378F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7" name="pt3942">
                <a:extLst>
                  <a:ext uri="{FF2B5EF4-FFF2-40B4-BE49-F238E27FC236}">
                    <a16:creationId xmlns:a16="http://schemas.microsoft.com/office/drawing/2014/main" id="{BB9B6B00-D6E9-584D-599C-4BC6C7E9B511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CAEED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8" name="pt3943">
                <a:extLst>
                  <a:ext uri="{FF2B5EF4-FFF2-40B4-BE49-F238E27FC236}">
                    <a16:creationId xmlns:a16="http://schemas.microsoft.com/office/drawing/2014/main" id="{11F257D6-88BA-F4A6-FBC2-7FFCB1DE6312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77D4B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9" name="pt3944">
                <a:extLst>
                  <a:ext uri="{FF2B5EF4-FFF2-40B4-BE49-F238E27FC236}">
                    <a16:creationId xmlns:a16="http://schemas.microsoft.com/office/drawing/2014/main" id="{922CEE8F-9197-9A55-8E5A-D6F63FBA59A3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3A77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0" name="pt3945">
                <a:extLst>
                  <a:ext uri="{FF2B5EF4-FFF2-40B4-BE49-F238E27FC236}">
                    <a16:creationId xmlns:a16="http://schemas.microsoft.com/office/drawing/2014/main" id="{4B9EEB8D-393D-D072-7619-7E88BD243446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1" name="pt3946">
                <a:extLst>
                  <a:ext uri="{FF2B5EF4-FFF2-40B4-BE49-F238E27FC236}">
                    <a16:creationId xmlns:a16="http://schemas.microsoft.com/office/drawing/2014/main" id="{1AFBFA24-692E-46E8-CC3C-22C77D7DF1CA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B3A6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2" name="pt3947">
                <a:extLst>
                  <a:ext uri="{FF2B5EF4-FFF2-40B4-BE49-F238E27FC236}">
                    <a16:creationId xmlns:a16="http://schemas.microsoft.com/office/drawing/2014/main" id="{727CF2A2-5C28-BCCA-4F32-04E2D5784881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50B6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3" name="pt3948">
                <a:extLst>
                  <a:ext uri="{FF2B5EF4-FFF2-40B4-BE49-F238E27FC236}">
                    <a16:creationId xmlns:a16="http://schemas.microsoft.com/office/drawing/2014/main" id="{30388724-BF77-8C32-7F1B-D405C21A92F7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A315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4" name="pt3949">
                <a:extLst>
                  <a:ext uri="{FF2B5EF4-FFF2-40B4-BE49-F238E27FC236}">
                    <a16:creationId xmlns:a16="http://schemas.microsoft.com/office/drawing/2014/main" id="{4B764E8C-DE92-ED07-FD59-B4FBD435EF3B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5DCA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5" name="pt3950">
                <a:extLst>
                  <a:ext uri="{FF2B5EF4-FFF2-40B4-BE49-F238E27FC236}">
                    <a16:creationId xmlns:a16="http://schemas.microsoft.com/office/drawing/2014/main" id="{947A9145-CA36-DA50-63CE-03352EB0B1CA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58C1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6" name="pt3951">
                <a:extLst>
                  <a:ext uri="{FF2B5EF4-FFF2-40B4-BE49-F238E27FC236}">
                    <a16:creationId xmlns:a16="http://schemas.microsoft.com/office/drawing/2014/main" id="{8B8960AA-2FA4-2193-0714-428F51403393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378E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7" name="pt3952">
                <a:extLst>
                  <a:ext uri="{FF2B5EF4-FFF2-40B4-BE49-F238E27FC236}">
                    <a16:creationId xmlns:a16="http://schemas.microsoft.com/office/drawing/2014/main" id="{685AB4C4-0473-0D0A-5CCF-B0B6FD14167C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6B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8" name="pt3953">
                <a:extLst>
                  <a:ext uri="{FF2B5EF4-FFF2-40B4-BE49-F238E27FC236}">
                    <a16:creationId xmlns:a16="http://schemas.microsoft.com/office/drawing/2014/main" id="{B4EF9BBD-4DD3-2311-A329-001F8CE633F3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9" name="pt3954">
                <a:extLst>
                  <a:ext uri="{FF2B5EF4-FFF2-40B4-BE49-F238E27FC236}">
                    <a16:creationId xmlns:a16="http://schemas.microsoft.com/office/drawing/2014/main" id="{6B60315B-4522-A2E9-9242-E930DBD1CE55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57C1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0" name="pt3955">
                <a:extLst>
                  <a:ext uri="{FF2B5EF4-FFF2-40B4-BE49-F238E27FC236}">
                    <a16:creationId xmlns:a16="http://schemas.microsoft.com/office/drawing/2014/main" id="{A1EA03F4-EAB0-1D35-62FB-C681CF172E50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3A63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1" name="pt3956">
                <a:extLst>
                  <a:ext uri="{FF2B5EF4-FFF2-40B4-BE49-F238E27FC236}">
                    <a16:creationId xmlns:a16="http://schemas.microsoft.com/office/drawing/2014/main" id="{118AA088-8056-2215-D640-B45BF6264322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2" name="pt3957">
                <a:extLst>
                  <a:ext uri="{FF2B5EF4-FFF2-40B4-BE49-F238E27FC236}">
                    <a16:creationId xmlns:a16="http://schemas.microsoft.com/office/drawing/2014/main" id="{6B3D532C-F205-0AA0-B52F-C924AC27B15C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82A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3" name="pt3958">
                <a:extLst>
                  <a:ext uri="{FF2B5EF4-FFF2-40B4-BE49-F238E27FC236}">
                    <a16:creationId xmlns:a16="http://schemas.microsoft.com/office/drawing/2014/main" id="{3FF08243-E769-8C28-304C-937395F7595E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58C2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4" name="pt3959">
                <a:extLst>
                  <a:ext uri="{FF2B5EF4-FFF2-40B4-BE49-F238E27FC236}">
                    <a16:creationId xmlns:a16="http://schemas.microsoft.com/office/drawing/2014/main" id="{C5677BFD-1F9B-B5AC-8002-BB3C67293719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378E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5" name="pt3960">
                <a:extLst>
                  <a:ext uri="{FF2B5EF4-FFF2-40B4-BE49-F238E27FC236}">
                    <a16:creationId xmlns:a16="http://schemas.microsoft.com/office/drawing/2014/main" id="{D5A96BF0-A8FB-1019-0DAD-0100FF6D4321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6" name="pl3961">
                <a:extLst>
                  <a:ext uri="{FF2B5EF4-FFF2-40B4-BE49-F238E27FC236}">
                    <a16:creationId xmlns:a16="http://schemas.microsoft.com/office/drawing/2014/main" id="{4F01E6BA-11A5-11E7-648E-ACC188315E4F}"/>
                  </a:ext>
                </a:extLst>
              </p:cNvPr>
              <p:cNvSpPr/>
              <p:nvPr/>
            </p:nvSpPr>
            <p:spPr>
              <a:xfrm>
                <a:off x="2850381" y="4909040"/>
                <a:ext cx="52429" cy="84489"/>
              </a:xfrm>
              <a:custGeom>
                <a:avLst/>
                <a:gdLst/>
                <a:ahLst/>
                <a:cxnLst/>
                <a:rect l="0" t="0" r="0" b="0"/>
                <a:pathLst>
                  <a:path w="52429" h="84489">
                    <a:moveTo>
                      <a:pt x="0" y="0"/>
                    </a:moveTo>
                    <a:lnTo>
                      <a:pt x="52429" y="8448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7" name="pl3962">
                <a:extLst>
                  <a:ext uri="{FF2B5EF4-FFF2-40B4-BE49-F238E27FC236}">
                    <a16:creationId xmlns:a16="http://schemas.microsoft.com/office/drawing/2014/main" id="{9B67EE7C-AC7C-AB24-80A9-2CE003186F4D}"/>
                  </a:ext>
                </a:extLst>
              </p:cNvPr>
              <p:cNvSpPr/>
              <p:nvPr/>
            </p:nvSpPr>
            <p:spPr>
              <a:xfrm>
                <a:off x="5743645" y="2857377"/>
                <a:ext cx="80489" cy="66760"/>
              </a:xfrm>
              <a:custGeom>
                <a:avLst/>
                <a:gdLst/>
                <a:ahLst/>
                <a:cxnLst/>
                <a:rect l="0" t="0" r="0" b="0"/>
                <a:pathLst>
                  <a:path w="80489" h="66760">
                    <a:moveTo>
                      <a:pt x="0" y="0"/>
                    </a:moveTo>
                    <a:lnTo>
                      <a:pt x="80489" y="6676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8" name="pl3963">
                <a:extLst>
                  <a:ext uri="{FF2B5EF4-FFF2-40B4-BE49-F238E27FC236}">
                    <a16:creationId xmlns:a16="http://schemas.microsoft.com/office/drawing/2014/main" id="{2E9F9C05-F59C-1FFC-6C08-0FCDCD305488}"/>
                  </a:ext>
                </a:extLst>
              </p:cNvPr>
              <p:cNvSpPr/>
              <p:nvPr/>
            </p:nvSpPr>
            <p:spPr>
              <a:xfrm>
                <a:off x="4513432" y="4609245"/>
                <a:ext cx="54396" cy="79653"/>
              </a:xfrm>
              <a:custGeom>
                <a:avLst/>
                <a:gdLst/>
                <a:ahLst/>
                <a:cxnLst/>
                <a:rect l="0" t="0" r="0" b="0"/>
                <a:pathLst>
                  <a:path w="54396" h="79653">
                    <a:moveTo>
                      <a:pt x="0" y="0"/>
                    </a:moveTo>
                    <a:lnTo>
                      <a:pt x="54396" y="7965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9" name="pl3964">
                <a:extLst>
                  <a:ext uri="{FF2B5EF4-FFF2-40B4-BE49-F238E27FC236}">
                    <a16:creationId xmlns:a16="http://schemas.microsoft.com/office/drawing/2014/main" id="{6B2EADBA-E5FF-64DF-B463-74C6C13F78BC}"/>
                  </a:ext>
                </a:extLst>
              </p:cNvPr>
              <p:cNvSpPr/>
              <p:nvPr/>
            </p:nvSpPr>
            <p:spPr>
              <a:xfrm>
                <a:off x="3511786" y="4762607"/>
                <a:ext cx="53546" cy="82256"/>
              </a:xfrm>
              <a:custGeom>
                <a:avLst/>
                <a:gdLst/>
                <a:ahLst/>
                <a:cxnLst/>
                <a:rect l="0" t="0" r="0" b="0"/>
                <a:pathLst>
                  <a:path w="53546" h="82256">
                    <a:moveTo>
                      <a:pt x="0" y="0"/>
                    </a:moveTo>
                    <a:lnTo>
                      <a:pt x="53546" y="8225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0" name="pl3965">
                <a:extLst>
                  <a:ext uri="{FF2B5EF4-FFF2-40B4-BE49-F238E27FC236}">
                    <a16:creationId xmlns:a16="http://schemas.microsoft.com/office/drawing/2014/main" id="{A8311F1A-7AC4-1781-764A-C899F7A6D997}"/>
                  </a:ext>
                </a:extLst>
              </p:cNvPr>
              <p:cNvSpPr/>
              <p:nvPr/>
            </p:nvSpPr>
            <p:spPr>
              <a:xfrm>
                <a:off x="5503278" y="3044361"/>
                <a:ext cx="169654" cy="14110"/>
              </a:xfrm>
              <a:custGeom>
                <a:avLst/>
                <a:gdLst/>
                <a:ahLst/>
                <a:cxnLst/>
                <a:rect l="0" t="0" r="0" b="0"/>
                <a:pathLst>
                  <a:path w="169654" h="14110">
                    <a:moveTo>
                      <a:pt x="0" y="0"/>
                    </a:moveTo>
                    <a:lnTo>
                      <a:pt x="169654" y="1411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1" name="pg3966">
                <a:extLst>
                  <a:ext uri="{FF2B5EF4-FFF2-40B4-BE49-F238E27FC236}">
                    <a16:creationId xmlns:a16="http://schemas.microsoft.com/office/drawing/2014/main" id="{68FB9F80-39C6-5238-51D0-620E6C7E839B}"/>
                  </a:ext>
                </a:extLst>
              </p:cNvPr>
              <p:cNvSpPr/>
              <p:nvPr/>
            </p:nvSpPr>
            <p:spPr>
              <a:xfrm>
                <a:off x="2291866" y="4760367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2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2" name="tx3967">
                <a:extLst>
                  <a:ext uri="{FF2B5EF4-FFF2-40B4-BE49-F238E27FC236}">
                    <a16:creationId xmlns:a16="http://schemas.microsoft.com/office/drawing/2014/main" id="{02ABDCE7-D672-0778-5175-A484E8769D8C}"/>
                  </a:ext>
                </a:extLst>
              </p:cNvPr>
              <p:cNvSpPr/>
              <p:nvPr/>
            </p:nvSpPr>
            <p:spPr>
              <a:xfrm>
                <a:off x="2337586" y="4806087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9343" name="pg3968">
                <a:extLst>
                  <a:ext uri="{FF2B5EF4-FFF2-40B4-BE49-F238E27FC236}">
                    <a16:creationId xmlns:a16="http://schemas.microsoft.com/office/drawing/2014/main" id="{D12B5498-96DA-F853-81DF-79554919B74F}"/>
                  </a:ext>
                </a:extLst>
              </p:cNvPr>
              <p:cNvSpPr/>
              <p:nvPr/>
            </p:nvSpPr>
            <p:spPr>
              <a:xfrm>
                <a:off x="5282225" y="2665445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2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4" name="tx3969">
                <a:extLst>
                  <a:ext uri="{FF2B5EF4-FFF2-40B4-BE49-F238E27FC236}">
                    <a16:creationId xmlns:a16="http://schemas.microsoft.com/office/drawing/2014/main" id="{6D2AF8FE-0C38-9C57-C2D6-24E182E4C6A1}"/>
                  </a:ext>
                </a:extLst>
              </p:cNvPr>
              <p:cNvSpPr/>
              <p:nvPr/>
            </p:nvSpPr>
            <p:spPr>
              <a:xfrm>
                <a:off x="5327945" y="2711165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9345" name="pg3970">
                <a:extLst>
                  <a:ext uri="{FF2B5EF4-FFF2-40B4-BE49-F238E27FC236}">
                    <a16:creationId xmlns:a16="http://schemas.microsoft.com/office/drawing/2014/main" id="{7B1821E3-CFDD-9EA8-E8E0-83EEEE024170}"/>
                  </a:ext>
                </a:extLst>
              </p:cNvPr>
              <p:cNvSpPr/>
              <p:nvPr/>
            </p:nvSpPr>
            <p:spPr>
              <a:xfrm>
                <a:off x="3970461" y="4460335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1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1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6" name="tx3971">
                <a:extLst>
                  <a:ext uri="{FF2B5EF4-FFF2-40B4-BE49-F238E27FC236}">
                    <a16:creationId xmlns:a16="http://schemas.microsoft.com/office/drawing/2014/main" id="{E07A15B3-D26C-76DC-88DC-C4EFB1D5F461}"/>
                  </a:ext>
                </a:extLst>
              </p:cNvPr>
              <p:cNvSpPr/>
              <p:nvPr/>
            </p:nvSpPr>
            <p:spPr>
              <a:xfrm>
                <a:off x="4016181" y="4506055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9347" name="pg3972">
                <a:extLst>
                  <a:ext uri="{FF2B5EF4-FFF2-40B4-BE49-F238E27FC236}">
                    <a16:creationId xmlns:a16="http://schemas.microsoft.com/office/drawing/2014/main" id="{515770E2-4338-0741-67AD-FC0EFC7C6033}"/>
                  </a:ext>
                </a:extLst>
              </p:cNvPr>
              <p:cNvSpPr/>
              <p:nvPr/>
            </p:nvSpPr>
            <p:spPr>
              <a:xfrm>
                <a:off x="2960951" y="4613857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1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8" name="tx3973">
                <a:extLst>
                  <a:ext uri="{FF2B5EF4-FFF2-40B4-BE49-F238E27FC236}">
                    <a16:creationId xmlns:a16="http://schemas.microsoft.com/office/drawing/2014/main" id="{7F47131D-06C2-94D2-667C-94D60071AFE9}"/>
                  </a:ext>
                </a:extLst>
              </p:cNvPr>
              <p:cNvSpPr/>
              <p:nvPr/>
            </p:nvSpPr>
            <p:spPr>
              <a:xfrm>
                <a:off x="3006671" y="4659577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9349" name="pg3974">
                <a:extLst>
                  <a:ext uri="{FF2B5EF4-FFF2-40B4-BE49-F238E27FC236}">
                    <a16:creationId xmlns:a16="http://schemas.microsoft.com/office/drawing/2014/main" id="{FB97182F-CEDF-7780-648C-024796A9D6BA}"/>
                  </a:ext>
                </a:extLst>
              </p:cNvPr>
              <p:cNvSpPr/>
              <p:nvPr/>
            </p:nvSpPr>
            <p:spPr>
              <a:xfrm>
                <a:off x="4921537" y="2948305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1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50" name="tx3975">
                <a:extLst>
                  <a:ext uri="{FF2B5EF4-FFF2-40B4-BE49-F238E27FC236}">
                    <a16:creationId xmlns:a16="http://schemas.microsoft.com/office/drawing/2014/main" id="{08E59EE3-BCF3-F4C7-CB55-95F3BC619931}"/>
                  </a:ext>
                </a:extLst>
              </p:cNvPr>
              <p:cNvSpPr/>
              <p:nvPr/>
            </p:nvSpPr>
            <p:spPr>
              <a:xfrm>
                <a:off x="4967257" y="2994025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9351" name="rc3976">
                <a:extLst>
                  <a:ext uri="{FF2B5EF4-FFF2-40B4-BE49-F238E27FC236}">
                    <a16:creationId xmlns:a16="http://schemas.microsoft.com/office/drawing/2014/main" id="{71DA691B-E186-7D03-7FF3-8762EDA23FFD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52" name="tx3977">
                <a:extLst>
                  <a:ext uri="{FF2B5EF4-FFF2-40B4-BE49-F238E27FC236}">
                    <a16:creationId xmlns:a16="http://schemas.microsoft.com/office/drawing/2014/main" id="{F2CAA415-EA2B-90FA-982D-0E2F133DF0C5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9353" name="tx3978">
                <a:extLst>
                  <a:ext uri="{FF2B5EF4-FFF2-40B4-BE49-F238E27FC236}">
                    <a16:creationId xmlns:a16="http://schemas.microsoft.com/office/drawing/2014/main" id="{9C8270A3-A708-E631-4EA3-E0FFA0C96A77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54" name="tx3979">
                <a:extLst>
                  <a:ext uri="{FF2B5EF4-FFF2-40B4-BE49-F238E27FC236}">
                    <a16:creationId xmlns:a16="http://schemas.microsoft.com/office/drawing/2014/main" id="{94B7C30A-890F-2FE2-0804-C9A2A0F09F6E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9355" name="tx3980">
                <a:extLst>
                  <a:ext uri="{FF2B5EF4-FFF2-40B4-BE49-F238E27FC236}">
                    <a16:creationId xmlns:a16="http://schemas.microsoft.com/office/drawing/2014/main" id="{193133E6-413C-EFAE-F3E8-512BD0061CB6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9356" name="tx3981">
                <a:extLst>
                  <a:ext uri="{FF2B5EF4-FFF2-40B4-BE49-F238E27FC236}">
                    <a16:creationId xmlns:a16="http://schemas.microsoft.com/office/drawing/2014/main" id="{8CCD9507-C732-12E0-74F2-985085530292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57" name="tx3982">
                <a:extLst>
                  <a:ext uri="{FF2B5EF4-FFF2-40B4-BE49-F238E27FC236}">
                    <a16:creationId xmlns:a16="http://schemas.microsoft.com/office/drawing/2014/main" id="{662299FF-23D3-C113-86F1-5258F9A4CD29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9358" name="tx3983">
                <a:extLst>
                  <a:ext uri="{FF2B5EF4-FFF2-40B4-BE49-F238E27FC236}">
                    <a16:creationId xmlns:a16="http://schemas.microsoft.com/office/drawing/2014/main" id="{6B34DCF5-2D22-FCC8-9D25-278D3CB6E114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9359" name="tx3984">
                <a:extLst>
                  <a:ext uri="{FF2B5EF4-FFF2-40B4-BE49-F238E27FC236}">
                    <a16:creationId xmlns:a16="http://schemas.microsoft.com/office/drawing/2014/main" id="{9C89C9D8-5503-4A13-98FA-C7DE7F8975BA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60" name="tx3985">
                <a:extLst>
                  <a:ext uri="{FF2B5EF4-FFF2-40B4-BE49-F238E27FC236}">
                    <a16:creationId xmlns:a16="http://schemas.microsoft.com/office/drawing/2014/main" id="{FD8F8D59-6EEE-68C3-F3A0-C1883A424509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9361" name="tx3986">
                <a:extLst>
                  <a:ext uri="{FF2B5EF4-FFF2-40B4-BE49-F238E27FC236}">
                    <a16:creationId xmlns:a16="http://schemas.microsoft.com/office/drawing/2014/main" id="{09A60C60-7039-EE3E-D0BC-C822DCD95103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9362" name="tx3987">
                <a:extLst>
                  <a:ext uri="{FF2B5EF4-FFF2-40B4-BE49-F238E27FC236}">
                    <a16:creationId xmlns:a16="http://schemas.microsoft.com/office/drawing/2014/main" id="{6CB423F4-B047-B00E-CA6B-37508A19DE07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63" name="tx3988">
                <a:extLst>
                  <a:ext uri="{FF2B5EF4-FFF2-40B4-BE49-F238E27FC236}">
                    <a16:creationId xmlns:a16="http://schemas.microsoft.com/office/drawing/2014/main" id="{79B502B1-8202-7BBD-04F1-3EBD3FEE4F68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9364" name="tx3989">
                <a:extLst>
                  <a:ext uri="{FF2B5EF4-FFF2-40B4-BE49-F238E27FC236}">
                    <a16:creationId xmlns:a16="http://schemas.microsoft.com/office/drawing/2014/main" id="{E292BB3D-E966-2EE1-2FA9-99F7A90C5C4C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9365" name="tx3990">
                <a:extLst>
                  <a:ext uri="{FF2B5EF4-FFF2-40B4-BE49-F238E27FC236}">
                    <a16:creationId xmlns:a16="http://schemas.microsoft.com/office/drawing/2014/main" id="{4766388A-8ABC-2107-F4A0-4E6AF1A0A665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66" name="tx3991">
                <a:extLst>
                  <a:ext uri="{FF2B5EF4-FFF2-40B4-BE49-F238E27FC236}">
                    <a16:creationId xmlns:a16="http://schemas.microsoft.com/office/drawing/2014/main" id="{7A47CDBD-AAEB-968B-C129-03289DF874E3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9367" name="pl3992">
                <a:extLst>
                  <a:ext uri="{FF2B5EF4-FFF2-40B4-BE49-F238E27FC236}">
                    <a16:creationId xmlns:a16="http://schemas.microsoft.com/office/drawing/2014/main" id="{CDEA7A83-593A-67E1-20C6-E8A359BEDBA6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68" name="pl3993">
                <a:extLst>
                  <a:ext uri="{FF2B5EF4-FFF2-40B4-BE49-F238E27FC236}">
                    <a16:creationId xmlns:a16="http://schemas.microsoft.com/office/drawing/2014/main" id="{CCDEBD88-3694-A592-6A6D-FECCC7969844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69" name="pl3994">
                <a:extLst>
                  <a:ext uri="{FF2B5EF4-FFF2-40B4-BE49-F238E27FC236}">
                    <a16:creationId xmlns:a16="http://schemas.microsoft.com/office/drawing/2014/main" id="{8B26FDEB-6B4E-ACEC-184A-03EB33FC455C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0" name="pl3995">
                <a:extLst>
                  <a:ext uri="{FF2B5EF4-FFF2-40B4-BE49-F238E27FC236}">
                    <a16:creationId xmlns:a16="http://schemas.microsoft.com/office/drawing/2014/main" id="{0D3D4BAB-9792-001F-351D-41DDD779CF40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1" name="pl3996">
                <a:extLst>
                  <a:ext uri="{FF2B5EF4-FFF2-40B4-BE49-F238E27FC236}">
                    <a16:creationId xmlns:a16="http://schemas.microsoft.com/office/drawing/2014/main" id="{9FAE71EB-7105-608C-BE12-D28BDF24DC9A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2" name="pl3997">
                <a:extLst>
                  <a:ext uri="{FF2B5EF4-FFF2-40B4-BE49-F238E27FC236}">
                    <a16:creationId xmlns:a16="http://schemas.microsoft.com/office/drawing/2014/main" id="{CB73E83B-378C-DA1D-AAD4-37645DE642AD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3" name="pl3998">
                <a:extLst>
                  <a:ext uri="{FF2B5EF4-FFF2-40B4-BE49-F238E27FC236}">
                    <a16:creationId xmlns:a16="http://schemas.microsoft.com/office/drawing/2014/main" id="{EB7EA565-2E95-8B5A-84A6-2A672E116F62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4" name="pl3999">
                <a:extLst>
                  <a:ext uri="{FF2B5EF4-FFF2-40B4-BE49-F238E27FC236}">
                    <a16:creationId xmlns:a16="http://schemas.microsoft.com/office/drawing/2014/main" id="{9E4E6B49-FF30-6F91-0E1B-DF5C6E7338DA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5" name="pl4000">
                <a:extLst>
                  <a:ext uri="{FF2B5EF4-FFF2-40B4-BE49-F238E27FC236}">
                    <a16:creationId xmlns:a16="http://schemas.microsoft.com/office/drawing/2014/main" id="{2A002A5C-9BE5-9ABA-D273-03AE1BBF4E8E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6" name="pl4001">
                <a:extLst>
                  <a:ext uri="{FF2B5EF4-FFF2-40B4-BE49-F238E27FC236}">
                    <a16:creationId xmlns:a16="http://schemas.microsoft.com/office/drawing/2014/main" id="{7A1FB3A6-C78F-AB96-9B91-7E1FFE8CED90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7" name="pl4002">
                <a:extLst>
                  <a:ext uri="{FF2B5EF4-FFF2-40B4-BE49-F238E27FC236}">
                    <a16:creationId xmlns:a16="http://schemas.microsoft.com/office/drawing/2014/main" id="{987BD490-0B54-E33B-533B-D7BE477D7365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8" name="pl4003">
                <a:extLst>
                  <a:ext uri="{FF2B5EF4-FFF2-40B4-BE49-F238E27FC236}">
                    <a16:creationId xmlns:a16="http://schemas.microsoft.com/office/drawing/2014/main" id="{54A0455F-72B9-7E05-E8BD-06755ED04E96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9" name="pl4004">
                <a:extLst>
                  <a:ext uri="{FF2B5EF4-FFF2-40B4-BE49-F238E27FC236}">
                    <a16:creationId xmlns:a16="http://schemas.microsoft.com/office/drawing/2014/main" id="{564C0396-7FA8-7CCA-7EA8-5CCB3EC3ACC0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80" name="tx4005">
                <a:extLst>
                  <a:ext uri="{FF2B5EF4-FFF2-40B4-BE49-F238E27FC236}">
                    <a16:creationId xmlns:a16="http://schemas.microsoft.com/office/drawing/2014/main" id="{958B7A61-4156-014F-289B-3C578DE891AC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9381" name="tx4006">
                <a:extLst>
                  <a:ext uri="{FF2B5EF4-FFF2-40B4-BE49-F238E27FC236}">
                    <a16:creationId xmlns:a16="http://schemas.microsoft.com/office/drawing/2014/main" id="{2743D551-01E1-A800-92E5-14B57391D38B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82" name="tx4007">
                <a:extLst>
                  <a:ext uri="{FF2B5EF4-FFF2-40B4-BE49-F238E27FC236}">
                    <a16:creationId xmlns:a16="http://schemas.microsoft.com/office/drawing/2014/main" id="{2D6FFCF0-939D-B819-9CA3-331A90BD3840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9383" name="tx4008">
                <a:extLst>
                  <a:ext uri="{FF2B5EF4-FFF2-40B4-BE49-F238E27FC236}">
                    <a16:creationId xmlns:a16="http://schemas.microsoft.com/office/drawing/2014/main" id="{46F7D445-BADC-EFCE-E4B7-5E8A517DAE4D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9384" name="tx4009">
                <a:extLst>
                  <a:ext uri="{FF2B5EF4-FFF2-40B4-BE49-F238E27FC236}">
                    <a16:creationId xmlns:a16="http://schemas.microsoft.com/office/drawing/2014/main" id="{E1288B7F-A0AA-84AD-A2F7-664BAB90B2C6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85" name="tx4010">
                <a:extLst>
                  <a:ext uri="{FF2B5EF4-FFF2-40B4-BE49-F238E27FC236}">
                    <a16:creationId xmlns:a16="http://schemas.microsoft.com/office/drawing/2014/main" id="{F9FFC369-2E62-C1B1-14CD-8B6CF392DDB5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9386" name="tx4011">
                <a:extLst>
                  <a:ext uri="{FF2B5EF4-FFF2-40B4-BE49-F238E27FC236}">
                    <a16:creationId xmlns:a16="http://schemas.microsoft.com/office/drawing/2014/main" id="{051F1B12-9A83-BCEB-9EE3-0F1BE285413F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9387" name="tx4012">
                <a:extLst>
                  <a:ext uri="{FF2B5EF4-FFF2-40B4-BE49-F238E27FC236}">
                    <a16:creationId xmlns:a16="http://schemas.microsoft.com/office/drawing/2014/main" id="{231129D8-5253-AD38-624C-3E92E3E2497A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88" name="tx4013">
                <a:extLst>
                  <a:ext uri="{FF2B5EF4-FFF2-40B4-BE49-F238E27FC236}">
                    <a16:creationId xmlns:a16="http://schemas.microsoft.com/office/drawing/2014/main" id="{996B76C7-24CD-DF72-F8AB-80A43F1E6FFD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9389" name="tx4014">
                <a:extLst>
                  <a:ext uri="{FF2B5EF4-FFF2-40B4-BE49-F238E27FC236}">
                    <a16:creationId xmlns:a16="http://schemas.microsoft.com/office/drawing/2014/main" id="{DE2829DC-C209-E7C0-2C47-2F77DCD2FB67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9390" name="tx4015">
                <a:extLst>
                  <a:ext uri="{FF2B5EF4-FFF2-40B4-BE49-F238E27FC236}">
                    <a16:creationId xmlns:a16="http://schemas.microsoft.com/office/drawing/2014/main" id="{37922FA4-8C87-3D68-A3BE-294DF7446C93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91" name="tx4016">
                <a:extLst>
                  <a:ext uri="{FF2B5EF4-FFF2-40B4-BE49-F238E27FC236}">
                    <a16:creationId xmlns:a16="http://schemas.microsoft.com/office/drawing/2014/main" id="{8291D932-0CB4-CC66-15BE-29F31F94F84A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9392" name="tx4017">
                <a:extLst>
                  <a:ext uri="{FF2B5EF4-FFF2-40B4-BE49-F238E27FC236}">
                    <a16:creationId xmlns:a16="http://schemas.microsoft.com/office/drawing/2014/main" id="{DDBC58C4-42BE-93BC-2C11-D90DD33523CF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9393" name="tx4018">
                <a:extLst>
                  <a:ext uri="{FF2B5EF4-FFF2-40B4-BE49-F238E27FC236}">
                    <a16:creationId xmlns:a16="http://schemas.microsoft.com/office/drawing/2014/main" id="{0AB9934C-BED6-A30C-212C-BDFC8337CDC5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94" name="tx4019">
                <a:extLst>
                  <a:ext uri="{FF2B5EF4-FFF2-40B4-BE49-F238E27FC236}">
                    <a16:creationId xmlns:a16="http://schemas.microsoft.com/office/drawing/2014/main" id="{BE5A950D-E7E5-60DD-C9EF-EF2251A0E788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9395" name="tx4020">
                <a:extLst>
                  <a:ext uri="{FF2B5EF4-FFF2-40B4-BE49-F238E27FC236}">
                    <a16:creationId xmlns:a16="http://schemas.microsoft.com/office/drawing/2014/main" id="{31C83311-C290-F67A-51F4-ADC986DA4A87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9396" name="tx4021">
                <a:extLst>
                  <a:ext uri="{FF2B5EF4-FFF2-40B4-BE49-F238E27FC236}">
                    <a16:creationId xmlns:a16="http://schemas.microsoft.com/office/drawing/2014/main" id="{9ADC1710-A5D3-24B8-B551-90344CB6CCD6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97" name="tx4022">
                <a:extLst>
                  <a:ext uri="{FF2B5EF4-FFF2-40B4-BE49-F238E27FC236}">
                    <a16:creationId xmlns:a16="http://schemas.microsoft.com/office/drawing/2014/main" id="{D2187BAA-7F71-AC51-93AB-A5D018F64E66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9398" name="tx4023">
                <a:extLst>
                  <a:ext uri="{FF2B5EF4-FFF2-40B4-BE49-F238E27FC236}">
                    <a16:creationId xmlns:a16="http://schemas.microsoft.com/office/drawing/2014/main" id="{AD79369F-E32B-9B7E-F989-AD4891D41BD5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9399" name="tx4024">
                <a:extLst>
                  <a:ext uri="{FF2B5EF4-FFF2-40B4-BE49-F238E27FC236}">
                    <a16:creationId xmlns:a16="http://schemas.microsoft.com/office/drawing/2014/main" id="{D842D30F-9B3B-1CCD-E180-C6B0B76CA3AD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400" name="tx4025">
                <a:extLst>
                  <a:ext uri="{FF2B5EF4-FFF2-40B4-BE49-F238E27FC236}">
                    <a16:creationId xmlns:a16="http://schemas.microsoft.com/office/drawing/2014/main" id="{F2194C7B-FFB7-8DF6-B871-C34744C0355D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9401" name="tx4026">
                <a:extLst>
                  <a:ext uri="{FF2B5EF4-FFF2-40B4-BE49-F238E27FC236}">
                    <a16:creationId xmlns:a16="http://schemas.microsoft.com/office/drawing/2014/main" id="{B9D664B7-A46B-6AF7-03C2-22695DBDE191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9402" name="tx4027">
                <a:extLst>
                  <a:ext uri="{FF2B5EF4-FFF2-40B4-BE49-F238E27FC236}">
                    <a16:creationId xmlns:a16="http://schemas.microsoft.com/office/drawing/2014/main" id="{6FDAA701-0AA8-A5C9-72B9-E4188388DD0A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403" name="tx4028">
                <a:extLst>
                  <a:ext uri="{FF2B5EF4-FFF2-40B4-BE49-F238E27FC236}">
                    <a16:creationId xmlns:a16="http://schemas.microsoft.com/office/drawing/2014/main" id="{9EAB57F7-A333-08D7-5A22-A4BB6DAF544C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9404" name="tx4029">
                <a:extLst>
                  <a:ext uri="{FF2B5EF4-FFF2-40B4-BE49-F238E27FC236}">
                    <a16:creationId xmlns:a16="http://schemas.microsoft.com/office/drawing/2014/main" id="{E2EE3EBE-5316-087C-2495-9CEF3A4E4041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9405" name="tx4030">
                <a:extLst>
                  <a:ext uri="{FF2B5EF4-FFF2-40B4-BE49-F238E27FC236}">
                    <a16:creationId xmlns:a16="http://schemas.microsoft.com/office/drawing/2014/main" id="{3C383119-4892-5EF9-F232-C7296A22F308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9406" name="rc4031">
                <a:extLst>
                  <a:ext uri="{FF2B5EF4-FFF2-40B4-BE49-F238E27FC236}">
                    <a16:creationId xmlns:a16="http://schemas.microsoft.com/office/drawing/2014/main" id="{DC252648-BB42-362C-BD63-B464143A0239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07" name="tx4032">
                <a:extLst>
                  <a:ext uri="{FF2B5EF4-FFF2-40B4-BE49-F238E27FC236}">
                    <a16:creationId xmlns:a16="http://schemas.microsoft.com/office/drawing/2014/main" id="{C2EE6439-9F6E-DAE8-1A3F-B9272BBD1874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9408" name="tx4033">
                <a:extLst>
                  <a:ext uri="{FF2B5EF4-FFF2-40B4-BE49-F238E27FC236}">
                    <a16:creationId xmlns:a16="http://schemas.microsoft.com/office/drawing/2014/main" id="{BEA09913-14A6-4A12-DE84-831C8BADD0FF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9409" name="pic4034">
                <a:extLst>
                  <a:ext uri="{FF2B5EF4-FFF2-40B4-BE49-F238E27FC236}">
                    <a16:creationId xmlns:a16="http://schemas.microsoft.com/office/drawing/2014/main" id="{12817358-FEBE-3AC7-1C52-93112F299B14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9410" name="pl4035">
                <a:extLst>
                  <a:ext uri="{FF2B5EF4-FFF2-40B4-BE49-F238E27FC236}">
                    <a16:creationId xmlns:a16="http://schemas.microsoft.com/office/drawing/2014/main" id="{BAA88A7F-46EB-EB0A-DEFD-D602920F6CC5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1" name="pl4036">
                <a:extLst>
                  <a:ext uri="{FF2B5EF4-FFF2-40B4-BE49-F238E27FC236}">
                    <a16:creationId xmlns:a16="http://schemas.microsoft.com/office/drawing/2014/main" id="{19E879A6-B411-C8BB-9955-1E6451182908}"/>
                  </a:ext>
                </a:extLst>
              </p:cNvPr>
              <p:cNvSpPr/>
              <p:nvPr/>
            </p:nvSpPr>
            <p:spPr>
              <a:xfrm>
                <a:off x="6928496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2" name="pl4037">
                <a:extLst>
                  <a:ext uri="{FF2B5EF4-FFF2-40B4-BE49-F238E27FC236}">
                    <a16:creationId xmlns:a16="http://schemas.microsoft.com/office/drawing/2014/main" id="{4D0633F4-633E-2F1F-3AA4-250E4D369A3B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3" name="pl4038">
                <a:extLst>
                  <a:ext uri="{FF2B5EF4-FFF2-40B4-BE49-F238E27FC236}">
                    <a16:creationId xmlns:a16="http://schemas.microsoft.com/office/drawing/2014/main" id="{99C295D6-3108-FF07-9CBC-D11D8F92F0E2}"/>
                  </a:ext>
                </a:extLst>
              </p:cNvPr>
              <p:cNvSpPr/>
              <p:nvPr/>
            </p:nvSpPr>
            <p:spPr>
              <a:xfrm>
                <a:off x="6928496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4" name="pl4039">
                <a:extLst>
                  <a:ext uri="{FF2B5EF4-FFF2-40B4-BE49-F238E27FC236}">
                    <a16:creationId xmlns:a16="http://schemas.microsoft.com/office/drawing/2014/main" id="{5A86C08D-D67B-066E-FB05-BC910522AE3D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5" name="pl4040">
                <a:extLst>
                  <a:ext uri="{FF2B5EF4-FFF2-40B4-BE49-F238E27FC236}">
                    <a16:creationId xmlns:a16="http://schemas.microsoft.com/office/drawing/2014/main" id="{8640BA2D-1822-9ABB-0664-B23C6BDD52C9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6" name="pl4041">
                <a:extLst>
                  <a:ext uri="{FF2B5EF4-FFF2-40B4-BE49-F238E27FC236}">
                    <a16:creationId xmlns:a16="http://schemas.microsoft.com/office/drawing/2014/main" id="{E5803E55-EA36-57BF-DC9D-0E2DF6CE214D}"/>
                  </a:ext>
                </a:extLst>
              </p:cNvPr>
              <p:cNvSpPr/>
              <p:nvPr/>
            </p:nvSpPr>
            <p:spPr>
              <a:xfrm>
                <a:off x="6752931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7" name="pl4042">
                <a:extLst>
                  <a:ext uri="{FF2B5EF4-FFF2-40B4-BE49-F238E27FC236}">
                    <a16:creationId xmlns:a16="http://schemas.microsoft.com/office/drawing/2014/main" id="{E8166713-FEF5-34CE-2041-22905E23A693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8" name="pl4043">
                <a:extLst>
                  <a:ext uri="{FF2B5EF4-FFF2-40B4-BE49-F238E27FC236}">
                    <a16:creationId xmlns:a16="http://schemas.microsoft.com/office/drawing/2014/main" id="{47DEAEF4-CCCC-3895-DC33-A247B04258FF}"/>
                  </a:ext>
                </a:extLst>
              </p:cNvPr>
              <p:cNvSpPr/>
              <p:nvPr/>
            </p:nvSpPr>
            <p:spPr>
              <a:xfrm>
                <a:off x="6752931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9" name="pl4044">
                <a:extLst>
                  <a:ext uri="{FF2B5EF4-FFF2-40B4-BE49-F238E27FC236}">
                    <a16:creationId xmlns:a16="http://schemas.microsoft.com/office/drawing/2014/main" id="{61861FF0-2517-2BE2-8477-1EDDD338F2CB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0" name="tx4045">
                <a:extLst>
                  <a:ext uri="{FF2B5EF4-FFF2-40B4-BE49-F238E27FC236}">
                    <a16:creationId xmlns:a16="http://schemas.microsoft.com/office/drawing/2014/main" id="{A8610451-4B72-D335-463D-456925105265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</a:t>
                </a:r>
              </a:p>
            </p:txBody>
          </p:sp>
          <p:sp>
            <p:nvSpPr>
              <p:cNvPr id="9421" name="tx4046">
                <a:extLst>
                  <a:ext uri="{FF2B5EF4-FFF2-40B4-BE49-F238E27FC236}">
                    <a16:creationId xmlns:a16="http://schemas.microsoft.com/office/drawing/2014/main" id="{17D99A2E-26A9-C840-2EFD-739B34A9E04B}"/>
                  </a:ext>
                </a:extLst>
              </p:cNvPr>
              <p:cNvSpPr/>
              <p:nvPr/>
            </p:nvSpPr>
            <p:spPr>
              <a:xfrm>
                <a:off x="7041976" y="4446917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</a:t>
                </a:r>
              </a:p>
            </p:txBody>
          </p:sp>
          <p:sp>
            <p:nvSpPr>
              <p:cNvPr id="9422" name="tx4047">
                <a:extLst>
                  <a:ext uri="{FF2B5EF4-FFF2-40B4-BE49-F238E27FC236}">
                    <a16:creationId xmlns:a16="http://schemas.microsoft.com/office/drawing/2014/main" id="{E0B2652E-70B7-A089-EC38-71EE0D3C5C35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2</a:t>
                </a:r>
              </a:p>
            </p:txBody>
          </p:sp>
          <p:sp>
            <p:nvSpPr>
              <p:cNvPr id="9423" name="tx4048">
                <a:extLst>
                  <a:ext uri="{FF2B5EF4-FFF2-40B4-BE49-F238E27FC236}">
                    <a16:creationId xmlns:a16="http://schemas.microsoft.com/office/drawing/2014/main" id="{DE74EE46-793C-1675-C47C-83FE0BFE031A}"/>
                  </a:ext>
                </a:extLst>
              </p:cNvPr>
              <p:cNvSpPr/>
              <p:nvPr/>
            </p:nvSpPr>
            <p:spPr>
              <a:xfrm>
                <a:off x="7041976" y="3900105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3</a:t>
                </a:r>
              </a:p>
            </p:txBody>
          </p:sp>
          <p:sp>
            <p:nvSpPr>
              <p:cNvPr id="9424" name="tx4049">
                <a:extLst>
                  <a:ext uri="{FF2B5EF4-FFF2-40B4-BE49-F238E27FC236}">
                    <a16:creationId xmlns:a16="http://schemas.microsoft.com/office/drawing/2014/main" id="{25A66551-996A-100E-9297-343A04DD09D4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4</a:t>
                </a:r>
              </a:p>
            </p:txBody>
          </p:sp>
        </p:grpSp>
        <p:grpSp>
          <p:nvGrpSpPr>
            <p:cNvPr id="4715" name="Group 4714">
              <a:extLst>
                <a:ext uri="{FF2B5EF4-FFF2-40B4-BE49-F238E27FC236}">
                  <a16:creationId xmlns:a16="http://schemas.microsoft.com/office/drawing/2014/main" id="{173E9F0D-DCC1-2771-77D5-E90176227C82}"/>
                </a:ext>
              </a:extLst>
            </p:cNvPr>
            <p:cNvGrpSpPr/>
            <p:nvPr/>
          </p:nvGrpSpPr>
          <p:grpSpPr>
            <a:xfrm>
              <a:off x="11457432" y="16876253"/>
              <a:ext cx="4058769" cy="1814059"/>
              <a:chOff x="11457432" y="16876253"/>
              <a:chExt cx="4058769" cy="1814059"/>
            </a:xfrm>
          </p:grpSpPr>
          <p:grpSp>
            <p:nvGrpSpPr>
              <p:cNvPr id="4716" name="Group 4715">
                <a:extLst>
                  <a:ext uri="{FF2B5EF4-FFF2-40B4-BE49-F238E27FC236}">
                    <a16:creationId xmlns:a16="http://schemas.microsoft.com/office/drawing/2014/main" id="{AC44EE9A-449F-7542-6B0F-E0D152BFD278}"/>
                  </a:ext>
                </a:extLst>
              </p:cNvPr>
              <p:cNvGrpSpPr/>
              <p:nvPr/>
            </p:nvGrpSpPr>
            <p:grpSpPr>
              <a:xfrm>
                <a:off x="11457432" y="16962120"/>
                <a:ext cx="1920240" cy="1728192"/>
                <a:chOff x="2301906" y="1853932"/>
                <a:chExt cx="4149766" cy="3701248"/>
              </a:xfrm>
            </p:grpSpPr>
            <p:sp>
              <p:nvSpPr>
                <p:cNvPr id="4727" name="rc5">
                  <a:extLst>
                    <a:ext uri="{FF2B5EF4-FFF2-40B4-BE49-F238E27FC236}">
                      <a16:creationId xmlns:a16="http://schemas.microsoft.com/office/drawing/2014/main" id="{E1BDE670-EE62-FCD0-5398-1FF255056654}"/>
                    </a:ext>
                  </a:extLst>
                </p:cNvPr>
                <p:cNvSpPr/>
                <p:nvPr/>
              </p:nvSpPr>
              <p:spPr>
                <a:xfrm>
                  <a:off x="2483768" y="1859856"/>
                  <a:ext cx="3967903" cy="3695324"/>
                </a:xfrm>
                <a:prstGeom prst="rect">
                  <a:avLst/>
                </a:prstGeom>
                <a:solidFill>
                  <a:srgbClr val="F0F8FF">
                    <a:alpha val="100000"/>
                  </a:srgbClr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28" name="pl13">
                  <a:extLst>
                    <a:ext uri="{FF2B5EF4-FFF2-40B4-BE49-F238E27FC236}">
                      <a16:creationId xmlns:a16="http://schemas.microsoft.com/office/drawing/2014/main" id="{67E669A1-0FEB-67FE-7AC3-228F1D572714}"/>
                    </a:ext>
                  </a:extLst>
                </p:cNvPr>
                <p:cNvSpPr/>
                <p:nvPr/>
              </p:nvSpPr>
              <p:spPr>
                <a:xfrm>
                  <a:off x="2301906" y="4615577"/>
                  <a:ext cx="414976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149766">
                      <a:moveTo>
                        <a:pt x="0" y="0"/>
                      </a:moveTo>
                      <a:lnTo>
                        <a:pt x="22479" y="0"/>
                      </a:lnTo>
                      <a:lnTo>
                        <a:pt x="74847" y="0"/>
                      </a:lnTo>
                      <a:lnTo>
                        <a:pt x="127214" y="0"/>
                      </a:lnTo>
                      <a:lnTo>
                        <a:pt x="179582" y="0"/>
                      </a:lnTo>
                      <a:lnTo>
                        <a:pt x="231949" y="0"/>
                      </a:lnTo>
                      <a:lnTo>
                        <a:pt x="284316" y="0"/>
                      </a:lnTo>
                      <a:lnTo>
                        <a:pt x="336684" y="0"/>
                      </a:lnTo>
                      <a:lnTo>
                        <a:pt x="389051" y="0"/>
                      </a:lnTo>
                      <a:lnTo>
                        <a:pt x="441419" y="0"/>
                      </a:lnTo>
                      <a:lnTo>
                        <a:pt x="493786" y="0"/>
                      </a:lnTo>
                      <a:lnTo>
                        <a:pt x="546154" y="0"/>
                      </a:lnTo>
                      <a:lnTo>
                        <a:pt x="598521" y="0"/>
                      </a:lnTo>
                      <a:lnTo>
                        <a:pt x="650889" y="0"/>
                      </a:lnTo>
                      <a:lnTo>
                        <a:pt x="703256" y="0"/>
                      </a:lnTo>
                      <a:lnTo>
                        <a:pt x="755623" y="0"/>
                      </a:lnTo>
                      <a:lnTo>
                        <a:pt x="807991" y="0"/>
                      </a:lnTo>
                      <a:lnTo>
                        <a:pt x="860358" y="0"/>
                      </a:lnTo>
                      <a:lnTo>
                        <a:pt x="912726" y="0"/>
                      </a:lnTo>
                      <a:lnTo>
                        <a:pt x="965093" y="0"/>
                      </a:lnTo>
                      <a:lnTo>
                        <a:pt x="1017461" y="0"/>
                      </a:lnTo>
                      <a:lnTo>
                        <a:pt x="1069828" y="0"/>
                      </a:lnTo>
                      <a:lnTo>
                        <a:pt x="1122196" y="0"/>
                      </a:lnTo>
                      <a:lnTo>
                        <a:pt x="1174563" y="0"/>
                      </a:lnTo>
                      <a:lnTo>
                        <a:pt x="1226930" y="0"/>
                      </a:lnTo>
                      <a:lnTo>
                        <a:pt x="1279298" y="0"/>
                      </a:lnTo>
                      <a:lnTo>
                        <a:pt x="1331665" y="0"/>
                      </a:lnTo>
                      <a:lnTo>
                        <a:pt x="1384033" y="0"/>
                      </a:lnTo>
                      <a:lnTo>
                        <a:pt x="1436400" y="0"/>
                      </a:lnTo>
                      <a:lnTo>
                        <a:pt x="1488768" y="0"/>
                      </a:lnTo>
                      <a:lnTo>
                        <a:pt x="1541135" y="0"/>
                      </a:lnTo>
                      <a:lnTo>
                        <a:pt x="1593503" y="0"/>
                      </a:lnTo>
                      <a:lnTo>
                        <a:pt x="1645870" y="0"/>
                      </a:lnTo>
                      <a:lnTo>
                        <a:pt x="1698237" y="0"/>
                      </a:lnTo>
                      <a:lnTo>
                        <a:pt x="1750605" y="0"/>
                      </a:lnTo>
                      <a:lnTo>
                        <a:pt x="1802972" y="0"/>
                      </a:lnTo>
                      <a:lnTo>
                        <a:pt x="1855340" y="0"/>
                      </a:lnTo>
                      <a:lnTo>
                        <a:pt x="1907707" y="0"/>
                      </a:lnTo>
                      <a:lnTo>
                        <a:pt x="1960075" y="0"/>
                      </a:lnTo>
                      <a:lnTo>
                        <a:pt x="2012442" y="0"/>
                      </a:lnTo>
                      <a:lnTo>
                        <a:pt x="2064810" y="0"/>
                      </a:lnTo>
                      <a:lnTo>
                        <a:pt x="2117177" y="0"/>
                      </a:lnTo>
                      <a:lnTo>
                        <a:pt x="2169544" y="0"/>
                      </a:lnTo>
                      <a:lnTo>
                        <a:pt x="2221912" y="0"/>
                      </a:lnTo>
                      <a:lnTo>
                        <a:pt x="2274279" y="0"/>
                      </a:lnTo>
                      <a:lnTo>
                        <a:pt x="2326647" y="0"/>
                      </a:lnTo>
                      <a:lnTo>
                        <a:pt x="2379014" y="0"/>
                      </a:lnTo>
                      <a:lnTo>
                        <a:pt x="2431382" y="0"/>
                      </a:lnTo>
                      <a:lnTo>
                        <a:pt x="2483749" y="0"/>
                      </a:lnTo>
                      <a:lnTo>
                        <a:pt x="2536117" y="0"/>
                      </a:lnTo>
                      <a:lnTo>
                        <a:pt x="2588484" y="0"/>
                      </a:lnTo>
                      <a:lnTo>
                        <a:pt x="2640851" y="0"/>
                      </a:lnTo>
                      <a:lnTo>
                        <a:pt x="2693219" y="0"/>
                      </a:lnTo>
                      <a:lnTo>
                        <a:pt x="2745586" y="0"/>
                      </a:lnTo>
                      <a:lnTo>
                        <a:pt x="2797954" y="0"/>
                      </a:lnTo>
                      <a:lnTo>
                        <a:pt x="2850321" y="0"/>
                      </a:lnTo>
                      <a:lnTo>
                        <a:pt x="2902689" y="0"/>
                      </a:lnTo>
                      <a:lnTo>
                        <a:pt x="2955056" y="0"/>
                      </a:lnTo>
                      <a:lnTo>
                        <a:pt x="3007424" y="0"/>
                      </a:lnTo>
                      <a:lnTo>
                        <a:pt x="3059791" y="0"/>
                      </a:lnTo>
                      <a:lnTo>
                        <a:pt x="3112158" y="0"/>
                      </a:lnTo>
                      <a:lnTo>
                        <a:pt x="3164526" y="0"/>
                      </a:lnTo>
                      <a:lnTo>
                        <a:pt x="3216893" y="0"/>
                      </a:lnTo>
                      <a:lnTo>
                        <a:pt x="3269261" y="0"/>
                      </a:lnTo>
                      <a:lnTo>
                        <a:pt x="3321628" y="0"/>
                      </a:lnTo>
                      <a:lnTo>
                        <a:pt x="3373996" y="0"/>
                      </a:lnTo>
                      <a:lnTo>
                        <a:pt x="3426363" y="0"/>
                      </a:lnTo>
                      <a:lnTo>
                        <a:pt x="3478730" y="0"/>
                      </a:lnTo>
                      <a:lnTo>
                        <a:pt x="3531098" y="0"/>
                      </a:lnTo>
                      <a:lnTo>
                        <a:pt x="3583465" y="0"/>
                      </a:lnTo>
                      <a:lnTo>
                        <a:pt x="3635833" y="0"/>
                      </a:lnTo>
                      <a:lnTo>
                        <a:pt x="3688200" y="0"/>
                      </a:lnTo>
                      <a:lnTo>
                        <a:pt x="3740568" y="0"/>
                      </a:lnTo>
                      <a:lnTo>
                        <a:pt x="3792935" y="0"/>
                      </a:lnTo>
                      <a:lnTo>
                        <a:pt x="3845303" y="0"/>
                      </a:lnTo>
                      <a:lnTo>
                        <a:pt x="3897670" y="0"/>
                      </a:lnTo>
                      <a:lnTo>
                        <a:pt x="3950037" y="0"/>
                      </a:lnTo>
                      <a:lnTo>
                        <a:pt x="4002405" y="0"/>
                      </a:lnTo>
                      <a:lnTo>
                        <a:pt x="4054772" y="0"/>
                      </a:lnTo>
                      <a:lnTo>
                        <a:pt x="4107140" y="0"/>
                      </a:lnTo>
                      <a:lnTo>
                        <a:pt x="4149766" y="0"/>
                      </a:lnTo>
                      <a:lnTo>
                        <a:pt x="414976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29" name="pl15">
                  <a:extLst>
                    <a:ext uri="{FF2B5EF4-FFF2-40B4-BE49-F238E27FC236}">
                      <a16:creationId xmlns:a16="http://schemas.microsoft.com/office/drawing/2014/main" id="{2A64C23C-FAEF-D843-65BB-CBF0001D3713}"/>
                    </a:ext>
                  </a:extLst>
                </p:cNvPr>
                <p:cNvSpPr/>
                <p:nvPr/>
              </p:nvSpPr>
              <p:spPr>
                <a:xfrm>
                  <a:off x="2301906" y="2736372"/>
                  <a:ext cx="414976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149766">
                      <a:moveTo>
                        <a:pt x="0" y="0"/>
                      </a:moveTo>
                      <a:lnTo>
                        <a:pt x="22479" y="0"/>
                      </a:lnTo>
                      <a:lnTo>
                        <a:pt x="74847" y="0"/>
                      </a:lnTo>
                      <a:lnTo>
                        <a:pt x="127214" y="0"/>
                      </a:lnTo>
                      <a:lnTo>
                        <a:pt x="179582" y="0"/>
                      </a:lnTo>
                      <a:lnTo>
                        <a:pt x="231949" y="0"/>
                      </a:lnTo>
                      <a:lnTo>
                        <a:pt x="284316" y="0"/>
                      </a:lnTo>
                      <a:lnTo>
                        <a:pt x="336684" y="0"/>
                      </a:lnTo>
                      <a:lnTo>
                        <a:pt x="389051" y="0"/>
                      </a:lnTo>
                      <a:lnTo>
                        <a:pt x="441419" y="0"/>
                      </a:lnTo>
                      <a:lnTo>
                        <a:pt x="493786" y="0"/>
                      </a:lnTo>
                      <a:lnTo>
                        <a:pt x="546154" y="0"/>
                      </a:lnTo>
                      <a:lnTo>
                        <a:pt x="598521" y="0"/>
                      </a:lnTo>
                      <a:lnTo>
                        <a:pt x="650889" y="0"/>
                      </a:lnTo>
                      <a:lnTo>
                        <a:pt x="703256" y="0"/>
                      </a:lnTo>
                      <a:lnTo>
                        <a:pt x="755623" y="0"/>
                      </a:lnTo>
                      <a:lnTo>
                        <a:pt x="807991" y="0"/>
                      </a:lnTo>
                      <a:lnTo>
                        <a:pt x="860358" y="0"/>
                      </a:lnTo>
                      <a:lnTo>
                        <a:pt x="912726" y="0"/>
                      </a:lnTo>
                      <a:lnTo>
                        <a:pt x="965093" y="0"/>
                      </a:lnTo>
                      <a:lnTo>
                        <a:pt x="1017461" y="0"/>
                      </a:lnTo>
                      <a:lnTo>
                        <a:pt x="1069828" y="0"/>
                      </a:lnTo>
                      <a:lnTo>
                        <a:pt x="1122196" y="0"/>
                      </a:lnTo>
                      <a:lnTo>
                        <a:pt x="1174563" y="0"/>
                      </a:lnTo>
                      <a:lnTo>
                        <a:pt x="1226930" y="0"/>
                      </a:lnTo>
                      <a:lnTo>
                        <a:pt x="1279298" y="0"/>
                      </a:lnTo>
                      <a:lnTo>
                        <a:pt x="1331665" y="0"/>
                      </a:lnTo>
                      <a:lnTo>
                        <a:pt x="1384033" y="0"/>
                      </a:lnTo>
                      <a:lnTo>
                        <a:pt x="1436400" y="0"/>
                      </a:lnTo>
                      <a:lnTo>
                        <a:pt x="1488768" y="0"/>
                      </a:lnTo>
                      <a:lnTo>
                        <a:pt x="1541135" y="0"/>
                      </a:lnTo>
                      <a:lnTo>
                        <a:pt x="1593503" y="0"/>
                      </a:lnTo>
                      <a:lnTo>
                        <a:pt x="1645870" y="0"/>
                      </a:lnTo>
                      <a:lnTo>
                        <a:pt x="1698237" y="0"/>
                      </a:lnTo>
                      <a:lnTo>
                        <a:pt x="1750605" y="0"/>
                      </a:lnTo>
                      <a:lnTo>
                        <a:pt x="1802972" y="0"/>
                      </a:lnTo>
                      <a:lnTo>
                        <a:pt x="1855340" y="0"/>
                      </a:lnTo>
                      <a:lnTo>
                        <a:pt x="1907707" y="0"/>
                      </a:lnTo>
                      <a:lnTo>
                        <a:pt x="1960075" y="0"/>
                      </a:lnTo>
                      <a:lnTo>
                        <a:pt x="2012442" y="0"/>
                      </a:lnTo>
                      <a:lnTo>
                        <a:pt x="2064810" y="0"/>
                      </a:lnTo>
                      <a:lnTo>
                        <a:pt x="2117177" y="0"/>
                      </a:lnTo>
                      <a:lnTo>
                        <a:pt x="2169544" y="0"/>
                      </a:lnTo>
                      <a:lnTo>
                        <a:pt x="2221912" y="0"/>
                      </a:lnTo>
                      <a:lnTo>
                        <a:pt x="2274279" y="0"/>
                      </a:lnTo>
                      <a:lnTo>
                        <a:pt x="2326647" y="0"/>
                      </a:lnTo>
                      <a:lnTo>
                        <a:pt x="2379014" y="0"/>
                      </a:lnTo>
                      <a:lnTo>
                        <a:pt x="2431382" y="0"/>
                      </a:lnTo>
                      <a:lnTo>
                        <a:pt x="2483749" y="0"/>
                      </a:lnTo>
                      <a:lnTo>
                        <a:pt x="2536117" y="0"/>
                      </a:lnTo>
                      <a:lnTo>
                        <a:pt x="2588484" y="0"/>
                      </a:lnTo>
                      <a:lnTo>
                        <a:pt x="2640851" y="0"/>
                      </a:lnTo>
                      <a:lnTo>
                        <a:pt x="2693219" y="0"/>
                      </a:lnTo>
                      <a:lnTo>
                        <a:pt x="2745586" y="0"/>
                      </a:lnTo>
                      <a:lnTo>
                        <a:pt x="2797954" y="0"/>
                      </a:lnTo>
                      <a:lnTo>
                        <a:pt x="2850321" y="0"/>
                      </a:lnTo>
                      <a:lnTo>
                        <a:pt x="2902689" y="0"/>
                      </a:lnTo>
                      <a:lnTo>
                        <a:pt x="2955056" y="0"/>
                      </a:lnTo>
                      <a:lnTo>
                        <a:pt x="3007424" y="0"/>
                      </a:lnTo>
                      <a:lnTo>
                        <a:pt x="3059791" y="0"/>
                      </a:lnTo>
                      <a:lnTo>
                        <a:pt x="3112158" y="0"/>
                      </a:lnTo>
                      <a:lnTo>
                        <a:pt x="3164526" y="0"/>
                      </a:lnTo>
                      <a:lnTo>
                        <a:pt x="3216893" y="0"/>
                      </a:lnTo>
                      <a:lnTo>
                        <a:pt x="3269261" y="0"/>
                      </a:lnTo>
                      <a:lnTo>
                        <a:pt x="3321628" y="0"/>
                      </a:lnTo>
                      <a:lnTo>
                        <a:pt x="3373996" y="0"/>
                      </a:lnTo>
                      <a:lnTo>
                        <a:pt x="3426363" y="0"/>
                      </a:lnTo>
                      <a:lnTo>
                        <a:pt x="3478730" y="0"/>
                      </a:lnTo>
                      <a:lnTo>
                        <a:pt x="3531098" y="0"/>
                      </a:lnTo>
                      <a:lnTo>
                        <a:pt x="3583465" y="0"/>
                      </a:lnTo>
                      <a:lnTo>
                        <a:pt x="3635833" y="0"/>
                      </a:lnTo>
                      <a:lnTo>
                        <a:pt x="3688200" y="0"/>
                      </a:lnTo>
                      <a:lnTo>
                        <a:pt x="3740568" y="0"/>
                      </a:lnTo>
                      <a:lnTo>
                        <a:pt x="3792935" y="0"/>
                      </a:lnTo>
                      <a:lnTo>
                        <a:pt x="3845303" y="0"/>
                      </a:lnTo>
                      <a:lnTo>
                        <a:pt x="3897670" y="0"/>
                      </a:lnTo>
                      <a:lnTo>
                        <a:pt x="3950037" y="0"/>
                      </a:lnTo>
                      <a:lnTo>
                        <a:pt x="4002405" y="0"/>
                      </a:lnTo>
                      <a:lnTo>
                        <a:pt x="4054772" y="0"/>
                      </a:lnTo>
                      <a:lnTo>
                        <a:pt x="4107140" y="0"/>
                      </a:lnTo>
                      <a:lnTo>
                        <a:pt x="4149766" y="0"/>
                      </a:lnTo>
                      <a:lnTo>
                        <a:pt x="414976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0" name="pg29">
                  <a:extLst>
                    <a:ext uri="{FF2B5EF4-FFF2-40B4-BE49-F238E27FC236}">
                      <a16:creationId xmlns:a16="http://schemas.microsoft.com/office/drawing/2014/main" id="{375AC891-7FAD-F54F-106B-97A460928DF5}"/>
                    </a:ext>
                  </a:extLst>
                </p:cNvPr>
                <p:cNvSpPr/>
                <p:nvPr/>
              </p:nvSpPr>
              <p:spPr>
                <a:xfrm>
                  <a:off x="4089798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1" name="pg30">
                  <a:extLst>
                    <a:ext uri="{FF2B5EF4-FFF2-40B4-BE49-F238E27FC236}">
                      <a16:creationId xmlns:a16="http://schemas.microsoft.com/office/drawing/2014/main" id="{15EBEFD9-6898-8A5F-E6C6-89B3DF470151}"/>
                    </a:ext>
                  </a:extLst>
                </p:cNvPr>
                <p:cNvSpPr/>
                <p:nvPr/>
              </p:nvSpPr>
              <p:spPr>
                <a:xfrm>
                  <a:off x="4171236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2" name="pg31">
                  <a:extLst>
                    <a:ext uri="{FF2B5EF4-FFF2-40B4-BE49-F238E27FC236}">
                      <a16:creationId xmlns:a16="http://schemas.microsoft.com/office/drawing/2014/main" id="{DD8680B8-1B29-47F3-1D0C-55556CAA46CF}"/>
                    </a:ext>
                  </a:extLst>
                </p:cNvPr>
                <p:cNvSpPr/>
                <p:nvPr/>
              </p:nvSpPr>
              <p:spPr>
                <a:xfrm>
                  <a:off x="4252673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3" name="pg32">
                  <a:extLst>
                    <a:ext uri="{FF2B5EF4-FFF2-40B4-BE49-F238E27FC236}">
                      <a16:creationId xmlns:a16="http://schemas.microsoft.com/office/drawing/2014/main" id="{28DD404B-46CB-B2EF-9D1A-51E53BD38ED1}"/>
                    </a:ext>
                  </a:extLst>
                </p:cNvPr>
                <p:cNvSpPr/>
                <p:nvPr/>
              </p:nvSpPr>
              <p:spPr>
                <a:xfrm>
                  <a:off x="4334110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4" name="pg33">
                  <a:extLst>
                    <a:ext uri="{FF2B5EF4-FFF2-40B4-BE49-F238E27FC236}">
                      <a16:creationId xmlns:a16="http://schemas.microsoft.com/office/drawing/2014/main" id="{EF200446-AE0F-8373-6E57-BBF5C64C32D8}"/>
                    </a:ext>
                  </a:extLst>
                </p:cNvPr>
                <p:cNvSpPr/>
                <p:nvPr/>
              </p:nvSpPr>
              <p:spPr>
                <a:xfrm>
                  <a:off x="4415547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5" name="pg34">
                  <a:extLst>
                    <a:ext uri="{FF2B5EF4-FFF2-40B4-BE49-F238E27FC236}">
                      <a16:creationId xmlns:a16="http://schemas.microsoft.com/office/drawing/2014/main" id="{DC10CE62-8F25-D405-2F45-3235D06E5B87}"/>
                    </a:ext>
                  </a:extLst>
                </p:cNvPr>
                <p:cNvSpPr/>
                <p:nvPr/>
              </p:nvSpPr>
              <p:spPr>
                <a:xfrm>
                  <a:off x="4496984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6" name="pg35">
                  <a:extLst>
                    <a:ext uri="{FF2B5EF4-FFF2-40B4-BE49-F238E27FC236}">
                      <a16:creationId xmlns:a16="http://schemas.microsoft.com/office/drawing/2014/main" id="{BBF4444B-0E36-6B8F-4D05-1CD91EC678EA}"/>
                    </a:ext>
                  </a:extLst>
                </p:cNvPr>
                <p:cNvSpPr/>
                <p:nvPr/>
              </p:nvSpPr>
              <p:spPr>
                <a:xfrm>
                  <a:off x="4578421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7" name="pg36">
                  <a:extLst>
                    <a:ext uri="{FF2B5EF4-FFF2-40B4-BE49-F238E27FC236}">
                      <a16:creationId xmlns:a16="http://schemas.microsoft.com/office/drawing/2014/main" id="{6D533F09-B719-EC45-5A6C-C5F562BE8DD6}"/>
                    </a:ext>
                  </a:extLst>
                </p:cNvPr>
                <p:cNvSpPr/>
                <p:nvPr/>
              </p:nvSpPr>
              <p:spPr>
                <a:xfrm>
                  <a:off x="4659858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8" name="pg37">
                  <a:extLst>
                    <a:ext uri="{FF2B5EF4-FFF2-40B4-BE49-F238E27FC236}">
                      <a16:creationId xmlns:a16="http://schemas.microsoft.com/office/drawing/2014/main" id="{6F4D0BFE-C742-598F-4309-3417C7851388}"/>
                    </a:ext>
                  </a:extLst>
                </p:cNvPr>
                <p:cNvSpPr/>
                <p:nvPr/>
              </p:nvSpPr>
              <p:spPr>
                <a:xfrm>
                  <a:off x="5067044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39" name="pg38">
                  <a:extLst>
                    <a:ext uri="{FF2B5EF4-FFF2-40B4-BE49-F238E27FC236}">
                      <a16:creationId xmlns:a16="http://schemas.microsoft.com/office/drawing/2014/main" id="{C7C4E048-818B-A51F-CEF1-2256ADA5AEC7}"/>
                    </a:ext>
                  </a:extLst>
                </p:cNvPr>
                <p:cNvSpPr/>
                <p:nvPr/>
              </p:nvSpPr>
              <p:spPr>
                <a:xfrm>
                  <a:off x="5148481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0" name="pg39">
                  <a:extLst>
                    <a:ext uri="{FF2B5EF4-FFF2-40B4-BE49-F238E27FC236}">
                      <a16:creationId xmlns:a16="http://schemas.microsoft.com/office/drawing/2014/main" id="{D52964F8-6FB2-9747-CCC9-7FCACEA775EF}"/>
                    </a:ext>
                  </a:extLst>
                </p:cNvPr>
                <p:cNvSpPr/>
                <p:nvPr/>
              </p:nvSpPr>
              <p:spPr>
                <a:xfrm>
                  <a:off x="5229918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1" name="pg40">
                  <a:extLst>
                    <a:ext uri="{FF2B5EF4-FFF2-40B4-BE49-F238E27FC236}">
                      <a16:creationId xmlns:a16="http://schemas.microsoft.com/office/drawing/2014/main" id="{1C37ABA1-2437-6836-F479-B56867D08D80}"/>
                    </a:ext>
                  </a:extLst>
                </p:cNvPr>
                <p:cNvSpPr/>
                <p:nvPr/>
              </p:nvSpPr>
              <p:spPr>
                <a:xfrm>
                  <a:off x="5311355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2" name="pg41">
                  <a:extLst>
                    <a:ext uri="{FF2B5EF4-FFF2-40B4-BE49-F238E27FC236}">
                      <a16:creationId xmlns:a16="http://schemas.microsoft.com/office/drawing/2014/main" id="{02F0E2B1-02B1-6793-544C-D702E940B647}"/>
                    </a:ext>
                  </a:extLst>
                </p:cNvPr>
                <p:cNvSpPr/>
                <p:nvPr/>
              </p:nvSpPr>
              <p:spPr>
                <a:xfrm>
                  <a:off x="5392793" y="18598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3" name="pg42">
                  <a:extLst>
                    <a:ext uri="{FF2B5EF4-FFF2-40B4-BE49-F238E27FC236}">
                      <a16:creationId xmlns:a16="http://schemas.microsoft.com/office/drawing/2014/main" id="{8CC92EFE-E24A-A0D3-3700-FB20FF045648}"/>
                    </a:ext>
                  </a:extLst>
                </p:cNvPr>
                <p:cNvSpPr/>
                <p:nvPr/>
              </p:nvSpPr>
              <p:spPr>
                <a:xfrm>
                  <a:off x="3682613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4" name="pg43">
                  <a:extLst>
                    <a:ext uri="{FF2B5EF4-FFF2-40B4-BE49-F238E27FC236}">
                      <a16:creationId xmlns:a16="http://schemas.microsoft.com/office/drawing/2014/main" id="{9D88EC09-E91B-5330-F9B4-5D13442F8983}"/>
                    </a:ext>
                  </a:extLst>
                </p:cNvPr>
                <p:cNvSpPr/>
                <p:nvPr/>
              </p:nvSpPr>
              <p:spPr>
                <a:xfrm>
                  <a:off x="3764050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5" name="pg44">
                  <a:extLst>
                    <a:ext uri="{FF2B5EF4-FFF2-40B4-BE49-F238E27FC236}">
                      <a16:creationId xmlns:a16="http://schemas.microsoft.com/office/drawing/2014/main" id="{BCCF7C6A-DC31-C0A3-400E-98EC9A294513}"/>
                    </a:ext>
                  </a:extLst>
                </p:cNvPr>
                <p:cNvSpPr/>
                <p:nvPr/>
              </p:nvSpPr>
              <p:spPr>
                <a:xfrm>
                  <a:off x="3845487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6" name="pg45">
                  <a:extLst>
                    <a:ext uri="{FF2B5EF4-FFF2-40B4-BE49-F238E27FC236}">
                      <a16:creationId xmlns:a16="http://schemas.microsoft.com/office/drawing/2014/main" id="{8D81B4B3-C218-3C8B-52B9-6E2D3AAE073B}"/>
                    </a:ext>
                  </a:extLst>
                </p:cNvPr>
                <p:cNvSpPr/>
                <p:nvPr/>
              </p:nvSpPr>
              <p:spPr>
                <a:xfrm>
                  <a:off x="3926924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7" name="pg46">
                  <a:extLst>
                    <a:ext uri="{FF2B5EF4-FFF2-40B4-BE49-F238E27FC236}">
                      <a16:creationId xmlns:a16="http://schemas.microsoft.com/office/drawing/2014/main" id="{4D6FAB1E-61B2-7D8B-EAEC-1887AAE8BF1B}"/>
                    </a:ext>
                  </a:extLst>
                </p:cNvPr>
                <p:cNvSpPr/>
                <p:nvPr/>
              </p:nvSpPr>
              <p:spPr>
                <a:xfrm>
                  <a:off x="4008361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8" name="pg47">
                  <a:extLst>
                    <a:ext uri="{FF2B5EF4-FFF2-40B4-BE49-F238E27FC236}">
                      <a16:creationId xmlns:a16="http://schemas.microsoft.com/office/drawing/2014/main" id="{5CBFEB02-9129-DE21-B34F-BC82648B2A8B}"/>
                    </a:ext>
                  </a:extLst>
                </p:cNvPr>
                <p:cNvSpPr/>
                <p:nvPr/>
              </p:nvSpPr>
              <p:spPr>
                <a:xfrm>
                  <a:off x="4089798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49" name="pg48">
                  <a:extLst>
                    <a:ext uri="{FF2B5EF4-FFF2-40B4-BE49-F238E27FC236}">
                      <a16:creationId xmlns:a16="http://schemas.microsoft.com/office/drawing/2014/main" id="{F7C7981C-0885-9E22-8986-52C4ACF86727}"/>
                    </a:ext>
                  </a:extLst>
                </p:cNvPr>
                <p:cNvSpPr/>
                <p:nvPr/>
              </p:nvSpPr>
              <p:spPr>
                <a:xfrm>
                  <a:off x="4171236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0" name="pg49">
                  <a:extLst>
                    <a:ext uri="{FF2B5EF4-FFF2-40B4-BE49-F238E27FC236}">
                      <a16:creationId xmlns:a16="http://schemas.microsoft.com/office/drawing/2014/main" id="{D59342F9-B759-9C16-B3F1-5CD598452B31}"/>
                    </a:ext>
                  </a:extLst>
                </p:cNvPr>
                <p:cNvSpPr/>
                <p:nvPr/>
              </p:nvSpPr>
              <p:spPr>
                <a:xfrm>
                  <a:off x="4252673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1" name="pg50">
                  <a:extLst>
                    <a:ext uri="{FF2B5EF4-FFF2-40B4-BE49-F238E27FC236}">
                      <a16:creationId xmlns:a16="http://schemas.microsoft.com/office/drawing/2014/main" id="{3499CC85-EFBF-45BD-9B46-2EA18F14B160}"/>
                    </a:ext>
                  </a:extLst>
                </p:cNvPr>
                <p:cNvSpPr/>
                <p:nvPr/>
              </p:nvSpPr>
              <p:spPr>
                <a:xfrm>
                  <a:off x="4334110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2" name="pg51">
                  <a:extLst>
                    <a:ext uri="{FF2B5EF4-FFF2-40B4-BE49-F238E27FC236}">
                      <a16:creationId xmlns:a16="http://schemas.microsoft.com/office/drawing/2014/main" id="{C890EAE9-5617-4841-9567-53FA7B070F57}"/>
                    </a:ext>
                  </a:extLst>
                </p:cNvPr>
                <p:cNvSpPr/>
                <p:nvPr/>
              </p:nvSpPr>
              <p:spPr>
                <a:xfrm>
                  <a:off x="4415547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3" name="pg52">
                  <a:extLst>
                    <a:ext uri="{FF2B5EF4-FFF2-40B4-BE49-F238E27FC236}">
                      <a16:creationId xmlns:a16="http://schemas.microsoft.com/office/drawing/2014/main" id="{551CC2DE-2988-CF35-15D9-290ADAF8C9DA}"/>
                    </a:ext>
                  </a:extLst>
                </p:cNvPr>
                <p:cNvSpPr/>
                <p:nvPr/>
              </p:nvSpPr>
              <p:spPr>
                <a:xfrm>
                  <a:off x="4496984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4" name="pg53">
                  <a:extLst>
                    <a:ext uri="{FF2B5EF4-FFF2-40B4-BE49-F238E27FC236}">
                      <a16:creationId xmlns:a16="http://schemas.microsoft.com/office/drawing/2014/main" id="{7B0BF661-18DD-7F05-9718-82F30EDC27BC}"/>
                    </a:ext>
                  </a:extLst>
                </p:cNvPr>
                <p:cNvSpPr/>
                <p:nvPr/>
              </p:nvSpPr>
              <p:spPr>
                <a:xfrm>
                  <a:off x="4578421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5" name="pg54">
                  <a:extLst>
                    <a:ext uri="{FF2B5EF4-FFF2-40B4-BE49-F238E27FC236}">
                      <a16:creationId xmlns:a16="http://schemas.microsoft.com/office/drawing/2014/main" id="{0F3C3427-DC10-7170-09EA-E71858138D25}"/>
                    </a:ext>
                  </a:extLst>
                </p:cNvPr>
                <p:cNvSpPr/>
                <p:nvPr/>
              </p:nvSpPr>
              <p:spPr>
                <a:xfrm>
                  <a:off x="4985607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6" name="pg55">
                  <a:extLst>
                    <a:ext uri="{FF2B5EF4-FFF2-40B4-BE49-F238E27FC236}">
                      <a16:creationId xmlns:a16="http://schemas.microsoft.com/office/drawing/2014/main" id="{07576E29-0B7F-FFE0-C511-74DDD420F647}"/>
                    </a:ext>
                  </a:extLst>
                </p:cNvPr>
                <p:cNvSpPr/>
                <p:nvPr/>
              </p:nvSpPr>
              <p:spPr>
                <a:xfrm>
                  <a:off x="5067044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7" name="pg56">
                  <a:extLst>
                    <a:ext uri="{FF2B5EF4-FFF2-40B4-BE49-F238E27FC236}">
                      <a16:creationId xmlns:a16="http://schemas.microsoft.com/office/drawing/2014/main" id="{90A53696-6EC5-3ABD-14A4-BE72729A013A}"/>
                    </a:ext>
                  </a:extLst>
                </p:cNvPr>
                <p:cNvSpPr/>
                <p:nvPr/>
              </p:nvSpPr>
              <p:spPr>
                <a:xfrm>
                  <a:off x="5148481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8" name="pg57">
                  <a:extLst>
                    <a:ext uri="{FF2B5EF4-FFF2-40B4-BE49-F238E27FC236}">
                      <a16:creationId xmlns:a16="http://schemas.microsoft.com/office/drawing/2014/main" id="{8B4F2BDE-7B14-CAFB-9D2E-C323A50B672B}"/>
                    </a:ext>
                  </a:extLst>
                </p:cNvPr>
                <p:cNvSpPr/>
                <p:nvPr/>
              </p:nvSpPr>
              <p:spPr>
                <a:xfrm>
                  <a:off x="5229918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59" name="pg58">
                  <a:extLst>
                    <a:ext uri="{FF2B5EF4-FFF2-40B4-BE49-F238E27FC236}">
                      <a16:creationId xmlns:a16="http://schemas.microsoft.com/office/drawing/2014/main" id="{54CB43EB-F28F-9937-06DB-8F72353451B0}"/>
                    </a:ext>
                  </a:extLst>
                </p:cNvPr>
                <p:cNvSpPr/>
                <p:nvPr/>
              </p:nvSpPr>
              <p:spPr>
                <a:xfrm>
                  <a:off x="5311355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0" name="pg59">
                  <a:extLst>
                    <a:ext uri="{FF2B5EF4-FFF2-40B4-BE49-F238E27FC236}">
                      <a16:creationId xmlns:a16="http://schemas.microsoft.com/office/drawing/2014/main" id="{27B192FE-E1B2-9034-E4BB-EE6B5835346B}"/>
                    </a:ext>
                  </a:extLst>
                </p:cNvPr>
                <p:cNvSpPr/>
                <p:nvPr/>
              </p:nvSpPr>
              <p:spPr>
                <a:xfrm>
                  <a:off x="5392793" y="19631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7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1" name="pg60">
                  <a:extLst>
                    <a:ext uri="{FF2B5EF4-FFF2-40B4-BE49-F238E27FC236}">
                      <a16:creationId xmlns:a16="http://schemas.microsoft.com/office/drawing/2014/main" id="{E5B0FAAA-FA7A-3BDA-16F7-DB34D393FBA1}"/>
                    </a:ext>
                  </a:extLst>
                </p:cNvPr>
                <p:cNvSpPr/>
                <p:nvPr/>
              </p:nvSpPr>
              <p:spPr>
                <a:xfrm>
                  <a:off x="3601176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2" name="pg61">
                  <a:extLst>
                    <a:ext uri="{FF2B5EF4-FFF2-40B4-BE49-F238E27FC236}">
                      <a16:creationId xmlns:a16="http://schemas.microsoft.com/office/drawing/2014/main" id="{AFEB4CF5-003A-057F-352E-40EA52B6A19B}"/>
                    </a:ext>
                  </a:extLst>
                </p:cNvPr>
                <p:cNvSpPr/>
                <p:nvPr/>
              </p:nvSpPr>
              <p:spPr>
                <a:xfrm>
                  <a:off x="3682613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3" name="pg62">
                  <a:extLst>
                    <a:ext uri="{FF2B5EF4-FFF2-40B4-BE49-F238E27FC236}">
                      <a16:creationId xmlns:a16="http://schemas.microsoft.com/office/drawing/2014/main" id="{0926EB1A-DBE5-1B12-4375-496F796F4810}"/>
                    </a:ext>
                  </a:extLst>
                </p:cNvPr>
                <p:cNvSpPr/>
                <p:nvPr/>
              </p:nvSpPr>
              <p:spPr>
                <a:xfrm>
                  <a:off x="3764050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4" name="pg63">
                  <a:extLst>
                    <a:ext uri="{FF2B5EF4-FFF2-40B4-BE49-F238E27FC236}">
                      <a16:creationId xmlns:a16="http://schemas.microsoft.com/office/drawing/2014/main" id="{D1D30698-7AF7-8CE5-549B-7EB690DE11D6}"/>
                    </a:ext>
                  </a:extLst>
                </p:cNvPr>
                <p:cNvSpPr/>
                <p:nvPr/>
              </p:nvSpPr>
              <p:spPr>
                <a:xfrm>
                  <a:off x="3845487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5" name="pg64">
                  <a:extLst>
                    <a:ext uri="{FF2B5EF4-FFF2-40B4-BE49-F238E27FC236}">
                      <a16:creationId xmlns:a16="http://schemas.microsoft.com/office/drawing/2014/main" id="{343F2CF4-232D-0126-0F3C-C553771A7BC7}"/>
                    </a:ext>
                  </a:extLst>
                </p:cNvPr>
                <p:cNvSpPr/>
                <p:nvPr/>
              </p:nvSpPr>
              <p:spPr>
                <a:xfrm>
                  <a:off x="3926924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6" name="pg65">
                  <a:extLst>
                    <a:ext uri="{FF2B5EF4-FFF2-40B4-BE49-F238E27FC236}">
                      <a16:creationId xmlns:a16="http://schemas.microsoft.com/office/drawing/2014/main" id="{2CDC9E25-9BCE-DB00-5B56-1DCA78ACA6D7}"/>
                    </a:ext>
                  </a:extLst>
                </p:cNvPr>
                <p:cNvSpPr/>
                <p:nvPr/>
              </p:nvSpPr>
              <p:spPr>
                <a:xfrm>
                  <a:off x="4008361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7" name="pg66">
                  <a:extLst>
                    <a:ext uri="{FF2B5EF4-FFF2-40B4-BE49-F238E27FC236}">
                      <a16:creationId xmlns:a16="http://schemas.microsoft.com/office/drawing/2014/main" id="{C93D65DA-F69C-8312-2D30-679D47D5C822}"/>
                    </a:ext>
                  </a:extLst>
                </p:cNvPr>
                <p:cNvSpPr/>
                <p:nvPr/>
              </p:nvSpPr>
              <p:spPr>
                <a:xfrm>
                  <a:off x="4089798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8" name="pg67">
                  <a:extLst>
                    <a:ext uri="{FF2B5EF4-FFF2-40B4-BE49-F238E27FC236}">
                      <a16:creationId xmlns:a16="http://schemas.microsoft.com/office/drawing/2014/main" id="{F8BE4956-EFA3-9FED-2276-9D8088DC3D05}"/>
                    </a:ext>
                  </a:extLst>
                </p:cNvPr>
                <p:cNvSpPr/>
                <p:nvPr/>
              </p:nvSpPr>
              <p:spPr>
                <a:xfrm>
                  <a:off x="4171236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69" name="pg68">
                  <a:extLst>
                    <a:ext uri="{FF2B5EF4-FFF2-40B4-BE49-F238E27FC236}">
                      <a16:creationId xmlns:a16="http://schemas.microsoft.com/office/drawing/2014/main" id="{E07C2E30-0B27-4549-E686-915AC360080C}"/>
                    </a:ext>
                  </a:extLst>
                </p:cNvPr>
                <p:cNvSpPr/>
                <p:nvPr/>
              </p:nvSpPr>
              <p:spPr>
                <a:xfrm>
                  <a:off x="4252673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0" name="pg69">
                  <a:extLst>
                    <a:ext uri="{FF2B5EF4-FFF2-40B4-BE49-F238E27FC236}">
                      <a16:creationId xmlns:a16="http://schemas.microsoft.com/office/drawing/2014/main" id="{B73A1858-1BC0-A65C-823E-FF5022019B55}"/>
                    </a:ext>
                  </a:extLst>
                </p:cNvPr>
                <p:cNvSpPr/>
                <p:nvPr/>
              </p:nvSpPr>
              <p:spPr>
                <a:xfrm>
                  <a:off x="4334110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1" name="pg70">
                  <a:extLst>
                    <a:ext uri="{FF2B5EF4-FFF2-40B4-BE49-F238E27FC236}">
                      <a16:creationId xmlns:a16="http://schemas.microsoft.com/office/drawing/2014/main" id="{FC1C9D90-FF15-D724-142F-1FA169B0AAD4}"/>
                    </a:ext>
                  </a:extLst>
                </p:cNvPr>
                <p:cNvSpPr/>
                <p:nvPr/>
              </p:nvSpPr>
              <p:spPr>
                <a:xfrm>
                  <a:off x="4415547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2" name="pg71">
                  <a:extLst>
                    <a:ext uri="{FF2B5EF4-FFF2-40B4-BE49-F238E27FC236}">
                      <a16:creationId xmlns:a16="http://schemas.microsoft.com/office/drawing/2014/main" id="{1B34F19B-13C2-B13E-82E5-B50EB707F927}"/>
                    </a:ext>
                  </a:extLst>
                </p:cNvPr>
                <p:cNvSpPr/>
                <p:nvPr/>
              </p:nvSpPr>
              <p:spPr>
                <a:xfrm>
                  <a:off x="4496984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3" name="pg72">
                  <a:extLst>
                    <a:ext uri="{FF2B5EF4-FFF2-40B4-BE49-F238E27FC236}">
                      <a16:creationId xmlns:a16="http://schemas.microsoft.com/office/drawing/2014/main" id="{694A1393-BA88-E058-1FEA-FB9858178A65}"/>
                    </a:ext>
                  </a:extLst>
                </p:cNvPr>
                <p:cNvSpPr/>
                <p:nvPr/>
              </p:nvSpPr>
              <p:spPr>
                <a:xfrm>
                  <a:off x="4904170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1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4" name="pg73">
                  <a:extLst>
                    <a:ext uri="{FF2B5EF4-FFF2-40B4-BE49-F238E27FC236}">
                      <a16:creationId xmlns:a16="http://schemas.microsoft.com/office/drawing/2014/main" id="{C5360D75-CFA2-E326-34C7-75C425A92719}"/>
                    </a:ext>
                  </a:extLst>
                </p:cNvPr>
                <p:cNvSpPr/>
                <p:nvPr/>
              </p:nvSpPr>
              <p:spPr>
                <a:xfrm>
                  <a:off x="4985607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5" name="pg74">
                  <a:extLst>
                    <a:ext uri="{FF2B5EF4-FFF2-40B4-BE49-F238E27FC236}">
                      <a16:creationId xmlns:a16="http://schemas.microsoft.com/office/drawing/2014/main" id="{316C3F27-170A-3319-A536-6E76088D86FA}"/>
                    </a:ext>
                  </a:extLst>
                </p:cNvPr>
                <p:cNvSpPr/>
                <p:nvPr/>
              </p:nvSpPr>
              <p:spPr>
                <a:xfrm>
                  <a:off x="5067044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47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6" name="pg75">
                  <a:extLst>
                    <a:ext uri="{FF2B5EF4-FFF2-40B4-BE49-F238E27FC236}">
                      <a16:creationId xmlns:a16="http://schemas.microsoft.com/office/drawing/2014/main" id="{D6DF6BED-33FB-AA32-1713-EC2242A1C40F}"/>
                    </a:ext>
                  </a:extLst>
                </p:cNvPr>
                <p:cNvSpPr/>
                <p:nvPr/>
              </p:nvSpPr>
              <p:spPr>
                <a:xfrm>
                  <a:off x="5148481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7" name="pg76">
                  <a:extLst>
                    <a:ext uri="{FF2B5EF4-FFF2-40B4-BE49-F238E27FC236}">
                      <a16:creationId xmlns:a16="http://schemas.microsoft.com/office/drawing/2014/main" id="{F7951A1F-F1E2-214B-80CB-CE0AD764BEB1}"/>
                    </a:ext>
                  </a:extLst>
                </p:cNvPr>
                <p:cNvSpPr/>
                <p:nvPr/>
              </p:nvSpPr>
              <p:spPr>
                <a:xfrm>
                  <a:off x="5229918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8" name="pg77">
                  <a:extLst>
                    <a:ext uri="{FF2B5EF4-FFF2-40B4-BE49-F238E27FC236}">
                      <a16:creationId xmlns:a16="http://schemas.microsoft.com/office/drawing/2014/main" id="{9C3ACA58-B332-C770-0A38-558E94F24BD2}"/>
                    </a:ext>
                  </a:extLst>
                </p:cNvPr>
                <p:cNvSpPr/>
                <p:nvPr/>
              </p:nvSpPr>
              <p:spPr>
                <a:xfrm>
                  <a:off x="5311355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79" name="pg78">
                  <a:extLst>
                    <a:ext uri="{FF2B5EF4-FFF2-40B4-BE49-F238E27FC236}">
                      <a16:creationId xmlns:a16="http://schemas.microsoft.com/office/drawing/2014/main" id="{7803C890-B1F5-14F0-3AAF-36D9D35E073B}"/>
                    </a:ext>
                  </a:extLst>
                </p:cNvPr>
                <p:cNvSpPr/>
                <p:nvPr/>
              </p:nvSpPr>
              <p:spPr>
                <a:xfrm>
                  <a:off x="5392793" y="206648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0" name="pg79">
                  <a:extLst>
                    <a:ext uri="{FF2B5EF4-FFF2-40B4-BE49-F238E27FC236}">
                      <a16:creationId xmlns:a16="http://schemas.microsoft.com/office/drawing/2014/main" id="{A97B8D53-3571-A1B4-E15C-5C6150990497}"/>
                    </a:ext>
                  </a:extLst>
                </p:cNvPr>
                <p:cNvSpPr/>
                <p:nvPr/>
              </p:nvSpPr>
              <p:spPr>
                <a:xfrm>
                  <a:off x="3438301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1" name="pg80">
                  <a:extLst>
                    <a:ext uri="{FF2B5EF4-FFF2-40B4-BE49-F238E27FC236}">
                      <a16:creationId xmlns:a16="http://schemas.microsoft.com/office/drawing/2014/main" id="{1A7F0118-EF5A-DF14-1201-A1B1611FBC36}"/>
                    </a:ext>
                  </a:extLst>
                </p:cNvPr>
                <p:cNvSpPr/>
                <p:nvPr/>
              </p:nvSpPr>
              <p:spPr>
                <a:xfrm>
                  <a:off x="3519738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2" name="pg81">
                  <a:extLst>
                    <a:ext uri="{FF2B5EF4-FFF2-40B4-BE49-F238E27FC236}">
                      <a16:creationId xmlns:a16="http://schemas.microsoft.com/office/drawing/2014/main" id="{EBCF24CB-559D-C60A-1F69-0E55FFA0CA18}"/>
                    </a:ext>
                  </a:extLst>
                </p:cNvPr>
                <p:cNvSpPr/>
                <p:nvPr/>
              </p:nvSpPr>
              <p:spPr>
                <a:xfrm>
                  <a:off x="3601176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3" name="pg82">
                  <a:extLst>
                    <a:ext uri="{FF2B5EF4-FFF2-40B4-BE49-F238E27FC236}">
                      <a16:creationId xmlns:a16="http://schemas.microsoft.com/office/drawing/2014/main" id="{FEDE0791-D60E-C5C9-5A38-DC2A4B3D4124}"/>
                    </a:ext>
                  </a:extLst>
                </p:cNvPr>
                <p:cNvSpPr/>
                <p:nvPr/>
              </p:nvSpPr>
              <p:spPr>
                <a:xfrm>
                  <a:off x="3682613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4" name="pg83">
                  <a:extLst>
                    <a:ext uri="{FF2B5EF4-FFF2-40B4-BE49-F238E27FC236}">
                      <a16:creationId xmlns:a16="http://schemas.microsoft.com/office/drawing/2014/main" id="{A0CA5DA2-BABF-AE2A-002D-7EBCF14C60F5}"/>
                    </a:ext>
                  </a:extLst>
                </p:cNvPr>
                <p:cNvSpPr/>
                <p:nvPr/>
              </p:nvSpPr>
              <p:spPr>
                <a:xfrm>
                  <a:off x="3764050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5" name="pg84">
                  <a:extLst>
                    <a:ext uri="{FF2B5EF4-FFF2-40B4-BE49-F238E27FC236}">
                      <a16:creationId xmlns:a16="http://schemas.microsoft.com/office/drawing/2014/main" id="{4DF5F687-571E-E030-6AC3-CBFCE1F848EE}"/>
                    </a:ext>
                  </a:extLst>
                </p:cNvPr>
                <p:cNvSpPr/>
                <p:nvPr/>
              </p:nvSpPr>
              <p:spPr>
                <a:xfrm>
                  <a:off x="3845487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6" name="pg85">
                  <a:extLst>
                    <a:ext uri="{FF2B5EF4-FFF2-40B4-BE49-F238E27FC236}">
                      <a16:creationId xmlns:a16="http://schemas.microsoft.com/office/drawing/2014/main" id="{3CF11CFA-30CC-C1E0-1671-185F7AB9F521}"/>
                    </a:ext>
                  </a:extLst>
                </p:cNvPr>
                <p:cNvSpPr/>
                <p:nvPr/>
              </p:nvSpPr>
              <p:spPr>
                <a:xfrm>
                  <a:off x="3926924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7" name="pg86">
                  <a:extLst>
                    <a:ext uri="{FF2B5EF4-FFF2-40B4-BE49-F238E27FC236}">
                      <a16:creationId xmlns:a16="http://schemas.microsoft.com/office/drawing/2014/main" id="{0CAD4555-F0DE-A87B-0CEE-5BEE8E9FAC32}"/>
                    </a:ext>
                  </a:extLst>
                </p:cNvPr>
                <p:cNvSpPr/>
                <p:nvPr/>
              </p:nvSpPr>
              <p:spPr>
                <a:xfrm>
                  <a:off x="4008361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8" name="pg87">
                  <a:extLst>
                    <a:ext uri="{FF2B5EF4-FFF2-40B4-BE49-F238E27FC236}">
                      <a16:creationId xmlns:a16="http://schemas.microsoft.com/office/drawing/2014/main" id="{E5E0237D-05F4-8652-0A0C-0BF798E53830}"/>
                    </a:ext>
                  </a:extLst>
                </p:cNvPr>
                <p:cNvSpPr/>
                <p:nvPr/>
              </p:nvSpPr>
              <p:spPr>
                <a:xfrm>
                  <a:off x="4089798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89" name="pg88">
                  <a:extLst>
                    <a:ext uri="{FF2B5EF4-FFF2-40B4-BE49-F238E27FC236}">
                      <a16:creationId xmlns:a16="http://schemas.microsoft.com/office/drawing/2014/main" id="{CE9AF5A6-1121-4AB0-BCBB-41E7BF37AE05}"/>
                    </a:ext>
                  </a:extLst>
                </p:cNvPr>
                <p:cNvSpPr/>
                <p:nvPr/>
              </p:nvSpPr>
              <p:spPr>
                <a:xfrm>
                  <a:off x="4171236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FD2B2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0" name="pg89">
                  <a:extLst>
                    <a:ext uri="{FF2B5EF4-FFF2-40B4-BE49-F238E27FC236}">
                      <a16:creationId xmlns:a16="http://schemas.microsoft.com/office/drawing/2014/main" id="{95952E98-1CCF-A316-3B51-47D02206E089}"/>
                    </a:ext>
                  </a:extLst>
                </p:cNvPr>
                <p:cNvSpPr/>
                <p:nvPr/>
              </p:nvSpPr>
              <p:spPr>
                <a:xfrm>
                  <a:off x="4252673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FD2B1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1" name="pg90">
                  <a:extLst>
                    <a:ext uri="{FF2B5EF4-FFF2-40B4-BE49-F238E27FC236}">
                      <a16:creationId xmlns:a16="http://schemas.microsoft.com/office/drawing/2014/main" id="{CD5251F3-DFA1-A6BD-96BD-C5F7B385EFC4}"/>
                    </a:ext>
                  </a:extLst>
                </p:cNvPr>
                <p:cNvSpPr/>
                <p:nvPr/>
              </p:nvSpPr>
              <p:spPr>
                <a:xfrm>
                  <a:off x="4334110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2" name="pg91">
                  <a:extLst>
                    <a:ext uri="{FF2B5EF4-FFF2-40B4-BE49-F238E27FC236}">
                      <a16:creationId xmlns:a16="http://schemas.microsoft.com/office/drawing/2014/main" id="{EB0952D4-C445-952B-29C6-E5ED3F339CA6}"/>
                    </a:ext>
                  </a:extLst>
                </p:cNvPr>
                <p:cNvSpPr/>
                <p:nvPr/>
              </p:nvSpPr>
              <p:spPr>
                <a:xfrm>
                  <a:off x="4822733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DA9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3" name="pg92">
                  <a:extLst>
                    <a:ext uri="{FF2B5EF4-FFF2-40B4-BE49-F238E27FC236}">
                      <a16:creationId xmlns:a16="http://schemas.microsoft.com/office/drawing/2014/main" id="{2A23757D-DC92-B072-4DA4-4DB6F0F33A7C}"/>
                    </a:ext>
                  </a:extLst>
                </p:cNvPr>
                <p:cNvSpPr/>
                <p:nvPr/>
              </p:nvSpPr>
              <p:spPr>
                <a:xfrm>
                  <a:off x="4904170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4" name="pg93">
                  <a:extLst>
                    <a:ext uri="{FF2B5EF4-FFF2-40B4-BE49-F238E27FC236}">
                      <a16:creationId xmlns:a16="http://schemas.microsoft.com/office/drawing/2014/main" id="{1436379B-74CF-35D4-D55D-438FC85E5F02}"/>
                    </a:ext>
                  </a:extLst>
                </p:cNvPr>
                <p:cNvSpPr/>
                <p:nvPr/>
              </p:nvSpPr>
              <p:spPr>
                <a:xfrm>
                  <a:off x="4985607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5" name="pg94">
                  <a:extLst>
                    <a:ext uri="{FF2B5EF4-FFF2-40B4-BE49-F238E27FC236}">
                      <a16:creationId xmlns:a16="http://schemas.microsoft.com/office/drawing/2014/main" id="{9F85BDF8-BB49-58EB-1E98-982B8B7DC0C4}"/>
                    </a:ext>
                  </a:extLst>
                </p:cNvPr>
                <p:cNvSpPr/>
                <p:nvPr/>
              </p:nvSpPr>
              <p:spPr>
                <a:xfrm>
                  <a:off x="5067044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6" name="pg95">
                  <a:extLst>
                    <a:ext uri="{FF2B5EF4-FFF2-40B4-BE49-F238E27FC236}">
                      <a16:creationId xmlns:a16="http://schemas.microsoft.com/office/drawing/2014/main" id="{081DDF49-453D-5738-E708-44C4F9A3DA0E}"/>
                    </a:ext>
                  </a:extLst>
                </p:cNvPr>
                <p:cNvSpPr/>
                <p:nvPr/>
              </p:nvSpPr>
              <p:spPr>
                <a:xfrm>
                  <a:off x="5148481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7" name="pg96">
                  <a:extLst>
                    <a:ext uri="{FF2B5EF4-FFF2-40B4-BE49-F238E27FC236}">
                      <a16:creationId xmlns:a16="http://schemas.microsoft.com/office/drawing/2014/main" id="{585B99D0-0F17-2914-A4C3-0B522200A850}"/>
                    </a:ext>
                  </a:extLst>
                </p:cNvPr>
                <p:cNvSpPr/>
                <p:nvPr/>
              </p:nvSpPr>
              <p:spPr>
                <a:xfrm>
                  <a:off x="5229918" y="216980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8" name="pg97">
                  <a:extLst>
                    <a:ext uri="{FF2B5EF4-FFF2-40B4-BE49-F238E27FC236}">
                      <a16:creationId xmlns:a16="http://schemas.microsoft.com/office/drawing/2014/main" id="{0E571A40-F5E4-E44C-8E84-3E4678453066}"/>
                    </a:ext>
                  </a:extLst>
                </p:cNvPr>
                <p:cNvSpPr/>
                <p:nvPr/>
              </p:nvSpPr>
              <p:spPr>
                <a:xfrm>
                  <a:off x="3275427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99" name="pg98">
                  <a:extLst>
                    <a:ext uri="{FF2B5EF4-FFF2-40B4-BE49-F238E27FC236}">
                      <a16:creationId xmlns:a16="http://schemas.microsoft.com/office/drawing/2014/main" id="{DE8FF922-1111-9932-2C9D-48075AC35277}"/>
                    </a:ext>
                  </a:extLst>
                </p:cNvPr>
                <p:cNvSpPr/>
                <p:nvPr/>
              </p:nvSpPr>
              <p:spPr>
                <a:xfrm>
                  <a:off x="3356864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0" name="pg99">
                  <a:extLst>
                    <a:ext uri="{FF2B5EF4-FFF2-40B4-BE49-F238E27FC236}">
                      <a16:creationId xmlns:a16="http://schemas.microsoft.com/office/drawing/2014/main" id="{6F1C08F7-551D-857E-ACD7-DBBD8F54DF30}"/>
                    </a:ext>
                  </a:extLst>
                </p:cNvPr>
                <p:cNvSpPr/>
                <p:nvPr/>
              </p:nvSpPr>
              <p:spPr>
                <a:xfrm>
                  <a:off x="3438301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1" name="pg100">
                  <a:extLst>
                    <a:ext uri="{FF2B5EF4-FFF2-40B4-BE49-F238E27FC236}">
                      <a16:creationId xmlns:a16="http://schemas.microsoft.com/office/drawing/2014/main" id="{5276DB9A-D98D-8753-981B-587276BC5BBC}"/>
                    </a:ext>
                  </a:extLst>
                </p:cNvPr>
                <p:cNvSpPr/>
                <p:nvPr/>
              </p:nvSpPr>
              <p:spPr>
                <a:xfrm>
                  <a:off x="3519738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2" name="pg101">
                  <a:extLst>
                    <a:ext uri="{FF2B5EF4-FFF2-40B4-BE49-F238E27FC236}">
                      <a16:creationId xmlns:a16="http://schemas.microsoft.com/office/drawing/2014/main" id="{2889118E-6DA8-8A9E-7191-06BE20E3BF10}"/>
                    </a:ext>
                  </a:extLst>
                </p:cNvPr>
                <p:cNvSpPr/>
                <p:nvPr/>
              </p:nvSpPr>
              <p:spPr>
                <a:xfrm>
                  <a:off x="3601176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3" name="pg102">
                  <a:extLst>
                    <a:ext uri="{FF2B5EF4-FFF2-40B4-BE49-F238E27FC236}">
                      <a16:creationId xmlns:a16="http://schemas.microsoft.com/office/drawing/2014/main" id="{76F00A05-9DED-4E8F-79D7-4BB12A9C962F}"/>
                    </a:ext>
                  </a:extLst>
                </p:cNvPr>
                <p:cNvSpPr/>
                <p:nvPr/>
              </p:nvSpPr>
              <p:spPr>
                <a:xfrm>
                  <a:off x="3682613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4" name="pg103">
                  <a:extLst>
                    <a:ext uri="{FF2B5EF4-FFF2-40B4-BE49-F238E27FC236}">
                      <a16:creationId xmlns:a16="http://schemas.microsoft.com/office/drawing/2014/main" id="{EB66AADE-E2AA-A762-D2FD-FA85E1E11946}"/>
                    </a:ext>
                  </a:extLst>
                </p:cNvPr>
                <p:cNvSpPr/>
                <p:nvPr/>
              </p:nvSpPr>
              <p:spPr>
                <a:xfrm>
                  <a:off x="3764050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5" name="pg104">
                  <a:extLst>
                    <a:ext uri="{FF2B5EF4-FFF2-40B4-BE49-F238E27FC236}">
                      <a16:creationId xmlns:a16="http://schemas.microsoft.com/office/drawing/2014/main" id="{86088EB6-50DD-BB4C-BCF4-1CDA2FA630FC}"/>
                    </a:ext>
                  </a:extLst>
                </p:cNvPr>
                <p:cNvSpPr/>
                <p:nvPr/>
              </p:nvSpPr>
              <p:spPr>
                <a:xfrm>
                  <a:off x="3845487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6" name="pg105">
                  <a:extLst>
                    <a:ext uri="{FF2B5EF4-FFF2-40B4-BE49-F238E27FC236}">
                      <a16:creationId xmlns:a16="http://schemas.microsoft.com/office/drawing/2014/main" id="{01C04B54-22DB-C730-C8E0-239177BE05C4}"/>
                    </a:ext>
                  </a:extLst>
                </p:cNvPr>
                <p:cNvSpPr/>
                <p:nvPr/>
              </p:nvSpPr>
              <p:spPr>
                <a:xfrm>
                  <a:off x="3926924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8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7" name="pg106">
                  <a:extLst>
                    <a:ext uri="{FF2B5EF4-FFF2-40B4-BE49-F238E27FC236}">
                      <a16:creationId xmlns:a16="http://schemas.microsoft.com/office/drawing/2014/main" id="{66C01E10-C4F4-D00D-6D26-9865901BBC24}"/>
                    </a:ext>
                  </a:extLst>
                </p:cNvPr>
                <p:cNvSpPr/>
                <p:nvPr/>
              </p:nvSpPr>
              <p:spPr>
                <a:xfrm>
                  <a:off x="4008361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8" name="pg107">
                  <a:extLst>
                    <a:ext uri="{FF2B5EF4-FFF2-40B4-BE49-F238E27FC236}">
                      <a16:creationId xmlns:a16="http://schemas.microsoft.com/office/drawing/2014/main" id="{A68F36F0-77F4-7CAC-0ECF-6E3B6493AAC9}"/>
                    </a:ext>
                  </a:extLst>
                </p:cNvPr>
                <p:cNvSpPr/>
                <p:nvPr/>
              </p:nvSpPr>
              <p:spPr>
                <a:xfrm>
                  <a:off x="4089798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09" name="pg108">
                  <a:extLst>
                    <a:ext uri="{FF2B5EF4-FFF2-40B4-BE49-F238E27FC236}">
                      <a16:creationId xmlns:a16="http://schemas.microsoft.com/office/drawing/2014/main" id="{69C213E4-0599-347B-4C1B-06BC6754B200}"/>
                    </a:ext>
                  </a:extLst>
                </p:cNvPr>
                <p:cNvSpPr/>
                <p:nvPr/>
              </p:nvSpPr>
              <p:spPr>
                <a:xfrm>
                  <a:off x="4171236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0" name="pg109">
                  <a:extLst>
                    <a:ext uri="{FF2B5EF4-FFF2-40B4-BE49-F238E27FC236}">
                      <a16:creationId xmlns:a16="http://schemas.microsoft.com/office/drawing/2014/main" id="{83D20570-8F85-FABF-3992-06218798A74B}"/>
                    </a:ext>
                  </a:extLst>
                </p:cNvPr>
                <p:cNvSpPr/>
                <p:nvPr/>
              </p:nvSpPr>
              <p:spPr>
                <a:xfrm>
                  <a:off x="4252673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1" name="pg110">
                  <a:extLst>
                    <a:ext uri="{FF2B5EF4-FFF2-40B4-BE49-F238E27FC236}">
                      <a16:creationId xmlns:a16="http://schemas.microsoft.com/office/drawing/2014/main" id="{2C16B167-6DD4-FBF7-DDAF-147C56592D7B}"/>
                    </a:ext>
                  </a:extLst>
                </p:cNvPr>
                <p:cNvSpPr/>
                <p:nvPr/>
              </p:nvSpPr>
              <p:spPr>
                <a:xfrm>
                  <a:off x="4334110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2" name="pg111">
                  <a:extLst>
                    <a:ext uri="{FF2B5EF4-FFF2-40B4-BE49-F238E27FC236}">
                      <a16:creationId xmlns:a16="http://schemas.microsoft.com/office/drawing/2014/main" id="{68C788DA-CA04-3F95-B056-FAF3A178BA6E}"/>
                    </a:ext>
                  </a:extLst>
                </p:cNvPr>
                <p:cNvSpPr/>
                <p:nvPr/>
              </p:nvSpPr>
              <p:spPr>
                <a:xfrm>
                  <a:off x="4415547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3" name="pg112">
                  <a:extLst>
                    <a:ext uri="{FF2B5EF4-FFF2-40B4-BE49-F238E27FC236}">
                      <a16:creationId xmlns:a16="http://schemas.microsoft.com/office/drawing/2014/main" id="{D8E94ECA-CC7E-218D-9CE9-59FDB98445FF}"/>
                    </a:ext>
                  </a:extLst>
                </p:cNvPr>
                <p:cNvSpPr/>
                <p:nvPr/>
              </p:nvSpPr>
              <p:spPr>
                <a:xfrm>
                  <a:off x="4496984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4" name="pg113">
                  <a:extLst>
                    <a:ext uri="{FF2B5EF4-FFF2-40B4-BE49-F238E27FC236}">
                      <a16:creationId xmlns:a16="http://schemas.microsoft.com/office/drawing/2014/main" id="{5EEA536E-5CBC-0559-2225-3A87802F054F}"/>
                    </a:ext>
                  </a:extLst>
                </p:cNvPr>
                <p:cNvSpPr/>
                <p:nvPr/>
              </p:nvSpPr>
              <p:spPr>
                <a:xfrm>
                  <a:off x="4578421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5" name="pg114">
                  <a:extLst>
                    <a:ext uri="{FF2B5EF4-FFF2-40B4-BE49-F238E27FC236}">
                      <a16:creationId xmlns:a16="http://schemas.microsoft.com/office/drawing/2014/main" id="{C314D8A8-CF1D-6072-21E4-74D4E8497FEA}"/>
                    </a:ext>
                  </a:extLst>
                </p:cNvPr>
                <p:cNvSpPr/>
                <p:nvPr/>
              </p:nvSpPr>
              <p:spPr>
                <a:xfrm>
                  <a:off x="4741296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6" name="pg115">
                  <a:extLst>
                    <a:ext uri="{FF2B5EF4-FFF2-40B4-BE49-F238E27FC236}">
                      <a16:creationId xmlns:a16="http://schemas.microsoft.com/office/drawing/2014/main" id="{1DFC73CF-F124-DEBA-C975-FDB181EEEA2E}"/>
                    </a:ext>
                  </a:extLst>
                </p:cNvPr>
                <p:cNvSpPr/>
                <p:nvPr/>
              </p:nvSpPr>
              <p:spPr>
                <a:xfrm>
                  <a:off x="4822733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7" name="pg116">
                  <a:extLst>
                    <a:ext uri="{FF2B5EF4-FFF2-40B4-BE49-F238E27FC236}">
                      <a16:creationId xmlns:a16="http://schemas.microsoft.com/office/drawing/2014/main" id="{89554A05-D62B-EA6F-B561-3129B77669C4}"/>
                    </a:ext>
                  </a:extLst>
                </p:cNvPr>
                <p:cNvSpPr/>
                <p:nvPr/>
              </p:nvSpPr>
              <p:spPr>
                <a:xfrm>
                  <a:off x="4904170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8" name="pg117">
                  <a:extLst>
                    <a:ext uri="{FF2B5EF4-FFF2-40B4-BE49-F238E27FC236}">
                      <a16:creationId xmlns:a16="http://schemas.microsoft.com/office/drawing/2014/main" id="{B092D0C7-C0E5-5325-D06B-0160C8DBFEE9}"/>
                    </a:ext>
                  </a:extLst>
                </p:cNvPr>
                <p:cNvSpPr/>
                <p:nvPr/>
              </p:nvSpPr>
              <p:spPr>
                <a:xfrm>
                  <a:off x="4985607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19" name="pg118">
                  <a:extLst>
                    <a:ext uri="{FF2B5EF4-FFF2-40B4-BE49-F238E27FC236}">
                      <a16:creationId xmlns:a16="http://schemas.microsoft.com/office/drawing/2014/main" id="{8753F648-47D9-CC23-FE6B-15E3420E8D41}"/>
                    </a:ext>
                  </a:extLst>
                </p:cNvPr>
                <p:cNvSpPr/>
                <p:nvPr/>
              </p:nvSpPr>
              <p:spPr>
                <a:xfrm>
                  <a:off x="5067044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0" name="pg119">
                  <a:extLst>
                    <a:ext uri="{FF2B5EF4-FFF2-40B4-BE49-F238E27FC236}">
                      <a16:creationId xmlns:a16="http://schemas.microsoft.com/office/drawing/2014/main" id="{4F2E7E2B-CE97-2D5D-E510-D456CB6C8CDC}"/>
                    </a:ext>
                  </a:extLst>
                </p:cNvPr>
                <p:cNvSpPr/>
                <p:nvPr/>
              </p:nvSpPr>
              <p:spPr>
                <a:xfrm>
                  <a:off x="5148481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1" name="pg120">
                  <a:extLst>
                    <a:ext uri="{FF2B5EF4-FFF2-40B4-BE49-F238E27FC236}">
                      <a16:creationId xmlns:a16="http://schemas.microsoft.com/office/drawing/2014/main" id="{2B352520-4BAE-0994-F06B-86A9C5B2DB30}"/>
                    </a:ext>
                  </a:extLst>
                </p:cNvPr>
                <p:cNvSpPr/>
                <p:nvPr/>
              </p:nvSpPr>
              <p:spPr>
                <a:xfrm>
                  <a:off x="5229918" y="227312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2" name="pg121">
                  <a:extLst>
                    <a:ext uri="{FF2B5EF4-FFF2-40B4-BE49-F238E27FC236}">
                      <a16:creationId xmlns:a16="http://schemas.microsoft.com/office/drawing/2014/main" id="{A77FC94D-24F8-EA33-3874-BC652B795096}"/>
                    </a:ext>
                  </a:extLst>
                </p:cNvPr>
                <p:cNvSpPr/>
                <p:nvPr/>
              </p:nvSpPr>
              <p:spPr>
                <a:xfrm>
                  <a:off x="3275427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3" name="pg122">
                  <a:extLst>
                    <a:ext uri="{FF2B5EF4-FFF2-40B4-BE49-F238E27FC236}">
                      <a16:creationId xmlns:a16="http://schemas.microsoft.com/office/drawing/2014/main" id="{F5AF621E-CD45-0659-B8C5-EDFD1AA1042E}"/>
                    </a:ext>
                  </a:extLst>
                </p:cNvPr>
                <p:cNvSpPr/>
                <p:nvPr/>
              </p:nvSpPr>
              <p:spPr>
                <a:xfrm>
                  <a:off x="3356864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4" name="pg123">
                  <a:extLst>
                    <a:ext uri="{FF2B5EF4-FFF2-40B4-BE49-F238E27FC236}">
                      <a16:creationId xmlns:a16="http://schemas.microsoft.com/office/drawing/2014/main" id="{602F8FC0-6CC3-22E5-57CE-71523CA9F5F3}"/>
                    </a:ext>
                  </a:extLst>
                </p:cNvPr>
                <p:cNvSpPr/>
                <p:nvPr/>
              </p:nvSpPr>
              <p:spPr>
                <a:xfrm>
                  <a:off x="3438301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5" name="pg124">
                  <a:extLst>
                    <a:ext uri="{FF2B5EF4-FFF2-40B4-BE49-F238E27FC236}">
                      <a16:creationId xmlns:a16="http://schemas.microsoft.com/office/drawing/2014/main" id="{1275F700-0B65-0DB9-BC55-D3C6DEC548DB}"/>
                    </a:ext>
                  </a:extLst>
                </p:cNvPr>
                <p:cNvSpPr/>
                <p:nvPr/>
              </p:nvSpPr>
              <p:spPr>
                <a:xfrm>
                  <a:off x="3519738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6" name="pg125">
                  <a:extLst>
                    <a:ext uri="{FF2B5EF4-FFF2-40B4-BE49-F238E27FC236}">
                      <a16:creationId xmlns:a16="http://schemas.microsoft.com/office/drawing/2014/main" id="{BC6CF568-2491-A7AE-2A1F-1A8276FEF405}"/>
                    </a:ext>
                  </a:extLst>
                </p:cNvPr>
                <p:cNvSpPr/>
                <p:nvPr/>
              </p:nvSpPr>
              <p:spPr>
                <a:xfrm>
                  <a:off x="3601176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7" name="pg126">
                  <a:extLst>
                    <a:ext uri="{FF2B5EF4-FFF2-40B4-BE49-F238E27FC236}">
                      <a16:creationId xmlns:a16="http://schemas.microsoft.com/office/drawing/2014/main" id="{5BE86990-1996-AD40-35E4-E2C050A7F60A}"/>
                    </a:ext>
                  </a:extLst>
                </p:cNvPr>
                <p:cNvSpPr/>
                <p:nvPr/>
              </p:nvSpPr>
              <p:spPr>
                <a:xfrm>
                  <a:off x="3682613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8" name="pg127">
                  <a:extLst>
                    <a:ext uri="{FF2B5EF4-FFF2-40B4-BE49-F238E27FC236}">
                      <a16:creationId xmlns:a16="http://schemas.microsoft.com/office/drawing/2014/main" id="{AD581248-8CB4-6ECC-9F67-CE67E66EF882}"/>
                    </a:ext>
                  </a:extLst>
                </p:cNvPr>
                <p:cNvSpPr/>
                <p:nvPr/>
              </p:nvSpPr>
              <p:spPr>
                <a:xfrm>
                  <a:off x="3764050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29" name="pg128">
                  <a:extLst>
                    <a:ext uri="{FF2B5EF4-FFF2-40B4-BE49-F238E27FC236}">
                      <a16:creationId xmlns:a16="http://schemas.microsoft.com/office/drawing/2014/main" id="{D0888ED5-374B-1BC9-8B59-5D395AB9D38C}"/>
                    </a:ext>
                  </a:extLst>
                </p:cNvPr>
                <p:cNvSpPr/>
                <p:nvPr/>
              </p:nvSpPr>
              <p:spPr>
                <a:xfrm>
                  <a:off x="3845487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4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0" name="pg129">
                  <a:extLst>
                    <a:ext uri="{FF2B5EF4-FFF2-40B4-BE49-F238E27FC236}">
                      <a16:creationId xmlns:a16="http://schemas.microsoft.com/office/drawing/2014/main" id="{52DFD3A8-6853-89E2-6189-B989B06D33E3}"/>
                    </a:ext>
                  </a:extLst>
                </p:cNvPr>
                <p:cNvSpPr/>
                <p:nvPr/>
              </p:nvSpPr>
              <p:spPr>
                <a:xfrm>
                  <a:off x="3926924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62CE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1" name="pg130">
                  <a:extLst>
                    <a:ext uri="{FF2B5EF4-FFF2-40B4-BE49-F238E27FC236}">
                      <a16:creationId xmlns:a16="http://schemas.microsoft.com/office/drawing/2014/main" id="{C4BD2E67-14FC-F137-9054-9E81F39C9023}"/>
                    </a:ext>
                  </a:extLst>
                </p:cNvPr>
                <p:cNvSpPr/>
                <p:nvPr/>
              </p:nvSpPr>
              <p:spPr>
                <a:xfrm>
                  <a:off x="4008361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6AD1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2" name="pg131">
                  <a:extLst>
                    <a:ext uri="{FF2B5EF4-FFF2-40B4-BE49-F238E27FC236}">
                      <a16:creationId xmlns:a16="http://schemas.microsoft.com/office/drawing/2014/main" id="{B9D1CE7F-037B-14D7-5CFB-27EC9DE5CABC}"/>
                    </a:ext>
                  </a:extLst>
                </p:cNvPr>
                <p:cNvSpPr/>
                <p:nvPr/>
              </p:nvSpPr>
              <p:spPr>
                <a:xfrm>
                  <a:off x="4089798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3" name="pg132">
                  <a:extLst>
                    <a:ext uri="{FF2B5EF4-FFF2-40B4-BE49-F238E27FC236}">
                      <a16:creationId xmlns:a16="http://schemas.microsoft.com/office/drawing/2014/main" id="{8A9E9C14-E970-DAFF-4033-EA5217CD310C}"/>
                    </a:ext>
                  </a:extLst>
                </p:cNvPr>
                <p:cNvSpPr/>
                <p:nvPr/>
              </p:nvSpPr>
              <p:spPr>
                <a:xfrm>
                  <a:off x="4171236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2CFAD">
                    <a:alpha val="100000"/>
                  </a:srgbClr>
                </a:solidFill>
                <a:ln w="5420" cap="flat">
                  <a:solidFill>
                    <a:srgbClr val="74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4" name="pg133">
                  <a:extLst>
                    <a:ext uri="{FF2B5EF4-FFF2-40B4-BE49-F238E27FC236}">
                      <a16:creationId xmlns:a16="http://schemas.microsoft.com/office/drawing/2014/main" id="{178E9654-24A2-8542-E363-B31CC415D0AF}"/>
                    </a:ext>
                  </a:extLst>
                </p:cNvPr>
                <p:cNvSpPr/>
                <p:nvPr/>
              </p:nvSpPr>
              <p:spPr>
                <a:xfrm>
                  <a:off x="4252673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5" name="pg134">
                  <a:extLst>
                    <a:ext uri="{FF2B5EF4-FFF2-40B4-BE49-F238E27FC236}">
                      <a16:creationId xmlns:a16="http://schemas.microsoft.com/office/drawing/2014/main" id="{A75179E0-F834-9A10-AF70-B3BEDF080063}"/>
                    </a:ext>
                  </a:extLst>
                </p:cNvPr>
                <p:cNvSpPr/>
                <p:nvPr/>
              </p:nvSpPr>
              <p:spPr>
                <a:xfrm>
                  <a:off x="4334110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6" name="pg135">
                  <a:extLst>
                    <a:ext uri="{FF2B5EF4-FFF2-40B4-BE49-F238E27FC236}">
                      <a16:creationId xmlns:a16="http://schemas.microsoft.com/office/drawing/2014/main" id="{D213BA09-7413-AE6D-C767-00D49EA2E2E1}"/>
                    </a:ext>
                  </a:extLst>
                </p:cNvPr>
                <p:cNvSpPr/>
                <p:nvPr/>
              </p:nvSpPr>
              <p:spPr>
                <a:xfrm>
                  <a:off x="4415547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7" name="pg136">
                  <a:extLst>
                    <a:ext uri="{FF2B5EF4-FFF2-40B4-BE49-F238E27FC236}">
                      <a16:creationId xmlns:a16="http://schemas.microsoft.com/office/drawing/2014/main" id="{64205DB8-24AE-8142-6AF5-E0AD4C3BB377}"/>
                    </a:ext>
                  </a:extLst>
                </p:cNvPr>
                <p:cNvSpPr/>
                <p:nvPr/>
              </p:nvSpPr>
              <p:spPr>
                <a:xfrm>
                  <a:off x="4496984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8" name="pg137">
                  <a:extLst>
                    <a:ext uri="{FF2B5EF4-FFF2-40B4-BE49-F238E27FC236}">
                      <a16:creationId xmlns:a16="http://schemas.microsoft.com/office/drawing/2014/main" id="{7FF6AEEA-F092-B3CC-46EA-9F957371E8AC}"/>
                    </a:ext>
                  </a:extLst>
                </p:cNvPr>
                <p:cNvSpPr/>
                <p:nvPr/>
              </p:nvSpPr>
              <p:spPr>
                <a:xfrm>
                  <a:off x="4578421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39" name="pg138">
                  <a:extLst>
                    <a:ext uri="{FF2B5EF4-FFF2-40B4-BE49-F238E27FC236}">
                      <a16:creationId xmlns:a16="http://schemas.microsoft.com/office/drawing/2014/main" id="{B70B10F1-EBF0-697E-0F3B-A15DFABE5A8A}"/>
                    </a:ext>
                  </a:extLst>
                </p:cNvPr>
                <p:cNvSpPr/>
                <p:nvPr/>
              </p:nvSpPr>
              <p:spPr>
                <a:xfrm>
                  <a:off x="4659858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0" name="pg139">
                  <a:extLst>
                    <a:ext uri="{FF2B5EF4-FFF2-40B4-BE49-F238E27FC236}">
                      <a16:creationId xmlns:a16="http://schemas.microsoft.com/office/drawing/2014/main" id="{E6872593-C49E-B420-BC72-ADFC97C26902}"/>
                    </a:ext>
                  </a:extLst>
                </p:cNvPr>
                <p:cNvSpPr/>
                <p:nvPr/>
              </p:nvSpPr>
              <p:spPr>
                <a:xfrm>
                  <a:off x="4741296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1" name="pg140">
                  <a:extLst>
                    <a:ext uri="{FF2B5EF4-FFF2-40B4-BE49-F238E27FC236}">
                      <a16:creationId xmlns:a16="http://schemas.microsoft.com/office/drawing/2014/main" id="{5B23BA12-DA84-64C8-FD74-916884F7CEF3}"/>
                    </a:ext>
                  </a:extLst>
                </p:cNvPr>
                <p:cNvSpPr/>
                <p:nvPr/>
              </p:nvSpPr>
              <p:spPr>
                <a:xfrm>
                  <a:off x="4822733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2" name="pg141">
                  <a:extLst>
                    <a:ext uri="{FF2B5EF4-FFF2-40B4-BE49-F238E27FC236}">
                      <a16:creationId xmlns:a16="http://schemas.microsoft.com/office/drawing/2014/main" id="{A338E063-6C93-9170-A220-EB2430452BEA}"/>
                    </a:ext>
                  </a:extLst>
                </p:cNvPr>
                <p:cNvSpPr/>
                <p:nvPr/>
              </p:nvSpPr>
              <p:spPr>
                <a:xfrm>
                  <a:off x="4904170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3" name="pg142">
                  <a:extLst>
                    <a:ext uri="{FF2B5EF4-FFF2-40B4-BE49-F238E27FC236}">
                      <a16:creationId xmlns:a16="http://schemas.microsoft.com/office/drawing/2014/main" id="{2F7DD946-DDD3-C329-ABC0-8BB2BD0EF348}"/>
                    </a:ext>
                  </a:extLst>
                </p:cNvPr>
                <p:cNvSpPr/>
                <p:nvPr/>
              </p:nvSpPr>
              <p:spPr>
                <a:xfrm>
                  <a:off x="4985607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4" name="pg143">
                  <a:extLst>
                    <a:ext uri="{FF2B5EF4-FFF2-40B4-BE49-F238E27FC236}">
                      <a16:creationId xmlns:a16="http://schemas.microsoft.com/office/drawing/2014/main" id="{2C943687-6091-015E-0808-2403C51BC46E}"/>
                    </a:ext>
                  </a:extLst>
                </p:cNvPr>
                <p:cNvSpPr/>
                <p:nvPr/>
              </p:nvSpPr>
              <p:spPr>
                <a:xfrm>
                  <a:off x="5067044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5" name="pg144">
                  <a:extLst>
                    <a:ext uri="{FF2B5EF4-FFF2-40B4-BE49-F238E27FC236}">
                      <a16:creationId xmlns:a16="http://schemas.microsoft.com/office/drawing/2014/main" id="{1B20DC45-D66E-AFFD-9A6D-2CCA1A842E81}"/>
                    </a:ext>
                  </a:extLst>
                </p:cNvPr>
                <p:cNvSpPr/>
                <p:nvPr/>
              </p:nvSpPr>
              <p:spPr>
                <a:xfrm>
                  <a:off x="5148481" y="237643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6" name="pg145">
                  <a:extLst>
                    <a:ext uri="{FF2B5EF4-FFF2-40B4-BE49-F238E27FC236}">
                      <a16:creationId xmlns:a16="http://schemas.microsoft.com/office/drawing/2014/main" id="{F3E169E2-360D-4D59-11C5-0B0E3CD650D9}"/>
                    </a:ext>
                  </a:extLst>
                </p:cNvPr>
                <p:cNvSpPr/>
                <p:nvPr/>
              </p:nvSpPr>
              <p:spPr>
                <a:xfrm>
                  <a:off x="3275427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7" name="pg146">
                  <a:extLst>
                    <a:ext uri="{FF2B5EF4-FFF2-40B4-BE49-F238E27FC236}">
                      <a16:creationId xmlns:a16="http://schemas.microsoft.com/office/drawing/2014/main" id="{0C2AD3D2-CCED-5C58-CF47-30CAFD3F4CB8}"/>
                    </a:ext>
                  </a:extLst>
                </p:cNvPr>
                <p:cNvSpPr/>
                <p:nvPr/>
              </p:nvSpPr>
              <p:spPr>
                <a:xfrm>
                  <a:off x="3356864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8" name="pg147">
                  <a:extLst>
                    <a:ext uri="{FF2B5EF4-FFF2-40B4-BE49-F238E27FC236}">
                      <a16:creationId xmlns:a16="http://schemas.microsoft.com/office/drawing/2014/main" id="{6C580AF6-D29C-D64B-A782-29B69DA4C895}"/>
                    </a:ext>
                  </a:extLst>
                </p:cNvPr>
                <p:cNvSpPr/>
                <p:nvPr/>
              </p:nvSpPr>
              <p:spPr>
                <a:xfrm>
                  <a:off x="3438301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49" name="pg148">
                  <a:extLst>
                    <a:ext uri="{FF2B5EF4-FFF2-40B4-BE49-F238E27FC236}">
                      <a16:creationId xmlns:a16="http://schemas.microsoft.com/office/drawing/2014/main" id="{D32A08DB-D9EF-879C-D87D-8400F1510D94}"/>
                    </a:ext>
                  </a:extLst>
                </p:cNvPr>
                <p:cNvSpPr/>
                <p:nvPr/>
              </p:nvSpPr>
              <p:spPr>
                <a:xfrm>
                  <a:off x="3519738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0" name="pg149">
                  <a:extLst>
                    <a:ext uri="{FF2B5EF4-FFF2-40B4-BE49-F238E27FC236}">
                      <a16:creationId xmlns:a16="http://schemas.microsoft.com/office/drawing/2014/main" id="{06DB56DB-750D-0C59-A7E4-219C16CBC7DA}"/>
                    </a:ext>
                  </a:extLst>
                </p:cNvPr>
                <p:cNvSpPr/>
                <p:nvPr/>
              </p:nvSpPr>
              <p:spPr>
                <a:xfrm>
                  <a:off x="3601176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1" name="pg150">
                  <a:extLst>
                    <a:ext uri="{FF2B5EF4-FFF2-40B4-BE49-F238E27FC236}">
                      <a16:creationId xmlns:a16="http://schemas.microsoft.com/office/drawing/2014/main" id="{1139F80B-7054-79D3-4AD0-7B0FBA3A6A1A}"/>
                    </a:ext>
                  </a:extLst>
                </p:cNvPr>
                <p:cNvSpPr/>
                <p:nvPr/>
              </p:nvSpPr>
              <p:spPr>
                <a:xfrm>
                  <a:off x="3682613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2" name="pg151">
                  <a:extLst>
                    <a:ext uri="{FF2B5EF4-FFF2-40B4-BE49-F238E27FC236}">
                      <a16:creationId xmlns:a16="http://schemas.microsoft.com/office/drawing/2014/main" id="{9EA3F696-A86E-B2AA-FECE-64DAE94046BD}"/>
                    </a:ext>
                  </a:extLst>
                </p:cNvPr>
                <p:cNvSpPr/>
                <p:nvPr/>
              </p:nvSpPr>
              <p:spPr>
                <a:xfrm>
                  <a:off x="3764050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3" name="pg152">
                  <a:extLst>
                    <a:ext uri="{FF2B5EF4-FFF2-40B4-BE49-F238E27FC236}">
                      <a16:creationId xmlns:a16="http://schemas.microsoft.com/office/drawing/2014/main" id="{0CA4EAA3-E572-FAD6-3553-0759C38F2BC6}"/>
                    </a:ext>
                  </a:extLst>
                </p:cNvPr>
                <p:cNvSpPr/>
                <p:nvPr/>
              </p:nvSpPr>
              <p:spPr>
                <a:xfrm>
                  <a:off x="3845487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4" name="pg153">
                  <a:extLst>
                    <a:ext uri="{FF2B5EF4-FFF2-40B4-BE49-F238E27FC236}">
                      <a16:creationId xmlns:a16="http://schemas.microsoft.com/office/drawing/2014/main" id="{04F781C4-2F12-E756-2994-09ECBD5E1680}"/>
                    </a:ext>
                  </a:extLst>
                </p:cNvPr>
                <p:cNvSpPr/>
                <p:nvPr/>
              </p:nvSpPr>
              <p:spPr>
                <a:xfrm>
                  <a:off x="3926924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5" name="pg154">
                  <a:extLst>
                    <a:ext uri="{FF2B5EF4-FFF2-40B4-BE49-F238E27FC236}">
                      <a16:creationId xmlns:a16="http://schemas.microsoft.com/office/drawing/2014/main" id="{3B9510F5-DF90-C520-39C6-762944D34573}"/>
                    </a:ext>
                  </a:extLst>
                </p:cNvPr>
                <p:cNvSpPr/>
                <p:nvPr/>
              </p:nvSpPr>
              <p:spPr>
                <a:xfrm>
                  <a:off x="4008361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6" name="pg155">
                  <a:extLst>
                    <a:ext uri="{FF2B5EF4-FFF2-40B4-BE49-F238E27FC236}">
                      <a16:creationId xmlns:a16="http://schemas.microsoft.com/office/drawing/2014/main" id="{75291E0C-FDC5-D2CB-BBC1-025BB7EA67E8}"/>
                    </a:ext>
                  </a:extLst>
                </p:cNvPr>
                <p:cNvSpPr/>
                <p:nvPr/>
              </p:nvSpPr>
              <p:spPr>
                <a:xfrm>
                  <a:off x="4089798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7" name="pg156">
                  <a:extLst>
                    <a:ext uri="{FF2B5EF4-FFF2-40B4-BE49-F238E27FC236}">
                      <a16:creationId xmlns:a16="http://schemas.microsoft.com/office/drawing/2014/main" id="{A250CD2E-94EC-6A68-0229-9BB1D8F4F6DF}"/>
                    </a:ext>
                  </a:extLst>
                </p:cNvPr>
                <p:cNvSpPr/>
                <p:nvPr/>
              </p:nvSpPr>
              <p:spPr>
                <a:xfrm>
                  <a:off x="4171236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8" name="pg157">
                  <a:extLst>
                    <a:ext uri="{FF2B5EF4-FFF2-40B4-BE49-F238E27FC236}">
                      <a16:creationId xmlns:a16="http://schemas.microsoft.com/office/drawing/2014/main" id="{BC6A1108-79AE-581E-A943-51BFF9986570}"/>
                    </a:ext>
                  </a:extLst>
                </p:cNvPr>
                <p:cNvSpPr/>
                <p:nvPr/>
              </p:nvSpPr>
              <p:spPr>
                <a:xfrm>
                  <a:off x="4252673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59" name="pg158">
                  <a:extLst>
                    <a:ext uri="{FF2B5EF4-FFF2-40B4-BE49-F238E27FC236}">
                      <a16:creationId xmlns:a16="http://schemas.microsoft.com/office/drawing/2014/main" id="{9F91BB0F-8462-38BF-27B8-D61F3E554C13}"/>
                    </a:ext>
                  </a:extLst>
                </p:cNvPr>
                <p:cNvSpPr/>
                <p:nvPr/>
              </p:nvSpPr>
              <p:spPr>
                <a:xfrm>
                  <a:off x="4334110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0" name="pg159">
                  <a:extLst>
                    <a:ext uri="{FF2B5EF4-FFF2-40B4-BE49-F238E27FC236}">
                      <a16:creationId xmlns:a16="http://schemas.microsoft.com/office/drawing/2014/main" id="{6EEC8DBF-FAAE-4FDC-8B51-3428F35B2989}"/>
                    </a:ext>
                  </a:extLst>
                </p:cNvPr>
                <p:cNvSpPr/>
                <p:nvPr/>
              </p:nvSpPr>
              <p:spPr>
                <a:xfrm>
                  <a:off x="4415547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DAA">
                    <a:alpha val="100000"/>
                  </a:srgbClr>
                </a:solidFill>
                <a:ln w="5420" cap="flat">
                  <a:solidFill>
                    <a:srgbClr val="46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1" name="pg160">
                  <a:extLst>
                    <a:ext uri="{FF2B5EF4-FFF2-40B4-BE49-F238E27FC236}">
                      <a16:creationId xmlns:a16="http://schemas.microsoft.com/office/drawing/2014/main" id="{6EB9ADC9-7CEB-E95D-CF20-8946C24F107B}"/>
                    </a:ext>
                  </a:extLst>
                </p:cNvPr>
                <p:cNvSpPr/>
                <p:nvPr/>
              </p:nvSpPr>
              <p:spPr>
                <a:xfrm>
                  <a:off x="4496984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2" name="pg161">
                  <a:extLst>
                    <a:ext uri="{FF2B5EF4-FFF2-40B4-BE49-F238E27FC236}">
                      <a16:creationId xmlns:a16="http://schemas.microsoft.com/office/drawing/2014/main" id="{782BD280-30CE-59AE-A435-E3EED6A2221B}"/>
                    </a:ext>
                  </a:extLst>
                </p:cNvPr>
                <p:cNvSpPr/>
                <p:nvPr/>
              </p:nvSpPr>
              <p:spPr>
                <a:xfrm>
                  <a:off x="4578421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BA6">
                    <a:alpha val="100000"/>
                  </a:srgbClr>
                </a:solidFill>
                <a:ln w="5420" cap="flat">
                  <a:solidFill>
                    <a:srgbClr val="38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3" name="pg162">
                  <a:extLst>
                    <a:ext uri="{FF2B5EF4-FFF2-40B4-BE49-F238E27FC236}">
                      <a16:creationId xmlns:a16="http://schemas.microsoft.com/office/drawing/2014/main" id="{3B941B5B-F582-FF85-FE3A-C5605F6FA66F}"/>
                    </a:ext>
                  </a:extLst>
                </p:cNvPr>
                <p:cNvSpPr/>
                <p:nvPr/>
              </p:nvSpPr>
              <p:spPr>
                <a:xfrm>
                  <a:off x="4659858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799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4" name="pg163">
                  <a:extLst>
                    <a:ext uri="{FF2B5EF4-FFF2-40B4-BE49-F238E27FC236}">
                      <a16:creationId xmlns:a16="http://schemas.microsoft.com/office/drawing/2014/main" id="{47D6A276-856B-1E75-1A46-6D129DE929AE}"/>
                    </a:ext>
                  </a:extLst>
                </p:cNvPr>
                <p:cNvSpPr/>
                <p:nvPr/>
              </p:nvSpPr>
              <p:spPr>
                <a:xfrm>
                  <a:off x="4741296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5" name="pg164">
                  <a:extLst>
                    <a:ext uri="{FF2B5EF4-FFF2-40B4-BE49-F238E27FC236}">
                      <a16:creationId xmlns:a16="http://schemas.microsoft.com/office/drawing/2014/main" id="{61959E81-F1F1-28E4-D4EB-90556CE1F110}"/>
                    </a:ext>
                  </a:extLst>
                </p:cNvPr>
                <p:cNvSpPr/>
                <p:nvPr/>
              </p:nvSpPr>
              <p:spPr>
                <a:xfrm>
                  <a:off x="4822733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6" name="pg165">
                  <a:extLst>
                    <a:ext uri="{FF2B5EF4-FFF2-40B4-BE49-F238E27FC236}">
                      <a16:creationId xmlns:a16="http://schemas.microsoft.com/office/drawing/2014/main" id="{976CA85D-F5A2-5AE4-4C09-2C785D0799E2}"/>
                    </a:ext>
                  </a:extLst>
                </p:cNvPr>
                <p:cNvSpPr/>
                <p:nvPr/>
              </p:nvSpPr>
              <p:spPr>
                <a:xfrm>
                  <a:off x="4904170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C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7" name="pg166">
                  <a:extLst>
                    <a:ext uri="{FF2B5EF4-FFF2-40B4-BE49-F238E27FC236}">
                      <a16:creationId xmlns:a16="http://schemas.microsoft.com/office/drawing/2014/main" id="{785B23B7-703C-12A2-AE5D-6A5A564A3B72}"/>
                    </a:ext>
                  </a:extLst>
                </p:cNvPr>
                <p:cNvSpPr/>
                <p:nvPr/>
              </p:nvSpPr>
              <p:spPr>
                <a:xfrm>
                  <a:off x="4985607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8" name="pg167">
                  <a:extLst>
                    <a:ext uri="{FF2B5EF4-FFF2-40B4-BE49-F238E27FC236}">
                      <a16:creationId xmlns:a16="http://schemas.microsoft.com/office/drawing/2014/main" id="{8AE79A43-9640-B2D4-0032-8AF27F62F03E}"/>
                    </a:ext>
                  </a:extLst>
                </p:cNvPr>
                <p:cNvSpPr/>
                <p:nvPr/>
              </p:nvSpPr>
              <p:spPr>
                <a:xfrm>
                  <a:off x="5067044" y="247975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F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69" name="pg168">
                  <a:extLst>
                    <a:ext uri="{FF2B5EF4-FFF2-40B4-BE49-F238E27FC236}">
                      <a16:creationId xmlns:a16="http://schemas.microsoft.com/office/drawing/2014/main" id="{C164C591-AB24-604C-4837-D6A75F3FE72D}"/>
                    </a:ext>
                  </a:extLst>
                </p:cNvPr>
                <p:cNvSpPr/>
                <p:nvPr/>
              </p:nvSpPr>
              <p:spPr>
                <a:xfrm>
                  <a:off x="3031116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0" name="pg169">
                  <a:extLst>
                    <a:ext uri="{FF2B5EF4-FFF2-40B4-BE49-F238E27FC236}">
                      <a16:creationId xmlns:a16="http://schemas.microsoft.com/office/drawing/2014/main" id="{B45BC587-0368-0380-913D-F0B504F09637}"/>
                    </a:ext>
                  </a:extLst>
                </p:cNvPr>
                <p:cNvSpPr/>
                <p:nvPr/>
              </p:nvSpPr>
              <p:spPr>
                <a:xfrm>
                  <a:off x="3112553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1" name="pg170">
                  <a:extLst>
                    <a:ext uri="{FF2B5EF4-FFF2-40B4-BE49-F238E27FC236}">
                      <a16:creationId xmlns:a16="http://schemas.microsoft.com/office/drawing/2014/main" id="{E9CB0053-287C-C19F-32FC-68654540BC83}"/>
                    </a:ext>
                  </a:extLst>
                </p:cNvPr>
                <p:cNvSpPr/>
                <p:nvPr/>
              </p:nvSpPr>
              <p:spPr>
                <a:xfrm>
                  <a:off x="3275427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2" name="pg171">
                  <a:extLst>
                    <a:ext uri="{FF2B5EF4-FFF2-40B4-BE49-F238E27FC236}">
                      <a16:creationId xmlns:a16="http://schemas.microsoft.com/office/drawing/2014/main" id="{9879C3A4-D636-FFD1-5FBD-DD57F8FF0F74}"/>
                    </a:ext>
                  </a:extLst>
                </p:cNvPr>
                <p:cNvSpPr/>
                <p:nvPr/>
              </p:nvSpPr>
              <p:spPr>
                <a:xfrm>
                  <a:off x="3356864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3" name="pg172">
                  <a:extLst>
                    <a:ext uri="{FF2B5EF4-FFF2-40B4-BE49-F238E27FC236}">
                      <a16:creationId xmlns:a16="http://schemas.microsoft.com/office/drawing/2014/main" id="{4E9E9324-8EE2-54F7-AAF2-1FED6A266F23}"/>
                    </a:ext>
                  </a:extLst>
                </p:cNvPr>
                <p:cNvSpPr/>
                <p:nvPr/>
              </p:nvSpPr>
              <p:spPr>
                <a:xfrm>
                  <a:off x="3438301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4" name="pg173">
                  <a:extLst>
                    <a:ext uri="{FF2B5EF4-FFF2-40B4-BE49-F238E27FC236}">
                      <a16:creationId xmlns:a16="http://schemas.microsoft.com/office/drawing/2014/main" id="{23FDB0FB-F3C3-3D55-0867-EEDD7ABF62D3}"/>
                    </a:ext>
                  </a:extLst>
                </p:cNvPr>
                <p:cNvSpPr/>
                <p:nvPr/>
              </p:nvSpPr>
              <p:spPr>
                <a:xfrm>
                  <a:off x="3519738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5" name="pg174">
                  <a:extLst>
                    <a:ext uri="{FF2B5EF4-FFF2-40B4-BE49-F238E27FC236}">
                      <a16:creationId xmlns:a16="http://schemas.microsoft.com/office/drawing/2014/main" id="{8DFBF154-C058-3842-69DC-0523D36565D5}"/>
                    </a:ext>
                  </a:extLst>
                </p:cNvPr>
                <p:cNvSpPr/>
                <p:nvPr/>
              </p:nvSpPr>
              <p:spPr>
                <a:xfrm>
                  <a:off x="3601176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6" name="pg175">
                  <a:extLst>
                    <a:ext uri="{FF2B5EF4-FFF2-40B4-BE49-F238E27FC236}">
                      <a16:creationId xmlns:a16="http://schemas.microsoft.com/office/drawing/2014/main" id="{775BBBE2-2B23-24F3-35D1-AB048FA7F860}"/>
                    </a:ext>
                  </a:extLst>
                </p:cNvPr>
                <p:cNvSpPr/>
                <p:nvPr/>
              </p:nvSpPr>
              <p:spPr>
                <a:xfrm>
                  <a:off x="3682613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7" name="pg176">
                  <a:extLst>
                    <a:ext uri="{FF2B5EF4-FFF2-40B4-BE49-F238E27FC236}">
                      <a16:creationId xmlns:a16="http://schemas.microsoft.com/office/drawing/2014/main" id="{A862DB02-EECE-147A-2C8D-552546762EBB}"/>
                    </a:ext>
                  </a:extLst>
                </p:cNvPr>
                <p:cNvSpPr/>
                <p:nvPr/>
              </p:nvSpPr>
              <p:spPr>
                <a:xfrm>
                  <a:off x="3764050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8" name="pg177">
                  <a:extLst>
                    <a:ext uri="{FF2B5EF4-FFF2-40B4-BE49-F238E27FC236}">
                      <a16:creationId xmlns:a16="http://schemas.microsoft.com/office/drawing/2014/main" id="{35E8B1D1-7CCA-B0F2-10B7-F2EBAFB083BF}"/>
                    </a:ext>
                  </a:extLst>
                </p:cNvPr>
                <p:cNvSpPr/>
                <p:nvPr/>
              </p:nvSpPr>
              <p:spPr>
                <a:xfrm>
                  <a:off x="3845487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79" name="pg178">
                  <a:extLst>
                    <a:ext uri="{FF2B5EF4-FFF2-40B4-BE49-F238E27FC236}">
                      <a16:creationId xmlns:a16="http://schemas.microsoft.com/office/drawing/2014/main" id="{3E215F66-EF91-545F-064E-824142C861DD}"/>
                    </a:ext>
                  </a:extLst>
                </p:cNvPr>
                <p:cNvSpPr/>
                <p:nvPr/>
              </p:nvSpPr>
              <p:spPr>
                <a:xfrm>
                  <a:off x="4089798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0" name="pg179">
                  <a:extLst>
                    <a:ext uri="{FF2B5EF4-FFF2-40B4-BE49-F238E27FC236}">
                      <a16:creationId xmlns:a16="http://schemas.microsoft.com/office/drawing/2014/main" id="{4583ABEB-E645-A49D-B425-BAC39A482BAF}"/>
                    </a:ext>
                  </a:extLst>
                </p:cNvPr>
                <p:cNvSpPr/>
                <p:nvPr/>
              </p:nvSpPr>
              <p:spPr>
                <a:xfrm>
                  <a:off x="4171236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AAB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1" name="pg180">
                  <a:extLst>
                    <a:ext uri="{FF2B5EF4-FFF2-40B4-BE49-F238E27FC236}">
                      <a16:creationId xmlns:a16="http://schemas.microsoft.com/office/drawing/2014/main" id="{7D63BA6D-0334-6786-7ED4-8E4C7E6B8D16}"/>
                    </a:ext>
                  </a:extLst>
                </p:cNvPr>
                <p:cNvSpPr/>
                <p:nvPr/>
              </p:nvSpPr>
              <p:spPr>
                <a:xfrm>
                  <a:off x="4252673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2" name="pg181">
                  <a:extLst>
                    <a:ext uri="{FF2B5EF4-FFF2-40B4-BE49-F238E27FC236}">
                      <a16:creationId xmlns:a16="http://schemas.microsoft.com/office/drawing/2014/main" id="{5986B9C1-3A48-BADD-B06A-0C6C1CF7B920}"/>
                    </a:ext>
                  </a:extLst>
                </p:cNvPr>
                <p:cNvSpPr/>
                <p:nvPr/>
              </p:nvSpPr>
              <p:spPr>
                <a:xfrm>
                  <a:off x="4334110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3" name="pg182">
                  <a:extLst>
                    <a:ext uri="{FF2B5EF4-FFF2-40B4-BE49-F238E27FC236}">
                      <a16:creationId xmlns:a16="http://schemas.microsoft.com/office/drawing/2014/main" id="{336196F9-3647-3D67-96B3-A85F55D6AC59}"/>
                    </a:ext>
                  </a:extLst>
                </p:cNvPr>
                <p:cNvSpPr/>
                <p:nvPr/>
              </p:nvSpPr>
              <p:spPr>
                <a:xfrm>
                  <a:off x="4415547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4" name="pg183">
                  <a:extLst>
                    <a:ext uri="{FF2B5EF4-FFF2-40B4-BE49-F238E27FC236}">
                      <a16:creationId xmlns:a16="http://schemas.microsoft.com/office/drawing/2014/main" id="{F0EA4AD3-56FC-7CF0-28C1-895156FE49D9}"/>
                    </a:ext>
                  </a:extLst>
                </p:cNvPr>
                <p:cNvSpPr/>
                <p:nvPr/>
              </p:nvSpPr>
              <p:spPr>
                <a:xfrm>
                  <a:off x="4496984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5" name="pg184">
                  <a:extLst>
                    <a:ext uri="{FF2B5EF4-FFF2-40B4-BE49-F238E27FC236}">
                      <a16:creationId xmlns:a16="http://schemas.microsoft.com/office/drawing/2014/main" id="{D441CF86-0EC4-3CD2-4012-FAB7F8659C5E}"/>
                    </a:ext>
                  </a:extLst>
                </p:cNvPr>
                <p:cNvSpPr/>
                <p:nvPr/>
              </p:nvSpPr>
              <p:spPr>
                <a:xfrm>
                  <a:off x="4578421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6" name="pg185">
                  <a:extLst>
                    <a:ext uri="{FF2B5EF4-FFF2-40B4-BE49-F238E27FC236}">
                      <a16:creationId xmlns:a16="http://schemas.microsoft.com/office/drawing/2014/main" id="{09B5335B-DEA2-2AAD-73F9-027A1B2E14DD}"/>
                    </a:ext>
                  </a:extLst>
                </p:cNvPr>
                <p:cNvSpPr/>
                <p:nvPr/>
              </p:nvSpPr>
              <p:spPr>
                <a:xfrm>
                  <a:off x="4659858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5A5">
                    <a:alpha val="100000"/>
                  </a:srgbClr>
                </a:solidFill>
                <a:ln w="5420" cap="flat">
                  <a:solidFill>
                    <a:srgbClr val="3496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7" name="pg186">
                  <a:extLst>
                    <a:ext uri="{FF2B5EF4-FFF2-40B4-BE49-F238E27FC236}">
                      <a16:creationId xmlns:a16="http://schemas.microsoft.com/office/drawing/2014/main" id="{62CB2346-A002-51EE-AA23-D2DD4A0C0AA2}"/>
                    </a:ext>
                  </a:extLst>
                </p:cNvPr>
                <p:cNvSpPr/>
                <p:nvPr/>
              </p:nvSpPr>
              <p:spPr>
                <a:xfrm>
                  <a:off x="4741296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7A6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8" name="pg187">
                  <a:extLst>
                    <a:ext uri="{FF2B5EF4-FFF2-40B4-BE49-F238E27FC236}">
                      <a16:creationId xmlns:a16="http://schemas.microsoft.com/office/drawing/2014/main" id="{8C68645E-1D73-EB1B-EDB0-F4BF0CE4D22D}"/>
                    </a:ext>
                  </a:extLst>
                </p:cNvPr>
                <p:cNvSpPr/>
                <p:nvPr/>
              </p:nvSpPr>
              <p:spPr>
                <a:xfrm>
                  <a:off x="4822733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89" name="pg188">
                  <a:extLst>
                    <a:ext uri="{FF2B5EF4-FFF2-40B4-BE49-F238E27FC236}">
                      <a16:creationId xmlns:a16="http://schemas.microsoft.com/office/drawing/2014/main" id="{3AA70186-6AF3-1A14-08DF-12FEA7E0C82B}"/>
                    </a:ext>
                  </a:extLst>
                </p:cNvPr>
                <p:cNvSpPr/>
                <p:nvPr/>
              </p:nvSpPr>
              <p:spPr>
                <a:xfrm>
                  <a:off x="4904170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0" name="pg189">
                  <a:extLst>
                    <a:ext uri="{FF2B5EF4-FFF2-40B4-BE49-F238E27FC236}">
                      <a16:creationId xmlns:a16="http://schemas.microsoft.com/office/drawing/2014/main" id="{9E20CD7A-D098-F89D-FEAB-3E98925438A5}"/>
                    </a:ext>
                  </a:extLst>
                </p:cNvPr>
                <p:cNvSpPr/>
                <p:nvPr/>
              </p:nvSpPr>
              <p:spPr>
                <a:xfrm>
                  <a:off x="4985607" y="258306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1" name="pg190">
                  <a:extLst>
                    <a:ext uri="{FF2B5EF4-FFF2-40B4-BE49-F238E27FC236}">
                      <a16:creationId xmlns:a16="http://schemas.microsoft.com/office/drawing/2014/main" id="{83F96004-45D3-19D9-AEE9-D6FDF34BE5CB}"/>
                    </a:ext>
                  </a:extLst>
                </p:cNvPr>
                <p:cNvSpPr/>
                <p:nvPr/>
              </p:nvSpPr>
              <p:spPr>
                <a:xfrm>
                  <a:off x="2949678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2" name="pg191">
                  <a:extLst>
                    <a:ext uri="{FF2B5EF4-FFF2-40B4-BE49-F238E27FC236}">
                      <a16:creationId xmlns:a16="http://schemas.microsoft.com/office/drawing/2014/main" id="{AF6CB939-2713-1E3E-7DE2-3377B3BDDBD7}"/>
                    </a:ext>
                  </a:extLst>
                </p:cNvPr>
                <p:cNvSpPr/>
                <p:nvPr/>
              </p:nvSpPr>
              <p:spPr>
                <a:xfrm>
                  <a:off x="3031116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5CFAE">
                    <a:alpha val="100000"/>
                  </a:srgbClr>
                </a:solidFill>
                <a:ln w="5420" cap="flat">
                  <a:solidFill>
                    <a:srgbClr val="77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3" name="pg192">
                  <a:extLst>
                    <a:ext uri="{FF2B5EF4-FFF2-40B4-BE49-F238E27FC236}">
                      <a16:creationId xmlns:a16="http://schemas.microsoft.com/office/drawing/2014/main" id="{93986A37-6450-F086-2AE3-439E0B0E66BF}"/>
                    </a:ext>
                  </a:extLst>
                </p:cNvPr>
                <p:cNvSpPr/>
                <p:nvPr/>
              </p:nvSpPr>
              <p:spPr>
                <a:xfrm>
                  <a:off x="3112553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4" name="pg193">
                  <a:extLst>
                    <a:ext uri="{FF2B5EF4-FFF2-40B4-BE49-F238E27FC236}">
                      <a16:creationId xmlns:a16="http://schemas.microsoft.com/office/drawing/2014/main" id="{F708B56B-5E78-8A5B-1BF7-756174AFC4C9}"/>
                    </a:ext>
                  </a:extLst>
                </p:cNvPr>
                <p:cNvSpPr/>
                <p:nvPr/>
              </p:nvSpPr>
              <p:spPr>
                <a:xfrm>
                  <a:off x="3193990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DAC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5" name="pg194">
                  <a:extLst>
                    <a:ext uri="{FF2B5EF4-FFF2-40B4-BE49-F238E27FC236}">
                      <a16:creationId xmlns:a16="http://schemas.microsoft.com/office/drawing/2014/main" id="{6A66C17C-2E30-DC20-02D4-830F8701AB02}"/>
                    </a:ext>
                  </a:extLst>
                </p:cNvPr>
                <p:cNvSpPr/>
                <p:nvPr/>
              </p:nvSpPr>
              <p:spPr>
                <a:xfrm>
                  <a:off x="3275427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6" name="pg195">
                  <a:extLst>
                    <a:ext uri="{FF2B5EF4-FFF2-40B4-BE49-F238E27FC236}">
                      <a16:creationId xmlns:a16="http://schemas.microsoft.com/office/drawing/2014/main" id="{017C2A0F-5BB3-4AF9-7C64-FBB938E3A73C}"/>
                    </a:ext>
                  </a:extLst>
                </p:cNvPr>
                <p:cNvSpPr/>
                <p:nvPr/>
              </p:nvSpPr>
              <p:spPr>
                <a:xfrm>
                  <a:off x="3356864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7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7" name="pg196">
                  <a:extLst>
                    <a:ext uri="{FF2B5EF4-FFF2-40B4-BE49-F238E27FC236}">
                      <a16:creationId xmlns:a16="http://schemas.microsoft.com/office/drawing/2014/main" id="{86986BE1-D912-04B7-EC62-2B326CE8765D}"/>
                    </a:ext>
                  </a:extLst>
                </p:cNvPr>
                <p:cNvSpPr/>
                <p:nvPr/>
              </p:nvSpPr>
              <p:spPr>
                <a:xfrm>
                  <a:off x="3438301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8" name="pg197">
                  <a:extLst>
                    <a:ext uri="{FF2B5EF4-FFF2-40B4-BE49-F238E27FC236}">
                      <a16:creationId xmlns:a16="http://schemas.microsoft.com/office/drawing/2014/main" id="{986E0C0D-EE1E-B76E-134C-D056AA3B8ED4}"/>
                    </a:ext>
                  </a:extLst>
                </p:cNvPr>
                <p:cNvSpPr/>
                <p:nvPr/>
              </p:nvSpPr>
              <p:spPr>
                <a:xfrm>
                  <a:off x="3519738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899" name="pg198">
                  <a:extLst>
                    <a:ext uri="{FF2B5EF4-FFF2-40B4-BE49-F238E27FC236}">
                      <a16:creationId xmlns:a16="http://schemas.microsoft.com/office/drawing/2014/main" id="{092B4774-80E5-B337-935C-6D3756A8B3AC}"/>
                    </a:ext>
                  </a:extLst>
                </p:cNvPr>
                <p:cNvSpPr/>
                <p:nvPr/>
              </p:nvSpPr>
              <p:spPr>
                <a:xfrm>
                  <a:off x="3601176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0" name="pg199">
                  <a:extLst>
                    <a:ext uri="{FF2B5EF4-FFF2-40B4-BE49-F238E27FC236}">
                      <a16:creationId xmlns:a16="http://schemas.microsoft.com/office/drawing/2014/main" id="{A6593962-06F1-DB90-7A75-1A5E3E81F1E4}"/>
                    </a:ext>
                  </a:extLst>
                </p:cNvPr>
                <p:cNvSpPr/>
                <p:nvPr/>
              </p:nvSpPr>
              <p:spPr>
                <a:xfrm>
                  <a:off x="3682613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1" name="pg200">
                  <a:extLst>
                    <a:ext uri="{FF2B5EF4-FFF2-40B4-BE49-F238E27FC236}">
                      <a16:creationId xmlns:a16="http://schemas.microsoft.com/office/drawing/2014/main" id="{50CF4862-A712-19C8-0A0A-7F4008F3F39D}"/>
                    </a:ext>
                  </a:extLst>
                </p:cNvPr>
                <p:cNvSpPr/>
                <p:nvPr/>
              </p:nvSpPr>
              <p:spPr>
                <a:xfrm>
                  <a:off x="3764050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2" name="pg201">
                  <a:extLst>
                    <a:ext uri="{FF2B5EF4-FFF2-40B4-BE49-F238E27FC236}">
                      <a16:creationId xmlns:a16="http://schemas.microsoft.com/office/drawing/2014/main" id="{19ADF09D-B383-0692-8911-52B068C66EF8}"/>
                    </a:ext>
                  </a:extLst>
                </p:cNvPr>
                <p:cNvSpPr/>
                <p:nvPr/>
              </p:nvSpPr>
              <p:spPr>
                <a:xfrm>
                  <a:off x="3845487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3" name="pg202">
                  <a:extLst>
                    <a:ext uri="{FF2B5EF4-FFF2-40B4-BE49-F238E27FC236}">
                      <a16:creationId xmlns:a16="http://schemas.microsoft.com/office/drawing/2014/main" id="{D790FA1C-0801-4B67-BA53-F1F07851C83D}"/>
                    </a:ext>
                  </a:extLst>
                </p:cNvPr>
                <p:cNvSpPr/>
                <p:nvPr/>
              </p:nvSpPr>
              <p:spPr>
                <a:xfrm>
                  <a:off x="4171236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4" name="pg203">
                  <a:extLst>
                    <a:ext uri="{FF2B5EF4-FFF2-40B4-BE49-F238E27FC236}">
                      <a16:creationId xmlns:a16="http://schemas.microsoft.com/office/drawing/2014/main" id="{05DD683F-66AA-723A-C0FA-74F3813A59C7}"/>
                    </a:ext>
                  </a:extLst>
                </p:cNvPr>
                <p:cNvSpPr/>
                <p:nvPr/>
              </p:nvSpPr>
              <p:spPr>
                <a:xfrm>
                  <a:off x="4252673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5" name="pg204">
                  <a:extLst>
                    <a:ext uri="{FF2B5EF4-FFF2-40B4-BE49-F238E27FC236}">
                      <a16:creationId xmlns:a16="http://schemas.microsoft.com/office/drawing/2014/main" id="{668B8F00-F94E-9DB5-E5EE-87A8AC0E974D}"/>
                    </a:ext>
                  </a:extLst>
                </p:cNvPr>
                <p:cNvSpPr/>
                <p:nvPr/>
              </p:nvSpPr>
              <p:spPr>
                <a:xfrm>
                  <a:off x="4334110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6" name="pg205">
                  <a:extLst>
                    <a:ext uri="{FF2B5EF4-FFF2-40B4-BE49-F238E27FC236}">
                      <a16:creationId xmlns:a16="http://schemas.microsoft.com/office/drawing/2014/main" id="{9049BB2C-B7C2-336E-9610-F7F9E0B0DCCE}"/>
                    </a:ext>
                  </a:extLst>
                </p:cNvPr>
                <p:cNvSpPr/>
                <p:nvPr/>
              </p:nvSpPr>
              <p:spPr>
                <a:xfrm>
                  <a:off x="4415547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7" name="pg206">
                  <a:extLst>
                    <a:ext uri="{FF2B5EF4-FFF2-40B4-BE49-F238E27FC236}">
                      <a16:creationId xmlns:a16="http://schemas.microsoft.com/office/drawing/2014/main" id="{C83EABD0-55B8-6450-1CA9-B01F5681B583}"/>
                    </a:ext>
                  </a:extLst>
                </p:cNvPr>
                <p:cNvSpPr/>
                <p:nvPr/>
              </p:nvSpPr>
              <p:spPr>
                <a:xfrm>
                  <a:off x="4496984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8" name="pg207">
                  <a:extLst>
                    <a:ext uri="{FF2B5EF4-FFF2-40B4-BE49-F238E27FC236}">
                      <a16:creationId xmlns:a16="http://schemas.microsoft.com/office/drawing/2014/main" id="{E5C6376F-0E43-0456-5B30-F2361C3FCC5A}"/>
                    </a:ext>
                  </a:extLst>
                </p:cNvPr>
                <p:cNvSpPr/>
                <p:nvPr/>
              </p:nvSpPr>
              <p:spPr>
                <a:xfrm>
                  <a:off x="4578421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09" name="pg208">
                  <a:extLst>
                    <a:ext uri="{FF2B5EF4-FFF2-40B4-BE49-F238E27FC236}">
                      <a16:creationId xmlns:a16="http://schemas.microsoft.com/office/drawing/2014/main" id="{6B3E7D11-2D65-24BF-F4DF-716D6B1B1479}"/>
                    </a:ext>
                  </a:extLst>
                </p:cNvPr>
                <p:cNvSpPr/>
                <p:nvPr/>
              </p:nvSpPr>
              <p:spPr>
                <a:xfrm>
                  <a:off x="4659858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0" name="pg209">
                  <a:extLst>
                    <a:ext uri="{FF2B5EF4-FFF2-40B4-BE49-F238E27FC236}">
                      <a16:creationId xmlns:a16="http://schemas.microsoft.com/office/drawing/2014/main" id="{D97B90F6-F0B6-D3A0-F561-75C767548486}"/>
                    </a:ext>
                  </a:extLst>
                </p:cNvPr>
                <p:cNvSpPr/>
                <p:nvPr/>
              </p:nvSpPr>
              <p:spPr>
                <a:xfrm>
                  <a:off x="4741296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7A6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1" name="pg210">
                  <a:extLst>
                    <a:ext uri="{FF2B5EF4-FFF2-40B4-BE49-F238E27FC236}">
                      <a16:creationId xmlns:a16="http://schemas.microsoft.com/office/drawing/2014/main" id="{4BE0E89B-8C9D-3429-D206-4FBEBCC7290B}"/>
                    </a:ext>
                  </a:extLst>
                </p:cNvPr>
                <p:cNvSpPr/>
                <p:nvPr/>
              </p:nvSpPr>
              <p:spPr>
                <a:xfrm>
                  <a:off x="4822733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2" name="pg211">
                  <a:extLst>
                    <a:ext uri="{FF2B5EF4-FFF2-40B4-BE49-F238E27FC236}">
                      <a16:creationId xmlns:a16="http://schemas.microsoft.com/office/drawing/2014/main" id="{8C0574AE-B8D0-77B5-8B61-39E323A5EFC4}"/>
                    </a:ext>
                  </a:extLst>
                </p:cNvPr>
                <p:cNvSpPr/>
                <p:nvPr/>
              </p:nvSpPr>
              <p:spPr>
                <a:xfrm>
                  <a:off x="4904170" y="268638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3" name="pg212">
                  <a:extLst>
                    <a:ext uri="{FF2B5EF4-FFF2-40B4-BE49-F238E27FC236}">
                      <a16:creationId xmlns:a16="http://schemas.microsoft.com/office/drawing/2014/main" id="{0863FBF6-54E0-1D8C-5224-6131E1AAA5CB}"/>
                    </a:ext>
                  </a:extLst>
                </p:cNvPr>
                <p:cNvSpPr/>
                <p:nvPr/>
              </p:nvSpPr>
              <p:spPr>
                <a:xfrm>
                  <a:off x="2868241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5D4B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4" name="pg213">
                  <a:extLst>
                    <a:ext uri="{FF2B5EF4-FFF2-40B4-BE49-F238E27FC236}">
                      <a16:creationId xmlns:a16="http://schemas.microsoft.com/office/drawing/2014/main" id="{15DCEFF2-CB91-BF90-60E1-1466A717AA23}"/>
                    </a:ext>
                  </a:extLst>
                </p:cNvPr>
                <p:cNvSpPr/>
                <p:nvPr/>
              </p:nvSpPr>
              <p:spPr>
                <a:xfrm>
                  <a:off x="2949678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5" name="pg214">
                  <a:extLst>
                    <a:ext uri="{FF2B5EF4-FFF2-40B4-BE49-F238E27FC236}">
                      <a16:creationId xmlns:a16="http://schemas.microsoft.com/office/drawing/2014/main" id="{63774695-D487-9895-3FCB-9C32162B0458}"/>
                    </a:ext>
                  </a:extLst>
                </p:cNvPr>
                <p:cNvSpPr/>
                <p:nvPr/>
              </p:nvSpPr>
              <p:spPr>
                <a:xfrm>
                  <a:off x="3031116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6" name="pg215">
                  <a:extLst>
                    <a:ext uri="{FF2B5EF4-FFF2-40B4-BE49-F238E27FC236}">
                      <a16:creationId xmlns:a16="http://schemas.microsoft.com/office/drawing/2014/main" id="{5E8A6C88-C0DE-BBCA-79C4-3E575BDDA38F}"/>
                    </a:ext>
                  </a:extLst>
                </p:cNvPr>
                <p:cNvSpPr/>
                <p:nvPr/>
              </p:nvSpPr>
              <p:spPr>
                <a:xfrm>
                  <a:off x="3112553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7" name="pg216">
                  <a:extLst>
                    <a:ext uri="{FF2B5EF4-FFF2-40B4-BE49-F238E27FC236}">
                      <a16:creationId xmlns:a16="http://schemas.microsoft.com/office/drawing/2014/main" id="{865526A2-496A-190D-74E4-257B497E71E9}"/>
                    </a:ext>
                  </a:extLst>
                </p:cNvPr>
                <p:cNvSpPr/>
                <p:nvPr/>
              </p:nvSpPr>
              <p:spPr>
                <a:xfrm>
                  <a:off x="3193990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0D2B2">
                    <a:alpha val="100000"/>
                  </a:srgbClr>
                </a:solidFill>
                <a:ln w="5420" cap="flat">
                  <a:solidFill>
                    <a:srgbClr val="7F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8" name="pg217">
                  <a:extLst>
                    <a:ext uri="{FF2B5EF4-FFF2-40B4-BE49-F238E27FC236}">
                      <a16:creationId xmlns:a16="http://schemas.microsoft.com/office/drawing/2014/main" id="{F6EA170F-0F16-62D1-5AD8-AAE903DAA009}"/>
                    </a:ext>
                  </a:extLst>
                </p:cNvPr>
                <p:cNvSpPr/>
                <p:nvPr/>
              </p:nvSpPr>
              <p:spPr>
                <a:xfrm>
                  <a:off x="3275427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19" name="pg218">
                  <a:extLst>
                    <a:ext uri="{FF2B5EF4-FFF2-40B4-BE49-F238E27FC236}">
                      <a16:creationId xmlns:a16="http://schemas.microsoft.com/office/drawing/2014/main" id="{FF98422E-71F5-E53E-C392-1F36D7672DFE}"/>
                    </a:ext>
                  </a:extLst>
                </p:cNvPr>
                <p:cNvSpPr/>
                <p:nvPr/>
              </p:nvSpPr>
              <p:spPr>
                <a:xfrm>
                  <a:off x="3356864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3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0" name="pg219">
                  <a:extLst>
                    <a:ext uri="{FF2B5EF4-FFF2-40B4-BE49-F238E27FC236}">
                      <a16:creationId xmlns:a16="http://schemas.microsoft.com/office/drawing/2014/main" id="{AE26E1F9-CC83-97D3-BC71-629A19735C44}"/>
                    </a:ext>
                  </a:extLst>
                </p:cNvPr>
                <p:cNvSpPr/>
                <p:nvPr/>
              </p:nvSpPr>
              <p:spPr>
                <a:xfrm>
                  <a:off x="3438301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1" name="pg220">
                  <a:extLst>
                    <a:ext uri="{FF2B5EF4-FFF2-40B4-BE49-F238E27FC236}">
                      <a16:creationId xmlns:a16="http://schemas.microsoft.com/office/drawing/2014/main" id="{43B24F7C-BAE0-A0E1-4AA9-B24C8CE69A86}"/>
                    </a:ext>
                  </a:extLst>
                </p:cNvPr>
                <p:cNvSpPr/>
                <p:nvPr/>
              </p:nvSpPr>
              <p:spPr>
                <a:xfrm>
                  <a:off x="3519738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2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2" name="pg221">
                  <a:extLst>
                    <a:ext uri="{FF2B5EF4-FFF2-40B4-BE49-F238E27FC236}">
                      <a16:creationId xmlns:a16="http://schemas.microsoft.com/office/drawing/2014/main" id="{62A2FCD7-C84B-318B-7F21-7E659E671D12}"/>
                    </a:ext>
                  </a:extLst>
                </p:cNvPr>
                <p:cNvSpPr/>
                <p:nvPr/>
              </p:nvSpPr>
              <p:spPr>
                <a:xfrm>
                  <a:off x="3601176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3" name="pg222">
                  <a:extLst>
                    <a:ext uri="{FF2B5EF4-FFF2-40B4-BE49-F238E27FC236}">
                      <a16:creationId xmlns:a16="http://schemas.microsoft.com/office/drawing/2014/main" id="{5E4B1544-A1F1-21C7-5BA0-36A4017806C5}"/>
                    </a:ext>
                  </a:extLst>
                </p:cNvPr>
                <p:cNvSpPr/>
                <p:nvPr/>
              </p:nvSpPr>
              <p:spPr>
                <a:xfrm>
                  <a:off x="3682613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4" name="pg223">
                  <a:extLst>
                    <a:ext uri="{FF2B5EF4-FFF2-40B4-BE49-F238E27FC236}">
                      <a16:creationId xmlns:a16="http://schemas.microsoft.com/office/drawing/2014/main" id="{5FA01090-38CB-1747-BC4C-50506FCC61CE}"/>
                    </a:ext>
                  </a:extLst>
                </p:cNvPr>
                <p:cNvSpPr/>
                <p:nvPr/>
              </p:nvSpPr>
              <p:spPr>
                <a:xfrm>
                  <a:off x="3764050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2B9AB">
                    <a:alpha val="100000"/>
                  </a:srgbClr>
                </a:solidFill>
                <a:ln w="5420" cap="flat">
                  <a:solidFill>
                    <a:srgbClr val="59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5" name="pg224">
                  <a:extLst>
                    <a:ext uri="{FF2B5EF4-FFF2-40B4-BE49-F238E27FC236}">
                      <a16:creationId xmlns:a16="http://schemas.microsoft.com/office/drawing/2014/main" id="{29F42C6E-60DA-7A45-CC13-655F08B14F2D}"/>
                    </a:ext>
                  </a:extLst>
                </p:cNvPr>
                <p:cNvSpPr/>
                <p:nvPr/>
              </p:nvSpPr>
              <p:spPr>
                <a:xfrm>
                  <a:off x="3845487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7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6" name="pg225">
                  <a:extLst>
                    <a:ext uri="{FF2B5EF4-FFF2-40B4-BE49-F238E27FC236}">
                      <a16:creationId xmlns:a16="http://schemas.microsoft.com/office/drawing/2014/main" id="{559C15DA-4F8A-530D-6A9D-5F994F9AB5D5}"/>
                    </a:ext>
                  </a:extLst>
                </p:cNvPr>
                <p:cNvSpPr/>
                <p:nvPr/>
              </p:nvSpPr>
              <p:spPr>
                <a:xfrm>
                  <a:off x="4171236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7" name="pg226">
                  <a:extLst>
                    <a:ext uri="{FF2B5EF4-FFF2-40B4-BE49-F238E27FC236}">
                      <a16:creationId xmlns:a16="http://schemas.microsoft.com/office/drawing/2014/main" id="{778EA3F6-42C3-B675-DB37-ADE4A2AC02AE}"/>
                    </a:ext>
                  </a:extLst>
                </p:cNvPr>
                <p:cNvSpPr/>
                <p:nvPr/>
              </p:nvSpPr>
              <p:spPr>
                <a:xfrm>
                  <a:off x="4252673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8" name="pg227">
                  <a:extLst>
                    <a:ext uri="{FF2B5EF4-FFF2-40B4-BE49-F238E27FC236}">
                      <a16:creationId xmlns:a16="http://schemas.microsoft.com/office/drawing/2014/main" id="{AC077E1A-0E46-24DE-7795-EDB2040FD880}"/>
                    </a:ext>
                  </a:extLst>
                </p:cNvPr>
                <p:cNvSpPr/>
                <p:nvPr/>
              </p:nvSpPr>
              <p:spPr>
                <a:xfrm>
                  <a:off x="4334110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29" name="pg228">
                  <a:extLst>
                    <a:ext uri="{FF2B5EF4-FFF2-40B4-BE49-F238E27FC236}">
                      <a16:creationId xmlns:a16="http://schemas.microsoft.com/office/drawing/2014/main" id="{ADE76815-4001-A2B5-1250-C28BD50122BD}"/>
                    </a:ext>
                  </a:extLst>
                </p:cNvPr>
                <p:cNvSpPr/>
                <p:nvPr/>
              </p:nvSpPr>
              <p:spPr>
                <a:xfrm>
                  <a:off x="4415547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0" name="pg229">
                  <a:extLst>
                    <a:ext uri="{FF2B5EF4-FFF2-40B4-BE49-F238E27FC236}">
                      <a16:creationId xmlns:a16="http://schemas.microsoft.com/office/drawing/2014/main" id="{C42EC709-BF04-F233-5005-9A12F756AF53}"/>
                    </a:ext>
                  </a:extLst>
                </p:cNvPr>
                <p:cNvSpPr/>
                <p:nvPr/>
              </p:nvSpPr>
              <p:spPr>
                <a:xfrm>
                  <a:off x="4496984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1" name="pg230">
                  <a:extLst>
                    <a:ext uri="{FF2B5EF4-FFF2-40B4-BE49-F238E27FC236}">
                      <a16:creationId xmlns:a16="http://schemas.microsoft.com/office/drawing/2014/main" id="{0F194458-B602-0742-F606-EAB5EAC1F18E}"/>
                    </a:ext>
                  </a:extLst>
                </p:cNvPr>
                <p:cNvSpPr/>
                <p:nvPr/>
              </p:nvSpPr>
              <p:spPr>
                <a:xfrm>
                  <a:off x="4578421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8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2" name="pg231">
                  <a:extLst>
                    <a:ext uri="{FF2B5EF4-FFF2-40B4-BE49-F238E27FC236}">
                      <a16:creationId xmlns:a16="http://schemas.microsoft.com/office/drawing/2014/main" id="{5C6B0D8B-5DF6-2103-2A44-624521A3B1A1}"/>
                    </a:ext>
                  </a:extLst>
                </p:cNvPr>
                <p:cNvSpPr/>
                <p:nvPr/>
              </p:nvSpPr>
              <p:spPr>
                <a:xfrm>
                  <a:off x="4659858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9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3" name="pg232">
                  <a:extLst>
                    <a:ext uri="{FF2B5EF4-FFF2-40B4-BE49-F238E27FC236}">
                      <a16:creationId xmlns:a16="http://schemas.microsoft.com/office/drawing/2014/main" id="{71D81BB5-2E81-E352-AD6E-7692D44B6C45}"/>
                    </a:ext>
                  </a:extLst>
                </p:cNvPr>
                <p:cNvSpPr/>
                <p:nvPr/>
              </p:nvSpPr>
              <p:spPr>
                <a:xfrm>
                  <a:off x="4741296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4" name="pg233">
                  <a:extLst>
                    <a:ext uri="{FF2B5EF4-FFF2-40B4-BE49-F238E27FC236}">
                      <a16:creationId xmlns:a16="http://schemas.microsoft.com/office/drawing/2014/main" id="{1122F1D8-D345-51CB-2BA1-C97CC0E93E11}"/>
                    </a:ext>
                  </a:extLst>
                </p:cNvPr>
                <p:cNvSpPr/>
                <p:nvPr/>
              </p:nvSpPr>
              <p:spPr>
                <a:xfrm>
                  <a:off x="4822733" y="278970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5" name="pg234">
                  <a:extLst>
                    <a:ext uri="{FF2B5EF4-FFF2-40B4-BE49-F238E27FC236}">
                      <a16:creationId xmlns:a16="http://schemas.microsoft.com/office/drawing/2014/main" id="{5AA420C8-20C9-7886-EBF9-891211BDBAB9}"/>
                    </a:ext>
                  </a:extLst>
                </p:cNvPr>
                <p:cNvSpPr/>
                <p:nvPr/>
              </p:nvSpPr>
              <p:spPr>
                <a:xfrm>
                  <a:off x="2786804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6" name="pg235">
                  <a:extLst>
                    <a:ext uri="{FF2B5EF4-FFF2-40B4-BE49-F238E27FC236}">
                      <a16:creationId xmlns:a16="http://schemas.microsoft.com/office/drawing/2014/main" id="{AFBCD289-9C48-A27D-BFAC-120D289F2CF2}"/>
                    </a:ext>
                  </a:extLst>
                </p:cNvPr>
                <p:cNvSpPr/>
                <p:nvPr/>
              </p:nvSpPr>
              <p:spPr>
                <a:xfrm>
                  <a:off x="2868241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90DC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7" name="pg236">
                  <a:extLst>
                    <a:ext uri="{FF2B5EF4-FFF2-40B4-BE49-F238E27FC236}">
                      <a16:creationId xmlns:a16="http://schemas.microsoft.com/office/drawing/2014/main" id="{D8D155C9-5EEC-6750-E16F-15D3548A9B06}"/>
                    </a:ext>
                  </a:extLst>
                </p:cNvPr>
                <p:cNvSpPr/>
                <p:nvPr/>
              </p:nvSpPr>
              <p:spPr>
                <a:xfrm>
                  <a:off x="2949678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7D9BB">
                    <a:alpha val="100000"/>
                  </a:srgbClr>
                </a:solidFill>
                <a:ln w="5420" cap="flat">
                  <a:solidFill>
                    <a:srgbClr val="92DD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8" name="pg237">
                  <a:extLst>
                    <a:ext uri="{FF2B5EF4-FFF2-40B4-BE49-F238E27FC236}">
                      <a16:creationId xmlns:a16="http://schemas.microsoft.com/office/drawing/2014/main" id="{B29EC4A6-D4E3-FADA-E3A7-51FF7DF2E148}"/>
                    </a:ext>
                  </a:extLst>
                </p:cNvPr>
                <p:cNvSpPr/>
                <p:nvPr/>
              </p:nvSpPr>
              <p:spPr>
                <a:xfrm>
                  <a:off x="3031116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93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39" name="pg238">
                  <a:extLst>
                    <a:ext uri="{FF2B5EF4-FFF2-40B4-BE49-F238E27FC236}">
                      <a16:creationId xmlns:a16="http://schemas.microsoft.com/office/drawing/2014/main" id="{7442A904-872E-0213-9C8F-3DEC4A049285}"/>
                    </a:ext>
                  </a:extLst>
                </p:cNvPr>
                <p:cNvSpPr/>
                <p:nvPr/>
              </p:nvSpPr>
              <p:spPr>
                <a:xfrm>
                  <a:off x="3112553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0" name="pg239">
                  <a:extLst>
                    <a:ext uri="{FF2B5EF4-FFF2-40B4-BE49-F238E27FC236}">
                      <a16:creationId xmlns:a16="http://schemas.microsoft.com/office/drawing/2014/main" id="{F721493B-22A6-AFCB-219D-6ECE16F39955}"/>
                    </a:ext>
                  </a:extLst>
                </p:cNvPr>
                <p:cNvSpPr/>
                <p:nvPr/>
              </p:nvSpPr>
              <p:spPr>
                <a:xfrm>
                  <a:off x="3193990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8B9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1" name="pg240">
                  <a:extLst>
                    <a:ext uri="{FF2B5EF4-FFF2-40B4-BE49-F238E27FC236}">
                      <a16:creationId xmlns:a16="http://schemas.microsoft.com/office/drawing/2014/main" id="{A9A6034A-E8FB-67E7-BEAA-05A6FE30A2C1}"/>
                    </a:ext>
                  </a:extLst>
                </p:cNvPr>
                <p:cNvSpPr/>
                <p:nvPr/>
              </p:nvSpPr>
              <p:spPr>
                <a:xfrm>
                  <a:off x="3275427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BD5B6">
                    <a:alpha val="100000"/>
                  </a:srgbClr>
                </a:solidFill>
                <a:ln w="5420" cap="flat">
                  <a:solidFill>
                    <a:srgbClr val="88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2" name="pg241">
                  <a:extLst>
                    <a:ext uri="{FF2B5EF4-FFF2-40B4-BE49-F238E27FC236}">
                      <a16:creationId xmlns:a16="http://schemas.microsoft.com/office/drawing/2014/main" id="{8BE07B78-51B7-61F6-1785-F4FE13FE4AD8}"/>
                    </a:ext>
                  </a:extLst>
                </p:cNvPr>
                <p:cNvSpPr/>
                <p:nvPr/>
              </p:nvSpPr>
              <p:spPr>
                <a:xfrm>
                  <a:off x="3356864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1D2B2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3" name="pg242">
                  <a:extLst>
                    <a:ext uri="{FF2B5EF4-FFF2-40B4-BE49-F238E27FC236}">
                      <a16:creationId xmlns:a16="http://schemas.microsoft.com/office/drawing/2014/main" id="{B880DF90-F2D8-BAE1-A3D7-EC3ECD3237BB}"/>
                    </a:ext>
                  </a:extLst>
                </p:cNvPr>
                <p:cNvSpPr/>
                <p:nvPr/>
              </p:nvSpPr>
              <p:spPr>
                <a:xfrm>
                  <a:off x="3438301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4CFAD">
                    <a:alpha val="100000"/>
                  </a:srgbClr>
                </a:solidFill>
                <a:ln w="5420" cap="flat">
                  <a:solidFill>
                    <a:srgbClr val="76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4" name="pg243">
                  <a:extLst>
                    <a:ext uri="{FF2B5EF4-FFF2-40B4-BE49-F238E27FC236}">
                      <a16:creationId xmlns:a16="http://schemas.microsoft.com/office/drawing/2014/main" id="{7F4FD6CA-487A-9C27-B463-9DFBFC5746CA}"/>
                    </a:ext>
                  </a:extLst>
                </p:cNvPr>
                <p:cNvSpPr/>
                <p:nvPr/>
              </p:nvSpPr>
              <p:spPr>
                <a:xfrm>
                  <a:off x="3519738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60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5" name="pg244">
                  <a:extLst>
                    <a:ext uri="{FF2B5EF4-FFF2-40B4-BE49-F238E27FC236}">
                      <a16:creationId xmlns:a16="http://schemas.microsoft.com/office/drawing/2014/main" id="{AE63CABD-CC3C-FC5C-BFF4-53A7858B4684}"/>
                    </a:ext>
                  </a:extLst>
                </p:cNvPr>
                <p:cNvSpPr/>
                <p:nvPr/>
              </p:nvSpPr>
              <p:spPr>
                <a:xfrm>
                  <a:off x="3601176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C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6" name="pg245">
                  <a:extLst>
                    <a:ext uri="{FF2B5EF4-FFF2-40B4-BE49-F238E27FC236}">
                      <a16:creationId xmlns:a16="http://schemas.microsoft.com/office/drawing/2014/main" id="{1F5A16C3-B478-A5EE-EF65-0986CCED6332}"/>
                    </a:ext>
                  </a:extLst>
                </p:cNvPr>
                <p:cNvSpPr/>
                <p:nvPr/>
              </p:nvSpPr>
              <p:spPr>
                <a:xfrm>
                  <a:off x="3682613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7" name="pg246">
                  <a:extLst>
                    <a:ext uri="{FF2B5EF4-FFF2-40B4-BE49-F238E27FC236}">
                      <a16:creationId xmlns:a16="http://schemas.microsoft.com/office/drawing/2014/main" id="{55885865-7468-64C4-D647-9B5BA9A305B7}"/>
                    </a:ext>
                  </a:extLst>
                </p:cNvPr>
                <p:cNvSpPr/>
                <p:nvPr/>
              </p:nvSpPr>
              <p:spPr>
                <a:xfrm>
                  <a:off x="3764050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8" name="pg247">
                  <a:extLst>
                    <a:ext uri="{FF2B5EF4-FFF2-40B4-BE49-F238E27FC236}">
                      <a16:creationId xmlns:a16="http://schemas.microsoft.com/office/drawing/2014/main" id="{FCBFCA3B-2241-B588-900F-90C4B3C3C479}"/>
                    </a:ext>
                  </a:extLst>
                </p:cNvPr>
                <p:cNvSpPr/>
                <p:nvPr/>
              </p:nvSpPr>
              <p:spPr>
                <a:xfrm>
                  <a:off x="3845487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49" name="pg248">
                  <a:extLst>
                    <a:ext uri="{FF2B5EF4-FFF2-40B4-BE49-F238E27FC236}">
                      <a16:creationId xmlns:a16="http://schemas.microsoft.com/office/drawing/2014/main" id="{3D417DB3-EB2E-EE6A-B08D-197CC9AE56E7}"/>
                    </a:ext>
                  </a:extLst>
                </p:cNvPr>
                <p:cNvSpPr/>
                <p:nvPr/>
              </p:nvSpPr>
              <p:spPr>
                <a:xfrm>
                  <a:off x="3926924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0" name="pg249">
                  <a:extLst>
                    <a:ext uri="{FF2B5EF4-FFF2-40B4-BE49-F238E27FC236}">
                      <a16:creationId xmlns:a16="http://schemas.microsoft.com/office/drawing/2014/main" id="{7D623063-EB0E-ABCF-72DB-3270E4709A26}"/>
                    </a:ext>
                  </a:extLst>
                </p:cNvPr>
                <p:cNvSpPr/>
                <p:nvPr/>
              </p:nvSpPr>
              <p:spPr>
                <a:xfrm>
                  <a:off x="4252673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1" name="pg250">
                  <a:extLst>
                    <a:ext uri="{FF2B5EF4-FFF2-40B4-BE49-F238E27FC236}">
                      <a16:creationId xmlns:a16="http://schemas.microsoft.com/office/drawing/2014/main" id="{5C4850DD-7711-9498-95C6-47F6F0874673}"/>
                    </a:ext>
                  </a:extLst>
                </p:cNvPr>
                <p:cNvSpPr/>
                <p:nvPr/>
              </p:nvSpPr>
              <p:spPr>
                <a:xfrm>
                  <a:off x="4334110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2" name="pg251">
                  <a:extLst>
                    <a:ext uri="{FF2B5EF4-FFF2-40B4-BE49-F238E27FC236}">
                      <a16:creationId xmlns:a16="http://schemas.microsoft.com/office/drawing/2014/main" id="{ECA81CC4-0B03-6676-1FCB-272FB887D2CC}"/>
                    </a:ext>
                  </a:extLst>
                </p:cNvPr>
                <p:cNvSpPr/>
                <p:nvPr/>
              </p:nvSpPr>
              <p:spPr>
                <a:xfrm>
                  <a:off x="4415547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3" name="pg252">
                  <a:extLst>
                    <a:ext uri="{FF2B5EF4-FFF2-40B4-BE49-F238E27FC236}">
                      <a16:creationId xmlns:a16="http://schemas.microsoft.com/office/drawing/2014/main" id="{2118829E-A343-4108-223F-19D8A0336E6B}"/>
                    </a:ext>
                  </a:extLst>
                </p:cNvPr>
                <p:cNvSpPr/>
                <p:nvPr/>
              </p:nvSpPr>
              <p:spPr>
                <a:xfrm>
                  <a:off x="4496984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4" name="pg253">
                  <a:extLst>
                    <a:ext uri="{FF2B5EF4-FFF2-40B4-BE49-F238E27FC236}">
                      <a16:creationId xmlns:a16="http://schemas.microsoft.com/office/drawing/2014/main" id="{15618D67-0F63-321A-EEC9-6FEEB3E38B3B}"/>
                    </a:ext>
                  </a:extLst>
                </p:cNvPr>
                <p:cNvSpPr/>
                <p:nvPr/>
              </p:nvSpPr>
              <p:spPr>
                <a:xfrm>
                  <a:off x="4578421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5" name="pg254">
                  <a:extLst>
                    <a:ext uri="{FF2B5EF4-FFF2-40B4-BE49-F238E27FC236}">
                      <a16:creationId xmlns:a16="http://schemas.microsoft.com/office/drawing/2014/main" id="{C0E8B2B1-9F5C-778F-E76C-1F04D55ECB54}"/>
                    </a:ext>
                  </a:extLst>
                </p:cNvPr>
                <p:cNvSpPr/>
                <p:nvPr/>
              </p:nvSpPr>
              <p:spPr>
                <a:xfrm>
                  <a:off x="4659858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6" name="pg255">
                  <a:extLst>
                    <a:ext uri="{FF2B5EF4-FFF2-40B4-BE49-F238E27FC236}">
                      <a16:creationId xmlns:a16="http://schemas.microsoft.com/office/drawing/2014/main" id="{F16C8903-EB2F-8CBF-7E4A-F9FE407B2DF1}"/>
                    </a:ext>
                  </a:extLst>
                </p:cNvPr>
                <p:cNvSpPr/>
                <p:nvPr/>
              </p:nvSpPr>
              <p:spPr>
                <a:xfrm>
                  <a:off x="4741296" y="289301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7" name="pg256">
                  <a:extLst>
                    <a:ext uri="{FF2B5EF4-FFF2-40B4-BE49-F238E27FC236}">
                      <a16:creationId xmlns:a16="http://schemas.microsoft.com/office/drawing/2014/main" id="{8CE472D0-BCF7-BC1C-4159-76029B9793A4}"/>
                    </a:ext>
                  </a:extLst>
                </p:cNvPr>
                <p:cNvSpPr/>
                <p:nvPr/>
              </p:nvSpPr>
              <p:spPr>
                <a:xfrm>
                  <a:off x="2786804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CDBBE">
                    <a:alpha val="100000"/>
                  </a:srgbClr>
                </a:solidFill>
                <a:ln w="5420" cap="flat">
                  <a:solidFill>
                    <a:srgbClr val="97DE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8" name="pg257">
                  <a:extLst>
                    <a:ext uri="{FF2B5EF4-FFF2-40B4-BE49-F238E27FC236}">
                      <a16:creationId xmlns:a16="http://schemas.microsoft.com/office/drawing/2014/main" id="{7A69DD42-62B8-BE9B-C32C-DA2A1F4037F8}"/>
                    </a:ext>
                  </a:extLst>
                </p:cNvPr>
                <p:cNvSpPr/>
                <p:nvPr/>
              </p:nvSpPr>
              <p:spPr>
                <a:xfrm>
                  <a:off x="2868241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3DDC0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59" name="pg258">
                  <a:extLst>
                    <a:ext uri="{FF2B5EF4-FFF2-40B4-BE49-F238E27FC236}">
                      <a16:creationId xmlns:a16="http://schemas.microsoft.com/office/drawing/2014/main" id="{79D28EDA-4584-D67B-9718-2B181101521A}"/>
                    </a:ext>
                  </a:extLst>
                </p:cNvPr>
                <p:cNvSpPr/>
                <p:nvPr/>
              </p:nvSpPr>
              <p:spPr>
                <a:xfrm>
                  <a:off x="2949678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0" name="pg259">
                  <a:extLst>
                    <a:ext uri="{FF2B5EF4-FFF2-40B4-BE49-F238E27FC236}">
                      <a16:creationId xmlns:a16="http://schemas.microsoft.com/office/drawing/2014/main" id="{515F1D4A-3F34-085A-63AC-223228693591}"/>
                    </a:ext>
                  </a:extLst>
                </p:cNvPr>
                <p:cNvSpPr/>
                <p:nvPr/>
              </p:nvSpPr>
              <p:spPr>
                <a:xfrm>
                  <a:off x="3031116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1" name="pg260">
                  <a:extLst>
                    <a:ext uri="{FF2B5EF4-FFF2-40B4-BE49-F238E27FC236}">
                      <a16:creationId xmlns:a16="http://schemas.microsoft.com/office/drawing/2014/main" id="{FA943721-1F2B-34AC-C679-17CEE98B87AD}"/>
                    </a:ext>
                  </a:extLst>
                </p:cNvPr>
                <p:cNvSpPr/>
                <p:nvPr/>
              </p:nvSpPr>
              <p:spPr>
                <a:xfrm>
                  <a:off x="3112553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2" name="pg261">
                  <a:extLst>
                    <a:ext uri="{FF2B5EF4-FFF2-40B4-BE49-F238E27FC236}">
                      <a16:creationId xmlns:a16="http://schemas.microsoft.com/office/drawing/2014/main" id="{5A1B1898-28AC-FBCE-37D7-C9AC590EF936}"/>
                    </a:ext>
                  </a:extLst>
                </p:cNvPr>
                <p:cNvSpPr/>
                <p:nvPr/>
              </p:nvSpPr>
              <p:spPr>
                <a:xfrm>
                  <a:off x="3193990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2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3" name="pg262">
                  <a:extLst>
                    <a:ext uri="{FF2B5EF4-FFF2-40B4-BE49-F238E27FC236}">
                      <a16:creationId xmlns:a16="http://schemas.microsoft.com/office/drawing/2014/main" id="{004400A5-2400-1C00-6744-073DBDC9B4A9}"/>
                    </a:ext>
                  </a:extLst>
                </p:cNvPr>
                <p:cNvSpPr/>
                <p:nvPr/>
              </p:nvSpPr>
              <p:spPr>
                <a:xfrm>
                  <a:off x="3275427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DDBBE">
                    <a:alpha val="100000"/>
                  </a:srgbClr>
                </a:solidFill>
                <a:ln w="5420" cap="flat">
                  <a:solidFill>
                    <a:srgbClr val="98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4" name="pg263">
                  <a:extLst>
                    <a:ext uri="{FF2B5EF4-FFF2-40B4-BE49-F238E27FC236}">
                      <a16:creationId xmlns:a16="http://schemas.microsoft.com/office/drawing/2014/main" id="{5F7FDD49-27A1-47F3-3033-3C8C761C871C}"/>
                    </a:ext>
                  </a:extLst>
                </p:cNvPr>
                <p:cNvSpPr/>
                <p:nvPr/>
              </p:nvSpPr>
              <p:spPr>
                <a:xfrm>
                  <a:off x="3356864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7B9">
                    <a:alpha val="100000"/>
                  </a:srgbClr>
                </a:solidFill>
                <a:ln w="5420" cap="flat">
                  <a:solidFill>
                    <a:srgbClr val="8E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5" name="pg264">
                  <a:extLst>
                    <a:ext uri="{FF2B5EF4-FFF2-40B4-BE49-F238E27FC236}">
                      <a16:creationId xmlns:a16="http://schemas.microsoft.com/office/drawing/2014/main" id="{E7024203-A66E-0529-B029-8CA3A3DC9ADE}"/>
                    </a:ext>
                  </a:extLst>
                </p:cNvPr>
                <p:cNvSpPr/>
                <p:nvPr/>
              </p:nvSpPr>
              <p:spPr>
                <a:xfrm>
                  <a:off x="3438301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82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6" name="pg265">
                  <a:extLst>
                    <a:ext uri="{FF2B5EF4-FFF2-40B4-BE49-F238E27FC236}">
                      <a16:creationId xmlns:a16="http://schemas.microsoft.com/office/drawing/2014/main" id="{DD3DA8C5-3E27-C952-413A-C2A3D83EC4A0}"/>
                    </a:ext>
                  </a:extLst>
                </p:cNvPr>
                <p:cNvSpPr/>
                <p:nvPr/>
              </p:nvSpPr>
              <p:spPr>
                <a:xfrm>
                  <a:off x="3519738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7" name="pg266">
                  <a:extLst>
                    <a:ext uri="{FF2B5EF4-FFF2-40B4-BE49-F238E27FC236}">
                      <a16:creationId xmlns:a16="http://schemas.microsoft.com/office/drawing/2014/main" id="{BB255D36-4AFB-C1CA-CB8C-257932023058}"/>
                    </a:ext>
                  </a:extLst>
                </p:cNvPr>
                <p:cNvSpPr/>
                <p:nvPr/>
              </p:nvSpPr>
              <p:spPr>
                <a:xfrm>
                  <a:off x="3601176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8" name="pg267">
                  <a:extLst>
                    <a:ext uri="{FF2B5EF4-FFF2-40B4-BE49-F238E27FC236}">
                      <a16:creationId xmlns:a16="http://schemas.microsoft.com/office/drawing/2014/main" id="{09E74B0C-D13B-C8C1-7DBB-EF2E266FA24D}"/>
                    </a:ext>
                  </a:extLst>
                </p:cNvPr>
                <p:cNvSpPr/>
                <p:nvPr/>
              </p:nvSpPr>
              <p:spPr>
                <a:xfrm>
                  <a:off x="3682613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B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69" name="pg268">
                  <a:extLst>
                    <a:ext uri="{FF2B5EF4-FFF2-40B4-BE49-F238E27FC236}">
                      <a16:creationId xmlns:a16="http://schemas.microsoft.com/office/drawing/2014/main" id="{0BC6EE41-DFA8-8C23-730A-F6307EE4FA7D}"/>
                    </a:ext>
                  </a:extLst>
                </p:cNvPr>
                <p:cNvSpPr/>
                <p:nvPr/>
              </p:nvSpPr>
              <p:spPr>
                <a:xfrm>
                  <a:off x="3764050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7AB">
                    <a:alpha val="100000"/>
                  </a:srgbClr>
                </a:solidFill>
                <a:ln w="5420" cap="flat">
                  <a:solidFill>
                    <a:srgbClr val="58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0" name="pg269">
                  <a:extLst>
                    <a:ext uri="{FF2B5EF4-FFF2-40B4-BE49-F238E27FC236}">
                      <a16:creationId xmlns:a16="http://schemas.microsoft.com/office/drawing/2014/main" id="{7FA0382B-F1AE-147B-EDEC-120303594D1E}"/>
                    </a:ext>
                  </a:extLst>
                </p:cNvPr>
                <p:cNvSpPr/>
                <p:nvPr/>
              </p:nvSpPr>
              <p:spPr>
                <a:xfrm>
                  <a:off x="3845487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1" name="pg270">
                  <a:extLst>
                    <a:ext uri="{FF2B5EF4-FFF2-40B4-BE49-F238E27FC236}">
                      <a16:creationId xmlns:a16="http://schemas.microsoft.com/office/drawing/2014/main" id="{AEA1014D-0F00-7A55-58A4-1DB58A62E684}"/>
                    </a:ext>
                  </a:extLst>
                </p:cNvPr>
                <p:cNvSpPr/>
                <p:nvPr/>
              </p:nvSpPr>
              <p:spPr>
                <a:xfrm>
                  <a:off x="3926924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2" name="pg271">
                  <a:extLst>
                    <a:ext uri="{FF2B5EF4-FFF2-40B4-BE49-F238E27FC236}">
                      <a16:creationId xmlns:a16="http://schemas.microsoft.com/office/drawing/2014/main" id="{39A5D38C-24BB-2D01-6118-D869523E2AAE}"/>
                    </a:ext>
                  </a:extLst>
                </p:cNvPr>
                <p:cNvSpPr/>
                <p:nvPr/>
              </p:nvSpPr>
              <p:spPr>
                <a:xfrm>
                  <a:off x="4252673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3" name="pg272">
                  <a:extLst>
                    <a:ext uri="{FF2B5EF4-FFF2-40B4-BE49-F238E27FC236}">
                      <a16:creationId xmlns:a16="http://schemas.microsoft.com/office/drawing/2014/main" id="{2389F5B6-67D8-2127-3F74-86139C79F672}"/>
                    </a:ext>
                  </a:extLst>
                </p:cNvPr>
                <p:cNvSpPr/>
                <p:nvPr/>
              </p:nvSpPr>
              <p:spPr>
                <a:xfrm>
                  <a:off x="4334110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BA9">
                    <a:alpha val="100000"/>
                  </a:srgbClr>
                </a:solidFill>
                <a:ln w="5420" cap="flat">
                  <a:solidFill>
                    <a:srgbClr val="44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4" name="pg273">
                  <a:extLst>
                    <a:ext uri="{FF2B5EF4-FFF2-40B4-BE49-F238E27FC236}">
                      <a16:creationId xmlns:a16="http://schemas.microsoft.com/office/drawing/2014/main" id="{59109778-C505-A8A4-6BAC-54939B461E84}"/>
                    </a:ext>
                  </a:extLst>
                </p:cNvPr>
                <p:cNvSpPr/>
                <p:nvPr/>
              </p:nvSpPr>
              <p:spPr>
                <a:xfrm>
                  <a:off x="4415547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5" name="pg274">
                  <a:extLst>
                    <a:ext uri="{FF2B5EF4-FFF2-40B4-BE49-F238E27FC236}">
                      <a16:creationId xmlns:a16="http://schemas.microsoft.com/office/drawing/2014/main" id="{4CE969A6-2AC1-D1B1-8331-C0530679B235}"/>
                    </a:ext>
                  </a:extLst>
                </p:cNvPr>
                <p:cNvSpPr/>
                <p:nvPr/>
              </p:nvSpPr>
              <p:spPr>
                <a:xfrm>
                  <a:off x="4496984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6" name="pg275">
                  <a:extLst>
                    <a:ext uri="{FF2B5EF4-FFF2-40B4-BE49-F238E27FC236}">
                      <a16:creationId xmlns:a16="http://schemas.microsoft.com/office/drawing/2014/main" id="{F45A3D21-C4E5-580C-D451-60BCADFF1652}"/>
                    </a:ext>
                  </a:extLst>
                </p:cNvPr>
                <p:cNvSpPr/>
                <p:nvPr/>
              </p:nvSpPr>
              <p:spPr>
                <a:xfrm>
                  <a:off x="4578421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7" name="pg276">
                  <a:extLst>
                    <a:ext uri="{FF2B5EF4-FFF2-40B4-BE49-F238E27FC236}">
                      <a16:creationId xmlns:a16="http://schemas.microsoft.com/office/drawing/2014/main" id="{29BD631B-AA8A-83E8-9058-A72932360382}"/>
                    </a:ext>
                  </a:extLst>
                </p:cNvPr>
                <p:cNvSpPr/>
                <p:nvPr/>
              </p:nvSpPr>
              <p:spPr>
                <a:xfrm>
                  <a:off x="4659858" y="299633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1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8" name="pg277">
                  <a:extLst>
                    <a:ext uri="{FF2B5EF4-FFF2-40B4-BE49-F238E27FC236}">
                      <a16:creationId xmlns:a16="http://schemas.microsoft.com/office/drawing/2014/main" id="{5947C65D-8050-2AD6-8D47-9CE8DFDDA42F}"/>
                    </a:ext>
                  </a:extLst>
                </p:cNvPr>
                <p:cNvSpPr/>
                <p:nvPr/>
              </p:nvSpPr>
              <p:spPr>
                <a:xfrm>
                  <a:off x="2705367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99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79" name="pg278">
                  <a:extLst>
                    <a:ext uri="{FF2B5EF4-FFF2-40B4-BE49-F238E27FC236}">
                      <a16:creationId xmlns:a16="http://schemas.microsoft.com/office/drawing/2014/main" id="{906BB634-4D61-20B9-015A-2D5780DF644B}"/>
                    </a:ext>
                  </a:extLst>
                </p:cNvPr>
                <p:cNvSpPr/>
                <p:nvPr/>
              </p:nvSpPr>
              <p:spPr>
                <a:xfrm>
                  <a:off x="2786804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8DEC3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0" name="pg279">
                  <a:extLst>
                    <a:ext uri="{FF2B5EF4-FFF2-40B4-BE49-F238E27FC236}">
                      <a16:creationId xmlns:a16="http://schemas.microsoft.com/office/drawing/2014/main" id="{E0249E15-4818-DDC5-7784-E9CE46F8986C}"/>
                    </a:ext>
                  </a:extLst>
                </p:cNvPr>
                <p:cNvSpPr/>
                <p:nvPr/>
              </p:nvSpPr>
              <p:spPr>
                <a:xfrm>
                  <a:off x="2868241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1" name="pg280">
                  <a:extLst>
                    <a:ext uri="{FF2B5EF4-FFF2-40B4-BE49-F238E27FC236}">
                      <a16:creationId xmlns:a16="http://schemas.microsoft.com/office/drawing/2014/main" id="{DA3AAE37-E20D-4871-6750-C9530B6F599D}"/>
                    </a:ext>
                  </a:extLst>
                </p:cNvPr>
                <p:cNvSpPr/>
                <p:nvPr/>
              </p:nvSpPr>
              <p:spPr>
                <a:xfrm>
                  <a:off x="2949678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2" name="pg281">
                  <a:extLst>
                    <a:ext uri="{FF2B5EF4-FFF2-40B4-BE49-F238E27FC236}">
                      <a16:creationId xmlns:a16="http://schemas.microsoft.com/office/drawing/2014/main" id="{A19CBAC5-8FBE-1718-38DF-A51AD48CC9AD}"/>
                    </a:ext>
                  </a:extLst>
                </p:cNvPr>
                <p:cNvSpPr/>
                <p:nvPr/>
              </p:nvSpPr>
              <p:spPr>
                <a:xfrm>
                  <a:off x="3031116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3" name="pg282">
                  <a:extLst>
                    <a:ext uri="{FF2B5EF4-FFF2-40B4-BE49-F238E27FC236}">
                      <a16:creationId xmlns:a16="http://schemas.microsoft.com/office/drawing/2014/main" id="{3A0CE622-AD3B-4768-741E-42DE186D2EF7}"/>
                    </a:ext>
                  </a:extLst>
                </p:cNvPr>
                <p:cNvSpPr/>
                <p:nvPr/>
              </p:nvSpPr>
              <p:spPr>
                <a:xfrm>
                  <a:off x="3112553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4" name="pg283">
                  <a:extLst>
                    <a:ext uri="{FF2B5EF4-FFF2-40B4-BE49-F238E27FC236}">
                      <a16:creationId xmlns:a16="http://schemas.microsoft.com/office/drawing/2014/main" id="{0F5E674A-BE1D-7B98-78E3-93139EF32169}"/>
                    </a:ext>
                  </a:extLst>
                </p:cNvPr>
                <p:cNvSpPr/>
                <p:nvPr/>
              </p:nvSpPr>
              <p:spPr>
                <a:xfrm>
                  <a:off x="3193990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8E3CA">
                    <a:alpha val="100000"/>
                  </a:srgbClr>
                </a:solidFill>
                <a:ln w="5420" cap="flat">
                  <a:solidFill>
                    <a:srgbClr val="AF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5" name="pg284">
                  <a:extLst>
                    <a:ext uri="{FF2B5EF4-FFF2-40B4-BE49-F238E27FC236}">
                      <a16:creationId xmlns:a16="http://schemas.microsoft.com/office/drawing/2014/main" id="{F8ECA41C-80B4-DDC3-4B7F-11ACF31F1440}"/>
                    </a:ext>
                  </a:extLst>
                </p:cNvPr>
                <p:cNvSpPr/>
                <p:nvPr/>
              </p:nvSpPr>
              <p:spPr>
                <a:xfrm>
                  <a:off x="3275427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0C6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6" name="pg285">
                  <a:extLst>
                    <a:ext uri="{FF2B5EF4-FFF2-40B4-BE49-F238E27FC236}">
                      <a16:creationId xmlns:a16="http://schemas.microsoft.com/office/drawing/2014/main" id="{96DFE66A-613E-AEA2-E3D4-83A29860A2C3}"/>
                    </a:ext>
                  </a:extLst>
                </p:cNvPr>
                <p:cNvSpPr/>
                <p:nvPr/>
              </p:nvSpPr>
              <p:spPr>
                <a:xfrm>
                  <a:off x="3356864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7" name="pg286">
                  <a:extLst>
                    <a:ext uri="{FF2B5EF4-FFF2-40B4-BE49-F238E27FC236}">
                      <a16:creationId xmlns:a16="http://schemas.microsoft.com/office/drawing/2014/main" id="{F58B0F0F-7EB4-7021-ADFE-D2520F10E61C}"/>
                    </a:ext>
                  </a:extLst>
                </p:cNvPr>
                <p:cNvSpPr/>
                <p:nvPr/>
              </p:nvSpPr>
              <p:spPr>
                <a:xfrm>
                  <a:off x="3438301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E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8" name="pg287">
                  <a:extLst>
                    <a:ext uri="{FF2B5EF4-FFF2-40B4-BE49-F238E27FC236}">
                      <a16:creationId xmlns:a16="http://schemas.microsoft.com/office/drawing/2014/main" id="{6AFF6903-E1F4-C3F1-CB54-645557110353}"/>
                    </a:ext>
                  </a:extLst>
                </p:cNvPr>
                <p:cNvSpPr/>
                <p:nvPr/>
              </p:nvSpPr>
              <p:spPr>
                <a:xfrm>
                  <a:off x="3519738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89" name="pg288">
                  <a:extLst>
                    <a:ext uri="{FF2B5EF4-FFF2-40B4-BE49-F238E27FC236}">
                      <a16:creationId xmlns:a16="http://schemas.microsoft.com/office/drawing/2014/main" id="{8F675E97-1276-C4AF-E07D-EA3A4975BC6D}"/>
                    </a:ext>
                  </a:extLst>
                </p:cNvPr>
                <p:cNvSpPr/>
                <p:nvPr/>
              </p:nvSpPr>
              <p:spPr>
                <a:xfrm>
                  <a:off x="3601176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0" name="pg289">
                  <a:extLst>
                    <a:ext uri="{FF2B5EF4-FFF2-40B4-BE49-F238E27FC236}">
                      <a16:creationId xmlns:a16="http://schemas.microsoft.com/office/drawing/2014/main" id="{54199415-665B-BBD9-76E2-791D5E7AD6EF}"/>
                    </a:ext>
                  </a:extLst>
                </p:cNvPr>
                <p:cNvSpPr/>
                <p:nvPr/>
              </p:nvSpPr>
              <p:spPr>
                <a:xfrm>
                  <a:off x="3682613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1" name="pg290">
                  <a:extLst>
                    <a:ext uri="{FF2B5EF4-FFF2-40B4-BE49-F238E27FC236}">
                      <a16:creationId xmlns:a16="http://schemas.microsoft.com/office/drawing/2014/main" id="{42FC3C16-660E-578A-A602-7BB81E0D0F2A}"/>
                    </a:ext>
                  </a:extLst>
                </p:cNvPr>
                <p:cNvSpPr/>
                <p:nvPr/>
              </p:nvSpPr>
              <p:spPr>
                <a:xfrm>
                  <a:off x="3764050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7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2" name="pg291">
                  <a:extLst>
                    <a:ext uri="{FF2B5EF4-FFF2-40B4-BE49-F238E27FC236}">
                      <a16:creationId xmlns:a16="http://schemas.microsoft.com/office/drawing/2014/main" id="{6233F9A3-1E98-78F5-967A-F3471513A2E8}"/>
                    </a:ext>
                  </a:extLst>
                </p:cNvPr>
                <p:cNvSpPr/>
                <p:nvPr/>
              </p:nvSpPr>
              <p:spPr>
                <a:xfrm>
                  <a:off x="3845487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3" name="pg292">
                  <a:extLst>
                    <a:ext uri="{FF2B5EF4-FFF2-40B4-BE49-F238E27FC236}">
                      <a16:creationId xmlns:a16="http://schemas.microsoft.com/office/drawing/2014/main" id="{9DAA8A1B-11A5-EDC3-9793-B2829C984565}"/>
                    </a:ext>
                  </a:extLst>
                </p:cNvPr>
                <p:cNvSpPr/>
                <p:nvPr/>
              </p:nvSpPr>
              <p:spPr>
                <a:xfrm>
                  <a:off x="3926924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4" name="pg293">
                  <a:extLst>
                    <a:ext uri="{FF2B5EF4-FFF2-40B4-BE49-F238E27FC236}">
                      <a16:creationId xmlns:a16="http://schemas.microsoft.com/office/drawing/2014/main" id="{1366F2ED-4950-B029-0156-3BABA754617F}"/>
                    </a:ext>
                  </a:extLst>
                </p:cNvPr>
                <p:cNvSpPr/>
                <p:nvPr/>
              </p:nvSpPr>
              <p:spPr>
                <a:xfrm>
                  <a:off x="4008361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5" name="pg294">
                  <a:extLst>
                    <a:ext uri="{FF2B5EF4-FFF2-40B4-BE49-F238E27FC236}">
                      <a16:creationId xmlns:a16="http://schemas.microsoft.com/office/drawing/2014/main" id="{CBCDAF26-FA85-CBFE-D978-B6DE2B40815D}"/>
                    </a:ext>
                  </a:extLst>
                </p:cNvPr>
                <p:cNvSpPr/>
                <p:nvPr/>
              </p:nvSpPr>
              <p:spPr>
                <a:xfrm>
                  <a:off x="4252673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E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6" name="pg295">
                  <a:extLst>
                    <a:ext uri="{FF2B5EF4-FFF2-40B4-BE49-F238E27FC236}">
                      <a16:creationId xmlns:a16="http://schemas.microsoft.com/office/drawing/2014/main" id="{343E5426-6F88-A1BC-51A4-EB7A76112502}"/>
                    </a:ext>
                  </a:extLst>
                </p:cNvPr>
                <p:cNvSpPr/>
                <p:nvPr/>
              </p:nvSpPr>
              <p:spPr>
                <a:xfrm>
                  <a:off x="4334110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9AA9">
                    <a:alpha val="100000"/>
                  </a:srgbClr>
                </a:solidFill>
                <a:ln w="5420" cap="flat">
                  <a:solidFill>
                    <a:srgbClr val="44A7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7" name="pg296">
                  <a:extLst>
                    <a:ext uri="{FF2B5EF4-FFF2-40B4-BE49-F238E27FC236}">
                      <a16:creationId xmlns:a16="http://schemas.microsoft.com/office/drawing/2014/main" id="{A4A5CF3B-A312-39A8-3E49-21085C8FB478}"/>
                    </a:ext>
                  </a:extLst>
                </p:cNvPr>
                <p:cNvSpPr/>
                <p:nvPr/>
              </p:nvSpPr>
              <p:spPr>
                <a:xfrm>
                  <a:off x="4415547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8" name="pg297">
                  <a:extLst>
                    <a:ext uri="{FF2B5EF4-FFF2-40B4-BE49-F238E27FC236}">
                      <a16:creationId xmlns:a16="http://schemas.microsoft.com/office/drawing/2014/main" id="{01630E26-8383-7AC7-034D-6B93340B5A6E}"/>
                    </a:ext>
                  </a:extLst>
                </p:cNvPr>
                <p:cNvSpPr/>
                <p:nvPr/>
              </p:nvSpPr>
              <p:spPr>
                <a:xfrm>
                  <a:off x="4496984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999" name="pg298">
                  <a:extLst>
                    <a:ext uri="{FF2B5EF4-FFF2-40B4-BE49-F238E27FC236}">
                      <a16:creationId xmlns:a16="http://schemas.microsoft.com/office/drawing/2014/main" id="{4D0BD1C2-C2A9-8620-FFF4-846A6458CA0B}"/>
                    </a:ext>
                  </a:extLst>
                </p:cNvPr>
                <p:cNvSpPr/>
                <p:nvPr/>
              </p:nvSpPr>
              <p:spPr>
                <a:xfrm>
                  <a:off x="4578421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0" name="pg299">
                  <a:extLst>
                    <a:ext uri="{FF2B5EF4-FFF2-40B4-BE49-F238E27FC236}">
                      <a16:creationId xmlns:a16="http://schemas.microsoft.com/office/drawing/2014/main" id="{3235838E-1BBA-D465-16C9-69D4C0BB48A0}"/>
                    </a:ext>
                  </a:extLst>
                </p:cNvPr>
                <p:cNvSpPr/>
                <p:nvPr/>
              </p:nvSpPr>
              <p:spPr>
                <a:xfrm>
                  <a:off x="4659858" y="309964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1" name="pg300">
                  <a:extLst>
                    <a:ext uri="{FF2B5EF4-FFF2-40B4-BE49-F238E27FC236}">
                      <a16:creationId xmlns:a16="http://schemas.microsoft.com/office/drawing/2014/main" id="{B494C354-BD4C-62FE-BCBC-3F95F6AD95C9}"/>
                    </a:ext>
                  </a:extLst>
                </p:cNvPr>
                <p:cNvSpPr/>
                <p:nvPr/>
              </p:nvSpPr>
              <p:spPr>
                <a:xfrm>
                  <a:off x="2705367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2" name="pg301">
                  <a:extLst>
                    <a:ext uri="{FF2B5EF4-FFF2-40B4-BE49-F238E27FC236}">
                      <a16:creationId xmlns:a16="http://schemas.microsoft.com/office/drawing/2014/main" id="{BFBE9C50-51A3-D7F1-56C5-EC152849E1E8}"/>
                    </a:ext>
                  </a:extLst>
                </p:cNvPr>
                <p:cNvSpPr/>
                <p:nvPr/>
              </p:nvSpPr>
              <p:spPr>
                <a:xfrm>
                  <a:off x="2786804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3" name="pg302">
                  <a:extLst>
                    <a:ext uri="{FF2B5EF4-FFF2-40B4-BE49-F238E27FC236}">
                      <a16:creationId xmlns:a16="http://schemas.microsoft.com/office/drawing/2014/main" id="{9C260935-29CF-C000-1DEA-C0008CE63D67}"/>
                    </a:ext>
                  </a:extLst>
                </p:cNvPr>
                <p:cNvSpPr/>
                <p:nvPr/>
              </p:nvSpPr>
              <p:spPr>
                <a:xfrm>
                  <a:off x="2868241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B8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4" name="pg303">
                  <a:extLst>
                    <a:ext uri="{FF2B5EF4-FFF2-40B4-BE49-F238E27FC236}">
                      <a16:creationId xmlns:a16="http://schemas.microsoft.com/office/drawing/2014/main" id="{4A81C15F-AD91-A9F8-6232-8783A3A4D2C0}"/>
                    </a:ext>
                  </a:extLst>
                </p:cNvPr>
                <p:cNvSpPr/>
                <p:nvPr/>
              </p:nvSpPr>
              <p:spPr>
                <a:xfrm>
                  <a:off x="2949678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5" name="pg304">
                  <a:extLst>
                    <a:ext uri="{FF2B5EF4-FFF2-40B4-BE49-F238E27FC236}">
                      <a16:creationId xmlns:a16="http://schemas.microsoft.com/office/drawing/2014/main" id="{D5300974-B0B8-F948-A620-B2A1AF67BF3D}"/>
                    </a:ext>
                  </a:extLst>
                </p:cNvPr>
                <p:cNvSpPr/>
                <p:nvPr/>
              </p:nvSpPr>
              <p:spPr>
                <a:xfrm>
                  <a:off x="3031116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C6ED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6" name="pg305">
                  <a:extLst>
                    <a:ext uri="{FF2B5EF4-FFF2-40B4-BE49-F238E27FC236}">
                      <a16:creationId xmlns:a16="http://schemas.microsoft.com/office/drawing/2014/main" id="{8D880F4C-B8D3-4FEB-5E29-02272940EDE8}"/>
                    </a:ext>
                  </a:extLst>
                </p:cNvPr>
                <p:cNvSpPr/>
                <p:nvPr/>
              </p:nvSpPr>
              <p:spPr>
                <a:xfrm>
                  <a:off x="3112553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7" name="pg306">
                  <a:extLst>
                    <a:ext uri="{FF2B5EF4-FFF2-40B4-BE49-F238E27FC236}">
                      <a16:creationId xmlns:a16="http://schemas.microsoft.com/office/drawing/2014/main" id="{0600E0C5-8DB5-4134-A559-8A95E941ACBF}"/>
                    </a:ext>
                  </a:extLst>
                </p:cNvPr>
                <p:cNvSpPr/>
                <p:nvPr/>
              </p:nvSpPr>
              <p:spPr>
                <a:xfrm>
                  <a:off x="3193990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C4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8" name="pg307">
                  <a:extLst>
                    <a:ext uri="{FF2B5EF4-FFF2-40B4-BE49-F238E27FC236}">
                      <a16:creationId xmlns:a16="http://schemas.microsoft.com/office/drawing/2014/main" id="{D5AC673E-271A-E4CA-7DFC-5558A5106F7B}"/>
                    </a:ext>
                  </a:extLst>
                </p:cNvPr>
                <p:cNvSpPr/>
                <p:nvPr/>
              </p:nvSpPr>
              <p:spPr>
                <a:xfrm>
                  <a:off x="3275427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09" name="pg308">
                  <a:extLst>
                    <a:ext uri="{FF2B5EF4-FFF2-40B4-BE49-F238E27FC236}">
                      <a16:creationId xmlns:a16="http://schemas.microsoft.com/office/drawing/2014/main" id="{C1EFD5C1-C8E4-4204-0F61-6B85BCAC76CA}"/>
                    </a:ext>
                  </a:extLst>
                </p:cNvPr>
                <p:cNvSpPr/>
                <p:nvPr/>
              </p:nvSpPr>
              <p:spPr>
                <a:xfrm>
                  <a:off x="3356864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0" name="pg309">
                  <a:extLst>
                    <a:ext uri="{FF2B5EF4-FFF2-40B4-BE49-F238E27FC236}">
                      <a16:creationId xmlns:a16="http://schemas.microsoft.com/office/drawing/2014/main" id="{DA4DFBDC-B514-9F66-E121-9B24723903B5}"/>
                    </a:ext>
                  </a:extLst>
                </p:cNvPr>
                <p:cNvSpPr/>
                <p:nvPr/>
              </p:nvSpPr>
              <p:spPr>
                <a:xfrm>
                  <a:off x="3438301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1" name="pg310">
                  <a:extLst>
                    <a:ext uri="{FF2B5EF4-FFF2-40B4-BE49-F238E27FC236}">
                      <a16:creationId xmlns:a16="http://schemas.microsoft.com/office/drawing/2014/main" id="{2F143500-BD54-7126-0112-7899D0E4A621}"/>
                    </a:ext>
                  </a:extLst>
                </p:cNvPr>
                <p:cNvSpPr/>
                <p:nvPr/>
              </p:nvSpPr>
              <p:spPr>
                <a:xfrm>
                  <a:off x="3519738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1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2" name="pg311">
                  <a:extLst>
                    <a:ext uri="{FF2B5EF4-FFF2-40B4-BE49-F238E27FC236}">
                      <a16:creationId xmlns:a16="http://schemas.microsoft.com/office/drawing/2014/main" id="{8D5DB5CB-20AD-1DDC-6B02-E2E914249C35}"/>
                    </a:ext>
                  </a:extLst>
                </p:cNvPr>
                <p:cNvSpPr/>
                <p:nvPr/>
              </p:nvSpPr>
              <p:spPr>
                <a:xfrm>
                  <a:off x="3601176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3" name="pg312">
                  <a:extLst>
                    <a:ext uri="{FF2B5EF4-FFF2-40B4-BE49-F238E27FC236}">
                      <a16:creationId xmlns:a16="http://schemas.microsoft.com/office/drawing/2014/main" id="{474B11DB-B1F5-F99B-1012-70339901DD02}"/>
                    </a:ext>
                  </a:extLst>
                </p:cNvPr>
                <p:cNvSpPr/>
                <p:nvPr/>
              </p:nvSpPr>
              <p:spPr>
                <a:xfrm>
                  <a:off x="3682613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9C3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4" name="pg313">
                  <a:extLst>
                    <a:ext uri="{FF2B5EF4-FFF2-40B4-BE49-F238E27FC236}">
                      <a16:creationId xmlns:a16="http://schemas.microsoft.com/office/drawing/2014/main" id="{A446DB3E-B40B-06B5-8F58-2DA48B874B02}"/>
                    </a:ext>
                  </a:extLst>
                </p:cNvPr>
                <p:cNvSpPr/>
                <p:nvPr/>
              </p:nvSpPr>
              <p:spPr>
                <a:xfrm>
                  <a:off x="3764050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5" name="pg314">
                  <a:extLst>
                    <a:ext uri="{FF2B5EF4-FFF2-40B4-BE49-F238E27FC236}">
                      <a16:creationId xmlns:a16="http://schemas.microsoft.com/office/drawing/2014/main" id="{3047FA32-B10A-DF53-E405-1906E91B795D}"/>
                    </a:ext>
                  </a:extLst>
                </p:cNvPr>
                <p:cNvSpPr/>
                <p:nvPr/>
              </p:nvSpPr>
              <p:spPr>
                <a:xfrm>
                  <a:off x="3845487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6" name="pg315">
                  <a:extLst>
                    <a:ext uri="{FF2B5EF4-FFF2-40B4-BE49-F238E27FC236}">
                      <a16:creationId xmlns:a16="http://schemas.microsoft.com/office/drawing/2014/main" id="{D2B083D5-F333-42D2-55D6-BBB32B379335}"/>
                    </a:ext>
                  </a:extLst>
                </p:cNvPr>
                <p:cNvSpPr/>
                <p:nvPr/>
              </p:nvSpPr>
              <p:spPr>
                <a:xfrm>
                  <a:off x="3926924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7" name="pg316">
                  <a:extLst>
                    <a:ext uri="{FF2B5EF4-FFF2-40B4-BE49-F238E27FC236}">
                      <a16:creationId xmlns:a16="http://schemas.microsoft.com/office/drawing/2014/main" id="{2FE34E71-6D2C-F293-51B7-F3F29533614D}"/>
                    </a:ext>
                  </a:extLst>
                </p:cNvPr>
                <p:cNvSpPr/>
                <p:nvPr/>
              </p:nvSpPr>
              <p:spPr>
                <a:xfrm>
                  <a:off x="4008361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8" name="pg317">
                  <a:extLst>
                    <a:ext uri="{FF2B5EF4-FFF2-40B4-BE49-F238E27FC236}">
                      <a16:creationId xmlns:a16="http://schemas.microsoft.com/office/drawing/2014/main" id="{D02771D6-2309-DD67-0FF5-6DECEBE9AFB0}"/>
                    </a:ext>
                  </a:extLst>
                </p:cNvPr>
                <p:cNvSpPr/>
                <p:nvPr/>
              </p:nvSpPr>
              <p:spPr>
                <a:xfrm>
                  <a:off x="4089798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19" name="pg318">
                  <a:extLst>
                    <a:ext uri="{FF2B5EF4-FFF2-40B4-BE49-F238E27FC236}">
                      <a16:creationId xmlns:a16="http://schemas.microsoft.com/office/drawing/2014/main" id="{146EFC90-4600-1084-08B0-BA839501E799}"/>
                    </a:ext>
                  </a:extLst>
                </p:cNvPr>
                <p:cNvSpPr/>
                <p:nvPr/>
              </p:nvSpPr>
              <p:spPr>
                <a:xfrm>
                  <a:off x="4334110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0" name="pg319">
                  <a:extLst>
                    <a:ext uri="{FF2B5EF4-FFF2-40B4-BE49-F238E27FC236}">
                      <a16:creationId xmlns:a16="http://schemas.microsoft.com/office/drawing/2014/main" id="{1E8943E9-4E57-6737-0E6A-BA1D22740653}"/>
                    </a:ext>
                  </a:extLst>
                </p:cNvPr>
                <p:cNvSpPr/>
                <p:nvPr/>
              </p:nvSpPr>
              <p:spPr>
                <a:xfrm>
                  <a:off x="4415547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1" name="pg320">
                  <a:extLst>
                    <a:ext uri="{FF2B5EF4-FFF2-40B4-BE49-F238E27FC236}">
                      <a16:creationId xmlns:a16="http://schemas.microsoft.com/office/drawing/2014/main" id="{9C1B59F2-20A4-B09F-6823-2D8D4A613543}"/>
                    </a:ext>
                  </a:extLst>
                </p:cNvPr>
                <p:cNvSpPr/>
                <p:nvPr/>
              </p:nvSpPr>
              <p:spPr>
                <a:xfrm>
                  <a:off x="4496984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2" name="pg321">
                  <a:extLst>
                    <a:ext uri="{FF2B5EF4-FFF2-40B4-BE49-F238E27FC236}">
                      <a16:creationId xmlns:a16="http://schemas.microsoft.com/office/drawing/2014/main" id="{5AE50C4B-12A6-3AE3-919B-A2724D850420}"/>
                    </a:ext>
                  </a:extLst>
                </p:cNvPr>
                <p:cNvSpPr/>
                <p:nvPr/>
              </p:nvSpPr>
              <p:spPr>
                <a:xfrm>
                  <a:off x="4578421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3" name="pg322">
                  <a:extLst>
                    <a:ext uri="{FF2B5EF4-FFF2-40B4-BE49-F238E27FC236}">
                      <a16:creationId xmlns:a16="http://schemas.microsoft.com/office/drawing/2014/main" id="{BE323216-25A2-84D3-DB2E-CD8F5B362314}"/>
                    </a:ext>
                  </a:extLst>
                </p:cNvPr>
                <p:cNvSpPr/>
                <p:nvPr/>
              </p:nvSpPr>
              <p:spPr>
                <a:xfrm>
                  <a:off x="4659858" y="320296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4" name="pg323">
                  <a:extLst>
                    <a:ext uri="{FF2B5EF4-FFF2-40B4-BE49-F238E27FC236}">
                      <a16:creationId xmlns:a16="http://schemas.microsoft.com/office/drawing/2014/main" id="{F771EBEB-34A1-FD49-3735-3131A82D8064}"/>
                    </a:ext>
                  </a:extLst>
                </p:cNvPr>
                <p:cNvSpPr/>
                <p:nvPr/>
              </p:nvSpPr>
              <p:spPr>
                <a:xfrm>
                  <a:off x="2705367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5" name="pg324">
                  <a:extLst>
                    <a:ext uri="{FF2B5EF4-FFF2-40B4-BE49-F238E27FC236}">
                      <a16:creationId xmlns:a16="http://schemas.microsoft.com/office/drawing/2014/main" id="{814F733E-B061-51F6-DE77-292A4EDFB789}"/>
                    </a:ext>
                  </a:extLst>
                </p:cNvPr>
                <p:cNvSpPr/>
                <p:nvPr/>
              </p:nvSpPr>
              <p:spPr>
                <a:xfrm>
                  <a:off x="2786804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6" name="pg325">
                  <a:extLst>
                    <a:ext uri="{FF2B5EF4-FFF2-40B4-BE49-F238E27FC236}">
                      <a16:creationId xmlns:a16="http://schemas.microsoft.com/office/drawing/2014/main" id="{985B47B8-5E7A-C1C1-41AC-ED3F81B1C601}"/>
                    </a:ext>
                  </a:extLst>
                </p:cNvPr>
                <p:cNvSpPr/>
                <p:nvPr/>
              </p:nvSpPr>
              <p:spPr>
                <a:xfrm>
                  <a:off x="2868241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B8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7" name="pg326">
                  <a:extLst>
                    <a:ext uri="{FF2B5EF4-FFF2-40B4-BE49-F238E27FC236}">
                      <a16:creationId xmlns:a16="http://schemas.microsoft.com/office/drawing/2014/main" id="{DAAC5A2A-C9F1-1218-D8D5-548BC3456166}"/>
                    </a:ext>
                  </a:extLst>
                </p:cNvPr>
                <p:cNvSpPr/>
                <p:nvPr/>
              </p:nvSpPr>
              <p:spPr>
                <a:xfrm>
                  <a:off x="2949678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C1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8" name="pg327">
                  <a:extLst>
                    <a:ext uri="{FF2B5EF4-FFF2-40B4-BE49-F238E27FC236}">
                      <a16:creationId xmlns:a16="http://schemas.microsoft.com/office/drawing/2014/main" id="{AF5AC05E-699C-D221-FECE-12392D893F49}"/>
                    </a:ext>
                  </a:extLst>
                </p:cNvPr>
                <p:cNvSpPr/>
                <p:nvPr/>
              </p:nvSpPr>
              <p:spPr>
                <a:xfrm>
                  <a:off x="3031116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C7ED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29" name="pg328">
                  <a:extLst>
                    <a:ext uri="{FF2B5EF4-FFF2-40B4-BE49-F238E27FC236}">
                      <a16:creationId xmlns:a16="http://schemas.microsoft.com/office/drawing/2014/main" id="{87205E52-6D04-1F9B-3EC7-D37585C9C1F5}"/>
                    </a:ext>
                  </a:extLst>
                </p:cNvPr>
                <p:cNvSpPr/>
                <p:nvPr/>
              </p:nvSpPr>
              <p:spPr>
                <a:xfrm>
                  <a:off x="3112553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9">
                    <a:alpha val="100000"/>
                  </a:srgbClr>
                </a:solidFill>
                <a:ln w="5420" cap="flat">
                  <a:solidFill>
                    <a:srgbClr val="C9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0" name="pg329">
                  <a:extLst>
                    <a:ext uri="{FF2B5EF4-FFF2-40B4-BE49-F238E27FC236}">
                      <a16:creationId xmlns:a16="http://schemas.microsoft.com/office/drawing/2014/main" id="{FC00851E-C61D-9446-85B7-04D55A1509F4}"/>
                    </a:ext>
                  </a:extLst>
                </p:cNvPr>
                <p:cNvSpPr/>
                <p:nvPr/>
              </p:nvSpPr>
              <p:spPr>
                <a:xfrm>
                  <a:off x="3193990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C5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1" name="pg330">
                  <a:extLst>
                    <a:ext uri="{FF2B5EF4-FFF2-40B4-BE49-F238E27FC236}">
                      <a16:creationId xmlns:a16="http://schemas.microsoft.com/office/drawing/2014/main" id="{2C9EA4EE-49E7-E739-47F4-E6C2D2D2FB7C}"/>
                    </a:ext>
                  </a:extLst>
                </p:cNvPr>
                <p:cNvSpPr/>
                <p:nvPr/>
              </p:nvSpPr>
              <p:spPr>
                <a:xfrm>
                  <a:off x="3275427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2" name="pg331">
                  <a:extLst>
                    <a:ext uri="{FF2B5EF4-FFF2-40B4-BE49-F238E27FC236}">
                      <a16:creationId xmlns:a16="http://schemas.microsoft.com/office/drawing/2014/main" id="{B0404083-787E-8577-3DE7-475D8B6FDBDE}"/>
                    </a:ext>
                  </a:extLst>
                </p:cNvPr>
                <p:cNvSpPr/>
                <p:nvPr/>
              </p:nvSpPr>
              <p:spPr>
                <a:xfrm>
                  <a:off x="3356864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3" name="pg332">
                  <a:extLst>
                    <a:ext uri="{FF2B5EF4-FFF2-40B4-BE49-F238E27FC236}">
                      <a16:creationId xmlns:a16="http://schemas.microsoft.com/office/drawing/2014/main" id="{1E23AED9-FECE-1628-BC91-D75A72DA78C3}"/>
                    </a:ext>
                  </a:extLst>
                </p:cNvPr>
                <p:cNvSpPr/>
                <p:nvPr/>
              </p:nvSpPr>
              <p:spPr>
                <a:xfrm>
                  <a:off x="3438301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0DCBF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4" name="pg333">
                  <a:extLst>
                    <a:ext uri="{FF2B5EF4-FFF2-40B4-BE49-F238E27FC236}">
                      <a16:creationId xmlns:a16="http://schemas.microsoft.com/office/drawing/2014/main" id="{CAC801FC-C91B-3F9D-6630-9DEC14A03CE8}"/>
                    </a:ext>
                  </a:extLst>
                </p:cNvPr>
                <p:cNvSpPr/>
                <p:nvPr/>
              </p:nvSpPr>
              <p:spPr>
                <a:xfrm>
                  <a:off x="3519738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5" name="pg334">
                  <a:extLst>
                    <a:ext uri="{FF2B5EF4-FFF2-40B4-BE49-F238E27FC236}">
                      <a16:creationId xmlns:a16="http://schemas.microsoft.com/office/drawing/2014/main" id="{26219D50-D815-7AF5-9A27-7B29FFC68FB4}"/>
                    </a:ext>
                  </a:extLst>
                </p:cNvPr>
                <p:cNvSpPr/>
                <p:nvPr/>
              </p:nvSpPr>
              <p:spPr>
                <a:xfrm>
                  <a:off x="3601176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7C0AB">
                    <a:alpha val="100000"/>
                  </a:srgbClr>
                </a:solidFill>
                <a:ln w="5420" cap="flat">
                  <a:solidFill>
                    <a:srgbClr val="5DC9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6" name="pg335">
                  <a:extLst>
                    <a:ext uri="{FF2B5EF4-FFF2-40B4-BE49-F238E27FC236}">
                      <a16:creationId xmlns:a16="http://schemas.microsoft.com/office/drawing/2014/main" id="{CEB128CE-30BC-E5D0-0AC4-D2FD8B5679B4}"/>
                    </a:ext>
                  </a:extLst>
                </p:cNvPr>
                <p:cNvSpPr/>
                <p:nvPr/>
              </p:nvSpPr>
              <p:spPr>
                <a:xfrm>
                  <a:off x="3682613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7" name="pg336">
                  <a:extLst>
                    <a:ext uri="{FF2B5EF4-FFF2-40B4-BE49-F238E27FC236}">
                      <a16:creationId xmlns:a16="http://schemas.microsoft.com/office/drawing/2014/main" id="{16DE979F-1DFA-334F-44C6-9B18E737C6F9}"/>
                    </a:ext>
                  </a:extLst>
                </p:cNvPr>
                <p:cNvSpPr/>
                <p:nvPr/>
              </p:nvSpPr>
              <p:spPr>
                <a:xfrm>
                  <a:off x="3764050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8" name="pg337">
                  <a:extLst>
                    <a:ext uri="{FF2B5EF4-FFF2-40B4-BE49-F238E27FC236}">
                      <a16:creationId xmlns:a16="http://schemas.microsoft.com/office/drawing/2014/main" id="{66EB9B5B-D876-9D2B-ED74-6336CA2C8D30}"/>
                    </a:ext>
                  </a:extLst>
                </p:cNvPr>
                <p:cNvSpPr/>
                <p:nvPr/>
              </p:nvSpPr>
              <p:spPr>
                <a:xfrm>
                  <a:off x="3845487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39" name="pg338">
                  <a:extLst>
                    <a:ext uri="{FF2B5EF4-FFF2-40B4-BE49-F238E27FC236}">
                      <a16:creationId xmlns:a16="http://schemas.microsoft.com/office/drawing/2014/main" id="{AD9B83CC-3027-101B-951E-E2394F25E5A3}"/>
                    </a:ext>
                  </a:extLst>
                </p:cNvPr>
                <p:cNvSpPr/>
                <p:nvPr/>
              </p:nvSpPr>
              <p:spPr>
                <a:xfrm>
                  <a:off x="3926924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48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0" name="pg339">
                  <a:extLst>
                    <a:ext uri="{FF2B5EF4-FFF2-40B4-BE49-F238E27FC236}">
                      <a16:creationId xmlns:a16="http://schemas.microsoft.com/office/drawing/2014/main" id="{219F904B-4E19-D60D-EBF9-0945F304825B}"/>
                    </a:ext>
                  </a:extLst>
                </p:cNvPr>
                <p:cNvSpPr/>
                <p:nvPr/>
              </p:nvSpPr>
              <p:spPr>
                <a:xfrm>
                  <a:off x="4008361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BA9">
                    <a:alpha val="100000"/>
                  </a:srgbClr>
                </a:solidFill>
                <a:ln w="5420" cap="flat">
                  <a:solidFill>
                    <a:srgbClr val="45A8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1" name="pg340">
                  <a:extLst>
                    <a:ext uri="{FF2B5EF4-FFF2-40B4-BE49-F238E27FC236}">
                      <a16:creationId xmlns:a16="http://schemas.microsoft.com/office/drawing/2014/main" id="{1CC53806-1A04-8608-126D-468A596B489D}"/>
                    </a:ext>
                  </a:extLst>
                </p:cNvPr>
                <p:cNvSpPr/>
                <p:nvPr/>
              </p:nvSpPr>
              <p:spPr>
                <a:xfrm>
                  <a:off x="4089798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2" name="pg341">
                  <a:extLst>
                    <a:ext uri="{FF2B5EF4-FFF2-40B4-BE49-F238E27FC236}">
                      <a16:creationId xmlns:a16="http://schemas.microsoft.com/office/drawing/2014/main" id="{7AC1F921-6BED-5F88-D1D2-590F9860EBE4}"/>
                    </a:ext>
                  </a:extLst>
                </p:cNvPr>
                <p:cNvSpPr/>
                <p:nvPr/>
              </p:nvSpPr>
              <p:spPr>
                <a:xfrm>
                  <a:off x="4252673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3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3" name="pg342">
                  <a:extLst>
                    <a:ext uri="{FF2B5EF4-FFF2-40B4-BE49-F238E27FC236}">
                      <a16:creationId xmlns:a16="http://schemas.microsoft.com/office/drawing/2014/main" id="{1A212532-10F2-5480-B55E-BDD7C09FF3D0}"/>
                    </a:ext>
                  </a:extLst>
                </p:cNvPr>
                <p:cNvSpPr/>
                <p:nvPr/>
              </p:nvSpPr>
              <p:spPr>
                <a:xfrm>
                  <a:off x="4334110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4" name="pg343">
                  <a:extLst>
                    <a:ext uri="{FF2B5EF4-FFF2-40B4-BE49-F238E27FC236}">
                      <a16:creationId xmlns:a16="http://schemas.microsoft.com/office/drawing/2014/main" id="{7A6CC0C2-391B-DF75-7AEA-59CB24318477}"/>
                    </a:ext>
                  </a:extLst>
                </p:cNvPr>
                <p:cNvSpPr/>
                <p:nvPr/>
              </p:nvSpPr>
              <p:spPr>
                <a:xfrm>
                  <a:off x="4415547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5" name="pg344">
                  <a:extLst>
                    <a:ext uri="{FF2B5EF4-FFF2-40B4-BE49-F238E27FC236}">
                      <a16:creationId xmlns:a16="http://schemas.microsoft.com/office/drawing/2014/main" id="{A1995DF6-D363-DD7A-27AA-DE824A3C6B10}"/>
                    </a:ext>
                  </a:extLst>
                </p:cNvPr>
                <p:cNvSpPr/>
                <p:nvPr/>
              </p:nvSpPr>
              <p:spPr>
                <a:xfrm>
                  <a:off x="4496984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6" name="pg345">
                  <a:extLst>
                    <a:ext uri="{FF2B5EF4-FFF2-40B4-BE49-F238E27FC236}">
                      <a16:creationId xmlns:a16="http://schemas.microsoft.com/office/drawing/2014/main" id="{C6F65F4C-70B7-3F40-3BFB-19E570C53E53}"/>
                    </a:ext>
                  </a:extLst>
                </p:cNvPr>
                <p:cNvSpPr/>
                <p:nvPr/>
              </p:nvSpPr>
              <p:spPr>
                <a:xfrm>
                  <a:off x="4578421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D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7" name="pg346">
                  <a:extLst>
                    <a:ext uri="{FF2B5EF4-FFF2-40B4-BE49-F238E27FC236}">
                      <a16:creationId xmlns:a16="http://schemas.microsoft.com/office/drawing/2014/main" id="{E311BC9D-F98D-1891-F4EC-B976FB214D83}"/>
                    </a:ext>
                  </a:extLst>
                </p:cNvPr>
                <p:cNvSpPr/>
                <p:nvPr/>
              </p:nvSpPr>
              <p:spPr>
                <a:xfrm>
                  <a:off x="4659858" y="330628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2A8">
                    <a:alpha val="100000"/>
                  </a:srgbClr>
                </a:solidFill>
                <a:ln w="5420" cap="flat">
                  <a:solidFill>
                    <a:srgbClr val="3EA0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8" name="pg347">
                  <a:extLst>
                    <a:ext uri="{FF2B5EF4-FFF2-40B4-BE49-F238E27FC236}">
                      <a16:creationId xmlns:a16="http://schemas.microsoft.com/office/drawing/2014/main" id="{E8236E77-6A7B-72B1-9E28-38537FFF4DB8}"/>
                    </a:ext>
                  </a:extLst>
                </p:cNvPr>
                <p:cNvSpPr/>
                <p:nvPr/>
              </p:nvSpPr>
              <p:spPr>
                <a:xfrm>
                  <a:off x="2786804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1E1C7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49" name="pg348">
                  <a:extLst>
                    <a:ext uri="{FF2B5EF4-FFF2-40B4-BE49-F238E27FC236}">
                      <a16:creationId xmlns:a16="http://schemas.microsoft.com/office/drawing/2014/main" id="{9E5C31DE-1377-805D-16D3-562F1E61F7A5}"/>
                    </a:ext>
                  </a:extLst>
                </p:cNvPr>
                <p:cNvSpPr/>
                <p:nvPr/>
              </p:nvSpPr>
              <p:spPr>
                <a:xfrm>
                  <a:off x="2868241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0" name="pg349">
                  <a:extLst>
                    <a:ext uri="{FF2B5EF4-FFF2-40B4-BE49-F238E27FC236}">
                      <a16:creationId xmlns:a16="http://schemas.microsoft.com/office/drawing/2014/main" id="{9C88FD7F-FD23-569F-0490-344699D9F8D4}"/>
                    </a:ext>
                  </a:extLst>
                </p:cNvPr>
                <p:cNvSpPr/>
                <p:nvPr/>
              </p:nvSpPr>
              <p:spPr>
                <a:xfrm>
                  <a:off x="2949678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1" name="pg350">
                  <a:extLst>
                    <a:ext uri="{FF2B5EF4-FFF2-40B4-BE49-F238E27FC236}">
                      <a16:creationId xmlns:a16="http://schemas.microsoft.com/office/drawing/2014/main" id="{30BC937D-BAE4-D0E1-1E53-ACF4CB99FEA5}"/>
                    </a:ext>
                  </a:extLst>
                </p:cNvPr>
                <p:cNvSpPr/>
                <p:nvPr/>
              </p:nvSpPr>
              <p:spPr>
                <a:xfrm>
                  <a:off x="3031116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2" name="pg351">
                  <a:extLst>
                    <a:ext uri="{FF2B5EF4-FFF2-40B4-BE49-F238E27FC236}">
                      <a16:creationId xmlns:a16="http://schemas.microsoft.com/office/drawing/2014/main" id="{51EFEB1C-4E68-AF70-0167-4A834CF3B4D5}"/>
                    </a:ext>
                  </a:extLst>
                </p:cNvPr>
                <p:cNvSpPr/>
                <p:nvPr/>
              </p:nvSpPr>
              <p:spPr>
                <a:xfrm>
                  <a:off x="3112553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C1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3" name="pg352">
                  <a:extLst>
                    <a:ext uri="{FF2B5EF4-FFF2-40B4-BE49-F238E27FC236}">
                      <a16:creationId xmlns:a16="http://schemas.microsoft.com/office/drawing/2014/main" id="{346479FD-9DB5-95F2-065C-9BDC03C0A7A1}"/>
                    </a:ext>
                  </a:extLst>
                </p:cNvPr>
                <p:cNvSpPr/>
                <p:nvPr/>
              </p:nvSpPr>
              <p:spPr>
                <a:xfrm>
                  <a:off x="3193990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BD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4" name="pg353">
                  <a:extLst>
                    <a:ext uri="{FF2B5EF4-FFF2-40B4-BE49-F238E27FC236}">
                      <a16:creationId xmlns:a16="http://schemas.microsoft.com/office/drawing/2014/main" id="{357632D8-3C9B-3521-5C32-B5B255299C36}"/>
                    </a:ext>
                  </a:extLst>
                </p:cNvPr>
                <p:cNvSpPr/>
                <p:nvPr/>
              </p:nvSpPr>
              <p:spPr>
                <a:xfrm>
                  <a:off x="3275427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5" name="pg354">
                  <a:extLst>
                    <a:ext uri="{FF2B5EF4-FFF2-40B4-BE49-F238E27FC236}">
                      <a16:creationId xmlns:a16="http://schemas.microsoft.com/office/drawing/2014/main" id="{1D5E2DF0-5E25-8C73-5FA5-EEECEA36ACFB}"/>
                    </a:ext>
                  </a:extLst>
                </p:cNvPr>
                <p:cNvSpPr/>
                <p:nvPr/>
              </p:nvSpPr>
              <p:spPr>
                <a:xfrm>
                  <a:off x="3356864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E0C5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6" name="pg355">
                  <a:extLst>
                    <a:ext uri="{FF2B5EF4-FFF2-40B4-BE49-F238E27FC236}">
                      <a16:creationId xmlns:a16="http://schemas.microsoft.com/office/drawing/2014/main" id="{600061B5-288C-A1D5-9283-022683A47171}"/>
                    </a:ext>
                  </a:extLst>
                </p:cNvPr>
                <p:cNvSpPr/>
                <p:nvPr/>
              </p:nvSpPr>
              <p:spPr>
                <a:xfrm>
                  <a:off x="3438301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5D8BB">
                    <a:alpha val="100000"/>
                  </a:srgbClr>
                </a:solidFill>
                <a:ln w="5420" cap="flat">
                  <a:solidFill>
                    <a:srgbClr val="91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7" name="pg356">
                  <a:extLst>
                    <a:ext uri="{FF2B5EF4-FFF2-40B4-BE49-F238E27FC236}">
                      <a16:creationId xmlns:a16="http://schemas.microsoft.com/office/drawing/2014/main" id="{29A4649E-E0D9-E2DD-007D-60DD7DF9F6EB}"/>
                    </a:ext>
                  </a:extLst>
                </p:cNvPr>
                <p:cNvSpPr/>
                <p:nvPr/>
              </p:nvSpPr>
              <p:spPr>
                <a:xfrm>
                  <a:off x="3519738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0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8" name="pg357">
                  <a:extLst>
                    <a:ext uri="{FF2B5EF4-FFF2-40B4-BE49-F238E27FC236}">
                      <a16:creationId xmlns:a16="http://schemas.microsoft.com/office/drawing/2014/main" id="{4435B43F-F85D-1ADE-B2B9-13DD434F9E76}"/>
                    </a:ext>
                  </a:extLst>
                </p:cNvPr>
                <p:cNvSpPr/>
                <p:nvPr/>
              </p:nvSpPr>
              <p:spPr>
                <a:xfrm>
                  <a:off x="3601176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AAB">
                    <a:alpha val="100000"/>
                  </a:srgbClr>
                </a:solidFill>
                <a:ln w="5420" cap="flat">
                  <a:solidFill>
                    <a:srgbClr val="59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59" name="pg358">
                  <a:extLst>
                    <a:ext uri="{FF2B5EF4-FFF2-40B4-BE49-F238E27FC236}">
                      <a16:creationId xmlns:a16="http://schemas.microsoft.com/office/drawing/2014/main" id="{2AFC109A-42E8-24B8-AE7E-372B59347DA4}"/>
                    </a:ext>
                  </a:extLst>
                </p:cNvPr>
                <p:cNvSpPr/>
                <p:nvPr/>
              </p:nvSpPr>
              <p:spPr>
                <a:xfrm>
                  <a:off x="3682613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0" name="pg359">
                  <a:extLst>
                    <a:ext uri="{FF2B5EF4-FFF2-40B4-BE49-F238E27FC236}">
                      <a16:creationId xmlns:a16="http://schemas.microsoft.com/office/drawing/2014/main" id="{11E5D0C9-810A-01D3-FFC3-233CE246BF98}"/>
                    </a:ext>
                  </a:extLst>
                </p:cNvPr>
                <p:cNvSpPr/>
                <p:nvPr/>
              </p:nvSpPr>
              <p:spPr>
                <a:xfrm>
                  <a:off x="3764050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1" name="pg360">
                  <a:extLst>
                    <a:ext uri="{FF2B5EF4-FFF2-40B4-BE49-F238E27FC236}">
                      <a16:creationId xmlns:a16="http://schemas.microsoft.com/office/drawing/2014/main" id="{AEB9FE0A-C159-617E-9786-4727BA0D9296}"/>
                    </a:ext>
                  </a:extLst>
                </p:cNvPr>
                <p:cNvSpPr/>
                <p:nvPr/>
              </p:nvSpPr>
              <p:spPr>
                <a:xfrm>
                  <a:off x="3845487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2" name="pg361">
                  <a:extLst>
                    <a:ext uri="{FF2B5EF4-FFF2-40B4-BE49-F238E27FC236}">
                      <a16:creationId xmlns:a16="http://schemas.microsoft.com/office/drawing/2014/main" id="{41F63D71-3F6A-0217-EF31-09EA01191024}"/>
                    </a:ext>
                  </a:extLst>
                </p:cNvPr>
                <p:cNvSpPr/>
                <p:nvPr/>
              </p:nvSpPr>
              <p:spPr>
                <a:xfrm>
                  <a:off x="3926924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3" name="pg362">
                  <a:extLst>
                    <a:ext uri="{FF2B5EF4-FFF2-40B4-BE49-F238E27FC236}">
                      <a16:creationId xmlns:a16="http://schemas.microsoft.com/office/drawing/2014/main" id="{07B21AC3-6860-99F2-2A47-874F90C102E3}"/>
                    </a:ext>
                  </a:extLst>
                </p:cNvPr>
                <p:cNvSpPr/>
                <p:nvPr/>
              </p:nvSpPr>
              <p:spPr>
                <a:xfrm>
                  <a:off x="4008361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3A8">
                    <a:alpha val="100000"/>
                  </a:srgbClr>
                </a:solidFill>
                <a:ln w="5420" cap="flat">
                  <a:solidFill>
                    <a:srgbClr val="3EA1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4" name="pg363">
                  <a:extLst>
                    <a:ext uri="{FF2B5EF4-FFF2-40B4-BE49-F238E27FC236}">
                      <a16:creationId xmlns:a16="http://schemas.microsoft.com/office/drawing/2014/main" id="{9532EE38-2A79-17A8-F867-F894A42B3803}"/>
                    </a:ext>
                  </a:extLst>
                </p:cNvPr>
                <p:cNvSpPr/>
                <p:nvPr/>
              </p:nvSpPr>
              <p:spPr>
                <a:xfrm>
                  <a:off x="4089798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5" name="pg364">
                  <a:extLst>
                    <a:ext uri="{FF2B5EF4-FFF2-40B4-BE49-F238E27FC236}">
                      <a16:creationId xmlns:a16="http://schemas.microsoft.com/office/drawing/2014/main" id="{30E57786-EF21-0FD6-515A-97617F9930D2}"/>
                    </a:ext>
                  </a:extLst>
                </p:cNvPr>
                <p:cNvSpPr/>
                <p:nvPr/>
              </p:nvSpPr>
              <p:spPr>
                <a:xfrm>
                  <a:off x="4171236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6" name="pg365">
                  <a:extLst>
                    <a:ext uri="{FF2B5EF4-FFF2-40B4-BE49-F238E27FC236}">
                      <a16:creationId xmlns:a16="http://schemas.microsoft.com/office/drawing/2014/main" id="{221FDFB7-E68E-A16F-6A45-09B3514548DB}"/>
                    </a:ext>
                  </a:extLst>
                </p:cNvPr>
                <p:cNvSpPr/>
                <p:nvPr/>
              </p:nvSpPr>
              <p:spPr>
                <a:xfrm>
                  <a:off x="4252673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CA7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7" name="pg366">
                  <a:extLst>
                    <a:ext uri="{FF2B5EF4-FFF2-40B4-BE49-F238E27FC236}">
                      <a16:creationId xmlns:a16="http://schemas.microsoft.com/office/drawing/2014/main" id="{65EF8ED0-76D6-626D-BC17-93F87F9F2105}"/>
                    </a:ext>
                  </a:extLst>
                </p:cNvPr>
                <p:cNvSpPr/>
                <p:nvPr/>
              </p:nvSpPr>
              <p:spPr>
                <a:xfrm>
                  <a:off x="4334110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CA7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8" name="pg367">
                  <a:extLst>
                    <a:ext uri="{FF2B5EF4-FFF2-40B4-BE49-F238E27FC236}">
                      <a16:creationId xmlns:a16="http://schemas.microsoft.com/office/drawing/2014/main" id="{F0587E6D-6A7A-096F-64B3-E730E3383E4F}"/>
                    </a:ext>
                  </a:extLst>
                </p:cNvPr>
                <p:cNvSpPr/>
                <p:nvPr/>
              </p:nvSpPr>
              <p:spPr>
                <a:xfrm>
                  <a:off x="4415547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69" name="pg368">
                  <a:extLst>
                    <a:ext uri="{FF2B5EF4-FFF2-40B4-BE49-F238E27FC236}">
                      <a16:creationId xmlns:a16="http://schemas.microsoft.com/office/drawing/2014/main" id="{2DB8847B-EEEB-C435-E575-10C22A668BF4}"/>
                    </a:ext>
                  </a:extLst>
                </p:cNvPr>
                <p:cNvSpPr/>
                <p:nvPr/>
              </p:nvSpPr>
              <p:spPr>
                <a:xfrm>
                  <a:off x="4496984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0" name="pg369">
                  <a:extLst>
                    <a:ext uri="{FF2B5EF4-FFF2-40B4-BE49-F238E27FC236}">
                      <a16:creationId xmlns:a16="http://schemas.microsoft.com/office/drawing/2014/main" id="{68FF5AE1-B6A7-5823-4426-4888859A86B1}"/>
                    </a:ext>
                  </a:extLst>
                </p:cNvPr>
                <p:cNvSpPr/>
                <p:nvPr/>
              </p:nvSpPr>
              <p:spPr>
                <a:xfrm>
                  <a:off x="4578421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B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1" name="pg370">
                  <a:extLst>
                    <a:ext uri="{FF2B5EF4-FFF2-40B4-BE49-F238E27FC236}">
                      <a16:creationId xmlns:a16="http://schemas.microsoft.com/office/drawing/2014/main" id="{47C598C4-6AF7-D5D9-AEDB-870AF435DDF3}"/>
                    </a:ext>
                  </a:extLst>
                </p:cNvPr>
                <p:cNvSpPr/>
                <p:nvPr/>
              </p:nvSpPr>
              <p:spPr>
                <a:xfrm>
                  <a:off x="4659858" y="340959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0A7">
                    <a:alpha val="100000"/>
                  </a:srgbClr>
                </a:solidFill>
                <a:ln w="5420" cap="flat">
                  <a:solidFill>
                    <a:srgbClr val="3C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2" name="pg371">
                  <a:extLst>
                    <a:ext uri="{FF2B5EF4-FFF2-40B4-BE49-F238E27FC236}">
                      <a16:creationId xmlns:a16="http://schemas.microsoft.com/office/drawing/2014/main" id="{C201A5B5-B2E8-9C63-39F7-880F3AB393D0}"/>
                    </a:ext>
                  </a:extLst>
                </p:cNvPr>
                <p:cNvSpPr/>
                <p:nvPr/>
              </p:nvSpPr>
              <p:spPr>
                <a:xfrm>
                  <a:off x="2868241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6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3" name="pg372">
                  <a:extLst>
                    <a:ext uri="{FF2B5EF4-FFF2-40B4-BE49-F238E27FC236}">
                      <a16:creationId xmlns:a16="http://schemas.microsoft.com/office/drawing/2014/main" id="{FA1440E8-6CE5-F675-A68F-8C706C5D8C7F}"/>
                    </a:ext>
                  </a:extLst>
                </p:cNvPr>
                <p:cNvSpPr/>
                <p:nvPr/>
              </p:nvSpPr>
              <p:spPr>
                <a:xfrm>
                  <a:off x="2949678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4" name="pg373">
                  <a:extLst>
                    <a:ext uri="{FF2B5EF4-FFF2-40B4-BE49-F238E27FC236}">
                      <a16:creationId xmlns:a16="http://schemas.microsoft.com/office/drawing/2014/main" id="{CE983273-EA76-EC27-6478-3FDE5C28AAAE}"/>
                    </a:ext>
                  </a:extLst>
                </p:cNvPr>
                <p:cNvSpPr/>
                <p:nvPr/>
              </p:nvSpPr>
              <p:spPr>
                <a:xfrm>
                  <a:off x="3031116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5" name="pg374">
                  <a:extLst>
                    <a:ext uri="{FF2B5EF4-FFF2-40B4-BE49-F238E27FC236}">
                      <a16:creationId xmlns:a16="http://schemas.microsoft.com/office/drawing/2014/main" id="{A2E9B2E9-958D-4798-5216-91E14A893059}"/>
                    </a:ext>
                  </a:extLst>
                </p:cNvPr>
                <p:cNvSpPr/>
                <p:nvPr/>
              </p:nvSpPr>
              <p:spPr>
                <a:xfrm>
                  <a:off x="3112553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6" name="pg375">
                  <a:extLst>
                    <a:ext uri="{FF2B5EF4-FFF2-40B4-BE49-F238E27FC236}">
                      <a16:creationId xmlns:a16="http://schemas.microsoft.com/office/drawing/2014/main" id="{24855269-BCA4-7A2B-3F08-3838FC09D6C1}"/>
                    </a:ext>
                  </a:extLst>
                </p:cNvPr>
                <p:cNvSpPr/>
                <p:nvPr/>
              </p:nvSpPr>
              <p:spPr>
                <a:xfrm>
                  <a:off x="3193990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7" name="pg376">
                  <a:extLst>
                    <a:ext uri="{FF2B5EF4-FFF2-40B4-BE49-F238E27FC236}">
                      <a16:creationId xmlns:a16="http://schemas.microsoft.com/office/drawing/2014/main" id="{2E826EC4-C23B-1F8E-9D9E-56CEF2CD931C}"/>
                    </a:ext>
                  </a:extLst>
                </p:cNvPr>
                <p:cNvSpPr/>
                <p:nvPr/>
              </p:nvSpPr>
              <p:spPr>
                <a:xfrm>
                  <a:off x="3275427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BDFC4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8" name="pg377">
                  <a:extLst>
                    <a:ext uri="{FF2B5EF4-FFF2-40B4-BE49-F238E27FC236}">
                      <a16:creationId xmlns:a16="http://schemas.microsoft.com/office/drawing/2014/main" id="{B7B0B1FD-6B00-D3F1-451B-697F2646337C}"/>
                    </a:ext>
                  </a:extLst>
                </p:cNvPr>
                <p:cNvSpPr/>
                <p:nvPr/>
              </p:nvSpPr>
              <p:spPr>
                <a:xfrm>
                  <a:off x="3356864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95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79" name="pg378">
                  <a:extLst>
                    <a:ext uri="{FF2B5EF4-FFF2-40B4-BE49-F238E27FC236}">
                      <a16:creationId xmlns:a16="http://schemas.microsoft.com/office/drawing/2014/main" id="{7160F734-1FA0-C40E-77A5-91C7CAF3E6E7}"/>
                    </a:ext>
                  </a:extLst>
                </p:cNvPr>
                <p:cNvSpPr/>
                <p:nvPr/>
              </p:nvSpPr>
              <p:spPr>
                <a:xfrm>
                  <a:off x="3438301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0" name="pg379">
                  <a:extLst>
                    <a:ext uri="{FF2B5EF4-FFF2-40B4-BE49-F238E27FC236}">
                      <a16:creationId xmlns:a16="http://schemas.microsoft.com/office/drawing/2014/main" id="{E66CE04F-C3D7-D30A-ACF1-622BCAE03B5C}"/>
                    </a:ext>
                  </a:extLst>
                </p:cNvPr>
                <p:cNvSpPr/>
                <p:nvPr/>
              </p:nvSpPr>
              <p:spPr>
                <a:xfrm>
                  <a:off x="3519738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EAB">
                    <a:alpha val="100000"/>
                  </a:srgbClr>
                </a:solidFill>
                <a:ln w="5420" cap="flat">
                  <a:solidFill>
                    <a:srgbClr val="5C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1" name="pg380">
                  <a:extLst>
                    <a:ext uri="{FF2B5EF4-FFF2-40B4-BE49-F238E27FC236}">
                      <a16:creationId xmlns:a16="http://schemas.microsoft.com/office/drawing/2014/main" id="{2180248E-F09D-AC1F-B4B6-89FBEB953B81}"/>
                    </a:ext>
                  </a:extLst>
                </p:cNvPr>
                <p:cNvSpPr/>
                <p:nvPr/>
              </p:nvSpPr>
              <p:spPr>
                <a:xfrm>
                  <a:off x="3601176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3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2" name="pg381">
                  <a:extLst>
                    <a:ext uri="{FF2B5EF4-FFF2-40B4-BE49-F238E27FC236}">
                      <a16:creationId xmlns:a16="http://schemas.microsoft.com/office/drawing/2014/main" id="{0528CD55-A74D-8DC7-4396-797315C6217A}"/>
                    </a:ext>
                  </a:extLst>
                </p:cNvPr>
                <p:cNvSpPr/>
                <p:nvPr/>
              </p:nvSpPr>
              <p:spPr>
                <a:xfrm>
                  <a:off x="3682613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3" name="pg382">
                  <a:extLst>
                    <a:ext uri="{FF2B5EF4-FFF2-40B4-BE49-F238E27FC236}">
                      <a16:creationId xmlns:a16="http://schemas.microsoft.com/office/drawing/2014/main" id="{2DF04FE0-24A4-B42A-A5AC-CB437B0B6C67}"/>
                    </a:ext>
                  </a:extLst>
                </p:cNvPr>
                <p:cNvSpPr/>
                <p:nvPr/>
              </p:nvSpPr>
              <p:spPr>
                <a:xfrm>
                  <a:off x="3764050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E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4" name="pg383">
                  <a:extLst>
                    <a:ext uri="{FF2B5EF4-FFF2-40B4-BE49-F238E27FC236}">
                      <a16:creationId xmlns:a16="http://schemas.microsoft.com/office/drawing/2014/main" id="{D6069A23-AA7E-C6AA-A913-CED37A354D01}"/>
                    </a:ext>
                  </a:extLst>
                </p:cNvPr>
                <p:cNvSpPr/>
                <p:nvPr/>
              </p:nvSpPr>
              <p:spPr>
                <a:xfrm>
                  <a:off x="3845487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5A9">
                    <a:alpha val="100000"/>
                  </a:srgbClr>
                </a:solidFill>
                <a:ln w="5420" cap="flat">
                  <a:solidFill>
                    <a:srgbClr val="40A3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5" name="pg384">
                  <a:extLst>
                    <a:ext uri="{FF2B5EF4-FFF2-40B4-BE49-F238E27FC236}">
                      <a16:creationId xmlns:a16="http://schemas.microsoft.com/office/drawing/2014/main" id="{C4E9ADAC-3A03-CE85-044D-364A86CE64B8}"/>
                    </a:ext>
                  </a:extLst>
                </p:cNvPr>
                <p:cNvSpPr/>
                <p:nvPr/>
              </p:nvSpPr>
              <p:spPr>
                <a:xfrm>
                  <a:off x="3926924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EA7">
                    <a:alpha val="100000"/>
                  </a:srgbClr>
                </a:solidFill>
                <a:ln w="5420" cap="flat">
                  <a:solidFill>
                    <a:srgbClr val="3A9D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6" name="pg385">
                  <a:extLst>
                    <a:ext uri="{FF2B5EF4-FFF2-40B4-BE49-F238E27FC236}">
                      <a16:creationId xmlns:a16="http://schemas.microsoft.com/office/drawing/2014/main" id="{1328B624-C76A-B4CB-4222-61D59158472C}"/>
                    </a:ext>
                  </a:extLst>
                </p:cNvPr>
                <p:cNvSpPr/>
                <p:nvPr/>
              </p:nvSpPr>
              <p:spPr>
                <a:xfrm>
                  <a:off x="4008361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5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7" name="pg386">
                  <a:extLst>
                    <a:ext uri="{FF2B5EF4-FFF2-40B4-BE49-F238E27FC236}">
                      <a16:creationId xmlns:a16="http://schemas.microsoft.com/office/drawing/2014/main" id="{2AD79B16-D936-4A77-3882-72BAFC5A7F51}"/>
                    </a:ext>
                  </a:extLst>
                </p:cNvPr>
                <p:cNvSpPr/>
                <p:nvPr/>
              </p:nvSpPr>
              <p:spPr>
                <a:xfrm>
                  <a:off x="4089798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8" name="pg387">
                  <a:extLst>
                    <a:ext uri="{FF2B5EF4-FFF2-40B4-BE49-F238E27FC236}">
                      <a16:creationId xmlns:a16="http://schemas.microsoft.com/office/drawing/2014/main" id="{B448CE4F-C8E7-8587-A072-FFD7146A4511}"/>
                    </a:ext>
                  </a:extLst>
                </p:cNvPr>
                <p:cNvSpPr/>
                <p:nvPr/>
              </p:nvSpPr>
              <p:spPr>
                <a:xfrm>
                  <a:off x="4171236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2A5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89" name="pg388">
                  <a:extLst>
                    <a:ext uri="{FF2B5EF4-FFF2-40B4-BE49-F238E27FC236}">
                      <a16:creationId xmlns:a16="http://schemas.microsoft.com/office/drawing/2014/main" id="{E8896F7E-1E5B-B7CF-E097-9797BCC7B0BA}"/>
                    </a:ext>
                  </a:extLst>
                </p:cNvPr>
                <p:cNvSpPr/>
                <p:nvPr/>
              </p:nvSpPr>
              <p:spPr>
                <a:xfrm>
                  <a:off x="4252673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2A4">
                    <a:alpha val="100000"/>
                  </a:srgbClr>
                </a:solidFill>
                <a:ln w="5420" cap="flat">
                  <a:solidFill>
                    <a:srgbClr val="3593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0" name="pg389">
                  <a:extLst>
                    <a:ext uri="{FF2B5EF4-FFF2-40B4-BE49-F238E27FC236}">
                      <a16:creationId xmlns:a16="http://schemas.microsoft.com/office/drawing/2014/main" id="{D0123A24-52ED-0527-F337-823D1C32AB4C}"/>
                    </a:ext>
                  </a:extLst>
                </p:cNvPr>
                <p:cNvSpPr/>
                <p:nvPr/>
              </p:nvSpPr>
              <p:spPr>
                <a:xfrm>
                  <a:off x="4334110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4A5">
                    <a:alpha val="100000"/>
                  </a:srgbClr>
                </a:solidFill>
                <a:ln w="5420" cap="flat">
                  <a:solidFill>
                    <a:srgbClr val="3595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1" name="pg390">
                  <a:extLst>
                    <a:ext uri="{FF2B5EF4-FFF2-40B4-BE49-F238E27FC236}">
                      <a16:creationId xmlns:a16="http://schemas.microsoft.com/office/drawing/2014/main" id="{3EE4AD6F-F192-42DE-A856-CDB9E8070CC1}"/>
                    </a:ext>
                  </a:extLst>
                </p:cNvPr>
                <p:cNvSpPr/>
                <p:nvPr/>
              </p:nvSpPr>
              <p:spPr>
                <a:xfrm>
                  <a:off x="4415547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6A5">
                    <a:alpha val="100000"/>
                  </a:srgbClr>
                </a:solidFill>
                <a:ln w="5420" cap="flat">
                  <a:solidFill>
                    <a:srgbClr val="3497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2" name="pg391">
                  <a:extLst>
                    <a:ext uri="{FF2B5EF4-FFF2-40B4-BE49-F238E27FC236}">
                      <a16:creationId xmlns:a16="http://schemas.microsoft.com/office/drawing/2014/main" id="{0351A6D2-65AD-F182-78B7-A446A6C5F366}"/>
                    </a:ext>
                  </a:extLst>
                </p:cNvPr>
                <p:cNvSpPr/>
                <p:nvPr/>
              </p:nvSpPr>
              <p:spPr>
                <a:xfrm>
                  <a:off x="4496984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8A6">
                    <a:alpha val="100000"/>
                  </a:srgbClr>
                </a:solidFill>
                <a:ln w="5420" cap="flat">
                  <a:solidFill>
                    <a:srgbClr val="3698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3" name="pg392">
                  <a:extLst>
                    <a:ext uri="{FF2B5EF4-FFF2-40B4-BE49-F238E27FC236}">
                      <a16:creationId xmlns:a16="http://schemas.microsoft.com/office/drawing/2014/main" id="{E0BE0DB0-F4D3-6B81-5F27-1D849F6C3EA9}"/>
                    </a:ext>
                  </a:extLst>
                </p:cNvPr>
                <p:cNvSpPr/>
                <p:nvPr/>
              </p:nvSpPr>
              <p:spPr>
                <a:xfrm>
                  <a:off x="4578421" y="351291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4" name="pg393">
                  <a:extLst>
                    <a:ext uri="{FF2B5EF4-FFF2-40B4-BE49-F238E27FC236}">
                      <a16:creationId xmlns:a16="http://schemas.microsoft.com/office/drawing/2014/main" id="{718D2837-35DB-4B61-EFB7-F468F6934F12}"/>
                    </a:ext>
                  </a:extLst>
                </p:cNvPr>
                <p:cNvSpPr/>
                <p:nvPr/>
              </p:nvSpPr>
              <p:spPr>
                <a:xfrm>
                  <a:off x="2868241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2DCC0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5" name="pg394">
                  <a:extLst>
                    <a:ext uri="{FF2B5EF4-FFF2-40B4-BE49-F238E27FC236}">
                      <a16:creationId xmlns:a16="http://schemas.microsoft.com/office/drawing/2014/main" id="{5D3B67DB-B5D1-8297-22FC-9AC11D2AED73}"/>
                    </a:ext>
                  </a:extLst>
                </p:cNvPr>
                <p:cNvSpPr/>
                <p:nvPr/>
              </p:nvSpPr>
              <p:spPr>
                <a:xfrm>
                  <a:off x="2949678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6" name="pg395">
                  <a:extLst>
                    <a:ext uri="{FF2B5EF4-FFF2-40B4-BE49-F238E27FC236}">
                      <a16:creationId xmlns:a16="http://schemas.microsoft.com/office/drawing/2014/main" id="{20026640-E7BD-7D6F-E276-6FECD47FDF83}"/>
                    </a:ext>
                  </a:extLst>
                </p:cNvPr>
                <p:cNvSpPr/>
                <p:nvPr/>
              </p:nvSpPr>
              <p:spPr>
                <a:xfrm>
                  <a:off x="3031116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2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7" name="pg396">
                  <a:extLst>
                    <a:ext uri="{FF2B5EF4-FFF2-40B4-BE49-F238E27FC236}">
                      <a16:creationId xmlns:a16="http://schemas.microsoft.com/office/drawing/2014/main" id="{CC60FBAD-9F9B-CCB6-ACBB-C13B685B8BAC}"/>
                    </a:ext>
                  </a:extLst>
                </p:cNvPr>
                <p:cNvSpPr/>
                <p:nvPr/>
              </p:nvSpPr>
              <p:spPr>
                <a:xfrm>
                  <a:off x="3112553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5DDC1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8" name="pg397">
                  <a:extLst>
                    <a:ext uri="{FF2B5EF4-FFF2-40B4-BE49-F238E27FC236}">
                      <a16:creationId xmlns:a16="http://schemas.microsoft.com/office/drawing/2014/main" id="{6ECA07CF-E753-0FFD-00AE-3BECABE16944}"/>
                    </a:ext>
                  </a:extLst>
                </p:cNvPr>
                <p:cNvSpPr/>
                <p:nvPr/>
              </p:nvSpPr>
              <p:spPr>
                <a:xfrm>
                  <a:off x="3193990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FDBBF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099" name="pg398">
                  <a:extLst>
                    <a:ext uri="{FF2B5EF4-FFF2-40B4-BE49-F238E27FC236}">
                      <a16:creationId xmlns:a16="http://schemas.microsoft.com/office/drawing/2014/main" id="{0134764E-AC75-4A88-2F53-AA6DC0F5939A}"/>
                    </a:ext>
                  </a:extLst>
                </p:cNvPr>
                <p:cNvSpPr/>
                <p:nvPr/>
              </p:nvSpPr>
              <p:spPr>
                <a:xfrm>
                  <a:off x="3275427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3D8BA">
                    <a:alpha val="100000"/>
                  </a:srgbClr>
                </a:solidFill>
                <a:ln w="5420" cap="flat">
                  <a:solidFill>
                    <a:srgbClr val="8FDC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0" name="pg399">
                  <a:extLst>
                    <a:ext uri="{FF2B5EF4-FFF2-40B4-BE49-F238E27FC236}">
                      <a16:creationId xmlns:a16="http://schemas.microsoft.com/office/drawing/2014/main" id="{CB1778D1-12AF-4926-F37E-98B70AE0151D}"/>
                    </a:ext>
                  </a:extLst>
                </p:cNvPr>
                <p:cNvSpPr/>
                <p:nvPr/>
              </p:nvSpPr>
              <p:spPr>
                <a:xfrm>
                  <a:off x="3356864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2D3B3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1" name="pg400">
                  <a:extLst>
                    <a:ext uri="{FF2B5EF4-FFF2-40B4-BE49-F238E27FC236}">
                      <a16:creationId xmlns:a16="http://schemas.microsoft.com/office/drawing/2014/main" id="{AD618CE8-28DB-2062-4E4E-4DF10AE6B5EA}"/>
                    </a:ext>
                  </a:extLst>
                </p:cNvPr>
                <p:cNvSpPr/>
                <p:nvPr/>
              </p:nvSpPr>
              <p:spPr>
                <a:xfrm>
                  <a:off x="3438301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2" name="pg401">
                  <a:extLst>
                    <a:ext uri="{FF2B5EF4-FFF2-40B4-BE49-F238E27FC236}">
                      <a16:creationId xmlns:a16="http://schemas.microsoft.com/office/drawing/2014/main" id="{686248DD-C2AD-D716-7E16-04EC74A98353}"/>
                    </a:ext>
                  </a:extLst>
                </p:cNvPr>
                <p:cNvSpPr/>
                <p:nvPr/>
              </p:nvSpPr>
              <p:spPr>
                <a:xfrm>
                  <a:off x="3519738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3" name="pg402">
                  <a:extLst>
                    <a:ext uri="{FF2B5EF4-FFF2-40B4-BE49-F238E27FC236}">
                      <a16:creationId xmlns:a16="http://schemas.microsoft.com/office/drawing/2014/main" id="{C9BDAF33-7773-2CAB-674C-3A156F43F601}"/>
                    </a:ext>
                  </a:extLst>
                </p:cNvPr>
                <p:cNvSpPr/>
                <p:nvPr/>
              </p:nvSpPr>
              <p:spPr>
                <a:xfrm>
                  <a:off x="3601176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BAA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4" name="pg403">
                  <a:extLst>
                    <a:ext uri="{FF2B5EF4-FFF2-40B4-BE49-F238E27FC236}">
                      <a16:creationId xmlns:a16="http://schemas.microsoft.com/office/drawing/2014/main" id="{E5E699B8-B168-336A-C4B7-73263EAD524B}"/>
                    </a:ext>
                  </a:extLst>
                </p:cNvPr>
                <p:cNvSpPr/>
                <p:nvPr/>
              </p:nvSpPr>
              <p:spPr>
                <a:xfrm>
                  <a:off x="3682613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5" name="pg404">
                  <a:extLst>
                    <a:ext uri="{FF2B5EF4-FFF2-40B4-BE49-F238E27FC236}">
                      <a16:creationId xmlns:a16="http://schemas.microsoft.com/office/drawing/2014/main" id="{E0654D10-3DAF-4B19-3D90-211619A155D6}"/>
                    </a:ext>
                  </a:extLst>
                </p:cNvPr>
                <p:cNvSpPr/>
                <p:nvPr/>
              </p:nvSpPr>
              <p:spPr>
                <a:xfrm>
                  <a:off x="3764050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4A8">
                    <a:alpha val="100000"/>
                  </a:srgbClr>
                </a:solidFill>
                <a:ln w="5420" cap="flat">
                  <a:solidFill>
                    <a:srgbClr val="3FA2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6" name="pg405">
                  <a:extLst>
                    <a:ext uri="{FF2B5EF4-FFF2-40B4-BE49-F238E27FC236}">
                      <a16:creationId xmlns:a16="http://schemas.microsoft.com/office/drawing/2014/main" id="{F17B3BE2-015C-75FB-0F83-BC1D2251871F}"/>
                    </a:ext>
                  </a:extLst>
                </p:cNvPr>
                <p:cNvSpPr/>
                <p:nvPr/>
              </p:nvSpPr>
              <p:spPr>
                <a:xfrm>
                  <a:off x="3845487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7" name="pg406">
                  <a:extLst>
                    <a:ext uri="{FF2B5EF4-FFF2-40B4-BE49-F238E27FC236}">
                      <a16:creationId xmlns:a16="http://schemas.microsoft.com/office/drawing/2014/main" id="{61DE5074-D27F-4141-9DC6-FD8EBDD37ED2}"/>
                    </a:ext>
                  </a:extLst>
                </p:cNvPr>
                <p:cNvSpPr/>
                <p:nvPr/>
              </p:nvSpPr>
              <p:spPr>
                <a:xfrm>
                  <a:off x="3926924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8" name="pg407">
                  <a:extLst>
                    <a:ext uri="{FF2B5EF4-FFF2-40B4-BE49-F238E27FC236}">
                      <a16:creationId xmlns:a16="http://schemas.microsoft.com/office/drawing/2014/main" id="{678AAFB8-96B9-8D65-453B-BE59B0161D11}"/>
                    </a:ext>
                  </a:extLst>
                </p:cNvPr>
                <p:cNvSpPr/>
                <p:nvPr/>
              </p:nvSpPr>
              <p:spPr>
                <a:xfrm>
                  <a:off x="4008361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BA3">
                    <a:alpha val="100000"/>
                  </a:srgbClr>
                </a:solidFill>
                <a:ln w="5420" cap="flat">
                  <a:solidFill>
                    <a:srgbClr val="378D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09" name="pg408">
                  <a:extLst>
                    <a:ext uri="{FF2B5EF4-FFF2-40B4-BE49-F238E27FC236}">
                      <a16:creationId xmlns:a16="http://schemas.microsoft.com/office/drawing/2014/main" id="{BB01A75F-141C-8E5C-B9AD-15299A95D2EA}"/>
                    </a:ext>
                  </a:extLst>
                </p:cNvPr>
                <p:cNvSpPr/>
                <p:nvPr/>
              </p:nvSpPr>
              <p:spPr>
                <a:xfrm>
                  <a:off x="4089798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0" name="pg409">
                  <a:extLst>
                    <a:ext uri="{FF2B5EF4-FFF2-40B4-BE49-F238E27FC236}">
                      <a16:creationId xmlns:a16="http://schemas.microsoft.com/office/drawing/2014/main" id="{8D66DEB2-8D73-791F-021D-2D70F3CB47B8}"/>
                    </a:ext>
                  </a:extLst>
                </p:cNvPr>
                <p:cNvSpPr/>
                <p:nvPr/>
              </p:nvSpPr>
              <p:spPr>
                <a:xfrm>
                  <a:off x="4171236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6A2">
                    <a:alpha val="100000"/>
                  </a:srgbClr>
                </a:solidFill>
                <a:ln w="5420" cap="flat">
                  <a:solidFill>
                    <a:srgbClr val="3888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1" name="pg410">
                  <a:extLst>
                    <a:ext uri="{FF2B5EF4-FFF2-40B4-BE49-F238E27FC236}">
                      <a16:creationId xmlns:a16="http://schemas.microsoft.com/office/drawing/2014/main" id="{D7AE1077-5553-D650-CEF6-AE43DF31A6BB}"/>
                    </a:ext>
                  </a:extLst>
                </p:cNvPr>
                <p:cNvSpPr/>
                <p:nvPr/>
              </p:nvSpPr>
              <p:spPr>
                <a:xfrm>
                  <a:off x="4252673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7A2">
                    <a:alpha val="100000"/>
                  </a:srgbClr>
                </a:solidFill>
                <a:ln w="5420" cap="flat">
                  <a:solidFill>
                    <a:srgbClr val="3889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2" name="pg411">
                  <a:extLst>
                    <a:ext uri="{FF2B5EF4-FFF2-40B4-BE49-F238E27FC236}">
                      <a16:creationId xmlns:a16="http://schemas.microsoft.com/office/drawing/2014/main" id="{B655C2D4-F13B-C8FD-61E0-68A72C52E13E}"/>
                    </a:ext>
                  </a:extLst>
                </p:cNvPr>
                <p:cNvSpPr/>
                <p:nvPr/>
              </p:nvSpPr>
              <p:spPr>
                <a:xfrm>
                  <a:off x="4334110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3" name="pg412">
                  <a:extLst>
                    <a:ext uri="{FF2B5EF4-FFF2-40B4-BE49-F238E27FC236}">
                      <a16:creationId xmlns:a16="http://schemas.microsoft.com/office/drawing/2014/main" id="{8CA7051C-6459-DECC-3C37-09F4DF9A2DD7}"/>
                    </a:ext>
                  </a:extLst>
                </p:cNvPr>
                <p:cNvSpPr/>
                <p:nvPr/>
              </p:nvSpPr>
              <p:spPr>
                <a:xfrm>
                  <a:off x="4415547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FA4">
                    <a:alpha val="100000"/>
                  </a:srgbClr>
                </a:solidFill>
                <a:ln w="5420" cap="flat">
                  <a:solidFill>
                    <a:srgbClr val="3691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4" name="pg413">
                  <a:extLst>
                    <a:ext uri="{FF2B5EF4-FFF2-40B4-BE49-F238E27FC236}">
                      <a16:creationId xmlns:a16="http://schemas.microsoft.com/office/drawing/2014/main" id="{F692D9F7-8368-514F-693D-9E0AA7AA1A7A}"/>
                    </a:ext>
                  </a:extLst>
                </p:cNvPr>
                <p:cNvSpPr/>
                <p:nvPr/>
              </p:nvSpPr>
              <p:spPr>
                <a:xfrm>
                  <a:off x="4496984" y="361622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5" name="pg414">
                  <a:extLst>
                    <a:ext uri="{FF2B5EF4-FFF2-40B4-BE49-F238E27FC236}">
                      <a16:creationId xmlns:a16="http://schemas.microsoft.com/office/drawing/2014/main" id="{2AF337DE-1F1F-4CCC-3790-D32AFE0774C6}"/>
                    </a:ext>
                  </a:extLst>
                </p:cNvPr>
                <p:cNvSpPr/>
                <p:nvPr/>
              </p:nvSpPr>
              <p:spPr>
                <a:xfrm>
                  <a:off x="3031116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1D7B9">
                    <a:alpha val="100000"/>
                  </a:srgbClr>
                </a:solidFill>
                <a:ln w="5420" cap="flat">
                  <a:solidFill>
                    <a:srgbClr val="8E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6" name="pg415">
                  <a:extLst>
                    <a:ext uri="{FF2B5EF4-FFF2-40B4-BE49-F238E27FC236}">
                      <a16:creationId xmlns:a16="http://schemas.microsoft.com/office/drawing/2014/main" id="{14B740E4-F1B3-5EEC-A28D-7CA3CE338CD2}"/>
                    </a:ext>
                  </a:extLst>
                </p:cNvPr>
                <p:cNvSpPr/>
                <p:nvPr/>
              </p:nvSpPr>
              <p:spPr>
                <a:xfrm>
                  <a:off x="3112553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7" name="pg416">
                  <a:extLst>
                    <a:ext uri="{FF2B5EF4-FFF2-40B4-BE49-F238E27FC236}">
                      <a16:creationId xmlns:a16="http://schemas.microsoft.com/office/drawing/2014/main" id="{3E959FDA-782A-F2CC-4E83-FC465C4A3E04}"/>
                    </a:ext>
                  </a:extLst>
                </p:cNvPr>
                <p:cNvSpPr/>
                <p:nvPr/>
              </p:nvSpPr>
              <p:spPr>
                <a:xfrm>
                  <a:off x="3193990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8" name="pg417">
                  <a:extLst>
                    <a:ext uri="{FF2B5EF4-FFF2-40B4-BE49-F238E27FC236}">
                      <a16:creationId xmlns:a16="http://schemas.microsoft.com/office/drawing/2014/main" id="{50E5B56B-D1CB-F4D1-A062-B1D6CE49E6DB}"/>
                    </a:ext>
                  </a:extLst>
                </p:cNvPr>
                <p:cNvSpPr/>
                <p:nvPr/>
              </p:nvSpPr>
              <p:spPr>
                <a:xfrm>
                  <a:off x="3275427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AD1B0">
                    <a:alpha val="100000"/>
                  </a:srgbClr>
                </a:solidFill>
                <a:ln w="5420" cap="flat">
                  <a:solidFill>
                    <a:srgbClr val="7B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19" name="pg418">
                  <a:extLst>
                    <a:ext uri="{FF2B5EF4-FFF2-40B4-BE49-F238E27FC236}">
                      <a16:creationId xmlns:a16="http://schemas.microsoft.com/office/drawing/2014/main" id="{180A15CB-4B4E-1974-4BDB-139DF1035776}"/>
                    </a:ext>
                  </a:extLst>
                </p:cNvPr>
                <p:cNvSpPr/>
                <p:nvPr/>
              </p:nvSpPr>
              <p:spPr>
                <a:xfrm>
                  <a:off x="3356864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0" name="pg419">
                  <a:extLst>
                    <a:ext uri="{FF2B5EF4-FFF2-40B4-BE49-F238E27FC236}">
                      <a16:creationId xmlns:a16="http://schemas.microsoft.com/office/drawing/2014/main" id="{C7EE1EF2-46F3-4884-0FEE-DC2837158036}"/>
                    </a:ext>
                  </a:extLst>
                </p:cNvPr>
                <p:cNvSpPr/>
                <p:nvPr/>
              </p:nvSpPr>
              <p:spPr>
                <a:xfrm>
                  <a:off x="3438301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9C3AC">
                    <a:alpha val="100000"/>
                  </a:srgbClr>
                </a:solidFill>
                <a:ln w="5420" cap="flat">
                  <a:solidFill>
                    <a:srgbClr val="5FCC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1" name="pg420">
                  <a:extLst>
                    <a:ext uri="{FF2B5EF4-FFF2-40B4-BE49-F238E27FC236}">
                      <a16:creationId xmlns:a16="http://schemas.microsoft.com/office/drawing/2014/main" id="{DE95B221-A692-7A93-DBC6-F53F8F605CA3}"/>
                    </a:ext>
                  </a:extLst>
                </p:cNvPr>
                <p:cNvSpPr/>
                <p:nvPr/>
              </p:nvSpPr>
              <p:spPr>
                <a:xfrm>
                  <a:off x="3519738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2" name="pg421">
                  <a:extLst>
                    <a:ext uri="{FF2B5EF4-FFF2-40B4-BE49-F238E27FC236}">
                      <a16:creationId xmlns:a16="http://schemas.microsoft.com/office/drawing/2014/main" id="{E9D931B2-DB36-80E6-A01F-BA3D0FC1E549}"/>
                    </a:ext>
                  </a:extLst>
                </p:cNvPr>
                <p:cNvSpPr/>
                <p:nvPr/>
              </p:nvSpPr>
              <p:spPr>
                <a:xfrm>
                  <a:off x="3601176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B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3" name="pg422">
                  <a:extLst>
                    <a:ext uri="{FF2B5EF4-FFF2-40B4-BE49-F238E27FC236}">
                      <a16:creationId xmlns:a16="http://schemas.microsoft.com/office/drawing/2014/main" id="{DFBCF35E-447E-E84A-9F8D-B4B9D90ACD28}"/>
                    </a:ext>
                  </a:extLst>
                </p:cNvPr>
                <p:cNvSpPr/>
                <p:nvPr/>
              </p:nvSpPr>
              <p:spPr>
                <a:xfrm>
                  <a:off x="3682613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7A9">
                    <a:alpha val="100000"/>
                  </a:srgbClr>
                </a:solidFill>
                <a:ln w="5420" cap="flat">
                  <a:solidFill>
                    <a:srgbClr val="42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4" name="pg423">
                  <a:extLst>
                    <a:ext uri="{FF2B5EF4-FFF2-40B4-BE49-F238E27FC236}">
                      <a16:creationId xmlns:a16="http://schemas.microsoft.com/office/drawing/2014/main" id="{92F0585E-57FB-E356-FE38-9D2A84DF1671}"/>
                    </a:ext>
                  </a:extLst>
                </p:cNvPr>
                <p:cNvSpPr/>
                <p:nvPr/>
              </p:nvSpPr>
              <p:spPr>
                <a:xfrm>
                  <a:off x="3764050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AA6">
                    <a:alpha val="100000"/>
                  </a:srgbClr>
                </a:solidFill>
                <a:ln w="5420" cap="flat">
                  <a:solidFill>
                    <a:srgbClr val="379A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5" name="pg424">
                  <a:extLst>
                    <a:ext uri="{FF2B5EF4-FFF2-40B4-BE49-F238E27FC236}">
                      <a16:creationId xmlns:a16="http://schemas.microsoft.com/office/drawing/2014/main" id="{2EDF6C9E-7E60-4FF7-44A3-703C54FB2D2E}"/>
                    </a:ext>
                  </a:extLst>
                </p:cNvPr>
                <p:cNvSpPr/>
                <p:nvPr/>
              </p:nvSpPr>
              <p:spPr>
                <a:xfrm>
                  <a:off x="3845487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78F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6" name="pg425">
                  <a:extLst>
                    <a:ext uri="{FF2B5EF4-FFF2-40B4-BE49-F238E27FC236}">
                      <a16:creationId xmlns:a16="http://schemas.microsoft.com/office/drawing/2014/main" id="{5DF597DF-D309-7067-4BFA-4171FE110160}"/>
                    </a:ext>
                  </a:extLst>
                </p:cNvPr>
                <p:cNvSpPr/>
                <p:nvPr/>
              </p:nvSpPr>
              <p:spPr>
                <a:xfrm>
                  <a:off x="3926924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9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7" name="pg426">
                  <a:extLst>
                    <a:ext uri="{FF2B5EF4-FFF2-40B4-BE49-F238E27FC236}">
                      <a16:creationId xmlns:a16="http://schemas.microsoft.com/office/drawing/2014/main" id="{6A8762C7-E176-BF14-D452-85FCBC607C2E}"/>
                    </a:ext>
                  </a:extLst>
                </p:cNvPr>
                <p:cNvSpPr/>
                <p:nvPr/>
              </p:nvSpPr>
              <p:spPr>
                <a:xfrm>
                  <a:off x="4008361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8" name="pg427">
                  <a:extLst>
                    <a:ext uri="{FF2B5EF4-FFF2-40B4-BE49-F238E27FC236}">
                      <a16:creationId xmlns:a16="http://schemas.microsoft.com/office/drawing/2014/main" id="{E8A65151-2A49-AD3A-DC84-6B524CD7200A}"/>
                    </a:ext>
                  </a:extLst>
                </p:cNvPr>
                <p:cNvSpPr/>
                <p:nvPr/>
              </p:nvSpPr>
              <p:spPr>
                <a:xfrm>
                  <a:off x="4089798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7D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29" name="pg428">
                  <a:extLst>
                    <a:ext uri="{FF2B5EF4-FFF2-40B4-BE49-F238E27FC236}">
                      <a16:creationId xmlns:a16="http://schemas.microsoft.com/office/drawing/2014/main" id="{456DF3AA-FEF8-29CD-92BA-4D6C8E092D0C}"/>
                    </a:ext>
                  </a:extLst>
                </p:cNvPr>
                <p:cNvSpPr/>
                <p:nvPr/>
              </p:nvSpPr>
              <p:spPr>
                <a:xfrm>
                  <a:off x="4171236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99F">
                    <a:alpha val="100000"/>
                  </a:srgbClr>
                </a:solidFill>
                <a:ln w="5420" cap="flat">
                  <a:solidFill>
                    <a:srgbClr val="3A7D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0" name="pg429">
                  <a:extLst>
                    <a:ext uri="{FF2B5EF4-FFF2-40B4-BE49-F238E27FC236}">
                      <a16:creationId xmlns:a16="http://schemas.microsoft.com/office/drawing/2014/main" id="{93EEDF24-37B9-1C16-19A9-809F69708AF9}"/>
                    </a:ext>
                  </a:extLst>
                </p:cNvPr>
                <p:cNvSpPr/>
                <p:nvPr/>
              </p:nvSpPr>
              <p:spPr>
                <a:xfrm>
                  <a:off x="4252673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1" name="pg430">
                  <a:extLst>
                    <a:ext uri="{FF2B5EF4-FFF2-40B4-BE49-F238E27FC236}">
                      <a16:creationId xmlns:a16="http://schemas.microsoft.com/office/drawing/2014/main" id="{C4BF6742-2C64-0FC9-7011-4690D2A05A86}"/>
                    </a:ext>
                  </a:extLst>
                </p:cNvPr>
                <p:cNvSpPr/>
                <p:nvPr/>
              </p:nvSpPr>
              <p:spPr>
                <a:xfrm>
                  <a:off x="4334110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2" name="pg431">
                  <a:extLst>
                    <a:ext uri="{FF2B5EF4-FFF2-40B4-BE49-F238E27FC236}">
                      <a16:creationId xmlns:a16="http://schemas.microsoft.com/office/drawing/2014/main" id="{7E6B1180-6511-F06C-5E7D-1117B49D4892}"/>
                    </a:ext>
                  </a:extLst>
                </p:cNvPr>
                <p:cNvSpPr/>
                <p:nvPr/>
              </p:nvSpPr>
              <p:spPr>
                <a:xfrm>
                  <a:off x="4415547" y="371954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8A2">
                    <a:alpha val="100000"/>
                  </a:srgbClr>
                </a:solidFill>
                <a:ln w="5420" cap="flat">
                  <a:solidFill>
                    <a:srgbClr val="388B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3" name="pg432">
                  <a:extLst>
                    <a:ext uri="{FF2B5EF4-FFF2-40B4-BE49-F238E27FC236}">
                      <a16:creationId xmlns:a16="http://schemas.microsoft.com/office/drawing/2014/main" id="{292E773A-9C11-A428-7336-973DEC2A3AE1}"/>
                    </a:ext>
                  </a:extLst>
                </p:cNvPr>
                <p:cNvSpPr/>
                <p:nvPr/>
              </p:nvSpPr>
              <p:spPr>
                <a:xfrm>
                  <a:off x="3112553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4" name="pg433">
                  <a:extLst>
                    <a:ext uri="{FF2B5EF4-FFF2-40B4-BE49-F238E27FC236}">
                      <a16:creationId xmlns:a16="http://schemas.microsoft.com/office/drawing/2014/main" id="{A99ACF86-4796-C194-DD87-5511D9B4CF2C}"/>
                    </a:ext>
                  </a:extLst>
                </p:cNvPr>
                <p:cNvSpPr/>
                <p:nvPr/>
              </p:nvSpPr>
              <p:spPr>
                <a:xfrm>
                  <a:off x="3193990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2CEAD">
                    <a:alpha val="100000"/>
                  </a:srgbClr>
                </a:solidFill>
                <a:ln w="5420" cap="flat">
                  <a:solidFill>
                    <a:srgbClr val="74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5" name="pg434">
                  <a:extLst>
                    <a:ext uri="{FF2B5EF4-FFF2-40B4-BE49-F238E27FC236}">
                      <a16:creationId xmlns:a16="http://schemas.microsoft.com/office/drawing/2014/main" id="{71C3B31E-5B84-5CA8-F084-A9E2E5F251EB}"/>
                    </a:ext>
                  </a:extLst>
                </p:cNvPr>
                <p:cNvSpPr/>
                <p:nvPr/>
              </p:nvSpPr>
              <p:spPr>
                <a:xfrm>
                  <a:off x="3275427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6" name="pg435">
                  <a:extLst>
                    <a:ext uri="{FF2B5EF4-FFF2-40B4-BE49-F238E27FC236}">
                      <a16:creationId xmlns:a16="http://schemas.microsoft.com/office/drawing/2014/main" id="{C40146C2-F702-8D91-E3F6-A139156BF098}"/>
                    </a:ext>
                  </a:extLst>
                </p:cNvPr>
                <p:cNvSpPr/>
                <p:nvPr/>
              </p:nvSpPr>
              <p:spPr>
                <a:xfrm>
                  <a:off x="3356864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7" name="pg436">
                  <a:extLst>
                    <a:ext uri="{FF2B5EF4-FFF2-40B4-BE49-F238E27FC236}">
                      <a16:creationId xmlns:a16="http://schemas.microsoft.com/office/drawing/2014/main" id="{856881D1-E876-3133-8E80-3D81DE787FC4}"/>
                    </a:ext>
                  </a:extLst>
                </p:cNvPr>
                <p:cNvSpPr/>
                <p:nvPr/>
              </p:nvSpPr>
              <p:spPr>
                <a:xfrm>
                  <a:off x="3438301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8" name="pg437">
                  <a:extLst>
                    <a:ext uri="{FF2B5EF4-FFF2-40B4-BE49-F238E27FC236}">
                      <a16:creationId xmlns:a16="http://schemas.microsoft.com/office/drawing/2014/main" id="{35359E0F-6AA9-2E31-D043-3B9F2713291F}"/>
                    </a:ext>
                  </a:extLst>
                </p:cNvPr>
                <p:cNvSpPr/>
                <p:nvPr/>
              </p:nvSpPr>
              <p:spPr>
                <a:xfrm>
                  <a:off x="3519738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39" name="pg438">
                  <a:extLst>
                    <a:ext uri="{FF2B5EF4-FFF2-40B4-BE49-F238E27FC236}">
                      <a16:creationId xmlns:a16="http://schemas.microsoft.com/office/drawing/2014/main" id="{B0688655-1709-C8C9-0183-F5D9DF46A9C4}"/>
                    </a:ext>
                  </a:extLst>
                </p:cNvPr>
                <p:cNvSpPr/>
                <p:nvPr/>
              </p:nvSpPr>
              <p:spPr>
                <a:xfrm>
                  <a:off x="3601176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0" name="pg439">
                  <a:extLst>
                    <a:ext uri="{FF2B5EF4-FFF2-40B4-BE49-F238E27FC236}">
                      <a16:creationId xmlns:a16="http://schemas.microsoft.com/office/drawing/2014/main" id="{DDDB3057-F78A-E4E9-82C3-07FBCE2F7E5A}"/>
                    </a:ext>
                  </a:extLst>
                </p:cNvPr>
                <p:cNvSpPr/>
                <p:nvPr/>
              </p:nvSpPr>
              <p:spPr>
                <a:xfrm>
                  <a:off x="3682613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0A8">
                    <a:alpha val="100000"/>
                  </a:srgbClr>
                </a:solidFill>
                <a:ln w="5420" cap="flat">
                  <a:solidFill>
                    <a:srgbClr val="3C9F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1" name="pg440">
                  <a:extLst>
                    <a:ext uri="{FF2B5EF4-FFF2-40B4-BE49-F238E27FC236}">
                      <a16:creationId xmlns:a16="http://schemas.microsoft.com/office/drawing/2014/main" id="{188CC382-95AB-1BF8-9C63-704C67E66E29}"/>
                    </a:ext>
                  </a:extLst>
                </p:cNvPr>
                <p:cNvSpPr/>
                <p:nvPr/>
              </p:nvSpPr>
              <p:spPr>
                <a:xfrm>
                  <a:off x="3764050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1A4">
                    <a:alpha val="100000"/>
                  </a:srgbClr>
                </a:solidFill>
                <a:ln w="5420" cap="flat">
                  <a:solidFill>
                    <a:srgbClr val="3692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2" name="pg441">
                  <a:extLst>
                    <a:ext uri="{FF2B5EF4-FFF2-40B4-BE49-F238E27FC236}">
                      <a16:creationId xmlns:a16="http://schemas.microsoft.com/office/drawing/2014/main" id="{86B12F50-B09C-82F2-B009-04EE097B56FB}"/>
                    </a:ext>
                  </a:extLst>
                </p:cNvPr>
                <p:cNvSpPr/>
                <p:nvPr/>
              </p:nvSpPr>
              <p:spPr>
                <a:xfrm>
                  <a:off x="3845487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3A1">
                    <a:alpha val="100000"/>
                  </a:srgbClr>
                </a:solidFill>
                <a:ln w="5420" cap="flat">
                  <a:solidFill>
                    <a:srgbClr val="3986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3" name="pg442">
                  <a:extLst>
                    <a:ext uri="{FF2B5EF4-FFF2-40B4-BE49-F238E27FC236}">
                      <a16:creationId xmlns:a16="http://schemas.microsoft.com/office/drawing/2014/main" id="{14CC9131-AEAB-3C30-74C0-7527EBFBA118}"/>
                    </a:ext>
                  </a:extLst>
                </p:cNvPr>
                <p:cNvSpPr/>
                <p:nvPr/>
              </p:nvSpPr>
              <p:spPr>
                <a:xfrm>
                  <a:off x="3926924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89F">
                    <a:alpha val="100000"/>
                  </a:srgbClr>
                </a:solidFill>
                <a:ln w="5420" cap="flat">
                  <a:solidFill>
                    <a:srgbClr val="3A7C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4" name="pg443">
                  <a:extLst>
                    <a:ext uri="{FF2B5EF4-FFF2-40B4-BE49-F238E27FC236}">
                      <a16:creationId xmlns:a16="http://schemas.microsoft.com/office/drawing/2014/main" id="{989F8201-250D-AF39-A68D-C3AB78EC9BD7}"/>
                    </a:ext>
                  </a:extLst>
                </p:cNvPr>
                <p:cNvSpPr/>
                <p:nvPr/>
              </p:nvSpPr>
              <p:spPr>
                <a:xfrm>
                  <a:off x="4008361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609D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5" name="pg444">
                  <a:extLst>
                    <a:ext uri="{FF2B5EF4-FFF2-40B4-BE49-F238E27FC236}">
                      <a16:creationId xmlns:a16="http://schemas.microsoft.com/office/drawing/2014/main" id="{D0F20623-91B2-8A93-54A4-043B4609D950}"/>
                    </a:ext>
                  </a:extLst>
                </p:cNvPr>
                <p:cNvSpPr/>
                <p:nvPr/>
              </p:nvSpPr>
              <p:spPr>
                <a:xfrm>
                  <a:off x="4089798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D9C">
                    <a:alpha val="100000"/>
                  </a:srgbClr>
                </a:solidFill>
                <a:ln w="5420" cap="flat">
                  <a:solidFill>
                    <a:srgbClr val="3B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6" name="pg445">
                  <a:extLst>
                    <a:ext uri="{FF2B5EF4-FFF2-40B4-BE49-F238E27FC236}">
                      <a16:creationId xmlns:a16="http://schemas.microsoft.com/office/drawing/2014/main" id="{288A54AB-3461-6DF5-7367-423F94389B96}"/>
                    </a:ext>
                  </a:extLst>
                </p:cNvPr>
                <p:cNvSpPr/>
                <p:nvPr/>
              </p:nvSpPr>
              <p:spPr>
                <a:xfrm>
                  <a:off x="4171236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E9C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7" name="pg446">
                  <a:extLst>
                    <a:ext uri="{FF2B5EF4-FFF2-40B4-BE49-F238E27FC236}">
                      <a16:creationId xmlns:a16="http://schemas.microsoft.com/office/drawing/2014/main" id="{88587B57-553E-B64A-3EA0-C37CEF6AAF83}"/>
                    </a:ext>
                  </a:extLst>
                </p:cNvPr>
                <p:cNvSpPr/>
                <p:nvPr/>
              </p:nvSpPr>
              <p:spPr>
                <a:xfrm>
                  <a:off x="4252673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19D">
                    <a:alpha val="100000"/>
                  </a:srgbClr>
                </a:solidFill>
                <a:ln w="5420" cap="flat">
                  <a:solidFill>
                    <a:srgbClr val="3A76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8" name="pg447">
                  <a:extLst>
                    <a:ext uri="{FF2B5EF4-FFF2-40B4-BE49-F238E27FC236}">
                      <a16:creationId xmlns:a16="http://schemas.microsoft.com/office/drawing/2014/main" id="{64BFC19F-96A9-7A38-2135-7E286377D54A}"/>
                    </a:ext>
                  </a:extLst>
                </p:cNvPr>
                <p:cNvSpPr/>
                <p:nvPr/>
              </p:nvSpPr>
              <p:spPr>
                <a:xfrm>
                  <a:off x="4334110" y="382286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DA0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49" name="pg448">
                  <a:extLst>
                    <a:ext uri="{FF2B5EF4-FFF2-40B4-BE49-F238E27FC236}">
                      <a16:creationId xmlns:a16="http://schemas.microsoft.com/office/drawing/2014/main" id="{472EB969-D4E9-FB6E-861D-A3419A498BD9}"/>
                    </a:ext>
                  </a:extLst>
                </p:cNvPr>
                <p:cNvSpPr/>
                <p:nvPr/>
              </p:nvSpPr>
              <p:spPr>
                <a:xfrm>
                  <a:off x="3193990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0" name="pg449">
                  <a:extLst>
                    <a:ext uri="{FF2B5EF4-FFF2-40B4-BE49-F238E27FC236}">
                      <a16:creationId xmlns:a16="http://schemas.microsoft.com/office/drawing/2014/main" id="{07E241B0-0347-9364-7D4B-B93EFC9208DE}"/>
                    </a:ext>
                  </a:extLst>
                </p:cNvPr>
                <p:cNvSpPr/>
                <p:nvPr/>
              </p:nvSpPr>
              <p:spPr>
                <a:xfrm>
                  <a:off x="3275427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7AC">
                    <a:alpha val="100000"/>
                  </a:srgbClr>
                </a:solidFill>
                <a:ln w="5420" cap="flat">
                  <a:solidFill>
                    <a:srgbClr val="63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1" name="pg450">
                  <a:extLst>
                    <a:ext uri="{FF2B5EF4-FFF2-40B4-BE49-F238E27FC236}">
                      <a16:creationId xmlns:a16="http://schemas.microsoft.com/office/drawing/2014/main" id="{394FD550-19A3-E5B1-2116-B7D0DF806449}"/>
                    </a:ext>
                  </a:extLst>
                </p:cNvPr>
                <p:cNvSpPr/>
                <p:nvPr/>
              </p:nvSpPr>
              <p:spPr>
                <a:xfrm>
                  <a:off x="3356864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2AC">
                    <a:alpha val="100000"/>
                  </a:srgbClr>
                </a:solidFill>
                <a:ln w="5420" cap="flat">
                  <a:solidFill>
                    <a:srgbClr val="5ECB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2" name="pg451">
                  <a:extLst>
                    <a:ext uri="{FF2B5EF4-FFF2-40B4-BE49-F238E27FC236}">
                      <a16:creationId xmlns:a16="http://schemas.microsoft.com/office/drawing/2014/main" id="{0FACD382-2FBE-C166-A29D-51F37A73D350}"/>
                    </a:ext>
                  </a:extLst>
                </p:cNvPr>
                <p:cNvSpPr/>
                <p:nvPr/>
              </p:nvSpPr>
              <p:spPr>
                <a:xfrm>
                  <a:off x="3438301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3" name="pg452">
                  <a:extLst>
                    <a:ext uri="{FF2B5EF4-FFF2-40B4-BE49-F238E27FC236}">
                      <a16:creationId xmlns:a16="http://schemas.microsoft.com/office/drawing/2014/main" id="{CA1138A9-C4C6-B932-7517-85E41F879FA8}"/>
                    </a:ext>
                  </a:extLst>
                </p:cNvPr>
                <p:cNvSpPr/>
                <p:nvPr/>
              </p:nvSpPr>
              <p:spPr>
                <a:xfrm>
                  <a:off x="3519738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4" name="pg453">
                  <a:extLst>
                    <a:ext uri="{FF2B5EF4-FFF2-40B4-BE49-F238E27FC236}">
                      <a16:creationId xmlns:a16="http://schemas.microsoft.com/office/drawing/2014/main" id="{B0AB4F70-5582-02D2-9DF3-A70E02E6ADDC}"/>
                    </a:ext>
                  </a:extLst>
                </p:cNvPr>
                <p:cNvSpPr/>
                <p:nvPr/>
              </p:nvSpPr>
              <p:spPr>
                <a:xfrm>
                  <a:off x="3601176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9CA9">
                    <a:alpha val="100000"/>
                  </a:srgbClr>
                </a:solidFill>
                <a:ln w="5420" cap="flat">
                  <a:solidFill>
                    <a:srgbClr val="46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5" name="pg454">
                  <a:extLst>
                    <a:ext uri="{FF2B5EF4-FFF2-40B4-BE49-F238E27FC236}">
                      <a16:creationId xmlns:a16="http://schemas.microsoft.com/office/drawing/2014/main" id="{CC150936-39A2-AEB5-20D7-408C68ACED51}"/>
                    </a:ext>
                  </a:extLst>
                </p:cNvPr>
                <p:cNvSpPr/>
                <p:nvPr/>
              </p:nvSpPr>
              <p:spPr>
                <a:xfrm>
                  <a:off x="3682613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DA7">
                    <a:alpha val="100000"/>
                  </a:srgbClr>
                </a:solidFill>
                <a:ln w="5420" cap="flat">
                  <a:solidFill>
                    <a:srgbClr val="3A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6" name="pg455">
                  <a:extLst>
                    <a:ext uri="{FF2B5EF4-FFF2-40B4-BE49-F238E27FC236}">
                      <a16:creationId xmlns:a16="http://schemas.microsoft.com/office/drawing/2014/main" id="{B45D2040-3253-BDB6-13F2-142AFE897B62}"/>
                    </a:ext>
                  </a:extLst>
                </p:cNvPr>
                <p:cNvSpPr/>
                <p:nvPr/>
              </p:nvSpPr>
              <p:spPr>
                <a:xfrm>
                  <a:off x="3764050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7" name="pg456">
                  <a:extLst>
                    <a:ext uri="{FF2B5EF4-FFF2-40B4-BE49-F238E27FC236}">
                      <a16:creationId xmlns:a16="http://schemas.microsoft.com/office/drawing/2014/main" id="{FCD96B81-11FB-98FB-F2BB-8A1B3D6CE0CE}"/>
                    </a:ext>
                  </a:extLst>
                </p:cNvPr>
                <p:cNvSpPr/>
                <p:nvPr/>
              </p:nvSpPr>
              <p:spPr>
                <a:xfrm>
                  <a:off x="3845487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CA0">
                    <a:alpha val="100000"/>
                  </a:srgbClr>
                </a:solidFill>
                <a:ln w="5420" cap="flat">
                  <a:solidFill>
                    <a:srgbClr val="3A80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8" name="pg457">
                  <a:extLst>
                    <a:ext uri="{FF2B5EF4-FFF2-40B4-BE49-F238E27FC236}">
                      <a16:creationId xmlns:a16="http://schemas.microsoft.com/office/drawing/2014/main" id="{44631B3E-73A0-A4F6-9BA0-F395FDD7E499}"/>
                    </a:ext>
                  </a:extLst>
                </p:cNvPr>
                <p:cNvSpPr/>
                <p:nvPr/>
              </p:nvSpPr>
              <p:spPr>
                <a:xfrm>
                  <a:off x="3926924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F9D">
                    <a:alpha val="100000"/>
                  </a:srgbClr>
                </a:solidFill>
                <a:ln w="5420" cap="flat">
                  <a:solidFill>
                    <a:srgbClr val="3A75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59" name="pg458">
                  <a:extLst>
                    <a:ext uri="{FF2B5EF4-FFF2-40B4-BE49-F238E27FC236}">
                      <a16:creationId xmlns:a16="http://schemas.microsoft.com/office/drawing/2014/main" id="{C6069B6F-BC9E-3E4D-90D6-D95DB0C25009}"/>
                    </a:ext>
                  </a:extLst>
                </p:cNvPr>
                <p:cNvSpPr/>
                <p:nvPr/>
              </p:nvSpPr>
              <p:spPr>
                <a:xfrm>
                  <a:off x="4008361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895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0" name="pg459">
                  <a:extLst>
                    <a:ext uri="{FF2B5EF4-FFF2-40B4-BE49-F238E27FC236}">
                      <a16:creationId xmlns:a16="http://schemas.microsoft.com/office/drawing/2014/main" id="{426E4C20-C409-8984-29A1-D684DB8515A6}"/>
                    </a:ext>
                  </a:extLst>
                </p:cNvPr>
                <p:cNvSpPr/>
                <p:nvPr/>
              </p:nvSpPr>
              <p:spPr>
                <a:xfrm>
                  <a:off x="4089798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5591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1" name="pg460">
                  <a:extLst>
                    <a:ext uri="{FF2B5EF4-FFF2-40B4-BE49-F238E27FC236}">
                      <a16:creationId xmlns:a16="http://schemas.microsoft.com/office/drawing/2014/main" id="{7F05694F-F314-213F-3788-94F6194E91BB}"/>
                    </a:ext>
                  </a:extLst>
                </p:cNvPr>
                <p:cNvSpPr/>
                <p:nvPr/>
              </p:nvSpPr>
              <p:spPr>
                <a:xfrm>
                  <a:off x="4171236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793">
                    <a:alpha val="100000"/>
                  </a:srgbClr>
                </a:solidFill>
                <a:ln w="5420" cap="flat">
                  <a:solidFill>
                    <a:srgbClr val="3A6C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2" name="pg461">
                  <a:extLst>
                    <a:ext uri="{FF2B5EF4-FFF2-40B4-BE49-F238E27FC236}">
                      <a16:creationId xmlns:a16="http://schemas.microsoft.com/office/drawing/2014/main" id="{9CE8E99A-9C8C-0915-65F4-3B922C85184D}"/>
                    </a:ext>
                  </a:extLst>
                </p:cNvPr>
                <p:cNvSpPr/>
                <p:nvPr/>
              </p:nvSpPr>
              <p:spPr>
                <a:xfrm>
                  <a:off x="4252673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B99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3" name="pg462">
                  <a:extLst>
                    <a:ext uri="{FF2B5EF4-FFF2-40B4-BE49-F238E27FC236}">
                      <a16:creationId xmlns:a16="http://schemas.microsoft.com/office/drawing/2014/main" id="{F1E2FFD0-C8A4-65CB-5CCD-EEF73AE32FA6}"/>
                    </a:ext>
                  </a:extLst>
                </p:cNvPr>
                <p:cNvSpPr/>
                <p:nvPr/>
              </p:nvSpPr>
              <p:spPr>
                <a:xfrm>
                  <a:off x="4334110" y="392617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79E">
                    <a:alpha val="100000"/>
                  </a:srgbClr>
                </a:solidFill>
                <a:ln w="5420" cap="flat">
                  <a:solidFill>
                    <a:srgbClr val="3A7BA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4" name="pg463">
                  <a:extLst>
                    <a:ext uri="{FF2B5EF4-FFF2-40B4-BE49-F238E27FC236}">
                      <a16:creationId xmlns:a16="http://schemas.microsoft.com/office/drawing/2014/main" id="{FCA3FF33-BB54-BF9F-98D2-326E5B71D87A}"/>
                    </a:ext>
                  </a:extLst>
                </p:cNvPr>
                <p:cNvSpPr/>
                <p:nvPr/>
              </p:nvSpPr>
              <p:spPr>
                <a:xfrm>
                  <a:off x="2868241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5" name="pg464">
                  <a:extLst>
                    <a:ext uri="{FF2B5EF4-FFF2-40B4-BE49-F238E27FC236}">
                      <a16:creationId xmlns:a16="http://schemas.microsoft.com/office/drawing/2014/main" id="{B1AFF8F4-696F-A41B-809F-09B90B7A78DD}"/>
                    </a:ext>
                  </a:extLst>
                </p:cNvPr>
                <p:cNvSpPr/>
                <p:nvPr/>
              </p:nvSpPr>
              <p:spPr>
                <a:xfrm>
                  <a:off x="2949678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6" name="pg465">
                  <a:extLst>
                    <a:ext uri="{FF2B5EF4-FFF2-40B4-BE49-F238E27FC236}">
                      <a16:creationId xmlns:a16="http://schemas.microsoft.com/office/drawing/2014/main" id="{D5545BE6-31DB-A44C-916F-D4827FE9AB16}"/>
                    </a:ext>
                  </a:extLst>
                </p:cNvPr>
                <p:cNvSpPr/>
                <p:nvPr/>
              </p:nvSpPr>
              <p:spPr>
                <a:xfrm>
                  <a:off x="3031116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DD1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7" name="pg466">
                  <a:extLst>
                    <a:ext uri="{FF2B5EF4-FFF2-40B4-BE49-F238E27FC236}">
                      <a16:creationId xmlns:a16="http://schemas.microsoft.com/office/drawing/2014/main" id="{A94AFC92-E521-BC28-52A7-B729C4F1CD09}"/>
                    </a:ext>
                  </a:extLst>
                </p:cNvPr>
                <p:cNvSpPr/>
                <p:nvPr/>
              </p:nvSpPr>
              <p:spPr>
                <a:xfrm>
                  <a:off x="3112553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8" name="pg467">
                  <a:extLst>
                    <a:ext uri="{FF2B5EF4-FFF2-40B4-BE49-F238E27FC236}">
                      <a16:creationId xmlns:a16="http://schemas.microsoft.com/office/drawing/2014/main" id="{5E985275-B13C-621E-6F7C-99EB4816311F}"/>
                    </a:ext>
                  </a:extLst>
                </p:cNvPr>
                <p:cNvSpPr/>
                <p:nvPr/>
              </p:nvSpPr>
              <p:spPr>
                <a:xfrm>
                  <a:off x="3193990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AAC">
                    <a:alpha val="100000"/>
                  </a:srgbClr>
                </a:solidFill>
                <a:ln w="5420" cap="flat">
                  <a:solidFill>
                    <a:srgbClr val="69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69" name="pg468">
                  <a:extLst>
                    <a:ext uri="{FF2B5EF4-FFF2-40B4-BE49-F238E27FC236}">
                      <a16:creationId xmlns:a16="http://schemas.microsoft.com/office/drawing/2014/main" id="{C08B2574-A254-C1F8-20AD-5821BA9E6333}"/>
                    </a:ext>
                  </a:extLst>
                </p:cNvPr>
                <p:cNvSpPr/>
                <p:nvPr/>
              </p:nvSpPr>
              <p:spPr>
                <a:xfrm>
                  <a:off x="3275427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0" name="pg469">
                  <a:extLst>
                    <a:ext uri="{FF2B5EF4-FFF2-40B4-BE49-F238E27FC236}">
                      <a16:creationId xmlns:a16="http://schemas.microsoft.com/office/drawing/2014/main" id="{A4339231-841C-10ED-67B9-2661BE7A0A1A}"/>
                    </a:ext>
                  </a:extLst>
                </p:cNvPr>
                <p:cNvSpPr/>
                <p:nvPr/>
              </p:nvSpPr>
              <p:spPr>
                <a:xfrm>
                  <a:off x="3356864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4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1" name="pg470">
                  <a:extLst>
                    <a:ext uri="{FF2B5EF4-FFF2-40B4-BE49-F238E27FC236}">
                      <a16:creationId xmlns:a16="http://schemas.microsoft.com/office/drawing/2014/main" id="{A5D9644C-5FF1-A9C4-E7A6-69A79C874261}"/>
                    </a:ext>
                  </a:extLst>
                </p:cNvPr>
                <p:cNvSpPr/>
                <p:nvPr/>
              </p:nvSpPr>
              <p:spPr>
                <a:xfrm>
                  <a:off x="3438301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6BFAB">
                    <a:alpha val="100000"/>
                  </a:srgbClr>
                </a:solidFill>
                <a:ln w="5420" cap="flat">
                  <a:solidFill>
                    <a:srgbClr val="5CC8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2" name="pg471">
                  <a:extLst>
                    <a:ext uri="{FF2B5EF4-FFF2-40B4-BE49-F238E27FC236}">
                      <a16:creationId xmlns:a16="http://schemas.microsoft.com/office/drawing/2014/main" id="{913362AD-2912-FAD2-A631-1D1F13308914}"/>
                    </a:ext>
                  </a:extLst>
                </p:cNvPr>
                <p:cNvSpPr/>
                <p:nvPr/>
              </p:nvSpPr>
              <p:spPr>
                <a:xfrm>
                  <a:off x="3519738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3" name="pg472">
                  <a:extLst>
                    <a:ext uri="{FF2B5EF4-FFF2-40B4-BE49-F238E27FC236}">
                      <a16:creationId xmlns:a16="http://schemas.microsoft.com/office/drawing/2014/main" id="{DB9805AB-8BE1-BBCF-714B-887716322E51}"/>
                    </a:ext>
                  </a:extLst>
                </p:cNvPr>
                <p:cNvSpPr/>
                <p:nvPr/>
              </p:nvSpPr>
              <p:spPr>
                <a:xfrm>
                  <a:off x="3601176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4" name="pg473">
                  <a:extLst>
                    <a:ext uri="{FF2B5EF4-FFF2-40B4-BE49-F238E27FC236}">
                      <a16:creationId xmlns:a16="http://schemas.microsoft.com/office/drawing/2014/main" id="{4036E938-109D-80FF-4E06-F6BBB4F32D39}"/>
                    </a:ext>
                  </a:extLst>
                </p:cNvPr>
                <p:cNvSpPr/>
                <p:nvPr/>
              </p:nvSpPr>
              <p:spPr>
                <a:xfrm>
                  <a:off x="3682613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5" name="pg474">
                  <a:extLst>
                    <a:ext uri="{FF2B5EF4-FFF2-40B4-BE49-F238E27FC236}">
                      <a16:creationId xmlns:a16="http://schemas.microsoft.com/office/drawing/2014/main" id="{88345812-47C9-67E7-3D04-31F1B7BE5C85}"/>
                    </a:ext>
                  </a:extLst>
                </p:cNvPr>
                <p:cNvSpPr/>
                <p:nvPr/>
              </p:nvSpPr>
              <p:spPr>
                <a:xfrm>
                  <a:off x="3764050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6" name="pg475">
                  <a:extLst>
                    <a:ext uri="{FF2B5EF4-FFF2-40B4-BE49-F238E27FC236}">
                      <a16:creationId xmlns:a16="http://schemas.microsoft.com/office/drawing/2014/main" id="{C6F15A35-8308-2C45-7EFA-CC8402BA8870}"/>
                    </a:ext>
                  </a:extLst>
                </p:cNvPr>
                <p:cNvSpPr/>
                <p:nvPr/>
              </p:nvSpPr>
              <p:spPr>
                <a:xfrm>
                  <a:off x="3845487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7" name="pg476">
                  <a:extLst>
                    <a:ext uri="{FF2B5EF4-FFF2-40B4-BE49-F238E27FC236}">
                      <a16:creationId xmlns:a16="http://schemas.microsoft.com/office/drawing/2014/main" id="{03B9A67C-5AE7-DAD8-94EE-AF459C1894B3}"/>
                    </a:ext>
                  </a:extLst>
                </p:cNvPr>
                <p:cNvSpPr/>
                <p:nvPr/>
              </p:nvSpPr>
              <p:spPr>
                <a:xfrm>
                  <a:off x="3926924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D9C">
                    <a:alpha val="100000"/>
                  </a:srgbClr>
                </a:solidFill>
                <a:ln w="5420" cap="flat">
                  <a:solidFill>
                    <a:srgbClr val="3A73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8" name="pg477">
                  <a:extLst>
                    <a:ext uri="{FF2B5EF4-FFF2-40B4-BE49-F238E27FC236}">
                      <a16:creationId xmlns:a16="http://schemas.microsoft.com/office/drawing/2014/main" id="{9C0BC566-FEF0-FB8E-858D-8D3065AD4FB7}"/>
                    </a:ext>
                  </a:extLst>
                </p:cNvPr>
                <p:cNvSpPr/>
                <p:nvPr/>
              </p:nvSpPr>
              <p:spPr>
                <a:xfrm>
                  <a:off x="4008361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5692">
                    <a:alpha val="100000"/>
                  </a:srgbClr>
                </a:solidFill>
                <a:ln w="5420" cap="flat">
                  <a:solidFill>
                    <a:srgbClr val="3A6C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79" name="pg478">
                  <a:extLst>
                    <a:ext uri="{FF2B5EF4-FFF2-40B4-BE49-F238E27FC236}">
                      <a16:creationId xmlns:a16="http://schemas.microsoft.com/office/drawing/2014/main" id="{11406DDF-BB0B-A7D4-5A97-2DD8327EF971}"/>
                    </a:ext>
                  </a:extLst>
                </p:cNvPr>
                <p:cNvSpPr/>
                <p:nvPr/>
              </p:nvSpPr>
              <p:spPr>
                <a:xfrm>
                  <a:off x="4089798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538E">
                    <a:alpha val="100000"/>
                  </a:srgbClr>
                </a:solidFill>
                <a:ln w="5420" cap="flat">
                  <a:solidFill>
                    <a:srgbClr val="3A69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0" name="pg479">
                  <a:extLst>
                    <a:ext uri="{FF2B5EF4-FFF2-40B4-BE49-F238E27FC236}">
                      <a16:creationId xmlns:a16="http://schemas.microsoft.com/office/drawing/2014/main" id="{EEBB69FA-CA24-BC87-8531-7C9F7521BC78}"/>
                    </a:ext>
                  </a:extLst>
                </p:cNvPr>
                <p:cNvSpPr/>
                <p:nvPr/>
              </p:nvSpPr>
              <p:spPr>
                <a:xfrm>
                  <a:off x="4171236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5590">
                    <a:alpha val="100000"/>
                  </a:srgbClr>
                </a:solidFill>
                <a:ln w="5420" cap="flat">
                  <a:solidFill>
                    <a:srgbClr val="3A6B9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1" name="pg480">
                  <a:extLst>
                    <a:ext uri="{FF2B5EF4-FFF2-40B4-BE49-F238E27FC236}">
                      <a16:creationId xmlns:a16="http://schemas.microsoft.com/office/drawing/2014/main" id="{9D123F3C-09DF-EE20-829E-ECFE0EB9FCD0}"/>
                    </a:ext>
                  </a:extLst>
                </p:cNvPr>
                <p:cNvSpPr/>
                <p:nvPr/>
              </p:nvSpPr>
              <p:spPr>
                <a:xfrm>
                  <a:off x="4252673" y="402949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997">
                    <a:alpha val="100000"/>
                  </a:srgbClr>
                </a:solidFill>
                <a:ln w="5420" cap="flat">
                  <a:solidFill>
                    <a:srgbClr val="3A6F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2" name="pg481">
                  <a:extLst>
                    <a:ext uri="{FF2B5EF4-FFF2-40B4-BE49-F238E27FC236}">
                      <a16:creationId xmlns:a16="http://schemas.microsoft.com/office/drawing/2014/main" id="{4D879EC1-501A-89D9-FF6D-DE2FA8C79B5F}"/>
                    </a:ext>
                  </a:extLst>
                </p:cNvPr>
                <p:cNvSpPr/>
                <p:nvPr/>
              </p:nvSpPr>
              <p:spPr>
                <a:xfrm>
                  <a:off x="2786804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DC9AC">
                    <a:alpha val="100000"/>
                  </a:srgbClr>
                </a:solidFill>
                <a:ln w="5420" cap="flat">
                  <a:solidFill>
                    <a:srgbClr val="67D0A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3" name="pg482">
                  <a:extLst>
                    <a:ext uri="{FF2B5EF4-FFF2-40B4-BE49-F238E27FC236}">
                      <a16:creationId xmlns:a16="http://schemas.microsoft.com/office/drawing/2014/main" id="{AFE85E74-4DD5-218D-0597-47D8E6F24EF1}"/>
                    </a:ext>
                  </a:extLst>
                </p:cNvPr>
                <p:cNvSpPr/>
                <p:nvPr/>
              </p:nvSpPr>
              <p:spPr>
                <a:xfrm>
                  <a:off x="2868241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4" name="pg483">
                  <a:extLst>
                    <a:ext uri="{FF2B5EF4-FFF2-40B4-BE49-F238E27FC236}">
                      <a16:creationId xmlns:a16="http://schemas.microsoft.com/office/drawing/2014/main" id="{AAEDB471-C6B4-E89E-0968-B8476BEC5A39}"/>
                    </a:ext>
                  </a:extLst>
                </p:cNvPr>
                <p:cNvSpPr/>
                <p:nvPr/>
              </p:nvSpPr>
              <p:spPr>
                <a:xfrm>
                  <a:off x="2949678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C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5" name="pg484">
                  <a:extLst>
                    <a:ext uri="{FF2B5EF4-FFF2-40B4-BE49-F238E27FC236}">
                      <a16:creationId xmlns:a16="http://schemas.microsoft.com/office/drawing/2014/main" id="{0704CB7F-39C7-5703-2616-9951A6BD994B}"/>
                    </a:ext>
                  </a:extLst>
                </p:cNvPr>
                <p:cNvSpPr/>
                <p:nvPr/>
              </p:nvSpPr>
              <p:spPr>
                <a:xfrm>
                  <a:off x="3031116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6" name="pg485">
                  <a:extLst>
                    <a:ext uri="{FF2B5EF4-FFF2-40B4-BE49-F238E27FC236}">
                      <a16:creationId xmlns:a16="http://schemas.microsoft.com/office/drawing/2014/main" id="{0B2EB45F-3DDA-06C7-CD9C-5580F30CEDA8}"/>
                    </a:ext>
                  </a:extLst>
                </p:cNvPr>
                <p:cNvSpPr/>
                <p:nvPr/>
              </p:nvSpPr>
              <p:spPr>
                <a:xfrm>
                  <a:off x="3112553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7" name="pg486">
                  <a:extLst>
                    <a:ext uri="{FF2B5EF4-FFF2-40B4-BE49-F238E27FC236}">
                      <a16:creationId xmlns:a16="http://schemas.microsoft.com/office/drawing/2014/main" id="{28FC6358-B5B6-7049-F9FC-772F2F175DF1}"/>
                    </a:ext>
                  </a:extLst>
                </p:cNvPr>
                <p:cNvSpPr/>
                <p:nvPr/>
              </p:nvSpPr>
              <p:spPr>
                <a:xfrm>
                  <a:off x="3193990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0D2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8" name="pg487">
                  <a:extLst>
                    <a:ext uri="{FF2B5EF4-FFF2-40B4-BE49-F238E27FC236}">
                      <a16:creationId xmlns:a16="http://schemas.microsoft.com/office/drawing/2014/main" id="{80389D47-FB30-68F7-D471-D28A7024E9D4}"/>
                    </a:ext>
                  </a:extLst>
                </p:cNvPr>
                <p:cNvSpPr/>
                <p:nvPr/>
              </p:nvSpPr>
              <p:spPr>
                <a:xfrm>
                  <a:off x="3275427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6F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89" name="pg488">
                  <a:extLst>
                    <a:ext uri="{FF2B5EF4-FFF2-40B4-BE49-F238E27FC236}">
                      <a16:creationId xmlns:a16="http://schemas.microsoft.com/office/drawing/2014/main" id="{86E7B341-F45E-48DE-8A6E-776123C5A023}"/>
                    </a:ext>
                  </a:extLst>
                </p:cNvPr>
                <p:cNvSpPr/>
                <p:nvPr/>
              </p:nvSpPr>
              <p:spPr>
                <a:xfrm>
                  <a:off x="3356864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0" name="pg489">
                  <a:extLst>
                    <a:ext uri="{FF2B5EF4-FFF2-40B4-BE49-F238E27FC236}">
                      <a16:creationId xmlns:a16="http://schemas.microsoft.com/office/drawing/2014/main" id="{DB72522D-31FF-E444-6A12-0F3AC3C9E829}"/>
                    </a:ext>
                  </a:extLst>
                </p:cNvPr>
                <p:cNvSpPr/>
                <p:nvPr/>
              </p:nvSpPr>
              <p:spPr>
                <a:xfrm>
                  <a:off x="3438301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6AC">
                    <a:alpha val="100000"/>
                  </a:srgbClr>
                </a:solidFill>
                <a:ln w="5420" cap="flat">
                  <a:solidFill>
                    <a:srgbClr val="61CE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1" name="pg490">
                  <a:extLst>
                    <a:ext uri="{FF2B5EF4-FFF2-40B4-BE49-F238E27FC236}">
                      <a16:creationId xmlns:a16="http://schemas.microsoft.com/office/drawing/2014/main" id="{FEFC0F12-A14B-8F5E-2465-A28C64C2AA29}"/>
                    </a:ext>
                  </a:extLst>
                </p:cNvPr>
                <p:cNvSpPr/>
                <p:nvPr/>
              </p:nvSpPr>
              <p:spPr>
                <a:xfrm>
                  <a:off x="3519738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2" name="pg491">
                  <a:extLst>
                    <a:ext uri="{FF2B5EF4-FFF2-40B4-BE49-F238E27FC236}">
                      <a16:creationId xmlns:a16="http://schemas.microsoft.com/office/drawing/2014/main" id="{E23B827F-E0F6-4242-C6D0-AD316B14E603}"/>
                    </a:ext>
                  </a:extLst>
                </p:cNvPr>
                <p:cNvSpPr/>
                <p:nvPr/>
              </p:nvSpPr>
              <p:spPr>
                <a:xfrm>
                  <a:off x="3601176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3" name="pg492">
                  <a:extLst>
                    <a:ext uri="{FF2B5EF4-FFF2-40B4-BE49-F238E27FC236}">
                      <a16:creationId xmlns:a16="http://schemas.microsoft.com/office/drawing/2014/main" id="{B3192C05-6957-D128-03C3-F29BE11B4DA9}"/>
                    </a:ext>
                  </a:extLst>
                </p:cNvPr>
                <p:cNvSpPr/>
                <p:nvPr/>
              </p:nvSpPr>
              <p:spPr>
                <a:xfrm>
                  <a:off x="3682613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496A9">
                    <a:alpha val="100000"/>
                  </a:srgbClr>
                </a:solidFill>
                <a:ln w="5420" cap="flat">
                  <a:solidFill>
                    <a:srgbClr val="41A4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4" name="pg493">
                  <a:extLst>
                    <a:ext uri="{FF2B5EF4-FFF2-40B4-BE49-F238E27FC236}">
                      <a16:creationId xmlns:a16="http://schemas.microsoft.com/office/drawing/2014/main" id="{1F161676-EE4B-4E3B-650E-D2E878C7880B}"/>
                    </a:ext>
                  </a:extLst>
                </p:cNvPr>
                <p:cNvSpPr/>
                <p:nvPr/>
              </p:nvSpPr>
              <p:spPr>
                <a:xfrm>
                  <a:off x="3764050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5" name="pg494">
                  <a:extLst>
                    <a:ext uri="{FF2B5EF4-FFF2-40B4-BE49-F238E27FC236}">
                      <a16:creationId xmlns:a16="http://schemas.microsoft.com/office/drawing/2014/main" id="{1DC65069-06C2-A0B1-192C-72525DE3DB9A}"/>
                    </a:ext>
                  </a:extLst>
                </p:cNvPr>
                <p:cNvSpPr/>
                <p:nvPr/>
              </p:nvSpPr>
              <p:spPr>
                <a:xfrm>
                  <a:off x="3845487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71A1">
                    <a:alpha val="100000"/>
                  </a:srgbClr>
                </a:solidFill>
                <a:ln w="5420" cap="flat">
                  <a:solidFill>
                    <a:srgbClr val="3984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6" name="pg495">
                  <a:extLst>
                    <a:ext uri="{FF2B5EF4-FFF2-40B4-BE49-F238E27FC236}">
                      <a16:creationId xmlns:a16="http://schemas.microsoft.com/office/drawing/2014/main" id="{7CAF0A23-4F1E-C63B-5312-3BEC132A4477}"/>
                    </a:ext>
                  </a:extLst>
                </p:cNvPr>
                <p:cNvSpPr/>
                <p:nvPr/>
              </p:nvSpPr>
              <p:spPr>
                <a:xfrm>
                  <a:off x="3926924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39D">
                    <a:alpha val="100000"/>
                  </a:srgbClr>
                </a:solidFill>
                <a:ln w="5420" cap="flat">
                  <a:solidFill>
                    <a:srgbClr val="3A78A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7" name="pg496">
                  <a:extLst>
                    <a:ext uri="{FF2B5EF4-FFF2-40B4-BE49-F238E27FC236}">
                      <a16:creationId xmlns:a16="http://schemas.microsoft.com/office/drawing/2014/main" id="{871C54F4-48E4-0F12-34AA-EE08492788FF}"/>
                    </a:ext>
                  </a:extLst>
                </p:cNvPr>
                <p:cNvSpPr/>
                <p:nvPr/>
              </p:nvSpPr>
              <p:spPr>
                <a:xfrm>
                  <a:off x="4008361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A98">
                    <a:alpha val="100000"/>
                  </a:srgbClr>
                </a:solidFill>
                <a:ln w="5420" cap="flat">
                  <a:solidFill>
                    <a:srgbClr val="3B70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8" name="pg497">
                  <a:extLst>
                    <a:ext uri="{FF2B5EF4-FFF2-40B4-BE49-F238E27FC236}">
                      <a16:creationId xmlns:a16="http://schemas.microsoft.com/office/drawing/2014/main" id="{C8D515A7-AD4D-074F-BE6E-4FD29DB4CE91}"/>
                    </a:ext>
                  </a:extLst>
                </p:cNvPr>
                <p:cNvSpPr/>
                <p:nvPr/>
              </p:nvSpPr>
              <p:spPr>
                <a:xfrm>
                  <a:off x="4089798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794">
                    <a:alpha val="100000"/>
                  </a:srgbClr>
                </a:solidFill>
                <a:ln w="5420" cap="flat">
                  <a:solidFill>
                    <a:srgbClr val="3A6D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199" name="pg498">
                  <a:extLst>
                    <a:ext uri="{FF2B5EF4-FFF2-40B4-BE49-F238E27FC236}">
                      <a16:creationId xmlns:a16="http://schemas.microsoft.com/office/drawing/2014/main" id="{08DE8A8D-82A5-DF3B-99F7-303B297B9761}"/>
                    </a:ext>
                  </a:extLst>
                </p:cNvPr>
                <p:cNvSpPr/>
                <p:nvPr/>
              </p:nvSpPr>
              <p:spPr>
                <a:xfrm>
                  <a:off x="4171236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5896">
                    <a:alpha val="100000"/>
                  </a:srgbClr>
                </a:solidFill>
                <a:ln w="5420" cap="flat">
                  <a:solidFill>
                    <a:srgbClr val="3A6EA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0" name="pg499">
                  <a:extLst>
                    <a:ext uri="{FF2B5EF4-FFF2-40B4-BE49-F238E27FC236}">
                      <a16:creationId xmlns:a16="http://schemas.microsoft.com/office/drawing/2014/main" id="{3112A74C-4F18-DB96-60FB-8FCC5638D109}"/>
                    </a:ext>
                  </a:extLst>
                </p:cNvPr>
                <p:cNvSpPr/>
                <p:nvPr/>
              </p:nvSpPr>
              <p:spPr>
                <a:xfrm>
                  <a:off x="4252673" y="4132810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5C9B">
                    <a:alpha val="100000"/>
                  </a:srgbClr>
                </a:solidFill>
                <a:ln w="5420" cap="flat">
                  <a:solidFill>
                    <a:srgbClr val="3B72A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1" name="pg500">
                  <a:extLst>
                    <a:ext uri="{FF2B5EF4-FFF2-40B4-BE49-F238E27FC236}">
                      <a16:creationId xmlns:a16="http://schemas.microsoft.com/office/drawing/2014/main" id="{DB373C26-B2F7-7A37-7EF6-B77F776B3F08}"/>
                    </a:ext>
                  </a:extLst>
                </p:cNvPr>
                <p:cNvSpPr/>
                <p:nvPr/>
              </p:nvSpPr>
              <p:spPr>
                <a:xfrm>
                  <a:off x="2786804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2" name="pg501">
                  <a:extLst>
                    <a:ext uri="{FF2B5EF4-FFF2-40B4-BE49-F238E27FC236}">
                      <a16:creationId xmlns:a16="http://schemas.microsoft.com/office/drawing/2014/main" id="{286E5B39-7DF7-60EE-CB5A-9749124A3083}"/>
                    </a:ext>
                  </a:extLst>
                </p:cNvPr>
                <p:cNvSpPr/>
                <p:nvPr/>
              </p:nvSpPr>
              <p:spPr>
                <a:xfrm>
                  <a:off x="2868241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3" name="pg502">
                  <a:extLst>
                    <a:ext uri="{FF2B5EF4-FFF2-40B4-BE49-F238E27FC236}">
                      <a16:creationId xmlns:a16="http://schemas.microsoft.com/office/drawing/2014/main" id="{16CB783D-70EB-9AAC-BF9B-E42473EB6277}"/>
                    </a:ext>
                  </a:extLst>
                </p:cNvPr>
                <p:cNvSpPr/>
                <p:nvPr/>
              </p:nvSpPr>
              <p:spPr>
                <a:xfrm>
                  <a:off x="2949678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DAC">
                    <a:alpha val="100000"/>
                  </a:srgbClr>
                </a:solidFill>
                <a:ln w="5420" cap="flat">
                  <a:solidFill>
                    <a:srgbClr val="71D3B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4" name="pg503">
                  <a:extLst>
                    <a:ext uri="{FF2B5EF4-FFF2-40B4-BE49-F238E27FC236}">
                      <a16:creationId xmlns:a16="http://schemas.microsoft.com/office/drawing/2014/main" id="{84C303DC-0D73-A83A-AA57-985206F76EBC}"/>
                    </a:ext>
                  </a:extLst>
                </p:cNvPr>
                <p:cNvSpPr/>
                <p:nvPr/>
              </p:nvSpPr>
              <p:spPr>
                <a:xfrm>
                  <a:off x="3031116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6D0AE">
                    <a:alpha val="100000"/>
                  </a:srgbClr>
                </a:solidFill>
                <a:ln w="5420" cap="flat">
                  <a:solidFill>
                    <a:srgbClr val="77D4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5" name="pg504">
                  <a:extLst>
                    <a:ext uri="{FF2B5EF4-FFF2-40B4-BE49-F238E27FC236}">
                      <a16:creationId xmlns:a16="http://schemas.microsoft.com/office/drawing/2014/main" id="{82335ED1-1D93-0335-A7B7-C80C9451E45B}"/>
                    </a:ext>
                  </a:extLst>
                </p:cNvPr>
                <p:cNvSpPr/>
                <p:nvPr/>
              </p:nvSpPr>
              <p:spPr>
                <a:xfrm>
                  <a:off x="3112553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ED2B1">
                    <a:alpha val="100000"/>
                  </a:srgbClr>
                </a:solidFill>
                <a:ln w="5420" cap="flat">
                  <a:solidFill>
                    <a:srgbClr val="7ED6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6" name="pg505">
                  <a:extLst>
                    <a:ext uri="{FF2B5EF4-FFF2-40B4-BE49-F238E27FC236}">
                      <a16:creationId xmlns:a16="http://schemas.microsoft.com/office/drawing/2014/main" id="{F6B321AB-E032-7A72-E04E-228C33BE1F36}"/>
                    </a:ext>
                  </a:extLst>
                </p:cNvPr>
                <p:cNvSpPr/>
                <p:nvPr/>
              </p:nvSpPr>
              <p:spPr>
                <a:xfrm>
                  <a:off x="3193990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6D4B4">
                    <a:alpha val="100000"/>
                  </a:srgbClr>
                </a:solidFill>
                <a:ln w="5420" cap="flat">
                  <a:solidFill>
                    <a:srgbClr val="85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7" name="pg506">
                  <a:extLst>
                    <a:ext uri="{FF2B5EF4-FFF2-40B4-BE49-F238E27FC236}">
                      <a16:creationId xmlns:a16="http://schemas.microsoft.com/office/drawing/2014/main" id="{197484BE-F2C4-2159-A6B8-CC72E4015F27}"/>
                    </a:ext>
                  </a:extLst>
                </p:cNvPr>
                <p:cNvSpPr/>
                <p:nvPr/>
              </p:nvSpPr>
              <p:spPr>
                <a:xfrm>
                  <a:off x="3275427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DD6B7">
                    <a:alpha val="100000"/>
                  </a:srgbClr>
                </a:solidFill>
                <a:ln w="5420" cap="flat">
                  <a:solidFill>
                    <a:srgbClr val="8A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8" name="pg507">
                  <a:extLst>
                    <a:ext uri="{FF2B5EF4-FFF2-40B4-BE49-F238E27FC236}">
                      <a16:creationId xmlns:a16="http://schemas.microsoft.com/office/drawing/2014/main" id="{4F41E6F9-D766-10AD-80B5-28F48DA86F17}"/>
                    </a:ext>
                  </a:extLst>
                </p:cNvPr>
                <p:cNvSpPr/>
                <p:nvPr/>
              </p:nvSpPr>
              <p:spPr>
                <a:xfrm>
                  <a:off x="3356864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C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09" name="pg508">
                  <a:extLst>
                    <a:ext uri="{FF2B5EF4-FFF2-40B4-BE49-F238E27FC236}">
                      <a16:creationId xmlns:a16="http://schemas.microsoft.com/office/drawing/2014/main" id="{01E0FEE9-38A4-CFC4-9E99-03589BD9B100}"/>
                    </a:ext>
                  </a:extLst>
                </p:cNvPr>
                <p:cNvSpPr/>
                <p:nvPr/>
              </p:nvSpPr>
              <p:spPr>
                <a:xfrm>
                  <a:off x="3438301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CD6B7">
                    <a:alpha val="100000"/>
                  </a:srgbClr>
                </a:solidFill>
                <a:ln w="5420" cap="flat">
                  <a:solidFill>
                    <a:srgbClr val="8ADA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0" name="pg509">
                  <a:extLst>
                    <a:ext uri="{FF2B5EF4-FFF2-40B4-BE49-F238E27FC236}">
                      <a16:creationId xmlns:a16="http://schemas.microsoft.com/office/drawing/2014/main" id="{E6FC485D-A610-D01E-D2EC-3407BBFDBFEB}"/>
                    </a:ext>
                  </a:extLst>
                </p:cNvPr>
                <p:cNvSpPr/>
                <p:nvPr/>
              </p:nvSpPr>
              <p:spPr>
                <a:xfrm>
                  <a:off x="3519738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1" name="pg510">
                  <a:extLst>
                    <a:ext uri="{FF2B5EF4-FFF2-40B4-BE49-F238E27FC236}">
                      <a16:creationId xmlns:a16="http://schemas.microsoft.com/office/drawing/2014/main" id="{7B22DCCF-7708-8E36-D6D3-3E5F22E5C2F4}"/>
                    </a:ext>
                  </a:extLst>
                </p:cNvPr>
                <p:cNvSpPr/>
                <p:nvPr/>
              </p:nvSpPr>
              <p:spPr>
                <a:xfrm>
                  <a:off x="3601176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2" name="pg511">
                  <a:extLst>
                    <a:ext uri="{FF2B5EF4-FFF2-40B4-BE49-F238E27FC236}">
                      <a16:creationId xmlns:a16="http://schemas.microsoft.com/office/drawing/2014/main" id="{7FBBA0C1-D632-6C8B-3319-C5F4AD7994DF}"/>
                    </a:ext>
                  </a:extLst>
                </p:cNvPr>
                <p:cNvSpPr/>
                <p:nvPr/>
              </p:nvSpPr>
              <p:spPr>
                <a:xfrm>
                  <a:off x="3682613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3" name="pg512">
                  <a:extLst>
                    <a:ext uri="{FF2B5EF4-FFF2-40B4-BE49-F238E27FC236}">
                      <a16:creationId xmlns:a16="http://schemas.microsoft.com/office/drawing/2014/main" id="{65B21C31-7716-7103-ACEF-F35B0B663049}"/>
                    </a:ext>
                  </a:extLst>
                </p:cNvPr>
                <p:cNvSpPr/>
                <p:nvPr/>
              </p:nvSpPr>
              <p:spPr>
                <a:xfrm>
                  <a:off x="3764050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9CA9">
                    <a:alpha val="100000"/>
                  </a:srgbClr>
                </a:solidFill>
                <a:ln w="5420" cap="flat">
                  <a:solidFill>
                    <a:srgbClr val="45A9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4" name="pg513">
                  <a:extLst>
                    <a:ext uri="{FF2B5EF4-FFF2-40B4-BE49-F238E27FC236}">
                      <a16:creationId xmlns:a16="http://schemas.microsoft.com/office/drawing/2014/main" id="{49BEDD93-7B62-8B95-95FA-DB396637315C}"/>
                    </a:ext>
                  </a:extLst>
                </p:cNvPr>
                <p:cNvSpPr/>
                <p:nvPr/>
              </p:nvSpPr>
              <p:spPr>
                <a:xfrm>
                  <a:off x="3845487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88BA7">
                    <a:alpha val="100000"/>
                  </a:srgbClr>
                </a:solidFill>
                <a:ln w="5420" cap="flat">
                  <a:solidFill>
                    <a:srgbClr val="399B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5" name="pg514">
                  <a:extLst>
                    <a:ext uri="{FF2B5EF4-FFF2-40B4-BE49-F238E27FC236}">
                      <a16:creationId xmlns:a16="http://schemas.microsoft.com/office/drawing/2014/main" id="{62CA6E8A-185B-1FAB-167E-5AB532E3A114}"/>
                    </a:ext>
                  </a:extLst>
                </p:cNvPr>
                <p:cNvSpPr/>
                <p:nvPr/>
              </p:nvSpPr>
              <p:spPr>
                <a:xfrm>
                  <a:off x="3926924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EA4">
                    <a:alpha val="100000"/>
                  </a:srgbClr>
                </a:solidFill>
                <a:ln w="5420" cap="flat">
                  <a:solidFill>
                    <a:srgbClr val="3690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6" name="pg515">
                  <a:extLst>
                    <a:ext uri="{FF2B5EF4-FFF2-40B4-BE49-F238E27FC236}">
                      <a16:creationId xmlns:a16="http://schemas.microsoft.com/office/drawing/2014/main" id="{0CD21862-77DF-A3FA-A46A-93C388639494}"/>
                    </a:ext>
                  </a:extLst>
                </p:cNvPr>
                <p:cNvSpPr/>
                <p:nvPr/>
              </p:nvSpPr>
              <p:spPr>
                <a:xfrm>
                  <a:off x="4008361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4A1">
                    <a:alpha val="100000"/>
                  </a:srgbClr>
                </a:solidFill>
                <a:ln w="5420" cap="flat">
                  <a:solidFill>
                    <a:srgbClr val="3887A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7" name="pg516">
                  <a:extLst>
                    <a:ext uri="{FF2B5EF4-FFF2-40B4-BE49-F238E27FC236}">
                      <a16:creationId xmlns:a16="http://schemas.microsoft.com/office/drawing/2014/main" id="{A256E839-0EFB-1910-BF89-2E1DDE98F0CB}"/>
                    </a:ext>
                  </a:extLst>
                </p:cNvPr>
                <p:cNvSpPr/>
                <p:nvPr/>
              </p:nvSpPr>
              <p:spPr>
                <a:xfrm>
                  <a:off x="4089798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FA0">
                    <a:alpha val="100000"/>
                  </a:srgbClr>
                </a:solidFill>
                <a:ln w="5420" cap="flat">
                  <a:solidFill>
                    <a:srgbClr val="3982A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8" name="pg517">
                  <a:extLst>
                    <a:ext uri="{FF2B5EF4-FFF2-40B4-BE49-F238E27FC236}">
                      <a16:creationId xmlns:a16="http://schemas.microsoft.com/office/drawing/2014/main" id="{63FEBB70-9FDC-CCAD-2BAC-C5BB15A367A4}"/>
                    </a:ext>
                  </a:extLst>
                </p:cNvPr>
                <p:cNvSpPr/>
                <p:nvPr/>
              </p:nvSpPr>
              <p:spPr>
                <a:xfrm>
                  <a:off x="4171236" y="4236126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6B9F">
                    <a:alpha val="100000"/>
                  </a:srgbClr>
                </a:solidFill>
                <a:ln w="5420" cap="flat">
                  <a:solidFill>
                    <a:srgbClr val="3A7FA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19" name="pg518">
                  <a:extLst>
                    <a:ext uri="{FF2B5EF4-FFF2-40B4-BE49-F238E27FC236}">
                      <a16:creationId xmlns:a16="http://schemas.microsoft.com/office/drawing/2014/main" id="{1B678FD8-6140-C9FF-F16F-A20CB89FE700}"/>
                    </a:ext>
                  </a:extLst>
                </p:cNvPr>
                <p:cNvSpPr/>
                <p:nvPr/>
              </p:nvSpPr>
              <p:spPr>
                <a:xfrm>
                  <a:off x="2786804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4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0" name="pg519">
                  <a:extLst>
                    <a:ext uri="{FF2B5EF4-FFF2-40B4-BE49-F238E27FC236}">
                      <a16:creationId xmlns:a16="http://schemas.microsoft.com/office/drawing/2014/main" id="{D6A70C15-C6FB-A04A-124B-DAACF824BA05}"/>
                    </a:ext>
                  </a:extLst>
                </p:cNvPr>
                <p:cNvSpPr/>
                <p:nvPr/>
              </p:nvSpPr>
              <p:spPr>
                <a:xfrm>
                  <a:off x="2868241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BAC">
                    <a:alpha val="100000"/>
                  </a:srgbClr>
                </a:solidFill>
                <a:ln w="5420" cap="flat">
                  <a:solidFill>
                    <a:srgbClr val="6B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1" name="pg520">
                  <a:extLst>
                    <a:ext uri="{FF2B5EF4-FFF2-40B4-BE49-F238E27FC236}">
                      <a16:creationId xmlns:a16="http://schemas.microsoft.com/office/drawing/2014/main" id="{228CA60C-2232-03CE-5B2F-DBE589144DC5}"/>
                    </a:ext>
                  </a:extLst>
                </p:cNvPr>
                <p:cNvSpPr/>
                <p:nvPr/>
              </p:nvSpPr>
              <p:spPr>
                <a:xfrm>
                  <a:off x="2949678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2" name="pg521">
                  <a:extLst>
                    <a:ext uri="{FF2B5EF4-FFF2-40B4-BE49-F238E27FC236}">
                      <a16:creationId xmlns:a16="http://schemas.microsoft.com/office/drawing/2014/main" id="{F8F0A803-85F3-5BA2-39F0-1F675E3FD30D}"/>
                    </a:ext>
                  </a:extLst>
                </p:cNvPr>
                <p:cNvSpPr/>
                <p:nvPr/>
              </p:nvSpPr>
              <p:spPr>
                <a:xfrm>
                  <a:off x="3031116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AD1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3" name="pg522">
                  <a:extLst>
                    <a:ext uri="{FF2B5EF4-FFF2-40B4-BE49-F238E27FC236}">
                      <a16:creationId xmlns:a16="http://schemas.microsoft.com/office/drawing/2014/main" id="{16027A75-24E9-9F27-C8AA-D94A46ADAF74}"/>
                    </a:ext>
                  </a:extLst>
                </p:cNvPr>
                <p:cNvSpPr/>
                <p:nvPr/>
              </p:nvSpPr>
              <p:spPr>
                <a:xfrm>
                  <a:off x="3112553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83D8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4" name="pg523">
                  <a:extLst>
                    <a:ext uri="{FF2B5EF4-FFF2-40B4-BE49-F238E27FC236}">
                      <a16:creationId xmlns:a16="http://schemas.microsoft.com/office/drawing/2014/main" id="{2A8EAD95-B51F-21A1-662C-E5DFB049B09E}"/>
                    </a:ext>
                  </a:extLst>
                </p:cNvPr>
                <p:cNvSpPr/>
                <p:nvPr/>
              </p:nvSpPr>
              <p:spPr>
                <a:xfrm>
                  <a:off x="3193990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5" name="pg524">
                  <a:extLst>
                    <a:ext uri="{FF2B5EF4-FFF2-40B4-BE49-F238E27FC236}">
                      <a16:creationId xmlns:a16="http://schemas.microsoft.com/office/drawing/2014/main" id="{E60CC089-5C61-5676-D3FE-D37E9F4DBDA6}"/>
                    </a:ext>
                  </a:extLst>
                </p:cNvPr>
                <p:cNvSpPr/>
                <p:nvPr/>
              </p:nvSpPr>
              <p:spPr>
                <a:xfrm>
                  <a:off x="3275427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5D9BB">
                    <a:alpha val="100000"/>
                  </a:srgbClr>
                </a:solidFill>
                <a:ln w="5420" cap="flat">
                  <a:solidFill>
                    <a:srgbClr val="91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6" name="pg525">
                  <a:extLst>
                    <a:ext uri="{FF2B5EF4-FFF2-40B4-BE49-F238E27FC236}">
                      <a16:creationId xmlns:a16="http://schemas.microsoft.com/office/drawing/2014/main" id="{9ECB703E-FD81-9E0F-F08C-403553528800}"/>
                    </a:ext>
                  </a:extLst>
                </p:cNvPr>
                <p:cNvSpPr/>
                <p:nvPr/>
              </p:nvSpPr>
              <p:spPr>
                <a:xfrm>
                  <a:off x="3356864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95DD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7" name="pg526">
                  <a:extLst>
                    <a:ext uri="{FF2B5EF4-FFF2-40B4-BE49-F238E27FC236}">
                      <a16:creationId xmlns:a16="http://schemas.microsoft.com/office/drawing/2014/main" id="{F20E0A8E-55FD-EF2E-6301-2CAEE33F8ACB}"/>
                    </a:ext>
                  </a:extLst>
                </p:cNvPr>
                <p:cNvSpPr/>
                <p:nvPr/>
              </p:nvSpPr>
              <p:spPr>
                <a:xfrm>
                  <a:off x="3438301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8D9BC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8" name="pg527">
                  <a:extLst>
                    <a:ext uri="{FF2B5EF4-FFF2-40B4-BE49-F238E27FC236}">
                      <a16:creationId xmlns:a16="http://schemas.microsoft.com/office/drawing/2014/main" id="{4290D225-0AF3-E20D-37FE-8EA2E79D8FA2}"/>
                    </a:ext>
                  </a:extLst>
                </p:cNvPr>
                <p:cNvSpPr/>
                <p:nvPr/>
              </p:nvSpPr>
              <p:spPr>
                <a:xfrm>
                  <a:off x="3519738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9D0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29" name="pg528">
                  <a:extLst>
                    <a:ext uri="{FF2B5EF4-FFF2-40B4-BE49-F238E27FC236}">
                      <a16:creationId xmlns:a16="http://schemas.microsoft.com/office/drawing/2014/main" id="{07D63099-EC0D-502C-E26F-BE5A594E6792}"/>
                    </a:ext>
                  </a:extLst>
                </p:cNvPr>
                <p:cNvSpPr/>
                <p:nvPr/>
              </p:nvSpPr>
              <p:spPr>
                <a:xfrm>
                  <a:off x="3601176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0" name="pg529">
                  <a:extLst>
                    <a:ext uri="{FF2B5EF4-FFF2-40B4-BE49-F238E27FC236}">
                      <a16:creationId xmlns:a16="http://schemas.microsoft.com/office/drawing/2014/main" id="{2AB514B3-F4D5-2C4E-013B-7CAEEAFED1B8}"/>
                    </a:ext>
                  </a:extLst>
                </p:cNvPr>
                <p:cNvSpPr/>
                <p:nvPr/>
              </p:nvSpPr>
              <p:spPr>
                <a:xfrm>
                  <a:off x="3682613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6AB">
                    <a:alpha val="100000"/>
                  </a:srgbClr>
                </a:solidFill>
                <a:ln w="5420" cap="flat">
                  <a:solidFill>
                    <a:srgbClr val="57C0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1" name="pg530">
                  <a:extLst>
                    <a:ext uri="{FF2B5EF4-FFF2-40B4-BE49-F238E27FC236}">
                      <a16:creationId xmlns:a16="http://schemas.microsoft.com/office/drawing/2014/main" id="{1BF1D9BD-0E3C-7581-C44F-FE9E68CC6D09}"/>
                    </a:ext>
                  </a:extLst>
                </p:cNvPr>
                <p:cNvSpPr/>
                <p:nvPr/>
              </p:nvSpPr>
              <p:spPr>
                <a:xfrm>
                  <a:off x="3764050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2" name="pg531">
                  <a:extLst>
                    <a:ext uri="{FF2B5EF4-FFF2-40B4-BE49-F238E27FC236}">
                      <a16:creationId xmlns:a16="http://schemas.microsoft.com/office/drawing/2014/main" id="{4316B7FF-A8D3-432D-ECB6-A145142E9FED}"/>
                    </a:ext>
                  </a:extLst>
                </p:cNvPr>
                <p:cNvSpPr/>
                <p:nvPr/>
              </p:nvSpPr>
              <p:spPr>
                <a:xfrm>
                  <a:off x="3845487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699A9">
                    <a:alpha val="100000"/>
                  </a:srgbClr>
                </a:solidFill>
                <a:ln w="5420" cap="flat">
                  <a:solidFill>
                    <a:srgbClr val="43A6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3" name="pg532">
                  <a:extLst>
                    <a:ext uri="{FF2B5EF4-FFF2-40B4-BE49-F238E27FC236}">
                      <a16:creationId xmlns:a16="http://schemas.microsoft.com/office/drawing/2014/main" id="{8AB717E4-4825-1E9A-8517-9DC6148EE67B}"/>
                    </a:ext>
                  </a:extLst>
                </p:cNvPr>
                <p:cNvSpPr/>
                <p:nvPr/>
              </p:nvSpPr>
              <p:spPr>
                <a:xfrm>
                  <a:off x="3926924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CA7">
                    <a:alpha val="100000"/>
                  </a:srgbClr>
                </a:solidFill>
                <a:ln w="5420" cap="flat">
                  <a:solidFill>
                    <a:srgbClr val="399CA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4" name="pg533">
                  <a:extLst>
                    <a:ext uri="{FF2B5EF4-FFF2-40B4-BE49-F238E27FC236}">
                      <a16:creationId xmlns:a16="http://schemas.microsoft.com/office/drawing/2014/main" id="{6B332E4F-4DB4-B717-D41C-3D00864C0A64}"/>
                    </a:ext>
                  </a:extLst>
                </p:cNvPr>
                <p:cNvSpPr/>
                <p:nvPr/>
              </p:nvSpPr>
              <p:spPr>
                <a:xfrm>
                  <a:off x="4008361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983A5">
                    <a:alpha val="100000"/>
                  </a:srgbClr>
                </a:solidFill>
                <a:ln w="5420" cap="flat">
                  <a:solidFill>
                    <a:srgbClr val="3594A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5" name="pg534">
                  <a:extLst>
                    <a:ext uri="{FF2B5EF4-FFF2-40B4-BE49-F238E27FC236}">
                      <a16:creationId xmlns:a16="http://schemas.microsoft.com/office/drawing/2014/main" id="{D5E3739B-4804-C6FD-B6C5-5A7FAC506724}"/>
                    </a:ext>
                  </a:extLst>
                </p:cNvPr>
                <p:cNvSpPr/>
                <p:nvPr/>
              </p:nvSpPr>
              <p:spPr>
                <a:xfrm>
                  <a:off x="4089798" y="4339442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A7CA3">
                    <a:alpha val="100000"/>
                  </a:srgbClr>
                </a:solidFill>
                <a:ln w="5420" cap="flat">
                  <a:solidFill>
                    <a:srgbClr val="378EA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6" name="pg535">
                  <a:extLst>
                    <a:ext uri="{FF2B5EF4-FFF2-40B4-BE49-F238E27FC236}">
                      <a16:creationId xmlns:a16="http://schemas.microsoft.com/office/drawing/2014/main" id="{085EB49F-5E71-959C-94BD-5DA93240AEFC}"/>
                    </a:ext>
                  </a:extLst>
                </p:cNvPr>
                <p:cNvSpPr/>
                <p:nvPr/>
              </p:nvSpPr>
              <p:spPr>
                <a:xfrm>
                  <a:off x="2868241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ECAAC">
                    <a:alpha val="100000"/>
                  </a:srgbClr>
                </a:solidFill>
                <a:ln w="5420" cap="flat">
                  <a:solidFill>
                    <a:srgbClr val="6AD1B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7" name="pg536">
                  <a:extLst>
                    <a:ext uri="{FF2B5EF4-FFF2-40B4-BE49-F238E27FC236}">
                      <a16:creationId xmlns:a16="http://schemas.microsoft.com/office/drawing/2014/main" id="{3060B916-7180-BFDA-817F-92D24F2AB268}"/>
                    </a:ext>
                  </a:extLst>
                </p:cNvPr>
                <p:cNvSpPr/>
                <p:nvPr/>
              </p:nvSpPr>
              <p:spPr>
                <a:xfrm>
                  <a:off x="2949678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8" name="pg537">
                  <a:extLst>
                    <a:ext uri="{FF2B5EF4-FFF2-40B4-BE49-F238E27FC236}">
                      <a16:creationId xmlns:a16="http://schemas.microsoft.com/office/drawing/2014/main" id="{0E38F77B-0633-C064-C534-78D106030829}"/>
                    </a:ext>
                  </a:extLst>
                </p:cNvPr>
                <p:cNvSpPr/>
                <p:nvPr/>
              </p:nvSpPr>
              <p:spPr>
                <a:xfrm>
                  <a:off x="3031116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AD1AF">
                    <a:alpha val="100000"/>
                  </a:srgbClr>
                </a:solidFill>
                <a:ln w="5420" cap="flat">
                  <a:solidFill>
                    <a:srgbClr val="7AD5B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39" name="pg538">
                  <a:extLst>
                    <a:ext uri="{FF2B5EF4-FFF2-40B4-BE49-F238E27FC236}">
                      <a16:creationId xmlns:a16="http://schemas.microsoft.com/office/drawing/2014/main" id="{9F49F0D9-F1B3-96CF-671A-BF531847B1D2}"/>
                    </a:ext>
                  </a:extLst>
                </p:cNvPr>
                <p:cNvSpPr/>
                <p:nvPr/>
              </p:nvSpPr>
              <p:spPr>
                <a:xfrm>
                  <a:off x="3112553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4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0" name="pg539">
                  <a:extLst>
                    <a:ext uri="{FF2B5EF4-FFF2-40B4-BE49-F238E27FC236}">
                      <a16:creationId xmlns:a16="http://schemas.microsoft.com/office/drawing/2014/main" id="{025CFFF7-CCB1-3199-DAE9-2B0AE4CFC2B2}"/>
                    </a:ext>
                  </a:extLst>
                </p:cNvPr>
                <p:cNvSpPr/>
                <p:nvPr/>
              </p:nvSpPr>
              <p:spPr>
                <a:xfrm>
                  <a:off x="3193990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ED6B8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1" name="pg540">
                  <a:extLst>
                    <a:ext uri="{FF2B5EF4-FFF2-40B4-BE49-F238E27FC236}">
                      <a16:creationId xmlns:a16="http://schemas.microsoft.com/office/drawing/2014/main" id="{AE4A0B02-DF1E-129D-BC53-B1ABBAA6DA2E}"/>
                    </a:ext>
                  </a:extLst>
                </p:cNvPr>
                <p:cNvSpPr/>
                <p:nvPr/>
              </p:nvSpPr>
              <p:spPr>
                <a:xfrm>
                  <a:off x="3275427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6D9BB">
                    <a:alpha val="100000"/>
                  </a:srgbClr>
                </a:solidFill>
                <a:ln w="5420" cap="flat">
                  <a:solidFill>
                    <a:srgbClr val="92DC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2" name="pg541">
                  <a:extLst>
                    <a:ext uri="{FF2B5EF4-FFF2-40B4-BE49-F238E27FC236}">
                      <a16:creationId xmlns:a16="http://schemas.microsoft.com/office/drawing/2014/main" id="{18A2D185-0293-E068-9EAD-F75C739CF272}"/>
                    </a:ext>
                  </a:extLst>
                </p:cNvPr>
                <p:cNvSpPr/>
                <p:nvPr/>
              </p:nvSpPr>
              <p:spPr>
                <a:xfrm>
                  <a:off x="3356864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ADABD">
                    <a:alpha val="100000"/>
                  </a:srgbClr>
                </a:solidFill>
                <a:ln w="5420" cap="flat">
                  <a:solidFill>
                    <a:srgbClr val="95DDC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3" name="pg542">
                  <a:extLst>
                    <a:ext uri="{FF2B5EF4-FFF2-40B4-BE49-F238E27FC236}">
                      <a16:creationId xmlns:a16="http://schemas.microsoft.com/office/drawing/2014/main" id="{3B20DDFF-7443-7F96-5AEE-E1E5D7FA8685}"/>
                    </a:ext>
                  </a:extLst>
                </p:cNvPr>
                <p:cNvSpPr/>
                <p:nvPr/>
              </p:nvSpPr>
              <p:spPr>
                <a:xfrm>
                  <a:off x="3438301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9DABC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4" name="pg543">
                  <a:extLst>
                    <a:ext uri="{FF2B5EF4-FFF2-40B4-BE49-F238E27FC236}">
                      <a16:creationId xmlns:a16="http://schemas.microsoft.com/office/drawing/2014/main" id="{0855D4E1-F861-0A9B-3DEB-FB87C579611C}"/>
                    </a:ext>
                  </a:extLst>
                </p:cNvPr>
                <p:cNvSpPr/>
                <p:nvPr/>
              </p:nvSpPr>
              <p:spPr>
                <a:xfrm>
                  <a:off x="3519738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DD2B1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5" name="pg544">
                  <a:extLst>
                    <a:ext uri="{FF2B5EF4-FFF2-40B4-BE49-F238E27FC236}">
                      <a16:creationId xmlns:a16="http://schemas.microsoft.com/office/drawing/2014/main" id="{851BB761-6CE7-3039-5D0B-8082D5C619F4}"/>
                    </a:ext>
                  </a:extLst>
                </p:cNvPr>
                <p:cNvSpPr/>
                <p:nvPr/>
              </p:nvSpPr>
              <p:spPr>
                <a:xfrm>
                  <a:off x="3601176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6D0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6" name="pg545">
                  <a:extLst>
                    <a:ext uri="{FF2B5EF4-FFF2-40B4-BE49-F238E27FC236}">
                      <a16:creationId xmlns:a16="http://schemas.microsoft.com/office/drawing/2014/main" id="{746157E6-A2E3-ABAF-D630-E0050FDD688E}"/>
                    </a:ext>
                  </a:extLst>
                </p:cNvPr>
                <p:cNvSpPr/>
                <p:nvPr/>
              </p:nvSpPr>
              <p:spPr>
                <a:xfrm>
                  <a:off x="3682613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C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7" name="pg546">
                  <a:extLst>
                    <a:ext uri="{FF2B5EF4-FFF2-40B4-BE49-F238E27FC236}">
                      <a16:creationId xmlns:a16="http://schemas.microsoft.com/office/drawing/2014/main" id="{8AAECE06-1B86-484A-B579-D7EF446382C1}"/>
                    </a:ext>
                  </a:extLst>
                </p:cNvPr>
                <p:cNvSpPr/>
                <p:nvPr/>
              </p:nvSpPr>
              <p:spPr>
                <a:xfrm>
                  <a:off x="3764050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2B9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8" name="pg547">
                  <a:extLst>
                    <a:ext uri="{FF2B5EF4-FFF2-40B4-BE49-F238E27FC236}">
                      <a16:creationId xmlns:a16="http://schemas.microsoft.com/office/drawing/2014/main" id="{35AF8198-BA9B-497B-B57C-2E81ED59FEC3}"/>
                    </a:ext>
                  </a:extLst>
                </p:cNvPr>
                <p:cNvSpPr/>
                <p:nvPr/>
              </p:nvSpPr>
              <p:spPr>
                <a:xfrm>
                  <a:off x="3845487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49" name="pg548">
                  <a:extLst>
                    <a:ext uri="{FF2B5EF4-FFF2-40B4-BE49-F238E27FC236}">
                      <a16:creationId xmlns:a16="http://schemas.microsoft.com/office/drawing/2014/main" id="{971FEF97-8326-2346-7B3C-F1D7BF028C34}"/>
                    </a:ext>
                  </a:extLst>
                </p:cNvPr>
                <p:cNvSpPr/>
                <p:nvPr/>
              </p:nvSpPr>
              <p:spPr>
                <a:xfrm>
                  <a:off x="3926924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0" name="pg549">
                  <a:extLst>
                    <a:ext uri="{FF2B5EF4-FFF2-40B4-BE49-F238E27FC236}">
                      <a16:creationId xmlns:a16="http://schemas.microsoft.com/office/drawing/2014/main" id="{B5680F32-789E-925E-BA57-A947D4ADEE4D}"/>
                    </a:ext>
                  </a:extLst>
                </p:cNvPr>
                <p:cNvSpPr/>
                <p:nvPr/>
              </p:nvSpPr>
              <p:spPr>
                <a:xfrm>
                  <a:off x="4008361" y="444275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78FA7">
                    <a:alpha val="100000"/>
                  </a:srgbClr>
                </a:solidFill>
                <a:ln w="5420" cap="flat">
                  <a:solidFill>
                    <a:srgbClr val="3B9E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1" name="pg550">
                  <a:extLst>
                    <a:ext uri="{FF2B5EF4-FFF2-40B4-BE49-F238E27FC236}">
                      <a16:creationId xmlns:a16="http://schemas.microsoft.com/office/drawing/2014/main" id="{068C48C6-D7F3-4104-ACB9-3EF7F0A82AF5}"/>
                    </a:ext>
                  </a:extLst>
                </p:cNvPr>
                <p:cNvSpPr/>
                <p:nvPr/>
              </p:nvSpPr>
              <p:spPr>
                <a:xfrm>
                  <a:off x="3112553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1D2B2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2" name="pg551">
                  <a:extLst>
                    <a:ext uri="{FF2B5EF4-FFF2-40B4-BE49-F238E27FC236}">
                      <a16:creationId xmlns:a16="http://schemas.microsoft.com/office/drawing/2014/main" id="{97D95FE0-4800-78A8-C4C0-FCA1544DE08A}"/>
                    </a:ext>
                  </a:extLst>
                </p:cNvPr>
                <p:cNvSpPr/>
                <p:nvPr/>
              </p:nvSpPr>
              <p:spPr>
                <a:xfrm>
                  <a:off x="3193990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9D5B5">
                    <a:alpha val="100000"/>
                  </a:srgbClr>
                </a:solidFill>
                <a:ln w="5420" cap="flat">
                  <a:solidFill>
                    <a:srgbClr val="87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3" name="pg552">
                  <a:extLst>
                    <a:ext uri="{FF2B5EF4-FFF2-40B4-BE49-F238E27FC236}">
                      <a16:creationId xmlns:a16="http://schemas.microsoft.com/office/drawing/2014/main" id="{5A7CAB07-796E-8B2C-0CCC-52BF95F27BCD}"/>
                    </a:ext>
                  </a:extLst>
                </p:cNvPr>
                <p:cNvSpPr/>
                <p:nvPr/>
              </p:nvSpPr>
              <p:spPr>
                <a:xfrm>
                  <a:off x="3275427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FD7B8">
                    <a:alpha val="100000"/>
                  </a:srgbClr>
                </a:solidFill>
                <a:ln w="5420" cap="flat">
                  <a:solidFill>
                    <a:srgbClr val="8C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4" name="pg553">
                  <a:extLst>
                    <a:ext uri="{FF2B5EF4-FFF2-40B4-BE49-F238E27FC236}">
                      <a16:creationId xmlns:a16="http://schemas.microsoft.com/office/drawing/2014/main" id="{3C0026F5-9540-7A97-8F48-C86C92213550}"/>
                    </a:ext>
                  </a:extLst>
                </p:cNvPr>
                <p:cNvSpPr/>
                <p:nvPr/>
              </p:nvSpPr>
              <p:spPr>
                <a:xfrm>
                  <a:off x="3356864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2D7B9">
                    <a:alpha val="100000"/>
                  </a:srgbClr>
                </a:solidFill>
                <a:ln w="5420" cap="flat">
                  <a:solidFill>
                    <a:srgbClr val="8E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5" name="pg554">
                  <a:extLst>
                    <a:ext uri="{FF2B5EF4-FFF2-40B4-BE49-F238E27FC236}">
                      <a16:creationId xmlns:a16="http://schemas.microsoft.com/office/drawing/2014/main" id="{2AD29C50-44CC-2DED-304B-0534B8ADD08E}"/>
                    </a:ext>
                  </a:extLst>
                </p:cNvPr>
                <p:cNvSpPr/>
                <p:nvPr/>
              </p:nvSpPr>
              <p:spPr>
                <a:xfrm>
                  <a:off x="3438301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80D7B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6" name="pg555">
                  <a:extLst>
                    <a:ext uri="{FF2B5EF4-FFF2-40B4-BE49-F238E27FC236}">
                      <a16:creationId xmlns:a16="http://schemas.microsoft.com/office/drawing/2014/main" id="{96F971A8-DD3F-0371-04AA-EE6BAE5AD4A1}"/>
                    </a:ext>
                  </a:extLst>
                </p:cNvPr>
                <p:cNvSpPr/>
                <p:nvPr/>
              </p:nvSpPr>
              <p:spPr>
                <a:xfrm>
                  <a:off x="3519738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7D0AF">
                    <a:alpha val="100000"/>
                  </a:srgbClr>
                </a:solidFill>
                <a:ln w="5420" cap="flat">
                  <a:solidFill>
                    <a:srgbClr val="78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7" name="pg556">
                  <a:extLst>
                    <a:ext uri="{FF2B5EF4-FFF2-40B4-BE49-F238E27FC236}">
                      <a16:creationId xmlns:a16="http://schemas.microsoft.com/office/drawing/2014/main" id="{EF0F52D3-A037-2432-93E1-D79C2077398A}"/>
                    </a:ext>
                  </a:extLst>
                </p:cNvPr>
                <p:cNvSpPr/>
                <p:nvPr/>
              </p:nvSpPr>
              <p:spPr>
                <a:xfrm>
                  <a:off x="3601176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5CFA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8" name="pg557">
                  <a:extLst>
                    <a:ext uri="{FF2B5EF4-FFF2-40B4-BE49-F238E27FC236}">
                      <a16:creationId xmlns:a16="http://schemas.microsoft.com/office/drawing/2014/main" id="{55058262-31D6-1BDA-99E4-4E61A65A9C37}"/>
                    </a:ext>
                  </a:extLst>
                </p:cNvPr>
                <p:cNvSpPr/>
                <p:nvPr/>
              </p:nvSpPr>
              <p:spPr>
                <a:xfrm>
                  <a:off x="3682613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59" name="pg558">
                  <a:extLst>
                    <a:ext uri="{FF2B5EF4-FFF2-40B4-BE49-F238E27FC236}">
                      <a16:creationId xmlns:a16="http://schemas.microsoft.com/office/drawing/2014/main" id="{B89F4B7B-DA1F-FD02-AA55-A822541A3751}"/>
                    </a:ext>
                  </a:extLst>
                </p:cNvPr>
                <p:cNvSpPr/>
                <p:nvPr/>
              </p:nvSpPr>
              <p:spPr>
                <a:xfrm>
                  <a:off x="3764050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0" name="pg559">
                  <a:extLst>
                    <a:ext uri="{FF2B5EF4-FFF2-40B4-BE49-F238E27FC236}">
                      <a16:creationId xmlns:a16="http://schemas.microsoft.com/office/drawing/2014/main" id="{274F4249-0703-3D63-DE5E-B72DD52F0CCE}"/>
                    </a:ext>
                  </a:extLst>
                </p:cNvPr>
                <p:cNvSpPr/>
                <p:nvPr/>
              </p:nvSpPr>
              <p:spPr>
                <a:xfrm>
                  <a:off x="3845487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1" name="pg560">
                  <a:extLst>
                    <a:ext uri="{FF2B5EF4-FFF2-40B4-BE49-F238E27FC236}">
                      <a16:creationId xmlns:a16="http://schemas.microsoft.com/office/drawing/2014/main" id="{62EB98EB-37FD-87FD-EB06-69CFB42158B2}"/>
                    </a:ext>
                  </a:extLst>
                </p:cNvPr>
                <p:cNvSpPr/>
                <p:nvPr/>
              </p:nvSpPr>
              <p:spPr>
                <a:xfrm>
                  <a:off x="3926924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2" name="pg561">
                  <a:extLst>
                    <a:ext uri="{FF2B5EF4-FFF2-40B4-BE49-F238E27FC236}">
                      <a16:creationId xmlns:a16="http://schemas.microsoft.com/office/drawing/2014/main" id="{52496222-54C3-8139-A1CA-986541704C6A}"/>
                    </a:ext>
                  </a:extLst>
                </p:cNvPr>
                <p:cNvSpPr/>
                <p:nvPr/>
              </p:nvSpPr>
              <p:spPr>
                <a:xfrm>
                  <a:off x="4008361" y="454607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598A9">
                    <a:alpha val="100000"/>
                  </a:srgbClr>
                </a:solidFill>
                <a:ln w="5420" cap="flat">
                  <a:solidFill>
                    <a:srgbClr val="42A5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3" name="pg562">
                  <a:extLst>
                    <a:ext uri="{FF2B5EF4-FFF2-40B4-BE49-F238E27FC236}">
                      <a16:creationId xmlns:a16="http://schemas.microsoft.com/office/drawing/2014/main" id="{B8C2E2B9-8C47-DE9D-32EF-14214E74F8BC}"/>
                    </a:ext>
                  </a:extLst>
                </p:cNvPr>
                <p:cNvSpPr/>
                <p:nvPr/>
              </p:nvSpPr>
              <p:spPr>
                <a:xfrm>
                  <a:off x="3275427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3D3B3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4" name="pg563">
                  <a:extLst>
                    <a:ext uri="{FF2B5EF4-FFF2-40B4-BE49-F238E27FC236}">
                      <a16:creationId xmlns:a16="http://schemas.microsoft.com/office/drawing/2014/main" id="{F73D3569-4387-4704-B5B3-78D371012607}"/>
                    </a:ext>
                  </a:extLst>
                </p:cNvPr>
                <p:cNvSpPr/>
                <p:nvPr/>
              </p:nvSpPr>
              <p:spPr>
                <a:xfrm>
                  <a:off x="3356864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4D3B3">
                    <a:alpha val="100000"/>
                  </a:srgbClr>
                </a:solidFill>
                <a:ln w="5420" cap="flat">
                  <a:solidFill>
                    <a:srgbClr val="83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5" name="pg564">
                  <a:extLst>
                    <a:ext uri="{FF2B5EF4-FFF2-40B4-BE49-F238E27FC236}">
                      <a16:creationId xmlns:a16="http://schemas.microsoft.com/office/drawing/2014/main" id="{9C8307BD-2C82-699F-6E80-38690624E74E}"/>
                    </a:ext>
                  </a:extLst>
                </p:cNvPr>
                <p:cNvSpPr/>
                <p:nvPr/>
              </p:nvSpPr>
              <p:spPr>
                <a:xfrm>
                  <a:off x="3438301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71D3B2">
                    <a:alpha val="100000"/>
                  </a:srgbClr>
                </a:solidFill>
                <a:ln w="5420" cap="flat">
                  <a:solidFill>
                    <a:srgbClr val="81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6" name="pg565">
                  <a:extLst>
                    <a:ext uri="{FF2B5EF4-FFF2-40B4-BE49-F238E27FC236}">
                      <a16:creationId xmlns:a16="http://schemas.microsoft.com/office/drawing/2014/main" id="{246175E7-324F-AFD1-F28B-6B23CC117C44}"/>
                    </a:ext>
                  </a:extLst>
                </p:cNvPr>
                <p:cNvSpPr/>
                <p:nvPr/>
              </p:nvSpPr>
              <p:spPr>
                <a:xfrm>
                  <a:off x="3519738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FCCAC">
                    <a:alpha val="100000"/>
                  </a:srgbClr>
                </a:solidFill>
                <a:ln w="5420" cap="flat">
                  <a:solidFill>
                    <a:srgbClr val="6ED2B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7" name="pg566">
                  <a:extLst>
                    <a:ext uri="{FF2B5EF4-FFF2-40B4-BE49-F238E27FC236}">
                      <a16:creationId xmlns:a16="http://schemas.microsoft.com/office/drawing/2014/main" id="{8FF41147-2FEF-DD2A-BCEB-73D455D5928F}"/>
                    </a:ext>
                  </a:extLst>
                </p:cNvPr>
                <p:cNvSpPr/>
                <p:nvPr/>
              </p:nvSpPr>
              <p:spPr>
                <a:xfrm>
                  <a:off x="3601176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AC5AC">
                    <a:alpha val="100000"/>
                  </a:srgbClr>
                </a:solidFill>
                <a:ln w="5420" cap="flat">
                  <a:solidFill>
                    <a:srgbClr val="5FCD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8" name="pg567">
                  <a:extLst>
                    <a:ext uri="{FF2B5EF4-FFF2-40B4-BE49-F238E27FC236}">
                      <a16:creationId xmlns:a16="http://schemas.microsoft.com/office/drawing/2014/main" id="{4C85E753-00A0-BDDF-8997-CF93C1BAE50A}"/>
                    </a:ext>
                  </a:extLst>
                </p:cNvPr>
                <p:cNvSpPr/>
                <p:nvPr/>
              </p:nvSpPr>
              <p:spPr>
                <a:xfrm>
                  <a:off x="3682613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DAB">
                    <a:alpha val="100000"/>
                  </a:srgbClr>
                </a:solidFill>
                <a:ln w="5420" cap="flat">
                  <a:solidFill>
                    <a:srgbClr val="5BC6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69" name="pg568">
                  <a:extLst>
                    <a:ext uri="{FF2B5EF4-FFF2-40B4-BE49-F238E27FC236}">
                      <a16:creationId xmlns:a16="http://schemas.microsoft.com/office/drawing/2014/main" id="{0E87F149-F34D-B340-58EE-72DF44177ACE}"/>
                    </a:ext>
                  </a:extLst>
                </p:cNvPr>
                <p:cNvSpPr/>
                <p:nvPr/>
              </p:nvSpPr>
              <p:spPr>
                <a:xfrm>
                  <a:off x="3764050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0" name="pg569">
                  <a:extLst>
                    <a:ext uri="{FF2B5EF4-FFF2-40B4-BE49-F238E27FC236}">
                      <a16:creationId xmlns:a16="http://schemas.microsoft.com/office/drawing/2014/main" id="{597CB116-9A0E-A26D-AF4C-898EE46F3400}"/>
                    </a:ext>
                  </a:extLst>
                </p:cNvPr>
                <p:cNvSpPr/>
                <p:nvPr/>
              </p:nvSpPr>
              <p:spPr>
                <a:xfrm>
                  <a:off x="3845487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1" name="pg570">
                  <a:extLst>
                    <a:ext uri="{FF2B5EF4-FFF2-40B4-BE49-F238E27FC236}">
                      <a16:creationId xmlns:a16="http://schemas.microsoft.com/office/drawing/2014/main" id="{14359FD9-1E4E-97A0-CBF0-A96A9C4B65C7}"/>
                    </a:ext>
                  </a:extLst>
                </p:cNvPr>
                <p:cNvSpPr/>
                <p:nvPr/>
              </p:nvSpPr>
              <p:spPr>
                <a:xfrm>
                  <a:off x="3926924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2" name="pg571">
                  <a:extLst>
                    <a:ext uri="{FF2B5EF4-FFF2-40B4-BE49-F238E27FC236}">
                      <a16:creationId xmlns:a16="http://schemas.microsoft.com/office/drawing/2014/main" id="{3018460F-8F93-7AEC-6DD0-4FDBCF21B0DF}"/>
                    </a:ext>
                  </a:extLst>
                </p:cNvPr>
                <p:cNvSpPr/>
                <p:nvPr/>
              </p:nvSpPr>
              <p:spPr>
                <a:xfrm>
                  <a:off x="4008361" y="464939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B9EAA">
                    <a:alpha val="100000"/>
                  </a:srgbClr>
                </a:solidFill>
                <a:ln w="5420" cap="flat">
                  <a:solidFill>
                    <a:srgbClr val="47AA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3" name="pg572">
                  <a:extLst>
                    <a:ext uri="{FF2B5EF4-FFF2-40B4-BE49-F238E27FC236}">
                      <a16:creationId xmlns:a16="http://schemas.microsoft.com/office/drawing/2014/main" id="{63B17295-8500-F733-70F1-26270D9D6749}"/>
                    </a:ext>
                  </a:extLst>
                </p:cNvPr>
                <p:cNvSpPr/>
                <p:nvPr/>
              </p:nvSpPr>
              <p:spPr>
                <a:xfrm>
                  <a:off x="3356864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3CFAD">
                    <a:alpha val="100000"/>
                  </a:srgbClr>
                </a:solidFill>
                <a:ln w="5420" cap="flat">
                  <a:solidFill>
                    <a:srgbClr val="75D4B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4" name="pg573">
                  <a:extLst>
                    <a:ext uri="{FF2B5EF4-FFF2-40B4-BE49-F238E27FC236}">
                      <a16:creationId xmlns:a16="http://schemas.microsoft.com/office/drawing/2014/main" id="{7DBEBE14-A258-F0A3-E962-996316760273}"/>
                    </a:ext>
                  </a:extLst>
                </p:cNvPr>
                <p:cNvSpPr/>
                <p:nvPr/>
              </p:nvSpPr>
              <p:spPr>
                <a:xfrm>
                  <a:off x="3438301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60CEAC">
                    <a:alpha val="100000"/>
                  </a:srgbClr>
                </a:solidFill>
                <a:ln w="5420" cap="flat">
                  <a:solidFill>
                    <a:srgbClr val="72D3B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5" name="pg574">
                  <a:extLst>
                    <a:ext uri="{FF2B5EF4-FFF2-40B4-BE49-F238E27FC236}">
                      <a16:creationId xmlns:a16="http://schemas.microsoft.com/office/drawing/2014/main" id="{AE3AC796-9525-8450-D70F-2E7CABD71457}"/>
                    </a:ext>
                  </a:extLst>
                </p:cNvPr>
                <p:cNvSpPr/>
                <p:nvPr/>
              </p:nvSpPr>
              <p:spPr>
                <a:xfrm>
                  <a:off x="3519738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BC7AC">
                    <a:alpha val="100000"/>
                  </a:srgbClr>
                </a:solidFill>
                <a:ln w="5420" cap="flat">
                  <a:solidFill>
                    <a:srgbClr val="62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6" name="pg575">
                  <a:extLst>
                    <a:ext uri="{FF2B5EF4-FFF2-40B4-BE49-F238E27FC236}">
                      <a16:creationId xmlns:a16="http://schemas.microsoft.com/office/drawing/2014/main" id="{AA3C8BA1-7CE9-F0FD-A476-1CC50CE7A1A8}"/>
                    </a:ext>
                  </a:extLst>
                </p:cNvPr>
                <p:cNvSpPr/>
                <p:nvPr/>
              </p:nvSpPr>
              <p:spPr>
                <a:xfrm>
                  <a:off x="3601176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D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7" name="pg576">
                  <a:extLst>
                    <a:ext uri="{FF2B5EF4-FFF2-40B4-BE49-F238E27FC236}">
                      <a16:creationId xmlns:a16="http://schemas.microsoft.com/office/drawing/2014/main" id="{74C543D6-18F4-CE34-DB3D-8C832CDA9102}"/>
                    </a:ext>
                  </a:extLst>
                </p:cNvPr>
                <p:cNvSpPr/>
                <p:nvPr/>
              </p:nvSpPr>
              <p:spPr>
                <a:xfrm>
                  <a:off x="3682613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3BBAB">
                    <a:alpha val="100000"/>
                  </a:srgbClr>
                </a:solidFill>
                <a:ln w="5420" cap="flat">
                  <a:solidFill>
                    <a:srgbClr val="5AC4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8" name="pg577">
                  <a:extLst>
                    <a:ext uri="{FF2B5EF4-FFF2-40B4-BE49-F238E27FC236}">
                      <a16:creationId xmlns:a16="http://schemas.microsoft.com/office/drawing/2014/main" id="{B16CE52D-B18C-D226-FA55-1161CC3DF97F}"/>
                    </a:ext>
                  </a:extLst>
                </p:cNvPr>
                <p:cNvSpPr/>
                <p:nvPr/>
              </p:nvSpPr>
              <p:spPr>
                <a:xfrm>
                  <a:off x="3764050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79" name="pg578">
                  <a:extLst>
                    <a:ext uri="{FF2B5EF4-FFF2-40B4-BE49-F238E27FC236}">
                      <a16:creationId xmlns:a16="http://schemas.microsoft.com/office/drawing/2014/main" id="{F026410C-3050-1D5E-AFB3-C5A70C8D5B09}"/>
                    </a:ext>
                  </a:extLst>
                </p:cNvPr>
                <p:cNvSpPr/>
                <p:nvPr/>
              </p:nvSpPr>
              <p:spPr>
                <a:xfrm>
                  <a:off x="3845487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0" name="pg579">
                  <a:extLst>
                    <a:ext uri="{FF2B5EF4-FFF2-40B4-BE49-F238E27FC236}">
                      <a16:creationId xmlns:a16="http://schemas.microsoft.com/office/drawing/2014/main" id="{5BEC4DCF-0D97-BCD2-C2B8-27A98E6D36BB}"/>
                    </a:ext>
                  </a:extLst>
                </p:cNvPr>
                <p:cNvSpPr/>
                <p:nvPr/>
              </p:nvSpPr>
              <p:spPr>
                <a:xfrm>
                  <a:off x="3926924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1" name="pg580">
                  <a:extLst>
                    <a:ext uri="{FF2B5EF4-FFF2-40B4-BE49-F238E27FC236}">
                      <a16:creationId xmlns:a16="http://schemas.microsoft.com/office/drawing/2014/main" id="{D3FD631C-342D-ED4B-5352-10C62BC25E1A}"/>
                    </a:ext>
                  </a:extLst>
                </p:cNvPr>
                <p:cNvSpPr/>
                <p:nvPr/>
              </p:nvSpPr>
              <p:spPr>
                <a:xfrm>
                  <a:off x="4008361" y="4752707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2" name="pg581">
                  <a:extLst>
                    <a:ext uri="{FF2B5EF4-FFF2-40B4-BE49-F238E27FC236}">
                      <a16:creationId xmlns:a16="http://schemas.microsoft.com/office/drawing/2014/main" id="{E7C6979D-23CB-DA62-C321-2BC0E5043C83}"/>
                    </a:ext>
                  </a:extLst>
                </p:cNvPr>
                <p:cNvSpPr/>
                <p:nvPr/>
              </p:nvSpPr>
              <p:spPr>
                <a:xfrm>
                  <a:off x="3438301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CC8AC">
                    <a:alpha val="100000"/>
                  </a:srgbClr>
                </a:solidFill>
                <a:ln w="5420" cap="flat">
                  <a:solidFill>
                    <a:srgbClr val="64CFA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3" name="pg582">
                  <a:extLst>
                    <a:ext uri="{FF2B5EF4-FFF2-40B4-BE49-F238E27FC236}">
                      <a16:creationId xmlns:a16="http://schemas.microsoft.com/office/drawing/2014/main" id="{1A33F0EC-F096-AD32-5A12-AE29773E0D7B}"/>
                    </a:ext>
                  </a:extLst>
                </p:cNvPr>
                <p:cNvSpPr/>
                <p:nvPr/>
              </p:nvSpPr>
              <p:spPr>
                <a:xfrm>
                  <a:off x="3519738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8C1AC">
                    <a:alpha val="100000"/>
                  </a:srgbClr>
                </a:solidFill>
                <a:ln w="5420" cap="flat">
                  <a:solidFill>
                    <a:srgbClr val="5ECA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4" name="pg583">
                  <a:extLst>
                    <a:ext uri="{FF2B5EF4-FFF2-40B4-BE49-F238E27FC236}">
                      <a16:creationId xmlns:a16="http://schemas.microsoft.com/office/drawing/2014/main" id="{B9D5892A-0CAC-B44E-4B61-9949B4047AAF}"/>
                    </a:ext>
                  </a:extLst>
                </p:cNvPr>
                <p:cNvSpPr/>
                <p:nvPr/>
              </p:nvSpPr>
              <p:spPr>
                <a:xfrm>
                  <a:off x="3601176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5BEAB">
                    <a:alpha val="100000"/>
                  </a:srgbClr>
                </a:solidFill>
                <a:ln w="5420" cap="flat">
                  <a:solidFill>
                    <a:srgbClr val="5BC7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5" name="pg584">
                  <a:extLst>
                    <a:ext uri="{FF2B5EF4-FFF2-40B4-BE49-F238E27FC236}">
                      <a16:creationId xmlns:a16="http://schemas.microsoft.com/office/drawing/2014/main" id="{8D74B34F-59A0-2035-D8E0-C604D99B00E9}"/>
                    </a:ext>
                  </a:extLst>
                </p:cNvPr>
                <p:cNvSpPr/>
                <p:nvPr/>
              </p:nvSpPr>
              <p:spPr>
                <a:xfrm>
                  <a:off x="3682613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6" name="pg585">
                  <a:extLst>
                    <a:ext uri="{FF2B5EF4-FFF2-40B4-BE49-F238E27FC236}">
                      <a16:creationId xmlns:a16="http://schemas.microsoft.com/office/drawing/2014/main" id="{6592AA73-F009-0274-FE5B-96DE5035FF83}"/>
                    </a:ext>
                  </a:extLst>
                </p:cNvPr>
                <p:cNvSpPr/>
                <p:nvPr/>
              </p:nvSpPr>
              <p:spPr>
                <a:xfrm>
                  <a:off x="3764050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3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7" name="pg586">
                  <a:extLst>
                    <a:ext uri="{FF2B5EF4-FFF2-40B4-BE49-F238E27FC236}">
                      <a16:creationId xmlns:a16="http://schemas.microsoft.com/office/drawing/2014/main" id="{994706A0-5F1A-C0FB-448E-B4C2F82136A7}"/>
                    </a:ext>
                  </a:extLst>
                </p:cNvPr>
                <p:cNvSpPr/>
                <p:nvPr/>
              </p:nvSpPr>
              <p:spPr>
                <a:xfrm>
                  <a:off x="3845487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8" name="pg587">
                  <a:extLst>
                    <a:ext uri="{FF2B5EF4-FFF2-40B4-BE49-F238E27FC236}">
                      <a16:creationId xmlns:a16="http://schemas.microsoft.com/office/drawing/2014/main" id="{3047FCBD-D6B5-997B-DAC6-9B12769E6957}"/>
                    </a:ext>
                  </a:extLst>
                </p:cNvPr>
                <p:cNvSpPr/>
                <p:nvPr/>
              </p:nvSpPr>
              <p:spPr>
                <a:xfrm>
                  <a:off x="3926924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89" name="pg588">
                  <a:extLst>
                    <a:ext uri="{FF2B5EF4-FFF2-40B4-BE49-F238E27FC236}">
                      <a16:creationId xmlns:a16="http://schemas.microsoft.com/office/drawing/2014/main" id="{3C192D2F-1674-8770-8297-37B48E6B5215}"/>
                    </a:ext>
                  </a:extLst>
                </p:cNvPr>
                <p:cNvSpPr/>
                <p:nvPr/>
              </p:nvSpPr>
              <p:spPr>
                <a:xfrm>
                  <a:off x="4008361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0" name="pg589">
                  <a:extLst>
                    <a:ext uri="{FF2B5EF4-FFF2-40B4-BE49-F238E27FC236}">
                      <a16:creationId xmlns:a16="http://schemas.microsoft.com/office/drawing/2014/main" id="{A0BB1278-88D0-BE2E-B792-A7EBD50B8BCC}"/>
                    </a:ext>
                  </a:extLst>
                </p:cNvPr>
                <p:cNvSpPr/>
                <p:nvPr/>
              </p:nvSpPr>
              <p:spPr>
                <a:xfrm>
                  <a:off x="4089798" y="4856023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1" name="pg590">
                  <a:extLst>
                    <a:ext uri="{FF2B5EF4-FFF2-40B4-BE49-F238E27FC236}">
                      <a16:creationId xmlns:a16="http://schemas.microsoft.com/office/drawing/2014/main" id="{034510E2-9D28-1BE6-AF38-EB765558198F}"/>
                    </a:ext>
                  </a:extLst>
                </p:cNvPr>
                <p:cNvSpPr/>
                <p:nvPr/>
              </p:nvSpPr>
              <p:spPr>
                <a:xfrm>
                  <a:off x="3682613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5AB">
                    <a:alpha val="100000"/>
                  </a:srgbClr>
                </a:solidFill>
                <a:ln w="5420" cap="flat">
                  <a:solidFill>
                    <a:srgbClr val="56B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2" name="pg591">
                  <a:extLst>
                    <a:ext uri="{FF2B5EF4-FFF2-40B4-BE49-F238E27FC236}">
                      <a16:creationId xmlns:a16="http://schemas.microsoft.com/office/drawing/2014/main" id="{5BD36BC7-4197-86AE-A404-8CDFF0D8E0EC}"/>
                    </a:ext>
                  </a:extLst>
                </p:cNvPr>
                <p:cNvSpPr/>
                <p:nvPr/>
              </p:nvSpPr>
              <p:spPr>
                <a:xfrm>
                  <a:off x="3764050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CB1AB">
                    <a:alpha val="100000"/>
                  </a:srgbClr>
                </a:solidFill>
                <a:ln w="5420" cap="flat">
                  <a:solidFill>
                    <a:srgbClr val="54BB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3" name="pg592">
                  <a:extLst>
                    <a:ext uri="{FF2B5EF4-FFF2-40B4-BE49-F238E27FC236}">
                      <a16:creationId xmlns:a16="http://schemas.microsoft.com/office/drawing/2014/main" id="{6B4F01C8-BA42-CC0D-0CC5-968BBB048AAE}"/>
                    </a:ext>
                  </a:extLst>
                </p:cNvPr>
                <p:cNvSpPr/>
                <p:nvPr/>
              </p:nvSpPr>
              <p:spPr>
                <a:xfrm>
                  <a:off x="3845487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4" name="pg593">
                  <a:extLst>
                    <a:ext uri="{FF2B5EF4-FFF2-40B4-BE49-F238E27FC236}">
                      <a16:creationId xmlns:a16="http://schemas.microsoft.com/office/drawing/2014/main" id="{52C215A2-95CA-FD9E-9EE6-79E46CFF64EE}"/>
                    </a:ext>
                  </a:extLst>
                </p:cNvPr>
                <p:cNvSpPr/>
                <p:nvPr/>
              </p:nvSpPr>
              <p:spPr>
                <a:xfrm>
                  <a:off x="3926924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5" name="pg594">
                  <a:extLst>
                    <a:ext uri="{FF2B5EF4-FFF2-40B4-BE49-F238E27FC236}">
                      <a16:creationId xmlns:a16="http://schemas.microsoft.com/office/drawing/2014/main" id="{BFF330FB-BB64-B1E6-B763-030AB2105EBB}"/>
                    </a:ext>
                  </a:extLst>
                </p:cNvPr>
                <p:cNvSpPr/>
                <p:nvPr/>
              </p:nvSpPr>
              <p:spPr>
                <a:xfrm>
                  <a:off x="4008361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6" name="pg595">
                  <a:extLst>
                    <a:ext uri="{FF2B5EF4-FFF2-40B4-BE49-F238E27FC236}">
                      <a16:creationId xmlns:a16="http://schemas.microsoft.com/office/drawing/2014/main" id="{56A3CA5E-A75A-81CA-8EE2-BA55D7D5031E}"/>
                    </a:ext>
                  </a:extLst>
                </p:cNvPr>
                <p:cNvSpPr/>
                <p:nvPr/>
              </p:nvSpPr>
              <p:spPr>
                <a:xfrm>
                  <a:off x="4089798" y="4959339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7" name="pg596">
                  <a:extLst>
                    <a:ext uri="{FF2B5EF4-FFF2-40B4-BE49-F238E27FC236}">
                      <a16:creationId xmlns:a16="http://schemas.microsoft.com/office/drawing/2014/main" id="{6E2E69AA-7220-0A2E-A513-C609AAD97F68}"/>
                    </a:ext>
                  </a:extLst>
                </p:cNvPr>
                <p:cNvSpPr/>
                <p:nvPr/>
              </p:nvSpPr>
              <p:spPr>
                <a:xfrm>
                  <a:off x="3275427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4BBAB">
                    <a:alpha val="100000"/>
                  </a:srgbClr>
                </a:solidFill>
                <a:ln w="5420" cap="flat">
                  <a:solidFill>
                    <a:srgbClr val="5AC5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8" name="pg597">
                  <a:extLst>
                    <a:ext uri="{FF2B5EF4-FFF2-40B4-BE49-F238E27FC236}">
                      <a16:creationId xmlns:a16="http://schemas.microsoft.com/office/drawing/2014/main" id="{1427DA3D-D594-684E-3467-8461356B8E6B}"/>
                    </a:ext>
                  </a:extLst>
                </p:cNvPr>
                <p:cNvSpPr/>
                <p:nvPr/>
              </p:nvSpPr>
              <p:spPr>
                <a:xfrm>
                  <a:off x="3601176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FB4AB">
                    <a:alpha val="100000"/>
                  </a:srgbClr>
                </a:solidFill>
                <a:ln w="5420" cap="flat">
                  <a:solidFill>
                    <a:srgbClr val="56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299" name="pg598">
                  <a:extLst>
                    <a:ext uri="{FF2B5EF4-FFF2-40B4-BE49-F238E27FC236}">
                      <a16:creationId xmlns:a16="http://schemas.microsoft.com/office/drawing/2014/main" id="{762548E2-3F72-4F75-42FB-57BDDC05881C}"/>
                    </a:ext>
                  </a:extLst>
                </p:cNvPr>
                <p:cNvSpPr/>
                <p:nvPr/>
              </p:nvSpPr>
              <p:spPr>
                <a:xfrm>
                  <a:off x="3682613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55B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0" name="pg599">
                  <a:extLst>
                    <a:ext uri="{FF2B5EF4-FFF2-40B4-BE49-F238E27FC236}">
                      <a16:creationId xmlns:a16="http://schemas.microsoft.com/office/drawing/2014/main" id="{3F120DB2-4B0A-DBDB-B890-0068EEB85A5F}"/>
                    </a:ext>
                  </a:extLst>
                </p:cNvPr>
                <p:cNvSpPr/>
                <p:nvPr/>
              </p:nvSpPr>
              <p:spPr>
                <a:xfrm>
                  <a:off x="3764050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1" name="pg600">
                  <a:extLst>
                    <a:ext uri="{FF2B5EF4-FFF2-40B4-BE49-F238E27FC236}">
                      <a16:creationId xmlns:a16="http://schemas.microsoft.com/office/drawing/2014/main" id="{5BE49CD7-2940-3FB9-7C15-AA31B059FD5F}"/>
                    </a:ext>
                  </a:extLst>
                </p:cNvPr>
                <p:cNvSpPr/>
                <p:nvPr/>
              </p:nvSpPr>
              <p:spPr>
                <a:xfrm>
                  <a:off x="3845487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2" name="pg601">
                  <a:extLst>
                    <a:ext uri="{FF2B5EF4-FFF2-40B4-BE49-F238E27FC236}">
                      <a16:creationId xmlns:a16="http://schemas.microsoft.com/office/drawing/2014/main" id="{58DB36EC-23E7-ED60-986A-694FF336FCB0}"/>
                    </a:ext>
                  </a:extLst>
                </p:cNvPr>
                <p:cNvSpPr/>
                <p:nvPr/>
              </p:nvSpPr>
              <p:spPr>
                <a:xfrm>
                  <a:off x="3926924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3" name="pg602">
                  <a:extLst>
                    <a:ext uri="{FF2B5EF4-FFF2-40B4-BE49-F238E27FC236}">
                      <a16:creationId xmlns:a16="http://schemas.microsoft.com/office/drawing/2014/main" id="{088705D5-237E-A0DA-52E4-AD1F5DDFE9C9}"/>
                    </a:ext>
                  </a:extLst>
                </p:cNvPr>
                <p:cNvSpPr/>
                <p:nvPr/>
              </p:nvSpPr>
              <p:spPr>
                <a:xfrm>
                  <a:off x="4008361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4" name="pg603">
                  <a:extLst>
                    <a:ext uri="{FF2B5EF4-FFF2-40B4-BE49-F238E27FC236}">
                      <a16:creationId xmlns:a16="http://schemas.microsoft.com/office/drawing/2014/main" id="{E7118DCA-C4EF-CF25-D5E9-5B36FC11BF70}"/>
                    </a:ext>
                  </a:extLst>
                </p:cNvPr>
                <p:cNvSpPr/>
                <p:nvPr/>
              </p:nvSpPr>
              <p:spPr>
                <a:xfrm>
                  <a:off x="4089798" y="5062655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5" name="pg604">
                  <a:extLst>
                    <a:ext uri="{FF2B5EF4-FFF2-40B4-BE49-F238E27FC236}">
                      <a16:creationId xmlns:a16="http://schemas.microsoft.com/office/drawing/2014/main" id="{8C53FEA9-B84D-8A8D-17A8-6FD28D971670}"/>
                    </a:ext>
                  </a:extLst>
                </p:cNvPr>
                <p:cNvSpPr/>
                <p:nvPr/>
              </p:nvSpPr>
              <p:spPr>
                <a:xfrm>
                  <a:off x="3193990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6" name="pg605">
                  <a:extLst>
                    <a:ext uri="{FF2B5EF4-FFF2-40B4-BE49-F238E27FC236}">
                      <a16:creationId xmlns:a16="http://schemas.microsoft.com/office/drawing/2014/main" id="{526941AB-542E-9C3B-4508-3D1F9E713766}"/>
                    </a:ext>
                  </a:extLst>
                </p:cNvPr>
                <p:cNvSpPr/>
                <p:nvPr/>
              </p:nvSpPr>
              <p:spPr>
                <a:xfrm>
                  <a:off x="3275427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7" name="pg606">
                  <a:extLst>
                    <a:ext uri="{FF2B5EF4-FFF2-40B4-BE49-F238E27FC236}">
                      <a16:creationId xmlns:a16="http://schemas.microsoft.com/office/drawing/2014/main" id="{E94F0B61-88BD-4677-874F-1598C19EF18E}"/>
                    </a:ext>
                  </a:extLst>
                </p:cNvPr>
                <p:cNvSpPr/>
                <p:nvPr/>
              </p:nvSpPr>
              <p:spPr>
                <a:xfrm>
                  <a:off x="3356864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1B8AB">
                    <a:alpha val="100000"/>
                  </a:srgbClr>
                </a:solidFill>
                <a:ln w="5420" cap="flat">
                  <a:solidFill>
                    <a:srgbClr val="58C2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8" name="pg607">
                  <a:extLst>
                    <a:ext uri="{FF2B5EF4-FFF2-40B4-BE49-F238E27FC236}">
                      <a16:creationId xmlns:a16="http://schemas.microsoft.com/office/drawing/2014/main" id="{6D28E3AB-0739-9E40-915B-FE5B31F5E44D}"/>
                    </a:ext>
                  </a:extLst>
                </p:cNvPr>
                <p:cNvSpPr/>
                <p:nvPr/>
              </p:nvSpPr>
              <p:spPr>
                <a:xfrm>
                  <a:off x="3438301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50B7AB">
                    <a:alpha val="100000"/>
                  </a:srgbClr>
                </a:solidFill>
                <a:ln w="5420" cap="flat">
                  <a:solidFill>
                    <a:srgbClr val="57C1A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09" name="pg608">
                  <a:extLst>
                    <a:ext uri="{FF2B5EF4-FFF2-40B4-BE49-F238E27FC236}">
                      <a16:creationId xmlns:a16="http://schemas.microsoft.com/office/drawing/2014/main" id="{5C8BD5F0-0900-AFDC-1B2C-16748939D67E}"/>
                    </a:ext>
                  </a:extLst>
                </p:cNvPr>
                <p:cNvSpPr/>
                <p:nvPr/>
              </p:nvSpPr>
              <p:spPr>
                <a:xfrm>
                  <a:off x="3519738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EB4AB">
                    <a:alpha val="100000"/>
                  </a:srgbClr>
                </a:solidFill>
                <a:ln w="5420" cap="flat">
                  <a:solidFill>
                    <a:srgbClr val="55B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0" name="pg609">
                  <a:extLst>
                    <a:ext uri="{FF2B5EF4-FFF2-40B4-BE49-F238E27FC236}">
                      <a16:creationId xmlns:a16="http://schemas.microsoft.com/office/drawing/2014/main" id="{31F80246-4F0A-CFA8-68BF-8D843FBC5501}"/>
                    </a:ext>
                  </a:extLst>
                </p:cNvPr>
                <p:cNvSpPr/>
                <p:nvPr/>
              </p:nvSpPr>
              <p:spPr>
                <a:xfrm>
                  <a:off x="3601176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DB2AB">
                    <a:alpha val="100000"/>
                  </a:srgbClr>
                </a:solidFill>
                <a:ln w="5420" cap="flat">
                  <a:solidFill>
                    <a:srgbClr val="54BC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1" name="pg610">
                  <a:extLst>
                    <a:ext uri="{FF2B5EF4-FFF2-40B4-BE49-F238E27FC236}">
                      <a16:creationId xmlns:a16="http://schemas.microsoft.com/office/drawing/2014/main" id="{C5F533B9-C385-01AD-0BA7-DA972A08D692}"/>
                    </a:ext>
                  </a:extLst>
                </p:cNvPr>
                <p:cNvSpPr/>
                <p:nvPr/>
              </p:nvSpPr>
              <p:spPr>
                <a:xfrm>
                  <a:off x="3682613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2" name="pg611">
                  <a:extLst>
                    <a:ext uri="{FF2B5EF4-FFF2-40B4-BE49-F238E27FC236}">
                      <a16:creationId xmlns:a16="http://schemas.microsoft.com/office/drawing/2014/main" id="{155A7617-697E-1547-42F7-C25CD83B6A32}"/>
                    </a:ext>
                  </a:extLst>
                </p:cNvPr>
                <p:cNvSpPr/>
                <p:nvPr/>
              </p:nvSpPr>
              <p:spPr>
                <a:xfrm>
                  <a:off x="3764050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3" name="pg612">
                  <a:extLst>
                    <a:ext uri="{FF2B5EF4-FFF2-40B4-BE49-F238E27FC236}">
                      <a16:creationId xmlns:a16="http://schemas.microsoft.com/office/drawing/2014/main" id="{17109553-B7D8-5E64-C3FB-360561E69A16}"/>
                    </a:ext>
                  </a:extLst>
                </p:cNvPr>
                <p:cNvSpPr/>
                <p:nvPr/>
              </p:nvSpPr>
              <p:spPr>
                <a:xfrm>
                  <a:off x="3845487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AAA">
                    <a:alpha val="100000"/>
                  </a:srgbClr>
                </a:solidFill>
                <a:ln w="5420" cap="flat">
                  <a:solidFill>
                    <a:srgbClr val="4F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4" name="pg613">
                  <a:extLst>
                    <a:ext uri="{FF2B5EF4-FFF2-40B4-BE49-F238E27FC236}">
                      <a16:creationId xmlns:a16="http://schemas.microsoft.com/office/drawing/2014/main" id="{899958FC-6320-7DE1-FDB9-84ADC654D5E0}"/>
                    </a:ext>
                  </a:extLst>
                </p:cNvPr>
                <p:cNvSpPr/>
                <p:nvPr/>
              </p:nvSpPr>
              <p:spPr>
                <a:xfrm>
                  <a:off x="3926924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8AA">
                    <a:alpha val="100000"/>
                  </a:srgbClr>
                </a:solidFill>
                <a:ln w="5420" cap="flat">
                  <a:solidFill>
                    <a:srgbClr val="4E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5" name="pg614">
                  <a:extLst>
                    <a:ext uri="{FF2B5EF4-FFF2-40B4-BE49-F238E27FC236}">
                      <a16:creationId xmlns:a16="http://schemas.microsoft.com/office/drawing/2014/main" id="{8FD7E343-51DE-ACD6-8BDF-920165080183}"/>
                    </a:ext>
                  </a:extLst>
                </p:cNvPr>
                <p:cNvSpPr/>
                <p:nvPr/>
              </p:nvSpPr>
              <p:spPr>
                <a:xfrm>
                  <a:off x="4008361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6" name="pg615">
                  <a:extLst>
                    <a:ext uri="{FF2B5EF4-FFF2-40B4-BE49-F238E27FC236}">
                      <a16:creationId xmlns:a16="http://schemas.microsoft.com/office/drawing/2014/main" id="{4BD9088F-99A5-F9CF-8966-675A4143BF75}"/>
                    </a:ext>
                  </a:extLst>
                </p:cNvPr>
                <p:cNvSpPr/>
                <p:nvPr/>
              </p:nvSpPr>
              <p:spPr>
                <a:xfrm>
                  <a:off x="4089798" y="5165971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7" name="pg616">
                  <a:extLst>
                    <a:ext uri="{FF2B5EF4-FFF2-40B4-BE49-F238E27FC236}">
                      <a16:creationId xmlns:a16="http://schemas.microsoft.com/office/drawing/2014/main" id="{B917E521-90FD-DB05-909D-7AB33743B9D4}"/>
                    </a:ext>
                  </a:extLst>
                </p:cNvPr>
                <p:cNvSpPr/>
                <p:nvPr/>
              </p:nvSpPr>
              <p:spPr>
                <a:xfrm>
                  <a:off x="3112553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8" name="pg617">
                  <a:extLst>
                    <a:ext uri="{FF2B5EF4-FFF2-40B4-BE49-F238E27FC236}">
                      <a16:creationId xmlns:a16="http://schemas.microsoft.com/office/drawing/2014/main" id="{AD2C78DE-FD9F-CF2D-5972-FC13CEA84336}"/>
                    </a:ext>
                  </a:extLst>
                </p:cNvPr>
                <p:cNvSpPr/>
                <p:nvPr/>
              </p:nvSpPr>
              <p:spPr>
                <a:xfrm>
                  <a:off x="3193990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19" name="pg618">
                  <a:extLst>
                    <a:ext uri="{FF2B5EF4-FFF2-40B4-BE49-F238E27FC236}">
                      <a16:creationId xmlns:a16="http://schemas.microsoft.com/office/drawing/2014/main" id="{034171D3-E074-49CF-224E-286B746A27BF}"/>
                    </a:ext>
                  </a:extLst>
                </p:cNvPr>
                <p:cNvSpPr/>
                <p:nvPr/>
              </p:nvSpPr>
              <p:spPr>
                <a:xfrm>
                  <a:off x="3275427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0" name="pg619">
                  <a:extLst>
                    <a:ext uri="{FF2B5EF4-FFF2-40B4-BE49-F238E27FC236}">
                      <a16:creationId xmlns:a16="http://schemas.microsoft.com/office/drawing/2014/main" id="{FBCBC3CF-73F4-4FE0-C14B-600D61A62D0C}"/>
                    </a:ext>
                  </a:extLst>
                </p:cNvPr>
                <p:cNvSpPr/>
                <p:nvPr/>
              </p:nvSpPr>
              <p:spPr>
                <a:xfrm>
                  <a:off x="3356864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BB0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1" name="pg620">
                  <a:extLst>
                    <a:ext uri="{FF2B5EF4-FFF2-40B4-BE49-F238E27FC236}">
                      <a16:creationId xmlns:a16="http://schemas.microsoft.com/office/drawing/2014/main" id="{3361B006-24A3-00C3-F3D2-1AA2D6453288}"/>
                    </a:ext>
                  </a:extLst>
                </p:cNvPr>
                <p:cNvSpPr/>
                <p:nvPr/>
              </p:nvSpPr>
              <p:spPr>
                <a:xfrm>
                  <a:off x="3438301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AAFAB">
                    <a:alpha val="100000"/>
                  </a:srgbClr>
                </a:solidFill>
                <a:ln w="5420" cap="flat">
                  <a:solidFill>
                    <a:srgbClr val="53BA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2" name="pg621">
                  <a:extLst>
                    <a:ext uri="{FF2B5EF4-FFF2-40B4-BE49-F238E27FC236}">
                      <a16:creationId xmlns:a16="http://schemas.microsoft.com/office/drawing/2014/main" id="{A048E572-C4CD-31F6-7A33-DDEAADE7B88B}"/>
                    </a:ext>
                  </a:extLst>
                </p:cNvPr>
                <p:cNvSpPr/>
                <p:nvPr/>
              </p:nvSpPr>
              <p:spPr>
                <a:xfrm>
                  <a:off x="3519738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9ADAB">
                    <a:alpha val="100000"/>
                  </a:srgbClr>
                </a:solidFill>
                <a:ln w="5420" cap="flat">
                  <a:solidFill>
                    <a:srgbClr val="51B8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3" name="pg622">
                  <a:extLst>
                    <a:ext uri="{FF2B5EF4-FFF2-40B4-BE49-F238E27FC236}">
                      <a16:creationId xmlns:a16="http://schemas.microsoft.com/office/drawing/2014/main" id="{E7084D68-13F1-84DE-98E9-DBE075921709}"/>
                    </a:ext>
                  </a:extLst>
                </p:cNvPr>
                <p:cNvSpPr/>
                <p:nvPr/>
              </p:nvSpPr>
              <p:spPr>
                <a:xfrm>
                  <a:off x="3601176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4" name="pg623">
                  <a:extLst>
                    <a:ext uri="{FF2B5EF4-FFF2-40B4-BE49-F238E27FC236}">
                      <a16:creationId xmlns:a16="http://schemas.microsoft.com/office/drawing/2014/main" id="{8AFE53F1-AF77-12BA-2348-7EF0F89AC046}"/>
                    </a:ext>
                  </a:extLst>
                </p:cNvPr>
                <p:cNvSpPr/>
                <p:nvPr/>
              </p:nvSpPr>
              <p:spPr>
                <a:xfrm>
                  <a:off x="3682613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7AAAA">
                    <a:alpha val="100000"/>
                  </a:srgbClr>
                </a:solidFill>
                <a:ln w="5420" cap="flat">
                  <a:solidFill>
                    <a:srgbClr val="50B6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5" name="pg624">
                  <a:extLst>
                    <a:ext uri="{FF2B5EF4-FFF2-40B4-BE49-F238E27FC236}">
                      <a16:creationId xmlns:a16="http://schemas.microsoft.com/office/drawing/2014/main" id="{65563734-EE67-DA33-D172-25F16597EECD}"/>
                    </a:ext>
                  </a:extLst>
                </p:cNvPr>
                <p:cNvSpPr/>
                <p:nvPr/>
              </p:nvSpPr>
              <p:spPr>
                <a:xfrm>
                  <a:off x="3764050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6" name="pg625">
                  <a:extLst>
                    <a:ext uri="{FF2B5EF4-FFF2-40B4-BE49-F238E27FC236}">
                      <a16:creationId xmlns:a16="http://schemas.microsoft.com/office/drawing/2014/main" id="{D98C16C7-AFB9-ECCF-6D1F-F49CB94ACB4C}"/>
                    </a:ext>
                  </a:extLst>
                </p:cNvPr>
                <p:cNvSpPr/>
                <p:nvPr/>
              </p:nvSpPr>
              <p:spPr>
                <a:xfrm>
                  <a:off x="3845487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7" name="pg626">
                  <a:extLst>
                    <a:ext uri="{FF2B5EF4-FFF2-40B4-BE49-F238E27FC236}">
                      <a16:creationId xmlns:a16="http://schemas.microsoft.com/office/drawing/2014/main" id="{BC703E2E-250E-F7D3-6537-3B24050B4C21}"/>
                    </a:ext>
                  </a:extLst>
                </p:cNvPr>
                <p:cNvSpPr/>
                <p:nvPr/>
              </p:nvSpPr>
              <p:spPr>
                <a:xfrm>
                  <a:off x="3926924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6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8" name="pg627">
                  <a:extLst>
                    <a:ext uri="{FF2B5EF4-FFF2-40B4-BE49-F238E27FC236}">
                      <a16:creationId xmlns:a16="http://schemas.microsoft.com/office/drawing/2014/main" id="{05957A55-0D4F-3FAD-16D3-2826F957C4ED}"/>
                    </a:ext>
                  </a:extLst>
                </p:cNvPr>
                <p:cNvSpPr/>
                <p:nvPr/>
              </p:nvSpPr>
              <p:spPr>
                <a:xfrm>
                  <a:off x="4008361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29" name="pg628">
                  <a:extLst>
                    <a:ext uri="{FF2B5EF4-FFF2-40B4-BE49-F238E27FC236}">
                      <a16:creationId xmlns:a16="http://schemas.microsoft.com/office/drawing/2014/main" id="{DB5E04D1-29F0-45EF-C88B-23C17F86E5D8}"/>
                    </a:ext>
                  </a:extLst>
                </p:cNvPr>
                <p:cNvSpPr/>
                <p:nvPr/>
              </p:nvSpPr>
              <p:spPr>
                <a:xfrm>
                  <a:off x="4089798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0" name="pg629">
                  <a:extLst>
                    <a:ext uri="{FF2B5EF4-FFF2-40B4-BE49-F238E27FC236}">
                      <a16:creationId xmlns:a16="http://schemas.microsoft.com/office/drawing/2014/main" id="{FBC23074-8AF0-D636-C5A3-A4CEAB288363}"/>
                    </a:ext>
                  </a:extLst>
                </p:cNvPr>
                <p:cNvSpPr/>
                <p:nvPr/>
              </p:nvSpPr>
              <p:spPr>
                <a:xfrm>
                  <a:off x="4171236" y="5269288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1" name="pg630">
                  <a:extLst>
                    <a:ext uri="{FF2B5EF4-FFF2-40B4-BE49-F238E27FC236}">
                      <a16:creationId xmlns:a16="http://schemas.microsoft.com/office/drawing/2014/main" id="{24B67D87-A73E-4E16-13B5-54EC12F15EF1}"/>
                    </a:ext>
                  </a:extLst>
                </p:cNvPr>
                <p:cNvSpPr/>
                <p:nvPr/>
              </p:nvSpPr>
              <p:spPr>
                <a:xfrm>
                  <a:off x="3112553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2" name="pg631">
                  <a:extLst>
                    <a:ext uri="{FF2B5EF4-FFF2-40B4-BE49-F238E27FC236}">
                      <a16:creationId xmlns:a16="http://schemas.microsoft.com/office/drawing/2014/main" id="{57CBAC64-FD5B-D274-5E84-B13631206FDD}"/>
                    </a:ext>
                  </a:extLst>
                </p:cNvPr>
                <p:cNvSpPr/>
                <p:nvPr/>
              </p:nvSpPr>
              <p:spPr>
                <a:xfrm>
                  <a:off x="3193990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3" name="pg632">
                  <a:extLst>
                    <a:ext uri="{FF2B5EF4-FFF2-40B4-BE49-F238E27FC236}">
                      <a16:creationId xmlns:a16="http://schemas.microsoft.com/office/drawing/2014/main" id="{9948A199-C65B-9D12-CEA6-B11684F6D85C}"/>
                    </a:ext>
                  </a:extLst>
                </p:cNvPr>
                <p:cNvSpPr/>
                <p:nvPr/>
              </p:nvSpPr>
              <p:spPr>
                <a:xfrm>
                  <a:off x="3275427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1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4" name="pg633">
                  <a:extLst>
                    <a:ext uri="{FF2B5EF4-FFF2-40B4-BE49-F238E27FC236}">
                      <a16:creationId xmlns:a16="http://schemas.microsoft.com/office/drawing/2014/main" id="{57D76A44-AAA3-BF15-9895-1C6D119E4260}"/>
                    </a:ext>
                  </a:extLst>
                </p:cNvPr>
                <p:cNvSpPr/>
                <p:nvPr/>
              </p:nvSpPr>
              <p:spPr>
                <a:xfrm>
                  <a:off x="3356864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5" name="pg634">
                  <a:extLst>
                    <a:ext uri="{FF2B5EF4-FFF2-40B4-BE49-F238E27FC236}">
                      <a16:creationId xmlns:a16="http://schemas.microsoft.com/office/drawing/2014/main" id="{DF91B438-801D-8517-4226-D2E0BAF674E5}"/>
                    </a:ext>
                  </a:extLst>
                </p:cNvPr>
                <p:cNvSpPr/>
                <p:nvPr/>
              </p:nvSpPr>
              <p:spPr>
                <a:xfrm>
                  <a:off x="3438301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8ACAA">
                    <a:alpha val="100000"/>
                  </a:srgbClr>
                </a:solidFill>
                <a:ln w="5420" cap="flat">
                  <a:solidFill>
                    <a:srgbClr val="50B7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6" name="pg635">
                  <a:extLst>
                    <a:ext uri="{FF2B5EF4-FFF2-40B4-BE49-F238E27FC236}">
                      <a16:creationId xmlns:a16="http://schemas.microsoft.com/office/drawing/2014/main" id="{09B5397A-D856-B401-9CDB-3E5955AEC5B5}"/>
                    </a:ext>
                  </a:extLst>
                </p:cNvPr>
                <p:cNvSpPr/>
                <p:nvPr/>
              </p:nvSpPr>
              <p:spPr>
                <a:xfrm>
                  <a:off x="3519738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A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7" name="pg636">
                  <a:extLst>
                    <a:ext uri="{FF2B5EF4-FFF2-40B4-BE49-F238E27FC236}">
                      <a16:creationId xmlns:a16="http://schemas.microsoft.com/office/drawing/2014/main" id="{7C1561F7-AE92-E9A5-63FC-4DD5E0031DB1}"/>
                    </a:ext>
                  </a:extLst>
                </p:cNvPr>
                <p:cNvSpPr/>
                <p:nvPr/>
              </p:nvSpPr>
              <p:spPr>
                <a:xfrm>
                  <a:off x="3601176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6A9AA">
                    <a:alpha val="100000"/>
                  </a:srgbClr>
                </a:solidFill>
                <a:ln w="5420" cap="flat">
                  <a:solidFill>
                    <a:srgbClr val="4FB5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8" name="pg637">
                  <a:extLst>
                    <a:ext uri="{FF2B5EF4-FFF2-40B4-BE49-F238E27FC236}">
                      <a16:creationId xmlns:a16="http://schemas.microsoft.com/office/drawing/2014/main" id="{1A49E045-82A6-D57E-F835-5B31AD72C190}"/>
                    </a:ext>
                  </a:extLst>
                </p:cNvPr>
                <p:cNvSpPr/>
                <p:nvPr/>
              </p:nvSpPr>
              <p:spPr>
                <a:xfrm>
                  <a:off x="3682613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39" name="pg638">
                  <a:extLst>
                    <a:ext uri="{FF2B5EF4-FFF2-40B4-BE49-F238E27FC236}">
                      <a16:creationId xmlns:a16="http://schemas.microsoft.com/office/drawing/2014/main" id="{1FE4B4EA-6D80-2CEB-FADF-511D38AE359F}"/>
                    </a:ext>
                  </a:extLst>
                </p:cNvPr>
                <p:cNvSpPr/>
                <p:nvPr/>
              </p:nvSpPr>
              <p:spPr>
                <a:xfrm>
                  <a:off x="3764050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0" name="pg639">
                  <a:extLst>
                    <a:ext uri="{FF2B5EF4-FFF2-40B4-BE49-F238E27FC236}">
                      <a16:creationId xmlns:a16="http://schemas.microsoft.com/office/drawing/2014/main" id="{8274C705-1397-66F9-783F-9FA3B3CD4D72}"/>
                    </a:ext>
                  </a:extLst>
                </p:cNvPr>
                <p:cNvSpPr/>
                <p:nvPr/>
              </p:nvSpPr>
              <p:spPr>
                <a:xfrm>
                  <a:off x="3845487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6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1" name="pg640">
                  <a:extLst>
                    <a:ext uri="{FF2B5EF4-FFF2-40B4-BE49-F238E27FC236}">
                      <a16:creationId xmlns:a16="http://schemas.microsoft.com/office/drawing/2014/main" id="{24E22557-C72A-83D1-3B99-6BC6D13672FF}"/>
                    </a:ext>
                  </a:extLst>
                </p:cNvPr>
                <p:cNvSpPr/>
                <p:nvPr/>
              </p:nvSpPr>
              <p:spPr>
                <a:xfrm>
                  <a:off x="3926924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2" name="pg641">
                  <a:extLst>
                    <a:ext uri="{FF2B5EF4-FFF2-40B4-BE49-F238E27FC236}">
                      <a16:creationId xmlns:a16="http://schemas.microsoft.com/office/drawing/2014/main" id="{01BEB7FC-ECA4-6678-B352-78F83A83C8C6}"/>
                    </a:ext>
                  </a:extLst>
                </p:cNvPr>
                <p:cNvSpPr/>
                <p:nvPr/>
              </p:nvSpPr>
              <p:spPr>
                <a:xfrm>
                  <a:off x="4008361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3" name="pg642">
                  <a:extLst>
                    <a:ext uri="{FF2B5EF4-FFF2-40B4-BE49-F238E27FC236}">
                      <a16:creationId xmlns:a16="http://schemas.microsoft.com/office/drawing/2014/main" id="{DB189D29-3F21-C152-FBC7-8AE0C4F9CCC4}"/>
                    </a:ext>
                  </a:extLst>
                </p:cNvPr>
                <p:cNvSpPr/>
                <p:nvPr/>
              </p:nvSpPr>
              <p:spPr>
                <a:xfrm>
                  <a:off x="4089798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9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4" name="pg643">
                  <a:extLst>
                    <a:ext uri="{FF2B5EF4-FFF2-40B4-BE49-F238E27FC236}">
                      <a16:creationId xmlns:a16="http://schemas.microsoft.com/office/drawing/2014/main" id="{30E6EFDE-3D45-D50B-60F3-A45BA504D5C8}"/>
                    </a:ext>
                  </a:extLst>
                </p:cNvPr>
                <p:cNvSpPr/>
                <p:nvPr/>
              </p:nvSpPr>
              <p:spPr>
                <a:xfrm>
                  <a:off x="4171236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0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5" name="pg644">
                  <a:extLst>
                    <a:ext uri="{FF2B5EF4-FFF2-40B4-BE49-F238E27FC236}">
                      <a16:creationId xmlns:a16="http://schemas.microsoft.com/office/drawing/2014/main" id="{FB02CAF4-F6CD-73EB-BCB0-A114A42D3683}"/>
                    </a:ext>
                  </a:extLst>
                </p:cNvPr>
                <p:cNvSpPr/>
                <p:nvPr/>
              </p:nvSpPr>
              <p:spPr>
                <a:xfrm>
                  <a:off x="4252673" y="5372604"/>
                  <a:ext cx="81437" cy="10331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9F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6" name="pg645">
                  <a:extLst>
                    <a:ext uri="{FF2B5EF4-FFF2-40B4-BE49-F238E27FC236}">
                      <a16:creationId xmlns:a16="http://schemas.microsoft.com/office/drawing/2014/main" id="{2A4CAC5A-8C8D-056E-A14B-7CE821182C6F}"/>
                    </a:ext>
                  </a:extLst>
                </p:cNvPr>
                <p:cNvSpPr/>
                <p:nvPr/>
              </p:nvSpPr>
              <p:spPr>
                <a:xfrm>
                  <a:off x="3112553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7" name="pg646">
                  <a:extLst>
                    <a:ext uri="{FF2B5EF4-FFF2-40B4-BE49-F238E27FC236}">
                      <a16:creationId xmlns:a16="http://schemas.microsoft.com/office/drawing/2014/main" id="{0C08AB4E-AE36-E115-9879-58A201717442}"/>
                    </a:ext>
                  </a:extLst>
                </p:cNvPr>
                <p:cNvSpPr/>
                <p:nvPr/>
              </p:nvSpPr>
              <p:spPr>
                <a:xfrm>
                  <a:off x="3193990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8" name="pg647">
                  <a:extLst>
                    <a:ext uri="{FF2B5EF4-FFF2-40B4-BE49-F238E27FC236}">
                      <a16:creationId xmlns:a16="http://schemas.microsoft.com/office/drawing/2014/main" id="{E6266360-7845-201E-4A3B-553EA2E3AF8A}"/>
                    </a:ext>
                  </a:extLst>
                </p:cNvPr>
                <p:cNvSpPr/>
                <p:nvPr/>
              </p:nvSpPr>
              <p:spPr>
                <a:xfrm>
                  <a:off x="3275427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49" name="pg648">
                  <a:extLst>
                    <a:ext uri="{FF2B5EF4-FFF2-40B4-BE49-F238E27FC236}">
                      <a16:creationId xmlns:a16="http://schemas.microsoft.com/office/drawing/2014/main" id="{1BA12F53-1165-5965-4028-ADF24288C797}"/>
                    </a:ext>
                  </a:extLst>
                </p:cNvPr>
                <p:cNvSpPr/>
                <p:nvPr/>
              </p:nvSpPr>
              <p:spPr>
                <a:xfrm>
                  <a:off x="3356864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9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0" name="pg649">
                  <a:extLst>
                    <a:ext uri="{FF2B5EF4-FFF2-40B4-BE49-F238E27FC236}">
                      <a16:creationId xmlns:a16="http://schemas.microsoft.com/office/drawing/2014/main" id="{08D960F8-110E-1362-ACA5-C3E5EB9B736B}"/>
                    </a:ext>
                  </a:extLst>
                </p:cNvPr>
                <p:cNvSpPr/>
                <p:nvPr/>
              </p:nvSpPr>
              <p:spPr>
                <a:xfrm>
                  <a:off x="3438301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5A8AA">
                    <a:alpha val="100000"/>
                  </a:srgbClr>
                </a:solidFill>
                <a:ln w="5420" cap="flat">
                  <a:solidFill>
                    <a:srgbClr val="4EB4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1" name="pg650">
                  <a:extLst>
                    <a:ext uri="{FF2B5EF4-FFF2-40B4-BE49-F238E27FC236}">
                      <a16:creationId xmlns:a16="http://schemas.microsoft.com/office/drawing/2014/main" id="{0724A927-2DFE-B3F8-5FDA-AA6A57F59CCB}"/>
                    </a:ext>
                  </a:extLst>
                </p:cNvPr>
                <p:cNvSpPr/>
                <p:nvPr/>
              </p:nvSpPr>
              <p:spPr>
                <a:xfrm>
                  <a:off x="3519738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4A7AA">
                    <a:alpha val="100000"/>
                  </a:srgbClr>
                </a:solidFill>
                <a:ln w="5420" cap="flat">
                  <a:solidFill>
                    <a:srgbClr val="4DB3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2" name="pg651">
                  <a:extLst>
                    <a:ext uri="{FF2B5EF4-FFF2-40B4-BE49-F238E27FC236}">
                      <a16:creationId xmlns:a16="http://schemas.microsoft.com/office/drawing/2014/main" id="{15AF80E3-0F12-C1BC-2031-4BE33DC744E2}"/>
                    </a:ext>
                  </a:extLst>
                </p:cNvPr>
                <p:cNvSpPr/>
                <p:nvPr/>
              </p:nvSpPr>
              <p:spPr>
                <a:xfrm>
                  <a:off x="3601176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7AA">
                    <a:alpha val="100000"/>
                  </a:srgbClr>
                </a:solidFill>
                <a:ln w="5420" cap="flat">
                  <a:solidFill>
                    <a:srgbClr val="4D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3" name="pg652">
                  <a:extLst>
                    <a:ext uri="{FF2B5EF4-FFF2-40B4-BE49-F238E27FC236}">
                      <a16:creationId xmlns:a16="http://schemas.microsoft.com/office/drawing/2014/main" id="{AB929786-035D-D427-62CB-6922AECFD75C}"/>
                    </a:ext>
                  </a:extLst>
                </p:cNvPr>
                <p:cNvSpPr/>
                <p:nvPr/>
              </p:nvSpPr>
              <p:spPr>
                <a:xfrm>
                  <a:off x="3682613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3A6AA">
                    <a:alpha val="100000"/>
                  </a:srgbClr>
                </a:solidFill>
                <a:ln w="5420" cap="flat">
                  <a:solidFill>
                    <a:srgbClr val="4CB2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4" name="pg653">
                  <a:extLst>
                    <a:ext uri="{FF2B5EF4-FFF2-40B4-BE49-F238E27FC236}">
                      <a16:creationId xmlns:a16="http://schemas.microsoft.com/office/drawing/2014/main" id="{6B44C441-DF56-80DC-DA1B-4163E36B6AD2}"/>
                    </a:ext>
                  </a:extLst>
                </p:cNvPr>
                <p:cNvSpPr/>
                <p:nvPr/>
              </p:nvSpPr>
              <p:spPr>
                <a:xfrm>
                  <a:off x="3764050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2A5AA">
                    <a:alpha val="100000"/>
                  </a:srgbClr>
                </a:solidFill>
                <a:ln w="5420" cap="flat">
                  <a:solidFill>
                    <a:srgbClr val="4CB1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5" name="pg654">
                  <a:extLst>
                    <a:ext uri="{FF2B5EF4-FFF2-40B4-BE49-F238E27FC236}">
                      <a16:creationId xmlns:a16="http://schemas.microsoft.com/office/drawing/2014/main" id="{BC987262-1259-1964-5120-D92D8908C821}"/>
                    </a:ext>
                  </a:extLst>
                </p:cNvPr>
                <p:cNvSpPr/>
                <p:nvPr/>
              </p:nvSpPr>
              <p:spPr>
                <a:xfrm>
                  <a:off x="3845487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1A4AA">
                    <a:alpha val="100000"/>
                  </a:srgbClr>
                </a:solidFill>
                <a:ln w="5420" cap="flat">
                  <a:solidFill>
                    <a:srgbClr val="4BB0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6" name="pg655">
                  <a:extLst>
                    <a:ext uri="{FF2B5EF4-FFF2-40B4-BE49-F238E27FC236}">
                      <a16:creationId xmlns:a16="http://schemas.microsoft.com/office/drawing/2014/main" id="{AD4498F1-9019-1341-B212-64773EED95A7}"/>
                    </a:ext>
                  </a:extLst>
                </p:cNvPr>
                <p:cNvSpPr/>
                <p:nvPr/>
              </p:nvSpPr>
              <p:spPr>
                <a:xfrm>
                  <a:off x="3926924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40A3AA">
                    <a:alpha val="100000"/>
                  </a:srgbClr>
                </a:solidFill>
                <a:ln w="5420" cap="flat">
                  <a:solidFill>
                    <a:srgbClr val="4AAF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7" name="pg656">
                  <a:extLst>
                    <a:ext uri="{FF2B5EF4-FFF2-40B4-BE49-F238E27FC236}">
                      <a16:creationId xmlns:a16="http://schemas.microsoft.com/office/drawing/2014/main" id="{444D3489-5999-82D5-80A5-AE5A3BE447CE}"/>
                    </a:ext>
                  </a:extLst>
                </p:cNvPr>
                <p:cNvSpPr/>
                <p:nvPr/>
              </p:nvSpPr>
              <p:spPr>
                <a:xfrm>
                  <a:off x="4008361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FA2AA">
                    <a:alpha val="100000"/>
                  </a:srgbClr>
                </a:solidFill>
                <a:ln w="5420" cap="flat">
                  <a:solidFill>
                    <a:srgbClr val="4AAE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8" name="pg657">
                  <a:extLst>
                    <a:ext uri="{FF2B5EF4-FFF2-40B4-BE49-F238E27FC236}">
                      <a16:creationId xmlns:a16="http://schemas.microsoft.com/office/drawing/2014/main" id="{5C2854AB-841B-711C-33E7-7C24B73C1443}"/>
                    </a:ext>
                  </a:extLst>
                </p:cNvPr>
                <p:cNvSpPr/>
                <p:nvPr/>
              </p:nvSpPr>
              <p:spPr>
                <a:xfrm>
                  <a:off x="4089798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EA1AA">
                    <a:alpha val="100000"/>
                  </a:srgbClr>
                </a:solidFill>
                <a:ln w="5420" cap="flat">
                  <a:solidFill>
                    <a:srgbClr val="49ADA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59" name="pg658">
                  <a:extLst>
                    <a:ext uri="{FF2B5EF4-FFF2-40B4-BE49-F238E27FC236}">
                      <a16:creationId xmlns:a16="http://schemas.microsoft.com/office/drawing/2014/main" id="{C5305C41-37B0-3946-0BEA-B27F5938D740}"/>
                    </a:ext>
                  </a:extLst>
                </p:cNvPr>
                <p:cNvSpPr/>
                <p:nvPr/>
              </p:nvSpPr>
              <p:spPr>
                <a:xfrm>
                  <a:off x="4171236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DA0AA">
                    <a:alpha val="100000"/>
                  </a:srgbClr>
                </a:solidFill>
                <a:ln w="5420" cap="flat">
                  <a:solidFill>
                    <a:srgbClr val="48AC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0" name="pg659">
                  <a:extLst>
                    <a:ext uri="{FF2B5EF4-FFF2-40B4-BE49-F238E27FC236}">
                      <a16:creationId xmlns:a16="http://schemas.microsoft.com/office/drawing/2014/main" id="{2A710127-C687-A9EC-B4E3-76578E27FC76}"/>
                    </a:ext>
                  </a:extLst>
                </p:cNvPr>
                <p:cNvSpPr/>
                <p:nvPr/>
              </p:nvSpPr>
              <p:spPr>
                <a:xfrm>
                  <a:off x="4252673" y="5475920"/>
                  <a:ext cx="81437" cy="7925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3C9FAA">
                    <a:alpha val="100000"/>
                  </a:srgbClr>
                </a:solidFill>
                <a:ln w="5420" cap="flat">
                  <a:solidFill>
                    <a:srgbClr val="47ABA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1" name="pg660">
                  <a:extLst>
                    <a:ext uri="{FF2B5EF4-FFF2-40B4-BE49-F238E27FC236}">
                      <a16:creationId xmlns:a16="http://schemas.microsoft.com/office/drawing/2014/main" id="{0CAB937C-CAB8-1E6A-AB30-E90C287EF3A2}"/>
                    </a:ext>
                  </a:extLst>
                </p:cNvPr>
                <p:cNvSpPr/>
                <p:nvPr/>
              </p:nvSpPr>
              <p:spPr>
                <a:xfrm>
                  <a:off x="5284534" y="1853932"/>
                  <a:ext cx="27605" cy="14190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05" h="141906">
                      <a:moveTo>
                        <a:pt x="25965" y="15142"/>
                      </a:moveTo>
                      <a:lnTo>
                        <a:pt x="3001" y="141906"/>
                      </a:lnTo>
                      <a:lnTo>
                        <a:pt x="0" y="103414"/>
                      </a:lnTo>
                      <a:lnTo>
                        <a:pt x="9634" y="0"/>
                      </a:lnTo>
                      <a:lnTo>
                        <a:pt x="27605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2" name="pg661">
                  <a:extLst>
                    <a:ext uri="{FF2B5EF4-FFF2-40B4-BE49-F238E27FC236}">
                      <a16:creationId xmlns:a16="http://schemas.microsoft.com/office/drawing/2014/main" id="{D07C2202-017A-A2C8-625C-D63E3751C1F5}"/>
                    </a:ext>
                  </a:extLst>
                </p:cNvPr>
                <p:cNvSpPr/>
                <p:nvPr/>
              </p:nvSpPr>
              <p:spPr>
                <a:xfrm>
                  <a:off x="4217860" y="1853932"/>
                  <a:ext cx="1042192" cy="93777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42192" h="937770">
                      <a:moveTo>
                        <a:pt x="1041757" y="966"/>
                      </a:moveTo>
                      <a:lnTo>
                        <a:pt x="998433" y="199714"/>
                      </a:lnTo>
                      <a:lnTo>
                        <a:pt x="938872" y="305648"/>
                      </a:lnTo>
                      <a:lnTo>
                        <a:pt x="884012" y="378917"/>
                      </a:lnTo>
                      <a:lnTo>
                        <a:pt x="827417" y="366805"/>
                      </a:lnTo>
                      <a:lnTo>
                        <a:pt x="840146" y="425026"/>
                      </a:lnTo>
                      <a:lnTo>
                        <a:pt x="824596" y="455352"/>
                      </a:lnTo>
                      <a:lnTo>
                        <a:pt x="811288" y="518619"/>
                      </a:lnTo>
                      <a:lnTo>
                        <a:pt x="777548" y="560552"/>
                      </a:lnTo>
                      <a:lnTo>
                        <a:pt x="745832" y="556515"/>
                      </a:lnTo>
                      <a:lnTo>
                        <a:pt x="700266" y="585419"/>
                      </a:lnTo>
                      <a:lnTo>
                        <a:pt x="682293" y="607532"/>
                      </a:lnTo>
                      <a:lnTo>
                        <a:pt x="680955" y="649879"/>
                      </a:lnTo>
                      <a:lnTo>
                        <a:pt x="650470" y="687132"/>
                      </a:lnTo>
                      <a:lnTo>
                        <a:pt x="540461" y="880650"/>
                      </a:lnTo>
                      <a:lnTo>
                        <a:pt x="444953" y="937770"/>
                      </a:lnTo>
                      <a:lnTo>
                        <a:pt x="422098" y="929465"/>
                      </a:lnTo>
                      <a:lnTo>
                        <a:pt x="447268" y="838120"/>
                      </a:lnTo>
                      <a:lnTo>
                        <a:pt x="464518" y="745766"/>
                      </a:lnTo>
                      <a:lnTo>
                        <a:pt x="406548" y="705576"/>
                      </a:lnTo>
                      <a:lnTo>
                        <a:pt x="351073" y="684334"/>
                      </a:lnTo>
                      <a:lnTo>
                        <a:pt x="287426" y="687132"/>
                      </a:lnTo>
                      <a:lnTo>
                        <a:pt x="217124" y="615332"/>
                      </a:lnTo>
                      <a:lnTo>
                        <a:pt x="126499" y="563121"/>
                      </a:lnTo>
                      <a:lnTo>
                        <a:pt x="0" y="421860"/>
                      </a:lnTo>
                      <a:lnTo>
                        <a:pt x="3688" y="382679"/>
                      </a:lnTo>
                      <a:lnTo>
                        <a:pt x="506" y="316935"/>
                      </a:lnTo>
                      <a:lnTo>
                        <a:pt x="38947" y="213064"/>
                      </a:lnTo>
                      <a:lnTo>
                        <a:pt x="75798" y="140438"/>
                      </a:lnTo>
                      <a:lnTo>
                        <a:pt x="126680" y="102817"/>
                      </a:lnTo>
                      <a:lnTo>
                        <a:pt x="274335" y="64508"/>
                      </a:lnTo>
                      <a:lnTo>
                        <a:pt x="311366" y="6884"/>
                      </a:lnTo>
                      <a:lnTo>
                        <a:pt x="314479" y="0"/>
                      </a:lnTo>
                      <a:lnTo>
                        <a:pt x="1042192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3" name="pg662">
                  <a:extLst>
                    <a:ext uri="{FF2B5EF4-FFF2-40B4-BE49-F238E27FC236}">
                      <a16:creationId xmlns:a16="http://schemas.microsoft.com/office/drawing/2014/main" id="{0EAE5833-D52D-776A-E77D-5F7FBA0B95AD}"/>
                    </a:ext>
                  </a:extLst>
                </p:cNvPr>
                <p:cNvSpPr/>
                <p:nvPr/>
              </p:nvSpPr>
              <p:spPr>
                <a:xfrm>
                  <a:off x="2490532" y="1853932"/>
                  <a:ext cx="2088998" cy="368287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88998" h="3682871">
                      <a:moveTo>
                        <a:pt x="1987487" y="41706"/>
                      </a:moveTo>
                      <a:lnTo>
                        <a:pt x="1877912" y="69968"/>
                      </a:lnTo>
                      <a:lnTo>
                        <a:pt x="1818858" y="101074"/>
                      </a:lnTo>
                      <a:lnTo>
                        <a:pt x="1771628" y="148650"/>
                      </a:lnTo>
                      <a:lnTo>
                        <a:pt x="1743674" y="208385"/>
                      </a:lnTo>
                      <a:lnTo>
                        <a:pt x="1680388" y="280369"/>
                      </a:lnTo>
                      <a:lnTo>
                        <a:pt x="1684836" y="328588"/>
                      </a:lnTo>
                      <a:lnTo>
                        <a:pt x="1695432" y="362859"/>
                      </a:lnTo>
                      <a:lnTo>
                        <a:pt x="1690550" y="434293"/>
                      </a:lnTo>
                      <a:lnTo>
                        <a:pt x="1730583" y="503937"/>
                      </a:lnTo>
                      <a:lnTo>
                        <a:pt x="1809961" y="618039"/>
                      </a:lnTo>
                      <a:lnTo>
                        <a:pt x="1825114" y="795269"/>
                      </a:lnTo>
                      <a:lnTo>
                        <a:pt x="1885687" y="913867"/>
                      </a:lnTo>
                      <a:lnTo>
                        <a:pt x="1978519" y="1052146"/>
                      </a:lnTo>
                      <a:lnTo>
                        <a:pt x="2049905" y="1091464"/>
                      </a:lnTo>
                      <a:lnTo>
                        <a:pt x="2053377" y="1142895"/>
                      </a:lnTo>
                      <a:lnTo>
                        <a:pt x="2020432" y="1227817"/>
                      </a:lnTo>
                      <a:lnTo>
                        <a:pt x="1977000" y="1266630"/>
                      </a:lnTo>
                      <a:lnTo>
                        <a:pt x="2033487" y="1258877"/>
                      </a:lnTo>
                      <a:lnTo>
                        <a:pt x="2061622" y="1278284"/>
                      </a:lnTo>
                      <a:lnTo>
                        <a:pt x="2088998" y="1349121"/>
                      </a:lnTo>
                      <a:lnTo>
                        <a:pt x="2086864" y="1421426"/>
                      </a:lnTo>
                      <a:lnTo>
                        <a:pt x="2077606" y="1462167"/>
                      </a:lnTo>
                      <a:lnTo>
                        <a:pt x="2060501" y="1478408"/>
                      </a:lnTo>
                      <a:lnTo>
                        <a:pt x="2061224" y="1436796"/>
                      </a:lnTo>
                      <a:lnTo>
                        <a:pt x="2049110" y="1422344"/>
                      </a:lnTo>
                      <a:lnTo>
                        <a:pt x="2029111" y="1440374"/>
                      </a:lnTo>
                      <a:lnTo>
                        <a:pt x="2016165" y="1460928"/>
                      </a:lnTo>
                      <a:lnTo>
                        <a:pt x="2010776" y="1541905"/>
                      </a:lnTo>
                      <a:lnTo>
                        <a:pt x="1997071" y="1582370"/>
                      </a:lnTo>
                      <a:lnTo>
                        <a:pt x="1948612" y="1594390"/>
                      </a:lnTo>
                      <a:lnTo>
                        <a:pt x="1899466" y="1700646"/>
                      </a:lnTo>
                      <a:lnTo>
                        <a:pt x="1853755" y="1760931"/>
                      </a:lnTo>
                      <a:lnTo>
                        <a:pt x="1673879" y="2168566"/>
                      </a:lnTo>
                      <a:lnTo>
                        <a:pt x="1680750" y="2236697"/>
                      </a:lnTo>
                      <a:lnTo>
                        <a:pt x="1647841" y="2258627"/>
                      </a:lnTo>
                      <a:lnTo>
                        <a:pt x="1598008" y="2276474"/>
                      </a:lnTo>
                      <a:lnTo>
                        <a:pt x="1547596" y="2317214"/>
                      </a:lnTo>
                      <a:lnTo>
                        <a:pt x="1514145" y="2362130"/>
                      </a:lnTo>
                      <a:lnTo>
                        <a:pt x="1483081" y="2482929"/>
                      </a:lnTo>
                      <a:lnTo>
                        <a:pt x="1423556" y="2618915"/>
                      </a:lnTo>
                      <a:lnTo>
                        <a:pt x="1386416" y="2562254"/>
                      </a:lnTo>
                      <a:lnTo>
                        <a:pt x="1376905" y="2513760"/>
                      </a:lnTo>
                      <a:lnTo>
                        <a:pt x="1393432" y="2387272"/>
                      </a:lnTo>
                      <a:lnTo>
                        <a:pt x="1457803" y="2179898"/>
                      </a:lnTo>
                      <a:lnTo>
                        <a:pt x="1528719" y="2050978"/>
                      </a:lnTo>
                      <a:lnTo>
                        <a:pt x="1582819" y="1989868"/>
                      </a:lnTo>
                      <a:lnTo>
                        <a:pt x="1627300" y="1865306"/>
                      </a:lnTo>
                      <a:lnTo>
                        <a:pt x="1571103" y="1846725"/>
                      </a:lnTo>
                      <a:lnTo>
                        <a:pt x="1485432" y="1848744"/>
                      </a:lnTo>
                      <a:lnTo>
                        <a:pt x="1501560" y="1791257"/>
                      </a:lnTo>
                      <a:lnTo>
                        <a:pt x="1526549" y="1740607"/>
                      </a:lnTo>
                      <a:lnTo>
                        <a:pt x="1481888" y="1690140"/>
                      </a:lnTo>
                      <a:lnTo>
                        <a:pt x="1455452" y="1683717"/>
                      </a:lnTo>
                      <a:lnTo>
                        <a:pt x="1428221" y="1663025"/>
                      </a:lnTo>
                      <a:lnTo>
                        <a:pt x="1460153" y="1621000"/>
                      </a:lnTo>
                      <a:lnTo>
                        <a:pt x="1475740" y="1576589"/>
                      </a:lnTo>
                      <a:lnTo>
                        <a:pt x="1466229" y="1522544"/>
                      </a:lnTo>
                      <a:lnTo>
                        <a:pt x="1479609" y="1481849"/>
                      </a:lnTo>
                      <a:lnTo>
                        <a:pt x="1457296" y="1487997"/>
                      </a:lnTo>
                      <a:lnTo>
                        <a:pt x="1421422" y="1531077"/>
                      </a:lnTo>
                      <a:lnTo>
                        <a:pt x="1399110" y="1548282"/>
                      </a:lnTo>
                      <a:lnTo>
                        <a:pt x="1385512" y="1510156"/>
                      </a:lnTo>
                      <a:lnTo>
                        <a:pt x="1369998" y="1518782"/>
                      </a:lnTo>
                      <a:lnTo>
                        <a:pt x="1359909" y="1544979"/>
                      </a:lnTo>
                      <a:lnTo>
                        <a:pt x="1337017" y="1559385"/>
                      </a:lnTo>
                      <a:lnTo>
                        <a:pt x="1288667" y="1523553"/>
                      </a:lnTo>
                      <a:lnTo>
                        <a:pt x="1218184" y="1482537"/>
                      </a:lnTo>
                      <a:lnTo>
                        <a:pt x="1178947" y="1411975"/>
                      </a:lnTo>
                      <a:lnTo>
                        <a:pt x="1156562" y="1357287"/>
                      </a:lnTo>
                      <a:lnTo>
                        <a:pt x="1179309" y="1258326"/>
                      </a:lnTo>
                      <a:lnTo>
                        <a:pt x="1228021" y="1240755"/>
                      </a:lnTo>
                      <a:lnTo>
                        <a:pt x="1291307" y="1256812"/>
                      </a:lnTo>
                      <a:lnTo>
                        <a:pt x="1374265" y="1256675"/>
                      </a:lnTo>
                      <a:lnTo>
                        <a:pt x="1362404" y="1234699"/>
                      </a:lnTo>
                      <a:lnTo>
                        <a:pt x="1332786" y="1238323"/>
                      </a:lnTo>
                      <a:lnTo>
                        <a:pt x="1245343" y="1158035"/>
                      </a:lnTo>
                      <a:lnTo>
                        <a:pt x="1217208" y="1109541"/>
                      </a:lnTo>
                      <a:lnTo>
                        <a:pt x="1168821" y="1096236"/>
                      </a:lnTo>
                      <a:lnTo>
                        <a:pt x="1146762" y="1142849"/>
                      </a:lnTo>
                      <a:lnTo>
                        <a:pt x="1122279" y="1155236"/>
                      </a:lnTo>
                      <a:lnTo>
                        <a:pt x="1152512" y="1053247"/>
                      </a:lnTo>
                      <a:lnTo>
                        <a:pt x="1192038" y="1049072"/>
                      </a:lnTo>
                      <a:lnTo>
                        <a:pt x="1250406" y="1020811"/>
                      </a:lnTo>
                      <a:lnTo>
                        <a:pt x="1233445" y="961764"/>
                      </a:lnTo>
                      <a:lnTo>
                        <a:pt x="1196595" y="935934"/>
                      </a:lnTo>
                      <a:lnTo>
                        <a:pt x="1130054" y="968325"/>
                      </a:lnTo>
                      <a:lnTo>
                        <a:pt x="1130850" y="926804"/>
                      </a:lnTo>
                      <a:lnTo>
                        <a:pt x="1143326" y="873631"/>
                      </a:lnTo>
                      <a:lnTo>
                        <a:pt x="1193485" y="873814"/>
                      </a:lnTo>
                      <a:lnTo>
                        <a:pt x="1237423" y="891156"/>
                      </a:lnTo>
                      <a:lnTo>
                        <a:pt x="1274816" y="805271"/>
                      </a:lnTo>
                      <a:lnTo>
                        <a:pt x="1276480" y="766916"/>
                      </a:lnTo>
                      <a:lnTo>
                        <a:pt x="1214351" y="822659"/>
                      </a:lnTo>
                      <a:lnTo>
                        <a:pt x="1200392" y="702410"/>
                      </a:lnTo>
                      <a:lnTo>
                        <a:pt x="1261544" y="586428"/>
                      </a:lnTo>
                      <a:lnTo>
                        <a:pt x="1319876" y="535869"/>
                      </a:lnTo>
                      <a:lnTo>
                        <a:pt x="1392745" y="537337"/>
                      </a:lnTo>
                      <a:lnTo>
                        <a:pt x="1466807" y="529171"/>
                      </a:lnTo>
                      <a:lnTo>
                        <a:pt x="1420338" y="507929"/>
                      </a:lnTo>
                      <a:lnTo>
                        <a:pt x="1372638" y="496413"/>
                      </a:lnTo>
                      <a:lnTo>
                        <a:pt x="1408476" y="450580"/>
                      </a:lnTo>
                      <a:lnTo>
                        <a:pt x="1439034" y="442368"/>
                      </a:lnTo>
                      <a:lnTo>
                        <a:pt x="1469050" y="402407"/>
                      </a:lnTo>
                      <a:lnTo>
                        <a:pt x="1396868" y="408326"/>
                      </a:lnTo>
                      <a:lnTo>
                        <a:pt x="1405366" y="332717"/>
                      </a:lnTo>
                      <a:lnTo>
                        <a:pt x="1370287" y="348086"/>
                      </a:lnTo>
                      <a:lnTo>
                        <a:pt x="1328302" y="355198"/>
                      </a:lnTo>
                      <a:lnTo>
                        <a:pt x="1311956" y="387267"/>
                      </a:lnTo>
                      <a:lnTo>
                        <a:pt x="1315175" y="440533"/>
                      </a:lnTo>
                      <a:lnTo>
                        <a:pt x="1302915" y="475492"/>
                      </a:lnTo>
                      <a:lnTo>
                        <a:pt x="1270260" y="503570"/>
                      </a:lnTo>
                      <a:lnTo>
                        <a:pt x="1215111" y="525455"/>
                      </a:lnTo>
                      <a:lnTo>
                        <a:pt x="1209758" y="487513"/>
                      </a:lnTo>
                      <a:lnTo>
                        <a:pt x="1191532" y="470308"/>
                      </a:lnTo>
                      <a:lnTo>
                        <a:pt x="1184733" y="551560"/>
                      </a:lnTo>
                      <a:lnTo>
                        <a:pt x="1170268" y="579179"/>
                      </a:lnTo>
                      <a:lnTo>
                        <a:pt x="1129946" y="502928"/>
                      </a:lnTo>
                      <a:lnTo>
                        <a:pt x="1117831" y="518298"/>
                      </a:lnTo>
                      <a:lnTo>
                        <a:pt x="1119386" y="539952"/>
                      </a:lnTo>
                      <a:lnTo>
                        <a:pt x="1109080" y="577390"/>
                      </a:lnTo>
                      <a:lnTo>
                        <a:pt x="1074507" y="596888"/>
                      </a:lnTo>
                      <a:lnTo>
                        <a:pt x="1076641" y="644878"/>
                      </a:lnTo>
                      <a:lnTo>
                        <a:pt x="1063225" y="671029"/>
                      </a:lnTo>
                      <a:lnTo>
                        <a:pt x="952492" y="629371"/>
                      </a:lnTo>
                      <a:lnTo>
                        <a:pt x="949889" y="643501"/>
                      </a:lnTo>
                      <a:lnTo>
                        <a:pt x="1012524" y="733333"/>
                      </a:lnTo>
                      <a:lnTo>
                        <a:pt x="1058270" y="764026"/>
                      </a:lnTo>
                      <a:lnTo>
                        <a:pt x="1063839" y="813024"/>
                      </a:lnTo>
                      <a:lnTo>
                        <a:pt x="1024566" y="853673"/>
                      </a:lnTo>
                      <a:lnTo>
                        <a:pt x="970393" y="818576"/>
                      </a:lnTo>
                      <a:lnTo>
                        <a:pt x="961280" y="821145"/>
                      </a:lnTo>
                      <a:lnTo>
                        <a:pt x="990717" y="881338"/>
                      </a:lnTo>
                      <a:lnTo>
                        <a:pt x="1009269" y="933916"/>
                      </a:lnTo>
                      <a:lnTo>
                        <a:pt x="990175" y="977960"/>
                      </a:lnTo>
                      <a:lnTo>
                        <a:pt x="993140" y="1032189"/>
                      </a:lnTo>
                      <a:lnTo>
                        <a:pt x="989017" y="1081371"/>
                      </a:lnTo>
                      <a:lnTo>
                        <a:pt x="977337" y="1124268"/>
                      </a:lnTo>
                      <a:lnTo>
                        <a:pt x="1003663" y="1322006"/>
                      </a:lnTo>
                      <a:lnTo>
                        <a:pt x="1035379" y="1375777"/>
                      </a:lnTo>
                      <a:lnTo>
                        <a:pt x="1066552" y="1427207"/>
                      </a:lnTo>
                      <a:lnTo>
                        <a:pt x="1083078" y="1475334"/>
                      </a:lnTo>
                      <a:lnTo>
                        <a:pt x="1049989" y="1482354"/>
                      </a:lnTo>
                      <a:lnTo>
                        <a:pt x="997299" y="1442760"/>
                      </a:lnTo>
                      <a:lnTo>
                        <a:pt x="951010" y="1412572"/>
                      </a:lnTo>
                      <a:lnTo>
                        <a:pt x="895861" y="1316042"/>
                      </a:lnTo>
                      <a:lnTo>
                        <a:pt x="886747" y="1277504"/>
                      </a:lnTo>
                      <a:lnTo>
                        <a:pt x="873295" y="1247040"/>
                      </a:lnTo>
                      <a:lnTo>
                        <a:pt x="879804" y="1317006"/>
                      </a:lnTo>
                      <a:lnTo>
                        <a:pt x="899477" y="1395138"/>
                      </a:lnTo>
                      <a:lnTo>
                        <a:pt x="1072193" y="1569983"/>
                      </a:lnTo>
                      <a:lnTo>
                        <a:pt x="1104089" y="1637058"/>
                      </a:lnTo>
                      <a:lnTo>
                        <a:pt x="1128391" y="1689773"/>
                      </a:lnTo>
                      <a:lnTo>
                        <a:pt x="1122279" y="1740286"/>
                      </a:lnTo>
                      <a:lnTo>
                        <a:pt x="1077256" y="1704546"/>
                      </a:lnTo>
                      <a:lnTo>
                        <a:pt x="1038416" y="1658988"/>
                      </a:lnTo>
                      <a:lnTo>
                        <a:pt x="935315" y="1607512"/>
                      </a:lnTo>
                      <a:lnTo>
                        <a:pt x="805308" y="1574983"/>
                      </a:lnTo>
                      <a:lnTo>
                        <a:pt x="732004" y="1455331"/>
                      </a:lnTo>
                      <a:lnTo>
                        <a:pt x="732258" y="1505247"/>
                      </a:lnTo>
                      <a:lnTo>
                        <a:pt x="715984" y="1547594"/>
                      </a:lnTo>
                      <a:lnTo>
                        <a:pt x="671178" y="1495980"/>
                      </a:lnTo>
                      <a:lnTo>
                        <a:pt x="642934" y="1451936"/>
                      </a:lnTo>
                      <a:lnTo>
                        <a:pt x="633459" y="1403671"/>
                      </a:lnTo>
                      <a:lnTo>
                        <a:pt x="577515" y="1406974"/>
                      </a:lnTo>
                      <a:lnTo>
                        <a:pt x="518858" y="1448908"/>
                      </a:lnTo>
                      <a:lnTo>
                        <a:pt x="462117" y="1438952"/>
                      </a:lnTo>
                      <a:lnTo>
                        <a:pt x="455391" y="1357104"/>
                      </a:lnTo>
                      <a:lnTo>
                        <a:pt x="470724" y="1313748"/>
                      </a:lnTo>
                      <a:lnTo>
                        <a:pt x="534408" y="1211209"/>
                      </a:lnTo>
                      <a:lnTo>
                        <a:pt x="594403" y="1158861"/>
                      </a:lnTo>
                      <a:lnTo>
                        <a:pt x="620875" y="1091281"/>
                      </a:lnTo>
                      <a:lnTo>
                        <a:pt x="611834" y="986493"/>
                      </a:lnTo>
                      <a:lnTo>
                        <a:pt x="600551" y="1093116"/>
                      </a:lnTo>
                      <a:lnTo>
                        <a:pt x="566268" y="1145969"/>
                      </a:lnTo>
                      <a:lnTo>
                        <a:pt x="512384" y="1186342"/>
                      </a:lnTo>
                      <a:lnTo>
                        <a:pt x="441468" y="1258280"/>
                      </a:lnTo>
                      <a:lnTo>
                        <a:pt x="424146" y="1324805"/>
                      </a:lnTo>
                      <a:lnTo>
                        <a:pt x="402014" y="1449367"/>
                      </a:lnTo>
                      <a:lnTo>
                        <a:pt x="431957" y="1491529"/>
                      </a:lnTo>
                      <a:lnTo>
                        <a:pt x="462551" y="1502540"/>
                      </a:lnTo>
                      <a:lnTo>
                        <a:pt x="552924" y="1474279"/>
                      </a:lnTo>
                      <a:lnTo>
                        <a:pt x="599683" y="1486896"/>
                      </a:lnTo>
                      <a:lnTo>
                        <a:pt x="703689" y="1636874"/>
                      </a:lnTo>
                      <a:lnTo>
                        <a:pt x="897343" y="1696196"/>
                      </a:lnTo>
                      <a:lnTo>
                        <a:pt x="967970" y="1733266"/>
                      </a:lnTo>
                      <a:lnTo>
                        <a:pt x="1025542" y="1811536"/>
                      </a:lnTo>
                      <a:lnTo>
                        <a:pt x="1112081" y="1856589"/>
                      </a:lnTo>
                      <a:lnTo>
                        <a:pt x="1179237" y="1922058"/>
                      </a:lnTo>
                      <a:lnTo>
                        <a:pt x="1181045" y="1964772"/>
                      </a:lnTo>
                      <a:lnTo>
                        <a:pt x="1157792" y="2015285"/>
                      </a:lnTo>
                      <a:lnTo>
                        <a:pt x="1148606" y="2083644"/>
                      </a:lnTo>
                      <a:lnTo>
                        <a:pt x="1120073" y="2126771"/>
                      </a:lnTo>
                      <a:lnTo>
                        <a:pt x="1051580" y="2131726"/>
                      </a:lnTo>
                      <a:lnTo>
                        <a:pt x="1010209" y="2120623"/>
                      </a:lnTo>
                      <a:lnTo>
                        <a:pt x="787804" y="1880308"/>
                      </a:lnTo>
                      <a:lnTo>
                        <a:pt x="761261" y="1858195"/>
                      </a:lnTo>
                      <a:lnTo>
                        <a:pt x="678772" y="1732349"/>
                      </a:lnTo>
                      <a:lnTo>
                        <a:pt x="581999" y="1664952"/>
                      </a:lnTo>
                      <a:lnTo>
                        <a:pt x="552056" y="1666374"/>
                      </a:lnTo>
                      <a:lnTo>
                        <a:pt x="689802" y="1791028"/>
                      </a:lnTo>
                      <a:lnTo>
                        <a:pt x="746036" y="1878198"/>
                      </a:lnTo>
                      <a:lnTo>
                        <a:pt x="845087" y="2000420"/>
                      </a:lnTo>
                      <a:lnTo>
                        <a:pt x="915895" y="2052171"/>
                      </a:lnTo>
                      <a:lnTo>
                        <a:pt x="968006" y="2132918"/>
                      </a:lnTo>
                      <a:lnTo>
                        <a:pt x="1016429" y="2170769"/>
                      </a:lnTo>
                      <a:lnTo>
                        <a:pt x="1148642" y="2224676"/>
                      </a:lnTo>
                      <a:lnTo>
                        <a:pt x="1102679" y="2263398"/>
                      </a:lnTo>
                      <a:lnTo>
                        <a:pt x="1176054" y="2296385"/>
                      </a:lnTo>
                      <a:lnTo>
                        <a:pt x="1186542" y="2357037"/>
                      </a:lnTo>
                      <a:lnTo>
                        <a:pt x="1179815" y="2426177"/>
                      </a:lnTo>
                      <a:lnTo>
                        <a:pt x="1077979" y="2398833"/>
                      </a:lnTo>
                      <a:lnTo>
                        <a:pt x="1074652" y="2449759"/>
                      </a:lnTo>
                      <a:lnTo>
                        <a:pt x="1083765" y="2479810"/>
                      </a:lnTo>
                      <a:lnTo>
                        <a:pt x="1038778" y="2504630"/>
                      </a:lnTo>
                      <a:lnTo>
                        <a:pt x="976216" y="2470955"/>
                      </a:lnTo>
                      <a:lnTo>
                        <a:pt x="813770" y="2286751"/>
                      </a:lnTo>
                      <a:lnTo>
                        <a:pt x="815144" y="2311388"/>
                      </a:lnTo>
                      <a:lnTo>
                        <a:pt x="828307" y="2339970"/>
                      </a:lnTo>
                      <a:lnTo>
                        <a:pt x="922513" y="2458568"/>
                      </a:lnTo>
                      <a:lnTo>
                        <a:pt x="1006593" y="2529680"/>
                      </a:lnTo>
                      <a:lnTo>
                        <a:pt x="1077871" y="2561796"/>
                      </a:lnTo>
                      <a:lnTo>
                        <a:pt x="1132803" y="2621392"/>
                      </a:lnTo>
                      <a:lnTo>
                        <a:pt x="1152186" y="2657453"/>
                      </a:lnTo>
                      <a:lnTo>
                        <a:pt x="1165133" y="2712141"/>
                      </a:lnTo>
                      <a:lnTo>
                        <a:pt x="1124413" y="2749303"/>
                      </a:lnTo>
                      <a:lnTo>
                        <a:pt x="1078051" y="2769811"/>
                      </a:lnTo>
                      <a:lnTo>
                        <a:pt x="1032775" y="2732741"/>
                      </a:lnTo>
                      <a:lnTo>
                        <a:pt x="999577" y="2693698"/>
                      </a:lnTo>
                      <a:lnTo>
                        <a:pt x="928878" y="2627403"/>
                      </a:lnTo>
                      <a:lnTo>
                        <a:pt x="907686" y="2553308"/>
                      </a:lnTo>
                      <a:lnTo>
                        <a:pt x="853911" y="2557116"/>
                      </a:lnTo>
                      <a:lnTo>
                        <a:pt x="629156" y="2463156"/>
                      </a:lnTo>
                      <a:lnTo>
                        <a:pt x="448520" y="2452328"/>
                      </a:lnTo>
                      <a:lnTo>
                        <a:pt x="466168" y="2471230"/>
                      </a:lnTo>
                      <a:lnTo>
                        <a:pt x="489023" y="2483801"/>
                      </a:lnTo>
                      <a:lnTo>
                        <a:pt x="632881" y="2506970"/>
                      </a:lnTo>
                      <a:lnTo>
                        <a:pt x="689730" y="2550234"/>
                      </a:lnTo>
                      <a:lnTo>
                        <a:pt x="808056" y="2588635"/>
                      </a:lnTo>
                      <a:lnTo>
                        <a:pt x="877345" y="2599141"/>
                      </a:lnTo>
                      <a:lnTo>
                        <a:pt x="905444" y="2717096"/>
                      </a:lnTo>
                      <a:lnTo>
                        <a:pt x="1001204" y="2798256"/>
                      </a:lnTo>
                      <a:lnTo>
                        <a:pt x="1013645" y="2858403"/>
                      </a:lnTo>
                      <a:lnTo>
                        <a:pt x="1079028" y="2865148"/>
                      </a:lnTo>
                      <a:lnTo>
                        <a:pt x="1194063" y="2806147"/>
                      </a:lnTo>
                      <a:lnTo>
                        <a:pt x="1268307" y="2826839"/>
                      </a:lnTo>
                      <a:lnTo>
                        <a:pt x="1375386" y="2843722"/>
                      </a:lnTo>
                      <a:lnTo>
                        <a:pt x="1399869" y="2891345"/>
                      </a:lnTo>
                      <a:lnTo>
                        <a:pt x="1418240" y="2981956"/>
                      </a:lnTo>
                      <a:lnTo>
                        <a:pt x="1456103" y="3083899"/>
                      </a:lnTo>
                      <a:lnTo>
                        <a:pt x="1554287" y="3485845"/>
                      </a:lnTo>
                      <a:lnTo>
                        <a:pt x="1642687" y="3682871"/>
                      </a:lnTo>
                      <a:lnTo>
                        <a:pt x="1615976" y="3682871"/>
                      </a:lnTo>
                      <a:lnTo>
                        <a:pt x="1576238" y="3603800"/>
                      </a:lnTo>
                      <a:lnTo>
                        <a:pt x="1515845" y="3446573"/>
                      </a:lnTo>
                      <a:lnTo>
                        <a:pt x="1453789" y="3168959"/>
                      </a:lnTo>
                      <a:lnTo>
                        <a:pt x="1435779" y="3106793"/>
                      </a:lnTo>
                      <a:lnTo>
                        <a:pt x="1414588" y="3081972"/>
                      </a:lnTo>
                      <a:lnTo>
                        <a:pt x="1400629" y="3102159"/>
                      </a:lnTo>
                      <a:lnTo>
                        <a:pt x="1394625" y="3137532"/>
                      </a:lnTo>
                      <a:lnTo>
                        <a:pt x="1404751" y="3164692"/>
                      </a:lnTo>
                      <a:lnTo>
                        <a:pt x="1380305" y="3256083"/>
                      </a:lnTo>
                      <a:lnTo>
                        <a:pt x="1390901" y="3298016"/>
                      </a:lnTo>
                      <a:lnTo>
                        <a:pt x="1430608" y="3341372"/>
                      </a:lnTo>
                      <a:lnTo>
                        <a:pt x="1473751" y="3449555"/>
                      </a:lnTo>
                      <a:lnTo>
                        <a:pt x="1508214" y="3595221"/>
                      </a:lnTo>
                      <a:lnTo>
                        <a:pt x="1461600" y="3536174"/>
                      </a:lnTo>
                      <a:lnTo>
                        <a:pt x="1411839" y="3504885"/>
                      </a:lnTo>
                      <a:lnTo>
                        <a:pt x="1334413" y="3480890"/>
                      </a:lnTo>
                      <a:lnTo>
                        <a:pt x="1265450" y="3438819"/>
                      </a:lnTo>
                      <a:lnTo>
                        <a:pt x="1270477" y="3499150"/>
                      </a:lnTo>
                      <a:lnTo>
                        <a:pt x="1263859" y="3564298"/>
                      </a:lnTo>
                      <a:lnTo>
                        <a:pt x="1210699" y="3544433"/>
                      </a:lnTo>
                      <a:lnTo>
                        <a:pt x="1174535" y="3522824"/>
                      </a:lnTo>
                      <a:lnTo>
                        <a:pt x="1206540" y="3592239"/>
                      </a:lnTo>
                      <a:lnTo>
                        <a:pt x="1137070" y="3571410"/>
                      </a:lnTo>
                      <a:lnTo>
                        <a:pt x="1090781" y="3575768"/>
                      </a:lnTo>
                      <a:lnTo>
                        <a:pt x="1060693" y="3637384"/>
                      </a:lnTo>
                      <a:lnTo>
                        <a:pt x="1020335" y="3674775"/>
                      </a:lnTo>
                      <a:lnTo>
                        <a:pt x="980297" y="3682871"/>
                      </a:lnTo>
                      <a:lnTo>
                        <a:pt x="954427" y="3682871"/>
                      </a:lnTo>
                      <a:lnTo>
                        <a:pt x="872137" y="3630502"/>
                      </a:lnTo>
                      <a:lnTo>
                        <a:pt x="843460" y="3562096"/>
                      </a:lnTo>
                      <a:lnTo>
                        <a:pt x="831598" y="3485937"/>
                      </a:lnTo>
                      <a:lnTo>
                        <a:pt x="826861" y="3575997"/>
                      </a:lnTo>
                      <a:lnTo>
                        <a:pt x="842628" y="3669774"/>
                      </a:lnTo>
                      <a:lnTo>
                        <a:pt x="841612" y="3682871"/>
                      </a:lnTo>
                      <a:lnTo>
                        <a:pt x="0" y="3682871"/>
                      </a:lnTo>
                      <a:lnTo>
                        <a:pt x="0" y="0"/>
                      </a:lnTo>
                      <a:lnTo>
                        <a:pt x="2024089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4" name="pg663">
                  <a:extLst>
                    <a:ext uri="{FF2B5EF4-FFF2-40B4-BE49-F238E27FC236}">
                      <a16:creationId xmlns:a16="http://schemas.microsoft.com/office/drawing/2014/main" id="{F549C729-64EC-C3B9-21D5-CE0D2C08303E}"/>
                    </a:ext>
                  </a:extLst>
                </p:cNvPr>
                <p:cNvSpPr/>
                <p:nvPr/>
              </p:nvSpPr>
              <p:spPr>
                <a:xfrm>
                  <a:off x="5159228" y="2035019"/>
                  <a:ext cx="108453" cy="20393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453" h="203932">
                      <a:moveTo>
                        <a:pt x="1988" y="203932"/>
                      </a:moveTo>
                      <a:lnTo>
                        <a:pt x="0" y="176588"/>
                      </a:lnTo>
                      <a:lnTo>
                        <a:pt x="108453" y="0"/>
                      </a:lnTo>
                      <a:lnTo>
                        <a:pt x="88853" y="61707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5" name="pg664">
                  <a:extLst>
                    <a:ext uri="{FF2B5EF4-FFF2-40B4-BE49-F238E27FC236}">
                      <a16:creationId xmlns:a16="http://schemas.microsoft.com/office/drawing/2014/main" id="{181DD653-2038-7758-935D-8D64583D2CE8}"/>
                    </a:ext>
                  </a:extLst>
                </p:cNvPr>
                <p:cNvSpPr/>
                <p:nvPr/>
              </p:nvSpPr>
              <p:spPr>
                <a:xfrm>
                  <a:off x="4325772" y="3395883"/>
                  <a:ext cx="207830" cy="4002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7830" h="400294">
                      <a:moveTo>
                        <a:pt x="0" y="400294"/>
                      </a:moveTo>
                      <a:lnTo>
                        <a:pt x="112974" y="212144"/>
                      </a:lnTo>
                      <a:lnTo>
                        <a:pt x="178574" y="54504"/>
                      </a:lnTo>
                      <a:lnTo>
                        <a:pt x="207830" y="0"/>
                      </a:lnTo>
                      <a:lnTo>
                        <a:pt x="179442" y="110476"/>
                      </a:lnTo>
                      <a:lnTo>
                        <a:pt x="129826" y="212052"/>
                      </a:lnTo>
                      <a:lnTo>
                        <a:pt x="33668" y="38506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6" name="pt665">
                  <a:extLst>
                    <a:ext uri="{FF2B5EF4-FFF2-40B4-BE49-F238E27FC236}">
                      <a16:creationId xmlns:a16="http://schemas.microsoft.com/office/drawing/2014/main" id="{4BF97AE4-794F-B683-C8C9-3AA98558A0F8}"/>
                    </a:ext>
                  </a:extLst>
                </p:cNvPr>
                <p:cNvSpPr/>
                <p:nvPr/>
              </p:nvSpPr>
              <p:spPr>
                <a:xfrm>
                  <a:off x="4042131" y="3963949"/>
                  <a:ext cx="144506" cy="144506"/>
                </a:xfrm>
                <a:prstGeom prst="ellipse">
                  <a:avLst/>
                </a:prstGeom>
                <a:solidFill>
                  <a:srgbClr val="3B538D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7" name="pt666">
                  <a:extLst>
                    <a:ext uri="{FF2B5EF4-FFF2-40B4-BE49-F238E27FC236}">
                      <a16:creationId xmlns:a16="http://schemas.microsoft.com/office/drawing/2014/main" id="{0EE610F9-5820-48A8-52A6-8F3D1C02C601}"/>
                    </a:ext>
                  </a:extLst>
                </p:cNvPr>
                <p:cNvSpPr/>
                <p:nvPr/>
              </p:nvSpPr>
              <p:spPr>
                <a:xfrm>
                  <a:off x="4598279" y="2594972"/>
                  <a:ext cx="144506" cy="144506"/>
                </a:xfrm>
                <a:prstGeom prst="ellipse">
                  <a:avLst/>
                </a:prstGeom>
                <a:solidFill>
                  <a:srgbClr val="3984A5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8" name="pt667">
                  <a:extLst>
                    <a:ext uri="{FF2B5EF4-FFF2-40B4-BE49-F238E27FC236}">
                      <a16:creationId xmlns:a16="http://schemas.microsoft.com/office/drawing/2014/main" id="{C03EE633-100B-01F9-1480-82869E8E835B}"/>
                    </a:ext>
                  </a:extLst>
                </p:cNvPr>
                <p:cNvSpPr/>
                <p:nvPr/>
              </p:nvSpPr>
              <p:spPr>
                <a:xfrm>
                  <a:off x="3322535" y="4403436"/>
                  <a:ext cx="144506" cy="144506"/>
                </a:xfrm>
                <a:prstGeom prst="ellipse">
                  <a:avLst/>
                </a:prstGeom>
                <a:solidFill>
                  <a:srgbClr val="8CDBBE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69" name="pt668">
                  <a:extLst>
                    <a:ext uri="{FF2B5EF4-FFF2-40B4-BE49-F238E27FC236}">
                      <a16:creationId xmlns:a16="http://schemas.microsoft.com/office/drawing/2014/main" id="{BC1E2914-D9D5-7993-69D4-30C183F1B044}"/>
                    </a:ext>
                  </a:extLst>
                </p:cNvPr>
                <p:cNvSpPr/>
                <p:nvPr/>
              </p:nvSpPr>
              <p:spPr>
                <a:xfrm>
                  <a:off x="4150995" y="2255653"/>
                  <a:ext cx="144506" cy="144506"/>
                </a:xfrm>
                <a:prstGeom prst="ellipse">
                  <a:avLst/>
                </a:prstGeom>
                <a:solidFill>
                  <a:srgbClr val="73D3B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70" name="pt669">
                  <a:extLst>
                    <a:ext uri="{FF2B5EF4-FFF2-40B4-BE49-F238E27FC236}">
                      <a16:creationId xmlns:a16="http://schemas.microsoft.com/office/drawing/2014/main" id="{4B259D17-8C35-CBB1-9DF2-A3157D50A29D}"/>
                    </a:ext>
                  </a:extLst>
                </p:cNvPr>
                <p:cNvSpPr/>
                <p:nvPr/>
              </p:nvSpPr>
              <p:spPr>
                <a:xfrm>
                  <a:off x="3069870" y="3287113"/>
                  <a:ext cx="144506" cy="144506"/>
                </a:xfrm>
                <a:prstGeom prst="ellipse">
                  <a:avLst/>
                </a:prstGeom>
                <a:solidFill>
                  <a:srgbClr val="C7EDD9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71" name="pt670">
                  <a:extLst>
                    <a:ext uri="{FF2B5EF4-FFF2-40B4-BE49-F238E27FC236}">
                      <a16:creationId xmlns:a16="http://schemas.microsoft.com/office/drawing/2014/main" id="{0D64210B-0B22-D881-62B8-CDE9C203C62A}"/>
                    </a:ext>
                  </a:extLst>
                </p:cNvPr>
                <p:cNvSpPr/>
                <p:nvPr/>
              </p:nvSpPr>
              <p:spPr>
                <a:xfrm>
                  <a:off x="3268332" y="4349234"/>
                  <a:ext cx="252911" cy="252911"/>
                </a:xfrm>
                <a:prstGeom prst="ellipse">
                  <a:avLst/>
                </a:prstGeom>
                <a:solidFill>
                  <a:srgbClr val="8CDBBE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72" name="pt671">
                  <a:extLst>
                    <a:ext uri="{FF2B5EF4-FFF2-40B4-BE49-F238E27FC236}">
                      <a16:creationId xmlns:a16="http://schemas.microsoft.com/office/drawing/2014/main" id="{A7CF18D9-9146-06E8-65A8-47F35AB199CC}"/>
                    </a:ext>
                  </a:extLst>
                </p:cNvPr>
                <p:cNvSpPr/>
                <p:nvPr/>
              </p:nvSpPr>
              <p:spPr>
                <a:xfrm>
                  <a:off x="3396934" y="3568029"/>
                  <a:ext cx="252911" cy="252911"/>
                </a:xfrm>
                <a:prstGeom prst="ellipse">
                  <a:avLst/>
                </a:prstGeom>
                <a:solidFill>
                  <a:srgbClr val="C5EDD9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73" name="pt672">
                  <a:extLst>
                    <a:ext uri="{FF2B5EF4-FFF2-40B4-BE49-F238E27FC236}">
                      <a16:creationId xmlns:a16="http://schemas.microsoft.com/office/drawing/2014/main" id="{79C7063F-F086-1DAC-71AA-EA1F00A24986}"/>
                    </a:ext>
                  </a:extLst>
                </p:cNvPr>
                <p:cNvSpPr/>
                <p:nvPr/>
              </p:nvSpPr>
              <p:spPr>
                <a:xfrm>
                  <a:off x="3369183" y="4256777"/>
                  <a:ext cx="252911" cy="252911"/>
                </a:xfrm>
                <a:prstGeom prst="ellipse">
                  <a:avLst/>
                </a:prstGeom>
                <a:solidFill>
                  <a:srgbClr val="43A7A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74" name="pg673">
                  <a:extLst>
                    <a:ext uri="{FF2B5EF4-FFF2-40B4-BE49-F238E27FC236}">
                      <a16:creationId xmlns:a16="http://schemas.microsoft.com/office/drawing/2014/main" id="{E0BB22AB-6C1B-FE8F-338C-25CECA40C496}"/>
                    </a:ext>
                  </a:extLst>
                </p:cNvPr>
                <p:cNvSpPr/>
                <p:nvPr/>
              </p:nvSpPr>
              <p:spPr>
                <a:xfrm>
                  <a:off x="3241457" y="3539977"/>
                  <a:ext cx="267615" cy="2317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67615" h="231762">
                      <a:moveTo>
                        <a:pt x="133807" y="0"/>
                      </a:moveTo>
                      <a:lnTo>
                        <a:pt x="267615" y="231762"/>
                      </a:lnTo>
                      <a:lnTo>
                        <a:pt x="0" y="231762"/>
                      </a:lnTo>
                      <a:close/>
                    </a:path>
                  </a:pathLst>
                </a:custGeom>
                <a:solidFill>
                  <a:srgbClr val="FF149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75" name="pl675">
                  <a:extLst>
                    <a:ext uri="{FF2B5EF4-FFF2-40B4-BE49-F238E27FC236}">
                      <a16:creationId xmlns:a16="http://schemas.microsoft.com/office/drawing/2014/main" id="{B0FFDF46-B111-B548-6DA7-7BC6F02BAEF3}"/>
                    </a:ext>
                  </a:extLst>
                </p:cNvPr>
                <p:cNvSpPr/>
                <p:nvPr/>
              </p:nvSpPr>
              <p:spPr>
                <a:xfrm>
                  <a:off x="3536580" y="3232307"/>
                  <a:ext cx="1087874" cy="45664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7874" h="456641">
                      <a:moveTo>
                        <a:pt x="1087874" y="0"/>
                      </a:moveTo>
                      <a:lnTo>
                        <a:pt x="0" y="456641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76" name="pl676">
                  <a:extLst>
                    <a:ext uri="{FF2B5EF4-FFF2-40B4-BE49-F238E27FC236}">
                      <a16:creationId xmlns:a16="http://schemas.microsoft.com/office/drawing/2014/main" id="{55DADD36-2814-E1E0-F8D5-954CE8E7BA22}"/>
                    </a:ext>
                  </a:extLst>
                </p:cNvPr>
                <p:cNvSpPr/>
                <p:nvPr/>
              </p:nvSpPr>
              <p:spPr>
                <a:xfrm>
                  <a:off x="3508339" y="3733255"/>
                  <a:ext cx="1249777" cy="64343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49777" h="643439">
                      <a:moveTo>
                        <a:pt x="1249777" y="0"/>
                      </a:moveTo>
                      <a:lnTo>
                        <a:pt x="0" y="643439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5377" name="rc683">
                  <a:extLst>
                    <a:ext uri="{FF2B5EF4-FFF2-40B4-BE49-F238E27FC236}">
                      <a16:creationId xmlns:a16="http://schemas.microsoft.com/office/drawing/2014/main" id="{1A75D714-DF66-F60E-D5BB-487833EF68A3}"/>
                    </a:ext>
                  </a:extLst>
                </p:cNvPr>
                <p:cNvSpPr/>
                <p:nvPr/>
              </p:nvSpPr>
              <p:spPr>
                <a:xfrm>
                  <a:off x="2483768" y="1859855"/>
                  <a:ext cx="3967904" cy="3695325"/>
                </a:xfrm>
                <a:prstGeom prst="rect">
                  <a:avLst/>
                </a:prstGeom>
                <a:ln w="13550" cap="rnd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</p:grpSp>
          <p:sp>
            <p:nvSpPr>
              <p:cNvPr id="4717" name="pg681">
                <a:extLst>
                  <a:ext uri="{FF2B5EF4-FFF2-40B4-BE49-F238E27FC236}">
                    <a16:creationId xmlns:a16="http://schemas.microsoft.com/office/drawing/2014/main" id="{D1F11D85-6A89-CC25-DF30-60ECD028AA41}"/>
                  </a:ext>
                </a:extLst>
              </p:cNvPr>
              <p:cNvSpPr/>
              <p:nvPr/>
            </p:nvSpPr>
            <p:spPr>
              <a:xfrm>
                <a:off x="11603736" y="17218152"/>
                <a:ext cx="699244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00987" h="324611">
                    <a:moveTo>
                      <a:pt x="27432" y="324611"/>
                    </a:moveTo>
                    <a:lnTo>
                      <a:pt x="1473555" y="324611"/>
                    </a:lnTo>
                    <a:lnTo>
                      <a:pt x="1472451" y="324589"/>
                    </a:lnTo>
                    <a:lnTo>
                      <a:pt x="1476862" y="324411"/>
                    </a:lnTo>
                    <a:lnTo>
                      <a:pt x="1481187" y="323528"/>
                    </a:lnTo>
                    <a:lnTo>
                      <a:pt x="1485315" y="321963"/>
                    </a:lnTo>
                    <a:lnTo>
                      <a:pt x="1489138" y="319756"/>
                    </a:lnTo>
                    <a:lnTo>
                      <a:pt x="1492558" y="316964"/>
                    </a:lnTo>
                    <a:lnTo>
                      <a:pt x="1495485" y="313659"/>
                    </a:lnTo>
                    <a:lnTo>
                      <a:pt x="1497845" y="309928"/>
                    </a:lnTo>
                    <a:lnTo>
                      <a:pt x="1499575" y="305866"/>
                    </a:lnTo>
                    <a:lnTo>
                      <a:pt x="1500632" y="301580"/>
                    </a:lnTo>
                    <a:lnTo>
                      <a:pt x="1500987" y="297180"/>
                    </a:lnTo>
                    <a:lnTo>
                      <a:pt x="1500987" y="27431"/>
                    </a:lnTo>
                    <a:lnTo>
                      <a:pt x="1500632" y="23031"/>
                    </a:lnTo>
                    <a:lnTo>
                      <a:pt x="1499575" y="18745"/>
                    </a:lnTo>
                    <a:lnTo>
                      <a:pt x="1497845" y="14683"/>
                    </a:lnTo>
                    <a:lnTo>
                      <a:pt x="1495485" y="10952"/>
                    </a:lnTo>
                    <a:lnTo>
                      <a:pt x="1492558" y="7647"/>
                    </a:lnTo>
                    <a:lnTo>
                      <a:pt x="1489138" y="4855"/>
                    </a:lnTo>
                    <a:lnTo>
                      <a:pt x="1485315" y="2648"/>
                    </a:lnTo>
                    <a:lnTo>
                      <a:pt x="1481187" y="1083"/>
                    </a:lnTo>
                    <a:lnTo>
                      <a:pt x="1476862" y="200"/>
                    </a:lnTo>
                    <a:lnTo>
                      <a:pt x="1473555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6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Lewisetta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4718" name="pl677">
                <a:extLst>
                  <a:ext uri="{FF2B5EF4-FFF2-40B4-BE49-F238E27FC236}">
                    <a16:creationId xmlns:a16="http://schemas.microsoft.com/office/drawing/2014/main" id="{83B90B94-D490-BED2-3555-6953FF8DF8C5}"/>
                  </a:ext>
                </a:extLst>
              </p:cNvPr>
              <p:cNvSpPr/>
              <p:nvPr/>
            </p:nvSpPr>
            <p:spPr>
              <a:xfrm>
                <a:off x="11960353" y="17364457"/>
                <a:ext cx="45719" cy="428121"/>
              </a:xfrm>
              <a:custGeom>
                <a:avLst/>
                <a:gdLst/>
                <a:ahLst/>
                <a:cxnLst/>
                <a:rect l="0" t="0" r="0" b="0"/>
                <a:pathLst>
                  <a:path w="1087496" h="365184">
                    <a:moveTo>
                      <a:pt x="1087496" y="0"/>
                    </a:moveTo>
                    <a:lnTo>
                      <a:pt x="0" y="36518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19" name="pg679">
                <a:extLst>
                  <a:ext uri="{FF2B5EF4-FFF2-40B4-BE49-F238E27FC236}">
                    <a16:creationId xmlns:a16="http://schemas.microsoft.com/office/drawing/2014/main" id="{34928F5E-5212-9F84-8BD4-AFE47E3CB6D4}"/>
                  </a:ext>
                </a:extLst>
              </p:cNvPr>
              <p:cNvSpPr/>
              <p:nvPr/>
            </p:nvSpPr>
            <p:spPr>
              <a:xfrm>
                <a:off x="12307825" y="18434304"/>
                <a:ext cx="550615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193383" h="324612">
                    <a:moveTo>
                      <a:pt x="27431" y="324612"/>
                    </a:moveTo>
                    <a:lnTo>
                      <a:pt x="1165951" y="324612"/>
                    </a:lnTo>
                    <a:lnTo>
                      <a:pt x="1164846" y="324589"/>
                    </a:lnTo>
                    <a:lnTo>
                      <a:pt x="1169258" y="324411"/>
                    </a:lnTo>
                    <a:lnTo>
                      <a:pt x="1173583" y="323528"/>
                    </a:lnTo>
                    <a:lnTo>
                      <a:pt x="1177711" y="321963"/>
                    </a:lnTo>
                    <a:lnTo>
                      <a:pt x="1181534" y="319756"/>
                    </a:lnTo>
                    <a:lnTo>
                      <a:pt x="1184954" y="316964"/>
                    </a:lnTo>
                    <a:lnTo>
                      <a:pt x="1187881" y="313659"/>
                    </a:lnTo>
                    <a:lnTo>
                      <a:pt x="1190241" y="309928"/>
                    </a:lnTo>
                    <a:lnTo>
                      <a:pt x="1191971" y="305866"/>
                    </a:lnTo>
                    <a:lnTo>
                      <a:pt x="1193028" y="301580"/>
                    </a:lnTo>
                    <a:lnTo>
                      <a:pt x="1193383" y="297179"/>
                    </a:lnTo>
                    <a:lnTo>
                      <a:pt x="1193383" y="27431"/>
                    </a:lnTo>
                    <a:lnTo>
                      <a:pt x="1193028" y="23031"/>
                    </a:lnTo>
                    <a:lnTo>
                      <a:pt x="1191971" y="18745"/>
                    </a:lnTo>
                    <a:lnTo>
                      <a:pt x="1190241" y="14683"/>
                    </a:lnTo>
                    <a:lnTo>
                      <a:pt x="1187881" y="10952"/>
                    </a:lnTo>
                    <a:lnTo>
                      <a:pt x="1184954" y="7647"/>
                    </a:lnTo>
                    <a:lnTo>
                      <a:pt x="1181534" y="4855"/>
                    </a:lnTo>
                    <a:lnTo>
                      <a:pt x="1177711" y="2648"/>
                    </a:lnTo>
                    <a:lnTo>
                      <a:pt x="1173583" y="1083"/>
                    </a:lnTo>
                    <a:lnTo>
                      <a:pt x="1169258" y="200"/>
                    </a:lnTo>
                    <a:lnTo>
                      <a:pt x="1165951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297179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/>
                  <a:t>  </a:t>
                </a:r>
                <a:r>
                  <a:rPr lang="en-US" sz="1100" dirty="0">
                    <a:latin typeface="Helvetica" pitchFamily="2" charset="0"/>
                  </a:rPr>
                  <a:t>W4-VA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4720" name="pl674">
                <a:extLst>
                  <a:ext uri="{FF2B5EF4-FFF2-40B4-BE49-F238E27FC236}">
                    <a16:creationId xmlns:a16="http://schemas.microsoft.com/office/drawing/2014/main" id="{14E0871D-28AB-47B3-2B73-C3BB288B82E1}"/>
                  </a:ext>
                </a:extLst>
              </p:cNvPr>
              <p:cNvSpPr/>
              <p:nvPr/>
            </p:nvSpPr>
            <p:spPr>
              <a:xfrm flipV="1">
                <a:off x="11953359" y="18213367"/>
                <a:ext cx="346343" cy="288032"/>
              </a:xfrm>
              <a:custGeom>
                <a:avLst/>
                <a:gdLst/>
                <a:ahLst/>
                <a:cxnLst/>
                <a:rect l="0" t="0" r="0" b="0"/>
                <a:pathLst>
                  <a:path w="1102704" h="234974">
                    <a:moveTo>
                      <a:pt x="1102704" y="0"/>
                    </a:moveTo>
                    <a:lnTo>
                      <a:pt x="0" y="23497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21" name="pg681">
                <a:extLst>
                  <a:ext uri="{FF2B5EF4-FFF2-40B4-BE49-F238E27FC236}">
                    <a16:creationId xmlns:a16="http://schemas.microsoft.com/office/drawing/2014/main" id="{DC96366B-A14A-B523-6489-CD0DA8EC6F8E}"/>
                  </a:ext>
                </a:extLst>
              </p:cNvPr>
              <p:cNvSpPr/>
              <p:nvPr/>
            </p:nvSpPr>
            <p:spPr>
              <a:xfrm>
                <a:off x="12545568" y="17510760"/>
                <a:ext cx="692540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00987" h="324611">
                    <a:moveTo>
                      <a:pt x="27432" y="324611"/>
                    </a:moveTo>
                    <a:lnTo>
                      <a:pt x="1473555" y="324611"/>
                    </a:lnTo>
                    <a:lnTo>
                      <a:pt x="1472451" y="324589"/>
                    </a:lnTo>
                    <a:lnTo>
                      <a:pt x="1476862" y="324411"/>
                    </a:lnTo>
                    <a:lnTo>
                      <a:pt x="1481187" y="323528"/>
                    </a:lnTo>
                    <a:lnTo>
                      <a:pt x="1485315" y="321963"/>
                    </a:lnTo>
                    <a:lnTo>
                      <a:pt x="1489138" y="319756"/>
                    </a:lnTo>
                    <a:lnTo>
                      <a:pt x="1492558" y="316964"/>
                    </a:lnTo>
                    <a:lnTo>
                      <a:pt x="1495485" y="313659"/>
                    </a:lnTo>
                    <a:lnTo>
                      <a:pt x="1497845" y="309928"/>
                    </a:lnTo>
                    <a:lnTo>
                      <a:pt x="1499575" y="305866"/>
                    </a:lnTo>
                    <a:lnTo>
                      <a:pt x="1500632" y="301580"/>
                    </a:lnTo>
                    <a:lnTo>
                      <a:pt x="1500987" y="297180"/>
                    </a:lnTo>
                    <a:lnTo>
                      <a:pt x="1500987" y="27432"/>
                    </a:lnTo>
                    <a:lnTo>
                      <a:pt x="1500632" y="23031"/>
                    </a:lnTo>
                    <a:lnTo>
                      <a:pt x="1499575" y="18745"/>
                    </a:lnTo>
                    <a:lnTo>
                      <a:pt x="1497845" y="14683"/>
                    </a:lnTo>
                    <a:lnTo>
                      <a:pt x="1495485" y="10952"/>
                    </a:lnTo>
                    <a:lnTo>
                      <a:pt x="1492558" y="7647"/>
                    </a:lnTo>
                    <a:lnTo>
                      <a:pt x="1489138" y="4855"/>
                    </a:lnTo>
                    <a:lnTo>
                      <a:pt x="1485315" y="2648"/>
                    </a:lnTo>
                    <a:lnTo>
                      <a:pt x="1481187" y="1083"/>
                    </a:lnTo>
                    <a:lnTo>
                      <a:pt x="1476862" y="200"/>
                    </a:lnTo>
                    <a:lnTo>
                      <a:pt x="1473555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6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S1-LOLA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4722" name="pg683">
                <a:extLst>
                  <a:ext uri="{FF2B5EF4-FFF2-40B4-BE49-F238E27FC236}">
                    <a16:creationId xmlns:a16="http://schemas.microsoft.com/office/drawing/2014/main" id="{2A12F6E2-4BDA-1F2D-770D-D038A940E820}"/>
                  </a:ext>
                </a:extLst>
              </p:cNvPr>
              <p:cNvSpPr/>
              <p:nvPr/>
            </p:nvSpPr>
            <p:spPr>
              <a:xfrm>
                <a:off x="12586776" y="17792480"/>
                <a:ext cx="717432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54937" h="324612">
                    <a:moveTo>
                      <a:pt x="27431" y="324612"/>
                    </a:moveTo>
                    <a:lnTo>
                      <a:pt x="1527505" y="324612"/>
                    </a:lnTo>
                    <a:lnTo>
                      <a:pt x="1526400" y="324589"/>
                    </a:lnTo>
                    <a:lnTo>
                      <a:pt x="1530811" y="324411"/>
                    </a:lnTo>
                    <a:lnTo>
                      <a:pt x="1535137" y="323528"/>
                    </a:lnTo>
                    <a:lnTo>
                      <a:pt x="1539265" y="321963"/>
                    </a:lnTo>
                    <a:lnTo>
                      <a:pt x="1543088" y="319756"/>
                    </a:lnTo>
                    <a:lnTo>
                      <a:pt x="1546508" y="316964"/>
                    </a:lnTo>
                    <a:lnTo>
                      <a:pt x="1549435" y="313659"/>
                    </a:lnTo>
                    <a:lnTo>
                      <a:pt x="1551795" y="309928"/>
                    </a:lnTo>
                    <a:lnTo>
                      <a:pt x="1553525" y="305866"/>
                    </a:lnTo>
                    <a:lnTo>
                      <a:pt x="1554581" y="301580"/>
                    </a:lnTo>
                    <a:lnTo>
                      <a:pt x="1554937" y="297180"/>
                    </a:lnTo>
                    <a:lnTo>
                      <a:pt x="1554937" y="27432"/>
                    </a:lnTo>
                    <a:lnTo>
                      <a:pt x="1554581" y="23031"/>
                    </a:lnTo>
                    <a:lnTo>
                      <a:pt x="1553525" y="18745"/>
                    </a:lnTo>
                    <a:lnTo>
                      <a:pt x="1551795" y="14683"/>
                    </a:lnTo>
                    <a:lnTo>
                      <a:pt x="1549435" y="10952"/>
                    </a:lnTo>
                    <a:lnTo>
                      <a:pt x="1546508" y="7647"/>
                    </a:lnTo>
                    <a:lnTo>
                      <a:pt x="1543088" y="4855"/>
                    </a:lnTo>
                    <a:lnTo>
                      <a:pt x="1539265" y="2648"/>
                    </a:lnTo>
                    <a:lnTo>
                      <a:pt x="1535137" y="1083"/>
                    </a:lnTo>
                    <a:lnTo>
                      <a:pt x="1530811" y="200"/>
                    </a:lnTo>
                    <a:lnTo>
                      <a:pt x="1527505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S2-DEBY</a:t>
                </a:r>
                <a:endParaRPr sz="1100" dirty="0">
                  <a:latin typeface="Helvetica" pitchFamily="2" charset="0"/>
                </a:endParaRPr>
              </a:p>
            </p:txBody>
          </p:sp>
          <p:cxnSp>
            <p:nvCxnSpPr>
              <p:cNvPr id="4723" name="Straight Connector 4722">
                <a:extLst>
                  <a:ext uri="{FF2B5EF4-FFF2-40B4-BE49-F238E27FC236}">
                    <a16:creationId xmlns:a16="http://schemas.microsoft.com/office/drawing/2014/main" id="{87191DF7-DCB6-3500-609C-BC1DAA6608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82674" y="16961122"/>
                <a:ext cx="678559" cy="93610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24" name="Straight Connector 4723">
                <a:extLst>
                  <a:ext uri="{FF2B5EF4-FFF2-40B4-BE49-F238E27FC236}">
                    <a16:creationId xmlns:a16="http://schemas.microsoft.com/office/drawing/2014/main" id="{3AECFF36-F387-9EEE-BBB2-47558513ED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382674" y="18401282"/>
                <a:ext cx="678559" cy="28803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25" name="Rectangle 4724">
                <a:extLst>
                  <a:ext uri="{FF2B5EF4-FFF2-40B4-BE49-F238E27FC236}">
                    <a16:creationId xmlns:a16="http://schemas.microsoft.com/office/drawing/2014/main" id="{9CC3E6BE-E179-224F-9059-182D1AE82BA8}"/>
                  </a:ext>
                </a:extLst>
              </p:cNvPr>
              <p:cNvSpPr/>
              <p:nvPr/>
            </p:nvSpPr>
            <p:spPr>
              <a:xfrm>
                <a:off x="14061232" y="17897226"/>
                <a:ext cx="504056" cy="50405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4726" name="Picture 4725">
                <a:extLst>
                  <a:ext uri="{FF2B5EF4-FFF2-40B4-BE49-F238E27FC236}">
                    <a16:creationId xmlns:a16="http://schemas.microsoft.com/office/drawing/2014/main" id="{28CC74BF-CD7B-E88F-83CC-8C19BA737E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16938" y="16876253"/>
                <a:ext cx="1799263" cy="84869"/>
              </a:xfrm>
              <a:prstGeom prst="rect">
                <a:avLst/>
              </a:prstGeom>
            </p:spPr>
          </p:pic>
        </p:grpSp>
      </p:grpSp>
      <p:grpSp>
        <p:nvGrpSpPr>
          <p:cNvPr id="14809" name="Content Placeholder 2">
            <a:extLst>
              <a:ext uri="{FF2B5EF4-FFF2-40B4-BE49-F238E27FC236}">
                <a16:creationId xmlns:a16="http://schemas.microsoft.com/office/drawing/2014/main" id="{BEFF38B2-4B5F-C0AC-335C-A15713C2D492}"/>
              </a:ext>
            </a:extLst>
          </p:cNvPr>
          <p:cNvGrpSpPr/>
          <p:nvPr/>
        </p:nvGrpSpPr>
        <p:grpSpPr>
          <a:xfrm>
            <a:off x="4138936" y="11375232"/>
            <a:ext cx="5835888" cy="4525962"/>
            <a:chOff x="1654055" y="1600200"/>
            <a:chExt cx="5835888" cy="4525962"/>
          </a:xfrm>
        </p:grpSpPr>
        <p:sp>
          <p:nvSpPr>
            <p:cNvPr id="15484" name="rc4">
              <a:extLst>
                <a:ext uri="{FF2B5EF4-FFF2-40B4-BE49-F238E27FC236}">
                  <a16:creationId xmlns:a16="http://schemas.microsoft.com/office/drawing/2014/main" id="{E9E9DC50-B6F8-465F-E7C5-12F2135E2CA6}"/>
                </a:ext>
              </a:extLst>
            </p:cNvPr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5" name="rc5">
              <a:extLst>
                <a:ext uri="{FF2B5EF4-FFF2-40B4-BE49-F238E27FC236}">
                  <a16:creationId xmlns:a16="http://schemas.microsoft.com/office/drawing/2014/main" id="{ABCB6928-EE37-5B95-1043-23D0C133C6C7}"/>
                </a:ext>
              </a:extLst>
            </p:cNvPr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486" name="pl6">
              <a:extLst>
                <a:ext uri="{FF2B5EF4-FFF2-40B4-BE49-F238E27FC236}">
                  <a16:creationId xmlns:a16="http://schemas.microsoft.com/office/drawing/2014/main" id="{C4F4F949-8A46-E64B-CDFD-1A70F0F1CA44}"/>
                </a:ext>
              </a:extLst>
            </p:cNvPr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7" name="pl7">
              <a:extLst>
                <a:ext uri="{FF2B5EF4-FFF2-40B4-BE49-F238E27FC236}">
                  <a16:creationId xmlns:a16="http://schemas.microsoft.com/office/drawing/2014/main" id="{6256441A-8FEA-15CD-8327-285914CD88EC}"/>
                </a:ext>
              </a:extLst>
            </p:cNvPr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8" name="pl8">
              <a:extLst>
                <a:ext uri="{FF2B5EF4-FFF2-40B4-BE49-F238E27FC236}">
                  <a16:creationId xmlns:a16="http://schemas.microsoft.com/office/drawing/2014/main" id="{F61A66BC-AFED-4B9D-4C45-C2549518F191}"/>
                </a:ext>
              </a:extLst>
            </p:cNvPr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9" name="pl9">
              <a:extLst>
                <a:ext uri="{FF2B5EF4-FFF2-40B4-BE49-F238E27FC236}">
                  <a16:creationId xmlns:a16="http://schemas.microsoft.com/office/drawing/2014/main" id="{56AB0FD8-7E8F-B18A-0701-2191D16E1A8A}"/>
                </a:ext>
              </a:extLst>
            </p:cNvPr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0" name="pl10">
              <a:extLst>
                <a:ext uri="{FF2B5EF4-FFF2-40B4-BE49-F238E27FC236}">
                  <a16:creationId xmlns:a16="http://schemas.microsoft.com/office/drawing/2014/main" id="{34460297-0D65-7AE4-01E4-9AC758725053}"/>
                </a:ext>
              </a:extLst>
            </p:cNvPr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1" name="pl11">
              <a:extLst>
                <a:ext uri="{FF2B5EF4-FFF2-40B4-BE49-F238E27FC236}">
                  <a16:creationId xmlns:a16="http://schemas.microsoft.com/office/drawing/2014/main" id="{509C4841-36D3-981B-8BD9-F4B9FF6FB33E}"/>
                </a:ext>
              </a:extLst>
            </p:cNvPr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2" name="pl12">
              <a:extLst>
                <a:ext uri="{FF2B5EF4-FFF2-40B4-BE49-F238E27FC236}">
                  <a16:creationId xmlns:a16="http://schemas.microsoft.com/office/drawing/2014/main" id="{7B372D89-6C4A-65DA-581B-27CF1377B39B}"/>
                </a:ext>
              </a:extLst>
            </p:cNvPr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3" name="pl13">
              <a:extLst>
                <a:ext uri="{FF2B5EF4-FFF2-40B4-BE49-F238E27FC236}">
                  <a16:creationId xmlns:a16="http://schemas.microsoft.com/office/drawing/2014/main" id="{0E78B182-54A5-5ECB-934D-3D3D69B68AFB}"/>
                </a:ext>
              </a:extLst>
            </p:cNvPr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4" name="pl14">
              <a:extLst>
                <a:ext uri="{FF2B5EF4-FFF2-40B4-BE49-F238E27FC236}">
                  <a16:creationId xmlns:a16="http://schemas.microsoft.com/office/drawing/2014/main" id="{FC192A06-6DF8-E745-1017-F29B21E9B3F8}"/>
                </a:ext>
              </a:extLst>
            </p:cNvPr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5" name="pl15">
              <a:extLst>
                <a:ext uri="{FF2B5EF4-FFF2-40B4-BE49-F238E27FC236}">
                  <a16:creationId xmlns:a16="http://schemas.microsoft.com/office/drawing/2014/main" id="{2F9675B1-02D5-CDF8-D81A-CE30FCC4A609}"/>
                </a:ext>
              </a:extLst>
            </p:cNvPr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6" name="pl16">
              <a:extLst>
                <a:ext uri="{FF2B5EF4-FFF2-40B4-BE49-F238E27FC236}">
                  <a16:creationId xmlns:a16="http://schemas.microsoft.com/office/drawing/2014/main" id="{0639A7D8-6FC9-03E5-D9B0-4D2800861294}"/>
                </a:ext>
              </a:extLst>
            </p:cNvPr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7" name="pl17">
              <a:extLst>
                <a:ext uri="{FF2B5EF4-FFF2-40B4-BE49-F238E27FC236}">
                  <a16:creationId xmlns:a16="http://schemas.microsoft.com/office/drawing/2014/main" id="{41A380D5-8CD5-7117-819A-341DF6A03607}"/>
                </a:ext>
              </a:extLst>
            </p:cNvPr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8" name="pl18">
              <a:extLst>
                <a:ext uri="{FF2B5EF4-FFF2-40B4-BE49-F238E27FC236}">
                  <a16:creationId xmlns:a16="http://schemas.microsoft.com/office/drawing/2014/main" id="{DDEDDA44-747C-A28F-9D78-DE92B4650684}"/>
                </a:ext>
              </a:extLst>
            </p:cNvPr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9" name="pg19">
              <a:extLst>
                <a:ext uri="{FF2B5EF4-FFF2-40B4-BE49-F238E27FC236}">
                  <a16:creationId xmlns:a16="http://schemas.microsoft.com/office/drawing/2014/main" id="{77339529-0A98-5FD2-53E0-17E5231F8AFC}"/>
                </a:ext>
              </a:extLst>
            </p:cNvPr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0" name="pg20">
              <a:extLst>
                <a:ext uri="{FF2B5EF4-FFF2-40B4-BE49-F238E27FC236}">
                  <a16:creationId xmlns:a16="http://schemas.microsoft.com/office/drawing/2014/main" id="{01C59331-BDAC-8D69-9EE2-61C9EE0A1122}"/>
                </a:ext>
              </a:extLst>
            </p:cNvPr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1" name="pg21">
              <a:extLst>
                <a:ext uri="{FF2B5EF4-FFF2-40B4-BE49-F238E27FC236}">
                  <a16:creationId xmlns:a16="http://schemas.microsoft.com/office/drawing/2014/main" id="{13C7C6E6-07DD-7180-AF61-A1AE6D1E5743}"/>
                </a:ext>
              </a:extLst>
            </p:cNvPr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2" name="pg22">
              <a:extLst>
                <a:ext uri="{FF2B5EF4-FFF2-40B4-BE49-F238E27FC236}">
                  <a16:creationId xmlns:a16="http://schemas.microsoft.com/office/drawing/2014/main" id="{91E18AA4-7E07-3AF7-73F2-84A162BF634A}"/>
                </a:ext>
              </a:extLst>
            </p:cNvPr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3" name="pg23">
              <a:extLst>
                <a:ext uri="{FF2B5EF4-FFF2-40B4-BE49-F238E27FC236}">
                  <a16:creationId xmlns:a16="http://schemas.microsoft.com/office/drawing/2014/main" id="{6825A86D-1D10-A07B-AB94-416154CA40A0}"/>
                </a:ext>
              </a:extLst>
            </p:cNvPr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4" name="pg24">
              <a:extLst>
                <a:ext uri="{FF2B5EF4-FFF2-40B4-BE49-F238E27FC236}">
                  <a16:creationId xmlns:a16="http://schemas.microsoft.com/office/drawing/2014/main" id="{F58AF17A-33C0-274B-2AE8-E2B8730C4C6C}"/>
                </a:ext>
              </a:extLst>
            </p:cNvPr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5" name="pg25">
              <a:extLst>
                <a:ext uri="{FF2B5EF4-FFF2-40B4-BE49-F238E27FC236}">
                  <a16:creationId xmlns:a16="http://schemas.microsoft.com/office/drawing/2014/main" id="{0E5D9140-5441-6CB5-E5CE-2ACF31CC573F}"/>
                </a:ext>
              </a:extLst>
            </p:cNvPr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6" name="pg26">
              <a:extLst>
                <a:ext uri="{FF2B5EF4-FFF2-40B4-BE49-F238E27FC236}">
                  <a16:creationId xmlns:a16="http://schemas.microsoft.com/office/drawing/2014/main" id="{7D7C9458-04F9-9D1F-7922-85D31FBE4B4D}"/>
                </a:ext>
              </a:extLst>
            </p:cNvPr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7" name="pg27">
              <a:extLst>
                <a:ext uri="{FF2B5EF4-FFF2-40B4-BE49-F238E27FC236}">
                  <a16:creationId xmlns:a16="http://schemas.microsoft.com/office/drawing/2014/main" id="{FBA566AD-616E-4B24-CB19-00199656F8C7}"/>
                </a:ext>
              </a:extLst>
            </p:cNvPr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8" name="pg28">
              <a:extLst>
                <a:ext uri="{FF2B5EF4-FFF2-40B4-BE49-F238E27FC236}">
                  <a16:creationId xmlns:a16="http://schemas.microsoft.com/office/drawing/2014/main" id="{1C6B1416-9413-ADD2-6F15-0F428F443F95}"/>
                </a:ext>
              </a:extLst>
            </p:cNvPr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9" name="pg29">
              <a:extLst>
                <a:ext uri="{FF2B5EF4-FFF2-40B4-BE49-F238E27FC236}">
                  <a16:creationId xmlns:a16="http://schemas.microsoft.com/office/drawing/2014/main" id="{755EB43E-771A-2AB7-35A7-5CD1270CF05A}"/>
                </a:ext>
              </a:extLst>
            </p:cNvPr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0" name="pg30">
              <a:extLst>
                <a:ext uri="{FF2B5EF4-FFF2-40B4-BE49-F238E27FC236}">
                  <a16:creationId xmlns:a16="http://schemas.microsoft.com/office/drawing/2014/main" id="{515E7064-881D-AB79-652E-956723A6D324}"/>
                </a:ext>
              </a:extLst>
            </p:cNvPr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1" name="pg31">
              <a:extLst>
                <a:ext uri="{FF2B5EF4-FFF2-40B4-BE49-F238E27FC236}">
                  <a16:creationId xmlns:a16="http://schemas.microsoft.com/office/drawing/2014/main" id="{8CB83397-5080-6FA6-324E-20BC4F3E230A}"/>
                </a:ext>
              </a:extLst>
            </p:cNvPr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2" name="pg32">
              <a:extLst>
                <a:ext uri="{FF2B5EF4-FFF2-40B4-BE49-F238E27FC236}">
                  <a16:creationId xmlns:a16="http://schemas.microsoft.com/office/drawing/2014/main" id="{A76EE02B-C5DC-AA79-ED71-319A8AAE2C15}"/>
                </a:ext>
              </a:extLst>
            </p:cNvPr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3" name="pg33">
              <a:extLst>
                <a:ext uri="{FF2B5EF4-FFF2-40B4-BE49-F238E27FC236}">
                  <a16:creationId xmlns:a16="http://schemas.microsoft.com/office/drawing/2014/main" id="{7D705E5B-8D8A-5C5B-895C-F7F079BECCA4}"/>
                </a:ext>
              </a:extLst>
            </p:cNvPr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4" name="pg34">
              <a:extLst>
                <a:ext uri="{FF2B5EF4-FFF2-40B4-BE49-F238E27FC236}">
                  <a16:creationId xmlns:a16="http://schemas.microsoft.com/office/drawing/2014/main" id="{8C7EA0A8-009A-C4C5-9F17-D921C32A9360}"/>
                </a:ext>
              </a:extLst>
            </p:cNvPr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5" name="pg35">
              <a:extLst>
                <a:ext uri="{FF2B5EF4-FFF2-40B4-BE49-F238E27FC236}">
                  <a16:creationId xmlns:a16="http://schemas.microsoft.com/office/drawing/2014/main" id="{4DBBD346-6264-1306-662F-37E678970CF0}"/>
                </a:ext>
              </a:extLst>
            </p:cNvPr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6" name="pg36">
              <a:extLst>
                <a:ext uri="{FF2B5EF4-FFF2-40B4-BE49-F238E27FC236}">
                  <a16:creationId xmlns:a16="http://schemas.microsoft.com/office/drawing/2014/main" id="{31B2832E-0AF1-267F-D9DA-051FBCF5FC0A}"/>
                </a:ext>
              </a:extLst>
            </p:cNvPr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7" name="pg37">
              <a:extLst>
                <a:ext uri="{FF2B5EF4-FFF2-40B4-BE49-F238E27FC236}">
                  <a16:creationId xmlns:a16="http://schemas.microsoft.com/office/drawing/2014/main" id="{9E5FF3A8-5FC4-D3A9-4EED-5EC957CD070D}"/>
                </a:ext>
              </a:extLst>
            </p:cNvPr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8" name="pg38">
              <a:extLst>
                <a:ext uri="{FF2B5EF4-FFF2-40B4-BE49-F238E27FC236}">
                  <a16:creationId xmlns:a16="http://schemas.microsoft.com/office/drawing/2014/main" id="{018BBE78-F7A0-2FCA-7984-5F4A090C82B1}"/>
                </a:ext>
              </a:extLst>
            </p:cNvPr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9" name="pg39">
              <a:extLst>
                <a:ext uri="{FF2B5EF4-FFF2-40B4-BE49-F238E27FC236}">
                  <a16:creationId xmlns:a16="http://schemas.microsoft.com/office/drawing/2014/main" id="{82007ECE-54FC-DB76-0655-82B9B1F4174E}"/>
                </a:ext>
              </a:extLst>
            </p:cNvPr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0" name="pg40">
              <a:extLst>
                <a:ext uri="{FF2B5EF4-FFF2-40B4-BE49-F238E27FC236}">
                  <a16:creationId xmlns:a16="http://schemas.microsoft.com/office/drawing/2014/main" id="{5E3D48A1-DF7B-68E7-F7F2-6FA4B6306DB0}"/>
                </a:ext>
              </a:extLst>
            </p:cNvPr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1" name="pg41">
              <a:extLst>
                <a:ext uri="{FF2B5EF4-FFF2-40B4-BE49-F238E27FC236}">
                  <a16:creationId xmlns:a16="http://schemas.microsoft.com/office/drawing/2014/main" id="{5539AAA9-942D-DCE1-D98F-A08C9BCF0535}"/>
                </a:ext>
              </a:extLst>
            </p:cNvPr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2" name="pg42">
              <a:extLst>
                <a:ext uri="{FF2B5EF4-FFF2-40B4-BE49-F238E27FC236}">
                  <a16:creationId xmlns:a16="http://schemas.microsoft.com/office/drawing/2014/main" id="{70EC309B-8282-ED35-E6BC-2C5C1445B0ED}"/>
                </a:ext>
              </a:extLst>
            </p:cNvPr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3" name="pg43">
              <a:extLst>
                <a:ext uri="{FF2B5EF4-FFF2-40B4-BE49-F238E27FC236}">
                  <a16:creationId xmlns:a16="http://schemas.microsoft.com/office/drawing/2014/main" id="{09AB32D2-F807-E77C-EFAE-60024F005B21}"/>
                </a:ext>
              </a:extLst>
            </p:cNvPr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4" name="pg44">
              <a:extLst>
                <a:ext uri="{FF2B5EF4-FFF2-40B4-BE49-F238E27FC236}">
                  <a16:creationId xmlns:a16="http://schemas.microsoft.com/office/drawing/2014/main" id="{4139154C-D37E-A051-D0E6-0CF2E4AD67B9}"/>
                </a:ext>
              </a:extLst>
            </p:cNvPr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5" name="pg45">
              <a:extLst>
                <a:ext uri="{FF2B5EF4-FFF2-40B4-BE49-F238E27FC236}">
                  <a16:creationId xmlns:a16="http://schemas.microsoft.com/office/drawing/2014/main" id="{007B15A2-E468-145E-AA04-081A73A2ABF1}"/>
                </a:ext>
              </a:extLst>
            </p:cNvPr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6" name="pg46">
              <a:extLst>
                <a:ext uri="{FF2B5EF4-FFF2-40B4-BE49-F238E27FC236}">
                  <a16:creationId xmlns:a16="http://schemas.microsoft.com/office/drawing/2014/main" id="{53385DB6-A897-244A-0B4B-EF6EFD7CC2C0}"/>
                </a:ext>
              </a:extLst>
            </p:cNvPr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7" name="pg47">
              <a:extLst>
                <a:ext uri="{FF2B5EF4-FFF2-40B4-BE49-F238E27FC236}">
                  <a16:creationId xmlns:a16="http://schemas.microsoft.com/office/drawing/2014/main" id="{06DCD8B9-5DE6-7F9A-A6E2-BD8746791BFF}"/>
                </a:ext>
              </a:extLst>
            </p:cNvPr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8" name="pg48">
              <a:extLst>
                <a:ext uri="{FF2B5EF4-FFF2-40B4-BE49-F238E27FC236}">
                  <a16:creationId xmlns:a16="http://schemas.microsoft.com/office/drawing/2014/main" id="{1DD94278-67A1-CC99-051F-125942C04D6D}"/>
                </a:ext>
              </a:extLst>
            </p:cNvPr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9" name="pg49">
              <a:extLst>
                <a:ext uri="{FF2B5EF4-FFF2-40B4-BE49-F238E27FC236}">
                  <a16:creationId xmlns:a16="http://schemas.microsoft.com/office/drawing/2014/main" id="{CDCF2E99-C9E4-73DC-BFCA-D4CF7F879CB3}"/>
                </a:ext>
              </a:extLst>
            </p:cNvPr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0" name="pg50">
              <a:extLst>
                <a:ext uri="{FF2B5EF4-FFF2-40B4-BE49-F238E27FC236}">
                  <a16:creationId xmlns:a16="http://schemas.microsoft.com/office/drawing/2014/main" id="{0D895DB7-70C6-2866-44A9-2897F93B7AB6}"/>
                </a:ext>
              </a:extLst>
            </p:cNvPr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1" name="pg51">
              <a:extLst>
                <a:ext uri="{FF2B5EF4-FFF2-40B4-BE49-F238E27FC236}">
                  <a16:creationId xmlns:a16="http://schemas.microsoft.com/office/drawing/2014/main" id="{211BFCFF-089A-4065-1887-C2ADADD9C4DD}"/>
                </a:ext>
              </a:extLst>
            </p:cNvPr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2" name="pg52">
              <a:extLst>
                <a:ext uri="{FF2B5EF4-FFF2-40B4-BE49-F238E27FC236}">
                  <a16:creationId xmlns:a16="http://schemas.microsoft.com/office/drawing/2014/main" id="{D42476AE-0B82-4AFD-2ECE-73BF4F2AD082}"/>
                </a:ext>
              </a:extLst>
            </p:cNvPr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3" name="pg53">
              <a:extLst>
                <a:ext uri="{FF2B5EF4-FFF2-40B4-BE49-F238E27FC236}">
                  <a16:creationId xmlns:a16="http://schemas.microsoft.com/office/drawing/2014/main" id="{B159ED6C-358E-CEA2-AEE8-96A0329CE6B0}"/>
                </a:ext>
              </a:extLst>
            </p:cNvPr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4" name="pg54">
              <a:extLst>
                <a:ext uri="{FF2B5EF4-FFF2-40B4-BE49-F238E27FC236}">
                  <a16:creationId xmlns:a16="http://schemas.microsoft.com/office/drawing/2014/main" id="{C172F6B1-3CCC-5C0E-F443-C0B9242F5F44}"/>
                </a:ext>
              </a:extLst>
            </p:cNvPr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5" name="pg55">
              <a:extLst>
                <a:ext uri="{FF2B5EF4-FFF2-40B4-BE49-F238E27FC236}">
                  <a16:creationId xmlns:a16="http://schemas.microsoft.com/office/drawing/2014/main" id="{7CA1B886-DB90-46AE-AEA8-663735D2E882}"/>
                </a:ext>
              </a:extLst>
            </p:cNvPr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6" name="pg56">
              <a:extLst>
                <a:ext uri="{FF2B5EF4-FFF2-40B4-BE49-F238E27FC236}">
                  <a16:creationId xmlns:a16="http://schemas.microsoft.com/office/drawing/2014/main" id="{EF8B5D92-1C73-43D8-B08E-7CFC45A62DF3}"/>
                </a:ext>
              </a:extLst>
            </p:cNvPr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7" name="pg57">
              <a:extLst>
                <a:ext uri="{FF2B5EF4-FFF2-40B4-BE49-F238E27FC236}">
                  <a16:creationId xmlns:a16="http://schemas.microsoft.com/office/drawing/2014/main" id="{BFB3F2A8-CB25-3CD1-3D60-1733EBD04AAE}"/>
                </a:ext>
              </a:extLst>
            </p:cNvPr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8" name="pg58">
              <a:extLst>
                <a:ext uri="{FF2B5EF4-FFF2-40B4-BE49-F238E27FC236}">
                  <a16:creationId xmlns:a16="http://schemas.microsoft.com/office/drawing/2014/main" id="{3C2A5866-3790-E8DE-DDC6-511E762C998C}"/>
                </a:ext>
              </a:extLst>
            </p:cNvPr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9" name="pg59">
              <a:extLst>
                <a:ext uri="{FF2B5EF4-FFF2-40B4-BE49-F238E27FC236}">
                  <a16:creationId xmlns:a16="http://schemas.microsoft.com/office/drawing/2014/main" id="{BC1A2771-FDF4-9A76-CC05-C7671EFBD4F7}"/>
                </a:ext>
              </a:extLst>
            </p:cNvPr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0" name="pg60">
              <a:extLst>
                <a:ext uri="{FF2B5EF4-FFF2-40B4-BE49-F238E27FC236}">
                  <a16:creationId xmlns:a16="http://schemas.microsoft.com/office/drawing/2014/main" id="{2643EFE8-4AEC-418B-5EDC-5EB571B7DC8A}"/>
                </a:ext>
              </a:extLst>
            </p:cNvPr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1" name="pg61">
              <a:extLst>
                <a:ext uri="{FF2B5EF4-FFF2-40B4-BE49-F238E27FC236}">
                  <a16:creationId xmlns:a16="http://schemas.microsoft.com/office/drawing/2014/main" id="{89A69500-6E5F-3B4D-68BE-9B89EA558569}"/>
                </a:ext>
              </a:extLst>
            </p:cNvPr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2" name="pg62">
              <a:extLst>
                <a:ext uri="{FF2B5EF4-FFF2-40B4-BE49-F238E27FC236}">
                  <a16:creationId xmlns:a16="http://schemas.microsoft.com/office/drawing/2014/main" id="{23EE1C45-5214-63D8-C9EE-FF4440A892E8}"/>
                </a:ext>
              </a:extLst>
            </p:cNvPr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3" name="pg63">
              <a:extLst>
                <a:ext uri="{FF2B5EF4-FFF2-40B4-BE49-F238E27FC236}">
                  <a16:creationId xmlns:a16="http://schemas.microsoft.com/office/drawing/2014/main" id="{CAF052F5-AE39-3A13-FAF3-6F3D433C4BC4}"/>
                </a:ext>
              </a:extLst>
            </p:cNvPr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4" name="pg64">
              <a:extLst>
                <a:ext uri="{FF2B5EF4-FFF2-40B4-BE49-F238E27FC236}">
                  <a16:creationId xmlns:a16="http://schemas.microsoft.com/office/drawing/2014/main" id="{7D4CAA05-48E0-3BD9-6BFF-DCD28CEC46A9}"/>
                </a:ext>
              </a:extLst>
            </p:cNvPr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5" name="pg65">
              <a:extLst>
                <a:ext uri="{FF2B5EF4-FFF2-40B4-BE49-F238E27FC236}">
                  <a16:creationId xmlns:a16="http://schemas.microsoft.com/office/drawing/2014/main" id="{5849EE47-1D03-B0AA-328D-805C20BA8225}"/>
                </a:ext>
              </a:extLst>
            </p:cNvPr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6" name="pg66">
              <a:extLst>
                <a:ext uri="{FF2B5EF4-FFF2-40B4-BE49-F238E27FC236}">
                  <a16:creationId xmlns:a16="http://schemas.microsoft.com/office/drawing/2014/main" id="{ED00B3DC-58DD-D0F8-05CD-68CCF8208A9A}"/>
                </a:ext>
              </a:extLst>
            </p:cNvPr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7" name="pg67">
              <a:extLst>
                <a:ext uri="{FF2B5EF4-FFF2-40B4-BE49-F238E27FC236}">
                  <a16:creationId xmlns:a16="http://schemas.microsoft.com/office/drawing/2014/main" id="{4645749C-DFD9-7C70-BD3D-257F670C7CCF}"/>
                </a:ext>
              </a:extLst>
            </p:cNvPr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8" name="pg68">
              <a:extLst>
                <a:ext uri="{FF2B5EF4-FFF2-40B4-BE49-F238E27FC236}">
                  <a16:creationId xmlns:a16="http://schemas.microsoft.com/office/drawing/2014/main" id="{D33546A4-123B-7056-B9B1-82847D993015}"/>
                </a:ext>
              </a:extLst>
            </p:cNvPr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9" name="pg69">
              <a:extLst>
                <a:ext uri="{FF2B5EF4-FFF2-40B4-BE49-F238E27FC236}">
                  <a16:creationId xmlns:a16="http://schemas.microsoft.com/office/drawing/2014/main" id="{7559AFC8-CABE-4B12-AD4E-CE9065FA36EC}"/>
                </a:ext>
              </a:extLst>
            </p:cNvPr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0" name="pg70">
              <a:extLst>
                <a:ext uri="{FF2B5EF4-FFF2-40B4-BE49-F238E27FC236}">
                  <a16:creationId xmlns:a16="http://schemas.microsoft.com/office/drawing/2014/main" id="{D82CD81B-7355-CB4A-7A76-625C6CE1A61C}"/>
                </a:ext>
              </a:extLst>
            </p:cNvPr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1" name="pg71">
              <a:extLst>
                <a:ext uri="{FF2B5EF4-FFF2-40B4-BE49-F238E27FC236}">
                  <a16:creationId xmlns:a16="http://schemas.microsoft.com/office/drawing/2014/main" id="{234A3C9A-6EFF-AE7D-0427-02BF396EA2A0}"/>
                </a:ext>
              </a:extLst>
            </p:cNvPr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2" name="pg72">
              <a:extLst>
                <a:ext uri="{FF2B5EF4-FFF2-40B4-BE49-F238E27FC236}">
                  <a16:creationId xmlns:a16="http://schemas.microsoft.com/office/drawing/2014/main" id="{48C49205-778F-1219-F131-9C701A951CAD}"/>
                </a:ext>
              </a:extLst>
            </p:cNvPr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3" name="pg73">
              <a:extLst>
                <a:ext uri="{FF2B5EF4-FFF2-40B4-BE49-F238E27FC236}">
                  <a16:creationId xmlns:a16="http://schemas.microsoft.com/office/drawing/2014/main" id="{8E3B8321-6591-C852-F3F4-60AFA569A2D1}"/>
                </a:ext>
              </a:extLst>
            </p:cNvPr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4" name="pg74">
              <a:extLst>
                <a:ext uri="{FF2B5EF4-FFF2-40B4-BE49-F238E27FC236}">
                  <a16:creationId xmlns:a16="http://schemas.microsoft.com/office/drawing/2014/main" id="{F212FE16-8920-9ED1-7718-ABFFF27E7FBA}"/>
                </a:ext>
              </a:extLst>
            </p:cNvPr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5" name="pg75">
              <a:extLst>
                <a:ext uri="{FF2B5EF4-FFF2-40B4-BE49-F238E27FC236}">
                  <a16:creationId xmlns:a16="http://schemas.microsoft.com/office/drawing/2014/main" id="{3E78D4EE-4FB9-B1FE-3A47-01AF09652A2E}"/>
                </a:ext>
              </a:extLst>
            </p:cNvPr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6" name="pg76">
              <a:extLst>
                <a:ext uri="{FF2B5EF4-FFF2-40B4-BE49-F238E27FC236}">
                  <a16:creationId xmlns:a16="http://schemas.microsoft.com/office/drawing/2014/main" id="{0E5D7BAD-7DD0-D35F-00EE-32F620A50939}"/>
                </a:ext>
              </a:extLst>
            </p:cNvPr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7" name="pg77">
              <a:extLst>
                <a:ext uri="{FF2B5EF4-FFF2-40B4-BE49-F238E27FC236}">
                  <a16:creationId xmlns:a16="http://schemas.microsoft.com/office/drawing/2014/main" id="{EAE7EAAA-3E6F-262B-A9B1-EDB2C7204AD6}"/>
                </a:ext>
              </a:extLst>
            </p:cNvPr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8" name="pg78">
              <a:extLst>
                <a:ext uri="{FF2B5EF4-FFF2-40B4-BE49-F238E27FC236}">
                  <a16:creationId xmlns:a16="http://schemas.microsoft.com/office/drawing/2014/main" id="{42A27CFB-BC21-4C30-9E00-C3DA8C5A808B}"/>
                </a:ext>
              </a:extLst>
            </p:cNvPr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9" name="pg79">
              <a:extLst>
                <a:ext uri="{FF2B5EF4-FFF2-40B4-BE49-F238E27FC236}">
                  <a16:creationId xmlns:a16="http://schemas.microsoft.com/office/drawing/2014/main" id="{D1282647-D887-4D07-E59A-CDD41B4DEB6B}"/>
                </a:ext>
              </a:extLst>
            </p:cNvPr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0" name="pg80">
              <a:extLst>
                <a:ext uri="{FF2B5EF4-FFF2-40B4-BE49-F238E27FC236}">
                  <a16:creationId xmlns:a16="http://schemas.microsoft.com/office/drawing/2014/main" id="{E346EB35-E352-BF59-95B4-E7CE55854543}"/>
                </a:ext>
              </a:extLst>
            </p:cNvPr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1" name="pg81">
              <a:extLst>
                <a:ext uri="{FF2B5EF4-FFF2-40B4-BE49-F238E27FC236}">
                  <a16:creationId xmlns:a16="http://schemas.microsoft.com/office/drawing/2014/main" id="{780AD38C-1107-8274-C1CF-5DA8C7830F8C}"/>
                </a:ext>
              </a:extLst>
            </p:cNvPr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2" name="pg82">
              <a:extLst>
                <a:ext uri="{FF2B5EF4-FFF2-40B4-BE49-F238E27FC236}">
                  <a16:creationId xmlns:a16="http://schemas.microsoft.com/office/drawing/2014/main" id="{9BC39865-7102-5B58-0415-2E970F08405F}"/>
                </a:ext>
              </a:extLst>
            </p:cNvPr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3" name="pg83">
              <a:extLst>
                <a:ext uri="{FF2B5EF4-FFF2-40B4-BE49-F238E27FC236}">
                  <a16:creationId xmlns:a16="http://schemas.microsoft.com/office/drawing/2014/main" id="{58A71DA9-7B89-E5EE-C6FE-31D635FB36F9}"/>
                </a:ext>
              </a:extLst>
            </p:cNvPr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4" name="pg84">
              <a:extLst>
                <a:ext uri="{FF2B5EF4-FFF2-40B4-BE49-F238E27FC236}">
                  <a16:creationId xmlns:a16="http://schemas.microsoft.com/office/drawing/2014/main" id="{229A0A1A-8C7E-A30B-4FA8-AE6CA8F9C0FA}"/>
                </a:ext>
              </a:extLst>
            </p:cNvPr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5" name="pg85">
              <a:extLst>
                <a:ext uri="{FF2B5EF4-FFF2-40B4-BE49-F238E27FC236}">
                  <a16:creationId xmlns:a16="http://schemas.microsoft.com/office/drawing/2014/main" id="{6430FF9F-D58C-A0FA-0038-AF35B072D099}"/>
                </a:ext>
              </a:extLst>
            </p:cNvPr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6" name="pg86">
              <a:extLst>
                <a:ext uri="{FF2B5EF4-FFF2-40B4-BE49-F238E27FC236}">
                  <a16:creationId xmlns:a16="http://schemas.microsoft.com/office/drawing/2014/main" id="{D4600D5C-E147-BDEC-C2E5-2245C827E62B}"/>
                </a:ext>
              </a:extLst>
            </p:cNvPr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7" name="pg87">
              <a:extLst>
                <a:ext uri="{FF2B5EF4-FFF2-40B4-BE49-F238E27FC236}">
                  <a16:creationId xmlns:a16="http://schemas.microsoft.com/office/drawing/2014/main" id="{9CFFF162-1938-3A04-A312-C8C6F95A5F2F}"/>
                </a:ext>
              </a:extLst>
            </p:cNvPr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8" name="pg88">
              <a:extLst>
                <a:ext uri="{FF2B5EF4-FFF2-40B4-BE49-F238E27FC236}">
                  <a16:creationId xmlns:a16="http://schemas.microsoft.com/office/drawing/2014/main" id="{F2ACC52A-AA74-0837-4732-129673A1E0D5}"/>
                </a:ext>
              </a:extLst>
            </p:cNvPr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9" name="pg89">
              <a:extLst>
                <a:ext uri="{FF2B5EF4-FFF2-40B4-BE49-F238E27FC236}">
                  <a16:creationId xmlns:a16="http://schemas.microsoft.com/office/drawing/2014/main" id="{4143846A-996A-8DE2-8E23-36E94CF144D9}"/>
                </a:ext>
              </a:extLst>
            </p:cNvPr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0" name="pg90">
              <a:extLst>
                <a:ext uri="{FF2B5EF4-FFF2-40B4-BE49-F238E27FC236}">
                  <a16:creationId xmlns:a16="http://schemas.microsoft.com/office/drawing/2014/main" id="{16018DA2-D79A-6C9F-FED9-33C5B5323FC0}"/>
                </a:ext>
              </a:extLst>
            </p:cNvPr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1" name="pg91">
              <a:extLst>
                <a:ext uri="{FF2B5EF4-FFF2-40B4-BE49-F238E27FC236}">
                  <a16:creationId xmlns:a16="http://schemas.microsoft.com/office/drawing/2014/main" id="{70ABC681-4522-1E01-B955-4E7F5AA033C3}"/>
                </a:ext>
              </a:extLst>
            </p:cNvPr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2" name="pg92">
              <a:extLst>
                <a:ext uri="{FF2B5EF4-FFF2-40B4-BE49-F238E27FC236}">
                  <a16:creationId xmlns:a16="http://schemas.microsoft.com/office/drawing/2014/main" id="{D94769CC-BB25-879A-D508-AF226228CBD7}"/>
                </a:ext>
              </a:extLst>
            </p:cNvPr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3" name="pg93">
              <a:extLst>
                <a:ext uri="{FF2B5EF4-FFF2-40B4-BE49-F238E27FC236}">
                  <a16:creationId xmlns:a16="http://schemas.microsoft.com/office/drawing/2014/main" id="{C530D306-10F6-99D0-7487-50229C4598FC}"/>
                </a:ext>
              </a:extLst>
            </p:cNvPr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4" name="pg94">
              <a:extLst>
                <a:ext uri="{FF2B5EF4-FFF2-40B4-BE49-F238E27FC236}">
                  <a16:creationId xmlns:a16="http://schemas.microsoft.com/office/drawing/2014/main" id="{BF16199A-7735-0D85-1523-9A8048FA7BEE}"/>
                </a:ext>
              </a:extLst>
            </p:cNvPr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5" name="pg95">
              <a:extLst>
                <a:ext uri="{FF2B5EF4-FFF2-40B4-BE49-F238E27FC236}">
                  <a16:creationId xmlns:a16="http://schemas.microsoft.com/office/drawing/2014/main" id="{D6E5BFFE-9A14-8361-EC11-5DACC380537D}"/>
                </a:ext>
              </a:extLst>
            </p:cNvPr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6" name="pg96">
              <a:extLst>
                <a:ext uri="{FF2B5EF4-FFF2-40B4-BE49-F238E27FC236}">
                  <a16:creationId xmlns:a16="http://schemas.microsoft.com/office/drawing/2014/main" id="{5AF06976-69D9-5664-2679-CFC25C1F21EF}"/>
                </a:ext>
              </a:extLst>
            </p:cNvPr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7" name="pg97">
              <a:extLst>
                <a:ext uri="{FF2B5EF4-FFF2-40B4-BE49-F238E27FC236}">
                  <a16:creationId xmlns:a16="http://schemas.microsoft.com/office/drawing/2014/main" id="{28D4E038-DAA0-A434-FFC8-FE620E03576E}"/>
                </a:ext>
              </a:extLst>
            </p:cNvPr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8" name="pg98">
              <a:extLst>
                <a:ext uri="{FF2B5EF4-FFF2-40B4-BE49-F238E27FC236}">
                  <a16:creationId xmlns:a16="http://schemas.microsoft.com/office/drawing/2014/main" id="{4E06DE07-C4A1-C758-F544-14BB1E284D4B}"/>
                </a:ext>
              </a:extLst>
            </p:cNvPr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9" name="pg99">
              <a:extLst>
                <a:ext uri="{FF2B5EF4-FFF2-40B4-BE49-F238E27FC236}">
                  <a16:creationId xmlns:a16="http://schemas.microsoft.com/office/drawing/2014/main" id="{87CE7641-40B3-1AC6-E629-8995DA815923}"/>
                </a:ext>
              </a:extLst>
            </p:cNvPr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0" name="pg100">
              <a:extLst>
                <a:ext uri="{FF2B5EF4-FFF2-40B4-BE49-F238E27FC236}">
                  <a16:creationId xmlns:a16="http://schemas.microsoft.com/office/drawing/2014/main" id="{8176B664-01BF-23E5-9519-1E6A1BEC536B}"/>
                </a:ext>
              </a:extLst>
            </p:cNvPr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1" name="pg101">
              <a:extLst>
                <a:ext uri="{FF2B5EF4-FFF2-40B4-BE49-F238E27FC236}">
                  <a16:creationId xmlns:a16="http://schemas.microsoft.com/office/drawing/2014/main" id="{EEECEB54-3520-176B-4762-57AD53E738F5}"/>
                </a:ext>
              </a:extLst>
            </p:cNvPr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2" name="pg102">
              <a:extLst>
                <a:ext uri="{FF2B5EF4-FFF2-40B4-BE49-F238E27FC236}">
                  <a16:creationId xmlns:a16="http://schemas.microsoft.com/office/drawing/2014/main" id="{487888EB-A542-C62F-B31B-CB1088E94AC8}"/>
                </a:ext>
              </a:extLst>
            </p:cNvPr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3" name="pg103">
              <a:extLst>
                <a:ext uri="{FF2B5EF4-FFF2-40B4-BE49-F238E27FC236}">
                  <a16:creationId xmlns:a16="http://schemas.microsoft.com/office/drawing/2014/main" id="{9F598F47-8614-CEE4-9BA6-95D563BE3873}"/>
                </a:ext>
              </a:extLst>
            </p:cNvPr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4" name="pg104">
              <a:extLst>
                <a:ext uri="{FF2B5EF4-FFF2-40B4-BE49-F238E27FC236}">
                  <a16:creationId xmlns:a16="http://schemas.microsoft.com/office/drawing/2014/main" id="{BFC70BD4-B33B-88A8-96B1-82703FD29C16}"/>
                </a:ext>
              </a:extLst>
            </p:cNvPr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5" name="pg105">
              <a:extLst>
                <a:ext uri="{FF2B5EF4-FFF2-40B4-BE49-F238E27FC236}">
                  <a16:creationId xmlns:a16="http://schemas.microsoft.com/office/drawing/2014/main" id="{F836CDE3-2C34-220B-B9E9-6BACFCC0B742}"/>
                </a:ext>
              </a:extLst>
            </p:cNvPr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6" name="pg106">
              <a:extLst>
                <a:ext uri="{FF2B5EF4-FFF2-40B4-BE49-F238E27FC236}">
                  <a16:creationId xmlns:a16="http://schemas.microsoft.com/office/drawing/2014/main" id="{539FA772-969B-4E5D-D1D2-348B482BC27B}"/>
                </a:ext>
              </a:extLst>
            </p:cNvPr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7" name="pg107">
              <a:extLst>
                <a:ext uri="{FF2B5EF4-FFF2-40B4-BE49-F238E27FC236}">
                  <a16:creationId xmlns:a16="http://schemas.microsoft.com/office/drawing/2014/main" id="{3F2ADD82-11C3-C224-7C1E-DE08E83036A6}"/>
                </a:ext>
              </a:extLst>
            </p:cNvPr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8" name="pg108">
              <a:extLst>
                <a:ext uri="{FF2B5EF4-FFF2-40B4-BE49-F238E27FC236}">
                  <a16:creationId xmlns:a16="http://schemas.microsoft.com/office/drawing/2014/main" id="{2BD19FD3-0B94-EBD4-F298-9C6D18C2E593}"/>
                </a:ext>
              </a:extLst>
            </p:cNvPr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9" name="pg109">
              <a:extLst>
                <a:ext uri="{FF2B5EF4-FFF2-40B4-BE49-F238E27FC236}">
                  <a16:creationId xmlns:a16="http://schemas.microsoft.com/office/drawing/2014/main" id="{82CD10F7-4B8F-4324-E198-D0B0D6E939FA}"/>
                </a:ext>
              </a:extLst>
            </p:cNvPr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0" name="pg110">
              <a:extLst>
                <a:ext uri="{FF2B5EF4-FFF2-40B4-BE49-F238E27FC236}">
                  <a16:creationId xmlns:a16="http://schemas.microsoft.com/office/drawing/2014/main" id="{A3400303-299E-89F2-FEE8-3FDE742FFB27}"/>
                </a:ext>
              </a:extLst>
            </p:cNvPr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1" name="pg111">
              <a:extLst>
                <a:ext uri="{FF2B5EF4-FFF2-40B4-BE49-F238E27FC236}">
                  <a16:creationId xmlns:a16="http://schemas.microsoft.com/office/drawing/2014/main" id="{96997E20-D8BE-7FBF-2479-823B858E9448}"/>
                </a:ext>
              </a:extLst>
            </p:cNvPr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2" name="pg112">
              <a:extLst>
                <a:ext uri="{FF2B5EF4-FFF2-40B4-BE49-F238E27FC236}">
                  <a16:creationId xmlns:a16="http://schemas.microsoft.com/office/drawing/2014/main" id="{0C0EDB4F-892E-F286-A42F-D127504EA7A6}"/>
                </a:ext>
              </a:extLst>
            </p:cNvPr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3" name="pg113">
              <a:extLst>
                <a:ext uri="{FF2B5EF4-FFF2-40B4-BE49-F238E27FC236}">
                  <a16:creationId xmlns:a16="http://schemas.microsoft.com/office/drawing/2014/main" id="{8901E9CA-C7FC-19CB-EE5D-5207ADB40F16}"/>
                </a:ext>
              </a:extLst>
            </p:cNvPr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4" name="pg114">
              <a:extLst>
                <a:ext uri="{FF2B5EF4-FFF2-40B4-BE49-F238E27FC236}">
                  <a16:creationId xmlns:a16="http://schemas.microsoft.com/office/drawing/2014/main" id="{B6BB696D-1215-3ADB-B99F-3A470EB5C3E7}"/>
                </a:ext>
              </a:extLst>
            </p:cNvPr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5" name="pg115">
              <a:extLst>
                <a:ext uri="{FF2B5EF4-FFF2-40B4-BE49-F238E27FC236}">
                  <a16:creationId xmlns:a16="http://schemas.microsoft.com/office/drawing/2014/main" id="{776D7C0F-3AA2-5C68-2003-5B76B29936BB}"/>
                </a:ext>
              </a:extLst>
            </p:cNvPr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6" name="pg116">
              <a:extLst>
                <a:ext uri="{FF2B5EF4-FFF2-40B4-BE49-F238E27FC236}">
                  <a16:creationId xmlns:a16="http://schemas.microsoft.com/office/drawing/2014/main" id="{18E3E166-2242-F370-D315-2095856069E8}"/>
                </a:ext>
              </a:extLst>
            </p:cNvPr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7" name="pg117">
              <a:extLst>
                <a:ext uri="{FF2B5EF4-FFF2-40B4-BE49-F238E27FC236}">
                  <a16:creationId xmlns:a16="http://schemas.microsoft.com/office/drawing/2014/main" id="{FAE3EB00-76C8-7F68-65DA-EEE4D5FD18BB}"/>
                </a:ext>
              </a:extLst>
            </p:cNvPr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8" name="pg118">
              <a:extLst>
                <a:ext uri="{FF2B5EF4-FFF2-40B4-BE49-F238E27FC236}">
                  <a16:creationId xmlns:a16="http://schemas.microsoft.com/office/drawing/2014/main" id="{21FACFCA-7380-5C98-68C3-3BAF8CB845F3}"/>
                </a:ext>
              </a:extLst>
            </p:cNvPr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9" name="pg119">
              <a:extLst>
                <a:ext uri="{FF2B5EF4-FFF2-40B4-BE49-F238E27FC236}">
                  <a16:creationId xmlns:a16="http://schemas.microsoft.com/office/drawing/2014/main" id="{48A6BEFE-A989-9853-93B6-F6C7EA156599}"/>
                </a:ext>
              </a:extLst>
            </p:cNvPr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0" name="pg120">
              <a:extLst>
                <a:ext uri="{FF2B5EF4-FFF2-40B4-BE49-F238E27FC236}">
                  <a16:creationId xmlns:a16="http://schemas.microsoft.com/office/drawing/2014/main" id="{2DD84A06-FF47-C887-628A-4B0BEE8588FF}"/>
                </a:ext>
              </a:extLst>
            </p:cNvPr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1" name="pg121">
              <a:extLst>
                <a:ext uri="{FF2B5EF4-FFF2-40B4-BE49-F238E27FC236}">
                  <a16:creationId xmlns:a16="http://schemas.microsoft.com/office/drawing/2014/main" id="{F763D376-F69B-FEDB-CA06-F205E0A41AB2}"/>
                </a:ext>
              </a:extLst>
            </p:cNvPr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2" name="pg122">
              <a:extLst>
                <a:ext uri="{FF2B5EF4-FFF2-40B4-BE49-F238E27FC236}">
                  <a16:creationId xmlns:a16="http://schemas.microsoft.com/office/drawing/2014/main" id="{2CC65004-4BE4-4222-CE98-FF1232E41FC3}"/>
                </a:ext>
              </a:extLst>
            </p:cNvPr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3" name="pg123">
              <a:extLst>
                <a:ext uri="{FF2B5EF4-FFF2-40B4-BE49-F238E27FC236}">
                  <a16:creationId xmlns:a16="http://schemas.microsoft.com/office/drawing/2014/main" id="{1437E41F-7BED-09FE-999B-B6D06AECFB30}"/>
                </a:ext>
              </a:extLst>
            </p:cNvPr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4" name="pg124">
              <a:extLst>
                <a:ext uri="{FF2B5EF4-FFF2-40B4-BE49-F238E27FC236}">
                  <a16:creationId xmlns:a16="http://schemas.microsoft.com/office/drawing/2014/main" id="{A98DDA53-0636-6CB4-1470-6EC831D4BA83}"/>
                </a:ext>
              </a:extLst>
            </p:cNvPr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5" name="pg125">
              <a:extLst>
                <a:ext uri="{FF2B5EF4-FFF2-40B4-BE49-F238E27FC236}">
                  <a16:creationId xmlns:a16="http://schemas.microsoft.com/office/drawing/2014/main" id="{6601AC3D-5394-54FB-21EE-E11E10EF259F}"/>
                </a:ext>
              </a:extLst>
            </p:cNvPr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6" name="pg126">
              <a:extLst>
                <a:ext uri="{FF2B5EF4-FFF2-40B4-BE49-F238E27FC236}">
                  <a16:creationId xmlns:a16="http://schemas.microsoft.com/office/drawing/2014/main" id="{CE7B4A99-CABB-5058-0DD8-C5FCF7B6A847}"/>
                </a:ext>
              </a:extLst>
            </p:cNvPr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7" name="pg127">
              <a:extLst>
                <a:ext uri="{FF2B5EF4-FFF2-40B4-BE49-F238E27FC236}">
                  <a16:creationId xmlns:a16="http://schemas.microsoft.com/office/drawing/2014/main" id="{C5EE63BF-494B-6CA9-098E-40CC513A2C4D}"/>
                </a:ext>
              </a:extLst>
            </p:cNvPr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8" name="pg128">
              <a:extLst>
                <a:ext uri="{FF2B5EF4-FFF2-40B4-BE49-F238E27FC236}">
                  <a16:creationId xmlns:a16="http://schemas.microsoft.com/office/drawing/2014/main" id="{2E0A51B1-70DB-57C8-F076-494489A9DD51}"/>
                </a:ext>
              </a:extLst>
            </p:cNvPr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9" name="pg129">
              <a:extLst>
                <a:ext uri="{FF2B5EF4-FFF2-40B4-BE49-F238E27FC236}">
                  <a16:creationId xmlns:a16="http://schemas.microsoft.com/office/drawing/2014/main" id="{3467BC33-B1B7-C75C-9F3D-95F1D74A31D6}"/>
                </a:ext>
              </a:extLst>
            </p:cNvPr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0" name="pg130">
              <a:extLst>
                <a:ext uri="{FF2B5EF4-FFF2-40B4-BE49-F238E27FC236}">
                  <a16:creationId xmlns:a16="http://schemas.microsoft.com/office/drawing/2014/main" id="{2C447173-51FC-135D-D403-5A105070AFF3}"/>
                </a:ext>
              </a:extLst>
            </p:cNvPr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1" name="pg131">
              <a:extLst>
                <a:ext uri="{FF2B5EF4-FFF2-40B4-BE49-F238E27FC236}">
                  <a16:creationId xmlns:a16="http://schemas.microsoft.com/office/drawing/2014/main" id="{8E511303-B65E-802D-0070-2E0888351146}"/>
                </a:ext>
              </a:extLst>
            </p:cNvPr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2" name="pg132">
              <a:extLst>
                <a:ext uri="{FF2B5EF4-FFF2-40B4-BE49-F238E27FC236}">
                  <a16:creationId xmlns:a16="http://schemas.microsoft.com/office/drawing/2014/main" id="{C5AC9A99-008D-BE33-8649-F2714B300782}"/>
                </a:ext>
              </a:extLst>
            </p:cNvPr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3" name="pg133">
              <a:extLst>
                <a:ext uri="{FF2B5EF4-FFF2-40B4-BE49-F238E27FC236}">
                  <a16:creationId xmlns:a16="http://schemas.microsoft.com/office/drawing/2014/main" id="{74905EEF-1024-69CE-B57A-D292EE96B9A9}"/>
                </a:ext>
              </a:extLst>
            </p:cNvPr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4" name="pg134">
              <a:extLst>
                <a:ext uri="{FF2B5EF4-FFF2-40B4-BE49-F238E27FC236}">
                  <a16:creationId xmlns:a16="http://schemas.microsoft.com/office/drawing/2014/main" id="{EEC26AC2-29C9-FFC8-C802-138BD0E412B0}"/>
                </a:ext>
              </a:extLst>
            </p:cNvPr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5" name="pg135">
              <a:extLst>
                <a:ext uri="{FF2B5EF4-FFF2-40B4-BE49-F238E27FC236}">
                  <a16:creationId xmlns:a16="http://schemas.microsoft.com/office/drawing/2014/main" id="{9839ADE2-E0C8-C6CD-C910-BA6E785876BE}"/>
                </a:ext>
              </a:extLst>
            </p:cNvPr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6" name="pg136">
              <a:extLst>
                <a:ext uri="{FF2B5EF4-FFF2-40B4-BE49-F238E27FC236}">
                  <a16:creationId xmlns:a16="http://schemas.microsoft.com/office/drawing/2014/main" id="{61ECD22F-1E62-8A85-BB44-1C139730AA10}"/>
                </a:ext>
              </a:extLst>
            </p:cNvPr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7" name="pg137">
              <a:extLst>
                <a:ext uri="{FF2B5EF4-FFF2-40B4-BE49-F238E27FC236}">
                  <a16:creationId xmlns:a16="http://schemas.microsoft.com/office/drawing/2014/main" id="{9E58DBBE-2E05-62F6-BB7F-F894D6A266F0}"/>
                </a:ext>
              </a:extLst>
            </p:cNvPr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8" name="pg138">
              <a:extLst>
                <a:ext uri="{FF2B5EF4-FFF2-40B4-BE49-F238E27FC236}">
                  <a16:creationId xmlns:a16="http://schemas.microsoft.com/office/drawing/2014/main" id="{74877FE6-0983-326F-2050-76D28028C519}"/>
                </a:ext>
              </a:extLst>
            </p:cNvPr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9" name="pg139">
              <a:extLst>
                <a:ext uri="{FF2B5EF4-FFF2-40B4-BE49-F238E27FC236}">
                  <a16:creationId xmlns:a16="http://schemas.microsoft.com/office/drawing/2014/main" id="{83BA44E4-B749-9CCD-226F-212958A063C4}"/>
                </a:ext>
              </a:extLst>
            </p:cNvPr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0" name="pg140">
              <a:extLst>
                <a:ext uri="{FF2B5EF4-FFF2-40B4-BE49-F238E27FC236}">
                  <a16:creationId xmlns:a16="http://schemas.microsoft.com/office/drawing/2014/main" id="{8AC30521-7191-E576-CCC6-E483A6030ADC}"/>
                </a:ext>
              </a:extLst>
            </p:cNvPr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1" name="pg141">
              <a:extLst>
                <a:ext uri="{FF2B5EF4-FFF2-40B4-BE49-F238E27FC236}">
                  <a16:creationId xmlns:a16="http://schemas.microsoft.com/office/drawing/2014/main" id="{A9F3735D-0383-5D95-E4F1-E52C7E196F3E}"/>
                </a:ext>
              </a:extLst>
            </p:cNvPr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2" name="pg142">
              <a:extLst>
                <a:ext uri="{FF2B5EF4-FFF2-40B4-BE49-F238E27FC236}">
                  <a16:creationId xmlns:a16="http://schemas.microsoft.com/office/drawing/2014/main" id="{7B3219EE-9571-9EB0-F35E-010D5DA29E8F}"/>
                </a:ext>
              </a:extLst>
            </p:cNvPr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3" name="pg143">
              <a:extLst>
                <a:ext uri="{FF2B5EF4-FFF2-40B4-BE49-F238E27FC236}">
                  <a16:creationId xmlns:a16="http://schemas.microsoft.com/office/drawing/2014/main" id="{8BE549C4-C896-8617-3C3B-D82B6C40FA5D}"/>
                </a:ext>
              </a:extLst>
            </p:cNvPr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4" name="pg144">
              <a:extLst>
                <a:ext uri="{FF2B5EF4-FFF2-40B4-BE49-F238E27FC236}">
                  <a16:creationId xmlns:a16="http://schemas.microsoft.com/office/drawing/2014/main" id="{E0DD0362-0609-AD10-CBC1-868F1AA49E9D}"/>
                </a:ext>
              </a:extLst>
            </p:cNvPr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5" name="pg145">
              <a:extLst>
                <a:ext uri="{FF2B5EF4-FFF2-40B4-BE49-F238E27FC236}">
                  <a16:creationId xmlns:a16="http://schemas.microsoft.com/office/drawing/2014/main" id="{E5945606-62D8-4735-8284-5AB2218E9617}"/>
                </a:ext>
              </a:extLst>
            </p:cNvPr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6" name="pg146">
              <a:extLst>
                <a:ext uri="{FF2B5EF4-FFF2-40B4-BE49-F238E27FC236}">
                  <a16:creationId xmlns:a16="http://schemas.microsoft.com/office/drawing/2014/main" id="{31B8E1FB-9325-6197-B7A7-6018970C54F8}"/>
                </a:ext>
              </a:extLst>
            </p:cNvPr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7" name="pg147">
              <a:extLst>
                <a:ext uri="{FF2B5EF4-FFF2-40B4-BE49-F238E27FC236}">
                  <a16:creationId xmlns:a16="http://schemas.microsoft.com/office/drawing/2014/main" id="{E8D3CF6E-F76D-588A-6CEA-AE529DF3489E}"/>
                </a:ext>
              </a:extLst>
            </p:cNvPr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8" name="pg148">
              <a:extLst>
                <a:ext uri="{FF2B5EF4-FFF2-40B4-BE49-F238E27FC236}">
                  <a16:creationId xmlns:a16="http://schemas.microsoft.com/office/drawing/2014/main" id="{6FE39DB3-63D6-6D47-1F4E-828BAEE4C0D5}"/>
                </a:ext>
              </a:extLst>
            </p:cNvPr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9" name="pg149">
              <a:extLst>
                <a:ext uri="{FF2B5EF4-FFF2-40B4-BE49-F238E27FC236}">
                  <a16:creationId xmlns:a16="http://schemas.microsoft.com/office/drawing/2014/main" id="{3ACDD995-15C7-9F4D-3C4B-FB9C910B8224}"/>
                </a:ext>
              </a:extLst>
            </p:cNvPr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0" name="pg150">
              <a:extLst>
                <a:ext uri="{FF2B5EF4-FFF2-40B4-BE49-F238E27FC236}">
                  <a16:creationId xmlns:a16="http://schemas.microsoft.com/office/drawing/2014/main" id="{1E2881EE-C4BA-258F-7681-AF24B379FCC9}"/>
                </a:ext>
              </a:extLst>
            </p:cNvPr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1" name="pg151">
              <a:extLst>
                <a:ext uri="{FF2B5EF4-FFF2-40B4-BE49-F238E27FC236}">
                  <a16:creationId xmlns:a16="http://schemas.microsoft.com/office/drawing/2014/main" id="{10573744-147C-70D4-F756-30796A0F1DFE}"/>
                </a:ext>
              </a:extLst>
            </p:cNvPr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2" name="pg152">
              <a:extLst>
                <a:ext uri="{FF2B5EF4-FFF2-40B4-BE49-F238E27FC236}">
                  <a16:creationId xmlns:a16="http://schemas.microsoft.com/office/drawing/2014/main" id="{3FD9D9D4-E1BB-236C-A2B5-F9AAE7609132}"/>
                </a:ext>
              </a:extLst>
            </p:cNvPr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3" name="pg153">
              <a:extLst>
                <a:ext uri="{FF2B5EF4-FFF2-40B4-BE49-F238E27FC236}">
                  <a16:creationId xmlns:a16="http://schemas.microsoft.com/office/drawing/2014/main" id="{657B0C22-5CC0-E579-140B-CA6ED9A0DBF3}"/>
                </a:ext>
              </a:extLst>
            </p:cNvPr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4" name="pg154">
              <a:extLst>
                <a:ext uri="{FF2B5EF4-FFF2-40B4-BE49-F238E27FC236}">
                  <a16:creationId xmlns:a16="http://schemas.microsoft.com/office/drawing/2014/main" id="{F24F1B8A-B6E3-D050-F34C-2ECCA8D0A38B}"/>
                </a:ext>
              </a:extLst>
            </p:cNvPr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5" name="pg155">
              <a:extLst>
                <a:ext uri="{FF2B5EF4-FFF2-40B4-BE49-F238E27FC236}">
                  <a16:creationId xmlns:a16="http://schemas.microsoft.com/office/drawing/2014/main" id="{10D9313E-FBF4-1144-2D34-16D52B2DCDAB}"/>
                </a:ext>
              </a:extLst>
            </p:cNvPr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6" name="pg156">
              <a:extLst>
                <a:ext uri="{FF2B5EF4-FFF2-40B4-BE49-F238E27FC236}">
                  <a16:creationId xmlns:a16="http://schemas.microsoft.com/office/drawing/2014/main" id="{B176F532-1BEF-E2BD-8C17-81990097EED5}"/>
                </a:ext>
              </a:extLst>
            </p:cNvPr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7" name="pg157">
              <a:extLst>
                <a:ext uri="{FF2B5EF4-FFF2-40B4-BE49-F238E27FC236}">
                  <a16:creationId xmlns:a16="http://schemas.microsoft.com/office/drawing/2014/main" id="{8163C875-8387-C6FA-F2F4-DB3E60F144C8}"/>
                </a:ext>
              </a:extLst>
            </p:cNvPr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8" name="pg158">
              <a:extLst>
                <a:ext uri="{FF2B5EF4-FFF2-40B4-BE49-F238E27FC236}">
                  <a16:creationId xmlns:a16="http://schemas.microsoft.com/office/drawing/2014/main" id="{30AC237F-F287-CCF4-9DB5-FE9FAC876DF7}"/>
                </a:ext>
              </a:extLst>
            </p:cNvPr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9" name="pg159">
              <a:extLst>
                <a:ext uri="{FF2B5EF4-FFF2-40B4-BE49-F238E27FC236}">
                  <a16:creationId xmlns:a16="http://schemas.microsoft.com/office/drawing/2014/main" id="{E09D827C-167F-5396-AAF4-6189DAC675A0}"/>
                </a:ext>
              </a:extLst>
            </p:cNvPr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0" name="pg160">
              <a:extLst>
                <a:ext uri="{FF2B5EF4-FFF2-40B4-BE49-F238E27FC236}">
                  <a16:creationId xmlns:a16="http://schemas.microsoft.com/office/drawing/2014/main" id="{6702A3E0-9ABE-704C-A1DE-DAE1525B9BC5}"/>
                </a:ext>
              </a:extLst>
            </p:cNvPr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1" name="pg161">
              <a:extLst>
                <a:ext uri="{FF2B5EF4-FFF2-40B4-BE49-F238E27FC236}">
                  <a16:creationId xmlns:a16="http://schemas.microsoft.com/office/drawing/2014/main" id="{2E093FDC-AA10-DF99-978B-164DEC9B48C7}"/>
                </a:ext>
              </a:extLst>
            </p:cNvPr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2" name="pg162">
              <a:extLst>
                <a:ext uri="{FF2B5EF4-FFF2-40B4-BE49-F238E27FC236}">
                  <a16:creationId xmlns:a16="http://schemas.microsoft.com/office/drawing/2014/main" id="{D83DD47A-322E-AF25-9E19-9B4BD4C09D61}"/>
                </a:ext>
              </a:extLst>
            </p:cNvPr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3" name="pg163">
              <a:extLst>
                <a:ext uri="{FF2B5EF4-FFF2-40B4-BE49-F238E27FC236}">
                  <a16:creationId xmlns:a16="http://schemas.microsoft.com/office/drawing/2014/main" id="{E5A5181D-879E-485A-D8E5-328071F1CA51}"/>
                </a:ext>
              </a:extLst>
            </p:cNvPr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4" name="pg164">
              <a:extLst>
                <a:ext uri="{FF2B5EF4-FFF2-40B4-BE49-F238E27FC236}">
                  <a16:creationId xmlns:a16="http://schemas.microsoft.com/office/drawing/2014/main" id="{8B8ABDAF-B012-D938-C14A-933F80D71D62}"/>
                </a:ext>
              </a:extLst>
            </p:cNvPr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5" name="pg165">
              <a:extLst>
                <a:ext uri="{FF2B5EF4-FFF2-40B4-BE49-F238E27FC236}">
                  <a16:creationId xmlns:a16="http://schemas.microsoft.com/office/drawing/2014/main" id="{79652D30-6667-CE0F-E753-0E42E2C32DE2}"/>
                </a:ext>
              </a:extLst>
            </p:cNvPr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6" name="pg166">
              <a:extLst>
                <a:ext uri="{FF2B5EF4-FFF2-40B4-BE49-F238E27FC236}">
                  <a16:creationId xmlns:a16="http://schemas.microsoft.com/office/drawing/2014/main" id="{3DE5360F-3D8F-6D76-8042-474C54120019}"/>
                </a:ext>
              </a:extLst>
            </p:cNvPr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7" name="pg167">
              <a:extLst>
                <a:ext uri="{FF2B5EF4-FFF2-40B4-BE49-F238E27FC236}">
                  <a16:creationId xmlns:a16="http://schemas.microsoft.com/office/drawing/2014/main" id="{597A66C0-DBF3-2073-4D32-856946385E19}"/>
                </a:ext>
              </a:extLst>
            </p:cNvPr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8" name="pg168">
              <a:extLst>
                <a:ext uri="{FF2B5EF4-FFF2-40B4-BE49-F238E27FC236}">
                  <a16:creationId xmlns:a16="http://schemas.microsoft.com/office/drawing/2014/main" id="{D5BBE834-1883-3AC6-8CBA-044797A75E03}"/>
                </a:ext>
              </a:extLst>
            </p:cNvPr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9" name="pg169">
              <a:extLst>
                <a:ext uri="{FF2B5EF4-FFF2-40B4-BE49-F238E27FC236}">
                  <a16:creationId xmlns:a16="http://schemas.microsoft.com/office/drawing/2014/main" id="{9C4552C6-3617-13B6-1214-59FDB27FDD4B}"/>
                </a:ext>
              </a:extLst>
            </p:cNvPr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0" name="pg170">
              <a:extLst>
                <a:ext uri="{FF2B5EF4-FFF2-40B4-BE49-F238E27FC236}">
                  <a16:creationId xmlns:a16="http://schemas.microsoft.com/office/drawing/2014/main" id="{1093BD20-8DC6-C0C9-4310-297CAD058B86}"/>
                </a:ext>
              </a:extLst>
            </p:cNvPr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1" name="pg171">
              <a:extLst>
                <a:ext uri="{FF2B5EF4-FFF2-40B4-BE49-F238E27FC236}">
                  <a16:creationId xmlns:a16="http://schemas.microsoft.com/office/drawing/2014/main" id="{03AD7BD1-918B-7CCD-C660-A239F86A4162}"/>
                </a:ext>
              </a:extLst>
            </p:cNvPr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2" name="pg172">
              <a:extLst>
                <a:ext uri="{FF2B5EF4-FFF2-40B4-BE49-F238E27FC236}">
                  <a16:creationId xmlns:a16="http://schemas.microsoft.com/office/drawing/2014/main" id="{23431864-56A6-79FF-34CF-DFBD16EFA8E8}"/>
                </a:ext>
              </a:extLst>
            </p:cNvPr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3" name="pg173">
              <a:extLst>
                <a:ext uri="{FF2B5EF4-FFF2-40B4-BE49-F238E27FC236}">
                  <a16:creationId xmlns:a16="http://schemas.microsoft.com/office/drawing/2014/main" id="{6C26070C-F7F3-F784-CCAB-5ACE4B7D111D}"/>
                </a:ext>
              </a:extLst>
            </p:cNvPr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4" name="pg174">
              <a:extLst>
                <a:ext uri="{FF2B5EF4-FFF2-40B4-BE49-F238E27FC236}">
                  <a16:creationId xmlns:a16="http://schemas.microsoft.com/office/drawing/2014/main" id="{760C8D03-493F-D7AC-DBE7-B0DCE05DDE6A}"/>
                </a:ext>
              </a:extLst>
            </p:cNvPr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5" name="pg175">
              <a:extLst>
                <a:ext uri="{FF2B5EF4-FFF2-40B4-BE49-F238E27FC236}">
                  <a16:creationId xmlns:a16="http://schemas.microsoft.com/office/drawing/2014/main" id="{5D4FADCB-BE8C-FC11-2ABC-2CD1F9DA9F83}"/>
                </a:ext>
              </a:extLst>
            </p:cNvPr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6" name="pg176">
              <a:extLst>
                <a:ext uri="{FF2B5EF4-FFF2-40B4-BE49-F238E27FC236}">
                  <a16:creationId xmlns:a16="http://schemas.microsoft.com/office/drawing/2014/main" id="{13B198BF-9377-6F3F-1B3C-739C1B26EEA8}"/>
                </a:ext>
              </a:extLst>
            </p:cNvPr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7" name="pg177">
              <a:extLst>
                <a:ext uri="{FF2B5EF4-FFF2-40B4-BE49-F238E27FC236}">
                  <a16:creationId xmlns:a16="http://schemas.microsoft.com/office/drawing/2014/main" id="{D6BE97EF-E3F3-9EBB-C268-AFB9E6D2BC39}"/>
                </a:ext>
              </a:extLst>
            </p:cNvPr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8" name="pg178">
              <a:extLst>
                <a:ext uri="{FF2B5EF4-FFF2-40B4-BE49-F238E27FC236}">
                  <a16:creationId xmlns:a16="http://schemas.microsoft.com/office/drawing/2014/main" id="{A90F5644-5824-2BFD-9A2B-DD47A4685237}"/>
                </a:ext>
              </a:extLst>
            </p:cNvPr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9" name="pg179">
              <a:extLst>
                <a:ext uri="{FF2B5EF4-FFF2-40B4-BE49-F238E27FC236}">
                  <a16:creationId xmlns:a16="http://schemas.microsoft.com/office/drawing/2014/main" id="{9E43D8F6-1E8D-6EB0-79AD-451FC2343C9D}"/>
                </a:ext>
              </a:extLst>
            </p:cNvPr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0" name="pg180">
              <a:extLst>
                <a:ext uri="{FF2B5EF4-FFF2-40B4-BE49-F238E27FC236}">
                  <a16:creationId xmlns:a16="http://schemas.microsoft.com/office/drawing/2014/main" id="{E5D73879-6E33-D37F-1EEA-48B1CB1B5A2D}"/>
                </a:ext>
              </a:extLst>
            </p:cNvPr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1" name="pg181">
              <a:extLst>
                <a:ext uri="{FF2B5EF4-FFF2-40B4-BE49-F238E27FC236}">
                  <a16:creationId xmlns:a16="http://schemas.microsoft.com/office/drawing/2014/main" id="{42ADAC19-9D31-27F4-79E8-B0F908FE46E6}"/>
                </a:ext>
              </a:extLst>
            </p:cNvPr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2" name="pg182">
              <a:extLst>
                <a:ext uri="{FF2B5EF4-FFF2-40B4-BE49-F238E27FC236}">
                  <a16:creationId xmlns:a16="http://schemas.microsoft.com/office/drawing/2014/main" id="{34DB4ED6-F087-FAAA-E52B-38BB840D79C2}"/>
                </a:ext>
              </a:extLst>
            </p:cNvPr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3" name="pg183">
              <a:extLst>
                <a:ext uri="{FF2B5EF4-FFF2-40B4-BE49-F238E27FC236}">
                  <a16:creationId xmlns:a16="http://schemas.microsoft.com/office/drawing/2014/main" id="{9A99F531-5DCD-70E3-4785-F397C6B361DD}"/>
                </a:ext>
              </a:extLst>
            </p:cNvPr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4" name="pg184">
              <a:extLst>
                <a:ext uri="{FF2B5EF4-FFF2-40B4-BE49-F238E27FC236}">
                  <a16:creationId xmlns:a16="http://schemas.microsoft.com/office/drawing/2014/main" id="{91C12E15-B5BD-DDD2-7AF8-5951E0B1D997}"/>
                </a:ext>
              </a:extLst>
            </p:cNvPr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5" name="pg185">
              <a:extLst>
                <a:ext uri="{FF2B5EF4-FFF2-40B4-BE49-F238E27FC236}">
                  <a16:creationId xmlns:a16="http://schemas.microsoft.com/office/drawing/2014/main" id="{FDF8943B-4144-F1B9-5499-7A2AA9661B4A}"/>
                </a:ext>
              </a:extLst>
            </p:cNvPr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6" name="pg186">
              <a:extLst>
                <a:ext uri="{FF2B5EF4-FFF2-40B4-BE49-F238E27FC236}">
                  <a16:creationId xmlns:a16="http://schemas.microsoft.com/office/drawing/2014/main" id="{4847F32F-D32C-4072-888F-7803FE365557}"/>
                </a:ext>
              </a:extLst>
            </p:cNvPr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7" name="pg187">
              <a:extLst>
                <a:ext uri="{FF2B5EF4-FFF2-40B4-BE49-F238E27FC236}">
                  <a16:creationId xmlns:a16="http://schemas.microsoft.com/office/drawing/2014/main" id="{E9286376-BEF5-04F9-F9AF-15AFC07471C7}"/>
                </a:ext>
              </a:extLst>
            </p:cNvPr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8" name="pg188">
              <a:extLst>
                <a:ext uri="{FF2B5EF4-FFF2-40B4-BE49-F238E27FC236}">
                  <a16:creationId xmlns:a16="http://schemas.microsoft.com/office/drawing/2014/main" id="{7B556CFF-8CA1-6680-7C8D-CEAD0C9AC2F5}"/>
                </a:ext>
              </a:extLst>
            </p:cNvPr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9" name="pg189">
              <a:extLst>
                <a:ext uri="{FF2B5EF4-FFF2-40B4-BE49-F238E27FC236}">
                  <a16:creationId xmlns:a16="http://schemas.microsoft.com/office/drawing/2014/main" id="{C893C7A9-16F5-59E1-DEA1-5F9AB67425AE}"/>
                </a:ext>
              </a:extLst>
            </p:cNvPr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0" name="pg190">
              <a:extLst>
                <a:ext uri="{FF2B5EF4-FFF2-40B4-BE49-F238E27FC236}">
                  <a16:creationId xmlns:a16="http://schemas.microsoft.com/office/drawing/2014/main" id="{57F198D0-0FBF-9A21-80E7-2B5AA9A7A2E4}"/>
                </a:ext>
              </a:extLst>
            </p:cNvPr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1" name="pg191">
              <a:extLst>
                <a:ext uri="{FF2B5EF4-FFF2-40B4-BE49-F238E27FC236}">
                  <a16:creationId xmlns:a16="http://schemas.microsoft.com/office/drawing/2014/main" id="{AB0529F1-8954-8F97-2856-F41BF9175E3B}"/>
                </a:ext>
              </a:extLst>
            </p:cNvPr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2" name="pg192">
              <a:extLst>
                <a:ext uri="{FF2B5EF4-FFF2-40B4-BE49-F238E27FC236}">
                  <a16:creationId xmlns:a16="http://schemas.microsoft.com/office/drawing/2014/main" id="{5F4D89AF-5F93-4BC7-D063-1A3A0179B1DB}"/>
                </a:ext>
              </a:extLst>
            </p:cNvPr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3" name="pg193">
              <a:extLst>
                <a:ext uri="{FF2B5EF4-FFF2-40B4-BE49-F238E27FC236}">
                  <a16:creationId xmlns:a16="http://schemas.microsoft.com/office/drawing/2014/main" id="{2B306CB1-7D2F-4F92-FE7A-AF8BDFE041D3}"/>
                </a:ext>
              </a:extLst>
            </p:cNvPr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4" name="pg194">
              <a:extLst>
                <a:ext uri="{FF2B5EF4-FFF2-40B4-BE49-F238E27FC236}">
                  <a16:creationId xmlns:a16="http://schemas.microsoft.com/office/drawing/2014/main" id="{397CFD4C-228F-F670-BC84-F1AFD7EB49BD}"/>
                </a:ext>
              </a:extLst>
            </p:cNvPr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5" name="pg195">
              <a:extLst>
                <a:ext uri="{FF2B5EF4-FFF2-40B4-BE49-F238E27FC236}">
                  <a16:creationId xmlns:a16="http://schemas.microsoft.com/office/drawing/2014/main" id="{A132AC66-ED37-64B0-F5C9-60E5A2D26988}"/>
                </a:ext>
              </a:extLst>
            </p:cNvPr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6" name="pg196">
              <a:extLst>
                <a:ext uri="{FF2B5EF4-FFF2-40B4-BE49-F238E27FC236}">
                  <a16:creationId xmlns:a16="http://schemas.microsoft.com/office/drawing/2014/main" id="{3B4C4335-0586-F8E7-B18F-04D9C04DBA69}"/>
                </a:ext>
              </a:extLst>
            </p:cNvPr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7" name="pg197">
              <a:extLst>
                <a:ext uri="{FF2B5EF4-FFF2-40B4-BE49-F238E27FC236}">
                  <a16:creationId xmlns:a16="http://schemas.microsoft.com/office/drawing/2014/main" id="{147EC3CC-C66F-F1F1-AE8E-5D58C062F6FF}"/>
                </a:ext>
              </a:extLst>
            </p:cNvPr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8" name="pg198">
              <a:extLst>
                <a:ext uri="{FF2B5EF4-FFF2-40B4-BE49-F238E27FC236}">
                  <a16:creationId xmlns:a16="http://schemas.microsoft.com/office/drawing/2014/main" id="{FB264C7C-4900-83C8-9E31-87EFD5EC933F}"/>
                </a:ext>
              </a:extLst>
            </p:cNvPr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9" name="pg199">
              <a:extLst>
                <a:ext uri="{FF2B5EF4-FFF2-40B4-BE49-F238E27FC236}">
                  <a16:creationId xmlns:a16="http://schemas.microsoft.com/office/drawing/2014/main" id="{4F416D0B-2605-9FFB-8EFB-1C7EE5DB7D5F}"/>
                </a:ext>
              </a:extLst>
            </p:cNvPr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0" name="pg200">
              <a:extLst>
                <a:ext uri="{FF2B5EF4-FFF2-40B4-BE49-F238E27FC236}">
                  <a16:creationId xmlns:a16="http://schemas.microsoft.com/office/drawing/2014/main" id="{D6D23984-D86A-2F49-4862-806089A00374}"/>
                </a:ext>
              </a:extLst>
            </p:cNvPr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1" name="pg201">
              <a:extLst>
                <a:ext uri="{FF2B5EF4-FFF2-40B4-BE49-F238E27FC236}">
                  <a16:creationId xmlns:a16="http://schemas.microsoft.com/office/drawing/2014/main" id="{5CB6ED4A-6105-05BD-288D-EA81C45C7ED7}"/>
                </a:ext>
              </a:extLst>
            </p:cNvPr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2" name="pg202">
              <a:extLst>
                <a:ext uri="{FF2B5EF4-FFF2-40B4-BE49-F238E27FC236}">
                  <a16:creationId xmlns:a16="http://schemas.microsoft.com/office/drawing/2014/main" id="{93A4CFFB-D83C-7172-A54B-F35C97574548}"/>
                </a:ext>
              </a:extLst>
            </p:cNvPr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3" name="pg203">
              <a:extLst>
                <a:ext uri="{FF2B5EF4-FFF2-40B4-BE49-F238E27FC236}">
                  <a16:creationId xmlns:a16="http://schemas.microsoft.com/office/drawing/2014/main" id="{DECE5D0F-DA47-5D29-24ED-4374AADF1683}"/>
                </a:ext>
              </a:extLst>
            </p:cNvPr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4" name="pg204">
              <a:extLst>
                <a:ext uri="{FF2B5EF4-FFF2-40B4-BE49-F238E27FC236}">
                  <a16:creationId xmlns:a16="http://schemas.microsoft.com/office/drawing/2014/main" id="{55F39EB9-B582-C5B3-FF04-5E735D4A6A6E}"/>
                </a:ext>
              </a:extLst>
            </p:cNvPr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5" name="pg205">
              <a:extLst>
                <a:ext uri="{FF2B5EF4-FFF2-40B4-BE49-F238E27FC236}">
                  <a16:creationId xmlns:a16="http://schemas.microsoft.com/office/drawing/2014/main" id="{59AF3CB5-2051-2F43-9D32-E822321AFEF3}"/>
                </a:ext>
              </a:extLst>
            </p:cNvPr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6" name="pg206">
              <a:extLst>
                <a:ext uri="{FF2B5EF4-FFF2-40B4-BE49-F238E27FC236}">
                  <a16:creationId xmlns:a16="http://schemas.microsoft.com/office/drawing/2014/main" id="{21B03169-FA2E-3CF2-A1A4-9AA7C92FC2A0}"/>
                </a:ext>
              </a:extLst>
            </p:cNvPr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7" name="pg207">
              <a:extLst>
                <a:ext uri="{FF2B5EF4-FFF2-40B4-BE49-F238E27FC236}">
                  <a16:creationId xmlns:a16="http://schemas.microsoft.com/office/drawing/2014/main" id="{AECE034B-64D4-E4D7-6BF3-5444E3C6C73C}"/>
                </a:ext>
              </a:extLst>
            </p:cNvPr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8" name="pg208">
              <a:extLst>
                <a:ext uri="{FF2B5EF4-FFF2-40B4-BE49-F238E27FC236}">
                  <a16:creationId xmlns:a16="http://schemas.microsoft.com/office/drawing/2014/main" id="{069B542C-24A8-F6D6-EF5F-0F82E55DE0BF}"/>
                </a:ext>
              </a:extLst>
            </p:cNvPr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9" name="pg209">
              <a:extLst>
                <a:ext uri="{FF2B5EF4-FFF2-40B4-BE49-F238E27FC236}">
                  <a16:creationId xmlns:a16="http://schemas.microsoft.com/office/drawing/2014/main" id="{A993EB0D-C66A-2438-E29B-806E4ED19760}"/>
                </a:ext>
              </a:extLst>
            </p:cNvPr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0" name="pg210">
              <a:extLst>
                <a:ext uri="{FF2B5EF4-FFF2-40B4-BE49-F238E27FC236}">
                  <a16:creationId xmlns:a16="http://schemas.microsoft.com/office/drawing/2014/main" id="{B9A88AA0-AE91-210A-E350-17DDFDD3D569}"/>
                </a:ext>
              </a:extLst>
            </p:cNvPr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1" name="pg211">
              <a:extLst>
                <a:ext uri="{FF2B5EF4-FFF2-40B4-BE49-F238E27FC236}">
                  <a16:creationId xmlns:a16="http://schemas.microsoft.com/office/drawing/2014/main" id="{22C22FC6-785B-1AC1-D163-A48C03D3DB42}"/>
                </a:ext>
              </a:extLst>
            </p:cNvPr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2" name="pg212">
              <a:extLst>
                <a:ext uri="{FF2B5EF4-FFF2-40B4-BE49-F238E27FC236}">
                  <a16:creationId xmlns:a16="http://schemas.microsoft.com/office/drawing/2014/main" id="{5DBDAD0B-81CB-2355-8624-7CF6BC6BC3CA}"/>
                </a:ext>
              </a:extLst>
            </p:cNvPr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3" name="pg213">
              <a:extLst>
                <a:ext uri="{FF2B5EF4-FFF2-40B4-BE49-F238E27FC236}">
                  <a16:creationId xmlns:a16="http://schemas.microsoft.com/office/drawing/2014/main" id="{1792EF9C-AD13-1095-9805-1399891D4752}"/>
                </a:ext>
              </a:extLst>
            </p:cNvPr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4" name="pg214">
              <a:extLst>
                <a:ext uri="{FF2B5EF4-FFF2-40B4-BE49-F238E27FC236}">
                  <a16:creationId xmlns:a16="http://schemas.microsoft.com/office/drawing/2014/main" id="{6306E0E2-841C-72AB-F5AF-C0C3C4A0ED41}"/>
                </a:ext>
              </a:extLst>
            </p:cNvPr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5" name="pg215">
              <a:extLst>
                <a:ext uri="{FF2B5EF4-FFF2-40B4-BE49-F238E27FC236}">
                  <a16:creationId xmlns:a16="http://schemas.microsoft.com/office/drawing/2014/main" id="{C21244AA-D10A-7CB4-44F1-A07C7589B66D}"/>
                </a:ext>
              </a:extLst>
            </p:cNvPr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6" name="pg216">
              <a:extLst>
                <a:ext uri="{FF2B5EF4-FFF2-40B4-BE49-F238E27FC236}">
                  <a16:creationId xmlns:a16="http://schemas.microsoft.com/office/drawing/2014/main" id="{7A4588C5-D717-F677-7509-16B53A5584D2}"/>
                </a:ext>
              </a:extLst>
            </p:cNvPr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7" name="pg217">
              <a:extLst>
                <a:ext uri="{FF2B5EF4-FFF2-40B4-BE49-F238E27FC236}">
                  <a16:creationId xmlns:a16="http://schemas.microsoft.com/office/drawing/2014/main" id="{F0B83B0B-A5BF-1E9A-EE8F-00370BFAE261}"/>
                </a:ext>
              </a:extLst>
            </p:cNvPr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8" name="pg218">
              <a:extLst>
                <a:ext uri="{FF2B5EF4-FFF2-40B4-BE49-F238E27FC236}">
                  <a16:creationId xmlns:a16="http://schemas.microsoft.com/office/drawing/2014/main" id="{35E6C123-CD57-EB8F-4594-C10E3758FAE0}"/>
                </a:ext>
              </a:extLst>
            </p:cNvPr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9" name="pg219">
              <a:extLst>
                <a:ext uri="{FF2B5EF4-FFF2-40B4-BE49-F238E27FC236}">
                  <a16:creationId xmlns:a16="http://schemas.microsoft.com/office/drawing/2014/main" id="{8C4F4299-51CA-6D09-7FEA-128491DC7E27}"/>
                </a:ext>
              </a:extLst>
            </p:cNvPr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0" name="pg220">
              <a:extLst>
                <a:ext uri="{FF2B5EF4-FFF2-40B4-BE49-F238E27FC236}">
                  <a16:creationId xmlns:a16="http://schemas.microsoft.com/office/drawing/2014/main" id="{C5A5EF7D-1072-2C21-2FA6-3D168B0B7557}"/>
                </a:ext>
              </a:extLst>
            </p:cNvPr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1" name="pg221">
              <a:extLst>
                <a:ext uri="{FF2B5EF4-FFF2-40B4-BE49-F238E27FC236}">
                  <a16:creationId xmlns:a16="http://schemas.microsoft.com/office/drawing/2014/main" id="{D91457C7-FB22-0A8B-970D-5AF2CF0CBD19}"/>
                </a:ext>
              </a:extLst>
            </p:cNvPr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2" name="pg222">
              <a:extLst>
                <a:ext uri="{FF2B5EF4-FFF2-40B4-BE49-F238E27FC236}">
                  <a16:creationId xmlns:a16="http://schemas.microsoft.com/office/drawing/2014/main" id="{41F0F9D1-83A5-658D-1540-7CBDA618E257}"/>
                </a:ext>
              </a:extLst>
            </p:cNvPr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3" name="pg223">
              <a:extLst>
                <a:ext uri="{FF2B5EF4-FFF2-40B4-BE49-F238E27FC236}">
                  <a16:creationId xmlns:a16="http://schemas.microsoft.com/office/drawing/2014/main" id="{2232F37E-6FD7-674F-0E01-9471E8AC8BE4}"/>
                </a:ext>
              </a:extLst>
            </p:cNvPr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4" name="pg224">
              <a:extLst>
                <a:ext uri="{FF2B5EF4-FFF2-40B4-BE49-F238E27FC236}">
                  <a16:creationId xmlns:a16="http://schemas.microsoft.com/office/drawing/2014/main" id="{7466A7B8-8D95-E359-B22D-C86D51125F39}"/>
                </a:ext>
              </a:extLst>
            </p:cNvPr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5" name="pg225">
              <a:extLst>
                <a:ext uri="{FF2B5EF4-FFF2-40B4-BE49-F238E27FC236}">
                  <a16:creationId xmlns:a16="http://schemas.microsoft.com/office/drawing/2014/main" id="{55752106-211F-3AA9-273B-86FEB3B2D39D}"/>
                </a:ext>
              </a:extLst>
            </p:cNvPr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6" name="pg226">
              <a:extLst>
                <a:ext uri="{FF2B5EF4-FFF2-40B4-BE49-F238E27FC236}">
                  <a16:creationId xmlns:a16="http://schemas.microsoft.com/office/drawing/2014/main" id="{1208F864-EEAB-3CDD-9190-759514785B51}"/>
                </a:ext>
              </a:extLst>
            </p:cNvPr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7" name="pg227">
              <a:extLst>
                <a:ext uri="{FF2B5EF4-FFF2-40B4-BE49-F238E27FC236}">
                  <a16:creationId xmlns:a16="http://schemas.microsoft.com/office/drawing/2014/main" id="{7603C941-F021-DF09-535D-905892EF54A0}"/>
                </a:ext>
              </a:extLst>
            </p:cNvPr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8" name="pg228">
              <a:extLst>
                <a:ext uri="{FF2B5EF4-FFF2-40B4-BE49-F238E27FC236}">
                  <a16:creationId xmlns:a16="http://schemas.microsoft.com/office/drawing/2014/main" id="{5B5975D1-E834-7BE7-9FD4-03322FAAB97C}"/>
                </a:ext>
              </a:extLst>
            </p:cNvPr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9" name="pg229">
              <a:extLst>
                <a:ext uri="{FF2B5EF4-FFF2-40B4-BE49-F238E27FC236}">
                  <a16:creationId xmlns:a16="http://schemas.microsoft.com/office/drawing/2014/main" id="{4064302D-C3FA-AECF-D43B-A4760B5D8A3C}"/>
                </a:ext>
              </a:extLst>
            </p:cNvPr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0" name="pg230">
              <a:extLst>
                <a:ext uri="{FF2B5EF4-FFF2-40B4-BE49-F238E27FC236}">
                  <a16:creationId xmlns:a16="http://schemas.microsoft.com/office/drawing/2014/main" id="{6DC24A94-DD28-1654-D6B7-15E1D26C4A73}"/>
                </a:ext>
              </a:extLst>
            </p:cNvPr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1" name="pg231">
              <a:extLst>
                <a:ext uri="{FF2B5EF4-FFF2-40B4-BE49-F238E27FC236}">
                  <a16:creationId xmlns:a16="http://schemas.microsoft.com/office/drawing/2014/main" id="{6C9A73B2-A2EC-7C40-09F0-2673789113D0}"/>
                </a:ext>
              </a:extLst>
            </p:cNvPr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2" name="pg232">
              <a:extLst>
                <a:ext uri="{FF2B5EF4-FFF2-40B4-BE49-F238E27FC236}">
                  <a16:creationId xmlns:a16="http://schemas.microsoft.com/office/drawing/2014/main" id="{C957DC4F-0A02-81B8-F023-B504381C6A1F}"/>
                </a:ext>
              </a:extLst>
            </p:cNvPr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3" name="pg233">
              <a:extLst>
                <a:ext uri="{FF2B5EF4-FFF2-40B4-BE49-F238E27FC236}">
                  <a16:creationId xmlns:a16="http://schemas.microsoft.com/office/drawing/2014/main" id="{AF36A1F7-61BC-F573-AECA-8A956C8E8F5E}"/>
                </a:ext>
              </a:extLst>
            </p:cNvPr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4" name="pg234">
              <a:extLst>
                <a:ext uri="{FF2B5EF4-FFF2-40B4-BE49-F238E27FC236}">
                  <a16:creationId xmlns:a16="http://schemas.microsoft.com/office/drawing/2014/main" id="{C2D607D4-6E52-8029-981E-407424829987}"/>
                </a:ext>
              </a:extLst>
            </p:cNvPr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5" name="pg235">
              <a:extLst>
                <a:ext uri="{FF2B5EF4-FFF2-40B4-BE49-F238E27FC236}">
                  <a16:creationId xmlns:a16="http://schemas.microsoft.com/office/drawing/2014/main" id="{46F83F1C-CF0E-8F61-69E2-3126DB7DEEAD}"/>
                </a:ext>
              </a:extLst>
            </p:cNvPr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6" name="pg236">
              <a:extLst>
                <a:ext uri="{FF2B5EF4-FFF2-40B4-BE49-F238E27FC236}">
                  <a16:creationId xmlns:a16="http://schemas.microsoft.com/office/drawing/2014/main" id="{98590E4F-5F29-B5C3-1D63-6EE0F8641AC3}"/>
                </a:ext>
              </a:extLst>
            </p:cNvPr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7" name="pg237">
              <a:extLst>
                <a:ext uri="{FF2B5EF4-FFF2-40B4-BE49-F238E27FC236}">
                  <a16:creationId xmlns:a16="http://schemas.microsoft.com/office/drawing/2014/main" id="{AEEB0DE9-812C-EE88-40BF-14484BA152A4}"/>
                </a:ext>
              </a:extLst>
            </p:cNvPr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8" name="pg238">
              <a:extLst>
                <a:ext uri="{FF2B5EF4-FFF2-40B4-BE49-F238E27FC236}">
                  <a16:creationId xmlns:a16="http://schemas.microsoft.com/office/drawing/2014/main" id="{AC5B506F-B2BC-D50C-5466-B833BF845D24}"/>
                </a:ext>
              </a:extLst>
            </p:cNvPr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9" name="pg239">
              <a:extLst>
                <a:ext uri="{FF2B5EF4-FFF2-40B4-BE49-F238E27FC236}">
                  <a16:creationId xmlns:a16="http://schemas.microsoft.com/office/drawing/2014/main" id="{3AC0F892-C5B1-AB53-4F69-BCAF9B449F1F}"/>
                </a:ext>
              </a:extLst>
            </p:cNvPr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0" name="pg240">
              <a:extLst>
                <a:ext uri="{FF2B5EF4-FFF2-40B4-BE49-F238E27FC236}">
                  <a16:creationId xmlns:a16="http://schemas.microsoft.com/office/drawing/2014/main" id="{4297CED3-18C2-9F70-C65C-C31FEDBD53B6}"/>
                </a:ext>
              </a:extLst>
            </p:cNvPr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1" name="pg241">
              <a:extLst>
                <a:ext uri="{FF2B5EF4-FFF2-40B4-BE49-F238E27FC236}">
                  <a16:creationId xmlns:a16="http://schemas.microsoft.com/office/drawing/2014/main" id="{657990A8-D343-19B1-B3AB-19ED7F1F7C41}"/>
                </a:ext>
              </a:extLst>
            </p:cNvPr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2" name="pg242">
              <a:extLst>
                <a:ext uri="{FF2B5EF4-FFF2-40B4-BE49-F238E27FC236}">
                  <a16:creationId xmlns:a16="http://schemas.microsoft.com/office/drawing/2014/main" id="{3968000E-D2E5-A46C-7956-EF92948DC35E}"/>
                </a:ext>
              </a:extLst>
            </p:cNvPr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3" name="pg243">
              <a:extLst>
                <a:ext uri="{FF2B5EF4-FFF2-40B4-BE49-F238E27FC236}">
                  <a16:creationId xmlns:a16="http://schemas.microsoft.com/office/drawing/2014/main" id="{9ADF58ED-4352-7D47-F81E-70AE57EF7E5B}"/>
                </a:ext>
              </a:extLst>
            </p:cNvPr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4" name="pg244">
              <a:extLst>
                <a:ext uri="{FF2B5EF4-FFF2-40B4-BE49-F238E27FC236}">
                  <a16:creationId xmlns:a16="http://schemas.microsoft.com/office/drawing/2014/main" id="{BF9602E1-6DBB-C89D-651E-59062D9D9FAB}"/>
                </a:ext>
              </a:extLst>
            </p:cNvPr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5" name="pg245">
              <a:extLst>
                <a:ext uri="{FF2B5EF4-FFF2-40B4-BE49-F238E27FC236}">
                  <a16:creationId xmlns:a16="http://schemas.microsoft.com/office/drawing/2014/main" id="{C1B199B0-8572-E1BE-53BC-783B162218C6}"/>
                </a:ext>
              </a:extLst>
            </p:cNvPr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6" name="pg246">
              <a:extLst>
                <a:ext uri="{FF2B5EF4-FFF2-40B4-BE49-F238E27FC236}">
                  <a16:creationId xmlns:a16="http://schemas.microsoft.com/office/drawing/2014/main" id="{0963F97B-74B9-4172-8E0D-B512CE045BBB}"/>
                </a:ext>
              </a:extLst>
            </p:cNvPr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7" name="pg247">
              <a:extLst>
                <a:ext uri="{FF2B5EF4-FFF2-40B4-BE49-F238E27FC236}">
                  <a16:creationId xmlns:a16="http://schemas.microsoft.com/office/drawing/2014/main" id="{0F3F44A9-7918-70F3-42A0-0E95DC7F1F21}"/>
                </a:ext>
              </a:extLst>
            </p:cNvPr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8" name="pg248">
              <a:extLst>
                <a:ext uri="{FF2B5EF4-FFF2-40B4-BE49-F238E27FC236}">
                  <a16:creationId xmlns:a16="http://schemas.microsoft.com/office/drawing/2014/main" id="{0A8A77CC-756F-C4A1-60FC-B3CCC23EF4A8}"/>
                </a:ext>
              </a:extLst>
            </p:cNvPr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9" name="pg249">
              <a:extLst>
                <a:ext uri="{FF2B5EF4-FFF2-40B4-BE49-F238E27FC236}">
                  <a16:creationId xmlns:a16="http://schemas.microsoft.com/office/drawing/2014/main" id="{4BFF2E85-D9AB-05C8-9931-2DDD91D63818}"/>
                </a:ext>
              </a:extLst>
            </p:cNvPr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0" name="pg250">
              <a:extLst>
                <a:ext uri="{FF2B5EF4-FFF2-40B4-BE49-F238E27FC236}">
                  <a16:creationId xmlns:a16="http://schemas.microsoft.com/office/drawing/2014/main" id="{B87DD4BF-7C29-5A26-D068-2304FA20D2A8}"/>
                </a:ext>
              </a:extLst>
            </p:cNvPr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1" name="pg251">
              <a:extLst>
                <a:ext uri="{FF2B5EF4-FFF2-40B4-BE49-F238E27FC236}">
                  <a16:creationId xmlns:a16="http://schemas.microsoft.com/office/drawing/2014/main" id="{F6748DD9-83F3-D3E8-7763-8BA92889E26B}"/>
                </a:ext>
              </a:extLst>
            </p:cNvPr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2" name="pg252">
              <a:extLst>
                <a:ext uri="{FF2B5EF4-FFF2-40B4-BE49-F238E27FC236}">
                  <a16:creationId xmlns:a16="http://schemas.microsoft.com/office/drawing/2014/main" id="{F389588C-669A-F167-61CC-31550544E30A}"/>
                </a:ext>
              </a:extLst>
            </p:cNvPr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3" name="pg253">
              <a:extLst>
                <a:ext uri="{FF2B5EF4-FFF2-40B4-BE49-F238E27FC236}">
                  <a16:creationId xmlns:a16="http://schemas.microsoft.com/office/drawing/2014/main" id="{7D81A62C-E1CF-DF62-5D39-8E71FE18478E}"/>
                </a:ext>
              </a:extLst>
            </p:cNvPr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4" name="pg254">
              <a:extLst>
                <a:ext uri="{FF2B5EF4-FFF2-40B4-BE49-F238E27FC236}">
                  <a16:creationId xmlns:a16="http://schemas.microsoft.com/office/drawing/2014/main" id="{886A4259-0DF4-FD26-9D0F-819693854746}"/>
                </a:ext>
              </a:extLst>
            </p:cNvPr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5" name="pg255">
              <a:extLst>
                <a:ext uri="{FF2B5EF4-FFF2-40B4-BE49-F238E27FC236}">
                  <a16:creationId xmlns:a16="http://schemas.microsoft.com/office/drawing/2014/main" id="{657FCAD4-0014-1E6B-B6C5-A5460C020051}"/>
                </a:ext>
              </a:extLst>
            </p:cNvPr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6" name="pg256">
              <a:extLst>
                <a:ext uri="{FF2B5EF4-FFF2-40B4-BE49-F238E27FC236}">
                  <a16:creationId xmlns:a16="http://schemas.microsoft.com/office/drawing/2014/main" id="{57B3C66A-6345-B1DE-53CE-458D961B35FF}"/>
                </a:ext>
              </a:extLst>
            </p:cNvPr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7" name="pg257">
              <a:extLst>
                <a:ext uri="{FF2B5EF4-FFF2-40B4-BE49-F238E27FC236}">
                  <a16:creationId xmlns:a16="http://schemas.microsoft.com/office/drawing/2014/main" id="{04E68D2A-27FB-CB60-6974-27E083C83B5D}"/>
                </a:ext>
              </a:extLst>
            </p:cNvPr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8" name="pg258">
              <a:extLst>
                <a:ext uri="{FF2B5EF4-FFF2-40B4-BE49-F238E27FC236}">
                  <a16:creationId xmlns:a16="http://schemas.microsoft.com/office/drawing/2014/main" id="{401CB5E8-CE8C-20B2-98E0-AA58D3186061}"/>
                </a:ext>
              </a:extLst>
            </p:cNvPr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9" name="pg259">
              <a:extLst>
                <a:ext uri="{FF2B5EF4-FFF2-40B4-BE49-F238E27FC236}">
                  <a16:creationId xmlns:a16="http://schemas.microsoft.com/office/drawing/2014/main" id="{E97A9A15-5C6D-503E-FDCC-E2409198D6D7}"/>
                </a:ext>
              </a:extLst>
            </p:cNvPr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0" name="pg260">
              <a:extLst>
                <a:ext uri="{FF2B5EF4-FFF2-40B4-BE49-F238E27FC236}">
                  <a16:creationId xmlns:a16="http://schemas.microsoft.com/office/drawing/2014/main" id="{AB990A7D-1485-EE1C-EF43-068BA0071F5E}"/>
                </a:ext>
              </a:extLst>
            </p:cNvPr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1" name="pg261">
              <a:extLst>
                <a:ext uri="{FF2B5EF4-FFF2-40B4-BE49-F238E27FC236}">
                  <a16:creationId xmlns:a16="http://schemas.microsoft.com/office/drawing/2014/main" id="{68E4AAA6-8873-5520-D69C-EF98F1A32C93}"/>
                </a:ext>
              </a:extLst>
            </p:cNvPr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2" name="pg262">
              <a:extLst>
                <a:ext uri="{FF2B5EF4-FFF2-40B4-BE49-F238E27FC236}">
                  <a16:creationId xmlns:a16="http://schemas.microsoft.com/office/drawing/2014/main" id="{B2CDD46D-DF1C-000E-E97C-00EB34235EA9}"/>
                </a:ext>
              </a:extLst>
            </p:cNvPr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3" name="pg263">
              <a:extLst>
                <a:ext uri="{FF2B5EF4-FFF2-40B4-BE49-F238E27FC236}">
                  <a16:creationId xmlns:a16="http://schemas.microsoft.com/office/drawing/2014/main" id="{BBE97E74-3AE7-A444-6389-E7C2803A32CD}"/>
                </a:ext>
              </a:extLst>
            </p:cNvPr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4" name="pg264">
              <a:extLst>
                <a:ext uri="{FF2B5EF4-FFF2-40B4-BE49-F238E27FC236}">
                  <a16:creationId xmlns:a16="http://schemas.microsoft.com/office/drawing/2014/main" id="{AE596CB2-43A7-3F1D-9354-FDDE8C5B04A8}"/>
                </a:ext>
              </a:extLst>
            </p:cNvPr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5" name="pg265">
              <a:extLst>
                <a:ext uri="{FF2B5EF4-FFF2-40B4-BE49-F238E27FC236}">
                  <a16:creationId xmlns:a16="http://schemas.microsoft.com/office/drawing/2014/main" id="{EC5BC084-3DAC-8077-282E-0FDBA6464231}"/>
                </a:ext>
              </a:extLst>
            </p:cNvPr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6" name="pg266">
              <a:extLst>
                <a:ext uri="{FF2B5EF4-FFF2-40B4-BE49-F238E27FC236}">
                  <a16:creationId xmlns:a16="http://schemas.microsoft.com/office/drawing/2014/main" id="{2D58AECD-F477-8659-FC87-8314C5157CB1}"/>
                </a:ext>
              </a:extLst>
            </p:cNvPr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7" name="pg267">
              <a:extLst>
                <a:ext uri="{FF2B5EF4-FFF2-40B4-BE49-F238E27FC236}">
                  <a16:creationId xmlns:a16="http://schemas.microsoft.com/office/drawing/2014/main" id="{B64EE4AC-8E4F-BFB6-9E9B-FB1ABFACEA84}"/>
                </a:ext>
              </a:extLst>
            </p:cNvPr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8" name="pg268">
              <a:extLst>
                <a:ext uri="{FF2B5EF4-FFF2-40B4-BE49-F238E27FC236}">
                  <a16:creationId xmlns:a16="http://schemas.microsoft.com/office/drawing/2014/main" id="{0F79CF83-68CD-FA2D-D1E3-F2E9AC0FBF7B}"/>
                </a:ext>
              </a:extLst>
            </p:cNvPr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9" name="pg269">
              <a:extLst>
                <a:ext uri="{FF2B5EF4-FFF2-40B4-BE49-F238E27FC236}">
                  <a16:creationId xmlns:a16="http://schemas.microsoft.com/office/drawing/2014/main" id="{881439C8-B862-4930-7500-141ED9A6FA29}"/>
                </a:ext>
              </a:extLst>
            </p:cNvPr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0" name="pg270">
              <a:extLst>
                <a:ext uri="{FF2B5EF4-FFF2-40B4-BE49-F238E27FC236}">
                  <a16:creationId xmlns:a16="http://schemas.microsoft.com/office/drawing/2014/main" id="{6F6A94BD-016E-311A-6E2C-357F20643A47}"/>
                </a:ext>
              </a:extLst>
            </p:cNvPr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1" name="pg271">
              <a:extLst>
                <a:ext uri="{FF2B5EF4-FFF2-40B4-BE49-F238E27FC236}">
                  <a16:creationId xmlns:a16="http://schemas.microsoft.com/office/drawing/2014/main" id="{6714922F-0FCD-5243-7CE7-A69475515EB0}"/>
                </a:ext>
              </a:extLst>
            </p:cNvPr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2" name="pg272">
              <a:extLst>
                <a:ext uri="{FF2B5EF4-FFF2-40B4-BE49-F238E27FC236}">
                  <a16:creationId xmlns:a16="http://schemas.microsoft.com/office/drawing/2014/main" id="{25249D10-D628-27B2-81B5-5656A4B3D9ED}"/>
                </a:ext>
              </a:extLst>
            </p:cNvPr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3" name="pg273">
              <a:extLst>
                <a:ext uri="{FF2B5EF4-FFF2-40B4-BE49-F238E27FC236}">
                  <a16:creationId xmlns:a16="http://schemas.microsoft.com/office/drawing/2014/main" id="{446920D8-B0F9-0220-B0B4-553CBF06B018}"/>
                </a:ext>
              </a:extLst>
            </p:cNvPr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4" name="pg274">
              <a:extLst>
                <a:ext uri="{FF2B5EF4-FFF2-40B4-BE49-F238E27FC236}">
                  <a16:creationId xmlns:a16="http://schemas.microsoft.com/office/drawing/2014/main" id="{2186CDD0-A2B2-F7F1-466C-C8B5E1034DB1}"/>
                </a:ext>
              </a:extLst>
            </p:cNvPr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5" name="pg275">
              <a:extLst>
                <a:ext uri="{FF2B5EF4-FFF2-40B4-BE49-F238E27FC236}">
                  <a16:creationId xmlns:a16="http://schemas.microsoft.com/office/drawing/2014/main" id="{36BD24DD-E9DB-DD65-963A-93ED130AF7F5}"/>
                </a:ext>
              </a:extLst>
            </p:cNvPr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6" name="pg276">
              <a:extLst>
                <a:ext uri="{FF2B5EF4-FFF2-40B4-BE49-F238E27FC236}">
                  <a16:creationId xmlns:a16="http://schemas.microsoft.com/office/drawing/2014/main" id="{95F93D59-6A71-1B82-4268-1D19D92F7383}"/>
                </a:ext>
              </a:extLst>
            </p:cNvPr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7" name="pg277">
              <a:extLst>
                <a:ext uri="{FF2B5EF4-FFF2-40B4-BE49-F238E27FC236}">
                  <a16:creationId xmlns:a16="http://schemas.microsoft.com/office/drawing/2014/main" id="{6689A654-95B6-C0DD-536F-C9B472ECB464}"/>
                </a:ext>
              </a:extLst>
            </p:cNvPr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8" name="pg278">
              <a:extLst>
                <a:ext uri="{FF2B5EF4-FFF2-40B4-BE49-F238E27FC236}">
                  <a16:creationId xmlns:a16="http://schemas.microsoft.com/office/drawing/2014/main" id="{C0219C96-16F6-7332-0F94-34FE6D4FC30C}"/>
                </a:ext>
              </a:extLst>
            </p:cNvPr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9" name="pg279">
              <a:extLst>
                <a:ext uri="{FF2B5EF4-FFF2-40B4-BE49-F238E27FC236}">
                  <a16:creationId xmlns:a16="http://schemas.microsoft.com/office/drawing/2014/main" id="{6EA07FB1-5ABA-1E69-920A-A9AC73410E9E}"/>
                </a:ext>
              </a:extLst>
            </p:cNvPr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0" name="pg280">
              <a:extLst>
                <a:ext uri="{FF2B5EF4-FFF2-40B4-BE49-F238E27FC236}">
                  <a16:creationId xmlns:a16="http://schemas.microsoft.com/office/drawing/2014/main" id="{35742BB2-0852-DC74-760C-736594A68D01}"/>
                </a:ext>
              </a:extLst>
            </p:cNvPr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1" name="pg281">
              <a:extLst>
                <a:ext uri="{FF2B5EF4-FFF2-40B4-BE49-F238E27FC236}">
                  <a16:creationId xmlns:a16="http://schemas.microsoft.com/office/drawing/2014/main" id="{200DD772-043B-40A5-DAE4-13DE02D4BC12}"/>
                </a:ext>
              </a:extLst>
            </p:cNvPr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2" name="pg282">
              <a:extLst>
                <a:ext uri="{FF2B5EF4-FFF2-40B4-BE49-F238E27FC236}">
                  <a16:creationId xmlns:a16="http://schemas.microsoft.com/office/drawing/2014/main" id="{D376739B-BDC1-E26A-8DFE-228B0CAB11BF}"/>
                </a:ext>
              </a:extLst>
            </p:cNvPr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3" name="pg283">
              <a:extLst>
                <a:ext uri="{FF2B5EF4-FFF2-40B4-BE49-F238E27FC236}">
                  <a16:creationId xmlns:a16="http://schemas.microsoft.com/office/drawing/2014/main" id="{C6850350-3B41-DEEB-E4F3-8936B38C0862}"/>
                </a:ext>
              </a:extLst>
            </p:cNvPr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4" name="pg284">
              <a:extLst>
                <a:ext uri="{FF2B5EF4-FFF2-40B4-BE49-F238E27FC236}">
                  <a16:creationId xmlns:a16="http://schemas.microsoft.com/office/drawing/2014/main" id="{3278598D-A986-C217-DA85-60E99DE8750E}"/>
                </a:ext>
              </a:extLst>
            </p:cNvPr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5" name="pg285">
              <a:extLst>
                <a:ext uri="{FF2B5EF4-FFF2-40B4-BE49-F238E27FC236}">
                  <a16:creationId xmlns:a16="http://schemas.microsoft.com/office/drawing/2014/main" id="{0AB4DAAD-23BF-46A4-3257-08AC23CD61B8}"/>
                </a:ext>
              </a:extLst>
            </p:cNvPr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6" name="pg286">
              <a:extLst>
                <a:ext uri="{FF2B5EF4-FFF2-40B4-BE49-F238E27FC236}">
                  <a16:creationId xmlns:a16="http://schemas.microsoft.com/office/drawing/2014/main" id="{5AC9732B-EC82-82C9-C6D3-4AC6C5859B45}"/>
                </a:ext>
              </a:extLst>
            </p:cNvPr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7" name="pg287">
              <a:extLst>
                <a:ext uri="{FF2B5EF4-FFF2-40B4-BE49-F238E27FC236}">
                  <a16:creationId xmlns:a16="http://schemas.microsoft.com/office/drawing/2014/main" id="{4BBD8B99-92B9-0E7C-D602-A910ED3654A1}"/>
                </a:ext>
              </a:extLst>
            </p:cNvPr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8" name="pg288">
              <a:extLst>
                <a:ext uri="{FF2B5EF4-FFF2-40B4-BE49-F238E27FC236}">
                  <a16:creationId xmlns:a16="http://schemas.microsoft.com/office/drawing/2014/main" id="{810E1FD1-D9CA-F773-25CE-0D32F61A02CA}"/>
                </a:ext>
              </a:extLst>
            </p:cNvPr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9" name="pg289">
              <a:extLst>
                <a:ext uri="{FF2B5EF4-FFF2-40B4-BE49-F238E27FC236}">
                  <a16:creationId xmlns:a16="http://schemas.microsoft.com/office/drawing/2014/main" id="{D6319C82-3A1A-756E-2D81-B28A7FBB9EA1}"/>
                </a:ext>
              </a:extLst>
            </p:cNvPr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0" name="pg290">
              <a:extLst>
                <a:ext uri="{FF2B5EF4-FFF2-40B4-BE49-F238E27FC236}">
                  <a16:creationId xmlns:a16="http://schemas.microsoft.com/office/drawing/2014/main" id="{9FBBB0FE-0AA0-0574-BE02-7C1BD8B3569E}"/>
                </a:ext>
              </a:extLst>
            </p:cNvPr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1" name="pg291">
              <a:extLst>
                <a:ext uri="{FF2B5EF4-FFF2-40B4-BE49-F238E27FC236}">
                  <a16:creationId xmlns:a16="http://schemas.microsoft.com/office/drawing/2014/main" id="{B571A28B-E831-720E-5DED-4B04835CD994}"/>
                </a:ext>
              </a:extLst>
            </p:cNvPr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2" name="pg292">
              <a:extLst>
                <a:ext uri="{FF2B5EF4-FFF2-40B4-BE49-F238E27FC236}">
                  <a16:creationId xmlns:a16="http://schemas.microsoft.com/office/drawing/2014/main" id="{63EDED89-688B-BBE3-B0B7-9C07156A9CD9}"/>
                </a:ext>
              </a:extLst>
            </p:cNvPr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3" name="pg293">
              <a:extLst>
                <a:ext uri="{FF2B5EF4-FFF2-40B4-BE49-F238E27FC236}">
                  <a16:creationId xmlns:a16="http://schemas.microsoft.com/office/drawing/2014/main" id="{C98C091C-0FEF-7187-D225-73C7629EFE35}"/>
                </a:ext>
              </a:extLst>
            </p:cNvPr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4" name="pg294">
              <a:extLst>
                <a:ext uri="{FF2B5EF4-FFF2-40B4-BE49-F238E27FC236}">
                  <a16:creationId xmlns:a16="http://schemas.microsoft.com/office/drawing/2014/main" id="{91FE0FF2-E8D3-1832-94C8-5125A466AA3C}"/>
                </a:ext>
              </a:extLst>
            </p:cNvPr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5" name="pg295">
              <a:extLst>
                <a:ext uri="{FF2B5EF4-FFF2-40B4-BE49-F238E27FC236}">
                  <a16:creationId xmlns:a16="http://schemas.microsoft.com/office/drawing/2014/main" id="{8EEC1FB5-C030-7791-4EB5-30111E7EB569}"/>
                </a:ext>
              </a:extLst>
            </p:cNvPr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6" name="pg296">
              <a:extLst>
                <a:ext uri="{FF2B5EF4-FFF2-40B4-BE49-F238E27FC236}">
                  <a16:creationId xmlns:a16="http://schemas.microsoft.com/office/drawing/2014/main" id="{AEE1DE3A-7B88-1D2E-4D5E-CC94D0F9CFF4}"/>
                </a:ext>
              </a:extLst>
            </p:cNvPr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7" name="pg297">
              <a:extLst>
                <a:ext uri="{FF2B5EF4-FFF2-40B4-BE49-F238E27FC236}">
                  <a16:creationId xmlns:a16="http://schemas.microsoft.com/office/drawing/2014/main" id="{49CD44B3-6D35-6E40-E38C-47E71EFAB57A}"/>
                </a:ext>
              </a:extLst>
            </p:cNvPr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8" name="pg298">
              <a:extLst>
                <a:ext uri="{FF2B5EF4-FFF2-40B4-BE49-F238E27FC236}">
                  <a16:creationId xmlns:a16="http://schemas.microsoft.com/office/drawing/2014/main" id="{39E9A0C6-B3CE-81A3-6314-CB5DE46709C7}"/>
                </a:ext>
              </a:extLst>
            </p:cNvPr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9" name="pg299">
              <a:extLst>
                <a:ext uri="{FF2B5EF4-FFF2-40B4-BE49-F238E27FC236}">
                  <a16:creationId xmlns:a16="http://schemas.microsoft.com/office/drawing/2014/main" id="{22A886C0-DDEE-7ACD-7D0F-9EC0667BB2F9}"/>
                </a:ext>
              </a:extLst>
            </p:cNvPr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0" name="pg300">
              <a:extLst>
                <a:ext uri="{FF2B5EF4-FFF2-40B4-BE49-F238E27FC236}">
                  <a16:creationId xmlns:a16="http://schemas.microsoft.com/office/drawing/2014/main" id="{4959F6CD-F82C-366B-8687-8EE4952E459A}"/>
                </a:ext>
              </a:extLst>
            </p:cNvPr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1" name="pg301">
              <a:extLst>
                <a:ext uri="{FF2B5EF4-FFF2-40B4-BE49-F238E27FC236}">
                  <a16:creationId xmlns:a16="http://schemas.microsoft.com/office/drawing/2014/main" id="{0E5B6AAC-AB20-FA0E-8C67-2FF09D0CA7D7}"/>
                </a:ext>
              </a:extLst>
            </p:cNvPr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2" name="pg302">
              <a:extLst>
                <a:ext uri="{FF2B5EF4-FFF2-40B4-BE49-F238E27FC236}">
                  <a16:creationId xmlns:a16="http://schemas.microsoft.com/office/drawing/2014/main" id="{81747C60-FEA1-9C31-5728-3A94FB6EF99D}"/>
                </a:ext>
              </a:extLst>
            </p:cNvPr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3" name="pg303">
              <a:extLst>
                <a:ext uri="{FF2B5EF4-FFF2-40B4-BE49-F238E27FC236}">
                  <a16:creationId xmlns:a16="http://schemas.microsoft.com/office/drawing/2014/main" id="{6BD003BF-B6BC-E3D3-D411-3DF0ECCD96E9}"/>
                </a:ext>
              </a:extLst>
            </p:cNvPr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4" name="pg304">
              <a:extLst>
                <a:ext uri="{FF2B5EF4-FFF2-40B4-BE49-F238E27FC236}">
                  <a16:creationId xmlns:a16="http://schemas.microsoft.com/office/drawing/2014/main" id="{5FC2968C-825E-7DEC-4080-AF41A3FEBC2C}"/>
                </a:ext>
              </a:extLst>
            </p:cNvPr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5" name="pg305">
              <a:extLst>
                <a:ext uri="{FF2B5EF4-FFF2-40B4-BE49-F238E27FC236}">
                  <a16:creationId xmlns:a16="http://schemas.microsoft.com/office/drawing/2014/main" id="{5D03046B-08EA-D09F-473D-972AA41969B2}"/>
                </a:ext>
              </a:extLst>
            </p:cNvPr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6" name="pg306">
              <a:extLst>
                <a:ext uri="{FF2B5EF4-FFF2-40B4-BE49-F238E27FC236}">
                  <a16:creationId xmlns:a16="http://schemas.microsoft.com/office/drawing/2014/main" id="{509617D8-5E75-C6A5-265B-465A984AB781}"/>
                </a:ext>
              </a:extLst>
            </p:cNvPr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7" name="pg307">
              <a:extLst>
                <a:ext uri="{FF2B5EF4-FFF2-40B4-BE49-F238E27FC236}">
                  <a16:creationId xmlns:a16="http://schemas.microsoft.com/office/drawing/2014/main" id="{0AC33E33-EA23-065E-DC68-40826DFB5D49}"/>
                </a:ext>
              </a:extLst>
            </p:cNvPr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8" name="pg308">
              <a:extLst>
                <a:ext uri="{FF2B5EF4-FFF2-40B4-BE49-F238E27FC236}">
                  <a16:creationId xmlns:a16="http://schemas.microsoft.com/office/drawing/2014/main" id="{B1065559-8CD8-DC96-8F9B-5E8E893313E8}"/>
                </a:ext>
              </a:extLst>
            </p:cNvPr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9" name="pg309">
              <a:extLst>
                <a:ext uri="{FF2B5EF4-FFF2-40B4-BE49-F238E27FC236}">
                  <a16:creationId xmlns:a16="http://schemas.microsoft.com/office/drawing/2014/main" id="{613B0809-0BA5-2FBB-BC67-25B68C4E4D87}"/>
                </a:ext>
              </a:extLst>
            </p:cNvPr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0" name="pg310">
              <a:extLst>
                <a:ext uri="{FF2B5EF4-FFF2-40B4-BE49-F238E27FC236}">
                  <a16:creationId xmlns:a16="http://schemas.microsoft.com/office/drawing/2014/main" id="{31C3BA5D-5822-D4AA-A90B-9D6ABE14B9D5}"/>
                </a:ext>
              </a:extLst>
            </p:cNvPr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1" name="pg311">
              <a:extLst>
                <a:ext uri="{FF2B5EF4-FFF2-40B4-BE49-F238E27FC236}">
                  <a16:creationId xmlns:a16="http://schemas.microsoft.com/office/drawing/2014/main" id="{5DCAB302-F95F-3816-090D-E20030ECC577}"/>
                </a:ext>
              </a:extLst>
            </p:cNvPr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2" name="pg312">
              <a:extLst>
                <a:ext uri="{FF2B5EF4-FFF2-40B4-BE49-F238E27FC236}">
                  <a16:creationId xmlns:a16="http://schemas.microsoft.com/office/drawing/2014/main" id="{5D1AEACA-02D5-988B-145C-02BE87EA19A1}"/>
                </a:ext>
              </a:extLst>
            </p:cNvPr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3" name="pg313">
              <a:extLst>
                <a:ext uri="{FF2B5EF4-FFF2-40B4-BE49-F238E27FC236}">
                  <a16:creationId xmlns:a16="http://schemas.microsoft.com/office/drawing/2014/main" id="{C3CAA3AC-7B91-B289-99D8-4516924E544A}"/>
                </a:ext>
              </a:extLst>
            </p:cNvPr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4" name="pg314">
              <a:extLst>
                <a:ext uri="{FF2B5EF4-FFF2-40B4-BE49-F238E27FC236}">
                  <a16:creationId xmlns:a16="http://schemas.microsoft.com/office/drawing/2014/main" id="{56740F99-DE92-B991-FE73-7B1092BD8C6B}"/>
                </a:ext>
              </a:extLst>
            </p:cNvPr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5" name="pg315">
              <a:extLst>
                <a:ext uri="{FF2B5EF4-FFF2-40B4-BE49-F238E27FC236}">
                  <a16:creationId xmlns:a16="http://schemas.microsoft.com/office/drawing/2014/main" id="{F90C5B82-E4F0-6362-45E0-C254D02494BF}"/>
                </a:ext>
              </a:extLst>
            </p:cNvPr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6" name="pg316">
              <a:extLst>
                <a:ext uri="{FF2B5EF4-FFF2-40B4-BE49-F238E27FC236}">
                  <a16:creationId xmlns:a16="http://schemas.microsoft.com/office/drawing/2014/main" id="{1F454D68-64B8-5A76-38BF-CB13BC2DDF20}"/>
                </a:ext>
              </a:extLst>
            </p:cNvPr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7" name="pg317">
              <a:extLst>
                <a:ext uri="{FF2B5EF4-FFF2-40B4-BE49-F238E27FC236}">
                  <a16:creationId xmlns:a16="http://schemas.microsoft.com/office/drawing/2014/main" id="{94E31904-4D3E-5774-A30B-C8E3773DC2DD}"/>
                </a:ext>
              </a:extLst>
            </p:cNvPr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8" name="pg318">
              <a:extLst>
                <a:ext uri="{FF2B5EF4-FFF2-40B4-BE49-F238E27FC236}">
                  <a16:creationId xmlns:a16="http://schemas.microsoft.com/office/drawing/2014/main" id="{C15E3DC8-BEE1-02FE-BD49-1CFEADBFA59B}"/>
                </a:ext>
              </a:extLst>
            </p:cNvPr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9" name="pg319">
              <a:extLst>
                <a:ext uri="{FF2B5EF4-FFF2-40B4-BE49-F238E27FC236}">
                  <a16:creationId xmlns:a16="http://schemas.microsoft.com/office/drawing/2014/main" id="{3BA68F28-5EF2-CD5C-31BF-16C8DD571376}"/>
                </a:ext>
              </a:extLst>
            </p:cNvPr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0" name="pg320">
              <a:extLst>
                <a:ext uri="{FF2B5EF4-FFF2-40B4-BE49-F238E27FC236}">
                  <a16:creationId xmlns:a16="http://schemas.microsoft.com/office/drawing/2014/main" id="{2229D59B-3C35-198D-06B6-FE7EF4C1DDDC}"/>
                </a:ext>
              </a:extLst>
            </p:cNvPr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1" name="pg321">
              <a:extLst>
                <a:ext uri="{FF2B5EF4-FFF2-40B4-BE49-F238E27FC236}">
                  <a16:creationId xmlns:a16="http://schemas.microsoft.com/office/drawing/2014/main" id="{FD55DF72-DCD9-0C60-3BB3-27C7EA65F5C3}"/>
                </a:ext>
              </a:extLst>
            </p:cNvPr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2" name="pg322">
              <a:extLst>
                <a:ext uri="{FF2B5EF4-FFF2-40B4-BE49-F238E27FC236}">
                  <a16:creationId xmlns:a16="http://schemas.microsoft.com/office/drawing/2014/main" id="{D07F2B80-4950-0D6E-3C57-E93057B235FB}"/>
                </a:ext>
              </a:extLst>
            </p:cNvPr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3" name="pg323">
              <a:extLst>
                <a:ext uri="{FF2B5EF4-FFF2-40B4-BE49-F238E27FC236}">
                  <a16:creationId xmlns:a16="http://schemas.microsoft.com/office/drawing/2014/main" id="{792B2B25-B13B-5D35-0110-3B6BF3FF683C}"/>
                </a:ext>
              </a:extLst>
            </p:cNvPr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4" name="pg324">
              <a:extLst>
                <a:ext uri="{FF2B5EF4-FFF2-40B4-BE49-F238E27FC236}">
                  <a16:creationId xmlns:a16="http://schemas.microsoft.com/office/drawing/2014/main" id="{D2C0A401-87C8-980D-563A-DCDDF5A33E85}"/>
                </a:ext>
              </a:extLst>
            </p:cNvPr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5" name="pg325">
              <a:extLst>
                <a:ext uri="{FF2B5EF4-FFF2-40B4-BE49-F238E27FC236}">
                  <a16:creationId xmlns:a16="http://schemas.microsoft.com/office/drawing/2014/main" id="{A7C29CCB-2F70-9296-FE1F-C68875129DC3}"/>
                </a:ext>
              </a:extLst>
            </p:cNvPr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6" name="pg326">
              <a:extLst>
                <a:ext uri="{FF2B5EF4-FFF2-40B4-BE49-F238E27FC236}">
                  <a16:creationId xmlns:a16="http://schemas.microsoft.com/office/drawing/2014/main" id="{1D9E8107-C869-A153-F033-4AA1A25D9B5A}"/>
                </a:ext>
              </a:extLst>
            </p:cNvPr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7" name="pg327">
              <a:extLst>
                <a:ext uri="{FF2B5EF4-FFF2-40B4-BE49-F238E27FC236}">
                  <a16:creationId xmlns:a16="http://schemas.microsoft.com/office/drawing/2014/main" id="{93896287-26A4-9D56-617D-4D1F012FA457}"/>
                </a:ext>
              </a:extLst>
            </p:cNvPr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8" name="pg328">
              <a:extLst>
                <a:ext uri="{FF2B5EF4-FFF2-40B4-BE49-F238E27FC236}">
                  <a16:creationId xmlns:a16="http://schemas.microsoft.com/office/drawing/2014/main" id="{7B9F4D34-D6A2-77BE-8269-D5CBEC4277E6}"/>
                </a:ext>
              </a:extLst>
            </p:cNvPr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9" name="pg329">
              <a:extLst>
                <a:ext uri="{FF2B5EF4-FFF2-40B4-BE49-F238E27FC236}">
                  <a16:creationId xmlns:a16="http://schemas.microsoft.com/office/drawing/2014/main" id="{82DD84F5-A7E9-C1AC-1CF9-48DB60DC3FEE}"/>
                </a:ext>
              </a:extLst>
            </p:cNvPr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0" name="pg330">
              <a:extLst>
                <a:ext uri="{FF2B5EF4-FFF2-40B4-BE49-F238E27FC236}">
                  <a16:creationId xmlns:a16="http://schemas.microsoft.com/office/drawing/2014/main" id="{96AEAB01-3449-CC10-A86D-3DA91AE44C56}"/>
                </a:ext>
              </a:extLst>
            </p:cNvPr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1" name="pg331">
              <a:extLst>
                <a:ext uri="{FF2B5EF4-FFF2-40B4-BE49-F238E27FC236}">
                  <a16:creationId xmlns:a16="http://schemas.microsoft.com/office/drawing/2014/main" id="{557A7AAC-DAC2-C71B-2C87-24D4E5220CED}"/>
                </a:ext>
              </a:extLst>
            </p:cNvPr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2" name="pg332">
              <a:extLst>
                <a:ext uri="{FF2B5EF4-FFF2-40B4-BE49-F238E27FC236}">
                  <a16:creationId xmlns:a16="http://schemas.microsoft.com/office/drawing/2014/main" id="{7EB75AD2-103A-00EF-E89D-EC4DC42B3B0B}"/>
                </a:ext>
              </a:extLst>
            </p:cNvPr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3" name="pg333">
              <a:extLst>
                <a:ext uri="{FF2B5EF4-FFF2-40B4-BE49-F238E27FC236}">
                  <a16:creationId xmlns:a16="http://schemas.microsoft.com/office/drawing/2014/main" id="{F6EA5219-649F-7DFB-30D1-2AA1611048DB}"/>
                </a:ext>
              </a:extLst>
            </p:cNvPr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4" name="pg334">
              <a:extLst>
                <a:ext uri="{FF2B5EF4-FFF2-40B4-BE49-F238E27FC236}">
                  <a16:creationId xmlns:a16="http://schemas.microsoft.com/office/drawing/2014/main" id="{93AA90FE-E02F-8086-EB6A-73ABCD6BC738}"/>
                </a:ext>
              </a:extLst>
            </p:cNvPr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5" name="pg335">
              <a:extLst>
                <a:ext uri="{FF2B5EF4-FFF2-40B4-BE49-F238E27FC236}">
                  <a16:creationId xmlns:a16="http://schemas.microsoft.com/office/drawing/2014/main" id="{6C311521-5916-729E-6C9E-47091E38CDC6}"/>
                </a:ext>
              </a:extLst>
            </p:cNvPr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6" name="pg336">
              <a:extLst>
                <a:ext uri="{FF2B5EF4-FFF2-40B4-BE49-F238E27FC236}">
                  <a16:creationId xmlns:a16="http://schemas.microsoft.com/office/drawing/2014/main" id="{4DD1566B-1892-EB9C-62DA-85D231804575}"/>
                </a:ext>
              </a:extLst>
            </p:cNvPr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7" name="pg337">
              <a:extLst>
                <a:ext uri="{FF2B5EF4-FFF2-40B4-BE49-F238E27FC236}">
                  <a16:creationId xmlns:a16="http://schemas.microsoft.com/office/drawing/2014/main" id="{CFF8340B-EE18-0EF6-A611-97EA843F37CA}"/>
                </a:ext>
              </a:extLst>
            </p:cNvPr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8" name="pg338">
              <a:extLst>
                <a:ext uri="{FF2B5EF4-FFF2-40B4-BE49-F238E27FC236}">
                  <a16:creationId xmlns:a16="http://schemas.microsoft.com/office/drawing/2014/main" id="{E6C6181B-C3CF-F692-3780-6BBEC6F5E0F7}"/>
                </a:ext>
              </a:extLst>
            </p:cNvPr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9" name="pg339">
              <a:extLst>
                <a:ext uri="{FF2B5EF4-FFF2-40B4-BE49-F238E27FC236}">
                  <a16:creationId xmlns:a16="http://schemas.microsoft.com/office/drawing/2014/main" id="{FAFF552F-1251-3460-3494-0AB738F077A7}"/>
                </a:ext>
              </a:extLst>
            </p:cNvPr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0" name="pg340">
              <a:extLst>
                <a:ext uri="{FF2B5EF4-FFF2-40B4-BE49-F238E27FC236}">
                  <a16:creationId xmlns:a16="http://schemas.microsoft.com/office/drawing/2014/main" id="{97CD366D-262D-8F8F-C68E-8F52ECEC9516}"/>
                </a:ext>
              </a:extLst>
            </p:cNvPr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1" name="pg341">
              <a:extLst>
                <a:ext uri="{FF2B5EF4-FFF2-40B4-BE49-F238E27FC236}">
                  <a16:creationId xmlns:a16="http://schemas.microsoft.com/office/drawing/2014/main" id="{1FFE7AEB-F930-B9D2-A321-CC4D96E0F094}"/>
                </a:ext>
              </a:extLst>
            </p:cNvPr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2" name="pg342">
              <a:extLst>
                <a:ext uri="{FF2B5EF4-FFF2-40B4-BE49-F238E27FC236}">
                  <a16:creationId xmlns:a16="http://schemas.microsoft.com/office/drawing/2014/main" id="{DFF42170-7217-31A5-801A-582153A12084}"/>
                </a:ext>
              </a:extLst>
            </p:cNvPr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3" name="pg343">
              <a:extLst>
                <a:ext uri="{FF2B5EF4-FFF2-40B4-BE49-F238E27FC236}">
                  <a16:creationId xmlns:a16="http://schemas.microsoft.com/office/drawing/2014/main" id="{F36AD487-D6E7-06F9-CA7C-F2AB32067CAE}"/>
                </a:ext>
              </a:extLst>
            </p:cNvPr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4" name="pg344">
              <a:extLst>
                <a:ext uri="{FF2B5EF4-FFF2-40B4-BE49-F238E27FC236}">
                  <a16:creationId xmlns:a16="http://schemas.microsoft.com/office/drawing/2014/main" id="{11AD4BD3-2331-A21E-EB7F-5D620E6CB2E4}"/>
                </a:ext>
              </a:extLst>
            </p:cNvPr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5" name="pg345">
              <a:extLst>
                <a:ext uri="{FF2B5EF4-FFF2-40B4-BE49-F238E27FC236}">
                  <a16:creationId xmlns:a16="http://schemas.microsoft.com/office/drawing/2014/main" id="{CB5BD956-C006-BC62-82EB-AE6DCF955FEC}"/>
                </a:ext>
              </a:extLst>
            </p:cNvPr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6" name="pg346">
              <a:extLst>
                <a:ext uri="{FF2B5EF4-FFF2-40B4-BE49-F238E27FC236}">
                  <a16:creationId xmlns:a16="http://schemas.microsoft.com/office/drawing/2014/main" id="{F5525E40-28F0-98F0-1BDB-7DECBA2F130E}"/>
                </a:ext>
              </a:extLst>
            </p:cNvPr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7" name="pg347">
              <a:extLst>
                <a:ext uri="{FF2B5EF4-FFF2-40B4-BE49-F238E27FC236}">
                  <a16:creationId xmlns:a16="http://schemas.microsoft.com/office/drawing/2014/main" id="{B6110FCD-E7AD-2CB8-6180-2639686BB3D0}"/>
                </a:ext>
              </a:extLst>
            </p:cNvPr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8" name="pg348">
              <a:extLst>
                <a:ext uri="{FF2B5EF4-FFF2-40B4-BE49-F238E27FC236}">
                  <a16:creationId xmlns:a16="http://schemas.microsoft.com/office/drawing/2014/main" id="{6B7780EE-FCF2-132E-DFC3-95C888ED3D2B}"/>
                </a:ext>
              </a:extLst>
            </p:cNvPr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9" name="pg349">
              <a:extLst>
                <a:ext uri="{FF2B5EF4-FFF2-40B4-BE49-F238E27FC236}">
                  <a16:creationId xmlns:a16="http://schemas.microsoft.com/office/drawing/2014/main" id="{6E861F0C-D12B-0B6B-DBDD-29BBFA54C36D}"/>
                </a:ext>
              </a:extLst>
            </p:cNvPr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0" name="pg350">
              <a:extLst>
                <a:ext uri="{FF2B5EF4-FFF2-40B4-BE49-F238E27FC236}">
                  <a16:creationId xmlns:a16="http://schemas.microsoft.com/office/drawing/2014/main" id="{C5C506CA-EAC2-BBCD-4C6C-07F4EC0FF5C6}"/>
                </a:ext>
              </a:extLst>
            </p:cNvPr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1" name="pg351">
              <a:extLst>
                <a:ext uri="{FF2B5EF4-FFF2-40B4-BE49-F238E27FC236}">
                  <a16:creationId xmlns:a16="http://schemas.microsoft.com/office/drawing/2014/main" id="{E2DA0344-3D97-0C81-1A70-03A37A1ECB83}"/>
                </a:ext>
              </a:extLst>
            </p:cNvPr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2" name="pg352">
              <a:extLst>
                <a:ext uri="{FF2B5EF4-FFF2-40B4-BE49-F238E27FC236}">
                  <a16:creationId xmlns:a16="http://schemas.microsoft.com/office/drawing/2014/main" id="{7F930934-95AB-FC06-8B33-36FB2C5B721D}"/>
                </a:ext>
              </a:extLst>
            </p:cNvPr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3" name="pg353">
              <a:extLst>
                <a:ext uri="{FF2B5EF4-FFF2-40B4-BE49-F238E27FC236}">
                  <a16:creationId xmlns:a16="http://schemas.microsoft.com/office/drawing/2014/main" id="{341406E8-6EEA-AA13-DCF8-AD4BF86FAAA1}"/>
                </a:ext>
              </a:extLst>
            </p:cNvPr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4" name="pg354">
              <a:extLst>
                <a:ext uri="{FF2B5EF4-FFF2-40B4-BE49-F238E27FC236}">
                  <a16:creationId xmlns:a16="http://schemas.microsoft.com/office/drawing/2014/main" id="{5400CAD7-EBA0-4966-FA51-E0845ED185D4}"/>
                </a:ext>
              </a:extLst>
            </p:cNvPr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5" name="pg355">
              <a:extLst>
                <a:ext uri="{FF2B5EF4-FFF2-40B4-BE49-F238E27FC236}">
                  <a16:creationId xmlns:a16="http://schemas.microsoft.com/office/drawing/2014/main" id="{C752699E-4CB6-70D7-8D36-4429BF0C750F}"/>
                </a:ext>
              </a:extLst>
            </p:cNvPr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6" name="pg356">
              <a:extLst>
                <a:ext uri="{FF2B5EF4-FFF2-40B4-BE49-F238E27FC236}">
                  <a16:creationId xmlns:a16="http://schemas.microsoft.com/office/drawing/2014/main" id="{585C37BC-E6C3-48D8-310C-2D439CD3D5CD}"/>
                </a:ext>
              </a:extLst>
            </p:cNvPr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7" name="pg357">
              <a:extLst>
                <a:ext uri="{FF2B5EF4-FFF2-40B4-BE49-F238E27FC236}">
                  <a16:creationId xmlns:a16="http://schemas.microsoft.com/office/drawing/2014/main" id="{5CBCD116-35E9-CAA5-C467-E065EDD886A6}"/>
                </a:ext>
              </a:extLst>
            </p:cNvPr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8" name="pg358">
              <a:extLst>
                <a:ext uri="{FF2B5EF4-FFF2-40B4-BE49-F238E27FC236}">
                  <a16:creationId xmlns:a16="http://schemas.microsoft.com/office/drawing/2014/main" id="{EA78AD73-07F7-BA7F-F351-E3D94E23A55D}"/>
                </a:ext>
              </a:extLst>
            </p:cNvPr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9" name="pg359">
              <a:extLst>
                <a:ext uri="{FF2B5EF4-FFF2-40B4-BE49-F238E27FC236}">
                  <a16:creationId xmlns:a16="http://schemas.microsoft.com/office/drawing/2014/main" id="{034A373F-5C23-B943-81B0-44E124F373CB}"/>
                </a:ext>
              </a:extLst>
            </p:cNvPr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0" name="pg360">
              <a:extLst>
                <a:ext uri="{FF2B5EF4-FFF2-40B4-BE49-F238E27FC236}">
                  <a16:creationId xmlns:a16="http://schemas.microsoft.com/office/drawing/2014/main" id="{7330B322-8BC6-1A77-2A71-E5EEC73FAFBF}"/>
                </a:ext>
              </a:extLst>
            </p:cNvPr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1" name="pg361">
              <a:extLst>
                <a:ext uri="{FF2B5EF4-FFF2-40B4-BE49-F238E27FC236}">
                  <a16:creationId xmlns:a16="http://schemas.microsoft.com/office/drawing/2014/main" id="{2E06666C-8D5B-7445-85F6-42AF24D3646F}"/>
                </a:ext>
              </a:extLst>
            </p:cNvPr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2" name="pg362">
              <a:extLst>
                <a:ext uri="{FF2B5EF4-FFF2-40B4-BE49-F238E27FC236}">
                  <a16:creationId xmlns:a16="http://schemas.microsoft.com/office/drawing/2014/main" id="{4AECDA70-F369-4ECF-3E89-9214E17B74DE}"/>
                </a:ext>
              </a:extLst>
            </p:cNvPr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3" name="pg363">
              <a:extLst>
                <a:ext uri="{FF2B5EF4-FFF2-40B4-BE49-F238E27FC236}">
                  <a16:creationId xmlns:a16="http://schemas.microsoft.com/office/drawing/2014/main" id="{2A3BE659-A8E7-B490-EC54-12204C318538}"/>
                </a:ext>
              </a:extLst>
            </p:cNvPr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4" name="pg364">
              <a:extLst>
                <a:ext uri="{FF2B5EF4-FFF2-40B4-BE49-F238E27FC236}">
                  <a16:creationId xmlns:a16="http://schemas.microsoft.com/office/drawing/2014/main" id="{7635EBD6-8236-7788-8790-682ED484E76B}"/>
                </a:ext>
              </a:extLst>
            </p:cNvPr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5" name="pg365">
              <a:extLst>
                <a:ext uri="{FF2B5EF4-FFF2-40B4-BE49-F238E27FC236}">
                  <a16:creationId xmlns:a16="http://schemas.microsoft.com/office/drawing/2014/main" id="{6AD46DC0-2959-226C-2303-B96191E5E45F}"/>
                </a:ext>
              </a:extLst>
            </p:cNvPr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6" name="pg366">
              <a:extLst>
                <a:ext uri="{FF2B5EF4-FFF2-40B4-BE49-F238E27FC236}">
                  <a16:creationId xmlns:a16="http://schemas.microsoft.com/office/drawing/2014/main" id="{42843176-F595-1C1C-08E8-1D825B173FB9}"/>
                </a:ext>
              </a:extLst>
            </p:cNvPr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7" name="pg367">
              <a:extLst>
                <a:ext uri="{FF2B5EF4-FFF2-40B4-BE49-F238E27FC236}">
                  <a16:creationId xmlns:a16="http://schemas.microsoft.com/office/drawing/2014/main" id="{CAC247EB-D1C2-2AFA-2501-F495955DADE3}"/>
                </a:ext>
              </a:extLst>
            </p:cNvPr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8" name="pg368">
              <a:extLst>
                <a:ext uri="{FF2B5EF4-FFF2-40B4-BE49-F238E27FC236}">
                  <a16:creationId xmlns:a16="http://schemas.microsoft.com/office/drawing/2014/main" id="{C4A2DEDB-E9C2-9EDA-4E82-E518FCAC3EB8}"/>
                </a:ext>
              </a:extLst>
            </p:cNvPr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9" name="pg369">
              <a:extLst>
                <a:ext uri="{FF2B5EF4-FFF2-40B4-BE49-F238E27FC236}">
                  <a16:creationId xmlns:a16="http://schemas.microsoft.com/office/drawing/2014/main" id="{65A30075-3204-A12B-404D-8B6F4E0E7D21}"/>
                </a:ext>
              </a:extLst>
            </p:cNvPr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0" name="pg370">
              <a:extLst>
                <a:ext uri="{FF2B5EF4-FFF2-40B4-BE49-F238E27FC236}">
                  <a16:creationId xmlns:a16="http://schemas.microsoft.com/office/drawing/2014/main" id="{D4474C59-EA4C-4C57-83D7-EB836E162E25}"/>
                </a:ext>
              </a:extLst>
            </p:cNvPr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1" name="pg371">
              <a:extLst>
                <a:ext uri="{FF2B5EF4-FFF2-40B4-BE49-F238E27FC236}">
                  <a16:creationId xmlns:a16="http://schemas.microsoft.com/office/drawing/2014/main" id="{FCED1E6B-094C-A472-A730-96ACE1CACF2B}"/>
                </a:ext>
              </a:extLst>
            </p:cNvPr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2" name="pg372">
              <a:extLst>
                <a:ext uri="{FF2B5EF4-FFF2-40B4-BE49-F238E27FC236}">
                  <a16:creationId xmlns:a16="http://schemas.microsoft.com/office/drawing/2014/main" id="{B3AAD3A3-CD86-BECF-752E-67DC03DE1B88}"/>
                </a:ext>
              </a:extLst>
            </p:cNvPr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3" name="pg373">
              <a:extLst>
                <a:ext uri="{FF2B5EF4-FFF2-40B4-BE49-F238E27FC236}">
                  <a16:creationId xmlns:a16="http://schemas.microsoft.com/office/drawing/2014/main" id="{4D077497-8499-4A12-F0AC-959FCF6A0B7B}"/>
                </a:ext>
              </a:extLst>
            </p:cNvPr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4" name="pg374">
              <a:extLst>
                <a:ext uri="{FF2B5EF4-FFF2-40B4-BE49-F238E27FC236}">
                  <a16:creationId xmlns:a16="http://schemas.microsoft.com/office/drawing/2014/main" id="{34B75404-A0C8-46A6-60A5-9CD5002D0D26}"/>
                </a:ext>
              </a:extLst>
            </p:cNvPr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5" name="pg375">
              <a:extLst>
                <a:ext uri="{FF2B5EF4-FFF2-40B4-BE49-F238E27FC236}">
                  <a16:creationId xmlns:a16="http://schemas.microsoft.com/office/drawing/2014/main" id="{83017E44-2D75-DAE7-5041-D1A2F181A46A}"/>
                </a:ext>
              </a:extLst>
            </p:cNvPr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6" name="pg376">
              <a:extLst>
                <a:ext uri="{FF2B5EF4-FFF2-40B4-BE49-F238E27FC236}">
                  <a16:creationId xmlns:a16="http://schemas.microsoft.com/office/drawing/2014/main" id="{F05CBBCF-2394-1DD6-E381-5C659FBD819D}"/>
                </a:ext>
              </a:extLst>
            </p:cNvPr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7" name="pg377">
              <a:extLst>
                <a:ext uri="{FF2B5EF4-FFF2-40B4-BE49-F238E27FC236}">
                  <a16:creationId xmlns:a16="http://schemas.microsoft.com/office/drawing/2014/main" id="{46E53E05-C8FA-15CA-48CA-DADF9B6C4F35}"/>
                </a:ext>
              </a:extLst>
            </p:cNvPr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8" name="pg378">
              <a:extLst>
                <a:ext uri="{FF2B5EF4-FFF2-40B4-BE49-F238E27FC236}">
                  <a16:creationId xmlns:a16="http://schemas.microsoft.com/office/drawing/2014/main" id="{A3F6F9C3-BA96-CC6D-92CF-4CDAA7CCCF23}"/>
                </a:ext>
              </a:extLst>
            </p:cNvPr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9" name="pg379">
              <a:extLst>
                <a:ext uri="{FF2B5EF4-FFF2-40B4-BE49-F238E27FC236}">
                  <a16:creationId xmlns:a16="http://schemas.microsoft.com/office/drawing/2014/main" id="{B8C4EABA-EA92-A967-0BA0-4BE7CD646118}"/>
                </a:ext>
              </a:extLst>
            </p:cNvPr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0" name="pg380">
              <a:extLst>
                <a:ext uri="{FF2B5EF4-FFF2-40B4-BE49-F238E27FC236}">
                  <a16:creationId xmlns:a16="http://schemas.microsoft.com/office/drawing/2014/main" id="{EA54F2B4-9FAD-26A2-3FBD-510AB90DA5A1}"/>
                </a:ext>
              </a:extLst>
            </p:cNvPr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1" name="pg381">
              <a:extLst>
                <a:ext uri="{FF2B5EF4-FFF2-40B4-BE49-F238E27FC236}">
                  <a16:creationId xmlns:a16="http://schemas.microsoft.com/office/drawing/2014/main" id="{504FA06A-2C21-8012-BC30-F1FB4809241D}"/>
                </a:ext>
              </a:extLst>
            </p:cNvPr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2" name="pg382">
              <a:extLst>
                <a:ext uri="{FF2B5EF4-FFF2-40B4-BE49-F238E27FC236}">
                  <a16:creationId xmlns:a16="http://schemas.microsoft.com/office/drawing/2014/main" id="{1767AEC3-E869-E34E-36C6-8DA8AE4FDBBE}"/>
                </a:ext>
              </a:extLst>
            </p:cNvPr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3" name="pg383">
              <a:extLst>
                <a:ext uri="{FF2B5EF4-FFF2-40B4-BE49-F238E27FC236}">
                  <a16:creationId xmlns:a16="http://schemas.microsoft.com/office/drawing/2014/main" id="{183330E9-AC8B-4BD8-6C4F-DA4EC0CDBFB7}"/>
                </a:ext>
              </a:extLst>
            </p:cNvPr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4" name="pg384">
              <a:extLst>
                <a:ext uri="{FF2B5EF4-FFF2-40B4-BE49-F238E27FC236}">
                  <a16:creationId xmlns:a16="http://schemas.microsoft.com/office/drawing/2014/main" id="{07A8B73C-AB73-DDFD-A94D-D98BF0234146}"/>
                </a:ext>
              </a:extLst>
            </p:cNvPr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5" name="pg385">
              <a:extLst>
                <a:ext uri="{FF2B5EF4-FFF2-40B4-BE49-F238E27FC236}">
                  <a16:creationId xmlns:a16="http://schemas.microsoft.com/office/drawing/2014/main" id="{284B0FC3-73AA-3BCE-03C1-7F17DF1137C7}"/>
                </a:ext>
              </a:extLst>
            </p:cNvPr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6" name="pg386">
              <a:extLst>
                <a:ext uri="{FF2B5EF4-FFF2-40B4-BE49-F238E27FC236}">
                  <a16:creationId xmlns:a16="http://schemas.microsoft.com/office/drawing/2014/main" id="{EE9C70CA-758D-C971-573D-85F56187B27D}"/>
                </a:ext>
              </a:extLst>
            </p:cNvPr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7" name="pg387">
              <a:extLst>
                <a:ext uri="{FF2B5EF4-FFF2-40B4-BE49-F238E27FC236}">
                  <a16:creationId xmlns:a16="http://schemas.microsoft.com/office/drawing/2014/main" id="{ED888E97-ED86-C6D9-7DA7-424B34DBC999}"/>
                </a:ext>
              </a:extLst>
            </p:cNvPr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8" name="pg388">
              <a:extLst>
                <a:ext uri="{FF2B5EF4-FFF2-40B4-BE49-F238E27FC236}">
                  <a16:creationId xmlns:a16="http://schemas.microsoft.com/office/drawing/2014/main" id="{3FDD6B6E-D4F4-9B9A-9B89-0BC678EE85DF}"/>
                </a:ext>
              </a:extLst>
            </p:cNvPr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9" name="pg389">
              <a:extLst>
                <a:ext uri="{FF2B5EF4-FFF2-40B4-BE49-F238E27FC236}">
                  <a16:creationId xmlns:a16="http://schemas.microsoft.com/office/drawing/2014/main" id="{6CD09A83-D57D-B941-FF26-095BD5C8EFF8}"/>
                </a:ext>
              </a:extLst>
            </p:cNvPr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0" name="pg390">
              <a:extLst>
                <a:ext uri="{FF2B5EF4-FFF2-40B4-BE49-F238E27FC236}">
                  <a16:creationId xmlns:a16="http://schemas.microsoft.com/office/drawing/2014/main" id="{6570A58F-31C9-6C72-027F-EDC84CB145BA}"/>
                </a:ext>
              </a:extLst>
            </p:cNvPr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1" name="pg391">
              <a:extLst>
                <a:ext uri="{FF2B5EF4-FFF2-40B4-BE49-F238E27FC236}">
                  <a16:creationId xmlns:a16="http://schemas.microsoft.com/office/drawing/2014/main" id="{9134C8D3-9052-26BA-94D7-4F84DF276E68}"/>
                </a:ext>
              </a:extLst>
            </p:cNvPr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2" name="pg392">
              <a:extLst>
                <a:ext uri="{FF2B5EF4-FFF2-40B4-BE49-F238E27FC236}">
                  <a16:creationId xmlns:a16="http://schemas.microsoft.com/office/drawing/2014/main" id="{67C208B3-D427-6DBB-5DB6-9C749C524300}"/>
                </a:ext>
              </a:extLst>
            </p:cNvPr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3" name="pg393">
              <a:extLst>
                <a:ext uri="{FF2B5EF4-FFF2-40B4-BE49-F238E27FC236}">
                  <a16:creationId xmlns:a16="http://schemas.microsoft.com/office/drawing/2014/main" id="{9995A3C6-7770-832A-40B9-13239CD276C8}"/>
                </a:ext>
              </a:extLst>
            </p:cNvPr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4" name="pg394">
              <a:extLst>
                <a:ext uri="{FF2B5EF4-FFF2-40B4-BE49-F238E27FC236}">
                  <a16:creationId xmlns:a16="http://schemas.microsoft.com/office/drawing/2014/main" id="{D9089C45-9B9E-8167-E5E2-DB56345B660E}"/>
                </a:ext>
              </a:extLst>
            </p:cNvPr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5" name="pg395">
              <a:extLst>
                <a:ext uri="{FF2B5EF4-FFF2-40B4-BE49-F238E27FC236}">
                  <a16:creationId xmlns:a16="http://schemas.microsoft.com/office/drawing/2014/main" id="{E1D094F2-2481-8F8E-610B-49FE6C540D61}"/>
                </a:ext>
              </a:extLst>
            </p:cNvPr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6" name="pg396">
              <a:extLst>
                <a:ext uri="{FF2B5EF4-FFF2-40B4-BE49-F238E27FC236}">
                  <a16:creationId xmlns:a16="http://schemas.microsoft.com/office/drawing/2014/main" id="{F22E468B-EB1B-849E-15D4-962BEDCD736E}"/>
                </a:ext>
              </a:extLst>
            </p:cNvPr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7" name="pg397">
              <a:extLst>
                <a:ext uri="{FF2B5EF4-FFF2-40B4-BE49-F238E27FC236}">
                  <a16:creationId xmlns:a16="http://schemas.microsoft.com/office/drawing/2014/main" id="{94FE6BA3-64B0-C87D-596A-E5C1164F42CE}"/>
                </a:ext>
              </a:extLst>
            </p:cNvPr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8" name="pg398">
              <a:extLst>
                <a:ext uri="{FF2B5EF4-FFF2-40B4-BE49-F238E27FC236}">
                  <a16:creationId xmlns:a16="http://schemas.microsoft.com/office/drawing/2014/main" id="{45655DB8-9679-75CF-37FA-26492B007AAC}"/>
                </a:ext>
              </a:extLst>
            </p:cNvPr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9" name="pg399">
              <a:extLst>
                <a:ext uri="{FF2B5EF4-FFF2-40B4-BE49-F238E27FC236}">
                  <a16:creationId xmlns:a16="http://schemas.microsoft.com/office/drawing/2014/main" id="{24EBA5D1-CD81-A7B9-F4AA-32AA7989122F}"/>
                </a:ext>
              </a:extLst>
            </p:cNvPr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0" name="pg400">
              <a:extLst>
                <a:ext uri="{FF2B5EF4-FFF2-40B4-BE49-F238E27FC236}">
                  <a16:creationId xmlns:a16="http://schemas.microsoft.com/office/drawing/2014/main" id="{0BB74971-72F8-58E0-F166-393AFA4050BB}"/>
                </a:ext>
              </a:extLst>
            </p:cNvPr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1" name="pg401">
              <a:extLst>
                <a:ext uri="{FF2B5EF4-FFF2-40B4-BE49-F238E27FC236}">
                  <a16:creationId xmlns:a16="http://schemas.microsoft.com/office/drawing/2014/main" id="{D6DDD06E-3114-91C7-E49D-8BEBB3435440}"/>
                </a:ext>
              </a:extLst>
            </p:cNvPr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2" name="pg402">
              <a:extLst>
                <a:ext uri="{FF2B5EF4-FFF2-40B4-BE49-F238E27FC236}">
                  <a16:creationId xmlns:a16="http://schemas.microsoft.com/office/drawing/2014/main" id="{45FD6E2D-C9F1-865B-6130-F4A5690B608C}"/>
                </a:ext>
              </a:extLst>
            </p:cNvPr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3" name="pg403">
              <a:extLst>
                <a:ext uri="{FF2B5EF4-FFF2-40B4-BE49-F238E27FC236}">
                  <a16:creationId xmlns:a16="http://schemas.microsoft.com/office/drawing/2014/main" id="{45A9480C-E011-90F2-643A-50064BA115A6}"/>
                </a:ext>
              </a:extLst>
            </p:cNvPr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4" name="pg404">
              <a:extLst>
                <a:ext uri="{FF2B5EF4-FFF2-40B4-BE49-F238E27FC236}">
                  <a16:creationId xmlns:a16="http://schemas.microsoft.com/office/drawing/2014/main" id="{A9A3D8F6-6500-FC07-5FB1-19D6B7BBFB48}"/>
                </a:ext>
              </a:extLst>
            </p:cNvPr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5" name="pg405">
              <a:extLst>
                <a:ext uri="{FF2B5EF4-FFF2-40B4-BE49-F238E27FC236}">
                  <a16:creationId xmlns:a16="http://schemas.microsoft.com/office/drawing/2014/main" id="{75BC6B01-5DC7-8AFF-1341-CCE8F0E7422F}"/>
                </a:ext>
              </a:extLst>
            </p:cNvPr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6" name="pg406">
              <a:extLst>
                <a:ext uri="{FF2B5EF4-FFF2-40B4-BE49-F238E27FC236}">
                  <a16:creationId xmlns:a16="http://schemas.microsoft.com/office/drawing/2014/main" id="{9BEBD52C-B807-B76B-C946-E243C79C1E80}"/>
                </a:ext>
              </a:extLst>
            </p:cNvPr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7" name="pg407">
              <a:extLst>
                <a:ext uri="{FF2B5EF4-FFF2-40B4-BE49-F238E27FC236}">
                  <a16:creationId xmlns:a16="http://schemas.microsoft.com/office/drawing/2014/main" id="{B9D6FE54-7C75-3728-3FE7-55221DF64C91}"/>
                </a:ext>
              </a:extLst>
            </p:cNvPr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8" name="pg408">
              <a:extLst>
                <a:ext uri="{FF2B5EF4-FFF2-40B4-BE49-F238E27FC236}">
                  <a16:creationId xmlns:a16="http://schemas.microsoft.com/office/drawing/2014/main" id="{15D6C1BB-5DDF-6DAD-9997-9C9E2EE1CFEB}"/>
                </a:ext>
              </a:extLst>
            </p:cNvPr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9" name="pg409">
              <a:extLst>
                <a:ext uri="{FF2B5EF4-FFF2-40B4-BE49-F238E27FC236}">
                  <a16:creationId xmlns:a16="http://schemas.microsoft.com/office/drawing/2014/main" id="{C4D13E96-7721-284F-3A30-8604169AECB0}"/>
                </a:ext>
              </a:extLst>
            </p:cNvPr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0" name="pg410">
              <a:extLst>
                <a:ext uri="{FF2B5EF4-FFF2-40B4-BE49-F238E27FC236}">
                  <a16:creationId xmlns:a16="http://schemas.microsoft.com/office/drawing/2014/main" id="{8328F73C-2C24-0BAF-6ED1-B072233069BC}"/>
                </a:ext>
              </a:extLst>
            </p:cNvPr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1" name="pg411">
              <a:extLst>
                <a:ext uri="{FF2B5EF4-FFF2-40B4-BE49-F238E27FC236}">
                  <a16:creationId xmlns:a16="http://schemas.microsoft.com/office/drawing/2014/main" id="{78252324-F510-4A1F-1686-7F4B6684B0EC}"/>
                </a:ext>
              </a:extLst>
            </p:cNvPr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2" name="pg412">
              <a:extLst>
                <a:ext uri="{FF2B5EF4-FFF2-40B4-BE49-F238E27FC236}">
                  <a16:creationId xmlns:a16="http://schemas.microsoft.com/office/drawing/2014/main" id="{88E0AF84-5DAA-7956-AF87-F0B196156D12}"/>
                </a:ext>
              </a:extLst>
            </p:cNvPr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3" name="pg413">
              <a:extLst>
                <a:ext uri="{FF2B5EF4-FFF2-40B4-BE49-F238E27FC236}">
                  <a16:creationId xmlns:a16="http://schemas.microsoft.com/office/drawing/2014/main" id="{C2F2A6B5-0992-4479-8142-E04EB806C0A5}"/>
                </a:ext>
              </a:extLst>
            </p:cNvPr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4" name="pg414">
              <a:extLst>
                <a:ext uri="{FF2B5EF4-FFF2-40B4-BE49-F238E27FC236}">
                  <a16:creationId xmlns:a16="http://schemas.microsoft.com/office/drawing/2014/main" id="{23CD9333-0901-6219-FA4D-B2DDF23AE573}"/>
                </a:ext>
              </a:extLst>
            </p:cNvPr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5" name="pg415">
              <a:extLst>
                <a:ext uri="{FF2B5EF4-FFF2-40B4-BE49-F238E27FC236}">
                  <a16:creationId xmlns:a16="http://schemas.microsoft.com/office/drawing/2014/main" id="{B4E022B6-B9D6-8903-54D5-D4718026875C}"/>
                </a:ext>
              </a:extLst>
            </p:cNvPr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6" name="pg416">
              <a:extLst>
                <a:ext uri="{FF2B5EF4-FFF2-40B4-BE49-F238E27FC236}">
                  <a16:creationId xmlns:a16="http://schemas.microsoft.com/office/drawing/2014/main" id="{0B99074C-8CF4-034A-AE9E-5B61C7E1A8D6}"/>
                </a:ext>
              </a:extLst>
            </p:cNvPr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7" name="pg417">
              <a:extLst>
                <a:ext uri="{FF2B5EF4-FFF2-40B4-BE49-F238E27FC236}">
                  <a16:creationId xmlns:a16="http://schemas.microsoft.com/office/drawing/2014/main" id="{F08CAD40-DC3B-B2AB-4AA3-5C9DF5A73004}"/>
                </a:ext>
              </a:extLst>
            </p:cNvPr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8" name="pg418">
              <a:extLst>
                <a:ext uri="{FF2B5EF4-FFF2-40B4-BE49-F238E27FC236}">
                  <a16:creationId xmlns:a16="http://schemas.microsoft.com/office/drawing/2014/main" id="{1942CC4C-2E97-2E94-6C28-A55EE2A32CCC}"/>
                </a:ext>
              </a:extLst>
            </p:cNvPr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9" name="pg419">
              <a:extLst>
                <a:ext uri="{FF2B5EF4-FFF2-40B4-BE49-F238E27FC236}">
                  <a16:creationId xmlns:a16="http://schemas.microsoft.com/office/drawing/2014/main" id="{7E4420F8-31CF-2381-C3A9-DA3428E1C06D}"/>
                </a:ext>
              </a:extLst>
            </p:cNvPr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0" name="pg420">
              <a:extLst>
                <a:ext uri="{FF2B5EF4-FFF2-40B4-BE49-F238E27FC236}">
                  <a16:creationId xmlns:a16="http://schemas.microsoft.com/office/drawing/2014/main" id="{2C8E2D99-81A8-C9CF-76C1-967B9C07D991}"/>
                </a:ext>
              </a:extLst>
            </p:cNvPr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1" name="pg421">
              <a:extLst>
                <a:ext uri="{FF2B5EF4-FFF2-40B4-BE49-F238E27FC236}">
                  <a16:creationId xmlns:a16="http://schemas.microsoft.com/office/drawing/2014/main" id="{2DBDD43C-9FDC-F177-5A99-A02C5268CFAA}"/>
                </a:ext>
              </a:extLst>
            </p:cNvPr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2" name="pg422">
              <a:extLst>
                <a:ext uri="{FF2B5EF4-FFF2-40B4-BE49-F238E27FC236}">
                  <a16:creationId xmlns:a16="http://schemas.microsoft.com/office/drawing/2014/main" id="{B5745F65-96FA-3072-27D8-BEF53353A20F}"/>
                </a:ext>
              </a:extLst>
            </p:cNvPr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3" name="pg423">
              <a:extLst>
                <a:ext uri="{FF2B5EF4-FFF2-40B4-BE49-F238E27FC236}">
                  <a16:creationId xmlns:a16="http://schemas.microsoft.com/office/drawing/2014/main" id="{44292557-348C-BBE8-0B33-19C5F9331F8F}"/>
                </a:ext>
              </a:extLst>
            </p:cNvPr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4" name="pg424">
              <a:extLst>
                <a:ext uri="{FF2B5EF4-FFF2-40B4-BE49-F238E27FC236}">
                  <a16:creationId xmlns:a16="http://schemas.microsoft.com/office/drawing/2014/main" id="{8B5DD534-0CC9-B604-DF9E-C4CAFA592D29}"/>
                </a:ext>
              </a:extLst>
            </p:cNvPr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5" name="pg425">
              <a:extLst>
                <a:ext uri="{FF2B5EF4-FFF2-40B4-BE49-F238E27FC236}">
                  <a16:creationId xmlns:a16="http://schemas.microsoft.com/office/drawing/2014/main" id="{10B64EB5-47FC-61BC-695B-8D24C50DDCEE}"/>
                </a:ext>
              </a:extLst>
            </p:cNvPr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6" name="pg426">
              <a:extLst>
                <a:ext uri="{FF2B5EF4-FFF2-40B4-BE49-F238E27FC236}">
                  <a16:creationId xmlns:a16="http://schemas.microsoft.com/office/drawing/2014/main" id="{7FBFABAD-1940-4B25-03E0-4F48385E6271}"/>
                </a:ext>
              </a:extLst>
            </p:cNvPr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7" name="pg427">
              <a:extLst>
                <a:ext uri="{FF2B5EF4-FFF2-40B4-BE49-F238E27FC236}">
                  <a16:creationId xmlns:a16="http://schemas.microsoft.com/office/drawing/2014/main" id="{35534110-B4AA-7315-C3A2-C695C798118C}"/>
                </a:ext>
              </a:extLst>
            </p:cNvPr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8" name="pg428">
              <a:extLst>
                <a:ext uri="{FF2B5EF4-FFF2-40B4-BE49-F238E27FC236}">
                  <a16:creationId xmlns:a16="http://schemas.microsoft.com/office/drawing/2014/main" id="{1AAE645F-6940-ECB5-7173-D5042A6080D9}"/>
                </a:ext>
              </a:extLst>
            </p:cNvPr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9" name="pg429">
              <a:extLst>
                <a:ext uri="{FF2B5EF4-FFF2-40B4-BE49-F238E27FC236}">
                  <a16:creationId xmlns:a16="http://schemas.microsoft.com/office/drawing/2014/main" id="{CB2A6358-6D21-A688-7CF3-4872367A2F72}"/>
                </a:ext>
              </a:extLst>
            </p:cNvPr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0" name="pg430">
              <a:extLst>
                <a:ext uri="{FF2B5EF4-FFF2-40B4-BE49-F238E27FC236}">
                  <a16:creationId xmlns:a16="http://schemas.microsoft.com/office/drawing/2014/main" id="{D0603B5E-047E-CB04-024D-108D14749164}"/>
                </a:ext>
              </a:extLst>
            </p:cNvPr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1" name="pg431">
              <a:extLst>
                <a:ext uri="{FF2B5EF4-FFF2-40B4-BE49-F238E27FC236}">
                  <a16:creationId xmlns:a16="http://schemas.microsoft.com/office/drawing/2014/main" id="{B20BEDB5-1351-B295-C219-E6743A4D33CE}"/>
                </a:ext>
              </a:extLst>
            </p:cNvPr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2" name="pg432">
              <a:extLst>
                <a:ext uri="{FF2B5EF4-FFF2-40B4-BE49-F238E27FC236}">
                  <a16:creationId xmlns:a16="http://schemas.microsoft.com/office/drawing/2014/main" id="{2AB1639D-49E1-4E07-19E6-E10FE79521B0}"/>
                </a:ext>
              </a:extLst>
            </p:cNvPr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3" name="pg433">
              <a:extLst>
                <a:ext uri="{FF2B5EF4-FFF2-40B4-BE49-F238E27FC236}">
                  <a16:creationId xmlns:a16="http://schemas.microsoft.com/office/drawing/2014/main" id="{2F84B5E5-4374-3625-DAD6-22AE40E3703D}"/>
                </a:ext>
              </a:extLst>
            </p:cNvPr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4" name="pg434">
              <a:extLst>
                <a:ext uri="{FF2B5EF4-FFF2-40B4-BE49-F238E27FC236}">
                  <a16:creationId xmlns:a16="http://schemas.microsoft.com/office/drawing/2014/main" id="{C05AB073-E039-339B-97E2-C80AAEF31381}"/>
                </a:ext>
              </a:extLst>
            </p:cNvPr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5" name="pg435">
              <a:extLst>
                <a:ext uri="{FF2B5EF4-FFF2-40B4-BE49-F238E27FC236}">
                  <a16:creationId xmlns:a16="http://schemas.microsoft.com/office/drawing/2014/main" id="{C1156069-4FE8-60A5-F7BA-02B6048DDEE9}"/>
                </a:ext>
              </a:extLst>
            </p:cNvPr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6" name="pg436">
              <a:extLst>
                <a:ext uri="{FF2B5EF4-FFF2-40B4-BE49-F238E27FC236}">
                  <a16:creationId xmlns:a16="http://schemas.microsoft.com/office/drawing/2014/main" id="{DB95AE93-62AB-59C2-51CD-F94FE91BCB15}"/>
                </a:ext>
              </a:extLst>
            </p:cNvPr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7" name="pg437">
              <a:extLst>
                <a:ext uri="{FF2B5EF4-FFF2-40B4-BE49-F238E27FC236}">
                  <a16:creationId xmlns:a16="http://schemas.microsoft.com/office/drawing/2014/main" id="{6E78337E-FFF3-937D-A36C-D07E3B63DF3C}"/>
                </a:ext>
              </a:extLst>
            </p:cNvPr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8" name="pg438">
              <a:extLst>
                <a:ext uri="{FF2B5EF4-FFF2-40B4-BE49-F238E27FC236}">
                  <a16:creationId xmlns:a16="http://schemas.microsoft.com/office/drawing/2014/main" id="{24C931A5-DFD9-4F0C-1B65-EFC83E207EA2}"/>
                </a:ext>
              </a:extLst>
            </p:cNvPr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9" name="pg439">
              <a:extLst>
                <a:ext uri="{FF2B5EF4-FFF2-40B4-BE49-F238E27FC236}">
                  <a16:creationId xmlns:a16="http://schemas.microsoft.com/office/drawing/2014/main" id="{8D94358A-AEFB-56CC-BC33-F222B6C712D5}"/>
                </a:ext>
              </a:extLst>
            </p:cNvPr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0" name="pg440">
              <a:extLst>
                <a:ext uri="{FF2B5EF4-FFF2-40B4-BE49-F238E27FC236}">
                  <a16:creationId xmlns:a16="http://schemas.microsoft.com/office/drawing/2014/main" id="{6FE20FC1-3CF9-37C5-4DA0-D0FF251CA5A6}"/>
                </a:ext>
              </a:extLst>
            </p:cNvPr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1" name="pg441">
              <a:extLst>
                <a:ext uri="{FF2B5EF4-FFF2-40B4-BE49-F238E27FC236}">
                  <a16:creationId xmlns:a16="http://schemas.microsoft.com/office/drawing/2014/main" id="{08A43677-A636-DD27-68A7-47C9AEE1FE75}"/>
                </a:ext>
              </a:extLst>
            </p:cNvPr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2" name="pg442">
              <a:extLst>
                <a:ext uri="{FF2B5EF4-FFF2-40B4-BE49-F238E27FC236}">
                  <a16:creationId xmlns:a16="http://schemas.microsoft.com/office/drawing/2014/main" id="{F12B09A4-8127-1747-9968-50C19C0A4E81}"/>
                </a:ext>
              </a:extLst>
            </p:cNvPr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3" name="pg443">
              <a:extLst>
                <a:ext uri="{FF2B5EF4-FFF2-40B4-BE49-F238E27FC236}">
                  <a16:creationId xmlns:a16="http://schemas.microsoft.com/office/drawing/2014/main" id="{39D9C41D-7D36-EC58-17C5-50C8362EFDF9}"/>
                </a:ext>
              </a:extLst>
            </p:cNvPr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4" name="pg444">
              <a:extLst>
                <a:ext uri="{FF2B5EF4-FFF2-40B4-BE49-F238E27FC236}">
                  <a16:creationId xmlns:a16="http://schemas.microsoft.com/office/drawing/2014/main" id="{926F676B-461D-97D5-D4F0-9775A5F47A22}"/>
                </a:ext>
              </a:extLst>
            </p:cNvPr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5" name="pg445">
              <a:extLst>
                <a:ext uri="{FF2B5EF4-FFF2-40B4-BE49-F238E27FC236}">
                  <a16:creationId xmlns:a16="http://schemas.microsoft.com/office/drawing/2014/main" id="{B688952E-289D-25F0-C4DD-B96F933F3E05}"/>
                </a:ext>
              </a:extLst>
            </p:cNvPr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6" name="pg446">
              <a:extLst>
                <a:ext uri="{FF2B5EF4-FFF2-40B4-BE49-F238E27FC236}">
                  <a16:creationId xmlns:a16="http://schemas.microsoft.com/office/drawing/2014/main" id="{905A574B-CB12-BF29-397C-4D616A34D237}"/>
                </a:ext>
              </a:extLst>
            </p:cNvPr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7" name="pg447">
              <a:extLst>
                <a:ext uri="{FF2B5EF4-FFF2-40B4-BE49-F238E27FC236}">
                  <a16:creationId xmlns:a16="http://schemas.microsoft.com/office/drawing/2014/main" id="{08AF9B80-169C-E3DC-A55E-3C9138EA705D}"/>
                </a:ext>
              </a:extLst>
            </p:cNvPr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8" name="pg448">
              <a:extLst>
                <a:ext uri="{FF2B5EF4-FFF2-40B4-BE49-F238E27FC236}">
                  <a16:creationId xmlns:a16="http://schemas.microsoft.com/office/drawing/2014/main" id="{0CD72F6D-65D9-0699-DD84-55BA6E82DE86}"/>
                </a:ext>
              </a:extLst>
            </p:cNvPr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9" name="pg449">
              <a:extLst>
                <a:ext uri="{FF2B5EF4-FFF2-40B4-BE49-F238E27FC236}">
                  <a16:creationId xmlns:a16="http://schemas.microsoft.com/office/drawing/2014/main" id="{335AFFD6-E58D-E5FE-DED9-2FB16A1D1389}"/>
                </a:ext>
              </a:extLst>
            </p:cNvPr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0" name="pg450">
              <a:extLst>
                <a:ext uri="{FF2B5EF4-FFF2-40B4-BE49-F238E27FC236}">
                  <a16:creationId xmlns:a16="http://schemas.microsoft.com/office/drawing/2014/main" id="{0CCAE1F4-D18D-B566-8338-B29BFE180944}"/>
                </a:ext>
              </a:extLst>
            </p:cNvPr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1" name="pg451">
              <a:extLst>
                <a:ext uri="{FF2B5EF4-FFF2-40B4-BE49-F238E27FC236}">
                  <a16:creationId xmlns:a16="http://schemas.microsoft.com/office/drawing/2014/main" id="{E99AD9BD-9FF9-D613-1E50-BD634561DEE4}"/>
                </a:ext>
              </a:extLst>
            </p:cNvPr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2" name="pg452">
              <a:extLst>
                <a:ext uri="{FF2B5EF4-FFF2-40B4-BE49-F238E27FC236}">
                  <a16:creationId xmlns:a16="http://schemas.microsoft.com/office/drawing/2014/main" id="{DE518139-1683-311E-5149-CC150EB934ED}"/>
                </a:ext>
              </a:extLst>
            </p:cNvPr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3" name="pg453">
              <a:extLst>
                <a:ext uri="{FF2B5EF4-FFF2-40B4-BE49-F238E27FC236}">
                  <a16:creationId xmlns:a16="http://schemas.microsoft.com/office/drawing/2014/main" id="{413ED87F-9C9B-C5A9-C010-D52EA9E098EC}"/>
                </a:ext>
              </a:extLst>
            </p:cNvPr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4" name="pg454">
              <a:extLst>
                <a:ext uri="{FF2B5EF4-FFF2-40B4-BE49-F238E27FC236}">
                  <a16:creationId xmlns:a16="http://schemas.microsoft.com/office/drawing/2014/main" id="{A3D19996-E08A-9691-D35A-CDF2AAF4A9ED}"/>
                </a:ext>
              </a:extLst>
            </p:cNvPr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5" name="pg455">
              <a:extLst>
                <a:ext uri="{FF2B5EF4-FFF2-40B4-BE49-F238E27FC236}">
                  <a16:creationId xmlns:a16="http://schemas.microsoft.com/office/drawing/2014/main" id="{7AA3758C-FA4C-8FA7-94DB-CE09241B765F}"/>
                </a:ext>
              </a:extLst>
            </p:cNvPr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6" name="pg456">
              <a:extLst>
                <a:ext uri="{FF2B5EF4-FFF2-40B4-BE49-F238E27FC236}">
                  <a16:creationId xmlns:a16="http://schemas.microsoft.com/office/drawing/2014/main" id="{A07EF778-71E4-0677-DB1A-EBCA67D783DE}"/>
                </a:ext>
              </a:extLst>
            </p:cNvPr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7" name="pg457">
              <a:extLst>
                <a:ext uri="{FF2B5EF4-FFF2-40B4-BE49-F238E27FC236}">
                  <a16:creationId xmlns:a16="http://schemas.microsoft.com/office/drawing/2014/main" id="{74004133-EB32-EC2B-14EF-A1797B0B39E8}"/>
                </a:ext>
              </a:extLst>
            </p:cNvPr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8" name="pg458">
              <a:extLst>
                <a:ext uri="{FF2B5EF4-FFF2-40B4-BE49-F238E27FC236}">
                  <a16:creationId xmlns:a16="http://schemas.microsoft.com/office/drawing/2014/main" id="{CCA6AF0F-B430-3F47-2CD2-8F7B60A2ECA2}"/>
                </a:ext>
              </a:extLst>
            </p:cNvPr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9" name="pg459">
              <a:extLst>
                <a:ext uri="{FF2B5EF4-FFF2-40B4-BE49-F238E27FC236}">
                  <a16:creationId xmlns:a16="http://schemas.microsoft.com/office/drawing/2014/main" id="{98ACFE7B-AE0A-162B-62EB-20892F8F1078}"/>
                </a:ext>
              </a:extLst>
            </p:cNvPr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0" name="pg460">
              <a:extLst>
                <a:ext uri="{FF2B5EF4-FFF2-40B4-BE49-F238E27FC236}">
                  <a16:creationId xmlns:a16="http://schemas.microsoft.com/office/drawing/2014/main" id="{FD5854D5-FBC0-C124-B86F-C70AC00F33B9}"/>
                </a:ext>
              </a:extLst>
            </p:cNvPr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1" name="pg461">
              <a:extLst>
                <a:ext uri="{FF2B5EF4-FFF2-40B4-BE49-F238E27FC236}">
                  <a16:creationId xmlns:a16="http://schemas.microsoft.com/office/drawing/2014/main" id="{EFC1E332-C2DB-AEC9-A983-8BDBC8BCFA3E}"/>
                </a:ext>
              </a:extLst>
            </p:cNvPr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2" name="pg462">
              <a:extLst>
                <a:ext uri="{FF2B5EF4-FFF2-40B4-BE49-F238E27FC236}">
                  <a16:creationId xmlns:a16="http://schemas.microsoft.com/office/drawing/2014/main" id="{2B0300BF-BFA6-E879-7115-BD6E80ABE227}"/>
                </a:ext>
              </a:extLst>
            </p:cNvPr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3" name="pg463">
              <a:extLst>
                <a:ext uri="{FF2B5EF4-FFF2-40B4-BE49-F238E27FC236}">
                  <a16:creationId xmlns:a16="http://schemas.microsoft.com/office/drawing/2014/main" id="{E557726C-4BDD-1878-4D85-571BF67A3F3A}"/>
                </a:ext>
              </a:extLst>
            </p:cNvPr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4" name="pg464">
              <a:extLst>
                <a:ext uri="{FF2B5EF4-FFF2-40B4-BE49-F238E27FC236}">
                  <a16:creationId xmlns:a16="http://schemas.microsoft.com/office/drawing/2014/main" id="{B22CEE43-D29D-4CAB-0EE8-1AE4BFE619E2}"/>
                </a:ext>
              </a:extLst>
            </p:cNvPr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5" name="pg465">
              <a:extLst>
                <a:ext uri="{FF2B5EF4-FFF2-40B4-BE49-F238E27FC236}">
                  <a16:creationId xmlns:a16="http://schemas.microsoft.com/office/drawing/2014/main" id="{9DA21954-8635-AE25-A9CB-9D27209F2245}"/>
                </a:ext>
              </a:extLst>
            </p:cNvPr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6" name="pg466">
              <a:extLst>
                <a:ext uri="{FF2B5EF4-FFF2-40B4-BE49-F238E27FC236}">
                  <a16:creationId xmlns:a16="http://schemas.microsoft.com/office/drawing/2014/main" id="{9FCABE65-83A4-532F-3944-746DC8DF050A}"/>
                </a:ext>
              </a:extLst>
            </p:cNvPr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7" name="pg467">
              <a:extLst>
                <a:ext uri="{FF2B5EF4-FFF2-40B4-BE49-F238E27FC236}">
                  <a16:creationId xmlns:a16="http://schemas.microsoft.com/office/drawing/2014/main" id="{CB8F45EE-AA15-54E8-0694-1ABEA599B254}"/>
                </a:ext>
              </a:extLst>
            </p:cNvPr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8" name="pg468">
              <a:extLst>
                <a:ext uri="{FF2B5EF4-FFF2-40B4-BE49-F238E27FC236}">
                  <a16:creationId xmlns:a16="http://schemas.microsoft.com/office/drawing/2014/main" id="{9B99359D-315F-DD53-B470-9A97A22B2533}"/>
                </a:ext>
              </a:extLst>
            </p:cNvPr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9" name="pg469">
              <a:extLst>
                <a:ext uri="{FF2B5EF4-FFF2-40B4-BE49-F238E27FC236}">
                  <a16:creationId xmlns:a16="http://schemas.microsoft.com/office/drawing/2014/main" id="{16686476-140B-0A08-CB32-C9878D767F6C}"/>
                </a:ext>
              </a:extLst>
            </p:cNvPr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0" name="pg470">
              <a:extLst>
                <a:ext uri="{FF2B5EF4-FFF2-40B4-BE49-F238E27FC236}">
                  <a16:creationId xmlns:a16="http://schemas.microsoft.com/office/drawing/2014/main" id="{3E667678-2FBB-C324-68CE-88493F96887C}"/>
                </a:ext>
              </a:extLst>
            </p:cNvPr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1" name="pg471">
              <a:extLst>
                <a:ext uri="{FF2B5EF4-FFF2-40B4-BE49-F238E27FC236}">
                  <a16:creationId xmlns:a16="http://schemas.microsoft.com/office/drawing/2014/main" id="{57988D4B-8789-33EB-B5F0-2B918C4FE5F6}"/>
                </a:ext>
              </a:extLst>
            </p:cNvPr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2" name="pg472">
              <a:extLst>
                <a:ext uri="{FF2B5EF4-FFF2-40B4-BE49-F238E27FC236}">
                  <a16:creationId xmlns:a16="http://schemas.microsoft.com/office/drawing/2014/main" id="{C09DAE4A-6596-0322-13F4-1E6FD2F52997}"/>
                </a:ext>
              </a:extLst>
            </p:cNvPr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3" name="pg473">
              <a:extLst>
                <a:ext uri="{FF2B5EF4-FFF2-40B4-BE49-F238E27FC236}">
                  <a16:creationId xmlns:a16="http://schemas.microsoft.com/office/drawing/2014/main" id="{4FF7C02E-4E51-8644-CC3D-35E204EAFB18}"/>
                </a:ext>
              </a:extLst>
            </p:cNvPr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4" name="pg474">
              <a:extLst>
                <a:ext uri="{FF2B5EF4-FFF2-40B4-BE49-F238E27FC236}">
                  <a16:creationId xmlns:a16="http://schemas.microsoft.com/office/drawing/2014/main" id="{DF1C12C4-1A6A-4173-C08D-AA8D8A0906F1}"/>
                </a:ext>
              </a:extLst>
            </p:cNvPr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5" name="pg475">
              <a:extLst>
                <a:ext uri="{FF2B5EF4-FFF2-40B4-BE49-F238E27FC236}">
                  <a16:creationId xmlns:a16="http://schemas.microsoft.com/office/drawing/2014/main" id="{CF4B6BA7-2995-C68A-6D0C-F4CCB122D7A6}"/>
                </a:ext>
              </a:extLst>
            </p:cNvPr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6" name="pg476">
              <a:extLst>
                <a:ext uri="{FF2B5EF4-FFF2-40B4-BE49-F238E27FC236}">
                  <a16:creationId xmlns:a16="http://schemas.microsoft.com/office/drawing/2014/main" id="{17589901-EBF8-544B-94D9-9FB6E1931F37}"/>
                </a:ext>
              </a:extLst>
            </p:cNvPr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7" name="pg477">
              <a:extLst>
                <a:ext uri="{FF2B5EF4-FFF2-40B4-BE49-F238E27FC236}">
                  <a16:creationId xmlns:a16="http://schemas.microsoft.com/office/drawing/2014/main" id="{784318FE-2691-00F4-8943-A59935258EE5}"/>
                </a:ext>
              </a:extLst>
            </p:cNvPr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8" name="pg478">
              <a:extLst>
                <a:ext uri="{FF2B5EF4-FFF2-40B4-BE49-F238E27FC236}">
                  <a16:creationId xmlns:a16="http://schemas.microsoft.com/office/drawing/2014/main" id="{8C828E14-6C15-C3F6-769C-86F55611B10A}"/>
                </a:ext>
              </a:extLst>
            </p:cNvPr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9" name="pg479">
              <a:extLst>
                <a:ext uri="{FF2B5EF4-FFF2-40B4-BE49-F238E27FC236}">
                  <a16:creationId xmlns:a16="http://schemas.microsoft.com/office/drawing/2014/main" id="{82CD9430-7957-B170-C695-8F596C3960A7}"/>
                </a:ext>
              </a:extLst>
            </p:cNvPr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0" name="pg480">
              <a:extLst>
                <a:ext uri="{FF2B5EF4-FFF2-40B4-BE49-F238E27FC236}">
                  <a16:creationId xmlns:a16="http://schemas.microsoft.com/office/drawing/2014/main" id="{89D704BA-25FE-D4C1-A222-6235D78B02B1}"/>
                </a:ext>
              </a:extLst>
            </p:cNvPr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1" name="pg481">
              <a:extLst>
                <a:ext uri="{FF2B5EF4-FFF2-40B4-BE49-F238E27FC236}">
                  <a16:creationId xmlns:a16="http://schemas.microsoft.com/office/drawing/2014/main" id="{8422F8CF-2BF9-A0F4-7AF5-1BC02A434C04}"/>
                </a:ext>
              </a:extLst>
            </p:cNvPr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2" name="pg482">
              <a:extLst>
                <a:ext uri="{FF2B5EF4-FFF2-40B4-BE49-F238E27FC236}">
                  <a16:creationId xmlns:a16="http://schemas.microsoft.com/office/drawing/2014/main" id="{1503F50A-FEB6-4850-7363-90C8807F04A6}"/>
                </a:ext>
              </a:extLst>
            </p:cNvPr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3" name="pg483">
              <a:extLst>
                <a:ext uri="{FF2B5EF4-FFF2-40B4-BE49-F238E27FC236}">
                  <a16:creationId xmlns:a16="http://schemas.microsoft.com/office/drawing/2014/main" id="{47570AFC-A9D0-BEB5-C898-130AE05795AC}"/>
                </a:ext>
              </a:extLst>
            </p:cNvPr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4" name="pg484">
              <a:extLst>
                <a:ext uri="{FF2B5EF4-FFF2-40B4-BE49-F238E27FC236}">
                  <a16:creationId xmlns:a16="http://schemas.microsoft.com/office/drawing/2014/main" id="{A5EE03E0-3868-F706-0C87-8C703A6FC82B}"/>
                </a:ext>
              </a:extLst>
            </p:cNvPr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5" name="pg485">
              <a:extLst>
                <a:ext uri="{FF2B5EF4-FFF2-40B4-BE49-F238E27FC236}">
                  <a16:creationId xmlns:a16="http://schemas.microsoft.com/office/drawing/2014/main" id="{BC154F80-4992-5026-0556-459F7EA44672}"/>
                </a:ext>
              </a:extLst>
            </p:cNvPr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6" name="pg486">
              <a:extLst>
                <a:ext uri="{FF2B5EF4-FFF2-40B4-BE49-F238E27FC236}">
                  <a16:creationId xmlns:a16="http://schemas.microsoft.com/office/drawing/2014/main" id="{DBD22F7A-9E9F-1C56-0DD7-F26FC4C7112D}"/>
                </a:ext>
              </a:extLst>
            </p:cNvPr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7" name="pg487">
              <a:extLst>
                <a:ext uri="{FF2B5EF4-FFF2-40B4-BE49-F238E27FC236}">
                  <a16:creationId xmlns:a16="http://schemas.microsoft.com/office/drawing/2014/main" id="{E224A289-E7DC-3B08-4961-0B93C467B2CE}"/>
                </a:ext>
              </a:extLst>
            </p:cNvPr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8" name="pg488">
              <a:extLst>
                <a:ext uri="{FF2B5EF4-FFF2-40B4-BE49-F238E27FC236}">
                  <a16:creationId xmlns:a16="http://schemas.microsoft.com/office/drawing/2014/main" id="{3D10836D-4EF7-1CD5-0579-3B44D0A079A0}"/>
                </a:ext>
              </a:extLst>
            </p:cNvPr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9" name="pg489">
              <a:extLst>
                <a:ext uri="{FF2B5EF4-FFF2-40B4-BE49-F238E27FC236}">
                  <a16:creationId xmlns:a16="http://schemas.microsoft.com/office/drawing/2014/main" id="{8EAA0727-4EA8-21C5-83EC-150A8FF54E56}"/>
                </a:ext>
              </a:extLst>
            </p:cNvPr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0" name="pg490">
              <a:extLst>
                <a:ext uri="{FF2B5EF4-FFF2-40B4-BE49-F238E27FC236}">
                  <a16:creationId xmlns:a16="http://schemas.microsoft.com/office/drawing/2014/main" id="{FD07472A-F8A8-3DB2-4749-8300516A2D81}"/>
                </a:ext>
              </a:extLst>
            </p:cNvPr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1" name="pg491">
              <a:extLst>
                <a:ext uri="{FF2B5EF4-FFF2-40B4-BE49-F238E27FC236}">
                  <a16:creationId xmlns:a16="http://schemas.microsoft.com/office/drawing/2014/main" id="{DB1032D2-89CC-44AA-723C-3B04719C7BAD}"/>
                </a:ext>
              </a:extLst>
            </p:cNvPr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2" name="pg492">
              <a:extLst>
                <a:ext uri="{FF2B5EF4-FFF2-40B4-BE49-F238E27FC236}">
                  <a16:creationId xmlns:a16="http://schemas.microsoft.com/office/drawing/2014/main" id="{F40CCB75-3732-A756-8430-F8830090A205}"/>
                </a:ext>
              </a:extLst>
            </p:cNvPr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3" name="pg493">
              <a:extLst>
                <a:ext uri="{FF2B5EF4-FFF2-40B4-BE49-F238E27FC236}">
                  <a16:creationId xmlns:a16="http://schemas.microsoft.com/office/drawing/2014/main" id="{2407A186-88E3-83E4-7E2D-9E8F08653C3F}"/>
                </a:ext>
              </a:extLst>
            </p:cNvPr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4" name="pg494">
              <a:extLst>
                <a:ext uri="{FF2B5EF4-FFF2-40B4-BE49-F238E27FC236}">
                  <a16:creationId xmlns:a16="http://schemas.microsoft.com/office/drawing/2014/main" id="{2F6951EC-60EE-649E-0C45-27DACB5F6803}"/>
                </a:ext>
              </a:extLst>
            </p:cNvPr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5" name="pg495">
              <a:extLst>
                <a:ext uri="{FF2B5EF4-FFF2-40B4-BE49-F238E27FC236}">
                  <a16:creationId xmlns:a16="http://schemas.microsoft.com/office/drawing/2014/main" id="{9AAAF92D-4685-8F5C-C9C0-B2AC878FC545}"/>
                </a:ext>
              </a:extLst>
            </p:cNvPr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6" name="pg496">
              <a:extLst>
                <a:ext uri="{FF2B5EF4-FFF2-40B4-BE49-F238E27FC236}">
                  <a16:creationId xmlns:a16="http://schemas.microsoft.com/office/drawing/2014/main" id="{68179D10-5CA2-E062-5E0E-BA84CB654262}"/>
                </a:ext>
              </a:extLst>
            </p:cNvPr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7" name="pg497">
              <a:extLst>
                <a:ext uri="{FF2B5EF4-FFF2-40B4-BE49-F238E27FC236}">
                  <a16:creationId xmlns:a16="http://schemas.microsoft.com/office/drawing/2014/main" id="{00BB6828-3C7B-57AC-A2EE-AC50B3298991}"/>
                </a:ext>
              </a:extLst>
            </p:cNvPr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8" name="pg498">
              <a:extLst>
                <a:ext uri="{FF2B5EF4-FFF2-40B4-BE49-F238E27FC236}">
                  <a16:creationId xmlns:a16="http://schemas.microsoft.com/office/drawing/2014/main" id="{B503C2A6-453B-BB75-9617-2C1EB0AD7187}"/>
                </a:ext>
              </a:extLst>
            </p:cNvPr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9" name="pg499">
              <a:extLst>
                <a:ext uri="{FF2B5EF4-FFF2-40B4-BE49-F238E27FC236}">
                  <a16:creationId xmlns:a16="http://schemas.microsoft.com/office/drawing/2014/main" id="{C0864152-6326-96B8-6B62-58A7C433F931}"/>
                </a:ext>
              </a:extLst>
            </p:cNvPr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0" name="pg500">
              <a:extLst>
                <a:ext uri="{FF2B5EF4-FFF2-40B4-BE49-F238E27FC236}">
                  <a16:creationId xmlns:a16="http://schemas.microsoft.com/office/drawing/2014/main" id="{86CE1E2C-10B3-CB2A-7165-0158BEEF7F79}"/>
                </a:ext>
              </a:extLst>
            </p:cNvPr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1" name="pg501">
              <a:extLst>
                <a:ext uri="{FF2B5EF4-FFF2-40B4-BE49-F238E27FC236}">
                  <a16:creationId xmlns:a16="http://schemas.microsoft.com/office/drawing/2014/main" id="{AA00DBAA-2BD9-825A-2B63-633BB00696DA}"/>
                </a:ext>
              </a:extLst>
            </p:cNvPr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2" name="pg502">
              <a:extLst>
                <a:ext uri="{FF2B5EF4-FFF2-40B4-BE49-F238E27FC236}">
                  <a16:creationId xmlns:a16="http://schemas.microsoft.com/office/drawing/2014/main" id="{677FA8BF-8688-504A-15F9-5A4379AEBE69}"/>
                </a:ext>
              </a:extLst>
            </p:cNvPr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3" name="pg503">
              <a:extLst>
                <a:ext uri="{FF2B5EF4-FFF2-40B4-BE49-F238E27FC236}">
                  <a16:creationId xmlns:a16="http://schemas.microsoft.com/office/drawing/2014/main" id="{1072BEBE-FAD8-71E0-BE1E-7100852679E0}"/>
                </a:ext>
              </a:extLst>
            </p:cNvPr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4" name="pg504">
              <a:extLst>
                <a:ext uri="{FF2B5EF4-FFF2-40B4-BE49-F238E27FC236}">
                  <a16:creationId xmlns:a16="http://schemas.microsoft.com/office/drawing/2014/main" id="{9BEBA92F-20D5-ED01-620A-2FA706A2FAA5}"/>
                </a:ext>
              </a:extLst>
            </p:cNvPr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5" name="pg505">
              <a:extLst>
                <a:ext uri="{FF2B5EF4-FFF2-40B4-BE49-F238E27FC236}">
                  <a16:creationId xmlns:a16="http://schemas.microsoft.com/office/drawing/2014/main" id="{0665C2AA-8D55-75AF-401D-C03A3F0C28A8}"/>
                </a:ext>
              </a:extLst>
            </p:cNvPr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6" name="pg506">
              <a:extLst>
                <a:ext uri="{FF2B5EF4-FFF2-40B4-BE49-F238E27FC236}">
                  <a16:creationId xmlns:a16="http://schemas.microsoft.com/office/drawing/2014/main" id="{10C5520F-0943-720A-76FB-208CFAA926A1}"/>
                </a:ext>
              </a:extLst>
            </p:cNvPr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7" name="pg507">
              <a:extLst>
                <a:ext uri="{FF2B5EF4-FFF2-40B4-BE49-F238E27FC236}">
                  <a16:creationId xmlns:a16="http://schemas.microsoft.com/office/drawing/2014/main" id="{D9FA04BA-ABD4-8116-3950-0553665AED80}"/>
                </a:ext>
              </a:extLst>
            </p:cNvPr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8" name="pg508">
              <a:extLst>
                <a:ext uri="{FF2B5EF4-FFF2-40B4-BE49-F238E27FC236}">
                  <a16:creationId xmlns:a16="http://schemas.microsoft.com/office/drawing/2014/main" id="{04809FC9-E59A-F466-27A9-61EE6A7A6463}"/>
                </a:ext>
              </a:extLst>
            </p:cNvPr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9" name="pg509">
              <a:extLst>
                <a:ext uri="{FF2B5EF4-FFF2-40B4-BE49-F238E27FC236}">
                  <a16:creationId xmlns:a16="http://schemas.microsoft.com/office/drawing/2014/main" id="{9D0EC373-9AFC-DB24-192E-CB2CD2905299}"/>
                </a:ext>
              </a:extLst>
            </p:cNvPr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0" name="pg510">
              <a:extLst>
                <a:ext uri="{FF2B5EF4-FFF2-40B4-BE49-F238E27FC236}">
                  <a16:creationId xmlns:a16="http://schemas.microsoft.com/office/drawing/2014/main" id="{819DF062-EFF9-8DE3-A119-979C5656A8A5}"/>
                </a:ext>
              </a:extLst>
            </p:cNvPr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1" name="pg511">
              <a:extLst>
                <a:ext uri="{FF2B5EF4-FFF2-40B4-BE49-F238E27FC236}">
                  <a16:creationId xmlns:a16="http://schemas.microsoft.com/office/drawing/2014/main" id="{E80DC326-778F-8E05-7524-E98238420CBD}"/>
                </a:ext>
              </a:extLst>
            </p:cNvPr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2" name="pg512">
              <a:extLst>
                <a:ext uri="{FF2B5EF4-FFF2-40B4-BE49-F238E27FC236}">
                  <a16:creationId xmlns:a16="http://schemas.microsoft.com/office/drawing/2014/main" id="{8FF1BF14-B40C-6B2C-7552-4AA93236B86E}"/>
                </a:ext>
              </a:extLst>
            </p:cNvPr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3" name="pg513">
              <a:extLst>
                <a:ext uri="{FF2B5EF4-FFF2-40B4-BE49-F238E27FC236}">
                  <a16:creationId xmlns:a16="http://schemas.microsoft.com/office/drawing/2014/main" id="{ECDBC320-D1E0-7371-1F37-847597DD3797}"/>
                </a:ext>
              </a:extLst>
            </p:cNvPr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4" name="pg514">
              <a:extLst>
                <a:ext uri="{FF2B5EF4-FFF2-40B4-BE49-F238E27FC236}">
                  <a16:creationId xmlns:a16="http://schemas.microsoft.com/office/drawing/2014/main" id="{CBB6E5D9-A901-B3A6-EF94-FA48B65049D0}"/>
                </a:ext>
              </a:extLst>
            </p:cNvPr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5" name="pg515">
              <a:extLst>
                <a:ext uri="{FF2B5EF4-FFF2-40B4-BE49-F238E27FC236}">
                  <a16:creationId xmlns:a16="http://schemas.microsoft.com/office/drawing/2014/main" id="{2EC33961-5C73-6BD2-D307-5A9CEBBAE6F7}"/>
                </a:ext>
              </a:extLst>
            </p:cNvPr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6" name="pg516">
              <a:extLst>
                <a:ext uri="{FF2B5EF4-FFF2-40B4-BE49-F238E27FC236}">
                  <a16:creationId xmlns:a16="http://schemas.microsoft.com/office/drawing/2014/main" id="{504BB63B-B180-2A5D-A33F-672CD609C48E}"/>
                </a:ext>
              </a:extLst>
            </p:cNvPr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7" name="pg517">
              <a:extLst>
                <a:ext uri="{FF2B5EF4-FFF2-40B4-BE49-F238E27FC236}">
                  <a16:creationId xmlns:a16="http://schemas.microsoft.com/office/drawing/2014/main" id="{55AE219A-D2CB-A397-BCE4-97B00A849A64}"/>
                </a:ext>
              </a:extLst>
            </p:cNvPr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8" name="pg518">
              <a:extLst>
                <a:ext uri="{FF2B5EF4-FFF2-40B4-BE49-F238E27FC236}">
                  <a16:creationId xmlns:a16="http://schemas.microsoft.com/office/drawing/2014/main" id="{BB2BFF4B-A76A-49CA-77EB-27FF940C9BBC}"/>
                </a:ext>
              </a:extLst>
            </p:cNvPr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9" name="pg519">
              <a:extLst>
                <a:ext uri="{FF2B5EF4-FFF2-40B4-BE49-F238E27FC236}">
                  <a16:creationId xmlns:a16="http://schemas.microsoft.com/office/drawing/2014/main" id="{0F53E98E-407F-A11A-C2E6-F5126E0C52C3}"/>
                </a:ext>
              </a:extLst>
            </p:cNvPr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0" name="pg520">
              <a:extLst>
                <a:ext uri="{FF2B5EF4-FFF2-40B4-BE49-F238E27FC236}">
                  <a16:creationId xmlns:a16="http://schemas.microsoft.com/office/drawing/2014/main" id="{A35AA1FD-E3C4-BD9D-0C9F-4D67C15ABF7A}"/>
                </a:ext>
              </a:extLst>
            </p:cNvPr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1" name="pg521">
              <a:extLst>
                <a:ext uri="{FF2B5EF4-FFF2-40B4-BE49-F238E27FC236}">
                  <a16:creationId xmlns:a16="http://schemas.microsoft.com/office/drawing/2014/main" id="{E3937236-93ED-ACD4-CDC1-781A27BB0932}"/>
                </a:ext>
              </a:extLst>
            </p:cNvPr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2" name="pg522">
              <a:extLst>
                <a:ext uri="{FF2B5EF4-FFF2-40B4-BE49-F238E27FC236}">
                  <a16:creationId xmlns:a16="http://schemas.microsoft.com/office/drawing/2014/main" id="{5A1E4465-23D6-1B10-BA6F-71783A2F304A}"/>
                </a:ext>
              </a:extLst>
            </p:cNvPr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3" name="pg523">
              <a:extLst>
                <a:ext uri="{FF2B5EF4-FFF2-40B4-BE49-F238E27FC236}">
                  <a16:creationId xmlns:a16="http://schemas.microsoft.com/office/drawing/2014/main" id="{9980C7E8-8C98-AF78-86AD-9C8979B9F344}"/>
                </a:ext>
              </a:extLst>
            </p:cNvPr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4" name="pg524">
              <a:extLst>
                <a:ext uri="{FF2B5EF4-FFF2-40B4-BE49-F238E27FC236}">
                  <a16:creationId xmlns:a16="http://schemas.microsoft.com/office/drawing/2014/main" id="{29A98D3B-63BD-3291-32C5-4B98BA267EF8}"/>
                </a:ext>
              </a:extLst>
            </p:cNvPr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5" name="pg525">
              <a:extLst>
                <a:ext uri="{FF2B5EF4-FFF2-40B4-BE49-F238E27FC236}">
                  <a16:creationId xmlns:a16="http://schemas.microsoft.com/office/drawing/2014/main" id="{69D980C5-E8C9-1801-5783-556DAEA250FC}"/>
                </a:ext>
              </a:extLst>
            </p:cNvPr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6" name="pg526">
              <a:extLst>
                <a:ext uri="{FF2B5EF4-FFF2-40B4-BE49-F238E27FC236}">
                  <a16:creationId xmlns:a16="http://schemas.microsoft.com/office/drawing/2014/main" id="{BBDF5649-0E60-D0E7-F8F9-D0E50FD04B2E}"/>
                </a:ext>
              </a:extLst>
            </p:cNvPr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7" name="pg527">
              <a:extLst>
                <a:ext uri="{FF2B5EF4-FFF2-40B4-BE49-F238E27FC236}">
                  <a16:creationId xmlns:a16="http://schemas.microsoft.com/office/drawing/2014/main" id="{23768735-A43D-8939-B1CC-33AB1545F268}"/>
                </a:ext>
              </a:extLst>
            </p:cNvPr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8" name="pg528">
              <a:extLst>
                <a:ext uri="{FF2B5EF4-FFF2-40B4-BE49-F238E27FC236}">
                  <a16:creationId xmlns:a16="http://schemas.microsoft.com/office/drawing/2014/main" id="{330F25A6-EDE3-53E9-8EE9-5E198442C81C}"/>
                </a:ext>
              </a:extLst>
            </p:cNvPr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9" name="pg529">
              <a:extLst>
                <a:ext uri="{FF2B5EF4-FFF2-40B4-BE49-F238E27FC236}">
                  <a16:creationId xmlns:a16="http://schemas.microsoft.com/office/drawing/2014/main" id="{31D4074C-AE4C-04B1-352F-5DE9E9469132}"/>
                </a:ext>
              </a:extLst>
            </p:cNvPr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0" name="pg530">
              <a:extLst>
                <a:ext uri="{FF2B5EF4-FFF2-40B4-BE49-F238E27FC236}">
                  <a16:creationId xmlns:a16="http://schemas.microsoft.com/office/drawing/2014/main" id="{0748A020-1935-CF6D-4E23-30175BF2E73B}"/>
                </a:ext>
              </a:extLst>
            </p:cNvPr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1" name="pg531">
              <a:extLst>
                <a:ext uri="{FF2B5EF4-FFF2-40B4-BE49-F238E27FC236}">
                  <a16:creationId xmlns:a16="http://schemas.microsoft.com/office/drawing/2014/main" id="{3E4A7FA4-1DC4-F98B-C3A6-7353DD5FE437}"/>
                </a:ext>
              </a:extLst>
            </p:cNvPr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2" name="pg532">
              <a:extLst>
                <a:ext uri="{FF2B5EF4-FFF2-40B4-BE49-F238E27FC236}">
                  <a16:creationId xmlns:a16="http://schemas.microsoft.com/office/drawing/2014/main" id="{534C67E9-4968-9483-7D80-05FA979F9E83}"/>
                </a:ext>
              </a:extLst>
            </p:cNvPr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3" name="pg533">
              <a:extLst>
                <a:ext uri="{FF2B5EF4-FFF2-40B4-BE49-F238E27FC236}">
                  <a16:creationId xmlns:a16="http://schemas.microsoft.com/office/drawing/2014/main" id="{61E353AB-238F-54E4-6CA3-1898BA4D8725}"/>
                </a:ext>
              </a:extLst>
            </p:cNvPr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4" name="pg534">
              <a:extLst>
                <a:ext uri="{FF2B5EF4-FFF2-40B4-BE49-F238E27FC236}">
                  <a16:creationId xmlns:a16="http://schemas.microsoft.com/office/drawing/2014/main" id="{3E31F939-2542-93D0-C1D5-09691C564104}"/>
                </a:ext>
              </a:extLst>
            </p:cNvPr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5" name="pg535">
              <a:extLst>
                <a:ext uri="{FF2B5EF4-FFF2-40B4-BE49-F238E27FC236}">
                  <a16:creationId xmlns:a16="http://schemas.microsoft.com/office/drawing/2014/main" id="{85B685AF-62A9-3477-8508-356DEE96CF8F}"/>
                </a:ext>
              </a:extLst>
            </p:cNvPr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6" name="pg536">
              <a:extLst>
                <a:ext uri="{FF2B5EF4-FFF2-40B4-BE49-F238E27FC236}">
                  <a16:creationId xmlns:a16="http://schemas.microsoft.com/office/drawing/2014/main" id="{0168E921-A188-A541-4BDE-4523E3158762}"/>
                </a:ext>
              </a:extLst>
            </p:cNvPr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7" name="pg537">
              <a:extLst>
                <a:ext uri="{FF2B5EF4-FFF2-40B4-BE49-F238E27FC236}">
                  <a16:creationId xmlns:a16="http://schemas.microsoft.com/office/drawing/2014/main" id="{D4A48FB9-D754-C92D-5561-848982831A97}"/>
                </a:ext>
              </a:extLst>
            </p:cNvPr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8" name="pg538">
              <a:extLst>
                <a:ext uri="{FF2B5EF4-FFF2-40B4-BE49-F238E27FC236}">
                  <a16:creationId xmlns:a16="http://schemas.microsoft.com/office/drawing/2014/main" id="{5096FBA1-8C3D-8264-7D37-A013FF85BF50}"/>
                </a:ext>
              </a:extLst>
            </p:cNvPr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9" name="pg539">
              <a:extLst>
                <a:ext uri="{FF2B5EF4-FFF2-40B4-BE49-F238E27FC236}">
                  <a16:creationId xmlns:a16="http://schemas.microsoft.com/office/drawing/2014/main" id="{E9C8F994-26F3-D388-8324-726E0FDFFF95}"/>
                </a:ext>
              </a:extLst>
            </p:cNvPr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0" name="pg540">
              <a:extLst>
                <a:ext uri="{FF2B5EF4-FFF2-40B4-BE49-F238E27FC236}">
                  <a16:creationId xmlns:a16="http://schemas.microsoft.com/office/drawing/2014/main" id="{5AC33FFB-5B30-F1DE-2881-94C2145CA123}"/>
                </a:ext>
              </a:extLst>
            </p:cNvPr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1" name="pg541">
              <a:extLst>
                <a:ext uri="{FF2B5EF4-FFF2-40B4-BE49-F238E27FC236}">
                  <a16:creationId xmlns:a16="http://schemas.microsoft.com/office/drawing/2014/main" id="{EDE6B1E6-EE04-651D-3251-000F9F182DD2}"/>
                </a:ext>
              </a:extLst>
            </p:cNvPr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2" name="pg542">
              <a:extLst>
                <a:ext uri="{FF2B5EF4-FFF2-40B4-BE49-F238E27FC236}">
                  <a16:creationId xmlns:a16="http://schemas.microsoft.com/office/drawing/2014/main" id="{52BD5E56-9274-33CE-2498-B2C39C5B5860}"/>
                </a:ext>
              </a:extLst>
            </p:cNvPr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3" name="pg543">
              <a:extLst>
                <a:ext uri="{FF2B5EF4-FFF2-40B4-BE49-F238E27FC236}">
                  <a16:creationId xmlns:a16="http://schemas.microsoft.com/office/drawing/2014/main" id="{686901FF-7A1B-6069-CF06-FE209DCFBCF7}"/>
                </a:ext>
              </a:extLst>
            </p:cNvPr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4" name="pg544">
              <a:extLst>
                <a:ext uri="{FF2B5EF4-FFF2-40B4-BE49-F238E27FC236}">
                  <a16:creationId xmlns:a16="http://schemas.microsoft.com/office/drawing/2014/main" id="{78C45BFA-CEA3-B362-323B-FBBCE59D5CFE}"/>
                </a:ext>
              </a:extLst>
            </p:cNvPr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5" name="pg545">
              <a:extLst>
                <a:ext uri="{FF2B5EF4-FFF2-40B4-BE49-F238E27FC236}">
                  <a16:creationId xmlns:a16="http://schemas.microsoft.com/office/drawing/2014/main" id="{E9F40109-7F96-1C0F-D0A9-F7E1A21C11A6}"/>
                </a:ext>
              </a:extLst>
            </p:cNvPr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6" name="pg546">
              <a:extLst>
                <a:ext uri="{FF2B5EF4-FFF2-40B4-BE49-F238E27FC236}">
                  <a16:creationId xmlns:a16="http://schemas.microsoft.com/office/drawing/2014/main" id="{E918A521-9B1D-861A-1FA9-AEED92DFB3A5}"/>
                </a:ext>
              </a:extLst>
            </p:cNvPr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7" name="pg547">
              <a:extLst>
                <a:ext uri="{FF2B5EF4-FFF2-40B4-BE49-F238E27FC236}">
                  <a16:creationId xmlns:a16="http://schemas.microsoft.com/office/drawing/2014/main" id="{4924866E-5B2F-7F99-C5B6-B10339152DB1}"/>
                </a:ext>
              </a:extLst>
            </p:cNvPr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8" name="pg548">
              <a:extLst>
                <a:ext uri="{FF2B5EF4-FFF2-40B4-BE49-F238E27FC236}">
                  <a16:creationId xmlns:a16="http://schemas.microsoft.com/office/drawing/2014/main" id="{59D8467D-D2EA-3A1B-0946-C42D237E0C7B}"/>
                </a:ext>
              </a:extLst>
            </p:cNvPr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9" name="pg549">
              <a:extLst>
                <a:ext uri="{FF2B5EF4-FFF2-40B4-BE49-F238E27FC236}">
                  <a16:creationId xmlns:a16="http://schemas.microsoft.com/office/drawing/2014/main" id="{74394A78-810C-6720-06B8-5492680D64BA}"/>
                </a:ext>
              </a:extLst>
            </p:cNvPr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0" name="pg550">
              <a:extLst>
                <a:ext uri="{FF2B5EF4-FFF2-40B4-BE49-F238E27FC236}">
                  <a16:creationId xmlns:a16="http://schemas.microsoft.com/office/drawing/2014/main" id="{1AB3F6A5-D49B-166D-2E6F-5EF9D511D818}"/>
                </a:ext>
              </a:extLst>
            </p:cNvPr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1" name="pg551">
              <a:extLst>
                <a:ext uri="{FF2B5EF4-FFF2-40B4-BE49-F238E27FC236}">
                  <a16:creationId xmlns:a16="http://schemas.microsoft.com/office/drawing/2014/main" id="{396147EA-BDE7-5B7C-E559-F9D7AE8B4BA1}"/>
                </a:ext>
              </a:extLst>
            </p:cNvPr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2" name="pg552">
              <a:extLst>
                <a:ext uri="{FF2B5EF4-FFF2-40B4-BE49-F238E27FC236}">
                  <a16:creationId xmlns:a16="http://schemas.microsoft.com/office/drawing/2014/main" id="{C6A04D74-89CF-E791-1469-6157C96F5F7D}"/>
                </a:ext>
              </a:extLst>
            </p:cNvPr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3" name="pg553">
              <a:extLst>
                <a:ext uri="{FF2B5EF4-FFF2-40B4-BE49-F238E27FC236}">
                  <a16:creationId xmlns:a16="http://schemas.microsoft.com/office/drawing/2014/main" id="{2B56A216-3DF4-FDB6-83A1-66C1F16583DF}"/>
                </a:ext>
              </a:extLst>
            </p:cNvPr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4" name="pg554">
              <a:extLst>
                <a:ext uri="{FF2B5EF4-FFF2-40B4-BE49-F238E27FC236}">
                  <a16:creationId xmlns:a16="http://schemas.microsoft.com/office/drawing/2014/main" id="{9845E2AA-8303-C7BE-59FE-14AF029F5F33}"/>
                </a:ext>
              </a:extLst>
            </p:cNvPr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5" name="pg555">
              <a:extLst>
                <a:ext uri="{FF2B5EF4-FFF2-40B4-BE49-F238E27FC236}">
                  <a16:creationId xmlns:a16="http://schemas.microsoft.com/office/drawing/2014/main" id="{13B20025-4E92-7DA1-B746-1F2F3E854DD2}"/>
                </a:ext>
              </a:extLst>
            </p:cNvPr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6" name="pg556">
              <a:extLst>
                <a:ext uri="{FF2B5EF4-FFF2-40B4-BE49-F238E27FC236}">
                  <a16:creationId xmlns:a16="http://schemas.microsoft.com/office/drawing/2014/main" id="{DF82EBFE-9E01-7847-37A1-1FBC40857D70}"/>
                </a:ext>
              </a:extLst>
            </p:cNvPr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7" name="pg557">
              <a:extLst>
                <a:ext uri="{FF2B5EF4-FFF2-40B4-BE49-F238E27FC236}">
                  <a16:creationId xmlns:a16="http://schemas.microsoft.com/office/drawing/2014/main" id="{EF0B37C2-1077-E5B0-C59E-6F6C05C3F6EE}"/>
                </a:ext>
              </a:extLst>
            </p:cNvPr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8" name="pg558">
              <a:extLst>
                <a:ext uri="{FF2B5EF4-FFF2-40B4-BE49-F238E27FC236}">
                  <a16:creationId xmlns:a16="http://schemas.microsoft.com/office/drawing/2014/main" id="{AFB0BD06-6C8F-702F-6C5D-D24ABAB755E2}"/>
                </a:ext>
              </a:extLst>
            </p:cNvPr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9" name="pg559">
              <a:extLst>
                <a:ext uri="{FF2B5EF4-FFF2-40B4-BE49-F238E27FC236}">
                  <a16:creationId xmlns:a16="http://schemas.microsoft.com/office/drawing/2014/main" id="{E5E29BC2-C9EF-93F6-F05B-B15A52420AB3}"/>
                </a:ext>
              </a:extLst>
            </p:cNvPr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0" name="pg560">
              <a:extLst>
                <a:ext uri="{FF2B5EF4-FFF2-40B4-BE49-F238E27FC236}">
                  <a16:creationId xmlns:a16="http://schemas.microsoft.com/office/drawing/2014/main" id="{3508ED47-623A-CD50-C1EB-1C91C92F0C2D}"/>
                </a:ext>
              </a:extLst>
            </p:cNvPr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1" name="pg561">
              <a:extLst>
                <a:ext uri="{FF2B5EF4-FFF2-40B4-BE49-F238E27FC236}">
                  <a16:creationId xmlns:a16="http://schemas.microsoft.com/office/drawing/2014/main" id="{5DFF3DC7-A4EC-4F6B-F9BE-064119EDB4FA}"/>
                </a:ext>
              </a:extLst>
            </p:cNvPr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2" name="pg562">
              <a:extLst>
                <a:ext uri="{FF2B5EF4-FFF2-40B4-BE49-F238E27FC236}">
                  <a16:creationId xmlns:a16="http://schemas.microsoft.com/office/drawing/2014/main" id="{F59BD8AE-8575-93E4-3F38-DA006D8464AD}"/>
                </a:ext>
              </a:extLst>
            </p:cNvPr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3" name="pg563">
              <a:extLst>
                <a:ext uri="{FF2B5EF4-FFF2-40B4-BE49-F238E27FC236}">
                  <a16:creationId xmlns:a16="http://schemas.microsoft.com/office/drawing/2014/main" id="{6AC8E763-2F52-9843-2DAA-11B759EEF895}"/>
                </a:ext>
              </a:extLst>
            </p:cNvPr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4" name="pg564">
              <a:extLst>
                <a:ext uri="{FF2B5EF4-FFF2-40B4-BE49-F238E27FC236}">
                  <a16:creationId xmlns:a16="http://schemas.microsoft.com/office/drawing/2014/main" id="{8DCCAC2B-1B9B-D5EF-CEDA-C50275996042}"/>
                </a:ext>
              </a:extLst>
            </p:cNvPr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5" name="pg565">
              <a:extLst>
                <a:ext uri="{FF2B5EF4-FFF2-40B4-BE49-F238E27FC236}">
                  <a16:creationId xmlns:a16="http://schemas.microsoft.com/office/drawing/2014/main" id="{F1A07A49-00B7-71DB-056F-F0F52B919DF8}"/>
                </a:ext>
              </a:extLst>
            </p:cNvPr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6" name="pg566">
              <a:extLst>
                <a:ext uri="{FF2B5EF4-FFF2-40B4-BE49-F238E27FC236}">
                  <a16:creationId xmlns:a16="http://schemas.microsoft.com/office/drawing/2014/main" id="{CCDF12B3-58FD-E3A2-7CFB-208078893DBB}"/>
                </a:ext>
              </a:extLst>
            </p:cNvPr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7" name="pg567">
              <a:extLst>
                <a:ext uri="{FF2B5EF4-FFF2-40B4-BE49-F238E27FC236}">
                  <a16:creationId xmlns:a16="http://schemas.microsoft.com/office/drawing/2014/main" id="{8EA96250-ABFA-122F-16ED-D95764DD9CAB}"/>
                </a:ext>
              </a:extLst>
            </p:cNvPr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8" name="pg568">
              <a:extLst>
                <a:ext uri="{FF2B5EF4-FFF2-40B4-BE49-F238E27FC236}">
                  <a16:creationId xmlns:a16="http://schemas.microsoft.com/office/drawing/2014/main" id="{0FB35010-D33E-8C86-F9AB-B3DE27E7E6CB}"/>
                </a:ext>
              </a:extLst>
            </p:cNvPr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9" name="pg569">
              <a:extLst>
                <a:ext uri="{FF2B5EF4-FFF2-40B4-BE49-F238E27FC236}">
                  <a16:creationId xmlns:a16="http://schemas.microsoft.com/office/drawing/2014/main" id="{A63FE783-F542-08BE-1315-C093B852E115}"/>
                </a:ext>
              </a:extLst>
            </p:cNvPr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0" name="pg570">
              <a:extLst>
                <a:ext uri="{FF2B5EF4-FFF2-40B4-BE49-F238E27FC236}">
                  <a16:creationId xmlns:a16="http://schemas.microsoft.com/office/drawing/2014/main" id="{58253D85-A067-EC89-66CF-315F7B589E6C}"/>
                </a:ext>
              </a:extLst>
            </p:cNvPr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1" name="pg571">
              <a:extLst>
                <a:ext uri="{FF2B5EF4-FFF2-40B4-BE49-F238E27FC236}">
                  <a16:creationId xmlns:a16="http://schemas.microsoft.com/office/drawing/2014/main" id="{ABD0191F-EA2B-EF92-5B14-039F7466E4B5}"/>
                </a:ext>
              </a:extLst>
            </p:cNvPr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2" name="pg572">
              <a:extLst>
                <a:ext uri="{FF2B5EF4-FFF2-40B4-BE49-F238E27FC236}">
                  <a16:creationId xmlns:a16="http://schemas.microsoft.com/office/drawing/2014/main" id="{BF3A68F6-CB7D-AB2F-D55F-1783C58F8888}"/>
                </a:ext>
              </a:extLst>
            </p:cNvPr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3" name="pg573">
              <a:extLst>
                <a:ext uri="{FF2B5EF4-FFF2-40B4-BE49-F238E27FC236}">
                  <a16:creationId xmlns:a16="http://schemas.microsoft.com/office/drawing/2014/main" id="{B63AFF13-843F-8718-8639-6E7151EFF7E4}"/>
                </a:ext>
              </a:extLst>
            </p:cNvPr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4" name="pg574">
              <a:extLst>
                <a:ext uri="{FF2B5EF4-FFF2-40B4-BE49-F238E27FC236}">
                  <a16:creationId xmlns:a16="http://schemas.microsoft.com/office/drawing/2014/main" id="{BAE76B7D-3C03-3C7E-A090-7683AC0F2EB7}"/>
                </a:ext>
              </a:extLst>
            </p:cNvPr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5" name="pg575">
              <a:extLst>
                <a:ext uri="{FF2B5EF4-FFF2-40B4-BE49-F238E27FC236}">
                  <a16:creationId xmlns:a16="http://schemas.microsoft.com/office/drawing/2014/main" id="{C41EC0BA-88CA-9AA6-0FD4-17259A6621C3}"/>
                </a:ext>
              </a:extLst>
            </p:cNvPr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6" name="pg576">
              <a:extLst>
                <a:ext uri="{FF2B5EF4-FFF2-40B4-BE49-F238E27FC236}">
                  <a16:creationId xmlns:a16="http://schemas.microsoft.com/office/drawing/2014/main" id="{7FA6D0C5-0845-A3A7-15A4-596C21FECE80}"/>
                </a:ext>
              </a:extLst>
            </p:cNvPr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7" name="pg577">
              <a:extLst>
                <a:ext uri="{FF2B5EF4-FFF2-40B4-BE49-F238E27FC236}">
                  <a16:creationId xmlns:a16="http://schemas.microsoft.com/office/drawing/2014/main" id="{F5F5786E-09D3-74A1-CAD8-9D8076014813}"/>
                </a:ext>
              </a:extLst>
            </p:cNvPr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8" name="pg578">
              <a:extLst>
                <a:ext uri="{FF2B5EF4-FFF2-40B4-BE49-F238E27FC236}">
                  <a16:creationId xmlns:a16="http://schemas.microsoft.com/office/drawing/2014/main" id="{C19DD74B-A64C-958A-3E0E-6EF6896604B0}"/>
                </a:ext>
              </a:extLst>
            </p:cNvPr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9" name="pg579">
              <a:extLst>
                <a:ext uri="{FF2B5EF4-FFF2-40B4-BE49-F238E27FC236}">
                  <a16:creationId xmlns:a16="http://schemas.microsoft.com/office/drawing/2014/main" id="{A67ADF4C-B549-098E-AE56-D6462855B3B5}"/>
                </a:ext>
              </a:extLst>
            </p:cNvPr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0" name="pg580">
              <a:extLst>
                <a:ext uri="{FF2B5EF4-FFF2-40B4-BE49-F238E27FC236}">
                  <a16:creationId xmlns:a16="http://schemas.microsoft.com/office/drawing/2014/main" id="{4FC207E9-AF9E-FE32-D651-FBE234EBA442}"/>
                </a:ext>
              </a:extLst>
            </p:cNvPr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1" name="pg581">
              <a:extLst>
                <a:ext uri="{FF2B5EF4-FFF2-40B4-BE49-F238E27FC236}">
                  <a16:creationId xmlns:a16="http://schemas.microsoft.com/office/drawing/2014/main" id="{5CDDFCB1-B844-4B64-9AE8-F04A9C5D8EC6}"/>
                </a:ext>
              </a:extLst>
            </p:cNvPr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2" name="pg582">
              <a:extLst>
                <a:ext uri="{FF2B5EF4-FFF2-40B4-BE49-F238E27FC236}">
                  <a16:creationId xmlns:a16="http://schemas.microsoft.com/office/drawing/2014/main" id="{2DB1C511-D651-221E-19BB-9194B51D936E}"/>
                </a:ext>
              </a:extLst>
            </p:cNvPr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3" name="pg583">
              <a:extLst>
                <a:ext uri="{FF2B5EF4-FFF2-40B4-BE49-F238E27FC236}">
                  <a16:creationId xmlns:a16="http://schemas.microsoft.com/office/drawing/2014/main" id="{C429DFBB-A5DA-B9B7-1937-271E0A0B5078}"/>
                </a:ext>
              </a:extLst>
            </p:cNvPr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4" name="pg584">
              <a:extLst>
                <a:ext uri="{FF2B5EF4-FFF2-40B4-BE49-F238E27FC236}">
                  <a16:creationId xmlns:a16="http://schemas.microsoft.com/office/drawing/2014/main" id="{99F5B296-FBBD-914E-9B05-F80DFEAE9A62}"/>
                </a:ext>
              </a:extLst>
            </p:cNvPr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5" name="pg585">
              <a:extLst>
                <a:ext uri="{FF2B5EF4-FFF2-40B4-BE49-F238E27FC236}">
                  <a16:creationId xmlns:a16="http://schemas.microsoft.com/office/drawing/2014/main" id="{BC955D24-B595-7EB1-A9F9-7D1A4EB69B3B}"/>
                </a:ext>
              </a:extLst>
            </p:cNvPr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6" name="pg586">
              <a:extLst>
                <a:ext uri="{FF2B5EF4-FFF2-40B4-BE49-F238E27FC236}">
                  <a16:creationId xmlns:a16="http://schemas.microsoft.com/office/drawing/2014/main" id="{CCB512D4-8B98-666F-E3E7-DADC5DF7D5CE}"/>
                </a:ext>
              </a:extLst>
            </p:cNvPr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7" name="pg587">
              <a:extLst>
                <a:ext uri="{FF2B5EF4-FFF2-40B4-BE49-F238E27FC236}">
                  <a16:creationId xmlns:a16="http://schemas.microsoft.com/office/drawing/2014/main" id="{223BB70C-6133-2D25-84B0-C573C0F85860}"/>
                </a:ext>
              </a:extLst>
            </p:cNvPr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8" name="pg588">
              <a:extLst>
                <a:ext uri="{FF2B5EF4-FFF2-40B4-BE49-F238E27FC236}">
                  <a16:creationId xmlns:a16="http://schemas.microsoft.com/office/drawing/2014/main" id="{214A19E8-5B7C-CCB5-E477-2E50EB3A8405}"/>
                </a:ext>
              </a:extLst>
            </p:cNvPr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9" name="pg589">
              <a:extLst>
                <a:ext uri="{FF2B5EF4-FFF2-40B4-BE49-F238E27FC236}">
                  <a16:creationId xmlns:a16="http://schemas.microsoft.com/office/drawing/2014/main" id="{B4F3D006-5186-FD0A-4CF3-6E2FDDC30C7C}"/>
                </a:ext>
              </a:extLst>
            </p:cNvPr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0" name="pg590">
              <a:extLst>
                <a:ext uri="{FF2B5EF4-FFF2-40B4-BE49-F238E27FC236}">
                  <a16:creationId xmlns:a16="http://schemas.microsoft.com/office/drawing/2014/main" id="{AA417523-B49B-2FC1-0E8A-D59C6AF433EC}"/>
                </a:ext>
              </a:extLst>
            </p:cNvPr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1" name="pg591">
              <a:extLst>
                <a:ext uri="{FF2B5EF4-FFF2-40B4-BE49-F238E27FC236}">
                  <a16:creationId xmlns:a16="http://schemas.microsoft.com/office/drawing/2014/main" id="{A3BD7F05-1D93-577F-F763-1828F0F481EB}"/>
                </a:ext>
              </a:extLst>
            </p:cNvPr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2" name="pg592">
              <a:extLst>
                <a:ext uri="{FF2B5EF4-FFF2-40B4-BE49-F238E27FC236}">
                  <a16:creationId xmlns:a16="http://schemas.microsoft.com/office/drawing/2014/main" id="{8F79EA30-8CE2-483A-0516-E9103302F291}"/>
                </a:ext>
              </a:extLst>
            </p:cNvPr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3" name="pg593">
              <a:extLst>
                <a:ext uri="{FF2B5EF4-FFF2-40B4-BE49-F238E27FC236}">
                  <a16:creationId xmlns:a16="http://schemas.microsoft.com/office/drawing/2014/main" id="{CFDF9444-CAD7-03C1-D019-B4FB28E1E0E7}"/>
                </a:ext>
              </a:extLst>
            </p:cNvPr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4" name="pg594">
              <a:extLst>
                <a:ext uri="{FF2B5EF4-FFF2-40B4-BE49-F238E27FC236}">
                  <a16:creationId xmlns:a16="http://schemas.microsoft.com/office/drawing/2014/main" id="{1E13C34B-1932-5260-D3F3-022669FC76B2}"/>
                </a:ext>
              </a:extLst>
            </p:cNvPr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5" name="pg595">
              <a:extLst>
                <a:ext uri="{FF2B5EF4-FFF2-40B4-BE49-F238E27FC236}">
                  <a16:creationId xmlns:a16="http://schemas.microsoft.com/office/drawing/2014/main" id="{A7B12FB2-B0EA-F2FC-F62B-E8CB3C305130}"/>
                </a:ext>
              </a:extLst>
            </p:cNvPr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6" name="pg596">
              <a:extLst>
                <a:ext uri="{FF2B5EF4-FFF2-40B4-BE49-F238E27FC236}">
                  <a16:creationId xmlns:a16="http://schemas.microsoft.com/office/drawing/2014/main" id="{F239F359-4ACD-36D1-03A2-949E2EB1C4E9}"/>
                </a:ext>
              </a:extLst>
            </p:cNvPr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7" name="pg597">
              <a:extLst>
                <a:ext uri="{FF2B5EF4-FFF2-40B4-BE49-F238E27FC236}">
                  <a16:creationId xmlns:a16="http://schemas.microsoft.com/office/drawing/2014/main" id="{DDCFE42D-42E1-73AB-DAF4-2119FAEE3C79}"/>
                </a:ext>
              </a:extLst>
            </p:cNvPr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8" name="pg598">
              <a:extLst>
                <a:ext uri="{FF2B5EF4-FFF2-40B4-BE49-F238E27FC236}">
                  <a16:creationId xmlns:a16="http://schemas.microsoft.com/office/drawing/2014/main" id="{15A4529E-582C-3D32-60C9-2E4286C374C1}"/>
                </a:ext>
              </a:extLst>
            </p:cNvPr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9" name="pg599">
              <a:extLst>
                <a:ext uri="{FF2B5EF4-FFF2-40B4-BE49-F238E27FC236}">
                  <a16:creationId xmlns:a16="http://schemas.microsoft.com/office/drawing/2014/main" id="{C91BCC02-F494-C6A1-3E2C-6BA887B413BD}"/>
                </a:ext>
              </a:extLst>
            </p:cNvPr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0" name="pg600">
              <a:extLst>
                <a:ext uri="{FF2B5EF4-FFF2-40B4-BE49-F238E27FC236}">
                  <a16:creationId xmlns:a16="http://schemas.microsoft.com/office/drawing/2014/main" id="{96BE0EDE-7088-8C99-724A-C8C476759524}"/>
                </a:ext>
              </a:extLst>
            </p:cNvPr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1" name="pg601">
              <a:extLst>
                <a:ext uri="{FF2B5EF4-FFF2-40B4-BE49-F238E27FC236}">
                  <a16:creationId xmlns:a16="http://schemas.microsoft.com/office/drawing/2014/main" id="{F1C04707-882D-27E6-18B3-8650395C5E40}"/>
                </a:ext>
              </a:extLst>
            </p:cNvPr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2" name="pg602">
              <a:extLst>
                <a:ext uri="{FF2B5EF4-FFF2-40B4-BE49-F238E27FC236}">
                  <a16:creationId xmlns:a16="http://schemas.microsoft.com/office/drawing/2014/main" id="{02CD7014-D1C7-84AA-0108-125765833D80}"/>
                </a:ext>
              </a:extLst>
            </p:cNvPr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3" name="pg603">
              <a:extLst>
                <a:ext uri="{FF2B5EF4-FFF2-40B4-BE49-F238E27FC236}">
                  <a16:creationId xmlns:a16="http://schemas.microsoft.com/office/drawing/2014/main" id="{3EAAD803-85D7-2EA5-C2CC-629BAF2A3369}"/>
                </a:ext>
              </a:extLst>
            </p:cNvPr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4" name="pg604">
              <a:extLst>
                <a:ext uri="{FF2B5EF4-FFF2-40B4-BE49-F238E27FC236}">
                  <a16:creationId xmlns:a16="http://schemas.microsoft.com/office/drawing/2014/main" id="{94D4A1F1-FB50-EC09-4386-E4DF42DE121B}"/>
                </a:ext>
              </a:extLst>
            </p:cNvPr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5" name="pg605">
              <a:extLst>
                <a:ext uri="{FF2B5EF4-FFF2-40B4-BE49-F238E27FC236}">
                  <a16:creationId xmlns:a16="http://schemas.microsoft.com/office/drawing/2014/main" id="{9C5D41DD-C7F3-9318-FD84-B605ECE424C1}"/>
                </a:ext>
              </a:extLst>
            </p:cNvPr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6" name="pg606">
              <a:extLst>
                <a:ext uri="{FF2B5EF4-FFF2-40B4-BE49-F238E27FC236}">
                  <a16:creationId xmlns:a16="http://schemas.microsoft.com/office/drawing/2014/main" id="{6740B2FF-DE72-A5F8-E5AF-782EC508F37C}"/>
                </a:ext>
              </a:extLst>
            </p:cNvPr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7" name="pg607">
              <a:extLst>
                <a:ext uri="{FF2B5EF4-FFF2-40B4-BE49-F238E27FC236}">
                  <a16:creationId xmlns:a16="http://schemas.microsoft.com/office/drawing/2014/main" id="{E8C51347-ED13-389D-B9C5-8FF8B334ACD6}"/>
                </a:ext>
              </a:extLst>
            </p:cNvPr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8" name="pg608">
              <a:extLst>
                <a:ext uri="{FF2B5EF4-FFF2-40B4-BE49-F238E27FC236}">
                  <a16:creationId xmlns:a16="http://schemas.microsoft.com/office/drawing/2014/main" id="{CFEA9972-99DC-3706-3693-C9201FCA037C}"/>
                </a:ext>
              </a:extLst>
            </p:cNvPr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9" name="pg609">
              <a:extLst>
                <a:ext uri="{FF2B5EF4-FFF2-40B4-BE49-F238E27FC236}">
                  <a16:creationId xmlns:a16="http://schemas.microsoft.com/office/drawing/2014/main" id="{2088AC7C-744C-5474-C25D-6B5C8927CE90}"/>
                </a:ext>
              </a:extLst>
            </p:cNvPr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0" name="pg610">
              <a:extLst>
                <a:ext uri="{FF2B5EF4-FFF2-40B4-BE49-F238E27FC236}">
                  <a16:creationId xmlns:a16="http://schemas.microsoft.com/office/drawing/2014/main" id="{B333182A-2C6B-8F71-70DD-17186CE46957}"/>
                </a:ext>
              </a:extLst>
            </p:cNvPr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1" name="pg611">
              <a:extLst>
                <a:ext uri="{FF2B5EF4-FFF2-40B4-BE49-F238E27FC236}">
                  <a16:creationId xmlns:a16="http://schemas.microsoft.com/office/drawing/2014/main" id="{24B4293E-BBD4-756C-75FA-8D54C7324D23}"/>
                </a:ext>
              </a:extLst>
            </p:cNvPr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2" name="pg612">
              <a:extLst>
                <a:ext uri="{FF2B5EF4-FFF2-40B4-BE49-F238E27FC236}">
                  <a16:creationId xmlns:a16="http://schemas.microsoft.com/office/drawing/2014/main" id="{9F18EE3B-4349-AA7E-1562-8E8346F7765E}"/>
                </a:ext>
              </a:extLst>
            </p:cNvPr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3" name="pg613">
              <a:extLst>
                <a:ext uri="{FF2B5EF4-FFF2-40B4-BE49-F238E27FC236}">
                  <a16:creationId xmlns:a16="http://schemas.microsoft.com/office/drawing/2014/main" id="{61629E9C-17E3-EFA0-A376-01C6422C515C}"/>
                </a:ext>
              </a:extLst>
            </p:cNvPr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4" name="pg614">
              <a:extLst>
                <a:ext uri="{FF2B5EF4-FFF2-40B4-BE49-F238E27FC236}">
                  <a16:creationId xmlns:a16="http://schemas.microsoft.com/office/drawing/2014/main" id="{3E84368F-3B24-5A2C-79D0-E6630217012A}"/>
                </a:ext>
              </a:extLst>
            </p:cNvPr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5" name="pg615">
              <a:extLst>
                <a:ext uri="{FF2B5EF4-FFF2-40B4-BE49-F238E27FC236}">
                  <a16:creationId xmlns:a16="http://schemas.microsoft.com/office/drawing/2014/main" id="{D3FD9DCB-A29A-C470-6201-7732B3A397B8}"/>
                </a:ext>
              </a:extLst>
            </p:cNvPr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6" name="pg616">
              <a:extLst>
                <a:ext uri="{FF2B5EF4-FFF2-40B4-BE49-F238E27FC236}">
                  <a16:creationId xmlns:a16="http://schemas.microsoft.com/office/drawing/2014/main" id="{E5E0F26B-FDFA-227B-3826-EA30EAEF040E}"/>
                </a:ext>
              </a:extLst>
            </p:cNvPr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7" name="pg617">
              <a:extLst>
                <a:ext uri="{FF2B5EF4-FFF2-40B4-BE49-F238E27FC236}">
                  <a16:creationId xmlns:a16="http://schemas.microsoft.com/office/drawing/2014/main" id="{A761479E-91E5-8A31-280F-B276449FD1C7}"/>
                </a:ext>
              </a:extLst>
            </p:cNvPr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8" name="pg618">
              <a:extLst>
                <a:ext uri="{FF2B5EF4-FFF2-40B4-BE49-F238E27FC236}">
                  <a16:creationId xmlns:a16="http://schemas.microsoft.com/office/drawing/2014/main" id="{16D1345F-246D-F0A2-25DD-95FD251AB2DA}"/>
                </a:ext>
              </a:extLst>
            </p:cNvPr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9" name="pg619">
              <a:extLst>
                <a:ext uri="{FF2B5EF4-FFF2-40B4-BE49-F238E27FC236}">
                  <a16:creationId xmlns:a16="http://schemas.microsoft.com/office/drawing/2014/main" id="{E09075A0-E034-3F2D-C701-FC0119E7D19F}"/>
                </a:ext>
              </a:extLst>
            </p:cNvPr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0" name="pg620">
              <a:extLst>
                <a:ext uri="{FF2B5EF4-FFF2-40B4-BE49-F238E27FC236}">
                  <a16:creationId xmlns:a16="http://schemas.microsoft.com/office/drawing/2014/main" id="{3D5C579A-68D7-ACF4-1825-BBEA749214D7}"/>
                </a:ext>
              </a:extLst>
            </p:cNvPr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1" name="pg621">
              <a:extLst>
                <a:ext uri="{FF2B5EF4-FFF2-40B4-BE49-F238E27FC236}">
                  <a16:creationId xmlns:a16="http://schemas.microsoft.com/office/drawing/2014/main" id="{265E8A46-8765-7699-84D2-0FBAA74E1BB5}"/>
                </a:ext>
              </a:extLst>
            </p:cNvPr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2" name="pg622">
              <a:extLst>
                <a:ext uri="{FF2B5EF4-FFF2-40B4-BE49-F238E27FC236}">
                  <a16:creationId xmlns:a16="http://schemas.microsoft.com/office/drawing/2014/main" id="{7B64E1C7-2998-CF5D-53F4-9DBA179CB353}"/>
                </a:ext>
              </a:extLst>
            </p:cNvPr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3" name="pg623">
              <a:extLst>
                <a:ext uri="{FF2B5EF4-FFF2-40B4-BE49-F238E27FC236}">
                  <a16:creationId xmlns:a16="http://schemas.microsoft.com/office/drawing/2014/main" id="{A176CEC7-F5DF-354B-2751-CC2E2337B1D4}"/>
                </a:ext>
              </a:extLst>
            </p:cNvPr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4" name="pg624">
              <a:extLst>
                <a:ext uri="{FF2B5EF4-FFF2-40B4-BE49-F238E27FC236}">
                  <a16:creationId xmlns:a16="http://schemas.microsoft.com/office/drawing/2014/main" id="{3FC4450A-4042-74BE-8BF1-6784D9D14584}"/>
                </a:ext>
              </a:extLst>
            </p:cNvPr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5" name="pg625">
              <a:extLst>
                <a:ext uri="{FF2B5EF4-FFF2-40B4-BE49-F238E27FC236}">
                  <a16:creationId xmlns:a16="http://schemas.microsoft.com/office/drawing/2014/main" id="{530F2EE9-3C56-F3E9-3131-0C06DB0060AB}"/>
                </a:ext>
              </a:extLst>
            </p:cNvPr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6" name="pg626">
              <a:extLst>
                <a:ext uri="{FF2B5EF4-FFF2-40B4-BE49-F238E27FC236}">
                  <a16:creationId xmlns:a16="http://schemas.microsoft.com/office/drawing/2014/main" id="{8A331963-41EA-DE41-096A-26A3504C341C}"/>
                </a:ext>
              </a:extLst>
            </p:cNvPr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7" name="pg627">
              <a:extLst>
                <a:ext uri="{FF2B5EF4-FFF2-40B4-BE49-F238E27FC236}">
                  <a16:creationId xmlns:a16="http://schemas.microsoft.com/office/drawing/2014/main" id="{DACAAF45-C64C-87BF-3060-858C55391B89}"/>
                </a:ext>
              </a:extLst>
            </p:cNvPr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8" name="pg628">
              <a:extLst>
                <a:ext uri="{FF2B5EF4-FFF2-40B4-BE49-F238E27FC236}">
                  <a16:creationId xmlns:a16="http://schemas.microsoft.com/office/drawing/2014/main" id="{4B2F327E-DFF2-6BA2-B987-271BA30F2E45}"/>
                </a:ext>
              </a:extLst>
            </p:cNvPr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9" name="pg629">
              <a:extLst>
                <a:ext uri="{FF2B5EF4-FFF2-40B4-BE49-F238E27FC236}">
                  <a16:creationId xmlns:a16="http://schemas.microsoft.com/office/drawing/2014/main" id="{E4B4B80B-632A-FAEC-63DB-8762991C8C98}"/>
                </a:ext>
              </a:extLst>
            </p:cNvPr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0" name="pg630">
              <a:extLst>
                <a:ext uri="{FF2B5EF4-FFF2-40B4-BE49-F238E27FC236}">
                  <a16:creationId xmlns:a16="http://schemas.microsoft.com/office/drawing/2014/main" id="{C3727647-9E9A-6B23-D4B6-C9CAAF255489}"/>
                </a:ext>
              </a:extLst>
            </p:cNvPr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1" name="pg631">
              <a:extLst>
                <a:ext uri="{FF2B5EF4-FFF2-40B4-BE49-F238E27FC236}">
                  <a16:creationId xmlns:a16="http://schemas.microsoft.com/office/drawing/2014/main" id="{C1ECAB96-C3E3-E3D3-5CE6-00DAB6DA5005}"/>
                </a:ext>
              </a:extLst>
            </p:cNvPr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2" name="pg632">
              <a:extLst>
                <a:ext uri="{FF2B5EF4-FFF2-40B4-BE49-F238E27FC236}">
                  <a16:creationId xmlns:a16="http://schemas.microsoft.com/office/drawing/2014/main" id="{C3D89F76-B5A2-A6D6-5E92-A297D9EB915A}"/>
                </a:ext>
              </a:extLst>
            </p:cNvPr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3" name="pg633">
              <a:extLst>
                <a:ext uri="{FF2B5EF4-FFF2-40B4-BE49-F238E27FC236}">
                  <a16:creationId xmlns:a16="http://schemas.microsoft.com/office/drawing/2014/main" id="{38D868DA-1952-2308-EE79-59E0372E5DB7}"/>
                </a:ext>
              </a:extLst>
            </p:cNvPr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4" name="pg634">
              <a:extLst>
                <a:ext uri="{FF2B5EF4-FFF2-40B4-BE49-F238E27FC236}">
                  <a16:creationId xmlns:a16="http://schemas.microsoft.com/office/drawing/2014/main" id="{167F25D6-D56E-C41E-5515-23AFF52BD74A}"/>
                </a:ext>
              </a:extLst>
            </p:cNvPr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5" name="pg635">
              <a:extLst>
                <a:ext uri="{FF2B5EF4-FFF2-40B4-BE49-F238E27FC236}">
                  <a16:creationId xmlns:a16="http://schemas.microsoft.com/office/drawing/2014/main" id="{1F5B0AB6-1716-44F3-53D7-5EF76655E289}"/>
                </a:ext>
              </a:extLst>
            </p:cNvPr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6" name="pg636">
              <a:extLst>
                <a:ext uri="{FF2B5EF4-FFF2-40B4-BE49-F238E27FC236}">
                  <a16:creationId xmlns:a16="http://schemas.microsoft.com/office/drawing/2014/main" id="{C2CC0B29-54B4-1B1B-E2A3-B9336D93FA80}"/>
                </a:ext>
              </a:extLst>
            </p:cNvPr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7" name="pg637">
              <a:extLst>
                <a:ext uri="{FF2B5EF4-FFF2-40B4-BE49-F238E27FC236}">
                  <a16:creationId xmlns:a16="http://schemas.microsoft.com/office/drawing/2014/main" id="{A4F16256-AC62-0C48-3B7C-503B8C8A5AE3}"/>
                </a:ext>
              </a:extLst>
            </p:cNvPr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8" name="pg638">
              <a:extLst>
                <a:ext uri="{FF2B5EF4-FFF2-40B4-BE49-F238E27FC236}">
                  <a16:creationId xmlns:a16="http://schemas.microsoft.com/office/drawing/2014/main" id="{FEA32D12-D8C5-FF66-A7C9-F76DE9F1B0B4}"/>
                </a:ext>
              </a:extLst>
            </p:cNvPr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9" name="pg639">
              <a:extLst>
                <a:ext uri="{FF2B5EF4-FFF2-40B4-BE49-F238E27FC236}">
                  <a16:creationId xmlns:a16="http://schemas.microsoft.com/office/drawing/2014/main" id="{AB7C0E05-824F-ECAA-58F8-3F5BA34B1B66}"/>
                </a:ext>
              </a:extLst>
            </p:cNvPr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0" name="pg640">
              <a:extLst>
                <a:ext uri="{FF2B5EF4-FFF2-40B4-BE49-F238E27FC236}">
                  <a16:creationId xmlns:a16="http://schemas.microsoft.com/office/drawing/2014/main" id="{DA891891-7201-840E-84EA-1B52F6E43725}"/>
                </a:ext>
              </a:extLst>
            </p:cNvPr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1" name="pg641">
              <a:extLst>
                <a:ext uri="{FF2B5EF4-FFF2-40B4-BE49-F238E27FC236}">
                  <a16:creationId xmlns:a16="http://schemas.microsoft.com/office/drawing/2014/main" id="{45B53422-79C8-073D-0A3B-B453718C14D8}"/>
                </a:ext>
              </a:extLst>
            </p:cNvPr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2" name="pg642">
              <a:extLst>
                <a:ext uri="{FF2B5EF4-FFF2-40B4-BE49-F238E27FC236}">
                  <a16:creationId xmlns:a16="http://schemas.microsoft.com/office/drawing/2014/main" id="{C954140C-349A-CE96-903B-01ABD7779CB9}"/>
                </a:ext>
              </a:extLst>
            </p:cNvPr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3" name="pg643">
              <a:extLst>
                <a:ext uri="{FF2B5EF4-FFF2-40B4-BE49-F238E27FC236}">
                  <a16:creationId xmlns:a16="http://schemas.microsoft.com/office/drawing/2014/main" id="{00EF3586-5776-4DCD-C8F4-4C73DD958A12}"/>
                </a:ext>
              </a:extLst>
            </p:cNvPr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4" name="pg644">
              <a:extLst>
                <a:ext uri="{FF2B5EF4-FFF2-40B4-BE49-F238E27FC236}">
                  <a16:creationId xmlns:a16="http://schemas.microsoft.com/office/drawing/2014/main" id="{20649560-D087-B3C0-A64F-CF7982640348}"/>
                </a:ext>
              </a:extLst>
            </p:cNvPr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5" name="pg645">
              <a:extLst>
                <a:ext uri="{FF2B5EF4-FFF2-40B4-BE49-F238E27FC236}">
                  <a16:creationId xmlns:a16="http://schemas.microsoft.com/office/drawing/2014/main" id="{7B41FC70-2B65-63CB-0A44-47007A14F55B}"/>
                </a:ext>
              </a:extLst>
            </p:cNvPr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6" name="pg646">
              <a:extLst>
                <a:ext uri="{FF2B5EF4-FFF2-40B4-BE49-F238E27FC236}">
                  <a16:creationId xmlns:a16="http://schemas.microsoft.com/office/drawing/2014/main" id="{B1075AE8-4100-AAD0-4117-3F4B1B49AA1B}"/>
                </a:ext>
              </a:extLst>
            </p:cNvPr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7" name="pg647">
              <a:extLst>
                <a:ext uri="{FF2B5EF4-FFF2-40B4-BE49-F238E27FC236}">
                  <a16:creationId xmlns:a16="http://schemas.microsoft.com/office/drawing/2014/main" id="{D8079809-3B3D-58E5-236A-821ACEF684D5}"/>
                </a:ext>
              </a:extLst>
            </p:cNvPr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8" name="pg648">
              <a:extLst>
                <a:ext uri="{FF2B5EF4-FFF2-40B4-BE49-F238E27FC236}">
                  <a16:creationId xmlns:a16="http://schemas.microsoft.com/office/drawing/2014/main" id="{4F1E597A-F6A6-74AE-FABF-E66C166C7E5B}"/>
                </a:ext>
              </a:extLst>
            </p:cNvPr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9" name="pg649">
              <a:extLst>
                <a:ext uri="{FF2B5EF4-FFF2-40B4-BE49-F238E27FC236}">
                  <a16:creationId xmlns:a16="http://schemas.microsoft.com/office/drawing/2014/main" id="{42F73EE7-6300-C5F9-2CAA-7347CABF6F07}"/>
                </a:ext>
              </a:extLst>
            </p:cNvPr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0" name="pg650">
              <a:extLst>
                <a:ext uri="{FF2B5EF4-FFF2-40B4-BE49-F238E27FC236}">
                  <a16:creationId xmlns:a16="http://schemas.microsoft.com/office/drawing/2014/main" id="{E4219EF1-1178-7AB8-E4EC-DAE88A6CAB13}"/>
                </a:ext>
              </a:extLst>
            </p:cNvPr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1" name="pg651">
              <a:extLst>
                <a:ext uri="{FF2B5EF4-FFF2-40B4-BE49-F238E27FC236}">
                  <a16:creationId xmlns:a16="http://schemas.microsoft.com/office/drawing/2014/main" id="{8BDBF85F-D4F9-3C45-72EC-B2723E91A6EE}"/>
                </a:ext>
              </a:extLst>
            </p:cNvPr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2" name="pg652">
              <a:extLst>
                <a:ext uri="{FF2B5EF4-FFF2-40B4-BE49-F238E27FC236}">
                  <a16:creationId xmlns:a16="http://schemas.microsoft.com/office/drawing/2014/main" id="{B3AF6B59-DC26-3E5F-C10D-E41E43A5C825}"/>
                </a:ext>
              </a:extLst>
            </p:cNvPr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3" name="pg653">
              <a:extLst>
                <a:ext uri="{FF2B5EF4-FFF2-40B4-BE49-F238E27FC236}">
                  <a16:creationId xmlns:a16="http://schemas.microsoft.com/office/drawing/2014/main" id="{8A0B89AD-A409-86D5-C451-EA7D303B7E86}"/>
                </a:ext>
              </a:extLst>
            </p:cNvPr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4" name="pg654">
              <a:extLst>
                <a:ext uri="{FF2B5EF4-FFF2-40B4-BE49-F238E27FC236}">
                  <a16:creationId xmlns:a16="http://schemas.microsoft.com/office/drawing/2014/main" id="{94145D14-20F9-2157-4C05-A86D36509CAB}"/>
                </a:ext>
              </a:extLst>
            </p:cNvPr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5" name="pg655">
              <a:extLst>
                <a:ext uri="{FF2B5EF4-FFF2-40B4-BE49-F238E27FC236}">
                  <a16:creationId xmlns:a16="http://schemas.microsoft.com/office/drawing/2014/main" id="{EDBBD43D-E28E-2241-9640-5301F1BBEB63}"/>
                </a:ext>
              </a:extLst>
            </p:cNvPr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6" name="pg656">
              <a:extLst>
                <a:ext uri="{FF2B5EF4-FFF2-40B4-BE49-F238E27FC236}">
                  <a16:creationId xmlns:a16="http://schemas.microsoft.com/office/drawing/2014/main" id="{1A99250F-3775-442F-EB07-D0508D3A63C2}"/>
                </a:ext>
              </a:extLst>
            </p:cNvPr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7" name="pg657">
              <a:extLst>
                <a:ext uri="{FF2B5EF4-FFF2-40B4-BE49-F238E27FC236}">
                  <a16:creationId xmlns:a16="http://schemas.microsoft.com/office/drawing/2014/main" id="{AD7DC43E-206A-4909-0641-19ABC4CD5752}"/>
                </a:ext>
              </a:extLst>
            </p:cNvPr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8" name="pg658">
              <a:extLst>
                <a:ext uri="{FF2B5EF4-FFF2-40B4-BE49-F238E27FC236}">
                  <a16:creationId xmlns:a16="http://schemas.microsoft.com/office/drawing/2014/main" id="{B71FDA10-AA82-5E04-17E3-059634972EF6}"/>
                </a:ext>
              </a:extLst>
            </p:cNvPr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9" name="pg659">
              <a:extLst>
                <a:ext uri="{FF2B5EF4-FFF2-40B4-BE49-F238E27FC236}">
                  <a16:creationId xmlns:a16="http://schemas.microsoft.com/office/drawing/2014/main" id="{DC5FFF45-61FD-14B0-CD57-2EC264AFFA43}"/>
                </a:ext>
              </a:extLst>
            </p:cNvPr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0" name="pg660">
              <a:extLst>
                <a:ext uri="{FF2B5EF4-FFF2-40B4-BE49-F238E27FC236}">
                  <a16:creationId xmlns:a16="http://schemas.microsoft.com/office/drawing/2014/main" id="{07BFD628-2050-198B-C5BA-C445E738855A}"/>
                </a:ext>
              </a:extLst>
            </p:cNvPr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1" name="pg661">
              <a:extLst>
                <a:ext uri="{FF2B5EF4-FFF2-40B4-BE49-F238E27FC236}">
                  <a16:creationId xmlns:a16="http://schemas.microsoft.com/office/drawing/2014/main" id="{67BD86CB-E023-F559-0B0D-887DE509FE97}"/>
                </a:ext>
              </a:extLst>
            </p:cNvPr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2" name="pg662">
              <a:extLst>
                <a:ext uri="{FF2B5EF4-FFF2-40B4-BE49-F238E27FC236}">
                  <a16:creationId xmlns:a16="http://schemas.microsoft.com/office/drawing/2014/main" id="{A33A4F86-10D9-FE38-1709-C47ACA6DD854}"/>
                </a:ext>
              </a:extLst>
            </p:cNvPr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3" name="pg663">
              <a:extLst>
                <a:ext uri="{FF2B5EF4-FFF2-40B4-BE49-F238E27FC236}">
                  <a16:creationId xmlns:a16="http://schemas.microsoft.com/office/drawing/2014/main" id="{AA364167-B557-0F06-15FE-B64D5E7097D5}"/>
                </a:ext>
              </a:extLst>
            </p:cNvPr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4" name="pg664">
              <a:extLst>
                <a:ext uri="{FF2B5EF4-FFF2-40B4-BE49-F238E27FC236}">
                  <a16:creationId xmlns:a16="http://schemas.microsoft.com/office/drawing/2014/main" id="{BE1E3514-F968-6EC5-69A6-BC1CADB96600}"/>
                </a:ext>
              </a:extLst>
            </p:cNvPr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5" name="pg665">
              <a:extLst>
                <a:ext uri="{FF2B5EF4-FFF2-40B4-BE49-F238E27FC236}">
                  <a16:creationId xmlns:a16="http://schemas.microsoft.com/office/drawing/2014/main" id="{670EE3EA-DE53-AF32-F2D5-81E71CCB2B19}"/>
                </a:ext>
              </a:extLst>
            </p:cNvPr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6" name="pg666">
              <a:extLst>
                <a:ext uri="{FF2B5EF4-FFF2-40B4-BE49-F238E27FC236}">
                  <a16:creationId xmlns:a16="http://schemas.microsoft.com/office/drawing/2014/main" id="{73028DB4-30B4-F870-6286-B4BD191CE029}"/>
                </a:ext>
              </a:extLst>
            </p:cNvPr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7" name="pg667">
              <a:extLst>
                <a:ext uri="{FF2B5EF4-FFF2-40B4-BE49-F238E27FC236}">
                  <a16:creationId xmlns:a16="http://schemas.microsoft.com/office/drawing/2014/main" id="{202D51D6-F1D8-67BE-BF8C-AD5400C8B037}"/>
                </a:ext>
              </a:extLst>
            </p:cNvPr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8" name="pg668">
              <a:extLst>
                <a:ext uri="{FF2B5EF4-FFF2-40B4-BE49-F238E27FC236}">
                  <a16:creationId xmlns:a16="http://schemas.microsoft.com/office/drawing/2014/main" id="{CB2885D4-2467-EA89-61A1-EC552CC7942C}"/>
                </a:ext>
              </a:extLst>
            </p:cNvPr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9" name="pg669">
              <a:extLst>
                <a:ext uri="{FF2B5EF4-FFF2-40B4-BE49-F238E27FC236}">
                  <a16:creationId xmlns:a16="http://schemas.microsoft.com/office/drawing/2014/main" id="{FF67F030-74F6-CFF0-84B9-A3A903A05FF4}"/>
                </a:ext>
              </a:extLst>
            </p:cNvPr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0" name="pg670">
              <a:extLst>
                <a:ext uri="{FF2B5EF4-FFF2-40B4-BE49-F238E27FC236}">
                  <a16:creationId xmlns:a16="http://schemas.microsoft.com/office/drawing/2014/main" id="{52199719-C576-4A95-F858-6579F859C908}"/>
                </a:ext>
              </a:extLst>
            </p:cNvPr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1" name="pg671">
              <a:extLst>
                <a:ext uri="{FF2B5EF4-FFF2-40B4-BE49-F238E27FC236}">
                  <a16:creationId xmlns:a16="http://schemas.microsoft.com/office/drawing/2014/main" id="{8D6396EF-7AF9-CF44-347C-AEC07201C482}"/>
                </a:ext>
              </a:extLst>
            </p:cNvPr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2" name="pg672">
              <a:extLst>
                <a:ext uri="{FF2B5EF4-FFF2-40B4-BE49-F238E27FC236}">
                  <a16:creationId xmlns:a16="http://schemas.microsoft.com/office/drawing/2014/main" id="{084C84FB-F289-B41E-426A-8D79FCD3850F}"/>
                </a:ext>
              </a:extLst>
            </p:cNvPr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3" name="pg673">
              <a:extLst>
                <a:ext uri="{FF2B5EF4-FFF2-40B4-BE49-F238E27FC236}">
                  <a16:creationId xmlns:a16="http://schemas.microsoft.com/office/drawing/2014/main" id="{0244D75F-3BC7-0B2C-673D-AB2EE995F4FF}"/>
                </a:ext>
              </a:extLst>
            </p:cNvPr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4" name="pg674">
              <a:extLst>
                <a:ext uri="{FF2B5EF4-FFF2-40B4-BE49-F238E27FC236}">
                  <a16:creationId xmlns:a16="http://schemas.microsoft.com/office/drawing/2014/main" id="{7F543AD7-680D-CBF3-2D4C-85FAE15A1BC5}"/>
                </a:ext>
              </a:extLst>
            </p:cNvPr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5" name="pg675">
              <a:extLst>
                <a:ext uri="{FF2B5EF4-FFF2-40B4-BE49-F238E27FC236}">
                  <a16:creationId xmlns:a16="http://schemas.microsoft.com/office/drawing/2014/main" id="{DB5E68DC-E463-A6C0-C533-7FF847849254}"/>
                </a:ext>
              </a:extLst>
            </p:cNvPr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6" name="pg676">
              <a:extLst>
                <a:ext uri="{FF2B5EF4-FFF2-40B4-BE49-F238E27FC236}">
                  <a16:creationId xmlns:a16="http://schemas.microsoft.com/office/drawing/2014/main" id="{6273D9BF-6506-3D08-067E-A634083A9B3F}"/>
                </a:ext>
              </a:extLst>
            </p:cNvPr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7" name="pg677">
              <a:extLst>
                <a:ext uri="{FF2B5EF4-FFF2-40B4-BE49-F238E27FC236}">
                  <a16:creationId xmlns:a16="http://schemas.microsoft.com/office/drawing/2014/main" id="{5F8CB955-B55E-3DBB-3403-F9B43FC0DBF9}"/>
                </a:ext>
              </a:extLst>
            </p:cNvPr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8" name="pg678">
              <a:extLst>
                <a:ext uri="{FF2B5EF4-FFF2-40B4-BE49-F238E27FC236}">
                  <a16:creationId xmlns:a16="http://schemas.microsoft.com/office/drawing/2014/main" id="{BFAECA39-355C-052D-A9FA-7737E3429DB8}"/>
                </a:ext>
              </a:extLst>
            </p:cNvPr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9" name="pg679">
              <a:extLst>
                <a:ext uri="{FF2B5EF4-FFF2-40B4-BE49-F238E27FC236}">
                  <a16:creationId xmlns:a16="http://schemas.microsoft.com/office/drawing/2014/main" id="{F26896A2-0B5A-C859-AC30-C9ABDFC3E09E}"/>
                </a:ext>
              </a:extLst>
            </p:cNvPr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0" name="pg680">
              <a:extLst>
                <a:ext uri="{FF2B5EF4-FFF2-40B4-BE49-F238E27FC236}">
                  <a16:creationId xmlns:a16="http://schemas.microsoft.com/office/drawing/2014/main" id="{0AC67B0D-4CCA-7A06-F629-E17E4AF9C577}"/>
                </a:ext>
              </a:extLst>
            </p:cNvPr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1" name="pg681">
              <a:extLst>
                <a:ext uri="{FF2B5EF4-FFF2-40B4-BE49-F238E27FC236}">
                  <a16:creationId xmlns:a16="http://schemas.microsoft.com/office/drawing/2014/main" id="{CD792209-D8E2-BED5-7C1A-13F805F9C1B1}"/>
                </a:ext>
              </a:extLst>
            </p:cNvPr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2" name="pg682">
              <a:extLst>
                <a:ext uri="{FF2B5EF4-FFF2-40B4-BE49-F238E27FC236}">
                  <a16:creationId xmlns:a16="http://schemas.microsoft.com/office/drawing/2014/main" id="{D696E641-C824-3783-61B2-854DFCA51F7A}"/>
                </a:ext>
              </a:extLst>
            </p:cNvPr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3" name="pg683">
              <a:extLst>
                <a:ext uri="{FF2B5EF4-FFF2-40B4-BE49-F238E27FC236}">
                  <a16:creationId xmlns:a16="http://schemas.microsoft.com/office/drawing/2014/main" id="{4632928B-E1B0-66C6-F910-CB0ACA221DBA}"/>
                </a:ext>
              </a:extLst>
            </p:cNvPr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4" name="pg684">
              <a:extLst>
                <a:ext uri="{FF2B5EF4-FFF2-40B4-BE49-F238E27FC236}">
                  <a16:creationId xmlns:a16="http://schemas.microsoft.com/office/drawing/2014/main" id="{55AD2E34-5135-92DE-E7E3-8957D26257BB}"/>
                </a:ext>
              </a:extLst>
            </p:cNvPr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5" name="pg685">
              <a:extLst>
                <a:ext uri="{FF2B5EF4-FFF2-40B4-BE49-F238E27FC236}">
                  <a16:creationId xmlns:a16="http://schemas.microsoft.com/office/drawing/2014/main" id="{11D88C9D-F630-BD22-E884-D91BF39A2C09}"/>
                </a:ext>
              </a:extLst>
            </p:cNvPr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6" name="pg686">
              <a:extLst>
                <a:ext uri="{FF2B5EF4-FFF2-40B4-BE49-F238E27FC236}">
                  <a16:creationId xmlns:a16="http://schemas.microsoft.com/office/drawing/2014/main" id="{8208CDFC-FEA1-3861-9F27-397B27C2DC99}"/>
                </a:ext>
              </a:extLst>
            </p:cNvPr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7" name="pg687">
              <a:extLst>
                <a:ext uri="{FF2B5EF4-FFF2-40B4-BE49-F238E27FC236}">
                  <a16:creationId xmlns:a16="http://schemas.microsoft.com/office/drawing/2014/main" id="{81DD9D3A-76C7-3017-C90F-37EC478B5338}"/>
                </a:ext>
              </a:extLst>
            </p:cNvPr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8" name="pg688">
              <a:extLst>
                <a:ext uri="{FF2B5EF4-FFF2-40B4-BE49-F238E27FC236}">
                  <a16:creationId xmlns:a16="http://schemas.microsoft.com/office/drawing/2014/main" id="{6A4F1947-32AE-2AF1-5B0C-2B80E551365D}"/>
                </a:ext>
              </a:extLst>
            </p:cNvPr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9" name="pg689">
              <a:extLst>
                <a:ext uri="{FF2B5EF4-FFF2-40B4-BE49-F238E27FC236}">
                  <a16:creationId xmlns:a16="http://schemas.microsoft.com/office/drawing/2014/main" id="{BE536063-903E-9066-34C3-22C52CD131DA}"/>
                </a:ext>
              </a:extLst>
            </p:cNvPr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0" name="pg690">
              <a:extLst>
                <a:ext uri="{FF2B5EF4-FFF2-40B4-BE49-F238E27FC236}">
                  <a16:creationId xmlns:a16="http://schemas.microsoft.com/office/drawing/2014/main" id="{D0E54C0D-197E-8429-D58A-FECC3D2599AF}"/>
                </a:ext>
              </a:extLst>
            </p:cNvPr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1" name="pg691">
              <a:extLst>
                <a:ext uri="{FF2B5EF4-FFF2-40B4-BE49-F238E27FC236}">
                  <a16:creationId xmlns:a16="http://schemas.microsoft.com/office/drawing/2014/main" id="{7C7DE5BF-8D94-A3AA-4E2C-5322F94C6101}"/>
                </a:ext>
              </a:extLst>
            </p:cNvPr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2" name="pg692">
              <a:extLst>
                <a:ext uri="{FF2B5EF4-FFF2-40B4-BE49-F238E27FC236}">
                  <a16:creationId xmlns:a16="http://schemas.microsoft.com/office/drawing/2014/main" id="{4B6B0BFC-DE86-AB59-E852-0D24C5CAAA59}"/>
                </a:ext>
              </a:extLst>
            </p:cNvPr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3" name="pg693">
              <a:extLst>
                <a:ext uri="{FF2B5EF4-FFF2-40B4-BE49-F238E27FC236}">
                  <a16:creationId xmlns:a16="http://schemas.microsoft.com/office/drawing/2014/main" id="{D8A50177-E6D3-F348-A7B7-977DE1222589}"/>
                </a:ext>
              </a:extLst>
            </p:cNvPr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4" name="pg694">
              <a:extLst>
                <a:ext uri="{FF2B5EF4-FFF2-40B4-BE49-F238E27FC236}">
                  <a16:creationId xmlns:a16="http://schemas.microsoft.com/office/drawing/2014/main" id="{CFC0459A-7882-AE9E-ADBF-9A325AF422DF}"/>
                </a:ext>
              </a:extLst>
            </p:cNvPr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5" name="pg695">
              <a:extLst>
                <a:ext uri="{FF2B5EF4-FFF2-40B4-BE49-F238E27FC236}">
                  <a16:creationId xmlns:a16="http://schemas.microsoft.com/office/drawing/2014/main" id="{167A2CCC-FF8A-266A-419D-75F0C48A87A7}"/>
                </a:ext>
              </a:extLst>
            </p:cNvPr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6" name="pg696">
              <a:extLst>
                <a:ext uri="{FF2B5EF4-FFF2-40B4-BE49-F238E27FC236}">
                  <a16:creationId xmlns:a16="http://schemas.microsoft.com/office/drawing/2014/main" id="{05AC2D7F-A6F0-9823-D571-E8520B45651A}"/>
                </a:ext>
              </a:extLst>
            </p:cNvPr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7" name="pg697">
              <a:extLst>
                <a:ext uri="{FF2B5EF4-FFF2-40B4-BE49-F238E27FC236}">
                  <a16:creationId xmlns:a16="http://schemas.microsoft.com/office/drawing/2014/main" id="{57A70B8F-D7ED-4AE6-120D-91805E14E358}"/>
                </a:ext>
              </a:extLst>
            </p:cNvPr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8" name="pg698">
              <a:extLst>
                <a:ext uri="{FF2B5EF4-FFF2-40B4-BE49-F238E27FC236}">
                  <a16:creationId xmlns:a16="http://schemas.microsoft.com/office/drawing/2014/main" id="{9D5DF6FC-92A7-1CBC-E6FA-ED9B2F73501B}"/>
                </a:ext>
              </a:extLst>
            </p:cNvPr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9" name="pg699">
              <a:extLst>
                <a:ext uri="{FF2B5EF4-FFF2-40B4-BE49-F238E27FC236}">
                  <a16:creationId xmlns:a16="http://schemas.microsoft.com/office/drawing/2014/main" id="{F5F682BC-0463-A062-B977-96A4544FB1C6}"/>
                </a:ext>
              </a:extLst>
            </p:cNvPr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0" name="pg700">
              <a:extLst>
                <a:ext uri="{FF2B5EF4-FFF2-40B4-BE49-F238E27FC236}">
                  <a16:creationId xmlns:a16="http://schemas.microsoft.com/office/drawing/2014/main" id="{F4AA941A-6BBD-025B-5B55-67C4A8E1BEA3}"/>
                </a:ext>
              </a:extLst>
            </p:cNvPr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1" name="pg701">
              <a:extLst>
                <a:ext uri="{FF2B5EF4-FFF2-40B4-BE49-F238E27FC236}">
                  <a16:creationId xmlns:a16="http://schemas.microsoft.com/office/drawing/2014/main" id="{AAAC841C-2768-F544-F8C0-D4DF39E30C19}"/>
                </a:ext>
              </a:extLst>
            </p:cNvPr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2" name="pg702">
              <a:extLst>
                <a:ext uri="{FF2B5EF4-FFF2-40B4-BE49-F238E27FC236}">
                  <a16:creationId xmlns:a16="http://schemas.microsoft.com/office/drawing/2014/main" id="{A986D235-8493-154D-4A51-B87F5FAC1A2B}"/>
                </a:ext>
              </a:extLst>
            </p:cNvPr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3" name="pg703">
              <a:extLst>
                <a:ext uri="{FF2B5EF4-FFF2-40B4-BE49-F238E27FC236}">
                  <a16:creationId xmlns:a16="http://schemas.microsoft.com/office/drawing/2014/main" id="{C1BC546D-266E-E626-59B9-14FC2F9672E1}"/>
                </a:ext>
              </a:extLst>
            </p:cNvPr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4" name="pg704">
              <a:extLst>
                <a:ext uri="{FF2B5EF4-FFF2-40B4-BE49-F238E27FC236}">
                  <a16:creationId xmlns:a16="http://schemas.microsoft.com/office/drawing/2014/main" id="{3A28FA3B-12FA-DE3D-040C-62DDEB93511F}"/>
                </a:ext>
              </a:extLst>
            </p:cNvPr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5" name="pg705">
              <a:extLst>
                <a:ext uri="{FF2B5EF4-FFF2-40B4-BE49-F238E27FC236}">
                  <a16:creationId xmlns:a16="http://schemas.microsoft.com/office/drawing/2014/main" id="{B98223B1-76E5-3264-7CDD-8D4611E4EBE6}"/>
                </a:ext>
              </a:extLst>
            </p:cNvPr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6" name="pg706">
              <a:extLst>
                <a:ext uri="{FF2B5EF4-FFF2-40B4-BE49-F238E27FC236}">
                  <a16:creationId xmlns:a16="http://schemas.microsoft.com/office/drawing/2014/main" id="{B6A66EFD-A73B-AC30-223D-B4777B768431}"/>
                </a:ext>
              </a:extLst>
            </p:cNvPr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7" name="pg707">
              <a:extLst>
                <a:ext uri="{FF2B5EF4-FFF2-40B4-BE49-F238E27FC236}">
                  <a16:creationId xmlns:a16="http://schemas.microsoft.com/office/drawing/2014/main" id="{670B7D1A-AD32-2A12-13DF-71777E0900CD}"/>
                </a:ext>
              </a:extLst>
            </p:cNvPr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8" name="pg708">
              <a:extLst>
                <a:ext uri="{FF2B5EF4-FFF2-40B4-BE49-F238E27FC236}">
                  <a16:creationId xmlns:a16="http://schemas.microsoft.com/office/drawing/2014/main" id="{BF242CF5-0CE7-2672-E505-F01FD43F3B07}"/>
                </a:ext>
              </a:extLst>
            </p:cNvPr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9" name="pg709">
              <a:extLst>
                <a:ext uri="{FF2B5EF4-FFF2-40B4-BE49-F238E27FC236}">
                  <a16:creationId xmlns:a16="http://schemas.microsoft.com/office/drawing/2014/main" id="{99E07A4D-6FA3-F588-845E-E8B918B711A2}"/>
                </a:ext>
              </a:extLst>
            </p:cNvPr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0" name="pg710">
              <a:extLst>
                <a:ext uri="{FF2B5EF4-FFF2-40B4-BE49-F238E27FC236}">
                  <a16:creationId xmlns:a16="http://schemas.microsoft.com/office/drawing/2014/main" id="{417895C8-C870-5F44-A302-051384A71B89}"/>
                </a:ext>
              </a:extLst>
            </p:cNvPr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1" name="pg711">
              <a:extLst>
                <a:ext uri="{FF2B5EF4-FFF2-40B4-BE49-F238E27FC236}">
                  <a16:creationId xmlns:a16="http://schemas.microsoft.com/office/drawing/2014/main" id="{7239AD64-1F2F-EDCE-703A-9747C05251A6}"/>
                </a:ext>
              </a:extLst>
            </p:cNvPr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2" name="pg712">
              <a:extLst>
                <a:ext uri="{FF2B5EF4-FFF2-40B4-BE49-F238E27FC236}">
                  <a16:creationId xmlns:a16="http://schemas.microsoft.com/office/drawing/2014/main" id="{9C599EE4-8F40-2293-876F-A2B015177C6E}"/>
                </a:ext>
              </a:extLst>
            </p:cNvPr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3" name="pg713">
              <a:extLst>
                <a:ext uri="{FF2B5EF4-FFF2-40B4-BE49-F238E27FC236}">
                  <a16:creationId xmlns:a16="http://schemas.microsoft.com/office/drawing/2014/main" id="{E9A78473-4A38-4097-6A3D-9E365C11D72E}"/>
                </a:ext>
              </a:extLst>
            </p:cNvPr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4" name="pg714">
              <a:extLst>
                <a:ext uri="{FF2B5EF4-FFF2-40B4-BE49-F238E27FC236}">
                  <a16:creationId xmlns:a16="http://schemas.microsoft.com/office/drawing/2014/main" id="{C6E324FC-42DB-4FF6-3F93-7AADADC5805E}"/>
                </a:ext>
              </a:extLst>
            </p:cNvPr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5" name="pg715">
              <a:extLst>
                <a:ext uri="{FF2B5EF4-FFF2-40B4-BE49-F238E27FC236}">
                  <a16:creationId xmlns:a16="http://schemas.microsoft.com/office/drawing/2014/main" id="{E38C2478-F32A-D50F-10BB-AEC1A767BA4C}"/>
                </a:ext>
              </a:extLst>
            </p:cNvPr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6" name="pg716">
              <a:extLst>
                <a:ext uri="{FF2B5EF4-FFF2-40B4-BE49-F238E27FC236}">
                  <a16:creationId xmlns:a16="http://schemas.microsoft.com/office/drawing/2014/main" id="{E12F28C5-56A2-EFE3-7DA8-D59B34033F8F}"/>
                </a:ext>
              </a:extLst>
            </p:cNvPr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7" name="pg717">
              <a:extLst>
                <a:ext uri="{FF2B5EF4-FFF2-40B4-BE49-F238E27FC236}">
                  <a16:creationId xmlns:a16="http://schemas.microsoft.com/office/drawing/2014/main" id="{399BA6C6-E09B-F157-E098-025762480F13}"/>
                </a:ext>
              </a:extLst>
            </p:cNvPr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8" name="pg718">
              <a:extLst>
                <a:ext uri="{FF2B5EF4-FFF2-40B4-BE49-F238E27FC236}">
                  <a16:creationId xmlns:a16="http://schemas.microsoft.com/office/drawing/2014/main" id="{685FA09B-C543-5FEC-1CF9-1F2C1A11FC21}"/>
                </a:ext>
              </a:extLst>
            </p:cNvPr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9" name="pg719">
              <a:extLst>
                <a:ext uri="{FF2B5EF4-FFF2-40B4-BE49-F238E27FC236}">
                  <a16:creationId xmlns:a16="http://schemas.microsoft.com/office/drawing/2014/main" id="{FA7D9302-AD38-83A8-0B95-5DC2BBD4999C}"/>
                </a:ext>
              </a:extLst>
            </p:cNvPr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0" name="pg720">
              <a:extLst>
                <a:ext uri="{FF2B5EF4-FFF2-40B4-BE49-F238E27FC236}">
                  <a16:creationId xmlns:a16="http://schemas.microsoft.com/office/drawing/2014/main" id="{44185C5D-34EA-6F49-4F6E-F2E647AC4310}"/>
                </a:ext>
              </a:extLst>
            </p:cNvPr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1" name="pg721">
              <a:extLst>
                <a:ext uri="{FF2B5EF4-FFF2-40B4-BE49-F238E27FC236}">
                  <a16:creationId xmlns:a16="http://schemas.microsoft.com/office/drawing/2014/main" id="{1565B7CD-C7AC-D298-2F46-D248BEE679E5}"/>
                </a:ext>
              </a:extLst>
            </p:cNvPr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2" name="pg722">
              <a:extLst>
                <a:ext uri="{FF2B5EF4-FFF2-40B4-BE49-F238E27FC236}">
                  <a16:creationId xmlns:a16="http://schemas.microsoft.com/office/drawing/2014/main" id="{E2C4CCB5-FAAC-A528-EA6D-6A454E0C0FAA}"/>
                </a:ext>
              </a:extLst>
            </p:cNvPr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3" name="pg723">
              <a:extLst>
                <a:ext uri="{FF2B5EF4-FFF2-40B4-BE49-F238E27FC236}">
                  <a16:creationId xmlns:a16="http://schemas.microsoft.com/office/drawing/2014/main" id="{15BE1D9E-441F-B03E-F4E7-84E1684014D8}"/>
                </a:ext>
              </a:extLst>
            </p:cNvPr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4" name="pg724">
              <a:extLst>
                <a:ext uri="{FF2B5EF4-FFF2-40B4-BE49-F238E27FC236}">
                  <a16:creationId xmlns:a16="http://schemas.microsoft.com/office/drawing/2014/main" id="{F5169584-A378-2356-3ADB-04EA3DB59AD7}"/>
                </a:ext>
              </a:extLst>
            </p:cNvPr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5" name="pg725">
              <a:extLst>
                <a:ext uri="{FF2B5EF4-FFF2-40B4-BE49-F238E27FC236}">
                  <a16:creationId xmlns:a16="http://schemas.microsoft.com/office/drawing/2014/main" id="{40D2B4B0-A4EE-0EFC-195F-B7106EAD8785}"/>
                </a:ext>
              </a:extLst>
            </p:cNvPr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6" name="pg726">
              <a:extLst>
                <a:ext uri="{FF2B5EF4-FFF2-40B4-BE49-F238E27FC236}">
                  <a16:creationId xmlns:a16="http://schemas.microsoft.com/office/drawing/2014/main" id="{51524733-7B68-D2AB-90D2-6732BAF51009}"/>
                </a:ext>
              </a:extLst>
            </p:cNvPr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7" name="pg727">
              <a:extLst>
                <a:ext uri="{FF2B5EF4-FFF2-40B4-BE49-F238E27FC236}">
                  <a16:creationId xmlns:a16="http://schemas.microsoft.com/office/drawing/2014/main" id="{14CA8FF9-B17B-0A0A-C38F-9F8DDF072A4A}"/>
                </a:ext>
              </a:extLst>
            </p:cNvPr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8" name="pg728">
              <a:extLst>
                <a:ext uri="{FF2B5EF4-FFF2-40B4-BE49-F238E27FC236}">
                  <a16:creationId xmlns:a16="http://schemas.microsoft.com/office/drawing/2014/main" id="{F2BB2754-48E8-4D25-4CD5-39108DB853FA}"/>
                </a:ext>
              </a:extLst>
            </p:cNvPr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9" name="pg729">
              <a:extLst>
                <a:ext uri="{FF2B5EF4-FFF2-40B4-BE49-F238E27FC236}">
                  <a16:creationId xmlns:a16="http://schemas.microsoft.com/office/drawing/2014/main" id="{E3B75780-97F8-089F-853E-3DBEFCC5B98D}"/>
                </a:ext>
              </a:extLst>
            </p:cNvPr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0" name="pg730">
              <a:extLst>
                <a:ext uri="{FF2B5EF4-FFF2-40B4-BE49-F238E27FC236}">
                  <a16:creationId xmlns:a16="http://schemas.microsoft.com/office/drawing/2014/main" id="{0759843F-2710-0D58-57C1-8166972205AD}"/>
                </a:ext>
              </a:extLst>
            </p:cNvPr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1" name="pg731">
              <a:extLst>
                <a:ext uri="{FF2B5EF4-FFF2-40B4-BE49-F238E27FC236}">
                  <a16:creationId xmlns:a16="http://schemas.microsoft.com/office/drawing/2014/main" id="{68F0671A-F577-DFBC-87FF-8B6DBDC9FFBC}"/>
                </a:ext>
              </a:extLst>
            </p:cNvPr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2" name="pg732">
              <a:extLst>
                <a:ext uri="{FF2B5EF4-FFF2-40B4-BE49-F238E27FC236}">
                  <a16:creationId xmlns:a16="http://schemas.microsoft.com/office/drawing/2014/main" id="{B17FFFAE-4356-89D4-3C72-120303BE072B}"/>
                </a:ext>
              </a:extLst>
            </p:cNvPr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3" name="pg733">
              <a:extLst>
                <a:ext uri="{FF2B5EF4-FFF2-40B4-BE49-F238E27FC236}">
                  <a16:creationId xmlns:a16="http://schemas.microsoft.com/office/drawing/2014/main" id="{757E8A11-0D35-E75F-F53C-A994E300AAE7}"/>
                </a:ext>
              </a:extLst>
            </p:cNvPr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4" name="pg734">
              <a:extLst>
                <a:ext uri="{FF2B5EF4-FFF2-40B4-BE49-F238E27FC236}">
                  <a16:creationId xmlns:a16="http://schemas.microsoft.com/office/drawing/2014/main" id="{F712BE04-05A2-003A-E9EC-DE44ACC2AF16}"/>
                </a:ext>
              </a:extLst>
            </p:cNvPr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5" name="pg735">
              <a:extLst>
                <a:ext uri="{FF2B5EF4-FFF2-40B4-BE49-F238E27FC236}">
                  <a16:creationId xmlns:a16="http://schemas.microsoft.com/office/drawing/2014/main" id="{A30B071A-5094-57E3-28E5-762B29384E63}"/>
                </a:ext>
              </a:extLst>
            </p:cNvPr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6" name="pg736">
              <a:extLst>
                <a:ext uri="{FF2B5EF4-FFF2-40B4-BE49-F238E27FC236}">
                  <a16:creationId xmlns:a16="http://schemas.microsoft.com/office/drawing/2014/main" id="{3FEB4849-E1A4-FDD6-F316-851B1503D752}"/>
                </a:ext>
              </a:extLst>
            </p:cNvPr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7" name="pg737">
              <a:extLst>
                <a:ext uri="{FF2B5EF4-FFF2-40B4-BE49-F238E27FC236}">
                  <a16:creationId xmlns:a16="http://schemas.microsoft.com/office/drawing/2014/main" id="{BAF32541-1B62-E603-358D-4AE178413BA7}"/>
                </a:ext>
              </a:extLst>
            </p:cNvPr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8" name="pg738">
              <a:extLst>
                <a:ext uri="{FF2B5EF4-FFF2-40B4-BE49-F238E27FC236}">
                  <a16:creationId xmlns:a16="http://schemas.microsoft.com/office/drawing/2014/main" id="{DE9569CA-C527-C9B0-4801-C5D73E3C45D9}"/>
                </a:ext>
              </a:extLst>
            </p:cNvPr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9" name="pg739">
              <a:extLst>
                <a:ext uri="{FF2B5EF4-FFF2-40B4-BE49-F238E27FC236}">
                  <a16:creationId xmlns:a16="http://schemas.microsoft.com/office/drawing/2014/main" id="{BC073AEB-CCE5-D32F-B312-643ECC08C0BD}"/>
                </a:ext>
              </a:extLst>
            </p:cNvPr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0" name="pg740">
              <a:extLst>
                <a:ext uri="{FF2B5EF4-FFF2-40B4-BE49-F238E27FC236}">
                  <a16:creationId xmlns:a16="http://schemas.microsoft.com/office/drawing/2014/main" id="{3AFBA500-6140-C44F-EC3A-C12DDCF686DA}"/>
                </a:ext>
              </a:extLst>
            </p:cNvPr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1" name="pg741">
              <a:extLst>
                <a:ext uri="{FF2B5EF4-FFF2-40B4-BE49-F238E27FC236}">
                  <a16:creationId xmlns:a16="http://schemas.microsoft.com/office/drawing/2014/main" id="{B2D408B1-9EB7-EAFF-B784-63D8C7D86017}"/>
                </a:ext>
              </a:extLst>
            </p:cNvPr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2" name="pg742">
              <a:extLst>
                <a:ext uri="{FF2B5EF4-FFF2-40B4-BE49-F238E27FC236}">
                  <a16:creationId xmlns:a16="http://schemas.microsoft.com/office/drawing/2014/main" id="{4EFA98E4-A038-569A-F7C8-E62319161D1F}"/>
                </a:ext>
              </a:extLst>
            </p:cNvPr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3" name="pg743">
              <a:extLst>
                <a:ext uri="{FF2B5EF4-FFF2-40B4-BE49-F238E27FC236}">
                  <a16:creationId xmlns:a16="http://schemas.microsoft.com/office/drawing/2014/main" id="{673A8998-D2BE-E4A0-E82A-EED42972FD15}"/>
                </a:ext>
              </a:extLst>
            </p:cNvPr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4" name="pg744">
              <a:extLst>
                <a:ext uri="{FF2B5EF4-FFF2-40B4-BE49-F238E27FC236}">
                  <a16:creationId xmlns:a16="http://schemas.microsoft.com/office/drawing/2014/main" id="{E55978F2-D59F-6638-A27A-23667632F388}"/>
                </a:ext>
              </a:extLst>
            </p:cNvPr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5" name="pg745">
              <a:extLst>
                <a:ext uri="{FF2B5EF4-FFF2-40B4-BE49-F238E27FC236}">
                  <a16:creationId xmlns:a16="http://schemas.microsoft.com/office/drawing/2014/main" id="{9C7709BB-AE1A-D1E8-B25D-58917C13A9CA}"/>
                </a:ext>
              </a:extLst>
            </p:cNvPr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6" name="pg746">
              <a:extLst>
                <a:ext uri="{FF2B5EF4-FFF2-40B4-BE49-F238E27FC236}">
                  <a16:creationId xmlns:a16="http://schemas.microsoft.com/office/drawing/2014/main" id="{D3CF034F-7010-C581-1A55-66C4BAE7D67E}"/>
                </a:ext>
              </a:extLst>
            </p:cNvPr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7" name="pg747">
              <a:extLst>
                <a:ext uri="{FF2B5EF4-FFF2-40B4-BE49-F238E27FC236}">
                  <a16:creationId xmlns:a16="http://schemas.microsoft.com/office/drawing/2014/main" id="{34340F00-F6B2-572D-D4E3-EF536A12A11A}"/>
                </a:ext>
              </a:extLst>
            </p:cNvPr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8" name="pg748">
              <a:extLst>
                <a:ext uri="{FF2B5EF4-FFF2-40B4-BE49-F238E27FC236}">
                  <a16:creationId xmlns:a16="http://schemas.microsoft.com/office/drawing/2014/main" id="{CCF7A4CF-56DB-5B7A-6B43-33CE9CE91057}"/>
                </a:ext>
              </a:extLst>
            </p:cNvPr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9" name="pg749">
              <a:extLst>
                <a:ext uri="{FF2B5EF4-FFF2-40B4-BE49-F238E27FC236}">
                  <a16:creationId xmlns:a16="http://schemas.microsoft.com/office/drawing/2014/main" id="{94DE9046-B11E-C3C7-A3A2-BA783C212811}"/>
                </a:ext>
              </a:extLst>
            </p:cNvPr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0" name="pg750">
              <a:extLst>
                <a:ext uri="{FF2B5EF4-FFF2-40B4-BE49-F238E27FC236}">
                  <a16:creationId xmlns:a16="http://schemas.microsoft.com/office/drawing/2014/main" id="{128E31C3-1E13-58FE-F516-163693C22467}"/>
                </a:ext>
              </a:extLst>
            </p:cNvPr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1" name="pg751">
              <a:extLst>
                <a:ext uri="{FF2B5EF4-FFF2-40B4-BE49-F238E27FC236}">
                  <a16:creationId xmlns:a16="http://schemas.microsoft.com/office/drawing/2014/main" id="{5FB9773D-D564-D416-05DD-2520F6EB3503}"/>
                </a:ext>
              </a:extLst>
            </p:cNvPr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2" name="pg752">
              <a:extLst>
                <a:ext uri="{FF2B5EF4-FFF2-40B4-BE49-F238E27FC236}">
                  <a16:creationId xmlns:a16="http://schemas.microsoft.com/office/drawing/2014/main" id="{980153FA-99A2-3088-D403-FCA603F5896C}"/>
                </a:ext>
              </a:extLst>
            </p:cNvPr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3" name="pg753">
              <a:extLst>
                <a:ext uri="{FF2B5EF4-FFF2-40B4-BE49-F238E27FC236}">
                  <a16:creationId xmlns:a16="http://schemas.microsoft.com/office/drawing/2014/main" id="{8EDDFDEC-FB5D-E2ED-F6A0-938A8079364C}"/>
                </a:ext>
              </a:extLst>
            </p:cNvPr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4" name="pg754">
              <a:extLst>
                <a:ext uri="{FF2B5EF4-FFF2-40B4-BE49-F238E27FC236}">
                  <a16:creationId xmlns:a16="http://schemas.microsoft.com/office/drawing/2014/main" id="{50D9D1E6-1B11-C1C6-D2F0-F4AA0960E049}"/>
                </a:ext>
              </a:extLst>
            </p:cNvPr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5" name="pg755">
              <a:extLst>
                <a:ext uri="{FF2B5EF4-FFF2-40B4-BE49-F238E27FC236}">
                  <a16:creationId xmlns:a16="http://schemas.microsoft.com/office/drawing/2014/main" id="{A0A07FAF-72CF-E58C-16F5-873B438E6C34}"/>
                </a:ext>
              </a:extLst>
            </p:cNvPr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6" name="pg756">
              <a:extLst>
                <a:ext uri="{FF2B5EF4-FFF2-40B4-BE49-F238E27FC236}">
                  <a16:creationId xmlns:a16="http://schemas.microsoft.com/office/drawing/2014/main" id="{6E736128-176B-E48D-7ECE-26058489661A}"/>
                </a:ext>
              </a:extLst>
            </p:cNvPr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7" name="pg757">
              <a:extLst>
                <a:ext uri="{FF2B5EF4-FFF2-40B4-BE49-F238E27FC236}">
                  <a16:creationId xmlns:a16="http://schemas.microsoft.com/office/drawing/2014/main" id="{7349179B-45B2-9E16-1A7D-F67F487709AC}"/>
                </a:ext>
              </a:extLst>
            </p:cNvPr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8" name="pg758">
              <a:extLst>
                <a:ext uri="{FF2B5EF4-FFF2-40B4-BE49-F238E27FC236}">
                  <a16:creationId xmlns:a16="http://schemas.microsoft.com/office/drawing/2014/main" id="{684F374F-D4AA-6710-2C97-C0DFE7DEE019}"/>
                </a:ext>
              </a:extLst>
            </p:cNvPr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9" name="pg759">
              <a:extLst>
                <a:ext uri="{FF2B5EF4-FFF2-40B4-BE49-F238E27FC236}">
                  <a16:creationId xmlns:a16="http://schemas.microsoft.com/office/drawing/2014/main" id="{39519B18-174A-830B-1B06-4077E1CAF685}"/>
                </a:ext>
              </a:extLst>
            </p:cNvPr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0" name="pg760">
              <a:extLst>
                <a:ext uri="{FF2B5EF4-FFF2-40B4-BE49-F238E27FC236}">
                  <a16:creationId xmlns:a16="http://schemas.microsoft.com/office/drawing/2014/main" id="{E85442B7-D4F2-05CE-5EA2-4D94684ECEF4}"/>
                </a:ext>
              </a:extLst>
            </p:cNvPr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1" name="pg761">
              <a:extLst>
                <a:ext uri="{FF2B5EF4-FFF2-40B4-BE49-F238E27FC236}">
                  <a16:creationId xmlns:a16="http://schemas.microsoft.com/office/drawing/2014/main" id="{7FCF78E3-85E8-7D65-621D-ADECEEBDF596}"/>
                </a:ext>
              </a:extLst>
            </p:cNvPr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2" name="pg762">
              <a:extLst>
                <a:ext uri="{FF2B5EF4-FFF2-40B4-BE49-F238E27FC236}">
                  <a16:creationId xmlns:a16="http://schemas.microsoft.com/office/drawing/2014/main" id="{128A31FC-094B-2B86-25BC-D64B8C599733}"/>
                </a:ext>
              </a:extLst>
            </p:cNvPr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3" name="pg763">
              <a:extLst>
                <a:ext uri="{FF2B5EF4-FFF2-40B4-BE49-F238E27FC236}">
                  <a16:creationId xmlns:a16="http://schemas.microsoft.com/office/drawing/2014/main" id="{99DE5388-1EEB-B192-40C2-A6D4F603B8CD}"/>
                </a:ext>
              </a:extLst>
            </p:cNvPr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4" name="pg764">
              <a:extLst>
                <a:ext uri="{FF2B5EF4-FFF2-40B4-BE49-F238E27FC236}">
                  <a16:creationId xmlns:a16="http://schemas.microsoft.com/office/drawing/2014/main" id="{904D62B5-97FE-1B9B-2DD7-7EFD3E3A586C}"/>
                </a:ext>
              </a:extLst>
            </p:cNvPr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5" name="pg765">
              <a:extLst>
                <a:ext uri="{FF2B5EF4-FFF2-40B4-BE49-F238E27FC236}">
                  <a16:creationId xmlns:a16="http://schemas.microsoft.com/office/drawing/2014/main" id="{ED36EB22-D579-CD08-46AE-7163BD42B372}"/>
                </a:ext>
              </a:extLst>
            </p:cNvPr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6" name="pg766">
              <a:extLst>
                <a:ext uri="{FF2B5EF4-FFF2-40B4-BE49-F238E27FC236}">
                  <a16:creationId xmlns:a16="http://schemas.microsoft.com/office/drawing/2014/main" id="{11CD81EB-849B-2601-50A8-E76F90F955BC}"/>
                </a:ext>
              </a:extLst>
            </p:cNvPr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7" name="pg767">
              <a:extLst>
                <a:ext uri="{FF2B5EF4-FFF2-40B4-BE49-F238E27FC236}">
                  <a16:creationId xmlns:a16="http://schemas.microsoft.com/office/drawing/2014/main" id="{F0AD493C-F4D3-BA07-6A2B-10AA703E16F6}"/>
                </a:ext>
              </a:extLst>
            </p:cNvPr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8" name="pg768">
              <a:extLst>
                <a:ext uri="{FF2B5EF4-FFF2-40B4-BE49-F238E27FC236}">
                  <a16:creationId xmlns:a16="http://schemas.microsoft.com/office/drawing/2014/main" id="{E79A0880-93B3-31FA-7FEA-C5AFCAE970B5}"/>
                </a:ext>
              </a:extLst>
            </p:cNvPr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9" name="pg769">
              <a:extLst>
                <a:ext uri="{FF2B5EF4-FFF2-40B4-BE49-F238E27FC236}">
                  <a16:creationId xmlns:a16="http://schemas.microsoft.com/office/drawing/2014/main" id="{4AA3472A-82E3-B246-7F4C-03636A5CF8DB}"/>
                </a:ext>
              </a:extLst>
            </p:cNvPr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0" name="pg770">
              <a:extLst>
                <a:ext uri="{FF2B5EF4-FFF2-40B4-BE49-F238E27FC236}">
                  <a16:creationId xmlns:a16="http://schemas.microsoft.com/office/drawing/2014/main" id="{30189878-F6C3-1402-E006-85C0E560C333}"/>
                </a:ext>
              </a:extLst>
            </p:cNvPr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1" name="pg771">
              <a:extLst>
                <a:ext uri="{FF2B5EF4-FFF2-40B4-BE49-F238E27FC236}">
                  <a16:creationId xmlns:a16="http://schemas.microsoft.com/office/drawing/2014/main" id="{ED66465A-6E9E-E854-5555-7B8E47B202A7}"/>
                </a:ext>
              </a:extLst>
            </p:cNvPr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2" name="pg772">
              <a:extLst>
                <a:ext uri="{FF2B5EF4-FFF2-40B4-BE49-F238E27FC236}">
                  <a16:creationId xmlns:a16="http://schemas.microsoft.com/office/drawing/2014/main" id="{4A6830C0-0298-303E-2662-A1E835D97089}"/>
                </a:ext>
              </a:extLst>
            </p:cNvPr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3" name="pg773">
              <a:extLst>
                <a:ext uri="{FF2B5EF4-FFF2-40B4-BE49-F238E27FC236}">
                  <a16:creationId xmlns:a16="http://schemas.microsoft.com/office/drawing/2014/main" id="{D1CE351E-CAB5-CF3C-0329-E10E7EAE4F33}"/>
                </a:ext>
              </a:extLst>
            </p:cNvPr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4" name="pg774">
              <a:extLst>
                <a:ext uri="{FF2B5EF4-FFF2-40B4-BE49-F238E27FC236}">
                  <a16:creationId xmlns:a16="http://schemas.microsoft.com/office/drawing/2014/main" id="{F6AF138D-9B52-4283-1F1F-E1AA2D182802}"/>
                </a:ext>
              </a:extLst>
            </p:cNvPr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5" name="pg775">
              <a:extLst>
                <a:ext uri="{FF2B5EF4-FFF2-40B4-BE49-F238E27FC236}">
                  <a16:creationId xmlns:a16="http://schemas.microsoft.com/office/drawing/2014/main" id="{CD078445-2A86-821A-D64E-3B0DD678854E}"/>
                </a:ext>
              </a:extLst>
            </p:cNvPr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6" name="pg776">
              <a:extLst>
                <a:ext uri="{FF2B5EF4-FFF2-40B4-BE49-F238E27FC236}">
                  <a16:creationId xmlns:a16="http://schemas.microsoft.com/office/drawing/2014/main" id="{B9E37C28-4872-830E-9CDE-291380F1CDC9}"/>
                </a:ext>
              </a:extLst>
            </p:cNvPr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7" name="pg777">
              <a:extLst>
                <a:ext uri="{FF2B5EF4-FFF2-40B4-BE49-F238E27FC236}">
                  <a16:creationId xmlns:a16="http://schemas.microsoft.com/office/drawing/2014/main" id="{F759A4A3-9BA3-71DF-9ABE-9FF030495CB7}"/>
                </a:ext>
              </a:extLst>
            </p:cNvPr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8" name="pg778">
              <a:extLst>
                <a:ext uri="{FF2B5EF4-FFF2-40B4-BE49-F238E27FC236}">
                  <a16:creationId xmlns:a16="http://schemas.microsoft.com/office/drawing/2014/main" id="{AC154C49-7467-1D34-AD6F-C213C79BB0E3}"/>
                </a:ext>
              </a:extLst>
            </p:cNvPr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9" name="pg779">
              <a:extLst>
                <a:ext uri="{FF2B5EF4-FFF2-40B4-BE49-F238E27FC236}">
                  <a16:creationId xmlns:a16="http://schemas.microsoft.com/office/drawing/2014/main" id="{3EABB6B2-459E-1A52-5EBF-9F721436E778}"/>
                </a:ext>
              </a:extLst>
            </p:cNvPr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0" name="pg780">
              <a:extLst>
                <a:ext uri="{FF2B5EF4-FFF2-40B4-BE49-F238E27FC236}">
                  <a16:creationId xmlns:a16="http://schemas.microsoft.com/office/drawing/2014/main" id="{7F77F994-C4E2-18DD-C0DD-9FAF29139F30}"/>
                </a:ext>
              </a:extLst>
            </p:cNvPr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1" name="pg781">
              <a:extLst>
                <a:ext uri="{FF2B5EF4-FFF2-40B4-BE49-F238E27FC236}">
                  <a16:creationId xmlns:a16="http://schemas.microsoft.com/office/drawing/2014/main" id="{C8AD629A-D0FC-53D1-6E63-B15F4848C28C}"/>
                </a:ext>
              </a:extLst>
            </p:cNvPr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2" name="pg782">
              <a:extLst>
                <a:ext uri="{FF2B5EF4-FFF2-40B4-BE49-F238E27FC236}">
                  <a16:creationId xmlns:a16="http://schemas.microsoft.com/office/drawing/2014/main" id="{A4949E84-D51E-BEA9-A23B-D4C0E574B117}"/>
                </a:ext>
              </a:extLst>
            </p:cNvPr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3" name="pg783">
              <a:extLst>
                <a:ext uri="{FF2B5EF4-FFF2-40B4-BE49-F238E27FC236}">
                  <a16:creationId xmlns:a16="http://schemas.microsoft.com/office/drawing/2014/main" id="{C6821B98-7120-6AF0-6F82-57507CD7552E}"/>
                </a:ext>
              </a:extLst>
            </p:cNvPr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4" name="pg784">
              <a:extLst>
                <a:ext uri="{FF2B5EF4-FFF2-40B4-BE49-F238E27FC236}">
                  <a16:creationId xmlns:a16="http://schemas.microsoft.com/office/drawing/2014/main" id="{E5DE4646-6D36-AFA8-D08C-E5B2C857CC4A}"/>
                </a:ext>
              </a:extLst>
            </p:cNvPr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5" name="pg785">
              <a:extLst>
                <a:ext uri="{FF2B5EF4-FFF2-40B4-BE49-F238E27FC236}">
                  <a16:creationId xmlns:a16="http://schemas.microsoft.com/office/drawing/2014/main" id="{C8BE249E-F098-DFC5-8444-D2B3B4D2B36B}"/>
                </a:ext>
              </a:extLst>
            </p:cNvPr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6" name="pg786">
              <a:extLst>
                <a:ext uri="{FF2B5EF4-FFF2-40B4-BE49-F238E27FC236}">
                  <a16:creationId xmlns:a16="http://schemas.microsoft.com/office/drawing/2014/main" id="{8E53A02D-B98F-E631-6894-BC21C3BB51E9}"/>
                </a:ext>
              </a:extLst>
            </p:cNvPr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7" name="pg787">
              <a:extLst>
                <a:ext uri="{FF2B5EF4-FFF2-40B4-BE49-F238E27FC236}">
                  <a16:creationId xmlns:a16="http://schemas.microsoft.com/office/drawing/2014/main" id="{E385F880-DF7D-6B1F-696D-A100AF2017DC}"/>
                </a:ext>
              </a:extLst>
            </p:cNvPr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8" name="pg788">
              <a:extLst>
                <a:ext uri="{FF2B5EF4-FFF2-40B4-BE49-F238E27FC236}">
                  <a16:creationId xmlns:a16="http://schemas.microsoft.com/office/drawing/2014/main" id="{598FFBEA-A811-F059-1035-68D40EB17273}"/>
                </a:ext>
              </a:extLst>
            </p:cNvPr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9" name="pg789">
              <a:extLst>
                <a:ext uri="{FF2B5EF4-FFF2-40B4-BE49-F238E27FC236}">
                  <a16:creationId xmlns:a16="http://schemas.microsoft.com/office/drawing/2014/main" id="{DE716E8C-8225-6F2A-DB1D-1F0EAA7CD9BD}"/>
                </a:ext>
              </a:extLst>
            </p:cNvPr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0" name="pg790">
              <a:extLst>
                <a:ext uri="{FF2B5EF4-FFF2-40B4-BE49-F238E27FC236}">
                  <a16:creationId xmlns:a16="http://schemas.microsoft.com/office/drawing/2014/main" id="{24D3FE31-A724-D4F0-F4AB-8853A0CC2C82}"/>
                </a:ext>
              </a:extLst>
            </p:cNvPr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1" name="pg791">
              <a:extLst>
                <a:ext uri="{FF2B5EF4-FFF2-40B4-BE49-F238E27FC236}">
                  <a16:creationId xmlns:a16="http://schemas.microsoft.com/office/drawing/2014/main" id="{05693839-2599-5017-6F66-AF6D07472337}"/>
                </a:ext>
              </a:extLst>
            </p:cNvPr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2" name="pg792">
              <a:extLst>
                <a:ext uri="{FF2B5EF4-FFF2-40B4-BE49-F238E27FC236}">
                  <a16:creationId xmlns:a16="http://schemas.microsoft.com/office/drawing/2014/main" id="{A2CAC9F4-9BA1-B5B5-C419-31920B629C0D}"/>
                </a:ext>
              </a:extLst>
            </p:cNvPr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3" name="pg793">
              <a:extLst>
                <a:ext uri="{FF2B5EF4-FFF2-40B4-BE49-F238E27FC236}">
                  <a16:creationId xmlns:a16="http://schemas.microsoft.com/office/drawing/2014/main" id="{4CF4CEB1-AE33-D452-E298-1E3BB43A10B2}"/>
                </a:ext>
              </a:extLst>
            </p:cNvPr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4" name="pg794">
              <a:extLst>
                <a:ext uri="{FF2B5EF4-FFF2-40B4-BE49-F238E27FC236}">
                  <a16:creationId xmlns:a16="http://schemas.microsoft.com/office/drawing/2014/main" id="{8D0D1B5F-8C16-9327-61E6-C2FE25F3F221}"/>
                </a:ext>
              </a:extLst>
            </p:cNvPr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5" name="pg795">
              <a:extLst>
                <a:ext uri="{FF2B5EF4-FFF2-40B4-BE49-F238E27FC236}">
                  <a16:creationId xmlns:a16="http://schemas.microsoft.com/office/drawing/2014/main" id="{DE1B7426-6610-CD35-6D8A-6F7E7E167D19}"/>
                </a:ext>
              </a:extLst>
            </p:cNvPr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6" name="pg796">
              <a:extLst>
                <a:ext uri="{FF2B5EF4-FFF2-40B4-BE49-F238E27FC236}">
                  <a16:creationId xmlns:a16="http://schemas.microsoft.com/office/drawing/2014/main" id="{7A7C815C-D0E3-6499-C7E7-E45C673622F9}"/>
                </a:ext>
              </a:extLst>
            </p:cNvPr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7" name="pg797">
              <a:extLst>
                <a:ext uri="{FF2B5EF4-FFF2-40B4-BE49-F238E27FC236}">
                  <a16:creationId xmlns:a16="http://schemas.microsoft.com/office/drawing/2014/main" id="{B1435FBA-4D98-3F45-4279-1D278E166288}"/>
                </a:ext>
              </a:extLst>
            </p:cNvPr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8" name="pg798">
              <a:extLst>
                <a:ext uri="{FF2B5EF4-FFF2-40B4-BE49-F238E27FC236}">
                  <a16:creationId xmlns:a16="http://schemas.microsoft.com/office/drawing/2014/main" id="{D538C8AA-EF62-8BDE-6AB1-39A147C325DC}"/>
                </a:ext>
              </a:extLst>
            </p:cNvPr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9" name="pg799">
              <a:extLst>
                <a:ext uri="{FF2B5EF4-FFF2-40B4-BE49-F238E27FC236}">
                  <a16:creationId xmlns:a16="http://schemas.microsoft.com/office/drawing/2014/main" id="{CEEF7A30-D25F-98FB-8AF2-FCC683B2E57A}"/>
                </a:ext>
              </a:extLst>
            </p:cNvPr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0" name="pg800">
              <a:extLst>
                <a:ext uri="{FF2B5EF4-FFF2-40B4-BE49-F238E27FC236}">
                  <a16:creationId xmlns:a16="http://schemas.microsoft.com/office/drawing/2014/main" id="{FD17A7D8-5C8C-0484-6DE8-70BAB5754F26}"/>
                </a:ext>
              </a:extLst>
            </p:cNvPr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1" name="pg801">
              <a:extLst>
                <a:ext uri="{FF2B5EF4-FFF2-40B4-BE49-F238E27FC236}">
                  <a16:creationId xmlns:a16="http://schemas.microsoft.com/office/drawing/2014/main" id="{E56CCA36-3C9F-24BE-6637-31A2B324C23C}"/>
                </a:ext>
              </a:extLst>
            </p:cNvPr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2" name="pg802">
              <a:extLst>
                <a:ext uri="{FF2B5EF4-FFF2-40B4-BE49-F238E27FC236}">
                  <a16:creationId xmlns:a16="http://schemas.microsoft.com/office/drawing/2014/main" id="{8852A0DB-2759-B96D-AC9A-1DDCDEA0BFA8}"/>
                </a:ext>
              </a:extLst>
            </p:cNvPr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3" name="pg803">
              <a:extLst>
                <a:ext uri="{FF2B5EF4-FFF2-40B4-BE49-F238E27FC236}">
                  <a16:creationId xmlns:a16="http://schemas.microsoft.com/office/drawing/2014/main" id="{0A9776D9-81BC-0D22-1F6E-51E176423B5F}"/>
                </a:ext>
              </a:extLst>
            </p:cNvPr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4" name="pg804">
              <a:extLst>
                <a:ext uri="{FF2B5EF4-FFF2-40B4-BE49-F238E27FC236}">
                  <a16:creationId xmlns:a16="http://schemas.microsoft.com/office/drawing/2014/main" id="{DDD4A446-52B6-7BC5-F59B-F61849FD0DDA}"/>
                </a:ext>
              </a:extLst>
            </p:cNvPr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5" name="pg805">
              <a:extLst>
                <a:ext uri="{FF2B5EF4-FFF2-40B4-BE49-F238E27FC236}">
                  <a16:creationId xmlns:a16="http://schemas.microsoft.com/office/drawing/2014/main" id="{6DE26E0F-55BE-BD22-2E26-EE7F9B833CEE}"/>
                </a:ext>
              </a:extLst>
            </p:cNvPr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6" name="pg806">
              <a:extLst>
                <a:ext uri="{FF2B5EF4-FFF2-40B4-BE49-F238E27FC236}">
                  <a16:creationId xmlns:a16="http://schemas.microsoft.com/office/drawing/2014/main" id="{71414494-5333-6E94-41A8-6BA3EEEAEE4C}"/>
                </a:ext>
              </a:extLst>
            </p:cNvPr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7" name="pg807">
              <a:extLst>
                <a:ext uri="{FF2B5EF4-FFF2-40B4-BE49-F238E27FC236}">
                  <a16:creationId xmlns:a16="http://schemas.microsoft.com/office/drawing/2014/main" id="{38E995CD-5F9A-B696-4A2F-2E71784D52BD}"/>
                </a:ext>
              </a:extLst>
            </p:cNvPr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8" name="pg808">
              <a:extLst>
                <a:ext uri="{FF2B5EF4-FFF2-40B4-BE49-F238E27FC236}">
                  <a16:creationId xmlns:a16="http://schemas.microsoft.com/office/drawing/2014/main" id="{0093E808-F7CC-D890-BE15-1BBAB4B6D620}"/>
                </a:ext>
              </a:extLst>
            </p:cNvPr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9" name="pg809">
              <a:extLst>
                <a:ext uri="{FF2B5EF4-FFF2-40B4-BE49-F238E27FC236}">
                  <a16:creationId xmlns:a16="http://schemas.microsoft.com/office/drawing/2014/main" id="{6DD84BA2-16FB-336F-1BEF-F3511A324E77}"/>
                </a:ext>
              </a:extLst>
            </p:cNvPr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0" name="pg810">
              <a:extLst>
                <a:ext uri="{FF2B5EF4-FFF2-40B4-BE49-F238E27FC236}">
                  <a16:creationId xmlns:a16="http://schemas.microsoft.com/office/drawing/2014/main" id="{D8C525AF-3E47-945C-4964-491830C5E82E}"/>
                </a:ext>
              </a:extLst>
            </p:cNvPr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1" name="pg811">
              <a:extLst>
                <a:ext uri="{FF2B5EF4-FFF2-40B4-BE49-F238E27FC236}">
                  <a16:creationId xmlns:a16="http://schemas.microsoft.com/office/drawing/2014/main" id="{D678602B-4CBF-AE31-EF52-ED0325FE7780}"/>
                </a:ext>
              </a:extLst>
            </p:cNvPr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2" name="pg812">
              <a:extLst>
                <a:ext uri="{FF2B5EF4-FFF2-40B4-BE49-F238E27FC236}">
                  <a16:creationId xmlns:a16="http://schemas.microsoft.com/office/drawing/2014/main" id="{A840C553-8F46-0176-FDD5-405EDFE01D2B}"/>
                </a:ext>
              </a:extLst>
            </p:cNvPr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3" name="pg813">
              <a:extLst>
                <a:ext uri="{FF2B5EF4-FFF2-40B4-BE49-F238E27FC236}">
                  <a16:creationId xmlns:a16="http://schemas.microsoft.com/office/drawing/2014/main" id="{333D7BD5-B954-72A1-D669-1CC6F076D915}"/>
                </a:ext>
              </a:extLst>
            </p:cNvPr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4" name="pg814">
              <a:extLst>
                <a:ext uri="{FF2B5EF4-FFF2-40B4-BE49-F238E27FC236}">
                  <a16:creationId xmlns:a16="http://schemas.microsoft.com/office/drawing/2014/main" id="{AEA1341F-ED63-31C4-F686-B4C5CD7D3480}"/>
                </a:ext>
              </a:extLst>
            </p:cNvPr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5" name="pg815">
              <a:extLst>
                <a:ext uri="{FF2B5EF4-FFF2-40B4-BE49-F238E27FC236}">
                  <a16:creationId xmlns:a16="http://schemas.microsoft.com/office/drawing/2014/main" id="{C4530668-4324-E5A0-9A61-86C7ECAFA7A6}"/>
                </a:ext>
              </a:extLst>
            </p:cNvPr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6" name="pg816">
              <a:extLst>
                <a:ext uri="{FF2B5EF4-FFF2-40B4-BE49-F238E27FC236}">
                  <a16:creationId xmlns:a16="http://schemas.microsoft.com/office/drawing/2014/main" id="{4FCCA4C8-079C-9A0F-282B-57FEAA5F0995}"/>
                </a:ext>
              </a:extLst>
            </p:cNvPr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7" name="pg817">
              <a:extLst>
                <a:ext uri="{FF2B5EF4-FFF2-40B4-BE49-F238E27FC236}">
                  <a16:creationId xmlns:a16="http://schemas.microsoft.com/office/drawing/2014/main" id="{9F03EC0E-953C-8959-BF47-5C06BB71DF36}"/>
                </a:ext>
              </a:extLst>
            </p:cNvPr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8" name="pg818">
              <a:extLst>
                <a:ext uri="{FF2B5EF4-FFF2-40B4-BE49-F238E27FC236}">
                  <a16:creationId xmlns:a16="http://schemas.microsoft.com/office/drawing/2014/main" id="{9A7D4E28-0396-A163-DA39-C664BC08BE28}"/>
                </a:ext>
              </a:extLst>
            </p:cNvPr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9" name="pg819">
              <a:extLst>
                <a:ext uri="{FF2B5EF4-FFF2-40B4-BE49-F238E27FC236}">
                  <a16:creationId xmlns:a16="http://schemas.microsoft.com/office/drawing/2014/main" id="{F10716FD-9619-D7A0-B333-106C9C3FD520}"/>
                </a:ext>
              </a:extLst>
            </p:cNvPr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0" name="pg820">
              <a:extLst>
                <a:ext uri="{FF2B5EF4-FFF2-40B4-BE49-F238E27FC236}">
                  <a16:creationId xmlns:a16="http://schemas.microsoft.com/office/drawing/2014/main" id="{5E39F996-B18A-5536-686C-39F72D8B1F4E}"/>
                </a:ext>
              </a:extLst>
            </p:cNvPr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1" name="pg821">
              <a:extLst>
                <a:ext uri="{FF2B5EF4-FFF2-40B4-BE49-F238E27FC236}">
                  <a16:creationId xmlns:a16="http://schemas.microsoft.com/office/drawing/2014/main" id="{552A11FA-A9EC-946A-1BD5-F0C520EA67DB}"/>
                </a:ext>
              </a:extLst>
            </p:cNvPr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2" name="pg822">
              <a:extLst>
                <a:ext uri="{FF2B5EF4-FFF2-40B4-BE49-F238E27FC236}">
                  <a16:creationId xmlns:a16="http://schemas.microsoft.com/office/drawing/2014/main" id="{B6A8F5EF-EBC3-C13B-E04B-C69546633B47}"/>
                </a:ext>
              </a:extLst>
            </p:cNvPr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3" name="pg823">
              <a:extLst>
                <a:ext uri="{FF2B5EF4-FFF2-40B4-BE49-F238E27FC236}">
                  <a16:creationId xmlns:a16="http://schemas.microsoft.com/office/drawing/2014/main" id="{C970C3D6-0549-854D-7DEC-2C16F441DCA0}"/>
                </a:ext>
              </a:extLst>
            </p:cNvPr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4" name="pg824">
              <a:extLst>
                <a:ext uri="{FF2B5EF4-FFF2-40B4-BE49-F238E27FC236}">
                  <a16:creationId xmlns:a16="http://schemas.microsoft.com/office/drawing/2014/main" id="{848686EB-A1BB-18CA-5125-37A4217A07B7}"/>
                </a:ext>
              </a:extLst>
            </p:cNvPr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5" name="pg825">
              <a:extLst>
                <a:ext uri="{FF2B5EF4-FFF2-40B4-BE49-F238E27FC236}">
                  <a16:creationId xmlns:a16="http://schemas.microsoft.com/office/drawing/2014/main" id="{0D33C330-7F19-75D6-ED95-3C0E8FED8044}"/>
                </a:ext>
              </a:extLst>
            </p:cNvPr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6" name="pg826">
              <a:extLst>
                <a:ext uri="{FF2B5EF4-FFF2-40B4-BE49-F238E27FC236}">
                  <a16:creationId xmlns:a16="http://schemas.microsoft.com/office/drawing/2014/main" id="{F7806980-0096-B69D-5A70-C10AD5576504}"/>
                </a:ext>
              </a:extLst>
            </p:cNvPr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7" name="pg827">
              <a:extLst>
                <a:ext uri="{FF2B5EF4-FFF2-40B4-BE49-F238E27FC236}">
                  <a16:creationId xmlns:a16="http://schemas.microsoft.com/office/drawing/2014/main" id="{B48403D2-9449-2813-840E-FF899CFB0C11}"/>
                </a:ext>
              </a:extLst>
            </p:cNvPr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8" name="pg828">
              <a:extLst>
                <a:ext uri="{FF2B5EF4-FFF2-40B4-BE49-F238E27FC236}">
                  <a16:creationId xmlns:a16="http://schemas.microsoft.com/office/drawing/2014/main" id="{798F16D5-A80F-1B3D-E969-B232BC9CECCB}"/>
                </a:ext>
              </a:extLst>
            </p:cNvPr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9" name="pg829">
              <a:extLst>
                <a:ext uri="{FF2B5EF4-FFF2-40B4-BE49-F238E27FC236}">
                  <a16:creationId xmlns:a16="http://schemas.microsoft.com/office/drawing/2014/main" id="{28662465-2142-31FF-A32B-B1DB3AA643C7}"/>
                </a:ext>
              </a:extLst>
            </p:cNvPr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0" name="pg830">
              <a:extLst>
                <a:ext uri="{FF2B5EF4-FFF2-40B4-BE49-F238E27FC236}">
                  <a16:creationId xmlns:a16="http://schemas.microsoft.com/office/drawing/2014/main" id="{E2F1AD59-63B8-8BE9-20F4-5D7CADCD2E7F}"/>
                </a:ext>
              </a:extLst>
            </p:cNvPr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1" name="pg831">
              <a:extLst>
                <a:ext uri="{FF2B5EF4-FFF2-40B4-BE49-F238E27FC236}">
                  <a16:creationId xmlns:a16="http://schemas.microsoft.com/office/drawing/2014/main" id="{4F59F97F-23BB-5820-5FFA-44169D7B04C2}"/>
                </a:ext>
              </a:extLst>
            </p:cNvPr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2" name="pg832">
              <a:extLst>
                <a:ext uri="{FF2B5EF4-FFF2-40B4-BE49-F238E27FC236}">
                  <a16:creationId xmlns:a16="http://schemas.microsoft.com/office/drawing/2014/main" id="{6D7AAFD3-DABB-1A48-94D3-6B8D9176E5A4}"/>
                </a:ext>
              </a:extLst>
            </p:cNvPr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3" name="pg833">
              <a:extLst>
                <a:ext uri="{FF2B5EF4-FFF2-40B4-BE49-F238E27FC236}">
                  <a16:creationId xmlns:a16="http://schemas.microsoft.com/office/drawing/2014/main" id="{8F8F1E9C-9228-158E-1B32-2E7104F109A7}"/>
                </a:ext>
              </a:extLst>
            </p:cNvPr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4" name="pg834">
              <a:extLst>
                <a:ext uri="{FF2B5EF4-FFF2-40B4-BE49-F238E27FC236}">
                  <a16:creationId xmlns:a16="http://schemas.microsoft.com/office/drawing/2014/main" id="{3CD6F493-02BE-4F41-3530-F7084AB313D9}"/>
                </a:ext>
              </a:extLst>
            </p:cNvPr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5" name="pg835">
              <a:extLst>
                <a:ext uri="{FF2B5EF4-FFF2-40B4-BE49-F238E27FC236}">
                  <a16:creationId xmlns:a16="http://schemas.microsoft.com/office/drawing/2014/main" id="{5E507C21-1628-E0FE-D7A5-8A5A25C7C8CC}"/>
                </a:ext>
              </a:extLst>
            </p:cNvPr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6" name="pg836">
              <a:extLst>
                <a:ext uri="{FF2B5EF4-FFF2-40B4-BE49-F238E27FC236}">
                  <a16:creationId xmlns:a16="http://schemas.microsoft.com/office/drawing/2014/main" id="{346824BE-FC13-BD49-E921-94B52A4B583E}"/>
                </a:ext>
              </a:extLst>
            </p:cNvPr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7" name="pg837">
              <a:extLst>
                <a:ext uri="{FF2B5EF4-FFF2-40B4-BE49-F238E27FC236}">
                  <a16:creationId xmlns:a16="http://schemas.microsoft.com/office/drawing/2014/main" id="{87CCCA49-421D-7901-D035-781EDD23326D}"/>
                </a:ext>
              </a:extLst>
            </p:cNvPr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8" name="pg838">
              <a:extLst>
                <a:ext uri="{FF2B5EF4-FFF2-40B4-BE49-F238E27FC236}">
                  <a16:creationId xmlns:a16="http://schemas.microsoft.com/office/drawing/2014/main" id="{BAD01498-5A8D-2BA0-15C7-EE138DD8279C}"/>
                </a:ext>
              </a:extLst>
            </p:cNvPr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9" name="pg839">
              <a:extLst>
                <a:ext uri="{FF2B5EF4-FFF2-40B4-BE49-F238E27FC236}">
                  <a16:creationId xmlns:a16="http://schemas.microsoft.com/office/drawing/2014/main" id="{1E1CE60D-1343-10EE-4CE3-8DA3AA6F36D7}"/>
                </a:ext>
              </a:extLst>
            </p:cNvPr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0" name="pg840">
              <a:extLst>
                <a:ext uri="{FF2B5EF4-FFF2-40B4-BE49-F238E27FC236}">
                  <a16:creationId xmlns:a16="http://schemas.microsoft.com/office/drawing/2014/main" id="{0748C6E0-F97C-2C62-3FC7-0273820AAE2E}"/>
                </a:ext>
              </a:extLst>
            </p:cNvPr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1" name="pg841">
              <a:extLst>
                <a:ext uri="{FF2B5EF4-FFF2-40B4-BE49-F238E27FC236}">
                  <a16:creationId xmlns:a16="http://schemas.microsoft.com/office/drawing/2014/main" id="{42B996EF-AABD-EE6C-C4EF-8BE8BAAC1F1F}"/>
                </a:ext>
              </a:extLst>
            </p:cNvPr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2" name="pg842">
              <a:extLst>
                <a:ext uri="{FF2B5EF4-FFF2-40B4-BE49-F238E27FC236}">
                  <a16:creationId xmlns:a16="http://schemas.microsoft.com/office/drawing/2014/main" id="{B3396905-71CD-70BC-2171-3C53C0F69BAC}"/>
                </a:ext>
              </a:extLst>
            </p:cNvPr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3" name="pg843">
              <a:extLst>
                <a:ext uri="{FF2B5EF4-FFF2-40B4-BE49-F238E27FC236}">
                  <a16:creationId xmlns:a16="http://schemas.microsoft.com/office/drawing/2014/main" id="{EBC24986-1677-446D-96CA-B0B965FCE026}"/>
                </a:ext>
              </a:extLst>
            </p:cNvPr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4" name="pg844">
              <a:extLst>
                <a:ext uri="{FF2B5EF4-FFF2-40B4-BE49-F238E27FC236}">
                  <a16:creationId xmlns:a16="http://schemas.microsoft.com/office/drawing/2014/main" id="{4AF91354-EE61-FCFA-AB50-D1BBA71451BB}"/>
                </a:ext>
              </a:extLst>
            </p:cNvPr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5" name="pg845">
              <a:extLst>
                <a:ext uri="{FF2B5EF4-FFF2-40B4-BE49-F238E27FC236}">
                  <a16:creationId xmlns:a16="http://schemas.microsoft.com/office/drawing/2014/main" id="{83B6ABD6-7D4B-350A-5318-9DA58706A5DB}"/>
                </a:ext>
              </a:extLst>
            </p:cNvPr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6" name="pg846">
              <a:extLst>
                <a:ext uri="{FF2B5EF4-FFF2-40B4-BE49-F238E27FC236}">
                  <a16:creationId xmlns:a16="http://schemas.microsoft.com/office/drawing/2014/main" id="{66F04373-D05B-0F9D-8037-2723D216BE88}"/>
                </a:ext>
              </a:extLst>
            </p:cNvPr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7" name="pg847">
              <a:extLst>
                <a:ext uri="{FF2B5EF4-FFF2-40B4-BE49-F238E27FC236}">
                  <a16:creationId xmlns:a16="http://schemas.microsoft.com/office/drawing/2014/main" id="{1DBA7AA0-89DB-719D-717E-4CF2131AC016}"/>
                </a:ext>
              </a:extLst>
            </p:cNvPr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8" name="pg848">
              <a:extLst>
                <a:ext uri="{FF2B5EF4-FFF2-40B4-BE49-F238E27FC236}">
                  <a16:creationId xmlns:a16="http://schemas.microsoft.com/office/drawing/2014/main" id="{E8BF7973-5E6E-3776-FFBC-A75FFE584771}"/>
                </a:ext>
              </a:extLst>
            </p:cNvPr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9" name="pg849">
              <a:extLst>
                <a:ext uri="{FF2B5EF4-FFF2-40B4-BE49-F238E27FC236}">
                  <a16:creationId xmlns:a16="http://schemas.microsoft.com/office/drawing/2014/main" id="{D61B3996-7575-8950-175E-B63B12C7F3CF}"/>
                </a:ext>
              </a:extLst>
            </p:cNvPr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0" name="pg850">
              <a:extLst>
                <a:ext uri="{FF2B5EF4-FFF2-40B4-BE49-F238E27FC236}">
                  <a16:creationId xmlns:a16="http://schemas.microsoft.com/office/drawing/2014/main" id="{3EA0521B-DC20-ECEF-079F-2FAB08C673FE}"/>
                </a:ext>
              </a:extLst>
            </p:cNvPr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1" name="pg851">
              <a:extLst>
                <a:ext uri="{FF2B5EF4-FFF2-40B4-BE49-F238E27FC236}">
                  <a16:creationId xmlns:a16="http://schemas.microsoft.com/office/drawing/2014/main" id="{08C8EE05-83EF-2FD5-7013-E7374098D788}"/>
                </a:ext>
              </a:extLst>
            </p:cNvPr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2" name="pg852">
              <a:extLst>
                <a:ext uri="{FF2B5EF4-FFF2-40B4-BE49-F238E27FC236}">
                  <a16:creationId xmlns:a16="http://schemas.microsoft.com/office/drawing/2014/main" id="{B2FA2CF6-4D97-A388-579D-703467AD8952}"/>
                </a:ext>
              </a:extLst>
            </p:cNvPr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3" name="pg853">
              <a:extLst>
                <a:ext uri="{FF2B5EF4-FFF2-40B4-BE49-F238E27FC236}">
                  <a16:creationId xmlns:a16="http://schemas.microsoft.com/office/drawing/2014/main" id="{44C26D9D-2F5C-9C4E-70C4-E53A1CA8D46F}"/>
                </a:ext>
              </a:extLst>
            </p:cNvPr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4" name="pg854">
              <a:extLst>
                <a:ext uri="{FF2B5EF4-FFF2-40B4-BE49-F238E27FC236}">
                  <a16:creationId xmlns:a16="http://schemas.microsoft.com/office/drawing/2014/main" id="{52BC5BDA-8012-C50D-FE98-514D2898ED74}"/>
                </a:ext>
              </a:extLst>
            </p:cNvPr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5" name="pg855">
              <a:extLst>
                <a:ext uri="{FF2B5EF4-FFF2-40B4-BE49-F238E27FC236}">
                  <a16:creationId xmlns:a16="http://schemas.microsoft.com/office/drawing/2014/main" id="{DAF8989F-EA64-D441-833D-1753E7E14115}"/>
                </a:ext>
              </a:extLst>
            </p:cNvPr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6" name="pg856">
              <a:extLst>
                <a:ext uri="{FF2B5EF4-FFF2-40B4-BE49-F238E27FC236}">
                  <a16:creationId xmlns:a16="http://schemas.microsoft.com/office/drawing/2014/main" id="{A5D35DC5-212F-2329-3631-0F9445119598}"/>
                </a:ext>
              </a:extLst>
            </p:cNvPr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7" name="pg857">
              <a:extLst>
                <a:ext uri="{FF2B5EF4-FFF2-40B4-BE49-F238E27FC236}">
                  <a16:creationId xmlns:a16="http://schemas.microsoft.com/office/drawing/2014/main" id="{0ECDF6D0-1DD4-4E89-1528-94E8717589BB}"/>
                </a:ext>
              </a:extLst>
            </p:cNvPr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8" name="pg858">
              <a:extLst>
                <a:ext uri="{FF2B5EF4-FFF2-40B4-BE49-F238E27FC236}">
                  <a16:creationId xmlns:a16="http://schemas.microsoft.com/office/drawing/2014/main" id="{71A1FF59-06D8-6FDF-84A8-8368D97E344C}"/>
                </a:ext>
              </a:extLst>
            </p:cNvPr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9" name="pg859">
              <a:extLst>
                <a:ext uri="{FF2B5EF4-FFF2-40B4-BE49-F238E27FC236}">
                  <a16:creationId xmlns:a16="http://schemas.microsoft.com/office/drawing/2014/main" id="{11F3B273-7C88-1594-3E16-CE8AF902E807}"/>
                </a:ext>
              </a:extLst>
            </p:cNvPr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0" name="pg860">
              <a:extLst>
                <a:ext uri="{FF2B5EF4-FFF2-40B4-BE49-F238E27FC236}">
                  <a16:creationId xmlns:a16="http://schemas.microsoft.com/office/drawing/2014/main" id="{38CDE2FD-716E-5150-5B0F-85598161B346}"/>
                </a:ext>
              </a:extLst>
            </p:cNvPr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1" name="pg861">
              <a:extLst>
                <a:ext uri="{FF2B5EF4-FFF2-40B4-BE49-F238E27FC236}">
                  <a16:creationId xmlns:a16="http://schemas.microsoft.com/office/drawing/2014/main" id="{61870C6D-9BD5-3E98-007E-74ECA79AD2E7}"/>
                </a:ext>
              </a:extLst>
            </p:cNvPr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2" name="pg862">
              <a:extLst>
                <a:ext uri="{FF2B5EF4-FFF2-40B4-BE49-F238E27FC236}">
                  <a16:creationId xmlns:a16="http://schemas.microsoft.com/office/drawing/2014/main" id="{80B755D7-8867-4D15-ADEB-12C250D04ABB}"/>
                </a:ext>
              </a:extLst>
            </p:cNvPr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3" name="pg863">
              <a:extLst>
                <a:ext uri="{FF2B5EF4-FFF2-40B4-BE49-F238E27FC236}">
                  <a16:creationId xmlns:a16="http://schemas.microsoft.com/office/drawing/2014/main" id="{BD8969F7-B35B-1B12-C99A-663F763A98DD}"/>
                </a:ext>
              </a:extLst>
            </p:cNvPr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4" name="pg864">
              <a:extLst>
                <a:ext uri="{FF2B5EF4-FFF2-40B4-BE49-F238E27FC236}">
                  <a16:creationId xmlns:a16="http://schemas.microsoft.com/office/drawing/2014/main" id="{EC4E6A1E-3F40-A40D-8377-AD8CEF842BA5}"/>
                </a:ext>
              </a:extLst>
            </p:cNvPr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5" name="pg865">
              <a:extLst>
                <a:ext uri="{FF2B5EF4-FFF2-40B4-BE49-F238E27FC236}">
                  <a16:creationId xmlns:a16="http://schemas.microsoft.com/office/drawing/2014/main" id="{5DC2F33B-6F3D-63A6-BC58-410D1D0B6FF8}"/>
                </a:ext>
              </a:extLst>
            </p:cNvPr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6" name="pg866">
              <a:extLst>
                <a:ext uri="{FF2B5EF4-FFF2-40B4-BE49-F238E27FC236}">
                  <a16:creationId xmlns:a16="http://schemas.microsoft.com/office/drawing/2014/main" id="{248C7B1C-29FF-601E-0FD1-5D9E3D2A43E8}"/>
                </a:ext>
              </a:extLst>
            </p:cNvPr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7" name="pg867">
              <a:extLst>
                <a:ext uri="{FF2B5EF4-FFF2-40B4-BE49-F238E27FC236}">
                  <a16:creationId xmlns:a16="http://schemas.microsoft.com/office/drawing/2014/main" id="{4AC20267-98F3-6429-896D-99277AD93263}"/>
                </a:ext>
              </a:extLst>
            </p:cNvPr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8" name="pg868">
              <a:extLst>
                <a:ext uri="{FF2B5EF4-FFF2-40B4-BE49-F238E27FC236}">
                  <a16:creationId xmlns:a16="http://schemas.microsoft.com/office/drawing/2014/main" id="{D0C258FC-C9FC-EDEC-B74E-BD9F690BA17F}"/>
                </a:ext>
              </a:extLst>
            </p:cNvPr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9" name="pg869">
              <a:extLst>
                <a:ext uri="{FF2B5EF4-FFF2-40B4-BE49-F238E27FC236}">
                  <a16:creationId xmlns:a16="http://schemas.microsoft.com/office/drawing/2014/main" id="{9A975104-3E26-358D-F6B7-8AB213DD309A}"/>
                </a:ext>
              </a:extLst>
            </p:cNvPr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0" name="pg870">
              <a:extLst>
                <a:ext uri="{FF2B5EF4-FFF2-40B4-BE49-F238E27FC236}">
                  <a16:creationId xmlns:a16="http://schemas.microsoft.com/office/drawing/2014/main" id="{1C7EFE89-0084-8CAA-82EE-FE0F8D1DB07B}"/>
                </a:ext>
              </a:extLst>
            </p:cNvPr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1" name="pg871">
              <a:extLst>
                <a:ext uri="{FF2B5EF4-FFF2-40B4-BE49-F238E27FC236}">
                  <a16:creationId xmlns:a16="http://schemas.microsoft.com/office/drawing/2014/main" id="{E8209994-C3F0-6910-D4F5-BBD78A8B8E5B}"/>
                </a:ext>
              </a:extLst>
            </p:cNvPr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2" name="pg872">
              <a:extLst>
                <a:ext uri="{FF2B5EF4-FFF2-40B4-BE49-F238E27FC236}">
                  <a16:creationId xmlns:a16="http://schemas.microsoft.com/office/drawing/2014/main" id="{C1E73969-658C-F902-4759-C3982AC07BF3}"/>
                </a:ext>
              </a:extLst>
            </p:cNvPr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3" name="pg873">
              <a:extLst>
                <a:ext uri="{FF2B5EF4-FFF2-40B4-BE49-F238E27FC236}">
                  <a16:creationId xmlns:a16="http://schemas.microsoft.com/office/drawing/2014/main" id="{6AF9E518-CE79-08A3-90B9-B50E54AFEDA8}"/>
                </a:ext>
              </a:extLst>
            </p:cNvPr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4" name="pg874">
              <a:extLst>
                <a:ext uri="{FF2B5EF4-FFF2-40B4-BE49-F238E27FC236}">
                  <a16:creationId xmlns:a16="http://schemas.microsoft.com/office/drawing/2014/main" id="{0C118FDB-6296-44C2-0173-243FCB0436C5}"/>
                </a:ext>
              </a:extLst>
            </p:cNvPr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5" name="pg875">
              <a:extLst>
                <a:ext uri="{FF2B5EF4-FFF2-40B4-BE49-F238E27FC236}">
                  <a16:creationId xmlns:a16="http://schemas.microsoft.com/office/drawing/2014/main" id="{3F7F300E-BBA0-C9C2-3A4E-00FE248CB448}"/>
                </a:ext>
              </a:extLst>
            </p:cNvPr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6" name="pg876">
              <a:extLst>
                <a:ext uri="{FF2B5EF4-FFF2-40B4-BE49-F238E27FC236}">
                  <a16:creationId xmlns:a16="http://schemas.microsoft.com/office/drawing/2014/main" id="{6102D047-8975-6A5F-F17E-7BC5F1C49AB5}"/>
                </a:ext>
              </a:extLst>
            </p:cNvPr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7" name="pg877">
              <a:extLst>
                <a:ext uri="{FF2B5EF4-FFF2-40B4-BE49-F238E27FC236}">
                  <a16:creationId xmlns:a16="http://schemas.microsoft.com/office/drawing/2014/main" id="{10E66572-DF4F-91B8-05DB-B0A94AB11926}"/>
                </a:ext>
              </a:extLst>
            </p:cNvPr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8" name="pg878">
              <a:extLst>
                <a:ext uri="{FF2B5EF4-FFF2-40B4-BE49-F238E27FC236}">
                  <a16:creationId xmlns:a16="http://schemas.microsoft.com/office/drawing/2014/main" id="{C401B35C-7E90-691E-BD79-AA4002907AF8}"/>
                </a:ext>
              </a:extLst>
            </p:cNvPr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9" name="pg879">
              <a:extLst>
                <a:ext uri="{FF2B5EF4-FFF2-40B4-BE49-F238E27FC236}">
                  <a16:creationId xmlns:a16="http://schemas.microsoft.com/office/drawing/2014/main" id="{D487E45D-4813-BE9E-D3DD-EA96F2C289AF}"/>
                </a:ext>
              </a:extLst>
            </p:cNvPr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0" name="pg880">
              <a:extLst>
                <a:ext uri="{FF2B5EF4-FFF2-40B4-BE49-F238E27FC236}">
                  <a16:creationId xmlns:a16="http://schemas.microsoft.com/office/drawing/2014/main" id="{D4068E4A-8E4C-6E7B-3CD7-C1412980BEF0}"/>
                </a:ext>
              </a:extLst>
            </p:cNvPr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1" name="pg881">
              <a:extLst>
                <a:ext uri="{FF2B5EF4-FFF2-40B4-BE49-F238E27FC236}">
                  <a16:creationId xmlns:a16="http://schemas.microsoft.com/office/drawing/2014/main" id="{29FA0BF0-5816-BA08-7AD1-66AFD31254BB}"/>
                </a:ext>
              </a:extLst>
            </p:cNvPr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2" name="pg882">
              <a:extLst>
                <a:ext uri="{FF2B5EF4-FFF2-40B4-BE49-F238E27FC236}">
                  <a16:creationId xmlns:a16="http://schemas.microsoft.com/office/drawing/2014/main" id="{615DE442-483D-8822-7235-61C804343019}"/>
                </a:ext>
              </a:extLst>
            </p:cNvPr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3" name="pg883">
              <a:extLst>
                <a:ext uri="{FF2B5EF4-FFF2-40B4-BE49-F238E27FC236}">
                  <a16:creationId xmlns:a16="http://schemas.microsoft.com/office/drawing/2014/main" id="{4606A3D0-5932-B362-BC32-37918F3B0DCC}"/>
                </a:ext>
              </a:extLst>
            </p:cNvPr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4" name="pg884">
              <a:extLst>
                <a:ext uri="{FF2B5EF4-FFF2-40B4-BE49-F238E27FC236}">
                  <a16:creationId xmlns:a16="http://schemas.microsoft.com/office/drawing/2014/main" id="{F5997F83-0F9F-AAA9-9D3D-08EFC1F1B228}"/>
                </a:ext>
              </a:extLst>
            </p:cNvPr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5" name="pg885">
              <a:extLst>
                <a:ext uri="{FF2B5EF4-FFF2-40B4-BE49-F238E27FC236}">
                  <a16:creationId xmlns:a16="http://schemas.microsoft.com/office/drawing/2014/main" id="{0F4A63CF-C364-5822-E898-D4878371DF70}"/>
                </a:ext>
              </a:extLst>
            </p:cNvPr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6" name="pg886">
              <a:extLst>
                <a:ext uri="{FF2B5EF4-FFF2-40B4-BE49-F238E27FC236}">
                  <a16:creationId xmlns:a16="http://schemas.microsoft.com/office/drawing/2014/main" id="{E40660E5-6655-B7F4-6317-C15E4DCFBEE2}"/>
                </a:ext>
              </a:extLst>
            </p:cNvPr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7" name="pg887">
              <a:extLst>
                <a:ext uri="{FF2B5EF4-FFF2-40B4-BE49-F238E27FC236}">
                  <a16:creationId xmlns:a16="http://schemas.microsoft.com/office/drawing/2014/main" id="{F99C3543-4DBD-2433-79C1-907B6F54953A}"/>
                </a:ext>
              </a:extLst>
            </p:cNvPr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8" name="pg888">
              <a:extLst>
                <a:ext uri="{FF2B5EF4-FFF2-40B4-BE49-F238E27FC236}">
                  <a16:creationId xmlns:a16="http://schemas.microsoft.com/office/drawing/2014/main" id="{2A53423D-3418-73F1-AAA2-FA6AE407F01E}"/>
                </a:ext>
              </a:extLst>
            </p:cNvPr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9" name="pg889">
              <a:extLst>
                <a:ext uri="{FF2B5EF4-FFF2-40B4-BE49-F238E27FC236}">
                  <a16:creationId xmlns:a16="http://schemas.microsoft.com/office/drawing/2014/main" id="{9CAD2E17-18F9-E419-A5F6-59F5B054C2AF}"/>
                </a:ext>
              </a:extLst>
            </p:cNvPr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0" name="pg890">
              <a:extLst>
                <a:ext uri="{FF2B5EF4-FFF2-40B4-BE49-F238E27FC236}">
                  <a16:creationId xmlns:a16="http://schemas.microsoft.com/office/drawing/2014/main" id="{BF572D33-D7B2-5CFD-C2F3-CBADED109B54}"/>
                </a:ext>
              </a:extLst>
            </p:cNvPr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1" name="pg891">
              <a:extLst>
                <a:ext uri="{FF2B5EF4-FFF2-40B4-BE49-F238E27FC236}">
                  <a16:creationId xmlns:a16="http://schemas.microsoft.com/office/drawing/2014/main" id="{80B34CCD-C575-35F5-9CCF-1B309F0E62CE}"/>
                </a:ext>
              </a:extLst>
            </p:cNvPr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2" name="pg892">
              <a:extLst>
                <a:ext uri="{FF2B5EF4-FFF2-40B4-BE49-F238E27FC236}">
                  <a16:creationId xmlns:a16="http://schemas.microsoft.com/office/drawing/2014/main" id="{44B3D516-0AF2-DBE1-4636-708021822B8F}"/>
                </a:ext>
              </a:extLst>
            </p:cNvPr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3" name="pg893">
              <a:extLst>
                <a:ext uri="{FF2B5EF4-FFF2-40B4-BE49-F238E27FC236}">
                  <a16:creationId xmlns:a16="http://schemas.microsoft.com/office/drawing/2014/main" id="{A6FC746D-D43D-A910-6FFF-88B900D049CF}"/>
                </a:ext>
              </a:extLst>
            </p:cNvPr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4" name="pg894">
              <a:extLst>
                <a:ext uri="{FF2B5EF4-FFF2-40B4-BE49-F238E27FC236}">
                  <a16:creationId xmlns:a16="http://schemas.microsoft.com/office/drawing/2014/main" id="{B2B36CAF-3F4A-D4FB-0972-43DC2E5DBA57}"/>
                </a:ext>
              </a:extLst>
            </p:cNvPr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5" name="pg895">
              <a:extLst>
                <a:ext uri="{FF2B5EF4-FFF2-40B4-BE49-F238E27FC236}">
                  <a16:creationId xmlns:a16="http://schemas.microsoft.com/office/drawing/2014/main" id="{6BBEB1B4-0BFC-9BA6-77FE-89B99E2132C6}"/>
                </a:ext>
              </a:extLst>
            </p:cNvPr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6" name="pg896">
              <a:extLst>
                <a:ext uri="{FF2B5EF4-FFF2-40B4-BE49-F238E27FC236}">
                  <a16:creationId xmlns:a16="http://schemas.microsoft.com/office/drawing/2014/main" id="{80EDAC83-187F-B906-328A-0CD0D88D2B9F}"/>
                </a:ext>
              </a:extLst>
            </p:cNvPr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7" name="pg897">
              <a:extLst>
                <a:ext uri="{FF2B5EF4-FFF2-40B4-BE49-F238E27FC236}">
                  <a16:creationId xmlns:a16="http://schemas.microsoft.com/office/drawing/2014/main" id="{B4B6D14D-9F5E-FC39-D67B-927630C59170}"/>
                </a:ext>
              </a:extLst>
            </p:cNvPr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8" name="pg898">
              <a:extLst>
                <a:ext uri="{FF2B5EF4-FFF2-40B4-BE49-F238E27FC236}">
                  <a16:creationId xmlns:a16="http://schemas.microsoft.com/office/drawing/2014/main" id="{5453AA76-7CD3-7252-8ECC-E85FFCC06DD8}"/>
                </a:ext>
              </a:extLst>
            </p:cNvPr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9" name="pg899">
              <a:extLst>
                <a:ext uri="{FF2B5EF4-FFF2-40B4-BE49-F238E27FC236}">
                  <a16:creationId xmlns:a16="http://schemas.microsoft.com/office/drawing/2014/main" id="{7164500A-C788-0E78-F907-BA270683DE9C}"/>
                </a:ext>
              </a:extLst>
            </p:cNvPr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0" name="pg900">
              <a:extLst>
                <a:ext uri="{FF2B5EF4-FFF2-40B4-BE49-F238E27FC236}">
                  <a16:creationId xmlns:a16="http://schemas.microsoft.com/office/drawing/2014/main" id="{043B129C-F5A3-5CD3-4DAD-932263F34991}"/>
                </a:ext>
              </a:extLst>
            </p:cNvPr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1" name="pg901">
              <a:extLst>
                <a:ext uri="{FF2B5EF4-FFF2-40B4-BE49-F238E27FC236}">
                  <a16:creationId xmlns:a16="http://schemas.microsoft.com/office/drawing/2014/main" id="{7E100C18-5DA2-641E-515F-EC373AECC248}"/>
                </a:ext>
              </a:extLst>
            </p:cNvPr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2" name="pg902">
              <a:extLst>
                <a:ext uri="{FF2B5EF4-FFF2-40B4-BE49-F238E27FC236}">
                  <a16:creationId xmlns:a16="http://schemas.microsoft.com/office/drawing/2014/main" id="{C0083CB9-C2EA-0B2D-5507-1ECC8F68D380}"/>
                </a:ext>
              </a:extLst>
            </p:cNvPr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3" name="pg903">
              <a:extLst>
                <a:ext uri="{FF2B5EF4-FFF2-40B4-BE49-F238E27FC236}">
                  <a16:creationId xmlns:a16="http://schemas.microsoft.com/office/drawing/2014/main" id="{BBDE07EC-E806-D37F-DCDD-4AED1090DE53}"/>
                </a:ext>
              </a:extLst>
            </p:cNvPr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4" name="pg904">
              <a:extLst>
                <a:ext uri="{FF2B5EF4-FFF2-40B4-BE49-F238E27FC236}">
                  <a16:creationId xmlns:a16="http://schemas.microsoft.com/office/drawing/2014/main" id="{047BA19F-3852-6610-7309-3C68F6BC140F}"/>
                </a:ext>
              </a:extLst>
            </p:cNvPr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5" name="pg905">
              <a:extLst>
                <a:ext uri="{FF2B5EF4-FFF2-40B4-BE49-F238E27FC236}">
                  <a16:creationId xmlns:a16="http://schemas.microsoft.com/office/drawing/2014/main" id="{302A7B3B-D54D-5368-7F24-FA7803EB9F7C}"/>
                </a:ext>
              </a:extLst>
            </p:cNvPr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6" name="pg906">
              <a:extLst>
                <a:ext uri="{FF2B5EF4-FFF2-40B4-BE49-F238E27FC236}">
                  <a16:creationId xmlns:a16="http://schemas.microsoft.com/office/drawing/2014/main" id="{43EF8E40-97B2-9BAB-0AEC-964D5F71F4DA}"/>
                </a:ext>
              </a:extLst>
            </p:cNvPr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7" name="pg907">
              <a:extLst>
                <a:ext uri="{FF2B5EF4-FFF2-40B4-BE49-F238E27FC236}">
                  <a16:creationId xmlns:a16="http://schemas.microsoft.com/office/drawing/2014/main" id="{E4206FE3-1B06-BF59-92A9-5C8D927E932B}"/>
                </a:ext>
              </a:extLst>
            </p:cNvPr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8" name="pg908">
              <a:extLst>
                <a:ext uri="{FF2B5EF4-FFF2-40B4-BE49-F238E27FC236}">
                  <a16:creationId xmlns:a16="http://schemas.microsoft.com/office/drawing/2014/main" id="{2BB3D8CF-71DE-33CF-8E11-D94712988332}"/>
                </a:ext>
              </a:extLst>
            </p:cNvPr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9" name="pg909">
              <a:extLst>
                <a:ext uri="{FF2B5EF4-FFF2-40B4-BE49-F238E27FC236}">
                  <a16:creationId xmlns:a16="http://schemas.microsoft.com/office/drawing/2014/main" id="{46351DAC-2DEE-E743-0CC0-44B1099027AB}"/>
                </a:ext>
              </a:extLst>
            </p:cNvPr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0" name="pg910">
              <a:extLst>
                <a:ext uri="{FF2B5EF4-FFF2-40B4-BE49-F238E27FC236}">
                  <a16:creationId xmlns:a16="http://schemas.microsoft.com/office/drawing/2014/main" id="{A42425C2-1090-DA88-A8EA-03EAE1CA10DD}"/>
                </a:ext>
              </a:extLst>
            </p:cNvPr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1" name="pg911">
              <a:extLst>
                <a:ext uri="{FF2B5EF4-FFF2-40B4-BE49-F238E27FC236}">
                  <a16:creationId xmlns:a16="http://schemas.microsoft.com/office/drawing/2014/main" id="{0608C535-2BA3-2686-D8BA-6549121B22B0}"/>
                </a:ext>
              </a:extLst>
            </p:cNvPr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2" name="pg912">
              <a:extLst>
                <a:ext uri="{FF2B5EF4-FFF2-40B4-BE49-F238E27FC236}">
                  <a16:creationId xmlns:a16="http://schemas.microsoft.com/office/drawing/2014/main" id="{F80154A9-5738-6BAC-B97A-4C3849FF8CAE}"/>
                </a:ext>
              </a:extLst>
            </p:cNvPr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3" name="pg913">
              <a:extLst>
                <a:ext uri="{FF2B5EF4-FFF2-40B4-BE49-F238E27FC236}">
                  <a16:creationId xmlns:a16="http://schemas.microsoft.com/office/drawing/2014/main" id="{A4903902-5D1C-BEDB-5711-C2BF4F7F087A}"/>
                </a:ext>
              </a:extLst>
            </p:cNvPr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4" name="pg914">
              <a:extLst>
                <a:ext uri="{FF2B5EF4-FFF2-40B4-BE49-F238E27FC236}">
                  <a16:creationId xmlns:a16="http://schemas.microsoft.com/office/drawing/2014/main" id="{BEC9C390-6072-CA0C-2CB0-EDFA3D2B0556}"/>
                </a:ext>
              </a:extLst>
            </p:cNvPr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5" name="pg915">
              <a:extLst>
                <a:ext uri="{FF2B5EF4-FFF2-40B4-BE49-F238E27FC236}">
                  <a16:creationId xmlns:a16="http://schemas.microsoft.com/office/drawing/2014/main" id="{4969FA09-4FA9-C040-CAD4-F60EEFC118AD}"/>
                </a:ext>
              </a:extLst>
            </p:cNvPr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6" name="pg916">
              <a:extLst>
                <a:ext uri="{FF2B5EF4-FFF2-40B4-BE49-F238E27FC236}">
                  <a16:creationId xmlns:a16="http://schemas.microsoft.com/office/drawing/2014/main" id="{442A4834-E2A0-9774-B375-347E2C800B7A}"/>
                </a:ext>
              </a:extLst>
            </p:cNvPr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7" name="pg917">
              <a:extLst>
                <a:ext uri="{FF2B5EF4-FFF2-40B4-BE49-F238E27FC236}">
                  <a16:creationId xmlns:a16="http://schemas.microsoft.com/office/drawing/2014/main" id="{35D40D55-E14B-3AAD-F140-9F53A4B75E1D}"/>
                </a:ext>
              </a:extLst>
            </p:cNvPr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8" name="pg918">
              <a:extLst>
                <a:ext uri="{FF2B5EF4-FFF2-40B4-BE49-F238E27FC236}">
                  <a16:creationId xmlns:a16="http://schemas.microsoft.com/office/drawing/2014/main" id="{348F78FB-149A-207E-D57E-90F781896AF7}"/>
                </a:ext>
              </a:extLst>
            </p:cNvPr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9" name="pg919">
              <a:extLst>
                <a:ext uri="{FF2B5EF4-FFF2-40B4-BE49-F238E27FC236}">
                  <a16:creationId xmlns:a16="http://schemas.microsoft.com/office/drawing/2014/main" id="{53949278-B081-10F3-3A0A-10540C7D88EE}"/>
                </a:ext>
              </a:extLst>
            </p:cNvPr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0" name="pg920">
              <a:extLst>
                <a:ext uri="{FF2B5EF4-FFF2-40B4-BE49-F238E27FC236}">
                  <a16:creationId xmlns:a16="http://schemas.microsoft.com/office/drawing/2014/main" id="{5FF89707-286C-1572-BCE3-DCAE7DECEB14}"/>
                </a:ext>
              </a:extLst>
            </p:cNvPr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1" name="pg921">
              <a:extLst>
                <a:ext uri="{FF2B5EF4-FFF2-40B4-BE49-F238E27FC236}">
                  <a16:creationId xmlns:a16="http://schemas.microsoft.com/office/drawing/2014/main" id="{F37F3748-CBFD-7F8C-4D37-935020A2FC04}"/>
                </a:ext>
              </a:extLst>
            </p:cNvPr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2" name="pg922">
              <a:extLst>
                <a:ext uri="{FF2B5EF4-FFF2-40B4-BE49-F238E27FC236}">
                  <a16:creationId xmlns:a16="http://schemas.microsoft.com/office/drawing/2014/main" id="{7673BDC5-47BF-BA1C-C3BB-459979547D03}"/>
                </a:ext>
              </a:extLst>
            </p:cNvPr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3" name="pg923">
              <a:extLst>
                <a:ext uri="{FF2B5EF4-FFF2-40B4-BE49-F238E27FC236}">
                  <a16:creationId xmlns:a16="http://schemas.microsoft.com/office/drawing/2014/main" id="{F2C0DE99-9791-E245-872C-FE53DF3735ED}"/>
                </a:ext>
              </a:extLst>
            </p:cNvPr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4" name="pg924">
              <a:extLst>
                <a:ext uri="{FF2B5EF4-FFF2-40B4-BE49-F238E27FC236}">
                  <a16:creationId xmlns:a16="http://schemas.microsoft.com/office/drawing/2014/main" id="{06165390-28C7-E7B9-8C2E-6373853E92FA}"/>
                </a:ext>
              </a:extLst>
            </p:cNvPr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5" name="pg925">
              <a:extLst>
                <a:ext uri="{FF2B5EF4-FFF2-40B4-BE49-F238E27FC236}">
                  <a16:creationId xmlns:a16="http://schemas.microsoft.com/office/drawing/2014/main" id="{D0BF1784-E2FE-9340-C1A7-8FA574600422}"/>
                </a:ext>
              </a:extLst>
            </p:cNvPr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6" name="pg926">
              <a:extLst>
                <a:ext uri="{FF2B5EF4-FFF2-40B4-BE49-F238E27FC236}">
                  <a16:creationId xmlns:a16="http://schemas.microsoft.com/office/drawing/2014/main" id="{B7EDD1C6-91B9-A5F5-660B-8EBDAC2584E2}"/>
                </a:ext>
              </a:extLst>
            </p:cNvPr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7" name="pg927">
              <a:extLst>
                <a:ext uri="{FF2B5EF4-FFF2-40B4-BE49-F238E27FC236}">
                  <a16:creationId xmlns:a16="http://schemas.microsoft.com/office/drawing/2014/main" id="{B3C6A4A5-B58B-012D-63CD-BBDA7181764E}"/>
                </a:ext>
              </a:extLst>
            </p:cNvPr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8" name="pg928">
              <a:extLst>
                <a:ext uri="{FF2B5EF4-FFF2-40B4-BE49-F238E27FC236}">
                  <a16:creationId xmlns:a16="http://schemas.microsoft.com/office/drawing/2014/main" id="{99A4F522-3973-5A87-CD26-C9E116419564}"/>
                </a:ext>
              </a:extLst>
            </p:cNvPr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9" name="pg929">
              <a:extLst>
                <a:ext uri="{FF2B5EF4-FFF2-40B4-BE49-F238E27FC236}">
                  <a16:creationId xmlns:a16="http://schemas.microsoft.com/office/drawing/2014/main" id="{44617F88-6183-CC76-AFD4-2E7C0B9D61CC}"/>
                </a:ext>
              </a:extLst>
            </p:cNvPr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0" name="pg930">
              <a:extLst>
                <a:ext uri="{FF2B5EF4-FFF2-40B4-BE49-F238E27FC236}">
                  <a16:creationId xmlns:a16="http://schemas.microsoft.com/office/drawing/2014/main" id="{F7EFEEB8-187E-4AC5-03CB-79B1800BAF9D}"/>
                </a:ext>
              </a:extLst>
            </p:cNvPr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1" name="pg931">
              <a:extLst>
                <a:ext uri="{FF2B5EF4-FFF2-40B4-BE49-F238E27FC236}">
                  <a16:creationId xmlns:a16="http://schemas.microsoft.com/office/drawing/2014/main" id="{B4B9AD77-302B-09C5-7ECB-2C5415F1EC04}"/>
                </a:ext>
              </a:extLst>
            </p:cNvPr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2" name="pg932">
              <a:extLst>
                <a:ext uri="{FF2B5EF4-FFF2-40B4-BE49-F238E27FC236}">
                  <a16:creationId xmlns:a16="http://schemas.microsoft.com/office/drawing/2014/main" id="{02DD37A6-DAE2-FBD1-CE8A-F0EF8C66479D}"/>
                </a:ext>
              </a:extLst>
            </p:cNvPr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3" name="pg933">
              <a:extLst>
                <a:ext uri="{FF2B5EF4-FFF2-40B4-BE49-F238E27FC236}">
                  <a16:creationId xmlns:a16="http://schemas.microsoft.com/office/drawing/2014/main" id="{7FBFDF55-2D53-346F-AD2C-2A6CDF40E236}"/>
                </a:ext>
              </a:extLst>
            </p:cNvPr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4" name="pg934">
              <a:extLst>
                <a:ext uri="{FF2B5EF4-FFF2-40B4-BE49-F238E27FC236}">
                  <a16:creationId xmlns:a16="http://schemas.microsoft.com/office/drawing/2014/main" id="{CAE89763-4D2F-7041-14CC-1FD97ED8799D}"/>
                </a:ext>
              </a:extLst>
            </p:cNvPr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5" name="pg935">
              <a:extLst>
                <a:ext uri="{FF2B5EF4-FFF2-40B4-BE49-F238E27FC236}">
                  <a16:creationId xmlns:a16="http://schemas.microsoft.com/office/drawing/2014/main" id="{4AFAF94A-5F7F-8B84-3A67-76D163E6427D}"/>
                </a:ext>
              </a:extLst>
            </p:cNvPr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6" name="pg936">
              <a:extLst>
                <a:ext uri="{FF2B5EF4-FFF2-40B4-BE49-F238E27FC236}">
                  <a16:creationId xmlns:a16="http://schemas.microsoft.com/office/drawing/2014/main" id="{21681089-C57E-6BE7-7C59-0270E1C9036C}"/>
                </a:ext>
              </a:extLst>
            </p:cNvPr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7" name="pg937">
              <a:extLst>
                <a:ext uri="{FF2B5EF4-FFF2-40B4-BE49-F238E27FC236}">
                  <a16:creationId xmlns:a16="http://schemas.microsoft.com/office/drawing/2014/main" id="{B7643764-2ADF-764A-ED82-4DD445B20327}"/>
                </a:ext>
              </a:extLst>
            </p:cNvPr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8" name="pg938">
              <a:extLst>
                <a:ext uri="{FF2B5EF4-FFF2-40B4-BE49-F238E27FC236}">
                  <a16:creationId xmlns:a16="http://schemas.microsoft.com/office/drawing/2014/main" id="{5433A044-D4B7-78E1-ABFF-A37C8B180489}"/>
                </a:ext>
              </a:extLst>
            </p:cNvPr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9" name="pg939">
              <a:extLst>
                <a:ext uri="{FF2B5EF4-FFF2-40B4-BE49-F238E27FC236}">
                  <a16:creationId xmlns:a16="http://schemas.microsoft.com/office/drawing/2014/main" id="{AA1238B5-D8FF-3CC9-1394-793057E4D5AE}"/>
                </a:ext>
              </a:extLst>
            </p:cNvPr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0" name="pg940">
              <a:extLst>
                <a:ext uri="{FF2B5EF4-FFF2-40B4-BE49-F238E27FC236}">
                  <a16:creationId xmlns:a16="http://schemas.microsoft.com/office/drawing/2014/main" id="{91B01B8D-4B5C-6642-A7D7-E258FD7D196A}"/>
                </a:ext>
              </a:extLst>
            </p:cNvPr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1" name="pg941">
              <a:extLst>
                <a:ext uri="{FF2B5EF4-FFF2-40B4-BE49-F238E27FC236}">
                  <a16:creationId xmlns:a16="http://schemas.microsoft.com/office/drawing/2014/main" id="{B8D416C4-ABDF-5BDD-EF91-C354C5D1641D}"/>
                </a:ext>
              </a:extLst>
            </p:cNvPr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2" name="pg942">
              <a:extLst>
                <a:ext uri="{FF2B5EF4-FFF2-40B4-BE49-F238E27FC236}">
                  <a16:creationId xmlns:a16="http://schemas.microsoft.com/office/drawing/2014/main" id="{B4A98200-0CD6-40C4-92A4-F994855C9BBC}"/>
                </a:ext>
              </a:extLst>
            </p:cNvPr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3" name="pg943">
              <a:extLst>
                <a:ext uri="{FF2B5EF4-FFF2-40B4-BE49-F238E27FC236}">
                  <a16:creationId xmlns:a16="http://schemas.microsoft.com/office/drawing/2014/main" id="{A8A4FD3C-85ED-50A4-BBDC-B233C6B4F587}"/>
                </a:ext>
              </a:extLst>
            </p:cNvPr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4" name="pg944">
              <a:extLst>
                <a:ext uri="{FF2B5EF4-FFF2-40B4-BE49-F238E27FC236}">
                  <a16:creationId xmlns:a16="http://schemas.microsoft.com/office/drawing/2014/main" id="{CE35AB10-3E09-51C6-6CB6-D8B870B25719}"/>
                </a:ext>
              </a:extLst>
            </p:cNvPr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5" name="pg945">
              <a:extLst>
                <a:ext uri="{FF2B5EF4-FFF2-40B4-BE49-F238E27FC236}">
                  <a16:creationId xmlns:a16="http://schemas.microsoft.com/office/drawing/2014/main" id="{55488098-FF91-00AA-9550-0A1598ECE714}"/>
                </a:ext>
              </a:extLst>
            </p:cNvPr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6" name="pg946">
              <a:extLst>
                <a:ext uri="{FF2B5EF4-FFF2-40B4-BE49-F238E27FC236}">
                  <a16:creationId xmlns:a16="http://schemas.microsoft.com/office/drawing/2014/main" id="{AAB340B6-F8A6-84A8-45DD-E4FC6BF66194}"/>
                </a:ext>
              </a:extLst>
            </p:cNvPr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7" name="pg947">
              <a:extLst>
                <a:ext uri="{FF2B5EF4-FFF2-40B4-BE49-F238E27FC236}">
                  <a16:creationId xmlns:a16="http://schemas.microsoft.com/office/drawing/2014/main" id="{17C5C65A-C81F-0BF6-E452-D7FC7FC86531}"/>
                </a:ext>
              </a:extLst>
            </p:cNvPr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8" name="pg948">
              <a:extLst>
                <a:ext uri="{FF2B5EF4-FFF2-40B4-BE49-F238E27FC236}">
                  <a16:creationId xmlns:a16="http://schemas.microsoft.com/office/drawing/2014/main" id="{996DB6FC-798C-3A2B-F650-432DECF131F8}"/>
                </a:ext>
              </a:extLst>
            </p:cNvPr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9" name="pg949">
              <a:extLst>
                <a:ext uri="{FF2B5EF4-FFF2-40B4-BE49-F238E27FC236}">
                  <a16:creationId xmlns:a16="http://schemas.microsoft.com/office/drawing/2014/main" id="{7A83B42B-2675-F749-FDA2-D67E041100AD}"/>
                </a:ext>
              </a:extLst>
            </p:cNvPr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0" name="pg950">
              <a:extLst>
                <a:ext uri="{FF2B5EF4-FFF2-40B4-BE49-F238E27FC236}">
                  <a16:creationId xmlns:a16="http://schemas.microsoft.com/office/drawing/2014/main" id="{2CDA6576-2C7C-1D41-B279-1CB6813E5DCE}"/>
                </a:ext>
              </a:extLst>
            </p:cNvPr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1" name="pg951">
              <a:extLst>
                <a:ext uri="{FF2B5EF4-FFF2-40B4-BE49-F238E27FC236}">
                  <a16:creationId xmlns:a16="http://schemas.microsoft.com/office/drawing/2014/main" id="{FD678C7F-2B3C-4818-9874-E1FAA3C8138C}"/>
                </a:ext>
              </a:extLst>
            </p:cNvPr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2" name="pg952">
              <a:extLst>
                <a:ext uri="{FF2B5EF4-FFF2-40B4-BE49-F238E27FC236}">
                  <a16:creationId xmlns:a16="http://schemas.microsoft.com/office/drawing/2014/main" id="{F8B850AE-72BE-632E-BBC2-1C51CF4221C5}"/>
                </a:ext>
              </a:extLst>
            </p:cNvPr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3" name="pg953">
              <a:extLst>
                <a:ext uri="{FF2B5EF4-FFF2-40B4-BE49-F238E27FC236}">
                  <a16:creationId xmlns:a16="http://schemas.microsoft.com/office/drawing/2014/main" id="{BE4D6502-9699-EB5E-21E1-ACB2F97C45E7}"/>
                </a:ext>
              </a:extLst>
            </p:cNvPr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4" name="pg954">
              <a:extLst>
                <a:ext uri="{FF2B5EF4-FFF2-40B4-BE49-F238E27FC236}">
                  <a16:creationId xmlns:a16="http://schemas.microsoft.com/office/drawing/2014/main" id="{F81AA789-01B0-C0EC-5B47-FA53AF225406}"/>
                </a:ext>
              </a:extLst>
            </p:cNvPr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5" name="pg955">
              <a:extLst>
                <a:ext uri="{FF2B5EF4-FFF2-40B4-BE49-F238E27FC236}">
                  <a16:creationId xmlns:a16="http://schemas.microsoft.com/office/drawing/2014/main" id="{F03ED68D-AA4C-DFC7-AE61-EF22F3EF7A0F}"/>
                </a:ext>
              </a:extLst>
            </p:cNvPr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6" name="pg956">
              <a:extLst>
                <a:ext uri="{FF2B5EF4-FFF2-40B4-BE49-F238E27FC236}">
                  <a16:creationId xmlns:a16="http://schemas.microsoft.com/office/drawing/2014/main" id="{79FB7525-630F-9E7E-4681-B55AD8301F97}"/>
                </a:ext>
              </a:extLst>
            </p:cNvPr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7" name="pg957">
              <a:extLst>
                <a:ext uri="{FF2B5EF4-FFF2-40B4-BE49-F238E27FC236}">
                  <a16:creationId xmlns:a16="http://schemas.microsoft.com/office/drawing/2014/main" id="{19578A37-2D03-8230-FABB-A11A7EE443F1}"/>
                </a:ext>
              </a:extLst>
            </p:cNvPr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8" name="pg958">
              <a:extLst>
                <a:ext uri="{FF2B5EF4-FFF2-40B4-BE49-F238E27FC236}">
                  <a16:creationId xmlns:a16="http://schemas.microsoft.com/office/drawing/2014/main" id="{D12A3B5C-6BD7-609E-3DB0-D53BF0792AAF}"/>
                </a:ext>
              </a:extLst>
            </p:cNvPr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9" name="pg959">
              <a:extLst>
                <a:ext uri="{FF2B5EF4-FFF2-40B4-BE49-F238E27FC236}">
                  <a16:creationId xmlns:a16="http://schemas.microsoft.com/office/drawing/2014/main" id="{9D7F9EE8-13B9-A202-6E6D-00709ACF23BF}"/>
                </a:ext>
              </a:extLst>
            </p:cNvPr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0" name="pg960">
              <a:extLst>
                <a:ext uri="{FF2B5EF4-FFF2-40B4-BE49-F238E27FC236}">
                  <a16:creationId xmlns:a16="http://schemas.microsoft.com/office/drawing/2014/main" id="{ABEEBABE-7A6B-1140-7F84-C7BA81B5CB52}"/>
                </a:ext>
              </a:extLst>
            </p:cNvPr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1" name="pg961">
              <a:extLst>
                <a:ext uri="{FF2B5EF4-FFF2-40B4-BE49-F238E27FC236}">
                  <a16:creationId xmlns:a16="http://schemas.microsoft.com/office/drawing/2014/main" id="{8B5AB423-7592-5B44-EF50-47BA1AD821FD}"/>
                </a:ext>
              </a:extLst>
            </p:cNvPr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2" name="pg962">
              <a:extLst>
                <a:ext uri="{FF2B5EF4-FFF2-40B4-BE49-F238E27FC236}">
                  <a16:creationId xmlns:a16="http://schemas.microsoft.com/office/drawing/2014/main" id="{BAFF6B59-D7A4-A03E-1A77-077AE4E8ECCA}"/>
                </a:ext>
              </a:extLst>
            </p:cNvPr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3" name="pg963">
              <a:extLst>
                <a:ext uri="{FF2B5EF4-FFF2-40B4-BE49-F238E27FC236}">
                  <a16:creationId xmlns:a16="http://schemas.microsoft.com/office/drawing/2014/main" id="{5113BD5E-F9CC-447E-763B-78E953779931}"/>
                </a:ext>
              </a:extLst>
            </p:cNvPr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4" name="pg964">
              <a:extLst>
                <a:ext uri="{FF2B5EF4-FFF2-40B4-BE49-F238E27FC236}">
                  <a16:creationId xmlns:a16="http://schemas.microsoft.com/office/drawing/2014/main" id="{38D4D59D-1E5E-2097-E422-54792983939C}"/>
                </a:ext>
              </a:extLst>
            </p:cNvPr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5" name="pg965">
              <a:extLst>
                <a:ext uri="{FF2B5EF4-FFF2-40B4-BE49-F238E27FC236}">
                  <a16:creationId xmlns:a16="http://schemas.microsoft.com/office/drawing/2014/main" id="{DDC947C9-16D8-0C0E-BE13-88E9820196F3}"/>
                </a:ext>
              </a:extLst>
            </p:cNvPr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6" name="pg966">
              <a:extLst>
                <a:ext uri="{FF2B5EF4-FFF2-40B4-BE49-F238E27FC236}">
                  <a16:creationId xmlns:a16="http://schemas.microsoft.com/office/drawing/2014/main" id="{AD672AB2-DDA8-CA21-9E7C-91C87DDBCD4C}"/>
                </a:ext>
              </a:extLst>
            </p:cNvPr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7" name="pg967">
              <a:extLst>
                <a:ext uri="{FF2B5EF4-FFF2-40B4-BE49-F238E27FC236}">
                  <a16:creationId xmlns:a16="http://schemas.microsoft.com/office/drawing/2014/main" id="{3BF55608-E551-B8FD-86F3-3D05D52A570B}"/>
                </a:ext>
              </a:extLst>
            </p:cNvPr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8" name="pg968">
              <a:extLst>
                <a:ext uri="{FF2B5EF4-FFF2-40B4-BE49-F238E27FC236}">
                  <a16:creationId xmlns:a16="http://schemas.microsoft.com/office/drawing/2014/main" id="{3EEBA278-7218-4141-CD54-09661F501186}"/>
                </a:ext>
              </a:extLst>
            </p:cNvPr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9" name="pg969">
              <a:extLst>
                <a:ext uri="{FF2B5EF4-FFF2-40B4-BE49-F238E27FC236}">
                  <a16:creationId xmlns:a16="http://schemas.microsoft.com/office/drawing/2014/main" id="{4F32311A-AFBD-BAF0-BE53-724215E95920}"/>
                </a:ext>
              </a:extLst>
            </p:cNvPr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0" name="pg970">
              <a:extLst>
                <a:ext uri="{FF2B5EF4-FFF2-40B4-BE49-F238E27FC236}">
                  <a16:creationId xmlns:a16="http://schemas.microsoft.com/office/drawing/2014/main" id="{2799F75C-7EA9-4B58-47F8-EEA07B42A566}"/>
                </a:ext>
              </a:extLst>
            </p:cNvPr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1" name="pg971">
              <a:extLst>
                <a:ext uri="{FF2B5EF4-FFF2-40B4-BE49-F238E27FC236}">
                  <a16:creationId xmlns:a16="http://schemas.microsoft.com/office/drawing/2014/main" id="{F19679E4-0DEB-B23C-A3AB-ED3063F951C0}"/>
                </a:ext>
              </a:extLst>
            </p:cNvPr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2" name="pg972">
              <a:extLst>
                <a:ext uri="{FF2B5EF4-FFF2-40B4-BE49-F238E27FC236}">
                  <a16:creationId xmlns:a16="http://schemas.microsoft.com/office/drawing/2014/main" id="{07228F95-8285-9824-124E-B83CDB7D71FB}"/>
                </a:ext>
              </a:extLst>
            </p:cNvPr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3" name="pg973">
              <a:extLst>
                <a:ext uri="{FF2B5EF4-FFF2-40B4-BE49-F238E27FC236}">
                  <a16:creationId xmlns:a16="http://schemas.microsoft.com/office/drawing/2014/main" id="{CFF1E5EE-7C10-C4B4-B224-D846FDAF80F7}"/>
                </a:ext>
              </a:extLst>
            </p:cNvPr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4" name="pg974">
              <a:extLst>
                <a:ext uri="{FF2B5EF4-FFF2-40B4-BE49-F238E27FC236}">
                  <a16:creationId xmlns:a16="http://schemas.microsoft.com/office/drawing/2014/main" id="{F777252F-E05A-647C-2459-7D886D572AFD}"/>
                </a:ext>
              </a:extLst>
            </p:cNvPr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5" name="pg975">
              <a:extLst>
                <a:ext uri="{FF2B5EF4-FFF2-40B4-BE49-F238E27FC236}">
                  <a16:creationId xmlns:a16="http://schemas.microsoft.com/office/drawing/2014/main" id="{493DF79F-993C-7E88-B9F9-503F5BC30D28}"/>
                </a:ext>
              </a:extLst>
            </p:cNvPr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6" name="pg976">
              <a:extLst>
                <a:ext uri="{FF2B5EF4-FFF2-40B4-BE49-F238E27FC236}">
                  <a16:creationId xmlns:a16="http://schemas.microsoft.com/office/drawing/2014/main" id="{6AEC3AAE-1C87-DA29-73F0-86A7D5488DBE}"/>
                </a:ext>
              </a:extLst>
            </p:cNvPr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7" name="pg977">
              <a:extLst>
                <a:ext uri="{FF2B5EF4-FFF2-40B4-BE49-F238E27FC236}">
                  <a16:creationId xmlns:a16="http://schemas.microsoft.com/office/drawing/2014/main" id="{0237EE86-7BC5-EFE3-1DBD-7E59E7288571}"/>
                </a:ext>
              </a:extLst>
            </p:cNvPr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8" name="pg978">
              <a:extLst>
                <a:ext uri="{FF2B5EF4-FFF2-40B4-BE49-F238E27FC236}">
                  <a16:creationId xmlns:a16="http://schemas.microsoft.com/office/drawing/2014/main" id="{0BC035E7-DA67-7955-9DC0-0D4BBF500CED}"/>
                </a:ext>
              </a:extLst>
            </p:cNvPr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9" name="pg979">
              <a:extLst>
                <a:ext uri="{FF2B5EF4-FFF2-40B4-BE49-F238E27FC236}">
                  <a16:creationId xmlns:a16="http://schemas.microsoft.com/office/drawing/2014/main" id="{609909DF-F8CB-787C-7D34-783586081927}"/>
                </a:ext>
              </a:extLst>
            </p:cNvPr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0" name="pg980">
              <a:extLst>
                <a:ext uri="{FF2B5EF4-FFF2-40B4-BE49-F238E27FC236}">
                  <a16:creationId xmlns:a16="http://schemas.microsoft.com/office/drawing/2014/main" id="{B0513D07-8E5F-39FF-45E8-C4C371DCFD31}"/>
                </a:ext>
              </a:extLst>
            </p:cNvPr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1" name="pg981">
              <a:extLst>
                <a:ext uri="{FF2B5EF4-FFF2-40B4-BE49-F238E27FC236}">
                  <a16:creationId xmlns:a16="http://schemas.microsoft.com/office/drawing/2014/main" id="{9CC09A27-1233-CE32-B32A-23E33720BD3A}"/>
                </a:ext>
              </a:extLst>
            </p:cNvPr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2" name="pg982">
              <a:extLst>
                <a:ext uri="{FF2B5EF4-FFF2-40B4-BE49-F238E27FC236}">
                  <a16:creationId xmlns:a16="http://schemas.microsoft.com/office/drawing/2014/main" id="{7EA2DE91-B5DF-E7D6-7B87-C408BE2EB4C8}"/>
                </a:ext>
              </a:extLst>
            </p:cNvPr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3" name="pg983">
              <a:extLst>
                <a:ext uri="{FF2B5EF4-FFF2-40B4-BE49-F238E27FC236}">
                  <a16:creationId xmlns:a16="http://schemas.microsoft.com/office/drawing/2014/main" id="{A3D632F3-1F0F-0336-053E-56BD8B4EF692}"/>
                </a:ext>
              </a:extLst>
            </p:cNvPr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4" name="pg984">
              <a:extLst>
                <a:ext uri="{FF2B5EF4-FFF2-40B4-BE49-F238E27FC236}">
                  <a16:creationId xmlns:a16="http://schemas.microsoft.com/office/drawing/2014/main" id="{B0660115-7E78-6A23-D884-C6240442A9E9}"/>
                </a:ext>
              </a:extLst>
            </p:cNvPr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5" name="pg985">
              <a:extLst>
                <a:ext uri="{FF2B5EF4-FFF2-40B4-BE49-F238E27FC236}">
                  <a16:creationId xmlns:a16="http://schemas.microsoft.com/office/drawing/2014/main" id="{659E42E8-CE90-0501-3F23-02FF6BF5EF22}"/>
                </a:ext>
              </a:extLst>
            </p:cNvPr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6" name="pg986">
              <a:extLst>
                <a:ext uri="{FF2B5EF4-FFF2-40B4-BE49-F238E27FC236}">
                  <a16:creationId xmlns:a16="http://schemas.microsoft.com/office/drawing/2014/main" id="{CF79DBEF-799C-5E41-0824-1FDFBAE7CBCA}"/>
                </a:ext>
              </a:extLst>
            </p:cNvPr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7" name="pg987">
              <a:extLst>
                <a:ext uri="{FF2B5EF4-FFF2-40B4-BE49-F238E27FC236}">
                  <a16:creationId xmlns:a16="http://schemas.microsoft.com/office/drawing/2014/main" id="{0965D023-D2A3-6673-1C3D-D24093C9D82A}"/>
                </a:ext>
              </a:extLst>
            </p:cNvPr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8" name="pg988">
              <a:extLst>
                <a:ext uri="{FF2B5EF4-FFF2-40B4-BE49-F238E27FC236}">
                  <a16:creationId xmlns:a16="http://schemas.microsoft.com/office/drawing/2014/main" id="{D125CB60-E348-B40A-7519-5CF26A8B68C5}"/>
                </a:ext>
              </a:extLst>
            </p:cNvPr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9" name="pg989">
              <a:extLst>
                <a:ext uri="{FF2B5EF4-FFF2-40B4-BE49-F238E27FC236}">
                  <a16:creationId xmlns:a16="http://schemas.microsoft.com/office/drawing/2014/main" id="{97ECE3BE-399E-3E0D-6460-36EB0E402B07}"/>
                </a:ext>
              </a:extLst>
            </p:cNvPr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0" name="pg990">
              <a:extLst>
                <a:ext uri="{FF2B5EF4-FFF2-40B4-BE49-F238E27FC236}">
                  <a16:creationId xmlns:a16="http://schemas.microsoft.com/office/drawing/2014/main" id="{B3D2D4BA-397D-7992-B622-DDAC2FCC62B3}"/>
                </a:ext>
              </a:extLst>
            </p:cNvPr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1" name="pg991">
              <a:extLst>
                <a:ext uri="{FF2B5EF4-FFF2-40B4-BE49-F238E27FC236}">
                  <a16:creationId xmlns:a16="http://schemas.microsoft.com/office/drawing/2014/main" id="{480CD187-32CD-5AE5-5985-7332851CD863}"/>
                </a:ext>
              </a:extLst>
            </p:cNvPr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2" name="pg992">
              <a:extLst>
                <a:ext uri="{FF2B5EF4-FFF2-40B4-BE49-F238E27FC236}">
                  <a16:creationId xmlns:a16="http://schemas.microsoft.com/office/drawing/2014/main" id="{820016FD-FC09-5A8C-E46E-AB1622F22706}"/>
                </a:ext>
              </a:extLst>
            </p:cNvPr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3" name="pg993">
              <a:extLst>
                <a:ext uri="{FF2B5EF4-FFF2-40B4-BE49-F238E27FC236}">
                  <a16:creationId xmlns:a16="http://schemas.microsoft.com/office/drawing/2014/main" id="{22654F18-6E07-ACFD-4BF1-334BE41ECE98}"/>
                </a:ext>
              </a:extLst>
            </p:cNvPr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4" name="pg994">
              <a:extLst>
                <a:ext uri="{FF2B5EF4-FFF2-40B4-BE49-F238E27FC236}">
                  <a16:creationId xmlns:a16="http://schemas.microsoft.com/office/drawing/2014/main" id="{A81CFBCA-0DC9-8DD0-85C6-546FC3DAF9F8}"/>
                </a:ext>
              </a:extLst>
            </p:cNvPr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5" name="pg995">
              <a:extLst>
                <a:ext uri="{FF2B5EF4-FFF2-40B4-BE49-F238E27FC236}">
                  <a16:creationId xmlns:a16="http://schemas.microsoft.com/office/drawing/2014/main" id="{8AC5225C-7893-239E-E422-6C47DFE69BFA}"/>
                </a:ext>
              </a:extLst>
            </p:cNvPr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6" name="pg996">
              <a:extLst>
                <a:ext uri="{FF2B5EF4-FFF2-40B4-BE49-F238E27FC236}">
                  <a16:creationId xmlns:a16="http://schemas.microsoft.com/office/drawing/2014/main" id="{17E639AC-FFA5-8D9A-C565-715A73F0BCD5}"/>
                </a:ext>
              </a:extLst>
            </p:cNvPr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7" name="pg997">
              <a:extLst>
                <a:ext uri="{FF2B5EF4-FFF2-40B4-BE49-F238E27FC236}">
                  <a16:creationId xmlns:a16="http://schemas.microsoft.com/office/drawing/2014/main" id="{B2E07A14-A325-F470-B151-209BFA024AA2}"/>
                </a:ext>
              </a:extLst>
            </p:cNvPr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8" name="pg998">
              <a:extLst>
                <a:ext uri="{FF2B5EF4-FFF2-40B4-BE49-F238E27FC236}">
                  <a16:creationId xmlns:a16="http://schemas.microsoft.com/office/drawing/2014/main" id="{6328055B-87BA-9D98-BDB3-98DC6A902A05}"/>
                </a:ext>
              </a:extLst>
            </p:cNvPr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9" name="pg999">
              <a:extLst>
                <a:ext uri="{FF2B5EF4-FFF2-40B4-BE49-F238E27FC236}">
                  <a16:creationId xmlns:a16="http://schemas.microsoft.com/office/drawing/2014/main" id="{5C1063FD-B2D8-8F5C-8C4A-96E733268C90}"/>
                </a:ext>
              </a:extLst>
            </p:cNvPr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0" name="pg1000">
              <a:extLst>
                <a:ext uri="{FF2B5EF4-FFF2-40B4-BE49-F238E27FC236}">
                  <a16:creationId xmlns:a16="http://schemas.microsoft.com/office/drawing/2014/main" id="{CA06E772-D03A-2441-7C3C-447A01AAFF99}"/>
                </a:ext>
              </a:extLst>
            </p:cNvPr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1" name="pg1001">
              <a:extLst>
                <a:ext uri="{FF2B5EF4-FFF2-40B4-BE49-F238E27FC236}">
                  <a16:creationId xmlns:a16="http://schemas.microsoft.com/office/drawing/2014/main" id="{1E29BB37-43CC-F6D8-6901-D4E7262B2F49}"/>
                </a:ext>
              </a:extLst>
            </p:cNvPr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2" name="pg1002">
              <a:extLst>
                <a:ext uri="{FF2B5EF4-FFF2-40B4-BE49-F238E27FC236}">
                  <a16:creationId xmlns:a16="http://schemas.microsoft.com/office/drawing/2014/main" id="{C367C6B0-A629-96FB-36B7-F3D67B270AC8}"/>
                </a:ext>
              </a:extLst>
            </p:cNvPr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3" name="pg1003">
              <a:extLst>
                <a:ext uri="{FF2B5EF4-FFF2-40B4-BE49-F238E27FC236}">
                  <a16:creationId xmlns:a16="http://schemas.microsoft.com/office/drawing/2014/main" id="{CA07E234-142F-39BA-18FE-0C3D8E2747E6}"/>
                </a:ext>
              </a:extLst>
            </p:cNvPr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4" name="pg1004">
              <a:extLst>
                <a:ext uri="{FF2B5EF4-FFF2-40B4-BE49-F238E27FC236}">
                  <a16:creationId xmlns:a16="http://schemas.microsoft.com/office/drawing/2014/main" id="{0811AC73-417D-4BA3-1CA5-FA7AB6FC0E84}"/>
                </a:ext>
              </a:extLst>
            </p:cNvPr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5" name="pg1005">
              <a:extLst>
                <a:ext uri="{FF2B5EF4-FFF2-40B4-BE49-F238E27FC236}">
                  <a16:creationId xmlns:a16="http://schemas.microsoft.com/office/drawing/2014/main" id="{117BEF51-D693-7033-66C1-47E664CFD847}"/>
                </a:ext>
              </a:extLst>
            </p:cNvPr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6" name="pg1006">
              <a:extLst>
                <a:ext uri="{FF2B5EF4-FFF2-40B4-BE49-F238E27FC236}">
                  <a16:creationId xmlns:a16="http://schemas.microsoft.com/office/drawing/2014/main" id="{0754B0F0-0468-22B2-F513-A709B4032423}"/>
                </a:ext>
              </a:extLst>
            </p:cNvPr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7" name="pg1007">
              <a:extLst>
                <a:ext uri="{FF2B5EF4-FFF2-40B4-BE49-F238E27FC236}">
                  <a16:creationId xmlns:a16="http://schemas.microsoft.com/office/drawing/2014/main" id="{13B030BC-F2F9-029F-0230-26D472B67E21}"/>
                </a:ext>
              </a:extLst>
            </p:cNvPr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8" name="pg1008">
              <a:extLst>
                <a:ext uri="{FF2B5EF4-FFF2-40B4-BE49-F238E27FC236}">
                  <a16:creationId xmlns:a16="http://schemas.microsoft.com/office/drawing/2014/main" id="{5D84A5CF-4792-0A4A-1CAD-2C62DB16E197}"/>
                </a:ext>
              </a:extLst>
            </p:cNvPr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9" name="pg1009">
              <a:extLst>
                <a:ext uri="{FF2B5EF4-FFF2-40B4-BE49-F238E27FC236}">
                  <a16:creationId xmlns:a16="http://schemas.microsoft.com/office/drawing/2014/main" id="{22254E7C-93F5-8E65-C21B-DE307C3F69CF}"/>
                </a:ext>
              </a:extLst>
            </p:cNvPr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0" name="pg1010">
              <a:extLst>
                <a:ext uri="{FF2B5EF4-FFF2-40B4-BE49-F238E27FC236}">
                  <a16:creationId xmlns:a16="http://schemas.microsoft.com/office/drawing/2014/main" id="{FE3F45C1-D606-90D3-8C9C-9B22AACE6AD7}"/>
                </a:ext>
              </a:extLst>
            </p:cNvPr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1" name="pg1011">
              <a:extLst>
                <a:ext uri="{FF2B5EF4-FFF2-40B4-BE49-F238E27FC236}">
                  <a16:creationId xmlns:a16="http://schemas.microsoft.com/office/drawing/2014/main" id="{016487C1-823B-1BC5-45DF-8A8AA6093F57}"/>
                </a:ext>
              </a:extLst>
            </p:cNvPr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2" name="pg1012">
              <a:extLst>
                <a:ext uri="{FF2B5EF4-FFF2-40B4-BE49-F238E27FC236}">
                  <a16:creationId xmlns:a16="http://schemas.microsoft.com/office/drawing/2014/main" id="{0F42D101-543C-5FEC-F3E3-601CCE5909A8}"/>
                </a:ext>
              </a:extLst>
            </p:cNvPr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3" name="pg1013">
              <a:extLst>
                <a:ext uri="{FF2B5EF4-FFF2-40B4-BE49-F238E27FC236}">
                  <a16:creationId xmlns:a16="http://schemas.microsoft.com/office/drawing/2014/main" id="{F98B0BD1-6AA2-0B82-7D32-3CE8FB6168B7}"/>
                </a:ext>
              </a:extLst>
            </p:cNvPr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4" name="pg1014">
              <a:extLst>
                <a:ext uri="{FF2B5EF4-FFF2-40B4-BE49-F238E27FC236}">
                  <a16:creationId xmlns:a16="http://schemas.microsoft.com/office/drawing/2014/main" id="{4045AE58-CC0B-E112-36F4-E27A2CA6E195}"/>
                </a:ext>
              </a:extLst>
            </p:cNvPr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5" name="pg1015">
              <a:extLst>
                <a:ext uri="{FF2B5EF4-FFF2-40B4-BE49-F238E27FC236}">
                  <a16:creationId xmlns:a16="http://schemas.microsoft.com/office/drawing/2014/main" id="{B5FB86FD-5378-5A30-9CCB-F805EA268DA6}"/>
                </a:ext>
              </a:extLst>
            </p:cNvPr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6" name="pg1016">
              <a:extLst>
                <a:ext uri="{FF2B5EF4-FFF2-40B4-BE49-F238E27FC236}">
                  <a16:creationId xmlns:a16="http://schemas.microsoft.com/office/drawing/2014/main" id="{5221016C-9B54-0F86-E24E-C3FA96A39BF4}"/>
                </a:ext>
              </a:extLst>
            </p:cNvPr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7" name="pg1017">
              <a:extLst>
                <a:ext uri="{FF2B5EF4-FFF2-40B4-BE49-F238E27FC236}">
                  <a16:creationId xmlns:a16="http://schemas.microsoft.com/office/drawing/2014/main" id="{5A5FD882-931F-1DDD-0E82-2735ECE3F95F}"/>
                </a:ext>
              </a:extLst>
            </p:cNvPr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8" name="pg1018">
              <a:extLst>
                <a:ext uri="{FF2B5EF4-FFF2-40B4-BE49-F238E27FC236}">
                  <a16:creationId xmlns:a16="http://schemas.microsoft.com/office/drawing/2014/main" id="{A0958D10-4C2D-A258-6BE8-6F5AB3C47AAD}"/>
                </a:ext>
              </a:extLst>
            </p:cNvPr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9" name="pg1019">
              <a:extLst>
                <a:ext uri="{FF2B5EF4-FFF2-40B4-BE49-F238E27FC236}">
                  <a16:creationId xmlns:a16="http://schemas.microsoft.com/office/drawing/2014/main" id="{EF3B6C03-EAE0-7C82-D2B4-7B0AA9A0DEB7}"/>
                </a:ext>
              </a:extLst>
            </p:cNvPr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0" name="pg1020">
              <a:extLst>
                <a:ext uri="{FF2B5EF4-FFF2-40B4-BE49-F238E27FC236}">
                  <a16:creationId xmlns:a16="http://schemas.microsoft.com/office/drawing/2014/main" id="{7D9BA2EC-0B57-A01A-1A8C-4659B17BF31B}"/>
                </a:ext>
              </a:extLst>
            </p:cNvPr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1" name="pg1021">
              <a:extLst>
                <a:ext uri="{FF2B5EF4-FFF2-40B4-BE49-F238E27FC236}">
                  <a16:creationId xmlns:a16="http://schemas.microsoft.com/office/drawing/2014/main" id="{F0DF7F7F-8CC4-7D77-98F1-46E7545043F2}"/>
                </a:ext>
              </a:extLst>
            </p:cNvPr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2" name="pg1022">
              <a:extLst>
                <a:ext uri="{FF2B5EF4-FFF2-40B4-BE49-F238E27FC236}">
                  <a16:creationId xmlns:a16="http://schemas.microsoft.com/office/drawing/2014/main" id="{F0001095-832E-1F6C-4C3E-D9A6EE772549}"/>
                </a:ext>
              </a:extLst>
            </p:cNvPr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3" name="pg1023">
              <a:extLst>
                <a:ext uri="{FF2B5EF4-FFF2-40B4-BE49-F238E27FC236}">
                  <a16:creationId xmlns:a16="http://schemas.microsoft.com/office/drawing/2014/main" id="{411336C6-CF00-A8D8-806E-31AA317594C7}"/>
                </a:ext>
              </a:extLst>
            </p:cNvPr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4" name="pg1024">
              <a:extLst>
                <a:ext uri="{FF2B5EF4-FFF2-40B4-BE49-F238E27FC236}">
                  <a16:creationId xmlns:a16="http://schemas.microsoft.com/office/drawing/2014/main" id="{77C2AB0E-6CC0-6CAC-611C-8BA3B86C8AE3}"/>
                </a:ext>
              </a:extLst>
            </p:cNvPr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5" name="pg1025">
              <a:extLst>
                <a:ext uri="{FF2B5EF4-FFF2-40B4-BE49-F238E27FC236}">
                  <a16:creationId xmlns:a16="http://schemas.microsoft.com/office/drawing/2014/main" id="{F6422B38-FC6D-32D8-CBAF-A3F71349272B}"/>
                </a:ext>
              </a:extLst>
            </p:cNvPr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6" name="pg1026">
              <a:extLst>
                <a:ext uri="{FF2B5EF4-FFF2-40B4-BE49-F238E27FC236}">
                  <a16:creationId xmlns:a16="http://schemas.microsoft.com/office/drawing/2014/main" id="{972C55D4-9C6C-0EC9-E3D9-5EA3AAD3C154}"/>
                </a:ext>
              </a:extLst>
            </p:cNvPr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7" name="pg1027">
              <a:extLst>
                <a:ext uri="{FF2B5EF4-FFF2-40B4-BE49-F238E27FC236}">
                  <a16:creationId xmlns:a16="http://schemas.microsoft.com/office/drawing/2014/main" id="{09432070-CB5B-4907-B624-8B52DAFA044A}"/>
                </a:ext>
              </a:extLst>
            </p:cNvPr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8" name="pg1028">
              <a:extLst>
                <a:ext uri="{FF2B5EF4-FFF2-40B4-BE49-F238E27FC236}">
                  <a16:creationId xmlns:a16="http://schemas.microsoft.com/office/drawing/2014/main" id="{E551EDDD-BFCF-074A-3010-E3064CD14F6E}"/>
                </a:ext>
              </a:extLst>
            </p:cNvPr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9" name="pg1029">
              <a:extLst>
                <a:ext uri="{FF2B5EF4-FFF2-40B4-BE49-F238E27FC236}">
                  <a16:creationId xmlns:a16="http://schemas.microsoft.com/office/drawing/2014/main" id="{4D307FD4-3C26-809A-936A-1A1E3521381E}"/>
                </a:ext>
              </a:extLst>
            </p:cNvPr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0" name="pg1030">
              <a:extLst>
                <a:ext uri="{FF2B5EF4-FFF2-40B4-BE49-F238E27FC236}">
                  <a16:creationId xmlns:a16="http://schemas.microsoft.com/office/drawing/2014/main" id="{26DAC8A9-3AF8-939E-1F1B-D7A9212AEC72}"/>
                </a:ext>
              </a:extLst>
            </p:cNvPr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1" name="pg1031">
              <a:extLst>
                <a:ext uri="{FF2B5EF4-FFF2-40B4-BE49-F238E27FC236}">
                  <a16:creationId xmlns:a16="http://schemas.microsoft.com/office/drawing/2014/main" id="{655BCC99-837A-A1E0-D3E8-10958395B0E5}"/>
                </a:ext>
              </a:extLst>
            </p:cNvPr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2" name="pg1032">
              <a:extLst>
                <a:ext uri="{FF2B5EF4-FFF2-40B4-BE49-F238E27FC236}">
                  <a16:creationId xmlns:a16="http://schemas.microsoft.com/office/drawing/2014/main" id="{E2314958-2127-F00F-DE41-71BCDC113A9E}"/>
                </a:ext>
              </a:extLst>
            </p:cNvPr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3" name="pg1033">
              <a:extLst>
                <a:ext uri="{FF2B5EF4-FFF2-40B4-BE49-F238E27FC236}">
                  <a16:creationId xmlns:a16="http://schemas.microsoft.com/office/drawing/2014/main" id="{C231CD6C-AF0F-1CB2-8F00-730CDB78EA52}"/>
                </a:ext>
              </a:extLst>
            </p:cNvPr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4" name="pg1034">
              <a:extLst>
                <a:ext uri="{FF2B5EF4-FFF2-40B4-BE49-F238E27FC236}">
                  <a16:creationId xmlns:a16="http://schemas.microsoft.com/office/drawing/2014/main" id="{75A41D24-AF9A-4F7A-66C4-6DB9BB93AE36}"/>
                </a:ext>
              </a:extLst>
            </p:cNvPr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5" name="pg1035">
              <a:extLst>
                <a:ext uri="{FF2B5EF4-FFF2-40B4-BE49-F238E27FC236}">
                  <a16:creationId xmlns:a16="http://schemas.microsoft.com/office/drawing/2014/main" id="{F3115090-F067-B208-AE22-F56F21FF1902}"/>
                </a:ext>
              </a:extLst>
            </p:cNvPr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6" name="pg1036">
              <a:extLst>
                <a:ext uri="{FF2B5EF4-FFF2-40B4-BE49-F238E27FC236}">
                  <a16:creationId xmlns:a16="http://schemas.microsoft.com/office/drawing/2014/main" id="{D0D8B6F7-E575-AF2A-9DD3-1627289CED0F}"/>
                </a:ext>
              </a:extLst>
            </p:cNvPr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7" name="pg1037">
              <a:extLst>
                <a:ext uri="{FF2B5EF4-FFF2-40B4-BE49-F238E27FC236}">
                  <a16:creationId xmlns:a16="http://schemas.microsoft.com/office/drawing/2014/main" id="{085034F9-2F0E-E4EC-73BD-99E8B5561FEA}"/>
                </a:ext>
              </a:extLst>
            </p:cNvPr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8" name="pg1038">
              <a:extLst>
                <a:ext uri="{FF2B5EF4-FFF2-40B4-BE49-F238E27FC236}">
                  <a16:creationId xmlns:a16="http://schemas.microsoft.com/office/drawing/2014/main" id="{9F7F48F2-D8B6-C9CF-0B81-2ACDCFBDA754}"/>
                </a:ext>
              </a:extLst>
            </p:cNvPr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9" name="pg1039">
              <a:extLst>
                <a:ext uri="{FF2B5EF4-FFF2-40B4-BE49-F238E27FC236}">
                  <a16:creationId xmlns:a16="http://schemas.microsoft.com/office/drawing/2014/main" id="{1C0EF6F3-0822-14CE-455F-B37D4B216974}"/>
                </a:ext>
              </a:extLst>
            </p:cNvPr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0" name="pg1040">
              <a:extLst>
                <a:ext uri="{FF2B5EF4-FFF2-40B4-BE49-F238E27FC236}">
                  <a16:creationId xmlns:a16="http://schemas.microsoft.com/office/drawing/2014/main" id="{241B0B61-CC85-21DE-FC5E-07A15BB2DF0E}"/>
                </a:ext>
              </a:extLst>
            </p:cNvPr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1" name="pg1041">
              <a:extLst>
                <a:ext uri="{FF2B5EF4-FFF2-40B4-BE49-F238E27FC236}">
                  <a16:creationId xmlns:a16="http://schemas.microsoft.com/office/drawing/2014/main" id="{A10132B0-C36C-DF7C-F699-385BD46A47D6}"/>
                </a:ext>
              </a:extLst>
            </p:cNvPr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2" name="pg1042">
              <a:extLst>
                <a:ext uri="{FF2B5EF4-FFF2-40B4-BE49-F238E27FC236}">
                  <a16:creationId xmlns:a16="http://schemas.microsoft.com/office/drawing/2014/main" id="{FF8FDCA8-6521-0CEE-AE67-A74ECB5722AA}"/>
                </a:ext>
              </a:extLst>
            </p:cNvPr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3" name="pg1043">
              <a:extLst>
                <a:ext uri="{FF2B5EF4-FFF2-40B4-BE49-F238E27FC236}">
                  <a16:creationId xmlns:a16="http://schemas.microsoft.com/office/drawing/2014/main" id="{B06F0305-45EF-231E-DF6A-C9918EE8AF1C}"/>
                </a:ext>
              </a:extLst>
            </p:cNvPr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4" name="pg1044">
              <a:extLst>
                <a:ext uri="{FF2B5EF4-FFF2-40B4-BE49-F238E27FC236}">
                  <a16:creationId xmlns:a16="http://schemas.microsoft.com/office/drawing/2014/main" id="{8FEA5848-AD4A-DFC9-AD19-E1D712B86E62}"/>
                </a:ext>
              </a:extLst>
            </p:cNvPr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5" name="pg1045">
              <a:extLst>
                <a:ext uri="{FF2B5EF4-FFF2-40B4-BE49-F238E27FC236}">
                  <a16:creationId xmlns:a16="http://schemas.microsoft.com/office/drawing/2014/main" id="{2A2BC276-15F5-0959-12BC-8FD5660F1185}"/>
                </a:ext>
              </a:extLst>
            </p:cNvPr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6" name="pg1046">
              <a:extLst>
                <a:ext uri="{FF2B5EF4-FFF2-40B4-BE49-F238E27FC236}">
                  <a16:creationId xmlns:a16="http://schemas.microsoft.com/office/drawing/2014/main" id="{067BEC60-B44A-73AA-7005-4652FF67A1BA}"/>
                </a:ext>
              </a:extLst>
            </p:cNvPr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7" name="pg1047">
              <a:extLst>
                <a:ext uri="{FF2B5EF4-FFF2-40B4-BE49-F238E27FC236}">
                  <a16:creationId xmlns:a16="http://schemas.microsoft.com/office/drawing/2014/main" id="{01CAE08B-F05E-8CF0-2757-977E400C22E6}"/>
                </a:ext>
              </a:extLst>
            </p:cNvPr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8" name="pg1048">
              <a:extLst>
                <a:ext uri="{FF2B5EF4-FFF2-40B4-BE49-F238E27FC236}">
                  <a16:creationId xmlns:a16="http://schemas.microsoft.com/office/drawing/2014/main" id="{55FE2E40-9084-7522-E538-38861F6C3DDC}"/>
                </a:ext>
              </a:extLst>
            </p:cNvPr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9" name="pg1049">
              <a:extLst>
                <a:ext uri="{FF2B5EF4-FFF2-40B4-BE49-F238E27FC236}">
                  <a16:creationId xmlns:a16="http://schemas.microsoft.com/office/drawing/2014/main" id="{0445D153-F538-2E4D-A455-635E2970B72E}"/>
                </a:ext>
              </a:extLst>
            </p:cNvPr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0" name="pg1050">
              <a:extLst>
                <a:ext uri="{FF2B5EF4-FFF2-40B4-BE49-F238E27FC236}">
                  <a16:creationId xmlns:a16="http://schemas.microsoft.com/office/drawing/2014/main" id="{C9DA0523-2BC3-9D17-AA12-5A28220E5963}"/>
                </a:ext>
              </a:extLst>
            </p:cNvPr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1" name="pg1051">
              <a:extLst>
                <a:ext uri="{FF2B5EF4-FFF2-40B4-BE49-F238E27FC236}">
                  <a16:creationId xmlns:a16="http://schemas.microsoft.com/office/drawing/2014/main" id="{963047DD-F7DD-211C-6B02-D21CD1040407}"/>
                </a:ext>
              </a:extLst>
            </p:cNvPr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2" name="pg1052">
              <a:extLst>
                <a:ext uri="{FF2B5EF4-FFF2-40B4-BE49-F238E27FC236}">
                  <a16:creationId xmlns:a16="http://schemas.microsoft.com/office/drawing/2014/main" id="{D784DF64-2D75-0BD1-D787-63986742D734}"/>
                </a:ext>
              </a:extLst>
            </p:cNvPr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3" name="pg1053">
              <a:extLst>
                <a:ext uri="{FF2B5EF4-FFF2-40B4-BE49-F238E27FC236}">
                  <a16:creationId xmlns:a16="http://schemas.microsoft.com/office/drawing/2014/main" id="{8EF23D22-2A7F-655E-35AB-FE7AC2449AA6}"/>
                </a:ext>
              </a:extLst>
            </p:cNvPr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4" name="pg1054">
              <a:extLst>
                <a:ext uri="{FF2B5EF4-FFF2-40B4-BE49-F238E27FC236}">
                  <a16:creationId xmlns:a16="http://schemas.microsoft.com/office/drawing/2014/main" id="{CAD56EEE-1645-807C-2535-5791C4FA3A97}"/>
                </a:ext>
              </a:extLst>
            </p:cNvPr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5" name="pg1055">
              <a:extLst>
                <a:ext uri="{FF2B5EF4-FFF2-40B4-BE49-F238E27FC236}">
                  <a16:creationId xmlns:a16="http://schemas.microsoft.com/office/drawing/2014/main" id="{8831B929-3BFB-8F1E-541B-7D5D119CF9DC}"/>
                </a:ext>
              </a:extLst>
            </p:cNvPr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6" name="pg1056">
              <a:extLst>
                <a:ext uri="{FF2B5EF4-FFF2-40B4-BE49-F238E27FC236}">
                  <a16:creationId xmlns:a16="http://schemas.microsoft.com/office/drawing/2014/main" id="{7FAD2554-EFB2-4493-1267-989BE255910A}"/>
                </a:ext>
              </a:extLst>
            </p:cNvPr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7" name="pg1057">
              <a:extLst>
                <a:ext uri="{FF2B5EF4-FFF2-40B4-BE49-F238E27FC236}">
                  <a16:creationId xmlns:a16="http://schemas.microsoft.com/office/drawing/2014/main" id="{E919CBC8-904A-4170-EC09-C8CAC5CA7497}"/>
                </a:ext>
              </a:extLst>
            </p:cNvPr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8" name="pg1058">
              <a:extLst>
                <a:ext uri="{FF2B5EF4-FFF2-40B4-BE49-F238E27FC236}">
                  <a16:creationId xmlns:a16="http://schemas.microsoft.com/office/drawing/2014/main" id="{C773F200-F182-0E8E-A59A-45C1ABDF4CB6}"/>
                </a:ext>
              </a:extLst>
            </p:cNvPr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9" name="pg1059">
              <a:extLst>
                <a:ext uri="{FF2B5EF4-FFF2-40B4-BE49-F238E27FC236}">
                  <a16:creationId xmlns:a16="http://schemas.microsoft.com/office/drawing/2014/main" id="{0940F616-7700-456C-C1F3-E80A30DA03C5}"/>
                </a:ext>
              </a:extLst>
            </p:cNvPr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0" name="pg1060">
              <a:extLst>
                <a:ext uri="{FF2B5EF4-FFF2-40B4-BE49-F238E27FC236}">
                  <a16:creationId xmlns:a16="http://schemas.microsoft.com/office/drawing/2014/main" id="{6D908799-9F8F-FB35-7651-BD2CBD7DE967}"/>
                </a:ext>
              </a:extLst>
            </p:cNvPr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1" name="pg1061">
              <a:extLst>
                <a:ext uri="{FF2B5EF4-FFF2-40B4-BE49-F238E27FC236}">
                  <a16:creationId xmlns:a16="http://schemas.microsoft.com/office/drawing/2014/main" id="{B949E542-7ADA-6507-9131-976689DB6EA4}"/>
                </a:ext>
              </a:extLst>
            </p:cNvPr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2" name="pg1062">
              <a:extLst>
                <a:ext uri="{FF2B5EF4-FFF2-40B4-BE49-F238E27FC236}">
                  <a16:creationId xmlns:a16="http://schemas.microsoft.com/office/drawing/2014/main" id="{B7E21B54-9D3A-86D1-B083-393D37F29BBE}"/>
                </a:ext>
              </a:extLst>
            </p:cNvPr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3" name="pg1063">
              <a:extLst>
                <a:ext uri="{FF2B5EF4-FFF2-40B4-BE49-F238E27FC236}">
                  <a16:creationId xmlns:a16="http://schemas.microsoft.com/office/drawing/2014/main" id="{097A05F3-4841-CA18-232B-BE3CADD3C90F}"/>
                </a:ext>
              </a:extLst>
            </p:cNvPr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4" name="pg1064">
              <a:extLst>
                <a:ext uri="{FF2B5EF4-FFF2-40B4-BE49-F238E27FC236}">
                  <a16:creationId xmlns:a16="http://schemas.microsoft.com/office/drawing/2014/main" id="{6B710850-64E1-18DE-296F-F6E3D675F1AB}"/>
                </a:ext>
              </a:extLst>
            </p:cNvPr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5" name="pg1065">
              <a:extLst>
                <a:ext uri="{FF2B5EF4-FFF2-40B4-BE49-F238E27FC236}">
                  <a16:creationId xmlns:a16="http://schemas.microsoft.com/office/drawing/2014/main" id="{DDB2DEE2-7E03-66A0-6227-F24D988232CB}"/>
                </a:ext>
              </a:extLst>
            </p:cNvPr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6" name="pg1066">
              <a:extLst>
                <a:ext uri="{FF2B5EF4-FFF2-40B4-BE49-F238E27FC236}">
                  <a16:creationId xmlns:a16="http://schemas.microsoft.com/office/drawing/2014/main" id="{DE2D03A3-5D8B-58F2-B86A-0602CBE5D957}"/>
                </a:ext>
              </a:extLst>
            </p:cNvPr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7" name="pg1067">
              <a:extLst>
                <a:ext uri="{FF2B5EF4-FFF2-40B4-BE49-F238E27FC236}">
                  <a16:creationId xmlns:a16="http://schemas.microsoft.com/office/drawing/2014/main" id="{A8D88DE5-C0AD-5621-072B-EB726BF26256}"/>
                </a:ext>
              </a:extLst>
            </p:cNvPr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8" name="pg1068">
              <a:extLst>
                <a:ext uri="{FF2B5EF4-FFF2-40B4-BE49-F238E27FC236}">
                  <a16:creationId xmlns:a16="http://schemas.microsoft.com/office/drawing/2014/main" id="{E578E07A-6B7F-D4A9-0A6C-FDA22EFCF1C6}"/>
                </a:ext>
              </a:extLst>
            </p:cNvPr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9" name="pg1069">
              <a:extLst>
                <a:ext uri="{FF2B5EF4-FFF2-40B4-BE49-F238E27FC236}">
                  <a16:creationId xmlns:a16="http://schemas.microsoft.com/office/drawing/2014/main" id="{5DF1CF4A-9725-C709-208A-269BF1A0B559}"/>
                </a:ext>
              </a:extLst>
            </p:cNvPr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0" name="pg1070">
              <a:extLst>
                <a:ext uri="{FF2B5EF4-FFF2-40B4-BE49-F238E27FC236}">
                  <a16:creationId xmlns:a16="http://schemas.microsoft.com/office/drawing/2014/main" id="{8D1B0E5D-30E5-5F29-1E9D-4A993294E128}"/>
                </a:ext>
              </a:extLst>
            </p:cNvPr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1" name="pg1071">
              <a:extLst>
                <a:ext uri="{FF2B5EF4-FFF2-40B4-BE49-F238E27FC236}">
                  <a16:creationId xmlns:a16="http://schemas.microsoft.com/office/drawing/2014/main" id="{544DAB5A-F2F0-91FB-071A-664FC0938F34}"/>
                </a:ext>
              </a:extLst>
            </p:cNvPr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2" name="pg1072">
              <a:extLst>
                <a:ext uri="{FF2B5EF4-FFF2-40B4-BE49-F238E27FC236}">
                  <a16:creationId xmlns:a16="http://schemas.microsoft.com/office/drawing/2014/main" id="{81516306-F982-77BB-7B75-4D8A5699E2CE}"/>
                </a:ext>
              </a:extLst>
            </p:cNvPr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3" name="pg1073">
              <a:extLst>
                <a:ext uri="{FF2B5EF4-FFF2-40B4-BE49-F238E27FC236}">
                  <a16:creationId xmlns:a16="http://schemas.microsoft.com/office/drawing/2014/main" id="{DA9F329B-6D54-D26C-36F0-CEEF1ED78CB9}"/>
                </a:ext>
              </a:extLst>
            </p:cNvPr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4" name="pg1074">
              <a:extLst>
                <a:ext uri="{FF2B5EF4-FFF2-40B4-BE49-F238E27FC236}">
                  <a16:creationId xmlns:a16="http://schemas.microsoft.com/office/drawing/2014/main" id="{FA46AC9A-E8EF-B173-24EE-97BEDCF6C03D}"/>
                </a:ext>
              </a:extLst>
            </p:cNvPr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5" name="pg1075">
              <a:extLst>
                <a:ext uri="{FF2B5EF4-FFF2-40B4-BE49-F238E27FC236}">
                  <a16:creationId xmlns:a16="http://schemas.microsoft.com/office/drawing/2014/main" id="{91F49498-553C-D4C7-CD5A-2C1E60A2855E}"/>
                </a:ext>
              </a:extLst>
            </p:cNvPr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6" name="pg1076">
              <a:extLst>
                <a:ext uri="{FF2B5EF4-FFF2-40B4-BE49-F238E27FC236}">
                  <a16:creationId xmlns:a16="http://schemas.microsoft.com/office/drawing/2014/main" id="{A5F23B3D-7392-CC80-7AC5-E17CA15D87A6}"/>
                </a:ext>
              </a:extLst>
            </p:cNvPr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7" name="pg1077">
              <a:extLst>
                <a:ext uri="{FF2B5EF4-FFF2-40B4-BE49-F238E27FC236}">
                  <a16:creationId xmlns:a16="http://schemas.microsoft.com/office/drawing/2014/main" id="{2CAA5998-EA5B-7161-9D74-91EDCA0F4398}"/>
                </a:ext>
              </a:extLst>
            </p:cNvPr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8" name="pg1078">
              <a:extLst>
                <a:ext uri="{FF2B5EF4-FFF2-40B4-BE49-F238E27FC236}">
                  <a16:creationId xmlns:a16="http://schemas.microsoft.com/office/drawing/2014/main" id="{D47FE8B6-993C-AF07-981E-87FA137C7048}"/>
                </a:ext>
              </a:extLst>
            </p:cNvPr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9" name="pg1079">
              <a:extLst>
                <a:ext uri="{FF2B5EF4-FFF2-40B4-BE49-F238E27FC236}">
                  <a16:creationId xmlns:a16="http://schemas.microsoft.com/office/drawing/2014/main" id="{BFDA721A-9EC6-F8C9-EABA-93F5B6AD6AA1}"/>
                </a:ext>
              </a:extLst>
            </p:cNvPr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0" name="pg1080">
              <a:extLst>
                <a:ext uri="{FF2B5EF4-FFF2-40B4-BE49-F238E27FC236}">
                  <a16:creationId xmlns:a16="http://schemas.microsoft.com/office/drawing/2014/main" id="{E2B19755-F07B-53E5-1D31-2C89EA0B02EB}"/>
                </a:ext>
              </a:extLst>
            </p:cNvPr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1" name="pg1081">
              <a:extLst>
                <a:ext uri="{FF2B5EF4-FFF2-40B4-BE49-F238E27FC236}">
                  <a16:creationId xmlns:a16="http://schemas.microsoft.com/office/drawing/2014/main" id="{A3B73FCC-C2EC-2209-57DA-4E83BF4C6783}"/>
                </a:ext>
              </a:extLst>
            </p:cNvPr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2" name="pg1082">
              <a:extLst>
                <a:ext uri="{FF2B5EF4-FFF2-40B4-BE49-F238E27FC236}">
                  <a16:creationId xmlns:a16="http://schemas.microsoft.com/office/drawing/2014/main" id="{A77A7E75-1788-712A-07A1-252A67886290}"/>
                </a:ext>
              </a:extLst>
            </p:cNvPr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3" name="pg1083">
              <a:extLst>
                <a:ext uri="{FF2B5EF4-FFF2-40B4-BE49-F238E27FC236}">
                  <a16:creationId xmlns:a16="http://schemas.microsoft.com/office/drawing/2014/main" id="{CE364B68-2E77-D5BB-F642-26DABA0A0D3C}"/>
                </a:ext>
              </a:extLst>
            </p:cNvPr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4" name="pg1084">
              <a:extLst>
                <a:ext uri="{FF2B5EF4-FFF2-40B4-BE49-F238E27FC236}">
                  <a16:creationId xmlns:a16="http://schemas.microsoft.com/office/drawing/2014/main" id="{95F09FC8-9DC3-83D2-4056-45850B570585}"/>
                </a:ext>
              </a:extLst>
            </p:cNvPr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5" name="pg1085">
              <a:extLst>
                <a:ext uri="{FF2B5EF4-FFF2-40B4-BE49-F238E27FC236}">
                  <a16:creationId xmlns:a16="http://schemas.microsoft.com/office/drawing/2014/main" id="{27338F99-B353-CC29-544C-EB51E3F9F912}"/>
                </a:ext>
              </a:extLst>
            </p:cNvPr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6" name="pg1086">
              <a:extLst>
                <a:ext uri="{FF2B5EF4-FFF2-40B4-BE49-F238E27FC236}">
                  <a16:creationId xmlns:a16="http://schemas.microsoft.com/office/drawing/2014/main" id="{8124C7DE-C0CF-9F04-5214-B3D14A6CE51E}"/>
                </a:ext>
              </a:extLst>
            </p:cNvPr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7" name="pg1087">
              <a:extLst>
                <a:ext uri="{FF2B5EF4-FFF2-40B4-BE49-F238E27FC236}">
                  <a16:creationId xmlns:a16="http://schemas.microsoft.com/office/drawing/2014/main" id="{B19F6415-B595-2E0F-27E5-2AD08375CA84}"/>
                </a:ext>
              </a:extLst>
            </p:cNvPr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8" name="pg1088">
              <a:extLst>
                <a:ext uri="{FF2B5EF4-FFF2-40B4-BE49-F238E27FC236}">
                  <a16:creationId xmlns:a16="http://schemas.microsoft.com/office/drawing/2014/main" id="{CE572335-0302-87F1-FA43-E4BBB30373FE}"/>
                </a:ext>
              </a:extLst>
            </p:cNvPr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9" name="pg1089">
              <a:extLst>
                <a:ext uri="{FF2B5EF4-FFF2-40B4-BE49-F238E27FC236}">
                  <a16:creationId xmlns:a16="http://schemas.microsoft.com/office/drawing/2014/main" id="{3CC348EF-93EB-265F-368E-75779E74433D}"/>
                </a:ext>
              </a:extLst>
            </p:cNvPr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0" name="pg1090">
              <a:extLst>
                <a:ext uri="{FF2B5EF4-FFF2-40B4-BE49-F238E27FC236}">
                  <a16:creationId xmlns:a16="http://schemas.microsoft.com/office/drawing/2014/main" id="{22475A91-3C88-0E44-86B2-01B6AA7F0B7B}"/>
                </a:ext>
              </a:extLst>
            </p:cNvPr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1" name="pg1091">
              <a:extLst>
                <a:ext uri="{FF2B5EF4-FFF2-40B4-BE49-F238E27FC236}">
                  <a16:creationId xmlns:a16="http://schemas.microsoft.com/office/drawing/2014/main" id="{4822853A-9F92-A1C1-A307-E1ACFAE4F384}"/>
                </a:ext>
              </a:extLst>
            </p:cNvPr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2" name="pg1092">
              <a:extLst>
                <a:ext uri="{FF2B5EF4-FFF2-40B4-BE49-F238E27FC236}">
                  <a16:creationId xmlns:a16="http://schemas.microsoft.com/office/drawing/2014/main" id="{0889A8A3-74B0-6443-C672-C8048F19E2D7}"/>
                </a:ext>
              </a:extLst>
            </p:cNvPr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3" name="pg1093">
              <a:extLst>
                <a:ext uri="{FF2B5EF4-FFF2-40B4-BE49-F238E27FC236}">
                  <a16:creationId xmlns:a16="http://schemas.microsoft.com/office/drawing/2014/main" id="{5C61E8D7-1CC6-BB70-90D6-2F94A4F2C4F8}"/>
                </a:ext>
              </a:extLst>
            </p:cNvPr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4" name="pg1094">
              <a:extLst>
                <a:ext uri="{FF2B5EF4-FFF2-40B4-BE49-F238E27FC236}">
                  <a16:creationId xmlns:a16="http://schemas.microsoft.com/office/drawing/2014/main" id="{F06E1EED-B90E-860C-A662-02C3AB03A494}"/>
                </a:ext>
              </a:extLst>
            </p:cNvPr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5" name="pg1095">
              <a:extLst>
                <a:ext uri="{FF2B5EF4-FFF2-40B4-BE49-F238E27FC236}">
                  <a16:creationId xmlns:a16="http://schemas.microsoft.com/office/drawing/2014/main" id="{A50C845B-9ABE-B7D3-AD80-BF9BF392C7E0}"/>
                </a:ext>
              </a:extLst>
            </p:cNvPr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6" name="pg1096">
              <a:extLst>
                <a:ext uri="{FF2B5EF4-FFF2-40B4-BE49-F238E27FC236}">
                  <a16:creationId xmlns:a16="http://schemas.microsoft.com/office/drawing/2014/main" id="{0386C9A1-5265-0002-5C8D-3126AC198E8F}"/>
                </a:ext>
              </a:extLst>
            </p:cNvPr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7" name="pg1097">
              <a:extLst>
                <a:ext uri="{FF2B5EF4-FFF2-40B4-BE49-F238E27FC236}">
                  <a16:creationId xmlns:a16="http://schemas.microsoft.com/office/drawing/2014/main" id="{9C759D25-9F00-EC75-E7A4-A3D2BA48C9D8}"/>
                </a:ext>
              </a:extLst>
            </p:cNvPr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8" name="pg1098">
              <a:extLst>
                <a:ext uri="{FF2B5EF4-FFF2-40B4-BE49-F238E27FC236}">
                  <a16:creationId xmlns:a16="http://schemas.microsoft.com/office/drawing/2014/main" id="{ACB0DB67-B518-099C-9908-38C516C78C22}"/>
                </a:ext>
              </a:extLst>
            </p:cNvPr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9" name="pg1099">
              <a:extLst>
                <a:ext uri="{FF2B5EF4-FFF2-40B4-BE49-F238E27FC236}">
                  <a16:creationId xmlns:a16="http://schemas.microsoft.com/office/drawing/2014/main" id="{9CE101D9-4C5B-756E-7319-E49E142151C9}"/>
                </a:ext>
              </a:extLst>
            </p:cNvPr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0" name="pg1100">
              <a:extLst>
                <a:ext uri="{FF2B5EF4-FFF2-40B4-BE49-F238E27FC236}">
                  <a16:creationId xmlns:a16="http://schemas.microsoft.com/office/drawing/2014/main" id="{22DC359D-E76A-D802-FA97-E87980D1243D}"/>
                </a:ext>
              </a:extLst>
            </p:cNvPr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1" name="pg1101">
              <a:extLst>
                <a:ext uri="{FF2B5EF4-FFF2-40B4-BE49-F238E27FC236}">
                  <a16:creationId xmlns:a16="http://schemas.microsoft.com/office/drawing/2014/main" id="{27B6DAF2-8877-7862-DF0A-22841712A7FB}"/>
                </a:ext>
              </a:extLst>
            </p:cNvPr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2" name="pg1102">
              <a:extLst>
                <a:ext uri="{FF2B5EF4-FFF2-40B4-BE49-F238E27FC236}">
                  <a16:creationId xmlns:a16="http://schemas.microsoft.com/office/drawing/2014/main" id="{C4C4DDF5-56AB-677A-5999-BBF78903F782}"/>
                </a:ext>
              </a:extLst>
            </p:cNvPr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3" name="pg1103">
              <a:extLst>
                <a:ext uri="{FF2B5EF4-FFF2-40B4-BE49-F238E27FC236}">
                  <a16:creationId xmlns:a16="http://schemas.microsoft.com/office/drawing/2014/main" id="{490951E9-82D6-CC17-AD67-08854F0DAA78}"/>
                </a:ext>
              </a:extLst>
            </p:cNvPr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4" name="pg1104">
              <a:extLst>
                <a:ext uri="{FF2B5EF4-FFF2-40B4-BE49-F238E27FC236}">
                  <a16:creationId xmlns:a16="http://schemas.microsoft.com/office/drawing/2014/main" id="{D5AAE661-5E09-8961-E0E6-FDE0219C7C4B}"/>
                </a:ext>
              </a:extLst>
            </p:cNvPr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5" name="pg1105">
              <a:extLst>
                <a:ext uri="{FF2B5EF4-FFF2-40B4-BE49-F238E27FC236}">
                  <a16:creationId xmlns:a16="http://schemas.microsoft.com/office/drawing/2014/main" id="{EB7EBA31-D082-C872-AB02-C685078CA99B}"/>
                </a:ext>
              </a:extLst>
            </p:cNvPr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6" name="pg1106">
              <a:extLst>
                <a:ext uri="{FF2B5EF4-FFF2-40B4-BE49-F238E27FC236}">
                  <a16:creationId xmlns:a16="http://schemas.microsoft.com/office/drawing/2014/main" id="{55396093-CA04-8AFD-4E2F-EE88E88959B2}"/>
                </a:ext>
              </a:extLst>
            </p:cNvPr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7" name="pg1107">
              <a:extLst>
                <a:ext uri="{FF2B5EF4-FFF2-40B4-BE49-F238E27FC236}">
                  <a16:creationId xmlns:a16="http://schemas.microsoft.com/office/drawing/2014/main" id="{2E6E5950-1B3C-3EDA-8EEA-47CC1A177C8D}"/>
                </a:ext>
              </a:extLst>
            </p:cNvPr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8" name="pg1108">
              <a:extLst>
                <a:ext uri="{FF2B5EF4-FFF2-40B4-BE49-F238E27FC236}">
                  <a16:creationId xmlns:a16="http://schemas.microsoft.com/office/drawing/2014/main" id="{FDAA3E40-32CF-315E-B301-B5AF8ED08469}"/>
                </a:ext>
              </a:extLst>
            </p:cNvPr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9" name="pg1109">
              <a:extLst>
                <a:ext uri="{FF2B5EF4-FFF2-40B4-BE49-F238E27FC236}">
                  <a16:creationId xmlns:a16="http://schemas.microsoft.com/office/drawing/2014/main" id="{5A12C502-F31C-ECFC-3C2F-E6B22C49572C}"/>
                </a:ext>
              </a:extLst>
            </p:cNvPr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0" name="pg1110">
              <a:extLst>
                <a:ext uri="{FF2B5EF4-FFF2-40B4-BE49-F238E27FC236}">
                  <a16:creationId xmlns:a16="http://schemas.microsoft.com/office/drawing/2014/main" id="{3CDD9FCE-F1B2-B2E1-8DB7-C0958258D29D}"/>
                </a:ext>
              </a:extLst>
            </p:cNvPr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1" name="pg1111">
              <a:extLst>
                <a:ext uri="{FF2B5EF4-FFF2-40B4-BE49-F238E27FC236}">
                  <a16:creationId xmlns:a16="http://schemas.microsoft.com/office/drawing/2014/main" id="{B81338EE-043B-9931-76FC-9903DD4554E0}"/>
                </a:ext>
              </a:extLst>
            </p:cNvPr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2" name="pg1112">
              <a:extLst>
                <a:ext uri="{FF2B5EF4-FFF2-40B4-BE49-F238E27FC236}">
                  <a16:creationId xmlns:a16="http://schemas.microsoft.com/office/drawing/2014/main" id="{E64A4417-3C71-193B-D710-395E44692DCF}"/>
                </a:ext>
              </a:extLst>
            </p:cNvPr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3" name="pg1113">
              <a:extLst>
                <a:ext uri="{FF2B5EF4-FFF2-40B4-BE49-F238E27FC236}">
                  <a16:creationId xmlns:a16="http://schemas.microsoft.com/office/drawing/2014/main" id="{44A43A0A-8288-D6F3-48F3-C892ED60A90E}"/>
                </a:ext>
              </a:extLst>
            </p:cNvPr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4" name="pg1114">
              <a:extLst>
                <a:ext uri="{FF2B5EF4-FFF2-40B4-BE49-F238E27FC236}">
                  <a16:creationId xmlns:a16="http://schemas.microsoft.com/office/drawing/2014/main" id="{3B876D3F-A0BF-13F7-C62C-589DA232337E}"/>
                </a:ext>
              </a:extLst>
            </p:cNvPr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5" name="pg1115">
              <a:extLst>
                <a:ext uri="{FF2B5EF4-FFF2-40B4-BE49-F238E27FC236}">
                  <a16:creationId xmlns:a16="http://schemas.microsoft.com/office/drawing/2014/main" id="{3F281534-1AB5-7486-9858-14B5BD085975}"/>
                </a:ext>
              </a:extLst>
            </p:cNvPr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6" name="pg1116">
              <a:extLst>
                <a:ext uri="{FF2B5EF4-FFF2-40B4-BE49-F238E27FC236}">
                  <a16:creationId xmlns:a16="http://schemas.microsoft.com/office/drawing/2014/main" id="{AF922767-9CE7-72BA-76A2-60095BD18EB5}"/>
                </a:ext>
              </a:extLst>
            </p:cNvPr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7" name="pg1117">
              <a:extLst>
                <a:ext uri="{FF2B5EF4-FFF2-40B4-BE49-F238E27FC236}">
                  <a16:creationId xmlns:a16="http://schemas.microsoft.com/office/drawing/2014/main" id="{45FEA7F2-2649-B0A8-6C62-628A55D38259}"/>
                </a:ext>
              </a:extLst>
            </p:cNvPr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8" name="pg1118">
              <a:extLst>
                <a:ext uri="{FF2B5EF4-FFF2-40B4-BE49-F238E27FC236}">
                  <a16:creationId xmlns:a16="http://schemas.microsoft.com/office/drawing/2014/main" id="{466FD9FD-8629-A299-B2B6-81A5E2E5AF73}"/>
                </a:ext>
              </a:extLst>
            </p:cNvPr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9" name="pg1119">
              <a:extLst>
                <a:ext uri="{FF2B5EF4-FFF2-40B4-BE49-F238E27FC236}">
                  <a16:creationId xmlns:a16="http://schemas.microsoft.com/office/drawing/2014/main" id="{09CEC353-EA9C-9CBC-35C5-05473408DCB9}"/>
                </a:ext>
              </a:extLst>
            </p:cNvPr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0" name="pg1120">
              <a:extLst>
                <a:ext uri="{FF2B5EF4-FFF2-40B4-BE49-F238E27FC236}">
                  <a16:creationId xmlns:a16="http://schemas.microsoft.com/office/drawing/2014/main" id="{974F216C-C3D1-28F7-9A34-2828ACB8678A}"/>
                </a:ext>
              </a:extLst>
            </p:cNvPr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1" name="pg1121">
              <a:extLst>
                <a:ext uri="{FF2B5EF4-FFF2-40B4-BE49-F238E27FC236}">
                  <a16:creationId xmlns:a16="http://schemas.microsoft.com/office/drawing/2014/main" id="{CC605297-6738-C272-ADAC-C71A52684320}"/>
                </a:ext>
              </a:extLst>
            </p:cNvPr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2" name="pg1122">
              <a:extLst>
                <a:ext uri="{FF2B5EF4-FFF2-40B4-BE49-F238E27FC236}">
                  <a16:creationId xmlns:a16="http://schemas.microsoft.com/office/drawing/2014/main" id="{7715F4F6-A2FA-B81E-E6A3-A65B6C7A778C}"/>
                </a:ext>
              </a:extLst>
            </p:cNvPr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3" name="pg1123">
              <a:extLst>
                <a:ext uri="{FF2B5EF4-FFF2-40B4-BE49-F238E27FC236}">
                  <a16:creationId xmlns:a16="http://schemas.microsoft.com/office/drawing/2014/main" id="{9E41E685-A797-4763-71BC-51C884393EBC}"/>
                </a:ext>
              </a:extLst>
            </p:cNvPr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4" name="pg1124">
              <a:extLst>
                <a:ext uri="{FF2B5EF4-FFF2-40B4-BE49-F238E27FC236}">
                  <a16:creationId xmlns:a16="http://schemas.microsoft.com/office/drawing/2014/main" id="{24852E97-39A7-2DA2-A81A-30FDEA8D7D95}"/>
                </a:ext>
              </a:extLst>
            </p:cNvPr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5" name="pg1125">
              <a:extLst>
                <a:ext uri="{FF2B5EF4-FFF2-40B4-BE49-F238E27FC236}">
                  <a16:creationId xmlns:a16="http://schemas.microsoft.com/office/drawing/2014/main" id="{3D5A1967-54AC-FBB9-6606-198366C05654}"/>
                </a:ext>
              </a:extLst>
            </p:cNvPr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6" name="pg1126">
              <a:extLst>
                <a:ext uri="{FF2B5EF4-FFF2-40B4-BE49-F238E27FC236}">
                  <a16:creationId xmlns:a16="http://schemas.microsoft.com/office/drawing/2014/main" id="{A883B7B0-1421-4FC3-BDB0-B849043219BC}"/>
                </a:ext>
              </a:extLst>
            </p:cNvPr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7" name="pg1127">
              <a:extLst>
                <a:ext uri="{FF2B5EF4-FFF2-40B4-BE49-F238E27FC236}">
                  <a16:creationId xmlns:a16="http://schemas.microsoft.com/office/drawing/2014/main" id="{D0B7E009-0089-E8A7-A734-6343D9AAE35C}"/>
                </a:ext>
              </a:extLst>
            </p:cNvPr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8" name="pg1128">
              <a:extLst>
                <a:ext uri="{FF2B5EF4-FFF2-40B4-BE49-F238E27FC236}">
                  <a16:creationId xmlns:a16="http://schemas.microsoft.com/office/drawing/2014/main" id="{9970B988-0E32-D4BB-E5B1-B3E58F1743C3}"/>
                </a:ext>
              </a:extLst>
            </p:cNvPr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9" name="pg1129">
              <a:extLst>
                <a:ext uri="{FF2B5EF4-FFF2-40B4-BE49-F238E27FC236}">
                  <a16:creationId xmlns:a16="http://schemas.microsoft.com/office/drawing/2014/main" id="{AEB420C9-AAC2-19BA-1341-8972D11185BD}"/>
                </a:ext>
              </a:extLst>
            </p:cNvPr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0" name="pg1130">
              <a:extLst>
                <a:ext uri="{FF2B5EF4-FFF2-40B4-BE49-F238E27FC236}">
                  <a16:creationId xmlns:a16="http://schemas.microsoft.com/office/drawing/2014/main" id="{E80CC4DF-A255-FB47-4309-81425B9D1CAF}"/>
                </a:ext>
              </a:extLst>
            </p:cNvPr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1" name="pg1131">
              <a:extLst>
                <a:ext uri="{FF2B5EF4-FFF2-40B4-BE49-F238E27FC236}">
                  <a16:creationId xmlns:a16="http://schemas.microsoft.com/office/drawing/2014/main" id="{F7261068-0112-5B11-4F8C-5AD789A4E51F}"/>
                </a:ext>
              </a:extLst>
            </p:cNvPr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2" name="pg1132">
              <a:extLst>
                <a:ext uri="{FF2B5EF4-FFF2-40B4-BE49-F238E27FC236}">
                  <a16:creationId xmlns:a16="http://schemas.microsoft.com/office/drawing/2014/main" id="{C7CF8685-1E89-A2A1-A01A-CFCDDD3E426C}"/>
                </a:ext>
              </a:extLst>
            </p:cNvPr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3" name="pg1133">
              <a:extLst>
                <a:ext uri="{FF2B5EF4-FFF2-40B4-BE49-F238E27FC236}">
                  <a16:creationId xmlns:a16="http://schemas.microsoft.com/office/drawing/2014/main" id="{2CE1DCDF-A0C3-746D-0B13-9260DA211DB8}"/>
                </a:ext>
              </a:extLst>
            </p:cNvPr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4" name="pg1134">
              <a:extLst>
                <a:ext uri="{FF2B5EF4-FFF2-40B4-BE49-F238E27FC236}">
                  <a16:creationId xmlns:a16="http://schemas.microsoft.com/office/drawing/2014/main" id="{D2C4ECC5-ABF8-CB11-4142-2FF5F2877346}"/>
                </a:ext>
              </a:extLst>
            </p:cNvPr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5" name="pg1135">
              <a:extLst>
                <a:ext uri="{FF2B5EF4-FFF2-40B4-BE49-F238E27FC236}">
                  <a16:creationId xmlns:a16="http://schemas.microsoft.com/office/drawing/2014/main" id="{B8AF307D-7BB5-713E-01B9-FF99DDC02820}"/>
                </a:ext>
              </a:extLst>
            </p:cNvPr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6" name="pg1136">
              <a:extLst>
                <a:ext uri="{FF2B5EF4-FFF2-40B4-BE49-F238E27FC236}">
                  <a16:creationId xmlns:a16="http://schemas.microsoft.com/office/drawing/2014/main" id="{ED3D400B-927D-834C-317E-0301DFCE2C63}"/>
                </a:ext>
              </a:extLst>
            </p:cNvPr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7" name="pg1137">
              <a:extLst>
                <a:ext uri="{FF2B5EF4-FFF2-40B4-BE49-F238E27FC236}">
                  <a16:creationId xmlns:a16="http://schemas.microsoft.com/office/drawing/2014/main" id="{F6969586-3250-0E47-0AC3-A6DB6AEC963B}"/>
                </a:ext>
              </a:extLst>
            </p:cNvPr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8" name="pg1138">
              <a:extLst>
                <a:ext uri="{FF2B5EF4-FFF2-40B4-BE49-F238E27FC236}">
                  <a16:creationId xmlns:a16="http://schemas.microsoft.com/office/drawing/2014/main" id="{CD1A5129-E881-86B4-822D-39C0CE0F3EE2}"/>
                </a:ext>
              </a:extLst>
            </p:cNvPr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9" name="pg1139">
              <a:extLst>
                <a:ext uri="{FF2B5EF4-FFF2-40B4-BE49-F238E27FC236}">
                  <a16:creationId xmlns:a16="http://schemas.microsoft.com/office/drawing/2014/main" id="{DAD61C9C-9DD8-9168-73D4-D93B92F5195D}"/>
                </a:ext>
              </a:extLst>
            </p:cNvPr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0" name="pg1140">
              <a:extLst>
                <a:ext uri="{FF2B5EF4-FFF2-40B4-BE49-F238E27FC236}">
                  <a16:creationId xmlns:a16="http://schemas.microsoft.com/office/drawing/2014/main" id="{EAA29B35-7A5F-EC95-1F52-05FC4688D5C2}"/>
                </a:ext>
              </a:extLst>
            </p:cNvPr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1" name="pg1141">
              <a:extLst>
                <a:ext uri="{FF2B5EF4-FFF2-40B4-BE49-F238E27FC236}">
                  <a16:creationId xmlns:a16="http://schemas.microsoft.com/office/drawing/2014/main" id="{EF415E72-5A43-89D4-6D79-88FEEE92AC27}"/>
                </a:ext>
              </a:extLst>
            </p:cNvPr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2" name="pg1142">
              <a:extLst>
                <a:ext uri="{FF2B5EF4-FFF2-40B4-BE49-F238E27FC236}">
                  <a16:creationId xmlns:a16="http://schemas.microsoft.com/office/drawing/2014/main" id="{1E01DC4E-03A2-C9E2-3C25-9B3DA164F8BE}"/>
                </a:ext>
              </a:extLst>
            </p:cNvPr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3" name="pg1143">
              <a:extLst>
                <a:ext uri="{FF2B5EF4-FFF2-40B4-BE49-F238E27FC236}">
                  <a16:creationId xmlns:a16="http://schemas.microsoft.com/office/drawing/2014/main" id="{A4239960-70B8-E568-08C9-00508041C53F}"/>
                </a:ext>
              </a:extLst>
            </p:cNvPr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4" name="pg1144">
              <a:extLst>
                <a:ext uri="{FF2B5EF4-FFF2-40B4-BE49-F238E27FC236}">
                  <a16:creationId xmlns:a16="http://schemas.microsoft.com/office/drawing/2014/main" id="{5CE483E3-4C9F-8C73-45AB-E2F82D470411}"/>
                </a:ext>
              </a:extLst>
            </p:cNvPr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5" name="pg1145">
              <a:extLst>
                <a:ext uri="{FF2B5EF4-FFF2-40B4-BE49-F238E27FC236}">
                  <a16:creationId xmlns:a16="http://schemas.microsoft.com/office/drawing/2014/main" id="{B9EA1B55-2A15-C40D-1062-BA2D24E66879}"/>
                </a:ext>
              </a:extLst>
            </p:cNvPr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6" name="pg1146">
              <a:extLst>
                <a:ext uri="{FF2B5EF4-FFF2-40B4-BE49-F238E27FC236}">
                  <a16:creationId xmlns:a16="http://schemas.microsoft.com/office/drawing/2014/main" id="{996CC5FD-8EB4-EE14-5A08-7017F7A18DEA}"/>
                </a:ext>
              </a:extLst>
            </p:cNvPr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7" name="pg1147">
              <a:extLst>
                <a:ext uri="{FF2B5EF4-FFF2-40B4-BE49-F238E27FC236}">
                  <a16:creationId xmlns:a16="http://schemas.microsoft.com/office/drawing/2014/main" id="{275DEB9C-55EF-5253-38E4-2B5092101899}"/>
                </a:ext>
              </a:extLst>
            </p:cNvPr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8" name="pg1148">
              <a:extLst>
                <a:ext uri="{FF2B5EF4-FFF2-40B4-BE49-F238E27FC236}">
                  <a16:creationId xmlns:a16="http://schemas.microsoft.com/office/drawing/2014/main" id="{32FF0356-4754-5133-AE86-4157DD80FE0D}"/>
                </a:ext>
              </a:extLst>
            </p:cNvPr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9" name="pg1149">
              <a:extLst>
                <a:ext uri="{FF2B5EF4-FFF2-40B4-BE49-F238E27FC236}">
                  <a16:creationId xmlns:a16="http://schemas.microsoft.com/office/drawing/2014/main" id="{F80B515F-E4DA-0869-0D2E-8EFF9ABFA1C4}"/>
                </a:ext>
              </a:extLst>
            </p:cNvPr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0" name="pg1150">
              <a:extLst>
                <a:ext uri="{FF2B5EF4-FFF2-40B4-BE49-F238E27FC236}">
                  <a16:creationId xmlns:a16="http://schemas.microsoft.com/office/drawing/2014/main" id="{A3607396-3E25-63C6-B0A2-D72F7FBAA85F}"/>
                </a:ext>
              </a:extLst>
            </p:cNvPr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1" name="pg1151">
              <a:extLst>
                <a:ext uri="{FF2B5EF4-FFF2-40B4-BE49-F238E27FC236}">
                  <a16:creationId xmlns:a16="http://schemas.microsoft.com/office/drawing/2014/main" id="{E16352C6-CC13-0A23-D723-DCCBAABAE55B}"/>
                </a:ext>
              </a:extLst>
            </p:cNvPr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2" name="pg1152">
              <a:extLst>
                <a:ext uri="{FF2B5EF4-FFF2-40B4-BE49-F238E27FC236}">
                  <a16:creationId xmlns:a16="http://schemas.microsoft.com/office/drawing/2014/main" id="{7DAB523A-B46F-C9D3-C91E-EA441ABBAE52}"/>
                </a:ext>
              </a:extLst>
            </p:cNvPr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3" name="pg1153">
              <a:extLst>
                <a:ext uri="{FF2B5EF4-FFF2-40B4-BE49-F238E27FC236}">
                  <a16:creationId xmlns:a16="http://schemas.microsoft.com/office/drawing/2014/main" id="{58FB81E5-C27E-A390-C7DF-D9F345A99F29}"/>
                </a:ext>
              </a:extLst>
            </p:cNvPr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4" name="pg1154">
              <a:extLst>
                <a:ext uri="{FF2B5EF4-FFF2-40B4-BE49-F238E27FC236}">
                  <a16:creationId xmlns:a16="http://schemas.microsoft.com/office/drawing/2014/main" id="{5F2934A3-C3DD-6C1A-2D57-387DE26C6F90}"/>
                </a:ext>
              </a:extLst>
            </p:cNvPr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5" name="pg1155">
              <a:extLst>
                <a:ext uri="{FF2B5EF4-FFF2-40B4-BE49-F238E27FC236}">
                  <a16:creationId xmlns:a16="http://schemas.microsoft.com/office/drawing/2014/main" id="{51B4F3F6-2024-D7CA-6251-D8A3542811BA}"/>
                </a:ext>
              </a:extLst>
            </p:cNvPr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6" name="pg1156">
              <a:extLst>
                <a:ext uri="{FF2B5EF4-FFF2-40B4-BE49-F238E27FC236}">
                  <a16:creationId xmlns:a16="http://schemas.microsoft.com/office/drawing/2014/main" id="{993FF6FD-7547-E7E8-8BD7-D3B80ABB4606}"/>
                </a:ext>
              </a:extLst>
            </p:cNvPr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7" name="pg1157">
              <a:extLst>
                <a:ext uri="{FF2B5EF4-FFF2-40B4-BE49-F238E27FC236}">
                  <a16:creationId xmlns:a16="http://schemas.microsoft.com/office/drawing/2014/main" id="{4CBFA090-109D-5779-66FA-0341334191CD}"/>
                </a:ext>
              </a:extLst>
            </p:cNvPr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8" name="pg1158">
              <a:extLst>
                <a:ext uri="{FF2B5EF4-FFF2-40B4-BE49-F238E27FC236}">
                  <a16:creationId xmlns:a16="http://schemas.microsoft.com/office/drawing/2014/main" id="{5C692450-2669-3C4F-E68B-166A8EDA6466}"/>
                </a:ext>
              </a:extLst>
            </p:cNvPr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9" name="pg1159">
              <a:extLst>
                <a:ext uri="{FF2B5EF4-FFF2-40B4-BE49-F238E27FC236}">
                  <a16:creationId xmlns:a16="http://schemas.microsoft.com/office/drawing/2014/main" id="{69E4B7CB-C373-5C6F-F4C7-7F3AABC2C21D}"/>
                </a:ext>
              </a:extLst>
            </p:cNvPr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0" name="pg1160">
              <a:extLst>
                <a:ext uri="{FF2B5EF4-FFF2-40B4-BE49-F238E27FC236}">
                  <a16:creationId xmlns:a16="http://schemas.microsoft.com/office/drawing/2014/main" id="{797C2840-41BC-319F-F295-A23DE250C5A7}"/>
                </a:ext>
              </a:extLst>
            </p:cNvPr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1" name="pg1161">
              <a:extLst>
                <a:ext uri="{FF2B5EF4-FFF2-40B4-BE49-F238E27FC236}">
                  <a16:creationId xmlns:a16="http://schemas.microsoft.com/office/drawing/2014/main" id="{42BCEADA-B658-40A7-2426-D53B785C9E99}"/>
                </a:ext>
              </a:extLst>
            </p:cNvPr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2" name="pg1162">
              <a:extLst>
                <a:ext uri="{FF2B5EF4-FFF2-40B4-BE49-F238E27FC236}">
                  <a16:creationId xmlns:a16="http://schemas.microsoft.com/office/drawing/2014/main" id="{3648A863-28CB-294D-B200-70DE555B4FCE}"/>
                </a:ext>
              </a:extLst>
            </p:cNvPr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3" name="pg1163">
              <a:extLst>
                <a:ext uri="{FF2B5EF4-FFF2-40B4-BE49-F238E27FC236}">
                  <a16:creationId xmlns:a16="http://schemas.microsoft.com/office/drawing/2014/main" id="{0F833AB3-C276-5C68-97F3-541775C65F36}"/>
                </a:ext>
              </a:extLst>
            </p:cNvPr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4" name="pg1164">
              <a:extLst>
                <a:ext uri="{FF2B5EF4-FFF2-40B4-BE49-F238E27FC236}">
                  <a16:creationId xmlns:a16="http://schemas.microsoft.com/office/drawing/2014/main" id="{3FCF773C-D6F8-9ABB-4B60-CE2F8F73EAE6}"/>
                </a:ext>
              </a:extLst>
            </p:cNvPr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5" name="pg1165">
              <a:extLst>
                <a:ext uri="{FF2B5EF4-FFF2-40B4-BE49-F238E27FC236}">
                  <a16:creationId xmlns:a16="http://schemas.microsoft.com/office/drawing/2014/main" id="{38B905DC-C3E6-EA1E-9FE2-32C03DF3AA1F}"/>
                </a:ext>
              </a:extLst>
            </p:cNvPr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6" name="pg1166">
              <a:extLst>
                <a:ext uri="{FF2B5EF4-FFF2-40B4-BE49-F238E27FC236}">
                  <a16:creationId xmlns:a16="http://schemas.microsoft.com/office/drawing/2014/main" id="{38972BBB-9FC1-A32D-33BC-8C5DAE6BCBDC}"/>
                </a:ext>
              </a:extLst>
            </p:cNvPr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7" name="pg1167">
              <a:extLst>
                <a:ext uri="{FF2B5EF4-FFF2-40B4-BE49-F238E27FC236}">
                  <a16:creationId xmlns:a16="http://schemas.microsoft.com/office/drawing/2014/main" id="{DA06C69E-1414-380A-C9A8-6CB527DCC610}"/>
                </a:ext>
              </a:extLst>
            </p:cNvPr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8" name="pg1168">
              <a:extLst>
                <a:ext uri="{FF2B5EF4-FFF2-40B4-BE49-F238E27FC236}">
                  <a16:creationId xmlns:a16="http://schemas.microsoft.com/office/drawing/2014/main" id="{1CF1D4E2-1DA8-8BCE-8055-B1119C733D1D}"/>
                </a:ext>
              </a:extLst>
            </p:cNvPr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9" name="pg1169">
              <a:extLst>
                <a:ext uri="{FF2B5EF4-FFF2-40B4-BE49-F238E27FC236}">
                  <a16:creationId xmlns:a16="http://schemas.microsoft.com/office/drawing/2014/main" id="{B86EBDD8-5340-B5D0-ABC4-FE46E23C6BB9}"/>
                </a:ext>
              </a:extLst>
            </p:cNvPr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0" name="pg1170">
              <a:extLst>
                <a:ext uri="{FF2B5EF4-FFF2-40B4-BE49-F238E27FC236}">
                  <a16:creationId xmlns:a16="http://schemas.microsoft.com/office/drawing/2014/main" id="{FB6D4629-EC84-D792-FD44-A2055DA108E3}"/>
                </a:ext>
              </a:extLst>
            </p:cNvPr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1" name="pg1171">
              <a:extLst>
                <a:ext uri="{FF2B5EF4-FFF2-40B4-BE49-F238E27FC236}">
                  <a16:creationId xmlns:a16="http://schemas.microsoft.com/office/drawing/2014/main" id="{B43B91E8-A44E-B695-88F2-2959F22A2A6A}"/>
                </a:ext>
              </a:extLst>
            </p:cNvPr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2" name="pg1172">
              <a:extLst>
                <a:ext uri="{FF2B5EF4-FFF2-40B4-BE49-F238E27FC236}">
                  <a16:creationId xmlns:a16="http://schemas.microsoft.com/office/drawing/2014/main" id="{D0E606AD-1F45-7C72-2A33-FD00FDE78CD6}"/>
                </a:ext>
              </a:extLst>
            </p:cNvPr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3" name="pg1173">
              <a:extLst>
                <a:ext uri="{FF2B5EF4-FFF2-40B4-BE49-F238E27FC236}">
                  <a16:creationId xmlns:a16="http://schemas.microsoft.com/office/drawing/2014/main" id="{8D3481CC-1201-9718-55A3-BAA91E8B1A05}"/>
                </a:ext>
              </a:extLst>
            </p:cNvPr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4" name="pg1174">
              <a:extLst>
                <a:ext uri="{FF2B5EF4-FFF2-40B4-BE49-F238E27FC236}">
                  <a16:creationId xmlns:a16="http://schemas.microsoft.com/office/drawing/2014/main" id="{2019E9D0-EA0B-B6BF-C515-1C9F6879704C}"/>
                </a:ext>
              </a:extLst>
            </p:cNvPr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5" name="pg1175">
              <a:extLst>
                <a:ext uri="{FF2B5EF4-FFF2-40B4-BE49-F238E27FC236}">
                  <a16:creationId xmlns:a16="http://schemas.microsoft.com/office/drawing/2014/main" id="{A13B3701-79D7-7F6B-A860-6F6B7A088557}"/>
                </a:ext>
              </a:extLst>
            </p:cNvPr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6" name="pg1176">
              <a:extLst>
                <a:ext uri="{FF2B5EF4-FFF2-40B4-BE49-F238E27FC236}">
                  <a16:creationId xmlns:a16="http://schemas.microsoft.com/office/drawing/2014/main" id="{C97C0C38-AD7B-C2A7-028E-790BCD55E439}"/>
                </a:ext>
              </a:extLst>
            </p:cNvPr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7" name="pg1177">
              <a:extLst>
                <a:ext uri="{FF2B5EF4-FFF2-40B4-BE49-F238E27FC236}">
                  <a16:creationId xmlns:a16="http://schemas.microsoft.com/office/drawing/2014/main" id="{8D0FAB92-E9BD-1E56-9638-EA1E78181B3A}"/>
                </a:ext>
              </a:extLst>
            </p:cNvPr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8" name="pg1178">
              <a:extLst>
                <a:ext uri="{FF2B5EF4-FFF2-40B4-BE49-F238E27FC236}">
                  <a16:creationId xmlns:a16="http://schemas.microsoft.com/office/drawing/2014/main" id="{22DCE0C6-9E34-B4A5-A5D1-B9A462A6F524}"/>
                </a:ext>
              </a:extLst>
            </p:cNvPr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9" name="pg1179">
              <a:extLst>
                <a:ext uri="{FF2B5EF4-FFF2-40B4-BE49-F238E27FC236}">
                  <a16:creationId xmlns:a16="http://schemas.microsoft.com/office/drawing/2014/main" id="{E9CA475B-75F6-1D81-7933-E2CEBABEA63E}"/>
                </a:ext>
              </a:extLst>
            </p:cNvPr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0" name="pg1180">
              <a:extLst>
                <a:ext uri="{FF2B5EF4-FFF2-40B4-BE49-F238E27FC236}">
                  <a16:creationId xmlns:a16="http://schemas.microsoft.com/office/drawing/2014/main" id="{A734EF73-DB68-B267-8ADB-8B83231B8688}"/>
                </a:ext>
              </a:extLst>
            </p:cNvPr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1" name="pg1181">
              <a:extLst>
                <a:ext uri="{FF2B5EF4-FFF2-40B4-BE49-F238E27FC236}">
                  <a16:creationId xmlns:a16="http://schemas.microsoft.com/office/drawing/2014/main" id="{8673AD49-4B03-CB56-1CB3-0586A70D141C}"/>
                </a:ext>
              </a:extLst>
            </p:cNvPr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2" name="pg1182">
              <a:extLst>
                <a:ext uri="{FF2B5EF4-FFF2-40B4-BE49-F238E27FC236}">
                  <a16:creationId xmlns:a16="http://schemas.microsoft.com/office/drawing/2014/main" id="{70178EB7-8C6F-C98B-6D12-12BA47125659}"/>
                </a:ext>
              </a:extLst>
            </p:cNvPr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3" name="pg1183">
              <a:extLst>
                <a:ext uri="{FF2B5EF4-FFF2-40B4-BE49-F238E27FC236}">
                  <a16:creationId xmlns:a16="http://schemas.microsoft.com/office/drawing/2014/main" id="{6C3EF753-28A7-C33F-2DF0-66D85AEBCCA5}"/>
                </a:ext>
              </a:extLst>
            </p:cNvPr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4" name="pg1184">
              <a:extLst>
                <a:ext uri="{FF2B5EF4-FFF2-40B4-BE49-F238E27FC236}">
                  <a16:creationId xmlns:a16="http://schemas.microsoft.com/office/drawing/2014/main" id="{8853AC17-734F-2E96-3884-3136DECE102C}"/>
                </a:ext>
              </a:extLst>
            </p:cNvPr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5" name="pg1185">
              <a:extLst>
                <a:ext uri="{FF2B5EF4-FFF2-40B4-BE49-F238E27FC236}">
                  <a16:creationId xmlns:a16="http://schemas.microsoft.com/office/drawing/2014/main" id="{0F9A03B6-F122-664B-201E-9D0028DE733B}"/>
                </a:ext>
              </a:extLst>
            </p:cNvPr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6" name="pg1186">
              <a:extLst>
                <a:ext uri="{FF2B5EF4-FFF2-40B4-BE49-F238E27FC236}">
                  <a16:creationId xmlns:a16="http://schemas.microsoft.com/office/drawing/2014/main" id="{B27DB1FE-31E7-C0C8-81DC-4EDDE027B2E8}"/>
                </a:ext>
              </a:extLst>
            </p:cNvPr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7" name="pg1187">
              <a:extLst>
                <a:ext uri="{FF2B5EF4-FFF2-40B4-BE49-F238E27FC236}">
                  <a16:creationId xmlns:a16="http://schemas.microsoft.com/office/drawing/2014/main" id="{1E728322-5C3F-066E-C794-F6DEAFC89D9A}"/>
                </a:ext>
              </a:extLst>
            </p:cNvPr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8" name="pg1188">
              <a:extLst>
                <a:ext uri="{FF2B5EF4-FFF2-40B4-BE49-F238E27FC236}">
                  <a16:creationId xmlns:a16="http://schemas.microsoft.com/office/drawing/2014/main" id="{A4B0AE29-1687-F627-F981-E2DCB7ECB5D2}"/>
                </a:ext>
              </a:extLst>
            </p:cNvPr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9" name="pg1189">
              <a:extLst>
                <a:ext uri="{FF2B5EF4-FFF2-40B4-BE49-F238E27FC236}">
                  <a16:creationId xmlns:a16="http://schemas.microsoft.com/office/drawing/2014/main" id="{351011E2-B30E-FF41-D2E6-AB2F310554AA}"/>
                </a:ext>
              </a:extLst>
            </p:cNvPr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0" name="pg1190">
              <a:extLst>
                <a:ext uri="{FF2B5EF4-FFF2-40B4-BE49-F238E27FC236}">
                  <a16:creationId xmlns:a16="http://schemas.microsoft.com/office/drawing/2014/main" id="{9D29AB64-8C40-29F9-08E6-340A25F72534}"/>
                </a:ext>
              </a:extLst>
            </p:cNvPr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1" name="pg1191">
              <a:extLst>
                <a:ext uri="{FF2B5EF4-FFF2-40B4-BE49-F238E27FC236}">
                  <a16:creationId xmlns:a16="http://schemas.microsoft.com/office/drawing/2014/main" id="{6AFEBBFB-2BC1-7E63-BB43-0C0BAA96D083}"/>
                </a:ext>
              </a:extLst>
            </p:cNvPr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2" name="pg1192">
              <a:extLst>
                <a:ext uri="{FF2B5EF4-FFF2-40B4-BE49-F238E27FC236}">
                  <a16:creationId xmlns:a16="http://schemas.microsoft.com/office/drawing/2014/main" id="{66AFD2D8-A1DA-BF42-3474-0A2FB2D2697F}"/>
                </a:ext>
              </a:extLst>
            </p:cNvPr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3" name="pg1193">
              <a:extLst>
                <a:ext uri="{FF2B5EF4-FFF2-40B4-BE49-F238E27FC236}">
                  <a16:creationId xmlns:a16="http://schemas.microsoft.com/office/drawing/2014/main" id="{63167102-1DDA-0201-215E-4F65E44A247F}"/>
                </a:ext>
              </a:extLst>
            </p:cNvPr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4" name="pg1194">
              <a:extLst>
                <a:ext uri="{FF2B5EF4-FFF2-40B4-BE49-F238E27FC236}">
                  <a16:creationId xmlns:a16="http://schemas.microsoft.com/office/drawing/2014/main" id="{4971E7BA-EC2C-60E7-4C46-9E19C7AA6A19}"/>
                </a:ext>
              </a:extLst>
            </p:cNvPr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5" name="pg1195">
              <a:extLst>
                <a:ext uri="{FF2B5EF4-FFF2-40B4-BE49-F238E27FC236}">
                  <a16:creationId xmlns:a16="http://schemas.microsoft.com/office/drawing/2014/main" id="{A3BCED9C-366F-F55F-B95D-CDAEC2269016}"/>
                </a:ext>
              </a:extLst>
            </p:cNvPr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6" name="pg1196">
              <a:extLst>
                <a:ext uri="{FF2B5EF4-FFF2-40B4-BE49-F238E27FC236}">
                  <a16:creationId xmlns:a16="http://schemas.microsoft.com/office/drawing/2014/main" id="{271FC2AB-C110-0185-3482-8597C3E189A9}"/>
                </a:ext>
              </a:extLst>
            </p:cNvPr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7" name="pg1197">
              <a:extLst>
                <a:ext uri="{FF2B5EF4-FFF2-40B4-BE49-F238E27FC236}">
                  <a16:creationId xmlns:a16="http://schemas.microsoft.com/office/drawing/2014/main" id="{54FA9E5C-6A9C-607D-0F22-340CD3E0F763}"/>
                </a:ext>
              </a:extLst>
            </p:cNvPr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8" name="pg1198">
              <a:extLst>
                <a:ext uri="{FF2B5EF4-FFF2-40B4-BE49-F238E27FC236}">
                  <a16:creationId xmlns:a16="http://schemas.microsoft.com/office/drawing/2014/main" id="{E7579660-4A34-4503-23D3-9DFCFC5826B4}"/>
                </a:ext>
              </a:extLst>
            </p:cNvPr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9" name="pg1199">
              <a:extLst>
                <a:ext uri="{FF2B5EF4-FFF2-40B4-BE49-F238E27FC236}">
                  <a16:creationId xmlns:a16="http://schemas.microsoft.com/office/drawing/2014/main" id="{297A86AC-55DA-5AC6-A7B6-C8D5B85AF296}"/>
                </a:ext>
              </a:extLst>
            </p:cNvPr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0" name="pg1200">
              <a:extLst>
                <a:ext uri="{FF2B5EF4-FFF2-40B4-BE49-F238E27FC236}">
                  <a16:creationId xmlns:a16="http://schemas.microsoft.com/office/drawing/2014/main" id="{88A30DD6-FBBA-F346-4EB2-840E103CE92A}"/>
                </a:ext>
              </a:extLst>
            </p:cNvPr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1" name="pg1201">
              <a:extLst>
                <a:ext uri="{FF2B5EF4-FFF2-40B4-BE49-F238E27FC236}">
                  <a16:creationId xmlns:a16="http://schemas.microsoft.com/office/drawing/2014/main" id="{5A7FE248-001A-9F7D-8095-D0C3D85BE285}"/>
                </a:ext>
              </a:extLst>
            </p:cNvPr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2" name="pg1202">
              <a:extLst>
                <a:ext uri="{FF2B5EF4-FFF2-40B4-BE49-F238E27FC236}">
                  <a16:creationId xmlns:a16="http://schemas.microsoft.com/office/drawing/2014/main" id="{244459A5-4807-516A-FE83-4229A11F06C6}"/>
                </a:ext>
              </a:extLst>
            </p:cNvPr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3" name="pg1203">
              <a:extLst>
                <a:ext uri="{FF2B5EF4-FFF2-40B4-BE49-F238E27FC236}">
                  <a16:creationId xmlns:a16="http://schemas.microsoft.com/office/drawing/2014/main" id="{A6A7F586-6A3D-3C45-0514-F15117221FEE}"/>
                </a:ext>
              </a:extLst>
            </p:cNvPr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4" name="pg1204">
              <a:extLst>
                <a:ext uri="{FF2B5EF4-FFF2-40B4-BE49-F238E27FC236}">
                  <a16:creationId xmlns:a16="http://schemas.microsoft.com/office/drawing/2014/main" id="{90BC9679-6C01-C47E-F53D-3295C5957068}"/>
                </a:ext>
              </a:extLst>
            </p:cNvPr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5" name="pg1205">
              <a:extLst>
                <a:ext uri="{FF2B5EF4-FFF2-40B4-BE49-F238E27FC236}">
                  <a16:creationId xmlns:a16="http://schemas.microsoft.com/office/drawing/2014/main" id="{1C8FE79C-27A1-E5FB-96DC-6BA97A19F188}"/>
                </a:ext>
              </a:extLst>
            </p:cNvPr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6" name="pg1206">
              <a:extLst>
                <a:ext uri="{FF2B5EF4-FFF2-40B4-BE49-F238E27FC236}">
                  <a16:creationId xmlns:a16="http://schemas.microsoft.com/office/drawing/2014/main" id="{C9E6927C-756A-5F7A-6D91-B590C33B2729}"/>
                </a:ext>
              </a:extLst>
            </p:cNvPr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7" name="pg1207">
              <a:extLst>
                <a:ext uri="{FF2B5EF4-FFF2-40B4-BE49-F238E27FC236}">
                  <a16:creationId xmlns:a16="http://schemas.microsoft.com/office/drawing/2014/main" id="{9FB53E37-F8DD-A3F2-C578-B2C0BA8967BB}"/>
                </a:ext>
              </a:extLst>
            </p:cNvPr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8" name="pg1208">
              <a:extLst>
                <a:ext uri="{FF2B5EF4-FFF2-40B4-BE49-F238E27FC236}">
                  <a16:creationId xmlns:a16="http://schemas.microsoft.com/office/drawing/2014/main" id="{B59E9BE9-63FE-A55C-AAE1-CEE23D56B0EC}"/>
                </a:ext>
              </a:extLst>
            </p:cNvPr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9" name="pg1209">
              <a:extLst>
                <a:ext uri="{FF2B5EF4-FFF2-40B4-BE49-F238E27FC236}">
                  <a16:creationId xmlns:a16="http://schemas.microsoft.com/office/drawing/2014/main" id="{D4A95FA9-58A6-7E82-70EC-6032B85147DD}"/>
                </a:ext>
              </a:extLst>
            </p:cNvPr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0" name="pg1210">
              <a:extLst>
                <a:ext uri="{FF2B5EF4-FFF2-40B4-BE49-F238E27FC236}">
                  <a16:creationId xmlns:a16="http://schemas.microsoft.com/office/drawing/2014/main" id="{25D43E70-3DE7-6888-EF93-33BF63093F4D}"/>
                </a:ext>
              </a:extLst>
            </p:cNvPr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1" name="pg1211">
              <a:extLst>
                <a:ext uri="{FF2B5EF4-FFF2-40B4-BE49-F238E27FC236}">
                  <a16:creationId xmlns:a16="http://schemas.microsoft.com/office/drawing/2014/main" id="{50ABB4EA-DBAE-69D1-12AE-C99C433995EB}"/>
                </a:ext>
              </a:extLst>
            </p:cNvPr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2" name="pg1212">
              <a:extLst>
                <a:ext uri="{FF2B5EF4-FFF2-40B4-BE49-F238E27FC236}">
                  <a16:creationId xmlns:a16="http://schemas.microsoft.com/office/drawing/2014/main" id="{9BFFBD0D-8707-73CC-F337-A46D945BD009}"/>
                </a:ext>
              </a:extLst>
            </p:cNvPr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3" name="pg1213">
              <a:extLst>
                <a:ext uri="{FF2B5EF4-FFF2-40B4-BE49-F238E27FC236}">
                  <a16:creationId xmlns:a16="http://schemas.microsoft.com/office/drawing/2014/main" id="{3A28B625-D195-849A-8FC7-912D6EF3E60C}"/>
                </a:ext>
              </a:extLst>
            </p:cNvPr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4" name="pg1214">
              <a:extLst>
                <a:ext uri="{FF2B5EF4-FFF2-40B4-BE49-F238E27FC236}">
                  <a16:creationId xmlns:a16="http://schemas.microsoft.com/office/drawing/2014/main" id="{CB8BB864-8DA8-8970-2E13-0199D48278EF}"/>
                </a:ext>
              </a:extLst>
            </p:cNvPr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5" name="pg1215">
              <a:extLst>
                <a:ext uri="{FF2B5EF4-FFF2-40B4-BE49-F238E27FC236}">
                  <a16:creationId xmlns:a16="http://schemas.microsoft.com/office/drawing/2014/main" id="{24D40A64-0E3B-AB89-23D9-CED619F4F240}"/>
                </a:ext>
              </a:extLst>
            </p:cNvPr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6" name="pg1216">
              <a:extLst>
                <a:ext uri="{FF2B5EF4-FFF2-40B4-BE49-F238E27FC236}">
                  <a16:creationId xmlns:a16="http://schemas.microsoft.com/office/drawing/2014/main" id="{630A8283-D591-F5E9-EA10-E391C71C8E34}"/>
                </a:ext>
              </a:extLst>
            </p:cNvPr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7" name="pg1217">
              <a:extLst>
                <a:ext uri="{FF2B5EF4-FFF2-40B4-BE49-F238E27FC236}">
                  <a16:creationId xmlns:a16="http://schemas.microsoft.com/office/drawing/2014/main" id="{F2B335E1-6FB7-44D8-FEBD-7168F02CD745}"/>
                </a:ext>
              </a:extLst>
            </p:cNvPr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8" name="pg1218">
              <a:extLst>
                <a:ext uri="{FF2B5EF4-FFF2-40B4-BE49-F238E27FC236}">
                  <a16:creationId xmlns:a16="http://schemas.microsoft.com/office/drawing/2014/main" id="{786252B9-C535-318A-384C-4D2C5BC3B9F9}"/>
                </a:ext>
              </a:extLst>
            </p:cNvPr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9" name="pg1219">
              <a:extLst>
                <a:ext uri="{FF2B5EF4-FFF2-40B4-BE49-F238E27FC236}">
                  <a16:creationId xmlns:a16="http://schemas.microsoft.com/office/drawing/2014/main" id="{58EBD25E-23A2-BB01-1C2D-69C395208E14}"/>
                </a:ext>
              </a:extLst>
            </p:cNvPr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0" name="pg1220">
              <a:extLst>
                <a:ext uri="{FF2B5EF4-FFF2-40B4-BE49-F238E27FC236}">
                  <a16:creationId xmlns:a16="http://schemas.microsoft.com/office/drawing/2014/main" id="{924104B9-766C-7545-DEE9-DC16D0F2C6CE}"/>
                </a:ext>
              </a:extLst>
            </p:cNvPr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1" name="pg1221">
              <a:extLst>
                <a:ext uri="{FF2B5EF4-FFF2-40B4-BE49-F238E27FC236}">
                  <a16:creationId xmlns:a16="http://schemas.microsoft.com/office/drawing/2014/main" id="{A48BA72C-704C-86D5-F771-65995A2CAD46}"/>
                </a:ext>
              </a:extLst>
            </p:cNvPr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2" name="pg1222">
              <a:extLst>
                <a:ext uri="{FF2B5EF4-FFF2-40B4-BE49-F238E27FC236}">
                  <a16:creationId xmlns:a16="http://schemas.microsoft.com/office/drawing/2014/main" id="{AEF48AE4-8B8C-FA95-1909-1BD0D787DF57}"/>
                </a:ext>
              </a:extLst>
            </p:cNvPr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3" name="pg1223">
              <a:extLst>
                <a:ext uri="{FF2B5EF4-FFF2-40B4-BE49-F238E27FC236}">
                  <a16:creationId xmlns:a16="http://schemas.microsoft.com/office/drawing/2014/main" id="{6ACAE7D3-8543-1AAA-F6A7-30C1D458178B}"/>
                </a:ext>
              </a:extLst>
            </p:cNvPr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4" name="pg1224">
              <a:extLst>
                <a:ext uri="{FF2B5EF4-FFF2-40B4-BE49-F238E27FC236}">
                  <a16:creationId xmlns:a16="http://schemas.microsoft.com/office/drawing/2014/main" id="{D09CF8F5-CD82-C5B7-2756-499CF2E1C34A}"/>
                </a:ext>
              </a:extLst>
            </p:cNvPr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5" name="pg1225">
              <a:extLst>
                <a:ext uri="{FF2B5EF4-FFF2-40B4-BE49-F238E27FC236}">
                  <a16:creationId xmlns:a16="http://schemas.microsoft.com/office/drawing/2014/main" id="{A4EDB9FC-94C0-2975-A813-D0A77EDE99B9}"/>
                </a:ext>
              </a:extLst>
            </p:cNvPr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6" name="pg1226">
              <a:extLst>
                <a:ext uri="{FF2B5EF4-FFF2-40B4-BE49-F238E27FC236}">
                  <a16:creationId xmlns:a16="http://schemas.microsoft.com/office/drawing/2014/main" id="{C2C35391-6866-2D9B-1ED6-02FA45D146C2}"/>
                </a:ext>
              </a:extLst>
            </p:cNvPr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7" name="pg1227">
              <a:extLst>
                <a:ext uri="{FF2B5EF4-FFF2-40B4-BE49-F238E27FC236}">
                  <a16:creationId xmlns:a16="http://schemas.microsoft.com/office/drawing/2014/main" id="{E953333E-A438-2E1D-FE0B-C569B8316347}"/>
                </a:ext>
              </a:extLst>
            </p:cNvPr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8" name="pg1228">
              <a:extLst>
                <a:ext uri="{FF2B5EF4-FFF2-40B4-BE49-F238E27FC236}">
                  <a16:creationId xmlns:a16="http://schemas.microsoft.com/office/drawing/2014/main" id="{9C013999-A9CA-2D13-C934-79BAA509EFB5}"/>
                </a:ext>
              </a:extLst>
            </p:cNvPr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9" name="pg1229">
              <a:extLst>
                <a:ext uri="{FF2B5EF4-FFF2-40B4-BE49-F238E27FC236}">
                  <a16:creationId xmlns:a16="http://schemas.microsoft.com/office/drawing/2014/main" id="{92E0FFD0-32AF-099A-50DB-845C4F2A084D}"/>
                </a:ext>
              </a:extLst>
            </p:cNvPr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0" name="pg1230">
              <a:extLst>
                <a:ext uri="{FF2B5EF4-FFF2-40B4-BE49-F238E27FC236}">
                  <a16:creationId xmlns:a16="http://schemas.microsoft.com/office/drawing/2014/main" id="{B73B506E-1515-11AE-C588-D30CE3F5CA72}"/>
                </a:ext>
              </a:extLst>
            </p:cNvPr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1" name="pg1231">
              <a:extLst>
                <a:ext uri="{FF2B5EF4-FFF2-40B4-BE49-F238E27FC236}">
                  <a16:creationId xmlns:a16="http://schemas.microsoft.com/office/drawing/2014/main" id="{CA58FBED-8C51-3177-1770-85501E643AB4}"/>
                </a:ext>
              </a:extLst>
            </p:cNvPr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2" name="pg1232">
              <a:extLst>
                <a:ext uri="{FF2B5EF4-FFF2-40B4-BE49-F238E27FC236}">
                  <a16:creationId xmlns:a16="http://schemas.microsoft.com/office/drawing/2014/main" id="{6F56A51F-5007-49F2-B6C1-A26FA50C088B}"/>
                </a:ext>
              </a:extLst>
            </p:cNvPr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3" name="pg1233">
              <a:extLst>
                <a:ext uri="{FF2B5EF4-FFF2-40B4-BE49-F238E27FC236}">
                  <a16:creationId xmlns:a16="http://schemas.microsoft.com/office/drawing/2014/main" id="{473149CE-54D4-086A-E90B-999465DDE83C}"/>
                </a:ext>
              </a:extLst>
            </p:cNvPr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4" name="pg1234">
              <a:extLst>
                <a:ext uri="{FF2B5EF4-FFF2-40B4-BE49-F238E27FC236}">
                  <a16:creationId xmlns:a16="http://schemas.microsoft.com/office/drawing/2014/main" id="{4F6DB775-F997-FA45-DCB8-DB97CA9AD24D}"/>
                </a:ext>
              </a:extLst>
            </p:cNvPr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5" name="pg1235">
              <a:extLst>
                <a:ext uri="{FF2B5EF4-FFF2-40B4-BE49-F238E27FC236}">
                  <a16:creationId xmlns:a16="http://schemas.microsoft.com/office/drawing/2014/main" id="{18196259-70A1-DBAC-D49B-9A5C08C7877A}"/>
                </a:ext>
              </a:extLst>
            </p:cNvPr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6" name="pg1236">
              <a:extLst>
                <a:ext uri="{FF2B5EF4-FFF2-40B4-BE49-F238E27FC236}">
                  <a16:creationId xmlns:a16="http://schemas.microsoft.com/office/drawing/2014/main" id="{68206A45-576A-FD9B-F0DA-E4FA0B002DF6}"/>
                </a:ext>
              </a:extLst>
            </p:cNvPr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7" name="pg1237">
              <a:extLst>
                <a:ext uri="{FF2B5EF4-FFF2-40B4-BE49-F238E27FC236}">
                  <a16:creationId xmlns:a16="http://schemas.microsoft.com/office/drawing/2014/main" id="{BB28865A-C1E5-C0C4-226A-2811299DA6CD}"/>
                </a:ext>
              </a:extLst>
            </p:cNvPr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8" name="pg1238">
              <a:extLst>
                <a:ext uri="{FF2B5EF4-FFF2-40B4-BE49-F238E27FC236}">
                  <a16:creationId xmlns:a16="http://schemas.microsoft.com/office/drawing/2014/main" id="{EDBB7D35-C825-42EE-FB48-07D5B5E3844B}"/>
                </a:ext>
              </a:extLst>
            </p:cNvPr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9" name="pg1239">
              <a:extLst>
                <a:ext uri="{FF2B5EF4-FFF2-40B4-BE49-F238E27FC236}">
                  <a16:creationId xmlns:a16="http://schemas.microsoft.com/office/drawing/2014/main" id="{F394B5BC-3AAB-9356-FFD5-394EF137E3D2}"/>
                </a:ext>
              </a:extLst>
            </p:cNvPr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0" name="pg1240">
              <a:extLst>
                <a:ext uri="{FF2B5EF4-FFF2-40B4-BE49-F238E27FC236}">
                  <a16:creationId xmlns:a16="http://schemas.microsoft.com/office/drawing/2014/main" id="{8F3F0CB9-A01F-4332-6F2B-5774FEE2A166}"/>
                </a:ext>
              </a:extLst>
            </p:cNvPr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1" name="pg1241">
              <a:extLst>
                <a:ext uri="{FF2B5EF4-FFF2-40B4-BE49-F238E27FC236}">
                  <a16:creationId xmlns:a16="http://schemas.microsoft.com/office/drawing/2014/main" id="{21791A5A-1CE2-C535-027E-A84BD3DD528F}"/>
                </a:ext>
              </a:extLst>
            </p:cNvPr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2" name="pg1242">
              <a:extLst>
                <a:ext uri="{FF2B5EF4-FFF2-40B4-BE49-F238E27FC236}">
                  <a16:creationId xmlns:a16="http://schemas.microsoft.com/office/drawing/2014/main" id="{FB0CD83E-B23B-F5BB-AA8B-9F7127ED65E6}"/>
                </a:ext>
              </a:extLst>
            </p:cNvPr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3" name="pg1243">
              <a:extLst>
                <a:ext uri="{FF2B5EF4-FFF2-40B4-BE49-F238E27FC236}">
                  <a16:creationId xmlns:a16="http://schemas.microsoft.com/office/drawing/2014/main" id="{39D439FF-4F60-3C03-FD82-E4434410AF53}"/>
                </a:ext>
              </a:extLst>
            </p:cNvPr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4" name="pg1244">
              <a:extLst>
                <a:ext uri="{FF2B5EF4-FFF2-40B4-BE49-F238E27FC236}">
                  <a16:creationId xmlns:a16="http://schemas.microsoft.com/office/drawing/2014/main" id="{D7CAE61C-5E98-624E-B8E0-9D1FD529FFCD}"/>
                </a:ext>
              </a:extLst>
            </p:cNvPr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5" name="pg1245">
              <a:extLst>
                <a:ext uri="{FF2B5EF4-FFF2-40B4-BE49-F238E27FC236}">
                  <a16:creationId xmlns:a16="http://schemas.microsoft.com/office/drawing/2014/main" id="{0A6BA9B0-1474-2974-7578-398DE1F53DE5}"/>
                </a:ext>
              </a:extLst>
            </p:cNvPr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6" name="pg1246">
              <a:extLst>
                <a:ext uri="{FF2B5EF4-FFF2-40B4-BE49-F238E27FC236}">
                  <a16:creationId xmlns:a16="http://schemas.microsoft.com/office/drawing/2014/main" id="{B7036EAF-1831-941C-E1E4-DA1A5CF7071C}"/>
                </a:ext>
              </a:extLst>
            </p:cNvPr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7" name="pg1247">
              <a:extLst>
                <a:ext uri="{FF2B5EF4-FFF2-40B4-BE49-F238E27FC236}">
                  <a16:creationId xmlns:a16="http://schemas.microsoft.com/office/drawing/2014/main" id="{B73D5F81-4083-66F1-10E2-CB5E80E965EE}"/>
                </a:ext>
              </a:extLst>
            </p:cNvPr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8" name="pg1248">
              <a:extLst>
                <a:ext uri="{FF2B5EF4-FFF2-40B4-BE49-F238E27FC236}">
                  <a16:creationId xmlns:a16="http://schemas.microsoft.com/office/drawing/2014/main" id="{29ED0058-A8D4-DB4F-0054-149423F2EFDE}"/>
                </a:ext>
              </a:extLst>
            </p:cNvPr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9" name="pg1249">
              <a:extLst>
                <a:ext uri="{FF2B5EF4-FFF2-40B4-BE49-F238E27FC236}">
                  <a16:creationId xmlns:a16="http://schemas.microsoft.com/office/drawing/2014/main" id="{6D614FE8-F748-3F1C-9EA9-67690D9456BF}"/>
                </a:ext>
              </a:extLst>
            </p:cNvPr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0" name="pg1250">
              <a:extLst>
                <a:ext uri="{FF2B5EF4-FFF2-40B4-BE49-F238E27FC236}">
                  <a16:creationId xmlns:a16="http://schemas.microsoft.com/office/drawing/2014/main" id="{51FBE968-5188-8E7F-53CC-42C2BD114615}"/>
                </a:ext>
              </a:extLst>
            </p:cNvPr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1" name="pg1251">
              <a:extLst>
                <a:ext uri="{FF2B5EF4-FFF2-40B4-BE49-F238E27FC236}">
                  <a16:creationId xmlns:a16="http://schemas.microsoft.com/office/drawing/2014/main" id="{1D6FDC4E-415F-68EE-DF24-B254009621F3}"/>
                </a:ext>
              </a:extLst>
            </p:cNvPr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2" name="pg1252">
              <a:extLst>
                <a:ext uri="{FF2B5EF4-FFF2-40B4-BE49-F238E27FC236}">
                  <a16:creationId xmlns:a16="http://schemas.microsoft.com/office/drawing/2014/main" id="{9DF19E56-6C43-0FB8-D457-7CF202416C9D}"/>
                </a:ext>
              </a:extLst>
            </p:cNvPr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3" name="pg1253">
              <a:extLst>
                <a:ext uri="{FF2B5EF4-FFF2-40B4-BE49-F238E27FC236}">
                  <a16:creationId xmlns:a16="http://schemas.microsoft.com/office/drawing/2014/main" id="{35A4D2A7-326D-1D73-727D-66DF1CCCF5D1}"/>
                </a:ext>
              </a:extLst>
            </p:cNvPr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4" name="pg1254">
              <a:extLst>
                <a:ext uri="{FF2B5EF4-FFF2-40B4-BE49-F238E27FC236}">
                  <a16:creationId xmlns:a16="http://schemas.microsoft.com/office/drawing/2014/main" id="{C1E26B37-B3B0-EB47-A430-F9A4A389DFCF}"/>
                </a:ext>
              </a:extLst>
            </p:cNvPr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5" name="pg1255">
              <a:extLst>
                <a:ext uri="{FF2B5EF4-FFF2-40B4-BE49-F238E27FC236}">
                  <a16:creationId xmlns:a16="http://schemas.microsoft.com/office/drawing/2014/main" id="{2402D0CA-D1DE-DE02-22CE-B470E9CFF6DF}"/>
                </a:ext>
              </a:extLst>
            </p:cNvPr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6" name="pg1256">
              <a:extLst>
                <a:ext uri="{FF2B5EF4-FFF2-40B4-BE49-F238E27FC236}">
                  <a16:creationId xmlns:a16="http://schemas.microsoft.com/office/drawing/2014/main" id="{AEAC4DB6-3538-75F8-B914-9CFD12038BE9}"/>
                </a:ext>
              </a:extLst>
            </p:cNvPr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7" name="pg1257">
              <a:extLst>
                <a:ext uri="{FF2B5EF4-FFF2-40B4-BE49-F238E27FC236}">
                  <a16:creationId xmlns:a16="http://schemas.microsoft.com/office/drawing/2014/main" id="{AEE20DAD-31B0-4544-0B37-8A741F90FA6A}"/>
                </a:ext>
              </a:extLst>
            </p:cNvPr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8" name="pg1258">
              <a:extLst>
                <a:ext uri="{FF2B5EF4-FFF2-40B4-BE49-F238E27FC236}">
                  <a16:creationId xmlns:a16="http://schemas.microsoft.com/office/drawing/2014/main" id="{F7EDEAB1-9403-AB5F-85BC-305FA96A66FD}"/>
                </a:ext>
              </a:extLst>
            </p:cNvPr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9" name="pg1259">
              <a:extLst>
                <a:ext uri="{FF2B5EF4-FFF2-40B4-BE49-F238E27FC236}">
                  <a16:creationId xmlns:a16="http://schemas.microsoft.com/office/drawing/2014/main" id="{7DFB2833-D2B3-FB50-B320-6014A953BE95}"/>
                </a:ext>
              </a:extLst>
            </p:cNvPr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0" name="pg1260">
              <a:extLst>
                <a:ext uri="{FF2B5EF4-FFF2-40B4-BE49-F238E27FC236}">
                  <a16:creationId xmlns:a16="http://schemas.microsoft.com/office/drawing/2014/main" id="{4B07770B-ED8C-678A-997E-E38A5F116B34}"/>
                </a:ext>
              </a:extLst>
            </p:cNvPr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1" name="pg1261">
              <a:extLst>
                <a:ext uri="{FF2B5EF4-FFF2-40B4-BE49-F238E27FC236}">
                  <a16:creationId xmlns:a16="http://schemas.microsoft.com/office/drawing/2014/main" id="{FDFEB48F-8358-5B10-FC3C-935E3BC8F51F}"/>
                </a:ext>
              </a:extLst>
            </p:cNvPr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2" name="pg1262">
              <a:extLst>
                <a:ext uri="{FF2B5EF4-FFF2-40B4-BE49-F238E27FC236}">
                  <a16:creationId xmlns:a16="http://schemas.microsoft.com/office/drawing/2014/main" id="{F8221B93-14E5-B952-4125-21D014C9B43B}"/>
                </a:ext>
              </a:extLst>
            </p:cNvPr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3" name="pg1263">
              <a:extLst>
                <a:ext uri="{FF2B5EF4-FFF2-40B4-BE49-F238E27FC236}">
                  <a16:creationId xmlns:a16="http://schemas.microsoft.com/office/drawing/2014/main" id="{F37E3CD7-72F8-8F1A-9FE5-90366213F74E}"/>
                </a:ext>
              </a:extLst>
            </p:cNvPr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4" name="pg1264">
              <a:extLst>
                <a:ext uri="{FF2B5EF4-FFF2-40B4-BE49-F238E27FC236}">
                  <a16:creationId xmlns:a16="http://schemas.microsoft.com/office/drawing/2014/main" id="{7FA60C5B-A667-2A29-7F1E-C563E9B4D3B9}"/>
                </a:ext>
              </a:extLst>
            </p:cNvPr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5" name="pg1265">
              <a:extLst>
                <a:ext uri="{FF2B5EF4-FFF2-40B4-BE49-F238E27FC236}">
                  <a16:creationId xmlns:a16="http://schemas.microsoft.com/office/drawing/2014/main" id="{05066BD2-E008-33F3-A4A2-1E55CEBFFB8A}"/>
                </a:ext>
              </a:extLst>
            </p:cNvPr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6" name="pg1266">
              <a:extLst>
                <a:ext uri="{FF2B5EF4-FFF2-40B4-BE49-F238E27FC236}">
                  <a16:creationId xmlns:a16="http://schemas.microsoft.com/office/drawing/2014/main" id="{D44BD2EE-4DB2-F21E-6FC0-4A41733108AB}"/>
                </a:ext>
              </a:extLst>
            </p:cNvPr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7" name="pg1267">
              <a:extLst>
                <a:ext uri="{FF2B5EF4-FFF2-40B4-BE49-F238E27FC236}">
                  <a16:creationId xmlns:a16="http://schemas.microsoft.com/office/drawing/2014/main" id="{5DDD2927-EC82-C022-03D5-E3B913302A9C}"/>
                </a:ext>
              </a:extLst>
            </p:cNvPr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8" name="pg1268">
              <a:extLst>
                <a:ext uri="{FF2B5EF4-FFF2-40B4-BE49-F238E27FC236}">
                  <a16:creationId xmlns:a16="http://schemas.microsoft.com/office/drawing/2014/main" id="{A1511DB5-739A-4CFE-9B89-32079E224A83}"/>
                </a:ext>
              </a:extLst>
            </p:cNvPr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9" name="pg1269">
              <a:extLst>
                <a:ext uri="{FF2B5EF4-FFF2-40B4-BE49-F238E27FC236}">
                  <a16:creationId xmlns:a16="http://schemas.microsoft.com/office/drawing/2014/main" id="{49ED5A9E-E192-59EF-40C6-34B66AA9958E}"/>
                </a:ext>
              </a:extLst>
            </p:cNvPr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0" name="pg1270">
              <a:extLst>
                <a:ext uri="{FF2B5EF4-FFF2-40B4-BE49-F238E27FC236}">
                  <a16:creationId xmlns:a16="http://schemas.microsoft.com/office/drawing/2014/main" id="{00704285-DF90-6476-E9D6-D54DC3AED5E5}"/>
                </a:ext>
              </a:extLst>
            </p:cNvPr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1" name="pg1271">
              <a:extLst>
                <a:ext uri="{FF2B5EF4-FFF2-40B4-BE49-F238E27FC236}">
                  <a16:creationId xmlns:a16="http://schemas.microsoft.com/office/drawing/2014/main" id="{D4121B74-EC82-2BBD-A530-C6D283269E9B}"/>
                </a:ext>
              </a:extLst>
            </p:cNvPr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2" name="pg1272">
              <a:extLst>
                <a:ext uri="{FF2B5EF4-FFF2-40B4-BE49-F238E27FC236}">
                  <a16:creationId xmlns:a16="http://schemas.microsoft.com/office/drawing/2014/main" id="{BC46EFA5-5BBF-3DE8-0F5B-1A6529C2C9BE}"/>
                </a:ext>
              </a:extLst>
            </p:cNvPr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3" name="pg1273">
              <a:extLst>
                <a:ext uri="{FF2B5EF4-FFF2-40B4-BE49-F238E27FC236}">
                  <a16:creationId xmlns:a16="http://schemas.microsoft.com/office/drawing/2014/main" id="{F3CD325C-8C83-4EDE-D124-7680BF30EEAF}"/>
                </a:ext>
              </a:extLst>
            </p:cNvPr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4" name="pg1274">
              <a:extLst>
                <a:ext uri="{FF2B5EF4-FFF2-40B4-BE49-F238E27FC236}">
                  <a16:creationId xmlns:a16="http://schemas.microsoft.com/office/drawing/2014/main" id="{2D1E8FA8-A129-71DC-18EB-7C3370FD0D37}"/>
                </a:ext>
              </a:extLst>
            </p:cNvPr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5" name="pg1275">
              <a:extLst>
                <a:ext uri="{FF2B5EF4-FFF2-40B4-BE49-F238E27FC236}">
                  <a16:creationId xmlns:a16="http://schemas.microsoft.com/office/drawing/2014/main" id="{536D14B7-F2C3-25EC-A0CE-D55A979AAFD7}"/>
                </a:ext>
              </a:extLst>
            </p:cNvPr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6" name="pg1276">
              <a:extLst>
                <a:ext uri="{FF2B5EF4-FFF2-40B4-BE49-F238E27FC236}">
                  <a16:creationId xmlns:a16="http://schemas.microsoft.com/office/drawing/2014/main" id="{1BF3C954-32B4-3EAF-D90A-767D917700D0}"/>
                </a:ext>
              </a:extLst>
            </p:cNvPr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7" name="pg1277">
              <a:extLst>
                <a:ext uri="{FF2B5EF4-FFF2-40B4-BE49-F238E27FC236}">
                  <a16:creationId xmlns:a16="http://schemas.microsoft.com/office/drawing/2014/main" id="{808DC7B8-E2BE-BB23-3F4F-5BAA412E0399}"/>
                </a:ext>
              </a:extLst>
            </p:cNvPr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8" name="pg1278">
              <a:extLst>
                <a:ext uri="{FF2B5EF4-FFF2-40B4-BE49-F238E27FC236}">
                  <a16:creationId xmlns:a16="http://schemas.microsoft.com/office/drawing/2014/main" id="{14FA4858-7603-D42B-941D-40205549FA4C}"/>
                </a:ext>
              </a:extLst>
            </p:cNvPr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9" name="pg1279">
              <a:extLst>
                <a:ext uri="{FF2B5EF4-FFF2-40B4-BE49-F238E27FC236}">
                  <a16:creationId xmlns:a16="http://schemas.microsoft.com/office/drawing/2014/main" id="{56A6AD72-4ADA-21FC-C5EC-737DF4064487}"/>
                </a:ext>
              </a:extLst>
            </p:cNvPr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0" name="pg1280">
              <a:extLst>
                <a:ext uri="{FF2B5EF4-FFF2-40B4-BE49-F238E27FC236}">
                  <a16:creationId xmlns:a16="http://schemas.microsoft.com/office/drawing/2014/main" id="{20EC818E-5656-57F8-4BA0-2403C4E6A020}"/>
                </a:ext>
              </a:extLst>
            </p:cNvPr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1" name="pg1281">
              <a:extLst>
                <a:ext uri="{FF2B5EF4-FFF2-40B4-BE49-F238E27FC236}">
                  <a16:creationId xmlns:a16="http://schemas.microsoft.com/office/drawing/2014/main" id="{C46F02A8-37A7-395F-7E2B-B52158294E6D}"/>
                </a:ext>
              </a:extLst>
            </p:cNvPr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2" name="pg1282">
              <a:extLst>
                <a:ext uri="{FF2B5EF4-FFF2-40B4-BE49-F238E27FC236}">
                  <a16:creationId xmlns:a16="http://schemas.microsoft.com/office/drawing/2014/main" id="{520410B1-54E3-0BB3-5C8C-E5E77B157734}"/>
                </a:ext>
              </a:extLst>
            </p:cNvPr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3" name="pg1283">
              <a:extLst>
                <a:ext uri="{FF2B5EF4-FFF2-40B4-BE49-F238E27FC236}">
                  <a16:creationId xmlns:a16="http://schemas.microsoft.com/office/drawing/2014/main" id="{43FF562C-F480-CB5D-B0ED-93B37530F4A2}"/>
                </a:ext>
              </a:extLst>
            </p:cNvPr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4" name="pg1284">
              <a:extLst>
                <a:ext uri="{FF2B5EF4-FFF2-40B4-BE49-F238E27FC236}">
                  <a16:creationId xmlns:a16="http://schemas.microsoft.com/office/drawing/2014/main" id="{3BFC8B9D-B7A1-7DBD-D904-4539D6BCDBB0}"/>
                </a:ext>
              </a:extLst>
            </p:cNvPr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5" name="pg1285">
              <a:extLst>
                <a:ext uri="{FF2B5EF4-FFF2-40B4-BE49-F238E27FC236}">
                  <a16:creationId xmlns:a16="http://schemas.microsoft.com/office/drawing/2014/main" id="{BB546FF9-AA6A-2A8D-6FE4-7E59E6411F1B}"/>
                </a:ext>
              </a:extLst>
            </p:cNvPr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6" name="pg1286">
              <a:extLst>
                <a:ext uri="{FF2B5EF4-FFF2-40B4-BE49-F238E27FC236}">
                  <a16:creationId xmlns:a16="http://schemas.microsoft.com/office/drawing/2014/main" id="{1FB230BB-4ED9-078C-8C59-00F78653A11D}"/>
                </a:ext>
              </a:extLst>
            </p:cNvPr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7" name="pg1287">
              <a:extLst>
                <a:ext uri="{FF2B5EF4-FFF2-40B4-BE49-F238E27FC236}">
                  <a16:creationId xmlns:a16="http://schemas.microsoft.com/office/drawing/2014/main" id="{A5511390-A8DD-1850-7F6D-B9D3DF8DDB6A}"/>
                </a:ext>
              </a:extLst>
            </p:cNvPr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8" name="pg1288">
              <a:extLst>
                <a:ext uri="{FF2B5EF4-FFF2-40B4-BE49-F238E27FC236}">
                  <a16:creationId xmlns:a16="http://schemas.microsoft.com/office/drawing/2014/main" id="{572E84B8-6932-90DF-848A-2024DB75D9A9}"/>
                </a:ext>
              </a:extLst>
            </p:cNvPr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9" name="pg1289">
              <a:extLst>
                <a:ext uri="{FF2B5EF4-FFF2-40B4-BE49-F238E27FC236}">
                  <a16:creationId xmlns:a16="http://schemas.microsoft.com/office/drawing/2014/main" id="{BD781DDE-B38A-86A9-83D6-31320B9FF8EF}"/>
                </a:ext>
              </a:extLst>
            </p:cNvPr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0" name="pg1290">
              <a:extLst>
                <a:ext uri="{FF2B5EF4-FFF2-40B4-BE49-F238E27FC236}">
                  <a16:creationId xmlns:a16="http://schemas.microsoft.com/office/drawing/2014/main" id="{2F4588B6-2D77-FE35-E980-09CC5E965E24}"/>
                </a:ext>
              </a:extLst>
            </p:cNvPr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1" name="pg1291">
              <a:extLst>
                <a:ext uri="{FF2B5EF4-FFF2-40B4-BE49-F238E27FC236}">
                  <a16:creationId xmlns:a16="http://schemas.microsoft.com/office/drawing/2014/main" id="{F062F99D-9952-AB32-8B5F-64F4E07CD840}"/>
                </a:ext>
              </a:extLst>
            </p:cNvPr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2" name="pg1292">
              <a:extLst>
                <a:ext uri="{FF2B5EF4-FFF2-40B4-BE49-F238E27FC236}">
                  <a16:creationId xmlns:a16="http://schemas.microsoft.com/office/drawing/2014/main" id="{B9AAFEAE-57AB-A945-1F7A-482B53DA30AA}"/>
                </a:ext>
              </a:extLst>
            </p:cNvPr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3" name="pg1293">
              <a:extLst>
                <a:ext uri="{FF2B5EF4-FFF2-40B4-BE49-F238E27FC236}">
                  <a16:creationId xmlns:a16="http://schemas.microsoft.com/office/drawing/2014/main" id="{25AA1C0A-C2B5-400C-FBCA-B869DCCAA1CD}"/>
                </a:ext>
              </a:extLst>
            </p:cNvPr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4" name="pg1294">
              <a:extLst>
                <a:ext uri="{FF2B5EF4-FFF2-40B4-BE49-F238E27FC236}">
                  <a16:creationId xmlns:a16="http://schemas.microsoft.com/office/drawing/2014/main" id="{BF9DE120-3C5F-3D70-90F3-568D7E96386D}"/>
                </a:ext>
              </a:extLst>
            </p:cNvPr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5" name="pg1295">
              <a:extLst>
                <a:ext uri="{FF2B5EF4-FFF2-40B4-BE49-F238E27FC236}">
                  <a16:creationId xmlns:a16="http://schemas.microsoft.com/office/drawing/2014/main" id="{82D28C79-905F-3FBF-E174-941C18D72FA9}"/>
                </a:ext>
              </a:extLst>
            </p:cNvPr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6" name="pg1296">
              <a:extLst>
                <a:ext uri="{FF2B5EF4-FFF2-40B4-BE49-F238E27FC236}">
                  <a16:creationId xmlns:a16="http://schemas.microsoft.com/office/drawing/2014/main" id="{237D6CD8-E014-B9CB-F4AC-E534C4C7DE29}"/>
                </a:ext>
              </a:extLst>
            </p:cNvPr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7" name="pg1297">
              <a:extLst>
                <a:ext uri="{FF2B5EF4-FFF2-40B4-BE49-F238E27FC236}">
                  <a16:creationId xmlns:a16="http://schemas.microsoft.com/office/drawing/2014/main" id="{25F14D2F-071D-39CD-13D3-E9EA66608648}"/>
                </a:ext>
              </a:extLst>
            </p:cNvPr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8" name="pg1298">
              <a:extLst>
                <a:ext uri="{FF2B5EF4-FFF2-40B4-BE49-F238E27FC236}">
                  <a16:creationId xmlns:a16="http://schemas.microsoft.com/office/drawing/2014/main" id="{CA312B52-9270-1A32-6733-4339BB9F0C5D}"/>
                </a:ext>
              </a:extLst>
            </p:cNvPr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9" name="pg1299">
              <a:extLst>
                <a:ext uri="{FF2B5EF4-FFF2-40B4-BE49-F238E27FC236}">
                  <a16:creationId xmlns:a16="http://schemas.microsoft.com/office/drawing/2014/main" id="{05CA89DC-9D1E-A40B-5D3F-D8B9C6262B01}"/>
                </a:ext>
              </a:extLst>
            </p:cNvPr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0" name="pg1300">
              <a:extLst>
                <a:ext uri="{FF2B5EF4-FFF2-40B4-BE49-F238E27FC236}">
                  <a16:creationId xmlns:a16="http://schemas.microsoft.com/office/drawing/2014/main" id="{913CF2CF-CE74-7CA2-1A22-61FC4A25E3CB}"/>
                </a:ext>
              </a:extLst>
            </p:cNvPr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1" name="pg1301">
              <a:extLst>
                <a:ext uri="{FF2B5EF4-FFF2-40B4-BE49-F238E27FC236}">
                  <a16:creationId xmlns:a16="http://schemas.microsoft.com/office/drawing/2014/main" id="{B130190F-9869-9BE0-8774-A643D9616D9B}"/>
                </a:ext>
              </a:extLst>
            </p:cNvPr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2" name="pg1302">
              <a:extLst>
                <a:ext uri="{FF2B5EF4-FFF2-40B4-BE49-F238E27FC236}">
                  <a16:creationId xmlns:a16="http://schemas.microsoft.com/office/drawing/2014/main" id="{3C1F69FF-62EA-95C2-FF0D-7D09A7E6708A}"/>
                </a:ext>
              </a:extLst>
            </p:cNvPr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3" name="pg1303">
              <a:extLst>
                <a:ext uri="{FF2B5EF4-FFF2-40B4-BE49-F238E27FC236}">
                  <a16:creationId xmlns:a16="http://schemas.microsoft.com/office/drawing/2014/main" id="{D09E4DF3-3F35-F534-8CA6-C4B8FE13783E}"/>
                </a:ext>
              </a:extLst>
            </p:cNvPr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4" name="pg1304">
              <a:extLst>
                <a:ext uri="{FF2B5EF4-FFF2-40B4-BE49-F238E27FC236}">
                  <a16:creationId xmlns:a16="http://schemas.microsoft.com/office/drawing/2014/main" id="{70FBDD27-0178-8F5F-D876-43DDAD417695}"/>
                </a:ext>
              </a:extLst>
            </p:cNvPr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5" name="pg1305">
              <a:extLst>
                <a:ext uri="{FF2B5EF4-FFF2-40B4-BE49-F238E27FC236}">
                  <a16:creationId xmlns:a16="http://schemas.microsoft.com/office/drawing/2014/main" id="{1074A03F-46D4-E83F-52F0-4678C6DF8DFD}"/>
                </a:ext>
              </a:extLst>
            </p:cNvPr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6" name="pg1306">
              <a:extLst>
                <a:ext uri="{FF2B5EF4-FFF2-40B4-BE49-F238E27FC236}">
                  <a16:creationId xmlns:a16="http://schemas.microsoft.com/office/drawing/2014/main" id="{EABBD554-9996-BDD0-CA43-524431441DAB}"/>
                </a:ext>
              </a:extLst>
            </p:cNvPr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7" name="pg1307">
              <a:extLst>
                <a:ext uri="{FF2B5EF4-FFF2-40B4-BE49-F238E27FC236}">
                  <a16:creationId xmlns:a16="http://schemas.microsoft.com/office/drawing/2014/main" id="{71410AB1-E4D2-90AB-F086-874CEA6A822A}"/>
                </a:ext>
              </a:extLst>
            </p:cNvPr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8" name="pg1308">
              <a:extLst>
                <a:ext uri="{FF2B5EF4-FFF2-40B4-BE49-F238E27FC236}">
                  <a16:creationId xmlns:a16="http://schemas.microsoft.com/office/drawing/2014/main" id="{6CAC496E-07B5-8EB2-1B06-43AA08140309}"/>
                </a:ext>
              </a:extLst>
            </p:cNvPr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9" name="pg1309">
              <a:extLst>
                <a:ext uri="{FF2B5EF4-FFF2-40B4-BE49-F238E27FC236}">
                  <a16:creationId xmlns:a16="http://schemas.microsoft.com/office/drawing/2014/main" id="{07AC87DD-09C4-0F7F-A938-C6AAC74D1CC7}"/>
                </a:ext>
              </a:extLst>
            </p:cNvPr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0" name="pg1310">
              <a:extLst>
                <a:ext uri="{FF2B5EF4-FFF2-40B4-BE49-F238E27FC236}">
                  <a16:creationId xmlns:a16="http://schemas.microsoft.com/office/drawing/2014/main" id="{6D880CAF-FCF0-7104-169B-FD73FA695198}"/>
                </a:ext>
              </a:extLst>
            </p:cNvPr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1" name="pg1311">
              <a:extLst>
                <a:ext uri="{FF2B5EF4-FFF2-40B4-BE49-F238E27FC236}">
                  <a16:creationId xmlns:a16="http://schemas.microsoft.com/office/drawing/2014/main" id="{254C5469-496D-7EBD-7400-5B6B4B839F4B}"/>
                </a:ext>
              </a:extLst>
            </p:cNvPr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2" name="pg1312">
              <a:extLst>
                <a:ext uri="{FF2B5EF4-FFF2-40B4-BE49-F238E27FC236}">
                  <a16:creationId xmlns:a16="http://schemas.microsoft.com/office/drawing/2014/main" id="{E2553938-E447-AD46-D0C8-F4E57382D3A4}"/>
                </a:ext>
              </a:extLst>
            </p:cNvPr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3" name="pg1313">
              <a:extLst>
                <a:ext uri="{FF2B5EF4-FFF2-40B4-BE49-F238E27FC236}">
                  <a16:creationId xmlns:a16="http://schemas.microsoft.com/office/drawing/2014/main" id="{420C4175-5068-C913-3D57-D1F7A259206D}"/>
                </a:ext>
              </a:extLst>
            </p:cNvPr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4" name="pg1314">
              <a:extLst>
                <a:ext uri="{FF2B5EF4-FFF2-40B4-BE49-F238E27FC236}">
                  <a16:creationId xmlns:a16="http://schemas.microsoft.com/office/drawing/2014/main" id="{BD90B91D-25D2-74DF-08DE-E5864CEB6CF7}"/>
                </a:ext>
              </a:extLst>
            </p:cNvPr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5" name="pg1315">
              <a:extLst>
                <a:ext uri="{FF2B5EF4-FFF2-40B4-BE49-F238E27FC236}">
                  <a16:creationId xmlns:a16="http://schemas.microsoft.com/office/drawing/2014/main" id="{B63CED2B-1064-CA27-EB47-DB6B75D3E795}"/>
                </a:ext>
              </a:extLst>
            </p:cNvPr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6" name="pg1316">
              <a:extLst>
                <a:ext uri="{FF2B5EF4-FFF2-40B4-BE49-F238E27FC236}">
                  <a16:creationId xmlns:a16="http://schemas.microsoft.com/office/drawing/2014/main" id="{62989F60-28F5-C660-5FBB-9E5C0BE348A7}"/>
                </a:ext>
              </a:extLst>
            </p:cNvPr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7" name="pg1317">
              <a:extLst>
                <a:ext uri="{FF2B5EF4-FFF2-40B4-BE49-F238E27FC236}">
                  <a16:creationId xmlns:a16="http://schemas.microsoft.com/office/drawing/2014/main" id="{287BE8EB-8807-CAE8-1369-10A44A17BF81}"/>
                </a:ext>
              </a:extLst>
            </p:cNvPr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8" name="pg1318">
              <a:extLst>
                <a:ext uri="{FF2B5EF4-FFF2-40B4-BE49-F238E27FC236}">
                  <a16:creationId xmlns:a16="http://schemas.microsoft.com/office/drawing/2014/main" id="{248D8CFB-4AAD-8B26-DDA6-460B71D5171D}"/>
                </a:ext>
              </a:extLst>
            </p:cNvPr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9" name="pg1319">
              <a:extLst>
                <a:ext uri="{FF2B5EF4-FFF2-40B4-BE49-F238E27FC236}">
                  <a16:creationId xmlns:a16="http://schemas.microsoft.com/office/drawing/2014/main" id="{51FC22A2-1260-47E2-6FAC-6C1CE5755184}"/>
                </a:ext>
              </a:extLst>
            </p:cNvPr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0" name="pg1320">
              <a:extLst>
                <a:ext uri="{FF2B5EF4-FFF2-40B4-BE49-F238E27FC236}">
                  <a16:creationId xmlns:a16="http://schemas.microsoft.com/office/drawing/2014/main" id="{6225CDD9-3040-FAA6-F7BB-8630EB9B0D11}"/>
                </a:ext>
              </a:extLst>
            </p:cNvPr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1" name="pg1321">
              <a:extLst>
                <a:ext uri="{FF2B5EF4-FFF2-40B4-BE49-F238E27FC236}">
                  <a16:creationId xmlns:a16="http://schemas.microsoft.com/office/drawing/2014/main" id="{784AC68B-F8A3-6051-00D1-45592864500C}"/>
                </a:ext>
              </a:extLst>
            </p:cNvPr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2" name="pg1322">
              <a:extLst>
                <a:ext uri="{FF2B5EF4-FFF2-40B4-BE49-F238E27FC236}">
                  <a16:creationId xmlns:a16="http://schemas.microsoft.com/office/drawing/2014/main" id="{3B25D05C-4DF4-2F62-E4B1-F28DD894886A}"/>
                </a:ext>
              </a:extLst>
            </p:cNvPr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3" name="pg1323">
              <a:extLst>
                <a:ext uri="{FF2B5EF4-FFF2-40B4-BE49-F238E27FC236}">
                  <a16:creationId xmlns:a16="http://schemas.microsoft.com/office/drawing/2014/main" id="{4605B7FA-4ADF-2B73-4675-C65AA05D6A64}"/>
                </a:ext>
              </a:extLst>
            </p:cNvPr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4" name="pg1324">
              <a:extLst>
                <a:ext uri="{FF2B5EF4-FFF2-40B4-BE49-F238E27FC236}">
                  <a16:creationId xmlns:a16="http://schemas.microsoft.com/office/drawing/2014/main" id="{F94EBB83-DD0A-9DF9-60AA-C5D37128EBD2}"/>
                </a:ext>
              </a:extLst>
            </p:cNvPr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5" name="pg1325">
              <a:extLst>
                <a:ext uri="{FF2B5EF4-FFF2-40B4-BE49-F238E27FC236}">
                  <a16:creationId xmlns:a16="http://schemas.microsoft.com/office/drawing/2014/main" id="{F9651CB5-939C-979C-15A0-51E4ACE28A32}"/>
                </a:ext>
              </a:extLst>
            </p:cNvPr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6" name="pg1326">
              <a:extLst>
                <a:ext uri="{FF2B5EF4-FFF2-40B4-BE49-F238E27FC236}">
                  <a16:creationId xmlns:a16="http://schemas.microsoft.com/office/drawing/2014/main" id="{5F65F8A1-E753-6F94-E2C0-CB033719C830}"/>
                </a:ext>
              </a:extLst>
            </p:cNvPr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7" name="pg1327">
              <a:extLst>
                <a:ext uri="{FF2B5EF4-FFF2-40B4-BE49-F238E27FC236}">
                  <a16:creationId xmlns:a16="http://schemas.microsoft.com/office/drawing/2014/main" id="{7FB4F832-7B44-DBF4-448F-17FD16F335DF}"/>
                </a:ext>
              </a:extLst>
            </p:cNvPr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8" name="pg1328">
              <a:extLst>
                <a:ext uri="{FF2B5EF4-FFF2-40B4-BE49-F238E27FC236}">
                  <a16:creationId xmlns:a16="http://schemas.microsoft.com/office/drawing/2014/main" id="{03837813-D550-67B7-77CC-B853D547B574}"/>
                </a:ext>
              </a:extLst>
            </p:cNvPr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9" name="pg1329">
              <a:extLst>
                <a:ext uri="{FF2B5EF4-FFF2-40B4-BE49-F238E27FC236}">
                  <a16:creationId xmlns:a16="http://schemas.microsoft.com/office/drawing/2014/main" id="{DF648D86-3C9A-D39C-849D-87C615B04C40}"/>
                </a:ext>
              </a:extLst>
            </p:cNvPr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0" name="pg1330">
              <a:extLst>
                <a:ext uri="{FF2B5EF4-FFF2-40B4-BE49-F238E27FC236}">
                  <a16:creationId xmlns:a16="http://schemas.microsoft.com/office/drawing/2014/main" id="{DA4B72BE-8DF3-3DD9-0FBF-F45141160982}"/>
                </a:ext>
              </a:extLst>
            </p:cNvPr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1" name="pg1331">
              <a:extLst>
                <a:ext uri="{FF2B5EF4-FFF2-40B4-BE49-F238E27FC236}">
                  <a16:creationId xmlns:a16="http://schemas.microsoft.com/office/drawing/2014/main" id="{14112F33-5247-367E-FC03-27038BA3CA50}"/>
                </a:ext>
              </a:extLst>
            </p:cNvPr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2" name="pg1332">
              <a:extLst>
                <a:ext uri="{FF2B5EF4-FFF2-40B4-BE49-F238E27FC236}">
                  <a16:creationId xmlns:a16="http://schemas.microsoft.com/office/drawing/2014/main" id="{70E60089-24EB-AE82-F4FC-61B416F5DD9D}"/>
                </a:ext>
              </a:extLst>
            </p:cNvPr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3" name="pg1333">
              <a:extLst>
                <a:ext uri="{FF2B5EF4-FFF2-40B4-BE49-F238E27FC236}">
                  <a16:creationId xmlns:a16="http://schemas.microsoft.com/office/drawing/2014/main" id="{A4A05BD8-94AA-871C-F083-041249780254}"/>
                </a:ext>
              </a:extLst>
            </p:cNvPr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4" name="pg1334">
              <a:extLst>
                <a:ext uri="{FF2B5EF4-FFF2-40B4-BE49-F238E27FC236}">
                  <a16:creationId xmlns:a16="http://schemas.microsoft.com/office/drawing/2014/main" id="{B12252A2-49F9-0025-DA82-DA7F3F4DEA6A}"/>
                </a:ext>
              </a:extLst>
            </p:cNvPr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5" name="pg1335">
              <a:extLst>
                <a:ext uri="{FF2B5EF4-FFF2-40B4-BE49-F238E27FC236}">
                  <a16:creationId xmlns:a16="http://schemas.microsoft.com/office/drawing/2014/main" id="{710DCEEB-DC9B-2B7D-F0C3-EBECD756A564}"/>
                </a:ext>
              </a:extLst>
            </p:cNvPr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6" name="pg1336">
              <a:extLst>
                <a:ext uri="{FF2B5EF4-FFF2-40B4-BE49-F238E27FC236}">
                  <a16:creationId xmlns:a16="http://schemas.microsoft.com/office/drawing/2014/main" id="{3FF8A54B-519A-072F-EAC6-40BD0AAF6A7E}"/>
                </a:ext>
              </a:extLst>
            </p:cNvPr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7" name="pg1337">
              <a:extLst>
                <a:ext uri="{FF2B5EF4-FFF2-40B4-BE49-F238E27FC236}">
                  <a16:creationId xmlns:a16="http://schemas.microsoft.com/office/drawing/2014/main" id="{211D3208-3834-7AB5-E4F8-1A1D0AAC5B7E}"/>
                </a:ext>
              </a:extLst>
            </p:cNvPr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8" name="pg1338">
              <a:extLst>
                <a:ext uri="{FF2B5EF4-FFF2-40B4-BE49-F238E27FC236}">
                  <a16:creationId xmlns:a16="http://schemas.microsoft.com/office/drawing/2014/main" id="{E67C2612-3E77-077A-E532-8E833632333C}"/>
                </a:ext>
              </a:extLst>
            </p:cNvPr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9" name="pg1339">
              <a:extLst>
                <a:ext uri="{FF2B5EF4-FFF2-40B4-BE49-F238E27FC236}">
                  <a16:creationId xmlns:a16="http://schemas.microsoft.com/office/drawing/2014/main" id="{7064FF8B-3975-1860-70B6-1A43D6F6C024}"/>
                </a:ext>
              </a:extLst>
            </p:cNvPr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0" name="pg1340">
              <a:extLst>
                <a:ext uri="{FF2B5EF4-FFF2-40B4-BE49-F238E27FC236}">
                  <a16:creationId xmlns:a16="http://schemas.microsoft.com/office/drawing/2014/main" id="{FA9E7BCD-57F4-7602-085E-672035E73F4F}"/>
                </a:ext>
              </a:extLst>
            </p:cNvPr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1" name="pg1341">
              <a:extLst>
                <a:ext uri="{FF2B5EF4-FFF2-40B4-BE49-F238E27FC236}">
                  <a16:creationId xmlns:a16="http://schemas.microsoft.com/office/drawing/2014/main" id="{3DF327DC-FF1D-D243-C568-A099320D8919}"/>
                </a:ext>
              </a:extLst>
            </p:cNvPr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2" name="pg1342">
              <a:extLst>
                <a:ext uri="{FF2B5EF4-FFF2-40B4-BE49-F238E27FC236}">
                  <a16:creationId xmlns:a16="http://schemas.microsoft.com/office/drawing/2014/main" id="{87656FBA-07C3-E636-B55F-D9726B8B2678}"/>
                </a:ext>
              </a:extLst>
            </p:cNvPr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3" name="pg1343">
              <a:extLst>
                <a:ext uri="{FF2B5EF4-FFF2-40B4-BE49-F238E27FC236}">
                  <a16:creationId xmlns:a16="http://schemas.microsoft.com/office/drawing/2014/main" id="{E071303F-AF23-0C1F-9FA1-73542CBD31F1}"/>
                </a:ext>
              </a:extLst>
            </p:cNvPr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4" name="pg1344">
              <a:extLst>
                <a:ext uri="{FF2B5EF4-FFF2-40B4-BE49-F238E27FC236}">
                  <a16:creationId xmlns:a16="http://schemas.microsoft.com/office/drawing/2014/main" id="{552B3EC4-5667-26A5-4F9E-DC47FFE97D93}"/>
                </a:ext>
              </a:extLst>
            </p:cNvPr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5" name="pg1345">
              <a:extLst>
                <a:ext uri="{FF2B5EF4-FFF2-40B4-BE49-F238E27FC236}">
                  <a16:creationId xmlns:a16="http://schemas.microsoft.com/office/drawing/2014/main" id="{FB3F1C57-72C8-72BA-7B46-A046988D4DEB}"/>
                </a:ext>
              </a:extLst>
            </p:cNvPr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6" name="pg1346">
              <a:extLst>
                <a:ext uri="{FF2B5EF4-FFF2-40B4-BE49-F238E27FC236}">
                  <a16:creationId xmlns:a16="http://schemas.microsoft.com/office/drawing/2014/main" id="{214826A3-0AD1-41CA-FA02-6240D9897879}"/>
                </a:ext>
              </a:extLst>
            </p:cNvPr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7" name="pg1347">
              <a:extLst>
                <a:ext uri="{FF2B5EF4-FFF2-40B4-BE49-F238E27FC236}">
                  <a16:creationId xmlns:a16="http://schemas.microsoft.com/office/drawing/2014/main" id="{03CDE938-08FF-3D8D-26B3-4C45076B5077}"/>
                </a:ext>
              </a:extLst>
            </p:cNvPr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8" name="pg1348">
              <a:extLst>
                <a:ext uri="{FF2B5EF4-FFF2-40B4-BE49-F238E27FC236}">
                  <a16:creationId xmlns:a16="http://schemas.microsoft.com/office/drawing/2014/main" id="{F6325421-81C3-FFC2-00ED-8B9F7D37ACF5}"/>
                </a:ext>
              </a:extLst>
            </p:cNvPr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9" name="pg1349">
              <a:extLst>
                <a:ext uri="{FF2B5EF4-FFF2-40B4-BE49-F238E27FC236}">
                  <a16:creationId xmlns:a16="http://schemas.microsoft.com/office/drawing/2014/main" id="{5E84FC19-76B2-2AEB-4557-A0751A90F0BB}"/>
                </a:ext>
              </a:extLst>
            </p:cNvPr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0" name="pg1350">
              <a:extLst>
                <a:ext uri="{FF2B5EF4-FFF2-40B4-BE49-F238E27FC236}">
                  <a16:creationId xmlns:a16="http://schemas.microsoft.com/office/drawing/2014/main" id="{9BD09737-9AE6-C764-5268-CC815D57EA63}"/>
                </a:ext>
              </a:extLst>
            </p:cNvPr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1" name="pg1351">
              <a:extLst>
                <a:ext uri="{FF2B5EF4-FFF2-40B4-BE49-F238E27FC236}">
                  <a16:creationId xmlns:a16="http://schemas.microsoft.com/office/drawing/2014/main" id="{16DD2FF0-982B-0BDE-0F50-BCCE4D643FA9}"/>
                </a:ext>
              </a:extLst>
            </p:cNvPr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2" name="pg1352">
              <a:extLst>
                <a:ext uri="{FF2B5EF4-FFF2-40B4-BE49-F238E27FC236}">
                  <a16:creationId xmlns:a16="http://schemas.microsoft.com/office/drawing/2014/main" id="{C3CEE222-F2C2-F422-A36E-8B5CD6ACCD24}"/>
                </a:ext>
              </a:extLst>
            </p:cNvPr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3" name="pg1353">
              <a:extLst>
                <a:ext uri="{FF2B5EF4-FFF2-40B4-BE49-F238E27FC236}">
                  <a16:creationId xmlns:a16="http://schemas.microsoft.com/office/drawing/2014/main" id="{5A240912-81EE-983B-957F-B46BF082500D}"/>
                </a:ext>
              </a:extLst>
            </p:cNvPr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4" name="pg1354">
              <a:extLst>
                <a:ext uri="{FF2B5EF4-FFF2-40B4-BE49-F238E27FC236}">
                  <a16:creationId xmlns:a16="http://schemas.microsoft.com/office/drawing/2014/main" id="{345D5A16-05EA-48F9-01CD-E53754F02DED}"/>
                </a:ext>
              </a:extLst>
            </p:cNvPr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5" name="pg1355">
              <a:extLst>
                <a:ext uri="{FF2B5EF4-FFF2-40B4-BE49-F238E27FC236}">
                  <a16:creationId xmlns:a16="http://schemas.microsoft.com/office/drawing/2014/main" id="{22309DB8-8BC2-37C1-9807-D2BD27E7D8EE}"/>
                </a:ext>
              </a:extLst>
            </p:cNvPr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6" name="pg1356">
              <a:extLst>
                <a:ext uri="{FF2B5EF4-FFF2-40B4-BE49-F238E27FC236}">
                  <a16:creationId xmlns:a16="http://schemas.microsoft.com/office/drawing/2014/main" id="{39C61AFD-4E85-34AD-360A-92740C2AC87C}"/>
                </a:ext>
              </a:extLst>
            </p:cNvPr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7" name="pg1357">
              <a:extLst>
                <a:ext uri="{FF2B5EF4-FFF2-40B4-BE49-F238E27FC236}">
                  <a16:creationId xmlns:a16="http://schemas.microsoft.com/office/drawing/2014/main" id="{BDDCABE6-666A-C230-EE16-8E7E05566844}"/>
                </a:ext>
              </a:extLst>
            </p:cNvPr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8" name="pg1358">
              <a:extLst>
                <a:ext uri="{FF2B5EF4-FFF2-40B4-BE49-F238E27FC236}">
                  <a16:creationId xmlns:a16="http://schemas.microsoft.com/office/drawing/2014/main" id="{CC1DDC81-394F-2BF1-785A-D6F51B2A4983}"/>
                </a:ext>
              </a:extLst>
            </p:cNvPr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9" name="pg1359">
              <a:extLst>
                <a:ext uri="{FF2B5EF4-FFF2-40B4-BE49-F238E27FC236}">
                  <a16:creationId xmlns:a16="http://schemas.microsoft.com/office/drawing/2014/main" id="{0C743569-44BB-4E0A-3693-FE1FA6EFB915}"/>
                </a:ext>
              </a:extLst>
            </p:cNvPr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0" name="pg1360">
              <a:extLst>
                <a:ext uri="{FF2B5EF4-FFF2-40B4-BE49-F238E27FC236}">
                  <a16:creationId xmlns:a16="http://schemas.microsoft.com/office/drawing/2014/main" id="{70A12B82-D21D-8F6A-4526-A5A0207CFC72}"/>
                </a:ext>
              </a:extLst>
            </p:cNvPr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1" name="pg1361">
              <a:extLst>
                <a:ext uri="{FF2B5EF4-FFF2-40B4-BE49-F238E27FC236}">
                  <a16:creationId xmlns:a16="http://schemas.microsoft.com/office/drawing/2014/main" id="{2DD1D1E5-4E1B-C513-4F22-0E5EE44CFE50}"/>
                </a:ext>
              </a:extLst>
            </p:cNvPr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2" name="pg1362">
              <a:extLst>
                <a:ext uri="{FF2B5EF4-FFF2-40B4-BE49-F238E27FC236}">
                  <a16:creationId xmlns:a16="http://schemas.microsoft.com/office/drawing/2014/main" id="{F9E8D37C-CB91-9B94-31FA-F0D04F957BDB}"/>
                </a:ext>
              </a:extLst>
            </p:cNvPr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3" name="pg1363">
              <a:extLst>
                <a:ext uri="{FF2B5EF4-FFF2-40B4-BE49-F238E27FC236}">
                  <a16:creationId xmlns:a16="http://schemas.microsoft.com/office/drawing/2014/main" id="{9D7CA82E-2878-E532-3F0B-62528E92A6B5}"/>
                </a:ext>
              </a:extLst>
            </p:cNvPr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4" name="pg1364">
              <a:extLst>
                <a:ext uri="{FF2B5EF4-FFF2-40B4-BE49-F238E27FC236}">
                  <a16:creationId xmlns:a16="http://schemas.microsoft.com/office/drawing/2014/main" id="{FC682874-E8FA-6585-F02F-A36CF7DF48E7}"/>
                </a:ext>
              </a:extLst>
            </p:cNvPr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5" name="pg1365">
              <a:extLst>
                <a:ext uri="{FF2B5EF4-FFF2-40B4-BE49-F238E27FC236}">
                  <a16:creationId xmlns:a16="http://schemas.microsoft.com/office/drawing/2014/main" id="{F959E111-DB92-676E-8667-599A7C7C5276}"/>
                </a:ext>
              </a:extLst>
            </p:cNvPr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6" name="pg1366">
              <a:extLst>
                <a:ext uri="{FF2B5EF4-FFF2-40B4-BE49-F238E27FC236}">
                  <a16:creationId xmlns:a16="http://schemas.microsoft.com/office/drawing/2014/main" id="{689DB877-5E6F-EC59-1C42-A10EC1682455}"/>
                </a:ext>
              </a:extLst>
            </p:cNvPr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7" name="pg1367">
              <a:extLst>
                <a:ext uri="{FF2B5EF4-FFF2-40B4-BE49-F238E27FC236}">
                  <a16:creationId xmlns:a16="http://schemas.microsoft.com/office/drawing/2014/main" id="{C34B6258-23E9-2F1E-C115-6DFDCF867D31}"/>
                </a:ext>
              </a:extLst>
            </p:cNvPr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8" name="pg1368">
              <a:extLst>
                <a:ext uri="{FF2B5EF4-FFF2-40B4-BE49-F238E27FC236}">
                  <a16:creationId xmlns:a16="http://schemas.microsoft.com/office/drawing/2014/main" id="{C7ED6BE2-26A4-B83F-60AA-7CBC10F6DA7C}"/>
                </a:ext>
              </a:extLst>
            </p:cNvPr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9" name="pg1369">
              <a:extLst>
                <a:ext uri="{FF2B5EF4-FFF2-40B4-BE49-F238E27FC236}">
                  <a16:creationId xmlns:a16="http://schemas.microsoft.com/office/drawing/2014/main" id="{912E021D-6A96-DC98-E0EE-614C0A388FD1}"/>
                </a:ext>
              </a:extLst>
            </p:cNvPr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0" name="pg1370">
              <a:extLst>
                <a:ext uri="{FF2B5EF4-FFF2-40B4-BE49-F238E27FC236}">
                  <a16:creationId xmlns:a16="http://schemas.microsoft.com/office/drawing/2014/main" id="{A416ED53-854E-D141-B549-3168900D428E}"/>
                </a:ext>
              </a:extLst>
            </p:cNvPr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1" name="pg1371">
              <a:extLst>
                <a:ext uri="{FF2B5EF4-FFF2-40B4-BE49-F238E27FC236}">
                  <a16:creationId xmlns:a16="http://schemas.microsoft.com/office/drawing/2014/main" id="{0DAFFA5D-FCDA-B11C-6604-DA095FC03F1F}"/>
                </a:ext>
              </a:extLst>
            </p:cNvPr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2" name="pg1372">
              <a:extLst>
                <a:ext uri="{FF2B5EF4-FFF2-40B4-BE49-F238E27FC236}">
                  <a16:creationId xmlns:a16="http://schemas.microsoft.com/office/drawing/2014/main" id="{6DD98F9B-64FF-6891-FEE1-ED1B9AE18A94}"/>
                </a:ext>
              </a:extLst>
            </p:cNvPr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3" name="pg1373">
              <a:extLst>
                <a:ext uri="{FF2B5EF4-FFF2-40B4-BE49-F238E27FC236}">
                  <a16:creationId xmlns:a16="http://schemas.microsoft.com/office/drawing/2014/main" id="{893F531C-36B8-5BA6-B359-7F68C9EA262E}"/>
                </a:ext>
              </a:extLst>
            </p:cNvPr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4" name="pg1374">
              <a:extLst>
                <a:ext uri="{FF2B5EF4-FFF2-40B4-BE49-F238E27FC236}">
                  <a16:creationId xmlns:a16="http://schemas.microsoft.com/office/drawing/2014/main" id="{F5F484F7-0B78-6B69-46B3-15366D268E4F}"/>
                </a:ext>
              </a:extLst>
            </p:cNvPr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5" name="pg1375">
              <a:extLst>
                <a:ext uri="{FF2B5EF4-FFF2-40B4-BE49-F238E27FC236}">
                  <a16:creationId xmlns:a16="http://schemas.microsoft.com/office/drawing/2014/main" id="{92EF6C60-F105-724B-6FBB-6B479FBF155B}"/>
                </a:ext>
              </a:extLst>
            </p:cNvPr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6" name="pg1376">
              <a:extLst>
                <a:ext uri="{FF2B5EF4-FFF2-40B4-BE49-F238E27FC236}">
                  <a16:creationId xmlns:a16="http://schemas.microsoft.com/office/drawing/2014/main" id="{15DB8F34-4E10-FBE7-5E98-AEEE4CDC3C9C}"/>
                </a:ext>
              </a:extLst>
            </p:cNvPr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7" name="pg1377">
              <a:extLst>
                <a:ext uri="{FF2B5EF4-FFF2-40B4-BE49-F238E27FC236}">
                  <a16:creationId xmlns:a16="http://schemas.microsoft.com/office/drawing/2014/main" id="{D274B63F-7AB3-AC98-2874-08D4133CECCF}"/>
                </a:ext>
              </a:extLst>
            </p:cNvPr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8" name="pg1378">
              <a:extLst>
                <a:ext uri="{FF2B5EF4-FFF2-40B4-BE49-F238E27FC236}">
                  <a16:creationId xmlns:a16="http://schemas.microsoft.com/office/drawing/2014/main" id="{29F9E89D-A7BC-B8CD-A2B4-281397245462}"/>
                </a:ext>
              </a:extLst>
            </p:cNvPr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9" name="pg1379">
              <a:extLst>
                <a:ext uri="{FF2B5EF4-FFF2-40B4-BE49-F238E27FC236}">
                  <a16:creationId xmlns:a16="http://schemas.microsoft.com/office/drawing/2014/main" id="{DDA1324F-351F-5956-8260-D16D6145C207}"/>
                </a:ext>
              </a:extLst>
            </p:cNvPr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0" name="pg1380">
              <a:extLst>
                <a:ext uri="{FF2B5EF4-FFF2-40B4-BE49-F238E27FC236}">
                  <a16:creationId xmlns:a16="http://schemas.microsoft.com/office/drawing/2014/main" id="{4202D4D1-5C4B-018C-6BF2-491E2DCA7D2B}"/>
                </a:ext>
              </a:extLst>
            </p:cNvPr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1" name="pg1381">
              <a:extLst>
                <a:ext uri="{FF2B5EF4-FFF2-40B4-BE49-F238E27FC236}">
                  <a16:creationId xmlns:a16="http://schemas.microsoft.com/office/drawing/2014/main" id="{FF955840-64C4-4E8F-5F0E-9C36F66DD3EB}"/>
                </a:ext>
              </a:extLst>
            </p:cNvPr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2" name="pg1382">
              <a:extLst>
                <a:ext uri="{FF2B5EF4-FFF2-40B4-BE49-F238E27FC236}">
                  <a16:creationId xmlns:a16="http://schemas.microsoft.com/office/drawing/2014/main" id="{2D882A7C-54D0-D742-829C-B2A6A55AED03}"/>
                </a:ext>
              </a:extLst>
            </p:cNvPr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3" name="pg1383">
              <a:extLst>
                <a:ext uri="{FF2B5EF4-FFF2-40B4-BE49-F238E27FC236}">
                  <a16:creationId xmlns:a16="http://schemas.microsoft.com/office/drawing/2014/main" id="{EAFF0831-4E99-8E10-3366-8B3ABDEE566E}"/>
                </a:ext>
              </a:extLst>
            </p:cNvPr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4" name="pg1384">
              <a:extLst>
                <a:ext uri="{FF2B5EF4-FFF2-40B4-BE49-F238E27FC236}">
                  <a16:creationId xmlns:a16="http://schemas.microsoft.com/office/drawing/2014/main" id="{22DE8566-B278-93D9-6C71-1A7199CF8646}"/>
                </a:ext>
              </a:extLst>
            </p:cNvPr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5" name="pg1385">
              <a:extLst>
                <a:ext uri="{FF2B5EF4-FFF2-40B4-BE49-F238E27FC236}">
                  <a16:creationId xmlns:a16="http://schemas.microsoft.com/office/drawing/2014/main" id="{B915609A-E0E0-C076-59D8-8BA973A4A2A1}"/>
                </a:ext>
              </a:extLst>
            </p:cNvPr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6" name="pg1386">
              <a:extLst>
                <a:ext uri="{FF2B5EF4-FFF2-40B4-BE49-F238E27FC236}">
                  <a16:creationId xmlns:a16="http://schemas.microsoft.com/office/drawing/2014/main" id="{81D6B950-6E6B-0324-EAB2-092546419B62}"/>
                </a:ext>
              </a:extLst>
            </p:cNvPr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7" name="pg1387">
              <a:extLst>
                <a:ext uri="{FF2B5EF4-FFF2-40B4-BE49-F238E27FC236}">
                  <a16:creationId xmlns:a16="http://schemas.microsoft.com/office/drawing/2014/main" id="{8F84555A-36D9-994A-FB57-3F22DCA27286}"/>
                </a:ext>
              </a:extLst>
            </p:cNvPr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8" name="pg1388">
              <a:extLst>
                <a:ext uri="{FF2B5EF4-FFF2-40B4-BE49-F238E27FC236}">
                  <a16:creationId xmlns:a16="http://schemas.microsoft.com/office/drawing/2014/main" id="{B2E0F21B-63F5-8599-23C2-F84D759F4E8B}"/>
                </a:ext>
              </a:extLst>
            </p:cNvPr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9" name="pg1389">
              <a:extLst>
                <a:ext uri="{FF2B5EF4-FFF2-40B4-BE49-F238E27FC236}">
                  <a16:creationId xmlns:a16="http://schemas.microsoft.com/office/drawing/2014/main" id="{C334125C-BD43-5DFE-A744-76F533282006}"/>
                </a:ext>
              </a:extLst>
            </p:cNvPr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0" name="pg1390">
              <a:extLst>
                <a:ext uri="{FF2B5EF4-FFF2-40B4-BE49-F238E27FC236}">
                  <a16:creationId xmlns:a16="http://schemas.microsoft.com/office/drawing/2014/main" id="{8C8E5A05-CD90-F7A8-65A3-0F724D31803E}"/>
                </a:ext>
              </a:extLst>
            </p:cNvPr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1" name="pg1391">
              <a:extLst>
                <a:ext uri="{FF2B5EF4-FFF2-40B4-BE49-F238E27FC236}">
                  <a16:creationId xmlns:a16="http://schemas.microsoft.com/office/drawing/2014/main" id="{80E28E4A-732B-D80E-7128-A5037E2C7924}"/>
                </a:ext>
              </a:extLst>
            </p:cNvPr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2" name="pg1392">
              <a:extLst>
                <a:ext uri="{FF2B5EF4-FFF2-40B4-BE49-F238E27FC236}">
                  <a16:creationId xmlns:a16="http://schemas.microsoft.com/office/drawing/2014/main" id="{188DDE84-AB45-8BC1-1825-29143E95879C}"/>
                </a:ext>
              </a:extLst>
            </p:cNvPr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3" name="pg1393">
              <a:extLst>
                <a:ext uri="{FF2B5EF4-FFF2-40B4-BE49-F238E27FC236}">
                  <a16:creationId xmlns:a16="http://schemas.microsoft.com/office/drawing/2014/main" id="{0F5598D0-591C-EB5D-A2C4-2C75B567D059}"/>
                </a:ext>
              </a:extLst>
            </p:cNvPr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4" name="pg1394">
              <a:extLst>
                <a:ext uri="{FF2B5EF4-FFF2-40B4-BE49-F238E27FC236}">
                  <a16:creationId xmlns:a16="http://schemas.microsoft.com/office/drawing/2014/main" id="{2BE534F3-4FE5-EF0C-2DA2-C3BE89E9A27E}"/>
                </a:ext>
              </a:extLst>
            </p:cNvPr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5" name="pg1395">
              <a:extLst>
                <a:ext uri="{FF2B5EF4-FFF2-40B4-BE49-F238E27FC236}">
                  <a16:creationId xmlns:a16="http://schemas.microsoft.com/office/drawing/2014/main" id="{36437C6A-EFF8-78D4-5973-AE7298BCE066}"/>
                </a:ext>
              </a:extLst>
            </p:cNvPr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6" name="pg1396">
              <a:extLst>
                <a:ext uri="{FF2B5EF4-FFF2-40B4-BE49-F238E27FC236}">
                  <a16:creationId xmlns:a16="http://schemas.microsoft.com/office/drawing/2014/main" id="{DEE9790C-13FC-599D-D359-2A385C2AAEE2}"/>
                </a:ext>
              </a:extLst>
            </p:cNvPr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7" name="pg1397">
              <a:extLst>
                <a:ext uri="{FF2B5EF4-FFF2-40B4-BE49-F238E27FC236}">
                  <a16:creationId xmlns:a16="http://schemas.microsoft.com/office/drawing/2014/main" id="{FD911424-DA9F-99D0-55C0-698F34DD21F0}"/>
                </a:ext>
              </a:extLst>
            </p:cNvPr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8" name="pg1398">
              <a:extLst>
                <a:ext uri="{FF2B5EF4-FFF2-40B4-BE49-F238E27FC236}">
                  <a16:creationId xmlns:a16="http://schemas.microsoft.com/office/drawing/2014/main" id="{B91AA12B-0C85-132A-3836-7C5420CC6C49}"/>
                </a:ext>
              </a:extLst>
            </p:cNvPr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9" name="pg1399">
              <a:extLst>
                <a:ext uri="{FF2B5EF4-FFF2-40B4-BE49-F238E27FC236}">
                  <a16:creationId xmlns:a16="http://schemas.microsoft.com/office/drawing/2014/main" id="{C2FEC9B5-C7B2-6F32-3FF8-F3F2F6242EB5}"/>
                </a:ext>
              </a:extLst>
            </p:cNvPr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0" name="pg1400">
              <a:extLst>
                <a:ext uri="{FF2B5EF4-FFF2-40B4-BE49-F238E27FC236}">
                  <a16:creationId xmlns:a16="http://schemas.microsoft.com/office/drawing/2014/main" id="{BDC703F3-CCEF-78C9-1845-04A95539CB3E}"/>
                </a:ext>
              </a:extLst>
            </p:cNvPr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1" name="pg1401">
              <a:extLst>
                <a:ext uri="{FF2B5EF4-FFF2-40B4-BE49-F238E27FC236}">
                  <a16:creationId xmlns:a16="http://schemas.microsoft.com/office/drawing/2014/main" id="{8D57DFA2-7736-33C9-2340-30D0CC8864BD}"/>
                </a:ext>
              </a:extLst>
            </p:cNvPr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2" name="pg1402">
              <a:extLst>
                <a:ext uri="{FF2B5EF4-FFF2-40B4-BE49-F238E27FC236}">
                  <a16:creationId xmlns:a16="http://schemas.microsoft.com/office/drawing/2014/main" id="{F3006F46-AB87-21E8-EBA8-84C561E4DE17}"/>
                </a:ext>
              </a:extLst>
            </p:cNvPr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3" name="pg1403">
              <a:extLst>
                <a:ext uri="{FF2B5EF4-FFF2-40B4-BE49-F238E27FC236}">
                  <a16:creationId xmlns:a16="http://schemas.microsoft.com/office/drawing/2014/main" id="{267CBD10-775A-072E-2D73-71F7D3EE5C38}"/>
                </a:ext>
              </a:extLst>
            </p:cNvPr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4" name="pg1404">
              <a:extLst>
                <a:ext uri="{FF2B5EF4-FFF2-40B4-BE49-F238E27FC236}">
                  <a16:creationId xmlns:a16="http://schemas.microsoft.com/office/drawing/2014/main" id="{F1163495-1D93-1A9A-3300-6E833B9CD8CD}"/>
                </a:ext>
              </a:extLst>
            </p:cNvPr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5" name="pg1405">
              <a:extLst>
                <a:ext uri="{FF2B5EF4-FFF2-40B4-BE49-F238E27FC236}">
                  <a16:creationId xmlns:a16="http://schemas.microsoft.com/office/drawing/2014/main" id="{0A64070B-E043-882D-DDDA-05102082B7DC}"/>
                </a:ext>
              </a:extLst>
            </p:cNvPr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6" name="pg1406">
              <a:extLst>
                <a:ext uri="{FF2B5EF4-FFF2-40B4-BE49-F238E27FC236}">
                  <a16:creationId xmlns:a16="http://schemas.microsoft.com/office/drawing/2014/main" id="{89A6A17E-7BDE-2BDE-C330-AEF4DC1D82DF}"/>
                </a:ext>
              </a:extLst>
            </p:cNvPr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7" name="pg1407">
              <a:extLst>
                <a:ext uri="{FF2B5EF4-FFF2-40B4-BE49-F238E27FC236}">
                  <a16:creationId xmlns:a16="http://schemas.microsoft.com/office/drawing/2014/main" id="{71C0A4F2-4F41-70A8-04E8-B1BB3A89E2FC}"/>
                </a:ext>
              </a:extLst>
            </p:cNvPr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8" name="pg1408">
              <a:extLst>
                <a:ext uri="{FF2B5EF4-FFF2-40B4-BE49-F238E27FC236}">
                  <a16:creationId xmlns:a16="http://schemas.microsoft.com/office/drawing/2014/main" id="{D7EECBD8-3BB6-AC3D-EA54-C3A0BA7AD0CD}"/>
                </a:ext>
              </a:extLst>
            </p:cNvPr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9" name="pg1409">
              <a:extLst>
                <a:ext uri="{FF2B5EF4-FFF2-40B4-BE49-F238E27FC236}">
                  <a16:creationId xmlns:a16="http://schemas.microsoft.com/office/drawing/2014/main" id="{E8866C64-FBF2-51A2-9A73-8A730421C217}"/>
                </a:ext>
              </a:extLst>
            </p:cNvPr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0" name="pg1410">
              <a:extLst>
                <a:ext uri="{FF2B5EF4-FFF2-40B4-BE49-F238E27FC236}">
                  <a16:creationId xmlns:a16="http://schemas.microsoft.com/office/drawing/2014/main" id="{B6229CE2-B561-E942-D8C8-3E81D3F92993}"/>
                </a:ext>
              </a:extLst>
            </p:cNvPr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1" name="pg1411">
              <a:extLst>
                <a:ext uri="{FF2B5EF4-FFF2-40B4-BE49-F238E27FC236}">
                  <a16:creationId xmlns:a16="http://schemas.microsoft.com/office/drawing/2014/main" id="{BF50644D-BD84-5FA5-6BDE-CFD24A10A6E7}"/>
                </a:ext>
              </a:extLst>
            </p:cNvPr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2" name="pg1412">
              <a:extLst>
                <a:ext uri="{FF2B5EF4-FFF2-40B4-BE49-F238E27FC236}">
                  <a16:creationId xmlns:a16="http://schemas.microsoft.com/office/drawing/2014/main" id="{1A93EDBC-82F3-2C40-17CC-FDAB693B53A3}"/>
                </a:ext>
              </a:extLst>
            </p:cNvPr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3" name="pg1413">
              <a:extLst>
                <a:ext uri="{FF2B5EF4-FFF2-40B4-BE49-F238E27FC236}">
                  <a16:creationId xmlns:a16="http://schemas.microsoft.com/office/drawing/2014/main" id="{D2CC4888-2257-B045-DF51-0C0F48161627}"/>
                </a:ext>
              </a:extLst>
            </p:cNvPr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4" name="pg1414">
              <a:extLst>
                <a:ext uri="{FF2B5EF4-FFF2-40B4-BE49-F238E27FC236}">
                  <a16:creationId xmlns:a16="http://schemas.microsoft.com/office/drawing/2014/main" id="{EF1FADC6-6A3B-6A5D-596E-2609C9EF315B}"/>
                </a:ext>
              </a:extLst>
            </p:cNvPr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5" name="pg1415">
              <a:extLst>
                <a:ext uri="{FF2B5EF4-FFF2-40B4-BE49-F238E27FC236}">
                  <a16:creationId xmlns:a16="http://schemas.microsoft.com/office/drawing/2014/main" id="{D8289FF0-5AE2-9B90-D3D6-C94DA6AB3840}"/>
                </a:ext>
              </a:extLst>
            </p:cNvPr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6" name="pg1416">
              <a:extLst>
                <a:ext uri="{FF2B5EF4-FFF2-40B4-BE49-F238E27FC236}">
                  <a16:creationId xmlns:a16="http://schemas.microsoft.com/office/drawing/2014/main" id="{69F877BD-358B-A133-5975-7BFAD1CB60D5}"/>
                </a:ext>
              </a:extLst>
            </p:cNvPr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7" name="pg1417">
              <a:extLst>
                <a:ext uri="{FF2B5EF4-FFF2-40B4-BE49-F238E27FC236}">
                  <a16:creationId xmlns:a16="http://schemas.microsoft.com/office/drawing/2014/main" id="{184092C9-D4DF-DCE9-1CA6-9ABFC601537D}"/>
                </a:ext>
              </a:extLst>
            </p:cNvPr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8" name="pg1418">
              <a:extLst>
                <a:ext uri="{FF2B5EF4-FFF2-40B4-BE49-F238E27FC236}">
                  <a16:creationId xmlns:a16="http://schemas.microsoft.com/office/drawing/2014/main" id="{6A923A65-AB67-5235-C3CF-1063DDE4AED5}"/>
                </a:ext>
              </a:extLst>
            </p:cNvPr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9" name="pg1419">
              <a:extLst>
                <a:ext uri="{FF2B5EF4-FFF2-40B4-BE49-F238E27FC236}">
                  <a16:creationId xmlns:a16="http://schemas.microsoft.com/office/drawing/2014/main" id="{4E96A9CE-A90F-4D96-10E9-D2C361860FD8}"/>
                </a:ext>
              </a:extLst>
            </p:cNvPr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0" name="pg1420">
              <a:extLst>
                <a:ext uri="{FF2B5EF4-FFF2-40B4-BE49-F238E27FC236}">
                  <a16:creationId xmlns:a16="http://schemas.microsoft.com/office/drawing/2014/main" id="{8EAEC57D-9897-23BB-A98B-F6ED8875CCA4}"/>
                </a:ext>
              </a:extLst>
            </p:cNvPr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1" name="pg1421">
              <a:extLst>
                <a:ext uri="{FF2B5EF4-FFF2-40B4-BE49-F238E27FC236}">
                  <a16:creationId xmlns:a16="http://schemas.microsoft.com/office/drawing/2014/main" id="{33CF2A32-5927-41F6-16FD-B038EA53144C}"/>
                </a:ext>
              </a:extLst>
            </p:cNvPr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2" name="pg1422">
              <a:extLst>
                <a:ext uri="{FF2B5EF4-FFF2-40B4-BE49-F238E27FC236}">
                  <a16:creationId xmlns:a16="http://schemas.microsoft.com/office/drawing/2014/main" id="{D091595F-D79A-0823-33B3-1D303C691DD1}"/>
                </a:ext>
              </a:extLst>
            </p:cNvPr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3" name="pg1423">
              <a:extLst>
                <a:ext uri="{FF2B5EF4-FFF2-40B4-BE49-F238E27FC236}">
                  <a16:creationId xmlns:a16="http://schemas.microsoft.com/office/drawing/2014/main" id="{E5F22336-FF9E-3FD5-6A1A-CEEE6CE7439B}"/>
                </a:ext>
              </a:extLst>
            </p:cNvPr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4" name="pg1424">
              <a:extLst>
                <a:ext uri="{FF2B5EF4-FFF2-40B4-BE49-F238E27FC236}">
                  <a16:creationId xmlns:a16="http://schemas.microsoft.com/office/drawing/2014/main" id="{80D25FFD-0A4A-842A-326C-5D3D5CAC579D}"/>
                </a:ext>
              </a:extLst>
            </p:cNvPr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5" name="pg1425">
              <a:extLst>
                <a:ext uri="{FF2B5EF4-FFF2-40B4-BE49-F238E27FC236}">
                  <a16:creationId xmlns:a16="http://schemas.microsoft.com/office/drawing/2014/main" id="{FEFC1634-8917-8967-6814-085D4ED699CA}"/>
                </a:ext>
              </a:extLst>
            </p:cNvPr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6" name="pg1426">
              <a:extLst>
                <a:ext uri="{FF2B5EF4-FFF2-40B4-BE49-F238E27FC236}">
                  <a16:creationId xmlns:a16="http://schemas.microsoft.com/office/drawing/2014/main" id="{E0CE2464-A57D-DA16-30F5-618968ADB465}"/>
                </a:ext>
              </a:extLst>
            </p:cNvPr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7" name="pg1427">
              <a:extLst>
                <a:ext uri="{FF2B5EF4-FFF2-40B4-BE49-F238E27FC236}">
                  <a16:creationId xmlns:a16="http://schemas.microsoft.com/office/drawing/2014/main" id="{E662F4E0-380F-3B80-F685-297F4B141D5F}"/>
                </a:ext>
              </a:extLst>
            </p:cNvPr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8" name="pg1428">
              <a:extLst>
                <a:ext uri="{FF2B5EF4-FFF2-40B4-BE49-F238E27FC236}">
                  <a16:creationId xmlns:a16="http://schemas.microsoft.com/office/drawing/2014/main" id="{A7357B0D-CF9C-8042-9DE8-0F91E41FA21B}"/>
                </a:ext>
              </a:extLst>
            </p:cNvPr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9" name="pg1429">
              <a:extLst>
                <a:ext uri="{FF2B5EF4-FFF2-40B4-BE49-F238E27FC236}">
                  <a16:creationId xmlns:a16="http://schemas.microsoft.com/office/drawing/2014/main" id="{05B02381-F543-EDD4-AA70-5B5639FD37EA}"/>
                </a:ext>
              </a:extLst>
            </p:cNvPr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0" name="pg1430">
              <a:extLst>
                <a:ext uri="{FF2B5EF4-FFF2-40B4-BE49-F238E27FC236}">
                  <a16:creationId xmlns:a16="http://schemas.microsoft.com/office/drawing/2014/main" id="{54CA361E-3F72-3FB6-F437-2A0E4DA67CF2}"/>
                </a:ext>
              </a:extLst>
            </p:cNvPr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1" name="pg1431">
              <a:extLst>
                <a:ext uri="{FF2B5EF4-FFF2-40B4-BE49-F238E27FC236}">
                  <a16:creationId xmlns:a16="http://schemas.microsoft.com/office/drawing/2014/main" id="{3DD80770-9385-9B9F-14F2-30DD8057B75D}"/>
                </a:ext>
              </a:extLst>
            </p:cNvPr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2" name="pg1432">
              <a:extLst>
                <a:ext uri="{FF2B5EF4-FFF2-40B4-BE49-F238E27FC236}">
                  <a16:creationId xmlns:a16="http://schemas.microsoft.com/office/drawing/2014/main" id="{C006BB6E-69D6-479E-AC17-F8BB81D1CD80}"/>
                </a:ext>
              </a:extLst>
            </p:cNvPr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3" name="pg1433">
              <a:extLst>
                <a:ext uri="{FF2B5EF4-FFF2-40B4-BE49-F238E27FC236}">
                  <a16:creationId xmlns:a16="http://schemas.microsoft.com/office/drawing/2014/main" id="{84A9645D-AC59-624B-DD94-F9FFF1E4FFF0}"/>
                </a:ext>
              </a:extLst>
            </p:cNvPr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4" name="pg1434">
              <a:extLst>
                <a:ext uri="{FF2B5EF4-FFF2-40B4-BE49-F238E27FC236}">
                  <a16:creationId xmlns:a16="http://schemas.microsoft.com/office/drawing/2014/main" id="{787E9EB3-1FFC-7CB3-E400-B42FE6E672B0}"/>
                </a:ext>
              </a:extLst>
            </p:cNvPr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5" name="pg1435">
              <a:extLst>
                <a:ext uri="{FF2B5EF4-FFF2-40B4-BE49-F238E27FC236}">
                  <a16:creationId xmlns:a16="http://schemas.microsoft.com/office/drawing/2014/main" id="{5A8B0DC1-5DF5-9DDF-245C-69351BB04F76}"/>
                </a:ext>
              </a:extLst>
            </p:cNvPr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6" name="pg1436">
              <a:extLst>
                <a:ext uri="{FF2B5EF4-FFF2-40B4-BE49-F238E27FC236}">
                  <a16:creationId xmlns:a16="http://schemas.microsoft.com/office/drawing/2014/main" id="{64884708-8E04-1F01-7FFA-343676846643}"/>
                </a:ext>
              </a:extLst>
            </p:cNvPr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7" name="pg1437">
              <a:extLst>
                <a:ext uri="{FF2B5EF4-FFF2-40B4-BE49-F238E27FC236}">
                  <a16:creationId xmlns:a16="http://schemas.microsoft.com/office/drawing/2014/main" id="{FDA876CB-0406-214C-C9EF-B9815438F1BC}"/>
                </a:ext>
              </a:extLst>
            </p:cNvPr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8" name="pg1438">
              <a:extLst>
                <a:ext uri="{FF2B5EF4-FFF2-40B4-BE49-F238E27FC236}">
                  <a16:creationId xmlns:a16="http://schemas.microsoft.com/office/drawing/2014/main" id="{0A0B5A3E-69C4-4717-0B73-AE66D7A40C90}"/>
                </a:ext>
              </a:extLst>
            </p:cNvPr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9" name="pg1439">
              <a:extLst>
                <a:ext uri="{FF2B5EF4-FFF2-40B4-BE49-F238E27FC236}">
                  <a16:creationId xmlns:a16="http://schemas.microsoft.com/office/drawing/2014/main" id="{BF0C764F-D321-C50B-E50D-1159D4BA2444}"/>
                </a:ext>
              </a:extLst>
            </p:cNvPr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0" name="pg1440">
              <a:extLst>
                <a:ext uri="{FF2B5EF4-FFF2-40B4-BE49-F238E27FC236}">
                  <a16:creationId xmlns:a16="http://schemas.microsoft.com/office/drawing/2014/main" id="{BC930612-F84F-6549-D030-A45C1C21CB47}"/>
                </a:ext>
              </a:extLst>
            </p:cNvPr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1" name="pg1441">
              <a:extLst>
                <a:ext uri="{FF2B5EF4-FFF2-40B4-BE49-F238E27FC236}">
                  <a16:creationId xmlns:a16="http://schemas.microsoft.com/office/drawing/2014/main" id="{F265D5C7-3178-CB42-E75B-22BE97F564A8}"/>
                </a:ext>
              </a:extLst>
            </p:cNvPr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2" name="pg1442">
              <a:extLst>
                <a:ext uri="{FF2B5EF4-FFF2-40B4-BE49-F238E27FC236}">
                  <a16:creationId xmlns:a16="http://schemas.microsoft.com/office/drawing/2014/main" id="{9B73F5FE-4F02-170B-0986-678EC99B0B11}"/>
                </a:ext>
              </a:extLst>
            </p:cNvPr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3" name="pg1443">
              <a:extLst>
                <a:ext uri="{FF2B5EF4-FFF2-40B4-BE49-F238E27FC236}">
                  <a16:creationId xmlns:a16="http://schemas.microsoft.com/office/drawing/2014/main" id="{E3B6BB39-7B8E-7450-1460-46FA06E3FBBB}"/>
                </a:ext>
              </a:extLst>
            </p:cNvPr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4" name="pg1444">
              <a:extLst>
                <a:ext uri="{FF2B5EF4-FFF2-40B4-BE49-F238E27FC236}">
                  <a16:creationId xmlns:a16="http://schemas.microsoft.com/office/drawing/2014/main" id="{1AD1D1FC-CD49-3196-15AC-E16B8C585835}"/>
                </a:ext>
              </a:extLst>
            </p:cNvPr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5" name="pg1445">
              <a:extLst>
                <a:ext uri="{FF2B5EF4-FFF2-40B4-BE49-F238E27FC236}">
                  <a16:creationId xmlns:a16="http://schemas.microsoft.com/office/drawing/2014/main" id="{FB7AEFEE-94DB-7E16-E47F-E6E72714A340}"/>
                </a:ext>
              </a:extLst>
            </p:cNvPr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6" name="pg1446">
              <a:extLst>
                <a:ext uri="{FF2B5EF4-FFF2-40B4-BE49-F238E27FC236}">
                  <a16:creationId xmlns:a16="http://schemas.microsoft.com/office/drawing/2014/main" id="{35EC5DF0-D05C-A494-6D5E-AF2F7EE38EA6}"/>
                </a:ext>
              </a:extLst>
            </p:cNvPr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7" name="pg1447">
              <a:extLst>
                <a:ext uri="{FF2B5EF4-FFF2-40B4-BE49-F238E27FC236}">
                  <a16:creationId xmlns:a16="http://schemas.microsoft.com/office/drawing/2014/main" id="{2941BF45-15FF-0BAD-202E-24D41D469192}"/>
                </a:ext>
              </a:extLst>
            </p:cNvPr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8" name="pg1448">
              <a:extLst>
                <a:ext uri="{FF2B5EF4-FFF2-40B4-BE49-F238E27FC236}">
                  <a16:creationId xmlns:a16="http://schemas.microsoft.com/office/drawing/2014/main" id="{EC9363DD-3549-6438-3EE1-81D7B467DBE7}"/>
                </a:ext>
              </a:extLst>
            </p:cNvPr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9" name="pg1449">
              <a:extLst>
                <a:ext uri="{FF2B5EF4-FFF2-40B4-BE49-F238E27FC236}">
                  <a16:creationId xmlns:a16="http://schemas.microsoft.com/office/drawing/2014/main" id="{07E0E674-AD17-8EC8-C8F5-824497BEDB99}"/>
                </a:ext>
              </a:extLst>
            </p:cNvPr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0" name="pg1450">
              <a:extLst>
                <a:ext uri="{FF2B5EF4-FFF2-40B4-BE49-F238E27FC236}">
                  <a16:creationId xmlns:a16="http://schemas.microsoft.com/office/drawing/2014/main" id="{5ECACFEF-2B7D-1512-D115-BC73677FBBE5}"/>
                </a:ext>
              </a:extLst>
            </p:cNvPr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1" name="pg1451">
              <a:extLst>
                <a:ext uri="{FF2B5EF4-FFF2-40B4-BE49-F238E27FC236}">
                  <a16:creationId xmlns:a16="http://schemas.microsoft.com/office/drawing/2014/main" id="{84BB7C45-68EA-EA68-80E6-576B99C78EF4}"/>
                </a:ext>
              </a:extLst>
            </p:cNvPr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2" name="pg1452">
              <a:extLst>
                <a:ext uri="{FF2B5EF4-FFF2-40B4-BE49-F238E27FC236}">
                  <a16:creationId xmlns:a16="http://schemas.microsoft.com/office/drawing/2014/main" id="{8E936E8D-2C4C-E694-D413-DD3330B0B52C}"/>
                </a:ext>
              </a:extLst>
            </p:cNvPr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3" name="pg1453">
              <a:extLst>
                <a:ext uri="{FF2B5EF4-FFF2-40B4-BE49-F238E27FC236}">
                  <a16:creationId xmlns:a16="http://schemas.microsoft.com/office/drawing/2014/main" id="{44658C57-C011-FCC6-297E-4082EDF767D1}"/>
                </a:ext>
              </a:extLst>
            </p:cNvPr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4" name="pg1454">
              <a:extLst>
                <a:ext uri="{FF2B5EF4-FFF2-40B4-BE49-F238E27FC236}">
                  <a16:creationId xmlns:a16="http://schemas.microsoft.com/office/drawing/2014/main" id="{FE51E2C8-2AD6-0D13-E118-872ADCB8D839}"/>
                </a:ext>
              </a:extLst>
            </p:cNvPr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5" name="pg1455">
              <a:extLst>
                <a:ext uri="{FF2B5EF4-FFF2-40B4-BE49-F238E27FC236}">
                  <a16:creationId xmlns:a16="http://schemas.microsoft.com/office/drawing/2014/main" id="{F824317E-D3E9-D82E-6ABD-B3E620AF5D61}"/>
                </a:ext>
              </a:extLst>
            </p:cNvPr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6" name="pg1456">
              <a:extLst>
                <a:ext uri="{FF2B5EF4-FFF2-40B4-BE49-F238E27FC236}">
                  <a16:creationId xmlns:a16="http://schemas.microsoft.com/office/drawing/2014/main" id="{9FF0D3EB-23DE-79B4-5A72-CE46C2F42EEB}"/>
                </a:ext>
              </a:extLst>
            </p:cNvPr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7" name="pg1457">
              <a:extLst>
                <a:ext uri="{FF2B5EF4-FFF2-40B4-BE49-F238E27FC236}">
                  <a16:creationId xmlns:a16="http://schemas.microsoft.com/office/drawing/2014/main" id="{EDAF7222-0A47-C694-B5BE-533266234CAB}"/>
                </a:ext>
              </a:extLst>
            </p:cNvPr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8" name="pg1458">
              <a:extLst>
                <a:ext uri="{FF2B5EF4-FFF2-40B4-BE49-F238E27FC236}">
                  <a16:creationId xmlns:a16="http://schemas.microsoft.com/office/drawing/2014/main" id="{B3E1330E-082A-55E0-2120-966C8716735B}"/>
                </a:ext>
              </a:extLst>
            </p:cNvPr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9" name="pg1459">
              <a:extLst>
                <a:ext uri="{FF2B5EF4-FFF2-40B4-BE49-F238E27FC236}">
                  <a16:creationId xmlns:a16="http://schemas.microsoft.com/office/drawing/2014/main" id="{37A4977C-7768-9666-3608-EE5BBBB0BDC5}"/>
                </a:ext>
              </a:extLst>
            </p:cNvPr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0" name="pg1460">
              <a:extLst>
                <a:ext uri="{FF2B5EF4-FFF2-40B4-BE49-F238E27FC236}">
                  <a16:creationId xmlns:a16="http://schemas.microsoft.com/office/drawing/2014/main" id="{1BFD9641-9B0B-2F28-C7CB-CB03C087F753}"/>
                </a:ext>
              </a:extLst>
            </p:cNvPr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1" name="pg1461">
              <a:extLst>
                <a:ext uri="{FF2B5EF4-FFF2-40B4-BE49-F238E27FC236}">
                  <a16:creationId xmlns:a16="http://schemas.microsoft.com/office/drawing/2014/main" id="{452FEC9C-F06B-A787-5503-2954919E9F78}"/>
                </a:ext>
              </a:extLst>
            </p:cNvPr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2" name="pg1462">
              <a:extLst>
                <a:ext uri="{FF2B5EF4-FFF2-40B4-BE49-F238E27FC236}">
                  <a16:creationId xmlns:a16="http://schemas.microsoft.com/office/drawing/2014/main" id="{57F0802B-1649-9CD6-4E37-82136D2ED6FF}"/>
                </a:ext>
              </a:extLst>
            </p:cNvPr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3" name="pg1463">
              <a:extLst>
                <a:ext uri="{FF2B5EF4-FFF2-40B4-BE49-F238E27FC236}">
                  <a16:creationId xmlns:a16="http://schemas.microsoft.com/office/drawing/2014/main" id="{A9EB4376-5FE8-A56F-DB73-19D4753E19E0}"/>
                </a:ext>
              </a:extLst>
            </p:cNvPr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4" name="pg1464">
              <a:extLst>
                <a:ext uri="{FF2B5EF4-FFF2-40B4-BE49-F238E27FC236}">
                  <a16:creationId xmlns:a16="http://schemas.microsoft.com/office/drawing/2014/main" id="{1A542D1C-1460-3682-8971-FE0239C1F4CC}"/>
                </a:ext>
              </a:extLst>
            </p:cNvPr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5" name="pg1465">
              <a:extLst>
                <a:ext uri="{FF2B5EF4-FFF2-40B4-BE49-F238E27FC236}">
                  <a16:creationId xmlns:a16="http://schemas.microsoft.com/office/drawing/2014/main" id="{5EB19635-14ED-E3A3-E0D4-7B2A9A4ADD03}"/>
                </a:ext>
              </a:extLst>
            </p:cNvPr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6" name="pg1466">
              <a:extLst>
                <a:ext uri="{FF2B5EF4-FFF2-40B4-BE49-F238E27FC236}">
                  <a16:creationId xmlns:a16="http://schemas.microsoft.com/office/drawing/2014/main" id="{9C8F6092-4535-3CE8-1AC6-47501B39A6FB}"/>
                </a:ext>
              </a:extLst>
            </p:cNvPr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7" name="pg1467">
              <a:extLst>
                <a:ext uri="{FF2B5EF4-FFF2-40B4-BE49-F238E27FC236}">
                  <a16:creationId xmlns:a16="http://schemas.microsoft.com/office/drawing/2014/main" id="{101DC132-9A24-AF4B-537E-75A37B09CB17}"/>
                </a:ext>
              </a:extLst>
            </p:cNvPr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8" name="pg1468">
              <a:extLst>
                <a:ext uri="{FF2B5EF4-FFF2-40B4-BE49-F238E27FC236}">
                  <a16:creationId xmlns:a16="http://schemas.microsoft.com/office/drawing/2014/main" id="{F7A917A5-DD6A-7DFB-25FC-CA86B5701BD1}"/>
                </a:ext>
              </a:extLst>
            </p:cNvPr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9" name="pg1469">
              <a:extLst>
                <a:ext uri="{FF2B5EF4-FFF2-40B4-BE49-F238E27FC236}">
                  <a16:creationId xmlns:a16="http://schemas.microsoft.com/office/drawing/2014/main" id="{820A1F5A-F767-B034-43F5-0B0DD67187BB}"/>
                </a:ext>
              </a:extLst>
            </p:cNvPr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0" name="pg1470">
              <a:extLst>
                <a:ext uri="{FF2B5EF4-FFF2-40B4-BE49-F238E27FC236}">
                  <a16:creationId xmlns:a16="http://schemas.microsoft.com/office/drawing/2014/main" id="{EA1537B9-0756-E2C4-527C-D9459E49E429}"/>
                </a:ext>
              </a:extLst>
            </p:cNvPr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1" name="pg1471">
              <a:extLst>
                <a:ext uri="{FF2B5EF4-FFF2-40B4-BE49-F238E27FC236}">
                  <a16:creationId xmlns:a16="http://schemas.microsoft.com/office/drawing/2014/main" id="{7659C28E-5718-77E3-6257-77891C839BC2}"/>
                </a:ext>
              </a:extLst>
            </p:cNvPr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2" name="pg1472">
              <a:extLst>
                <a:ext uri="{FF2B5EF4-FFF2-40B4-BE49-F238E27FC236}">
                  <a16:creationId xmlns:a16="http://schemas.microsoft.com/office/drawing/2014/main" id="{2E35740B-7D64-3C0A-6014-447765C7938D}"/>
                </a:ext>
              </a:extLst>
            </p:cNvPr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3" name="pg1473">
              <a:extLst>
                <a:ext uri="{FF2B5EF4-FFF2-40B4-BE49-F238E27FC236}">
                  <a16:creationId xmlns:a16="http://schemas.microsoft.com/office/drawing/2014/main" id="{CA137D09-31A2-15D4-25AB-B374A5E40B9F}"/>
                </a:ext>
              </a:extLst>
            </p:cNvPr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4" name="pg1474">
              <a:extLst>
                <a:ext uri="{FF2B5EF4-FFF2-40B4-BE49-F238E27FC236}">
                  <a16:creationId xmlns:a16="http://schemas.microsoft.com/office/drawing/2014/main" id="{69636B4E-5F32-8F83-7803-3164212350DF}"/>
                </a:ext>
              </a:extLst>
            </p:cNvPr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5" name="pg1475">
              <a:extLst>
                <a:ext uri="{FF2B5EF4-FFF2-40B4-BE49-F238E27FC236}">
                  <a16:creationId xmlns:a16="http://schemas.microsoft.com/office/drawing/2014/main" id="{F64CEE0F-FE4F-137D-DE5B-3B22709B80D8}"/>
                </a:ext>
              </a:extLst>
            </p:cNvPr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6" name="pg1476">
              <a:extLst>
                <a:ext uri="{FF2B5EF4-FFF2-40B4-BE49-F238E27FC236}">
                  <a16:creationId xmlns:a16="http://schemas.microsoft.com/office/drawing/2014/main" id="{9C88B2CF-3257-3B6F-E36A-2C6757107A41}"/>
                </a:ext>
              </a:extLst>
            </p:cNvPr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7" name="pg1477">
              <a:extLst>
                <a:ext uri="{FF2B5EF4-FFF2-40B4-BE49-F238E27FC236}">
                  <a16:creationId xmlns:a16="http://schemas.microsoft.com/office/drawing/2014/main" id="{BE8851B7-BF8D-C391-64BC-AE926873030E}"/>
                </a:ext>
              </a:extLst>
            </p:cNvPr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8" name="pg1478">
              <a:extLst>
                <a:ext uri="{FF2B5EF4-FFF2-40B4-BE49-F238E27FC236}">
                  <a16:creationId xmlns:a16="http://schemas.microsoft.com/office/drawing/2014/main" id="{C1BC4177-7850-F80A-E92A-527FFB3569C4}"/>
                </a:ext>
              </a:extLst>
            </p:cNvPr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9" name="pg1479">
              <a:extLst>
                <a:ext uri="{FF2B5EF4-FFF2-40B4-BE49-F238E27FC236}">
                  <a16:creationId xmlns:a16="http://schemas.microsoft.com/office/drawing/2014/main" id="{FC5FC3B6-7DF9-4DAC-0229-BBE09F0115C1}"/>
                </a:ext>
              </a:extLst>
            </p:cNvPr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0" name="pg1480">
              <a:extLst>
                <a:ext uri="{FF2B5EF4-FFF2-40B4-BE49-F238E27FC236}">
                  <a16:creationId xmlns:a16="http://schemas.microsoft.com/office/drawing/2014/main" id="{DCD39D25-74E7-A027-A6E6-A08937E04EA8}"/>
                </a:ext>
              </a:extLst>
            </p:cNvPr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1" name="pg1481">
              <a:extLst>
                <a:ext uri="{FF2B5EF4-FFF2-40B4-BE49-F238E27FC236}">
                  <a16:creationId xmlns:a16="http://schemas.microsoft.com/office/drawing/2014/main" id="{04CA64F8-3656-F385-8D86-30E0FD34558E}"/>
                </a:ext>
              </a:extLst>
            </p:cNvPr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2" name="pg1482">
              <a:extLst>
                <a:ext uri="{FF2B5EF4-FFF2-40B4-BE49-F238E27FC236}">
                  <a16:creationId xmlns:a16="http://schemas.microsoft.com/office/drawing/2014/main" id="{AE6B0DB0-3A95-9952-EABE-2085D203B25F}"/>
                </a:ext>
              </a:extLst>
            </p:cNvPr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3" name="pg1483">
              <a:extLst>
                <a:ext uri="{FF2B5EF4-FFF2-40B4-BE49-F238E27FC236}">
                  <a16:creationId xmlns:a16="http://schemas.microsoft.com/office/drawing/2014/main" id="{4291B34B-96BA-0CAB-42AD-B4ABC62EF680}"/>
                </a:ext>
              </a:extLst>
            </p:cNvPr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4" name="pg1484">
              <a:extLst>
                <a:ext uri="{FF2B5EF4-FFF2-40B4-BE49-F238E27FC236}">
                  <a16:creationId xmlns:a16="http://schemas.microsoft.com/office/drawing/2014/main" id="{2B4C77B9-155A-9A75-A9F6-6004EC4BDE9A}"/>
                </a:ext>
              </a:extLst>
            </p:cNvPr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5" name="pg1485">
              <a:extLst>
                <a:ext uri="{FF2B5EF4-FFF2-40B4-BE49-F238E27FC236}">
                  <a16:creationId xmlns:a16="http://schemas.microsoft.com/office/drawing/2014/main" id="{1FBD6DB2-196E-E153-1138-FAEB379BB7B0}"/>
                </a:ext>
              </a:extLst>
            </p:cNvPr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6" name="pg1486">
              <a:extLst>
                <a:ext uri="{FF2B5EF4-FFF2-40B4-BE49-F238E27FC236}">
                  <a16:creationId xmlns:a16="http://schemas.microsoft.com/office/drawing/2014/main" id="{B0944B09-7AC3-D21E-6D5E-B38B23706A28}"/>
                </a:ext>
              </a:extLst>
            </p:cNvPr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7" name="pg1487">
              <a:extLst>
                <a:ext uri="{FF2B5EF4-FFF2-40B4-BE49-F238E27FC236}">
                  <a16:creationId xmlns:a16="http://schemas.microsoft.com/office/drawing/2014/main" id="{C393CC05-08B1-8714-365E-A87C6657CB32}"/>
                </a:ext>
              </a:extLst>
            </p:cNvPr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8" name="pg1488">
              <a:extLst>
                <a:ext uri="{FF2B5EF4-FFF2-40B4-BE49-F238E27FC236}">
                  <a16:creationId xmlns:a16="http://schemas.microsoft.com/office/drawing/2014/main" id="{578B5671-F979-2EE5-6F35-28EEDB3ACAB3}"/>
                </a:ext>
              </a:extLst>
            </p:cNvPr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9" name="pg1489">
              <a:extLst>
                <a:ext uri="{FF2B5EF4-FFF2-40B4-BE49-F238E27FC236}">
                  <a16:creationId xmlns:a16="http://schemas.microsoft.com/office/drawing/2014/main" id="{17A0C0A7-CF83-4A10-7ABE-E29E4C8CA882}"/>
                </a:ext>
              </a:extLst>
            </p:cNvPr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0" name="pg1490">
              <a:extLst>
                <a:ext uri="{FF2B5EF4-FFF2-40B4-BE49-F238E27FC236}">
                  <a16:creationId xmlns:a16="http://schemas.microsoft.com/office/drawing/2014/main" id="{402D09D4-319F-E87E-EDDA-62F59C352AE8}"/>
                </a:ext>
              </a:extLst>
            </p:cNvPr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1" name="pg1491">
              <a:extLst>
                <a:ext uri="{FF2B5EF4-FFF2-40B4-BE49-F238E27FC236}">
                  <a16:creationId xmlns:a16="http://schemas.microsoft.com/office/drawing/2014/main" id="{77C3DB62-D427-519A-88D9-D0300FBBB6B4}"/>
                </a:ext>
              </a:extLst>
            </p:cNvPr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2" name="pg1492">
              <a:extLst>
                <a:ext uri="{FF2B5EF4-FFF2-40B4-BE49-F238E27FC236}">
                  <a16:creationId xmlns:a16="http://schemas.microsoft.com/office/drawing/2014/main" id="{674C070D-1FB3-C1FB-F746-19095C1D4404}"/>
                </a:ext>
              </a:extLst>
            </p:cNvPr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3" name="pg1493">
              <a:extLst>
                <a:ext uri="{FF2B5EF4-FFF2-40B4-BE49-F238E27FC236}">
                  <a16:creationId xmlns:a16="http://schemas.microsoft.com/office/drawing/2014/main" id="{2909EA2E-96AB-CEAB-6380-F41A80637CDD}"/>
                </a:ext>
              </a:extLst>
            </p:cNvPr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4" name="pg1494">
              <a:extLst>
                <a:ext uri="{FF2B5EF4-FFF2-40B4-BE49-F238E27FC236}">
                  <a16:creationId xmlns:a16="http://schemas.microsoft.com/office/drawing/2014/main" id="{E20B7CBB-F67E-B337-BB24-6215F0E44B1D}"/>
                </a:ext>
              </a:extLst>
            </p:cNvPr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5" name="pg1495">
              <a:extLst>
                <a:ext uri="{FF2B5EF4-FFF2-40B4-BE49-F238E27FC236}">
                  <a16:creationId xmlns:a16="http://schemas.microsoft.com/office/drawing/2014/main" id="{A86E6E2A-29BF-862F-40F7-C49D500037DB}"/>
                </a:ext>
              </a:extLst>
            </p:cNvPr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6" name="pg1496">
              <a:extLst>
                <a:ext uri="{FF2B5EF4-FFF2-40B4-BE49-F238E27FC236}">
                  <a16:creationId xmlns:a16="http://schemas.microsoft.com/office/drawing/2014/main" id="{D7CEFAD4-C4F0-2BA3-94F2-E00E8DB89CD0}"/>
                </a:ext>
              </a:extLst>
            </p:cNvPr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7" name="pg1497">
              <a:extLst>
                <a:ext uri="{FF2B5EF4-FFF2-40B4-BE49-F238E27FC236}">
                  <a16:creationId xmlns:a16="http://schemas.microsoft.com/office/drawing/2014/main" id="{CFB704CA-F9EE-9422-7C17-3BCA350797B8}"/>
                </a:ext>
              </a:extLst>
            </p:cNvPr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8" name="pg1498">
              <a:extLst>
                <a:ext uri="{FF2B5EF4-FFF2-40B4-BE49-F238E27FC236}">
                  <a16:creationId xmlns:a16="http://schemas.microsoft.com/office/drawing/2014/main" id="{F0CAF343-8778-D166-F1B2-D5806563B47C}"/>
                </a:ext>
              </a:extLst>
            </p:cNvPr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9" name="pg1499">
              <a:extLst>
                <a:ext uri="{FF2B5EF4-FFF2-40B4-BE49-F238E27FC236}">
                  <a16:creationId xmlns:a16="http://schemas.microsoft.com/office/drawing/2014/main" id="{0B10681E-513F-CD50-B9C5-D12AC65428A0}"/>
                </a:ext>
              </a:extLst>
            </p:cNvPr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0" name="pg1500">
              <a:extLst>
                <a:ext uri="{FF2B5EF4-FFF2-40B4-BE49-F238E27FC236}">
                  <a16:creationId xmlns:a16="http://schemas.microsoft.com/office/drawing/2014/main" id="{6208CC08-33DB-CA6C-8F5B-4E6FFEABBE13}"/>
                </a:ext>
              </a:extLst>
            </p:cNvPr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1" name="pg1501">
              <a:extLst>
                <a:ext uri="{FF2B5EF4-FFF2-40B4-BE49-F238E27FC236}">
                  <a16:creationId xmlns:a16="http://schemas.microsoft.com/office/drawing/2014/main" id="{2FAFCA2C-0A9B-E0AC-3947-94259DA0A472}"/>
                </a:ext>
              </a:extLst>
            </p:cNvPr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2" name="pg1502">
              <a:extLst>
                <a:ext uri="{FF2B5EF4-FFF2-40B4-BE49-F238E27FC236}">
                  <a16:creationId xmlns:a16="http://schemas.microsoft.com/office/drawing/2014/main" id="{D4D08D21-AA9F-E824-12DD-69BA745E0254}"/>
                </a:ext>
              </a:extLst>
            </p:cNvPr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3" name="pg1503">
              <a:extLst>
                <a:ext uri="{FF2B5EF4-FFF2-40B4-BE49-F238E27FC236}">
                  <a16:creationId xmlns:a16="http://schemas.microsoft.com/office/drawing/2014/main" id="{23566B21-8916-E934-8036-5B28EF48656D}"/>
                </a:ext>
              </a:extLst>
            </p:cNvPr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4" name="pg1504">
              <a:extLst>
                <a:ext uri="{FF2B5EF4-FFF2-40B4-BE49-F238E27FC236}">
                  <a16:creationId xmlns:a16="http://schemas.microsoft.com/office/drawing/2014/main" id="{D88346B8-5E9F-04C0-3945-40A5D2965C56}"/>
                </a:ext>
              </a:extLst>
            </p:cNvPr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5" name="pg1505">
              <a:extLst>
                <a:ext uri="{FF2B5EF4-FFF2-40B4-BE49-F238E27FC236}">
                  <a16:creationId xmlns:a16="http://schemas.microsoft.com/office/drawing/2014/main" id="{F157B38A-10CB-D86F-0271-2A6105B2252A}"/>
                </a:ext>
              </a:extLst>
            </p:cNvPr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6" name="pg1506">
              <a:extLst>
                <a:ext uri="{FF2B5EF4-FFF2-40B4-BE49-F238E27FC236}">
                  <a16:creationId xmlns:a16="http://schemas.microsoft.com/office/drawing/2014/main" id="{35F084ED-D600-4E01-75AA-96233C50B98D}"/>
                </a:ext>
              </a:extLst>
            </p:cNvPr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7" name="pg1507">
              <a:extLst>
                <a:ext uri="{FF2B5EF4-FFF2-40B4-BE49-F238E27FC236}">
                  <a16:creationId xmlns:a16="http://schemas.microsoft.com/office/drawing/2014/main" id="{E28C3C57-D55C-04C4-48B3-AA54249ECF2D}"/>
                </a:ext>
              </a:extLst>
            </p:cNvPr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8" name="pg1508">
              <a:extLst>
                <a:ext uri="{FF2B5EF4-FFF2-40B4-BE49-F238E27FC236}">
                  <a16:creationId xmlns:a16="http://schemas.microsoft.com/office/drawing/2014/main" id="{ED2B9C5A-1B72-DDC0-DF27-909C9736C7A9}"/>
                </a:ext>
              </a:extLst>
            </p:cNvPr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9" name="pg1509">
              <a:extLst>
                <a:ext uri="{FF2B5EF4-FFF2-40B4-BE49-F238E27FC236}">
                  <a16:creationId xmlns:a16="http://schemas.microsoft.com/office/drawing/2014/main" id="{35C519BD-3B0E-2A87-8410-421FF6B2999F}"/>
                </a:ext>
              </a:extLst>
            </p:cNvPr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0" name="pg1510">
              <a:extLst>
                <a:ext uri="{FF2B5EF4-FFF2-40B4-BE49-F238E27FC236}">
                  <a16:creationId xmlns:a16="http://schemas.microsoft.com/office/drawing/2014/main" id="{72B7A6B3-B736-F6B6-6207-D2CA0C59B251}"/>
                </a:ext>
              </a:extLst>
            </p:cNvPr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1" name="pg1511">
              <a:extLst>
                <a:ext uri="{FF2B5EF4-FFF2-40B4-BE49-F238E27FC236}">
                  <a16:creationId xmlns:a16="http://schemas.microsoft.com/office/drawing/2014/main" id="{37B3A5D0-7F12-8CED-C516-A7A299B73E1F}"/>
                </a:ext>
              </a:extLst>
            </p:cNvPr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2" name="pg1512">
              <a:extLst>
                <a:ext uri="{FF2B5EF4-FFF2-40B4-BE49-F238E27FC236}">
                  <a16:creationId xmlns:a16="http://schemas.microsoft.com/office/drawing/2014/main" id="{F2C92899-7525-29A0-45A3-3019C3B67AD1}"/>
                </a:ext>
              </a:extLst>
            </p:cNvPr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3" name="pg1513">
              <a:extLst>
                <a:ext uri="{FF2B5EF4-FFF2-40B4-BE49-F238E27FC236}">
                  <a16:creationId xmlns:a16="http://schemas.microsoft.com/office/drawing/2014/main" id="{74302CBB-3564-8805-0487-0CF0A9DC3FAF}"/>
                </a:ext>
              </a:extLst>
            </p:cNvPr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4" name="pg1514">
              <a:extLst>
                <a:ext uri="{FF2B5EF4-FFF2-40B4-BE49-F238E27FC236}">
                  <a16:creationId xmlns:a16="http://schemas.microsoft.com/office/drawing/2014/main" id="{9F15813D-3D73-0544-37D0-5806A18B2D35}"/>
                </a:ext>
              </a:extLst>
            </p:cNvPr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5" name="pg1515">
              <a:extLst>
                <a:ext uri="{FF2B5EF4-FFF2-40B4-BE49-F238E27FC236}">
                  <a16:creationId xmlns:a16="http://schemas.microsoft.com/office/drawing/2014/main" id="{32FF9F80-115F-BB8A-8C11-188DF7E1E3F8}"/>
                </a:ext>
              </a:extLst>
            </p:cNvPr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6" name="pg1516">
              <a:extLst>
                <a:ext uri="{FF2B5EF4-FFF2-40B4-BE49-F238E27FC236}">
                  <a16:creationId xmlns:a16="http://schemas.microsoft.com/office/drawing/2014/main" id="{6B3A5CFB-A362-B6AC-9A56-DC54FE16B039}"/>
                </a:ext>
              </a:extLst>
            </p:cNvPr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7" name="pg1517">
              <a:extLst>
                <a:ext uri="{FF2B5EF4-FFF2-40B4-BE49-F238E27FC236}">
                  <a16:creationId xmlns:a16="http://schemas.microsoft.com/office/drawing/2014/main" id="{77EA6FC9-1709-270E-943C-B0C76C05E00F}"/>
                </a:ext>
              </a:extLst>
            </p:cNvPr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8" name="pg1518">
              <a:extLst>
                <a:ext uri="{FF2B5EF4-FFF2-40B4-BE49-F238E27FC236}">
                  <a16:creationId xmlns:a16="http://schemas.microsoft.com/office/drawing/2014/main" id="{D506DB99-D571-3717-DF84-29E6F7F033E5}"/>
                </a:ext>
              </a:extLst>
            </p:cNvPr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9" name="pg1519">
              <a:extLst>
                <a:ext uri="{FF2B5EF4-FFF2-40B4-BE49-F238E27FC236}">
                  <a16:creationId xmlns:a16="http://schemas.microsoft.com/office/drawing/2014/main" id="{F016CAC2-BBD7-48EA-AC92-DDF6F1789D18}"/>
                </a:ext>
              </a:extLst>
            </p:cNvPr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0" name="pg1520">
              <a:extLst>
                <a:ext uri="{FF2B5EF4-FFF2-40B4-BE49-F238E27FC236}">
                  <a16:creationId xmlns:a16="http://schemas.microsoft.com/office/drawing/2014/main" id="{9A6929B3-1422-530F-C25A-5D924F2C459D}"/>
                </a:ext>
              </a:extLst>
            </p:cNvPr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1" name="pg1521">
              <a:extLst>
                <a:ext uri="{FF2B5EF4-FFF2-40B4-BE49-F238E27FC236}">
                  <a16:creationId xmlns:a16="http://schemas.microsoft.com/office/drawing/2014/main" id="{238913C8-5E8B-943D-54EF-6AFC40021F36}"/>
                </a:ext>
              </a:extLst>
            </p:cNvPr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2" name="pg1522">
              <a:extLst>
                <a:ext uri="{FF2B5EF4-FFF2-40B4-BE49-F238E27FC236}">
                  <a16:creationId xmlns:a16="http://schemas.microsoft.com/office/drawing/2014/main" id="{13457CA2-B4C4-4EA5-4483-F26EAFCF0D1F}"/>
                </a:ext>
              </a:extLst>
            </p:cNvPr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3" name="pg1523">
              <a:extLst>
                <a:ext uri="{FF2B5EF4-FFF2-40B4-BE49-F238E27FC236}">
                  <a16:creationId xmlns:a16="http://schemas.microsoft.com/office/drawing/2014/main" id="{CF05BD74-52D2-8861-9D85-8DA6A40F1618}"/>
                </a:ext>
              </a:extLst>
            </p:cNvPr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4" name="pg1524">
              <a:extLst>
                <a:ext uri="{FF2B5EF4-FFF2-40B4-BE49-F238E27FC236}">
                  <a16:creationId xmlns:a16="http://schemas.microsoft.com/office/drawing/2014/main" id="{2268974B-D95F-3A6E-972B-B82226FEFB4D}"/>
                </a:ext>
              </a:extLst>
            </p:cNvPr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5" name="pg1525">
              <a:extLst>
                <a:ext uri="{FF2B5EF4-FFF2-40B4-BE49-F238E27FC236}">
                  <a16:creationId xmlns:a16="http://schemas.microsoft.com/office/drawing/2014/main" id="{FCE4324D-953C-52DB-1ED0-6A9E0E7F98BE}"/>
                </a:ext>
              </a:extLst>
            </p:cNvPr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6" name="pg1526">
              <a:extLst>
                <a:ext uri="{FF2B5EF4-FFF2-40B4-BE49-F238E27FC236}">
                  <a16:creationId xmlns:a16="http://schemas.microsoft.com/office/drawing/2014/main" id="{D6CB6005-5F4B-26A4-F4C3-507683E0B84A}"/>
                </a:ext>
              </a:extLst>
            </p:cNvPr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7" name="pg1527">
              <a:extLst>
                <a:ext uri="{FF2B5EF4-FFF2-40B4-BE49-F238E27FC236}">
                  <a16:creationId xmlns:a16="http://schemas.microsoft.com/office/drawing/2014/main" id="{E7CD4BD1-82D8-9F7D-5A01-6746F31E1328}"/>
                </a:ext>
              </a:extLst>
            </p:cNvPr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8" name="pg1528">
              <a:extLst>
                <a:ext uri="{FF2B5EF4-FFF2-40B4-BE49-F238E27FC236}">
                  <a16:creationId xmlns:a16="http://schemas.microsoft.com/office/drawing/2014/main" id="{F9BADA82-97CC-310D-2684-E231C4674B45}"/>
                </a:ext>
              </a:extLst>
            </p:cNvPr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9" name="pg1529">
              <a:extLst>
                <a:ext uri="{FF2B5EF4-FFF2-40B4-BE49-F238E27FC236}">
                  <a16:creationId xmlns:a16="http://schemas.microsoft.com/office/drawing/2014/main" id="{902460A8-8CD1-0D6E-C38D-A228C4D362AE}"/>
                </a:ext>
              </a:extLst>
            </p:cNvPr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0" name="pg1530">
              <a:extLst>
                <a:ext uri="{FF2B5EF4-FFF2-40B4-BE49-F238E27FC236}">
                  <a16:creationId xmlns:a16="http://schemas.microsoft.com/office/drawing/2014/main" id="{9DAADC35-16D7-C01A-DC21-618EBDC1B893}"/>
                </a:ext>
              </a:extLst>
            </p:cNvPr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1" name="pg1531">
              <a:extLst>
                <a:ext uri="{FF2B5EF4-FFF2-40B4-BE49-F238E27FC236}">
                  <a16:creationId xmlns:a16="http://schemas.microsoft.com/office/drawing/2014/main" id="{1D606134-D0E9-3296-7EC7-2AF79CF9E2F9}"/>
                </a:ext>
              </a:extLst>
            </p:cNvPr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2" name="pg1532">
              <a:extLst>
                <a:ext uri="{FF2B5EF4-FFF2-40B4-BE49-F238E27FC236}">
                  <a16:creationId xmlns:a16="http://schemas.microsoft.com/office/drawing/2014/main" id="{35B12FE7-5069-7E81-7F16-D8B1309509C8}"/>
                </a:ext>
              </a:extLst>
            </p:cNvPr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3" name="pg1533">
              <a:extLst>
                <a:ext uri="{FF2B5EF4-FFF2-40B4-BE49-F238E27FC236}">
                  <a16:creationId xmlns:a16="http://schemas.microsoft.com/office/drawing/2014/main" id="{DBF9BE56-2E88-30A5-551A-FE3045A4BFCB}"/>
                </a:ext>
              </a:extLst>
            </p:cNvPr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4" name="pg1534">
              <a:extLst>
                <a:ext uri="{FF2B5EF4-FFF2-40B4-BE49-F238E27FC236}">
                  <a16:creationId xmlns:a16="http://schemas.microsoft.com/office/drawing/2014/main" id="{71E0F85B-6B5F-1775-F981-E5FEE085885F}"/>
                </a:ext>
              </a:extLst>
            </p:cNvPr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5" name="pg1535">
              <a:extLst>
                <a:ext uri="{FF2B5EF4-FFF2-40B4-BE49-F238E27FC236}">
                  <a16:creationId xmlns:a16="http://schemas.microsoft.com/office/drawing/2014/main" id="{C52BC595-4708-6F09-EC5A-F6645751BFED}"/>
                </a:ext>
              </a:extLst>
            </p:cNvPr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6" name="pg1536">
              <a:extLst>
                <a:ext uri="{FF2B5EF4-FFF2-40B4-BE49-F238E27FC236}">
                  <a16:creationId xmlns:a16="http://schemas.microsoft.com/office/drawing/2014/main" id="{3F74766D-8A8A-C812-4F54-3962574F95FD}"/>
                </a:ext>
              </a:extLst>
            </p:cNvPr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7" name="pg1537">
              <a:extLst>
                <a:ext uri="{FF2B5EF4-FFF2-40B4-BE49-F238E27FC236}">
                  <a16:creationId xmlns:a16="http://schemas.microsoft.com/office/drawing/2014/main" id="{C61BE145-1809-5429-4BA6-3CC468A7358D}"/>
                </a:ext>
              </a:extLst>
            </p:cNvPr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8" name="pg1538">
              <a:extLst>
                <a:ext uri="{FF2B5EF4-FFF2-40B4-BE49-F238E27FC236}">
                  <a16:creationId xmlns:a16="http://schemas.microsoft.com/office/drawing/2014/main" id="{F5F92F91-414C-458C-A93D-53B16AED909B}"/>
                </a:ext>
              </a:extLst>
            </p:cNvPr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9" name="pg1539">
              <a:extLst>
                <a:ext uri="{FF2B5EF4-FFF2-40B4-BE49-F238E27FC236}">
                  <a16:creationId xmlns:a16="http://schemas.microsoft.com/office/drawing/2014/main" id="{8E73A6D5-C70F-0057-2F19-7A007BB403EF}"/>
                </a:ext>
              </a:extLst>
            </p:cNvPr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0" name="pg1540">
              <a:extLst>
                <a:ext uri="{FF2B5EF4-FFF2-40B4-BE49-F238E27FC236}">
                  <a16:creationId xmlns:a16="http://schemas.microsoft.com/office/drawing/2014/main" id="{2626B311-AF9A-746B-2BB4-73898AA4AC4F}"/>
                </a:ext>
              </a:extLst>
            </p:cNvPr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1" name="pg1541">
              <a:extLst>
                <a:ext uri="{FF2B5EF4-FFF2-40B4-BE49-F238E27FC236}">
                  <a16:creationId xmlns:a16="http://schemas.microsoft.com/office/drawing/2014/main" id="{262449A2-48C7-504E-E8AD-007089254482}"/>
                </a:ext>
              </a:extLst>
            </p:cNvPr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2" name="pg1542">
              <a:extLst>
                <a:ext uri="{FF2B5EF4-FFF2-40B4-BE49-F238E27FC236}">
                  <a16:creationId xmlns:a16="http://schemas.microsoft.com/office/drawing/2014/main" id="{CB328A6E-564A-6466-8664-1CCA1FA63C4C}"/>
                </a:ext>
              </a:extLst>
            </p:cNvPr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3" name="pg1543">
              <a:extLst>
                <a:ext uri="{FF2B5EF4-FFF2-40B4-BE49-F238E27FC236}">
                  <a16:creationId xmlns:a16="http://schemas.microsoft.com/office/drawing/2014/main" id="{587C1928-405C-ED55-44E3-E4A6202C400E}"/>
                </a:ext>
              </a:extLst>
            </p:cNvPr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4" name="pg1544">
              <a:extLst>
                <a:ext uri="{FF2B5EF4-FFF2-40B4-BE49-F238E27FC236}">
                  <a16:creationId xmlns:a16="http://schemas.microsoft.com/office/drawing/2014/main" id="{F8D18CED-DFCE-6C55-6629-A4AC55045463}"/>
                </a:ext>
              </a:extLst>
            </p:cNvPr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5" name="pg1545">
              <a:extLst>
                <a:ext uri="{FF2B5EF4-FFF2-40B4-BE49-F238E27FC236}">
                  <a16:creationId xmlns:a16="http://schemas.microsoft.com/office/drawing/2014/main" id="{5B64A958-14E3-2C40-4BD3-A09E069B0C35}"/>
                </a:ext>
              </a:extLst>
            </p:cNvPr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6" name="pg1546">
              <a:extLst>
                <a:ext uri="{FF2B5EF4-FFF2-40B4-BE49-F238E27FC236}">
                  <a16:creationId xmlns:a16="http://schemas.microsoft.com/office/drawing/2014/main" id="{4A0958FD-C839-10DA-06A5-0DDC32AB5E93}"/>
                </a:ext>
              </a:extLst>
            </p:cNvPr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7" name="pg1547">
              <a:extLst>
                <a:ext uri="{FF2B5EF4-FFF2-40B4-BE49-F238E27FC236}">
                  <a16:creationId xmlns:a16="http://schemas.microsoft.com/office/drawing/2014/main" id="{9775A433-1A89-B1D8-965E-4DE06F0ED04C}"/>
                </a:ext>
              </a:extLst>
            </p:cNvPr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8" name="pg1548">
              <a:extLst>
                <a:ext uri="{FF2B5EF4-FFF2-40B4-BE49-F238E27FC236}">
                  <a16:creationId xmlns:a16="http://schemas.microsoft.com/office/drawing/2014/main" id="{79ADA6E9-5705-D0B7-1994-127F1EC8859F}"/>
                </a:ext>
              </a:extLst>
            </p:cNvPr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9" name="pg1549">
              <a:extLst>
                <a:ext uri="{FF2B5EF4-FFF2-40B4-BE49-F238E27FC236}">
                  <a16:creationId xmlns:a16="http://schemas.microsoft.com/office/drawing/2014/main" id="{498D2AE7-528F-7C33-76A6-E41D4AC82C97}"/>
                </a:ext>
              </a:extLst>
            </p:cNvPr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0" name="pg1550">
              <a:extLst>
                <a:ext uri="{FF2B5EF4-FFF2-40B4-BE49-F238E27FC236}">
                  <a16:creationId xmlns:a16="http://schemas.microsoft.com/office/drawing/2014/main" id="{E54331D0-2376-EDE8-2882-219EBD94C7BB}"/>
                </a:ext>
              </a:extLst>
            </p:cNvPr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1" name="pg1551">
              <a:extLst>
                <a:ext uri="{FF2B5EF4-FFF2-40B4-BE49-F238E27FC236}">
                  <a16:creationId xmlns:a16="http://schemas.microsoft.com/office/drawing/2014/main" id="{629C41F9-7F89-7C2E-0BB3-CD4758C4593A}"/>
                </a:ext>
              </a:extLst>
            </p:cNvPr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2" name="pg1552">
              <a:extLst>
                <a:ext uri="{FF2B5EF4-FFF2-40B4-BE49-F238E27FC236}">
                  <a16:creationId xmlns:a16="http://schemas.microsoft.com/office/drawing/2014/main" id="{4A8CD8F8-4444-E43D-0D06-E44C975D46EC}"/>
                </a:ext>
              </a:extLst>
            </p:cNvPr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3" name="pg1553">
              <a:extLst>
                <a:ext uri="{FF2B5EF4-FFF2-40B4-BE49-F238E27FC236}">
                  <a16:creationId xmlns:a16="http://schemas.microsoft.com/office/drawing/2014/main" id="{1C36259D-88BA-D895-E41F-C3C4E21A7F64}"/>
                </a:ext>
              </a:extLst>
            </p:cNvPr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4" name="pg1554">
              <a:extLst>
                <a:ext uri="{FF2B5EF4-FFF2-40B4-BE49-F238E27FC236}">
                  <a16:creationId xmlns:a16="http://schemas.microsoft.com/office/drawing/2014/main" id="{8EE6B7F0-FA6C-80B8-D6AD-F7673B858B03}"/>
                </a:ext>
              </a:extLst>
            </p:cNvPr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5" name="pg1555">
              <a:extLst>
                <a:ext uri="{FF2B5EF4-FFF2-40B4-BE49-F238E27FC236}">
                  <a16:creationId xmlns:a16="http://schemas.microsoft.com/office/drawing/2014/main" id="{F9421BE5-8B4A-C102-913C-D8571AE5846C}"/>
                </a:ext>
              </a:extLst>
            </p:cNvPr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6" name="pg1556">
              <a:extLst>
                <a:ext uri="{FF2B5EF4-FFF2-40B4-BE49-F238E27FC236}">
                  <a16:creationId xmlns:a16="http://schemas.microsoft.com/office/drawing/2014/main" id="{F8DD3F78-E014-0D33-1A68-0323A3A709B9}"/>
                </a:ext>
              </a:extLst>
            </p:cNvPr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7" name="pg1557">
              <a:extLst>
                <a:ext uri="{FF2B5EF4-FFF2-40B4-BE49-F238E27FC236}">
                  <a16:creationId xmlns:a16="http://schemas.microsoft.com/office/drawing/2014/main" id="{0ED9E527-249B-05E3-430F-57DC1DF5C887}"/>
                </a:ext>
              </a:extLst>
            </p:cNvPr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8" name="pg1558">
              <a:extLst>
                <a:ext uri="{FF2B5EF4-FFF2-40B4-BE49-F238E27FC236}">
                  <a16:creationId xmlns:a16="http://schemas.microsoft.com/office/drawing/2014/main" id="{720B2CB4-AA04-5BDA-82E2-4D884A4BB102}"/>
                </a:ext>
              </a:extLst>
            </p:cNvPr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9" name="pg1559">
              <a:extLst>
                <a:ext uri="{FF2B5EF4-FFF2-40B4-BE49-F238E27FC236}">
                  <a16:creationId xmlns:a16="http://schemas.microsoft.com/office/drawing/2014/main" id="{3137215E-475D-B579-7409-0F4EE95A3B2D}"/>
                </a:ext>
              </a:extLst>
            </p:cNvPr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0" name="pg1560">
              <a:extLst>
                <a:ext uri="{FF2B5EF4-FFF2-40B4-BE49-F238E27FC236}">
                  <a16:creationId xmlns:a16="http://schemas.microsoft.com/office/drawing/2014/main" id="{5D08BA9B-B6F0-B1AD-1352-B03AE2F67DE0}"/>
                </a:ext>
              </a:extLst>
            </p:cNvPr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1" name="pg1561">
              <a:extLst>
                <a:ext uri="{FF2B5EF4-FFF2-40B4-BE49-F238E27FC236}">
                  <a16:creationId xmlns:a16="http://schemas.microsoft.com/office/drawing/2014/main" id="{ABACB8A1-C1B7-18F8-DDBA-5256C0536B20}"/>
                </a:ext>
              </a:extLst>
            </p:cNvPr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2" name="pg1562">
              <a:extLst>
                <a:ext uri="{FF2B5EF4-FFF2-40B4-BE49-F238E27FC236}">
                  <a16:creationId xmlns:a16="http://schemas.microsoft.com/office/drawing/2014/main" id="{653EB2AE-8189-3FBE-9E5C-088EF4DB5F47}"/>
                </a:ext>
              </a:extLst>
            </p:cNvPr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3" name="pg1563">
              <a:extLst>
                <a:ext uri="{FF2B5EF4-FFF2-40B4-BE49-F238E27FC236}">
                  <a16:creationId xmlns:a16="http://schemas.microsoft.com/office/drawing/2014/main" id="{66364CD8-24F5-2E02-0BBC-DF0858F61D03}"/>
                </a:ext>
              </a:extLst>
            </p:cNvPr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4" name="pg1564">
              <a:extLst>
                <a:ext uri="{FF2B5EF4-FFF2-40B4-BE49-F238E27FC236}">
                  <a16:creationId xmlns:a16="http://schemas.microsoft.com/office/drawing/2014/main" id="{DED813CE-D414-9703-E315-C5B26649AC97}"/>
                </a:ext>
              </a:extLst>
            </p:cNvPr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5" name="pg1565">
              <a:extLst>
                <a:ext uri="{FF2B5EF4-FFF2-40B4-BE49-F238E27FC236}">
                  <a16:creationId xmlns:a16="http://schemas.microsoft.com/office/drawing/2014/main" id="{281A5467-D408-75B9-3885-61DEF16A278B}"/>
                </a:ext>
              </a:extLst>
            </p:cNvPr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6" name="pg1566">
              <a:extLst>
                <a:ext uri="{FF2B5EF4-FFF2-40B4-BE49-F238E27FC236}">
                  <a16:creationId xmlns:a16="http://schemas.microsoft.com/office/drawing/2014/main" id="{FFA74F96-4B3B-D651-2C6B-945EAB0BEA93}"/>
                </a:ext>
              </a:extLst>
            </p:cNvPr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7" name="pg1567">
              <a:extLst>
                <a:ext uri="{FF2B5EF4-FFF2-40B4-BE49-F238E27FC236}">
                  <a16:creationId xmlns:a16="http://schemas.microsoft.com/office/drawing/2014/main" id="{7BEF2EE1-8034-ABC2-366D-11D2CF83D265}"/>
                </a:ext>
              </a:extLst>
            </p:cNvPr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8" name="pg1568">
              <a:extLst>
                <a:ext uri="{FF2B5EF4-FFF2-40B4-BE49-F238E27FC236}">
                  <a16:creationId xmlns:a16="http://schemas.microsoft.com/office/drawing/2014/main" id="{89B5F8EF-6A67-FD75-334B-5EB059F13434}"/>
                </a:ext>
              </a:extLst>
            </p:cNvPr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9" name="pg1569">
              <a:extLst>
                <a:ext uri="{FF2B5EF4-FFF2-40B4-BE49-F238E27FC236}">
                  <a16:creationId xmlns:a16="http://schemas.microsoft.com/office/drawing/2014/main" id="{5C848C21-900A-613F-1483-7A9A1F61674B}"/>
                </a:ext>
              </a:extLst>
            </p:cNvPr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0" name="pg1570">
              <a:extLst>
                <a:ext uri="{FF2B5EF4-FFF2-40B4-BE49-F238E27FC236}">
                  <a16:creationId xmlns:a16="http://schemas.microsoft.com/office/drawing/2014/main" id="{FD4D97D6-370F-394A-E26C-E648C158B83C}"/>
                </a:ext>
              </a:extLst>
            </p:cNvPr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1" name="pg1571">
              <a:extLst>
                <a:ext uri="{FF2B5EF4-FFF2-40B4-BE49-F238E27FC236}">
                  <a16:creationId xmlns:a16="http://schemas.microsoft.com/office/drawing/2014/main" id="{0174023B-F209-CBCE-5D56-F8554BD6F15E}"/>
                </a:ext>
              </a:extLst>
            </p:cNvPr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2" name="pg1572">
              <a:extLst>
                <a:ext uri="{FF2B5EF4-FFF2-40B4-BE49-F238E27FC236}">
                  <a16:creationId xmlns:a16="http://schemas.microsoft.com/office/drawing/2014/main" id="{7BE43393-CA93-D6F4-3C5A-9769C80CB8CC}"/>
                </a:ext>
              </a:extLst>
            </p:cNvPr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3" name="pg1573">
              <a:extLst>
                <a:ext uri="{FF2B5EF4-FFF2-40B4-BE49-F238E27FC236}">
                  <a16:creationId xmlns:a16="http://schemas.microsoft.com/office/drawing/2014/main" id="{796EBBEE-C093-086F-8A28-63DD39D450C3}"/>
                </a:ext>
              </a:extLst>
            </p:cNvPr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4" name="pg1574">
              <a:extLst>
                <a:ext uri="{FF2B5EF4-FFF2-40B4-BE49-F238E27FC236}">
                  <a16:creationId xmlns:a16="http://schemas.microsoft.com/office/drawing/2014/main" id="{B17895AE-CFEA-A177-F2CF-488AF3842459}"/>
                </a:ext>
              </a:extLst>
            </p:cNvPr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5" name="pg1575">
              <a:extLst>
                <a:ext uri="{FF2B5EF4-FFF2-40B4-BE49-F238E27FC236}">
                  <a16:creationId xmlns:a16="http://schemas.microsoft.com/office/drawing/2014/main" id="{935B584A-77F5-7748-33E5-B4F8C8F58419}"/>
                </a:ext>
              </a:extLst>
            </p:cNvPr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6" name="pg1576">
              <a:extLst>
                <a:ext uri="{FF2B5EF4-FFF2-40B4-BE49-F238E27FC236}">
                  <a16:creationId xmlns:a16="http://schemas.microsoft.com/office/drawing/2014/main" id="{9677A4DC-2917-10C5-D553-00BDCD847725}"/>
                </a:ext>
              </a:extLst>
            </p:cNvPr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7" name="pg1577">
              <a:extLst>
                <a:ext uri="{FF2B5EF4-FFF2-40B4-BE49-F238E27FC236}">
                  <a16:creationId xmlns:a16="http://schemas.microsoft.com/office/drawing/2014/main" id="{3E4D5E3B-44D9-911E-2A6C-F333D45638DE}"/>
                </a:ext>
              </a:extLst>
            </p:cNvPr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8" name="pg1578">
              <a:extLst>
                <a:ext uri="{FF2B5EF4-FFF2-40B4-BE49-F238E27FC236}">
                  <a16:creationId xmlns:a16="http://schemas.microsoft.com/office/drawing/2014/main" id="{C2129C7A-FE24-3B8E-10CF-26FC54E590DE}"/>
                </a:ext>
              </a:extLst>
            </p:cNvPr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9" name="pg1579">
              <a:extLst>
                <a:ext uri="{FF2B5EF4-FFF2-40B4-BE49-F238E27FC236}">
                  <a16:creationId xmlns:a16="http://schemas.microsoft.com/office/drawing/2014/main" id="{70B63BAB-722E-DBEC-639E-1CA465052B54}"/>
                </a:ext>
              </a:extLst>
            </p:cNvPr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0" name="pg1580">
              <a:extLst>
                <a:ext uri="{FF2B5EF4-FFF2-40B4-BE49-F238E27FC236}">
                  <a16:creationId xmlns:a16="http://schemas.microsoft.com/office/drawing/2014/main" id="{8D085FB3-CD2C-E725-5C6B-05EF7CA1EE90}"/>
                </a:ext>
              </a:extLst>
            </p:cNvPr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1" name="pg1581">
              <a:extLst>
                <a:ext uri="{FF2B5EF4-FFF2-40B4-BE49-F238E27FC236}">
                  <a16:creationId xmlns:a16="http://schemas.microsoft.com/office/drawing/2014/main" id="{5647E84A-4806-070C-2893-5451C18BE2FC}"/>
                </a:ext>
              </a:extLst>
            </p:cNvPr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2" name="pg1582">
              <a:extLst>
                <a:ext uri="{FF2B5EF4-FFF2-40B4-BE49-F238E27FC236}">
                  <a16:creationId xmlns:a16="http://schemas.microsoft.com/office/drawing/2014/main" id="{5A51B793-CDAF-12CF-1E45-EAFAC3F17CC7}"/>
                </a:ext>
              </a:extLst>
            </p:cNvPr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3" name="pg1583">
              <a:extLst>
                <a:ext uri="{FF2B5EF4-FFF2-40B4-BE49-F238E27FC236}">
                  <a16:creationId xmlns:a16="http://schemas.microsoft.com/office/drawing/2014/main" id="{8E34365A-39F0-D0AA-32EA-159B7D8BD951}"/>
                </a:ext>
              </a:extLst>
            </p:cNvPr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4" name="pg1584">
              <a:extLst>
                <a:ext uri="{FF2B5EF4-FFF2-40B4-BE49-F238E27FC236}">
                  <a16:creationId xmlns:a16="http://schemas.microsoft.com/office/drawing/2014/main" id="{0AA066BD-D50B-D2FF-BE4C-C742641B7716}"/>
                </a:ext>
              </a:extLst>
            </p:cNvPr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5" name="pg1585">
              <a:extLst>
                <a:ext uri="{FF2B5EF4-FFF2-40B4-BE49-F238E27FC236}">
                  <a16:creationId xmlns:a16="http://schemas.microsoft.com/office/drawing/2014/main" id="{50FD81AC-618E-EE32-6E87-ACE5D7E545E4}"/>
                </a:ext>
              </a:extLst>
            </p:cNvPr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6" name="pg1586">
              <a:extLst>
                <a:ext uri="{FF2B5EF4-FFF2-40B4-BE49-F238E27FC236}">
                  <a16:creationId xmlns:a16="http://schemas.microsoft.com/office/drawing/2014/main" id="{9CD6F1D1-EA67-055E-A7F9-46597AD3CC9F}"/>
                </a:ext>
              </a:extLst>
            </p:cNvPr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7" name="pg1587">
              <a:extLst>
                <a:ext uri="{FF2B5EF4-FFF2-40B4-BE49-F238E27FC236}">
                  <a16:creationId xmlns:a16="http://schemas.microsoft.com/office/drawing/2014/main" id="{B11C69F3-193B-3AEF-A850-E8BC463F8C4B}"/>
                </a:ext>
              </a:extLst>
            </p:cNvPr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8" name="pg1588">
              <a:extLst>
                <a:ext uri="{FF2B5EF4-FFF2-40B4-BE49-F238E27FC236}">
                  <a16:creationId xmlns:a16="http://schemas.microsoft.com/office/drawing/2014/main" id="{F8461F66-0559-7D01-2EC6-D564E3D096CE}"/>
                </a:ext>
              </a:extLst>
            </p:cNvPr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9" name="pg1589">
              <a:extLst>
                <a:ext uri="{FF2B5EF4-FFF2-40B4-BE49-F238E27FC236}">
                  <a16:creationId xmlns:a16="http://schemas.microsoft.com/office/drawing/2014/main" id="{1411636F-DB4D-E586-DEC7-EA780E7A5F41}"/>
                </a:ext>
              </a:extLst>
            </p:cNvPr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0" name="pg1590">
              <a:extLst>
                <a:ext uri="{FF2B5EF4-FFF2-40B4-BE49-F238E27FC236}">
                  <a16:creationId xmlns:a16="http://schemas.microsoft.com/office/drawing/2014/main" id="{076EB85B-EEB4-B644-5A66-A70F6A58BBE4}"/>
                </a:ext>
              </a:extLst>
            </p:cNvPr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1" name="pg1591">
              <a:extLst>
                <a:ext uri="{FF2B5EF4-FFF2-40B4-BE49-F238E27FC236}">
                  <a16:creationId xmlns:a16="http://schemas.microsoft.com/office/drawing/2014/main" id="{14A77547-F52C-52F7-835C-59E780779E2C}"/>
                </a:ext>
              </a:extLst>
            </p:cNvPr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2" name="pg1592">
              <a:extLst>
                <a:ext uri="{FF2B5EF4-FFF2-40B4-BE49-F238E27FC236}">
                  <a16:creationId xmlns:a16="http://schemas.microsoft.com/office/drawing/2014/main" id="{8916556F-31B0-2F7C-5C4C-6E633FDA91B2}"/>
                </a:ext>
              </a:extLst>
            </p:cNvPr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3" name="pg1593">
              <a:extLst>
                <a:ext uri="{FF2B5EF4-FFF2-40B4-BE49-F238E27FC236}">
                  <a16:creationId xmlns:a16="http://schemas.microsoft.com/office/drawing/2014/main" id="{45BB9F4B-9D6E-AD34-6C74-F53E549D9367}"/>
                </a:ext>
              </a:extLst>
            </p:cNvPr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4" name="pg1594">
              <a:extLst>
                <a:ext uri="{FF2B5EF4-FFF2-40B4-BE49-F238E27FC236}">
                  <a16:creationId xmlns:a16="http://schemas.microsoft.com/office/drawing/2014/main" id="{97541357-022F-39C6-6205-AE2C283C7D1D}"/>
                </a:ext>
              </a:extLst>
            </p:cNvPr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5" name="pg1595">
              <a:extLst>
                <a:ext uri="{FF2B5EF4-FFF2-40B4-BE49-F238E27FC236}">
                  <a16:creationId xmlns:a16="http://schemas.microsoft.com/office/drawing/2014/main" id="{90613628-48C2-C8AD-356A-5CDE6C5E4951}"/>
                </a:ext>
              </a:extLst>
            </p:cNvPr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6" name="pg1596">
              <a:extLst>
                <a:ext uri="{FF2B5EF4-FFF2-40B4-BE49-F238E27FC236}">
                  <a16:creationId xmlns:a16="http://schemas.microsoft.com/office/drawing/2014/main" id="{6400061C-8337-4C37-8F57-E834AD169B16}"/>
                </a:ext>
              </a:extLst>
            </p:cNvPr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7" name="pg1597">
              <a:extLst>
                <a:ext uri="{FF2B5EF4-FFF2-40B4-BE49-F238E27FC236}">
                  <a16:creationId xmlns:a16="http://schemas.microsoft.com/office/drawing/2014/main" id="{609A12F8-C4F1-B195-2AFE-97436B64A66A}"/>
                </a:ext>
              </a:extLst>
            </p:cNvPr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8" name="pg1598">
              <a:extLst>
                <a:ext uri="{FF2B5EF4-FFF2-40B4-BE49-F238E27FC236}">
                  <a16:creationId xmlns:a16="http://schemas.microsoft.com/office/drawing/2014/main" id="{6701E831-1C11-5254-8AE7-6FB431115792}"/>
                </a:ext>
              </a:extLst>
            </p:cNvPr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9" name="pg1599">
              <a:extLst>
                <a:ext uri="{FF2B5EF4-FFF2-40B4-BE49-F238E27FC236}">
                  <a16:creationId xmlns:a16="http://schemas.microsoft.com/office/drawing/2014/main" id="{883C7296-491F-4D99-90CA-5EBEDBE5D05F}"/>
                </a:ext>
              </a:extLst>
            </p:cNvPr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0" name="pg1600">
              <a:extLst>
                <a:ext uri="{FF2B5EF4-FFF2-40B4-BE49-F238E27FC236}">
                  <a16:creationId xmlns:a16="http://schemas.microsoft.com/office/drawing/2014/main" id="{0793DD94-EFCE-963D-051D-1DF1ADF1EF69}"/>
                </a:ext>
              </a:extLst>
            </p:cNvPr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1" name="pg1601">
              <a:extLst>
                <a:ext uri="{FF2B5EF4-FFF2-40B4-BE49-F238E27FC236}">
                  <a16:creationId xmlns:a16="http://schemas.microsoft.com/office/drawing/2014/main" id="{018DCFA3-6AED-308B-EB0F-CEFF21E93CC7}"/>
                </a:ext>
              </a:extLst>
            </p:cNvPr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2" name="pg1602">
              <a:extLst>
                <a:ext uri="{FF2B5EF4-FFF2-40B4-BE49-F238E27FC236}">
                  <a16:creationId xmlns:a16="http://schemas.microsoft.com/office/drawing/2014/main" id="{A22AE306-A1DC-6E6F-4AE3-89F01985774C}"/>
                </a:ext>
              </a:extLst>
            </p:cNvPr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3" name="pg1603">
              <a:extLst>
                <a:ext uri="{FF2B5EF4-FFF2-40B4-BE49-F238E27FC236}">
                  <a16:creationId xmlns:a16="http://schemas.microsoft.com/office/drawing/2014/main" id="{7F7B4969-80BB-BBD0-7D55-C3ECF622FBCD}"/>
                </a:ext>
              </a:extLst>
            </p:cNvPr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4" name="pg1604">
              <a:extLst>
                <a:ext uri="{FF2B5EF4-FFF2-40B4-BE49-F238E27FC236}">
                  <a16:creationId xmlns:a16="http://schemas.microsoft.com/office/drawing/2014/main" id="{5F1C093E-F93A-EECA-F2A5-8E0D85A51AE3}"/>
                </a:ext>
              </a:extLst>
            </p:cNvPr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5" name="pg1605">
              <a:extLst>
                <a:ext uri="{FF2B5EF4-FFF2-40B4-BE49-F238E27FC236}">
                  <a16:creationId xmlns:a16="http://schemas.microsoft.com/office/drawing/2014/main" id="{5284F9B6-7A13-F67D-1C6D-7DF000335794}"/>
                </a:ext>
              </a:extLst>
            </p:cNvPr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6" name="pg1606">
              <a:extLst>
                <a:ext uri="{FF2B5EF4-FFF2-40B4-BE49-F238E27FC236}">
                  <a16:creationId xmlns:a16="http://schemas.microsoft.com/office/drawing/2014/main" id="{BEFC841A-A264-1B78-7E67-39CDC1F6433E}"/>
                </a:ext>
              </a:extLst>
            </p:cNvPr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7" name="pg1607">
              <a:extLst>
                <a:ext uri="{FF2B5EF4-FFF2-40B4-BE49-F238E27FC236}">
                  <a16:creationId xmlns:a16="http://schemas.microsoft.com/office/drawing/2014/main" id="{766F1AB1-5594-E155-D6D2-604E705486A6}"/>
                </a:ext>
              </a:extLst>
            </p:cNvPr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8" name="pg1608">
              <a:extLst>
                <a:ext uri="{FF2B5EF4-FFF2-40B4-BE49-F238E27FC236}">
                  <a16:creationId xmlns:a16="http://schemas.microsoft.com/office/drawing/2014/main" id="{1A6379E1-B915-7952-8FA9-330743025184}"/>
                </a:ext>
              </a:extLst>
            </p:cNvPr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9" name="pg1609">
              <a:extLst>
                <a:ext uri="{FF2B5EF4-FFF2-40B4-BE49-F238E27FC236}">
                  <a16:creationId xmlns:a16="http://schemas.microsoft.com/office/drawing/2014/main" id="{7D1AC409-9DF8-4D56-0928-44BBE4EC27CA}"/>
                </a:ext>
              </a:extLst>
            </p:cNvPr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0" name="pg1610">
              <a:extLst>
                <a:ext uri="{FF2B5EF4-FFF2-40B4-BE49-F238E27FC236}">
                  <a16:creationId xmlns:a16="http://schemas.microsoft.com/office/drawing/2014/main" id="{445529C9-18D8-C7D4-585D-0C7A487208A3}"/>
                </a:ext>
              </a:extLst>
            </p:cNvPr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1" name="pg1611">
              <a:extLst>
                <a:ext uri="{FF2B5EF4-FFF2-40B4-BE49-F238E27FC236}">
                  <a16:creationId xmlns:a16="http://schemas.microsoft.com/office/drawing/2014/main" id="{1F36ECE1-5CA6-EBDB-67D8-CABE786F8054}"/>
                </a:ext>
              </a:extLst>
            </p:cNvPr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2" name="pg1612">
              <a:extLst>
                <a:ext uri="{FF2B5EF4-FFF2-40B4-BE49-F238E27FC236}">
                  <a16:creationId xmlns:a16="http://schemas.microsoft.com/office/drawing/2014/main" id="{47D208D1-1E36-662C-C4C3-CE3A84385949}"/>
                </a:ext>
              </a:extLst>
            </p:cNvPr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3" name="pg1613">
              <a:extLst>
                <a:ext uri="{FF2B5EF4-FFF2-40B4-BE49-F238E27FC236}">
                  <a16:creationId xmlns:a16="http://schemas.microsoft.com/office/drawing/2014/main" id="{02B9AFE5-F025-8079-3608-498D34634FFC}"/>
                </a:ext>
              </a:extLst>
            </p:cNvPr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4" name="pg1614">
              <a:extLst>
                <a:ext uri="{FF2B5EF4-FFF2-40B4-BE49-F238E27FC236}">
                  <a16:creationId xmlns:a16="http://schemas.microsoft.com/office/drawing/2014/main" id="{25A5AFFD-E0DF-8F6A-B692-E8B509579EB6}"/>
                </a:ext>
              </a:extLst>
            </p:cNvPr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5" name="pg1615">
              <a:extLst>
                <a:ext uri="{FF2B5EF4-FFF2-40B4-BE49-F238E27FC236}">
                  <a16:creationId xmlns:a16="http://schemas.microsoft.com/office/drawing/2014/main" id="{BB54D201-3AFF-EBBB-5341-BC0F3297EF80}"/>
                </a:ext>
              </a:extLst>
            </p:cNvPr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6" name="pg1616">
              <a:extLst>
                <a:ext uri="{FF2B5EF4-FFF2-40B4-BE49-F238E27FC236}">
                  <a16:creationId xmlns:a16="http://schemas.microsoft.com/office/drawing/2014/main" id="{10D55C3F-4FFC-64E3-E27D-DFC8432B1A4F}"/>
                </a:ext>
              </a:extLst>
            </p:cNvPr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7" name="pg1617">
              <a:extLst>
                <a:ext uri="{FF2B5EF4-FFF2-40B4-BE49-F238E27FC236}">
                  <a16:creationId xmlns:a16="http://schemas.microsoft.com/office/drawing/2014/main" id="{212B9C41-A5C2-EC07-6669-6ED14E532B14}"/>
                </a:ext>
              </a:extLst>
            </p:cNvPr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8" name="pg1618">
              <a:extLst>
                <a:ext uri="{FF2B5EF4-FFF2-40B4-BE49-F238E27FC236}">
                  <a16:creationId xmlns:a16="http://schemas.microsoft.com/office/drawing/2014/main" id="{37C3A93E-E034-314E-3609-DB011BBCB283}"/>
                </a:ext>
              </a:extLst>
            </p:cNvPr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9" name="pg1619">
              <a:extLst>
                <a:ext uri="{FF2B5EF4-FFF2-40B4-BE49-F238E27FC236}">
                  <a16:creationId xmlns:a16="http://schemas.microsoft.com/office/drawing/2014/main" id="{0D42AE7B-0AF7-B350-2D22-20A192464E6B}"/>
                </a:ext>
              </a:extLst>
            </p:cNvPr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0" name="pg1620">
              <a:extLst>
                <a:ext uri="{FF2B5EF4-FFF2-40B4-BE49-F238E27FC236}">
                  <a16:creationId xmlns:a16="http://schemas.microsoft.com/office/drawing/2014/main" id="{ACD30827-4254-0FB9-4873-61D87C97C9BF}"/>
                </a:ext>
              </a:extLst>
            </p:cNvPr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1" name="pg1621">
              <a:extLst>
                <a:ext uri="{FF2B5EF4-FFF2-40B4-BE49-F238E27FC236}">
                  <a16:creationId xmlns:a16="http://schemas.microsoft.com/office/drawing/2014/main" id="{D2D6221A-4C90-E6EF-CA83-27AE11A0531A}"/>
                </a:ext>
              </a:extLst>
            </p:cNvPr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2" name="pg1622">
              <a:extLst>
                <a:ext uri="{FF2B5EF4-FFF2-40B4-BE49-F238E27FC236}">
                  <a16:creationId xmlns:a16="http://schemas.microsoft.com/office/drawing/2014/main" id="{6D8F2936-F1A9-303E-08B5-B13D857F0096}"/>
                </a:ext>
              </a:extLst>
            </p:cNvPr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3" name="pg1623">
              <a:extLst>
                <a:ext uri="{FF2B5EF4-FFF2-40B4-BE49-F238E27FC236}">
                  <a16:creationId xmlns:a16="http://schemas.microsoft.com/office/drawing/2014/main" id="{88A14FBA-65B7-F891-6943-48A6BE916A5B}"/>
                </a:ext>
              </a:extLst>
            </p:cNvPr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4" name="pg1624">
              <a:extLst>
                <a:ext uri="{FF2B5EF4-FFF2-40B4-BE49-F238E27FC236}">
                  <a16:creationId xmlns:a16="http://schemas.microsoft.com/office/drawing/2014/main" id="{292DA835-4344-4431-7883-516AF9E91C86}"/>
                </a:ext>
              </a:extLst>
            </p:cNvPr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5" name="pg1625">
              <a:extLst>
                <a:ext uri="{FF2B5EF4-FFF2-40B4-BE49-F238E27FC236}">
                  <a16:creationId xmlns:a16="http://schemas.microsoft.com/office/drawing/2014/main" id="{CEDDE804-B79E-55E0-30F1-F1544E154686}"/>
                </a:ext>
              </a:extLst>
            </p:cNvPr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6" name="pg1626">
              <a:extLst>
                <a:ext uri="{FF2B5EF4-FFF2-40B4-BE49-F238E27FC236}">
                  <a16:creationId xmlns:a16="http://schemas.microsoft.com/office/drawing/2014/main" id="{989CEA69-9F85-F297-4386-F39E25C861EB}"/>
                </a:ext>
              </a:extLst>
            </p:cNvPr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7" name="pg1627">
              <a:extLst>
                <a:ext uri="{FF2B5EF4-FFF2-40B4-BE49-F238E27FC236}">
                  <a16:creationId xmlns:a16="http://schemas.microsoft.com/office/drawing/2014/main" id="{D521EDC4-AD84-D298-B934-9E9AC3A97769}"/>
                </a:ext>
              </a:extLst>
            </p:cNvPr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8" name="pg1628">
              <a:extLst>
                <a:ext uri="{FF2B5EF4-FFF2-40B4-BE49-F238E27FC236}">
                  <a16:creationId xmlns:a16="http://schemas.microsoft.com/office/drawing/2014/main" id="{6F1DD502-1203-A55E-600C-3D1BA28620A4}"/>
                </a:ext>
              </a:extLst>
            </p:cNvPr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9" name="pg1629">
              <a:extLst>
                <a:ext uri="{FF2B5EF4-FFF2-40B4-BE49-F238E27FC236}">
                  <a16:creationId xmlns:a16="http://schemas.microsoft.com/office/drawing/2014/main" id="{23159469-19CB-1863-A1B8-077E317FFEFC}"/>
                </a:ext>
              </a:extLst>
            </p:cNvPr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0" name="pg1630">
              <a:extLst>
                <a:ext uri="{FF2B5EF4-FFF2-40B4-BE49-F238E27FC236}">
                  <a16:creationId xmlns:a16="http://schemas.microsoft.com/office/drawing/2014/main" id="{55DCE6B8-1A8B-1F51-7289-043AB8D03145}"/>
                </a:ext>
              </a:extLst>
            </p:cNvPr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1" name="pg1631">
              <a:extLst>
                <a:ext uri="{FF2B5EF4-FFF2-40B4-BE49-F238E27FC236}">
                  <a16:creationId xmlns:a16="http://schemas.microsoft.com/office/drawing/2014/main" id="{85283A45-18FD-8477-A1BC-650EC3241404}"/>
                </a:ext>
              </a:extLst>
            </p:cNvPr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2" name="pg1632">
              <a:extLst>
                <a:ext uri="{FF2B5EF4-FFF2-40B4-BE49-F238E27FC236}">
                  <a16:creationId xmlns:a16="http://schemas.microsoft.com/office/drawing/2014/main" id="{EDF59FD2-9601-9F42-1FA6-3FFF0F3005F5}"/>
                </a:ext>
              </a:extLst>
            </p:cNvPr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3" name="pg1633">
              <a:extLst>
                <a:ext uri="{FF2B5EF4-FFF2-40B4-BE49-F238E27FC236}">
                  <a16:creationId xmlns:a16="http://schemas.microsoft.com/office/drawing/2014/main" id="{595892D2-74BD-3886-EF9E-80B2905F9F04}"/>
                </a:ext>
              </a:extLst>
            </p:cNvPr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4" name="pg1634">
              <a:extLst>
                <a:ext uri="{FF2B5EF4-FFF2-40B4-BE49-F238E27FC236}">
                  <a16:creationId xmlns:a16="http://schemas.microsoft.com/office/drawing/2014/main" id="{3AB05ABD-5218-4DD9-3DC1-DD2D8580AF63}"/>
                </a:ext>
              </a:extLst>
            </p:cNvPr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5" name="pg1635">
              <a:extLst>
                <a:ext uri="{FF2B5EF4-FFF2-40B4-BE49-F238E27FC236}">
                  <a16:creationId xmlns:a16="http://schemas.microsoft.com/office/drawing/2014/main" id="{2DCC4913-7B58-8765-F56B-6295394FC6E2}"/>
                </a:ext>
              </a:extLst>
            </p:cNvPr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6" name="pg1636">
              <a:extLst>
                <a:ext uri="{FF2B5EF4-FFF2-40B4-BE49-F238E27FC236}">
                  <a16:creationId xmlns:a16="http://schemas.microsoft.com/office/drawing/2014/main" id="{AC36D645-6E4A-1FA0-1B17-E98ECA2342C3}"/>
                </a:ext>
              </a:extLst>
            </p:cNvPr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7" name="pg1637">
              <a:extLst>
                <a:ext uri="{FF2B5EF4-FFF2-40B4-BE49-F238E27FC236}">
                  <a16:creationId xmlns:a16="http://schemas.microsoft.com/office/drawing/2014/main" id="{0F7ACADC-BE7B-767E-F787-05B7B8EC3C23}"/>
                </a:ext>
              </a:extLst>
            </p:cNvPr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1E0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8" name="pg1638">
              <a:extLst>
                <a:ext uri="{FF2B5EF4-FFF2-40B4-BE49-F238E27FC236}">
                  <a16:creationId xmlns:a16="http://schemas.microsoft.com/office/drawing/2014/main" id="{34664DD5-4E8E-3F0D-0E75-9E51C0050897}"/>
                </a:ext>
              </a:extLst>
            </p:cNvPr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9" name="pg1639">
              <a:extLst>
                <a:ext uri="{FF2B5EF4-FFF2-40B4-BE49-F238E27FC236}">
                  <a16:creationId xmlns:a16="http://schemas.microsoft.com/office/drawing/2014/main" id="{84AD994F-3DC3-7DC2-4551-1A90F4536965}"/>
                </a:ext>
              </a:extLst>
            </p:cNvPr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0" name="pg1640">
              <a:extLst>
                <a:ext uri="{FF2B5EF4-FFF2-40B4-BE49-F238E27FC236}">
                  <a16:creationId xmlns:a16="http://schemas.microsoft.com/office/drawing/2014/main" id="{61C0378C-26EA-7EAE-FF36-ABDB469718AF}"/>
                </a:ext>
              </a:extLst>
            </p:cNvPr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1" name="pg1641">
              <a:extLst>
                <a:ext uri="{FF2B5EF4-FFF2-40B4-BE49-F238E27FC236}">
                  <a16:creationId xmlns:a16="http://schemas.microsoft.com/office/drawing/2014/main" id="{0AEB884A-BA17-394A-25E9-38D88ABD5446}"/>
                </a:ext>
              </a:extLst>
            </p:cNvPr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2" name="pg1642">
              <a:extLst>
                <a:ext uri="{FF2B5EF4-FFF2-40B4-BE49-F238E27FC236}">
                  <a16:creationId xmlns:a16="http://schemas.microsoft.com/office/drawing/2014/main" id="{92A317DC-2DE2-C805-03DB-6895E70DBEB8}"/>
                </a:ext>
              </a:extLst>
            </p:cNvPr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3" name="pg1643">
              <a:extLst>
                <a:ext uri="{FF2B5EF4-FFF2-40B4-BE49-F238E27FC236}">
                  <a16:creationId xmlns:a16="http://schemas.microsoft.com/office/drawing/2014/main" id="{9BBE7784-8EBF-6276-B377-E467787E1E35}"/>
                </a:ext>
              </a:extLst>
            </p:cNvPr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4" name="pg1644">
              <a:extLst>
                <a:ext uri="{FF2B5EF4-FFF2-40B4-BE49-F238E27FC236}">
                  <a16:creationId xmlns:a16="http://schemas.microsoft.com/office/drawing/2014/main" id="{0ABFB59E-18F6-48CC-C39F-E4EC74E41226}"/>
                </a:ext>
              </a:extLst>
            </p:cNvPr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5" name="pg1645">
              <a:extLst>
                <a:ext uri="{FF2B5EF4-FFF2-40B4-BE49-F238E27FC236}">
                  <a16:creationId xmlns:a16="http://schemas.microsoft.com/office/drawing/2014/main" id="{C07C37CC-72B8-2B19-992E-9C2565C33F9E}"/>
                </a:ext>
              </a:extLst>
            </p:cNvPr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6" name="pg1646">
              <a:extLst>
                <a:ext uri="{FF2B5EF4-FFF2-40B4-BE49-F238E27FC236}">
                  <a16:creationId xmlns:a16="http://schemas.microsoft.com/office/drawing/2014/main" id="{CA0CCB65-E40F-A953-8E5F-65F45E17A9E7}"/>
                </a:ext>
              </a:extLst>
            </p:cNvPr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7" name="pg1647">
              <a:extLst>
                <a:ext uri="{FF2B5EF4-FFF2-40B4-BE49-F238E27FC236}">
                  <a16:creationId xmlns:a16="http://schemas.microsoft.com/office/drawing/2014/main" id="{8C320743-3035-969C-CE8B-274AD8727D72}"/>
                </a:ext>
              </a:extLst>
            </p:cNvPr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8" name="pg1648">
              <a:extLst>
                <a:ext uri="{FF2B5EF4-FFF2-40B4-BE49-F238E27FC236}">
                  <a16:creationId xmlns:a16="http://schemas.microsoft.com/office/drawing/2014/main" id="{92122A38-6D71-D58F-9A83-DE0C1B5C291E}"/>
                </a:ext>
              </a:extLst>
            </p:cNvPr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9" name="pg1649">
              <a:extLst>
                <a:ext uri="{FF2B5EF4-FFF2-40B4-BE49-F238E27FC236}">
                  <a16:creationId xmlns:a16="http://schemas.microsoft.com/office/drawing/2014/main" id="{724EBBE9-DBF7-747A-7A5D-7A1D41C39183}"/>
                </a:ext>
              </a:extLst>
            </p:cNvPr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0" name="pg1650">
              <a:extLst>
                <a:ext uri="{FF2B5EF4-FFF2-40B4-BE49-F238E27FC236}">
                  <a16:creationId xmlns:a16="http://schemas.microsoft.com/office/drawing/2014/main" id="{785DDA24-5B3C-5856-8B6B-1F883E29794A}"/>
                </a:ext>
              </a:extLst>
            </p:cNvPr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1" name="pg1651">
              <a:extLst>
                <a:ext uri="{FF2B5EF4-FFF2-40B4-BE49-F238E27FC236}">
                  <a16:creationId xmlns:a16="http://schemas.microsoft.com/office/drawing/2014/main" id="{8CB0E18B-D35C-DEDA-EFA8-895BC425DC54}"/>
                </a:ext>
              </a:extLst>
            </p:cNvPr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2" name="pg1652">
              <a:extLst>
                <a:ext uri="{FF2B5EF4-FFF2-40B4-BE49-F238E27FC236}">
                  <a16:creationId xmlns:a16="http://schemas.microsoft.com/office/drawing/2014/main" id="{8E456088-5F00-9600-EE6F-DB2997F3D345}"/>
                </a:ext>
              </a:extLst>
            </p:cNvPr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3" name="pg1653">
              <a:extLst>
                <a:ext uri="{FF2B5EF4-FFF2-40B4-BE49-F238E27FC236}">
                  <a16:creationId xmlns:a16="http://schemas.microsoft.com/office/drawing/2014/main" id="{32AA0388-660E-6F70-C7C1-B86F15E26661}"/>
                </a:ext>
              </a:extLst>
            </p:cNvPr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2E0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4" name="pg1654">
              <a:extLst>
                <a:ext uri="{FF2B5EF4-FFF2-40B4-BE49-F238E27FC236}">
                  <a16:creationId xmlns:a16="http://schemas.microsoft.com/office/drawing/2014/main" id="{27A05DEA-D805-EE05-C37D-6AC6FE135FEC}"/>
                </a:ext>
              </a:extLst>
            </p:cNvPr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5" name="pg1655">
              <a:extLst>
                <a:ext uri="{FF2B5EF4-FFF2-40B4-BE49-F238E27FC236}">
                  <a16:creationId xmlns:a16="http://schemas.microsoft.com/office/drawing/2014/main" id="{9158EB04-303A-FC1A-5734-86A56A6DA26C}"/>
                </a:ext>
              </a:extLst>
            </p:cNvPr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6" name="pg1656">
              <a:extLst>
                <a:ext uri="{FF2B5EF4-FFF2-40B4-BE49-F238E27FC236}">
                  <a16:creationId xmlns:a16="http://schemas.microsoft.com/office/drawing/2014/main" id="{4B027DEE-2EA6-F27C-2C47-EF6A704008D4}"/>
                </a:ext>
              </a:extLst>
            </p:cNvPr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7" name="pg1657">
              <a:extLst>
                <a:ext uri="{FF2B5EF4-FFF2-40B4-BE49-F238E27FC236}">
                  <a16:creationId xmlns:a16="http://schemas.microsoft.com/office/drawing/2014/main" id="{F7A9E694-D6C2-64B5-FA6B-5730A45107AB}"/>
                </a:ext>
              </a:extLst>
            </p:cNvPr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8" name="pg1658">
              <a:extLst>
                <a:ext uri="{FF2B5EF4-FFF2-40B4-BE49-F238E27FC236}">
                  <a16:creationId xmlns:a16="http://schemas.microsoft.com/office/drawing/2014/main" id="{01B12308-168F-6A23-65DE-651378F239DD}"/>
                </a:ext>
              </a:extLst>
            </p:cNvPr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9" name="pg1659">
              <a:extLst>
                <a:ext uri="{FF2B5EF4-FFF2-40B4-BE49-F238E27FC236}">
                  <a16:creationId xmlns:a16="http://schemas.microsoft.com/office/drawing/2014/main" id="{ABDE060D-9B4E-99F6-D577-064C1ADBF45D}"/>
                </a:ext>
              </a:extLst>
            </p:cNvPr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0" name="pg1660">
              <a:extLst>
                <a:ext uri="{FF2B5EF4-FFF2-40B4-BE49-F238E27FC236}">
                  <a16:creationId xmlns:a16="http://schemas.microsoft.com/office/drawing/2014/main" id="{F1AAADC2-284B-27FF-BB32-7141CA31F80B}"/>
                </a:ext>
              </a:extLst>
            </p:cNvPr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1" name="pg1661">
              <a:extLst>
                <a:ext uri="{FF2B5EF4-FFF2-40B4-BE49-F238E27FC236}">
                  <a16:creationId xmlns:a16="http://schemas.microsoft.com/office/drawing/2014/main" id="{4AB99DF3-325B-EC9B-4415-20D164097C0E}"/>
                </a:ext>
              </a:extLst>
            </p:cNvPr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2" name="pg1662">
              <a:extLst>
                <a:ext uri="{FF2B5EF4-FFF2-40B4-BE49-F238E27FC236}">
                  <a16:creationId xmlns:a16="http://schemas.microsoft.com/office/drawing/2014/main" id="{072E8629-E319-CAF7-44F4-D9AB26FE8449}"/>
                </a:ext>
              </a:extLst>
            </p:cNvPr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3" name="pg1663">
              <a:extLst>
                <a:ext uri="{FF2B5EF4-FFF2-40B4-BE49-F238E27FC236}">
                  <a16:creationId xmlns:a16="http://schemas.microsoft.com/office/drawing/2014/main" id="{B348E2C9-0EDB-91B3-6142-1CF40DC48A04}"/>
                </a:ext>
              </a:extLst>
            </p:cNvPr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4" name="pg1664">
              <a:extLst>
                <a:ext uri="{FF2B5EF4-FFF2-40B4-BE49-F238E27FC236}">
                  <a16:creationId xmlns:a16="http://schemas.microsoft.com/office/drawing/2014/main" id="{25D73C5E-82B0-C725-5702-14A4A877A29E}"/>
                </a:ext>
              </a:extLst>
            </p:cNvPr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5" name="pg1665">
              <a:extLst>
                <a:ext uri="{FF2B5EF4-FFF2-40B4-BE49-F238E27FC236}">
                  <a16:creationId xmlns:a16="http://schemas.microsoft.com/office/drawing/2014/main" id="{09D57735-3C3B-BE73-D0C4-3DFCD6673472}"/>
                </a:ext>
              </a:extLst>
            </p:cNvPr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F0DC">
                <a:alpha val="100000"/>
              </a:srgbClr>
            </a:solidFill>
            <a:ln w="5420" cap="flat">
              <a:solidFill>
                <a:srgbClr val="CDF0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6" name="pg1666">
              <a:extLst>
                <a:ext uri="{FF2B5EF4-FFF2-40B4-BE49-F238E27FC236}">
                  <a16:creationId xmlns:a16="http://schemas.microsoft.com/office/drawing/2014/main" id="{B9501374-13BD-BDC5-11FC-3DD182A0D515}"/>
                </a:ext>
              </a:extLst>
            </p:cNvPr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7" name="pg1667">
              <a:extLst>
                <a:ext uri="{FF2B5EF4-FFF2-40B4-BE49-F238E27FC236}">
                  <a16:creationId xmlns:a16="http://schemas.microsoft.com/office/drawing/2014/main" id="{3B9CFDCA-9309-A79F-8F62-C8F7F42BC623}"/>
                </a:ext>
              </a:extLst>
            </p:cNvPr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8" name="pg1668">
              <a:extLst>
                <a:ext uri="{FF2B5EF4-FFF2-40B4-BE49-F238E27FC236}">
                  <a16:creationId xmlns:a16="http://schemas.microsoft.com/office/drawing/2014/main" id="{4DB7BA50-7999-5E29-5215-B932D9E4FF0C}"/>
                </a:ext>
              </a:extLst>
            </p:cNvPr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9" name="pg1669">
              <a:extLst>
                <a:ext uri="{FF2B5EF4-FFF2-40B4-BE49-F238E27FC236}">
                  <a16:creationId xmlns:a16="http://schemas.microsoft.com/office/drawing/2014/main" id="{BB5BB623-8A2F-0C5B-7488-3CB7350104FD}"/>
                </a:ext>
              </a:extLst>
            </p:cNvPr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0" name="pg1670">
              <a:extLst>
                <a:ext uri="{FF2B5EF4-FFF2-40B4-BE49-F238E27FC236}">
                  <a16:creationId xmlns:a16="http://schemas.microsoft.com/office/drawing/2014/main" id="{059F3C31-7DCF-C0C7-27FA-504D31F7766E}"/>
                </a:ext>
              </a:extLst>
            </p:cNvPr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1" name="pg1671">
              <a:extLst>
                <a:ext uri="{FF2B5EF4-FFF2-40B4-BE49-F238E27FC236}">
                  <a16:creationId xmlns:a16="http://schemas.microsoft.com/office/drawing/2014/main" id="{9BA70858-440A-445F-D677-8F2B98348C00}"/>
                </a:ext>
              </a:extLst>
            </p:cNvPr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2" name="pg1672">
              <a:extLst>
                <a:ext uri="{FF2B5EF4-FFF2-40B4-BE49-F238E27FC236}">
                  <a16:creationId xmlns:a16="http://schemas.microsoft.com/office/drawing/2014/main" id="{89C4E18F-B9B4-EAF9-17D0-A00623EBF371}"/>
                </a:ext>
              </a:extLst>
            </p:cNvPr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3" name="pg1673">
              <a:extLst>
                <a:ext uri="{FF2B5EF4-FFF2-40B4-BE49-F238E27FC236}">
                  <a16:creationId xmlns:a16="http://schemas.microsoft.com/office/drawing/2014/main" id="{91C7D7DA-4685-C37D-9F99-D65FF29C7095}"/>
                </a:ext>
              </a:extLst>
            </p:cNvPr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4" name="pg1674">
              <a:extLst>
                <a:ext uri="{FF2B5EF4-FFF2-40B4-BE49-F238E27FC236}">
                  <a16:creationId xmlns:a16="http://schemas.microsoft.com/office/drawing/2014/main" id="{99D3952D-4128-33CC-5C37-AA32BCD931FD}"/>
                </a:ext>
              </a:extLst>
            </p:cNvPr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5" name="pg1675">
              <a:extLst>
                <a:ext uri="{FF2B5EF4-FFF2-40B4-BE49-F238E27FC236}">
                  <a16:creationId xmlns:a16="http://schemas.microsoft.com/office/drawing/2014/main" id="{9C8CF227-1FCB-B9F2-44D0-0527CDF1D855}"/>
                </a:ext>
              </a:extLst>
            </p:cNvPr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6" name="pg1676">
              <a:extLst>
                <a:ext uri="{FF2B5EF4-FFF2-40B4-BE49-F238E27FC236}">
                  <a16:creationId xmlns:a16="http://schemas.microsoft.com/office/drawing/2014/main" id="{8070C288-EFF8-AA39-0730-F08EE12530A9}"/>
                </a:ext>
              </a:extLst>
            </p:cNvPr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7" name="pg1677">
              <a:extLst>
                <a:ext uri="{FF2B5EF4-FFF2-40B4-BE49-F238E27FC236}">
                  <a16:creationId xmlns:a16="http://schemas.microsoft.com/office/drawing/2014/main" id="{9BB8F21F-BDB7-CD3C-A809-A679C99E6543}"/>
                </a:ext>
              </a:extLst>
            </p:cNvPr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8" name="pg1678">
              <a:extLst>
                <a:ext uri="{FF2B5EF4-FFF2-40B4-BE49-F238E27FC236}">
                  <a16:creationId xmlns:a16="http://schemas.microsoft.com/office/drawing/2014/main" id="{34194902-86F5-53E2-355B-B422BB99D6E2}"/>
                </a:ext>
              </a:extLst>
            </p:cNvPr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9" name="pg1679">
              <a:extLst>
                <a:ext uri="{FF2B5EF4-FFF2-40B4-BE49-F238E27FC236}">
                  <a16:creationId xmlns:a16="http://schemas.microsoft.com/office/drawing/2014/main" id="{76A17FFC-5304-18BB-36A8-72E99DFB6969}"/>
                </a:ext>
              </a:extLst>
            </p:cNvPr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0" name="pg1680">
              <a:extLst>
                <a:ext uri="{FF2B5EF4-FFF2-40B4-BE49-F238E27FC236}">
                  <a16:creationId xmlns:a16="http://schemas.microsoft.com/office/drawing/2014/main" id="{70DE6D45-1D30-ADE4-A8DB-0D668F999B6D}"/>
                </a:ext>
              </a:extLst>
            </p:cNvPr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1" name="pg1681">
              <a:extLst>
                <a:ext uri="{FF2B5EF4-FFF2-40B4-BE49-F238E27FC236}">
                  <a16:creationId xmlns:a16="http://schemas.microsoft.com/office/drawing/2014/main" id="{FE2FF087-3B8C-2F10-1C2E-7519D57B12A3}"/>
                </a:ext>
              </a:extLst>
            </p:cNvPr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2" name="pg1682">
              <a:extLst>
                <a:ext uri="{FF2B5EF4-FFF2-40B4-BE49-F238E27FC236}">
                  <a16:creationId xmlns:a16="http://schemas.microsoft.com/office/drawing/2014/main" id="{CC08C316-884F-E243-AB5E-7EE688263427}"/>
                </a:ext>
              </a:extLst>
            </p:cNvPr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3" name="pg1683">
              <a:extLst>
                <a:ext uri="{FF2B5EF4-FFF2-40B4-BE49-F238E27FC236}">
                  <a16:creationId xmlns:a16="http://schemas.microsoft.com/office/drawing/2014/main" id="{934258D3-65BF-3A3E-0C39-9D9A046960A1}"/>
                </a:ext>
              </a:extLst>
            </p:cNvPr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4" name="pg1684">
              <a:extLst>
                <a:ext uri="{FF2B5EF4-FFF2-40B4-BE49-F238E27FC236}">
                  <a16:creationId xmlns:a16="http://schemas.microsoft.com/office/drawing/2014/main" id="{C0C9E579-08DA-6128-516C-6481B35A6218}"/>
                </a:ext>
              </a:extLst>
            </p:cNvPr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5" name="pg1685">
              <a:extLst>
                <a:ext uri="{FF2B5EF4-FFF2-40B4-BE49-F238E27FC236}">
                  <a16:creationId xmlns:a16="http://schemas.microsoft.com/office/drawing/2014/main" id="{52894B90-8733-17DA-D7E1-7BD37BE8D75C}"/>
                </a:ext>
              </a:extLst>
            </p:cNvPr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6" name="pg1686">
              <a:extLst>
                <a:ext uri="{FF2B5EF4-FFF2-40B4-BE49-F238E27FC236}">
                  <a16:creationId xmlns:a16="http://schemas.microsoft.com/office/drawing/2014/main" id="{25115DC2-92BB-792F-5DE1-568CB4CD3150}"/>
                </a:ext>
              </a:extLst>
            </p:cNvPr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7" name="pg1687">
              <a:extLst>
                <a:ext uri="{FF2B5EF4-FFF2-40B4-BE49-F238E27FC236}">
                  <a16:creationId xmlns:a16="http://schemas.microsoft.com/office/drawing/2014/main" id="{9509C1F4-92D1-DBB7-48A8-295FEE18E734}"/>
                </a:ext>
              </a:extLst>
            </p:cNvPr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8" name="pg1688">
              <a:extLst>
                <a:ext uri="{FF2B5EF4-FFF2-40B4-BE49-F238E27FC236}">
                  <a16:creationId xmlns:a16="http://schemas.microsoft.com/office/drawing/2014/main" id="{F679D4D1-2DB0-D05B-5764-7A6EEBF6D6D4}"/>
                </a:ext>
              </a:extLst>
            </p:cNvPr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9" name="pg1689">
              <a:extLst>
                <a:ext uri="{FF2B5EF4-FFF2-40B4-BE49-F238E27FC236}">
                  <a16:creationId xmlns:a16="http://schemas.microsoft.com/office/drawing/2014/main" id="{EEF226F3-009C-D1FC-2247-944512F50009}"/>
                </a:ext>
              </a:extLst>
            </p:cNvPr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0" name="pg1690">
              <a:extLst>
                <a:ext uri="{FF2B5EF4-FFF2-40B4-BE49-F238E27FC236}">
                  <a16:creationId xmlns:a16="http://schemas.microsoft.com/office/drawing/2014/main" id="{99E85F75-A2E1-9925-CC44-A2C9638884E9}"/>
                </a:ext>
              </a:extLst>
            </p:cNvPr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1" name="pg1691">
              <a:extLst>
                <a:ext uri="{FF2B5EF4-FFF2-40B4-BE49-F238E27FC236}">
                  <a16:creationId xmlns:a16="http://schemas.microsoft.com/office/drawing/2014/main" id="{1BC4A13F-DBED-E04D-1FF8-31EC52A99507}"/>
                </a:ext>
              </a:extLst>
            </p:cNvPr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2" name="pg1692">
              <a:extLst>
                <a:ext uri="{FF2B5EF4-FFF2-40B4-BE49-F238E27FC236}">
                  <a16:creationId xmlns:a16="http://schemas.microsoft.com/office/drawing/2014/main" id="{A97BB36F-0DFD-9788-D9E7-0187F40D42D1}"/>
                </a:ext>
              </a:extLst>
            </p:cNvPr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3" name="pg1693">
              <a:extLst>
                <a:ext uri="{FF2B5EF4-FFF2-40B4-BE49-F238E27FC236}">
                  <a16:creationId xmlns:a16="http://schemas.microsoft.com/office/drawing/2014/main" id="{D777054A-BB74-8647-2239-A7B3FD86946B}"/>
                </a:ext>
              </a:extLst>
            </p:cNvPr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4" name="pg1694">
              <a:extLst>
                <a:ext uri="{FF2B5EF4-FFF2-40B4-BE49-F238E27FC236}">
                  <a16:creationId xmlns:a16="http://schemas.microsoft.com/office/drawing/2014/main" id="{7F429C2F-B909-E905-46F0-3F9413759DBA}"/>
                </a:ext>
              </a:extLst>
            </p:cNvPr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5" name="pg1695">
              <a:extLst>
                <a:ext uri="{FF2B5EF4-FFF2-40B4-BE49-F238E27FC236}">
                  <a16:creationId xmlns:a16="http://schemas.microsoft.com/office/drawing/2014/main" id="{772D4978-CC1E-2610-1199-378ACE93E36C}"/>
                </a:ext>
              </a:extLst>
            </p:cNvPr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6" name="pg1696">
              <a:extLst>
                <a:ext uri="{FF2B5EF4-FFF2-40B4-BE49-F238E27FC236}">
                  <a16:creationId xmlns:a16="http://schemas.microsoft.com/office/drawing/2014/main" id="{26AEEF7C-CA51-E669-433F-F2E5304D60ED}"/>
                </a:ext>
              </a:extLst>
            </p:cNvPr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7" name="pg1697">
              <a:extLst>
                <a:ext uri="{FF2B5EF4-FFF2-40B4-BE49-F238E27FC236}">
                  <a16:creationId xmlns:a16="http://schemas.microsoft.com/office/drawing/2014/main" id="{EBBC0220-823B-9EAE-6FE5-1EC73868B082}"/>
                </a:ext>
              </a:extLst>
            </p:cNvPr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8" name="pg1698">
              <a:extLst>
                <a:ext uri="{FF2B5EF4-FFF2-40B4-BE49-F238E27FC236}">
                  <a16:creationId xmlns:a16="http://schemas.microsoft.com/office/drawing/2014/main" id="{BCFAF4B8-B0E8-C747-D118-38FCEB6310C8}"/>
                </a:ext>
              </a:extLst>
            </p:cNvPr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9" name="pg1699">
              <a:extLst>
                <a:ext uri="{FF2B5EF4-FFF2-40B4-BE49-F238E27FC236}">
                  <a16:creationId xmlns:a16="http://schemas.microsoft.com/office/drawing/2014/main" id="{CCEBC382-B75A-F034-DCA3-EAE36FA18526}"/>
                </a:ext>
              </a:extLst>
            </p:cNvPr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0" name="pg1700">
              <a:extLst>
                <a:ext uri="{FF2B5EF4-FFF2-40B4-BE49-F238E27FC236}">
                  <a16:creationId xmlns:a16="http://schemas.microsoft.com/office/drawing/2014/main" id="{35790A9F-CEEA-0782-05AC-5E6110A8DC2C}"/>
                </a:ext>
              </a:extLst>
            </p:cNvPr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1" name="pg1701">
              <a:extLst>
                <a:ext uri="{FF2B5EF4-FFF2-40B4-BE49-F238E27FC236}">
                  <a16:creationId xmlns:a16="http://schemas.microsoft.com/office/drawing/2014/main" id="{AFE813A4-1FDC-4C57-BC18-D55DBE40D739}"/>
                </a:ext>
              </a:extLst>
            </p:cNvPr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2" name="pg1702">
              <a:extLst>
                <a:ext uri="{FF2B5EF4-FFF2-40B4-BE49-F238E27FC236}">
                  <a16:creationId xmlns:a16="http://schemas.microsoft.com/office/drawing/2014/main" id="{1AE0179F-A7CB-2697-6A9C-8E55B98C968A}"/>
                </a:ext>
              </a:extLst>
            </p:cNvPr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3" name="pg1703">
              <a:extLst>
                <a:ext uri="{FF2B5EF4-FFF2-40B4-BE49-F238E27FC236}">
                  <a16:creationId xmlns:a16="http://schemas.microsoft.com/office/drawing/2014/main" id="{A0B1DB30-03C7-70A3-8B06-9376DE3782FA}"/>
                </a:ext>
              </a:extLst>
            </p:cNvPr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4" name="pg1704">
              <a:extLst>
                <a:ext uri="{FF2B5EF4-FFF2-40B4-BE49-F238E27FC236}">
                  <a16:creationId xmlns:a16="http://schemas.microsoft.com/office/drawing/2014/main" id="{44EE4278-B580-6232-0BC7-6311E052E20F}"/>
                </a:ext>
              </a:extLst>
            </p:cNvPr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5" name="pg1705">
              <a:extLst>
                <a:ext uri="{FF2B5EF4-FFF2-40B4-BE49-F238E27FC236}">
                  <a16:creationId xmlns:a16="http://schemas.microsoft.com/office/drawing/2014/main" id="{50A9F778-54C3-E76C-9BA6-140D262BC32C}"/>
                </a:ext>
              </a:extLst>
            </p:cNvPr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6" name="pg1706">
              <a:extLst>
                <a:ext uri="{FF2B5EF4-FFF2-40B4-BE49-F238E27FC236}">
                  <a16:creationId xmlns:a16="http://schemas.microsoft.com/office/drawing/2014/main" id="{49FA92EA-C40B-7A29-3FAA-EDB5E79209ED}"/>
                </a:ext>
              </a:extLst>
            </p:cNvPr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7" name="pg1707">
              <a:extLst>
                <a:ext uri="{FF2B5EF4-FFF2-40B4-BE49-F238E27FC236}">
                  <a16:creationId xmlns:a16="http://schemas.microsoft.com/office/drawing/2014/main" id="{17EEA7A3-FF33-90FF-2F1D-898BA12486D5}"/>
                </a:ext>
              </a:extLst>
            </p:cNvPr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8" name="pg1708">
              <a:extLst>
                <a:ext uri="{FF2B5EF4-FFF2-40B4-BE49-F238E27FC236}">
                  <a16:creationId xmlns:a16="http://schemas.microsoft.com/office/drawing/2014/main" id="{FD7F8129-9168-B6D6-2292-51B6EDBEC1CC}"/>
                </a:ext>
              </a:extLst>
            </p:cNvPr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9" name="pg1709">
              <a:extLst>
                <a:ext uri="{FF2B5EF4-FFF2-40B4-BE49-F238E27FC236}">
                  <a16:creationId xmlns:a16="http://schemas.microsoft.com/office/drawing/2014/main" id="{77D8A2C9-0BFD-7DDB-58F3-7F6C1E4CD36E}"/>
                </a:ext>
              </a:extLst>
            </p:cNvPr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0" name="pg1710">
              <a:extLst>
                <a:ext uri="{FF2B5EF4-FFF2-40B4-BE49-F238E27FC236}">
                  <a16:creationId xmlns:a16="http://schemas.microsoft.com/office/drawing/2014/main" id="{992E25D4-1684-79FE-2D41-1331363DBDB7}"/>
                </a:ext>
              </a:extLst>
            </p:cNvPr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1" name="pg1711">
              <a:extLst>
                <a:ext uri="{FF2B5EF4-FFF2-40B4-BE49-F238E27FC236}">
                  <a16:creationId xmlns:a16="http://schemas.microsoft.com/office/drawing/2014/main" id="{FE63E3C0-2AA7-F02F-8FC1-05ABFA767B1C}"/>
                </a:ext>
              </a:extLst>
            </p:cNvPr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2" name="pg1712">
              <a:extLst>
                <a:ext uri="{FF2B5EF4-FFF2-40B4-BE49-F238E27FC236}">
                  <a16:creationId xmlns:a16="http://schemas.microsoft.com/office/drawing/2014/main" id="{37583B7C-9FE6-C5A4-ACFC-6C7AA802EB42}"/>
                </a:ext>
              </a:extLst>
            </p:cNvPr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3" name="pg1713">
              <a:extLst>
                <a:ext uri="{FF2B5EF4-FFF2-40B4-BE49-F238E27FC236}">
                  <a16:creationId xmlns:a16="http://schemas.microsoft.com/office/drawing/2014/main" id="{860B1C10-16A7-84D5-AE9C-2F083E79539A}"/>
                </a:ext>
              </a:extLst>
            </p:cNvPr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4" name="pg1714">
              <a:extLst>
                <a:ext uri="{FF2B5EF4-FFF2-40B4-BE49-F238E27FC236}">
                  <a16:creationId xmlns:a16="http://schemas.microsoft.com/office/drawing/2014/main" id="{CB3E4AB7-D2A1-FB4E-E4CF-5EDA5CC0DD34}"/>
                </a:ext>
              </a:extLst>
            </p:cNvPr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5" name="pg1715">
              <a:extLst>
                <a:ext uri="{FF2B5EF4-FFF2-40B4-BE49-F238E27FC236}">
                  <a16:creationId xmlns:a16="http://schemas.microsoft.com/office/drawing/2014/main" id="{3D0FCAA9-25AA-7442-1839-F4830382F23F}"/>
                </a:ext>
              </a:extLst>
            </p:cNvPr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6" name="pg1716">
              <a:extLst>
                <a:ext uri="{FF2B5EF4-FFF2-40B4-BE49-F238E27FC236}">
                  <a16:creationId xmlns:a16="http://schemas.microsoft.com/office/drawing/2014/main" id="{F6E6E8F2-8C90-829C-740E-5D5C6C2DC048}"/>
                </a:ext>
              </a:extLst>
            </p:cNvPr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7" name="pg1717">
              <a:extLst>
                <a:ext uri="{FF2B5EF4-FFF2-40B4-BE49-F238E27FC236}">
                  <a16:creationId xmlns:a16="http://schemas.microsoft.com/office/drawing/2014/main" id="{B38860CC-F991-44FB-6FAB-0DCC4B9C7661}"/>
                </a:ext>
              </a:extLst>
            </p:cNvPr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8" name="pg1718">
              <a:extLst>
                <a:ext uri="{FF2B5EF4-FFF2-40B4-BE49-F238E27FC236}">
                  <a16:creationId xmlns:a16="http://schemas.microsoft.com/office/drawing/2014/main" id="{FFDC408B-0B40-266F-1DEE-AF6A57312045}"/>
                </a:ext>
              </a:extLst>
            </p:cNvPr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9" name="pg1719">
              <a:extLst>
                <a:ext uri="{FF2B5EF4-FFF2-40B4-BE49-F238E27FC236}">
                  <a16:creationId xmlns:a16="http://schemas.microsoft.com/office/drawing/2014/main" id="{39FAAAA2-8F17-54B3-64D2-8751747513B6}"/>
                </a:ext>
              </a:extLst>
            </p:cNvPr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0" name="pg1720">
              <a:extLst>
                <a:ext uri="{FF2B5EF4-FFF2-40B4-BE49-F238E27FC236}">
                  <a16:creationId xmlns:a16="http://schemas.microsoft.com/office/drawing/2014/main" id="{186B4D8E-77C4-2FB7-7ECD-AAF707205A00}"/>
                </a:ext>
              </a:extLst>
            </p:cNvPr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1" name="pg1721">
              <a:extLst>
                <a:ext uri="{FF2B5EF4-FFF2-40B4-BE49-F238E27FC236}">
                  <a16:creationId xmlns:a16="http://schemas.microsoft.com/office/drawing/2014/main" id="{01EC2DF7-C6E0-7DA1-4523-28E012FF2C36}"/>
                </a:ext>
              </a:extLst>
            </p:cNvPr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2" name="pg1722">
              <a:extLst>
                <a:ext uri="{FF2B5EF4-FFF2-40B4-BE49-F238E27FC236}">
                  <a16:creationId xmlns:a16="http://schemas.microsoft.com/office/drawing/2014/main" id="{E2DF5788-D614-B5CF-D156-CACA0732C9EB}"/>
                </a:ext>
              </a:extLst>
            </p:cNvPr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3" name="pg1723">
              <a:extLst>
                <a:ext uri="{FF2B5EF4-FFF2-40B4-BE49-F238E27FC236}">
                  <a16:creationId xmlns:a16="http://schemas.microsoft.com/office/drawing/2014/main" id="{07D2B349-CFF2-7834-D19E-E68654CC787D}"/>
                </a:ext>
              </a:extLst>
            </p:cNvPr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4" name="pg1724">
              <a:extLst>
                <a:ext uri="{FF2B5EF4-FFF2-40B4-BE49-F238E27FC236}">
                  <a16:creationId xmlns:a16="http://schemas.microsoft.com/office/drawing/2014/main" id="{7D723DB3-6127-3258-C8F4-5B40A45150B8}"/>
                </a:ext>
              </a:extLst>
            </p:cNvPr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5" name="pg1725">
              <a:extLst>
                <a:ext uri="{FF2B5EF4-FFF2-40B4-BE49-F238E27FC236}">
                  <a16:creationId xmlns:a16="http://schemas.microsoft.com/office/drawing/2014/main" id="{237DDB3E-9A39-F251-D1CA-75247E6F2AAA}"/>
                </a:ext>
              </a:extLst>
            </p:cNvPr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6" name="pg1726">
              <a:extLst>
                <a:ext uri="{FF2B5EF4-FFF2-40B4-BE49-F238E27FC236}">
                  <a16:creationId xmlns:a16="http://schemas.microsoft.com/office/drawing/2014/main" id="{856CCC90-AF70-769A-DBC7-7FC795F0B1A0}"/>
                </a:ext>
              </a:extLst>
            </p:cNvPr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7" name="pg1727">
              <a:extLst>
                <a:ext uri="{FF2B5EF4-FFF2-40B4-BE49-F238E27FC236}">
                  <a16:creationId xmlns:a16="http://schemas.microsoft.com/office/drawing/2014/main" id="{CEB070CD-8619-2E34-D9E9-95E8174D80B0}"/>
                </a:ext>
              </a:extLst>
            </p:cNvPr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8" name="pg1728">
              <a:extLst>
                <a:ext uri="{FF2B5EF4-FFF2-40B4-BE49-F238E27FC236}">
                  <a16:creationId xmlns:a16="http://schemas.microsoft.com/office/drawing/2014/main" id="{7A3A8E47-6371-3612-D755-98FC108BD110}"/>
                </a:ext>
              </a:extLst>
            </p:cNvPr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9" name="pg1729">
              <a:extLst>
                <a:ext uri="{FF2B5EF4-FFF2-40B4-BE49-F238E27FC236}">
                  <a16:creationId xmlns:a16="http://schemas.microsoft.com/office/drawing/2014/main" id="{FC169EC5-C91B-9811-7701-A455C3322A1E}"/>
                </a:ext>
              </a:extLst>
            </p:cNvPr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0" name="pg1730">
              <a:extLst>
                <a:ext uri="{FF2B5EF4-FFF2-40B4-BE49-F238E27FC236}">
                  <a16:creationId xmlns:a16="http://schemas.microsoft.com/office/drawing/2014/main" id="{3AA2B0DE-540F-A441-5B41-02F7ED1C3F76}"/>
                </a:ext>
              </a:extLst>
            </p:cNvPr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1" name="pg1731">
              <a:extLst>
                <a:ext uri="{FF2B5EF4-FFF2-40B4-BE49-F238E27FC236}">
                  <a16:creationId xmlns:a16="http://schemas.microsoft.com/office/drawing/2014/main" id="{A7D0AC97-CE33-0E1F-3A1E-9758DE9A9768}"/>
                </a:ext>
              </a:extLst>
            </p:cNvPr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2" name="pg1732">
              <a:extLst>
                <a:ext uri="{FF2B5EF4-FFF2-40B4-BE49-F238E27FC236}">
                  <a16:creationId xmlns:a16="http://schemas.microsoft.com/office/drawing/2014/main" id="{C6594196-8FB2-536E-C28B-3D76EDAA78DE}"/>
                </a:ext>
              </a:extLst>
            </p:cNvPr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3" name="pg1733">
              <a:extLst>
                <a:ext uri="{FF2B5EF4-FFF2-40B4-BE49-F238E27FC236}">
                  <a16:creationId xmlns:a16="http://schemas.microsoft.com/office/drawing/2014/main" id="{C68018FC-49CC-1013-04C4-5BDEA841F8F9}"/>
                </a:ext>
              </a:extLst>
            </p:cNvPr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4" name="pg1734">
              <a:extLst>
                <a:ext uri="{FF2B5EF4-FFF2-40B4-BE49-F238E27FC236}">
                  <a16:creationId xmlns:a16="http://schemas.microsoft.com/office/drawing/2014/main" id="{6E79C8DA-B6D2-962B-D780-0D6FD5E8AFDC}"/>
                </a:ext>
              </a:extLst>
            </p:cNvPr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5" name="pg1735">
              <a:extLst>
                <a:ext uri="{FF2B5EF4-FFF2-40B4-BE49-F238E27FC236}">
                  <a16:creationId xmlns:a16="http://schemas.microsoft.com/office/drawing/2014/main" id="{A7D328FA-F4BC-FF61-FB37-C51B36E62ACB}"/>
                </a:ext>
              </a:extLst>
            </p:cNvPr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6" name="pg1736">
              <a:extLst>
                <a:ext uri="{FF2B5EF4-FFF2-40B4-BE49-F238E27FC236}">
                  <a16:creationId xmlns:a16="http://schemas.microsoft.com/office/drawing/2014/main" id="{E6E47F4A-75D6-170E-3FC3-84FF032F5921}"/>
                </a:ext>
              </a:extLst>
            </p:cNvPr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7" name="pg1737">
              <a:extLst>
                <a:ext uri="{FF2B5EF4-FFF2-40B4-BE49-F238E27FC236}">
                  <a16:creationId xmlns:a16="http://schemas.microsoft.com/office/drawing/2014/main" id="{D298DFC4-9722-31E6-2A35-9B9F40FB6563}"/>
                </a:ext>
              </a:extLst>
            </p:cNvPr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8" name="pg1738">
              <a:extLst>
                <a:ext uri="{FF2B5EF4-FFF2-40B4-BE49-F238E27FC236}">
                  <a16:creationId xmlns:a16="http://schemas.microsoft.com/office/drawing/2014/main" id="{B1234EA2-199E-8DE6-8A37-931C2E6C3B98}"/>
                </a:ext>
              </a:extLst>
            </p:cNvPr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9" name="pg1739">
              <a:extLst>
                <a:ext uri="{FF2B5EF4-FFF2-40B4-BE49-F238E27FC236}">
                  <a16:creationId xmlns:a16="http://schemas.microsoft.com/office/drawing/2014/main" id="{B08392C4-7875-8C36-1F1A-C04AE7EA1A37}"/>
                </a:ext>
              </a:extLst>
            </p:cNvPr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0" name="pg1740">
              <a:extLst>
                <a:ext uri="{FF2B5EF4-FFF2-40B4-BE49-F238E27FC236}">
                  <a16:creationId xmlns:a16="http://schemas.microsoft.com/office/drawing/2014/main" id="{9F124918-5450-A6EA-1DE4-1963792BC44B}"/>
                </a:ext>
              </a:extLst>
            </p:cNvPr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1" name="pg1741">
              <a:extLst>
                <a:ext uri="{FF2B5EF4-FFF2-40B4-BE49-F238E27FC236}">
                  <a16:creationId xmlns:a16="http://schemas.microsoft.com/office/drawing/2014/main" id="{274CCB89-9AD6-8489-813E-6680A5A522A7}"/>
                </a:ext>
              </a:extLst>
            </p:cNvPr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2" name="pg1742">
              <a:extLst>
                <a:ext uri="{FF2B5EF4-FFF2-40B4-BE49-F238E27FC236}">
                  <a16:creationId xmlns:a16="http://schemas.microsoft.com/office/drawing/2014/main" id="{4DEF9B71-179A-2349-41C4-EF76889E1B65}"/>
                </a:ext>
              </a:extLst>
            </p:cNvPr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3" name="pg1743">
              <a:extLst>
                <a:ext uri="{FF2B5EF4-FFF2-40B4-BE49-F238E27FC236}">
                  <a16:creationId xmlns:a16="http://schemas.microsoft.com/office/drawing/2014/main" id="{B0C56F30-5B13-267B-A0C1-CA06ACB9E334}"/>
                </a:ext>
              </a:extLst>
            </p:cNvPr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4" name="pg1744">
              <a:extLst>
                <a:ext uri="{FF2B5EF4-FFF2-40B4-BE49-F238E27FC236}">
                  <a16:creationId xmlns:a16="http://schemas.microsoft.com/office/drawing/2014/main" id="{B9186449-38F4-82A2-52AE-E3FE2E0693AC}"/>
                </a:ext>
              </a:extLst>
            </p:cNvPr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5" name="pg1745">
              <a:extLst>
                <a:ext uri="{FF2B5EF4-FFF2-40B4-BE49-F238E27FC236}">
                  <a16:creationId xmlns:a16="http://schemas.microsoft.com/office/drawing/2014/main" id="{9D3F564E-9C74-57B8-A0D4-7840AEDEF5D6}"/>
                </a:ext>
              </a:extLst>
            </p:cNvPr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6" name="pg1746">
              <a:extLst>
                <a:ext uri="{FF2B5EF4-FFF2-40B4-BE49-F238E27FC236}">
                  <a16:creationId xmlns:a16="http://schemas.microsoft.com/office/drawing/2014/main" id="{46B187C2-396C-4248-9E77-8BC25D2B24AC}"/>
                </a:ext>
              </a:extLst>
            </p:cNvPr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7" name="pg1747">
              <a:extLst>
                <a:ext uri="{FF2B5EF4-FFF2-40B4-BE49-F238E27FC236}">
                  <a16:creationId xmlns:a16="http://schemas.microsoft.com/office/drawing/2014/main" id="{9BA56434-8FDF-D17E-0392-6CDAE5F78533}"/>
                </a:ext>
              </a:extLst>
            </p:cNvPr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8" name="pg1748">
              <a:extLst>
                <a:ext uri="{FF2B5EF4-FFF2-40B4-BE49-F238E27FC236}">
                  <a16:creationId xmlns:a16="http://schemas.microsoft.com/office/drawing/2014/main" id="{90045AA3-3C4A-FCEC-226B-A7C877A8DD12}"/>
                </a:ext>
              </a:extLst>
            </p:cNvPr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9" name="pg1749">
              <a:extLst>
                <a:ext uri="{FF2B5EF4-FFF2-40B4-BE49-F238E27FC236}">
                  <a16:creationId xmlns:a16="http://schemas.microsoft.com/office/drawing/2014/main" id="{96F5BD64-361B-FCD4-A25A-B41F49386D52}"/>
                </a:ext>
              </a:extLst>
            </p:cNvPr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0" name="pg1750">
              <a:extLst>
                <a:ext uri="{FF2B5EF4-FFF2-40B4-BE49-F238E27FC236}">
                  <a16:creationId xmlns:a16="http://schemas.microsoft.com/office/drawing/2014/main" id="{86AA0762-080C-2FFB-8CBD-4F8BD5FE1C24}"/>
                </a:ext>
              </a:extLst>
            </p:cNvPr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1" name="pg1751">
              <a:extLst>
                <a:ext uri="{FF2B5EF4-FFF2-40B4-BE49-F238E27FC236}">
                  <a16:creationId xmlns:a16="http://schemas.microsoft.com/office/drawing/2014/main" id="{CBC5C0F5-F6BC-0D9B-DC26-5FCB0D92AD99}"/>
                </a:ext>
              </a:extLst>
            </p:cNvPr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2" name="pg1752">
              <a:extLst>
                <a:ext uri="{FF2B5EF4-FFF2-40B4-BE49-F238E27FC236}">
                  <a16:creationId xmlns:a16="http://schemas.microsoft.com/office/drawing/2014/main" id="{4BD04C5D-F36C-CA35-4EDD-926795F56E8E}"/>
                </a:ext>
              </a:extLst>
            </p:cNvPr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3" name="pg1753">
              <a:extLst>
                <a:ext uri="{FF2B5EF4-FFF2-40B4-BE49-F238E27FC236}">
                  <a16:creationId xmlns:a16="http://schemas.microsoft.com/office/drawing/2014/main" id="{C62E5AC8-19EF-11BF-A4EF-7BAFC2C811FA}"/>
                </a:ext>
              </a:extLst>
            </p:cNvPr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4" name="pg1754">
              <a:extLst>
                <a:ext uri="{FF2B5EF4-FFF2-40B4-BE49-F238E27FC236}">
                  <a16:creationId xmlns:a16="http://schemas.microsoft.com/office/drawing/2014/main" id="{0E0BDEED-00AC-8F55-5ABA-2943DBBB547D}"/>
                </a:ext>
              </a:extLst>
            </p:cNvPr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5" name="pg1755">
              <a:extLst>
                <a:ext uri="{FF2B5EF4-FFF2-40B4-BE49-F238E27FC236}">
                  <a16:creationId xmlns:a16="http://schemas.microsoft.com/office/drawing/2014/main" id="{7F3B3DAA-1053-9106-8381-8C8971CFAA30}"/>
                </a:ext>
              </a:extLst>
            </p:cNvPr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6" name="pg1756">
              <a:extLst>
                <a:ext uri="{FF2B5EF4-FFF2-40B4-BE49-F238E27FC236}">
                  <a16:creationId xmlns:a16="http://schemas.microsoft.com/office/drawing/2014/main" id="{A3DE59AA-0DF7-7B8E-F7BA-7163B32948D0}"/>
                </a:ext>
              </a:extLst>
            </p:cNvPr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7" name="pg1757">
              <a:extLst>
                <a:ext uri="{FF2B5EF4-FFF2-40B4-BE49-F238E27FC236}">
                  <a16:creationId xmlns:a16="http://schemas.microsoft.com/office/drawing/2014/main" id="{B20493A5-BD1F-3303-9D51-511F85FF8CDC}"/>
                </a:ext>
              </a:extLst>
            </p:cNvPr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8" name="pg1758">
              <a:extLst>
                <a:ext uri="{FF2B5EF4-FFF2-40B4-BE49-F238E27FC236}">
                  <a16:creationId xmlns:a16="http://schemas.microsoft.com/office/drawing/2014/main" id="{31AE6782-19AD-7B65-2928-DF30D6E10C79}"/>
                </a:ext>
              </a:extLst>
            </p:cNvPr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9" name="pg1759">
              <a:extLst>
                <a:ext uri="{FF2B5EF4-FFF2-40B4-BE49-F238E27FC236}">
                  <a16:creationId xmlns:a16="http://schemas.microsoft.com/office/drawing/2014/main" id="{E0B6E0B5-BD29-A18D-06F8-2F93E90C134A}"/>
                </a:ext>
              </a:extLst>
            </p:cNvPr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0" name="pg1760">
              <a:extLst>
                <a:ext uri="{FF2B5EF4-FFF2-40B4-BE49-F238E27FC236}">
                  <a16:creationId xmlns:a16="http://schemas.microsoft.com/office/drawing/2014/main" id="{62377878-52D2-225F-BDB2-0A4ED4EF7748}"/>
                </a:ext>
              </a:extLst>
            </p:cNvPr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1" name="pg1761">
              <a:extLst>
                <a:ext uri="{FF2B5EF4-FFF2-40B4-BE49-F238E27FC236}">
                  <a16:creationId xmlns:a16="http://schemas.microsoft.com/office/drawing/2014/main" id="{2879897A-5327-1BD6-5F9F-EB4DD503E08A}"/>
                </a:ext>
              </a:extLst>
            </p:cNvPr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2" name="pg1762">
              <a:extLst>
                <a:ext uri="{FF2B5EF4-FFF2-40B4-BE49-F238E27FC236}">
                  <a16:creationId xmlns:a16="http://schemas.microsoft.com/office/drawing/2014/main" id="{5E333614-06B8-ADAB-23A7-700C7AD6F3F0}"/>
                </a:ext>
              </a:extLst>
            </p:cNvPr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3" name="pg1763">
              <a:extLst>
                <a:ext uri="{FF2B5EF4-FFF2-40B4-BE49-F238E27FC236}">
                  <a16:creationId xmlns:a16="http://schemas.microsoft.com/office/drawing/2014/main" id="{A0CA0C34-5292-7557-3C0C-8975A690AF2F}"/>
                </a:ext>
              </a:extLst>
            </p:cNvPr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4" name="pg1764">
              <a:extLst>
                <a:ext uri="{FF2B5EF4-FFF2-40B4-BE49-F238E27FC236}">
                  <a16:creationId xmlns:a16="http://schemas.microsoft.com/office/drawing/2014/main" id="{F5C4108E-39E5-E8C2-E212-A96CC9CA82C4}"/>
                </a:ext>
              </a:extLst>
            </p:cNvPr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5" name="pg1765">
              <a:extLst>
                <a:ext uri="{FF2B5EF4-FFF2-40B4-BE49-F238E27FC236}">
                  <a16:creationId xmlns:a16="http://schemas.microsoft.com/office/drawing/2014/main" id="{8B80F212-CFEE-02B2-8770-FFD57114F129}"/>
                </a:ext>
              </a:extLst>
            </p:cNvPr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6" name="pg1766">
              <a:extLst>
                <a:ext uri="{FF2B5EF4-FFF2-40B4-BE49-F238E27FC236}">
                  <a16:creationId xmlns:a16="http://schemas.microsoft.com/office/drawing/2014/main" id="{5E695F75-F1C6-69D0-8137-3917C563EF5C}"/>
                </a:ext>
              </a:extLst>
            </p:cNvPr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7" name="pg1767">
              <a:extLst>
                <a:ext uri="{FF2B5EF4-FFF2-40B4-BE49-F238E27FC236}">
                  <a16:creationId xmlns:a16="http://schemas.microsoft.com/office/drawing/2014/main" id="{8DEB0366-CBCE-2AB6-6648-E4B3C26A2E34}"/>
                </a:ext>
              </a:extLst>
            </p:cNvPr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8" name="pg1768">
              <a:extLst>
                <a:ext uri="{FF2B5EF4-FFF2-40B4-BE49-F238E27FC236}">
                  <a16:creationId xmlns:a16="http://schemas.microsoft.com/office/drawing/2014/main" id="{0B3A7672-F938-2BAC-1A65-89E28804DC56}"/>
                </a:ext>
              </a:extLst>
            </p:cNvPr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9" name="pg1769">
              <a:extLst>
                <a:ext uri="{FF2B5EF4-FFF2-40B4-BE49-F238E27FC236}">
                  <a16:creationId xmlns:a16="http://schemas.microsoft.com/office/drawing/2014/main" id="{40A7FA80-A3D3-FADF-23F2-10759940F6BB}"/>
                </a:ext>
              </a:extLst>
            </p:cNvPr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0" name="pg1770">
              <a:extLst>
                <a:ext uri="{FF2B5EF4-FFF2-40B4-BE49-F238E27FC236}">
                  <a16:creationId xmlns:a16="http://schemas.microsoft.com/office/drawing/2014/main" id="{FCAFE545-11B0-1EC4-8BD6-E1952563164F}"/>
                </a:ext>
              </a:extLst>
            </p:cNvPr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1" name="pg1771">
              <a:extLst>
                <a:ext uri="{FF2B5EF4-FFF2-40B4-BE49-F238E27FC236}">
                  <a16:creationId xmlns:a16="http://schemas.microsoft.com/office/drawing/2014/main" id="{9E7A4294-9E0C-8A0B-2215-36641C4BFD33}"/>
                </a:ext>
              </a:extLst>
            </p:cNvPr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2" name="pg1772">
              <a:extLst>
                <a:ext uri="{FF2B5EF4-FFF2-40B4-BE49-F238E27FC236}">
                  <a16:creationId xmlns:a16="http://schemas.microsoft.com/office/drawing/2014/main" id="{469ADA7E-27F8-0386-6712-8862EB56466A}"/>
                </a:ext>
              </a:extLst>
            </p:cNvPr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3" name="pg1773">
              <a:extLst>
                <a:ext uri="{FF2B5EF4-FFF2-40B4-BE49-F238E27FC236}">
                  <a16:creationId xmlns:a16="http://schemas.microsoft.com/office/drawing/2014/main" id="{6577D6A6-654D-8856-BC8B-5FB2F48117C4}"/>
                </a:ext>
              </a:extLst>
            </p:cNvPr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4" name="pg1774">
              <a:extLst>
                <a:ext uri="{FF2B5EF4-FFF2-40B4-BE49-F238E27FC236}">
                  <a16:creationId xmlns:a16="http://schemas.microsoft.com/office/drawing/2014/main" id="{399118B6-4D97-54F3-9C28-78BE3E1F767D}"/>
                </a:ext>
              </a:extLst>
            </p:cNvPr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5" name="pg1775">
              <a:extLst>
                <a:ext uri="{FF2B5EF4-FFF2-40B4-BE49-F238E27FC236}">
                  <a16:creationId xmlns:a16="http://schemas.microsoft.com/office/drawing/2014/main" id="{9BD34D01-CD4D-9B36-59CA-D7A290C1ADFB}"/>
                </a:ext>
              </a:extLst>
            </p:cNvPr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6" name="pg1776">
              <a:extLst>
                <a:ext uri="{FF2B5EF4-FFF2-40B4-BE49-F238E27FC236}">
                  <a16:creationId xmlns:a16="http://schemas.microsoft.com/office/drawing/2014/main" id="{4CA76718-5D56-1969-A6B0-F353B5D60E19}"/>
                </a:ext>
              </a:extLst>
            </p:cNvPr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7" name="pg1777">
              <a:extLst>
                <a:ext uri="{FF2B5EF4-FFF2-40B4-BE49-F238E27FC236}">
                  <a16:creationId xmlns:a16="http://schemas.microsoft.com/office/drawing/2014/main" id="{03271F71-E524-8BE9-2EFE-B0BDF5FD52A0}"/>
                </a:ext>
              </a:extLst>
            </p:cNvPr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8" name="pg1778">
              <a:extLst>
                <a:ext uri="{FF2B5EF4-FFF2-40B4-BE49-F238E27FC236}">
                  <a16:creationId xmlns:a16="http://schemas.microsoft.com/office/drawing/2014/main" id="{CEFEC179-DA7A-0DE9-A534-B6037290FE38}"/>
                </a:ext>
              </a:extLst>
            </p:cNvPr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9" name="pg1779">
              <a:extLst>
                <a:ext uri="{FF2B5EF4-FFF2-40B4-BE49-F238E27FC236}">
                  <a16:creationId xmlns:a16="http://schemas.microsoft.com/office/drawing/2014/main" id="{EF34E6A3-9A91-D6D5-41A5-4FD37BB21C1E}"/>
                </a:ext>
              </a:extLst>
            </p:cNvPr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0" name="pg1780">
              <a:extLst>
                <a:ext uri="{FF2B5EF4-FFF2-40B4-BE49-F238E27FC236}">
                  <a16:creationId xmlns:a16="http://schemas.microsoft.com/office/drawing/2014/main" id="{4B63BFC0-240A-10D3-DAF4-D779B28316A4}"/>
                </a:ext>
              </a:extLst>
            </p:cNvPr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1" name="pg1781">
              <a:extLst>
                <a:ext uri="{FF2B5EF4-FFF2-40B4-BE49-F238E27FC236}">
                  <a16:creationId xmlns:a16="http://schemas.microsoft.com/office/drawing/2014/main" id="{E508D79E-96F0-D788-A8C1-A448CB29D349}"/>
                </a:ext>
              </a:extLst>
            </p:cNvPr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2" name="pg1782">
              <a:extLst>
                <a:ext uri="{FF2B5EF4-FFF2-40B4-BE49-F238E27FC236}">
                  <a16:creationId xmlns:a16="http://schemas.microsoft.com/office/drawing/2014/main" id="{BD348775-8BB4-8251-C264-0685466245E8}"/>
                </a:ext>
              </a:extLst>
            </p:cNvPr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3" name="pg1783">
              <a:extLst>
                <a:ext uri="{FF2B5EF4-FFF2-40B4-BE49-F238E27FC236}">
                  <a16:creationId xmlns:a16="http://schemas.microsoft.com/office/drawing/2014/main" id="{B74DF073-6E73-8F5A-99BE-80A0DAC2743E}"/>
                </a:ext>
              </a:extLst>
            </p:cNvPr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4" name="pg1784">
              <a:extLst>
                <a:ext uri="{FF2B5EF4-FFF2-40B4-BE49-F238E27FC236}">
                  <a16:creationId xmlns:a16="http://schemas.microsoft.com/office/drawing/2014/main" id="{D2F6F2D7-E14A-0CAA-9768-3E5503654B4B}"/>
                </a:ext>
              </a:extLst>
            </p:cNvPr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5" name="pg1785">
              <a:extLst>
                <a:ext uri="{FF2B5EF4-FFF2-40B4-BE49-F238E27FC236}">
                  <a16:creationId xmlns:a16="http://schemas.microsoft.com/office/drawing/2014/main" id="{89C66AEC-0ADE-6F02-27BD-2C9F18D9EF3B}"/>
                </a:ext>
              </a:extLst>
            </p:cNvPr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6" name="pg1786">
              <a:extLst>
                <a:ext uri="{FF2B5EF4-FFF2-40B4-BE49-F238E27FC236}">
                  <a16:creationId xmlns:a16="http://schemas.microsoft.com/office/drawing/2014/main" id="{A557A76A-659F-A298-FCB9-A769F8D15332}"/>
                </a:ext>
              </a:extLst>
            </p:cNvPr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7" name="pg1787">
              <a:extLst>
                <a:ext uri="{FF2B5EF4-FFF2-40B4-BE49-F238E27FC236}">
                  <a16:creationId xmlns:a16="http://schemas.microsoft.com/office/drawing/2014/main" id="{D7C4F44E-5CC1-B3D2-28DD-9D0B7FD34ACA}"/>
                </a:ext>
              </a:extLst>
            </p:cNvPr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8" name="pg1788">
              <a:extLst>
                <a:ext uri="{FF2B5EF4-FFF2-40B4-BE49-F238E27FC236}">
                  <a16:creationId xmlns:a16="http://schemas.microsoft.com/office/drawing/2014/main" id="{D1680053-91F9-75EA-3802-576E17D4C51B}"/>
                </a:ext>
              </a:extLst>
            </p:cNvPr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9" name="pg1789">
              <a:extLst>
                <a:ext uri="{FF2B5EF4-FFF2-40B4-BE49-F238E27FC236}">
                  <a16:creationId xmlns:a16="http://schemas.microsoft.com/office/drawing/2014/main" id="{D5CFDE1C-8871-6D78-98A9-249DEA9DB480}"/>
                </a:ext>
              </a:extLst>
            </p:cNvPr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0" name="pg1790">
              <a:extLst>
                <a:ext uri="{FF2B5EF4-FFF2-40B4-BE49-F238E27FC236}">
                  <a16:creationId xmlns:a16="http://schemas.microsoft.com/office/drawing/2014/main" id="{4354ABAF-F89C-2DC9-78F0-8068366061B4}"/>
                </a:ext>
              </a:extLst>
            </p:cNvPr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1" name="pg1791">
              <a:extLst>
                <a:ext uri="{FF2B5EF4-FFF2-40B4-BE49-F238E27FC236}">
                  <a16:creationId xmlns:a16="http://schemas.microsoft.com/office/drawing/2014/main" id="{6CD77ACC-2F64-7976-8EED-E2F4A1219E15}"/>
                </a:ext>
              </a:extLst>
            </p:cNvPr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2" name="pg1792">
              <a:extLst>
                <a:ext uri="{FF2B5EF4-FFF2-40B4-BE49-F238E27FC236}">
                  <a16:creationId xmlns:a16="http://schemas.microsoft.com/office/drawing/2014/main" id="{74006D76-38C8-1BD3-ABAC-CB2E77ACC579}"/>
                </a:ext>
              </a:extLst>
            </p:cNvPr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3" name="pg1793">
              <a:extLst>
                <a:ext uri="{FF2B5EF4-FFF2-40B4-BE49-F238E27FC236}">
                  <a16:creationId xmlns:a16="http://schemas.microsoft.com/office/drawing/2014/main" id="{5BC93D1B-7A63-EF67-FF1F-2F88FD4D72B2}"/>
                </a:ext>
              </a:extLst>
            </p:cNvPr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4" name="pg1794">
              <a:extLst>
                <a:ext uri="{FF2B5EF4-FFF2-40B4-BE49-F238E27FC236}">
                  <a16:creationId xmlns:a16="http://schemas.microsoft.com/office/drawing/2014/main" id="{F52422C1-AB39-DDFD-D0A1-6FC1ACE921BB}"/>
                </a:ext>
              </a:extLst>
            </p:cNvPr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5" name="pg1795">
              <a:extLst>
                <a:ext uri="{FF2B5EF4-FFF2-40B4-BE49-F238E27FC236}">
                  <a16:creationId xmlns:a16="http://schemas.microsoft.com/office/drawing/2014/main" id="{BB498F11-D300-38BD-AEC8-EE6222CADFE6}"/>
                </a:ext>
              </a:extLst>
            </p:cNvPr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6" name="pg1796">
              <a:extLst>
                <a:ext uri="{FF2B5EF4-FFF2-40B4-BE49-F238E27FC236}">
                  <a16:creationId xmlns:a16="http://schemas.microsoft.com/office/drawing/2014/main" id="{4C9B5D51-31A6-2A00-9000-672C330D4D9F}"/>
                </a:ext>
              </a:extLst>
            </p:cNvPr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7" name="pg1797">
              <a:extLst>
                <a:ext uri="{FF2B5EF4-FFF2-40B4-BE49-F238E27FC236}">
                  <a16:creationId xmlns:a16="http://schemas.microsoft.com/office/drawing/2014/main" id="{50C41503-DED9-A21A-A4FB-A71C9C87BD80}"/>
                </a:ext>
              </a:extLst>
            </p:cNvPr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8" name="pg1798">
              <a:extLst>
                <a:ext uri="{FF2B5EF4-FFF2-40B4-BE49-F238E27FC236}">
                  <a16:creationId xmlns:a16="http://schemas.microsoft.com/office/drawing/2014/main" id="{95FE1454-E41A-D32F-EA3D-F6A2BEF6C119}"/>
                </a:ext>
              </a:extLst>
            </p:cNvPr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9" name="pg1799">
              <a:extLst>
                <a:ext uri="{FF2B5EF4-FFF2-40B4-BE49-F238E27FC236}">
                  <a16:creationId xmlns:a16="http://schemas.microsoft.com/office/drawing/2014/main" id="{8EEF7825-AF72-CF52-BAFC-921F6314E9AC}"/>
                </a:ext>
              </a:extLst>
            </p:cNvPr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0" name="pg1800">
              <a:extLst>
                <a:ext uri="{FF2B5EF4-FFF2-40B4-BE49-F238E27FC236}">
                  <a16:creationId xmlns:a16="http://schemas.microsoft.com/office/drawing/2014/main" id="{06A685EE-69B5-10EE-1EFA-4143A7D1BA76}"/>
                </a:ext>
              </a:extLst>
            </p:cNvPr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1" name="pg1801">
              <a:extLst>
                <a:ext uri="{FF2B5EF4-FFF2-40B4-BE49-F238E27FC236}">
                  <a16:creationId xmlns:a16="http://schemas.microsoft.com/office/drawing/2014/main" id="{3A43A5ED-4597-5ADA-0ED9-993B1A91BAE5}"/>
                </a:ext>
              </a:extLst>
            </p:cNvPr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2" name="pg1802">
              <a:extLst>
                <a:ext uri="{FF2B5EF4-FFF2-40B4-BE49-F238E27FC236}">
                  <a16:creationId xmlns:a16="http://schemas.microsoft.com/office/drawing/2014/main" id="{3032345E-3256-E138-6873-141C17E475F9}"/>
                </a:ext>
              </a:extLst>
            </p:cNvPr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3" name="pg1803">
              <a:extLst>
                <a:ext uri="{FF2B5EF4-FFF2-40B4-BE49-F238E27FC236}">
                  <a16:creationId xmlns:a16="http://schemas.microsoft.com/office/drawing/2014/main" id="{991EBD08-93D4-4197-D25B-6C0D0E2F6C4F}"/>
                </a:ext>
              </a:extLst>
            </p:cNvPr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4" name="pg1804">
              <a:extLst>
                <a:ext uri="{FF2B5EF4-FFF2-40B4-BE49-F238E27FC236}">
                  <a16:creationId xmlns:a16="http://schemas.microsoft.com/office/drawing/2014/main" id="{C0C41BF4-6D64-2363-CFA6-3BFA1878A472}"/>
                </a:ext>
              </a:extLst>
            </p:cNvPr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5" name="pg1805">
              <a:extLst>
                <a:ext uri="{FF2B5EF4-FFF2-40B4-BE49-F238E27FC236}">
                  <a16:creationId xmlns:a16="http://schemas.microsoft.com/office/drawing/2014/main" id="{7A8D0E2F-86B6-45FD-D4C6-2D44D99E9AC5}"/>
                </a:ext>
              </a:extLst>
            </p:cNvPr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6" name="pg1806">
              <a:extLst>
                <a:ext uri="{FF2B5EF4-FFF2-40B4-BE49-F238E27FC236}">
                  <a16:creationId xmlns:a16="http://schemas.microsoft.com/office/drawing/2014/main" id="{28038557-F393-10A1-5818-49DE9FD248BD}"/>
                </a:ext>
              </a:extLst>
            </p:cNvPr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7" name="pg1807">
              <a:extLst>
                <a:ext uri="{FF2B5EF4-FFF2-40B4-BE49-F238E27FC236}">
                  <a16:creationId xmlns:a16="http://schemas.microsoft.com/office/drawing/2014/main" id="{90CF694E-A85E-08C8-EE61-23BFBF88F70F}"/>
                </a:ext>
              </a:extLst>
            </p:cNvPr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8" name="pg1808">
              <a:extLst>
                <a:ext uri="{FF2B5EF4-FFF2-40B4-BE49-F238E27FC236}">
                  <a16:creationId xmlns:a16="http://schemas.microsoft.com/office/drawing/2014/main" id="{9922FE11-336F-C873-C4A9-2AA94B69C01B}"/>
                </a:ext>
              </a:extLst>
            </p:cNvPr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9" name="pg1809">
              <a:extLst>
                <a:ext uri="{FF2B5EF4-FFF2-40B4-BE49-F238E27FC236}">
                  <a16:creationId xmlns:a16="http://schemas.microsoft.com/office/drawing/2014/main" id="{57852225-A9A3-9451-374D-4213EB02B2AC}"/>
                </a:ext>
              </a:extLst>
            </p:cNvPr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0" name="pg1810">
              <a:extLst>
                <a:ext uri="{FF2B5EF4-FFF2-40B4-BE49-F238E27FC236}">
                  <a16:creationId xmlns:a16="http://schemas.microsoft.com/office/drawing/2014/main" id="{4B6B7496-A85E-51C6-74E4-7AB748818178}"/>
                </a:ext>
              </a:extLst>
            </p:cNvPr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1" name="pg1811">
              <a:extLst>
                <a:ext uri="{FF2B5EF4-FFF2-40B4-BE49-F238E27FC236}">
                  <a16:creationId xmlns:a16="http://schemas.microsoft.com/office/drawing/2014/main" id="{01AD7166-D857-8713-F331-E79F64B65607}"/>
                </a:ext>
              </a:extLst>
            </p:cNvPr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2" name="pg1812">
              <a:extLst>
                <a:ext uri="{FF2B5EF4-FFF2-40B4-BE49-F238E27FC236}">
                  <a16:creationId xmlns:a16="http://schemas.microsoft.com/office/drawing/2014/main" id="{EF5B61A9-2E3F-EFA5-FEBB-7FC880407E85}"/>
                </a:ext>
              </a:extLst>
            </p:cNvPr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3" name="pg1813">
              <a:extLst>
                <a:ext uri="{FF2B5EF4-FFF2-40B4-BE49-F238E27FC236}">
                  <a16:creationId xmlns:a16="http://schemas.microsoft.com/office/drawing/2014/main" id="{93B00592-B47E-8441-7FE3-BEF9B08CCCBD}"/>
                </a:ext>
              </a:extLst>
            </p:cNvPr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4" name="pg1814">
              <a:extLst>
                <a:ext uri="{FF2B5EF4-FFF2-40B4-BE49-F238E27FC236}">
                  <a16:creationId xmlns:a16="http://schemas.microsoft.com/office/drawing/2014/main" id="{0A7DB6F5-A8BE-D3D8-A8FB-5A3B5F461883}"/>
                </a:ext>
              </a:extLst>
            </p:cNvPr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5" name="pg1815">
              <a:extLst>
                <a:ext uri="{FF2B5EF4-FFF2-40B4-BE49-F238E27FC236}">
                  <a16:creationId xmlns:a16="http://schemas.microsoft.com/office/drawing/2014/main" id="{C8374F34-7375-88B2-1F1E-1F18FCCABA55}"/>
                </a:ext>
              </a:extLst>
            </p:cNvPr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6" name="pg1816">
              <a:extLst>
                <a:ext uri="{FF2B5EF4-FFF2-40B4-BE49-F238E27FC236}">
                  <a16:creationId xmlns:a16="http://schemas.microsoft.com/office/drawing/2014/main" id="{18F794C8-2A97-22B1-CD0E-68F46BEFEA8A}"/>
                </a:ext>
              </a:extLst>
            </p:cNvPr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7" name="pg1817">
              <a:extLst>
                <a:ext uri="{FF2B5EF4-FFF2-40B4-BE49-F238E27FC236}">
                  <a16:creationId xmlns:a16="http://schemas.microsoft.com/office/drawing/2014/main" id="{809D32E9-AD5D-ABD1-DF44-F5D492C6E2ED}"/>
                </a:ext>
              </a:extLst>
            </p:cNvPr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8" name="pg1818">
              <a:extLst>
                <a:ext uri="{FF2B5EF4-FFF2-40B4-BE49-F238E27FC236}">
                  <a16:creationId xmlns:a16="http://schemas.microsoft.com/office/drawing/2014/main" id="{DE33D773-1FCC-53A9-2E00-16E73AC50BDB}"/>
                </a:ext>
              </a:extLst>
            </p:cNvPr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9" name="pg1819">
              <a:extLst>
                <a:ext uri="{FF2B5EF4-FFF2-40B4-BE49-F238E27FC236}">
                  <a16:creationId xmlns:a16="http://schemas.microsoft.com/office/drawing/2014/main" id="{1DC73819-3435-151D-3482-326784DFB054}"/>
                </a:ext>
              </a:extLst>
            </p:cNvPr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0" name="pg1820">
              <a:extLst>
                <a:ext uri="{FF2B5EF4-FFF2-40B4-BE49-F238E27FC236}">
                  <a16:creationId xmlns:a16="http://schemas.microsoft.com/office/drawing/2014/main" id="{A1A30AA4-682C-E837-F07C-68EFD1818677}"/>
                </a:ext>
              </a:extLst>
            </p:cNvPr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1" name="pg1821">
              <a:extLst>
                <a:ext uri="{FF2B5EF4-FFF2-40B4-BE49-F238E27FC236}">
                  <a16:creationId xmlns:a16="http://schemas.microsoft.com/office/drawing/2014/main" id="{26501655-DEAD-8EAE-4CCF-8D7EAF84708F}"/>
                </a:ext>
              </a:extLst>
            </p:cNvPr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2" name="pg1822">
              <a:extLst>
                <a:ext uri="{FF2B5EF4-FFF2-40B4-BE49-F238E27FC236}">
                  <a16:creationId xmlns:a16="http://schemas.microsoft.com/office/drawing/2014/main" id="{347D2E41-DCB6-D7D6-0E58-DAD5A03F3348}"/>
                </a:ext>
              </a:extLst>
            </p:cNvPr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3" name="pg1823">
              <a:extLst>
                <a:ext uri="{FF2B5EF4-FFF2-40B4-BE49-F238E27FC236}">
                  <a16:creationId xmlns:a16="http://schemas.microsoft.com/office/drawing/2014/main" id="{CF767D06-B14C-55E7-3893-AFD92E3D40DE}"/>
                </a:ext>
              </a:extLst>
            </p:cNvPr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4" name="pg1824">
              <a:extLst>
                <a:ext uri="{FF2B5EF4-FFF2-40B4-BE49-F238E27FC236}">
                  <a16:creationId xmlns:a16="http://schemas.microsoft.com/office/drawing/2014/main" id="{ACAE6FFF-3772-44B4-5C8E-404A5B43106B}"/>
                </a:ext>
              </a:extLst>
            </p:cNvPr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5" name="pg1825">
              <a:extLst>
                <a:ext uri="{FF2B5EF4-FFF2-40B4-BE49-F238E27FC236}">
                  <a16:creationId xmlns:a16="http://schemas.microsoft.com/office/drawing/2014/main" id="{50B34D28-6AFC-BD41-2EB4-51A731D0595C}"/>
                </a:ext>
              </a:extLst>
            </p:cNvPr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6" name="pg1826">
              <a:extLst>
                <a:ext uri="{FF2B5EF4-FFF2-40B4-BE49-F238E27FC236}">
                  <a16:creationId xmlns:a16="http://schemas.microsoft.com/office/drawing/2014/main" id="{D2BFB71F-9C6F-F954-D488-89511F4ED24D}"/>
                </a:ext>
              </a:extLst>
            </p:cNvPr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7" name="pg1827">
              <a:extLst>
                <a:ext uri="{FF2B5EF4-FFF2-40B4-BE49-F238E27FC236}">
                  <a16:creationId xmlns:a16="http://schemas.microsoft.com/office/drawing/2014/main" id="{C83152E5-3942-CD6B-1ACF-51695EFCA66E}"/>
                </a:ext>
              </a:extLst>
            </p:cNvPr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8" name="pg1828">
              <a:extLst>
                <a:ext uri="{FF2B5EF4-FFF2-40B4-BE49-F238E27FC236}">
                  <a16:creationId xmlns:a16="http://schemas.microsoft.com/office/drawing/2014/main" id="{7B0847B7-6435-D485-9F93-050385CC9812}"/>
                </a:ext>
              </a:extLst>
            </p:cNvPr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9" name="pg1829">
              <a:extLst>
                <a:ext uri="{FF2B5EF4-FFF2-40B4-BE49-F238E27FC236}">
                  <a16:creationId xmlns:a16="http://schemas.microsoft.com/office/drawing/2014/main" id="{A5578B48-2E29-034A-4A2D-A6461B57687C}"/>
                </a:ext>
              </a:extLst>
            </p:cNvPr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0" name="pg1830">
              <a:extLst>
                <a:ext uri="{FF2B5EF4-FFF2-40B4-BE49-F238E27FC236}">
                  <a16:creationId xmlns:a16="http://schemas.microsoft.com/office/drawing/2014/main" id="{27415CB2-B1E8-4B05-B531-26BA767CA375}"/>
                </a:ext>
              </a:extLst>
            </p:cNvPr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1" name="pg1831">
              <a:extLst>
                <a:ext uri="{FF2B5EF4-FFF2-40B4-BE49-F238E27FC236}">
                  <a16:creationId xmlns:a16="http://schemas.microsoft.com/office/drawing/2014/main" id="{EF771594-DC19-D604-8E39-1DC710986897}"/>
                </a:ext>
              </a:extLst>
            </p:cNvPr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2" name="pg1832">
              <a:extLst>
                <a:ext uri="{FF2B5EF4-FFF2-40B4-BE49-F238E27FC236}">
                  <a16:creationId xmlns:a16="http://schemas.microsoft.com/office/drawing/2014/main" id="{60B682B3-6C58-BA4F-E4DD-AA3DCBA55974}"/>
                </a:ext>
              </a:extLst>
            </p:cNvPr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3" name="pg1833">
              <a:extLst>
                <a:ext uri="{FF2B5EF4-FFF2-40B4-BE49-F238E27FC236}">
                  <a16:creationId xmlns:a16="http://schemas.microsoft.com/office/drawing/2014/main" id="{817FF2B4-48C1-7443-11A9-80F3CD3E63EF}"/>
                </a:ext>
              </a:extLst>
            </p:cNvPr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4" name="pg1834">
              <a:extLst>
                <a:ext uri="{FF2B5EF4-FFF2-40B4-BE49-F238E27FC236}">
                  <a16:creationId xmlns:a16="http://schemas.microsoft.com/office/drawing/2014/main" id="{6E3D32CB-0BB3-7FAC-BE92-E61BC5A842C8}"/>
                </a:ext>
              </a:extLst>
            </p:cNvPr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5" name="pg1835">
              <a:extLst>
                <a:ext uri="{FF2B5EF4-FFF2-40B4-BE49-F238E27FC236}">
                  <a16:creationId xmlns:a16="http://schemas.microsoft.com/office/drawing/2014/main" id="{6B649E0F-CAC9-8E33-D3A0-F8D6FC8BB637}"/>
                </a:ext>
              </a:extLst>
            </p:cNvPr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6" name="pg1836">
              <a:extLst>
                <a:ext uri="{FF2B5EF4-FFF2-40B4-BE49-F238E27FC236}">
                  <a16:creationId xmlns:a16="http://schemas.microsoft.com/office/drawing/2014/main" id="{12C039AE-815E-4D69-D7C9-9C9A113F4979}"/>
                </a:ext>
              </a:extLst>
            </p:cNvPr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7" name="pg1837">
              <a:extLst>
                <a:ext uri="{FF2B5EF4-FFF2-40B4-BE49-F238E27FC236}">
                  <a16:creationId xmlns:a16="http://schemas.microsoft.com/office/drawing/2014/main" id="{57F87DF9-D409-B6B4-41AF-4E82B2D6B49D}"/>
                </a:ext>
              </a:extLst>
            </p:cNvPr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8" name="pg1838">
              <a:extLst>
                <a:ext uri="{FF2B5EF4-FFF2-40B4-BE49-F238E27FC236}">
                  <a16:creationId xmlns:a16="http://schemas.microsoft.com/office/drawing/2014/main" id="{E7DE8631-07BD-A485-C2A0-985C333F9054}"/>
                </a:ext>
              </a:extLst>
            </p:cNvPr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9" name="pg1839">
              <a:extLst>
                <a:ext uri="{FF2B5EF4-FFF2-40B4-BE49-F238E27FC236}">
                  <a16:creationId xmlns:a16="http://schemas.microsoft.com/office/drawing/2014/main" id="{B6F24FE4-51D4-CF5F-D77D-27C2A389201D}"/>
                </a:ext>
              </a:extLst>
            </p:cNvPr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0" name="pg1840">
              <a:extLst>
                <a:ext uri="{FF2B5EF4-FFF2-40B4-BE49-F238E27FC236}">
                  <a16:creationId xmlns:a16="http://schemas.microsoft.com/office/drawing/2014/main" id="{566F6F28-F8D2-69E2-AF14-57343638D7E8}"/>
                </a:ext>
              </a:extLst>
            </p:cNvPr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1" name="pg1841">
              <a:extLst>
                <a:ext uri="{FF2B5EF4-FFF2-40B4-BE49-F238E27FC236}">
                  <a16:creationId xmlns:a16="http://schemas.microsoft.com/office/drawing/2014/main" id="{AC2A89BB-E1B6-B92E-B7A6-ABF5A92FE339}"/>
                </a:ext>
              </a:extLst>
            </p:cNvPr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2" name="pg1842">
              <a:extLst>
                <a:ext uri="{FF2B5EF4-FFF2-40B4-BE49-F238E27FC236}">
                  <a16:creationId xmlns:a16="http://schemas.microsoft.com/office/drawing/2014/main" id="{649F74C7-AB90-FCE5-0121-5FF70CBC5C79}"/>
                </a:ext>
              </a:extLst>
            </p:cNvPr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3" name="pg1843">
              <a:extLst>
                <a:ext uri="{FF2B5EF4-FFF2-40B4-BE49-F238E27FC236}">
                  <a16:creationId xmlns:a16="http://schemas.microsoft.com/office/drawing/2014/main" id="{EC5A5E59-10D4-CECC-B3B9-B891D52473F3}"/>
                </a:ext>
              </a:extLst>
            </p:cNvPr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4" name="pg1844">
              <a:extLst>
                <a:ext uri="{FF2B5EF4-FFF2-40B4-BE49-F238E27FC236}">
                  <a16:creationId xmlns:a16="http://schemas.microsoft.com/office/drawing/2014/main" id="{0DB8085B-3BA2-3929-E732-159B5C451273}"/>
                </a:ext>
              </a:extLst>
            </p:cNvPr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5" name="pg1845">
              <a:extLst>
                <a:ext uri="{FF2B5EF4-FFF2-40B4-BE49-F238E27FC236}">
                  <a16:creationId xmlns:a16="http://schemas.microsoft.com/office/drawing/2014/main" id="{10A5F28C-461C-9C50-C72B-1B22FF9E2285}"/>
                </a:ext>
              </a:extLst>
            </p:cNvPr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6" name="pg1846">
              <a:extLst>
                <a:ext uri="{FF2B5EF4-FFF2-40B4-BE49-F238E27FC236}">
                  <a16:creationId xmlns:a16="http://schemas.microsoft.com/office/drawing/2014/main" id="{A012DF2E-280E-A555-AEED-AF3C4DE2F8DA}"/>
                </a:ext>
              </a:extLst>
            </p:cNvPr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7" name="pg1847">
              <a:extLst>
                <a:ext uri="{FF2B5EF4-FFF2-40B4-BE49-F238E27FC236}">
                  <a16:creationId xmlns:a16="http://schemas.microsoft.com/office/drawing/2014/main" id="{66E9A247-7A42-BA87-BC3A-41D77DB94632}"/>
                </a:ext>
              </a:extLst>
            </p:cNvPr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8" name="pg1848">
              <a:extLst>
                <a:ext uri="{FF2B5EF4-FFF2-40B4-BE49-F238E27FC236}">
                  <a16:creationId xmlns:a16="http://schemas.microsoft.com/office/drawing/2014/main" id="{29A39457-EA38-8B0B-1FF4-D22EEE9303C2}"/>
                </a:ext>
              </a:extLst>
            </p:cNvPr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9" name="pg1849">
              <a:extLst>
                <a:ext uri="{FF2B5EF4-FFF2-40B4-BE49-F238E27FC236}">
                  <a16:creationId xmlns:a16="http://schemas.microsoft.com/office/drawing/2014/main" id="{A830E88A-A677-5895-B0B1-AAE045DD2A54}"/>
                </a:ext>
              </a:extLst>
            </p:cNvPr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0" name="pg1850">
              <a:extLst>
                <a:ext uri="{FF2B5EF4-FFF2-40B4-BE49-F238E27FC236}">
                  <a16:creationId xmlns:a16="http://schemas.microsoft.com/office/drawing/2014/main" id="{7431220F-220A-8D51-48E2-D4E5F834B2AB}"/>
                </a:ext>
              </a:extLst>
            </p:cNvPr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1" name="pg1851">
              <a:extLst>
                <a:ext uri="{FF2B5EF4-FFF2-40B4-BE49-F238E27FC236}">
                  <a16:creationId xmlns:a16="http://schemas.microsoft.com/office/drawing/2014/main" id="{4741E23A-E7FD-5CDB-5419-F7C42B021E90}"/>
                </a:ext>
              </a:extLst>
            </p:cNvPr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2" name="pg1852">
              <a:extLst>
                <a:ext uri="{FF2B5EF4-FFF2-40B4-BE49-F238E27FC236}">
                  <a16:creationId xmlns:a16="http://schemas.microsoft.com/office/drawing/2014/main" id="{F4B8DA89-B8C1-3361-D038-AF1AEEED4592}"/>
                </a:ext>
              </a:extLst>
            </p:cNvPr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3" name="pg1853">
              <a:extLst>
                <a:ext uri="{FF2B5EF4-FFF2-40B4-BE49-F238E27FC236}">
                  <a16:creationId xmlns:a16="http://schemas.microsoft.com/office/drawing/2014/main" id="{E71DA2C4-2284-92F4-6264-AC38C225F0A9}"/>
                </a:ext>
              </a:extLst>
            </p:cNvPr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4" name="pg1854">
              <a:extLst>
                <a:ext uri="{FF2B5EF4-FFF2-40B4-BE49-F238E27FC236}">
                  <a16:creationId xmlns:a16="http://schemas.microsoft.com/office/drawing/2014/main" id="{5655D332-0A86-DEE4-734B-750B39961E1D}"/>
                </a:ext>
              </a:extLst>
            </p:cNvPr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5" name="pg1855">
              <a:extLst>
                <a:ext uri="{FF2B5EF4-FFF2-40B4-BE49-F238E27FC236}">
                  <a16:creationId xmlns:a16="http://schemas.microsoft.com/office/drawing/2014/main" id="{B12F8B37-3025-59CC-0B03-BB2610C45B5E}"/>
                </a:ext>
              </a:extLst>
            </p:cNvPr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6" name="pg1856">
              <a:extLst>
                <a:ext uri="{FF2B5EF4-FFF2-40B4-BE49-F238E27FC236}">
                  <a16:creationId xmlns:a16="http://schemas.microsoft.com/office/drawing/2014/main" id="{C73C755B-F705-3011-1E33-47159675640E}"/>
                </a:ext>
              </a:extLst>
            </p:cNvPr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7" name="pg1857">
              <a:extLst>
                <a:ext uri="{FF2B5EF4-FFF2-40B4-BE49-F238E27FC236}">
                  <a16:creationId xmlns:a16="http://schemas.microsoft.com/office/drawing/2014/main" id="{C1F6F1B5-DF4E-2001-BEFA-3E5B60123F28}"/>
                </a:ext>
              </a:extLst>
            </p:cNvPr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8" name="pg1858">
              <a:extLst>
                <a:ext uri="{FF2B5EF4-FFF2-40B4-BE49-F238E27FC236}">
                  <a16:creationId xmlns:a16="http://schemas.microsoft.com/office/drawing/2014/main" id="{6F6D8AE7-FB9B-ACC1-C2D3-463B8A3F66DA}"/>
                </a:ext>
              </a:extLst>
            </p:cNvPr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9" name="pg1859">
              <a:extLst>
                <a:ext uri="{FF2B5EF4-FFF2-40B4-BE49-F238E27FC236}">
                  <a16:creationId xmlns:a16="http://schemas.microsoft.com/office/drawing/2014/main" id="{96F63379-A144-EAF6-3DF5-EA5D75CA97BF}"/>
                </a:ext>
              </a:extLst>
            </p:cNvPr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0" name="pg1860">
              <a:extLst>
                <a:ext uri="{FF2B5EF4-FFF2-40B4-BE49-F238E27FC236}">
                  <a16:creationId xmlns:a16="http://schemas.microsoft.com/office/drawing/2014/main" id="{8CE14CCC-6713-A99D-2CE5-AC26EAEB0EB2}"/>
                </a:ext>
              </a:extLst>
            </p:cNvPr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1" name="pg1861">
              <a:extLst>
                <a:ext uri="{FF2B5EF4-FFF2-40B4-BE49-F238E27FC236}">
                  <a16:creationId xmlns:a16="http://schemas.microsoft.com/office/drawing/2014/main" id="{31A6279D-6C77-6555-B234-D3CA90EF492D}"/>
                </a:ext>
              </a:extLst>
            </p:cNvPr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2" name="pg1862">
              <a:extLst>
                <a:ext uri="{FF2B5EF4-FFF2-40B4-BE49-F238E27FC236}">
                  <a16:creationId xmlns:a16="http://schemas.microsoft.com/office/drawing/2014/main" id="{6A7EF789-8CD8-2071-42C3-7D43963AC32C}"/>
                </a:ext>
              </a:extLst>
            </p:cNvPr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3" name="pg1863">
              <a:extLst>
                <a:ext uri="{FF2B5EF4-FFF2-40B4-BE49-F238E27FC236}">
                  <a16:creationId xmlns:a16="http://schemas.microsoft.com/office/drawing/2014/main" id="{F11E1567-40BD-861A-D90E-0E48AEC826B7}"/>
                </a:ext>
              </a:extLst>
            </p:cNvPr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4" name="pg1864">
              <a:extLst>
                <a:ext uri="{FF2B5EF4-FFF2-40B4-BE49-F238E27FC236}">
                  <a16:creationId xmlns:a16="http://schemas.microsoft.com/office/drawing/2014/main" id="{379C46C2-A61A-9F88-4FE4-813B221FE7D3}"/>
                </a:ext>
              </a:extLst>
            </p:cNvPr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5" name="pg1865">
              <a:extLst>
                <a:ext uri="{FF2B5EF4-FFF2-40B4-BE49-F238E27FC236}">
                  <a16:creationId xmlns:a16="http://schemas.microsoft.com/office/drawing/2014/main" id="{9522B9BB-E080-6123-B03E-0659418EC365}"/>
                </a:ext>
              </a:extLst>
            </p:cNvPr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6" name="pg1866">
              <a:extLst>
                <a:ext uri="{FF2B5EF4-FFF2-40B4-BE49-F238E27FC236}">
                  <a16:creationId xmlns:a16="http://schemas.microsoft.com/office/drawing/2014/main" id="{98E59B47-E862-EA19-28AB-7C8131945342}"/>
                </a:ext>
              </a:extLst>
            </p:cNvPr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7" name="pg1867">
              <a:extLst>
                <a:ext uri="{FF2B5EF4-FFF2-40B4-BE49-F238E27FC236}">
                  <a16:creationId xmlns:a16="http://schemas.microsoft.com/office/drawing/2014/main" id="{9AF297E2-8B18-67A8-6BA0-F493EE101423}"/>
                </a:ext>
              </a:extLst>
            </p:cNvPr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8" name="pg1868">
              <a:extLst>
                <a:ext uri="{FF2B5EF4-FFF2-40B4-BE49-F238E27FC236}">
                  <a16:creationId xmlns:a16="http://schemas.microsoft.com/office/drawing/2014/main" id="{97961F87-9892-DF32-437B-C0EFA52307B9}"/>
                </a:ext>
              </a:extLst>
            </p:cNvPr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9" name="pg1869">
              <a:extLst>
                <a:ext uri="{FF2B5EF4-FFF2-40B4-BE49-F238E27FC236}">
                  <a16:creationId xmlns:a16="http://schemas.microsoft.com/office/drawing/2014/main" id="{6F52BEA6-CC7C-FE7A-DDFE-38C87CB9F996}"/>
                </a:ext>
              </a:extLst>
            </p:cNvPr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0" name="pg1870">
              <a:extLst>
                <a:ext uri="{FF2B5EF4-FFF2-40B4-BE49-F238E27FC236}">
                  <a16:creationId xmlns:a16="http://schemas.microsoft.com/office/drawing/2014/main" id="{D6E0D680-95AE-1520-5B98-3932B0EDD0C6}"/>
                </a:ext>
              </a:extLst>
            </p:cNvPr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1" name="pg1871">
              <a:extLst>
                <a:ext uri="{FF2B5EF4-FFF2-40B4-BE49-F238E27FC236}">
                  <a16:creationId xmlns:a16="http://schemas.microsoft.com/office/drawing/2014/main" id="{0E7F98F5-2B76-4D96-1D92-55684BC1C2A7}"/>
                </a:ext>
              </a:extLst>
            </p:cNvPr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2" name="pg1872">
              <a:extLst>
                <a:ext uri="{FF2B5EF4-FFF2-40B4-BE49-F238E27FC236}">
                  <a16:creationId xmlns:a16="http://schemas.microsoft.com/office/drawing/2014/main" id="{41CB08BD-0429-1C48-421C-4D240ADF114B}"/>
                </a:ext>
              </a:extLst>
            </p:cNvPr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3" name="pg1873">
              <a:extLst>
                <a:ext uri="{FF2B5EF4-FFF2-40B4-BE49-F238E27FC236}">
                  <a16:creationId xmlns:a16="http://schemas.microsoft.com/office/drawing/2014/main" id="{362866FE-3C07-486D-E797-97E20E81E807}"/>
                </a:ext>
              </a:extLst>
            </p:cNvPr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4" name="pg1874">
              <a:extLst>
                <a:ext uri="{FF2B5EF4-FFF2-40B4-BE49-F238E27FC236}">
                  <a16:creationId xmlns:a16="http://schemas.microsoft.com/office/drawing/2014/main" id="{284BF14A-E02F-1875-8617-EE7F4CE5F801}"/>
                </a:ext>
              </a:extLst>
            </p:cNvPr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5" name="pg1875">
              <a:extLst>
                <a:ext uri="{FF2B5EF4-FFF2-40B4-BE49-F238E27FC236}">
                  <a16:creationId xmlns:a16="http://schemas.microsoft.com/office/drawing/2014/main" id="{BA506DE6-1AA1-1CE4-FA12-FE81EE7FCE8A}"/>
                </a:ext>
              </a:extLst>
            </p:cNvPr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6" name="pg1876">
              <a:extLst>
                <a:ext uri="{FF2B5EF4-FFF2-40B4-BE49-F238E27FC236}">
                  <a16:creationId xmlns:a16="http://schemas.microsoft.com/office/drawing/2014/main" id="{9B04DF80-89D7-149A-ED23-10575780F4CB}"/>
                </a:ext>
              </a:extLst>
            </p:cNvPr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7" name="pg1877">
              <a:extLst>
                <a:ext uri="{FF2B5EF4-FFF2-40B4-BE49-F238E27FC236}">
                  <a16:creationId xmlns:a16="http://schemas.microsoft.com/office/drawing/2014/main" id="{156BB059-3715-7A3E-BC51-94FF3058A1D5}"/>
                </a:ext>
              </a:extLst>
            </p:cNvPr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8" name="pg1878">
              <a:extLst>
                <a:ext uri="{FF2B5EF4-FFF2-40B4-BE49-F238E27FC236}">
                  <a16:creationId xmlns:a16="http://schemas.microsoft.com/office/drawing/2014/main" id="{605AAAE6-E2D3-A25F-C582-C5D0ACDB28E0}"/>
                </a:ext>
              </a:extLst>
            </p:cNvPr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9" name="pg1879">
              <a:extLst>
                <a:ext uri="{FF2B5EF4-FFF2-40B4-BE49-F238E27FC236}">
                  <a16:creationId xmlns:a16="http://schemas.microsoft.com/office/drawing/2014/main" id="{63462351-DD96-C7CF-5021-D713DE55B5BF}"/>
                </a:ext>
              </a:extLst>
            </p:cNvPr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0" name="pg1880">
              <a:extLst>
                <a:ext uri="{FF2B5EF4-FFF2-40B4-BE49-F238E27FC236}">
                  <a16:creationId xmlns:a16="http://schemas.microsoft.com/office/drawing/2014/main" id="{C1C089C2-F5B6-7B1C-0F48-DA92D3055D04}"/>
                </a:ext>
              </a:extLst>
            </p:cNvPr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1" name="pg1881">
              <a:extLst>
                <a:ext uri="{FF2B5EF4-FFF2-40B4-BE49-F238E27FC236}">
                  <a16:creationId xmlns:a16="http://schemas.microsoft.com/office/drawing/2014/main" id="{92D2746A-8BA2-1873-A3BA-63E9E8DE73F1}"/>
                </a:ext>
              </a:extLst>
            </p:cNvPr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2" name="pg1882">
              <a:extLst>
                <a:ext uri="{FF2B5EF4-FFF2-40B4-BE49-F238E27FC236}">
                  <a16:creationId xmlns:a16="http://schemas.microsoft.com/office/drawing/2014/main" id="{035EFFE1-D589-2E86-EDD2-F926638A79EC}"/>
                </a:ext>
              </a:extLst>
            </p:cNvPr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3" name="pg1883">
              <a:extLst>
                <a:ext uri="{FF2B5EF4-FFF2-40B4-BE49-F238E27FC236}">
                  <a16:creationId xmlns:a16="http://schemas.microsoft.com/office/drawing/2014/main" id="{53C26DC6-34E1-8463-6F13-31E1D967B30C}"/>
                </a:ext>
              </a:extLst>
            </p:cNvPr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4" name="pg1884">
              <a:extLst>
                <a:ext uri="{FF2B5EF4-FFF2-40B4-BE49-F238E27FC236}">
                  <a16:creationId xmlns:a16="http://schemas.microsoft.com/office/drawing/2014/main" id="{1BFAC7F6-B2B1-20E2-BA02-48938F187E66}"/>
                </a:ext>
              </a:extLst>
            </p:cNvPr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5" name="pg1885">
              <a:extLst>
                <a:ext uri="{FF2B5EF4-FFF2-40B4-BE49-F238E27FC236}">
                  <a16:creationId xmlns:a16="http://schemas.microsoft.com/office/drawing/2014/main" id="{3F5F37A7-5180-6B03-C503-964BCBDC4A32}"/>
                </a:ext>
              </a:extLst>
            </p:cNvPr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6" name="pg1886">
              <a:extLst>
                <a:ext uri="{FF2B5EF4-FFF2-40B4-BE49-F238E27FC236}">
                  <a16:creationId xmlns:a16="http://schemas.microsoft.com/office/drawing/2014/main" id="{486A3656-9D39-37C1-E587-06BCF9B22957}"/>
                </a:ext>
              </a:extLst>
            </p:cNvPr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7" name="pg1887">
              <a:extLst>
                <a:ext uri="{FF2B5EF4-FFF2-40B4-BE49-F238E27FC236}">
                  <a16:creationId xmlns:a16="http://schemas.microsoft.com/office/drawing/2014/main" id="{A2464BBD-859D-E42B-56C3-4823374B4089}"/>
                </a:ext>
              </a:extLst>
            </p:cNvPr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8" name="pg1888">
              <a:extLst>
                <a:ext uri="{FF2B5EF4-FFF2-40B4-BE49-F238E27FC236}">
                  <a16:creationId xmlns:a16="http://schemas.microsoft.com/office/drawing/2014/main" id="{5AE6CB03-D28B-427F-E482-95A014174DA1}"/>
                </a:ext>
              </a:extLst>
            </p:cNvPr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9" name="pg1889">
              <a:extLst>
                <a:ext uri="{FF2B5EF4-FFF2-40B4-BE49-F238E27FC236}">
                  <a16:creationId xmlns:a16="http://schemas.microsoft.com/office/drawing/2014/main" id="{178EE9F3-A062-F728-8872-3840270F68EC}"/>
                </a:ext>
              </a:extLst>
            </p:cNvPr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0" name="pg1890">
              <a:extLst>
                <a:ext uri="{FF2B5EF4-FFF2-40B4-BE49-F238E27FC236}">
                  <a16:creationId xmlns:a16="http://schemas.microsoft.com/office/drawing/2014/main" id="{F6BF2649-E8E8-BCAA-77E8-3F95A77F0CFF}"/>
                </a:ext>
              </a:extLst>
            </p:cNvPr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1" name="pg1891">
              <a:extLst>
                <a:ext uri="{FF2B5EF4-FFF2-40B4-BE49-F238E27FC236}">
                  <a16:creationId xmlns:a16="http://schemas.microsoft.com/office/drawing/2014/main" id="{EF7122AA-8BD9-2F92-8C7F-434EC837116C}"/>
                </a:ext>
              </a:extLst>
            </p:cNvPr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2" name="pg1892">
              <a:extLst>
                <a:ext uri="{FF2B5EF4-FFF2-40B4-BE49-F238E27FC236}">
                  <a16:creationId xmlns:a16="http://schemas.microsoft.com/office/drawing/2014/main" id="{CB9558A4-8F87-21A0-9C13-B20DFD607EE6}"/>
                </a:ext>
              </a:extLst>
            </p:cNvPr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3" name="pg1893">
              <a:extLst>
                <a:ext uri="{FF2B5EF4-FFF2-40B4-BE49-F238E27FC236}">
                  <a16:creationId xmlns:a16="http://schemas.microsoft.com/office/drawing/2014/main" id="{7D0391E6-5BED-0785-AF03-1D60B5571227}"/>
                </a:ext>
              </a:extLst>
            </p:cNvPr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4" name="pg1894">
              <a:extLst>
                <a:ext uri="{FF2B5EF4-FFF2-40B4-BE49-F238E27FC236}">
                  <a16:creationId xmlns:a16="http://schemas.microsoft.com/office/drawing/2014/main" id="{57C92C24-0D61-99FF-7E49-3E70D4D2C170}"/>
                </a:ext>
              </a:extLst>
            </p:cNvPr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5" name="pg1895">
              <a:extLst>
                <a:ext uri="{FF2B5EF4-FFF2-40B4-BE49-F238E27FC236}">
                  <a16:creationId xmlns:a16="http://schemas.microsoft.com/office/drawing/2014/main" id="{7B83B1A8-E80E-52CD-6138-0634B15B1558}"/>
                </a:ext>
              </a:extLst>
            </p:cNvPr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6" name="pg1896">
              <a:extLst>
                <a:ext uri="{FF2B5EF4-FFF2-40B4-BE49-F238E27FC236}">
                  <a16:creationId xmlns:a16="http://schemas.microsoft.com/office/drawing/2014/main" id="{66115F74-74D2-2825-AEA2-24DD0A201FE7}"/>
                </a:ext>
              </a:extLst>
            </p:cNvPr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7" name="pg1897">
              <a:extLst>
                <a:ext uri="{FF2B5EF4-FFF2-40B4-BE49-F238E27FC236}">
                  <a16:creationId xmlns:a16="http://schemas.microsoft.com/office/drawing/2014/main" id="{C1420673-A126-0773-9974-EF1E47B3921E}"/>
                </a:ext>
              </a:extLst>
            </p:cNvPr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8" name="pg1898">
              <a:extLst>
                <a:ext uri="{FF2B5EF4-FFF2-40B4-BE49-F238E27FC236}">
                  <a16:creationId xmlns:a16="http://schemas.microsoft.com/office/drawing/2014/main" id="{76A48515-C70A-6991-154B-16686998F26E}"/>
                </a:ext>
              </a:extLst>
            </p:cNvPr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9" name="pg1899">
              <a:extLst>
                <a:ext uri="{FF2B5EF4-FFF2-40B4-BE49-F238E27FC236}">
                  <a16:creationId xmlns:a16="http://schemas.microsoft.com/office/drawing/2014/main" id="{AA676511-B716-24F1-4C23-69B02DE13A77}"/>
                </a:ext>
              </a:extLst>
            </p:cNvPr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0" name="pg1900">
              <a:extLst>
                <a:ext uri="{FF2B5EF4-FFF2-40B4-BE49-F238E27FC236}">
                  <a16:creationId xmlns:a16="http://schemas.microsoft.com/office/drawing/2014/main" id="{7B9CB195-E0CD-7DD5-2F09-1AD8DBE67531}"/>
                </a:ext>
              </a:extLst>
            </p:cNvPr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1" name="pg1901">
              <a:extLst>
                <a:ext uri="{FF2B5EF4-FFF2-40B4-BE49-F238E27FC236}">
                  <a16:creationId xmlns:a16="http://schemas.microsoft.com/office/drawing/2014/main" id="{0D174497-813C-B226-F34E-23BD4CAC8816}"/>
                </a:ext>
              </a:extLst>
            </p:cNvPr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2" name="pg1902">
              <a:extLst>
                <a:ext uri="{FF2B5EF4-FFF2-40B4-BE49-F238E27FC236}">
                  <a16:creationId xmlns:a16="http://schemas.microsoft.com/office/drawing/2014/main" id="{46D970E3-A83E-A5A6-D515-1F756CA2F8D6}"/>
                </a:ext>
              </a:extLst>
            </p:cNvPr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3" name="pg1903">
              <a:extLst>
                <a:ext uri="{FF2B5EF4-FFF2-40B4-BE49-F238E27FC236}">
                  <a16:creationId xmlns:a16="http://schemas.microsoft.com/office/drawing/2014/main" id="{C04AE3E9-C95F-CA06-D5D7-FE1B6D3E421B}"/>
                </a:ext>
              </a:extLst>
            </p:cNvPr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4" name="pg1904">
              <a:extLst>
                <a:ext uri="{FF2B5EF4-FFF2-40B4-BE49-F238E27FC236}">
                  <a16:creationId xmlns:a16="http://schemas.microsoft.com/office/drawing/2014/main" id="{390B19FF-55FE-BDFB-1C24-D23F613C6D67}"/>
                </a:ext>
              </a:extLst>
            </p:cNvPr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5" name="pg1905">
              <a:extLst>
                <a:ext uri="{FF2B5EF4-FFF2-40B4-BE49-F238E27FC236}">
                  <a16:creationId xmlns:a16="http://schemas.microsoft.com/office/drawing/2014/main" id="{374D407D-F98F-F8E2-D97D-7B568630C351}"/>
                </a:ext>
              </a:extLst>
            </p:cNvPr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6" name="pg1906">
              <a:extLst>
                <a:ext uri="{FF2B5EF4-FFF2-40B4-BE49-F238E27FC236}">
                  <a16:creationId xmlns:a16="http://schemas.microsoft.com/office/drawing/2014/main" id="{CCDF6F96-6766-2233-E7EA-17473B28CBEE}"/>
                </a:ext>
              </a:extLst>
            </p:cNvPr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7" name="pg1907">
              <a:extLst>
                <a:ext uri="{FF2B5EF4-FFF2-40B4-BE49-F238E27FC236}">
                  <a16:creationId xmlns:a16="http://schemas.microsoft.com/office/drawing/2014/main" id="{153966DD-4F0E-9E7F-D72B-5EF9E26A8282}"/>
                </a:ext>
              </a:extLst>
            </p:cNvPr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8" name="pg1908">
              <a:extLst>
                <a:ext uri="{FF2B5EF4-FFF2-40B4-BE49-F238E27FC236}">
                  <a16:creationId xmlns:a16="http://schemas.microsoft.com/office/drawing/2014/main" id="{10796144-B673-AC86-14DC-57299B51B18D}"/>
                </a:ext>
              </a:extLst>
            </p:cNvPr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9" name="pg1909">
              <a:extLst>
                <a:ext uri="{FF2B5EF4-FFF2-40B4-BE49-F238E27FC236}">
                  <a16:creationId xmlns:a16="http://schemas.microsoft.com/office/drawing/2014/main" id="{C3EB327E-9073-95F5-FDA9-9B07272B8DB2}"/>
                </a:ext>
              </a:extLst>
            </p:cNvPr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0" name="pg1910">
              <a:extLst>
                <a:ext uri="{FF2B5EF4-FFF2-40B4-BE49-F238E27FC236}">
                  <a16:creationId xmlns:a16="http://schemas.microsoft.com/office/drawing/2014/main" id="{8276332E-0515-03A4-000F-F84B8F5BEBD7}"/>
                </a:ext>
              </a:extLst>
            </p:cNvPr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1" name="pg1911">
              <a:extLst>
                <a:ext uri="{FF2B5EF4-FFF2-40B4-BE49-F238E27FC236}">
                  <a16:creationId xmlns:a16="http://schemas.microsoft.com/office/drawing/2014/main" id="{21660A37-5A58-7FF9-7583-38E0C2F0E899}"/>
                </a:ext>
              </a:extLst>
            </p:cNvPr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2" name="pg1912">
              <a:extLst>
                <a:ext uri="{FF2B5EF4-FFF2-40B4-BE49-F238E27FC236}">
                  <a16:creationId xmlns:a16="http://schemas.microsoft.com/office/drawing/2014/main" id="{9A89524C-46A4-07C7-DC23-09230C9E28DB}"/>
                </a:ext>
              </a:extLst>
            </p:cNvPr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3" name="pg1913">
              <a:extLst>
                <a:ext uri="{FF2B5EF4-FFF2-40B4-BE49-F238E27FC236}">
                  <a16:creationId xmlns:a16="http://schemas.microsoft.com/office/drawing/2014/main" id="{44521A9E-553F-A405-1F8D-69B102130AE1}"/>
                </a:ext>
              </a:extLst>
            </p:cNvPr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4" name="pg1914">
              <a:extLst>
                <a:ext uri="{FF2B5EF4-FFF2-40B4-BE49-F238E27FC236}">
                  <a16:creationId xmlns:a16="http://schemas.microsoft.com/office/drawing/2014/main" id="{EB03FA41-9C36-BF42-FD11-D5F118D27630}"/>
                </a:ext>
              </a:extLst>
            </p:cNvPr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5" name="pg1915">
              <a:extLst>
                <a:ext uri="{FF2B5EF4-FFF2-40B4-BE49-F238E27FC236}">
                  <a16:creationId xmlns:a16="http://schemas.microsoft.com/office/drawing/2014/main" id="{13C2CC6E-E707-F07E-B36E-4593509F2991}"/>
                </a:ext>
              </a:extLst>
            </p:cNvPr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6" name="pg1916">
              <a:extLst>
                <a:ext uri="{FF2B5EF4-FFF2-40B4-BE49-F238E27FC236}">
                  <a16:creationId xmlns:a16="http://schemas.microsoft.com/office/drawing/2014/main" id="{59ADDBAA-DBB0-FF51-688F-FCE129E6D48C}"/>
                </a:ext>
              </a:extLst>
            </p:cNvPr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7" name="pg1917">
              <a:extLst>
                <a:ext uri="{FF2B5EF4-FFF2-40B4-BE49-F238E27FC236}">
                  <a16:creationId xmlns:a16="http://schemas.microsoft.com/office/drawing/2014/main" id="{27D957A8-6DAE-C7D7-054C-3F0ECE3DC420}"/>
                </a:ext>
              </a:extLst>
            </p:cNvPr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8" name="pg1918">
              <a:extLst>
                <a:ext uri="{FF2B5EF4-FFF2-40B4-BE49-F238E27FC236}">
                  <a16:creationId xmlns:a16="http://schemas.microsoft.com/office/drawing/2014/main" id="{902EF781-7D06-A9D2-19EF-659760F7829B}"/>
                </a:ext>
              </a:extLst>
            </p:cNvPr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9" name="pg1919">
              <a:extLst>
                <a:ext uri="{FF2B5EF4-FFF2-40B4-BE49-F238E27FC236}">
                  <a16:creationId xmlns:a16="http://schemas.microsoft.com/office/drawing/2014/main" id="{3565E360-1E54-CB38-43E9-672C307C81A8}"/>
                </a:ext>
              </a:extLst>
            </p:cNvPr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0" name="pg1920">
              <a:extLst>
                <a:ext uri="{FF2B5EF4-FFF2-40B4-BE49-F238E27FC236}">
                  <a16:creationId xmlns:a16="http://schemas.microsoft.com/office/drawing/2014/main" id="{8F319892-5CE1-2F53-9F9A-6EE1151ABF60}"/>
                </a:ext>
              </a:extLst>
            </p:cNvPr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1" name="pg1921">
              <a:extLst>
                <a:ext uri="{FF2B5EF4-FFF2-40B4-BE49-F238E27FC236}">
                  <a16:creationId xmlns:a16="http://schemas.microsoft.com/office/drawing/2014/main" id="{9FEF82AB-5085-DDB1-E4CA-06541A3E26C8}"/>
                </a:ext>
              </a:extLst>
            </p:cNvPr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2" name="pg1922">
              <a:extLst>
                <a:ext uri="{FF2B5EF4-FFF2-40B4-BE49-F238E27FC236}">
                  <a16:creationId xmlns:a16="http://schemas.microsoft.com/office/drawing/2014/main" id="{28853DCB-78A5-BF36-9874-90AB56CED981}"/>
                </a:ext>
              </a:extLst>
            </p:cNvPr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3" name="pg1923">
              <a:extLst>
                <a:ext uri="{FF2B5EF4-FFF2-40B4-BE49-F238E27FC236}">
                  <a16:creationId xmlns:a16="http://schemas.microsoft.com/office/drawing/2014/main" id="{FA39DB62-CBC4-F3CC-E308-7743B88E59F6}"/>
                </a:ext>
              </a:extLst>
            </p:cNvPr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4" name="pg1924">
              <a:extLst>
                <a:ext uri="{FF2B5EF4-FFF2-40B4-BE49-F238E27FC236}">
                  <a16:creationId xmlns:a16="http://schemas.microsoft.com/office/drawing/2014/main" id="{B92CF544-E749-386F-82D2-EAFB3EC8D9CE}"/>
                </a:ext>
              </a:extLst>
            </p:cNvPr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5" name="pg1925">
              <a:extLst>
                <a:ext uri="{FF2B5EF4-FFF2-40B4-BE49-F238E27FC236}">
                  <a16:creationId xmlns:a16="http://schemas.microsoft.com/office/drawing/2014/main" id="{5090A081-FFFE-381B-AE88-7C736A9E2B72}"/>
                </a:ext>
              </a:extLst>
            </p:cNvPr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6" name="pg1926">
              <a:extLst>
                <a:ext uri="{FF2B5EF4-FFF2-40B4-BE49-F238E27FC236}">
                  <a16:creationId xmlns:a16="http://schemas.microsoft.com/office/drawing/2014/main" id="{304BFCA9-7FBE-B912-CF7E-C4007592943A}"/>
                </a:ext>
              </a:extLst>
            </p:cNvPr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7" name="pg1927">
              <a:extLst>
                <a:ext uri="{FF2B5EF4-FFF2-40B4-BE49-F238E27FC236}">
                  <a16:creationId xmlns:a16="http://schemas.microsoft.com/office/drawing/2014/main" id="{715571FA-8F30-732D-8D55-69D9017BD66A}"/>
                </a:ext>
              </a:extLst>
            </p:cNvPr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8" name="pg1928">
              <a:extLst>
                <a:ext uri="{FF2B5EF4-FFF2-40B4-BE49-F238E27FC236}">
                  <a16:creationId xmlns:a16="http://schemas.microsoft.com/office/drawing/2014/main" id="{18857AE0-B12B-BBB0-095E-8D74D25A90C5}"/>
                </a:ext>
              </a:extLst>
            </p:cNvPr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9" name="pg1929">
              <a:extLst>
                <a:ext uri="{FF2B5EF4-FFF2-40B4-BE49-F238E27FC236}">
                  <a16:creationId xmlns:a16="http://schemas.microsoft.com/office/drawing/2014/main" id="{71610F43-5717-C58A-EFBD-D00FF2A5F30A}"/>
                </a:ext>
              </a:extLst>
            </p:cNvPr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0" name="pg1930">
              <a:extLst>
                <a:ext uri="{FF2B5EF4-FFF2-40B4-BE49-F238E27FC236}">
                  <a16:creationId xmlns:a16="http://schemas.microsoft.com/office/drawing/2014/main" id="{A5FDDD4E-2D62-A83F-122C-DC7CD02CBD9A}"/>
                </a:ext>
              </a:extLst>
            </p:cNvPr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1" name="pg1931">
              <a:extLst>
                <a:ext uri="{FF2B5EF4-FFF2-40B4-BE49-F238E27FC236}">
                  <a16:creationId xmlns:a16="http://schemas.microsoft.com/office/drawing/2014/main" id="{7868D0C9-E57D-6853-B6AD-488B7305C06E}"/>
                </a:ext>
              </a:extLst>
            </p:cNvPr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2" name="pg1932">
              <a:extLst>
                <a:ext uri="{FF2B5EF4-FFF2-40B4-BE49-F238E27FC236}">
                  <a16:creationId xmlns:a16="http://schemas.microsoft.com/office/drawing/2014/main" id="{C2B62E71-A3E7-88FD-D576-F60DDC2E8814}"/>
                </a:ext>
              </a:extLst>
            </p:cNvPr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3" name="pg1933">
              <a:extLst>
                <a:ext uri="{FF2B5EF4-FFF2-40B4-BE49-F238E27FC236}">
                  <a16:creationId xmlns:a16="http://schemas.microsoft.com/office/drawing/2014/main" id="{27B42DDD-501E-38AD-3964-E8AD06F43859}"/>
                </a:ext>
              </a:extLst>
            </p:cNvPr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4" name="pg1934">
              <a:extLst>
                <a:ext uri="{FF2B5EF4-FFF2-40B4-BE49-F238E27FC236}">
                  <a16:creationId xmlns:a16="http://schemas.microsoft.com/office/drawing/2014/main" id="{F8304512-D574-8B3E-5486-608C74182E68}"/>
                </a:ext>
              </a:extLst>
            </p:cNvPr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5" name="pg1935">
              <a:extLst>
                <a:ext uri="{FF2B5EF4-FFF2-40B4-BE49-F238E27FC236}">
                  <a16:creationId xmlns:a16="http://schemas.microsoft.com/office/drawing/2014/main" id="{8F3AEBB4-0945-605C-9C89-ED227323A94F}"/>
                </a:ext>
              </a:extLst>
            </p:cNvPr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6" name="pg1936">
              <a:extLst>
                <a:ext uri="{FF2B5EF4-FFF2-40B4-BE49-F238E27FC236}">
                  <a16:creationId xmlns:a16="http://schemas.microsoft.com/office/drawing/2014/main" id="{05C90A1A-332D-DA2B-972C-304463F00C05}"/>
                </a:ext>
              </a:extLst>
            </p:cNvPr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7" name="pg1937">
              <a:extLst>
                <a:ext uri="{FF2B5EF4-FFF2-40B4-BE49-F238E27FC236}">
                  <a16:creationId xmlns:a16="http://schemas.microsoft.com/office/drawing/2014/main" id="{922A6302-4D2F-882C-87FA-3D4CCBB33D6C}"/>
                </a:ext>
              </a:extLst>
            </p:cNvPr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8" name="pg1938">
              <a:extLst>
                <a:ext uri="{FF2B5EF4-FFF2-40B4-BE49-F238E27FC236}">
                  <a16:creationId xmlns:a16="http://schemas.microsoft.com/office/drawing/2014/main" id="{12DE0CBA-2FB8-0214-30BE-8212AB8E7428}"/>
                </a:ext>
              </a:extLst>
            </p:cNvPr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9" name="pg1939">
              <a:extLst>
                <a:ext uri="{FF2B5EF4-FFF2-40B4-BE49-F238E27FC236}">
                  <a16:creationId xmlns:a16="http://schemas.microsoft.com/office/drawing/2014/main" id="{7CB89096-CCF6-284B-4DAA-36B339C5B51F}"/>
                </a:ext>
              </a:extLst>
            </p:cNvPr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0" name="pg1940">
              <a:extLst>
                <a:ext uri="{FF2B5EF4-FFF2-40B4-BE49-F238E27FC236}">
                  <a16:creationId xmlns:a16="http://schemas.microsoft.com/office/drawing/2014/main" id="{A550247A-94CE-47B9-ED37-960EABA9B4F0}"/>
                </a:ext>
              </a:extLst>
            </p:cNvPr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1" name="pg1941">
              <a:extLst>
                <a:ext uri="{FF2B5EF4-FFF2-40B4-BE49-F238E27FC236}">
                  <a16:creationId xmlns:a16="http://schemas.microsoft.com/office/drawing/2014/main" id="{8BDE4D38-C074-F750-A28E-7941D8FD12D7}"/>
                </a:ext>
              </a:extLst>
            </p:cNvPr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2" name="pg1942">
              <a:extLst>
                <a:ext uri="{FF2B5EF4-FFF2-40B4-BE49-F238E27FC236}">
                  <a16:creationId xmlns:a16="http://schemas.microsoft.com/office/drawing/2014/main" id="{4F5FADD3-22F1-D28C-5FC1-DF09BE0569FE}"/>
                </a:ext>
              </a:extLst>
            </p:cNvPr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3" name="pg1943">
              <a:extLst>
                <a:ext uri="{FF2B5EF4-FFF2-40B4-BE49-F238E27FC236}">
                  <a16:creationId xmlns:a16="http://schemas.microsoft.com/office/drawing/2014/main" id="{82F60EA4-E20D-A17F-5E9C-8A612023313D}"/>
                </a:ext>
              </a:extLst>
            </p:cNvPr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4" name="pg1944">
              <a:extLst>
                <a:ext uri="{FF2B5EF4-FFF2-40B4-BE49-F238E27FC236}">
                  <a16:creationId xmlns:a16="http://schemas.microsoft.com/office/drawing/2014/main" id="{B333A9E3-3374-1AAB-1DE0-DA8573329389}"/>
                </a:ext>
              </a:extLst>
            </p:cNvPr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5" name="pg1945">
              <a:extLst>
                <a:ext uri="{FF2B5EF4-FFF2-40B4-BE49-F238E27FC236}">
                  <a16:creationId xmlns:a16="http://schemas.microsoft.com/office/drawing/2014/main" id="{D85C88F1-A3A0-2CB3-909F-E8899E24DEE2}"/>
                </a:ext>
              </a:extLst>
            </p:cNvPr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6" name="pg1946">
              <a:extLst>
                <a:ext uri="{FF2B5EF4-FFF2-40B4-BE49-F238E27FC236}">
                  <a16:creationId xmlns:a16="http://schemas.microsoft.com/office/drawing/2014/main" id="{BDA0F5B4-68B9-6EC4-DD70-BF3C2E6A4C4B}"/>
                </a:ext>
              </a:extLst>
            </p:cNvPr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7" name="pg1947">
              <a:extLst>
                <a:ext uri="{FF2B5EF4-FFF2-40B4-BE49-F238E27FC236}">
                  <a16:creationId xmlns:a16="http://schemas.microsoft.com/office/drawing/2014/main" id="{7A81E0E7-F606-6E9E-127F-41816DA0C66E}"/>
                </a:ext>
              </a:extLst>
            </p:cNvPr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8" name="pg1948">
              <a:extLst>
                <a:ext uri="{FF2B5EF4-FFF2-40B4-BE49-F238E27FC236}">
                  <a16:creationId xmlns:a16="http://schemas.microsoft.com/office/drawing/2014/main" id="{C2DA16A9-E700-29D2-05FC-4C654023E5D0}"/>
                </a:ext>
              </a:extLst>
            </p:cNvPr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9" name="pg1949">
              <a:extLst>
                <a:ext uri="{FF2B5EF4-FFF2-40B4-BE49-F238E27FC236}">
                  <a16:creationId xmlns:a16="http://schemas.microsoft.com/office/drawing/2014/main" id="{CD0AA0F0-9EF5-9DEC-0F16-393EE4C5C05D}"/>
                </a:ext>
              </a:extLst>
            </p:cNvPr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0" name="pg1950">
              <a:extLst>
                <a:ext uri="{FF2B5EF4-FFF2-40B4-BE49-F238E27FC236}">
                  <a16:creationId xmlns:a16="http://schemas.microsoft.com/office/drawing/2014/main" id="{67EA7FE2-6D7A-D55B-E5B9-4C11C97A0C9E}"/>
                </a:ext>
              </a:extLst>
            </p:cNvPr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1" name="pg1951">
              <a:extLst>
                <a:ext uri="{FF2B5EF4-FFF2-40B4-BE49-F238E27FC236}">
                  <a16:creationId xmlns:a16="http://schemas.microsoft.com/office/drawing/2014/main" id="{4F11B9FB-3812-9436-A545-8BFDD1E08125}"/>
                </a:ext>
              </a:extLst>
            </p:cNvPr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2" name="pg1952">
              <a:extLst>
                <a:ext uri="{FF2B5EF4-FFF2-40B4-BE49-F238E27FC236}">
                  <a16:creationId xmlns:a16="http://schemas.microsoft.com/office/drawing/2014/main" id="{0277EB6C-72DE-5811-0C10-08BBF39A34FA}"/>
                </a:ext>
              </a:extLst>
            </p:cNvPr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3" name="pg1953">
              <a:extLst>
                <a:ext uri="{FF2B5EF4-FFF2-40B4-BE49-F238E27FC236}">
                  <a16:creationId xmlns:a16="http://schemas.microsoft.com/office/drawing/2014/main" id="{CC380E5A-AFEC-0B84-792C-C64009CF2E64}"/>
                </a:ext>
              </a:extLst>
            </p:cNvPr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4" name="pg1954">
              <a:extLst>
                <a:ext uri="{FF2B5EF4-FFF2-40B4-BE49-F238E27FC236}">
                  <a16:creationId xmlns:a16="http://schemas.microsoft.com/office/drawing/2014/main" id="{B912E3BE-F3D2-1C41-F98F-56783D2FF3C3}"/>
                </a:ext>
              </a:extLst>
            </p:cNvPr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5" name="pg1955">
              <a:extLst>
                <a:ext uri="{FF2B5EF4-FFF2-40B4-BE49-F238E27FC236}">
                  <a16:creationId xmlns:a16="http://schemas.microsoft.com/office/drawing/2014/main" id="{B142022D-4F18-E90F-C430-DF32C4A3F4B4}"/>
                </a:ext>
              </a:extLst>
            </p:cNvPr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6" name="pg1956">
              <a:extLst>
                <a:ext uri="{FF2B5EF4-FFF2-40B4-BE49-F238E27FC236}">
                  <a16:creationId xmlns:a16="http://schemas.microsoft.com/office/drawing/2014/main" id="{D56C2C3B-AB23-A1D4-D42D-E1E5AC9F3190}"/>
                </a:ext>
              </a:extLst>
            </p:cNvPr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7" name="pg1957">
              <a:extLst>
                <a:ext uri="{FF2B5EF4-FFF2-40B4-BE49-F238E27FC236}">
                  <a16:creationId xmlns:a16="http://schemas.microsoft.com/office/drawing/2014/main" id="{86999F9B-DC22-50B9-4D61-36A6645DFF8E}"/>
                </a:ext>
              </a:extLst>
            </p:cNvPr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8" name="pg1958">
              <a:extLst>
                <a:ext uri="{FF2B5EF4-FFF2-40B4-BE49-F238E27FC236}">
                  <a16:creationId xmlns:a16="http://schemas.microsoft.com/office/drawing/2014/main" id="{56477A3A-F19F-DF58-D190-C2B1AC4C5A1E}"/>
                </a:ext>
              </a:extLst>
            </p:cNvPr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9" name="pg1959">
              <a:extLst>
                <a:ext uri="{FF2B5EF4-FFF2-40B4-BE49-F238E27FC236}">
                  <a16:creationId xmlns:a16="http://schemas.microsoft.com/office/drawing/2014/main" id="{4E7B64F7-BC4C-5379-C612-AD306C257451}"/>
                </a:ext>
              </a:extLst>
            </p:cNvPr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0" name="pg1960">
              <a:extLst>
                <a:ext uri="{FF2B5EF4-FFF2-40B4-BE49-F238E27FC236}">
                  <a16:creationId xmlns:a16="http://schemas.microsoft.com/office/drawing/2014/main" id="{37B4320B-6B51-B4EB-4FFC-400C549CE259}"/>
                </a:ext>
              </a:extLst>
            </p:cNvPr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1" name="pg1961">
              <a:extLst>
                <a:ext uri="{FF2B5EF4-FFF2-40B4-BE49-F238E27FC236}">
                  <a16:creationId xmlns:a16="http://schemas.microsoft.com/office/drawing/2014/main" id="{841E2FEC-40EE-0475-7A26-1096005C49B3}"/>
                </a:ext>
              </a:extLst>
            </p:cNvPr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2" name="pg1962">
              <a:extLst>
                <a:ext uri="{FF2B5EF4-FFF2-40B4-BE49-F238E27FC236}">
                  <a16:creationId xmlns:a16="http://schemas.microsoft.com/office/drawing/2014/main" id="{5225E93C-663D-FF72-799A-815EB9AE1510}"/>
                </a:ext>
              </a:extLst>
            </p:cNvPr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3" name="pg1963">
              <a:extLst>
                <a:ext uri="{FF2B5EF4-FFF2-40B4-BE49-F238E27FC236}">
                  <a16:creationId xmlns:a16="http://schemas.microsoft.com/office/drawing/2014/main" id="{ED98A848-DD0A-CC38-CC4F-35BF36A2578F}"/>
                </a:ext>
              </a:extLst>
            </p:cNvPr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4" name="pg1964">
              <a:extLst>
                <a:ext uri="{FF2B5EF4-FFF2-40B4-BE49-F238E27FC236}">
                  <a16:creationId xmlns:a16="http://schemas.microsoft.com/office/drawing/2014/main" id="{046DB4FE-365A-61E0-DEA2-F7C3D06FDB31}"/>
                </a:ext>
              </a:extLst>
            </p:cNvPr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5" name="pg1965">
              <a:extLst>
                <a:ext uri="{FF2B5EF4-FFF2-40B4-BE49-F238E27FC236}">
                  <a16:creationId xmlns:a16="http://schemas.microsoft.com/office/drawing/2014/main" id="{08B9A600-6238-2B57-C81A-371CF2A6CB4F}"/>
                </a:ext>
              </a:extLst>
            </p:cNvPr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6" name="pg1966">
              <a:extLst>
                <a:ext uri="{FF2B5EF4-FFF2-40B4-BE49-F238E27FC236}">
                  <a16:creationId xmlns:a16="http://schemas.microsoft.com/office/drawing/2014/main" id="{1F7CA727-65A7-E940-A45E-DA83F35691D3}"/>
                </a:ext>
              </a:extLst>
            </p:cNvPr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7" name="pg1967">
              <a:extLst>
                <a:ext uri="{FF2B5EF4-FFF2-40B4-BE49-F238E27FC236}">
                  <a16:creationId xmlns:a16="http://schemas.microsoft.com/office/drawing/2014/main" id="{6E20D049-428B-B9A3-A523-8BEEBEBD3DCE}"/>
                </a:ext>
              </a:extLst>
            </p:cNvPr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8" name="pg1968">
              <a:extLst>
                <a:ext uri="{FF2B5EF4-FFF2-40B4-BE49-F238E27FC236}">
                  <a16:creationId xmlns:a16="http://schemas.microsoft.com/office/drawing/2014/main" id="{0D8B1F45-1F7E-BBDC-07EF-0C9B2813AF2C}"/>
                </a:ext>
              </a:extLst>
            </p:cNvPr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9" name="pg1969">
              <a:extLst>
                <a:ext uri="{FF2B5EF4-FFF2-40B4-BE49-F238E27FC236}">
                  <a16:creationId xmlns:a16="http://schemas.microsoft.com/office/drawing/2014/main" id="{9EAE0CF4-5F03-41C6-092A-A9F8AD7F9456}"/>
                </a:ext>
              </a:extLst>
            </p:cNvPr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0" name="pg1970">
              <a:extLst>
                <a:ext uri="{FF2B5EF4-FFF2-40B4-BE49-F238E27FC236}">
                  <a16:creationId xmlns:a16="http://schemas.microsoft.com/office/drawing/2014/main" id="{D291EAC0-ECB3-A9D2-352D-AAD6926DE019}"/>
                </a:ext>
              </a:extLst>
            </p:cNvPr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1" name="pg1971">
              <a:extLst>
                <a:ext uri="{FF2B5EF4-FFF2-40B4-BE49-F238E27FC236}">
                  <a16:creationId xmlns:a16="http://schemas.microsoft.com/office/drawing/2014/main" id="{5B531320-F319-2F56-C013-3336F1556CB9}"/>
                </a:ext>
              </a:extLst>
            </p:cNvPr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2" name="pg1972">
              <a:extLst>
                <a:ext uri="{FF2B5EF4-FFF2-40B4-BE49-F238E27FC236}">
                  <a16:creationId xmlns:a16="http://schemas.microsoft.com/office/drawing/2014/main" id="{94B6C213-EBE2-CF6F-BCCA-134D9BF8729F}"/>
                </a:ext>
              </a:extLst>
            </p:cNvPr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3" name="pg1973">
              <a:extLst>
                <a:ext uri="{FF2B5EF4-FFF2-40B4-BE49-F238E27FC236}">
                  <a16:creationId xmlns:a16="http://schemas.microsoft.com/office/drawing/2014/main" id="{5EF3A389-C0F5-C3FB-006A-00C07F7956EA}"/>
                </a:ext>
              </a:extLst>
            </p:cNvPr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4" name="pg1974">
              <a:extLst>
                <a:ext uri="{FF2B5EF4-FFF2-40B4-BE49-F238E27FC236}">
                  <a16:creationId xmlns:a16="http://schemas.microsoft.com/office/drawing/2014/main" id="{6EF223C1-A553-D15F-2D5F-DBA7EE41F0D1}"/>
                </a:ext>
              </a:extLst>
            </p:cNvPr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5" name="pg1975">
              <a:extLst>
                <a:ext uri="{FF2B5EF4-FFF2-40B4-BE49-F238E27FC236}">
                  <a16:creationId xmlns:a16="http://schemas.microsoft.com/office/drawing/2014/main" id="{9CA4B3CB-C87F-A7A4-41CB-AEE216C89F86}"/>
                </a:ext>
              </a:extLst>
            </p:cNvPr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6" name="pg1976">
              <a:extLst>
                <a:ext uri="{FF2B5EF4-FFF2-40B4-BE49-F238E27FC236}">
                  <a16:creationId xmlns:a16="http://schemas.microsoft.com/office/drawing/2014/main" id="{A3FBB5AE-BD98-45A6-F7FD-6040F404CBD0}"/>
                </a:ext>
              </a:extLst>
            </p:cNvPr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7" name="pg1977">
              <a:extLst>
                <a:ext uri="{FF2B5EF4-FFF2-40B4-BE49-F238E27FC236}">
                  <a16:creationId xmlns:a16="http://schemas.microsoft.com/office/drawing/2014/main" id="{205913FD-CA52-F1F3-A83E-247FC8D46C22}"/>
                </a:ext>
              </a:extLst>
            </p:cNvPr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8" name="pg1978">
              <a:extLst>
                <a:ext uri="{FF2B5EF4-FFF2-40B4-BE49-F238E27FC236}">
                  <a16:creationId xmlns:a16="http://schemas.microsoft.com/office/drawing/2014/main" id="{B0C752D7-4B43-224E-8D24-4FD53CC2D7A0}"/>
                </a:ext>
              </a:extLst>
            </p:cNvPr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9" name="pg1979">
              <a:extLst>
                <a:ext uri="{FF2B5EF4-FFF2-40B4-BE49-F238E27FC236}">
                  <a16:creationId xmlns:a16="http://schemas.microsoft.com/office/drawing/2014/main" id="{56E1AB26-9171-EEE1-3EE3-7CCE6EC1ED3F}"/>
                </a:ext>
              </a:extLst>
            </p:cNvPr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0" name="pg1980">
              <a:extLst>
                <a:ext uri="{FF2B5EF4-FFF2-40B4-BE49-F238E27FC236}">
                  <a16:creationId xmlns:a16="http://schemas.microsoft.com/office/drawing/2014/main" id="{8B4230DE-358F-5C44-B0A4-B7B24B272C49}"/>
                </a:ext>
              </a:extLst>
            </p:cNvPr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1" name="pg1981">
              <a:extLst>
                <a:ext uri="{FF2B5EF4-FFF2-40B4-BE49-F238E27FC236}">
                  <a16:creationId xmlns:a16="http://schemas.microsoft.com/office/drawing/2014/main" id="{B76B597D-F44C-FBF9-F48E-861D38BE2934}"/>
                </a:ext>
              </a:extLst>
            </p:cNvPr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2" name="pg1982">
              <a:extLst>
                <a:ext uri="{FF2B5EF4-FFF2-40B4-BE49-F238E27FC236}">
                  <a16:creationId xmlns:a16="http://schemas.microsoft.com/office/drawing/2014/main" id="{76736AAF-AF49-46FA-949A-1E75B57695B0}"/>
                </a:ext>
              </a:extLst>
            </p:cNvPr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3" name="pg1983">
              <a:extLst>
                <a:ext uri="{FF2B5EF4-FFF2-40B4-BE49-F238E27FC236}">
                  <a16:creationId xmlns:a16="http://schemas.microsoft.com/office/drawing/2014/main" id="{2E89601A-D365-3B37-9570-19883ADA909B}"/>
                </a:ext>
              </a:extLst>
            </p:cNvPr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4" name="pg1984">
              <a:extLst>
                <a:ext uri="{FF2B5EF4-FFF2-40B4-BE49-F238E27FC236}">
                  <a16:creationId xmlns:a16="http://schemas.microsoft.com/office/drawing/2014/main" id="{86DAEE16-17A1-8D19-600D-1B45072ABC1B}"/>
                </a:ext>
              </a:extLst>
            </p:cNvPr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5" name="pg1985">
              <a:extLst>
                <a:ext uri="{FF2B5EF4-FFF2-40B4-BE49-F238E27FC236}">
                  <a16:creationId xmlns:a16="http://schemas.microsoft.com/office/drawing/2014/main" id="{57ECA826-2F01-1AAD-4CB2-71A732D5AD9A}"/>
                </a:ext>
              </a:extLst>
            </p:cNvPr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6" name="pg1986">
              <a:extLst>
                <a:ext uri="{FF2B5EF4-FFF2-40B4-BE49-F238E27FC236}">
                  <a16:creationId xmlns:a16="http://schemas.microsoft.com/office/drawing/2014/main" id="{5682EED0-38E9-C29E-53B1-3BC4FEE03082}"/>
                </a:ext>
              </a:extLst>
            </p:cNvPr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7" name="pg1987">
              <a:extLst>
                <a:ext uri="{FF2B5EF4-FFF2-40B4-BE49-F238E27FC236}">
                  <a16:creationId xmlns:a16="http://schemas.microsoft.com/office/drawing/2014/main" id="{609AB15B-6834-AE1F-FA6B-607CC28FE0EC}"/>
                </a:ext>
              </a:extLst>
            </p:cNvPr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8" name="pg1988">
              <a:extLst>
                <a:ext uri="{FF2B5EF4-FFF2-40B4-BE49-F238E27FC236}">
                  <a16:creationId xmlns:a16="http://schemas.microsoft.com/office/drawing/2014/main" id="{60AEA943-F55C-D489-62A9-C586D5BA032B}"/>
                </a:ext>
              </a:extLst>
            </p:cNvPr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9" name="pg1989">
              <a:extLst>
                <a:ext uri="{FF2B5EF4-FFF2-40B4-BE49-F238E27FC236}">
                  <a16:creationId xmlns:a16="http://schemas.microsoft.com/office/drawing/2014/main" id="{AC7E1F89-6B88-A56C-A765-8015EDB63743}"/>
                </a:ext>
              </a:extLst>
            </p:cNvPr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0" name="pg1990">
              <a:extLst>
                <a:ext uri="{FF2B5EF4-FFF2-40B4-BE49-F238E27FC236}">
                  <a16:creationId xmlns:a16="http://schemas.microsoft.com/office/drawing/2014/main" id="{405BE9F1-E30E-BBD7-19B7-13635FC788CE}"/>
                </a:ext>
              </a:extLst>
            </p:cNvPr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1" name="pg1991">
              <a:extLst>
                <a:ext uri="{FF2B5EF4-FFF2-40B4-BE49-F238E27FC236}">
                  <a16:creationId xmlns:a16="http://schemas.microsoft.com/office/drawing/2014/main" id="{B4706136-FF1C-73B4-17A4-0CDE5966AD1D}"/>
                </a:ext>
              </a:extLst>
            </p:cNvPr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2" name="pg1992">
              <a:extLst>
                <a:ext uri="{FF2B5EF4-FFF2-40B4-BE49-F238E27FC236}">
                  <a16:creationId xmlns:a16="http://schemas.microsoft.com/office/drawing/2014/main" id="{0514BF3D-65B9-7075-E52A-33B601F8BDCB}"/>
                </a:ext>
              </a:extLst>
            </p:cNvPr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3" name="pg1993">
              <a:extLst>
                <a:ext uri="{FF2B5EF4-FFF2-40B4-BE49-F238E27FC236}">
                  <a16:creationId xmlns:a16="http://schemas.microsoft.com/office/drawing/2014/main" id="{7F0DED58-B804-57AE-69C8-54171DAA6642}"/>
                </a:ext>
              </a:extLst>
            </p:cNvPr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4" name="pg1994">
              <a:extLst>
                <a:ext uri="{FF2B5EF4-FFF2-40B4-BE49-F238E27FC236}">
                  <a16:creationId xmlns:a16="http://schemas.microsoft.com/office/drawing/2014/main" id="{710F960C-7507-6AFF-CEBA-9FFB13FD2383}"/>
                </a:ext>
              </a:extLst>
            </p:cNvPr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5" name="pg1995">
              <a:extLst>
                <a:ext uri="{FF2B5EF4-FFF2-40B4-BE49-F238E27FC236}">
                  <a16:creationId xmlns:a16="http://schemas.microsoft.com/office/drawing/2014/main" id="{040B643D-5DE6-49B3-B1F8-34C7BEE6FB94}"/>
                </a:ext>
              </a:extLst>
            </p:cNvPr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6" name="pg1996">
              <a:extLst>
                <a:ext uri="{FF2B5EF4-FFF2-40B4-BE49-F238E27FC236}">
                  <a16:creationId xmlns:a16="http://schemas.microsoft.com/office/drawing/2014/main" id="{3666AA64-0699-3653-9DC7-C4938A50406E}"/>
                </a:ext>
              </a:extLst>
            </p:cNvPr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7" name="pg1997">
              <a:extLst>
                <a:ext uri="{FF2B5EF4-FFF2-40B4-BE49-F238E27FC236}">
                  <a16:creationId xmlns:a16="http://schemas.microsoft.com/office/drawing/2014/main" id="{B35CDC42-FE13-A830-FE9F-C9D2E7B3E0A6}"/>
                </a:ext>
              </a:extLst>
            </p:cNvPr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8" name="pg1998">
              <a:extLst>
                <a:ext uri="{FF2B5EF4-FFF2-40B4-BE49-F238E27FC236}">
                  <a16:creationId xmlns:a16="http://schemas.microsoft.com/office/drawing/2014/main" id="{4BA328BD-498E-20B4-1C86-4AB339AFDA4A}"/>
                </a:ext>
              </a:extLst>
            </p:cNvPr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9" name="pg1999">
              <a:extLst>
                <a:ext uri="{FF2B5EF4-FFF2-40B4-BE49-F238E27FC236}">
                  <a16:creationId xmlns:a16="http://schemas.microsoft.com/office/drawing/2014/main" id="{78F09777-207B-340B-5BD0-288FF6CB0957}"/>
                </a:ext>
              </a:extLst>
            </p:cNvPr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0" name="pg2000">
              <a:extLst>
                <a:ext uri="{FF2B5EF4-FFF2-40B4-BE49-F238E27FC236}">
                  <a16:creationId xmlns:a16="http://schemas.microsoft.com/office/drawing/2014/main" id="{817B2020-3377-8F41-18A5-F32F9EBE902D}"/>
                </a:ext>
              </a:extLst>
            </p:cNvPr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1" name="pg2001">
              <a:extLst>
                <a:ext uri="{FF2B5EF4-FFF2-40B4-BE49-F238E27FC236}">
                  <a16:creationId xmlns:a16="http://schemas.microsoft.com/office/drawing/2014/main" id="{D44AAFEC-7CD6-AA14-EEB3-660E3E175798}"/>
                </a:ext>
              </a:extLst>
            </p:cNvPr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2" name="pg2002">
              <a:extLst>
                <a:ext uri="{FF2B5EF4-FFF2-40B4-BE49-F238E27FC236}">
                  <a16:creationId xmlns:a16="http://schemas.microsoft.com/office/drawing/2014/main" id="{061E6F59-79EE-E71B-222F-6A041DC4CADD}"/>
                </a:ext>
              </a:extLst>
            </p:cNvPr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3" name="pg2003">
              <a:extLst>
                <a:ext uri="{FF2B5EF4-FFF2-40B4-BE49-F238E27FC236}">
                  <a16:creationId xmlns:a16="http://schemas.microsoft.com/office/drawing/2014/main" id="{E3CB7809-3DD7-94E5-6CC7-61255D65AD14}"/>
                </a:ext>
              </a:extLst>
            </p:cNvPr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4" name="pg2004">
              <a:extLst>
                <a:ext uri="{FF2B5EF4-FFF2-40B4-BE49-F238E27FC236}">
                  <a16:creationId xmlns:a16="http://schemas.microsoft.com/office/drawing/2014/main" id="{20A8F8E6-1347-54B8-AEAC-14679949119F}"/>
                </a:ext>
              </a:extLst>
            </p:cNvPr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5" name="pg2005">
              <a:extLst>
                <a:ext uri="{FF2B5EF4-FFF2-40B4-BE49-F238E27FC236}">
                  <a16:creationId xmlns:a16="http://schemas.microsoft.com/office/drawing/2014/main" id="{09289EFA-9F05-5DF4-002B-79EAC2E26290}"/>
                </a:ext>
              </a:extLst>
            </p:cNvPr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6" name="pg2006">
              <a:extLst>
                <a:ext uri="{FF2B5EF4-FFF2-40B4-BE49-F238E27FC236}">
                  <a16:creationId xmlns:a16="http://schemas.microsoft.com/office/drawing/2014/main" id="{B1690E98-9A6D-92F8-B106-48BB03427B5C}"/>
                </a:ext>
              </a:extLst>
            </p:cNvPr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7" name="pg2007">
              <a:extLst>
                <a:ext uri="{FF2B5EF4-FFF2-40B4-BE49-F238E27FC236}">
                  <a16:creationId xmlns:a16="http://schemas.microsoft.com/office/drawing/2014/main" id="{436068A7-C217-8D8B-649E-C1B3AF52D071}"/>
                </a:ext>
              </a:extLst>
            </p:cNvPr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8" name="pg2008">
              <a:extLst>
                <a:ext uri="{FF2B5EF4-FFF2-40B4-BE49-F238E27FC236}">
                  <a16:creationId xmlns:a16="http://schemas.microsoft.com/office/drawing/2014/main" id="{D8289681-A9A3-BA6D-838E-C79F41D6D412}"/>
                </a:ext>
              </a:extLst>
            </p:cNvPr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9" name="pg2009">
              <a:extLst>
                <a:ext uri="{FF2B5EF4-FFF2-40B4-BE49-F238E27FC236}">
                  <a16:creationId xmlns:a16="http://schemas.microsoft.com/office/drawing/2014/main" id="{483542F4-338A-E40B-FD02-5E82C66685ED}"/>
                </a:ext>
              </a:extLst>
            </p:cNvPr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0" name="pg2010">
              <a:extLst>
                <a:ext uri="{FF2B5EF4-FFF2-40B4-BE49-F238E27FC236}">
                  <a16:creationId xmlns:a16="http://schemas.microsoft.com/office/drawing/2014/main" id="{88EA09F8-FB03-FE3C-18E2-1C057DA4C411}"/>
                </a:ext>
              </a:extLst>
            </p:cNvPr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1" name="pg2011">
              <a:extLst>
                <a:ext uri="{FF2B5EF4-FFF2-40B4-BE49-F238E27FC236}">
                  <a16:creationId xmlns:a16="http://schemas.microsoft.com/office/drawing/2014/main" id="{83DDA63C-3F47-FF83-2FC2-457E90AE7DC8}"/>
                </a:ext>
              </a:extLst>
            </p:cNvPr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2" name="pg2012">
              <a:extLst>
                <a:ext uri="{FF2B5EF4-FFF2-40B4-BE49-F238E27FC236}">
                  <a16:creationId xmlns:a16="http://schemas.microsoft.com/office/drawing/2014/main" id="{B085EBC6-F6A2-9A8B-9ED4-BD15E7827A09}"/>
                </a:ext>
              </a:extLst>
            </p:cNvPr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3" name="pg2013">
              <a:extLst>
                <a:ext uri="{FF2B5EF4-FFF2-40B4-BE49-F238E27FC236}">
                  <a16:creationId xmlns:a16="http://schemas.microsoft.com/office/drawing/2014/main" id="{C73A60EE-5391-7CBD-BFB2-0E2E1B7725E6}"/>
                </a:ext>
              </a:extLst>
            </p:cNvPr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4" name="pg2014">
              <a:extLst>
                <a:ext uri="{FF2B5EF4-FFF2-40B4-BE49-F238E27FC236}">
                  <a16:creationId xmlns:a16="http://schemas.microsoft.com/office/drawing/2014/main" id="{CCC91560-8A60-32A5-F508-1CE35F6571D0}"/>
                </a:ext>
              </a:extLst>
            </p:cNvPr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5" name="pg2015">
              <a:extLst>
                <a:ext uri="{FF2B5EF4-FFF2-40B4-BE49-F238E27FC236}">
                  <a16:creationId xmlns:a16="http://schemas.microsoft.com/office/drawing/2014/main" id="{07BA4D43-0866-310A-F321-4DACEBFABB9C}"/>
                </a:ext>
              </a:extLst>
            </p:cNvPr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6" name="pg2016">
              <a:extLst>
                <a:ext uri="{FF2B5EF4-FFF2-40B4-BE49-F238E27FC236}">
                  <a16:creationId xmlns:a16="http://schemas.microsoft.com/office/drawing/2014/main" id="{A561B7D2-AD80-5F6C-A25D-497E4A6A3974}"/>
                </a:ext>
              </a:extLst>
            </p:cNvPr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7" name="pg2017">
              <a:extLst>
                <a:ext uri="{FF2B5EF4-FFF2-40B4-BE49-F238E27FC236}">
                  <a16:creationId xmlns:a16="http://schemas.microsoft.com/office/drawing/2014/main" id="{92937151-7307-7B27-A652-E79BD55E37CC}"/>
                </a:ext>
              </a:extLst>
            </p:cNvPr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8" name="pg2018">
              <a:extLst>
                <a:ext uri="{FF2B5EF4-FFF2-40B4-BE49-F238E27FC236}">
                  <a16:creationId xmlns:a16="http://schemas.microsoft.com/office/drawing/2014/main" id="{3F48F4DC-6BA1-0E59-B6C0-08F566E1CD7B}"/>
                </a:ext>
              </a:extLst>
            </p:cNvPr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9" name="pg2019">
              <a:extLst>
                <a:ext uri="{FF2B5EF4-FFF2-40B4-BE49-F238E27FC236}">
                  <a16:creationId xmlns:a16="http://schemas.microsoft.com/office/drawing/2014/main" id="{138E0EAC-0EE6-1641-521B-B1661D17DBA0}"/>
                </a:ext>
              </a:extLst>
            </p:cNvPr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0" name="pg2020">
              <a:extLst>
                <a:ext uri="{FF2B5EF4-FFF2-40B4-BE49-F238E27FC236}">
                  <a16:creationId xmlns:a16="http://schemas.microsoft.com/office/drawing/2014/main" id="{44641C3C-3279-E380-9F06-6F1A5796ECAA}"/>
                </a:ext>
              </a:extLst>
            </p:cNvPr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1" name="pg2021">
              <a:extLst>
                <a:ext uri="{FF2B5EF4-FFF2-40B4-BE49-F238E27FC236}">
                  <a16:creationId xmlns:a16="http://schemas.microsoft.com/office/drawing/2014/main" id="{2EECDEA7-390E-1DA4-7A16-84002E2D86C1}"/>
                </a:ext>
              </a:extLst>
            </p:cNvPr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2" name="pg2022">
              <a:extLst>
                <a:ext uri="{FF2B5EF4-FFF2-40B4-BE49-F238E27FC236}">
                  <a16:creationId xmlns:a16="http://schemas.microsoft.com/office/drawing/2014/main" id="{9D9C1577-746A-D6D3-ABE4-0F44F2F73713}"/>
                </a:ext>
              </a:extLst>
            </p:cNvPr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3" name="pg2023">
              <a:extLst>
                <a:ext uri="{FF2B5EF4-FFF2-40B4-BE49-F238E27FC236}">
                  <a16:creationId xmlns:a16="http://schemas.microsoft.com/office/drawing/2014/main" id="{ACF121D2-AEEA-C9BF-AFB6-C44002D967CD}"/>
                </a:ext>
              </a:extLst>
            </p:cNvPr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4" name="pg2024">
              <a:extLst>
                <a:ext uri="{FF2B5EF4-FFF2-40B4-BE49-F238E27FC236}">
                  <a16:creationId xmlns:a16="http://schemas.microsoft.com/office/drawing/2014/main" id="{F0461315-07B6-7B1A-069E-1A5A263C0CDA}"/>
                </a:ext>
              </a:extLst>
            </p:cNvPr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5" name="pg2025">
              <a:extLst>
                <a:ext uri="{FF2B5EF4-FFF2-40B4-BE49-F238E27FC236}">
                  <a16:creationId xmlns:a16="http://schemas.microsoft.com/office/drawing/2014/main" id="{21CA6B44-652F-48F9-B53C-C048093F7E63}"/>
                </a:ext>
              </a:extLst>
            </p:cNvPr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6" name="pg2026">
              <a:extLst>
                <a:ext uri="{FF2B5EF4-FFF2-40B4-BE49-F238E27FC236}">
                  <a16:creationId xmlns:a16="http://schemas.microsoft.com/office/drawing/2014/main" id="{448577C9-A427-9A42-43BD-2710C1F218BF}"/>
                </a:ext>
              </a:extLst>
            </p:cNvPr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7" name="pg2027">
              <a:extLst>
                <a:ext uri="{FF2B5EF4-FFF2-40B4-BE49-F238E27FC236}">
                  <a16:creationId xmlns:a16="http://schemas.microsoft.com/office/drawing/2014/main" id="{8559F62F-26F4-30F8-E1AE-8F2F24569181}"/>
                </a:ext>
              </a:extLst>
            </p:cNvPr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8" name="pg2028">
              <a:extLst>
                <a:ext uri="{FF2B5EF4-FFF2-40B4-BE49-F238E27FC236}">
                  <a16:creationId xmlns:a16="http://schemas.microsoft.com/office/drawing/2014/main" id="{2FEBB73B-D810-47DA-7B60-63E647D724BF}"/>
                </a:ext>
              </a:extLst>
            </p:cNvPr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9" name="pg2029">
              <a:extLst>
                <a:ext uri="{FF2B5EF4-FFF2-40B4-BE49-F238E27FC236}">
                  <a16:creationId xmlns:a16="http://schemas.microsoft.com/office/drawing/2014/main" id="{E5A35325-AFB1-A33E-F1D0-53C38B43E06C}"/>
                </a:ext>
              </a:extLst>
            </p:cNvPr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0" name="pg2030">
              <a:extLst>
                <a:ext uri="{FF2B5EF4-FFF2-40B4-BE49-F238E27FC236}">
                  <a16:creationId xmlns:a16="http://schemas.microsoft.com/office/drawing/2014/main" id="{254A0EFB-BA22-1984-A3E2-E7A0375401E6}"/>
                </a:ext>
              </a:extLst>
            </p:cNvPr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1" name="pg2031">
              <a:extLst>
                <a:ext uri="{FF2B5EF4-FFF2-40B4-BE49-F238E27FC236}">
                  <a16:creationId xmlns:a16="http://schemas.microsoft.com/office/drawing/2014/main" id="{18C0D936-040E-11BE-99BD-4C24D92965B4}"/>
                </a:ext>
              </a:extLst>
            </p:cNvPr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2" name="pg2032">
              <a:extLst>
                <a:ext uri="{FF2B5EF4-FFF2-40B4-BE49-F238E27FC236}">
                  <a16:creationId xmlns:a16="http://schemas.microsoft.com/office/drawing/2014/main" id="{372E8702-358E-F6F4-274F-9A4D425D1EB4}"/>
                </a:ext>
              </a:extLst>
            </p:cNvPr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3" name="pg2033">
              <a:extLst>
                <a:ext uri="{FF2B5EF4-FFF2-40B4-BE49-F238E27FC236}">
                  <a16:creationId xmlns:a16="http://schemas.microsoft.com/office/drawing/2014/main" id="{ACD60D0A-BE90-F10E-4BC4-ACA702694818}"/>
                </a:ext>
              </a:extLst>
            </p:cNvPr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4" name="pg2034">
              <a:extLst>
                <a:ext uri="{FF2B5EF4-FFF2-40B4-BE49-F238E27FC236}">
                  <a16:creationId xmlns:a16="http://schemas.microsoft.com/office/drawing/2014/main" id="{754220F7-C5B8-DBA7-977C-C31CD3AB135B}"/>
                </a:ext>
              </a:extLst>
            </p:cNvPr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5" name="pg2035">
              <a:extLst>
                <a:ext uri="{FF2B5EF4-FFF2-40B4-BE49-F238E27FC236}">
                  <a16:creationId xmlns:a16="http://schemas.microsoft.com/office/drawing/2014/main" id="{9D8248D7-A2A8-3375-3C86-26801D4E0DC7}"/>
                </a:ext>
              </a:extLst>
            </p:cNvPr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6" name="pg2036">
              <a:extLst>
                <a:ext uri="{FF2B5EF4-FFF2-40B4-BE49-F238E27FC236}">
                  <a16:creationId xmlns:a16="http://schemas.microsoft.com/office/drawing/2014/main" id="{7A0E5273-5C30-0BD1-7DE2-6B87AADA407B}"/>
                </a:ext>
              </a:extLst>
            </p:cNvPr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7" name="pg2037">
              <a:extLst>
                <a:ext uri="{FF2B5EF4-FFF2-40B4-BE49-F238E27FC236}">
                  <a16:creationId xmlns:a16="http://schemas.microsoft.com/office/drawing/2014/main" id="{5BCEBB44-EA79-1695-E257-1290BADC5F59}"/>
                </a:ext>
              </a:extLst>
            </p:cNvPr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8" name="pg2038">
              <a:extLst>
                <a:ext uri="{FF2B5EF4-FFF2-40B4-BE49-F238E27FC236}">
                  <a16:creationId xmlns:a16="http://schemas.microsoft.com/office/drawing/2014/main" id="{F09D6BC8-8708-DB20-41CC-950CFBE0227A}"/>
                </a:ext>
              </a:extLst>
            </p:cNvPr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9" name="pg2039">
              <a:extLst>
                <a:ext uri="{FF2B5EF4-FFF2-40B4-BE49-F238E27FC236}">
                  <a16:creationId xmlns:a16="http://schemas.microsoft.com/office/drawing/2014/main" id="{8C12F592-DAB2-A116-7B9A-3A3CA2ED2A8E}"/>
                </a:ext>
              </a:extLst>
            </p:cNvPr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0" name="pg2040">
              <a:extLst>
                <a:ext uri="{FF2B5EF4-FFF2-40B4-BE49-F238E27FC236}">
                  <a16:creationId xmlns:a16="http://schemas.microsoft.com/office/drawing/2014/main" id="{3FC0858A-C595-1564-FC6A-7195ACBB9DEF}"/>
                </a:ext>
              </a:extLst>
            </p:cNvPr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1" name="pg2041">
              <a:extLst>
                <a:ext uri="{FF2B5EF4-FFF2-40B4-BE49-F238E27FC236}">
                  <a16:creationId xmlns:a16="http://schemas.microsoft.com/office/drawing/2014/main" id="{432061C4-296C-B196-46A8-D03D7162FA6D}"/>
                </a:ext>
              </a:extLst>
            </p:cNvPr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2" name="pg2042">
              <a:extLst>
                <a:ext uri="{FF2B5EF4-FFF2-40B4-BE49-F238E27FC236}">
                  <a16:creationId xmlns:a16="http://schemas.microsoft.com/office/drawing/2014/main" id="{A5AB259E-E896-051B-D052-B83353E2DED2}"/>
                </a:ext>
              </a:extLst>
            </p:cNvPr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3" name="pg2043">
              <a:extLst>
                <a:ext uri="{FF2B5EF4-FFF2-40B4-BE49-F238E27FC236}">
                  <a16:creationId xmlns:a16="http://schemas.microsoft.com/office/drawing/2014/main" id="{B4A28560-4B91-F152-633B-2A514EE40B4C}"/>
                </a:ext>
              </a:extLst>
            </p:cNvPr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4" name="pg2044">
              <a:extLst>
                <a:ext uri="{FF2B5EF4-FFF2-40B4-BE49-F238E27FC236}">
                  <a16:creationId xmlns:a16="http://schemas.microsoft.com/office/drawing/2014/main" id="{7C66341F-E840-69F8-66D8-E524B560B895}"/>
                </a:ext>
              </a:extLst>
            </p:cNvPr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5" name="pg2045">
              <a:extLst>
                <a:ext uri="{FF2B5EF4-FFF2-40B4-BE49-F238E27FC236}">
                  <a16:creationId xmlns:a16="http://schemas.microsoft.com/office/drawing/2014/main" id="{3F327A14-3AEC-3B19-CC34-CD19BDEA583B}"/>
                </a:ext>
              </a:extLst>
            </p:cNvPr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6" name="pg2046">
              <a:extLst>
                <a:ext uri="{FF2B5EF4-FFF2-40B4-BE49-F238E27FC236}">
                  <a16:creationId xmlns:a16="http://schemas.microsoft.com/office/drawing/2014/main" id="{0AD83F49-B5C2-577E-558C-026E63030382}"/>
                </a:ext>
              </a:extLst>
            </p:cNvPr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7" name="pg2047">
              <a:extLst>
                <a:ext uri="{FF2B5EF4-FFF2-40B4-BE49-F238E27FC236}">
                  <a16:creationId xmlns:a16="http://schemas.microsoft.com/office/drawing/2014/main" id="{2004E4CB-B53E-7386-3584-6E3A611FDF8E}"/>
                </a:ext>
              </a:extLst>
            </p:cNvPr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8" name="pg2048">
              <a:extLst>
                <a:ext uri="{FF2B5EF4-FFF2-40B4-BE49-F238E27FC236}">
                  <a16:creationId xmlns:a16="http://schemas.microsoft.com/office/drawing/2014/main" id="{C7FB2FD5-E46A-DE57-6DA2-704FAB944BB6}"/>
                </a:ext>
              </a:extLst>
            </p:cNvPr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9" name="pg2049">
              <a:extLst>
                <a:ext uri="{FF2B5EF4-FFF2-40B4-BE49-F238E27FC236}">
                  <a16:creationId xmlns:a16="http://schemas.microsoft.com/office/drawing/2014/main" id="{AFAA5E28-E00D-F612-37CB-716606F9ADDC}"/>
                </a:ext>
              </a:extLst>
            </p:cNvPr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0" name="pg2050">
              <a:extLst>
                <a:ext uri="{FF2B5EF4-FFF2-40B4-BE49-F238E27FC236}">
                  <a16:creationId xmlns:a16="http://schemas.microsoft.com/office/drawing/2014/main" id="{0E6442E6-1524-AFC4-0663-4354AE2A6D81}"/>
                </a:ext>
              </a:extLst>
            </p:cNvPr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1" name="pg2051">
              <a:extLst>
                <a:ext uri="{FF2B5EF4-FFF2-40B4-BE49-F238E27FC236}">
                  <a16:creationId xmlns:a16="http://schemas.microsoft.com/office/drawing/2014/main" id="{5C6306F4-605A-02FA-9AD8-184E1CEF448A}"/>
                </a:ext>
              </a:extLst>
            </p:cNvPr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2" name="pg2052">
              <a:extLst>
                <a:ext uri="{FF2B5EF4-FFF2-40B4-BE49-F238E27FC236}">
                  <a16:creationId xmlns:a16="http://schemas.microsoft.com/office/drawing/2014/main" id="{1CB9B05D-AEB7-5056-0550-7D5AEC4B4E68}"/>
                </a:ext>
              </a:extLst>
            </p:cNvPr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3" name="pg2053">
              <a:extLst>
                <a:ext uri="{FF2B5EF4-FFF2-40B4-BE49-F238E27FC236}">
                  <a16:creationId xmlns:a16="http://schemas.microsoft.com/office/drawing/2014/main" id="{1BA29F21-9758-5040-66D2-95A9A7C3917A}"/>
                </a:ext>
              </a:extLst>
            </p:cNvPr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4" name="pg2054">
              <a:extLst>
                <a:ext uri="{FF2B5EF4-FFF2-40B4-BE49-F238E27FC236}">
                  <a16:creationId xmlns:a16="http://schemas.microsoft.com/office/drawing/2014/main" id="{C9341E62-7C9E-0ED3-AA92-F96CB5F2BC62}"/>
                </a:ext>
              </a:extLst>
            </p:cNvPr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5" name="pg2055">
              <a:extLst>
                <a:ext uri="{FF2B5EF4-FFF2-40B4-BE49-F238E27FC236}">
                  <a16:creationId xmlns:a16="http://schemas.microsoft.com/office/drawing/2014/main" id="{6E4EB82A-CA7D-3364-7C9D-C86FB17D421F}"/>
                </a:ext>
              </a:extLst>
            </p:cNvPr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6" name="pg2056">
              <a:extLst>
                <a:ext uri="{FF2B5EF4-FFF2-40B4-BE49-F238E27FC236}">
                  <a16:creationId xmlns:a16="http://schemas.microsoft.com/office/drawing/2014/main" id="{5CA4C943-92AC-A09C-945E-21D8F8181DA9}"/>
                </a:ext>
              </a:extLst>
            </p:cNvPr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7" name="pg2057">
              <a:extLst>
                <a:ext uri="{FF2B5EF4-FFF2-40B4-BE49-F238E27FC236}">
                  <a16:creationId xmlns:a16="http://schemas.microsoft.com/office/drawing/2014/main" id="{1D29F4B9-7E68-32E8-CAF7-33433FF4A5DB}"/>
                </a:ext>
              </a:extLst>
            </p:cNvPr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8" name="pg2058">
              <a:extLst>
                <a:ext uri="{FF2B5EF4-FFF2-40B4-BE49-F238E27FC236}">
                  <a16:creationId xmlns:a16="http://schemas.microsoft.com/office/drawing/2014/main" id="{90BCFDFF-1E03-B099-76C6-1704FF38477D}"/>
                </a:ext>
              </a:extLst>
            </p:cNvPr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9" name="pg2059">
              <a:extLst>
                <a:ext uri="{FF2B5EF4-FFF2-40B4-BE49-F238E27FC236}">
                  <a16:creationId xmlns:a16="http://schemas.microsoft.com/office/drawing/2014/main" id="{926CD72D-A083-D63A-BE02-5490A016A5DF}"/>
                </a:ext>
              </a:extLst>
            </p:cNvPr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0" name="pg2060">
              <a:extLst>
                <a:ext uri="{FF2B5EF4-FFF2-40B4-BE49-F238E27FC236}">
                  <a16:creationId xmlns:a16="http://schemas.microsoft.com/office/drawing/2014/main" id="{00456D4C-672F-1B20-9141-E9B2F78A4044}"/>
                </a:ext>
              </a:extLst>
            </p:cNvPr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1" name="pg2061">
              <a:extLst>
                <a:ext uri="{FF2B5EF4-FFF2-40B4-BE49-F238E27FC236}">
                  <a16:creationId xmlns:a16="http://schemas.microsoft.com/office/drawing/2014/main" id="{CAFAE98D-4482-43AE-3C6A-6A4D76D47742}"/>
                </a:ext>
              </a:extLst>
            </p:cNvPr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2" name="pg2062">
              <a:extLst>
                <a:ext uri="{FF2B5EF4-FFF2-40B4-BE49-F238E27FC236}">
                  <a16:creationId xmlns:a16="http://schemas.microsoft.com/office/drawing/2014/main" id="{9E18F1DA-030A-6EC0-AAD5-B20F33DFCC1D}"/>
                </a:ext>
              </a:extLst>
            </p:cNvPr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3" name="pg2063">
              <a:extLst>
                <a:ext uri="{FF2B5EF4-FFF2-40B4-BE49-F238E27FC236}">
                  <a16:creationId xmlns:a16="http://schemas.microsoft.com/office/drawing/2014/main" id="{F91227F4-EDD3-7522-DFE2-5FC969B8BBFB}"/>
                </a:ext>
              </a:extLst>
            </p:cNvPr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4" name="pg2064">
              <a:extLst>
                <a:ext uri="{FF2B5EF4-FFF2-40B4-BE49-F238E27FC236}">
                  <a16:creationId xmlns:a16="http://schemas.microsoft.com/office/drawing/2014/main" id="{E9BD98A2-1A57-C8E1-D484-7933CB0AB6C0}"/>
                </a:ext>
              </a:extLst>
            </p:cNvPr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5" name="pg2065">
              <a:extLst>
                <a:ext uri="{FF2B5EF4-FFF2-40B4-BE49-F238E27FC236}">
                  <a16:creationId xmlns:a16="http://schemas.microsoft.com/office/drawing/2014/main" id="{9A39939D-0412-8CA2-CCB9-B6C8DB569403}"/>
                </a:ext>
              </a:extLst>
            </p:cNvPr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6" name="pg2066">
              <a:extLst>
                <a:ext uri="{FF2B5EF4-FFF2-40B4-BE49-F238E27FC236}">
                  <a16:creationId xmlns:a16="http://schemas.microsoft.com/office/drawing/2014/main" id="{3A246BB5-130F-9687-5FC6-A057EB428A29}"/>
                </a:ext>
              </a:extLst>
            </p:cNvPr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7" name="pg2067">
              <a:extLst>
                <a:ext uri="{FF2B5EF4-FFF2-40B4-BE49-F238E27FC236}">
                  <a16:creationId xmlns:a16="http://schemas.microsoft.com/office/drawing/2014/main" id="{62757E59-C8C2-5E3B-CE89-500792D49DA6}"/>
                </a:ext>
              </a:extLst>
            </p:cNvPr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8" name="pg2068">
              <a:extLst>
                <a:ext uri="{FF2B5EF4-FFF2-40B4-BE49-F238E27FC236}">
                  <a16:creationId xmlns:a16="http://schemas.microsoft.com/office/drawing/2014/main" id="{FDBD7A25-AC11-DAA0-7ACE-537C59642390}"/>
                </a:ext>
              </a:extLst>
            </p:cNvPr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9" name="pg2069">
              <a:extLst>
                <a:ext uri="{FF2B5EF4-FFF2-40B4-BE49-F238E27FC236}">
                  <a16:creationId xmlns:a16="http://schemas.microsoft.com/office/drawing/2014/main" id="{5783565B-D832-B929-C78E-FA9EA00140C5}"/>
                </a:ext>
              </a:extLst>
            </p:cNvPr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0" name="pg2070">
              <a:extLst>
                <a:ext uri="{FF2B5EF4-FFF2-40B4-BE49-F238E27FC236}">
                  <a16:creationId xmlns:a16="http://schemas.microsoft.com/office/drawing/2014/main" id="{9DCCD9F6-0D5B-D6ED-446A-EB7B42DE06CB}"/>
                </a:ext>
              </a:extLst>
            </p:cNvPr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1" name="pg2071">
              <a:extLst>
                <a:ext uri="{FF2B5EF4-FFF2-40B4-BE49-F238E27FC236}">
                  <a16:creationId xmlns:a16="http://schemas.microsoft.com/office/drawing/2014/main" id="{D8F12CDD-51CD-C966-A37A-99DD8527D627}"/>
                </a:ext>
              </a:extLst>
            </p:cNvPr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2" name="pg2072">
              <a:extLst>
                <a:ext uri="{FF2B5EF4-FFF2-40B4-BE49-F238E27FC236}">
                  <a16:creationId xmlns:a16="http://schemas.microsoft.com/office/drawing/2014/main" id="{83F68D09-1F22-95C1-5906-70BCE0CD8990}"/>
                </a:ext>
              </a:extLst>
            </p:cNvPr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3" name="pg2073">
              <a:extLst>
                <a:ext uri="{FF2B5EF4-FFF2-40B4-BE49-F238E27FC236}">
                  <a16:creationId xmlns:a16="http://schemas.microsoft.com/office/drawing/2014/main" id="{78F060C0-336C-529C-9A85-ADCBF88A79F9}"/>
                </a:ext>
              </a:extLst>
            </p:cNvPr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4" name="pg2074">
              <a:extLst>
                <a:ext uri="{FF2B5EF4-FFF2-40B4-BE49-F238E27FC236}">
                  <a16:creationId xmlns:a16="http://schemas.microsoft.com/office/drawing/2014/main" id="{F46D4A73-0372-84FC-65D9-54274DD8349B}"/>
                </a:ext>
              </a:extLst>
            </p:cNvPr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5" name="pg2075">
              <a:extLst>
                <a:ext uri="{FF2B5EF4-FFF2-40B4-BE49-F238E27FC236}">
                  <a16:creationId xmlns:a16="http://schemas.microsoft.com/office/drawing/2014/main" id="{5601119C-27FA-7BB2-690E-9E6087809EF5}"/>
                </a:ext>
              </a:extLst>
            </p:cNvPr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6" name="pg2076">
              <a:extLst>
                <a:ext uri="{FF2B5EF4-FFF2-40B4-BE49-F238E27FC236}">
                  <a16:creationId xmlns:a16="http://schemas.microsoft.com/office/drawing/2014/main" id="{5996EFBF-8334-42D5-75FB-B683947AA2C4}"/>
                </a:ext>
              </a:extLst>
            </p:cNvPr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7" name="pg2077">
              <a:extLst>
                <a:ext uri="{FF2B5EF4-FFF2-40B4-BE49-F238E27FC236}">
                  <a16:creationId xmlns:a16="http://schemas.microsoft.com/office/drawing/2014/main" id="{437EA08F-5BC5-3D27-C03D-AD8C4AE5DFB2}"/>
                </a:ext>
              </a:extLst>
            </p:cNvPr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8" name="pg2078">
              <a:extLst>
                <a:ext uri="{FF2B5EF4-FFF2-40B4-BE49-F238E27FC236}">
                  <a16:creationId xmlns:a16="http://schemas.microsoft.com/office/drawing/2014/main" id="{17EB8409-1A6D-51C5-234F-A778FE9AC70E}"/>
                </a:ext>
              </a:extLst>
            </p:cNvPr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9" name="pg2079">
              <a:extLst>
                <a:ext uri="{FF2B5EF4-FFF2-40B4-BE49-F238E27FC236}">
                  <a16:creationId xmlns:a16="http://schemas.microsoft.com/office/drawing/2014/main" id="{C3B1968E-87FE-E94C-4396-66D9524921BD}"/>
                </a:ext>
              </a:extLst>
            </p:cNvPr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0" name="pg2080">
              <a:extLst>
                <a:ext uri="{FF2B5EF4-FFF2-40B4-BE49-F238E27FC236}">
                  <a16:creationId xmlns:a16="http://schemas.microsoft.com/office/drawing/2014/main" id="{64202D79-8652-D5CB-36EA-06BAD47AB70B}"/>
                </a:ext>
              </a:extLst>
            </p:cNvPr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1" name="pg2081">
              <a:extLst>
                <a:ext uri="{FF2B5EF4-FFF2-40B4-BE49-F238E27FC236}">
                  <a16:creationId xmlns:a16="http://schemas.microsoft.com/office/drawing/2014/main" id="{9B9A50D7-7B6C-5E0A-8EA1-F5D40F1C2A09}"/>
                </a:ext>
              </a:extLst>
            </p:cNvPr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2" name="pg2082">
              <a:extLst>
                <a:ext uri="{FF2B5EF4-FFF2-40B4-BE49-F238E27FC236}">
                  <a16:creationId xmlns:a16="http://schemas.microsoft.com/office/drawing/2014/main" id="{5CC21F5D-485F-4158-279D-86D7F46F8721}"/>
                </a:ext>
              </a:extLst>
            </p:cNvPr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3" name="pg2083">
              <a:extLst>
                <a:ext uri="{FF2B5EF4-FFF2-40B4-BE49-F238E27FC236}">
                  <a16:creationId xmlns:a16="http://schemas.microsoft.com/office/drawing/2014/main" id="{989DEA7D-AA0F-2CC2-7652-4D25025A066F}"/>
                </a:ext>
              </a:extLst>
            </p:cNvPr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4" name="pg2084">
              <a:extLst>
                <a:ext uri="{FF2B5EF4-FFF2-40B4-BE49-F238E27FC236}">
                  <a16:creationId xmlns:a16="http://schemas.microsoft.com/office/drawing/2014/main" id="{F0FC36CB-9931-8CE2-0B1C-02BD0215E6AF}"/>
                </a:ext>
              </a:extLst>
            </p:cNvPr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5" name="pg2085">
              <a:extLst>
                <a:ext uri="{FF2B5EF4-FFF2-40B4-BE49-F238E27FC236}">
                  <a16:creationId xmlns:a16="http://schemas.microsoft.com/office/drawing/2014/main" id="{D24B8BE2-D31F-E630-4CC6-64E8BA883983}"/>
                </a:ext>
              </a:extLst>
            </p:cNvPr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6" name="pg2086">
              <a:extLst>
                <a:ext uri="{FF2B5EF4-FFF2-40B4-BE49-F238E27FC236}">
                  <a16:creationId xmlns:a16="http://schemas.microsoft.com/office/drawing/2014/main" id="{80AEC92F-D0DC-5E14-C94C-045AE0F7A579}"/>
                </a:ext>
              </a:extLst>
            </p:cNvPr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7" name="pg2087">
              <a:extLst>
                <a:ext uri="{FF2B5EF4-FFF2-40B4-BE49-F238E27FC236}">
                  <a16:creationId xmlns:a16="http://schemas.microsoft.com/office/drawing/2014/main" id="{20AB38CD-66E6-F146-E7FA-EC1E2634511C}"/>
                </a:ext>
              </a:extLst>
            </p:cNvPr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8" name="pg2088">
              <a:extLst>
                <a:ext uri="{FF2B5EF4-FFF2-40B4-BE49-F238E27FC236}">
                  <a16:creationId xmlns:a16="http://schemas.microsoft.com/office/drawing/2014/main" id="{AA449252-59C0-EA0B-9E4E-236751652B35}"/>
                </a:ext>
              </a:extLst>
            </p:cNvPr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9" name="pg2089">
              <a:extLst>
                <a:ext uri="{FF2B5EF4-FFF2-40B4-BE49-F238E27FC236}">
                  <a16:creationId xmlns:a16="http://schemas.microsoft.com/office/drawing/2014/main" id="{CF4FD30E-F2D3-DDFA-5EF8-4B3D6B8647AD}"/>
                </a:ext>
              </a:extLst>
            </p:cNvPr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0" name="pg2090">
              <a:extLst>
                <a:ext uri="{FF2B5EF4-FFF2-40B4-BE49-F238E27FC236}">
                  <a16:creationId xmlns:a16="http://schemas.microsoft.com/office/drawing/2014/main" id="{5D0C7C4C-D205-30A9-2E3E-AD11AD8A3DCC}"/>
                </a:ext>
              </a:extLst>
            </p:cNvPr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1" name="pg2091">
              <a:extLst>
                <a:ext uri="{FF2B5EF4-FFF2-40B4-BE49-F238E27FC236}">
                  <a16:creationId xmlns:a16="http://schemas.microsoft.com/office/drawing/2014/main" id="{F08B8AB1-63B2-F1D8-7CDE-A67A79ED47F3}"/>
                </a:ext>
              </a:extLst>
            </p:cNvPr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2" name="pg2092">
              <a:extLst>
                <a:ext uri="{FF2B5EF4-FFF2-40B4-BE49-F238E27FC236}">
                  <a16:creationId xmlns:a16="http://schemas.microsoft.com/office/drawing/2014/main" id="{02EF8A6F-CB46-C408-ED1B-966059381BE5}"/>
                </a:ext>
              </a:extLst>
            </p:cNvPr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3" name="pg2093">
              <a:extLst>
                <a:ext uri="{FF2B5EF4-FFF2-40B4-BE49-F238E27FC236}">
                  <a16:creationId xmlns:a16="http://schemas.microsoft.com/office/drawing/2014/main" id="{EC71EAE7-8406-41F5-8C21-D56C2BEE2056}"/>
                </a:ext>
              </a:extLst>
            </p:cNvPr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4" name="pg2094">
              <a:extLst>
                <a:ext uri="{FF2B5EF4-FFF2-40B4-BE49-F238E27FC236}">
                  <a16:creationId xmlns:a16="http://schemas.microsoft.com/office/drawing/2014/main" id="{477AD599-3058-8EB7-FC25-53900280093A}"/>
                </a:ext>
              </a:extLst>
            </p:cNvPr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5" name="pg2095">
              <a:extLst>
                <a:ext uri="{FF2B5EF4-FFF2-40B4-BE49-F238E27FC236}">
                  <a16:creationId xmlns:a16="http://schemas.microsoft.com/office/drawing/2014/main" id="{D2752886-CC0D-44B2-3A89-25A63480A3B0}"/>
                </a:ext>
              </a:extLst>
            </p:cNvPr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6" name="pg2096">
              <a:extLst>
                <a:ext uri="{FF2B5EF4-FFF2-40B4-BE49-F238E27FC236}">
                  <a16:creationId xmlns:a16="http://schemas.microsoft.com/office/drawing/2014/main" id="{6408C630-5957-79CF-AD6E-E0BF1A298B28}"/>
                </a:ext>
              </a:extLst>
            </p:cNvPr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7" name="pg2097">
              <a:extLst>
                <a:ext uri="{FF2B5EF4-FFF2-40B4-BE49-F238E27FC236}">
                  <a16:creationId xmlns:a16="http://schemas.microsoft.com/office/drawing/2014/main" id="{412EEA10-E398-D0DD-A4CC-373AC07C526E}"/>
                </a:ext>
              </a:extLst>
            </p:cNvPr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8" name="pg2098">
              <a:extLst>
                <a:ext uri="{FF2B5EF4-FFF2-40B4-BE49-F238E27FC236}">
                  <a16:creationId xmlns:a16="http://schemas.microsoft.com/office/drawing/2014/main" id="{FC541DCE-5AD4-6C36-9950-5A38FB7D7CC6}"/>
                </a:ext>
              </a:extLst>
            </p:cNvPr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9" name="pg2099">
              <a:extLst>
                <a:ext uri="{FF2B5EF4-FFF2-40B4-BE49-F238E27FC236}">
                  <a16:creationId xmlns:a16="http://schemas.microsoft.com/office/drawing/2014/main" id="{FAA312AF-9735-380E-9EAE-31B620C247FA}"/>
                </a:ext>
              </a:extLst>
            </p:cNvPr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0" name="pg2100">
              <a:extLst>
                <a:ext uri="{FF2B5EF4-FFF2-40B4-BE49-F238E27FC236}">
                  <a16:creationId xmlns:a16="http://schemas.microsoft.com/office/drawing/2014/main" id="{76A1305C-4B31-8007-DF60-C44456C5DB86}"/>
                </a:ext>
              </a:extLst>
            </p:cNvPr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1" name="pg2101">
              <a:extLst>
                <a:ext uri="{FF2B5EF4-FFF2-40B4-BE49-F238E27FC236}">
                  <a16:creationId xmlns:a16="http://schemas.microsoft.com/office/drawing/2014/main" id="{B55EC92B-3699-6342-DDB7-292EAF1E6E9B}"/>
                </a:ext>
              </a:extLst>
            </p:cNvPr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2" name="pg2102">
              <a:extLst>
                <a:ext uri="{FF2B5EF4-FFF2-40B4-BE49-F238E27FC236}">
                  <a16:creationId xmlns:a16="http://schemas.microsoft.com/office/drawing/2014/main" id="{9B08B5AC-40B0-CCA6-891B-542FF5BAA87A}"/>
                </a:ext>
              </a:extLst>
            </p:cNvPr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3" name="pg2103">
              <a:extLst>
                <a:ext uri="{FF2B5EF4-FFF2-40B4-BE49-F238E27FC236}">
                  <a16:creationId xmlns:a16="http://schemas.microsoft.com/office/drawing/2014/main" id="{866921D9-7DC5-92E4-9C3A-4D0F0A11765C}"/>
                </a:ext>
              </a:extLst>
            </p:cNvPr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4" name="pg2104">
              <a:extLst>
                <a:ext uri="{FF2B5EF4-FFF2-40B4-BE49-F238E27FC236}">
                  <a16:creationId xmlns:a16="http://schemas.microsoft.com/office/drawing/2014/main" id="{6350F9D9-32AB-1D2A-6D10-980A3A294E44}"/>
                </a:ext>
              </a:extLst>
            </p:cNvPr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5" name="pg2105">
              <a:extLst>
                <a:ext uri="{FF2B5EF4-FFF2-40B4-BE49-F238E27FC236}">
                  <a16:creationId xmlns:a16="http://schemas.microsoft.com/office/drawing/2014/main" id="{DDCBC42A-F084-E2E8-7C9A-E93B944D9B86}"/>
                </a:ext>
              </a:extLst>
            </p:cNvPr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6" name="pg2106">
              <a:extLst>
                <a:ext uri="{FF2B5EF4-FFF2-40B4-BE49-F238E27FC236}">
                  <a16:creationId xmlns:a16="http://schemas.microsoft.com/office/drawing/2014/main" id="{09F3600B-EEA0-4A4D-8E81-2350EEA38EE0}"/>
                </a:ext>
              </a:extLst>
            </p:cNvPr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7" name="pg2107">
              <a:extLst>
                <a:ext uri="{FF2B5EF4-FFF2-40B4-BE49-F238E27FC236}">
                  <a16:creationId xmlns:a16="http://schemas.microsoft.com/office/drawing/2014/main" id="{8A4C949A-8B14-6A84-BEF0-09BEB657C9E6}"/>
                </a:ext>
              </a:extLst>
            </p:cNvPr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8" name="pg2108">
              <a:extLst>
                <a:ext uri="{FF2B5EF4-FFF2-40B4-BE49-F238E27FC236}">
                  <a16:creationId xmlns:a16="http://schemas.microsoft.com/office/drawing/2014/main" id="{3C92F4A6-55ED-2315-47AD-11BF83999E8B}"/>
                </a:ext>
              </a:extLst>
            </p:cNvPr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9" name="pg2109">
              <a:extLst>
                <a:ext uri="{FF2B5EF4-FFF2-40B4-BE49-F238E27FC236}">
                  <a16:creationId xmlns:a16="http://schemas.microsoft.com/office/drawing/2014/main" id="{82F06F45-3395-EC72-6D78-D16BE93E99FE}"/>
                </a:ext>
              </a:extLst>
            </p:cNvPr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0" name="pg2110">
              <a:extLst>
                <a:ext uri="{FF2B5EF4-FFF2-40B4-BE49-F238E27FC236}">
                  <a16:creationId xmlns:a16="http://schemas.microsoft.com/office/drawing/2014/main" id="{E796A67D-DF54-7E0D-65D9-FAA0A840D694}"/>
                </a:ext>
              </a:extLst>
            </p:cNvPr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1" name="pg2111">
              <a:extLst>
                <a:ext uri="{FF2B5EF4-FFF2-40B4-BE49-F238E27FC236}">
                  <a16:creationId xmlns:a16="http://schemas.microsoft.com/office/drawing/2014/main" id="{CC6D1148-40F4-3E10-C7A3-6664C50E4D81}"/>
                </a:ext>
              </a:extLst>
            </p:cNvPr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2" name="pg2112">
              <a:extLst>
                <a:ext uri="{FF2B5EF4-FFF2-40B4-BE49-F238E27FC236}">
                  <a16:creationId xmlns:a16="http://schemas.microsoft.com/office/drawing/2014/main" id="{DCF8DBA1-28DB-6E71-510D-21B7155158FB}"/>
                </a:ext>
              </a:extLst>
            </p:cNvPr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3" name="pg2113">
              <a:extLst>
                <a:ext uri="{FF2B5EF4-FFF2-40B4-BE49-F238E27FC236}">
                  <a16:creationId xmlns:a16="http://schemas.microsoft.com/office/drawing/2014/main" id="{CC31601D-F811-DF5F-6FC7-F0FAEF93D832}"/>
                </a:ext>
              </a:extLst>
            </p:cNvPr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4" name="pg2114">
              <a:extLst>
                <a:ext uri="{FF2B5EF4-FFF2-40B4-BE49-F238E27FC236}">
                  <a16:creationId xmlns:a16="http://schemas.microsoft.com/office/drawing/2014/main" id="{34EC6C1F-48BD-C0BF-A13C-2D5512DCBC28}"/>
                </a:ext>
              </a:extLst>
            </p:cNvPr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5" name="pg2115">
              <a:extLst>
                <a:ext uri="{FF2B5EF4-FFF2-40B4-BE49-F238E27FC236}">
                  <a16:creationId xmlns:a16="http://schemas.microsoft.com/office/drawing/2014/main" id="{A8EB6507-0763-4CE5-5D9A-ABACF6D02EAD}"/>
                </a:ext>
              </a:extLst>
            </p:cNvPr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6" name="pg2116">
              <a:extLst>
                <a:ext uri="{FF2B5EF4-FFF2-40B4-BE49-F238E27FC236}">
                  <a16:creationId xmlns:a16="http://schemas.microsoft.com/office/drawing/2014/main" id="{67D96808-6BD6-C0C4-683B-4A8CCB5D0B64}"/>
                </a:ext>
              </a:extLst>
            </p:cNvPr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7" name="pg2117">
              <a:extLst>
                <a:ext uri="{FF2B5EF4-FFF2-40B4-BE49-F238E27FC236}">
                  <a16:creationId xmlns:a16="http://schemas.microsoft.com/office/drawing/2014/main" id="{7E711698-AEED-43D6-1F31-85D2E952423A}"/>
                </a:ext>
              </a:extLst>
            </p:cNvPr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8" name="pg2118">
              <a:extLst>
                <a:ext uri="{FF2B5EF4-FFF2-40B4-BE49-F238E27FC236}">
                  <a16:creationId xmlns:a16="http://schemas.microsoft.com/office/drawing/2014/main" id="{A8381332-1C95-3FC7-8726-B4760A91A3FD}"/>
                </a:ext>
              </a:extLst>
            </p:cNvPr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9" name="pg2119">
              <a:extLst>
                <a:ext uri="{FF2B5EF4-FFF2-40B4-BE49-F238E27FC236}">
                  <a16:creationId xmlns:a16="http://schemas.microsoft.com/office/drawing/2014/main" id="{CE4513B2-5B31-C89B-1B8C-DFBE6B80BDC2}"/>
                </a:ext>
              </a:extLst>
            </p:cNvPr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0" name="pg2120">
              <a:extLst>
                <a:ext uri="{FF2B5EF4-FFF2-40B4-BE49-F238E27FC236}">
                  <a16:creationId xmlns:a16="http://schemas.microsoft.com/office/drawing/2014/main" id="{02F3112A-E7A1-9B06-14DB-73F2AB2B95E4}"/>
                </a:ext>
              </a:extLst>
            </p:cNvPr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1" name="pg2121">
              <a:extLst>
                <a:ext uri="{FF2B5EF4-FFF2-40B4-BE49-F238E27FC236}">
                  <a16:creationId xmlns:a16="http://schemas.microsoft.com/office/drawing/2014/main" id="{86548D43-073A-FC8C-4F61-DC0AAD085385}"/>
                </a:ext>
              </a:extLst>
            </p:cNvPr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2" name="pg2122">
              <a:extLst>
                <a:ext uri="{FF2B5EF4-FFF2-40B4-BE49-F238E27FC236}">
                  <a16:creationId xmlns:a16="http://schemas.microsoft.com/office/drawing/2014/main" id="{DA9B6CBD-318C-35CE-B4FC-8231652CC97C}"/>
                </a:ext>
              </a:extLst>
            </p:cNvPr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3" name="pg2123">
              <a:extLst>
                <a:ext uri="{FF2B5EF4-FFF2-40B4-BE49-F238E27FC236}">
                  <a16:creationId xmlns:a16="http://schemas.microsoft.com/office/drawing/2014/main" id="{CD93644F-E18A-3E63-E8FB-11C4C13E9E10}"/>
                </a:ext>
              </a:extLst>
            </p:cNvPr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4" name="pg2124">
              <a:extLst>
                <a:ext uri="{FF2B5EF4-FFF2-40B4-BE49-F238E27FC236}">
                  <a16:creationId xmlns:a16="http://schemas.microsoft.com/office/drawing/2014/main" id="{85981C5B-99AE-16D4-3604-DB4A18632644}"/>
                </a:ext>
              </a:extLst>
            </p:cNvPr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5" name="pg2125">
              <a:extLst>
                <a:ext uri="{FF2B5EF4-FFF2-40B4-BE49-F238E27FC236}">
                  <a16:creationId xmlns:a16="http://schemas.microsoft.com/office/drawing/2014/main" id="{344E8389-9848-D0D6-6CA7-7CF15DD91F6C}"/>
                </a:ext>
              </a:extLst>
            </p:cNvPr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6" name="pg2126">
              <a:extLst>
                <a:ext uri="{FF2B5EF4-FFF2-40B4-BE49-F238E27FC236}">
                  <a16:creationId xmlns:a16="http://schemas.microsoft.com/office/drawing/2014/main" id="{0BD5771E-A319-9329-CAA2-32CAB1999DC1}"/>
                </a:ext>
              </a:extLst>
            </p:cNvPr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7" name="pg2127">
              <a:extLst>
                <a:ext uri="{FF2B5EF4-FFF2-40B4-BE49-F238E27FC236}">
                  <a16:creationId xmlns:a16="http://schemas.microsoft.com/office/drawing/2014/main" id="{5FAD8C59-9F9B-790C-FEED-BB0D27AF8364}"/>
                </a:ext>
              </a:extLst>
            </p:cNvPr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8" name="pg2128">
              <a:extLst>
                <a:ext uri="{FF2B5EF4-FFF2-40B4-BE49-F238E27FC236}">
                  <a16:creationId xmlns:a16="http://schemas.microsoft.com/office/drawing/2014/main" id="{F357E7B1-51A6-366D-5ECC-3EA6FD1196F0}"/>
                </a:ext>
              </a:extLst>
            </p:cNvPr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9" name="pg2129">
              <a:extLst>
                <a:ext uri="{FF2B5EF4-FFF2-40B4-BE49-F238E27FC236}">
                  <a16:creationId xmlns:a16="http://schemas.microsoft.com/office/drawing/2014/main" id="{E82A973E-AC68-1017-71AC-B15979902B20}"/>
                </a:ext>
              </a:extLst>
            </p:cNvPr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0" name="pg2130">
              <a:extLst>
                <a:ext uri="{FF2B5EF4-FFF2-40B4-BE49-F238E27FC236}">
                  <a16:creationId xmlns:a16="http://schemas.microsoft.com/office/drawing/2014/main" id="{0869F929-4B3C-B69F-ACD8-91578F44BD45}"/>
                </a:ext>
              </a:extLst>
            </p:cNvPr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1" name="pg2131">
              <a:extLst>
                <a:ext uri="{FF2B5EF4-FFF2-40B4-BE49-F238E27FC236}">
                  <a16:creationId xmlns:a16="http://schemas.microsoft.com/office/drawing/2014/main" id="{8B4D97C1-2F4D-F463-07B6-6CFF916EA1BD}"/>
                </a:ext>
              </a:extLst>
            </p:cNvPr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2" name="pg2132">
              <a:extLst>
                <a:ext uri="{FF2B5EF4-FFF2-40B4-BE49-F238E27FC236}">
                  <a16:creationId xmlns:a16="http://schemas.microsoft.com/office/drawing/2014/main" id="{DA7CD297-A93E-A10C-3245-52C55F7479F1}"/>
                </a:ext>
              </a:extLst>
            </p:cNvPr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3" name="pg2133">
              <a:extLst>
                <a:ext uri="{FF2B5EF4-FFF2-40B4-BE49-F238E27FC236}">
                  <a16:creationId xmlns:a16="http://schemas.microsoft.com/office/drawing/2014/main" id="{D2BACF9C-469E-7F8A-23CA-FD32629A8B23}"/>
                </a:ext>
              </a:extLst>
            </p:cNvPr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4" name="pg2134">
              <a:extLst>
                <a:ext uri="{FF2B5EF4-FFF2-40B4-BE49-F238E27FC236}">
                  <a16:creationId xmlns:a16="http://schemas.microsoft.com/office/drawing/2014/main" id="{5ACDBA91-741E-882E-C91C-9FE47FFBB78F}"/>
                </a:ext>
              </a:extLst>
            </p:cNvPr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5" name="pg2135">
              <a:extLst>
                <a:ext uri="{FF2B5EF4-FFF2-40B4-BE49-F238E27FC236}">
                  <a16:creationId xmlns:a16="http://schemas.microsoft.com/office/drawing/2014/main" id="{2F9D487B-2CCD-8383-B520-F4A66B2873EF}"/>
                </a:ext>
              </a:extLst>
            </p:cNvPr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6" name="pg2136">
              <a:extLst>
                <a:ext uri="{FF2B5EF4-FFF2-40B4-BE49-F238E27FC236}">
                  <a16:creationId xmlns:a16="http://schemas.microsoft.com/office/drawing/2014/main" id="{E608D21A-FC4B-8C38-C9E7-71280D2362EC}"/>
                </a:ext>
              </a:extLst>
            </p:cNvPr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7" name="pg2137">
              <a:extLst>
                <a:ext uri="{FF2B5EF4-FFF2-40B4-BE49-F238E27FC236}">
                  <a16:creationId xmlns:a16="http://schemas.microsoft.com/office/drawing/2014/main" id="{348C1ECF-4D70-4F46-0579-229BC0027478}"/>
                </a:ext>
              </a:extLst>
            </p:cNvPr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8" name="pg2138">
              <a:extLst>
                <a:ext uri="{FF2B5EF4-FFF2-40B4-BE49-F238E27FC236}">
                  <a16:creationId xmlns:a16="http://schemas.microsoft.com/office/drawing/2014/main" id="{EA75157B-4784-3CA0-A746-E0D3F10E453C}"/>
                </a:ext>
              </a:extLst>
            </p:cNvPr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9" name="pg2139">
              <a:extLst>
                <a:ext uri="{FF2B5EF4-FFF2-40B4-BE49-F238E27FC236}">
                  <a16:creationId xmlns:a16="http://schemas.microsoft.com/office/drawing/2014/main" id="{7EF2CAB4-FC83-5052-6A65-CAA957DFE66C}"/>
                </a:ext>
              </a:extLst>
            </p:cNvPr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0" name="pg2140">
              <a:extLst>
                <a:ext uri="{FF2B5EF4-FFF2-40B4-BE49-F238E27FC236}">
                  <a16:creationId xmlns:a16="http://schemas.microsoft.com/office/drawing/2014/main" id="{8A0E3803-DE76-FF33-DBD9-EBF800CD0E06}"/>
                </a:ext>
              </a:extLst>
            </p:cNvPr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1" name="pg2141">
              <a:extLst>
                <a:ext uri="{FF2B5EF4-FFF2-40B4-BE49-F238E27FC236}">
                  <a16:creationId xmlns:a16="http://schemas.microsoft.com/office/drawing/2014/main" id="{A89E8159-408E-40BE-3F63-9B45111E82DC}"/>
                </a:ext>
              </a:extLst>
            </p:cNvPr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2" name="pg2142">
              <a:extLst>
                <a:ext uri="{FF2B5EF4-FFF2-40B4-BE49-F238E27FC236}">
                  <a16:creationId xmlns:a16="http://schemas.microsoft.com/office/drawing/2014/main" id="{66D2B6C3-234C-A018-257A-29279432DA7F}"/>
                </a:ext>
              </a:extLst>
            </p:cNvPr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3" name="pg2143">
              <a:extLst>
                <a:ext uri="{FF2B5EF4-FFF2-40B4-BE49-F238E27FC236}">
                  <a16:creationId xmlns:a16="http://schemas.microsoft.com/office/drawing/2014/main" id="{C152F219-CDC1-6402-24F1-A64213CBF235}"/>
                </a:ext>
              </a:extLst>
            </p:cNvPr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4" name="pg2144">
              <a:extLst>
                <a:ext uri="{FF2B5EF4-FFF2-40B4-BE49-F238E27FC236}">
                  <a16:creationId xmlns:a16="http://schemas.microsoft.com/office/drawing/2014/main" id="{6A64F6ED-8CCF-DECC-70A1-C1540A738A0E}"/>
                </a:ext>
              </a:extLst>
            </p:cNvPr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5" name="pg2145">
              <a:extLst>
                <a:ext uri="{FF2B5EF4-FFF2-40B4-BE49-F238E27FC236}">
                  <a16:creationId xmlns:a16="http://schemas.microsoft.com/office/drawing/2014/main" id="{D4D26BA0-1FA8-FC60-EAFB-2509CB286BF5}"/>
                </a:ext>
              </a:extLst>
            </p:cNvPr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6" name="pg2146">
              <a:extLst>
                <a:ext uri="{FF2B5EF4-FFF2-40B4-BE49-F238E27FC236}">
                  <a16:creationId xmlns:a16="http://schemas.microsoft.com/office/drawing/2014/main" id="{3FC72681-7E3D-D796-55BC-3B981BB3B46A}"/>
                </a:ext>
              </a:extLst>
            </p:cNvPr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7" name="pg2147">
              <a:extLst>
                <a:ext uri="{FF2B5EF4-FFF2-40B4-BE49-F238E27FC236}">
                  <a16:creationId xmlns:a16="http://schemas.microsoft.com/office/drawing/2014/main" id="{3A341551-1490-5385-C177-75E2DE245671}"/>
                </a:ext>
              </a:extLst>
            </p:cNvPr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8" name="pg2148">
              <a:extLst>
                <a:ext uri="{FF2B5EF4-FFF2-40B4-BE49-F238E27FC236}">
                  <a16:creationId xmlns:a16="http://schemas.microsoft.com/office/drawing/2014/main" id="{93A6824B-FCFC-DCC8-E479-5CA1F7056D4C}"/>
                </a:ext>
              </a:extLst>
            </p:cNvPr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9" name="pg2149">
              <a:extLst>
                <a:ext uri="{FF2B5EF4-FFF2-40B4-BE49-F238E27FC236}">
                  <a16:creationId xmlns:a16="http://schemas.microsoft.com/office/drawing/2014/main" id="{97C347B0-AD16-4164-FDBC-4F61091D66E2}"/>
                </a:ext>
              </a:extLst>
            </p:cNvPr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0" name="pg2150">
              <a:extLst>
                <a:ext uri="{FF2B5EF4-FFF2-40B4-BE49-F238E27FC236}">
                  <a16:creationId xmlns:a16="http://schemas.microsoft.com/office/drawing/2014/main" id="{59D44A20-C533-ED8E-3B65-AFE983938CE6}"/>
                </a:ext>
              </a:extLst>
            </p:cNvPr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1" name="pg2151">
              <a:extLst>
                <a:ext uri="{FF2B5EF4-FFF2-40B4-BE49-F238E27FC236}">
                  <a16:creationId xmlns:a16="http://schemas.microsoft.com/office/drawing/2014/main" id="{AAA2AE3C-A00E-5090-70F2-CDA27B848B6B}"/>
                </a:ext>
              </a:extLst>
            </p:cNvPr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2" name="pg2152">
              <a:extLst>
                <a:ext uri="{FF2B5EF4-FFF2-40B4-BE49-F238E27FC236}">
                  <a16:creationId xmlns:a16="http://schemas.microsoft.com/office/drawing/2014/main" id="{4D2E1F81-EA4D-84E7-581C-505E4870C598}"/>
                </a:ext>
              </a:extLst>
            </p:cNvPr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3" name="pg2153">
              <a:extLst>
                <a:ext uri="{FF2B5EF4-FFF2-40B4-BE49-F238E27FC236}">
                  <a16:creationId xmlns:a16="http://schemas.microsoft.com/office/drawing/2014/main" id="{37DB0B51-F495-40B8-85A6-3A2A4663F485}"/>
                </a:ext>
              </a:extLst>
            </p:cNvPr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4" name="pg2154">
              <a:extLst>
                <a:ext uri="{FF2B5EF4-FFF2-40B4-BE49-F238E27FC236}">
                  <a16:creationId xmlns:a16="http://schemas.microsoft.com/office/drawing/2014/main" id="{21805101-5DE4-0118-F418-284B83D3596C}"/>
                </a:ext>
              </a:extLst>
            </p:cNvPr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5" name="pg2155">
              <a:extLst>
                <a:ext uri="{FF2B5EF4-FFF2-40B4-BE49-F238E27FC236}">
                  <a16:creationId xmlns:a16="http://schemas.microsoft.com/office/drawing/2014/main" id="{9A9D9CF7-60B2-820F-BEB1-47853703BB7A}"/>
                </a:ext>
              </a:extLst>
            </p:cNvPr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6" name="pg2156">
              <a:extLst>
                <a:ext uri="{FF2B5EF4-FFF2-40B4-BE49-F238E27FC236}">
                  <a16:creationId xmlns:a16="http://schemas.microsoft.com/office/drawing/2014/main" id="{FE6D96A7-A03E-F5F1-A62E-D7C88345DAB4}"/>
                </a:ext>
              </a:extLst>
            </p:cNvPr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7" name="pg2157">
              <a:extLst>
                <a:ext uri="{FF2B5EF4-FFF2-40B4-BE49-F238E27FC236}">
                  <a16:creationId xmlns:a16="http://schemas.microsoft.com/office/drawing/2014/main" id="{0728EFFD-3FCC-CF14-2B8D-348BFEC914DD}"/>
                </a:ext>
              </a:extLst>
            </p:cNvPr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8" name="pg2158">
              <a:extLst>
                <a:ext uri="{FF2B5EF4-FFF2-40B4-BE49-F238E27FC236}">
                  <a16:creationId xmlns:a16="http://schemas.microsoft.com/office/drawing/2014/main" id="{3E29DEBC-1AAA-6A2A-4938-A24F060E671C}"/>
                </a:ext>
              </a:extLst>
            </p:cNvPr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9" name="pg2159">
              <a:extLst>
                <a:ext uri="{FF2B5EF4-FFF2-40B4-BE49-F238E27FC236}">
                  <a16:creationId xmlns:a16="http://schemas.microsoft.com/office/drawing/2014/main" id="{76BEFE6B-43D1-A656-FE63-75CC30A0F6C2}"/>
                </a:ext>
              </a:extLst>
            </p:cNvPr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0" name="pg2160">
              <a:extLst>
                <a:ext uri="{FF2B5EF4-FFF2-40B4-BE49-F238E27FC236}">
                  <a16:creationId xmlns:a16="http://schemas.microsoft.com/office/drawing/2014/main" id="{D9D32DDE-D823-8FD5-44EC-1E49F6363373}"/>
                </a:ext>
              </a:extLst>
            </p:cNvPr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1" name="pg2161">
              <a:extLst>
                <a:ext uri="{FF2B5EF4-FFF2-40B4-BE49-F238E27FC236}">
                  <a16:creationId xmlns:a16="http://schemas.microsoft.com/office/drawing/2014/main" id="{FC295D20-E2EC-00E2-83C9-8BA4858524C4}"/>
                </a:ext>
              </a:extLst>
            </p:cNvPr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2" name="pg2162">
              <a:extLst>
                <a:ext uri="{FF2B5EF4-FFF2-40B4-BE49-F238E27FC236}">
                  <a16:creationId xmlns:a16="http://schemas.microsoft.com/office/drawing/2014/main" id="{66C19FB4-77E6-5C14-49BF-99196DE06EFE}"/>
                </a:ext>
              </a:extLst>
            </p:cNvPr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3" name="pg2163">
              <a:extLst>
                <a:ext uri="{FF2B5EF4-FFF2-40B4-BE49-F238E27FC236}">
                  <a16:creationId xmlns:a16="http://schemas.microsoft.com/office/drawing/2014/main" id="{6BB5ECC4-38FD-A094-8711-E1E5EC5D73D1}"/>
                </a:ext>
              </a:extLst>
            </p:cNvPr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4" name="pg2164">
              <a:extLst>
                <a:ext uri="{FF2B5EF4-FFF2-40B4-BE49-F238E27FC236}">
                  <a16:creationId xmlns:a16="http://schemas.microsoft.com/office/drawing/2014/main" id="{1356DF47-225E-F7F2-6FED-274F2640772A}"/>
                </a:ext>
              </a:extLst>
            </p:cNvPr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5" name="pg2165">
              <a:extLst>
                <a:ext uri="{FF2B5EF4-FFF2-40B4-BE49-F238E27FC236}">
                  <a16:creationId xmlns:a16="http://schemas.microsoft.com/office/drawing/2014/main" id="{7C328E8F-ADF8-E9C9-58FF-F38784293A2A}"/>
                </a:ext>
              </a:extLst>
            </p:cNvPr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6" name="pg2166">
              <a:extLst>
                <a:ext uri="{FF2B5EF4-FFF2-40B4-BE49-F238E27FC236}">
                  <a16:creationId xmlns:a16="http://schemas.microsoft.com/office/drawing/2014/main" id="{0EBAD2A6-A058-66E8-13EC-E2F5E055BC33}"/>
                </a:ext>
              </a:extLst>
            </p:cNvPr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7" name="pg2167">
              <a:extLst>
                <a:ext uri="{FF2B5EF4-FFF2-40B4-BE49-F238E27FC236}">
                  <a16:creationId xmlns:a16="http://schemas.microsoft.com/office/drawing/2014/main" id="{99458975-0D70-2289-57A1-94EFC5204F85}"/>
                </a:ext>
              </a:extLst>
            </p:cNvPr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8" name="pg2168">
              <a:extLst>
                <a:ext uri="{FF2B5EF4-FFF2-40B4-BE49-F238E27FC236}">
                  <a16:creationId xmlns:a16="http://schemas.microsoft.com/office/drawing/2014/main" id="{603FD5AD-C8CE-BDF0-D233-5870ADDB76F9}"/>
                </a:ext>
              </a:extLst>
            </p:cNvPr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9" name="pg2169">
              <a:extLst>
                <a:ext uri="{FF2B5EF4-FFF2-40B4-BE49-F238E27FC236}">
                  <a16:creationId xmlns:a16="http://schemas.microsoft.com/office/drawing/2014/main" id="{0BC1369E-AD32-6B52-636A-440811556B31}"/>
                </a:ext>
              </a:extLst>
            </p:cNvPr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0" name="pg2170">
              <a:extLst>
                <a:ext uri="{FF2B5EF4-FFF2-40B4-BE49-F238E27FC236}">
                  <a16:creationId xmlns:a16="http://schemas.microsoft.com/office/drawing/2014/main" id="{9C70E9C0-B97B-BBA2-DEEF-79ACFFFF2B7D}"/>
                </a:ext>
              </a:extLst>
            </p:cNvPr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1" name="pg2171">
              <a:extLst>
                <a:ext uri="{FF2B5EF4-FFF2-40B4-BE49-F238E27FC236}">
                  <a16:creationId xmlns:a16="http://schemas.microsoft.com/office/drawing/2014/main" id="{E3F9404B-2139-73F2-8D51-293118705210}"/>
                </a:ext>
              </a:extLst>
            </p:cNvPr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2" name="pg2172">
              <a:extLst>
                <a:ext uri="{FF2B5EF4-FFF2-40B4-BE49-F238E27FC236}">
                  <a16:creationId xmlns:a16="http://schemas.microsoft.com/office/drawing/2014/main" id="{0F7124BE-A045-0465-CACE-42F1A18BC89C}"/>
                </a:ext>
              </a:extLst>
            </p:cNvPr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3" name="pg2173">
              <a:extLst>
                <a:ext uri="{FF2B5EF4-FFF2-40B4-BE49-F238E27FC236}">
                  <a16:creationId xmlns:a16="http://schemas.microsoft.com/office/drawing/2014/main" id="{7F00E79C-A01E-585B-ED53-63CB83175782}"/>
                </a:ext>
              </a:extLst>
            </p:cNvPr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4" name="pg2174">
              <a:extLst>
                <a:ext uri="{FF2B5EF4-FFF2-40B4-BE49-F238E27FC236}">
                  <a16:creationId xmlns:a16="http://schemas.microsoft.com/office/drawing/2014/main" id="{B45EABA0-C840-B2C8-24B5-8526950CFA73}"/>
                </a:ext>
              </a:extLst>
            </p:cNvPr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5" name="pg2175">
              <a:extLst>
                <a:ext uri="{FF2B5EF4-FFF2-40B4-BE49-F238E27FC236}">
                  <a16:creationId xmlns:a16="http://schemas.microsoft.com/office/drawing/2014/main" id="{C128BF57-BED8-271B-ED5C-39DE22F1BDE1}"/>
                </a:ext>
              </a:extLst>
            </p:cNvPr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6" name="pg2176">
              <a:extLst>
                <a:ext uri="{FF2B5EF4-FFF2-40B4-BE49-F238E27FC236}">
                  <a16:creationId xmlns:a16="http://schemas.microsoft.com/office/drawing/2014/main" id="{590E0F94-F299-8B3B-8F1D-03D7FB1901A9}"/>
                </a:ext>
              </a:extLst>
            </p:cNvPr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7" name="pg2177">
              <a:extLst>
                <a:ext uri="{FF2B5EF4-FFF2-40B4-BE49-F238E27FC236}">
                  <a16:creationId xmlns:a16="http://schemas.microsoft.com/office/drawing/2014/main" id="{BC422CFC-B024-510D-6309-AF15DD26C98D}"/>
                </a:ext>
              </a:extLst>
            </p:cNvPr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8" name="pg2178">
              <a:extLst>
                <a:ext uri="{FF2B5EF4-FFF2-40B4-BE49-F238E27FC236}">
                  <a16:creationId xmlns:a16="http://schemas.microsoft.com/office/drawing/2014/main" id="{40E399DD-CCD9-98FF-4004-BC6A7B800A2E}"/>
                </a:ext>
              </a:extLst>
            </p:cNvPr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9" name="pg2179">
              <a:extLst>
                <a:ext uri="{FF2B5EF4-FFF2-40B4-BE49-F238E27FC236}">
                  <a16:creationId xmlns:a16="http://schemas.microsoft.com/office/drawing/2014/main" id="{A548447E-8A35-83FB-E075-AA3573E3E388}"/>
                </a:ext>
              </a:extLst>
            </p:cNvPr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0" name="pg2180">
              <a:extLst>
                <a:ext uri="{FF2B5EF4-FFF2-40B4-BE49-F238E27FC236}">
                  <a16:creationId xmlns:a16="http://schemas.microsoft.com/office/drawing/2014/main" id="{079FBAFE-DE15-2C73-96CB-69F3A9040330}"/>
                </a:ext>
              </a:extLst>
            </p:cNvPr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1" name="pg2181">
              <a:extLst>
                <a:ext uri="{FF2B5EF4-FFF2-40B4-BE49-F238E27FC236}">
                  <a16:creationId xmlns:a16="http://schemas.microsoft.com/office/drawing/2014/main" id="{C0FD3203-1A54-606D-D072-5190C59EFCF4}"/>
                </a:ext>
              </a:extLst>
            </p:cNvPr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2" name="pg2182">
              <a:extLst>
                <a:ext uri="{FF2B5EF4-FFF2-40B4-BE49-F238E27FC236}">
                  <a16:creationId xmlns:a16="http://schemas.microsoft.com/office/drawing/2014/main" id="{5D2A9EF1-A778-E269-C82A-E8AA4B8CE3ED}"/>
                </a:ext>
              </a:extLst>
            </p:cNvPr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3" name="pg2183">
              <a:extLst>
                <a:ext uri="{FF2B5EF4-FFF2-40B4-BE49-F238E27FC236}">
                  <a16:creationId xmlns:a16="http://schemas.microsoft.com/office/drawing/2014/main" id="{F9A2DB2B-6BF3-0321-F83E-89C23249128A}"/>
                </a:ext>
              </a:extLst>
            </p:cNvPr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4" name="pg2184">
              <a:extLst>
                <a:ext uri="{FF2B5EF4-FFF2-40B4-BE49-F238E27FC236}">
                  <a16:creationId xmlns:a16="http://schemas.microsoft.com/office/drawing/2014/main" id="{9881BABD-A50E-1915-B2BF-04C5D56551B9}"/>
                </a:ext>
              </a:extLst>
            </p:cNvPr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5" name="pg2185">
              <a:extLst>
                <a:ext uri="{FF2B5EF4-FFF2-40B4-BE49-F238E27FC236}">
                  <a16:creationId xmlns:a16="http://schemas.microsoft.com/office/drawing/2014/main" id="{8550B8DC-BEB1-D914-E51A-9E4F90D21DEB}"/>
                </a:ext>
              </a:extLst>
            </p:cNvPr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6" name="pg2186">
              <a:extLst>
                <a:ext uri="{FF2B5EF4-FFF2-40B4-BE49-F238E27FC236}">
                  <a16:creationId xmlns:a16="http://schemas.microsoft.com/office/drawing/2014/main" id="{069F7B47-0BF6-6176-FBE4-DF874E506309}"/>
                </a:ext>
              </a:extLst>
            </p:cNvPr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7" name="pg2187">
              <a:extLst>
                <a:ext uri="{FF2B5EF4-FFF2-40B4-BE49-F238E27FC236}">
                  <a16:creationId xmlns:a16="http://schemas.microsoft.com/office/drawing/2014/main" id="{C20C0305-0E8F-1873-EEEC-EE120F0ECEF4}"/>
                </a:ext>
              </a:extLst>
            </p:cNvPr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8" name="pg2188">
              <a:extLst>
                <a:ext uri="{FF2B5EF4-FFF2-40B4-BE49-F238E27FC236}">
                  <a16:creationId xmlns:a16="http://schemas.microsoft.com/office/drawing/2014/main" id="{C66B777C-C1C9-F21B-EB4A-623E21AB79CD}"/>
                </a:ext>
              </a:extLst>
            </p:cNvPr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9" name="pg2189">
              <a:extLst>
                <a:ext uri="{FF2B5EF4-FFF2-40B4-BE49-F238E27FC236}">
                  <a16:creationId xmlns:a16="http://schemas.microsoft.com/office/drawing/2014/main" id="{090A11A6-D3D4-D7EF-7362-B118E8FB6990}"/>
                </a:ext>
              </a:extLst>
            </p:cNvPr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0" name="pg2190">
              <a:extLst>
                <a:ext uri="{FF2B5EF4-FFF2-40B4-BE49-F238E27FC236}">
                  <a16:creationId xmlns:a16="http://schemas.microsoft.com/office/drawing/2014/main" id="{41AD4F24-40E7-4223-6FBA-394F6553D041}"/>
                </a:ext>
              </a:extLst>
            </p:cNvPr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1" name="pg2191">
              <a:extLst>
                <a:ext uri="{FF2B5EF4-FFF2-40B4-BE49-F238E27FC236}">
                  <a16:creationId xmlns:a16="http://schemas.microsoft.com/office/drawing/2014/main" id="{9EAF3798-A4E3-59AD-CFE6-1FCC173FACE2}"/>
                </a:ext>
              </a:extLst>
            </p:cNvPr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2" name="pg2192">
              <a:extLst>
                <a:ext uri="{FF2B5EF4-FFF2-40B4-BE49-F238E27FC236}">
                  <a16:creationId xmlns:a16="http://schemas.microsoft.com/office/drawing/2014/main" id="{F13744FD-EE7A-C954-0EA1-A464B8981213}"/>
                </a:ext>
              </a:extLst>
            </p:cNvPr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3" name="pg2193">
              <a:extLst>
                <a:ext uri="{FF2B5EF4-FFF2-40B4-BE49-F238E27FC236}">
                  <a16:creationId xmlns:a16="http://schemas.microsoft.com/office/drawing/2014/main" id="{5C11E9CB-3D80-764A-A6D0-694CFB14BB86}"/>
                </a:ext>
              </a:extLst>
            </p:cNvPr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4" name="pg2194">
              <a:extLst>
                <a:ext uri="{FF2B5EF4-FFF2-40B4-BE49-F238E27FC236}">
                  <a16:creationId xmlns:a16="http://schemas.microsoft.com/office/drawing/2014/main" id="{0F58A226-1E9E-03A6-A6ED-643E5D81B38D}"/>
                </a:ext>
              </a:extLst>
            </p:cNvPr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5" name="pg2195">
              <a:extLst>
                <a:ext uri="{FF2B5EF4-FFF2-40B4-BE49-F238E27FC236}">
                  <a16:creationId xmlns:a16="http://schemas.microsoft.com/office/drawing/2014/main" id="{7D810B32-4AC9-B6FD-90AC-CE248EBFD68C}"/>
                </a:ext>
              </a:extLst>
            </p:cNvPr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6" name="pg2196">
              <a:extLst>
                <a:ext uri="{FF2B5EF4-FFF2-40B4-BE49-F238E27FC236}">
                  <a16:creationId xmlns:a16="http://schemas.microsoft.com/office/drawing/2014/main" id="{A3A3B685-0D7A-1C72-EBD8-68D230515DD1}"/>
                </a:ext>
              </a:extLst>
            </p:cNvPr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7" name="pg2197">
              <a:extLst>
                <a:ext uri="{FF2B5EF4-FFF2-40B4-BE49-F238E27FC236}">
                  <a16:creationId xmlns:a16="http://schemas.microsoft.com/office/drawing/2014/main" id="{F95B13AB-6429-3BD1-C3A3-DA92C5B9533C}"/>
                </a:ext>
              </a:extLst>
            </p:cNvPr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8" name="pg2198">
              <a:extLst>
                <a:ext uri="{FF2B5EF4-FFF2-40B4-BE49-F238E27FC236}">
                  <a16:creationId xmlns:a16="http://schemas.microsoft.com/office/drawing/2014/main" id="{8B949A2A-C522-8EB7-C1C3-AD046DE1C034}"/>
                </a:ext>
              </a:extLst>
            </p:cNvPr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9" name="pg2199">
              <a:extLst>
                <a:ext uri="{FF2B5EF4-FFF2-40B4-BE49-F238E27FC236}">
                  <a16:creationId xmlns:a16="http://schemas.microsoft.com/office/drawing/2014/main" id="{EBA7D855-00D1-F647-8051-BDDF2E2DB174}"/>
                </a:ext>
              </a:extLst>
            </p:cNvPr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0" name="pg2200">
              <a:extLst>
                <a:ext uri="{FF2B5EF4-FFF2-40B4-BE49-F238E27FC236}">
                  <a16:creationId xmlns:a16="http://schemas.microsoft.com/office/drawing/2014/main" id="{92F5CE6C-5EF0-0C70-8340-2BD599C624BB}"/>
                </a:ext>
              </a:extLst>
            </p:cNvPr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1" name="pg2201">
              <a:extLst>
                <a:ext uri="{FF2B5EF4-FFF2-40B4-BE49-F238E27FC236}">
                  <a16:creationId xmlns:a16="http://schemas.microsoft.com/office/drawing/2014/main" id="{7C2A0CD5-3B5F-46FE-E400-8B45554FE783}"/>
                </a:ext>
              </a:extLst>
            </p:cNvPr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2" name="pg2202">
              <a:extLst>
                <a:ext uri="{FF2B5EF4-FFF2-40B4-BE49-F238E27FC236}">
                  <a16:creationId xmlns:a16="http://schemas.microsoft.com/office/drawing/2014/main" id="{D9EC7AFA-2E37-8875-262F-9FB73E4958A1}"/>
                </a:ext>
              </a:extLst>
            </p:cNvPr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3" name="pg2203">
              <a:extLst>
                <a:ext uri="{FF2B5EF4-FFF2-40B4-BE49-F238E27FC236}">
                  <a16:creationId xmlns:a16="http://schemas.microsoft.com/office/drawing/2014/main" id="{0E1FDEBC-3EA2-2BAF-EF85-A92472FCCDF8}"/>
                </a:ext>
              </a:extLst>
            </p:cNvPr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4" name="pg2204">
              <a:extLst>
                <a:ext uri="{FF2B5EF4-FFF2-40B4-BE49-F238E27FC236}">
                  <a16:creationId xmlns:a16="http://schemas.microsoft.com/office/drawing/2014/main" id="{52B812AA-B84E-5732-4A87-7CB72728F4ED}"/>
                </a:ext>
              </a:extLst>
            </p:cNvPr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5" name="pg2205">
              <a:extLst>
                <a:ext uri="{FF2B5EF4-FFF2-40B4-BE49-F238E27FC236}">
                  <a16:creationId xmlns:a16="http://schemas.microsoft.com/office/drawing/2014/main" id="{D491E4E4-5237-9D75-544D-8B6CFFD5F430}"/>
                </a:ext>
              </a:extLst>
            </p:cNvPr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6" name="pg2206">
              <a:extLst>
                <a:ext uri="{FF2B5EF4-FFF2-40B4-BE49-F238E27FC236}">
                  <a16:creationId xmlns:a16="http://schemas.microsoft.com/office/drawing/2014/main" id="{D9CE2B55-2EB9-B30A-AFAF-5EF72EFA0BF2}"/>
                </a:ext>
              </a:extLst>
            </p:cNvPr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7" name="pg2207">
              <a:extLst>
                <a:ext uri="{FF2B5EF4-FFF2-40B4-BE49-F238E27FC236}">
                  <a16:creationId xmlns:a16="http://schemas.microsoft.com/office/drawing/2014/main" id="{C8218289-6587-0BEE-68FA-A201A34EE5F4}"/>
                </a:ext>
              </a:extLst>
            </p:cNvPr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8" name="pg2208">
              <a:extLst>
                <a:ext uri="{FF2B5EF4-FFF2-40B4-BE49-F238E27FC236}">
                  <a16:creationId xmlns:a16="http://schemas.microsoft.com/office/drawing/2014/main" id="{4213FE04-75D6-5A17-B749-FA4F49A4DB13}"/>
                </a:ext>
              </a:extLst>
            </p:cNvPr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9" name="pg2209">
              <a:extLst>
                <a:ext uri="{FF2B5EF4-FFF2-40B4-BE49-F238E27FC236}">
                  <a16:creationId xmlns:a16="http://schemas.microsoft.com/office/drawing/2014/main" id="{641D85E5-BEA7-CCA9-A1CF-E1DCFB73AB22}"/>
                </a:ext>
              </a:extLst>
            </p:cNvPr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0" name="pg2210">
              <a:extLst>
                <a:ext uri="{FF2B5EF4-FFF2-40B4-BE49-F238E27FC236}">
                  <a16:creationId xmlns:a16="http://schemas.microsoft.com/office/drawing/2014/main" id="{FEF5C342-F506-A695-DE2F-F8CE68170C40}"/>
                </a:ext>
              </a:extLst>
            </p:cNvPr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1" name="pg2211">
              <a:extLst>
                <a:ext uri="{FF2B5EF4-FFF2-40B4-BE49-F238E27FC236}">
                  <a16:creationId xmlns:a16="http://schemas.microsoft.com/office/drawing/2014/main" id="{BDA0EF7E-3DE0-6317-BE74-767DB7ECE011}"/>
                </a:ext>
              </a:extLst>
            </p:cNvPr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2" name="pg2212">
              <a:extLst>
                <a:ext uri="{FF2B5EF4-FFF2-40B4-BE49-F238E27FC236}">
                  <a16:creationId xmlns:a16="http://schemas.microsoft.com/office/drawing/2014/main" id="{8B524231-AEBD-875E-89B9-0191B54DE960}"/>
                </a:ext>
              </a:extLst>
            </p:cNvPr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3" name="pg2213">
              <a:extLst>
                <a:ext uri="{FF2B5EF4-FFF2-40B4-BE49-F238E27FC236}">
                  <a16:creationId xmlns:a16="http://schemas.microsoft.com/office/drawing/2014/main" id="{0FBF277A-C967-B620-5641-D798B1C11360}"/>
                </a:ext>
              </a:extLst>
            </p:cNvPr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4" name="pg2214">
              <a:extLst>
                <a:ext uri="{FF2B5EF4-FFF2-40B4-BE49-F238E27FC236}">
                  <a16:creationId xmlns:a16="http://schemas.microsoft.com/office/drawing/2014/main" id="{6CE56B71-B868-0092-B1B1-ABFFD706CD97}"/>
                </a:ext>
              </a:extLst>
            </p:cNvPr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5" name="pg2215">
              <a:extLst>
                <a:ext uri="{FF2B5EF4-FFF2-40B4-BE49-F238E27FC236}">
                  <a16:creationId xmlns:a16="http://schemas.microsoft.com/office/drawing/2014/main" id="{DDB447AC-ED84-DE29-0A3C-CEE18217B223}"/>
                </a:ext>
              </a:extLst>
            </p:cNvPr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6" name="pg2216">
              <a:extLst>
                <a:ext uri="{FF2B5EF4-FFF2-40B4-BE49-F238E27FC236}">
                  <a16:creationId xmlns:a16="http://schemas.microsoft.com/office/drawing/2014/main" id="{C119BFB2-992E-DF3C-C707-805CFDE020B6}"/>
                </a:ext>
              </a:extLst>
            </p:cNvPr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7" name="pg2217">
              <a:extLst>
                <a:ext uri="{FF2B5EF4-FFF2-40B4-BE49-F238E27FC236}">
                  <a16:creationId xmlns:a16="http://schemas.microsoft.com/office/drawing/2014/main" id="{A8D900B1-D812-80EE-044E-B6F2075E646B}"/>
                </a:ext>
              </a:extLst>
            </p:cNvPr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8" name="pg2218">
              <a:extLst>
                <a:ext uri="{FF2B5EF4-FFF2-40B4-BE49-F238E27FC236}">
                  <a16:creationId xmlns:a16="http://schemas.microsoft.com/office/drawing/2014/main" id="{31952839-5D7A-1287-6899-853EE0B6C13D}"/>
                </a:ext>
              </a:extLst>
            </p:cNvPr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9" name="pg2219">
              <a:extLst>
                <a:ext uri="{FF2B5EF4-FFF2-40B4-BE49-F238E27FC236}">
                  <a16:creationId xmlns:a16="http://schemas.microsoft.com/office/drawing/2014/main" id="{5E2B609D-A369-C241-D41A-FAF4A4CFFD98}"/>
                </a:ext>
              </a:extLst>
            </p:cNvPr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0" name="pg2220">
              <a:extLst>
                <a:ext uri="{FF2B5EF4-FFF2-40B4-BE49-F238E27FC236}">
                  <a16:creationId xmlns:a16="http://schemas.microsoft.com/office/drawing/2014/main" id="{57FE9634-5443-34BB-372F-397337EBF3BF}"/>
                </a:ext>
              </a:extLst>
            </p:cNvPr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1" name="pg2221">
              <a:extLst>
                <a:ext uri="{FF2B5EF4-FFF2-40B4-BE49-F238E27FC236}">
                  <a16:creationId xmlns:a16="http://schemas.microsoft.com/office/drawing/2014/main" id="{48886DEC-D0A4-5A0C-1846-82FF5F71E521}"/>
                </a:ext>
              </a:extLst>
            </p:cNvPr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2" name="pg2222">
              <a:extLst>
                <a:ext uri="{FF2B5EF4-FFF2-40B4-BE49-F238E27FC236}">
                  <a16:creationId xmlns:a16="http://schemas.microsoft.com/office/drawing/2014/main" id="{84445855-E078-C447-C7FD-C91A2E4C9CF9}"/>
                </a:ext>
              </a:extLst>
            </p:cNvPr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3" name="pg2223">
              <a:extLst>
                <a:ext uri="{FF2B5EF4-FFF2-40B4-BE49-F238E27FC236}">
                  <a16:creationId xmlns:a16="http://schemas.microsoft.com/office/drawing/2014/main" id="{2FE3BF53-6F29-9D3C-C354-335B01E21063}"/>
                </a:ext>
              </a:extLst>
            </p:cNvPr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4" name="pg2224">
              <a:extLst>
                <a:ext uri="{FF2B5EF4-FFF2-40B4-BE49-F238E27FC236}">
                  <a16:creationId xmlns:a16="http://schemas.microsoft.com/office/drawing/2014/main" id="{37900BCF-84FA-9702-1BDC-82FAEF257D66}"/>
                </a:ext>
              </a:extLst>
            </p:cNvPr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5" name="pg2225">
              <a:extLst>
                <a:ext uri="{FF2B5EF4-FFF2-40B4-BE49-F238E27FC236}">
                  <a16:creationId xmlns:a16="http://schemas.microsoft.com/office/drawing/2014/main" id="{4B7D8731-77EF-A475-1880-CC4E61DF436A}"/>
                </a:ext>
              </a:extLst>
            </p:cNvPr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6" name="pg2226">
              <a:extLst>
                <a:ext uri="{FF2B5EF4-FFF2-40B4-BE49-F238E27FC236}">
                  <a16:creationId xmlns:a16="http://schemas.microsoft.com/office/drawing/2014/main" id="{016C8F3A-516F-01CA-68E6-0BC2DA83EFDC}"/>
                </a:ext>
              </a:extLst>
            </p:cNvPr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7" name="pg2227">
              <a:extLst>
                <a:ext uri="{FF2B5EF4-FFF2-40B4-BE49-F238E27FC236}">
                  <a16:creationId xmlns:a16="http://schemas.microsoft.com/office/drawing/2014/main" id="{BF96FDD4-CF29-D493-C62A-4D53D7B4D9EE}"/>
                </a:ext>
              </a:extLst>
            </p:cNvPr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8" name="pg2228">
              <a:extLst>
                <a:ext uri="{FF2B5EF4-FFF2-40B4-BE49-F238E27FC236}">
                  <a16:creationId xmlns:a16="http://schemas.microsoft.com/office/drawing/2014/main" id="{31A97FF9-4CDB-CDB3-B6BA-B50EB33E37AE}"/>
                </a:ext>
              </a:extLst>
            </p:cNvPr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9" name="pg2229">
              <a:extLst>
                <a:ext uri="{FF2B5EF4-FFF2-40B4-BE49-F238E27FC236}">
                  <a16:creationId xmlns:a16="http://schemas.microsoft.com/office/drawing/2014/main" id="{A242B44A-DF4E-B975-9E9B-3F44584ECA88}"/>
                </a:ext>
              </a:extLst>
            </p:cNvPr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0" name="pg2230">
              <a:extLst>
                <a:ext uri="{FF2B5EF4-FFF2-40B4-BE49-F238E27FC236}">
                  <a16:creationId xmlns:a16="http://schemas.microsoft.com/office/drawing/2014/main" id="{612D96C2-162C-5D86-FEF1-3274840C1D75}"/>
                </a:ext>
              </a:extLst>
            </p:cNvPr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1" name="pg2231">
              <a:extLst>
                <a:ext uri="{FF2B5EF4-FFF2-40B4-BE49-F238E27FC236}">
                  <a16:creationId xmlns:a16="http://schemas.microsoft.com/office/drawing/2014/main" id="{39F38C0C-237F-BEF3-DE71-3775FE2C63B3}"/>
                </a:ext>
              </a:extLst>
            </p:cNvPr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2" name="pg2232">
              <a:extLst>
                <a:ext uri="{FF2B5EF4-FFF2-40B4-BE49-F238E27FC236}">
                  <a16:creationId xmlns:a16="http://schemas.microsoft.com/office/drawing/2014/main" id="{319E76D5-9245-86EC-1DF0-4AADD5E99DD4}"/>
                </a:ext>
              </a:extLst>
            </p:cNvPr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3" name="pg2233">
              <a:extLst>
                <a:ext uri="{FF2B5EF4-FFF2-40B4-BE49-F238E27FC236}">
                  <a16:creationId xmlns:a16="http://schemas.microsoft.com/office/drawing/2014/main" id="{636C365F-22BE-579D-D7A2-D092CA945817}"/>
                </a:ext>
              </a:extLst>
            </p:cNvPr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4" name="pg2234">
              <a:extLst>
                <a:ext uri="{FF2B5EF4-FFF2-40B4-BE49-F238E27FC236}">
                  <a16:creationId xmlns:a16="http://schemas.microsoft.com/office/drawing/2014/main" id="{15FA82A9-EE67-3B2F-F180-C2AC092EF8AB}"/>
                </a:ext>
              </a:extLst>
            </p:cNvPr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5" name="pg2235">
              <a:extLst>
                <a:ext uri="{FF2B5EF4-FFF2-40B4-BE49-F238E27FC236}">
                  <a16:creationId xmlns:a16="http://schemas.microsoft.com/office/drawing/2014/main" id="{1C173867-9484-EDAB-1096-2C07EF8B383B}"/>
                </a:ext>
              </a:extLst>
            </p:cNvPr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6" name="pg2236">
              <a:extLst>
                <a:ext uri="{FF2B5EF4-FFF2-40B4-BE49-F238E27FC236}">
                  <a16:creationId xmlns:a16="http://schemas.microsoft.com/office/drawing/2014/main" id="{7037E0E8-2BB4-A225-03F2-FE960806040F}"/>
                </a:ext>
              </a:extLst>
            </p:cNvPr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7" name="pg2237">
              <a:extLst>
                <a:ext uri="{FF2B5EF4-FFF2-40B4-BE49-F238E27FC236}">
                  <a16:creationId xmlns:a16="http://schemas.microsoft.com/office/drawing/2014/main" id="{776149D0-C35F-AF5B-336F-D5CF86DFCDD9}"/>
                </a:ext>
              </a:extLst>
            </p:cNvPr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8" name="pg2238">
              <a:extLst>
                <a:ext uri="{FF2B5EF4-FFF2-40B4-BE49-F238E27FC236}">
                  <a16:creationId xmlns:a16="http://schemas.microsoft.com/office/drawing/2014/main" id="{B849B798-1E34-2C63-6E21-F7D1AC56FC47}"/>
                </a:ext>
              </a:extLst>
            </p:cNvPr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9" name="pg2239">
              <a:extLst>
                <a:ext uri="{FF2B5EF4-FFF2-40B4-BE49-F238E27FC236}">
                  <a16:creationId xmlns:a16="http://schemas.microsoft.com/office/drawing/2014/main" id="{AE27E75D-D0BF-7F71-22D8-202CA94D5065}"/>
                </a:ext>
              </a:extLst>
            </p:cNvPr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0" name="pg2240">
              <a:extLst>
                <a:ext uri="{FF2B5EF4-FFF2-40B4-BE49-F238E27FC236}">
                  <a16:creationId xmlns:a16="http://schemas.microsoft.com/office/drawing/2014/main" id="{767BB4FD-3510-7894-BD59-A1FCE62AA945}"/>
                </a:ext>
              </a:extLst>
            </p:cNvPr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1" name="pg2241">
              <a:extLst>
                <a:ext uri="{FF2B5EF4-FFF2-40B4-BE49-F238E27FC236}">
                  <a16:creationId xmlns:a16="http://schemas.microsoft.com/office/drawing/2014/main" id="{F102F483-CC55-FF3B-1162-C6D10D7A6DD3}"/>
                </a:ext>
              </a:extLst>
            </p:cNvPr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2" name="pg2242">
              <a:extLst>
                <a:ext uri="{FF2B5EF4-FFF2-40B4-BE49-F238E27FC236}">
                  <a16:creationId xmlns:a16="http://schemas.microsoft.com/office/drawing/2014/main" id="{4659E12C-E8D4-8AA6-027C-E69009DFABAC}"/>
                </a:ext>
              </a:extLst>
            </p:cNvPr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3" name="pg2243">
              <a:extLst>
                <a:ext uri="{FF2B5EF4-FFF2-40B4-BE49-F238E27FC236}">
                  <a16:creationId xmlns:a16="http://schemas.microsoft.com/office/drawing/2014/main" id="{59BA5287-C4A5-151C-E892-B3D72C2A1B85}"/>
                </a:ext>
              </a:extLst>
            </p:cNvPr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4" name="pg2244">
              <a:extLst>
                <a:ext uri="{FF2B5EF4-FFF2-40B4-BE49-F238E27FC236}">
                  <a16:creationId xmlns:a16="http://schemas.microsoft.com/office/drawing/2014/main" id="{A1262C4A-4FEA-8FCA-A14C-76C2FDF15BD9}"/>
                </a:ext>
              </a:extLst>
            </p:cNvPr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5" name="pg2245">
              <a:extLst>
                <a:ext uri="{FF2B5EF4-FFF2-40B4-BE49-F238E27FC236}">
                  <a16:creationId xmlns:a16="http://schemas.microsoft.com/office/drawing/2014/main" id="{795C93E4-27B0-EE11-0BF3-A77FD35B2ED7}"/>
                </a:ext>
              </a:extLst>
            </p:cNvPr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6" name="pg2246">
              <a:extLst>
                <a:ext uri="{FF2B5EF4-FFF2-40B4-BE49-F238E27FC236}">
                  <a16:creationId xmlns:a16="http://schemas.microsoft.com/office/drawing/2014/main" id="{AA6F1004-FBC9-67DC-06F6-13D97A631717}"/>
                </a:ext>
              </a:extLst>
            </p:cNvPr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7" name="pg2247">
              <a:extLst>
                <a:ext uri="{FF2B5EF4-FFF2-40B4-BE49-F238E27FC236}">
                  <a16:creationId xmlns:a16="http://schemas.microsoft.com/office/drawing/2014/main" id="{F3D6F010-78CE-5452-3FC8-BDE32BCD9F1F}"/>
                </a:ext>
              </a:extLst>
            </p:cNvPr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8" name="pg2248">
              <a:extLst>
                <a:ext uri="{FF2B5EF4-FFF2-40B4-BE49-F238E27FC236}">
                  <a16:creationId xmlns:a16="http://schemas.microsoft.com/office/drawing/2014/main" id="{F4B9AC79-EDA8-DCA9-6E95-5EF1AF125290}"/>
                </a:ext>
              </a:extLst>
            </p:cNvPr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9" name="pg2249">
              <a:extLst>
                <a:ext uri="{FF2B5EF4-FFF2-40B4-BE49-F238E27FC236}">
                  <a16:creationId xmlns:a16="http://schemas.microsoft.com/office/drawing/2014/main" id="{4253D292-3D5D-1642-C9FE-91DFB6901E52}"/>
                </a:ext>
              </a:extLst>
            </p:cNvPr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0" name="pg2250">
              <a:extLst>
                <a:ext uri="{FF2B5EF4-FFF2-40B4-BE49-F238E27FC236}">
                  <a16:creationId xmlns:a16="http://schemas.microsoft.com/office/drawing/2014/main" id="{3C1A539E-A1C6-BC47-BF2D-732335747509}"/>
                </a:ext>
              </a:extLst>
            </p:cNvPr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1" name="pg2251">
              <a:extLst>
                <a:ext uri="{FF2B5EF4-FFF2-40B4-BE49-F238E27FC236}">
                  <a16:creationId xmlns:a16="http://schemas.microsoft.com/office/drawing/2014/main" id="{42156B6A-CC5E-74A2-60F5-0B5028B05F71}"/>
                </a:ext>
              </a:extLst>
            </p:cNvPr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2" name="pg2252">
              <a:extLst>
                <a:ext uri="{FF2B5EF4-FFF2-40B4-BE49-F238E27FC236}">
                  <a16:creationId xmlns:a16="http://schemas.microsoft.com/office/drawing/2014/main" id="{92505B58-EAC3-98BA-A148-58310C4E9152}"/>
                </a:ext>
              </a:extLst>
            </p:cNvPr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3" name="pg2253">
              <a:extLst>
                <a:ext uri="{FF2B5EF4-FFF2-40B4-BE49-F238E27FC236}">
                  <a16:creationId xmlns:a16="http://schemas.microsoft.com/office/drawing/2014/main" id="{EFC32F33-893B-79C3-E4A8-B1580279041E}"/>
                </a:ext>
              </a:extLst>
            </p:cNvPr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4" name="pg2254">
              <a:extLst>
                <a:ext uri="{FF2B5EF4-FFF2-40B4-BE49-F238E27FC236}">
                  <a16:creationId xmlns:a16="http://schemas.microsoft.com/office/drawing/2014/main" id="{CCB09C57-8038-943A-05CE-77B05104E9C7}"/>
                </a:ext>
              </a:extLst>
            </p:cNvPr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5" name="pg2255">
              <a:extLst>
                <a:ext uri="{FF2B5EF4-FFF2-40B4-BE49-F238E27FC236}">
                  <a16:creationId xmlns:a16="http://schemas.microsoft.com/office/drawing/2014/main" id="{429E1BBD-A8FD-2FA4-8795-BE0D38BD5B9C}"/>
                </a:ext>
              </a:extLst>
            </p:cNvPr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6" name="pg2256">
              <a:extLst>
                <a:ext uri="{FF2B5EF4-FFF2-40B4-BE49-F238E27FC236}">
                  <a16:creationId xmlns:a16="http://schemas.microsoft.com/office/drawing/2014/main" id="{51EB1F6F-3F91-B421-F2B0-7F71289E98B8}"/>
                </a:ext>
              </a:extLst>
            </p:cNvPr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7" name="pg2257">
              <a:extLst>
                <a:ext uri="{FF2B5EF4-FFF2-40B4-BE49-F238E27FC236}">
                  <a16:creationId xmlns:a16="http://schemas.microsoft.com/office/drawing/2014/main" id="{4391E758-F952-98C2-C439-3DA824D79874}"/>
                </a:ext>
              </a:extLst>
            </p:cNvPr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8" name="pg2258">
              <a:extLst>
                <a:ext uri="{FF2B5EF4-FFF2-40B4-BE49-F238E27FC236}">
                  <a16:creationId xmlns:a16="http://schemas.microsoft.com/office/drawing/2014/main" id="{7D214750-B5C0-7D9A-3ECF-FC51F08B0BBC}"/>
                </a:ext>
              </a:extLst>
            </p:cNvPr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9" name="pg2259">
              <a:extLst>
                <a:ext uri="{FF2B5EF4-FFF2-40B4-BE49-F238E27FC236}">
                  <a16:creationId xmlns:a16="http://schemas.microsoft.com/office/drawing/2014/main" id="{229E8DA9-077F-3172-7CC4-0C9CBD0A15D5}"/>
                </a:ext>
              </a:extLst>
            </p:cNvPr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0" name="pg2260">
              <a:extLst>
                <a:ext uri="{FF2B5EF4-FFF2-40B4-BE49-F238E27FC236}">
                  <a16:creationId xmlns:a16="http://schemas.microsoft.com/office/drawing/2014/main" id="{20657F64-09F1-66DF-1DE9-D4B22B5F4840}"/>
                </a:ext>
              </a:extLst>
            </p:cNvPr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1" name="pg2261">
              <a:extLst>
                <a:ext uri="{FF2B5EF4-FFF2-40B4-BE49-F238E27FC236}">
                  <a16:creationId xmlns:a16="http://schemas.microsoft.com/office/drawing/2014/main" id="{B94D19A7-E24A-5DD4-795E-62908C80BE4B}"/>
                </a:ext>
              </a:extLst>
            </p:cNvPr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2" name="pg2262">
              <a:extLst>
                <a:ext uri="{FF2B5EF4-FFF2-40B4-BE49-F238E27FC236}">
                  <a16:creationId xmlns:a16="http://schemas.microsoft.com/office/drawing/2014/main" id="{F3857731-34C2-42A1-D00F-9A3A30CE4E63}"/>
                </a:ext>
              </a:extLst>
            </p:cNvPr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3" name="pg2263">
              <a:extLst>
                <a:ext uri="{FF2B5EF4-FFF2-40B4-BE49-F238E27FC236}">
                  <a16:creationId xmlns:a16="http://schemas.microsoft.com/office/drawing/2014/main" id="{DB6F57FF-A5B3-644F-D1CD-2FDA5EA711BE}"/>
                </a:ext>
              </a:extLst>
            </p:cNvPr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4" name="pg2264">
              <a:extLst>
                <a:ext uri="{FF2B5EF4-FFF2-40B4-BE49-F238E27FC236}">
                  <a16:creationId xmlns:a16="http://schemas.microsoft.com/office/drawing/2014/main" id="{02C862C7-AF87-C104-4279-1EAAD3012CBD}"/>
                </a:ext>
              </a:extLst>
            </p:cNvPr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5" name="pg2265">
              <a:extLst>
                <a:ext uri="{FF2B5EF4-FFF2-40B4-BE49-F238E27FC236}">
                  <a16:creationId xmlns:a16="http://schemas.microsoft.com/office/drawing/2014/main" id="{C26EC427-EF19-1991-5DC6-1748378E92BF}"/>
                </a:ext>
              </a:extLst>
            </p:cNvPr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6" name="pg2266">
              <a:extLst>
                <a:ext uri="{FF2B5EF4-FFF2-40B4-BE49-F238E27FC236}">
                  <a16:creationId xmlns:a16="http://schemas.microsoft.com/office/drawing/2014/main" id="{59CE5099-88B8-23BA-54DE-D4F379421F3D}"/>
                </a:ext>
              </a:extLst>
            </p:cNvPr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7" name="pg2267">
              <a:extLst>
                <a:ext uri="{FF2B5EF4-FFF2-40B4-BE49-F238E27FC236}">
                  <a16:creationId xmlns:a16="http://schemas.microsoft.com/office/drawing/2014/main" id="{EA651447-BEFC-2778-0376-48A0EEA9A617}"/>
                </a:ext>
              </a:extLst>
            </p:cNvPr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8" name="pg2268">
              <a:extLst>
                <a:ext uri="{FF2B5EF4-FFF2-40B4-BE49-F238E27FC236}">
                  <a16:creationId xmlns:a16="http://schemas.microsoft.com/office/drawing/2014/main" id="{D350AF4E-4F92-DE2E-AC47-742C74DFF567}"/>
                </a:ext>
              </a:extLst>
            </p:cNvPr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9" name="pg2269">
              <a:extLst>
                <a:ext uri="{FF2B5EF4-FFF2-40B4-BE49-F238E27FC236}">
                  <a16:creationId xmlns:a16="http://schemas.microsoft.com/office/drawing/2014/main" id="{80A80B8F-309F-6C34-37E8-E781FFF3D398}"/>
                </a:ext>
              </a:extLst>
            </p:cNvPr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0" name="pg2270">
              <a:extLst>
                <a:ext uri="{FF2B5EF4-FFF2-40B4-BE49-F238E27FC236}">
                  <a16:creationId xmlns:a16="http://schemas.microsoft.com/office/drawing/2014/main" id="{0862E64F-4C14-DD8C-23C5-1BC86A0DF0DC}"/>
                </a:ext>
              </a:extLst>
            </p:cNvPr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1" name="pg2271">
              <a:extLst>
                <a:ext uri="{FF2B5EF4-FFF2-40B4-BE49-F238E27FC236}">
                  <a16:creationId xmlns:a16="http://schemas.microsoft.com/office/drawing/2014/main" id="{09E9C99A-5FDB-09CF-ECAB-37D714AD5DCA}"/>
                </a:ext>
              </a:extLst>
            </p:cNvPr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2" name="pg2272">
              <a:extLst>
                <a:ext uri="{FF2B5EF4-FFF2-40B4-BE49-F238E27FC236}">
                  <a16:creationId xmlns:a16="http://schemas.microsoft.com/office/drawing/2014/main" id="{41A55D24-AFE0-7A9B-0823-5F0794B19DA5}"/>
                </a:ext>
              </a:extLst>
            </p:cNvPr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3" name="pg2273">
              <a:extLst>
                <a:ext uri="{FF2B5EF4-FFF2-40B4-BE49-F238E27FC236}">
                  <a16:creationId xmlns:a16="http://schemas.microsoft.com/office/drawing/2014/main" id="{DF6A62E2-7597-D076-3210-72A1D6CF604B}"/>
                </a:ext>
              </a:extLst>
            </p:cNvPr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4" name="pg2274">
              <a:extLst>
                <a:ext uri="{FF2B5EF4-FFF2-40B4-BE49-F238E27FC236}">
                  <a16:creationId xmlns:a16="http://schemas.microsoft.com/office/drawing/2014/main" id="{CAC986B3-5386-0D52-6399-2A45DA0ED87D}"/>
                </a:ext>
              </a:extLst>
            </p:cNvPr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5" name="pg2275">
              <a:extLst>
                <a:ext uri="{FF2B5EF4-FFF2-40B4-BE49-F238E27FC236}">
                  <a16:creationId xmlns:a16="http://schemas.microsoft.com/office/drawing/2014/main" id="{EEF225E4-877C-22AE-8701-C396E479816E}"/>
                </a:ext>
              </a:extLst>
            </p:cNvPr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6" name="pg2276">
              <a:extLst>
                <a:ext uri="{FF2B5EF4-FFF2-40B4-BE49-F238E27FC236}">
                  <a16:creationId xmlns:a16="http://schemas.microsoft.com/office/drawing/2014/main" id="{9234A6E6-1DA9-FD62-3D68-294461DADDB6}"/>
                </a:ext>
              </a:extLst>
            </p:cNvPr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7" name="pg2277">
              <a:extLst>
                <a:ext uri="{FF2B5EF4-FFF2-40B4-BE49-F238E27FC236}">
                  <a16:creationId xmlns:a16="http://schemas.microsoft.com/office/drawing/2014/main" id="{CCE83408-29FA-42C6-2F0C-FBF7238354A0}"/>
                </a:ext>
              </a:extLst>
            </p:cNvPr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8" name="pg2278">
              <a:extLst>
                <a:ext uri="{FF2B5EF4-FFF2-40B4-BE49-F238E27FC236}">
                  <a16:creationId xmlns:a16="http://schemas.microsoft.com/office/drawing/2014/main" id="{83C39ABC-4B1B-EA72-75E9-5BF88A758A5D}"/>
                </a:ext>
              </a:extLst>
            </p:cNvPr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9" name="pg2279">
              <a:extLst>
                <a:ext uri="{FF2B5EF4-FFF2-40B4-BE49-F238E27FC236}">
                  <a16:creationId xmlns:a16="http://schemas.microsoft.com/office/drawing/2014/main" id="{B0A6BDDC-4671-05E7-613F-55BA04F1B0F8}"/>
                </a:ext>
              </a:extLst>
            </p:cNvPr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0" name="pg2280">
              <a:extLst>
                <a:ext uri="{FF2B5EF4-FFF2-40B4-BE49-F238E27FC236}">
                  <a16:creationId xmlns:a16="http://schemas.microsoft.com/office/drawing/2014/main" id="{89A6A48E-94C9-938D-989C-151C88FC5120}"/>
                </a:ext>
              </a:extLst>
            </p:cNvPr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1" name="pg2281">
              <a:extLst>
                <a:ext uri="{FF2B5EF4-FFF2-40B4-BE49-F238E27FC236}">
                  <a16:creationId xmlns:a16="http://schemas.microsoft.com/office/drawing/2014/main" id="{85954F06-BF26-D68A-301B-C45A544DFF79}"/>
                </a:ext>
              </a:extLst>
            </p:cNvPr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2" name="pg2282">
              <a:extLst>
                <a:ext uri="{FF2B5EF4-FFF2-40B4-BE49-F238E27FC236}">
                  <a16:creationId xmlns:a16="http://schemas.microsoft.com/office/drawing/2014/main" id="{594EF3FC-D3DB-4F0C-7131-F8CD0408B973}"/>
                </a:ext>
              </a:extLst>
            </p:cNvPr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3" name="pg2283">
              <a:extLst>
                <a:ext uri="{FF2B5EF4-FFF2-40B4-BE49-F238E27FC236}">
                  <a16:creationId xmlns:a16="http://schemas.microsoft.com/office/drawing/2014/main" id="{BDE4BDE1-EE38-DCAB-5539-15883F0D1DF0}"/>
                </a:ext>
              </a:extLst>
            </p:cNvPr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4" name="pg2284">
              <a:extLst>
                <a:ext uri="{FF2B5EF4-FFF2-40B4-BE49-F238E27FC236}">
                  <a16:creationId xmlns:a16="http://schemas.microsoft.com/office/drawing/2014/main" id="{54DAFA31-DBDB-0A61-7949-5368DF9C6A62}"/>
                </a:ext>
              </a:extLst>
            </p:cNvPr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5" name="pg2285">
              <a:extLst>
                <a:ext uri="{FF2B5EF4-FFF2-40B4-BE49-F238E27FC236}">
                  <a16:creationId xmlns:a16="http://schemas.microsoft.com/office/drawing/2014/main" id="{3EBD46F0-1286-60F9-A140-F5CDD32203D2}"/>
                </a:ext>
              </a:extLst>
            </p:cNvPr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6" name="pg2286">
              <a:extLst>
                <a:ext uri="{FF2B5EF4-FFF2-40B4-BE49-F238E27FC236}">
                  <a16:creationId xmlns:a16="http://schemas.microsoft.com/office/drawing/2014/main" id="{467330A6-395A-49D3-3115-B8B10FFA94AB}"/>
                </a:ext>
              </a:extLst>
            </p:cNvPr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7" name="pg2287">
              <a:extLst>
                <a:ext uri="{FF2B5EF4-FFF2-40B4-BE49-F238E27FC236}">
                  <a16:creationId xmlns:a16="http://schemas.microsoft.com/office/drawing/2014/main" id="{2DE0D4F2-384E-65EF-1DF6-8CB72D397DEB}"/>
                </a:ext>
              </a:extLst>
            </p:cNvPr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8" name="pg2288">
              <a:extLst>
                <a:ext uri="{FF2B5EF4-FFF2-40B4-BE49-F238E27FC236}">
                  <a16:creationId xmlns:a16="http://schemas.microsoft.com/office/drawing/2014/main" id="{60AC973D-7EF7-9CAE-2606-8FF7BFBBAE20}"/>
                </a:ext>
              </a:extLst>
            </p:cNvPr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9" name="pg2289">
              <a:extLst>
                <a:ext uri="{FF2B5EF4-FFF2-40B4-BE49-F238E27FC236}">
                  <a16:creationId xmlns:a16="http://schemas.microsoft.com/office/drawing/2014/main" id="{DDB424A1-18CB-CCDF-2FD2-21A720C8B2E3}"/>
                </a:ext>
              </a:extLst>
            </p:cNvPr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0" name="pg2290">
              <a:extLst>
                <a:ext uri="{FF2B5EF4-FFF2-40B4-BE49-F238E27FC236}">
                  <a16:creationId xmlns:a16="http://schemas.microsoft.com/office/drawing/2014/main" id="{508012C3-5A3F-A6EE-F100-F9F915EB94C4}"/>
                </a:ext>
              </a:extLst>
            </p:cNvPr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1" name="pg2291">
              <a:extLst>
                <a:ext uri="{FF2B5EF4-FFF2-40B4-BE49-F238E27FC236}">
                  <a16:creationId xmlns:a16="http://schemas.microsoft.com/office/drawing/2014/main" id="{FA5D4FEB-3CFC-58BB-9245-998A5E2974BC}"/>
                </a:ext>
              </a:extLst>
            </p:cNvPr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2" name="pg2292">
              <a:extLst>
                <a:ext uri="{FF2B5EF4-FFF2-40B4-BE49-F238E27FC236}">
                  <a16:creationId xmlns:a16="http://schemas.microsoft.com/office/drawing/2014/main" id="{2A31DD7D-CB6A-038C-7536-E92262D5667C}"/>
                </a:ext>
              </a:extLst>
            </p:cNvPr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3" name="pg2293">
              <a:extLst>
                <a:ext uri="{FF2B5EF4-FFF2-40B4-BE49-F238E27FC236}">
                  <a16:creationId xmlns:a16="http://schemas.microsoft.com/office/drawing/2014/main" id="{EC26565D-4D41-C18E-75ED-42261E458207}"/>
                </a:ext>
              </a:extLst>
            </p:cNvPr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4" name="pg2294">
              <a:extLst>
                <a:ext uri="{FF2B5EF4-FFF2-40B4-BE49-F238E27FC236}">
                  <a16:creationId xmlns:a16="http://schemas.microsoft.com/office/drawing/2014/main" id="{27C8BA10-F989-3690-5810-44B933F42884}"/>
                </a:ext>
              </a:extLst>
            </p:cNvPr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5" name="pg2295">
              <a:extLst>
                <a:ext uri="{FF2B5EF4-FFF2-40B4-BE49-F238E27FC236}">
                  <a16:creationId xmlns:a16="http://schemas.microsoft.com/office/drawing/2014/main" id="{A73B4101-104B-6B98-AA8F-8E5186A58958}"/>
                </a:ext>
              </a:extLst>
            </p:cNvPr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6" name="pg2296">
              <a:extLst>
                <a:ext uri="{FF2B5EF4-FFF2-40B4-BE49-F238E27FC236}">
                  <a16:creationId xmlns:a16="http://schemas.microsoft.com/office/drawing/2014/main" id="{A7CD6039-3A13-773A-ACAA-7B45AD34BAA8}"/>
                </a:ext>
              </a:extLst>
            </p:cNvPr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7" name="pg2297">
              <a:extLst>
                <a:ext uri="{FF2B5EF4-FFF2-40B4-BE49-F238E27FC236}">
                  <a16:creationId xmlns:a16="http://schemas.microsoft.com/office/drawing/2014/main" id="{7C60F9E0-11A8-3783-0999-6ADDFADE848F}"/>
                </a:ext>
              </a:extLst>
            </p:cNvPr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8" name="pg2298">
              <a:extLst>
                <a:ext uri="{FF2B5EF4-FFF2-40B4-BE49-F238E27FC236}">
                  <a16:creationId xmlns:a16="http://schemas.microsoft.com/office/drawing/2014/main" id="{E1CB0AE8-7FDD-840C-E62E-B224238358AE}"/>
                </a:ext>
              </a:extLst>
            </p:cNvPr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9" name="pg2299">
              <a:extLst>
                <a:ext uri="{FF2B5EF4-FFF2-40B4-BE49-F238E27FC236}">
                  <a16:creationId xmlns:a16="http://schemas.microsoft.com/office/drawing/2014/main" id="{6A7E0D07-6011-D0A5-AADE-EC4884C27011}"/>
                </a:ext>
              </a:extLst>
            </p:cNvPr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0" name="pg2300">
              <a:extLst>
                <a:ext uri="{FF2B5EF4-FFF2-40B4-BE49-F238E27FC236}">
                  <a16:creationId xmlns:a16="http://schemas.microsoft.com/office/drawing/2014/main" id="{018BD88D-FD33-0442-A6C0-D24109F7C222}"/>
                </a:ext>
              </a:extLst>
            </p:cNvPr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1" name="pg2301">
              <a:extLst>
                <a:ext uri="{FF2B5EF4-FFF2-40B4-BE49-F238E27FC236}">
                  <a16:creationId xmlns:a16="http://schemas.microsoft.com/office/drawing/2014/main" id="{98DF5402-CEC3-52DD-DAB6-7C9EB26EB88F}"/>
                </a:ext>
              </a:extLst>
            </p:cNvPr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2" name="pg2302">
              <a:extLst>
                <a:ext uri="{FF2B5EF4-FFF2-40B4-BE49-F238E27FC236}">
                  <a16:creationId xmlns:a16="http://schemas.microsoft.com/office/drawing/2014/main" id="{CB29F938-A66D-2B2C-7CB2-E4E9E609D8D2}"/>
                </a:ext>
              </a:extLst>
            </p:cNvPr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3" name="pg2303">
              <a:extLst>
                <a:ext uri="{FF2B5EF4-FFF2-40B4-BE49-F238E27FC236}">
                  <a16:creationId xmlns:a16="http://schemas.microsoft.com/office/drawing/2014/main" id="{278B02D7-0A5D-F7A4-3C84-DF1470B0D6DA}"/>
                </a:ext>
              </a:extLst>
            </p:cNvPr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4" name="pg2304">
              <a:extLst>
                <a:ext uri="{FF2B5EF4-FFF2-40B4-BE49-F238E27FC236}">
                  <a16:creationId xmlns:a16="http://schemas.microsoft.com/office/drawing/2014/main" id="{A7409079-A1EA-EAA1-3196-5557055CB306}"/>
                </a:ext>
              </a:extLst>
            </p:cNvPr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5" name="pg2305">
              <a:extLst>
                <a:ext uri="{FF2B5EF4-FFF2-40B4-BE49-F238E27FC236}">
                  <a16:creationId xmlns:a16="http://schemas.microsoft.com/office/drawing/2014/main" id="{05A827DC-08DA-B0B1-C864-00F94FCA4A7B}"/>
                </a:ext>
              </a:extLst>
            </p:cNvPr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6" name="pg2306">
              <a:extLst>
                <a:ext uri="{FF2B5EF4-FFF2-40B4-BE49-F238E27FC236}">
                  <a16:creationId xmlns:a16="http://schemas.microsoft.com/office/drawing/2014/main" id="{D8D439F3-DD52-BEE5-F83E-0DA84750A90F}"/>
                </a:ext>
              </a:extLst>
            </p:cNvPr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7" name="pg2307">
              <a:extLst>
                <a:ext uri="{FF2B5EF4-FFF2-40B4-BE49-F238E27FC236}">
                  <a16:creationId xmlns:a16="http://schemas.microsoft.com/office/drawing/2014/main" id="{49AFE08B-8F9D-00BF-A431-3B494078F628}"/>
                </a:ext>
              </a:extLst>
            </p:cNvPr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8" name="pg2308">
              <a:extLst>
                <a:ext uri="{FF2B5EF4-FFF2-40B4-BE49-F238E27FC236}">
                  <a16:creationId xmlns:a16="http://schemas.microsoft.com/office/drawing/2014/main" id="{3ED869A1-B6AE-40E0-7F63-62F20333AAEF}"/>
                </a:ext>
              </a:extLst>
            </p:cNvPr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9" name="pg2309">
              <a:extLst>
                <a:ext uri="{FF2B5EF4-FFF2-40B4-BE49-F238E27FC236}">
                  <a16:creationId xmlns:a16="http://schemas.microsoft.com/office/drawing/2014/main" id="{C4684939-B772-8CC2-7B58-E28090F73A5A}"/>
                </a:ext>
              </a:extLst>
            </p:cNvPr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0" name="pg2310">
              <a:extLst>
                <a:ext uri="{FF2B5EF4-FFF2-40B4-BE49-F238E27FC236}">
                  <a16:creationId xmlns:a16="http://schemas.microsoft.com/office/drawing/2014/main" id="{3070516E-897A-3E58-0FA8-FADCC454A947}"/>
                </a:ext>
              </a:extLst>
            </p:cNvPr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1" name="pg2311">
              <a:extLst>
                <a:ext uri="{FF2B5EF4-FFF2-40B4-BE49-F238E27FC236}">
                  <a16:creationId xmlns:a16="http://schemas.microsoft.com/office/drawing/2014/main" id="{F2E4579B-CF10-80AF-69C6-F6CF01E870F1}"/>
                </a:ext>
              </a:extLst>
            </p:cNvPr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2" name="pg2312">
              <a:extLst>
                <a:ext uri="{FF2B5EF4-FFF2-40B4-BE49-F238E27FC236}">
                  <a16:creationId xmlns:a16="http://schemas.microsoft.com/office/drawing/2014/main" id="{5D8A407B-8DD3-F4D4-F424-5E1049C91F8F}"/>
                </a:ext>
              </a:extLst>
            </p:cNvPr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3" name="pg2313">
              <a:extLst>
                <a:ext uri="{FF2B5EF4-FFF2-40B4-BE49-F238E27FC236}">
                  <a16:creationId xmlns:a16="http://schemas.microsoft.com/office/drawing/2014/main" id="{5B354FA1-4E50-CBE8-A2D7-D76EA1A4A1AB}"/>
                </a:ext>
              </a:extLst>
            </p:cNvPr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4" name="pg2314">
              <a:extLst>
                <a:ext uri="{FF2B5EF4-FFF2-40B4-BE49-F238E27FC236}">
                  <a16:creationId xmlns:a16="http://schemas.microsoft.com/office/drawing/2014/main" id="{EEEAA96B-A632-56DE-4168-C1390E409FA5}"/>
                </a:ext>
              </a:extLst>
            </p:cNvPr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5" name="pg2315">
              <a:extLst>
                <a:ext uri="{FF2B5EF4-FFF2-40B4-BE49-F238E27FC236}">
                  <a16:creationId xmlns:a16="http://schemas.microsoft.com/office/drawing/2014/main" id="{3A4DFA98-D724-BEE2-D685-1B2D2C626112}"/>
                </a:ext>
              </a:extLst>
            </p:cNvPr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6" name="pg2316">
              <a:extLst>
                <a:ext uri="{FF2B5EF4-FFF2-40B4-BE49-F238E27FC236}">
                  <a16:creationId xmlns:a16="http://schemas.microsoft.com/office/drawing/2014/main" id="{766DF5BD-1F86-CF81-9296-5C4A1413D376}"/>
                </a:ext>
              </a:extLst>
            </p:cNvPr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7" name="pg2317">
              <a:extLst>
                <a:ext uri="{FF2B5EF4-FFF2-40B4-BE49-F238E27FC236}">
                  <a16:creationId xmlns:a16="http://schemas.microsoft.com/office/drawing/2014/main" id="{BB573A3D-9D35-1AF2-29EC-639D87F45AA6}"/>
                </a:ext>
              </a:extLst>
            </p:cNvPr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8" name="pg2318">
              <a:extLst>
                <a:ext uri="{FF2B5EF4-FFF2-40B4-BE49-F238E27FC236}">
                  <a16:creationId xmlns:a16="http://schemas.microsoft.com/office/drawing/2014/main" id="{818010F0-7BA0-521A-5C6E-C0C17CFC9BDA}"/>
                </a:ext>
              </a:extLst>
            </p:cNvPr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9" name="pg2319">
              <a:extLst>
                <a:ext uri="{FF2B5EF4-FFF2-40B4-BE49-F238E27FC236}">
                  <a16:creationId xmlns:a16="http://schemas.microsoft.com/office/drawing/2014/main" id="{E9D37469-ABE1-4546-1744-73DC4A875090}"/>
                </a:ext>
              </a:extLst>
            </p:cNvPr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0" name="pg2320">
              <a:extLst>
                <a:ext uri="{FF2B5EF4-FFF2-40B4-BE49-F238E27FC236}">
                  <a16:creationId xmlns:a16="http://schemas.microsoft.com/office/drawing/2014/main" id="{EB31FED2-665F-B9A0-2BE3-25F5D67038BF}"/>
                </a:ext>
              </a:extLst>
            </p:cNvPr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1" name="pg2321">
              <a:extLst>
                <a:ext uri="{FF2B5EF4-FFF2-40B4-BE49-F238E27FC236}">
                  <a16:creationId xmlns:a16="http://schemas.microsoft.com/office/drawing/2014/main" id="{DFB93D14-2812-F271-1FAF-F09FFB92FCD2}"/>
                </a:ext>
              </a:extLst>
            </p:cNvPr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2" name="pg2322">
              <a:extLst>
                <a:ext uri="{FF2B5EF4-FFF2-40B4-BE49-F238E27FC236}">
                  <a16:creationId xmlns:a16="http://schemas.microsoft.com/office/drawing/2014/main" id="{6BD3094F-4A71-EBD9-5C4C-2B491F6340A1}"/>
                </a:ext>
              </a:extLst>
            </p:cNvPr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3" name="pg2323">
              <a:extLst>
                <a:ext uri="{FF2B5EF4-FFF2-40B4-BE49-F238E27FC236}">
                  <a16:creationId xmlns:a16="http://schemas.microsoft.com/office/drawing/2014/main" id="{1C745F81-8348-F7C1-614E-188290FF1CB0}"/>
                </a:ext>
              </a:extLst>
            </p:cNvPr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4" name="pg2324">
              <a:extLst>
                <a:ext uri="{FF2B5EF4-FFF2-40B4-BE49-F238E27FC236}">
                  <a16:creationId xmlns:a16="http://schemas.microsoft.com/office/drawing/2014/main" id="{41386488-0403-0208-57A7-EDA3E3933610}"/>
                </a:ext>
              </a:extLst>
            </p:cNvPr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5" name="pg2325">
              <a:extLst>
                <a:ext uri="{FF2B5EF4-FFF2-40B4-BE49-F238E27FC236}">
                  <a16:creationId xmlns:a16="http://schemas.microsoft.com/office/drawing/2014/main" id="{8018C159-005D-E788-C28E-8A303E166F5E}"/>
                </a:ext>
              </a:extLst>
            </p:cNvPr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6" name="pg2326">
              <a:extLst>
                <a:ext uri="{FF2B5EF4-FFF2-40B4-BE49-F238E27FC236}">
                  <a16:creationId xmlns:a16="http://schemas.microsoft.com/office/drawing/2014/main" id="{0FE11D07-1ECB-C90C-47D6-4C0D13143F4F}"/>
                </a:ext>
              </a:extLst>
            </p:cNvPr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7" name="pg2327">
              <a:extLst>
                <a:ext uri="{FF2B5EF4-FFF2-40B4-BE49-F238E27FC236}">
                  <a16:creationId xmlns:a16="http://schemas.microsoft.com/office/drawing/2014/main" id="{DB5ECDC4-F2EB-3A25-7D33-588EAB1D9A28}"/>
                </a:ext>
              </a:extLst>
            </p:cNvPr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8" name="pg2328">
              <a:extLst>
                <a:ext uri="{FF2B5EF4-FFF2-40B4-BE49-F238E27FC236}">
                  <a16:creationId xmlns:a16="http://schemas.microsoft.com/office/drawing/2014/main" id="{CE81B551-D259-2867-3287-45AAA2783F04}"/>
                </a:ext>
              </a:extLst>
            </p:cNvPr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9" name="pg2329">
              <a:extLst>
                <a:ext uri="{FF2B5EF4-FFF2-40B4-BE49-F238E27FC236}">
                  <a16:creationId xmlns:a16="http://schemas.microsoft.com/office/drawing/2014/main" id="{E57A6C82-20B3-FCE2-1BB6-EFD46B178AC4}"/>
                </a:ext>
              </a:extLst>
            </p:cNvPr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0" name="pg2330">
              <a:extLst>
                <a:ext uri="{FF2B5EF4-FFF2-40B4-BE49-F238E27FC236}">
                  <a16:creationId xmlns:a16="http://schemas.microsoft.com/office/drawing/2014/main" id="{12C8B7A6-8BC0-1EB0-C901-F80DE1D470D2}"/>
                </a:ext>
              </a:extLst>
            </p:cNvPr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1" name="pg2331">
              <a:extLst>
                <a:ext uri="{FF2B5EF4-FFF2-40B4-BE49-F238E27FC236}">
                  <a16:creationId xmlns:a16="http://schemas.microsoft.com/office/drawing/2014/main" id="{369F485D-3AB2-3D79-F9FF-A34310D1F0BC}"/>
                </a:ext>
              </a:extLst>
            </p:cNvPr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2" name="pg2332">
              <a:extLst>
                <a:ext uri="{FF2B5EF4-FFF2-40B4-BE49-F238E27FC236}">
                  <a16:creationId xmlns:a16="http://schemas.microsoft.com/office/drawing/2014/main" id="{6E5943A4-6A65-024A-8C2A-AF239EB1E605}"/>
                </a:ext>
              </a:extLst>
            </p:cNvPr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3" name="pg2333">
              <a:extLst>
                <a:ext uri="{FF2B5EF4-FFF2-40B4-BE49-F238E27FC236}">
                  <a16:creationId xmlns:a16="http://schemas.microsoft.com/office/drawing/2014/main" id="{3F6FB87C-EE09-B8FF-248C-3B0ACD0B9265}"/>
                </a:ext>
              </a:extLst>
            </p:cNvPr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4" name="pg2334">
              <a:extLst>
                <a:ext uri="{FF2B5EF4-FFF2-40B4-BE49-F238E27FC236}">
                  <a16:creationId xmlns:a16="http://schemas.microsoft.com/office/drawing/2014/main" id="{B0EFEED7-7B08-AA43-8A93-89248D1DFD96}"/>
                </a:ext>
              </a:extLst>
            </p:cNvPr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5" name="pg2335">
              <a:extLst>
                <a:ext uri="{FF2B5EF4-FFF2-40B4-BE49-F238E27FC236}">
                  <a16:creationId xmlns:a16="http://schemas.microsoft.com/office/drawing/2014/main" id="{C1E6849C-B098-F534-EFE2-56246345AA4B}"/>
                </a:ext>
              </a:extLst>
            </p:cNvPr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6" name="pg2336">
              <a:extLst>
                <a:ext uri="{FF2B5EF4-FFF2-40B4-BE49-F238E27FC236}">
                  <a16:creationId xmlns:a16="http://schemas.microsoft.com/office/drawing/2014/main" id="{2F7329BF-737E-DAB8-75EA-B4227AEB4343}"/>
                </a:ext>
              </a:extLst>
            </p:cNvPr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7" name="pg2337">
              <a:extLst>
                <a:ext uri="{FF2B5EF4-FFF2-40B4-BE49-F238E27FC236}">
                  <a16:creationId xmlns:a16="http://schemas.microsoft.com/office/drawing/2014/main" id="{154C74EB-4C3B-8AC7-C252-5DFC9A89757D}"/>
                </a:ext>
              </a:extLst>
            </p:cNvPr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8" name="pg2338">
              <a:extLst>
                <a:ext uri="{FF2B5EF4-FFF2-40B4-BE49-F238E27FC236}">
                  <a16:creationId xmlns:a16="http://schemas.microsoft.com/office/drawing/2014/main" id="{DD31232C-F609-F052-14AA-0EC220FEA613}"/>
                </a:ext>
              </a:extLst>
            </p:cNvPr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9" name="pg2339">
              <a:extLst>
                <a:ext uri="{FF2B5EF4-FFF2-40B4-BE49-F238E27FC236}">
                  <a16:creationId xmlns:a16="http://schemas.microsoft.com/office/drawing/2014/main" id="{61835A8D-8E7A-A616-0B1E-5A2C676C34E3}"/>
                </a:ext>
              </a:extLst>
            </p:cNvPr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0" name="pg2340">
              <a:extLst>
                <a:ext uri="{FF2B5EF4-FFF2-40B4-BE49-F238E27FC236}">
                  <a16:creationId xmlns:a16="http://schemas.microsoft.com/office/drawing/2014/main" id="{9C217EE9-9C8C-D76E-7F3F-4C270DB040A4}"/>
                </a:ext>
              </a:extLst>
            </p:cNvPr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1" name="pg2341">
              <a:extLst>
                <a:ext uri="{FF2B5EF4-FFF2-40B4-BE49-F238E27FC236}">
                  <a16:creationId xmlns:a16="http://schemas.microsoft.com/office/drawing/2014/main" id="{89AF94CA-86ED-9A54-36E2-ABA2EA2B6DAA}"/>
                </a:ext>
              </a:extLst>
            </p:cNvPr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2" name="pg2342">
              <a:extLst>
                <a:ext uri="{FF2B5EF4-FFF2-40B4-BE49-F238E27FC236}">
                  <a16:creationId xmlns:a16="http://schemas.microsoft.com/office/drawing/2014/main" id="{6962FB51-90D2-A183-9E0A-2CFBFCD6AEE6}"/>
                </a:ext>
              </a:extLst>
            </p:cNvPr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3" name="pg2343">
              <a:extLst>
                <a:ext uri="{FF2B5EF4-FFF2-40B4-BE49-F238E27FC236}">
                  <a16:creationId xmlns:a16="http://schemas.microsoft.com/office/drawing/2014/main" id="{6811BCD2-FF8B-3E19-0774-886785ECEC59}"/>
                </a:ext>
              </a:extLst>
            </p:cNvPr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4" name="pg2344">
              <a:extLst>
                <a:ext uri="{FF2B5EF4-FFF2-40B4-BE49-F238E27FC236}">
                  <a16:creationId xmlns:a16="http://schemas.microsoft.com/office/drawing/2014/main" id="{F75D96AB-AAD7-A645-0E72-0E2FA05B1378}"/>
                </a:ext>
              </a:extLst>
            </p:cNvPr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5" name="pg2345">
              <a:extLst>
                <a:ext uri="{FF2B5EF4-FFF2-40B4-BE49-F238E27FC236}">
                  <a16:creationId xmlns:a16="http://schemas.microsoft.com/office/drawing/2014/main" id="{3F78EFED-25E6-ED13-DDD9-66EC82891E99}"/>
                </a:ext>
              </a:extLst>
            </p:cNvPr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6" name="pg2346">
              <a:extLst>
                <a:ext uri="{FF2B5EF4-FFF2-40B4-BE49-F238E27FC236}">
                  <a16:creationId xmlns:a16="http://schemas.microsoft.com/office/drawing/2014/main" id="{27651075-1C1D-BF1E-4427-57C5B092A72D}"/>
                </a:ext>
              </a:extLst>
            </p:cNvPr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7" name="pg2347">
              <a:extLst>
                <a:ext uri="{FF2B5EF4-FFF2-40B4-BE49-F238E27FC236}">
                  <a16:creationId xmlns:a16="http://schemas.microsoft.com/office/drawing/2014/main" id="{890CC0B5-13A1-63B3-E28D-12D08140938A}"/>
                </a:ext>
              </a:extLst>
            </p:cNvPr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8" name="pg2348">
              <a:extLst>
                <a:ext uri="{FF2B5EF4-FFF2-40B4-BE49-F238E27FC236}">
                  <a16:creationId xmlns:a16="http://schemas.microsoft.com/office/drawing/2014/main" id="{1C671EE5-F38E-F5BF-16AE-76EDFB4C4298}"/>
                </a:ext>
              </a:extLst>
            </p:cNvPr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9" name="pg2349">
              <a:extLst>
                <a:ext uri="{FF2B5EF4-FFF2-40B4-BE49-F238E27FC236}">
                  <a16:creationId xmlns:a16="http://schemas.microsoft.com/office/drawing/2014/main" id="{6DB8F9FE-2DC5-D92C-EF97-7A65D58DE344}"/>
                </a:ext>
              </a:extLst>
            </p:cNvPr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0" name="pg2350">
              <a:extLst>
                <a:ext uri="{FF2B5EF4-FFF2-40B4-BE49-F238E27FC236}">
                  <a16:creationId xmlns:a16="http://schemas.microsoft.com/office/drawing/2014/main" id="{D21E44B3-DACA-1D5F-C819-91BB46D680F0}"/>
                </a:ext>
              </a:extLst>
            </p:cNvPr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1" name="pg2351">
              <a:extLst>
                <a:ext uri="{FF2B5EF4-FFF2-40B4-BE49-F238E27FC236}">
                  <a16:creationId xmlns:a16="http://schemas.microsoft.com/office/drawing/2014/main" id="{C6246AB9-3110-654D-76E6-D313AE0E694B}"/>
                </a:ext>
              </a:extLst>
            </p:cNvPr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2" name="pg2352">
              <a:extLst>
                <a:ext uri="{FF2B5EF4-FFF2-40B4-BE49-F238E27FC236}">
                  <a16:creationId xmlns:a16="http://schemas.microsoft.com/office/drawing/2014/main" id="{52B90D02-2627-78D9-7239-15A9C1A3D6C4}"/>
                </a:ext>
              </a:extLst>
            </p:cNvPr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3" name="pg2353">
              <a:extLst>
                <a:ext uri="{FF2B5EF4-FFF2-40B4-BE49-F238E27FC236}">
                  <a16:creationId xmlns:a16="http://schemas.microsoft.com/office/drawing/2014/main" id="{035FD627-8067-4D5F-59B3-5958BB37E542}"/>
                </a:ext>
              </a:extLst>
            </p:cNvPr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4" name="pg2354">
              <a:extLst>
                <a:ext uri="{FF2B5EF4-FFF2-40B4-BE49-F238E27FC236}">
                  <a16:creationId xmlns:a16="http://schemas.microsoft.com/office/drawing/2014/main" id="{A1FAEF5F-1240-4278-591C-F53578DB2C70}"/>
                </a:ext>
              </a:extLst>
            </p:cNvPr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5" name="pg2355">
              <a:extLst>
                <a:ext uri="{FF2B5EF4-FFF2-40B4-BE49-F238E27FC236}">
                  <a16:creationId xmlns:a16="http://schemas.microsoft.com/office/drawing/2014/main" id="{31E9C6F3-D745-8549-6869-D4E93791CE47}"/>
                </a:ext>
              </a:extLst>
            </p:cNvPr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6" name="pg2356">
              <a:extLst>
                <a:ext uri="{FF2B5EF4-FFF2-40B4-BE49-F238E27FC236}">
                  <a16:creationId xmlns:a16="http://schemas.microsoft.com/office/drawing/2014/main" id="{8A79E1DB-F335-0892-DA4B-2C13E205BA1C}"/>
                </a:ext>
              </a:extLst>
            </p:cNvPr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7" name="pg2357">
              <a:extLst>
                <a:ext uri="{FF2B5EF4-FFF2-40B4-BE49-F238E27FC236}">
                  <a16:creationId xmlns:a16="http://schemas.microsoft.com/office/drawing/2014/main" id="{D771C4F0-8FF6-5069-0FC6-3C001360D7A7}"/>
                </a:ext>
              </a:extLst>
            </p:cNvPr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8" name="pg2358">
              <a:extLst>
                <a:ext uri="{FF2B5EF4-FFF2-40B4-BE49-F238E27FC236}">
                  <a16:creationId xmlns:a16="http://schemas.microsoft.com/office/drawing/2014/main" id="{93EA45BC-B7ED-1E8E-A784-D8192E893357}"/>
                </a:ext>
              </a:extLst>
            </p:cNvPr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9" name="pg2359">
              <a:extLst>
                <a:ext uri="{FF2B5EF4-FFF2-40B4-BE49-F238E27FC236}">
                  <a16:creationId xmlns:a16="http://schemas.microsoft.com/office/drawing/2014/main" id="{E3F7F975-1E0E-97C3-0B28-969303E0B68B}"/>
                </a:ext>
              </a:extLst>
            </p:cNvPr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0" name="pg2360">
              <a:extLst>
                <a:ext uri="{FF2B5EF4-FFF2-40B4-BE49-F238E27FC236}">
                  <a16:creationId xmlns:a16="http://schemas.microsoft.com/office/drawing/2014/main" id="{74F258F0-18E7-428C-92A9-1F30FCACD451}"/>
                </a:ext>
              </a:extLst>
            </p:cNvPr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1" name="pg2361">
              <a:extLst>
                <a:ext uri="{FF2B5EF4-FFF2-40B4-BE49-F238E27FC236}">
                  <a16:creationId xmlns:a16="http://schemas.microsoft.com/office/drawing/2014/main" id="{C52B86CD-0275-3BA0-92B7-21B7D6D792D4}"/>
                </a:ext>
              </a:extLst>
            </p:cNvPr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2" name="pg2362">
              <a:extLst>
                <a:ext uri="{FF2B5EF4-FFF2-40B4-BE49-F238E27FC236}">
                  <a16:creationId xmlns:a16="http://schemas.microsoft.com/office/drawing/2014/main" id="{B456B37E-6B3D-A56E-4D6D-DF81DD03A7F7}"/>
                </a:ext>
              </a:extLst>
            </p:cNvPr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3" name="pg2363">
              <a:extLst>
                <a:ext uri="{FF2B5EF4-FFF2-40B4-BE49-F238E27FC236}">
                  <a16:creationId xmlns:a16="http://schemas.microsoft.com/office/drawing/2014/main" id="{69B7366B-EBBB-D05A-610C-DFDF383BE60E}"/>
                </a:ext>
              </a:extLst>
            </p:cNvPr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4" name="pg2364">
              <a:extLst>
                <a:ext uri="{FF2B5EF4-FFF2-40B4-BE49-F238E27FC236}">
                  <a16:creationId xmlns:a16="http://schemas.microsoft.com/office/drawing/2014/main" id="{9F409226-0562-65A7-3DBA-9F1189AFEB96}"/>
                </a:ext>
              </a:extLst>
            </p:cNvPr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5" name="pg2365">
              <a:extLst>
                <a:ext uri="{FF2B5EF4-FFF2-40B4-BE49-F238E27FC236}">
                  <a16:creationId xmlns:a16="http://schemas.microsoft.com/office/drawing/2014/main" id="{BAC32BDD-FEFF-6E52-F35A-A21424AA1283}"/>
                </a:ext>
              </a:extLst>
            </p:cNvPr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6" name="pg2366">
              <a:extLst>
                <a:ext uri="{FF2B5EF4-FFF2-40B4-BE49-F238E27FC236}">
                  <a16:creationId xmlns:a16="http://schemas.microsoft.com/office/drawing/2014/main" id="{A564810E-E0A7-ED55-B469-17A7F5DD7CBA}"/>
                </a:ext>
              </a:extLst>
            </p:cNvPr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7" name="pg2367">
              <a:extLst>
                <a:ext uri="{FF2B5EF4-FFF2-40B4-BE49-F238E27FC236}">
                  <a16:creationId xmlns:a16="http://schemas.microsoft.com/office/drawing/2014/main" id="{83F4861A-6758-CE4F-1DAC-15A42F290397}"/>
                </a:ext>
              </a:extLst>
            </p:cNvPr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8" name="pg2368">
              <a:extLst>
                <a:ext uri="{FF2B5EF4-FFF2-40B4-BE49-F238E27FC236}">
                  <a16:creationId xmlns:a16="http://schemas.microsoft.com/office/drawing/2014/main" id="{CE8307F6-4DB5-1463-2E9A-E51BB4E881F4}"/>
                </a:ext>
              </a:extLst>
            </p:cNvPr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9" name="pg2369">
              <a:extLst>
                <a:ext uri="{FF2B5EF4-FFF2-40B4-BE49-F238E27FC236}">
                  <a16:creationId xmlns:a16="http://schemas.microsoft.com/office/drawing/2014/main" id="{A67DBB79-3F52-47B0-96A9-41D59E0BE250}"/>
                </a:ext>
              </a:extLst>
            </p:cNvPr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0" name="pg2370">
              <a:extLst>
                <a:ext uri="{FF2B5EF4-FFF2-40B4-BE49-F238E27FC236}">
                  <a16:creationId xmlns:a16="http://schemas.microsoft.com/office/drawing/2014/main" id="{9A4EB839-8640-11F7-F1D3-0A5AA1E358CF}"/>
                </a:ext>
              </a:extLst>
            </p:cNvPr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1" name="pg2371">
              <a:extLst>
                <a:ext uri="{FF2B5EF4-FFF2-40B4-BE49-F238E27FC236}">
                  <a16:creationId xmlns:a16="http://schemas.microsoft.com/office/drawing/2014/main" id="{49D25A38-D852-625D-68D9-BF3D6D6AF5B9}"/>
                </a:ext>
              </a:extLst>
            </p:cNvPr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2" name="pg2372">
              <a:extLst>
                <a:ext uri="{FF2B5EF4-FFF2-40B4-BE49-F238E27FC236}">
                  <a16:creationId xmlns:a16="http://schemas.microsoft.com/office/drawing/2014/main" id="{E4235878-904C-E0FB-AAA6-0DB66B8B60F0}"/>
                </a:ext>
              </a:extLst>
            </p:cNvPr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3" name="pg2373">
              <a:extLst>
                <a:ext uri="{FF2B5EF4-FFF2-40B4-BE49-F238E27FC236}">
                  <a16:creationId xmlns:a16="http://schemas.microsoft.com/office/drawing/2014/main" id="{C9D26E09-D716-1BF5-0972-258FF62BD66B}"/>
                </a:ext>
              </a:extLst>
            </p:cNvPr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4" name="pg2374">
              <a:extLst>
                <a:ext uri="{FF2B5EF4-FFF2-40B4-BE49-F238E27FC236}">
                  <a16:creationId xmlns:a16="http://schemas.microsoft.com/office/drawing/2014/main" id="{081837F3-B0ED-A7B9-ABE0-A8738FCEE231}"/>
                </a:ext>
              </a:extLst>
            </p:cNvPr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5" name="pg2375">
              <a:extLst>
                <a:ext uri="{FF2B5EF4-FFF2-40B4-BE49-F238E27FC236}">
                  <a16:creationId xmlns:a16="http://schemas.microsoft.com/office/drawing/2014/main" id="{CFBB0097-BACC-1448-7187-F2BBA300ACC1}"/>
                </a:ext>
              </a:extLst>
            </p:cNvPr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6" name="pg2376">
              <a:extLst>
                <a:ext uri="{FF2B5EF4-FFF2-40B4-BE49-F238E27FC236}">
                  <a16:creationId xmlns:a16="http://schemas.microsoft.com/office/drawing/2014/main" id="{AAA2072B-BD33-C313-8E44-07A200E683CA}"/>
                </a:ext>
              </a:extLst>
            </p:cNvPr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7" name="pg2377">
              <a:extLst>
                <a:ext uri="{FF2B5EF4-FFF2-40B4-BE49-F238E27FC236}">
                  <a16:creationId xmlns:a16="http://schemas.microsoft.com/office/drawing/2014/main" id="{390B257A-F388-7EB1-A084-8BD8862E0ECE}"/>
                </a:ext>
              </a:extLst>
            </p:cNvPr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8" name="pg2378">
              <a:extLst>
                <a:ext uri="{FF2B5EF4-FFF2-40B4-BE49-F238E27FC236}">
                  <a16:creationId xmlns:a16="http://schemas.microsoft.com/office/drawing/2014/main" id="{8608F2D5-5DBC-1C27-7F3A-74E2BE355B8A}"/>
                </a:ext>
              </a:extLst>
            </p:cNvPr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9" name="pg2379">
              <a:extLst>
                <a:ext uri="{FF2B5EF4-FFF2-40B4-BE49-F238E27FC236}">
                  <a16:creationId xmlns:a16="http://schemas.microsoft.com/office/drawing/2014/main" id="{E186264D-6FA0-5E68-A202-79AEBCCFB7C2}"/>
                </a:ext>
              </a:extLst>
            </p:cNvPr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0" name="pg2380">
              <a:extLst>
                <a:ext uri="{FF2B5EF4-FFF2-40B4-BE49-F238E27FC236}">
                  <a16:creationId xmlns:a16="http://schemas.microsoft.com/office/drawing/2014/main" id="{0D3ABAB9-362D-3B40-9FF3-969FC251E8B0}"/>
                </a:ext>
              </a:extLst>
            </p:cNvPr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1" name="pg2381">
              <a:extLst>
                <a:ext uri="{FF2B5EF4-FFF2-40B4-BE49-F238E27FC236}">
                  <a16:creationId xmlns:a16="http://schemas.microsoft.com/office/drawing/2014/main" id="{0DAD7EE4-BE68-4329-3B64-6C44E5CCBD40}"/>
                </a:ext>
              </a:extLst>
            </p:cNvPr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2" name="pg2382">
              <a:extLst>
                <a:ext uri="{FF2B5EF4-FFF2-40B4-BE49-F238E27FC236}">
                  <a16:creationId xmlns:a16="http://schemas.microsoft.com/office/drawing/2014/main" id="{609B2A25-C2A5-E888-4A08-14FA2FA7ADBA}"/>
                </a:ext>
              </a:extLst>
            </p:cNvPr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3" name="pg2383">
              <a:extLst>
                <a:ext uri="{FF2B5EF4-FFF2-40B4-BE49-F238E27FC236}">
                  <a16:creationId xmlns:a16="http://schemas.microsoft.com/office/drawing/2014/main" id="{0E9727DA-1397-08CA-41D7-A6962C730D43}"/>
                </a:ext>
              </a:extLst>
            </p:cNvPr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4" name="pg2384">
              <a:extLst>
                <a:ext uri="{FF2B5EF4-FFF2-40B4-BE49-F238E27FC236}">
                  <a16:creationId xmlns:a16="http://schemas.microsoft.com/office/drawing/2014/main" id="{E626B1F6-E8F9-8D3E-8771-3CD882C46BD0}"/>
                </a:ext>
              </a:extLst>
            </p:cNvPr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5" name="pg2385">
              <a:extLst>
                <a:ext uri="{FF2B5EF4-FFF2-40B4-BE49-F238E27FC236}">
                  <a16:creationId xmlns:a16="http://schemas.microsoft.com/office/drawing/2014/main" id="{15EB262D-4BF9-7C9C-FAFE-35F2FF1971B7}"/>
                </a:ext>
              </a:extLst>
            </p:cNvPr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6" name="pg2386">
              <a:extLst>
                <a:ext uri="{FF2B5EF4-FFF2-40B4-BE49-F238E27FC236}">
                  <a16:creationId xmlns:a16="http://schemas.microsoft.com/office/drawing/2014/main" id="{BDCF135E-E10F-550F-D61E-F99073282B95}"/>
                </a:ext>
              </a:extLst>
            </p:cNvPr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7" name="pg2387">
              <a:extLst>
                <a:ext uri="{FF2B5EF4-FFF2-40B4-BE49-F238E27FC236}">
                  <a16:creationId xmlns:a16="http://schemas.microsoft.com/office/drawing/2014/main" id="{B879D239-84DB-6B8A-F5E1-AA22C80B521E}"/>
                </a:ext>
              </a:extLst>
            </p:cNvPr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8" name="pg2388">
              <a:extLst>
                <a:ext uri="{FF2B5EF4-FFF2-40B4-BE49-F238E27FC236}">
                  <a16:creationId xmlns:a16="http://schemas.microsoft.com/office/drawing/2014/main" id="{03510F9F-C6A4-A923-FAA7-C0154B9A0671}"/>
                </a:ext>
              </a:extLst>
            </p:cNvPr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9" name="pg2389">
              <a:extLst>
                <a:ext uri="{FF2B5EF4-FFF2-40B4-BE49-F238E27FC236}">
                  <a16:creationId xmlns:a16="http://schemas.microsoft.com/office/drawing/2014/main" id="{BC19C4C9-8504-3E88-488B-69B84F8737A4}"/>
                </a:ext>
              </a:extLst>
            </p:cNvPr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0" name="pg2390">
              <a:extLst>
                <a:ext uri="{FF2B5EF4-FFF2-40B4-BE49-F238E27FC236}">
                  <a16:creationId xmlns:a16="http://schemas.microsoft.com/office/drawing/2014/main" id="{D5DE0D8B-59CF-7AC2-4A24-9E61AC3C5F7E}"/>
                </a:ext>
              </a:extLst>
            </p:cNvPr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1" name="pg2391">
              <a:extLst>
                <a:ext uri="{FF2B5EF4-FFF2-40B4-BE49-F238E27FC236}">
                  <a16:creationId xmlns:a16="http://schemas.microsoft.com/office/drawing/2014/main" id="{0A431D28-A8D4-748F-A43D-0DF45DD94A31}"/>
                </a:ext>
              </a:extLst>
            </p:cNvPr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2" name="pg2392">
              <a:extLst>
                <a:ext uri="{FF2B5EF4-FFF2-40B4-BE49-F238E27FC236}">
                  <a16:creationId xmlns:a16="http://schemas.microsoft.com/office/drawing/2014/main" id="{76FB46D9-A82F-4EC2-D8D4-F6D8674D6CD8}"/>
                </a:ext>
              </a:extLst>
            </p:cNvPr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3" name="pg2393">
              <a:extLst>
                <a:ext uri="{FF2B5EF4-FFF2-40B4-BE49-F238E27FC236}">
                  <a16:creationId xmlns:a16="http://schemas.microsoft.com/office/drawing/2014/main" id="{9B9113F8-C4BF-401B-A175-6E91C0C84551}"/>
                </a:ext>
              </a:extLst>
            </p:cNvPr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4" name="pg2394">
              <a:extLst>
                <a:ext uri="{FF2B5EF4-FFF2-40B4-BE49-F238E27FC236}">
                  <a16:creationId xmlns:a16="http://schemas.microsoft.com/office/drawing/2014/main" id="{7AB55729-98C4-9CEE-D56A-DBB6B8AE45E6}"/>
                </a:ext>
              </a:extLst>
            </p:cNvPr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5" name="pg2395">
              <a:extLst>
                <a:ext uri="{FF2B5EF4-FFF2-40B4-BE49-F238E27FC236}">
                  <a16:creationId xmlns:a16="http://schemas.microsoft.com/office/drawing/2014/main" id="{D7ED3A13-8886-E6D9-3AF0-154F078C15A2}"/>
                </a:ext>
              </a:extLst>
            </p:cNvPr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6" name="pg2396">
              <a:extLst>
                <a:ext uri="{FF2B5EF4-FFF2-40B4-BE49-F238E27FC236}">
                  <a16:creationId xmlns:a16="http://schemas.microsoft.com/office/drawing/2014/main" id="{9CF3E49D-CDC7-9B52-12AF-986690D7A2D0}"/>
                </a:ext>
              </a:extLst>
            </p:cNvPr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7" name="pg2397">
              <a:extLst>
                <a:ext uri="{FF2B5EF4-FFF2-40B4-BE49-F238E27FC236}">
                  <a16:creationId xmlns:a16="http://schemas.microsoft.com/office/drawing/2014/main" id="{F27805F7-3B2A-94F4-E875-9E8FEA1B25A0}"/>
                </a:ext>
              </a:extLst>
            </p:cNvPr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8" name="pg2398">
              <a:extLst>
                <a:ext uri="{FF2B5EF4-FFF2-40B4-BE49-F238E27FC236}">
                  <a16:creationId xmlns:a16="http://schemas.microsoft.com/office/drawing/2014/main" id="{832F6228-492F-1F6F-7052-652983BC72E9}"/>
                </a:ext>
              </a:extLst>
            </p:cNvPr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9" name="pg2399">
              <a:extLst>
                <a:ext uri="{FF2B5EF4-FFF2-40B4-BE49-F238E27FC236}">
                  <a16:creationId xmlns:a16="http://schemas.microsoft.com/office/drawing/2014/main" id="{6EDE1DB7-26C7-9970-ACC7-E5DB65125946}"/>
                </a:ext>
              </a:extLst>
            </p:cNvPr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0" name="pg2400">
              <a:extLst>
                <a:ext uri="{FF2B5EF4-FFF2-40B4-BE49-F238E27FC236}">
                  <a16:creationId xmlns:a16="http://schemas.microsoft.com/office/drawing/2014/main" id="{A97591B9-0A86-C0EA-B02B-45B27F893F24}"/>
                </a:ext>
              </a:extLst>
            </p:cNvPr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1" name="pg2401">
              <a:extLst>
                <a:ext uri="{FF2B5EF4-FFF2-40B4-BE49-F238E27FC236}">
                  <a16:creationId xmlns:a16="http://schemas.microsoft.com/office/drawing/2014/main" id="{DB5225D2-6E35-563A-4EF8-96952B875BB2}"/>
                </a:ext>
              </a:extLst>
            </p:cNvPr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2" name="pg2402">
              <a:extLst>
                <a:ext uri="{FF2B5EF4-FFF2-40B4-BE49-F238E27FC236}">
                  <a16:creationId xmlns:a16="http://schemas.microsoft.com/office/drawing/2014/main" id="{0270609E-30B5-B130-54A2-79859B8F6BD0}"/>
                </a:ext>
              </a:extLst>
            </p:cNvPr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3" name="pg2403">
              <a:extLst>
                <a:ext uri="{FF2B5EF4-FFF2-40B4-BE49-F238E27FC236}">
                  <a16:creationId xmlns:a16="http://schemas.microsoft.com/office/drawing/2014/main" id="{A395F4F3-E888-1DAD-1ADB-1242A271E0EC}"/>
                </a:ext>
              </a:extLst>
            </p:cNvPr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4" name="pg2404">
              <a:extLst>
                <a:ext uri="{FF2B5EF4-FFF2-40B4-BE49-F238E27FC236}">
                  <a16:creationId xmlns:a16="http://schemas.microsoft.com/office/drawing/2014/main" id="{A9C37AB3-604C-043E-C51E-9F094CCF0775}"/>
                </a:ext>
              </a:extLst>
            </p:cNvPr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5" name="pg2405">
              <a:extLst>
                <a:ext uri="{FF2B5EF4-FFF2-40B4-BE49-F238E27FC236}">
                  <a16:creationId xmlns:a16="http://schemas.microsoft.com/office/drawing/2014/main" id="{2FCAB547-B03B-1BAC-9155-57D2B2DF84A3}"/>
                </a:ext>
              </a:extLst>
            </p:cNvPr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6" name="pg2406">
              <a:extLst>
                <a:ext uri="{FF2B5EF4-FFF2-40B4-BE49-F238E27FC236}">
                  <a16:creationId xmlns:a16="http://schemas.microsoft.com/office/drawing/2014/main" id="{A099EE53-29D5-81A1-4A2C-3B2B1D5A5519}"/>
                </a:ext>
              </a:extLst>
            </p:cNvPr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7" name="pg2407">
              <a:extLst>
                <a:ext uri="{FF2B5EF4-FFF2-40B4-BE49-F238E27FC236}">
                  <a16:creationId xmlns:a16="http://schemas.microsoft.com/office/drawing/2014/main" id="{EE96EF56-597E-D609-6E26-B867C0D73553}"/>
                </a:ext>
              </a:extLst>
            </p:cNvPr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8" name="pg2408">
              <a:extLst>
                <a:ext uri="{FF2B5EF4-FFF2-40B4-BE49-F238E27FC236}">
                  <a16:creationId xmlns:a16="http://schemas.microsoft.com/office/drawing/2014/main" id="{44E7110A-D324-83EF-43DE-06B53EB7E750}"/>
                </a:ext>
              </a:extLst>
            </p:cNvPr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9" name="pg2409">
              <a:extLst>
                <a:ext uri="{FF2B5EF4-FFF2-40B4-BE49-F238E27FC236}">
                  <a16:creationId xmlns:a16="http://schemas.microsoft.com/office/drawing/2014/main" id="{CED475FB-DCDB-CC83-1031-64E94430F5C3}"/>
                </a:ext>
              </a:extLst>
            </p:cNvPr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0" name="pg2410">
              <a:extLst>
                <a:ext uri="{FF2B5EF4-FFF2-40B4-BE49-F238E27FC236}">
                  <a16:creationId xmlns:a16="http://schemas.microsoft.com/office/drawing/2014/main" id="{97EC7E48-88A2-63F6-A62E-7F50326AA6F1}"/>
                </a:ext>
              </a:extLst>
            </p:cNvPr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1" name="pg2411">
              <a:extLst>
                <a:ext uri="{FF2B5EF4-FFF2-40B4-BE49-F238E27FC236}">
                  <a16:creationId xmlns:a16="http://schemas.microsoft.com/office/drawing/2014/main" id="{60A014C9-F68A-63AB-F2F5-FBC8FF4F8904}"/>
                </a:ext>
              </a:extLst>
            </p:cNvPr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2" name="pg2412">
              <a:extLst>
                <a:ext uri="{FF2B5EF4-FFF2-40B4-BE49-F238E27FC236}">
                  <a16:creationId xmlns:a16="http://schemas.microsoft.com/office/drawing/2014/main" id="{E589F794-F857-4042-0054-60B278E0BD38}"/>
                </a:ext>
              </a:extLst>
            </p:cNvPr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3" name="pg2413">
              <a:extLst>
                <a:ext uri="{FF2B5EF4-FFF2-40B4-BE49-F238E27FC236}">
                  <a16:creationId xmlns:a16="http://schemas.microsoft.com/office/drawing/2014/main" id="{573FBA47-98B7-451E-731E-8BBEE53E71D6}"/>
                </a:ext>
              </a:extLst>
            </p:cNvPr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4" name="pg2414">
              <a:extLst>
                <a:ext uri="{FF2B5EF4-FFF2-40B4-BE49-F238E27FC236}">
                  <a16:creationId xmlns:a16="http://schemas.microsoft.com/office/drawing/2014/main" id="{70F72C57-8F02-2AE3-6D7B-086980EE79FF}"/>
                </a:ext>
              </a:extLst>
            </p:cNvPr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5" name="pg2415">
              <a:extLst>
                <a:ext uri="{FF2B5EF4-FFF2-40B4-BE49-F238E27FC236}">
                  <a16:creationId xmlns:a16="http://schemas.microsoft.com/office/drawing/2014/main" id="{718208E6-946E-38E8-EDA7-FFC7418FBE13}"/>
                </a:ext>
              </a:extLst>
            </p:cNvPr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6" name="pg2416">
              <a:extLst>
                <a:ext uri="{FF2B5EF4-FFF2-40B4-BE49-F238E27FC236}">
                  <a16:creationId xmlns:a16="http://schemas.microsoft.com/office/drawing/2014/main" id="{306E07B9-5FDC-4C47-50B2-5C6EF76FAF9C}"/>
                </a:ext>
              </a:extLst>
            </p:cNvPr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7" name="pg2417">
              <a:extLst>
                <a:ext uri="{FF2B5EF4-FFF2-40B4-BE49-F238E27FC236}">
                  <a16:creationId xmlns:a16="http://schemas.microsoft.com/office/drawing/2014/main" id="{001C8E35-932A-0A95-55A6-B9BAACEDC13B}"/>
                </a:ext>
              </a:extLst>
            </p:cNvPr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8" name="pg2418">
              <a:extLst>
                <a:ext uri="{FF2B5EF4-FFF2-40B4-BE49-F238E27FC236}">
                  <a16:creationId xmlns:a16="http://schemas.microsoft.com/office/drawing/2014/main" id="{8291696A-3A89-9E2D-3EF5-F64FFFAEE2ED}"/>
                </a:ext>
              </a:extLst>
            </p:cNvPr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9" name="pg2419">
              <a:extLst>
                <a:ext uri="{FF2B5EF4-FFF2-40B4-BE49-F238E27FC236}">
                  <a16:creationId xmlns:a16="http://schemas.microsoft.com/office/drawing/2014/main" id="{01524AA4-135A-4A4A-590D-18E47DDB3F8A}"/>
                </a:ext>
              </a:extLst>
            </p:cNvPr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0" name="pg2420">
              <a:extLst>
                <a:ext uri="{FF2B5EF4-FFF2-40B4-BE49-F238E27FC236}">
                  <a16:creationId xmlns:a16="http://schemas.microsoft.com/office/drawing/2014/main" id="{0E1C2D8F-FAEC-5EDD-BB29-8521DA9A8F7C}"/>
                </a:ext>
              </a:extLst>
            </p:cNvPr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1" name="pg2421">
              <a:extLst>
                <a:ext uri="{FF2B5EF4-FFF2-40B4-BE49-F238E27FC236}">
                  <a16:creationId xmlns:a16="http://schemas.microsoft.com/office/drawing/2014/main" id="{2A71E307-FDDB-198A-FEC0-AD62E1DA0783}"/>
                </a:ext>
              </a:extLst>
            </p:cNvPr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2" name="pg2422">
              <a:extLst>
                <a:ext uri="{FF2B5EF4-FFF2-40B4-BE49-F238E27FC236}">
                  <a16:creationId xmlns:a16="http://schemas.microsoft.com/office/drawing/2014/main" id="{CD945268-586D-94C0-24AC-8B0CCE44C202}"/>
                </a:ext>
              </a:extLst>
            </p:cNvPr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3" name="pg2423">
              <a:extLst>
                <a:ext uri="{FF2B5EF4-FFF2-40B4-BE49-F238E27FC236}">
                  <a16:creationId xmlns:a16="http://schemas.microsoft.com/office/drawing/2014/main" id="{DA6570F1-1E36-F890-C29E-9251241AF4C6}"/>
                </a:ext>
              </a:extLst>
            </p:cNvPr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4" name="pg2424">
              <a:extLst>
                <a:ext uri="{FF2B5EF4-FFF2-40B4-BE49-F238E27FC236}">
                  <a16:creationId xmlns:a16="http://schemas.microsoft.com/office/drawing/2014/main" id="{48AAE35C-BA1F-4925-05FD-FAC417931924}"/>
                </a:ext>
              </a:extLst>
            </p:cNvPr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5" name="pg2425">
              <a:extLst>
                <a:ext uri="{FF2B5EF4-FFF2-40B4-BE49-F238E27FC236}">
                  <a16:creationId xmlns:a16="http://schemas.microsoft.com/office/drawing/2014/main" id="{E0A159F1-CD94-706F-936F-409E1B83EFCC}"/>
                </a:ext>
              </a:extLst>
            </p:cNvPr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6" name="pg2426">
              <a:extLst>
                <a:ext uri="{FF2B5EF4-FFF2-40B4-BE49-F238E27FC236}">
                  <a16:creationId xmlns:a16="http://schemas.microsoft.com/office/drawing/2014/main" id="{4BAAA607-3845-CDEE-C491-4C15F46239F8}"/>
                </a:ext>
              </a:extLst>
            </p:cNvPr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7" name="pg2427">
              <a:extLst>
                <a:ext uri="{FF2B5EF4-FFF2-40B4-BE49-F238E27FC236}">
                  <a16:creationId xmlns:a16="http://schemas.microsoft.com/office/drawing/2014/main" id="{CF956589-0898-3870-9BC2-73198E2797BF}"/>
                </a:ext>
              </a:extLst>
            </p:cNvPr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8" name="pg2428">
              <a:extLst>
                <a:ext uri="{FF2B5EF4-FFF2-40B4-BE49-F238E27FC236}">
                  <a16:creationId xmlns:a16="http://schemas.microsoft.com/office/drawing/2014/main" id="{5116B58E-4182-965C-9109-75F8F75F1F34}"/>
                </a:ext>
              </a:extLst>
            </p:cNvPr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9" name="pg2429">
              <a:extLst>
                <a:ext uri="{FF2B5EF4-FFF2-40B4-BE49-F238E27FC236}">
                  <a16:creationId xmlns:a16="http://schemas.microsoft.com/office/drawing/2014/main" id="{434ED8F7-6431-6E8E-71DB-1352BF645B0F}"/>
                </a:ext>
              </a:extLst>
            </p:cNvPr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0" name="pg2430">
              <a:extLst>
                <a:ext uri="{FF2B5EF4-FFF2-40B4-BE49-F238E27FC236}">
                  <a16:creationId xmlns:a16="http://schemas.microsoft.com/office/drawing/2014/main" id="{0B2D09C2-5891-3DE9-2A10-139F59BCB5E9}"/>
                </a:ext>
              </a:extLst>
            </p:cNvPr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1" name="pg2431">
              <a:extLst>
                <a:ext uri="{FF2B5EF4-FFF2-40B4-BE49-F238E27FC236}">
                  <a16:creationId xmlns:a16="http://schemas.microsoft.com/office/drawing/2014/main" id="{EF156608-6BB8-7CFC-9894-E8C202B9638F}"/>
                </a:ext>
              </a:extLst>
            </p:cNvPr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2" name="pg2432">
              <a:extLst>
                <a:ext uri="{FF2B5EF4-FFF2-40B4-BE49-F238E27FC236}">
                  <a16:creationId xmlns:a16="http://schemas.microsoft.com/office/drawing/2014/main" id="{D9833F97-D962-D94E-F31C-171D4D55A23A}"/>
                </a:ext>
              </a:extLst>
            </p:cNvPr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3" name="pg2433">
              <a:extLst>
                <a:ext uri="{FF2B5EF4-FFF2-40B4-BE49-F238E27FC236}">
                  <a16:creationId xmlns:a16="http://schemas.microsoft.com/office/drawing/2014/main" id="{150C056B-6650-0EB6-6644-7AC3C8D906FF}"/>
                </a:ext>
              </a:extLst>
            </p:cNvPr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4" name="pg2434">
              <a:extLst>
                <a:ext uri="{FF2B5EF4-FFF2-40B4-BE49-F238E27FC236}">
                  <a16:creationId xmlns:a16="http://schemas.microsoft.com/office/drawing/2014/main" id="{F269FAB6-32DE-E748-70BC-56E31C01AA24}"/>
                </a:ext>
              </a:extLst>
            </p:cNvPr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5" name="pg2435">
              <a:extLst>
                <a:ext uri="{FF2B5EF4-FFF2-40B4-BE49-F238E27FC236}">
                  <a16:creationId xmlns:a16="http://schemas.microsoft.com/office/drawing/2014/main" id="{0BA7897A-890C-7475-AF05-AFBF5C0314E7}"/>
                </a:ext>
              </a:extLst>
            </p:cNvPr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6" name="pg2436">
              <a:extLst>
                <a:ext uri="{FF2B5EF4-FFF2-40B4-BE49-F238E27FC236}">
                  <a16:creationId xmlns:a16="http://schemas.microsoft.com/office/drawing/2014/main" id="{C92E75B5-7A5B-3D26-B8DA-96B40036AC09}"/>
                </a:ext>
              </a:extLst>
            </p:cNvPr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7" name="pg2437">
              <a:extLst>
                <a:ext uri="{FF2B5EF4-FFF2-40B4-BE49-F238E27FC236}">
                  <a16:creationId xmlns:a16="http://schemas.microsoft.com/office/drawing/2014/main" id="{6144D401-AAED-4878-1B2E-7967D3EC5469}"/>
                </a:ext>
              </a:extLst>
            </p:cNvPr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8" name="pg2438">
              <a:extLst>
                <a:ext uri="{FF2B5EF4-FFF2-40B4-BE49-F238E27FC236}">
                  <a16:creationId xmlns:a16="http://schemas.microsoft.com/office/drawing/2014/main" id="{7771BAFB-EAA6-8199-02E2-09DADB02C0D1}"/>
                </a:ext>
              </a:extLst>
            </p:cNvPr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9" name="pg2439">
              <a:extLst>
                <a:ext uri="{FF2B5EF4-FFF2-40B4-BE49-F238E27FC236}">
                  <a16:creationId xmlns:a16="http://schemas.microsoft.com/office/drawing/2014/main" id="{978A26D4-5571-D4A9-DFB7-BF84CFF18E1F}"/>
                </a:ext>
              </a:extLst>
            </p:cNvPr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0" name="pg2440">
              <a:extLst>
                <a:ext uri="{FF2B5EF4-FFF2-40B4-BE49-F238E27FC236}">
                  <a16:creationId xmlns:a16="http://schemas.microsoft.com/office/drawing/2014/main" id="{BC7DAB1B-B306-6B84-EBE2-252277F69C2F}"/>
                </a:ext>
              </a:extLst>
            </p:cNvPr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1" name="pg2441">
              <a:extLst>
                <a:ext uri="{FF2B5EF4-FFF2-40B4-BE49-F238E27FC236}">
                  <a16:creationId xmlns:a16="http://schemas.microsoft.com/office/drawing/2014/main" id="{D4458267-85B5-E581-2BB2-B77FE116E2D7}"/>
                </a:ext>
              </a:extLst>
            </p:cNvPr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2" name="pg2442">
              <a:extLst>
                <a:ext uri="{FF2B5EF4-FFF2-40B4-BE49-F238E27FC236}">
                  <a16:creationId xmlns:a16="http://schemas.microsoft.com/office/drawing/2014/main" id="{50FC88AE-9E2C-D861-0099-446EA72BDF97}"/>
                </a:ext>
              </a:extLst>
            </p:cNvPr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3" name="pg2443">
              <a:extLst>
                <a:ext uri="{FF2B5EF4-FFF2-40B4-BE49-F238E27FC236}">
                  <a16:creationId xmlns:a16="http://schemas.microsoft.com/office/drawing/2014/main" id="{9461B5D0-8328-6A94-B8AC-DE9FC08F1003}"/>
                </a:ext>
              </a:extLst>
            </p:cNvPr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4" name="pg2444">
              <a:extLst>
                <a:ext uri="{FF2B5EF4-FFF2-40B4-BE49-F238E27FC236}">
                  <a16:creationId xmlns:a16="http://schemas.microsoft.com/office/drawing/2014/main" id="{9E33C337-7200-579A-C057-D1E225888FEC}"/>
                </a:ext>
              </a:extLst>
            </p:cNvPr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5" name="pg2445">
              <a:extLst>
                <a:ext uri="{FF2B5EF4-FFF2-40B4-BE49-F238E27FC236}">
                  <a16:creationId xmlns:a16="http://schemas.microsoft.com/office/drawing/2014/main" id="{10026569-1847-9EAD-3EFE-7D6DF775A725}"/>
                </a:ext>
              </a:extLst>
            </p:cNvPr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6" name="pg2446">
              <a:extLst>
                <a:ext uri="{FF2B5EF4-FFF2-40B4-BE49-F238E27FC236}">
                  <a16:creationId xmlns:a16="http://schemas.microsoft.com/office/drawing/2014/main" id="{F4526A27-CB1B-E604-7D14-854FDDCAA308}"/>
                </a:ext>
              </a:extLst>
            </p:cNvPr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7" name="pg2447">
              <a:extLst>
                <a:ext uri="{FF2B5EF4-FFF2-40B4-BE49-F238E27FC236}">
                  <a16:creationId xmlns:a16="http://schemas.microsoft.com/office/drawing/2014/main" id="{C56EAC92-9ACB-8E69-FBC8-5C9E25F1D07C}"/>
                </a:ext>
              </a:extLst>
            </p:cNvPr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8" name="pg2448">
              <a:extLst>
                <a:ext uri="{FF2B5EF4-FFF2-40B4-BE49-F238E27FC236}">
                  <a16:creationId xmlns:a16="http://schemas.microsoft.com/office/drawing/2014/main" id="{BBA1C779-390E-7FE2-E354-E9F12204383F}"/>
                </a:ext>
              </a:extLst>
            </p:cNvPr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9" name="pg2449">
              <a:extLst>
                <a:ext uri="{FF2B5EF4-FFF2-40B4-BE49-F238E27FC236}">
                  <a16:creationId xmlns:a16="http://schemas.microsoft.com/office/drawing/2014/main" id="{293553D7-D9A7-40AA-0D23-B836C42B45EA}"/>
                </a:ext>
              </a:extLst>
            </p:cNvPr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0" name="pg2450">
              <a:extLst>
                <a:ext uri="{FF2B5EF4-FFF2-40B4-BE49-F238E27FC236}">
                  <a16:creationId xmlns:a16="http://schemas.microsoft.com/office/drawing/2014/main" id="{E02F0461-E711-4B2E-7BAD-923986821630}"/>
                </a:ext>
              </a:extLst>
            </p:cNvPr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1" name="pg2451">
              <a:extLst>
                <a:ext uri="{FF2B5EF4-FFF2-40B4-BE49-F238E27FC236}">
                  <a16:creationId xmlns:a16="http://schemas.microsoft.com/office/drawing/2014/main" id="{426DB2D4-D76C-614A-15FA-A1BD8BC54AD2}"/>
                </a:ext>
              </a:extLst>
            </p:cNvPr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2" name="pg2452">
              <a:extLst>
                <a:ext uri="{FF2B5EF4-FFF2-40B4-BE49-F238E27FC236}">
                  <a16:creationId xmlns:a16="http://schemas.microsoft.com/office/drawing/2014/main" id="{E833F365-59C5-EC7F-5661-82088676A090}"/>
                </a:ext>
              </a:extLst>
            </p:cNvPr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3" name="pg2453">
              <a:extLst>
                <a:ext uri="{FF2B5EF4-FFF2-40B4-BE49-F238E27FC236}">
                  <a16:creationId xmlns:a16="http://schemas.microsoft.com/office/drawing/2014/main" id="{24CDFCCC-CED4-729B-51C8-FBB7B96CE72D}"/>
                </a:ext>
              </a:extLst>
            </p:cNvPr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4" name="pg2454">
              <a:extLst>
                <a:ext uri="{FF2B5EF4-FFF2-40B4-BE49-F238E27FC236}">
                  <a16:creationId xmlns:a16="http://schemas.microsoft.com/office/drawing/2014/main" id="{FE5C8265-0A1F-7D42-8FF3-61B1722252E8}"/>
                </a:ext>
              </a:extLst>
            </p:cNvPr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5" name="pg2455">
              <a:extLst>
                <a:ext uri="{FF2B5EF4-FFF2-40B4-BE49-F238E27FC236}">
                  <a16:creationId xmlns:a16="http://schemas.microsoft.com/office/drawing/2014/main" id="{3AC25C24-7F3E-6F36-DE1F-BEA4918E692E}"/>
                </a:ext>
              </a:extLst>
            </p:cNvPr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6" name="pg2456">
              <a:extLst>
                <a:ext uri="{FF2B5EF4-FFF2-40B4-BE49-F238E27FC236}">
                  <a16:creationId xmlns:a16="http://schemas.microsoft.com/office/drawing/2014/main" id="{BC5EC9F3-90DD-A1B3-21C3-774E1BE1315D}"/>
                </a:ext>
              </a:extLst>
            </p:cNvPr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7" name="pg2457">
              <a:extLst>
                <a:ext uri="{FF2B5EF4-FFF2-40B4-BE49-F238E27FC236}">
                  <a16:creationId xmlns:a16="http://schemas.microsoft.com/office/drawing/2014/main" id="{A75815D5-61AC-6713-B3FD-D273442FF9DE}"/>
                </a:ext>
              </a:extLst>
            </p:cNvPr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8" name="pg2458">
              <a:extLst>
                <a:ext uri="{FF2B5EF4-FFF2-40B4-BE49-F238E27FC236}">
                  <a16:creationId xmlns:a16="http://schemas.microsoft.com/office/drawing/2014/main" id="{0EF8509E-C682-D6C0-1189-C150C01AA260}"/>
                </a:ext>
              </a:extLst>
            </p:cNvPr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9" name="pg2459">
              <a:extLst>
                <a:ext uri="{FF2B5EF4-FFF2-40B4-BE49-F238E27FC236}">
                  <a16:creationId xmlns:a16="http://schemas.microsoft.com/office/drawing/2014/main" id="{AB02240A-3463-CAE1-8741-8CDC11D1361E}"/>
                </a:ext>
              </a:extLst>
            </p:cNvPr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0" name="pg2460">
              <a:extLst>
                <a:ext uri="{FF2B5EF4-FFF2-40B4-BE49-F238E27FC236}">
                  <a16:creationId xmlns:a16="http://schemas.microsoft.com/office/drawing/2014/main" id="{9B2FE81D-B007-3012-EB72-51FAD992E81E}"/>
                </a:ext>
              </a:extLst>
            </p:cNvPr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1" name="pg2461">
              <a:extLst>
                <a:ext uri="{FF2B5EF4-FFF2-40B4-BE49-F238E27FC236}">
                  <a16:creationId xmlns:a16="http://schemas.microsoft.com/office/drawing/2014/main" id="{20CC0909-2B45-2DD9-D391-D7BDD92C4843}"/>
                </a:ext>
              </a:extLst>
            </p:cNvPr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2" name="pg2462">
              <a:extLst>
                <a:ext uri="{FF2B5EF4-FFF2-40B4-BE49-F238E27FC236}">
                  <a16:creationId xmlns:a16="http://schemas.microsoft.com/office/drawing/2014/main" id="{EA7C6E52-A349-38ED-EC7D-A10BDE0CB80F}"/>
                </a:ext>
              </a:extLst>
            </p:cNvPr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3" name="pg2463">
              <a:extLst>
                <a:ext uri="{FF2B5EF4-FFF2-40B4-BE49-F238E27FC236}">
                  <a16:creationId xmlns:a16="http://schemas.microsoft.com/office/drawing/2014/main" id="{42114E38-E0A7-4BFE-6D2E-20084B72F704}"/>
                </a:ext>
              </a:extLst>
            </p:cNvPr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4" name="pg2464">
              <a:extLst>
                <a:ext uri="{FF2B5EF4-FFF2-40B4-BE49-F238E27FC236}">
                  <a16:creationId xmlns:a16="http://schemas.microsoft.com/office/drawing/2014/main" id="{612DE1F5-68D5-F3B2-B0A9-D2F630843F93}"/>
                </a:ext>
              </a:extLst>
            </p:cNvPr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5" name="pg2465">
              <a:extLst>
                <a:ext uri="{FF2B5EF4-FFF2-40B4-BE49-F238E27FC236}">
                  <a16:creationId xmlns:a16="http://schemas.microsoft.com/office/drawing/2014/main" id="{F4ABDFBB-AB81-D888-F41F-D4794AD99B40}"/>
                </a:ext>
              </a:extLst>
            </p:cNvPr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6" name="pg2466">
              <a:extLst>
                <a:ext uri="{FF2B5EF4-FFF2-40B4-BE49-F238E27FC236}">
                  <a16:creationId xmlns:a16="http://schemas.microsoft.com/office/drawing/2014/main" id="{D975A1E0-81C4-E0CE-8A3F-85DD56602319}"/>
                </a:ext>
              </a:extLst>
            </p:cNvPr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7" name="pg2467">
              <a:extLst>
                <a:ext uri="{FF2B5EF4-FFF2-40B4-BE49-F238E27FC236}">
                  <a16:creationId xmlns:a16="http://schemas.microsoft.com/office/drawing/2014/main" id="{CAD4E367-D062-6E55-7111-7A173C5159C2}"/>
                </a:ext>
              </a:extLst>
            </p:cNvPr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8" name="pg2468">
              <a:extLst>
                <a:ext uri="{FF2B5EF4-FFF2-40B4-BE49-F238E27FC236}">
                  <a16:creationId xmlns:a16="http://schemas.microsoft.com/office/drawing/2014/main" id="{56A8C6CA-D68B-ABFA-BC25-276012986B60}"/>
                </a:ext>
              </a:extLst>
            </p:cNvPr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9" name="pg2469">
              <a:extLst>
                <a:ext uri="{FF2B5EF4-FFF2-40B4-BE49-F238E27FC236}">
                  <a16:creationId xmlns:a16="http://schemas.microsoft.com/office/drawing/2014/main" id="{CE6E10F6-2EEE-8DB7-E6EE-A5CD1727A810}"/>
                </a:ext>
              </a:extLst>
            </p:cNvPr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0" name="pg2470">
              <a:extLst>
                <a:ext uri="{FF2B5EF4-FFF2-40B4-BE49-F238E27FC236}">
                  <a16:creationId xmlns:a16="http://schemas.microsoft.com/office/drawing/2014/main" id="{B03420DC-E762-DA43-4B68-98FE2D3D8C19}"/>
                </a:ext>
              </a:extLst>
            </p:cNvPr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1" name="pg2471">
              <a:extLst>
                <a:ext uri="{FF2B5EF4-FFF2-40B4-BE49-F238E27FC236}">
                  <a16:creationId xmlns:a16="http://schemas.microsoft.com/office/drawing/2014/main" id="{F2C3AA66-44B8-EC44-5553-57B30E106617}"/>
                </a:ext>
              </a:extLst>
            </p:cNvPr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2" name="pg2472">
              <a:extLst>
                <a:ext uri="{FF2B5EF4-FFF2-40B4-BE49-F238E27FC236}">
                  <a16:creationId xmlns:a16="http://schemas.microsoft.com/office/drawing/2014/main" id="{F053ACEB-E9AB-BB64-0369-2731748B2CE1}"/>
                </a:ext>
              </a:extLst>
            </p:cNvPr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3" name="pg2473">
              <a:extLst>
                <a:ext uri="{FF2B5EF4-FFF2-40B4-BE49-F238E27FC236}">
                  <a16:creationId xmlns:a16="http://schemas.microsoft.com/office/drawing/2014/main" id="{04E63AAB-1060-F25B-1AA6-512884001303}"/>
                </a:ext>
              </a:extLst>
            </p:cNvPr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4" name="pg2474">
              <a:extLst>
                <a:ext uri="{FF2B5EF4-FFF2-40B4-BE49-F238E27FC236}">
                  <a16:creationId xmlns:a16="http://schemas.microsoft.com/office/drawing/2014/main" id="{99FD9C2C-0C03-C68A-9515-9C83B6D745B9}"/>
                </a:ext>
              </a:extLst>
            </p:cNvPr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5" name="pg2475">
              <a:extLst>
                <a:ext uri="{FF2B5EF4-FFF2-40B4-BE49-F238E27FC236}">
                  <a16:creationId xmlns:a16="http://schemas.microsoft.com/office/drawing/2014/main" id="{43E5C2EC-D8C3-89BF-E500-5779545E98B8}"/>
                </a:ext>
              </a:extLst>
            </p:cNvPr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6" name="pg2476">
              <a:extLst>
                <a:ext uri="{FF2B5EF4-FFF2-40B4-BE49-F238E27FC236}">
                  <a16:creationId xmlns:a16="http://schemas.microsoft.com/office/drawing/2014/main" id="{C7ECC1DB-205C-712F-3745-43510E389444}"/>
                </a:ext>
              </a:extLst>
            </p:cNvPr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7" name="pg2477">
              <a:extLst>
                <a:ext uri="{FF2B5EF4-FFF2-40B4-BE49-F238E27FC236}">
                  <a16:creationId xmlns:a16="http://schemas.microsoft.com/office/drawing/2014/main" id="{B5C68C7E-AF94-8564-99B2-2459DA9FF974}"/>
                </a:ext>
              </a:extLst>
            </p:cNvPr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8" name="pg2478">
              <a:extLst>
                <a:ext uri="{FF2B5EF4-FFF2-40B4-BE49-F238E27FC236}">
                  <a16:creationId xmlns:a16="http://schemas.microsoft.com/office/drawing/2014/main" id="{D255184A-8FA8-BEDB-B6D8-4890E138C3C5}"/>
                </a:ext>
              </a:extLst>
            </p:cNvPr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9" name="pg2479">
              <a:extLst>
                <a:ext uri="{FF2B5EF4-FFF2-40B4-BE49-F238E27FC236}">
                  <a16:creationId xmlns:a16="http://schemas.microsoft.com/office/drawing/2014/main" id="{ECF895BD-5AD5-E0F8-6F0B-1151CCEADDAC}"/>
                </a:ext>
              </a:extLst>
            </p:cNvPr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0" name="pg2480">
              <a:extLst>
                <a:ext uri="{FF2B5EF4-FFF2-40B4-BE49-F238E27FC236}">
                  <a16:creationId xmlns:a16="http://schemas.microsoft.com/office/drawing/2014/main" id="{4DC96F83-F2B2-A70E-3C5F-87FE07613B90}"/>
                </a:ext>
              </a:extLst>
            </p:cNvPr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1" name="pg2481">
              <a:extLst>
                <a:ext uri="{FF2B5EF4-FFF2-40B4-BE49-F238E27FC236}">
                  <a16:creationId xmlns:a16="http://schemas.microsoft.com/office/drawing/2014/main" id="{4F2AE974-089B-903D-76D6-A93E84E65C46}"/>
                </a:ext>
              </a:extLst>
            </p:cNvPr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2" name="pg2482">
              <a:extLst>
                <a:ext uri="{FF2B5EF4-FFF2-40B4-BE49-F238E27FC236}">
                  <a16:creationId xmlns:a16="http://schemas.microsoft.com/office/drawing/2014/main" id="{2CC0A676-46FB-11F3-801B-A424D2B32B5E}"/>
                </a:ext>
              </a:extLst>
            </p:cNvPr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3" name="pg2483">
              <a:extLst>
                <a:ext uri="{FF2B5EF4-FFF2-40B4-BE49-F238E27FC236}">
                  <a16:creationId xmlns:a16="http://schemas.microsoft.com/office/drawing/2014/main" id="{107EE3DA-C213-5FB3-D93B-EF44A2BEAE79}"/>
                </a:ext>
              </a:extLst>
            </p:cNvPr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4" name="pg2484">
              <a:extLst>
                <a:ext uri="{FF2B5EF4-FFF2-40B4-BE49-F238E27FC236}">
                  <a16:creationId xmlns:a16="http://schemas.microsoft.com/office/drawing/2014/main" id="{0D9B7888-7C8D-C0FC-6F17-BDC318613E81}"/>
                </a:ext>
              </a:extLst>
            </p:cNvPr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5" name="pg2485">
              <a:extLst>
                <a:ext uri="{FF2B5EF4-FFF2-40B4-BE49-F238E27FC236}">
                  <a16:creationId xmlns:a16="http://schemas.microsoft.com/office/drawing/2014/main" id="{FE198306-EDD3-DCDB-AD69-5E8D7D9BBCCC}"/>
                </a:ext>
              </a:extLst>
            </p:cNvPr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6" name="pg2486">
              <a:extLst>
                <a:ext uri="{FF2B5EF4-FFF2-40B4-BE49-F238E27FC236}">
                  <a16:creationId xmlns:a16="http://schemas.microsoft.com/office/drawing/2014/main" id="{8A33C2A5-6F0A-59D9-6F7B-B0C61B0CCAD2}"/>
                </a:ext>
              </a:extLst>
            </p:cNvPr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7" name="pg2487">
              <a:extLst>
                <a:ext uri="{FF2B5EF4-FFF2-40B4-BE49-F238E27FC236}">
                  <a16:creationId xmlns:a16="http://schemas.microsoft.com/office/drawing/2014/main" id="{98A84448-86B7-FF30-C877-965C7DD0C9AE}"/>
                </a:ext>
              </a:extLst>
            </p:cNvPr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8" name="pg2488">
              <a:extLst>
                <a:ext uri="{FF2B5EF4-FFF2-40B4-BE49-F238E27FC236}">
                  <a16:creationId xmlns:a16="http://schemas.microsoft.com/office/drawing/2014/main" id="{2C9D7B58-1F65-6F2F-96E2-E5E54FCE4C80}"/>
                </a:ext>
              </a:extLst>
            </p:cNvPr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9" name="pg2489">
              <a:extLst>
                <a:ext uri="{FF2B5EF4-FFF2-40B4-BE49-F238E27FC236}">
                  <a16:creationId xmlns:a16="http://schemas.microsoft.com/office/drawing/2014/main" id="{21042337-5D08-88A1-8642-DEB6B1EC7C49}"/>
                </a:ext>
              </a:extLst>
            </p:cNvPr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0" name="pg2490">
              <a:extLst>
                <a:ext uri="{FF2B5EF4-FFF2-40B4-BE49-F238E27FC236}">
                  <a16:creationId xmlns:a16="http://schemas.microsoft.com/office/drawing/2014/main" id="{89FA2711-E40E-91EA-39CE-CF7F91B76E49}"/>
                </a:ext>
              </a:extLst>
            </p:cNvPr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1" name="pg2491">
              <a:extLst>
                <a:ext uri="{FF2B5EF4-FFF2-40B4-BE49-F238E27FC236}">
                  <a16:creationId xmlns:a16="http://schemas.microsoft.com/office/drawing/2014/main" id="{E0503C4B-E2DA-42A7-8A7A-A68D63CA6566}"/>
                </a:ext>
              </a:extLst>
            </p:cNvPr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2" name="pg2492">
              <a:extLst>
                <a:ext uri="{FF2B5EF4-FFF2-40B4-BE49-F238E27FC236}">
                  <a16:creationId xmlns:a16="http://schemas.microsoft.com/office/drawing/2014/main" id="{782D2F90-2941-776E-9DEE-FE0E154BA103}"/>
                </a:ext>
              </a:extLst>
            </p:cNvPr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3" name="pg2493">
              <a:extLst>
                <a:ext uri="{FF2B5EF4-FFF2-40B4-BE49-F238E27FC236}">
                  <a16:creationId xmlns:a16="http://schemas.microsoft.com/office/drawing/2014/main" id="{1FB959D2-13EA-25AF-8B58-B6C45E5C5E24}"/>
                </a:ext>
              </a:extLst>
            </p:cNvPr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4" name="pg2494">
              <a:extLst>
                <a:ext uri="{FF2B5EF4-FFF2-40B4-BE49-F238E27FC236}">
                  <a16:creationId xmlns:a16="http://schemas.microsoft.com/office/drawing/2014/main" id="{1755B3C2-F4FD-B414-B192-E7A8265934C4}"/>
                </a:ext>
              </a:extLst>
            </p:cNvPr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5" name="pg2495">
              <a:extLst>
                <a:ext uri="{FF2B5EF4-FFF2-40B4-BE49-F238E27FC236}">
                  <a16:creationId xmlns:a16="http://schemas.microsoft.com/office/drawing/2014/main" id="{14308111-F6CB-2962-8CF0-989D716EFF1E}"/>
                </a:ext>
              </a:extLst>
            </p:cNvPr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6" name="pg2496">
              <a:extLst>
                <a:ext uri="{FF2B5EF4-FFF2-40B4-BE49-F238E27FC236}">
                  <a16:creationId xmlns:a16="http://schemas.microsoft.com/office/drawing/2014/main" id="{C3D3FCD9-A261-7BE9-768D-8B7AF5CDCED6}"/>
                </a:ext>
              </a:extLst>
            </p:cNvPr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7" name="pg2497">
              <a:extLst>
                <a:ext uri="{FF2B5EF4-FFF2-40B4-BE49-F238E27FC236}">
                  <a16:creationId xmlns:a16="http://schemas.microsoft.com/office/drawing/2014/main" id="{C721A0CD-EB0B-B69C-01AA-6F33DC71D551}"/>
                </a:ext>
              </a:extLst>
            </p:cNvPr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8" name="pg2498">
              <a:extLst>
                <a:ext uri="{FF2B5EF4-FFF2-40B4-BE49-F238E27FC236}">
                  <a16:creationId xmlns:a16="http://schemas.microsoft.com/office/drawing/2014/main" id="{63CC0E88-A60E-E177-FDA6-4162222D3179}"/>
                </a:ext>
              </a:extLst>
            </p:cNvPr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9" name="pg2499">
              <a:extLst>
                <a:ext uri="{FF2B5EF4-FFF2-40B4-BE49-F238E27FC236}">
                  <a16:creationId xmlns:a16="http://schemas.microsoft.com/office/drawing/2014/main" id="{610AAFF4-EB88-4CD9-B67D-387C9EDE49C8}"/>
                </a:ext>
              </a:extLst>
            </p:cNvPr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0" name="pg2500">
              <a:extLst>
                <a:ext uri="{FF2B5EF4-FFF2-40B4-BE49-F238E27FC236}">
                  <a16:creationId xmlns:a16="http://schemas.microsoft.com/office/drawing/2014/main" id="{B0167066-4DD9-634C-CEEF-0A58AE87C7FE}"/>
                </a:ext>
              </a:extLst>
            </p:cNvPr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1" name="pg2501">
              <a:extLst>
                <a:ext uri="{FF2B5EF4-FFF2-40B4-BE49-F238E27FC236}">
                  <a16:creationId xmlns:a16="http://schemas.microsoft.com/office/drawing/2014/main" id="{3FAAA858-64D6-32F2-34C5-462E12BA3604}"/>
                </a:ext>
              </a:extLst>
            </p:cNvPr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2" name="pg2502">
              <a:extLst>
                <a:ext uri="{FF2B5EF4-FFF2-40B4-BE49-F238E27FC236}">
                  <a16:creationId xmlns:a16="http://schemas.microsoft.com/office/drawing/2014/main" id="{E8B51CE2-A206-450A-AF4C-8303955BB725}"/>
                </a:ext>
              </a:extLst>
            </p:cNvPr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3" name="pg2503">
              <a:extLst>
                <a:ext uri="{FF2B5EF4-FFF2-40B4-BE49-F238E27FC236}">
                  <a16:creationId xmlns:a16="http://schemas.microsoft.com/office/drawing/2014/main" id="{77DA87DB-C7F1-349C-D034-F571BD1F6B95}"/>
                </a:ext>
              </a:extLst>
            </p:cNvPr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4" name="pg2504">
              <a:extLst>
                <a:ext uri="{FF2B5EF4-FFF2-40B4-BE49-F238E27FC236}">
                  <a16:creationId xmlns:a16="http://schemas.microsoft.com/office/drawing/2014/main" id="{97C4E6AA-DCF9-9DAD-0509-F19FF17B418D}"/>
                </a:ext>
              </a:extLst>
            </p:cNvPr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5" name="pg2505">
              <a:extLst>
                <a:ext uri="{FF2B5EF4-FFF2-40B4-BE49-F238E27FC236}">
                  <a16:creationId xmlns:a16="http://schemas.microsoft.com/office/drawing/2014/main" id="{A37C371E-C2DD-B6AF-BC99-8850F84B8665}"/>
                </a:ext>
              </a:extLst>
            </p:cNvPr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6" name="pg2506">
              <a:extLst>
                <a:ext uri="{FF2B5EF4-FFF2-40B4-BE49-F238E27FC236}">
                  <a16:creationId xmlns:a16="http://schemas.microsoft.com/office/drawing/2014/main" id="{307149C1-A330-D187-C6B7-D1A7484F1C73}"/>
                </a:ext>
              </a:extLst>
            </p:cNvPr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7" name="pg2507">
              <a:extLst>
                <a:ext uri="{FF2B5EF4-FFF2-40B4-BE49-F238E27FC236}">
                  <a16:creationId xmlns:a16="http://schemas.microsoft.com/office/drawing/2014/main" id="{B7CEC34F-5D57-C666-24D0-FDB3C5C5073B}"/>
                </a:ext>
              </a:extLst>
            </p:cNvPr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8" name="pg2508">
              <a:extLst>
                <a:ext uri="{FF2B5EF4-FFF2-40B4-BE49-F238E27FC236}">
                  <a16:creationId xmlns:a16="http://schemas.microsoft.com/office/drawing/2014/main" id="{F502F8F1-C4BA-AAA6-AA40-003D91C39B6C}"/>
                </a:ext>
              </a:extLst>
            </p:cNvPr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9" name="pg2509">
              <a:extLst>
                <a:ext uri="{FF2B5EF4-FFF2-40B4-BE49-F238E27FC236}">
                  <a16:creationId xmlns:a16="http://schemas.microsoft.com/office/drawing/2014/main" id="{5A897700-4324-C47D-D792-EA5FCF2491EE}"/>
                </a:ext>
              </a:extLst>
            </p:cNvPr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0" name="pg2510">
              <a:extLst>
                <a:ext uri="{FF2B5EF4-FFF2-40B4-BE49-F238E27FC236}">
                  <a16:creationId xmlns:a16="http://schemas.microsoft.com/office/drawing/2014/main" id="{5D3049F0-6F99-9067-208A-FC41A5DEE672}"/>
                </a:ext>
              </a:extLst>
            </p:cNvPr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1" name="pg2511">
              <a:extLst>
                <a:ext uri="{FF2B5EF4-FFF2-40B4-BE49-F238E27FC236}">
                  <a16:creationId xmlns:a16="http://schemas.microsoft.com/office/drawing/2014/main" id="{A13C5487-7BC8-6A6C-1758-F31745710C14}"/>
                </a:ext>
              </a:extLst>
            </p:cNvPr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2" name="pg2512">
              <a:extLst>
                <a:ext uri="{FF2B5EF4-FFF2-40B4-BE49-F238E27FC236}">
                  <a16:creationId xmlns:a16="http://schemas.microsoft.com/office/drawing/2014/main" id="{EE8154C9-4DCA-8D90-2070-C5ECB5D51700}"/>
                </a:ext>
              </a:extLst>
            </p:cNvPr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3" name="pg2513">
              <a:extLst>
                <a:ext uri="{FF2B5EF4-FFF2-40B4-BE49-F238E27FC236}">
                  <a16:creationId xmlns:a16="http://schemas.microsoft.com/office/drawing/2014/main" id="{7F9A53E2-FF9E-AAD8-E0D9-6B920CDB18CE}"/>
                </a:ext>
              </a:extLst>
            </p:cNvPr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4" name="pg2514">
              <a:extLst>
                <a:ext uri="{FF2B5EF4-FFF2-40B4-BE49-F238E27FC236}">
                  <a16:creationId xmlns:a16="http://schemas.microsoft.com/office/drawing/2014/main" id="{87B58ADD-55B0-A050-D5E6-597D8322183A}"/>
                </a:ext>
              </a:extLst>
            </p:cNvPr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5" name="pg2515">
              <a:extLst>
                <a:ext uri="{FF2B5EF4-FFF2-40B4-BE49-F238E27FC236}">
                  <a16:creationId xmlns:a16="http://schemas.microsoft.com/office/drawing/2014/main" id="{D25DF4DD-E529-2702-B858-50BA282F0E10}"/>
                </a:ext>
              </a:extLst>
            </p:cNvPr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6" name="pg2516">
              <a:extLst>
                <a:ext uri="{FF2B5EF4-FFF2-40B4-BE49-F238E27FC236}">
                  <a16:creationId xmlns:a16="http://schemas.microsoft.com/office/drawing/2014/main" id="{6C06B846-BD0B-5BA2-89FA-9BF9D841E8EA}"/>
                </a:ext>
              </a:extLst>
            </p:cNvPr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7" name="pg2517">
              <a:extLst>
                <a:ext uri="{FF2B5EF4-FFF2-40B4-BE49-F238E27FC236}">
                  <a16:creationId xmlns:a16="http://schemas.microsoft.com/office/drawing/2014/main" id="{8EB7C65B-D9CA-9C4E-CAA6-3B2963D23912}"/>
                </a:ext>
              </a:extLst>
            </p:cNvPr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8" name="pg2518">
              <a:extLst>
                <a:ext uri="{FF2B5EF4-FFF2-40B4-BE49-F238E27FC236}">
                  <a16:creationId xmlns:a16="http://schemas.microsoft.com/office/drawing/2014/main" id="{41A533BE-F7A4-34F6-62E3-0837DCE8F329}"/>
                </a:ext>
              </a:extLst>
            </p:cNvPr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9" name="pg2519">
              <a:extLst>
                <a:ext uri="{FF2B5EF4-FFF2-40B4-BE49-F238E27FC236}">
                  <a16:creationId xmlns:a16="http://schemas.microsoft.com/office/drawing/2014/main" id="{9E6A8E52-5225-82A9-2BAA-4C2FC261E12B}"/>
                </a:ext>
              </a:extLst>
            </p:cNvPr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0" name="pg2520">
              <a:extLst>
                <a:ext uri="{FF2B5EF4-FFF2-40B4-BE49-F238E27FC236}">
                  <a16:creationId xmlns:a16="http://schemas.microsoft.com/office/drawing/2014/main" id="{7492303F-B82D-5AA2-406F-701AB88C7AC9}"/>
                </a:ext>
              </a:extLst>
            </p:cNvPr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1" name="pg2521">
              <a:extLst>
                <a:ext uri="{FF2B5EF4-FFF2-40B4-BE49-F238E27FC236}">
                  <a16:creationId xmlns:a16="http://schemas.microsoft.com/office/drawing/2014/main" id="{91A19A75-68EF-C52F-B176-7C20F8877673}"/>
                </a:ext>
              </a:extLst>
            </p:cNvPr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2" name="pg2522">
              <a:extLst>
                <a:ext uri="{FF2B5EF4-FFF2-40B4-BE49-F238E27FC236}">
                  <a16:creationId xmlns:a16="http://schemas.microsoft.com/office/drawing/2014/main" id="{65A230CE-10D4-F6AE-B3B4-987E3F55972D}"/>
                </a:ext>
              </a:extLst>
            </p:cNvPr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3" name="pg2523">
              <a:extLst>
                <a:ext uri="{FF2B5EF4-FFF2-40B4-BE49-F238E27FC236}">
                  <a16:creationId xmlns:a16="http://schemas.microsoft.com/office/drawing/2014/main" id="{06342626-AFC6-840A-D08F-53E4392013AF}"/>
                </a:ext>
              </a:extLst>
            </p:cNvPr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4" name="pg2524">
              <a:extLst>
                <a:ext uri="{FF2B5EF4-FFF2-40B4-BE49-F238E27FC236}">
                  <a16:creationId xmlns:a16="http://schemas.microsoft.com/office/drawing/2014/main" id="{04ED21C4-23D8-B40D-3681-1E11621DE8D2}"/>
                </a:ext>
              </a:extLst>
            </p:cNvPr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5" name="pg2525">
              <a:extLst>
                <a:ext uri="{FF2B5EF4-FFF2-40B4-BE49-F238E27FC236}">
                  <a16:creationId xmlns:a16="http://schemas.microsoft.com/office/drawing/2014/main" id="{CCAD1FE5-B1D8-D9E1-C05C-FDA77AE50858}"/>
                </a:ext>
              </a:extLst>
            </p:cNvPr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6" name="pg2526">
              <a:extLst>
                <a:ext uri="{FF2B5EF4-FFF2-40B4-BE49-F238E27FC236}">
                  <a16:creationId xmlns:a16="http://schemas.microsoft.com/office/drawing/2014/main" id="{2A48BEDE-75C0-8B4C-283E-E5A1A00D91E4}"/>
                </a:ext>
              </a:extLst>
            </p:cNvPr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7" name="pg2527">
              <a:extLst>
                <a:ext uri="{FF2B5EF4-FFF2-40B4-BE49-F238E27FC236}">
                  <a16:creationId xmlns:a16="http://schemas.microsoft.com/office/drawing/2014/main" id="{823D1EF6-F84B-A223-A109-D470038702EA}"/>
                </a:ext>
              </a:extLst>
            </p:cNvPr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8" name="pg2528">
              <a:extLst>
                <a:ext uri="{FF2B5EF4-FFF2-40B4-BE49-F238E27FC236}">
                  <a16:creationId xmlns:a16="http://schemas.microsoft.com/office/drawing/2014/main" id="{EA35690A-203E-5AD5-B4B1-941F7BF6EEF5}"/>
                </a:ext>
              </a:extLst>
            </p:cNvPr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9" name="pg2529">
              <a:extLst>
                <a:ext uri="{FF2B5EF4-FFF2-40B4-BE49-F238E27FC236}">
                  <a16:creationId xmlns:a16="http://schemas.microsoft.com/office/drawing/2014/main" id="{AD5E9261-E355-68E1-35A9-33D661EFA158}"/>
                </a:ext>
              </a:extLst>
            </p:cNvPr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0" name="pg2530">
              <a:extLst>
                <a:ext uri="{FF2B5EF4-FFF2-40B4-BE49-F238E27FC236}">
                  <a16:creationId xmlns:a16="http://schemas.microsoft.com/office/drawing/2014/main" id="{504857B8-E052-F072-F017-363C5F0A09CF}"/>
                </a:ext>
              </a:extLst>
            </p:cNvPr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1" name="pg2531">
              <a:extLst>
                <a:ext uri="{FF2B5EF4-FFF2-40B4-BE49-F238E27FC236}">
                  <a16:creationId xmlns:a16="http://schemas.microsoft.com/office/drawing/2014/main" id="{0CD02B77-3C75-E5CD-F3AD-A2319D35AA31}"/>
                </a:ext>
              </a:extLst>
            </p:cNvPr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2" name="pg2532">
              <a:extLst>
                <a:ext uri="{FF2B5EF4-FFF2-40B4-BE49-F238E27FC236}">
                  <a16:creationId xmlns:a16="http://schemas.microsoft.com/office/drawing/2014/main" id="{DBF738BC-48D9-7198-22F9-B2E7620FA1BE}"/>
                </a:ext>
              </a:extLst>
            </p:cNvPr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3" name="pg2533">
              <a:extLst>
                <a:ext uri="{FF2B5EF4-FFF2-40B4-BE49-F238E27FC236}">
                  <a16:creationId xmlns:a16="http://schemas.microsoft.com/office/drawing/2014/main" id="{D6623A4C-6FF1-FAB2-0629-653ABF0A49D0}"/>
                </a:ext>
              </a:extLst>
            </p:cNvPr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4" name="pg2534">
              <a:extLst>
                <a:ext uri="{FF2B5EF4-FFF2-40B4-BE49-F238E27FC236}">
                  <a16:creationId xmlns:a16="http://schemas.microsoft.com/office/drawing/2014/main" id="{7BF480AB-470E-4D89-2CF5-1CB1D744884D}"/>
                </a:ext>
              </a:extLst>
            </p:cNvPr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5" name="pg2535">
              <a:extLst>
                <a:ext uri="{FF2B5EF4-FFF2-40B4-BE49-F238E27FC236}">
                  <a16:creationId xmlns:a16="http://schemas.microsoft.com/office/drawing/2014/main" id="{4B105A1D-57F4-D916-451F-BCE548A51A31}"/>
                </a:ext>
              </a:extLst>
            </p:cNvPr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6" name="pg2536">
              <a:extLst>
                <a:ext uri="{FF2B5EF4-FFF2-40B4-BE49-F238E27FC236}">
                  <a16:creationId xmlns:a16="http://schemas.microsoft.com/office/drawing/2014/main" id="{850B9E07-4072-1A85-75BA-7388E34091BE}"/>
                </a:ext>
              </a:extLst>
            </p:cNvPr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7" name="pg2537">
              <a:extLst>
                <a:ext uri="{FF2B5EF4-FFF2-40B4-BE49-F238E27FC236}">
                  <a16:creationId xmlns:a16="http://schemas.microsoft.com/office/drawing/2014/main" id="{F06AD6B5-C831-2DC4-061B-5C063D0C8F69}"/>
                </a:ext>
              </a:extLst>
            </p:cNvPr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8" name="pg2538">
              <a:extLst>
                <a:ext uri="{FF2B5EF4-FFF2-40B4-BE49-F238E27FC236}">
                  <a16:creationId xmlns:a16="http://schemas.microsoft.com/office/drawing/2014/main" id="{4C4F90BB-4836-40A1-FBA5-52A6C326F6BD}"/>
                </a:ext>
              </a:extLst>
            </p:cNvPr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9" name="pg2539">
              <a:extLst>
                <a:ext uri="{FF2B5EF4-FFF2-40B4-BE49-F238E27FC236}">
                  <a16:creationId xmlns:a16="http://schemas.microsoft.com/office/drawing/2014/main" id="{32D8CEAD-4CD5-8D70-7182-92EAEBA0D0E9}"/>
                </a:ext>
              </a:extLst>
            </p:cNvPr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0" name="pg2540">
              <a:extLst>
                <a:ext uri="{FF2B5EF4-FFF2-40B4-BE49-F238E27FC236}">
                  <a16:creationId xmlns:a16="http://schemas.microsoft.com/office/drawing/2014/main" id="{ECD19672-AEA2-5CBD-6017-CE332DF78CF4}"/>
                </a:ext>
              </a:extLst>
            </p:cNvPr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1" name="pg2541">
              <a:extLst>
                <a:ext uri="{FF2B5EF4-FFF2-40B4-BE49-F238E27FC236}">
                  <a16:creationId xmlns:a16="http://schemas.microsoft.com/office/drawing/2014/main" id="{401064B7-2B5D-02E9-3145-E8C09B5ED5A0}"/>
                </a:ext>
              </a:extLst>
            </p:cNvPr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2" name="pg2542">
              <a:extLst>
                <a:ext uri="{FF2B5EF4-FFF2-40B4-BE49-F238E27FC236}">
                  <a16:creationId xmlns:a16="http://schemas.microsoft.com/office/drawing/2014/main" id="{3BDC5395-9482-40CD-ECD7-24BD0841FE7B}"/>
                </a:ext>
              </a:extLst>
            </p:cNvPr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3" name="pg2543">
              <a:extLst>
                <a:ext uri="{FF2B5EF4-FFF2-40B4-BE49-F238E27FC236}">
                  <a16:creationId xmlns:a16="http://schemas.microsoft.com/office/drawing/2014/main" id="{3F6A4CFB-C125-89F9-DBE2-2899C1722441}"/>
                </a:ext>
              </a:extLst>
            </p:cNvPr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4" name="pg2544">
              <a:extLst>
                <a:ext uri="{FF2B5EF4-FFF2-40B4-BE49-F238E27FC236}">
                  <a16:creationId xmlns:a16="http://schemas.microsoft.com/office/drawing/2014/main" id="{5943FA95-3BDA-A07D-2373-1A50DFD84B4D}"/>
                </a:ext>
              </a:extLst>
            </p:cNvPr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5" name="pg2545">
              <a:extLst>
                <a:ext uri="{FF2B5EF4-FFF2-40B4-BE49-F238E27FC236}">
                  <a16:creationId xmlns:a16="http://schemas.microsoft.com/office/drawing/2014/main" id="{E19CA89D-3EF4-E2FF-6BAA-76D0B1667005}"/>
                </a:ext>
              </a:extLst>
            </p:cNvPr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6" name="pg2546">
              <a:extLst>
                <a:ext uri="{FF2B5EF4-FFF2-40B4-BE49-F238E27FC236}">
                  <a16:creationId xmlns:a16="http://schemas.microsoft.com/office/drawing/2014/main" id="{12F4CFB6-0438-F5AA-24AF-EA27BD1EB996}"/>
                </a:ext>
              </a:extLst>
            </p:cNvPr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7" name="pg2547">
              <a:extLst>
                <a:ext uri="{FF2B5EF4-FFF2-40B4-BE49-F238E27FC236}">
                  <a16:creationId xmlns:a16="http://schemas.microsoft.com/office/drawing/2014/main" id="{6874BC4C-3E93-F81E-9EB8-C3416C625FD1}"/>
                </a:ext>
              </a:extLst>
            </p:cNvPr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8" name="pg2548">
              <a:extLst>
                <a:ext uri="{FF2B5EF4-FFF2-40B4-BE49-F238E27FC236}">
                  <a16:creationId xmlns:a16="http://schemas.microsoft.com/office/drawing/2014/main" id="{8C027F46-10FB-7800-CC97-C3184972F2CC}"/>
                </a:ext>
              </a:extLst>
            </p:cNvPr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9" name="pg2549">
              <a:extLst>
                <a:ext uri="{FF2B5EF4-FFF2-40B4-BE49-F238E27FC236}">
                  <a16:creationId xmlns:a16="http://schemas.microsoft.com/office/drawing/2014/main" id="{56F5232E-87F3-D81A-6C5E-0BFDB447AF8B}"/>
                </a:ext>
              </a:extLst>
            </p:cNvPr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0" name="pg2550">
              <a:extLst>
                <a:ext uri="{FF2B5EF4-FFF2-40B4-BE49-F238E27FC236}">
                  <a16:creationId xmlns:a16="http://schemas.microsoft.com/office/drawing/2014/main" id="{00F05074-2469-3C37-6605-1E6F747D1A64}"/>
                </a:ext>
              </a:extLst>
            </p:cNvPr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1" name="pg2551">
              <a:extLst>
                <a:ext uri="{FF2B5EF4-FFF2-40B4-BE49-F238E27FC236}">
                  <a16:creationId xmlns:a16="http://schemas.microsoft.com/office/drawing/2014/main" id="{3871031C-C658-8B60-27E3-14DB01878675}"/>
                </a:ext>
              </a:extLst>
            </p:cNvPr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2" name="pg2552">
              <a:extLst>
                <a:ext uri="{FF2B5EF4-FFF2-40B4-BE49-F238E27FC236}">
                  <a16:creationId xmlns:a16="http://schemas.microsoft.com/office/drawing/2014/main" id="{C5AEB5E7-26CB-4E8C-3B0B-96278D74518C}"/>
                </a:ext>
              </a:extLst>
            </p:cNvPr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3" name="pg2553">
              <a:extLst>
                <a:ext uri="{FF2B5EF4-FFF2-40B4-BE49-F238E27FC236}">
                  <a16:creationId xmlns:a16="http://schemas.microsoft.com/office/drawing/2014/main" id="{7725D05F-5FB6-B76D-B8BC-E24D031DF6FB}"/>
                </a:ext>
              </a:extLst>
            </p:cNvPr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4" name="pg2554">
              <a:extLst>
                <a:ext uri="{FF2B5EF4-FFF2-40B4-BE49-F238E27FC236}">
                  <a16:creationId xmlns:a16="http://schemas.microsoft.com/office/drawing/2014/main" id="{81C0A935-A06C-7A6F-E756-17678945B187}"/>
                </a:ext>
              </a:extLst>
            </p:cNvPr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5" name="pg2555">
              <a:extLst>
                <a:ext uri="{FF2B5EF4-FFF2-40B4-BE49-F238E27FC236}">
                  <a16:creationId xmlns:a16="http://schemas.microsoft.com/office/drawing/2014/main" id="{B0449418-8C3C-3BDB-3A1C-165F5A2FA8CE}"/>
                </a:ext>
              </a:extLst>
            </p:cNvPr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6" name="pg2556">
              <a:extLst>
                <a:ext uri="{FF2B5EF4-FFF2-40B4-BE49-F238E27FC236}">
                  <a16:creationId xmlns:a16="http://schemas.microsoft.com/office/drawing/2014/main" id="{52B8CD6A-804C-552F-2578-F2110ABF5B4F}"/>
                </a:ext>
              </a:extLst>
            </p:cNvPr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7" name="pg2557">
              <a:extLst>
                <a:ext uri="{FF2B5EF4-FFF2-40B4-BE49-F238E27FC236}">
                  <a16:creationId xmlns:a16="http://schemas.microsoft.com/office/drawing/2014/main" id="{80BCAA37-0E8E-6BC4-EDD0-CA0929D6C026}"/>
                </a:ext>
              </a:extLst>
            </p:cNvPr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8" name="pg2558">
              <a:extLst>
                <a:ext uri="{FF2B5EF4-FFF2-40B4-BE49-F238E27FC236}">
                  <a16:creationId xmlns:a16="http://schemas.microsoft.com/office/drawing/2014/main" id="{72B7B0DF-0344-5C30-83E3-6EFC56C582DD}"/>
                </a:ext>
              </a:extLst>
            </p:cNvPr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9" name="pg2559">
              <a:extLst>
                <a:ext uri="{FF2B5EF4-FFF2-40B4-BE49-F238E27FC236}">
                  <a16:creationId xmlns:a16="http://schemas.microsoft.com/office/drawing/2014/main" id="{FC9B2297-711F-8AAF-9222-AFCE04255791}"/>
                </a:ext>
              </a:extLst>
            </p:cNvPr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0" name="pg2560">
              <a:extLst>
                <a:ext uri="{FF2B5EF4-FFF2-40B4-BE49-F238E27FC236}">
                  <a16:creationId xmlns:a16="http://schemas.microsoft.com/office/drawing/2014/main" id="{10183F92-9852-8407-43D8-C830638511F5}"/>
                </a:ext>
              </a:extLst>
            </p:cNvPr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1" name="pg2561">
              <a:extLst>
                <a:ext uri="{FF2B5EF4-FFF2-40B4-BE49-F238E27FC236}">
                  <a16:creationId xmlns:a16="http://schemas.microsoft.com/office/drawing/2014/main" id="{F81C29FE-B361-A7FF-A37B-B48FC2F28F37}"/>
                </a:ext>
              </a:extLst>
            </p:cNvPr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2" name="pg2562">
              <a:extLst>
                <a:ext uri="{FF2B5EF4-FFF2-40B4-BE49-F238E27FC236}">
                  <a16:creationId xmlns:a16="http://schemas.microsoft.com/office/drawing/2014/main" id="{52A81432-D312-FF2B-E702-611792EB3C9E}"/>
                </a:ext>
              </a:extLst>
            </p:cNvPr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3" name="pg2563">
              <a:extLst>
                <a:ext uri="{FF2B5EF4-FFF2-40B4-BE49-F238E27FC236}">
                  <a16:creationId xmlns:a16="http://schemas.microsoft.com/office/drawing/2014/main" id="{1A29D392-6F7E-C0F3-D08D-5BE8958BA35C}"/>
                </a:ext>
              </a:extLst>
            </p:cNvPr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4" name="pg2564">
              <a:extLst>
                <a:ext uri="{FF2B5EF4-FFF2-40B4-BE49-F238E27FC236}">
                  <a16:creationId xmlns:a16="http://schemas.microsoft.com/office/drawing/2014/main" id="{2A57D815-E09F-2CD8-CE14-BEBCFE764586}"/>
                </a:ext>
              </a:extLst>
            </p:cNvPr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5" name="pg2565">
              <a:extLst>
                <a:ext uri="{FF2B5EF4-FFF2-40B4-BE49-F238E27FC236}">
                  <a16:creationId xmlns:a16="http://schemas.microsoft.com/office/drawing/2014/main" id="{47BE0EFE-11CA-A980-E477-7164602F6EE2}"/>
                </a:ext>
              </a:extLst>
            </p:cNvPr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6" name="pg2566">
              <a:extLst>
                <a:ext uri="{FF2B5EF4-FFF2-40B4-BE49-F238E27FC236}">
                  <a16:creationId xmlns:a16="http://schemas.microsoft.com/office/drawing/2014/main" id="{2639E6DA-3448-FFD4-928D-AC76A836EA05}"/>
                </a:ext>
              </a:extLst>
            </p:cNvPr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7" name="pg2567">
              <a:extLst>
                <a:ext uri="{FF2B5EF4-FFF2-40B4-BE49-F238E27FC236}">
                  <a16:creationId xmlns:a16="http://schemas.microsoft.com/office/drawing/2014/main" id="{548B3089-3F0A-3B8F-D0BB-2AD21CBC6C1E}"/>
                </a:ext>
              </a:extLst>
            </p:cNvPr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8" name="pg2568">
              <a:extLst>
                <a:ext uri="{FF2B5EF4-FFF2-40B4-BE49-F238E27FC236}">
                  <a16:creationId xmlns:a16="http://schemas.microsoft.com/office/drawing/2014/main" id="{53BCF17D-0049-852B-4E3F-1A081D2A914A}"/>
                </a:ext>
              </a:extLst>
            </p:cNvPr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9" name="pg2569">
              <a:extLst>
                <a:ext uri="{FF2B5EF4-FFF2-40B4-BE49-F238E27FC236}">
                  <a16:creationId xmlns:a16="http://schemas.microsoft.com/office/drawing/2014/main" id="{6BA5B868-EECF-4E89-3C8B-1A2C82D01C0C}"/>
                </a:ext>
              </a:extLst>
            </p:cNvPr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0" name="pg2570">
              <a:extLst>
                <a:ext uri="{FF2B5EF4-FFF2-40B4-BE49-F238E27FC236}">
                  <a16:creationId xmlns:a16="http://schemas.microsoft.com/office/drawing/2014/main" id="{9DAA5965-2E5A-98F3-6E26-EDC203805EE7}"/>
                </a:ext>
              </a:extLst>
            </p:cNvPr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1" name="pg2571">
              <a:extLst>
                <a:ext uri="{FF2B5EF4-FFF2-40B4-BE49-F238E27FC236}">
                  <a16:creationId xmlns:a16="http://schemas.microsoft.com/office/drawing/2014/main" id="{DFD584AF-25C4-AE4C-6742-8828DDEC002D}"/>
                </a:ext>
              </a:extLst>
            </p:cNvPr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2" name="pg2572">
              <a:extLst>
                <a:ext uri="{FF2B5EF4-FFF2-40B4-BE49-F238E27FC236}">
                  <a16:creationId xmlns:a16="http://schemas.microsoft.com/office/drawing/2014/main" id="{2627AD98-D417-6A0B-8B3B-E986092C4A5D}"/>
                </a:ext>
              </a:extLst>
            </p:cNvPr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3" name="pg2573">
              <a:extLst>
                <a:ext uri="{FF2B5EF4-FFF2-40B4-BE49-F238E27FC236}">
                  <a16:creationId xmlns:a16="http://schemas.microsoft.com/office/drawing/2014/main" id="{E8B6572A-CF6D-D7CD-D89F-54BEDF26856C}"/>
                </a:ext>
              </a:extLst>
            </p:cNvPr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4" name="pg2574">
              <a:extLst>
                <a:ext uri="{FF2B5EF4-FFF2-40B4-BE49-F238E27FC236}">
                  <a16:creationId xmlns:a16="http://schemas.microsoft.com/office/drawing/2014/main" id="{5BE4F7A8-0C95-C7CE-ADF3-B201D6C35511}"/>
                </a:ext>
              </a:extLst>
            </p:cNvPr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5" name="pg2575">
              <a:extLst>
                <a:ext uri="{FF2B5EF4-FFF2-40B4-BE49-F238E27FC236}">
                  <a16:creationId xmlns:a16="http://schemas.microsoft.com/office/drawing/2014/main" id="{7162D614-1E77-410D-C6F4-E8E5A7204FE5}"/>
                </a:ext>
              </a:extLst>
            </p:cNvPr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6" name="pg2576">
              <a:extLst>
                <a:ext uri="{FF2B5EF4-FFF2-40B4-BE49-F238E27FC236}">
                  <a16:creationId xmlns:a16="http://schemas.microsoft.com/office/drawing/2014/main" id="{9591D2F4-5713-338C-3607-40936C96F572}"/>
                </a:ext>
              </a:extLst>
            </p:cNvPr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7" name="pg2577">
              <a:extLst>
                <a:ext uri="{FF2B5EF4-FFF2-40B4-BE49-F238E27FC236}">
                  <a16:creationId xmlns:a16="http://schemas.microsoft.com/office/drawing/2014/main" id="{A4632652-338B-6D0D-9C2E-860BF79FA78D}"/>
                </a:ext>
              </a:extLst>
            </p:cNvPr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8" name="pg2578">
              <a:extLst>
                <a:ext uri="{FF2B5EF4-FFF2-40B4-BE49-F238E27FC236}">
                  <a16:creationId xmlns:a16="http://schemas.microsoft.com/office/drawing/2014/main" id="{84783475-A542-2CCB-B53D-AF67431C8A4E}"/>
                </a:ext>
              </a:extLst>
            </p:cNvPr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9" name="pg2579">
              <a:extLst>
                <a:ext uri="{FF2B5EF4-FFF2-40B4-BE49-F238E27FC236}">
                  <a16:creationId xmlns:a16="http://schemas.microsoft.com/office/drawing/2014/main" id="{40379A1E-4A61-F296-653F-74B142D6B6F7}"/>
                </a:ext>
              </a:extLst>
            </p:cNvPr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0" name="pg2580">
              <a:extLst>
                <a:ext uri="{FF2B5EF4-FFF2-40B4-BE49-F238E27FC236}">
                  <a16:creationId xmlns:a16="http://schemas.microsoft.com/office/drawing/2014/main" id="{DBFF5928-9687-677D-DAB7-03E35DD80D9C}"/>
                </a:ext>
              </a:extLst>
            </p:cNvPr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1" name="pg2581">
              <a:extLst>
                <a:ext uri="{FF2B5EF4-FFF2-40B4-BE49-F238E27FC236}">
                  <a16:creationId xmlns:a16="http://schemas.microsoft.com/office/drawing/2014/main" id="{7FA5528C-6576-8337-33D5-02C83AC48D02}"/>
                </a:ext>
              </a:extLst>
            </p:cNvPr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2" name="pg2582">
              <a:extLst>
                <a:ext uri="{FF2B5EF4-FFF2-40B4-BE49-F238E27FC236}">
                  <a16:creationId xmlns:a16="http://schemas.microsoft.com/office/drawing/2014/main" id="{256BB08A-7EFF-FE06-95C4-31A7892FBBDC}"/>
                </a:ext>
              </a:extLst>
            </p:cNvPr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3" name="pg2583">
              <a:extLst>
                <a:ext uri="{FF2B5EF4-FFF2-40B4-BE49-F238E27FC236}">
                  <a16:creationId xmlns:a16="http://schemas.microsoft.com/office/drawing/2014/main" id="{F2FCB6A6-5874-8D77-9781-91A0E8FB7055}"/>
                </a:ext>
              </a:extLst>
            </p:cNvPr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4" name="pg2584">
              <a:extLst>
                <a:ext uri="{FF2B5EF4-FFF2-40B4-BE49-F238E27FC236}">
                  <a16:creationId xmlns:a16="http://schemas.microsoft.com/office/drawing/2014/main" id="{F31B395E-89CF-12A1-4DAE-41480C3D7EF1}"/>
                </a:ext>
              </a:extLst>
            </p:cNvPr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5" name="pg2585">
              <a:extLst>
                <a:ext uri="{FF2B5EF4-FFF2-40B4-BE49-F238E27FC236}">
                  <a16:creationId xmlns:a16="http://schemas.microsoft.com/office/drawing/2014/main" id="{79637E12-85E5-23F6-ED4E-A581821D69FA}"/>
                </a:ext>
              </a:extLst>
            </p:cNvPr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6" name="pg2586">
              <a:extLst>
                <a:ext uri="{FF2B5EF4-FFF2-40B4-BE49-F238E27FC236}">
                  <a16:creationId xmlns:a16="http://schemas.microsoft.com/office/drawing/2014/main" id="{22E6144F-9429-E148-CA26-984DB211A371}"/>
                </a:ext>
              </a:extLst>
            </p:cNvPr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7" name="pg2587">
              <a:extLst>
                <a:ext uri="{FF2B5EF4-FFF2-40B4-BE49-F238E27FC236}">
                  <a16:creationId xmlns:a16="http://schemas.microsoft.com/office/drawing/2014/main" id="{E4A93DC5-5096-DEB8-C470-6415DEE933B1}"/>
                </a:ext>
              </a:extLst>
            </p:cNvPr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8" name="pg2588">
              <a:extLst>
                <a:ext uri="{FF2B5EF4-FFF2-40B4-BE49-F238E27FC236}">
                  <a16:creationId xmlns:a16="http://schemas.microsoft.com/office/drawing/2014/main" id="{15F88E4A-C94C-6DCD-0D15-A1AE1089F321}"/>
                </a:ext>
              </a:extLst>
            </p:cNvPr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9" name="pg2589">
              <a:extLst>
                <a:ext uri="{FF2B5EF4-FFF2-40B4-BE49-F238E27FC236}">
                  <a16:creationId xmlns:a16="http://schemas.microsoft.com/office/drawing/2014/main" id="{5E99B26B-185F-3C48-B7D3-2D62E59C9372}"/>
                </a:ext>
              </a:extLst>
            </p:cNvPr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0" name="pg2590">
              <a:extLst>
                <a:ext uri="{FF2B5EF4-FFF2-40B4-BE49-F238E27FC236}">
                  <a16:creationId xmlns:a16="http://schemas.microsoft.com/office/drawing/2014/main" id="{4BBCC5F2-2F4F-E2E7-7CB6-18A27049F472}"/>
                </a:ext>
              </a:extLst>
            </p:cNvPr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1" name="pg2591">
              <a:extLst>
                <a:ext uri="{FF2B5EF4-FFF2-40B4-BE49-F238E27FC236}">
                  <a16:creationId xmlns:a16="http://schemas.microsoft.com/office/drawing/2014/main" id="{565717F3-7137-E59A-A176-A10FD34EA4FF}"/>
                </a:ext>
              </a:extLst>
            </p:cNvPr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2" name="pg2592">
              <a:extLst>
                <a:ext uri="{FF2B5EF4-FFF2-40B4-BE49-F238E27FC236}">
                  <a16:creationId xmlns:a16="http://schemas.microsoft.com/office/drawing/2014/main" id="{F9CD4D28-062F-44B7-A2F0-9FC3AC28F2F7}"/>
                </a:ext>
              </a:extLst>
            </p:cNvPr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3" name="pg2593">
              <a:extLst>
                <a:ext uri="{FF2B5EF4-FFF2-40B4-BE49-F238E27FC236}">
                  <a16:creationId xmlns:a16="http://schemas.microsoft.com/office/drawing/2014/main" id="{FBE6F24E-CD34-9660-7F38-BA2F463F46E6}"/>
                </a:ext>
              </a:extLst>
            </p:cNvPr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4" name="pg2594">
              <a:extLst>
                <a:ext uri="{FF2B5EF4-FFF2-40B4-BE49-F238E27FC236}">
                  <a16:creationId xmlns:a16="http://schemas.microsoft.com/office/drawing/2014/main" id="{41D9B660-1864-67F6-A8FD-FB252AF2E34A}"/>
                </a:ext>
              </a:extLst>
            </p:cNvPr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5" name="pg2595">
              <a:extLst>
                <a:ext uri="{FF2B5EF4-FFF2-40B4-BE49-F238E27FC236}">
                  <a16:creationId xmlns:a16="http://schemas.microsoft.com/office/drawing/2014/main" id="{5A881310-DF84-370C-BDDB-32072386F3EE}"/>
                </a:ext>
              </a:extLst>
            </p:cNvPr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6" name="pg2596">
              <a:extLst>
                <a:ext uri="{FF2B5EF4-FFF2-40B4-BE49-F238E27FC236}">
                  <a16:creationId xmlns:a16="http://schemas.microsoft.com/office/drawing/2014/main" id="{7E387319-FB16-B14D-D13F-499FA4F8F488}"/>
                </a:ext>
              </a:extLst>
            </p:cNvPr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7" name="pg2597">
              <a:extLst>
                <a:ext uri="{FF2B5EF4-FFF2-40B4-BE49-F238E27FC236}">
                  <a16:creationId xmlns:a16="http://schemas.microsoft.com/office/drawing/2014/main" id="{F40E1895-F465-CB57-C24B-31EAA7FB3CB5}"/>
                </a:ext>
              </a:extLst>
            </p:cNvPr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8" name="pg2598">
              <a:extLst>
                <a:ext uri="{FF2B5EF4-FFF2-40B4-BE49-F238E27FC236}">
                  <a16:creationId xmlns:a16="http://schemas.microsoft.com/office/drawing/2014/main" id="{507B187A-9F97-8169-7EAF-78E11A346B86}"/>
                </a:ext>
              </a:extLst>
            </p:cNvPr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9" name="pg2599">
              <a:extLst>
                <a:ext uri="{FF2B5EF4-FFF2-40B4-BE49-F238E27FC236}">
                  <a16:creationId xmlns:a16="http://schemas.microsoft.com/office/drawing/2014/main" id="{0F250864-FEB0-ED31-8D4E-60F6548DB8E4}"/>
                </a:ext>
              </a:extLst>
            </p:cNvPr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0" name="pg2600">
              <a:extLst>
                <a:ext uri="{FF2B5EF4-FFF2-40B4-BE49-F238E27FC236}">
                  <a16:creationId xmlns:a16="http://schemas.microsoft.com/office/drawing/2014/main" id="{7907A45C-2671-29AC-56BA-0AFAE5D93476}"/>
                </a:ext>
              </a:extLst>
            </p:cNvPr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1" name="pg2601">
              <a:extLst>
                <a:ext uri="{FF2B5EF4-FFF2-40B4-BE49-F238E27FC236}">
                  <a16:creationId xmlns:a16="http://schemas.microsoft.com/office/drawing/2014/main" id="{E2C28755-372B-2268-2AFE-D12A47BB5FA0}"/>
                </a:ext>
              </a:extLst>
            </p:cNvPr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2" name="pg2602">
              <a:extLst>
                <a:ext uri="{FF2B5EF4-FFF2-40B4-BE49-F238E27FC236}">
                  <a16:creationId xmlns:a16="http://schemas.microsoft.com/office/drawing/2014/main" id="{D858EB8D-CEED-E0C6-DEE3-891A9DFA0DD3}"/>
                </a:ext>
              </a:extLst>
            </p:cNvPr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3" name="pg2603">
              <a:extLst>
                <a:ext uri="{FF2B5EF4-FFF2-40B4-BE49-F238E27FC236}">
                  <a16:creationId xmlns:a16="http://schemas.microsoft.com/office/drawing/2014/main" id="{B1CD891F-9F4B-2BC3-8ED8-2F31ADC06483}"/>
                </a:ext>
              </a:extLst>
            </p:cNvPr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4" name="pg2604">
              <a:extLst>
                <a:ext uri="{FF2B5EF4-FFF2-40B4-BE49-F238E27FC236}">
                  <a16:creationId xmlns:a16="http://schemas.microsoft.com/office/drawing/2014/main" id="{C16B0B60-DCDA-FF5D-6387-55CD64D65E26}"/>
                </a:ext>
              </a:extLst>
            </p:cNvPr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5" name="pg2605">
              <a:extLst>
                <a:ext uri="{FF2B5EF4-FFF2-40B4-BE49-F238E27FC236}">
                  <a16:creationId xmlns:a16="http://schemas.microsoft.com/office/drawing/2014/main" id="{B6E29B96-8683-E71A-E889-E46E3BF51522}"/>
                </a:ext>
              </a:extLst>
            </p:cNvPr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6" name="pg2606">
              <a:extLst>
                <a:ext uri="{FF2B5EF4-FFF2-40B4-BE49-F238E27FC236}">
                  <a16:creationId xmlns:a16="http://schemas.microsoft.com/office/drawing/2014/main" id="{2C207BBD-FD1D-1D7B-A494-364600DD326B}"/>
                </a:ext>
              </a:extLst>
            </p:cNvPr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7" name="pg2607">
              <a:extLst>
                <a:ext uri="{FF2B5EF4-FFF2-40B4-BE49-F238E27FC236}">
                  <a16:creationId xmlns:a16="http://schemas.microsoft.com/office/drawing/2014/main" id="{C1B60083-7550-9A9F-3117-F9B67596B5E3}"/>
                </a:ext>
              </a:extLst>
            </p:cNvPr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8" name="pg2608">
              <a:extLst>
                <a:ext uri="{FF2B5EF4-FFF2-40B4-BE49-F238E27FC236}">
                  <a16:creationId xmlns:a16="http://schemas.microsoft.com/office/drawing/2014/main" id="{CC467E6C-029C-FB92-1D5C-CFBF9428414F}"/>
                </a:ext>
              </a:extLst>
            </p:cNvPr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9" name="pg2609">
              <a:extLst>
                <a:ext uri="{FF2B5EF4-FFF2-40B4-BE49-F238E27FC236}">
                  <a16:creationId xmlns:a16="http://schemas.microsoft.com/office/drawing/2014/main" id="{D4FFA80E-B3DC-62E3-F2E9-EFFCCB802E63}"/>
                </a:ext>
              </a:extLst>
            </p:cNvPr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0" name="pg2610">
              <a:extLst>
                <a:ext uri="{FF2B5EF4-FFF2-40B4-BE49-F238E27FC236}">
                  <a16:creationId xmlns:a16="http://schemas.microsoft.com/office/drawing/2014/main" id="{774D29F4-4C13-378E-A646-8A6D80F0AA26}"/>
                </a:ext>
              </a:extLst>
            </p:cNvPr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1" name="pg2611">
              <a:extLst>
                <a:ext uri="{FF2B5EF4-FFF2-40B4-BE49-F238E27FC236}">
                  <a16:creationId xmlns:a16="http://schemas.microsoft.com/office/drawing/2014/main" id="{CDFE40DB-A8DB-E807-45C6-4BC763C936DF}"/>
                </a:ext>
              </a:extLst>
            </p:cNvPr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2" name="pg2612">
              <a:extLst>
                <a:ext uri="{FF2B5EF4-FFF2-40B4-BE49-F238E27FC236}">
                  <a16:creationId xmlns:a16="http://schemas.microsoft.com/office/drawing/2014/main" id="{200FF854-4F32-3D46-97B5-7AB97B39BC8A}"/>
                </a:ext>
              </a:extLst>
            </p:cNvPr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3" name="pg2613">
              <a:extLst>
                <a:ext uri="{FF2B5EF4-FFF2-40B4-BE49-F238E27FC236}">
                  <a16:creationId xmlns:a16="http://schemas.microsoft.com/office/drawing/2014/main" id="{BFCADA8D-51B0-DFA4-3804-2B435E293124}"/>
                </a:ext>
              </a:extLst>
            </p:cNvPr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4" name="pg2614">
              <a:extLst>
                <a:ext uri="{FF2B5EF4-FFF2-40B4-BE49-F238E27FC236}">
                  <a16:creationId xmlns:a16="http://schemas.microsoft.com/office/drawing/2014/main" id="{4891B0BD-D5F7-51EA-6373-BCBF1BED148F}"/>
                </a:ext>
              </a:extLst>
            </p:cNvPr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5" name="pg2615">
              <a:extLst>
                <a:ext uri="{FF2B5EF4-FFF2-40B4-BE49-F238E27FC236}">
                  <a16:creationId xmlns:a16="http://schemas.microsoft.com/office/drawing/2014/main" id="{7BC9176B-83D8-3288-8390-A2DAC58D8383}"/>
                </a:ext>
              </a:extLst>
            </p:cNvPr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6" name="pg2616">
              <a:extLst>
                <a:ext uri="{FF2B5EF4-FFF2-40B4-BE49-F238E27FC236}">
                  <a16:creationId xmlns:a16="http://schemas.microsoft.com/office/drawing/2014/main" id="{BFEAF0BF-9DD3-181B-F799-FF93B8F3BBD1}"/>
                </a:ext>
              </a:extLst>
            </p:cNvPr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7" name="pg2617">
              <a:extLst>
                <a:ext uri="{FF2B5EF4-FFF2-40B4-BE49-F238E27FC236}">
                  <a16:creationId xmlns:a16="http://schemas.microsoft.com/office/drawing/2014/main" id="{7E6A2FB6-3209-543D-6504-B66177DA4D55}"/>
                </a:ext>
              </a:extLst>
            </p:cNvPr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8" name="pg2618">
              <a:extLst>
                <a:ext uri="{FF2B5EF4-FFF2-40B4-BE49-F238E27FC236}">
                  <a16:creationId xmlns:a16="http://schemas.microsoft.com/office/drawing/2014/main" id="{683511EF-BF33-C0DB-1C12-A9DE6BDCEF43}"/>
                </a:ext>
              </a:extLst>
            </p:cNvPr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9" name="pg2619">
              <a:extLst>
                <a:ext uri="{FF2B5EF4-FFF2-40B4-BE49-F238E27FC236}">
                  <a16:creationId xmlns:a16="http://schemas.microsoft.com/office/drawing/2014/main" id="{B3E0E9C9-0344-36DA-2115-4690E810ADB7}"/>
                </a:ext>
              </a:extLst>
            </p:cNvPr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0" name="pg2620">
              <a:extLst>
                <a:ext uri="{FF2B5EF4-FFF2-40B4-BE49-F238E27FC236}">
                  <a16:creationId xmlns:a16="http://schemas.microsoft.com/office/drawing/2014/main" id="{1CA52E00-6A72-EED4-4A48-C413E85213C1}"/>
                </a:ext>
              </a:extLst>
            </p:cNvPr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1" name="pg2621">
              <a:extLst>
                <a:ext uri="{FF2B5EF4-FFF2-40B4-BE49-F238E27FC236}">
                  <a16:creationId xmlns:a16="http://schemas.microsoft.com/office/drawing/2014/main" id="{6B081ACD-70D0-2B8C-4D70-5EB9A43E70D6}"/>
                </a:ext>
              </a:extLst>
            </p:cNvPr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2" name="pg2622">
              <a:extLst>
                <a:ext uri="{FF2B5EF4-FFF2-40B4-BE49-F238E27FC236}">
                  <a16:creationId xmlns:a16="http://schemas.microsoft.com/office/drawing/2014/main" id="{4CDA3391-E546-5997-32ED-22B9B32BE383}"/>
                </a:ext>
              </a:extLst>
            </p:cNvPr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3" name="pg2623">
              <a:extLst>
                <a:ext uri="{FF2B5EF4-FFF2-40B4-BE49-F238E27FC236}">
                  <a16:creationId xmlns:a16="http://schemas.microsoft.com/office/drawing/2014/main" id="{91FDA698-3250-0B20-E802-7D9DE50D804D}"/>
                </a:ext>
              </a:extLst>
            </p:cNvPr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4" name="pg2624">
              <a:extLst>
                <a:ext uri="{FF2B5EF4-FFF2-40B4-BE49-F238E27FC236}">
                  <a16:creationId xmlns:a16="http://schemas.microsoft.com/office/drawing/2014/main" id="{DB580C94-2D63-F537-8BA1-A800C22B99BC}"/>
                </a:ext>
              </a:extLst>
            </p:cNvPr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5" name="pg2625">
              <a:extLst>
                <a:ext uri="{FF2B5EF4-FFF2-40B4-BE49-F238E27FC236}">
                  <a16:creationId xmlns:a16="http://schemas.microsoft.com/office/drawing/2014/main" id="{2DACBC66-6FD1-E675-9F85-A70B9B03F749}"/>
                </a:ext>
              </a:extLst>
            </p:cNvPr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6" name="pg2626">
              <a:extLst>
                <a:ext uri="{FF2B5EF4-FFF2-40B4-BE49-F238E27FC236}">
                  <a16:creationId xmlns:a16="http://schemas.microsoft.com/office/drawing/2014/main" id="{1A301F1A-0835-D707-1B7B-BC6FEFE846B7}"/>
                </a:ext>
              </a:extLst>
            </p:cNvPr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7" name="pg2627">
              <a:extLst>
                <a:ext uri="{FF2B5EF4-FFF2-40B4-BE49-F238E27FC236}">
                  <a16:creationId xmlns:a16="http://schemas.microsoft.com/office/drawing/2014/main" id="{4724974B-8D29-09A1-061E-BE2D6E6D0CEB}"/>
                </a:ext>
              </a:extLst>
            </p:cNvPr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8" name="pg2628">
              <a:extLst>
                <a:ext uri="{FF2B5EF4-FFF2-40B4-BE49-F238E27FC236}">
                  <a16:creationId xmlns:a16="http://schemas.microsoft.com/office/drawing/2014/main" id="{29A0DEE5-1AD4-4797-C3B6-93608A1EF0A6}"/>
                </a:ext>
              </a:extLst>
            </p:cNvPr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9" name="pg2629">
              <a:extLst>
                <a:ext uri="{FF2B5EF4-FFF2-40B4-BE49-F238E27FC236}">
                  <a16:creationId xmlns:a16="http://schemas.microsoft.com/office/drawing/2014/main" id="{D6584155-22DC-E8E7-0BC9-8CF332EA6A26}"/>
                </a:ext>
              </a:extLst>
            </p:cNvPr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0" name="pg2630">
              <a:extLst>
                <a:ext uri="{FF2B5EF4-FFF2-40B4-BE49-F238E27FC236}">
                  <a16:creationId xmlns:a16="http://schemas.microsoft.com/office/drawing/2014/main" id="{EB12C423-9F52-AAEE-22FA-E0C5740CD24D}"/>
                </a:ext>
              </a:extLst>
            </p:cNvPr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1" name="pg2631">
              <a:extLst>
                <a:ext uri="{FF2B5EF4-FFF2-40B4-BE49-F238E27FC236}">
                  <a16:creationId xmlns:a16="http://schemas.microsoft.com/office/drawing/2014/main" id="{3585AEBE-A909-B693-D94D-6A9850FD49A4}"/>
                </a:ext>
              </a:extLst>
            </p:cNvPr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2" name="pg2632">
              <a:extLst>
                <a:ext uri="{FF2B5EF4-FFF2-40B4-BE49-F238E27FC236}">
                  <a16:creationId xmlns:a16="http://schemas.microsoft.com/office/drawing/2014/main" id="{8707CA44-709E-00D5-78CA-BB375C39AF6A}"/>
                </a:ext>
              </a:extLst>
            </p:cNvPr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3" name="pg2633">
              <a:extLst>
                <a:ext uri="{FF2B5EF4-FFF2-40B4-BE49-F238E27FC236}">
                  <a16:creationId xmlns:a16="http://schemas.microsoft.com/office/drawing/2014/main" id="{4E6F55EF-09DA-3AE1-D3FD-17BA4DB0C407}"/>
                </a:ext>
              </a:extLst>
            </p:cNvPr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4" name="pg2634">
              <a:extLst>
                <a:ext uri="{FF2B5EF4-FFF2-40B4-BE49-F238E27FC236}">
                  <a16:creationId xmlns:a16="http://schemas.microsoft.com/office/drawing/2014/main" id="{DFC592EC-9670-8E8B-B8D9-9D0CCFB8EB61}"/>
                </a:ext>
              </a:extLst>
            </p:cNvPr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5" name="pg2635">
              <a:extLst>
                <a:ext uri="{FF2B5EF4-FFF2-40B4-BE49-F238E27FC236}">
                  <a16:creationId xmlns:a16="http://schemas.microsoft.com/office/drawing/2014/main" id="{96E25071-96DE-5099-BE84-BF0A3A242CD1}"/>
                </a:ext>
              </a:extLst>
            </p:cNvPr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6" name="pg2636">
              <a:extLst>
                <a:ext uri="{FF2B5EF4-FFF2-40B4-BE49-F238E27FC236}">
                  <a16:creationId xmlns:a16="http://schemas.microsoft.com/office/drawing/2014/main" id="{9AB2F941-671B-8D1C-6A07-40F97B11BF1B}"/>
                </a:ext>
              </a:extLst>
            </p:cNvPr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7" name="pg2637">
              <a:extLst>
                <a:ext uri="{FF2B5EF4-FFF2-40B4-BE49-F238E27FC236}">
                  <a16:creationId xmlns:a16="http://schemas.microsoft.com/office/drawing/2014/main" id="{1717ECF7-7DA5-BAE6-2650-D723F5D4D7A7}"/>
                </a:ext>
              </a:extLst>
            </p:cNvPr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8" name="pg2638">
              <a:extLst>
                <a:ext uri="{FF2B5EF4-FFF2-40B4-BE49-F238E27FC236}">
                  <a16:creationId xmlns:a16="http://schemas.microsoft.com/office/drawing/2014/main" id="{12499A26-9DE8-B7FC-B45A-3C159F875AE8}"/>
                </a:ext>
              </a:extLst>
            </p:cNvPr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9" name="pg2639">
              <a:extLst>
                <a:ext uri="{FF2B5EF4-FFF2-40B4-BE49-F238E27FC236}">
                  <a16:creationId xmlns:a16="http://schemas.microsoft.com/office/drawing/2014/main" id="{73E93F26-1393-A2D3-787B-4D2E55319587}"/>
                </a:ext>
              </a:extLst>
            </p:cNvPr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0" name="pg2640">
              <a:extLst>
                <a:ext uri="{FF2B5EF4-FFF2-40B4-BE49-F238E27FC236}">
                  <a16:creationId xmlns:a16="http://schemas.microsoft.com/office/drawing/2014/main" id="{315A58D6-0A31-DCA6-D87A-08406A1ED269}"/>
                </a:ext>
              </a:extLst>
            </p:cNvPr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1" name="pg2641">
              <a:extLst>
                <a:ext uri="{FF2B5EF4-FFF2-40B4-BE49-F238E27FC236}">
                  <a16:creationId xmlns:a16="http://schemas.microsoft.com/office/drawing/2014/main" id="{EEC6ACF9-317D-FBAE-6F1D-041BF6CEFB14}"/>
                </a:ext>
              </a:extLst>
            </p:cNvPr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2" name="pg2642">
              <a:extLst>
                <a:ext uri="{FF2B5EF4-FFF2-40B4-BE49-F238E27FC236}">
                  <a16:creationId xmlns:a16="http://schemas.microsoft.com/office/drawing/2014/main" id="{6FD65C7A-B7D9-66FB-AB16-A4011BDE343A}"/>
                </a:ext>
              </a:extLst>
            </p:cNvPr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3" name="pg2643">
              <a:extLst>
                <a:ext uri="{FF2B5EF4-FFF2-40B4-BE49-F238E27FC236}">
                  <a16:creationId xmlns:a16="http://schemas.microsoft.com/office/drawing/2014/main" id="{2022B710-FF95-D1F5-BEA1-CDAAB9D5BABA}"/>
                </a:ext>
              </a:extLst>
            </p:cNvPr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4" name="pg2644">
              <a:extLst>
                <a:ext uri="{FF2B5EF4-FFF2-40B4-BE49-F238E27FC236}">
                  <a16:creationId xmlns:a16="http://schemas.microsoft.com/office/drawing/2014/main" id="{1DA342B0-2993-4232-E591-374F9C585810}"/>
                </a:ext>
              </a:extLst>
            </p:cNvPr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5" name="pg2645">
              <a:extLst>
                <a:ext uri="{FF2B5EF4-FFF2-40B4-BE49-F238E27FC236}">
                  <a16:creationId xmlns:a16="http://schemas.microsoft.com/office/drawing/2014/main" id="{B95D13CD-5DEE-1DCF-0B8F-9E2BC8DBFBA1}"/>
                </a:ext>
              </a:extLst>
            </p:cNvPr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6" name="pg2646">
              <a:extLst>
                <a:ext uri="{FF2B5EF4-FFF2-40B4-BE49-F238E27FC236}">
                  <a16:creationId xmlns:a16="http://schemas.microsoft.com/office/drawing/2014/main" id="{122EDFD2-3B16-F38E-7CC3-E94D67AE4577}"/>
                </a:ext>
              </a:extLst>
            </p:cNvPr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7" name="pg2647">
              <a:extLst>
                <a:ext uri="{FF2B5EF4-FFF2-40B4-BE49-F238E27FC236}">
                  <a16:creationId xmlns:a16="http://schemas.microsoft.com/office/drawing/2014/main" id="{559B48EF-9D46-491A-0BB8-B5E41CE713D9}"/>
                </a:ext>
              </a:extLst>
            </p:cNvPr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8" name="pg2648">
              <a:extLst>
                <a:ext uri="{FF2B5EF4-FFF2-40B4-BE49-F238E27FC236}">
                  <a16:creationId xmlns:a16="http://schemas.microsoft.com/office/drawing/2014/main" id="{F663B1C0-EDEA-9080-6F10-DD37F609294D}"/>
                </a:ext>
              </a:extLst>
            </p:cNvPr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9" name="pg2649">
              <a:extLst>
                <a:ext uri="{FF2B5EF4-FFF2-40B4-BE49-F238E27FC236}">
                  <a16:creationId xmlns:a16="http://schemas.microsoft.com/office/drawing/2014/main" id="{13A1C63C-B89D-7127-AF0B-76B687190434}"/>
                </a:ext>
              </a:extLst>
            </p:cNvPr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0" name="pg2650">
              <a:extLst>
                <a:ext uri="{FF2B5EF4-FFF2-40B4-BE49-F238E27FC236}">
                  <a16:creationId xmlns:a16="http://schemas.microsoft.com/office/drawing/2014/main" id="{900F76F0-6194-0D5E-DD93-7FB7532C2564}"/>
                </a:ext>
              </a:extLst>
            </p:cNvPr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1" name="pg2651">
              <a:extLst>
                <a:ext uri="{FF2B5EF4-FFF2-40B4-BE49-F238E27FC236}">
                  <a16:creationId xmlns:a16="http://schemas.microsoft.com/office/drawing/2014/main" id="{EE5DF59F-6BC3-2C76-7BB8-3EE7B709706B}"/>
                </a:ext>
              </a:extLst>
            </p:cNvPr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2" name="pg2652">
              <a:extLst>
                <a:ext uri="{FF2B5EF4-FFF2-40B4-BE49-F238E27FC236}">
                  <a16:creationId xmlns:a16="http://schemas.microsoft.com/office/drawing/2014/main" id="{F492C447-F4DD-0F50-E1B3-1BC6B9596564}"/>
                </a:ext>
              </a:extLst>
            </p:cNvPr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3" name="pg2653">
              <a:extLst>
                <a:ext uri="{FF2B5EF4-FFF2-40B4-BE49-F238E27FC236}">
                  <a16:creationId xmlns:a16="http://schemas.microsoft.com/office/drawing/2014/main" id="{A0CF423A-94E5-5060-0AC8-A21C271B37DC}"/>
                </a:ext>
              </a:extLst>
            </p:cNvPr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4" name="pg2654">
              <a:extLst>
                <a:ext uri="{FF2B5EF4-FFF2-40B4-BE49-F238E27FC236}">
                  <a16:creationId xmlns:a16="http://schemas.microsoft.com/office/drawing/2014/main" id="{D365687D-1B32-A14D-771F-1F3267D132EE}"/>
                </a:ext>
              </a:extLst>
            </p:cNvPr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5" name="pg2655">
              <a:extLst>
                <a:ext uri="{FF2B5EF4-FFF2-40B4-BE49-F238E27FC236}">
                  <a16:creationId xmlns:a16="http://schemas.microsoft.com/office/drawing/2014/main" id="{BA3063D9-8862-A328-0055-3C793CB1166E}"/>
                </a:ext>
              </a:extLst>
            </p:cNvPr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6" name="pg2656">
              <a:extLst>
                <a:ext uri="{FF2B5EF4-FFF2-40B4-BE49-F238E27FC236}">
                  <a16:creationId xmlns:a16="http://schemas.microsoft.com/office/drawing/2014/main" id="{8476F114-66BC-6F35-CC4C-EBBDDCEC9AA0}"/>
                </a:ext>
              </a:extLst>
            </p:cNvPr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7" name="pg2657">
              <a:extLst>
                <a:ext uri="{FF2B5EF4-FFF2-40B4-BE49-F238E27FC236}">
                  <a16:creationId xmlns:a16="http://schemas.microsoft.com/office/drawing/2014/main" id="{64A05133-5787-4D50-9939-DDFE56D7A49B}"/>
                </a:ext>
              </a:extLst>
            </p:cNvPr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8" name="pg2658">
              <a:extLst>
                <a:ext uri="{FF2B5EF4-FFF2-40B4-BE49-F238E27FC236}">
                  <a16:creationId xmlns:a16="http://schemas.microsoft.com/office/drawing/2014/main" id="{30FA1191-948C-129B-BDCA-638332D91CE6}"/>
                </a:ext>
              </a:extLst>
            </p:cNvPr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9" name="pg2659">
              <a:extLst>
                <a:ext uri="{FF2B5EF4-FFF2-40B4-BE49-F238E27FC236}">
                  <a16:creationId xmlns:a16="http://schemas.microsoft.com/office/drawing/2014/main" id="{CFE439E4-CC05-DA7C-B53D-EFE041936100}"/>
                </a:ext>
              </a:extLst>
            </p:cNvPr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0" name="pg2660">
              <a:extLst>
                <a:ext uri="{FF2B5EF4-FFF2-40B4-BE49-F238E27FC236}">
                  <a16:creationId xmlns:a16="http://schemas.microsoft.com/office/drawing/2014/main" id="{A67BA5EB-D9E7-9AA8-B89D-A10EA302C483}"/>
                </a:ext>
              </a:extLst>
            </p:cNvPr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1" name="pg2661">
              <a:extLst>
                <a:ext uri="{FF2B5EF4-FFF2-40B4-BE49-F238E27FC236}">
                  <a16:creationId xmlns:a16="http://schemas.microsoft.com/office/drawing/2014/main" id="{D7D643EE-3EE9-B68A-114E-3631831332C6}"/>
                </a:ext>
              </a:extLst>
            </p:cNvPr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2" name="pg2662">
              <a:extLst>
                <a:ext uri="{FF2B5EF4-FFF2-40B4-BE49-F238E27FC236}">
                  <a16:creationId xmlns:a16="http://schemas.microsoft.com/office/drawing/2014/main" id="{A23F2689-46C8-1C74-59C6-03F1BA3A8230}"/>
                </a:ext>
              </a:extLst>
            </p:cNvPr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3" name="pg2663">
              <a:extLst>
                <a:ext uri="{FF2B5EF4-FFF2-40B4-BE49-F238E27FC236}">
                  <a16:creationId xmlns:a16="http://schemas.microsoft.com/office/drawing/2014/main" id="{DF615DCB-479A-207E-1364-833C22633C98}"/>
                </a:ext>
              </a:extLst>
            </p:cNvPr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4" name="pg2664">
              <a:extLst>
                <a:ext uri="{FF2B5EF4-FFF2-40B4-BE49-F238E27FC236}">
                  <a16:creationId xmlns:a16="http://schemas.microsoft.com/office/drawing/2014/main" id="{5E37C8D9-68F4-B58B-297E-1C0190294157}"/>
                </a:ext>
              </a:extLst>
            </p:cNvPr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5" name="pg2665">
              <a:extLst>
                <a:ext uri="{FF2B5EF4-FFF2-40B4-BE49-F238E27FC236}">
                  <a16:creationId xmlns:a16="http://schemas.microsoft.com/office/drawing/2014/main" id="{C57F305F-0796-81F0-9D03-15E64FF384E3}"/>
                </a:ext>
              </a:extLst>
            </p:cNvPr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6" name="pg2666">
              <a:extLst>
                <a:ext uri="{FF2B5EF4-FFF2-40B4-BE49-F238E27FC236}">
                  <a16:creationId xmlns:a16="http://schemas.microsoft.com/office/drawing/2014/main" id="{C8799E64-69D9-4B43-2178-6DB865402105}"/>
                </a:ext>
              </a:extLst>
            </p:cNvPr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7" name="pg2667">
              <a:extLst>
                <a:ext uri="{FF2B5EF4-FFF2-40B4-BE49-F238E27FC236}">
                  <a16:creationId xmlns:a16="http://schemas.microsoft.com/office/drawing/2014/main" id="{C13176DE-ECF0-FF72-46BB-00A341827E54}"/>
                </a:ext>
              </a:extLst>
            </p:cNvPr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8" name="pg2668">
              <a:extLst>
                <a:ext uri="{FF2B5EF4-FFF2-40B4-BE49-F238E27FC236}">
                  <a16:creationId xmlns:a16="http://schemas.microsoft.com/office/drawing/2014/main" id="{324CF326-E2F0-BBBD-1D98-C840511C36AE}"/>
                </a:ext>
              </a:extLst>
            </p:cNvPr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9" name="pg2669">
              <a:extLst>
                <a:ext uri="{FF2B5EF4-FFF2-40B4-BE49-F238E27FC236}">
                  <a16:creationId xmlns:a16="http://schemas.microsoft.com/office/drawing/2014/main" id="{6B33C016-1B7B-9625-8B0C-5CB7739524D3}"/>
                </a:ext>
              </a:extLst>
            </p:cNvPr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0" name="pg2670">
              <a:extLst>
                <a:ext uri="{FF2B5EF4-FFF2-40B4-BE49-F238E27FC236}">
                  <a16:creationId xmlns:a16="http://schemas.microsoft.com/office/drawing/2014/main" id="{856BF040-59AA-9862-B76F-8B59CC50CB23}"/>
                </a:ext>
              </a:extLst>
            </p:cNvPr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1" name="pg2671">
              <a:extLst>
                <a:ext uri="{FF2B5EF4-FFF2-40B4-BE49-F238E27FC236}">
                  <a16:creationId xmlns:a16="http://schemas.microsoft.com/office/drawing/2014/main" id="{E8D31802-3462-53E1-7B69-6AFBD1DF81C2}"/>
                </a:ext>
              </a:extLst>
            </p:cNvPr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2" name="pg2672">
              <a:extLst>
                <a:ext uri="{FF2B5EF4-FFF2-40B4-BE49-F238E27FC236}">
                  <a16:creationId xmlns:a16="http://schemas.microsoft.com/office/drawing/2014/main" id="{4CD040F9-B095-372C-95B1-3F04E7A2BD05}"/>
                </a:ext>
              </a:extLst>
            </p:cNvPr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3" name="pg2673">
              <a:extLst>
                <a:ext uri="{FF2B5EF4-FFF2-40B4-BE49-F238E27FC236}">
                  <a16:creationId xmlns:a16="http://schemas.microsoft.com/office/drawing/2014/main" id="{55FB0EDD-ECCA-8BDB-2D7E-734D362584A5}"/>
                </a:ext>
              </a:extLst>
            </p:cNvPr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4" name="pg2674">
              <a:extLst>
                <a:ext uri="{FF2B5EF4-FFF2-40B4-BE49-F238E27FC236}">
                  <a16:creationId xmlns:a16="http://schemas.microsoft.com/office/drawing/2014/main" id="{CF3E0ACE-278A-9308-DC4B-A5358DB41C90}"/>
                </a:ext>
              </a:extLst>
            </p:cNvPr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5" name="pg2675">
              <a:extLst>
                <a:ext uri="{FF2B5EF4-FFF2-40B4-BE49-F238E27FC236}">
                  <a16:creationId xmlns:a16="http://schemas.microsoft.com/office/drawing/2014/main" id="{862D23C3-47C1-D002-04DB-D97FB7AD4A2A}"/>
                </a:ext>
              </a:extLst>
            </p:cNvPr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6" name="pg2676">
              <a:extLst>
                <a:ext uri="{FF2B5EF4-FFF2-40B4-BE49-F238E27FC236}">
                  <a16:creationId xmlns:a16="http://schemas.microsoft.com/office/drawing/2014/main" id="{24A6CDB8-DC0C-26A7-6F41-EAED97EB67FC}"/>
                </a:ext>
              </a:extLst>
            </p:cNvPr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7" name="pg2677">
              <a:extLst>
                <a:ext uri="{FF2B5EF4-FFF2-40B4-BE49-F238E27FC236}">
                  <a16:creationId xmlns:a16="http://schemas.microsoft.com/office/drawing/2014/main" id="{04F574A9-5C98-CFA5-64F9-6B72E26384CD}"/>
                </a:ext>
              </a:extLst>
            </p:cNvPr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8" name="pg2678">
              <a:extLst>
                <a:ext uri="{FF2B5EF4-FFF2-40B4-BE49-F238E27FC236}">
                  <a16:creationId xmlns:a16="http://schemas.microsoft.com/office/drawing/2014/main" id="{7E657A49-F20E-0FD4-B304-52D2EA9541E6}"/>
                </a:ext>
              </a:extLst>
            </p:cNvPr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9" name="pg2679">
              <a:extLst>
                <a:ext uri="{FF2B5EF4-FFF2-40B4-BE49-F238E27FC236}">
                  <a16:creationId xmlns:a16="http://schemas.microsoft.com/office/drawing/2014/main" id="{DE14A88B-5342-0C9C-F430-9B03F4C17875}"/>
                </a:ext>
              </a:extLst>
            </p:cNvPr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0" name="pg2680">
              <a:extLst>
                <a:ext uri="{FF2B5EF4-FFF2-40B4-BE49-F238E27FC236}">
                  <a16:creationId xmlns:a16="http://schemas.microsoft.com/office/drawing/2014/main" id="{FD3B61F7-6A97-1A64-0436-0038637512EF}"/>
                </a:ext>
              </a:extLst>
            </p:cNvPr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1" name="pg2681">
              <a:extLst>
                <a:ext uri="{FF2B5EF4-FFF2-40B4-BE49-F238E27FC236}">
                  <a16:creationId xmlns:a16="http://schemas.microsoft.com/office/drawing/2014/main" id="{8ADB6B1E-3A54-6950-927E-48D8C6434AD4}"/>
                </a:ext>
              </a:extLst>
            </p:cNvPr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2" name="pg2682">
              <a:extLst>
                <a:ext uri="{FF2B5EF4-FFF2-40B4-BE49-F238E27FC236}">
                  <a16:creationId xmlns:a16="http://schemas.microsoft.com/office/drawing/2014/main" id="{35700601-0DAB-8476-B3E6-431D2082CD36}"/>
                </a:ext>
              </a:extLst>
            </p:cNvPr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3" name="pg2683">
              <a:extLst>
                <a:ext uri="{FF2B5EF4-FFF2-40B4-BE49-F238E27FC236}">
                  <a16:creationId xmlns:a16="http://schemas.microsoft.com/office/drawing/2014/main" id="{89462368-A365-9BDC-FACA-3701C163A24E}"/>
                </a:ext>
              </a:extLst>
            </p:cNvPr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4" name="pg2684">
              <a:extLst>
                <a:ext uri="{FF2B5EF4-FFF2-40B4-BE49-F238E27FC236}">
                  <a16:creationId xmlns:a16="http://schemas.microsoft.com/office/drawing/2014/main" id="{8E7FB7EF-0E55-E67D-9690-F5D320B18E3D}"/>
                </a:ext>
              </a:extLst>
            </p:cNvPr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5" name="pg2685">
              <a:extLst>
                <a:ext uri="{FF2B5EF4-FFF2-40B4-BE49-F238E27FC236}">
                  <a16:creationId xmlns:a16="http://schemas.microsoft.com/office/drawing/2014/main" id="{3513987C-9160-8760-3C7A-3A7D4E3102EA}"/>
                </a:ext>
              </a:extLst>
            </p:cNvPr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6" name="pg2686">
              <a:extLst>
                <a:ext uri="{FF2B5EF4-FFF2-40B4-BE49-F238E27FC236}">
                  <a16:creationId xmlns:a16="http://schemas.microsoft.com/office/drawing/2014/main" id="{0F9E6BB5-C331-4FB0-3C7C-BBF79B27C960}"/>
                </a:ext>
              </a:extLst>
            </p:cNvPr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7" name="pg2687">
              <a:extLst>
                <a:ext uri="{FF2B5EF4-FFF2-40B4-BE49-F238E27FC236}">
                  <a16:creationId xmlns:a16="http://schemas.microsoft.com/office/drawing/2014/main" id="{ADC44BE0-D6F8-1884-8689-2F8C8C934473}"/>
                </a:ext>
              </a:extLst>
            </p:cNvPr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8" name="pg2688">
              <a:extLst>
                <a:ext uri="{FF2B5EF4-FFF2-40B4-BE49-F238E27FC236}">
                  <a16:creationId xmlns:a16="http://schemas.microsoft.com/office/drawing/2014/main" id="{A27AC749-A39E-1373-5BE9-978FC8B4A816}"/>
                </a:ext>
              </a:extLst>
            </p:cNvPr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9" name="pg2689">
              <a:extLst>
                <a:ext uri="{FF2B5EF4-FFF2-40B4-BE49-F238E27FC236}">
                  <a16:creationId xmlns:a16="http://schemas.microsoft.com/office/drawing/2014/main" id="{3797FDD3-E9F4-6DFF-9236-4FA67F447F9C}"/>
                </a:ext>
              </a:extLst>
            </p:cNvPr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0" name="pg2690">
              <a:extLst>
                <a:ext uri="{FF2B5EF4-FFF2-40B4-BE49-F238E27FC236}">
                  <a16:creationId xmlns:a16="http://schemas.microsoft.com/office/drawing/2014/main" id="{44DD161A-6E66-303A-161F-46DB7BA723C5}"/>
                </a:ext>
              </a:extLst>
            </p:cNvPr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1" name="pg2691">
              <a:extLst>
                <a:ext uri="{FF2B5EF4-FFF2-40B4-BE49-F238E27FC236}">
                  <a16:creationId xmlns:a16="http://schemas.microsoft.com/office/drawing/2014/main" id="{5C841231-BCC1-FFE3-86D8-03865EB7F12E}"/>
                </a:ext>
              </a:extLst>
            </p:cNvPr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2" name="pg2692">
              <a:extLst>
                <a:ext uri="{FF2B5EF4-FFF2-40B4-BE49-F238E27FC236}">
                  <a16:creationId xmlns:a16="http://schemas.microsoft.com/office/drawing/2014/main" id="{3FE4FCF1-4610-6095-C50B-140A11F85F32}"/>
                </a:ext>
              </a:extLst>
            </p:cNvPr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3" name="pg2693">
              <a:extLst>
                <a:ext uri="{FF2B5EF4-FFF2-40B4-BE49-F238E27FC236}">
                  <a16:creationId xmlns:a16="http://schemas.microsoft.com/office/drawing/2014/main" id="{D100B9B2-A714-4700-A1FE-0FF506A3F454}"/>
                </a:ext>
              </a:extLst>
            </p:cNvPr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4" name="pg2694">
              <a:extLst>
                <a:ext uri="{FF2B5EF4-FFF2-40B4-BE49-F238E27FC236}">
                  <a16:creationId xmlns:a16="http://schemas.microsoft.com/office/drawing/2014/main" id="{10ABEB5F-447F-EFB0-DA07-6943D959CD03}"/>
                </a:ext>
              </a:extLst>
            </p:cNvPr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5" name="pg2695">
              <a:extLst>
                <a:ext uri="{FF2B5EF4-FFF2-40B4-BE49-F238E27FC236}">
                  <a16:creationId xmlns:a16="http://schemas.microsoft.com/office/drawing/2014/main" id="{C19A035D-3308-73AE-7AE1-1D65C904520B}"/>
                </a:ext>
              </a:extLst>
            </p:cNvPr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6" name="pg2696">
              <a:extLst>
                <a:ext uri="{FF2B5EF4-FFF2-40B4-BE49-F238E27FC236}">
                  <a16:creationId xmlns:a16="http://schemas.microsoft.com/office/drawing/2014/main" id="{F851C8F5-3EAE-6670-8474-8B2815DE744E}"/>
                </a:ext>
              </a:extLst>
            </p:cNvPr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7" name="pg2697">
              <a:extLst>
                <a:ext uri="{FF2B5EF4-FFF2-40B4-BE49-F238E27FC236}">
                  <a16:creationId xmlns:a16="http://schemas.microsoft.com/office/drawing/2014/main" id="{5B190840-F0F3-1D7C-81EE-234044CA46E9}"/>
                </a:ext>
              </a:extLst>
            </p:cNvPr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8" name="pg2698">
              <a:extLst>
                <a:ext uri="{FF2B5EF4-FFF2-40B4-BE49-F238E27FC236}">
                  <a16:creationId xmlns:a16="http://schemas.microsoft.com/office/drawing/2014/main" id="{C1CBADCE-685C-7A2B-CFE3-EB7CB6540DA6}"/>
                </a:ext>
              </a:extLst>
            </p:cNvPr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9" name="pg2699">
              <a:extLst>
                <a:ext uri="{FF2B5EF4-FFF2-40B4-BE49-F238E27FC236}">
                  <a16:creationId xmlns:a16="http://schemas.microsoft.com/office/drawing/2014/main" id="{BD6ADA91-30CC-0855-0DA3-83D685CC42D0}"/>
                </a:ext>
              </a:extLst>
            </p:cNvPr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0" name="pg2700">
              <a:extLst>
                <a:ext uri="{FF2B5EF4-FFF2-40B4-BE49-F238E27FC236}">
                  <a16:creationId xmlns:a16="http://schemas.microsoft.com/office/drawing/2014/main" id="{D61A1471-FCBD-01F2-6D5A-0021308EBE17}"/>
                </a:ext>
              </a:extLst>
            </p:cNvPr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1" name="pg2701">
              <a:extLst>
                <a:ext uri="{FF2B5EF4-FFF2-40B4-BE49-F238E27FC236}">
                  <a16:creationId xmlns:a16="http://schemas.microsoft.com/office/drawing/2014/main" id="{FA2C1DAB-0E3B-716A-5A68-643B82ED3BD2}"/>
                </a:ext>
              </a:extLst>
            </p:cNvPr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2" name="pg2702">
              <a:extLst>
                <a:ext uri="{FF2B5EF4-FFF2-40B4-BE49-F238E27FC236}">
                  <a16:creationId xmlns:a16="http://schemas.microsoft.com/office/drawing/2014/main" id="{805DEEF7-F723-FB33-42EF-7E732FAD0206}"/>
                </a:ext>
              </a:extLst>
            </p:cNvPr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3" name="pg2703">
              <a:extLst>
                <a:ext uri="{FF2B5EF4-FFF2-40B4-BE49-F238E27FC236}">
                  <a16:creationId xmlns:a16="http://schemas.microsoft.com/office/drawing/2014/main" id="{87A458A9-6E42-FBD3-3F15-FAF4F7C99152}"/>
                </a:ext>
              </a:extLst>
            </p:cNvPr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4" name="pg2704">
              <a:extLst>
                <a:ext uri="{FF2B5EF4-FFF2-40B4-BE49-F238E27FC236}">
                  <a16:creationId xmlns:a16="http://schemas.microsoft.com/office/drawing/2014/main" id="{A2B13ACA-D460-52ED-2AC7-25043E64EE4C}"/>
                </a:ext>
              </a:extLst>
            </p:cNvPr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5" name="pg2705">
              <a:extLst>
                <a:ext uri="{FF2B5EF4-FFF2-40B4-BE49-F238E27FC236}">
                  <a16:creationId xmlns:a16="http://schemas.microsoft.com/office/drawing/2014/main" id="{9B33A8E7-B3E2-5006-0648-90EBA9D01C9A}"/>
                </a:ext>
              </a:extLst>
            </p:cNvPr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6" name="pg2706">
              <a:extLst>
                <a:ext uri="{FF2B5EF4-FFF2-40B4-BE49-F238E27FC236}">
                  <a16:creationId xmlns:a16="http://schemas.microsoft.com/office/drawing/2014/main" id="{AA489B5E-7A8E-F2D8-98A7-98D90C18847C}"/>
                </a:ext>
              </a:extLst>
            </p:cNvPr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7" name="pg2707">
              <a:extLst>
                <a:ext uri="{FF2B5EF4-FFF2-40B4-BE49-F238E27FC236}">
                  <a16:creationId xmlns:a16="http://schemas.microsoft.com/office/drawing/2014/main" id="{110B38DF-97CB-0C3C-147D-7C49F8E1CC4A}"/>
                </a:ext>
              </a:extLst>
            </p:cNvPr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8" name="pg2708">
              <a:extLst>
                <a:ext uri="{FF2B5EF4-FFF2-40B4-BE49-F238E27FC236}">
                  <a16:creationId xmlns:a16="http://schemas.microsoft.com/office/drawing/2014/main" id="{A8D02BD1-46DF-69FB-268F-0F4C2877808C}"/>
                </a:ext>
              </a:extLst>
            </p:cNvPr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9" name="pg2709">
              <a:extLst>
                <a:ext uri="{FF2B5EF4-FFF2-40B4-BE49-F238E27FC236}">
                  <a16:creationId xmlns:a16="http://schemas.microsoft.com/office/drawing/2014/main" id="{A4219A6B-471C-B3D7-D7B7-B9409C96F119}"/>
                </a:ext>
              </a:extLst>
            </p:cNvPr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0" name="pg2710">
              <a:extLst>
                <a:ext uri="{FF2B5EF4-FFF2-40B4-BE49-F238E27FC236}">
                  <a16:creationId xmlns:a16="http://schemas.microsoft.com/office/drawing/2014/main" id="{51706EB0-14C1-F3EE-53FE-D418751E0C34}"/>
                </a:ext>
              </a:extLst>
            </p:cNvPr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1" name="pg2711">
              <a:extLst>
                <a:ext uri="{FF2B5EF4-FFF2-40B4-BE49-F238E27FC236}">
                  <a16:creationId xmlns:a16="http://schemas.microsoft.com/office/drawing/2014/main" id="{CA20402B-923F-6A35-F079-D8D46FDC4B25}"/>
                </a:ext>
              </a:extLst>
            </p:cNvPr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2" name="pg2712">
              <a:extLst>
                <a:ext uri="{FF2B5EF4-FFF2-40B4-BE49-F238E27FC236}">
                  <a16:creationId xmlns:a16="http://schemas.microsoft.com/office/drawing/2014/main" id="{CCA2638F-4C7B-E992-BA6F-90055C4C9F14}"/>
                </a:ext>
              </a:extLst>
            </p:cNvPr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3" name="pg2713">
              <a:extLst>
                <a:ext uri="{FF2B5EF4-FFF2-40B4-BE49-F238E27FC236}">
                  <a16:creationId xmlns:a16="http://schemas.microsoft.com/office/drawing/2014/main" id="{F9B9D5C2-9FEC-8175-27DC-7FACDE3BBCE8}"/>
                </a:ext>
              </a:extLst>
            </p:cNvPr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4" name="pg2714">
              <a:extLst>
                <a:ext uri="{FF2B5EF4-FFF2-40B4-BE49-F238E27FC236}">
                  <a16:creationId xmlns:a16="http://schemas.microsoft.com/office/drawing/2014/main" id="{2F565672-C08A-DB4D-8BE8-99428187C9AA}"/>
                </a:ext>
              </a:extLst>
            </p:cNvPr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5" name="pg2715">
              <a:extLst>
                <a:ext uri="{FF2B5EF4-FFF2-40B4-BE49-F238E27FC236}">
                  <a16:creationId xmlns:a16="http://schemas.microsoft.com/office/drawing/2014/main" id="{711FC963-2A98-E821-348F-D4A38CB07C32}"/>
                </a:ext>
              </a:extLst>
            </p:cNvPr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6" name="pg2716">
              <a:extLst>
                <a:ext uri="{FF2B5EF4-FFF2-40B4-BE49-F238E27FC236}">
                  <a16:creationId xmlns:a16="http://schemas.microsoft.com/office/drawing/2014/main" id="{5B63BEE6-CAAF-CA22-865D-7F38D0F42D71}"/>
                </a:ext>
              </a:extLst>
            </p:cNvPr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7" name="pg2717">
              <a:extLst>
                <a:ext uri="{FF2B5EF4-FFF2-40B4-BE49-F238E27FC236}">
                  <a16:creationId xmlns:a16="http://schemas.microsoft.com/office/drawing/2014/main" id="{DAD65FF3-1E7F-4467-0C2B-7D53FB725C1A}"/>
                </a:ext>
              </a:extLst>
            </p:cNvPr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8" name="pg2718">
              <a:extLst>
                <a:ext uri="{FF2B5EF4-FFF2-40B4-BE49-F238E27FC236}">
                  <a16:creationId xmlns:a16="http://schemas.microsoft.com/office/drawing/2014/main" id="{37770E61-A37A-35BC-9C35-1E0A5BADCC89}"/>
                </a:ext>
              </a:extLst>
            </p:cNvPr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9" name="pg2719">
              <a:extLst>
                <a:ext uri="{FF2B5EF4-FFF2-40B4-BE49-F238E27FC236}">
                  <a16:creationId xmlns:a16="http://schemas.microsoft.com/office/drawing/2014/main" id="{6D9EB1E8-3E5D-08D2-0B84-49EBA3A3BE7D}"/>
                </a:ext>
              </a:extLst>
            </p:cNvPr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0" name="pg2720">
              <a:extLst>
                <a:ext uri="{FF2B5EF4-FFF2-40B4-BE49-F238E27FC236}">
                  <a16:creationId xmlns:a16="http://schemas.microsoft.com/office/drawing/2014/main" id="{B23BE29E-7531-C9D9-4EC0-5A70F4220BB9}"/>
                </a:ext>
              </a:extLst>
            </p:cNvPr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1" name="pg2721">
              <a:extLst>
                <a:ext uri="{FF2B5EF4-FFF2-40B4-BE49-F238E27FC236}">
                  <a16:creationId xmlns:a16="http://schemas.microsoft.com/office/drawing/2014/main" id="{CF7EBEF4-3436-A15F-14F6-5FB908523458}"/>
                </a:ext>
              </a:extLst>
            </p:cNvPr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2" name="pg2722">
              <a:extLst>
                <a:ext uri="{FF2B5EF4-FFF2-40B4-BE49-F238E27FC236}">
                  <a16:creationId xmlns:a16="http://schemas.microsoft.com/office/drawing/2014/main" id="{4B9CC8E0-AE7F-7408-E713-7674D3BDEF24}"/>
                </a:ext>
              </a:extLst>
            </p:cNvPr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3" name="pg2723">
              <a:extLst>
                <a:ext uri="{FF2B5EF4-FFF2-40B4-BE49-F238E27FC236}">
                  <a16:creationId xmlns:a16="http://schemas.microsoft.com/office/drawing/2014/main" id="{0D67C690-861D-BFF7-A015-C981E374C069}"/>
                </a:ext>
              </a:extLst>
            </p:cNvPr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4" name="pg2724">
              <a:extLst>
                <a:ext uri="{FF2B5EF4-FFF2-40B4-BE49-F238E27FC236}">
                  <a16:creationId xmlns:a16="http://schemas.microsoft.com/office/drawing/2014/main" id="{1BA53B4B-D44C-C0E5-23F8-66339087AB1B}"/>
                </a:ext>
              </a:extLst>
            </p:cNvPr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5" name="pg2725">
              <a:extLst>
                <a:ext uri="{FF2B5EF4-FFF2-40B4-BE49-F238E27FC236}">
                  <a16:creationId xmlns:a16="http://schemas.microsoft.com/office/drawing/2014/main" id="{083B8658-5A09-14E1-0FEE-14631C3E8BB4}"/>
                </a:ext>
              </a:extLst>
            </p:cNvPr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6" name="pg2726">
              <a:extLst>
                <a:ext uri="{FF2B5EF4-FFF2-40B4-BE49-F238E27FC236}">
                  <a16:creationId xmlns:a16="http://schemas.microsoft.com/office/drawing/2014/main" id="{12BFE6A7-D73A-5216-6843-E7831C3AE62A}"/>
                </a:ext>
              </a:extLst>
            </p:cNvPr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7" name="pg2727">
              <a:extLst>
                <a:ext uri="{FF2B5EF4-FFF2-40B4-BE49-F238E27FC236}">
                  <a16:creationId xmlns:a16="http://schemas.microsoft.com/office/drawing/2014/main" id="{7BC1CDC5-6C79-8388-ACDF-F1A2170BB74F}"/>
                </a:ext>
              </a:extLst>
            </p:cNvPr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8" name="pg2728">
              <a:extLst>
                <a:ext uri="{FF2B5EF4-FFF2-40B4-BE49-F238E27FC236}">
                  <a16:creationId xmlns:a16="http://schemas.microsoft.com/office/drawing/2014/main" id="{9CA74C26-2453-88DC-AAFA-51706095D938}"/>
                </a:ext>
              </a:extLst>
            </p:cNvPr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9" name="pg2729">
              <a:extLst>
                <a:ext uri="{FF2B5EF4-FFF2-40B4-BE49-F238E27FC236}">
                  <a16:creationId xmlns:a16="http://schemas.microsoft.com/office/drawing/2014/main" id="{CE0C7E45-80F7-6C3C-7567-EEE2A772B6D6}"/>
                </a:ext>
              </a:extLst>
            </p:cNvPr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0" name="pg2730">
              <a:extLst>
                <a:ext uri="{FF2B5EF4-FFF2-40B4-BE49-F238E27FC236}">
                  <a16:creationId xmlns:a16="http://schemas.microsoft.com/office/drawing/2014/main" id="{991F5962-0E5F-D382-7A24-F36887FA204B}"/>
                </a:ext>
              </a:extLst>
            </p:cNvPr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1" name="pg2731">
              <a:extLst>
                <a:ext uri="{FF2B5EF4-FFF2-40B4-BE49-F238E27FC236}">
                  <a16:creationId xmlns:a16="http://schemas.microsoft.com/office/drawing/2014/main" id="{1C9737CC-A0F2-EDC5-8DC5-3A6E6CD0C40C}"/>
                </a:ext>
              </a:extLst>
            </p:cNvPr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2" name="pg2732">
              <a:extLst>
                <a:ext uri="{FF2B5EF4-FFF2-40B4-BE49-F238E27FC236}">
                  <a16:creationId xmlns:a16="http://schemas.microsoft.com/office/drawing/2014/main" id="{D05AAB6B-1C05-5A83-B277-33BEEAFD026C}"/>
                </a:ext>
              </a:extLst>
            </p:cNvPr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3" name="pg2733">
              <a:extLst>
                <a:ext uri="{FF2B5EF4-FFF2-40B4-BE49-F238E27FC236}">
                  <a16:creationId xmlns:a16="http://schemas.microsoft.com/office/drawing/2014/main" id="{EC0A6FB7-3C8E-124F-FECC-24121D23637B}"/>
                </a:ext>
              </a:extLst>
            </p:cNvPr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4" name="pg2734">
              <a:extLst>
                <a:ext uri="{FF2B5EF4-FFF2-40B4-BE49-F238E27FC236}">
                  <a16:creationId xmlns:a16="http://schemas.microsoft.com/office/drawing/2014/main" id="{E6843066-E445-5D1F-014C-4B90FB1135BB}"/>
                </a:ext>
              </a:extLst>
            </p:cNvPr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5" name="pg2735">
              <a:extLst>
                <a:ext uri="{FF2B5EF4-FFF2-40B4-BE49-F238E27FC236}">
                  <a16:creationId xmlns:a16="http://schemas.microsoft.com/office/drawing/2014/main" id="{80B7A805-F086-9D2C-AE1A-440958005806}"/>
                </a:ext>
              </a:extLst>
            </p:cNvPr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6" name="pg2736">
              <a:extLst>
                <a:ext uri="{FF2B5EF4-FFF2-40B4-BE49-F238E27FC236}">
                  <a16:creationId xmlns:a16="http://schemas.microsoft.com/office/drawing/2014/main" id="{5765AEFB-03AD-5EA8-CBD3-D0E7F62E8F32}"/>
                </a:ext>
              </a:extLst>
            </p:cNvPr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7" name="pg2737">
              <a:extLst>
                <a:ext uri="{FF2B5EF4-FFF2-40B4-BE49-F238E27FC236}">
                  <a16:creationId xmlns:a16="http://schemas.microsoft.com/office/drawing/2014/main" id="{6F067975-67DE-025D-9E8B-D8153E998C40}"/>
                </a:ext>
              </a:extLst>
            </p:cNvPr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8" name="pg2738">
              <a:extLst>
                <a:ext uri="{FF2B5EF4-FFF2-40B4-BE49-F238E27FC236}">
                  <a16:creationId xmlns:a16="http://schemas.microsoft.com/office/drawing/2014/main" id="{DBEFF770-CA8C-9AB6-D2EA-8EEBC7FB6D68}"/>
                </a:ext>
              </a:extLst>
            </p:cNvPr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9" name="pg2739">
              <a:extLst>
                <a:ext uri="{FF2B5EF4-FFF2-40B4-BE49-F238E27FC236}">
                  <a16:creationId xmlns:a16="http://schemas.microsoft.com/office/drawing/2014/main" id="{E25DE96D-6FB2-1CBE-DD18-145EBC92F5AD}"/>
                </a:ext>
              </a:extLst>
            </p:cNvPr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0" name="pg2740">
              <a:extLst>
                <a:ext uri="{FF2B5EF4-FFF2-40B4-BE49-F238E27FC236}">
                  <a16:creationId xmlns:a16="http://schemas.microsoft.com/office/drawing/2014/main" id="{426716E2-61F4-EBEB-A0B5-4907AEDA3884}"/>
                </a:ext>
              </a:extLst>
            </p:cNvPr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1" name="pg2741">
              <a:extLst>
                <a:ext uri="{FF2B5EF4-FFF2-40B4-BE49-F238E27FC236}">
                  <a16:creationId xmlns:a16="http://schemas.microsoft.com/office/drawing/2014/main" id="{36ADCB85-DEDD-AC4B-4469-251E4B917ADA}"/>
                </a:ext>
              </a:extLst>
            </p:cNvPr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2" name="pg2742">
              <a:extLst>
                <a:ext uri="{FF2B5EF4-FFF2-40B4-BE49-F238E27FC236}">
                  <a16:creationId xmlns:a16="http://schemas.microsoft.com/office/drawing/2014/main" id="{7E6B7873-1AB7-BB44-ED1C-513DF1B71217}"/>
                </a:ext>
              </a:extLst>
            </p:cNvPr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3" name="pg2743">
              <a:extLst>
                <a:ext uri="{FF2B5EF4-FFF2-40B4-BE49-F238E27FC236}">
                  <a16:creationId xmlns:a16="http://schemas.microsoft.com/office/drawing/2014/main" id="{CA82C878-E338-C5C2-9E40-47C579931D8A}"/>
                </a:ext>
              </a:extLst>
            </p:cNvPr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4" name="pg2744">
              <a:extLst>
                <a:ext uri="{FF2B5EF4-FFF2-40B4-BE49-F238E27FC236}">
                  <a16:creationId xmlns:a16="http://schemas.microsoft.com/office/drawing/2014/main" id="{3975C888-334F-8CF5-D827-0848101995D5}"/>
                </a:ext>
              </a:extLst>
            </p:cNvPr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5" name="pg2745">
              <a:extLst>
                <a:ext uri="{FF2B5EF4-FFF2-40B4-BE49-F238E27FC236}">
                  <a16:creationId xmlns:a16="http://schemas.microsoft.com/office/drawing/2014/main" id="{7DD692EA-3162-5F95-57ED-67483081695B}"/>
                </a:ext>
              </a:extLst>
            </p:cNvPr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6" name="pg2746">
              <a:extLst>
                <a:ext uri="{FF2B5EF4-FFF2-40B4-BE49-F238E27FC236}">
                  <a16:creationId xmlns:a16="http://schemas.microsoft.com/office/drawing/2014/main" id="{C3FC1147-C07F-01BA-BA89-B7C5FCFF561B}"/>
                </a:ext>
              </a:extLst>
            </p:cNvPr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7" name="pg2747">
              <a:extLst>
                <a:ext uri="{FF2B5EF4-FFF2-40B4-BE49-F238E27FC236}">
                  <a16:creationId xmlns:a16="http://schemas.microsoft.com/office/drawing/2014/main" id="{391CE231-8830-8FF8-0A92-2B2285EF7FA7}"/>
                </a:ext>
              </a:extLst>
            </p:cNvPr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8" name="pg2748">
              <a:extLst>
                <a:ext uri="{FF2B5EF4-FFF2-40B4-BE49-F238E27FC236}">
                  <a16:creationId xmlns:a16="http://schemas.microsoft.com/office/drawing/2014/main" id="{83132401-6F0E-4901-3BB6-6E1F99135E5E}"/>
                </a:ext>
              </a:extLst>
            </p:cNvPr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9" name="pg2749">
              <a:extLst>
                <a:ext uri="{FF2B5EF4-FFF2-40B4-BE49-F238E27FC236}">
                  <a16:creationId xmlns:a16="http://schemas.microsoft.com/office/drawing/2014/main" id="{7CAD9BFD-4648-F55A-FDA6-E1787D242218}"/>
                </a:ext>
              </a:extLst>
            </p:cNvPr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0" name="pg2750">
              <a:extLst>
                <a:ext uri="{FF2B5EF4-FFF2-40B4-BE49-F238E27FC236}">
                  <a16:creationId xmlns:a16="http://schemas.microsoft.com/office/drawing/2014/main" id="{DE6F77A8-8A73-78A8-909F-4E616AB56E89}"/>
                </a:ext>
              </a:extLst>
            </p:cNvPr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1" name="pg2751">
              <a:extLst>
                <a:ext uri="{FF2B5EF4-FFF2-40B4-BE49-F238E27FC236}">
                  <a16:creationId xmlns:a16="http://schemas.microsoft.com/office/drawing/2014/main" id="{45B5DB51-8C42-3C6E-97ED-0A101EFDFE49}"/>
                </a:ext>
              </a:extLst>
            </p:cNvPr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2" name="pg2752">
              <a:extLst>
                <a:ext uri="{FF2B5EF4-FFF2-40B4-BE49-F238E27FC236}">
                  <a16:creationId xmlns:a16="http://schemas.microsoft.com/office/drawing/2014/main" id="{6EB3ECA6-B5C9-C66C-98A6-4ADA5E766FA3}"/>
                </a:ext>
              </a:extLst>
            </p:cNvPr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3" name="pg2753">
              <a:extLst>
                <a:ext uri="{FF2B5EF4-FFF2-40B4-BE49-F238E27FC236}">
                  <a16:creationId xmlns:a16="http://schemas.microsoft.com/office/drawing/2014/main" id="{490C0E4B-0624-4979-6D9E-A79227BE8668}"/>
                </a:ext>
              </a:extLst>
            </p:cNvPr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4" name="pg2754">
              <a:extLst>
                <a:ext uri="{FF2B5EF4-FFF2-40B4-BE49-F238E27FC236}">
                  <a16:creationId xmlns:a16="http://schemas.microsoft.com/office/drawing/2014/main" id="{BC09C7F4-8451-D9FB-42B6-4DF009556266}"/>
                </a:ext>
              </a:extLst>
            </p:cNvPr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5" name="pg2755">
              <a:extLst>
                <a:ext uri="{FF2B5EF4-FFF2-40B4-BE49-F238E27FC236}">
                  <a16:creationId xmlns:a16="http://schemas.microsoft.com/office/drawing/2014/main" id="{336182BF-0EC3-E1F5-68DF-E2CF74C2A411}"/>
                </a:ext>
              </a:extLst>
            </p:cNvPr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6" name="pg2756">
              <a:extLst>
                <a:ext uri="{FF2B5EF4-FFF2-40B4-BE49-F238E27FC236}">
                  <a16:creationId xmlns:a16="http://schemas.microsoft.com/office/drawing/2014/main" id="{485CBAE9-7DE1-0406-2DF8-F9D08D10A8D2}"/>
                </a:ext>
              </a:extLst>
            </p:cNvPr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7" name="pg2757">
              <a:extLst>
                <a:ext uri="{FF2B5EF4-FFF2-40B4-BE49-F238E27FC236}">
                  <a16:creationId xmlns:a16="http://schemas.microsoft.com/office/drawing/2014/main" id="{D616C178-0A68-2875-05AE-3796C55A3F45}"/>
                </a:ext>
              </a:extLst>
            </p:cNvPr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8" name="pg2758">
              <a:extLst>
                <a:ext uri="{FF2B5EF4-FFF2-40B4-BE49-F238E27FC236}">
                  <a16:creationId xmlns:a16="http://schemas.microsoft.com/office/drawing/2014/main" id="{F917ED7C-5E6B-5132-5DA8-41098F8D9490}"/>
                </a:ext>
              </a:extLst>
            </p:cNvPr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9" name="pg2759">
              <a:extLst>
                <a:ext uri="{FF2B5EF4-FFF2-40B4-BE49-F238E27FC236}">
                  <a16:creationId xmlns:a16="http://schemas.microsoft.com/office/drawing/2014/main" id="{E18863F3-FA85-563A-6AB5-D8B27DC910BC}"/>
                </a:ext>
              </a:extLst>
            </p:cNvPr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0" name="pg2760">
              <a:extLst>
                <a:ext uri="{FF2B5EF4-FFF2-40B4-BE49-F238E27FC236}">
                  <a16:creationId xmlns:a16="http://schemas.microsoft.com/office/drawing/2014/main" id="{91579C30-4D62-4D99-16C8-17B75D84411B}"/>
                </a:ext>
              </a:extLst>
            </p:cNvPr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1" name="pg2761">
              <a:extLst>
                <a:ext uri="{FF2B5EF4-FFF2-40B4-BE49-F238E27FC236}">
                  <a16:creationId xmlns:a16="http://schemas.microsoft.com/office/drawing/2014/main" id="{ADA3C81A-6DDD-5361-121B-09E794651E0F}"/>
                </a:ext>
              </a:extLst>
            </p:cNvPr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2" name="pg2762">
              <a:extLst>
                <a:ext uri="{FF2B5EF4-FFF2-40B4-BE49-F238E27FC236}">
                  <a16:creationId xmlns:a16="http://schemas.microsoft.com/office/drawing/2014/main" id="{36D9734D-72D0-54D0-7F8F-79E643CDFDFF}"/>
                </a:ext>
              </a:extLst>
            </p:cNvPr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3" name="pg2763">
              <a:extLst>
                <a:ext uri="{FF2B5EF4-FFF2-40B4-BE49-F238E27FC236}">
                  <a16:creationId xmlns:a16="http://schemas.microsoft.com/office/drawing/2014/main" id="{40F5E798-EE73-1AF6-9D8A-185FFDFA8F6B}"/>
                </a:ext>
              </a:extLst>
            </p:cNvPr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4" name="pg2764">
              <a:extLst>
                <a:ext uri="{FF2B5EF4-FFF2-40B4-BE49-F238E27FC236}">
                  <a16:creationId xmlns:a16="http://schemas.microsoft.com/office/drawing/2014/main" id="{02260E28-D2C8-3CEF-2F0C-AE451A3EF63E}"/>
                </a:ext>
              </a:extLst>
            </p:cNvPr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5" name="pg2765">
              <a:extLst>
                <a:ext uri="{FF2B5EF4-FFF2-40B4-BE49-F238E27FC236}">
                  <a16:creationId xmlns:a16="http://schemas.microsoft.com/office/drawing/2014/main" id="{55E9F3E6-DC85-DBBE-ECD4-914B13A8F533}"/>
                </a:ext>
              </a:extLst>
            </p:cNvPr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6" name="pg2766">
              <a:extLst>
                <a:ext uri="{FF2B5EF4-FFF2-40B4-BE49-F238E27FC236}">
                  <a16:creationId xmlns:a16="http://schemas.microsoft.com/office/drawing/2014/main" id="{1D61CDB1-2A06-6981-EE07-7678D5F60827}"/>
                </a:ext>
              </a:extLst>
            </p:cNvPr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7" name="pg2767">
              <a:extLst>
                <a:ext uri="{FF2B5EF4-FFF2-40B4-BE49-F238E27FC236}">
                  <a16:creationId xmlns:a16="http://schemas.microsoft.com/office/drawing/2014/main" id="{1E92B6DC-80DD-F444-CA6C-FC535BF27D4E}"/>
                </a:ext>
              </a:extLst>
            </p:cNvPr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8" name="pg2768">
              <a:extLst>
                <a:ext uri="{FF2B5EF4-FFF2-40B4-BE49-F238E27FC236}">
                  <a16:creationId xmlns:a16="http://schemas.microsoft.com/office/drawing/2014/main" id="{58BAF563-43A9-5298-F57B-EB1620C8B753}"/>
                </a:ext>
              </a:extLst>
            </p:cNvPr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9" name="pg2769">
              <a:extLst>
                <a:ext uri="{FF2B5EF4-FFF2-40B4-BE49-F238E27FC236}">
                  <a16:creationId xmlns:a16="http://schemas.microsoft.com/office/drawing/2014/main" id="{69C10770-C0A5-2D2D-ABFA-55CB84CA413B}"/>
                </a:ext>
              </a:extLst>
            </p:cNvPr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0" name="pg2770">
              <a:extLst>
                <a:ext uri="{FF2B5EF4-FFF2-40B4-BE49-F238E27FC236}">
                  <a16:creationId xmlns:a16="http://schemas.microsoft.com/office/drawing/2014/main" id="{18759D9D-FB52-4312-7CDF-77BDF706D37D}"/>
                </a:ext>
              </a:extLst>
            </p:cNvPr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1" name="pg2771">
              <a:extLst>
                <a:ext uri="{FF2B5EF4-FFF2-40B4-BE49-F238E27FC236}">
                  <a16:creationId xmlns:a16="http://schemas.microsoft.com/office/drawing/2014/main" id="{2BE8E8AF-C7CA-1134-EE9C-78E3D52CE467}"/>
                </a:ext>
              </a:extLst>
            </p:cNvPr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2" name="pg2772">
              <a:extLst>
                <a:ext uri="{FF2B5EF4-FFF2-40B4-BE49-F238E27FC236}">
                  <a16:creationId xmlns:a16="http://schemas.microsoft.com/office/drawing/2014/main" id="{EDA4B040-7A8F-9006-0BA9-5181D63F53F8}"/>
                </a:ext>
              </a:extLst>
            </p:cNvPr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3" name="pg2773">
              <a:extLst>
                <a:ext uri="{FF2B5EF4-FFF2-40B4-BE49-F238E27FC236}">
                  <a16:creationId xmlns:a16="http://schemas.microsoft.com/office/drawing/2014/main" id="{16059852-6564-6266-859A-DDC4911EF3CB}"/>
                </a:ext>
              </a:extLst>
            </p:cNvPr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4" name="pg2774">
              <a:extLst>
                <a:ext uri="{FF2B5EF4-FFF2-40B4-BE49-F238E27FC236}">
                  <a16:creationId xmlns:a16="http://schemas.microsoft.com/office/drawing/2014/main" id="{5C14A0AF-96EB-2B0B-DBB6-A129E62CAA1F}"/>
                </a:ext>
              </a:extLst>
            </p:cNvPr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5" name="pg2775">
              <a:extLst>
                <a:ext uri="{FF2B5EF4-FFF2-40B4-BE49-F238E27FC236}">
                  <a16:creationId xmlns:a16="http://schemas.microsoft.com/office/drawing/2014/main" id="{60527033-29D6-57E9-C777-511AE8E29868}"/>
                </a:ext>
              </a:extLst>
            </p:cNvPr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6" name="pg2776">
              <a:extLst>
                <a:ext uri="{FF2B5EF4-FFF2-40B4-BE49-F238E27FC236}">
                  <a16:creationId xmlns:a16="http://schemas.microsoft.com/office/drawing/2014/main" id="{CD201A24-E538-B619-D70C-6232E05A3F8A}"/>
                </a:ext>
              </a:extLst>
            </p:cNvPr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7" name="pg2777">
              <a:extLst>
                <a:ext uri="{FF2B5EF4-FFF2-40B4-BE49-F238E27FC236}">
                  <a16:creationId xmlns:a16="http://schemas.microsoft.com/office/drawing/2014/main" id="{1BB7526E-AC97-4C32-49C1-2073DE6CF11B}"/>
                </a:ext>
              </a:extLst>
            </p:cNvPr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8" name="pg2778">
              <a:extLst>
                <a:ext uri="{FF2B5EF4-FFF2-40B4-BE49-F238E27FC236}">
                  <a16:creationId xmlns:a16="http://schemas.microsoft.com/office/drawing/2014/main" id="{EDF94EB6-D983-4062-B955-A2762DD23931}"/>
                </a:ext>
              </a:extLst>
            </p:cNvPr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9" name="pg2779">
              <a:extLst>
                <a:ext uri="{FF2B5EF4-FFF2-40B4-BE49-F238E27FC236}">
                  <a16:creationId xmlns:a16="http://schemas.microsoft.com/office/drawing/2014/main" id="{BFE30FCB-B61F-8A44-F0D8-60BFD8A341D0}"/>
                </a:ext>
              </a:extLst>
            </p:cNvPr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0" name="pg2780">
              <a:extLst>
                <a:ext uri="{FF2B5EF4-FFF2-40B4-BE49-F238E27FC236}">
                  <a16:creationId xmlns:a16="http://schemas.microsoft.com/office/drawing/2014/main" id="{93378BCB-1AF5-0FE4-97EA-255412D60DD6}"/>
                </a:ext>
              </a:extLst>
            </p:cNvPr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1" name="pg2781">
              <a:extLst>
                <a:ext uri="{FF2B5EF4-FFF2-40B4-BE49-F238E27FC236}">
                  <a16:creationId xmlns:a16="http://schemas.microsoft.com/office/drawing/2014/main" id="{AAE946B2-65F9-B8F5-45D0-906C5E77E446}"/>
                </a:ext>
              </a:extLst>
            </p:cNvPr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2" name="pg2782">
              <a:extLst>
                <a:ext uri="{FF2B5EF4-FFF2-40B4-BE49-F238E27FC236}">
                  <a16:creationId xmlns:a16="http://schemas.microsoft.com/office/drawing/2014/main" id="{B2C7DF81-A40D-B1F4-ACC2-B7614381ED7F}"/>
                </a:ext>
              </a:extLst>
            </p:cNvPr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3" name="pg2783">
              <a:extLst>
                <a:ext uri="{FF2B5EF4-FFF2-40B4-BE49-F238E27FC236}">
                  <a16:creationId xmlns:a16="http://schemas.microsoft.com/office/drawing/2014/main" id="{B1819080-9ACF-04C8-E2EF-E239CF929B6F}"/>
                </a:ext>
              </a:extLst>
            </p:cNvPr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4" name="pg2784">
              <a:extLst>
                <a:ext uri="{FF2B5EF4-FFF2-40B4-BE49-F238E27FC236}">
                  <a16:creationId xmlns:a16="http://schemas.microsoft.com/office/drawing/2014/main" id="{7FE5BC16-238E-FD01-8FA2-B0132E5C229D}"/>
                </a:ext>
              </a:extLst>
            </p:cNvPr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5" name="pg2785">
              <a:extLst>
                <a:ext uri="{FF2B5EF4-FFF2-40B4-BE49-F238E27FC236}">
                  <a16:creationId xmlns:a16="http://schemas.microsoft.com/office/drawing/2014/main" id="{0328BB9D-DD78-8D13-8CA9-068E361095BB}"/>
                </a:ext>
              </a:extLst>
            </p:cNvPr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6" name="pg2786">
              <a:extLst>
                <a:ext uri="{FF2B5EF4-FFF2-40B4-BE49-F238E27FC236}">
                  <a16:creationId xmlns:a16="http://schemas.microsoft.com/office/drawing/2014/main" id="{C6A4F856-97D6-37F6-BAA1-D110AD81B458}"/>
                </a:ext>
              </a:extLst>
            </p:cNvPr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7" name="pg2787">
              <a:extLst>
                <a:ext uri="{FF2B5EF4-FFF2-40B4-BE49-F238E27FC236}">
                  <a16:creationId xmlns:a16="http://schemas.microsoft.com/office/drawing/2014/main" id="{A4803052-83DB-A164-7B0D-45DC21FEC721}"/>
                </a:ext>
              </a:extLst>
            </p:cNvPr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8" name="pg2788">
              <a:extLst>
                <a:ext uri="{FF2B5EF4-FFF2-40B4-BE49-F238E27FC236}">
                  <a16:creationId xmlns:a16="http://schemas.microsoft.com/office/drawing/2014/main" id="{189747B1-8E73-868D-3E53-54AB90874837}"/>
                </a:ext>
              </a:extLst>
            </p:cNvPr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9" name="pg2789">
              <a:extLst>
                <a:ext uri="{FF2B5EF4-FFF2-40B4-BE49-F238E27FC236}">
                  <a16:creationId xmlns:a16="http://schemas.microsoft.com/office/drawing/2014/main" id="{69ADBAEC-C975-6343-8513-8B563A5FB432}"/>
                </a:ext>
              </a:extLst>
            </p:cNvPr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0" name="pg2790">
              <a:extLst>
                <a:ext uri="{FF2B5EF4-FFF2-40B4-BE49-F238E27FC236}">
                  <a16:creationId xmlns:a16="http://schemas.microsoft.com/office/drawing/2014/main" id="{031736CE-7404-4460-7148-1A3A198C512E}"/>
                </a:ext>
              </a:extLst>
            </p:cNvPr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1" name="pg2791">
              <a:extLst>
                <a:ext uri="{FF2B5EF4-FFF2-40B4-BE49-F238E27FC236}">
                  <a16:creationId xmlns:a16="http://schemas.microsoft.com/office/drawing/2014/main" id="{671307EE-479E-FC2F-43C6-0CE1A974ADB2}"/>
                </a:ext>
              </a:extLst>
            </p:cNvPr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2" name="pg2792">
              <a:extLst>
                <a:ext uri="{FF2B5EF4-FFF2-40B4-BE49-F238E27FC236}">
                  <a16:creationId xmlns:a16="http://schemas.microsoft.com/office/drawing/2014/main" id="{62BDDDA4-298B-551F-6CD6-A972A6F9359E}"/>
                </a:ext>
              </a:extLst>
            </p:cNvPr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3" name="pg2793">
              <a:extLst>
                <a:ext uri="{FF2B5EF4-FFF2-40B4-BE49-F238E27FC236}">
                  <a16:creationId xmlns:a16="http://schemas.microsoft.com/office/drawing/2014/main" id="{65E5C230-ACCE-34FC-9793-DB37B288DA00}"/>
                </a:ext>
              </a:extLst>
            </p:cNvPr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4" name="pg2794">
              <a:extLst>
                <a:ext uri="{FF2B5EF4-FFF2-40B4-BE49-F238E27FC236}">
                  <a16:creationId xmlns:a16="http://schemas.microsoft.com/office/drawing/2014/main" id="{87B0355F-1083-AC4D-F412-AE35DEDF4481}"/>
                </a:ext>
              </a:extLst>
            </p:cNvPr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5" name="pg2795">
              <a:extLst>
                <a:ext uri="{FF2B5EF4-FFF2-40B4-BE49-F238E27FC236}">
                  <a16:creationId xmlns:a16="http://schemas.microsoft.com/office/drawing/2014/main" id="{DAF08D2A-7DFB-9107-9790-ADF3179B8846}"/>
                </a:ext>
              </a:extLst>
            </p:cNvPr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6" name="pg2796">
              <a:extLst>
                <a:ext uri="{FF2B5EF4-FFF2-40B4-BE49-F238E27FC236}">
                  <a16:creationId xmlns:a16="http://schemas.microsoft.com/office/drawing/2014/main" id="{E39C8467-506C-CE90-8DD5-8E2939305BFE}"/>
                </a:ext>
              </a:extLst>
            </p:cNvPr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7" name="pg2797">
              <a:extLst>
                <a:ext uri="{FF2B5EF4-FFF2-40B4-BE49-F238E27FC236}">
                  <a16:creationId xmlns:a16="http://schemas.microsoft.com/office/drawing/2014/main" id="{F1832148-A6CE-643E-00B6-1DC777AEF1D7}"/>
                </a:ext>
              </a:extLst>
            </p:cNvPr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8" name="pg2798">
              <a:extLst>
                <a:ext uri="{FF2B5EF4-FFF2-40B4-BE49-F238E27FC236}">
                  <a16:creationId xmlns:a16="http://schemas.microsoft.com/office/drawing/2014/main" id="{EA7D33B3-1370-26C2-71BE-11356BBDD595}"/>
                </a:ext>
              </a:extLst>
            </p:cNvPr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9" name="pg2799">
              <a:extLst>
                <a:ext uri="{FF2B5EF4-FFF2-40B4-BE49-F238E27FC236}">
                  <a16:creationId xmlns:a16="http://schemas.microsoft.com/office/drawing/2014/main" id="{63356D15-54CC-21E0-F9D6-BEA8E716576B}"/>
                </a:ext>
              </a:extLst>
            </p:cNvPr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0" name="pg2800">
              <a:extLst>
                <a:ext uri="{FF2B5EF4-FFF2-40B4-BE49-F238E27FC236}">
                  <a16:creationId xmlns:a16="http://schemas.microsoft.com/office/drawing/2014/main" id="{88DC1C3B-78E3-39FC-8653-054727D6D923}"/>
                </a:ext>
              </a:extLst>
            </p:cNvPr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1" name="pg2801">
              <a:extLst>
                <a:ext uri="{FF2B5EF4-FFF2-40B4-BE49-F238E27FC236}">
                  <a16:creationId xmlns:a16="http://schemas.microsoft.com/office/drawing/2014/main" id="{2142E497-915C-BEF2-A664-6227447176A4}"/>
                </a:ext>
              </a:extLst>
            </p:cNvPr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2" name="pg2802">
              <a:extLst>
                <a:ext uri="{FF2B5EF4-FFF2-40B4-BE49-F238E27FC236}">
                  <a16:creationId xmlns:a16="http://schemas.microsoft.com/office/drawing/2014/main" id="{52310BD3-DDD0-BD6D-9165-620D3D162365}"/>
                </a:ext>
              </a:extLst>
            </p:cNvPr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3" name="pg2803">
              <a:extLst>
                <a:ext uri="{FF2B5EF4-FFF2-40B4-BE49-F238E27FC236}">
                  <a16:creationId xmlns:a16="http://schemas.microsoft.com/office/drawing/2014/main" id="{E02D4195-D5FA-DE42-12DB-089FD5D459E9}"/>
                </a:ext>
              </a:extLst>
            </p:cNvPr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4" name="pg2804">
              <a:extLst>
                <a:ext uri="{FF2B5EF4-FFF2-40B4-BE49-F238E27FC236}">
                  <a16:creationId xmlns:a16="http://schemas.microsoft.com/office/drawing/2014/main" id="{D0FAEFFC-A7F8-844A-2537-B7E37001E393}"/>
                </a:ext>
              </a:extLst>
            </p:cNvPr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5" name="pg2805">
              <a:extLst>
                <a:ext uri="{FF2B5EF4-FFF2-40B4-BE49-F238E27FC236}">
                  <a16:creationId xmlns:a16="http://schemas.microsoft.com/office/drawing/2014/main" id="{17200AC2-87B2-BF32-8A01-F770350E6BA6}"/>
                </a:ext>
              </a:extLst>
            </p:cNvPr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6" name="pg2806">
              <a:extLst>
                <a:ext uri="{FF2B5EF4-FFF2-40B4-BE49-F238E27FC236}">
                  <a16:creationId xmlns:a16="http://schemas.microsoft.com/office/drawing/2014/main" id="{D44AC098-9472-32A9-0CE6-CF4F50713192}"/>
                </a:ext>
              </a:extLst>
            </p:cNvPr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7" name="pg2807">
              <a:extLst>
                <a:ext uri="{FF2B5EF4-FFF2-40B4-BE49-F238E27FC236}">
                  <a16:creationId xmlns:a16="http://schemas.microsoft.com/office/drawing/2014/main" id="{9EB0B2CE-FB27-B918-4918-67AFF51AB480}"/>
                </a:ext>
              </a:extLst>
            </p:cNvPr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8" name="pg2808">
              <a:extLst>
                <a:ext uri="{FF2B5EF4-FFF2-40B4-BE49-F238E27FC236}">
                  <a16:creationId xmlns:a16="http://schemas.microsoft.com/office/drawing/2014/main" id="{EAACB772-381F-346E-1F9A-90A8A810006E}"/>
                </a:ext>
              </a:extLst>
            </p:cNvPr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9" name="pg2809">
              <a:extLst>
                <a:ext uri="{FF2B5EF4-FFF2-40B4-BE49-F238E27FC236}">
                  <a16:creationId xmlns:a16="http://schemas.microsoft.com/office/drawing/2014/main" id="{0A2F67D7-564C-5F63-2AD9-3B6698B86A60}"/>
                </a:ext>
              </a:extLst>
            </p:cNvPr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0" name="pg2810">
              <a:extLst>
                <a:ext uri="{FF2B5EF4-FFF2-40B4-BE49-F238E27FC236}">
                  <a16:creationId xmlns:a16="http://schemas.microsoft.com/office/drawing/2014/main" id="{AB16838F-B46B-F4A6-131A-ED7036CEEC36}"/>
                </a:ext>
              </a:extLst>
            </p:cNvPr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1" name="pg2811">
              <a:extLst>
                <a:ext uri="{FF2B5EF4-FFF2-40B4-BE49-F238E27FC236}">
                  <a16:creationId xmlns:a16="http://schemas.microsoft.com/office/drawing/2014/main" id="{B0E98166-CB40-1BE4-E40A-6CC1A36E2404}"/>
                </a:ext>
              </a:extLst>
            </p:cNvPr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2" name="pg2812">
              <a:extLst>
                <a:ext uri="{FF2B5EF4-FFF2-40B4-BE49-F238E27FC236}">
                  <a16:creationId xmlns:a16="http://schemas.microsoft.com/office/drawing/2014/main" id="{3D005916-C989-6632-8967-015DB014105D}"/>
                </a:ext>
              </a:extLst>
            </p:cNvPr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3" name="pg2813">
              <a:extLst>
                <a:ext uri="{FF2B5EF4-FFF2-40B4-BE49-F238E27FC236}">
                  <a16:creationId xmlns:a16="http://schemas.microsoft.com/office/drawing/2014/main" id="{5831E3A7-CA8E-C32A-DD16-ED1BFBAA6C4E}"/>
                </a:ext>
              </a:extLst>
            </p:cNvPr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4" name="pg2814">
              <a:extLst>
                <a:ext uri="{FF2B5EF4-FFF2-40B4-BE49-F238E27FC236}">
                  <a16:creationId xmlns:a16="http://schemas.microsoft.com/office/drawing/2014/main" id="{5AAB1293-14A7-6F67-DAAC-79BA1C2355AE}"/>
                </a:ext>
              </a:extLst>
            </p:cNvPr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5" name="pg2815">
              <a:extLst>
                <a:ext uri="{FF2B5EF4-FFF2-40B4-BE49-F238E27FC236}">
                  <a16:creationId xmlns:a16="http://schemas.microsoft.com/office/drawing/2014/main" id="{9F7F16F4-CA2B-8DD6-7109-23FF441090AC}"/>
                </a:ext>
              </a:extLst>
            </p:cNvPr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6" name="pg2816">
              <a:extLst>
                <a:ext uri="{FF2B5EF4-FFF2-40B4-BE49-F238E27FC236}">
                  <a16:creationId xmlns:a16="http://schemas.microsoft.com/office/drawing/2014/main" id="{29A2C4A8-FAAB-937A-694C-4D6C155ADC62}"/>
                </a:ext>
              </a:extLst>
            </p:cNvPr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7" name="pg2817">
              <a:extLst>
                <a:ext uri="{FF2B5EF4-FFF2-40B4-BE49-F238E27FC236}">
                  <a16:creationId xmlns:a16="http://schemas.microsoft.com/office/drawing/2014/main" id="{3F7279CD-DDC9-B7FF-7ECA-A2A01FB38C4A}"/>
                </a:ext>
              </a:extLst>
            </p:cNvPr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8" name="pg2818">
              <a:extLst>
                <a:ext uri="{FF2B5EF4-FFF2-40B4-BE49-F238E27FC236}">
                  <a16:creationId xmlns:a16="http://schemas.microsoft.com/office/drawing/2014/main" id="{193880A9-F1EB-B548-6BAF-6BD67BB22D11}"/>
                </a:ext>
              </a:extLst>
            </p:cNvPr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9" name="pg2819">
              <a:extLst>
                <a:ext uri="{FF2B5EF4-FFF2-40B4-BE49-F238E27FC236}">
                  <a16:creationId xmlns:a16="http://schemas.microsoft.com/office/drawing/2014/main" id="{CD0F7FAE-CA25-8E0E-35B0-1E74821235DA}"/>
                </a:ext>
              </a:extLst>
            </p:cNvPr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0" name="pg2820">
              <a:extLst>
                <a:ext uri="{FF2B5EF4-FFF2-40B4-BE49-F238E27FC236}">
                  <a16:creationId xmlns:a16="http://schemas.microsoft.com/office/drawing/2014/main" id="{EF4951EB-B2B2-8CF1-D4C2-B4893981251D}"/>
                </a:ext>
              </a:extLst>
            </p:cNvPr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1" name="pg2821">
              <a:extLst>
                <a:ext uri="{FF2B5EF4-FFF2-40B4-BE49-F238E27FC236}">
                  <a16:creationId xmlns:a16="http://schemas.microsoft.com/office/drawing/2014/main" id="{7D05E022-9AD3-7433-DEC0-B5AA282B77BB}"/>
                </a:ext>
              </a:extLst>
            </p:cNvPr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2" name="pg2822">
              <a:extLst>
                <a:ext uri="{FF2B5EF4-FFF2-40B4-BE49-F238E27FC236}">
                  <a16:creationId xmlns:a16="http://schemas.microsoft.com/office/drawing/2014/main" id="{02DF52C3-2B6B-6B07-52E1-F93F969DA3A6}"/>
                </a:ext>
              </a:extLst>
            </p:cNvPr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3" name="pg2823">
              <a:extLst>
                <a:ext uri="{FF2B5EF4-FFF2-40B4-BE49-F238E27FC236}">
                  <a16:creationId xmlns:a16="http://schemas.microsoft.com/office/drawing/2014/main" id="{7387B618-D822-5FCD-C30A-CD0B9156B49A}"/>
                </a:ext>
              </a:extLst>
            </p:cNvPr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4" name="pg2824">
              <a:extLst>
                <a:ext uri="{FF2B5EF4-FFF2-40B4-BE49-F238E27FC236}">
                  <a16:creationId xmlns:a16="http://schemas.microsoft.com/office/drawing/2014/main" id="{F10F38CE-0C23-34DF-7380-3D3F6DBA9DF2}"/>
                </a:ext>
              </a:extLst>
            </p:cNvPr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5" name="pg2825">
              <a:extLst>
                <a:ext uri="{FF2B5EF4-FFF2-40B4-BE49-F238E27FC236}">
                  <a16:creationId xmlns:a16="http://schemas.microsoft.com/office/drawing/2014/main" id="{F67EDABF-8DA3-698C-A7AF-F46508AC0117}"/>
                </a:ext>
              </a:extLst>
            </p:cNvPr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6" name="pg2826">
              <a:extLst>
                <a:ext uri="{FF2B5EF4-FFF2-40B4-BE49-F238E27FC236}">
                  <a16:creationId xmlns:a16="http://schemas.microsoft.com/office/drawing/2014/main" id="{74AB65D1-1CF7-6BFA-0E05-7F303F277C78}"/>
                </a:ext>
              </a:extLst>
            </p:cNvPr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7" name="pg2827">
              <a:extLst>
                <a:ext uri="{FF2B5EF4-FFF2-40B4-BE49-F238E27FC236}">
                  <a16:creationId xmlns:a16="http://schemas.microsoft.com/office/drawing/2014/main" id="{6DC489E6-8863-DA32-6732-F790ED404704}"/>
                </a:ext>
              </a:extLst>
            </p:cNvPr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8" name="pg2828">
              <a:extLst>
                <a:ext uri="{FF2B5EF4-FFF2-40B4-BE49-F238E27FC236}">
                  <a16:creationId xmlns:a16="http://schemas.microsoft.com/office/drawing/2014/main" id="{B1CD7B84-1826-0722-7C1E-0C28D261023C}"/>
                </a:ext>
              </a:extLst>
            </p:cNvPr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9" name="pg2829">
              <a:extLst>
                <a:ext uri="{FF2B5EF4-FFF2-40B4-BE49-F238E27FC236}">
                  <a16:creationId xmlns:a16="http://schemas.microsoft.com/office/drawing/2014/main" id="{5B3C8D96-AC7D-CC1B-5B50-8EE11FF240FE}"/>
                </a:ext>
              </a:extLst>
            </p:cNvPr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0" name="pg2830">
              <a:extLst>
                <a:ext uri="{FF2B5EF4-FFF2-40B4-BE49-F238E27FC236}">
                  <a16:creationId xmlns:a16="http://schemas.microsoft.com/office/drawing/2014/main" id="{8C9B1BBB-FE4D-A63F-CD3F-350227380FD1}"/>
                </a:ext>
              </a:extLst>
            </p:cNvPr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1" name="pg2831">
              <a:extLst>
                <a:ext uri="{FF2B5EF4-FFF2-40B4-BE49-F238E27FC236}">
                  <a16:creationId xmlns:a16="http://schemas.microsoft.com/office/drawing/2014/main" id="{E2423674-E531-B7B1-225E-31690B873015}"/>
                </a:ext>
              </a:extLst>
            </p:cNvPr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2" name="pg2832">
              <a:extLst>
                <a:ext uri="{FF2B5EF4-FFF2-40B4-BE49-F238E27FC236}">
                  <a16:creationId xmlns:a16="http://schemas.microsoft.com/office/drawing/2014/main" id="{9529D2AB-5D52-63F1-07F2-21715ACF224B}"/>
                </a:ext>
              </a:extLst>
            </p:cNvPr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3" name="pg2833">
              <a:extLst>
                <a:ext uri="{FF2B5EF4-FFF2-40B4-BE49-F238E27FC236}">
                  <a16:creationId xmlns:a16="http://schemas.microsoft.com/office/drawing/2014/main" id="{BC8B454C-ADFC-EF47-622F-F3059130DD3D}"/>
                </a:ext>
              </a:extLst>
            </p:cNvPr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4" name="pg2834">
              <a:extLst>
                <a:ext uri="{FF2B5EF4-FFF2-40B4-BE49-F238E27FC236}">
                  <a16:creationId xmlns:a16="http://schemas.microsoft.com/office/drawing/2014/main" id="{AD9545FB-047B-1A43-61EB-3F5A9A0CC57A}"/>
                </a:ext>
              </a:extLst>
            </p:cNvPr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5" name="pg2835">
              <a:extLst>
                <a:ext uri="{FF2B5EF4-FFF2-40B4-BE49-F238E27FC236}">
                  <a16:creationId xmlns:a16="http://schemas.microsoft.com/office/drawing/2014/main" id="{19269E62-CF3A-038A-EDD4-9F5DA272E2F1}"/>
                </a:ext>
              </a:extLst>
            </p:cNvPr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6" name="pg2836">
              <a:extLst>
                <a:ext uri="{FF2B5EF4-FFF2-40B4-BE49-F238E27FC236}">
                  <a16:creationId xmlns:a16="http://schemas.microsoft.com/office/drawing/2014/main" id="{7CA617F3-8302-D368-0ED4-7C7F8C4AF25E}"/>
                </a:ext>
              </a:extLst>
            </p:cNvPr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7" name="pg2837">
              <a:extLst>
                <a:ext uri="{FF2B5EF4-FFF2-40B4-BE49-F238E27FC236}">
                  <a16:creationId xmlns:a16="http://schemas.microsoft.com/office/drawing/2014/main" id="{3F919BD9-3911-1E34-A4B7-866DD0A29576}"/>
                </a:ext>
              </a:extLst>
            </p:cNvPr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8" name="pg2838">
              <a:extLst>
                <a:ext uri="{FF2B5EF4-FFF2-40B4-BE49-F238E27FC236}">
                  <a16:creationId xmlns:a16="http://schemas.microsoft.com/office/drawing/2014/main" id="{8720E570-4351-AF34-AEFA-78E502F3E17C}"/>
                </a:ext>
              </a:extLst>
            </p:cNvPr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9" name="pg2839">
              <a:extLst>
                <a:ext uri="{FF2B5EF4-FFF2-40B4-BE49-F238E27FC236}">
                  <a16:creationId xmlns:a16="http://schemas.microsoft.com/office/drawing/2014/main" id="{11A36F3D-C401-0DA9-F673-899294B5525D}"/>
                </a:ext>
              </a:extLst>
            </p:cNvPr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0" name="pg2840">
              <a:extLst>
                <a:ext uri="{FF2B5EF4-FFF2-40B4-BE49-F238E27FC236}">
                  <a16:creationId xmlns:a16="http://schemas.microsoft.com/office/drawing/2014/main" id="{7116146F-6892-C97D-07F3-B8AB509C361E}"/>
                </a:ext>
              </a:extLst>
            </p:cNvPr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1" name="pg2841">
              <a:extLst>
                <a:ext uri="{FF2B5EF4-FFF2-40B4-BE49-F238E27FC236}">
                  <a16:creationId xmlns:a16="http://schemas.microsoft.com/office/drawing/2014/main" id="{DC89C6BA-C910-381E-7A1E-4E8D358A1A8B}"/>
                </a:ext>
              </a:extLst>
            </p:cNvPr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2" name="pg2842">
              <a:extLst>
                <a:ext uri="{FF2B5EF4-FFF2-40B4-BE49-F238E27FC236}">
                  <a16:creationId xmlns:a16="http://schemas.microsoft.com/office/drawing/2014/main" id="{E2AAE980-8790-AE81-7170-94167C70342D}"/>
                </a:ext>
              </a:extLst>
            </p:cNvPr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3" name="pg2843">
              <a:extLst>
                <a:ext uri="{FF2B5EF4-FFF2-40B4-BE49-F238E27FC236}">
                  <a16:creationId xmlns:a16="http://schemas.microsoft.com/office/drawing/2014/main" id="{C5890F62-5EC9-ECC4-139E-21724E966BB1}"/>
                </a:ext>
              </a:extLst>
            </p:cNvPr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4" name="pg2844">
              <a:extLst>
                <a:ext uri="{FF2B5EF4-FFF2-40B4-BE49-F238E27FC236}">
                  <a16:creationId xmlns:a16="http://schemas.microsoft.com/office/drawing/2014/main" id="{9B8E9D98-769E-4DFD-8520-B005275297EA}"/>
                </a:ext>
              </a:extLst>
            </p:cNvPr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5" name="pg2845">
              <a:extLst>
                <a:ext uri="{FF2B5EF4-FFF2-40B4-BE49-F238E27FC236}">
                  <a16:creationId xmlns:a16="http://schemas.microsoft.com/office/drawing/2014/main" id="{8FC2E8DC-EDCE-ADD2-209F-B5FE189DB260}"/>
                </a:ext>
              </a:extLst>
            </p:cNvPr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6" name="pg2846">
              <a:extLst>
                <a:ext uri="{FF2B5EF4-FFF2-40B4-BE49-F238E27FC236}">
                  <a16:creationId xmlns:a16="http://schemas.microsoft.com/office/drawing/2014/main" id="{A583DB1F-7EEC-5CF4-EBC7-B4BAC744BBF0}"/>
                </a:ext>
              </a:extLst>
            </p:cNvPr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7" name="pg2847">
              <a:extLst>
                <a:ext uri="{FF2B5EF4-FFF2-40B4-BE49-F238E27FC236}">
                  <a16:creationId xmlns:a16="http://schemas.microsoft.com/office/drawing/2014/main" id="{2CA6E4D9-E41A-5CD9-71A8-BFE0E5AE6B16}"/>
                </a:ext>
              </a:extLst>
            </p:cNvPr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8" name="pg2848">
              <a:extLst>
                <a:ext uri="{FF2B5EF4-FFF2-40B4-BE49-F238E27FC236}">
                  <a16:creationId xmlns:a16="http://schemas.microsoft.com/office/drawing/2014/main" id="{A2BF3B49-6F31-CF65-7337-A2ACF1EBDBE0}"/>
                </a:ext>
              </a:extLst>
            </p:cNvPr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9" name="pg2849">
              <a:extLst>
                <a:ext uri="{FF2B5EF4-FFF2-40B4-BE49-F238E27FC236}">
                  <a16:creationId xmlns:a16="http://schemas.microsoft.com/office/drawing/2014/main" id="{15B9FE84-3F57-D0D3-05DA-98785C40BDF8}"/>
                </a:ext>
              </a:extLst>
            </p:cNvPr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0" name="pg2850">
              <a:extLst>
                <a:ext uri="{FF2B5EF4-FFF2-40B4-BE49-F238E27FC236}">
                  <a16:creationId xmlns:a16="http://schemas.microsoft.com/office/drawing/2014/main" id="{D347F5F2-B0DF-2E79-DA45-CFF60D9A329B}"/>
                </a:ext>
              </a:extLst>
            </p:cNvPr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1" name="pg2851">
              <a:extLst>
                <a:ext uri="{FF2B5EF4-FFF2-40B4-BE49-F238E27FC236}">
                  <a16:creationId xmlns:a16="http://schemas.microsoft.com/office/drawing/2014/main" id="{D33C0BF7-22F3-B2CE-62EE-1402BAB4914D}"/>
                </a:ext>
              </a:extLst>
            </p:cNvPr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2" name="pg2852">
              <a:extLst>
                <a:ext uri="{FF2B5EF4-FFF2-40B4-BE49-F238E27FC236}">
                  <a16:creationId xmlns:a16="http://schemas.microsoft.com/office/drawing/2014/main" id="{6067C541-12AF-0F76-119F-2921C9D6A640}"/>
                </a:ext>
              </a:extLst>
            </p:cNvPr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3" name="pg2853">
              <a:extLst>
                <a:ext uri="{FF2B5EF4-FFF2-40B4-BE49-F238E27FC236}">
                  <a16:creationId xmlns:a16="http://schemas.microsoft.com/office/drawing/2014/main" id="{07ADE1A0-CAF4-C635-3F67-52DE0DD62287}"/>
                </a:ext>
              </a:extLst>
            </p:cNvPr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4" name="pg2854">
              <a:extLst>
                <a:ext uri="{FF2B5EF4-FFF2-40B4-BE49-F238E27FC236}">
                  <a16:creationId xmlns:a16="http://schemas.microsoft.com/office/drawing/2014/main" id="{F23A6D6A-7B3B-DB1D-F8C3-D9F7FF7575A4}"/>
                </a:ext>
              </a:extLst>
            </p:cNvPr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5" name="pg2855">
              <a:extLst>
                <a:ext uri="{FF2B5EF4-FFF2-40B4-BE49-F238E27FC236}">
                  <a16:creationId xmlns:a16="http://schemas.microsoft.com/office/drawing/2014/main" id="{ED53DC80-2253-ED41-2D8C-7A937BF1234B}"/>
                </a:ext>
              </a:extLst>
            </p:cNvPr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6" name="pg2856">
              <a:extLst>
                <a:ext uri="{FF2B5EF4-FFF2-40B4-BE49-F238E27FC236}">
                  <a16:creationId xmlns:a16="http://schemas.microsoft.com/office/drawing/2014/main" id="{FA647985-7390-947D-63ED-9338C7E70336}"/>
                </a:ext>
              </a:extLst>
            </p:cNvPr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7" name="pg2857">
              <a:extLst>
                <a:ext uri="{FF2B5EF4-FFF2-40B4-BE49-F238E27FC236}">
                  <a16:creationId xmlns:a16="http://schemas.microsoft.com/office/drawing/2014/main" id="{F340BCFA-30D7-548C-29BE-CD5F2265E2FD}"/>
                </a:ext>
              </a:extLst>
            </p:cNvPr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8" name="pg2858">
              <a:extLst>
                <a:ext uri="{FF2B5EF4-FFF2-40B4-BE49-F238E27FC236}">
                  <a16:creationId xmlns:a16="http://schemas.microsoft.com/office/drawing/2014/main" id="{9742B138-FDEB-A19D-6838-6E3567C62FD3}"/>
                </a:ext>
              </a:extLst>
            </p:cNvPr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9" name="pg2859">
              <a:extLst>
                <a:ext uri="{FF2B5EF4-FFF2-40B4-BE49-F238E27FC236}">
                  <a16:creationId xmlns:a16="http://schemas.microsoft.com/office/drawing/2014/main" id="{9EBC7776-E7D8-C1DB-3E94-D19601F5D757}"/>
                </a:ext>
              </a:extLst>
            </p:cNvPr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0" name="pg2860">
              <a:extLst>
                <a:ext uri="{FF2B5EF4-FFF2-40B4-BE49-F238E27FC236}">
                  <a16:creationId xmlns:a16="http://schemas.microsoft.com/office/drawing/2014/main" id="{41805AC6-1146-CD36-5B23-C3B0A9E4E203}"/>
                </a:ext>
              </a:extLst>
            </p:cNvPr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1" name="pg2861">
              <a:extLst>
                <a:ext uri="{FF2B5EF4-FFF2-40B4-BE49-F238E27FC236}">
                  <a16:creationId xmlns:a16="http://schemas.microsoft.com/office/drawing/2014/main" id="{6DD17854-B369-AC16-CB08-5FCC2A81688D}"/>
                </a:ext>
              </a:extLst>
            </p:cNvPr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2" name="pg2862">
              <a:extLst>
                <a:ext uri="{FF2B5EF4-FFF2-40B4-BE49-F238E27FC236}">
                  <a16:creationId xmlns:a16="http://schemas.microsoft.com/office/drawing/2014/main" id="{8DC97B96-32A8-AD4F-6A6F-025F94432A65}"/>
                </a:ext>
              </a:extLst>
            </p:cNvPr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3" name="pg2863">
              <a:extLst>
                <a:ext uri="{FF2B5EF4-FFF2-40B4-BE49-F238E27FC236}">
                  <a16:creationId xmlns:a16="http://schemas.microsoft.com/office/drawing/2014/main" id="{31A36752-3209-B13E-330F-B551F6291CCC}"/>
                </a:ext>
              </a:extLst>
            </p:cNvPr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4" name="pg2864">
              <a:extLst>
                <a:ext uri="{FF2B5EF4-FFF2-40B4-BE49-F238E27FC236}">
                  <a16:creationId xmlns:a16="http://schemas.microsoft.com/office/drawing/2014/main" id="{FB112673-0592-C604-8F3C-00F817045923}"/>
                </a:ext>
              </a:extLst>
            </p:cNvPr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5" name="pg2865">
              <a:extLst>
                <a:ext uri="{FF2B5EF4-FFF2-40B4-BE49-F238E27FC236}">
                  <a16:creationId xmlns:a16="http://schemas.microsoft.com/office/drawing/2014/main" id="{D8198038-9FF7-3C37-26B3-2B21B5295B93}"/>
                </a:ext>
              </a:extLst>
            </p:cNvPr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6" name="pg2866">
              <a:extLst>
                <a:ext uri="{FF2B5EF4-FFF2-40B4-BE49-F238E27FC236}">
                  <a16:creationId xmlns:a16="http://schemas.microsoft.com/office/drawing/2014/main" id="{7369C909-7691-1027-F7A0-22D2D4857AFD}"/>
                </a:ext>
              </a:extLst>
            </p:cNvPr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7" name="pg2867">
              <a:extLst>
                <a:ext uri="{FF2B5EF4-FFF2-40B4-BE49-F238E27FC236}">
                  <a16:creationId xmlns:a16="http://schemas.microsoft.com/office/drawing/2014/main" id="{9FE9987D-177E-C611-5BF1-8BBF7654D22C}"/>
                </a:ext>
              </a:extLst>
            </p:cNvPr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8" name="pg2868">
              <a:extLst>
                <a:ext uri="{FF2B5EF4-FFF2-40B4-BE49-F238E27FC236}">
                  <a16:creationId xmlns:a16="http://schemas.microsoft.com/office/drawing/2014/main" id="{BE78833B-E4A9-A320-6D64-77CBB8C062C7}"/>
                </a:ext>
              </a:extLst>
            </p:cNvPr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9" name="pg2869">
              <a:extLst>
                <a:ext uri="{FF2B5EF4-FFF2-40B4-BE49-F238E27FC236}">
                  <a16:creationId xmlns:a16="http://schemas.microsoft.com/office/drawing/2014/main" id="{41D2F029-E43C-FB19-64B2-B9DA3396067E}"/>
                </a:ext>
              </a:extLst>
            </p:cNvPr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0" name="pg2870">
              <a:extLst>
                <a:ext uri="{FF2B5EF4-FFF2-40B4-BE49-F238E27FC236}">
                  <a16:creationId xmlns:a16="http://schemas.microsoft.com/office/drawing/2014/main" id="{34203702-506F-0A7C-64E7-93CD7B2EAE63}"/>
                </a:ext>
              </a:extLst>
            </p:cNvPr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1" name="pg2871">
              <a:extLst>
                <a:ext uri="{FF2B5EF4-FFF2-40B4-BE49-F238E27FC236}">
                  <a16:creationId xmlns:a16="http://schemas.microsoft.com/office/drawing/2014/main" id="{EDEA075F-356E-3B92-3F72-FC5ED9140F11}"/>
                </a:ext>
              </a:extLst>
            </p:cNvPr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2" name="pg2872">
              <a:extLst>
                <a:ext uri="{FF2B5EF4-FFF2-40B4-BE49-F238E27FC236}">
                  <a16:creationId xmlns:a16="http://schemas.microsoft.com/office/drawing/2014/main" id="{55430101-B29C-522D-0C6F-6AB1A16C45C4}"/>
                </a:ext>
              </a:extLst>
            </p:cNvPr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3" name="pg2873">
              <a:extLst>
                <a:ext uri="{FF2B5EF4-FFF2-40B4-BE49-F238E27FC236}">
                  <a16:creationId xmlns:a16="http://schemas.microsoft.com/office/drawing/2014/main" id="{85190D0D-A7A0-BBD6-8999-38B9C2F36663}"/>
                </a:ext>
              </a:extLst>
            </p:cNvPr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4" name="pg2874">
              <a:extLst>
                <a:ext uri="{FF2B5EF4-FFF2-40B4-BE49-F238E27FC236}">
                  <a16:creationId xmlns:a16="http://schemas.microsoft.com/office/drawing/2014/main" id="{3CF37C08-36C8-715C-5D96-D4AB66EE53B6}"/>
                </a:ext>
              </a:extLst>
            </p:cNvPr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5" name="pg2875">
              <a:extLst>
                <a:ext uri="{FF2B5EF4-FFF2-40B4-BE49-F238E27FC236}">
                  <a16:creationId xmlns:a16="http://schemas.microsoft.com/office/drawing/2014/main" id="{21A82D27-C524-2629-EFDB-C397CD119263}"/>
                </a:ext>
              </a:extLst>
            </p:cNvPr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6" name="pg2876">
              <a:extLst>
                <a:ext uri="{FF2B5EF4-FFF2-40B4-BE49-F238E27FC236}">
                  <a16:creationId xmlns:a16="http://schemas.microsoft.com/office/drawing/2014/main" id="{39ED124C-762C-2522-83BE-FA1034391F1B}"/>
                </a:ext>
              </a:extLst>
            </p:cNvPr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7" name="pg2877">
              <a:extLst>
                <a:ext uri="{FF2B5EF4-FFF2-40B4-BE49-F238E27FC236}">
                  <a16:creationId xmlns:a16="http://schemas.microsoft.com/office/drawing/2014/main" id="{BAF3846B-DB63-A1DD-862B-4417E6A7C3DB}"/>
                </a:ext>
              </a:extLst>
            </p:cNvPr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8" name="pg2878">
              <a:extLst>
                <a:ext uri="{FF2B5EF4-FFF2-40B4-BE49-F238E27FC236}">
                  <a16:creationId xmlns:a16="http://schemas.microsoft.com/office/drawing/2014/main" id="{36A129E0-539A-D3BD-BE96-4051689F0CE9}"/>
                </a:ext>
              </a:extLst>
            </p:cNvPr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9" name="pg2879">
              <a:extLst>
                <a:ext uri="{FF2B5EF4-FFF2-40B4-BE49-F238E27FC236}">
                  <a16:creationId xmlns:a16="http://schemas.microsoft.com/office/drawing/2014/main" id="{BE8359D0-ABEE-20E7-C1EC-41A118A4688A}"/>
                </a:ext>
              </a:extLst>
            </p:cNvPr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0" name="pg2880">
              <a:extLst>
                <a:ext uri="{FF2B5EF4-FFF2-40B4-BE49-F238E27FC236}">
                  <a16:creationId xmlns:a16="http://schemas.microsoft.com/office/drawing/2014/main" id="{BC888200-72A3-ECAF-6E03-9D4CD3BBA919}"/>
                </a:ext>
              </a:extLst>
            </p:cNvPr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1" name="pg2881">
              <a:extLst>
                <a:ext uri="{FF2B5EF4-FFF2-40B4-BE49-F238E27FC236}">
                  <a16:creationId xmlns:a16="http://schemas.microsoft.com/office/drawing/2014/main" id="{BF4B0563-3DBF-8687-412C-D03647E14500}"/>
                </a:ext>
              </a:extLst>
            </p:cNvPr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2" name="pg2882">
              <a:extLst>
                <a:ext uri="{FF2B5EF4-FFF2-40B4-BE49-F238E27FC236}">
                  <a16:creationId xmlns:a16="http://schemas.microsoft.com/office/drawing/2014/main" id="{A117A6B0-DC93-4A27-BB32-44AB1E041A7D}"/>
                </a:ext>
              </a:extLst>
            </p:cNvPr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3" name="pg2883">
              <a:extLst>
                <a:ext uri="{FF2B5EF4-FFF2-40B4-BE49-F238E27FC236}">
                  <a16:creationId xmlns:a16="http://schemas.microsoft.com/office/drawing/2014/main" id="{142C2E0F-5428-5D48-F0F6-C4847884FA9F}"/>
                </a:ext>
              </a:extLst>
            </p:cNvPr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4" name="pg2884">
              <a:extLst>
                <a:ext uri="{FF2B5EF4-FFF2-40B4-BE49-F238E27FC236}">
                  <a16:creationId xmlns:a16="http://schemas.microsoft.com/office/drawing/2014/main" id="{2F491D28-8200-6148-5BB2-ECCBFF77D273}"/>
                </a:ext>
              </a:extLst>
            </p:cNvPr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5" name="pg2885">
              <a:extLst>
                <a:ext uri="{FF2B5EF4-FFF2-40B4-BE49-F238E27FC236}">
                  <a16:creationId xmlns:a16="http://schemas.microsoft.com/office/drawing/2014/main" id="{C52D441B-10BF-84E5-C898-735883722FA7}"/>
                </a:ext>
              </a:extLst>
            </p:cNvPr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6" name="pg2886">
              <a:extLst>
                <a:ext uri="{FF2B5EF4-FFF2-40B4-BE49-F238E27FC236}">
                  <a16:creationId xmlns:a16="http://schemas.microsoft.com/office/drawing/2014/main" id="{83285BF4-781A-7FBC-FD81-ADD50D91A340}"/>
                </a:ext>
              </a:extLst>
            </p:cNvPr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7" name="pg2887">
              <a:extLst>
                <a:ext uri="{FF2B5EF4-FFF2-40B4-BE49-F238E27FC236}">
                  <a16:creationId xmlns:a16="http://schemas.microsoft.com/office/drawing/2014/main" id="{12083C28-B59B-11D3-54CA-ABEA89B4DA93}"/>
                </a:ext>
              </a:extLst>
            </p:cNvPr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8" name="pg2888">
              <a:extLst>
                <a:ext uri="{FF2B5EF4-FFF2-40B4-BE49-F238E27FC236}">
                  <a16:creationId xmlns:a16="http://schemas.microsoft.com/office/drawing/2014/main" id="{71A8292F-62C2-C0DD-2F43-9E748C58F9D9}"/>
                </a:ext>
              </a:extLst>
            </p:cNvPr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9" name="pg2889">
              <a:extLst>
                <a:ext uri="{FF2B5EF4-FFF2-40B4-BE49-F238E27FC236}">
                  <a16:creationId xmlns:a16="http://schemas.microsoft.com/office/drawing/2014/main" id="{42EC6EE7-2A11-2104-C7D7-E0E745992CE5}"/>
                </a:ext>
              </a:extLst>
            </p:cNvPr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0" name="pg2890">
              <a:extLst>
                <a:ext uri="{FF2B5EF4-FFF2-40B4-BE49-F238E27FC236}">
                  <a16:creationId xmlns:a16="http://schemas.microsoft.com/office/drawing/2014/main" id="{A3CF07BF-8DD6-770B-9121-5B1BEF0ED64E}"/>
                </a:ext>
              </a:extLst>
            </p:cNvPr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1" name="pg2891">
              <a:extLst>
                <a:ext uri="{FF2B5EF4-FFF2-40B4-BE49-F238E27FC236}">
                  <a16:creationId xmlns:a16="http://schemas.microsoft.com/office/drawing/2014/main" id="{AFC7DBB4-D127-34A1-2A8F-F6C27F698874}"/>
                </a:ext>
              </a:extLst>
            </p:cNvPr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2" name="pg2892">
              <a:extLst>
                <a:ext uri="{FF2B5EF4-FFF2-40B4-BE49-F238E27FC236}">
                  <a16:creationId xmlns:a16="http://schemas.microsoft.com/office/drawing/2014/main" id="{2BB5816F-56C9-FD37-DDEB-BD8939DB0A92}"/>
                </a:ext>
              </a:extLst>
            </p:cNvPr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3" name="pg2893">
              <a:extLst>
                <a:ext uri="{FF2B5EF4-FFF2-40B4-BE49-F238E27FC236}">
                  <a16:creationId xmlns:a16="http://schemas.microsoft.com/office/drawing/2014/main" id="{07EF65B0-7356-109E-8058-9E3BAC0D6689}"/>
                </a:ext>
              </a:extLst>
            </p:cNvPr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4" name="pg2894">
              <a:extLst>
                <a:ext uri="{FF2B5EF4-FFF2-40B4-BE49-F238E27FC236}">
                  <a16:creationId xmlns:a16="http://schemas.microsoft.com/office/drawing/2014/main" id="{6B8621CA-5994-0011-F749-504A27B2D2B2}"/>
                </a:ext>
              </a:extLst>
            </p:cNvPr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5" name="pg2895">
              <a:extLst>
                <a:ext uri="{FF2B5EF4-FFF2-40B4-BE49-F238E27FC236}">
                  <a16:creationId xmlns:a16="http://schemas.microsoft.com/office/drawing/2014/main" id="{3E43FF2A-0F78-89A3-7D8B-3BB5FD0747A0}"/>
                </a:ext>
              </a:extLst>
            </p:cNvPr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6" name="pg2896">
              <a:extLst>
                <a:ext uri="{FF2B5EF4-FFF2-40B4-BE49-F238E27FC236}">
                  <a16:creationId xmlns:a16="http://schemas.microsoft.com/office/drawing/2014/main" id="{6992A5D6-DAEC-6FC9-9794-F74FF8E968CE}"/>
                </a:ext>
              </a:extLst>
            </p:cNvPr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7" name="pg2897">
              <a:extLst>
                <a:ext uri="{FF2B5EF4-FFF2-40B4-BE49-F238E27FC236}">
                  <a16:creationId xmlns:a16="http://schemas.microsoft.com/office/drawing/2014/main" id="{CEB3B17D-DD04-219A-8458-661319A0AE66}"/>
                </a:ext>
              </a:extLst>
            </p:cNvPr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8" name="pg2898">
              <a:extLst>
                <a:ext uri="{FF2B5EF4-FFF2-40B4-BE49-F238E27FC236}">
                  <a16:creationId xmlns:a16="http://schemas.microsoft.com/office/drawing/2014/main" id="{05C1616B-D827-2D07-107A-A34A5491721E}"/>
                </a:ext>
              </a:extLst>
            </p:cNvPr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9" name="pg2899">
              <a:extLst>
                <a:ext uri="{FF2B5EF4-FFF2-40B4-BE49-F238E27FC236}">
                  <a16:creationId xmlns:a16="http://schemas.microsoft.com/office/drawing/2014/main" id="{863AD955-7984-7804-44FF-253A8A7612A6}"/>
                </a:ext>
              </a:extLst>
            </p:cNvPr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0" name="pg2900">
              <a:extLst>
                <a:ext uri="{FF2B5EF4-FFF2-40B4-BE49-F238E27FC236}">
                  <a16:creationId xmlns:a16="http://schemas.microsoft.com/office/drawing/2014/main" id="{E3EE9B4D-DCBE-208F-9163-658B3AF2A324}"/>
                </a:ext>
              </a:extLst>
            </p:cNvPr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1" name="pg2901">
              <a:extLst>
                <a:ext uri="{FF2B5EF4-FFF2-40B4-BE49-F238E27FC236}">
                  <a16:creationId xmlns:a16="http://schemas.microsoft.com/office/drawing/2014/main" id="{05ABC721-1C84-D8A8-959B-666021C9BAB0}"/>
                </a:ext>
              </a:extLst>
            </p:cNvPr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2" name="pg2902">
              <a:extLst>
                <a:ext uri="{FF2B5EF4-FFF2-40B4-BE49-F238E27FC236}">
                  <a16:creationId xmlns:a16="http://schemas.microsoft.com/office/drawing/2014/main" id="{11DE7C17-9996-B38B-6A9E-81ECEAFCE2B4}"/>
                </a:ext>
              </a:extLst>
            </p:cNvPr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3" name="pg2903">
              <a:extLst>
                <a:ext uri="{FF2B5EF4-FFF2-40B4-BE49-F238E27FC236}">
                  <a16:creationId xmlns:a16="http://schemas.microsoft.com/office/drawing/2014/main" id="{23F08922-530A-CBAF-9D1C-6EE39D0C88C0}"/>
                </a:ext>
              </a:extLst>
            </p:cNvPr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4" name="pg2904">
              <a:extLst>
                <a:ext uri="{FF2B5EF4-FFF2-40B4-BE49-F238E27FC236}">
                  <a16:creationId xmlns:a16="http://schemas.microsoft.com/office/drawing/2014/main" id="{E106D745-7942-5DAC-F363-1F0BAD81D3D5}"/>
                </a:ext>
              </a:extLst>
            </p:cNvPr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5" name="pg2905">
              <a:extLst>
                <a:ext uri="{FF2B5EF4-FFF2-40B4-BE49-F238E27FC236}">
                  <a16:creationId xmlns:a16="http://schemas.microsoft.com/office/drawing/2014/main" id="{986FADC1-D2B5-CF93-193D-D2B90EBFAD6F}"/>
                </a:ext>
              </a:extLst>
            </p:cNvPr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6" name="pg2906">
              <a:extLst>
                <a:ext uri="{FF2B5EF4-FFF2-40B4-BE49-F238E27FC236}">
                  <a16:creationId xmlns:a16="http://schemas.microsoft.com/office/drawing/2014/main" id="{2E1258F1-D00F-E0FD-ED16-E879114C6108}"/>
                </a:ext>
              </a:extLst>
            </p:cNvPr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7" name="pg2907">
              <a:extLst>
                <a:ext uri="{FF2B5EF4-FFF2-40B4-BE49-F238E27FC236}">
                  <a16:creationId xmlns:a16="http://schemas.microsoft.com/office/drawing/2014/main" id="{992701B3-F227-D5FB-D222-C85C689FC975}"/>
                </a:ext>
              </a:extLst>
            </p:cNvPr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8" name="pg2908">
              <a:extLst>
                <a:ext uri="{FF2B5EF4-FFF2-40B4-BE49-F238E27FC236}">
                  <a16:creationId xmlns:a16="http://schemas.microsoft.com/office/drawing/2014/main" id="{02C0951B-49E7-F428-19E3-3094DF0B682A}"/>
                </a:ext>
              </a:extLst>
            </p:cNvPr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9" name="pg2909">
              <a:extLst>
                <a:ext uri="{FF2B5EF4-FFF2-40B4-BE49-F238E27FC236}">
                  <a16:creationId xmlns:a16="http://schemas.microsoft.com/office/drawing/2014/main" id="{21471B93-192A-8F4D-580C-FE510DCC1E71}"/>
                </a:ext>
              </a:extLst>
            </p:cNvPr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0" name="pg2910">
              <a:extLst>
                <a:ext uri="{FF2B5EF4-FFF2-40B4-BE49-F238E27FC236}">
                  <a16:creationId xmlns:a16="http://schemas.microsoft.com/office/drawing/2014/main" id="{1EB1143E-6C2A-34AE-E837-762A50999B7C}"/>
                </a:ext>
              </a:extLst>
            </p:cNvPr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1" name="pg2911">
              <a:extLst>
                <a:ext uri="{FF2B5EF4-FFF2-40B4-BE49-F238E27FC236}">
                  <a16:creationId xmlns:a16="http://schemas.microsoft.com/office/drawing/2014/main" id="{814DFB3F-703B-08C5-A2E4-FC2E24FC4476}"/>
                </a:ext>
              </a:extLst>
            </p:cNvPr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2" name="pg2912">
              <a:extLst>
                <a:ext uri="{FF2B5EF4-FFF2-40B4-BE49-F238E27FC236}">
                  <a16:creationId xmlns:a16="http://schemas.microsoft.com/office/drawing/2014/main" id="{267DA569-BE27-9D01-785A-7C3912532BFA}"/>
                </a:ext>
              </a:extLst>
            </p:cNvPr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3" name="pg2913">
              <a:extLst>
                <a:ext uri="{FF2B5EF4-FFF2-40B4-BE49-F238E27FC236}">
                  <a16:creationId xmlns:a16="http://schemas.microsoft.com/office/drawing/2014/main" id="{728FE5A4-0647-F377-4F81-3C84F05B87AF}"/>
                </a:ext>
              </a:extLst>
            </p:cNvPr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4" name="pg2914">
              <a:extLst>
                <a:ext uri="{FF2B5EF4-FFF2-40B4-BE49-F238E27FC236}">
                  <a16:creationId xmlns:a16="http://schemas.microsoft.com/office/drawing/2014/main" id="{61DC2496-0205-E226-0F82-A168A4CFC87E}"/>
                </a:ext>
              </a:extLst>
            </p:cNvPr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5" name="pg2915">
              <a:extLst>
                <a:ext uri="{FF2B5EF4-FFF2-40B4-BE49-F238E27FC236}">
                  <a16:creationId xmlns:a16="http://schemas.microsoft.com/office/drawing/2014/main" id="{A24AEFEA-EFEF-297F-2345-355CACBC632A}"/>
                </a:ext>
              </a:extLst>
            </p:cNvPr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6" name="pg2916">
              <a:extLst>
                <a:ext uri="{FF2B5EF4-FFF2-40B4-BE49-F238E27FC236}">
                  <a16:creationId xmlns:a16="http://schemas.microsoft.com/office/drawing/2014/main" id="{24D6559A-DB9D-D784-785A-417CB3B0E954}"/>
                </a:ext>
              </a:extLst>
            </p:cNvPr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7" name="pg2917">
              <a:extLst>
                <a:ext uri="{FF2B5EF4-FFF2-40B4-BE49-F238E27FC236}">
                  <a16:creationId xmlns:a16="http://schemas.microsoft.com/office/drawing/2014/main" id="{B0911343-03AE-4033-2BFE-F6A6BCD18A61}"/>
                </a:ext>
              </a:extLst>
            </p:cNvPr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8" name="pg2918">
              <a:extLst>
                <a:ext uri="{FF2B5EF4-FFF2-40B4-BE49-F238E27FC236}">
                  <a16:creationId xmlns:a16="http://schemas.microsoft.com/office/drawing/2014/main" id="{26B4A456-C20A-065A-4295-26AFDD452F9D}"/>
                </a:ext>
              </a:extLst>
            </p:cNvPr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9" name="pg2919">
              <a:extLst>
                <a:ext uri="{FF2B5EF4-FFF2-40B4-BE49-F238E27FC236}">
                  <a16:creationId xmlns:a16="http://schemas.microsoft.com/office/drawing/2014/main" id="{C875310D-AEB4-79CD-BB99-BED5A17164AD}"/>
                </a:ext>
              </a:extLst>
            </p:cNvPr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0" name="pg2920">
              <a:extLst>
                <a:ext uri="{FF2B5EF4-FFF2-40B4-BE49-F238E27FC236}">
                  <a16:creationId xmlns:a16="http://schemas.microsoft.com/office/drawing/2014/main" id="{336200D5-0A1B-665F-F283-269CF3469BCE}"/>
                </a:ext>
              </a:extLst>
            </p:cNvPr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1" name="pg2921">
              <a:extLst>
                <a:ext uri="{FF2B5EF4-FFF2-40B4-BE49-F238E27FC236}">
                  <a16:creationId xmlns:a16="http://schemas.microsoft.com/office/drawing/2014/main" id="{80373AB8-5E17-EF4B-17AF-CCF4F9FDE20B}"/>
                </a:ext>
              </a:extLst>
            </p:cNvPr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2" name="pg2922">
              <a:extLst>
                <a:ext uri="{FF2B5EF4-FFF2-40B4-BE49-F238E27FC236}">
                  <a16:creationId xmlns:a16="http://schemas.microsoft.com/office/drawing/2014/main" id="{B0061012-1CE0-4B39-A55A-B39EEED7242F}"/>
                </a:ext>
              </a:extLst>
            </p:cNvPr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3" name="pg2923">
              <a:extLst>
                <a:ext uri="{FF2B5EF4-FFF2-40B4-BE49-F238E27FC236}">
                  <a16:creationId xmlns:a16="http://schemas.microsoft.com/office/drawing/2014/main" id="{5DAA0355-D853-638F-0611-748CD07643BF}"/>
                </a:ext>
              </a:extLst>
            </p:cNvPr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4" name="pg2924">
              <a:extLst>
                <a:ext uri="{FF2B5EF4-FFF2-40B4-BE49-F238E27FC236}">
                  <a16:creationId xmlns:a16="http://schemas.microsoft.com/office/drawing/2014/main" id="{8E5B7B49-16E0-DCB2-1581-2F3065169082}"/>
                </a:ext>
              </a:extLst>
            </p:cNvPr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5" name="pg2925">
              <a:extLst>
                <a:ext uri="{FF2B5EF4-FFF2-40B4-BE49-F238E27FC236}">
                  <a16:creationId xmlns:a16="http://schemas.microsoft.com/office/drawing/2014/main" id="{1829435C-5D49-4DDB-3E73-EA6D040D1F21}"/>
                </a:ext>
              </a:extLst>
            </p:cNvPr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6" name="pg2926">
              <a:extLst>
                <a:ext uri="{FF2B5EF4-FFF2-40B4-BE49-F238E27FC236}">
                  <a16:creationId xmlns:a16="http://schemas.microsoft.com/office/drawing/2014/main" id="{DD65136A-E8B2-B1CD-D509-9A3FB48CBD5E}"/>
                </a:ext>
              </a:extLst>
            </p:cNvPr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7" name="pg2927">
              <a:extLst>
                <a:ext uri="{FF2B5EF4-FFF2-40B4-BE49-F238E27FC236}">
                  <a16:creationId xmlns:a16="http://schemas.microsoft.com/office/drawing/2014/main" id="{7CD85A0D-9932-23E6-D2D3-B925964921B7}"/>
                </a:ext>
              </a:extLst>
            </p:cNvPr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8" name="pg2928">
              <a:extLst>
                <a:ext uri="{FF2B5EF4-FFF2-40B4-BE49-F238E27FC236}">
                  <a16:creationId xmlns:a16="http://schemas.microsoft.com/office/drawing/2014/main" id="{40390F25-1431-FFA3-60D0-C338BC77E20C}"/>
                </a:ext>
              </a:extLst>
            </p:cNvPr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9" name="pg2929">
              <a:extLst>
                <a:ext uri="{FF2B5EF4-FFF2-40B4-BE49-F238E27FC236}">
                  <a16:creationId xmlns:a16="http://schemas.microsoft.com/office/drawing/2014/main" id="{8C1818C2-CADA-712F-C3EE-44835840DCB9}"/>
                </a:ext>
              </a:extLst>
            </p:cNvPr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0" name="pg2930">
              <a:extLst>
                <a:ext uri="{FF2B5EF4-FFF2-40B4-BE49-F238E27FC236}">
                  <a16:creationId xmlns:a16="http://schemas.microsoft.com/office/drawing/2014/main" id="{585FEE3A-1E2F-D8A5-F7F5-724547D0FBFE}"/>
                </a:ext>
              </a:extLst>
            </p:cNvPr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1" name="pg2931">
              <a:extLst>
                <a:ext uri="{FF2B5EF4-FFF2-40B4-BE49-F238E27FC236}">
                  <a16:creationId xmlns:a16="http://schemas.microsoft.com/office/drawing/2014/main" id="{6C0330FE-6F0E-1814-EE97-C296B9066623}"/>
                </a:ext>
              </a:extLst>
            </p:cNvPr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2" name="pg2932">
              <a:extLst>
                <a:ext uri="{FF2B5EF4-FFF2-40B4-BE49-F238E27FC236}">
                  <a16:creationId xmlns:a16="http://schemas.microsoft.com/office/drawing/2014/main" id="{52644619-F3C7-B108-51E0-B1441E9C4473}"/>
                </a:ext>
              </a:extLst>
            </p:cNvPr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3" name="pg2933">
              <a:extLst>
                <a:ext uri="{FF2B5EF4-FFF2-40B4-BE49-F238E27FC236}">
                  <a16:creationId xmlns:a16="http://schemas.microsoft.com/office/drawing/2014/main" id="{17EA9FB0-56E1-7C97-22D4-1216CCC4EEE0}"/>
                </a:ext>
              </a:extLst>
            </p:cNvPr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4" name="pg2934">
              <a:extLst>
                <a:ext uri="{FF2B5EF4-FFF2-40B4-BE49-F238E27FC236}">
                  <a16:creationId xmlns:a16="http://schemas.microsoft.com/office/drawing/2014/main" id="{8ACD26B1-C6FE-90EC-67AE-3DDA406E3C9A}"/>
                </a:ext>
              </a:extLst>
            </p:cNvPr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5" name="pg2935">
              <a:extLst>
                <a:ext uri="{FF2B5EF4-FFF2-40B4-BE49-F238E27FC236}">
                  <a16:creationId xmlns:a16="http://schemas.microsoft.com/office/drawing/2014/main" id="{1F78E90C-E2E3-B556-C373-DD1E8A0A7AEE}"/>
                </a:ext>
              </a:extLst>
            </p:cNvPr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6" name="pg2936">
              <a:extLst>
                <a:ext uri="{FF2B5EF4-FFF2-40B4-BE49-F238E27FC236}">
                  <a16:creationId xmlns:a16="http://schemas.microsoft.com/office/drawing/2014/main" id="{5DCA5E1B-34A0-F106-B300-EFA1C341F915}"/>
                </a:ext>
              </a:extLst>
            </p:cNvPr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7" name="pg2937">
              <a:extLst>
                <a:ext uri="{FF2B5EF4-FFF2-40B4-BE49-F238E27FC236}">
                  <a16:creationId xmlns:a16="http://schemas.microsoft.com/office/drawing/2014/main" id="{964DF54A-A7AF-5C75-D6E1-553283D13E11}"/>
                </a:ext>
              </a:extLst>
            </p:cNvPr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8" name="pg2938">
              <a:extLst>
                <a:ext uri="{FF2B5EF4-FFF2-40B4-BE49-F238E27FC236}">
                  <a16:creationId xmlns:a16="http://schemas.microsoft.com/office/drawing/2014/main" id="{AC6F48E6-90A9-CB1F-8890-49DBE7E947EE}"/>
                </a:ext>
              </a:extLst>
            </p:cNvPr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9" name="pg2939">
              <a:extLst>
                <a:ext uri="{FF2B5EF4-FFF2-40B4-BE49-F238E27FC236}">
                  <a16:creationId xmlns:a16="http://schemas.microsoft.com/office/drawing/2014/main" id="{D0B5C4E2-77EA-FDB7-3E6B-43E84499D0E8}"/>
                </a:ext>
              </a:extLst>
            </p:cNvPr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0" name="pg2940">
              <a:extLst>
                <a:ext uri="{FF2B5EF4-FFF2-40B4-BE49-F238E27FC236}">
                  <a16:creationId xmlns:a16="http://schemas.microsoft.com/office/drawing/2014/main" id="{5AFF01CA-124B-7B8F-D4F2-FEBF61E99054}"/>
                </a:ext>
              </a:extLst>
            </p:cNvPr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1" name="pg2941">
              <a:extLst>
                <a:ext uri="{FF2B5EF4-FFF2-40B4-BE49-F238E27FC236}">
                  <a16:creationId xmlns:a16="http://schemas.microsoft.com/office/drawing/2014/main" id="{FEAA2D60-14E4-B778-67BA-C49994393582}"/>
                </a:ext>
              </a:extLst>
            </p:cNvPr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2" name="pg2942">
              <a:extLst>
                <a:ext uri="{FF2B5EF4-FFF2-40B4-BE49-F238E27FC236}">
                  <a16:creationId xmlns:a16="http://schemas.microsoft.com/office/drawing/2014/main" id="{98B2CDAF-7DE7-1EA5-849D-3BFF448782DB}"/>
                </a:ext>
              </a:extLst>
            </p:cNvPr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3" name="pg2943">
              <a:extLst>
                <a:ext uri="{FF2B5EF4-FFF2-40B4-BE49-F238E27FC236}">
                  <a16:creationId xmlns:a16="http://schemas.microsoft.com/office/drawing/2014/main" id="{65E7AFAE-2884-6E15-7523-87846D5F02E0}"/>
                </a:ext>
              </a:extLst>
            </p:cNvPr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4" name="pg2944">
              <a:extLst>
                <a:ext uri="{FF2B5EF4-FFF2-40B4-BE49-F238E27FC236}">
                  <a16:creationId xmlns:a16="http://schemas.microsoft.com/office/drawing/2014/main" id="{1BA1BFCE-86BA-80BE-7189-5C6A2532F437}"/>
                </a:ext>
              </a:extLst>
            </p:cNvPr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5" name="pg2945">
              <a:extLst>
                <a:ext uri="{FF2B5EF4-FFF2-40B4-BE49-F238E27FC236}">
                  <a16:creationId xmlns:a16="http://schemas.microsoft.com/office/drawing/2014/main" id="{85054887-9AAE-BF98-26B1-CF62B22086C0}"/>
                </a:ext>
              </a:extLst>
            </p:cNvPr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6" name="pg2946">
              <a:extLst>
                <a:ext uri="{FF2B5EF4-FFF2-40B4-BE49-F238E27FC236}">
                  <a16:creationId xmlns:a16="http://schemas.microsoft.com/office/drawing/2014/main" id="{EFC94AD0-B040-9E53-9F1B-9641F1185431}"/>
                </a:ext>
              </a:extLst>
            </p:cNvPr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7" name="pg2947">
              <a:extLst>
                <a:ext uri="{FF2B5EF4-FFF2-40B4-BE49-F238E27FC236}">
                  <a16:creationId xmlns:a16="http://schemas.microsoft.com/office/drawing/2014/main" id="{FFD9ADAD-647E-43A8-1AA0-B1B3A9BE4555}"/>
                </a:ext>
              </a:extLst>
            </p:cNvPr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8" name="pg2948">
              <a:extLst>
                <a:ext uri="{FF2B5EF4-FFF2-40B4-BE49-F238E27FC236}">
                  <a16:creationId xmlns:a16="http://schemas.microsoft.com/office/drawing/2014/main" id="{0C8A42B7-CD80-A1A8-95E6-B53C4D5737EF}"/>
                </a:ext>
              </a:extLst>
            </p:cNvPr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9" name="pg2949">
              <a:extLst>
                <a:ext uri="{FF2B5EF4-FFF2-40B4-BE49-F238E27FC236}">
                  <a16:creationId xmlns:a16="http://schemas.microsoft.com/office/drawing/2014/main" id="{3EDA58B1-D618-9247-FEEB-43CC27548E3E}"/>
                </a:ext>
              </a:extLst>
            </p:cNvPr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0" name="pg2950">
              <a:extLst>
                <a:ext uri="{FF2B5EF4-FFF2-40B4-BE49-F238E27FC236}">
                  <a16:creationId xmlns:a16="http://schemas.microsoft.com/office/drawing/2014/main" id="{A54AB9D6-AD43-CEDC-7EBA-E254FC88EA94}"/>
                </a:ext>
              </a:extLst>
            </p:cNvPr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1" name="pg2951">
              <a:extLst>
                <a:ext uri="{FF2B5EF4-FFF2-40B4-BE49-F238E27FC236}">
                  <a16:creationId xmlns:a16="http://schemas.microsoft.com/office/drawing/2014/main" id="{6F6F74B0-9987-B3B5-C576-FE2CB6708F70}"/>
                </a:ext>
              </a:extLst>
            </p:cNvPr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2" name="pg2952">
              <a:extLst>
                <a:ext uri="{FF2B5EF4-FFF2-40B4-BE49-F238E27FC236}">
                  <a16:creationId xmlns:a16="http://schemas.microsoft.com/office/drawing/2014/main" id="{7F3E5188-64CC-8B9A-2AC4-D7DD6DA7A7E3}"/>
                </a:ext>
              </a:extLst>
            </p:cNvPr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3" name="pg2953">
              <a:extLst>
                <a:ext uri="{FF2B5EF4-FFF2-40B4-BE49-F238E27FC236}">
                  <a16:creationId xmlns:a16="http://schemas.microsoft.com/office/drawing/2014/main" id="{3340AFE7-9410-C555-65BA-80407A410FE0}"/>
                </a:ext>
              </a:extLst>
            </p:cNvPr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4" name="pg2954">
              <a:extLst>
                <a:ext uri="{FF2B5EF4-FFF2-40B4-BE49-F238E27FC236}">
                  <a16:creationId xmlns:a16="http://schemas.microsoft.com/office/drawing/2014/main" id="{8F0067FC-EAC3-A5D8-7B92-83A2C458E1BC}"/>
                </a:ext>
              </a:extLst>
            </p:cNvPr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5" name="pg2955">
              <a:extLst>
                <a:ext uri="{FF2B5EF4-FFF2-40B4-BE49-F238E27FC236}">
                  <a16:creationId xmlns:a16="http://schemas.microsoft.com/office/drawing/2014/main" id="{76707B22-5D5B-78BE-6BA0-90712054A6F4}"/>
                </a:ext>
              </a:extLst>
            </p:cNvPr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6" name="pg2956">
              <a:extLst>
                <a:ext uri="{FF2B5EF4-FFF2-40B4-BE49-F238E27FC236}">
                  <a16:creationId xmlns:a16="http://schemas.microsoft.com/office/drawing/2014/main" id="{692A2B64-21CA-9158-2F51-E6C7A56AFEBF}"/>
                </a:ext>
              </a:extLst>
            </p:cNvPr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7" name="pg2957">
              <a:extLst>
                <a:ext uri="{FF2B5EF4-FFF2-40B4-BE49-F238E27FC236}">
                  <a16:creationId xmlns:a16="http://schemas.microsoft.com/office/drawing/2014/main" id="{7CB2B603-4AC7-917B-314E-3192920F51C1}"/>
                </a:ext>
              </a:extLst>
            </p:cNvPr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8" name="pg2958">
              <a:extLst>
                <a:ext uri="{FF2B5EF4-FFF2-40B4-BE49-F238E27FC236}">
                  <a16:creationId xmlns:a16="http://schemas.microsoft.com/office/drawing/2014/main" id="{B09486AB-4DE7-33EF-FAD2-DE317D8F11A6}"/>
                </a:ext>
              </a:extLst>
            </p:cNvPr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9" name="pg2959">
              <a:extLst>
                <a:ext uri="{FF2B5EF4-FFF2-40B4-BE49-F238E27FC236}">
                  <a16:creationId xmlns:a16="http://schemas.microsoft.com/office/drawing/2014/main" id="{7EBD2DC3-2215-107E-D9EB-16B2A810D642}"/>
                </a:ext>
              </a:extLst>
            </p:cNvPr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0" name="pg2960">
              <a:extLst>
                <a:ext uri="{FF2B5EF4-FFF2-40B4-BE49-F238E27FC236}">
                  <a16:creationId xmlns:a16="http://schemas.microsoft.com/office/drawing/2014/main" id="{E8AD6AA1-8EFC-B25A-A4ED-0D12C5BFA6C4}"/>
                </a:ext>
              </a:extLst>
            </p:cNvPr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1" name="pg2961">
              <a:extLst>
                <a:ext uri="{FF2B5EF4-FFF2-40B4-BE49-F238E27FC236}">
                  <a16:creationId xmlns:a16="http://schemas.microsoft.com/office/drawing/2014/main" id="{20B1F229-7A0D-1832-7643-D80103840B26}"/>
                </a:ext>
              </a:extLst>
            </p:cNvPr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2" name="pg2962">
              <a:extLst>
                <a:ext uri="{FF2B5EF4-FFF2-40B4-BE49-F238E27FC236}">
                  <a16:creationId xmlns:a16="http://schemas.microsoft.com/office/drawing/2014/main" id="{CA028B21-463C-33FD-EC02-5FF91246EBAB}"/>
                </a:ext>
              </a:extLst>
            </p:cNvPr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3" name="pg2963">
              <a:extLst>
                <a:ext uri="{FF2B5EF4-FFF2-40B4-BE49-F238E27FC236}">
                  <a16:creationId xmlns:a16="http://schemas.microsoft.com/office/drawing/2014/main" id="{2A410289-F2A7-9E70-667A-3118D655FF95}"/>
                </a:ext>
              </a:extLst>
            </p:cNvPr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4" name="pg2964">
              <a:extLst>
                <a:ext uri="{FF2B5EF4-FFF2-40B4-BE49-F238E27FC236}">
                  <a16:creationId xmlns:a16="http://schemas.microsoft.com/office/drawing/2014/main" id="{B2B7493B-58C7-F6F5-89FB-75C886089FCE}"/>
                </a:ext>
              </a:extLst>
            </p:cNvPr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5" name="pg2965">
              <a:extLst>
                <a:ext uri="{FF2B5EF4-FFF2-40B4-BE49-F238E27FC236}">
                  <a16:creationId xmlns:a16="http://schemas.microsoft.com/office/drawing/2014/main" id="{8423679B-8887-2B40-A722-BE6AED049D4E}"/>
                </a:ext>
              </a:extLst>
            </p:cNvPr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6" name="pg2966">
              <a:extLst>
                <a:ext uri="{FF2B5EF4-FFF2-40B4-BE49-F238E27FC236}">
                  <a16:creationId xmlns:a16="http://schemas.microsoft.com/office/drawing/2014/main" id="{3F43E22E-A2E8-5A80-75C4-B35A3C17208C}"/>
                </a:ext>
              </a:extLst>
            </p:cNvPr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7" name="pg2967">
              <a:extLst>
                <a:ext uri="{FF2B5EF4-FFF2-40B4-BE49-F238E27FC236}">
                  <a16:creationId xmlns:a16="http://schemas.microsoft.com/office/drawing/2014/main" id="{E7E6C97B-F2B9-9429-DD3F-E5E530EBBE55}"/>
                </a:ext>
              </a:extLst>
            </p:cNvPr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8" name="pg2968">
              <a:extLst>
                <a:ext uri="{FF2B5EF4-FFF2-40B4-BE49-F238E27FC236}">
                  <a16:creationId xmlns:a16="http://schemas.microsoft.com/office/drawing/2014/main" id="{CA2A6DAF-DD32-A2DA-74C2-CB2221FAF397}"/>
                </a:ext>
              </a:extLst>
            </p:cNvPr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9" name="pg2969">
              <a:extLst>
                <a:ext uri="{FF2B5EF4-FFF2-40B4-BE49-F238E27FC236}">
                  <a16:creationId xmlns:a16="http://schemas.microsoft.com/office/drawing/2014/main" id="{44272125-3318-202D-D76B-54D79CDAC423}"/>
                </a:ext>
              </a:extLst>
            </p:cNvPr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0" name="pg2970">
              <a:extLst>
                <a:ext uri="{FF2B5EF4-FFF2-40B4-BE49-F238E27FC236}">
                  <a16:creationId xmlns:a16="http://schemas.microsoft.com/office/drawing/2014/main" id="{C928ADBD-63C4-B06F-E3EB-0CD8A9154527}"/>
                </a:ext>
              </a:extLst>
            </p:cNvPr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1" name="pg2971">
              <a:extLst>
                <a:ext uri="{FF2B5EF4-FFF2-40B4-BE49-F238E27FC236}">
                  <a16:creationId xmlns:a16="http://schemas.microsoft.com/office/drawing/2014/main" id="{0BD6ADD3-C16D-A319-5A9C-F1FA455DCD31}"/>
                </a:ext>
              </a:extLst>
            </p:cNvPr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2" name="pg2972">
              <a:extLst>
                <a:ext uri="{FF2B5EF4-FFF2-40B4-BE49-F238E27FC236}">
                  <a16:creationId xmlns:a16="http://schemas.microsoft.com/office/drawing/2014/main" id="{0A50557D-439B-D427-AF9E-DB6431C45118}"/>
                </a:ext>
              </a:extLst>
            </p:cNvPr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3" name="pg2973">
              <a:extLst>
                <a:ext uri="{FF2B5EF4-FFF2-40B4-BE49-F238E27FC236}">
                  <a16:creationId xmlns:a16="http://schemas.microsoft.com/office/drawing/2014/main" id="{CBA2FE0C-70F6-B62C-471D-91238EAE4F91}"/>
                </a:ext>
              </a:extLst>
            </p:cNvPr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4" name="pg2974">
              <a:extLst>
                <a:ext uri="{FF2B5EF4-FFF2-40B4-BE49-F238E27FC236}">
                  <a16:creationId xmlns:a16="http://schemas.microsoft.com/office/drawing/2014/main" id="{72A8323A-FE65-EFA9-2E56-749D70FD2948}"/>
                </a:ext>
              </a:extLst>
            </p:cNvPr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5" name="pg2975">
              <a:extLst>
                <a:ext uri="{FF2B5EF4-FFF2-40B4-BE49-F238E27FC236}">
                  <a16:creationId xmlns:a16="http://schemas.microsoft.com/office/drawing/2014/main" id="{FE09FACC-A5DF-AF9F-87B9-640F0EB90EA9}"/>
                </a:ext>
              </a:extLst>
            </p:cNvPr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6" name="pg2976">
              <a:extLst>
                <a:ext uri="{FF2B5EF4-FFF2-40B4-BE49-F238E27FC236}">
                  <a16:creationId xmlns:a16="http://schemas.microsoft.com/office/drawing/2014/main" id="{6863CF2A-F424-5C97-DB6E-6B0852923045}"/>
                </a:ext>
              </a:extLst>
            </p:cNvPr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7" name="pg2977">
              <a:extLst>
                <a:ext uri="{FF2B5EF4-FFF2-40B4-BE49-F238E27FC236}">
                  <a16:creationId xmlns:a16="http://schemas.microsoft.com/office/drawing/2014/main" id="{8BBBEDCB-1477-79C0-3338-EF5C3E194A9C}"/>
                </a:ext>
              </a:extLst>
            </p:cNvPr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8" name="pg2978">
              <a:extLst>
                <a:ext uri="{FF2B5EF4-FFF2-40B4-BE49-F238E27FC236}">
                  <a16:creationId xmlns:a16="http://schemas.microsoft.com/office/drawing/2014/main" id="{C2E580D0-6C06-D358-A578-247A1E2AE5E9}"/>
                </a:ext>
              </a:extLst>
            </p:cNvPr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9" name="pg2979">
              <a:extLst>
                <a:ext uri="{FF2B5EF4-FFF2-40B4-BE49-F238E27FC236}">
                  <a16:creationId xmlns:a16="http://schemas.microsoft.com/office/drawing/2014/main" id="{907D8AF0-918F-121E-C2D1-902A8D2CC28B}"/>
                </a:ext>
              </a:extLst>
            </p:cNvPr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0" name="pg2980">
              <a:extLst>
                <a:ext uri="{FF2B5EF4-FFF2-40B4-BE49-F238E27FC236}">
                  <a16:creationId xmlns:a16="http://schemas.microsoft.com/office/drawing/2014/main" id="{399CA750-1E4D-D681-620F-7E895AD1F5B7}"/>
                </a:ext>
              </a:extLst>
            </p:cNvPr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1" name="pg2981">
              <a:extLst>
                <a:ext uri="{FF2B5EF4-FFF2-40B4-BE49-F238E27FC236}">
                  <a16:creationId xmlns:a16="http://schemas.microsoft.com/office/drawing/2014/main" id="{5A791531-50B1-4EC3-5A36-EE90A03A5A07}"/>
                </a:ext>
              </a:extLst>
            </p:cNvPr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2" name="pg2982">
              <a:extLst>
                <a:ext uri="{FF2B5EF4-FFF2-40B4-BE49-F238E27FC236}">
                  <a16:creationId xmlns:a16="http://schemas.microsoft.com/office/drawing/2014/main" id="{EBC1C085-7B66-B937-C951-EA50A493EF8D}"/>
                </a:ext>
              </a:extLst>
            </p:cNvPr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3" name="pg2983">
              <a:extLst>
                <a:ext uri="{FF2B5EF4-FFF2-40B4-BE49-F238E27FC236}">
                  <a16:creationId xmlns:a16="http://schemas.microsoft.com/office/drawing/2014/main" id="{AD54556E-0899-41D5-826E-D22D342BD0CB}"/>
                </a:ext>
              </a:extLst>
            </p:cNvPr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4" name="pg2984">
              <a:extLst>
                <a:ext uri="{FF2B5EF4-FFF2-40B4-BE49-F238E27FC236}">
                  <a16:creationId xmlns:a16="http://schemas.microsoft.com/office/drawing/2014/main" id="{E59E3988-A6A7-7046-E0DA-53D9B5E86391}"/>
                </a:ext>
              </a:extLst>
            </p:cNvPr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5" name="pg2985">
              <a:extLst>
                <a:ext uri="{FF2B5EF4-FFF2-40B4-BE49-F238E27FC236}">
                  <a16:creationId xmlns:a16="http://schemas.microsoft.com/office/drawing/2014/main" id="{F4017575-708A-E299-5DA6-7D82AA0609B1}"/>
                </a:ext>
              </a:extLst>
            </p:cNvPr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6" name="pg2986">
              <a:extLst>
                <a:ext uri="{FF2B5EF4-FFF2-40B4-BE49-F238E27FC236}">
                  <a16:creationId xmlns:a16="http://schemas.microsoft.com/office/drawing/2014/main" id="{DA84DEEF-3DBC-37DA-B737-DBCCF0FF6236}"/>
                </a:ext>
              </a:extLst>
            </p:cNvPr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7" name="pg2987">
              <a:extLst>
                <a:ext uri="{FF2B5EF4-FFF2-40B4-BE49-F238E27FC236}">
                  <a16:creationId xmlns:a16="http://schemas.microsoft.com/office/drawing/2014/main" id="{599E5DB1-DEE4-56A6-1AF8-E7F9BD72750C}"/>
                </a:ext>
              </a:extLst>
            </p:cNvPr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8" name="pg2988">
              <a:extLst>
                <a:ext uri="{FF2B5EF4-FFF2-40B4-BE49-F238E27FC236}">
                  <a16:creationId xmlns:a16="http://schemas.microsoft.com/office/drawing/2014/main" id="{0F46E126-0A7E-1AA6-E34A-F72574357F98}"/>
                </a:ext>
              </a:extLst>
            </p:cNvPr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9" name="pg2989">
              <a:extLst>
                <a:ext uri="{FF2B5EF4-FFF2-40B4-BE49-F238E27FC236}">
                  <a16:creationId xmlns:a16="http://schemas.microsoft.com/office/drawing/2014/main" id="{6187C547-6DBF-D13E-4961-10B188855D7C}"/>
                </a:ext>
              </a:extLst>
            </p:cNvPr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0" name="pg2990">
              <a:extLst>
                <a:ext uri="{FF2B5EF4-FFF2-40B4-BE49-F238E27FC236}">
                  <a16:creationId xmlns:a16="http://schemas.microsoft.com/office/drawing/2014/main" id="{E1B740C6-B02F-0905-DB96-858033B7907E}"/>
                </a:ext>
              </a:extLst>
            </p:cNvPr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1" name="pg2991">
              <a:extLst>
                <a:ext uri="{FF2B5EF4-FFF2-40B4-BE49-F238E27FC236}">
                  <a16:creationId xmlns:a16="http://schemas.microsoft.com/office/drawing/2014/main" id="{93C85AE5-76C7-26AD-B631-981502F9E3CE}"/>
                </a:ext>
              </a:extLst>
            </p:cNvPr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2" name="pg2992">
              <a:extLst>
                <a:ext uri="{FF2B5EF4-FFF2-40B4-BE49-F238E27FC236}">
                  <a16:creationId xmlns:a16="http://schemas.microsoft.com/office/drawing/2014/main" id="{618B1CBB-ABA2-632A-0DD3-780EA5E233BE}"/>
                </a:ext>
              </a:extLst>
            </p:cNvPr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3" name="pg2993">
              <a:extLst>
                <a:ext uri="{FF2B5EF4-FFF2-40B4-BE49-F238E27FC236}">
                  <a16:creationId xmlns:a16="http://schemas.microsoft.com/office/drawing/2014/main" id="{6B624A03-1548-CB7E-E26A-A616B1664853}"/>
                </a:ext>
              </a:extLst>
            </p:cNvPr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4" name="pg2994">
              <a:extLst>
                <a:ext uri="{FF2B5EF4-FFF2-40B4-BE49-F238E27FC236}">
                  <a16:creationId xmlns:a16="http://schemas.microsoft.com/office/drawing/2014/main" id="{F075EC9E-939B-270F-A02F-D0FE95912B9B}"/>
                </a:ext>
              </a:extLst>
            </p:cNvPr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5" name="pg2995">
              <a:extLst>
                <a:ext uri="{FF2B5EF4-FFF2-40B4-BE49-F238E27FC236}">
                  <a16:creationId xmlns:a16="http://schemas.microsoft.com/office/drawing/2014/main" id="{67017856-1FCE-63D5-9F26-3A41CA44C7AC}"/>
                </a:ext>
              </a:extLst>
            </p:cNvPr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6" name="pg2996">
              <a:extLst>
                <a:ext uri="{FF2B5EF4-FFF2-40B4-BE49-F238E27FC236}">
                  <a16:creationId xmlns:a16="http://schemas.microsoft.com/office/drawing/2014/main" id="{CBB365DA-AA06-75B3-060A-205867BD6AC8}"/>
                </a:ext>
              </a:extLst>
            </p:cNvPr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7" name="pg2997">
              <a:extLst>
                <a:ext uri="{FF2B5EF4-FFF2-40B4-BE49-F238E27FC236}">
                  <a16:creationId xmlns:a16="http://schemas.microsoft.com/office/drawing/2014/main" id="{02C3A8A7-EE68-43E8-5A8B-C1E46F8FA52B}"/>
                </a:ext>
              </a:extLst>
            </p:cNvPr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8" name="pg2998">
              <a:extLst>
                <a:ext uri="{FF2B5EF4-FFF2-40B4-BE49-F238E27FC236}">
                  <a16:creationId xmlns:a16="http://schemas.microsoft.com/office/drawing/2014/main" id="{1E088012-D480-C33C-39DC-4FA6D926BA19}"/>
                </a:ext>
              </a:extLst>
            </p:cNvPr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9" name="pg2999">
              <a:extLst>
                <a:ext uri="{FF2B5EF4-FFF2-40B4-BE49-F238E27FC236}">
                  <a16:creationId xmlns:a16="http://schemas.microsoft.com/office/drawing/2014/main" id="{709964DE-43E0-902A-96E6-D585B752FDB8}"/>
                </a:ext>
              </a:extLst>
            </p:cNvPr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0" name="pg3000">
              <a:extLst>
                <a:ext uri="{FF2B5EF4-FFF2-40B4-BE49-F238E27FC236}">
                  <a16:creationId xmlns:a16="http://schemas.microsoft.com/office/drawing/2014/main" id="{9A901254-CB0F-C030-DD67-D189F5F538B2}"/>
                </a:ext>
              </a:extLst>
            </p:cNvPr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1" name="pg3001">
              <a:extLst>
                <a:ext uri="{FF2B5EF4-FFF2-40B4-BE49-F238E27FC236}">
                  <a16:creationId xmlns:a16="http://schemas.microsoft.com/office/drawing/2014/main" id="{FEBDC96D-6CB3-C7FE-1BD2-F91D502F8846}"/>
                </a:ext>
              </a:extLst>
            </p:cNvPr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2" name="pg3002">
              <a:extLst>
                <a:ext uri="{FF2B5EF4-FFF2-40B4-BE49-F238E27FC236}">
                  <a16:creationId xmlns:a16="http://schemas.microsoft.com/office/drawing/2014/main" id="{6F4F183B-8F9F-61E5-C26B-E34BB9991022}"/>
                </a:ext>
              </a:extLst>
            </p:cNvPr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3" name="pg3003">
              <a:extLst>
                <a:ext uri="{FF2B5EF4-FFF2-40B4-BE49-F238E27FC236}">
                  <a16:creationId xmlns:a16="http://schemas.microsoft.com/office/drawing/2014/main" id="{02494EE1-F7D1-C8AB-9143-A7C803380CDA}"/>
                </a:ext>
              </a:extLst>
            </p:cNvPr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4" name="pg3004">
              <a:extLst>
                <a:ext uri="{FF2B5EF4-FFF2-40B4-BE49-F238E27FC236}">
                  <a16:creationId xmlns:a16="http://schemas.microsoft.com/office/drawing/2014/main" id="{90854083-6B61-6B67-5BEC-55D26EDF8852}"/>
                </a:ext>
              </a:extLst>
            </p:cNvPr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5" name="pg3005">
              <a:extLst>
                <a:ext uri="{FF2B5EF4-FFF2-40B4-BE49-F238E27FC236}">
                  <a16:creationId xmlns:a16="http://schemas.microsoft.com/office/drawing/2014/main" id="{1634CA4D-F1A9-A6CD-FB99-23A86C88C266}"/>
                </a:ext>
              </a:extLst>
            </p:cNvPr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6" name="pg3006">
              <a:extLst>
                <a:ext uri="{FF2B5EF4-FFF2-40B4-BE49-F238E27FC236}">
                  <a16:creationId xmlns:a16="http://schemas.microsoft.com/office/drawing/2014/main" id="{A5113AE7-FA4E-90CE-9466-78108148DB36}"/>
                </a:ext>
              </a:extLst>
            </p:cNvPr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7" name="pg3007">
              <a:extLst>
                <a:ext uri="{FF2B5EF4-FFF2-40B4-BE49-F238E27FC236}">
                  <a16:creationId xmlns:a16="http://schemas.microsoft.com/office/drawing/2014/main" id="{9FECADC6-37FB-7D6B-E679-2D68EE1D82E8}"/>
                </a:ext>
              </a:extLst>
            </p:cNvPr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8" name="pg3008">
              <a:extLst>
                <a:ext uri="{FF2B5EF4-FFF2-40B4-BE49-F238E27FC236}">
                  <a16:creationId xmlns:a16="http://schemas.microsoft.com/office/drawing/2014/main" id="{62F0DA54-07CA-A77F-72B3-6893AD6BED52}"/>
                </a:ext>
              </a:extLst>
            </p:cNvPr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9" name="pg3009">
              <a:extLst>
                <a:ext uri="{FF2B5EF4-FFF2-40B4-BE49-F238E27FC236}">
                  <a16:creationId xmlns:a16="http://schemas.microsoft.com/office/drawing/2014/main" id="{434A79C8-D629-B607-8BF9-1F93B45CE367}"/>
                </a:ext>
              </a:extLst>
            </p:cNvPr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0" name="pg3010">
              <a:extLst>
                <a:ext uri="{FF2B5EF4-FFF2-40B4-BE49-F238E27FC236}">
                  <a16:creationId xmlns:a16="http://schemas.microsoft.com/office/drawing/2014/main" id="{74380EAA-CF14-26B8-664B-8D5B8D068EBD}"/>
                </a:ext>
              </a:extLst>
            </p:cNvPr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1" name="pg3011">
              <a:extLst>
                <a:ext uri="{FF2B5EF4-FFF2-40B4-BE49-F238E27FC236}">
                  <a16:creationId xmlns:a16="http://schemas.microsoft.com/office/drawing/2014/main" id="{B401C676-17BA-EC33-DF61-EBD9B9A31E6C}"/>
                </a:ext>
              </a:extLst>
            </p:cNvPr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2" name="pg3012">
              <a:extLst>
                <a:ext uri="{FF2B5EF4-FFF2-40B4-BE49-F238E27FC236}">
                  <a16:creationId xmlns:a16="http://schemas.microsoft.com/office/drawing/2014/main" id="{94FABFE4-17C0-7B1A-136B-1AB2D929BDD6}"/>
                </a:ext>
              </a:extLst>
            </p:cNvPr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3" name="pg3013">
              <a:extLst>
                <a:ext uri="{FF2B5EF4-FFF2-40B4-BE49-F238E27FC236}">
                  <a16:creationId xmlns:a16="http://schemas.microsoft.com/office/drawing/2014/main" id="{AB8B2948-AA4C-40A9-4CC4-0AAAED1775F4}"/>
                </a:ext>
              </a:extLst>
            </p:cNvPr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4" name="pg3014">
              <a:extLst>
                <a:ext uri="{FF2B5EF4-FFF2-40B4-BE49-F238E27FC236}">
                  <a16:creationId xmlns:a16="http://schemas.microsoft.com/office/drawing/2014/main" id="{1EEA1E21-6EB8-E33D-8686-44618DDF1FC1}"/>
                </a:ext>
              </a:extLst>
            </p:cNvPr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5" name="pg3015">
              <a:extLst>
                <a:ext uri="{FF2B5EF4-FFF2-40B4-BE49-F238E27FC236}">
                  <a16:creationId xmlns:a16="http://schemas.microsoft.com/office/drawing/2014/main" id="{AC1D8F1D-773A-99BA-6E4C-18ADF4BB92CA}"/>
                </a:ext>
              </a:extLst>
            </p:cNvPr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6" name="pg3016">
              <a:extLst>
                <a:ext uri="{FF2B5EF4-FFF2-40B4-BE49-F238E27FC236}">
                  <a16:creationId xmlns:a16="http://schemas.microsoft.com/office/drawing/2014/main" id="{E64F2D5C-6C7B-5B67-E222-86967C458ADF}"/>
                </a:ext>
              </a:extLst>
            </p:cNvPr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7" name="pg3017">
              <a:extLst>
                <a:ext uri="{FF2B5EF4-FFF2-40B4-BE49-F238E27FC236}">
                  <a16:creationId xmlns:a16="http://schemas.microsoft.com/office/drawing/2014/main" id="{CA3677E2-E65F-DC21-5CB2-DD32CF45A848}"/>
                </a:ext>
              </a:extLst>
            </p:cNvPr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8" name="pg3018">
              <a:extLst>
                <a:ext uri="{FF2B5EF4-FFF2-40B4-BE49-F238E27FC236}">
                  <a16:creationId xmlns:a16="http://schemas.microsoft.com/office/drawing/2014/main" id="{89D9E967-753D-6B96-E0C1-455A1AFE27D2}"/>
                </a:ext>
              </a:extLst>
            </p:cNvPr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9" name="pg3019">
              <a:extLst>
                <a:ext uri="{FF2B5EF4-FFF2-40B4-BE49-F238E27FC236}">
                  <a16:creationId xmlns:a16="http://schemas.microsoft.com/office/drawing/2014/main" id="{C55C66CB-2EAE-D406-DD10-D93964DDF9C0}"/>
                </a:ext>
              </a:extLst>
            </p:cNvPr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0" name="pg3020">
              <a:extLst>
                <a:ext uri="{FF2B5EF4-FFF2-40B4-BE49-F238E27FC236}">
                  <a16:creationId xmlns:a16="http://schemas.microsoft.com/office/drawing/2014/main" id="{CD11FCB5-40E0-771C-1412-BB34EB633BF0}"/>
                </a:ext>
              </a:extLst>
            </p:cNvPr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1" name="pg3021">
              <a:extLst>
                <a:ext uri="{FF2B5EF4-FFF2-40B4-BE49-F238E27FC236}">
                  <a16:creationId xmlns:a16="http://schemas.microsoft.com/office/drawing/2014/main" id="{B762D611-E184-4A8D-9670-FBC3EEC4F6A3}"/>
                </a:ext>
              </a:extLst>
            </p:cNvPr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2" name="pg3022">
              <a:extLst>
                <a:ext uri="{FF2B5EF4-FFF2-40B4-BE49-F238E27FC236}">
                  <a16:creationId xmlns:a16="http://schemas.microsoft.com/office/drawing/2014/main" id="{2DBEACF4-CF94-2EB7-6534-7835640D7308}"/>
                </a:ext>
              </a:extLst>
            </p:cNvPr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3" name="pg3023">
              <a:extLst>
                <a:ext uri="{FF2B5EF4-FFF2-40B4-BE49-F238E27FC236}">
                  <a16:creationId xmlns:a16="http://schemas.microsoft.com/office/drawing/2014/main" id="{637E99BA-F0EE-9D3F-E7F1-743F3B472AFC}"/>
                </a:ext>
              </a:extLst>
            </p:cNvPr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4" name="pg3024">
              <a:extLst>
                <a:ext uri="{FF2B5EF4-FFF2-40B4-BE49-F238E27FC236}">
                  <a16:creationId xmlns:a16="http://schemas.microsoft.com/office/drawing/2014/main" id="{ED79D629-90CF-1E38-35B6-FA079AA85219}"/>
                </a:ext>
              </a:extLst>
            </p:cNvPr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5" name="pg3025">
              <a:extLst>
                <a:ext uri="{FF2B5EF4-FFF2-40B4-BE49-F238E27FC236}">
                  <a16:creationId xmlns:a16="http://schemas.microsoft.com/office/drawing/2014/main" id="{320F284C-7D06-0E5D-256B-52BA0DEDE884}"/>
                </a:ext>
              </a:extLst>
            </p:cNvPr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6" name="pg3026">
              <a:extLst>
                <a:ext uri="{FF2B5EF4-FFF2-40B4-BE49-F238E27FC236}">
                  <a16:creationId xmlns:a16="http://schemas.microsoft.com/office/drawing/2014/main" id="{D90BD9B4-771E-DF82-EBA3-275C33BEC23C}"/>
                </a:ext>
              </a:extLst>
            </p:cNvPr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7" name="pg3027">
              <a:extLst>
                <a:ext uri="{FF2B5EF4-FFF2-40B4-BE49-F238E27FC236}">
                  <a16:creationId xmlns:a16="http://schemas.microsoft.com/office/drawing/2014/main" id="{39C881CD-4CB8-9D54-5698-97ADD3B4D985}"/>
                </a:ext>
              </a:extLst>
            </p:cNvPr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8" name="pg3028">
              <a:extLst>
                <a:ext uri="{FF2B5EF4-FFF2-40B4-BE49-F238E27FC236}">
                  <a16:creationId xmlns:a16="http://schemas.microsoft.com/office/drawing/2014/main" id="{F2712C0C-62FA-429C-545D-56FF8144B1A5}"/>
                </a:ext>
              </a:extLst>
            </p:cNvPr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9" name="pg3029">
              <a:extLst>
                <a:ext uri="{FF2B5EF4-FFF2-40B4-BE49-F238E27FC236}">
                  <a16:creationId xmlns:a16="http://schemas.microsoft.com/office/drawing/2014/main" id="{75DD119B-ECA9-006E-A903-E8CF2535DE1C}"/>
                </a:ext>
              </a:extLst>
            </p:cNvPr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0" name="pg3030">
              <a:extLst>
                <a:ext uri="{FF2B5EF4-FFF2-40B4-BE49-F238E27FC236}">
                  <a16:creationId xmlns:a16="http://schemas.microsoft.com/office/drawing/2014/main" id="{335CCE33-9B6B-3BD2-7671-447F22E46ADA}"/>
                </a:ext>
              </a:extLst>
            </p:cNvPr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1" name="pg3031">
              <a:extLst>
                <a:ext uri="{FF2B5EF4-FFF2-40B4-BE49-F238E27FC236}">
                  <a16:creationId xmlns:a16="http://schemas.microsoft.com/office/drawing/2014/main" id="{D4CA62A1-0DEC-9713-2858-8EE74B5B71A1}"/>
                </a:ext>
              </a:extLst>
            </p:cNvPr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2" name="pg3032">
              <a:extLst>
                <a:ext uri="{FF2B5EF4-FFF2-40B4-BE49-F238E27FC236}">
                  <a16:creationId xmlns:a16="http://schemas.microsoft.com/office/drawing/2014/main" id="{1BEF9545-D424-189E-5726-6B5B1C87F103}"/>
                </a:ext>
              </a:extLst>
            </p:cNvPr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3" name="pg3033">
              <a:extLst>
                <a:ext uri="{FF2B5EF4-FFF2-40B4-BE49-F238E27FC236}">
                  <a16:creationId xmlns:a16="http://schemas.microsoft.com/office/drawing/2014/main" id="{DC520098-506C-9EF3-6416-FDC27A52D21C}"/>
                </a:ext>
              </a:extLst>
            </p:cNvPr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4" name="pg3034">
              <a:extLst>
                <a:ext uri="{FF2B5EF4-FFF2-40B4-BE49-F238E27FC236}">
                  <a16:creationId xmlns:a16="http://schemas.microsoft.com/office/drawing/2014/main" id="{78C0BA12-E66D-5EDA-6559-5D9DEAA8FD12}"/>
                </a:ext>
              </a:extLst>
            </p:cNvPr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5" name="pg3035">
              <a:extLst>
                <a:ext uri="{FF2B5EF4-FFF2-40B4-BE49-F238E27FC236}">
                  <a16:creationId xmlns:a16="http://schemas.microsoft.com/office/drawing/2014/main" id="{92F8AFC0-95B4-8253-7995-72B65AF31B04}"/>
                </a:ext>
              </a:extLst>
            </p:cNvPr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6" name="pg3036">
              <a:extLst>
                <a:ext uri="{FF2B5EF4-FFF2-40B4-BE49-F238E27FC236}">
                  <a16:creationId xmlns:a16="http://schemas.microsoft.com/office/drawing/2014/main" id="{EC00272D-AF47-10F2-5F64-C57313591460}"/>
                </a:ext>
              </a:extLst>
            </p:cNvPr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7" name="pg3037">
              <a:extLst>
                <a:ext uri="{FF2B5EF4-FFF2-40B4-BE49-F238E27FC236}">
                  <a16:creationId xmlns:a16="http://schemas.microsoft.com/office/drawing/2014/main" id="{2577FCFA-DB15-7A72-0D2E-222344A788C3}"/>
                </a:ext>
              </a:extLst>
            </p:cNvPr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8" name="pg3038">
              <a:extLst>
                <a:ext uri="{FF2B5EF4-FFF2-40B4-BE49-F238E27FC236}">
                  <a16:creationId xmlns:a16="http://schemas.microsoft.com/office/drawing/2014/main" id="{E10BD751-E090-26CB-080B-E92DDE45A8FF}"/>
                </a:ext>
              </a:extLst>
            </p:cNvPr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9" name="pg3039">
              <a:extLst>
                <a:ext uri="{FF2B5EF4-FFF2-40B4-BE49-F238E27FC236}">
                  <a16:creationId xmlns:a16="http://schemas.microsoft.com/office/drawing/2014/main" id="{C4BEA34A-B315-EBAF-4328-0708D8A0DE7C}"/>
                </a:ext>
              </a:extLst>
            </p:cNvPr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0" name="pg3040">
              <a:extLst>
                <a:ext uri="{FF2B5EF4-FFF2-40B4-BE49-F238E27FC236}">
                  <a16:creationId xmlns:a16="http://schemas.microsoft.com/office/drawing/2014/main" id="{79E4CF89-9AEE-E7B5-DC23-5643D097B28D}"/>
                </a:ext>
              </a:extLst>
            </p:cNvPr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1" name="pg3041">
              <a:extLst>
                <a:ext uri="{FF2B5EF4-FFF2-40B4-BE49-F238E27FC236}">
                  <a16:creationId xmlns:a16="http://schemas.microsoft.com/office/drawing/2014/main" id="{D8CF49BA-DEC2-5533-C8ED-93992B9F88AF}"/>
                </a:ext>
              </a:extLst>
            </p:cNvPr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2" name="pg3042">
              <a:extLst>
                <a:ext uri="{FF2B5EF4-FFF2-40B4-BE49-F238E27FC236}">
                  <a16:creationId xmlns:a16="http://schemas.microsoft.com/office/drawing/2014/main" id="{67E5C544-8164-E0DD-3389-E8709F945BA7}"/>
                </a:ext>
              </a:extLst>
            </p:cNvPr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3" name="pg3043">
              <a:extLst>
                <a:ext uri="{FF2B5EF4-FFF2-40B4-BE49-F238E27FC236}">
                  <a16:creationId xmlns:a16="http://schemas.microsoft.com/office/drawing/2014/main" id="{D6282CB8-01DE-4B89-1400-1745B03749F2}"/>
                </a:ext>
              </a:extLst>
            </p:cNvPr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4" name="pg3044">
              <a:extLst>
                <a:ext uri="{FF2B5EF4-FFF2-40B4-BE49-F238E27FC236}">
                  <a16:creationId xmlns:a16="http://schemas.microsoft.com/office/drawing/2014/main" id="{F9CDB7B1-6735-329B-38BF-8F4F9F3D26C5}"/>
                </a:ext>
              </a:extLst>
            </p:cNvPr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5" name="pg3045">
              <a:extLst>
                <a:ext uri="{FF2B5EF4-FFF2-40B4-BE49-F238E27FC236}">
                  <a16:creationId xmlns:a16="http://schemas.microsoft.com/office/drawing/2014/main" id="{CD780CF0-B1CD-3B3C-A3CD-574532845488}"/>
                </a:ext>
              </a:extLst>
            </p:cNvPr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6" name="pg3046">
              <a:extLst>
                <a:ext uri="{FF2B5EF4-FFF2-40B4-BE49-F238E27FC236}">
                  <a16:creationId xmlns:a16="http://schemas.microsoft.com/office/drawing/2014/main" id="{E8EC96B6-F740-EC11-200B-6D8B24127D8D}"/>
                </a:ext>
              </a:extLst>
            </p:cNvPr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7" name="pg3047">
              <a:extLst>
                <a:ext uri="{FF2B5EF4-FFF2-40B4-BE49-F238E27FC236}">
                  <a16:creationId xmlns:a16="http://schemas.microsoft.com/office/drawing/2014/main" id="{ADCB8392-A709-92C1-D5E8-7727C4BD80A6}"/>
                </a:ext>
              </a:extLst>
            </p:cNvPr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8" name="pg3048">
              <a:extLst>
                <a:ext uri="{FF2B5EF4-FFF2-40B4-BE49-F238E27FC236}">
                  <a16:creationId xmlns:a16="http://schemas.microsoft.com/office/drawing/2014/main" id="{02403649-4E6A-0878-9CE2-09B66A663D7F}"/>
                </a:ext>
              </a:extLst>
            </p:cNvPr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9" name="pg3049">
              <a:extLst>
                <a:ext uri="{FF2B5EF4-FFF2-40B4-BE49-F238E27FC236}">
                  <a16:creationId xmlns:a16="http://schemas.microsoft.com/office/drawing/2014/main" id="{58E3B896-FCEB-1C4F-AC5F-931FC34EB8D0}"/>
                </a:ext>
              </a:extLst>
            </p:cNvPr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0" name="pg3050">
              <a:extLst>
                <a:ext uri="{FF2B5EF4-FFF2-40B4-BE49-F238E27FC236}">
                  <a16:creationId xmlns:a16="http://schemas.microsoft.com/office/drawing/2014/main" id="{7C52BB06-FFFB-732F-24F8-31C9C32F6FF1}"/>
                </a:ext>
              </a:extLst>
            </p:cNvPr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1" name="pg3051">
              <a:extLst>
                <a:ext uri="{FF2B5EF4-FFF2-40B4-BE49-F238E27FC236}">
                  <a16:creationId xmlns:a16="http://schemas.microsoft.com/office/drawing/2014/main" id="{5BA11615-9ECC-8336-0889-B460B7059F8F}"/>
                </a:ext>
              </a:extLst>
            </p:cNvPr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2" name="pg3052">
              <a:extLst>
                <a:ext uri="{FF2B5EF4-FFF2-40B4-BE49-F238E27FC236}">
                  <a16:creationId xmlns:a16="http://schemas.microsoft.com/office/drawing/2014/main" id="{E607FA16-5225-063E-02A1-892EA65328FF}"/>
                </a:ext>
              </a:extLst>
            </p:cNvPr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3" name="pg3053">
              <a:extLst>
                <a:ext uri="{FF2B5EF4-FFF2-40B4-BE49-F238E27FC236}">
                  <a16:creationId xmlns:a16="http://schemas.microsoft.com/office/drawing/2014/main" id="{4F56B854-FB1A-A822-4980-4F91280B1FE1}"/>
                </a:ext>
              </a:extLst>
            </p:cNvPr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4" name="pg3054">
              <a:extLst>
                <a:ext uri="{FF2B5EF4-FFF2-40B4-BE49-F238E27FC236}">
                  <a16:creationId xmlns:a16="http://schemas.microsoft.com/office/drawing/2014/main" id="{CE865D9F-6C85-C42C-B007-F3A7785A98E8}"/>
                </a:ext>
              </a:extLst>
            </p:cNvPr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5" name="pg3055">
              <a:extLst>
                <a:ext uri="{FF2B5EF4-FFF2-40B4-BE49-F238E27FC236}">
                  <a16:creationId xmlns:a16="http://schemas.microsoft.com/office/drawing/2014/main" id="{3991CDC2-879C-136B-62FF-C1F74C325077}"/>
                </a:ext>
              </a:extLst>
            </p:cNvPr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6" name="pg3056">
              <a:extLst>
                <a:ext uri="{FF2B5EF4-FFF2-40B4-BE49-F238E27FC236}">
                  <a16:creationId xmlns:a16="http://schemas.microsoft.com/office/drawing/2014/main" id="{C7D0E04E-9E10-9280-8120-61C667E323E2}"/>
                </a:ext>
              </a:extLst>
            </p:cNvPr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7" name="pg3057">
              <a:extLst>
                <a:ext uri="{FF2B5EF4-FFF2-40B4-BE49-F238E27FC236}">
                  <a16:creationId xmlns:a16="http://schemas.microsoft.com/office/drawing/2014/main" id="{5CCA039A-07D8-3ECB-E901-1F722901E5CC}"/>
                </a:ext>
              </a:extLst>
            </p:cNvPr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8" name="pg3058">
              <a:extLst>
                <a:ext uri="{FF2B5EF4-FFF2-40B4-BE49-F238E27FC236}">
                  <a16:creationId xmlns:a16="http://schemas.microsoft.com/office/drawing/2014/main" id="{DDCFB108-4FB2-B8D0-25B3-CFB213564C6E}"/>
                </a:ext>
              </a:extLst>
            </p:cNvPr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9" name="pg3059">
              <a:extLst>
                <a:ext uri="{FF2B5EF4-FFF2-40B4-BE49-F238E27FC236}">
                  <a16:creationId xmlns:a16="http://schemas.microsoft.com/office/drawing/2014/main" id="{D5C155E5-8944-EA00-D114-0482517C494A}"/>
                </a:ext>
              </a:extLst>
            </p:cNvPr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0" name="pg3060">
              <a:extLst>
                <a:ext uri="{FF2B5EF4-FFF2-40B4-BE49-F238E27FC236}">
                  <a16:creationId xmlns:a16="http://schemas.microsoft.com/office/drawing/2014/main" id="{20E0105D-00BF-E3A6-4BB4-FBE6E360AEE9}"/>
                </a:ext>
              </a:extLst>
            </p:cNvPr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1" name="pg3061">
              <a:extLst>
                <a:ext uri="{FF2B5EF4-FFF2-40B4-BE49-F238E27FC236}">
                  <a16:creationId xmlns:a16="http://schemas.microsoft.com/office/drawing/2014/main" id="{2B8D4BE6-2FC6-0BC4-E4A0-82DB414E202B}"/>
                </a:ext>
              </a:extLst>
            </p:cNvPr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2" name="pg3062">
              <a:extLst>
                <a:ext uri="{FF2B5EF4-FFF2-40B4-BE49-F238E27FC236}">
                  <a16:creationId xmlns:a16="http://schemas.microsoft.com/office/drawing/2014/main" id="{9152F1D4-CCA8-32F4-FE51-1B16132A1052}"/>
                </a:ext>
              </a:extLst>
            </p:cNvPr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3" name="pg3063">
              <a:extLst>
                <a:ext uri="{FF2B5EF4-FFF2-40B4-BE49-F238E27FC236}">
                  <a16:creationId xmlns:a16="http://schemas.microsoft.com/office/drawing/2014/main" id="{A7C2C97D-AFE2-AEE1-79D9-83CE9CCF0212}"/>
                </a:ext>
              </a:extLst>
            </p:cNvPr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4" name="pg3064">
              <a:extLst>
                <a:ext uri="{FF2B5EF4-FFF2-40B4-BE49-F238E27FC236}">
                  <a16:creationId xmlns:a16="http://schemas.microsoft.com/office/drawing/2014/main" id="{88B256CD-56B2-2D06-AD84-C805DAC2FD27}"/>
                </a:ext>
              </a:extLst>
            </p:cNvPr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5" name="pg3065">
              <a:extLst>
                <a:ext uri="{FF2B5EF4-FFF2-40B4-BE49-F238E27FC236}">
                  <a16:creationId xmlns:a16="http://schemas.microsoft.com/office/drawing/2014/main" id="{EFD49492-B2D2-CAB1-30A5-0B3B29150175}"/>
                </a:ext>
              </a:extLst>
            </p:cNvPr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6" name="pg3066">
              <a:extLst>
                <a:ext uri="{FF2B5EF4-FFF2-40B4-BE49-F238E27FC236}">
                  <a16:creationId xmlns:a16="http://schemas.microsoft.com/office/drawing/2014/main" id="{41AB7787-1482-BBD3-7187-6062230A8073}"/>
                </a:ext>
              </a:extLst>
            </p:cNvPr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7" name="pg3067">
              <a:extLst>
                <a:ext uri="{FF2B5EF4-FFF2-40B4-BE49-F238E27FC236}">
                  <a16:creationId xmlns:a16="http://schemas.microsoft.com/office/drawing/2014/main" id="{6C6B1A83-E40B-88CB-4F72-F179F9081B9A}"/>
                </a:ext>
              </a:extLst>
            </p:cNvPr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8" name="pg3068">
              <a:extLst>
                <a:ext uri="{FF2B5EF4-FFF2-40B4-BE49-F238E27FC236}">
                  <a16:creationId xmlns:a16="http://schemas.microsoft.com/office/drawing/2014/main" id="{66E4F28C-F965-B736-AEC4-43C6CBBFE0CA}"/>
                </a:ext>
              </a:extLst>
            </p:cNvPr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9" name="pg3069">
              <a:extLst>
                <a:ext uri="{FF2B5EF4-FFF2-40B4-BE49-F238E27FC236}">
                  <a16:creationId xmlns:a16="http://schemas.microsoft.com/office/drawing/2014/main" id="{F77B73FC-C885-A149-FD9C-3120BD1A9F05}"/>
                </a:ext>
              </a:extLst>
            </p:cNvPr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0" name="pg3070">
              <a:extLst>
                <a:ext uri="{FF2B5EF4-FFF2-40B4-BE49-F238E27FC236}">
                  <a16:creationId xmlns:a16="http://schemas.microsoft.com/office/drawing/2014/main" id="{A5FE7DCF-D447-B88F-7C3D-089BB3CED982}"/>
                </a:ext>
              </a:extLst>
            </p:cNvPr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1" name="pg3071">
              <a:extLst>
                <a:ext uri="{FF2B5EF4-FFF2-40B4-BE49-F238E27FC236}">
                  <a16:creationId xmlns:a16="http://schemas.microsoft.com/office/drawing/2014/main" id="{AB53BFF0-5986-F1EA-B688-0C374258A983}"/>
                </a:ext>
              </a:extLst>
            </p:cNvPr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2" name="pg3072">
              <a:extLst>
                <a:ext uri="{FF2B5EF4-FFF2-40B4-BE49-F238E27FC236}">
                  <a16:creationId xmlns:a16="http://schemas.microsoft.com/office/drawing/2014/main" id="{E942699A-99AC-CB83-05E7-A911A55AFD93}"/>
                </a:ext>
              </a:extLst>
            </p:cNvPr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3" name="pg3073">
              <a:extLst>
                <a:ext uri="{FF2B5EF4-FFF2-40B4-BE49-F238E27FC236}">
                  <a16:creationId xmlns:a16="http://schemas.microsoft.com/office/drawing/2014/main" id="{D8EAB1D8-3371-2C7C-E6D5-3F2E5BD25176}"/>
                </a:ext>
              </a:extLst>
            </p:cNvPr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4" name="pg3074">
              <a:extLst>
                <a:ext uri="{FF2B5EF4-FFF2-40B4-BE49-F238E27FC236}">
                  <a16:creationId xmlns:a16="http://schemas.microsoft.com/office/drawing/2014/main" id="{8BBF763D-7806-52CD-FDE7-D6C20CFBA906}"/>
                </a:ext>
              </a:extLst>
            </p:cNvPr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5" name="pg3075">
              <a:extLst>
                <a:ext uri="{FF2B5EF4-FFF2-40B4-BE49-F238E27FC236}">
                  <a16:creationId xmlns:a16="http://schemas.microsoft.com/office/drawing/2014/main" id="{03C2B898-639A-FFF8-A830-33FAAFFBD5BD}"/>
                </a:ext>
              </a:extLst>
            </p:cNvPr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6" name="pg3076">
              <a:extLst>
                <a:ext uri="{FF2B5EF4-FFF2-40B4-BE49-F238E27FC236}">
                  <a16:creationId xmlns:a16="http://schemas.microsoft.com/office/drawing/2014/main" id="{866A8624-D6F5-AF5E-B1AB-2F758ECEE390}"/>
                </a:ext>
              </a:extLst>
            </p:cNvPr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7" name="pg3077">
              <a:extLst>
                <a:ext uri="{FF2B5EF4-FFF2-40B4-BE49-F238E27FC236}">
                  <a16:creationId xmlns:a16="http://schemas.microsoft.com/office/drawing/2014/main" id="{328DFD16-3197-5F05-DEB2-994DAB0E4C4E}"/>
                </a:ext>
              </a:extLst>
            </p:cNvPr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8" name="pg3078">
              <a:extLst>
                <a:ext uri="{FF2B5EF4-FFF2-40B4-BE49-F238E27FC236}">
                  <a16:creationId xmlns:a16="http://schemas.microsoft.com/office/drawing/2014/main" id="{7521AC4A-EE89-C6F5-BEAE-9AF1719306A2}"/>
                </a:ext>
              </a:extLst>
            </p:cNvPr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9" name="pg3079">
              <a:extLst>
                <a:ext uri="{FF2B5EF4-FFF2-40B4-BE49-F238E27FC236}">
                  <a16:creationId xmlns:a16="http://schemas.microsoft.com/office/drawing/2014/main" id="{B61610FD-95B7-E94B-0940-05C4AC3AE2DF}"/>
                </a:ext>
              </a:extLst>
            </p:cNvPr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0" name="pg3080">
              <a:extLst>
                <a:ext uri="{FF2B5EF4-FFF2-40B4-BE49-F238E27FC236}">
                  <a16:creationId xmlns:a16="http://schemas.microsoft.com/office/drawing/2014/main" id="{A5AC2096-7B87-3E3E-56A9-D81B2E93AD16}"/>
                </a:ext>
              </a:extLst>
            </p:cNvPr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1" name="pg3081">
              <a:extLst>
                <a:ext uri="{FF2B5EF4-FFF2-40B4-BE49-F238E27FC236}">
                  <a16:creationId xmlns:a16="http://schemas.microsoft.com/office/drawing/2014/main" id="{40AEE7A0-D0D4-C03C-E546-5BEDF96729C2}"/>
                </a:ext>
              </a:extLst>
            </p:cNvPr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2" name="pg3082">
              <a:extLst>
                <a:ext uri="{FF2B5EF4-FFF2-40B4-BE49-F238E27FC236}">
                  <a16:creationId xmlns:a16="http://schemas.microsoft.com/office/drawing/2014/main" id="{25FAFF62-E895-9DCE-C146-5831AEBBE738}"/>
                </a:ext>
              </a:extLst>
            </p:cNvPr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3" name="pg3083">
              <a:extLst>
                <a:ext uri="{FF2B5EF4-FFF2-40B4-BE49-F238E27FC236}">
                  <a16:creationId xmlns:a16="http://schemas.microsoft.com/office/drawing/2014/main" id="{43A81C40-5159-FA44-A78C-651746821521}"/>
                </a:ext>
              </a:extLst>
            </p:cNvPr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4" name="pg3084">
              <a:extLst>
                <a:ext uri="{FF2B5EF4-FFF2-40B4-BE49-F238E27FC236}">
                  <a16:creationId xmlns:a16="http://schemas.microsoft.com/office/drawing/2014/main" id="{30F4B394-E58C-3500-BD82-C6755D880D3B}"/>
                </a:ext>
              </a:extLst>
            </p:cNvPr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5" name="pg3085">
              <a:extLst>
                <a:ext uri="{FF2B5EF4-FFF2-40B4-BE49-F238E27FC236}">
                  <a16:creationId xmlns:a16="http://schemas.microsoft.com/office/drawing/2014/main" id="{6B2515E3-35BB-7A30-29E6-954788462D92}"/>
                </a:ext>
              </a:extLst>
            </p:cNvPr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6" name="pg3086">
              <a:extLst>
                <a:ext uri="{FF2B5EF4-FFF2-40B4-BE49-F238E27FC236}">
                  <a16:creationId xmlns:a16="http://schemas.microsoft.com/office/drawing/2014/main" id="{3085F127-40C6-50EB-13E0-8CE5953AF6B1}"/>
                </a:ext>
              </a:extLst>
            </p:cNvPr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7" name="pg3087">
              <a:extLst>
                <a:ext uri="{FF2B5EF4-FFF2-40B4-BE49-F238E27FC236}">
                  <a16:creationId xmlns:a16="http://schemas.microsoft.com/office/drawing/2014/main" id="{9835714B-F727-56DC-93E1-5F8AE9A8D675}"/>
                </a:ext>
              </a:extLst>
            </p:cNvPr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8" name="pg3088">
              <a:extLst>
                <a:ext uri="{FF2B5EF4-FFF2-40B4-BE49-F238E27FC236}">
                  <a16:creationId xmlns:a16="http://schemas.microsoft.com/office/drawing/2014/main" id="{6BB23B08-638F-0DED-650B-30DED82BC4F7}"/>
                </a:ext>
              </a:extLst>
            </p:cNvPr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9" name="pg3089">
              <a:extLst>
                <a:ext uri="{FF2B5EF4-FFF2-40B4-BE49-F238E27FC236}">
                  <a16:creationId xmlns:a16="http://schemas.microsoft.com/office/drawing/2014/main" id="{E4282C3B-9A49-01B8-CBED-D04A5DFF450E}"/>
                </a:ext>
              </a:extLst>
            </p:cNvPr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0" name="pg3090">
              <a:extLst>
                <a:ext uri="{FF2B5EF4-FFF2-40B4-BE49-F238E27FC236}">
                  <a16:creationId xmlns:a16="http://schemas.microsoft.com/office/drawing/2014/main" id="{054A7D4F-F30B-E8FA-F5C1-6D0C55D53D0F}"/>
                </a:ext>
              </a:extLst>
            </p:cNvPr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1" name="pg3091">
              <a:extLst>
                <a:ext uri="{FF2B5EF4-FFF2-40B4-BE49-F238E27FC236}">
                  <a16:creationId xmlns:a16="http://schemas.microsoft.com/office/drawing/2014/main" id="{A7E0E3BD-1AF5-A786-03FD-D340DB3F05F5}"/>
                </a:ext>
              </a:extLst>
            </p:cNvPr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2" name="pg3092">
              <a:extLst>
                <a:ext uri="{FF2B5EF4-FFF2-40B4-BE49-F238E27FC236}">
                  <a16:creationId xmlns:a16="http://schemas.microsoft.com/office/drawing/2014/main" id="{C8BDAFF8-B432-47D8-A7FC-2B75876ED73E}"/>
                </a:ext>
              </a:extLst>
            </p:cNvPr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3" name="pg3093">
              <a:extLst>
                <a:ext uri="{FF2B5EF4-FFF2-40B4-BE49-F238E27FC236}">
                  <a16:creationId xmlns:a16="http://schemas.microsoft.com/office/drawing/2014/main" id="{D835213E-13BE-BB04-F764-C4147ED5636D}"/>
                </a:ext>
              </a:extLst>
            </p:cNvPr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4" name="pg3094">
              <a:extLst>
                <a:ext uri="{FF2B5EF4-FFF2-40B4-BE49-F238E27FC236}">
                  <a16:creationId xmlns:a16="http://schemas.microsoft.com/office/drawing/2014/main" id="{8DA3BED2-97BE-BAD4-46AF-95DBDDB86EBC}"/>
                </a:ext>
              </a:extLst>
            </p:cNvPr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5" name="pg3095">
              <a:extLst>
                <a:ext uri="{FF2B5EF4-FFF2-40B4-BE49-F238E27FC236}">
                  <a16:creationId xmlns:a16="http://schemas.microsoft.com/office/drawing/2014/main" id="{13EE7282-2766-844C-1E6C-75C6F6EEBF14}"/>
                </a:ext>
              </a:extLst>
            </p:cNvPr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6" name="pg3096">
              <a:extLst>
                <a:ext uri="{FF2B5EF4-FFF2-40B4-BE49-F238E27FC236}">
                  <a16:creationId xmlns:a16="http://schemas.microsoft.com/office/drawing/2014/main" id="{0F4567BF-6A1C-7961-D530-745A12B2C994}"/>
                </a:ext>
              </a:extLst>
            </p:cNvPr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7" name="pg3097">
              <a:extLst>
                <a:ext uri="{FF2B5EF4-FFF2-40B4-BE49-F238E27FC236}">
                  <a16:creationId xmlns:a16="http://schemas.microsoft.com/office/drawing/2014/main" id="{A0F676C3-3521-C3BA-F84C-584E964DAED7}"/>
                </a:ext>
              </a:extLst>
            </p:cNvPr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8" name="pg3098">
              <a:extLst>
                <a:ext uri="{FF2B5EF4-FFF2-40B4-BE49-F238E27FC236}">
                  <a16:creationId xmlns:a16="http://schemas.microsoft.com/office/drawing/2014/main" id="{7E1BF609-18A3-CAE0-446B-749184C42426}"/>
                </a:ext>
              </a:extLst>
            </p:cNvPr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9" name="pg3099">
              <a:extLst>
                <a:ext uri="{FF2B5EF4-FFF2-40B4-BE49-F238E27FC236}">
                  <a16:creationId xmlns:a16="http://schemas.microsoft.com/office/drawing/2014/main" id="{364DAC40-5431-CA98-BCB5-A0AEF7F91023}"/>
                </a:ext>
              </a:extLst>
            </p:cNvPr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0" name="pg3100">
              <a:extLst>
                <a:ext uri="{FF2B5EF4-FFF2-40B4-BE49-F238E27FC236}">
                  <a16:creationId xmlns:a16="http://schemas.microsoft.com/office/drawing/2014/main" id="{87871551-4490-B7EC-33D9-E3BEB915C29A}"/>
                </a:ext>
              </a:extLst>
            </p:cNvPr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1" name="pg3101">
              <a:extLst>
                <a:ext uri="{FF2B5EF4-FFF2-40B4-BE49-F238E27FC236}">
                  <a16:creationId xmlns:a16="http://schemas.microsoft.com/office/drawing/2014/main" id="{98182C70-3B40-C323-AB1B-1EAF71101968}"/>
                </a:ext>
              </a:extLst>
            </p:cNvPr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2" name="pg3102">
              <a:extLst>
                <a:ext uri="{FF2B5EF4-FFF2-40B4-BE49-F238E27FC236}">
                  <a16:creationId xmlns:a16="http://schemas.microsoft.com/office/drawing/2014/main" id="{AFC7A2F7-7B76-1166-2364-8259BD8AE57E}"/>
                </a:ext>
              </a:extLst>
            </p:cNvPr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3" name="pg3103">
              <a:extLst>
                <a:ext uri="{FF2B5EF4-FFF2-40B4-BE49-F238E27FC236}">
                  <a16:creationId xmlns:a16="http://schemas.microsoft.com/office/drawing/2014/main" id="{50F415DE-A7ED-6D4A-C3A4-39B682B4A31E}"/>
                </a:ext>
              </a:extLst>
            </p:cNvPr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4" name="pg3104">
              <a:extLst>
                <a:ext uri="{FF2B5EF4-FFF2-40B4-BE49-F238E27FC236}">
                  <a16:creationId xmlns:a16="http://schemas.microsoft.com/office/drawing/2014/main" id="{475E1736-237C-690A-C40D-EAA071318FF9}"/>
                </a:ext>
              </a:extLst>
            </p:cNvPr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5" name="pg3105">
              <a:extLst>
                <a:ext uri="{FF2B5EF4-FFF2-40B4-BE49-F238E27FC236}">
                  <a16:creationId xmlns:a16="http://schemas.microsoft.com/office/drawing/2014/main" id="{B76B5493-7A22-B882-52DD-7FEE46E470C7}"/>
                </a:ext>
              </a:extLst>
            </p:cNvPr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6" name="pg3106">
              <a:extLst>
                <a:ext uri="{FF2B5EF4-FFF2-40B4-BE49-F238E27FC236}">
                  <a16:creationId xmlns:a16="http://schemas.microsoft.com/office/drawing/2014/main" id="{80C2BBBA-B143-83BE-272C-DFFE773819F0}"/>
                </a:ext>
              </a:extLst>
            </p:cNvPr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7" name="pg3107">
              <a:extLst>
                <a:ext uri="{FF2B5EF4-FFF2-40B4-BE49-F238E27FC236}">
                  <a16:creationId xmlns:a16="http://schemas.microsoft.com/office/drawing/2014/main" id="{760E1327-5FB6-0E67-FB64-03B86B54C061}"/>
                </a:ext>
              </a:extLst>
            </p:cNvPr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8" name="pg3108">
              <a:extLst>
                <a:ext uri="{FF2B5EF4-FFF2-40B4-BE49-F238E27FC236}">
                  <a16:creationId xmlns:a16="http://schemas.microsoft.com/office/drawing/2014/main" id="{B7858975-7E2A-8F05-5B36-2B2998A5D180}"/>
                </a:ext>
              </a:extLst>
            </p:cNvPr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9" name="pg3109">
              <a:extLst>
                <a:ext uri="{FF2B5EF4-FFF2-40B4-BE49-F238E27FC236}">
                  <a16:creationId xmlns:a16="http://schemas.microsoft.com/office/drawing/2014/main" id="{08A5020B-2020-138D-3BA4-A4315A8AB307}"/>
                </a:ext>
              </a:extLst>
            </p:cNvPr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0" name="pg3110">
              <a:extLst>
                <a:ext uri="{FF2B5EF4-FFF2-40B4-BE49-F238E27FC236}">
                  <a16:creationId xmlns:a16="http://schemas.microsoft.com/office/drawing/2014/main" id="{A8C27AC1-6190-8CE4-D5BA-101DB8E6EEA6}"/>
                </a:ext>
              </a:extLst>
            </p:cNvPr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1" name="pg3111">
              <a:extLst>
                <a:ext uri="{FF2B5EF4-FFF2-40B4-BE49-F238E27FC236}">
                  <a16:creationId xmlns:a16="http://schemas.microsoft.com/office/drawing/2014/main" id="{AFC67943-8DD1-15FD-E320-13D63D8943E9}"/>
                </a:ext>
              </a:extLst>
            </p:cNvPr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2" name="pg3112">
              <a:extLst>
                <a:ext uri="{FF2B5EF4-FFF2-40B4-BE49-F238E27FC236}">
                  <a16:creationId xmlns:a16="http://schemas.microsoft.com/office/drawing/2014/main" id="{9D589D2B-AAF2-1048-0B24-D81C6E88C8D7}"/>
                </a:ext>
              </a:extLst>
            </p:cNvPr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3" name="pg3113">
              <a:extLst>
                <a:ext uri="{FF2B5EF4-FFF2-40B4-BE49-F238E27FC236}">
                  <a16:creationId xmlns:a16="http://schemas.microsoft.com/office/drawing/2014/main" id="{2842AEB8-E7B0-58E4-5F8F-146661E4F0AE}"/>
                </a:ext>
              </a:extLst>
            </p:cNvPr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4" name="pg3114">
              <a:extLst>
                <a:ext uri="{FF2B5EF4-FFF2-40B4-BE49-F238E27FC236}">
                  <a16:creationId xmlns:a16="http://schemas.microsoft.com/office/drawing/2014/main" id="{4F1F532A-81BA-3BC0-B8F6-88772F2CE925}"/>
                </a:ext>
              </a:extLst>
            </p:cNvPr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5" name="pg3115">
              <a:extLst>
                <a:ext uri="{FF2B5EF4-FFF2-40B4-BE49-F238E27FC236}">
                  <a16:creationId xmlns:a16="http://schemas.microsoft.com/office/drawing/2014/main" id="{BEECBAC5-D628-1A5A-6009-951AAF5F5AEC}"/>
                </a:ext>
              </a:extLst>
            </p:cNvPr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6" name="pg3116">
              <a:extLst>
                <a:ext uri="{FF2B5EF4-FFF2-40B4-BE49-F238E27FC236}">
                  <a16:creationId xmlns:a16="http://schemas.microsoft.com/office/drawing/2014/main" id="{E70D77A6-28FF-B76A-6D23-7D943C2000E0}"/>
                </a:ext>
              </a:extLst>
            </p:cNvPr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7" name="pg3117">
              <a:extLst>
                <a:ext uri="{FF2B5EF4-FFF2-40B4-BE49-F238E27FC236}">
                  <a16:creationId xmlns:a16="http://schemas.microsoft.com/office/drawing/2014/main" id="{9C7BEA11-7C1C-722C-723C-079F9EB6EB5E}"/>
                </a:ext>
              </a:extLst>
            </p:cNvPr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8" name="pg3118">
              <a:extLst>
                <a:ext uri="{FF2B5EF4-FFF2-40B4-BE49-F238E27FC236}">
                  <a16:creationId xmlns:a16="http://schemas.microsoft.com/office/drawing/2014/main" id="{91C51C5B-CB16-69EE-A22A-AEC91AF5115B}"/>
                </a:ext>
              </a:extLst>
            </p:cNvPr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9" name="pg3119">
              <a:extLst>
                <a:ext uri="{FF2B5EF4-FFF2-40B4-BE49-F238E27FC236}">
                  <a16:creationId xmlns:a16="http://schemas.microsoft.com/office/drawing/2014/main" id="{848E6E38-F003-7212-2D66-3F5F5DF021E8}"/>
                </a:ext>
              </a:extLst>
            </p:cNvPr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0" name="pg3120">
              <a:extLst>
                <a:ext uri="{FF2B5EF4-FFF2-40B4-BE49-F238E27FC236}">
                  <a16:creationId xmlns:a16="http://schemas.microsoft.com/office/drawing/2014/main" id="{82337C2D-4204-5D0D-3769-320FE7F1EADE}"/>
                </a:ext>
              </a:extLst>
            </p:cNvPr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1" name="pg3121">
              <a:extLst>
                <a:ext uri="{FF2B5EF4-FFF2-40B4-BE49-F238E27FC236}">
                  <a16:creationId xmlns:a16="http://schemas.microsoft.com/office/drawing/2014/main" id="{DB8FC786-3206-F6AC-5FBB-E3EEEBE030E4}"/>
                </a:ext>
              </a:extLst>
            </p:cNvPr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2" name="pg3122">
              <a:extLst>
                <a:ext uri="{FF2B5EF4-FFF2-40B4-BE49-F238E27FC236}">
                  <a16:creationId xmlns:a16="http://schemas.microsoft.com/office/drawing/2014/main" id="{A44B3211-E925-786C-29B3-5296C346CB41}"/>
                </a:ext>
              </a:extLst>
            </p:cNvPr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3" name="pg3123">
              <a:extLst>
                <a:ext uri="{FF2B5EF4-FFF2-40B4-BE49-F238E27FC236}">
                  <a16:creationId xmlns:a16="http://schemas.microsoft.com/office/drawing/2014/main" id="{417C5AB2-CF7C-267C-A1B4-545D7BA467DF}"/>
                </a:ext>
              </a:extLst>
            </p:cNvPr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4" name="pg3124">
              <a:extLst>
                <a:ext uri="{FF2B5EF4-FFF2-40B4-BE49-F238E27FC236}">
                  <a16:creationId xmlns:a16="http://schemas.microsoft.com/office/drawing/2014/main" id="{A5EC5651-E6E1-8A87-5CC6-E2975CCF7367}"/>
                </a:ext>
              </a:extLst>
            </p:cNvPr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5" name="pg3125">
              <a:extLst>
                <a:ext uri="{FF2B5EF4-FFF2-40B4-BE49-F238E27FC236}">
                  <a16:creationId xmlns:a16="http://schemas.microsoft.com/office/drawing/2014/main" id="{3DE2D1ED-451B-1386-1616-1FBAF82E983C}"/>
                </a:ext>
              </a:extLst>
            </p:cNvPr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6" name="pg3126">
              <a:extLst>
                <a:ext uri="{FF2B5EF4-FFF2-40B4-BE49-F238E27FC236}">
                  <a16:creationId xmlns:a16="http://schemas.microsoft.com/office/drawing/2014/main" id="{F397236E-5997-C391-1139-18B94CB35FAF}"/>
                </a:ext>
              </a:extLst>
            </p:cNvPr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7" name="pg3127">
              <a:extLst>
                <a:ext uri="{FF2B5EF4-FFF2-40B4-BE49-F238E27FC236}">
                  <a16:creationId xmlns:a16="http://schemas.microsoft.com/office/drawing/2014/main" id="{14F00F72-7E48-AAF7-3481-DC9ADD696E1C}"/>
                </a:ext>
              </a:extLst>
            </p:cNvPr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8" name="pg3128">
              <a:extLst>
                <a:ext uri="{FF2B5EF4-FFF2-40B4-BE49-F238E27FC236}">
                  <a16:creationId xmlns:a16="http://schemas.microsoft.com/office/drawing/2014/main" id="{846D3F3F-6FFC-912A-5118-9A88098D904B}"/>
                </a:ext>
              </a:extLst>
            </p:cNvPr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9" name="pg3129">
              <a:extLst>
                <a:ext uri="{FF2B5EF4-FFF2-40B4-BE49-F238E27FC236}">
                  <a16:creationId xmlns:a16="http://schemas.microsoft.com/office/drawing/2014/main" id="{49535B17-92E8-2ED9-B86D-8A6BF505A204}"/>
                </a:ext>
              </a:extLst>
            </p:cNvPr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0" name="pg3130">
              <a:extLst>
                <a:ext uri="{FF2B5EF4-FFF2-40B4-BE49-F238E27FC236}">
                  <a16:creationId xmlns:a16="http://schemas.microsoft.com/office/drawing/2014/main" id="{824FEEE5-8F81-A29D-7DFE-2AFF8A5EB99E}"/>
                </a:ext>
              </a:extLst>
            </p:cNvPr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1" name="pg3131">
              <a:extLst>
                <a:ext uri="{FF2B5EF4-FFF2-40B4-BE49-F238E27FC236}">
                  <a16:creationId xmlns:a16="http://schemas.microsoft.com/office/drawing/2014/main" id="{1296D167-166F-9F33-BE25-0BA4A8C5DA44}"/>
                </a:ext>
              </a:extLst>
            </p:cNvPr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2" name="pg3132">
              <a:extLst>
                <a:ext uri="{FF2B5EF4-FFF2-40B4-BE49-F238E27FC236}">
                  <a16:creationId xmlns:a16="http://schemas.microsoft.com/office/drawing/2014/main" id="{E19E1B3A-258A-08F4-0A89-388A8215ADE3}"/>
                </a:ext>
              </a:extLst>
            </p:cNvPr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3" name="pg3133">
              <a:extLst>
                <a:ext uri="{FF2B5EF4-FFF2-40B4-BE49-F238E27FC236}">
                  <a16:creationId xmlns:a16="http://schemas.microsoft.com/office/drawing/2014/main" id="{4E8A9EB3-52D9-6413-2536-3F338D7BF767}"/>
                </a:ext>
              </a:extLst>
            </p:cNvPr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4" name="pg3134">
              <a:extLst>
                <a:ext uri="{FF2B5EF4-FFF2-40B4-BE49-F238E27FC236}">
                  <a16:creationId xmlns:a16="http://schemas.microsoft.com/office/drawing/2014/main" id="{66D6BD7E-1E75-C893-282B-A46A52733B1B}"/>
                </a:ext>
              </a:extLst>
            </p:cNvPr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5" name="pg3135">
              <a:extLst>
                <a:ext uri="{FF2B5EF4-FFF2-40B4-BE49-F238E27FC236}">
                  <a16:creationId xmlns:a16="http://schemas.microsoft.com/office/drawing/2014/main" id="{44337ED6-88C8-8AC6-B050-A51D68DE7BAF}"/>
                </a:ext>
              </a:extLst>
            </p:cNvPr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6" name="pg3136">
              <a:extLst>
                <a:ext uri="{FF2B5EF4-FFF2-40B4-BE49-F238E27FC236}">
                  <a16:creationId xmlns:a16="http://schemas.microsoft.com/office/drawing/2014/main" id="{47D5EA8F-D13F-28D2-8745-23BE6D72A4FB}"/>
                </a:ext>
              </a:extLst>
            </p:cNvPr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7" name="pg3137">
              <a:extLst>
                <a:ext uri="{FF2B5EF4-FFF2-40B4-BE49-F238E27FC236}">
                  <a16:creationId xmlns:a16="http://schemas.microsoft.com/office/drawing/2014/main" id="{E9EBA9E2-2B66-3659-5FF5-8E942229CCD5}"/>
                </a:ext>
              </a:extLst>
            </p:cNvPr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8" name="pg3138">
              <a:extLst>
                <a:ext uri="{FF2B5EF4-FFF2-40B4-BE49-F238E27FC236}">
                  <a16:creationId xmlns:a16="http://schemas.microsoft.com/office/drawing/2014/main" id="{6A667F04-1C2A-2E19-155B-E03EB8361432}"/>
                </a:ext>
              </a:extLst>
            </p:cNvPr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9" name="pg3139">
              <a:extLst>
                <a:ext uri="{FF2B5EF4-FFF2-40B4-BE49-F238E27FC236}">
                  <a16:creationId xmlns:a16="http://schemas.microsoft.com/office/drawing/2014/main" id="{741055C7-13DC-E401-D4AA-950DE63981C7}"/>
                </a:ext>
              </a:extLst>
            </p:cNvPr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0" name="pg3140">
              <a:extLst>
                <a:ext uri="{FF2B5EF4-FFF2-40B4-BE49-F238E27FC236}">
                  <a16:creationId xmlns:a16="http://schemas.microsoft.com/office/drawing/2014/main" id="{FB07D216-4457-38D1-B26F-4726475D312C}"/>
                </a:ext>
              </a:extLst>
            </p:cNvPr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1" name="pg3141">
              <a:extLst>
                <a:ext uri="{FF2B5EF4-FFF2-40B4-BE49-F238E27FC236}">
                  <a16:creationId xmlns:a16="http://schemas.microsoft.com/office/drawing/2014/main" id="{333884C3-DE73-F3F0-A703-DB59BBA8259F}"/>
                </a:ext>
              </a:extLst>
            </p:cNvPr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2" name="pg3142">
              <a:extLst>
                <a:ext uri="{FF2B5EF4-FFF2-40B4-BE49-F238E27FC236}">
                  <a16:creationId xmlns:a16="http://schemas.microsoft.com/office/drawing/2014/main" id="{1AD7DE35-0444-D720-7B32-FBF39DA3A184}"/>
                </a:ext>
              </a:extLst>
            </p:cNvPr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3" name="pg3143">
              <a:extLst>
                <a:ext uri="{FF2B5EF4-FFF2-40B4-BE49-F238E27FC236}">
                  <a16:creationId xmlns:a16="http://schemas.microsoft.com/office/drawing/2014/main" id="{62C291C1-8E49-0E5E-8F96-4C62D97C6755}"/>
                </a:ext>
              </a:extLst>
            </p:cNvPr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4" name="pg3144">
              <a:extLst>
                <a:ext uri="{FF2B5EF4-FFF2-40B4-BE49-F238E27FC236}">
                  <a16:creationId xmlns:a16="http://schemas.microsoft.com/office/drawing/2014/main" id="{BB529657-1B6A-2D9B-46E7-A16179051813}"/>
                </a:ext>
              </a:extLst>
            </p:cNvPr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5" name="pg3145">
              <a:extLst>
                <a:ext uri="{FF2B5EF4-FFF2-40B4-BE49-F238E27FC236}">
                  <a16:creationId xmlns:a16="http://schemas.microsoft.com/office/drawing/2014/main" id="{8FF03F18-7255-26C8-A91F-604AFCE0D7B8}"/>
                </a:ext>
              </a:extLst>
            </p:cNvPr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6" name="pg3146">
              <a:extLst>
                <a:ext uri="{FF2B5EF4-FFF2-40B4-BE49-F238E27FC236}">
                  <a16:creationId xmlns:a16="http://schemas.microsoft.com/office/drawing/2014/main" id="{C430D7B4-1126-DC61-ED10-3300FFAE9358}"/>
                </a:ext>
              </a:extLst>
            </p:cNvPr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7" name="pg3147">
              <a:extLst>
                <a:ext uri="{FF2B5EF4-FFF2-40B4-BE49-F238E27FC236}">
                  <a16:creationId xmlns:a16="http://schemas.microsoft.com/office/drawing/2014/main" id="{EC4B98E3-4D3B-4C11-974E-39707B22D7C7}"/>
                </a:ext>
              </a:extLst>
            </p:cNvPr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8" name="pg3148">
              <a:extLst>
                <a:ext uri="{FF2B5EF4-FFF2-40B4-BE49-F238E27FC236}">
                  <a16:creationId xmlns:a16="http://schemas.microsoft.com/office/drawing/2014/main" id="{9FE80C53-DA91-3B06-D380-1E2D557BC200}"/>
                </a:ext>
              </a:extLst>
            </p:cNvPr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9" name="pg3149">
              <a:extLst>
                <a:ext uri="{FF2B5EF4-FFF2-40B4-BE49-F238E27FC236}">
                  <a16:creationId xmlns:a16="http://schemas.microsoft.com/office/drawing/2014/main" id="{A3A00218-F3C8-E30B-D5C2-51121F218EE8}"/>
                </a:ext>
              </a:extLst>
            </p:cNvPr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0" name="pg3150">
              <a:extLst>
                <a:ext uri="{FF2B5EF4-FFF2-40B4-BE49-F238E27FC236}">
                  <a16:creationId xmlns:a16="http://schemas.microsoft.com/office/drawing/2014/main" id="{4555BC4B-BBEE-8FBE-D858-814E2DBF620B}"/>
                </a:ext>
              </a:extLst>
            </p:cNvPr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1" name="pg3151">
              <a:extLst>
                <a:ext uri="{FF2B5EF4-FFF2-40B4-BE49-F238E27FC236}">
                  <a16:creationId xmlns:a16="http://schemas.microsoft.com/office/drawing/2014/main" id="{81AC16D2-A01A-8A63-C79C-92D29C552C0C}"/>
                </a:ext>
              </a:extLst>
            </p:cNvPr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2" name="pg3152">
              <a:extLst>
                <a:ext uri="{FF2B5EF4-FFF2-40B4-BE49-F238E27FC236}">
                  <a16:creationId xmlns:a16="http://schemas.microsoft.com/office/drawing/2014/main" id="{2D7D13F8-44E8-B205-2C47-07F1AA06CBC8}"/>
                </a:ext>
              </a:extLst>
            </p:cNvPr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3" name="pg3153">
              <a:extLst>
                <a:ext uri="{FF2B5EF4-FFF2-40B4-BE49-F238E27FC236}">
                  <a16:creationId xmlns:a16="http://schemas.microsoft.com/office/drawing/2014/main" id="{E78337F3-7D43-09C7-6766-C7ED33607A34}"/>
                </a:ext>
              </a:extLst>
            </p:cNvPr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4" name="pg3154">
              <a:extLst>
                <a:ext uri="{FF2B5EF4-FFF2-40B4-BE49-F238E27FC236}">
                  <a16:creationId xmlns:a16="http://schemas.microsoft.com/office/drawing/2014/main" id="{D4E20F7C-8999-416D-398C-C8423BECE7E7}"/>
                </a:ext>
              </a:extLst>
            </p:cNvPr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5" name="pg3155">
              <a:extLst>
                <a:ext uri="{FF2B5EF4-FFF2-40B4-BE49-F238E27FC236}">
                  <a16:creationId xmlns:a16="http://schemas.microsoft.com/office/drawing/2014/main" id="{992DE7F8-4341-3CF9-67AE-AA73DC54B1A9}"/>
                </a:ext>
              </a:extLst>
            </p:cNvPr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6" name="pg3156">
              <a:extLst>
                <a:ext uri="{FF2B5EF4-FFF2-40B4-BE49-F238E27FC236}">
                  <a16:creationId xmlns:a16="http://schemas.microsoft.com/office/drawing/2014/main" id="{C8DF23E4-35CF-4F2A-B59B-659026C7C357}"/>
                </a:ext>
              </a:extLst>
            </p:cNvPr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7" name="pg3157">
              <a:extLst>
                <a:ext uri="{FF2B5EF4-FFF2-40B4-BE49-F238E27FC236}">
                  <a16:creationId xmlns:a16="http://schemas.microsoft.com/office/drawing/2014/main" id="{635E6ADF-7C8B-FA79-8F39-1AB0E1F0B958}"/>
                </a:ext>
              </a:extLst>
            </p:cNvPr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8" name="pg3158">
              <a:extLst>
                <a:ext uri="{FF2B5EF4-FFF2-40B4-BE49-F238E27FC236}">
                  <a16:creationId xmlns:a16="http://schemas.microsoft.com/office/drawing/2014/main" id="{24A4A5A9-CFA9-8FEC-75E9-B03DA7CAC43F}"/>
                </a:ext>
              </a:extLst>
            </p:cNvPr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9" name="pg3159">
              <a:extLst>
                <a:ext uri="{FF2B5EF4-FFF2-40B4-BE49-F238E27FC236}">
                  <a16:creationId xmlns:a16="http://schemas.microsoft.com/office/drawing/2014/main" id="{B00D996E-8EB8-27D9-EAF6-F18BD08F7911}"/>
                </a:ext>
              </a:extLst>
            </p:cNvPr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0" name="pg3160">
              <a:extLst>
                <a:ext uri="{FF2B5EF4-FFF2-40B4-BE49-F238E27FC236}">
                  <a16:creationId xmlns:a16="http://schemas.microsoft.com/office/drawing/2014/main" id="{1B2219B0-C5C5-C0A3-09AF-31307BB75763}"/>
                </a:ext>
              </a:extLst>
            </p:cNvPr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1" name="pg3161">
              <a:extLst>
                <a:ext uri="{FF2B5EF4-FFF2-40B4-BE49-F238E27FC236}">
                  <a16:creationId xmlns:a16="http://schemas.microsoft.com/office/drawing/2014/main" id="{079ACC25-C7D0-EEE4-9F1B-6ECFF37DFA2B}"/>
                </a:ext>
              </a:extLst>
            </p:cNvPr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2" name="pg3162">
              <a:extLst>
                <a:ext uri="{FF2B5EF4-FFF2-40B4-BE49-F238E27FC236}">
                  <a16:creationId xmlns:a16="http://schemas.microsoft.com/office/drawing/2014/main" id="{06297012-49EA-5834-D9AF-37A90A5787C3}"/>
                </a:ext>
              </a:extLst>
            </p:cNvPr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3" name="pg3163">
              <a:extLst>
                <a:ext uri="{FF2B5EF4-FFF2-40B4-BE49-F238E27FC236}">
                  <a16:creationId xmlns:a16="http://schemas.microsoft.com/office/drawing/2014/main" id="{768D7370-2950-5499-B8FA-F548803F7783}"/>
                </a:ext>
              </a:extLst>
            </p:cNvPr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4" name="pg3164">
              <a:extLst>
                <a:ext uri="{FF2B5EF4-FFF2-40B4-BE49-F238E27FC236}">
                  <a16:creationId xmlns:a16="http://schemas.microsoft.com/office/drawing/2014/main" id="{E2A2C96D-7741-A737-71C4-1B58ECD9A121}"/>
                </a:ext>
              </a:extLst>
            </p:cNvPr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5" name="pg3165">
              <a:extLst>
                <a:ext uri="{FF2B5EF4-FFF2-40B4-BE49-F238E27FC236}">
                  <a16:creationId xmlns:a16="http://schemas.microsoft.com/office/drawing/2014/main" id="{4577F80C-48D7-ACA9-E7C4-DC4BB4644217}"/>
                </a:ext>
              </a:extLst>
            </p:cNvPr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6" name="pg3166">
              <a:extLst>
                <a:ext uri="{FF2B5EF4-FFF2-40B4-BE49-F238E27FC236}">
                  <a16:creationId xmlns:a16="http://schemas.microsoft.com/office/drawing/2014/main" id="{861357A2-EC38-3B7B-CB88-B6FE518F8065}"/>
                </a:ext>
              </a:extLst>
            </p:cNvPr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7" name="pg3167">
              <a:extLst>
                <a:ext uri="{FF2B5EF4-FFF2-40B4-BE49-F238E27FC236}">
                  <a16:creationId xmlns:a16="http://schemas.microsoft.com/office/drawing/2014/main" id="{D4848E16-1051-D517-918D-52A19BF4D3EB}"/>
                </a:ext>
              </a:extLst>
            </p:cNvPr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8" name="pg3168">
              <a:extLst>
                <a:ext uri="{FF2B5EF4-FFF2-40B4-BE49-F238E27FC236}">
                  <a16:creationId xmlns:a16="http://schemas.microsoft.com/office/drawing/2014/main" id="{0AAF8F63-6110-8C61-8591-40322E70C3C5}"/>
                </a:ext>
              </a:extLst>
            </p:cNvPr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9" name="pg3169">
              <a:extLst>
                <a:ext uri="{FF2B5EF4-FFF2-40B4-BE49-F238E27FC236}">
                  <a16:creationId xmlns:a16="http://schemas.microsoft.com/office/drawing/2014/main" id="{916B59BB-1BB6-5CA7-D9FC-52B3B85E3D60}"/>
                </a:ext>
              </a:extLst>
            </p:cNvPr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0" name="pg3170">
              <a:extLst>
                <a:ext uri="{FF2B5EF4-FFF2-40B4-BE49-F238E27FC236}">
                  <a16:creationId xmlns:a16="http://schemas.microsoft.com/office/drawing/2014/main" id="{ED049645-CAB8-6536-F49E-E984747B12B3}"/>
                </a:ext>
              </a:extLst>
            </p:cNvPr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1" name="pg3171">
              <a:extLst>
                <a:ext uri="{FF2B5EF4-FFF2-40B4-BE49-F238E27FC236}">
                  <a16:creationId xmlns:a16="http://schemas.microsoft.com/office/drawing/2014/main" id="{15FB0D21-6041-9C6D-0E99-92C63DB3007C}"/>
                </a:ext>
              </a:extLst>
            </p:cNvPr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2" name="pg3172">
              <a:extLst>
                <a:ext uri="{FF2B5EF4-FFF2-40B4-BE49-F238E27FC236}">
                  <a16:creationId xmlns:a16="http://schemas.microsoft.com/office/drawing/2014/main" id="{2752F031-3143-B66D-2610-40A08C958F61}"/>
                </a:ext>
              </a:extLst>
            </p:cNvPr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3" name="pg3173">
              <a:extLst>
                <a:ext uri="{FF2B5EF4-FFF2-40B4-BE49-F238E27FC236}">
                  <a16:creationId xmlns:a16="http://schemas.microsoft.com/office/drawing/2014/main" id="{E933C07A-530A-DB6F-AFAE-904262F2550B}"/>
                </a:ext>
              </a:extLst>
            </p:cNvPr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4" name="pg3174">
              <a:extLst>
                <a:ext uri="{FF2B5EF4-FFF2-40B4-BE49-F238E27FC236}">
                  <a16:creationId xmlns:a16="http://schemas.microsoft.com/office/drawing/2014/main" id="{2B0F607B-171C-9E3E-C9EF-4C992ADE5A13}"/>
                </a:ext>
              </a:extLst>
            </p:cNvPr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5" name="pg3175">
              <a:extLst>
                <a:ext uri="{FF2B5EF4-FFF2-40B4-BE49-F238E27FC236}">
                  <a16:creationId xmlns:a16="http://schemas.microsoft.com/office/drawing/2014/main" id="{F2948838-064E-2660-5667-212B6B72B23E}"/>
                </a:ext>
              </a:extLst>
            </p:cNvPr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6" name="pg3176">
              <a:extLst>
                <a:ext uri="{FF2B5EF4-FFF2-40B4-BE49-F238E27FC236}">
                  <a16:creationId xmlns:a16="http://schemas.microsoft.com/office/drawing/2014/main" id="{5E5D1AB9-B635-BFEC-75A2-991FCC6205E8}"/>
                </a:ext>
              </a:extLst>
            </p:cNvPr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7" name="pg3177">
              <a:extLst>
                <a:ext uri="{FF2B5EF4-FFF2-40B4-BE49-F238E27FC236}">
                  <a16:creationId xmlns:a16="http://schemas.microsoft.com/office/drawing/2014/main" id="{030486D8-48B8-9327-ACE0-C76BCA2909EA}"/>
                </a:ext>
              </a:extLst>
            </p:cNvPr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8" name="pg3178">
              <a:extLst>
                <a:ext uri="{FF2B5EF4-FFF2-40B4-BE49-F238E27FC236}">
                  <a16:creationId xmlns:a16="http://schemas.microsoft.com/office/drawing/2014/main" id="{6F7831AF-D795-24E1-D701-E76690E14C12}"/>
                </a:ext>
              </a:extLst>
            </p:cNvPr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9" name="pg3179">
              <a:extLst>
                <a:ext uri="{FF2B5EF4-FFF2-40B4-BE49-F238E27FC236}">
                  <a16:creationId xmlns:a16="http://schemas.microsoft.com/office/drawing/2014/main" id="{4230083A-7C37-357E-6B8C-210B21705B37}"/>
                </a:ext>
              </a:extLst>
            </p:cNvPr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0" name="pg3180">
              <a:extLst>
                <a:ext uri="{FF2B5EF4-FFF2-40B4-BE49-F238E27FC236}">
                  <a16:creationId xmlns:a16="http://schemas.microsoft.com/office/drawing/2014/main" id="{ABDAEAE3-0CEF-CD49-B96F-9F9E7CF55200}"/>
                </a:ext>
              </a:extLst>
            </p:cNvPr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1" name="pg3181">
              <a:extLst>
                <a:ext uri="{FF2B5EF4-FFF2-40B4-BE49-F238E27FC236}">
                  <a16:creationId xmlns:a16="http://schemas.microsoft.com/office/drawing/2014/main" id="{5EDB89F8-94EC-670B-6415-C86131A334AA}"/>
                </a:ext>
              </a:extLst>
            </p:cNvPr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2" name="pg3182">
              <a:extLst>
                <a:ext uri="{FF2B5EF4-FFF2-40B4-BE49-F238E27FC236}">
                  <a16:creationId xmlns:a16="http://schemas.microsoft.com/office/drawing/2014/main" id="{E18951AB-47DF-B1E2-85EF-F71837AF8697}"/>
                </a:ext>
              </a:extLst>
            </p:cNvPr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3" name="pg3183">
              <a:extLst>
                <a:ext uri="{FF2B5EF4-FFF2-40B4-BE49-F238E27FC236}">
                  <a16:creationId xmlns:a16="http://schemas.microsoft.com/office/drawing/2014/main" id="{1119CC8E-074F-A72E-3A71-AB254138DB42}"/>
                </a:ext>
              </a:extLst>
            </p:cNvPr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4" name="pg3184">
              <a:extLst>
                <a:ext uri="{FF2B5EF4-FFF2-40B4-BE49-F238E27FC236}">
                  <a16:creationId xmlns:a16="http://schemas.microsoft.com/office/drawing/2014/main" id="{7D3AE156-C37E-D464-C7C4-0B3606035724}"/>
                </a:ext>
              </a:extLst>
            </p:cNvPr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5" name="pg3185">
              <a:extLst>
                <a:ext uri="{FF2B5EF4-FFF2-40B4-BE49-F238E27FC236}">
                  <a16:creationId xmlns:a16="http://schemas.microsoft.com/office/drawing/2014/main" id="{036DC4E3-FDA8-8909-44C0-DFFB4C8114F4}"/>
                </a:ext>
              </a:extLst>
            </p:cNvPr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6" name="pg3186">
              <a:extLst>
                <a:ext uri="{FF2B5EF4-FFF2-40B4-BE49-F238E27FC236}">
                  <a16:creationId xmlns:a16="http://schemas.microsoft.com/office/drawing/2014/main" id="{2867C2FD-EEBB-DDF7-5AFE-209B3E44EB19}"/>
                </a:ext>
              </a:extLst>
            </p:cNvPr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7" name="pg3187">
              <a:extLst>
                <a:ext uri="{FF2B5EF4-FFF2-40B4-BE49-F238E27FC236}">
                  <a16:creationId xmlns:a16="http://schemas.microsoft.com/office/drawing/2014/main" id="{1E0AEE84-3D45-49FC-5C15-CF09B126A7F9}"/>
                </a:ext>
              </a:extLst>
            </p:cNvPr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8" name="pg3188">
              <a:extLst>
                <a:ext uri="{FF2B5EF4-FFF2-40B4-BE49-F238E27FC236}">
                  <a16:creationId xmlns:a16="http://schemas.microsoft.com/office/drawing/2014/main" id="{E78CB7C1-DB60-57B1-DDB1-DA86C4CBB7CE}"/>
                </a:ext>
              </a:extLst>
            </p:cNvPr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9" name="pg3189">
              <a:extLst>
                <a:ext uri="{FF2B5EF4-FFF2-40B4-BE49-F238E27FC236}">
                  <a16:creationId xmlns:a16="http://schemas.microsoft.com/office/drawing/2014/main" id="{E7D2832C-3377-2E85-1ED8-01F5F4E54BC1}"/>
                </a:ext>
              </a:extLst>
            </p:cNvPr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0" name="pg3190">
              <a:extLst>
                <a:ext uri="{FF2B5EF4-FFF2-40B4-BE49-F238E27FC236}">
                  <a16:creationId xmlns:a16="http://schemas.microsoft.com/office/drawing/2014/main" id="{DB1F8848-9779-6936-3970-D7B87F1DB569}"/>
                </a:ext>
              </a:extLst>
            </p:cNvPr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1" name="pg3191">
              <a:extLst>
                <a:ext uri="{FF2B5EF4-FFF2-40B4-BE49-F238E27FC236}">
                  <a16:creationId xmlns:a16="http://schemas.microsoft.com/office/drawing/2014/main" id="{57E724C6-33A5-E1AF-CEDD-61C01BD52A12}"/>
                </a:ext>
              </a:extLst>
            </p:cNvPr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2" name="pg3192">
              <a:extLst>
                <a:ext uri="{FF2B5EF4-FFF2-40B4-BE49-F238E27FC236}">
                  <a16:creationId xmlns:a16="http://schemas.microsoft.com/office/drawing/2014/main" id="{D68BEC87-81A5-0BDD-0EF4-05697CA3BEBD}"/>
                </a:ext>
              </a:extLst>
            </p:cNvPr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3" name="pg3193">
              <a:extLst>
                <a:ext uri="{FF2B5EF4-FFF2-40B4-BE49-F238E27FC236}">
                  <a16:creationId xmlns:a16="http://schemas.microsoft.com/office/drawing/2014/main" id="{E9AB6037-941A-6253-39FC-767449F0A662}"/>
                </a:ext>
              </a:extLst>
            </p:cNvPr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4" name="pg3194">
              <a:extLst>
                <a:ext uri="{FF2B5EF4-FFF2-40B4-BE49-F238E27FC236}">
                  <a16:creationId xmlns:a16="http://schemas.microsoft.com/office/drawing/2014/main" id="{1154A920-FF65-B7B7-6D08-6BF3D8CC7437}"/>
                </a:ext>
              </a:extLst>
            </p:cNvPr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5" name="pg3195">
              <a:extLst>
                <a:ext uri="{FF2B5EF4-FFF2-40B4-BE49-F238E27FC236}">
                  <a16:creationId xmlns:a16="http://schemas.microsoft.com/office/drawing/2014/main" id="{59AFD93E-D66A-3474-DAC5-3E0F354CCB39}"/>
                </a:ext>
              </a:extLst>
            </p:cNvPr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6" name="pg3196">
              <a:extLst>
                <a:ext uri="{FF2B5EF4-FFF2-40B4-BE49-F238E27FC236}">
                  <a16:creationId xmlns:a16="http://schemas.microsoft.com/office/drawing/2014/main" id="{152A5748-5A60-67F1-69BE-3CD05307AA17}"/>
                </a:ext>
              </a:extLst>
            </p:cNvPr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7" name="pg3197">
              <a:extLst>
                <a:ext uri="{FF2B5EF4-FFF2-40B4-BE49-F238E27FC236}">
                  <a16:creationId xmlns:a16="http://schemas.microsoft.com/office/drawing/2014/main" id="{8009A356-0A49-FE76-34BB-E6BB5F75FDBE}"/>
                </a:ext>
              </a:extLst>
            </p:cNvPr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8" name="pg3198">
              <a:extLst>
                <a:ext uri="{FF2B5EF4-FFF2-40B4-BE49-F238E27FC236}">
                  <a16:creationId xmlns:a16="http://schemas.microsoft.com/office/drawing/2014/main" id="{B61B8F22-A126-FB4B-5815-B8B1720E64E8}"/>
                </a:ext>
              </a:extLst>
            </p:cNvPr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9" name="pg3199">
              <a:extLst>
                <a:ext uri="{FF2B5EF4-FFF2-40B4-BE49-F238E27FC236}">
                  <a16:creationId xmlns:a16="http://schemas.microsoft.com/office/drawing/2014/main" id="{BE830DE2-557B-4D6C-FF67-9362DE7A860D}"/>
                </a:ext>
              </a:extLst>
            </p:cNvPr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0" name="pg3200">
              <a:extLst>
                <a:ext uri="{FF2B5EF4-FFF2-40B4-BE49-F238E27FC236}">
                  <a16:creationId xmlns:a16="http://schemas.microsoft.com/office/drawing/2014/main" id="{C4E6DBB5-2727-C68F-2501-095429199D03}"/>
                </a:ext>
              </a:extLst>
            </p:cNvPr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1" name="pg3201">
              <a:extLst>
                <a:ext uri="{FF2B5EF4-FFF2-40B4-BE49-F238E27FC236}">
                  <a16:creationId xmlns:a16="http://schemas.microsoft.com/office/drawing/2014/main" id="{66BD8D99-E4EC-D2CB-9860-9CD50E42DB2F}"/>
                </a:ext>
              </a:extLst>
            </p:cNvPr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2" name="pg3202">
              <a:extLst>
                <a:ext uri="{FF2B5EF4-FFF2-40B4-BE49-F238E27FC236}">
                  <a16:creationId xmlns:a16="http://schemas.microsoft.com/office/drawing/2014/main" id="{121428B8-F26A-E39E-59DE-732E5C2854F4}"/>
                </a:ext>
              </a:extLst>
            </p:cNvPr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3" name="pg3203">
              <a:extLst>
                <a:ext uri="{FF2B5EF4-FFF2-40B4-BE49-F238E27FC236}">
                  <a16:creationId xmlns:a16="http://schemas.microsoft.com/office/drawing/2014/main" id="{60D5DB92-2FEC-195C-AC6D-F3D97C398D68}"/>
                </a:ext>
              </a:extLst>
            </p:cNvPr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4" name="pg3204">
              <a:extLst>
                <a:ext uri="{FF2B5EF4-FFF2-40B4-BE49-F238E27FC236}">
                  <a16:creationId xmlns:a16="http://schemas.microsoft.com/office/drawing/2014/main" id="{DAD7DBAC-F19C-1A95-1C11-C14F635438A2}"/>
                </a:ext>
              </a:extLst>
            </p:cNvPr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5" name="pg3205">
              <a:extLst>
                <a:ext uri="{FF2B5EF4-FFF2-40B4-BE49-F238E27FC236}">
                  <a16:creationId xmlns:a16="http://schemas.microsoft.com/office/drawing/2014/main" id="{045DD085-4454-63E3-2677-82AFA72174CB}"/>
                </a:ext>
              </a:extLst>
            </p:cNvPr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6" name="pg3206">
              <a:extLst>
                <a:ext uri="{FF2B5EF4-FFF2-40B4-BE49-F238E27FC236}">
                  <a16:creationId xmlns:a16="http://schemas.microsoft.com/office/drawing/2014/main" id="{D1027993-68E7-DCAB-64AD-CAAA9D0F4923}"/>
                </a:ext>
              </a:extLst>
            </p:cNvPr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7" name="pg3207">
              <a:extLst>
                <a:ext uri="{FF2B5EF4-FFF2-40B4-BE49-F238E27FC236}">
                  <a16:creationId xmlns:a16="http://schemas.microsoft.com/office/drawing/2014/main" id="{98F1BE66-ED96-77BD-BA11-617A2EBB1096}"/>
                </a:ext>
              </a:extLst>
            </p:cNvPr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8" name="pg3208">
              <a:extLst>
                <a:ext uri="{FF2B5EF4-FFF2-40B4-BE49-F238E27FC236}">
                  <a16:creationId xmlns:a16="http://schemas.microsoft.com/office/drawing/2014/main" id="{F2DA2E31-2EC8-5EB3-7A65-57CAFC25D5F0}"/>
                </a:ext>
              </a:extLst>
            </p:cNvPr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9" name="pg3209">
              <a:extLst>
                <a:ext uri="{FF2B5EF4-FFF2-40B4-BE49-F238E27FC236}">
                  <a16:creationId xmlns:a16="http://schemas.microsoft.com/office/drawing/2014/main" id="{6842883D-D4DB-CB4C-1327-1C5A6A9202C6}"/>
                </a:ext>
              </a:extLst>
            </p:cNvPr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0" name="pg3210">
              <a:extLst>
                <a:ext uri="{FF2B5EF4-FFF2-40B4-BE49-F238E27FC236}">
                  <a16:creationId xmlns:a16="http://schemas.microsoft.com/office/drawing/2014/main" id="{295BE715-265A-F3EE-AB90-1455DEB20867}"/>
                </a:ext>
              </a:extLst>
            </p:cNvPr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1" name="pg3211">
              <a:extLst>
                <a:ext uri="{FF2B5EF4-FFF2-40B4-BE49-F238E27FC236}">
                  <a16:creationId xmlns:a16="http://schemas.microsoft.com/office/drawing/2014/main" id="{2523F0AA-8407-EC37-08FC-76D8A868AA0A}"/>
                </a:ext>
              </a:extLst>
            </p:cNvPr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2" name="pg3212">
              <a:extLst>
                <a:ext uri="{FF2B5EF4-FFF2-40B4-BE49-F238E27FC236}">
                  <a16:creationId xmlns:a16="http://schemas.microsoft.com/office/drawing/2014/main" id="{5D230CEE-AB61-2BD0-393E-E3FE7370FBBC}"/>
                </a:ext>
              </a:extLst>
            </p:cNvPr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3" name="pg3213">
              <a:extLst>
                <a:ext uri="{FF2B5EF4-FFF2-40B4-BE49-F238E27FC236}">
                  <a16:creationId xmlns:a16="http://schemas.microsoft.com/office/drawing/2014/main" id="{AC4D475E-1661-A977-3C5E-84A6E592D51B}"/>
                </a:ext>
              </a:extLst>
            </p:cNvPr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4" name="pg3214">
              <a:extLst>
                <a:ext uri="{FF2B5EF4-FFF2-40B4-BE49-F238E27FC236}">
                  <a16:creationId xmlns:a16="http://schemas.microsoft.com/office/drawing/2014/main" id="{D1540C48-A93D-1014-E6F6-BF8A9E364D9A}"/>
                </a:ext>
              </a:extLst>
            </p:cNvPr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5" name="pg3215">
              <a:extLst>
                <a:ext uri="{FF2B5EF4-FFF2-40B4-BE49-F238E27FC236}">
                  <a16:creationId xmlns:a16="http://schemas.microsoft.com/office/drawing/2014/main" id="{AADEA18F-E770-2E4C-2355-37F966D42B54}"/>
                </a:ext>
              </a:extLst>
            </p:cNvPr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6" name="pg3216">
              <a:extLst>
                <a:ext uri="{FF2B5EF4-FFF2-40B4-BE49-F238E27FC236}">
                  <a16:creationId xmlns:a16="http://schemas.microsoft.com/office/drawing/2014/main" id="{0B6165A2-98C6-1A9B-174B-253666B26608}"/>
                </a:ext>
              </a:extLst>
            </p:cNvPr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7" name="pg3217">
              <a:extLst>
                <a:ext uri="{FF2B5EF4-FFF2-40B4-BE49-F238E27FC236}">
                  <a16:creationId xmlns:a16="http://schemas.microsoft.com/office/drawing/2014/main" id="{7317C4CB-16A4-F1CC-F6AE-F91E5DB6F947}"/>
                </a:ext>
              </a:extLst>
            </p:cNvPr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8" name="pg3218">
              <a:extLst>
                <a:ext uri="{FF2B5EF4-FFF2-40B4-BE49-F238E27FC236}">
                  <a16:creationId xmlns:a16="http://schemas.microsoft.com/office/drawing/2014/main" id="{8E35A6AB-ACED-714F-E24F-41CBB95EFC29}"/>
                </a:ext>
              </a:extLst>
            </p:cNvPr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9" name="pg3219">
              <a:extLst>
                <a:ext uri="{FF2B5EF4-FFF2-40B4-BE49-F238E27FC236}">
                  <a16:creationId xmlns:a16="http://schemas.microsoft.com/office/drawing/2014/main" id="{98787C94-7392-0D49-F0E2-17FEC0441A2F}"/>
                </a:ext>
              </a:extLst>
            </p:cNvPr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0" name="pg3220">
              <a:extLst>
                <a:ext uri="{FF2B5EF4-FFF2-40B4-BE49-F238E27FC236}">
                  <a16:creationId xmlns:a16="http://schemas.microsoft.com/office/drawing/2014/main" id="{77E46353-6290-EEBA-93C0-84731660D448}"/>
                </a:ext>
              </a:extLst>
            </p:cNvPr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1" name="pg3221">
              <a:extLst>
                <a:ext uri="{FF2B5EF4-FFF2-40B4-BE49-F238E27FC236}">
                  <a16:creationId xmlns:a16="http://schemas.microsoft.com/office/drawing/2014/main" id="{1B1E4407-C2D8-2190-B2F8-154CC97FE6FA}"/>
                </a:ext>
              </a:extLst>
            </p:cNvPr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2" name="pg3222">
              <a:extLst>
                <a:ext uri="{FF2B5EF4-FFF2-40B4-BE49-F238E27FC236}">
                  <a16:creationId xmlns:a16="http://schemas.microsoft.com/office/drawing/2014/main" id="{B8388334-1FEF-DDC2-130D-B904A8CC89FA}"/>
                </a:ext>
              </a:extLst>
            </p:cNvPr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3" name="pg3223">
              <a:extLst>
                <a:ext uri="{FF2B5EF4-FFF2-40B4-BE49-F238E27FC236}">
                  <a16:creationId xmlns:a16="http://schemas.microsoft.com/office/drawing/2014/main" id="{B56163F3-5725-1C04-3408-930100B259E4}"/>
                </a:ext>
              </a:extLst>
            </p:cNvPr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4" name="pg3224">
              <a:extLst>
                <a:ext uri="{FF2B5EF4-FFF2-40B4-BE49-F238E27FC236}">
                  <a16:creationId xmlns:a16="http://schemas.microsoft.com/office/drawing/2014/main" id="{0A745A19-994D-4B5D-9787-1EBC527AD01C}"/>
                </a:ext>
              </a:extLst>
            </p:cNvPr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5" name="pg3225">
              <a:extLst>
                <a:ext uri="{FF2B5EF4-FFF2-40B4-BE49-F238E27FC236}">
                  <a16:creationId xmlns:a16="http://schemas.microsoft.com/office/drawing/2014/main" id="{4DC323C3-FC24-3674-C988-3A670472AB07}"/>
                </a:ext>
              </a:extLst>
            </p:cNvPr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6" name="pg3226">
              <a:extLst>
                <a:ext uri="{FF2B5EF4-FFF2-40B4-BE49-F238E27FC236}">
                  <a16:creationId xmlns:a16="http://schemas.microsoft.com/office/drawing/2014/main" id="{079173E0-4CB3-8231-024F-C198CEE6B309}"/>
                </a:ext>
              </a:extLst>
            </p:cNvPr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7" name="pg3227">
              <a:extLst>
                <a:ext uri="{FF2B5EF4-FFF2-40B4-BE49-F238E27FC236}">
                  <a16:creationId xmlns:a16="http://schemas.microsoft.com/office/drawing/2014/main" id="{FA0512FB-A234-50FA-35D4-C15A96B45386}"/>
                </a:ext>
              </a:extLst>
            </p:cNvPr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8" name="pg3228">
              <a:extLst>
                <a:ext uri="{FF2B5EF4-FFF2-40B4-BE49-F238E27FC236}">
                  <a16:creationId xmlns:a16="http://schemas.microsoft.com/office/drawing/2014/main" id="{3739252A-8FC0-5E8C-D57D-4C8B2B8A292F}"/>
                </a:ext>
              </a:extLst>
            </p:cNvPr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9" name="pg3229">
              <a:extLst>
                <a:ext uri="{FF2B5EF4-FFF2-40B4-BE49-F238E27FC236}">
                  <a16:creationId xmlns:a16="http://schemas.microsoft.com/office/drawing/2014/main" id="{FEBA0BBE-D402-2508-26EC-1C8C70F10062}"/>
                </a:ext>
              </a:extLst>
            </p:cNvPr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0" name="pg3230">
              <a:extLst>
                <a:ext uri="{FF2B5EF4-FFF2-40B4-BE49-F238E27FC236}">
                  <a16:creationId xmlns:a16="http://schemas.microsoft.com/office/drawing/2014/main" id="{CFDD65F1-FEA2-B8C4-995E-00C3872156FA}"/>
                </a:ext>
              </a:extLst>
            </p:cNvPr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1" name="pg3231">
              <a:extLst>
                <a:ext uri="{FF2B5EF4-FFF2-40B4-BE49-F238E27FC236}">
                  <a16:creationId xmlns:a16="http://schemas.microsoft.com/office/drawing/2014/main" id="{0457A4F5-8D7E-F08E-503D-207D2E2A30B3}"/>
                </a:ext>
              </a:extLst>
            </p:cNvPr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2" name="pg3232">
              <a:extLst>
                <a:ext uri="{FF2B5EF4-FFF2-40B4-BE49-F238E27FC236}">
                  <a16:creationId xmlns:a16="http://schemas.microsoft.com/office/drawing/2014/main" id="{DE72C80E-F957-251A-AE52-03E0A26ABDE8}"/>
                </a:ext>
              </a:extLst>
            </p:cNvPr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3" name="pg3233">
              <a:extLst>
                <a:ext uri="{FF2B5EF4-FFF2-40B4-BE49-F238E27FC236}">
                  <a16:creationId xmlns:a16="http://schemas.microsoft.com/office/drawing/2014/main" id="{9BF3F1C1-D024-D5CE-7EE9-74E42EBC6C99}"/>
                </a:ext>
              </a:extLst>
            </p:cNvPr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4" name="pg3234">
              <a:extLst>
                <a:ext uri="{FF2B5EF4-FFF2-40B4-BE49-F238E27FC236}">
                  <a16:creationId xmlns:a16="http://schemas.microsoft.com/office/drawing/2014/main" id="{8F59C47A-3476-6D47-BADC-38D120DF5597}"/>
                </a:ext>
              </a:extLst>
            </p:cNvPr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5" name="pg3235">
              <a:extLst>
                <a:ext uri="{FF2B5EF4-FFF2-40B4-BE49-F238E27FC236}">
                  <a16:creationId xmlns:a16="http://schemas.microsoft.com/office/drawing/2014/main" id="{06678B9A-196D-F76F-4CFF-9CE0266CA3B7}"/>
                </a:ext>
              </a:extLst>
            </p:cNvPr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6" name="pg3236">
              <a:extLst>
                <a:ext uri="{FF2B5EF4-FFF2-40B4-BE49-F238E27FC236}">
                  <a16:creationId xmlns:a16="http://schemas.microsoft.com/office/drawing/2014/main" id="{5C250E78-8BD8-F226-97FB-20B8980229F7}"/>
                </a:ext>
              </a:extLst>
            </p:cNvPr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7" name="pg3237">
              <a:extLst>
                <a:ext uri="{FF2B5EF4-FFF2-40B4-BE49-F238E27FC236}">
                  <a16:creationId xmlns:a16="http://schemas.microsoft.com/office/drawing/2014/main" id="{A9982F64-AD2E-026D-33D0-6EC237ABB332}"/>
                </a:ext>
              </a:extLst>
            </p:cNvPr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8" name="pg3238">
              <a:extLst>
                <a:ext uri="{FF2B5EF4-FFF2-40B4-BE49-F238E27FC236}">
                  <a16:creationId xmlns:a16="http://schemas.microsoft.com/office/drawing/2014/main" id="{2FEA34DB-4090-8EC9-4615-1255A0E834AC}"/>
                </a:ext>
              </a:extLst>
            </p:cNvPr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9" name="pg3239">
              <a:extLst>
                <a:ext uri="{FF2B5EF4-FFF2-40B4-BE49-F238E27FC236}">
                  <a16:creationId xmlns:a16="http://schemas.microsoft.com/office/drawing/2014/main" id="{433F0761-4D88-84C4-BBAF-0F5096761E89}"/>
                </a:ext>
              </a:extLst>
            </p:cNvPr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0" name="pg3240">
              <a:extLst>
                <a:ext uri="{FF2B5EF4-FFF2-40B4-BE49-F238E27FC236}">
                  <a16:creationId xmlns:a16="http://schemas.microsoft.com/office/drawing/2014/main" id="{EE217110-BFA7-858B-C37F-A582A12B3E76}"/>
                </a:ext>
              </a:extLst>
            </p:cNvPr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1" name="pg3241">
              <a:extLst>
                <a:ext uri="{FF2B5EF4-FFF2-40B4-BE49-F238E27FC236}">
                  <a16:creationId xmlns:a16="http://schemas.microsoft.com/office/drawing/2014/main" id="{34685272-950E-4D95-F997-62CE0A202FE1}"/>
                </a:ext>
              </a:extLst>
            </p:cNvPr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2" name="pg3242">
              <a:extLst>
                <a:ext uri="{FF2B5EF4-FFF2-40B4-BE49-F238E27FC236}">
                  <a16:creationId xmlns:a16="http://schemas.microsoft.com/office/drawing/2014/main" id="{997A209A-ECF4-5207-DFC3-91401460CD53}"/>
                </a:ext>
              </a:extLst>
            </p:cNvPr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3" name="pg3243">
              <a:extLst>
                <a:ext uri="{FF2B5EF4-FFF2-40B4-BE49-F238E27FC236}">
                  <a16:creationId xmlns:a16="http://schemas.microsoft.com/office/drawing/2014/main" id="{37F7890F-04B3-5684-DC8D-CD69FF609357}"/>
                </a:ext>
              </a:extLst>
            </p:cNvPr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4" name="pg3244">
              <a:extLst>
                <a:ext uri="{FF2B5EF4-FFF2-40B4-BE49-F238E27FC236}">
                  <a16:creationId xmlns:a16="http://schemas.microsoft.com/office/drawing/2014/main" id="{BC860555-40F1-D318-AEA9-443564294C32}"/>
                </a:ext>
              </a:extLst>
            </p:cNvPr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5" name="pg3245">
              <a:extLst>
                <a:ext uri="{FF2B5EF4-FFF2-40B4-BE49-F238E27FC236}">
                  <a16:creationId xmlns:a16="http://schemas.microsoft.com/office/drawing/2014/main" id="{15201230-E3B2-B6F5-DEF5-DA251CBDD97E}"/>
                </a:ext>
              </a:extLst>
            </p:cNvPr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6" name="pg3246">
              <a:extLst>
                <a:ext uri="{FF2B5EF4-FFF2-40B4-BE49-F238E27FC236}">
                  <a16:creationId xmlns:a16="http://schemas.microsoft.com/office/drawing/2014/main" id="{CAD57825-7913-0D7D-1DB3-20359641549C}"/>
                </a:ext>
              </a:extLst>
            </p:cNvPr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7" name="pg3247">
              <a:extLst>
                <a:ext uri="{FF2B5EF4-FFF2-40B4-BE49-F238E27FC236}">
                  <a16:creationId xmlns:a16="http://schemas.microsoft.com/office/drawing/2014/main" id="{319253B8-FA13-DEBA-3C3C-622D367ECBBB}"/>
                </a:ext>
              </a:extLst>
            </p:cNvPr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8" name="pg3248">
              <a:extLst>
                <a:ext uri="{FF2B5EF4-FFF2-40B4-BE49-F238E27FC236}">
                  <a16:creationId xmlns:a16="http://schemas.microsoft.com/office/drawing/2014/main" id="{F191F96F-FA52-AB1E-6528-B04AAA1497BC}"/>
                </a:ext>
              </a:extLst>
            </p:cNvPr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9" name="pg3249">
              <a:extLst>
                <a:ext uri="{FF2B5EF4-FFF2-40B4-BE49-F238E27FC236}">
                  <a16:creationId xmlns:a16="http://schemas.microsoft.com/office/drawing/2014/main" id="{A15902ED-7731-F571-5BD6-D2D374D37208}"/>
                </a:ext>
              </a:extLst>
            </p:cNvPr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0" name="pg3250">
              <a:extLst>
                <a:ext uri="{FF2B5EF4-FFF2-40B4-BE49-F238E27FC236}">
                  <a16:creationId xmlns:a16="http://schemas.microsoft.com/office/drawing/2014/main" id="{ED22E9E1-3FE3-30CF-6ADD-BDE282A18C7B}"/>
                </a:ext>
              </a:extLst>
            </p:cNvPr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1" name="pg3251">
              <a:extLst>
                <a:ext uri="{FF2B5EF4-FFF2-40B4-BE49-F238E27FC236}">
                  <a16:creationId xmlns:a16="http://schemas.microsoft.com/office/drawing/2014/main" id="{EBA53D50-6F26-920F-D59D-40D8178B01D8}"/>
                </a:ext>
              </a:extLst>
            </p:cNvPr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2" name="pg3252">
              <a:extLst>
                <a:ext uri="{FF2B5EF4-FFF2-40B4-BE49-F238E27FC236}">
                  <a16:creationId xmlns:a16="http://schemas.microsoft.com/office/drawing/2014/main" id="{0D02409D-7FC0-1C66-0FC8-F8F29F64F284}"/>
                </a:ext>
              </a:extLst>
            </p:cNvPr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3" name="pg3253">
              <a:extLst>
                <a:ext uri="{FF2B5EF4-FFF2-40B4-BE49-F238E27FC236}">
                  <a16:creationId xmlns:a16="http://schemas.microsoft.com/office/drawing/2014/main" id="{96F4C7EC-7C3B-0BBF-B72A-EFE33DFC2429}"/>
                </a:ext>
              </a:extLst>
            </p:cNvPr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4" name="pg3254">
              <a:extLst>
                <a:ext uri="{FF2B5EF4-FFF2-40B4-BE49-F238E27FC236}">
                  <a16:creationId xmlns:a16="http://schemas.microsoft.com/office/drawing/2014/main" id="{4EAEDB5A-4A50-00D7-68B3-5A85845D5CD6}"/>
                </a:ext>
              </a:extLst>
            </p:cNvPr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5" name="pg3255">
              <a:extLst>
                <a:ext uri="{FF2B5EF4-FFF2-40B4-BE49-F238E27FC236}">
                  <a16:creationId xmlns:a16="http://schemas.microsoft.com/office/drawing/2014/main" id="{C9EC5F87-9F3E-F9E2-514E-27FE52A52925}"/>
                </a:ext>
              </a:extLst>
            </p:cNvPr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6" name="pg3256">
              <a:extLst>
                <a:ext uri="{FF2B5EF4-FFF2-40B4-BE49-F238E27FC236}">
                  <a16:creationId xmlns:a16="http://schemas.microsoft.com/office/drawing/2014/main" id="{904B0C29-0680-0CFD-7E00-1D48ADD01E09}"/>
                </a:ext>
              </a:extLst>
            </p:cNvPr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7" name="pg3257">
              <a:extLst>
                <a:ext uri="{FF2B5EF4-FFF2-40B4-BE49-F238E27FC236}">
                  <a16:creationId xmlns:a16="http://schemas.microsoft.com/office/drawing/2014/main" id="{3AAB1D81-0682-90F5-0505-2C0CE30A4609}"/>
                </a:ext>
              </a:extLst>
            </p:cNvPr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8" name="pg3258">
              <a:extLst>
                <a:ext uri="{FF2B5EF4-FFF2-40B4-BE49-F238E27FC236}">
                  <a16:creationId xmlns:a16="http://schemas.microsoft.com/office/drawing/2014/main" id="{3F22A5FA-D5FF-3BDC-BB93-98F0DB14473F}"/>
                </a:ext>
              </a:extLst>
            </p:cNvPr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9" name="pg3259">
              <a:extLst>
                <a:ext uri="{FF2B5EF4-FFF2-40B4-BE49-F238E27FC236}">
                  <a16:creationId xmlns:a16="http://schemas.microsoft.com/office/drawing/2014/main" id="{4848F3B9-08DB-C156-7A21-13B3F8F7A202}"/>
                </a:ext>
              </a:extLst>
            </p:cNvPr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0" name="pg3260">
              <a:extLst>
                <a:ext uri="{FF2B5EF4-FFF2-40B4-BE49-F238E27FC236}">
                  <a16:creationId xmlns:a16="http://schemas.microsoft.com/office/drawing/2014/main" id="{9D9EB9D8-FF6C-B36D-5F21-828BC44A0570}"/>
                </a:ext>
              </a:extLst>
            </p:cNvPr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1" name="pg3261">
              <a:extLst>
                <a:ext uri="{FF2B5EF4-FFF2-40B4-BE49-F238E27FC236}">
                  <a16:creationId xmlns:a16="http://schemas.microsoft.com/office/drawing/2014/main" id="{9B9214CC-2B55-7E71-FBDF-D558F51B85B4}"/>
                </a:ext>
              </a:extLst>
            </p:cNvPr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2" name="pg3262">
              <a:extLst>
                <a:ext uri="{FF2B5EF4-FFF2-40B4-BE49-F238E27FC236}">
                  <a16:creationId xmlns:a16="http://schemas.microsoft.com/office/drawing/2014/main" id="{E5D8D33D-4F66-6E4F-EA79-809E45AD2232}"/>
                </a:ext>
              </a:extLst>
            </p:cNvPr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3" name="pg3263">
              <a:extLst>
                <a:ext uri="{FF2B5EF4-FFF2-40B4-BE49-F238E27FC236}">
                  <a16:creationId xmlns:a16="http://schemas.microsoft.com/office/drawing/2014/main" id="{8329B7B6-BDD4-472A-D823-FC479418E629}"/>
                </a:ext>
              </a:extLst>
            </p:cNvPr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4" name="pg3264">
              <a:extLst>
                <a:ext uri="{FF2B5EF4-FFF2-40B4-BE49-F238E27FC236}">
                  <a16:creationId xmlns:a16="http://schemas.microsoft.com/office/drawing/2014/main" id="{981DF67B-2412-47C9-7F6D-7DD028399407}"/>
                </a:ext>
              </a:extLst>
            </p:cNvPr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5" name="pg3265">
              <a:extLst>
                <a:ext uri="{FF2B5EF4-FFF2-40B4-BE49-F238E27FC236}">
                  <a16:creationId xmlns:a16="http://schemas.microsoft.com/office/drawing/2014/main" id="{A4FDC001-76EE-C0AE-597A-4D6D8DFEAB2F}"/>
                </a:ext>
              </a:extLst>
            </p:cNvPr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6" name="pg3266">
              <a:extLst>
                <a:ext uri="{FF2B5EF4-FFF2-40B4-BE49-F238E27FC236}">
                  <a16:creationId xmlns:a16="http://schemas.microsoft.com/office/drawing/2014/main" id="{25A7FB1D-AB2B-6B2B-B205-3FE7A488C068}"/>
                </a:ext>
              </a:extLst>
            </p:cNvPr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7" name="pg3267">
              <a:extLst>
                <a:ext uri="{FF2B5EF4-FFF2-40B4-BE49-F238E27FC236}">
                  <a16:creationId xmlns:a16="http://schemas.microsoft.com/office/drawing/2014/main" id="{2D991D0F-E13A-0E73-A49A-62C39AD3B755}"/>
                </a:ext>
              </a:extLst>
            </p:cNvPr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8" name="pg3268">
              <a:extLst>
                <a:ext uri="{FF2B5EF4-FFF2-40B4-BE49-F238E27FC236}">
                  <a16:creationId xmlns:a16="http://schemas.microsoft.com/office/drawing/2014/main" id="{7AD93060-1836-F8D6-AA35-40B4E2D8DEF9}"/>
                </a:ext>
              </a:extLst>
            </p:cNvPr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9" name="pg3269">
              <a:extLst>
                <a:ext uri="{FF2B5EF4-FFF2-40B4-BE49-F238E27FC236}">
                  <a16:creationId xmlns:a16="http://schemas.microsoft.com/office/drawing/2014/main" id="{F9BC8DE8-6FE8-2AD5-A74F-0261F9A71479}"/>
                </a:ext>
              </a:extLst>
            </p:cNvPr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0" name="pg3270">
              <a:extLst>
                <a:ext uri="{FF2B5EF4-FFF2-40B4-BE49-F238E27FC236}">
                  <a16:creationId xmlns:a16="http://schemas.microsoft.com/office/drawing/2014/main" id="{B3ED1033-7CE1-F1B9-C950-5F322F167A54}"/>
                </a:ext>
              </a:extLst>
            </p:cNvPr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1" name="pg3271">
              <a:extLst>
                <a:ext uri="{FF2B5EF4-FFF2-40B4-BE49-F238E27FC236}">
                  <a16:creationId xmlns:a16="http://schemas.microsoft.com/office/drawing/2014/main" id="{AC96DCC9-F21A-43BE-4392-D3D348984BBA}"/>
                </a:ext>
              </a:extLst>
            </p:cNvPr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2" name="pg3272">
              <a:extLst>
                <a:ext uri="{FF2B5EF4-FFF2-40B4-BE49-F238E27FC236}">
                  <a16:creationId xmlns:a16="http://schemas.microsoft.com/office/drawing/2014/main" id="{0D4D1955-EF73-3C7E-FA44-2CCB221755B0}"/>
                </a:ext>
              </a:extLst>
            </p:cNvPr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3" name="pg3273">
              <a:extLst>
                <a:ext uri="{FF2B5EF4-FFF2-40B4-BE49-F238E27FC236}">
                  <a16:creationId xmlns:a16="http://schemas.microsoft.com/office/drawing/2014/main" id="{DCB6300B-6B7D-BDC9-77FE-95F4826EB880}"/>
                </a:ext>
              </a:extLst>
            </p:cNvPr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4" name="pg3274">
              <a:extLst>
                <a:ext uri="{FF2B5EF4-FFF2-40B4-BE49-F238E27FC236}">
                  <a16:creationId xmlns:a16="http://schemas.microsoft.com/office/drawing/2014/main" id="{EBFA8129-371B-77A7-7F9A-68268E1F8554}"/>
                </a:ext>
              </a:extLst>
            </p:cNvPr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5" name="pg3275">
              <a:extLst>
                <a:ext uri="{FF2B5EF4-FFF2-40B4-BE49-F238E27FC236}">
                  <a16:creationId xmlns:a16="http://schemas.microsoft.com/office/drawing/2014/main" id="{4E7FB8E5-D6AD-AD59-B358-BA0C5EFED912}"/>
                </a:ext>
              </a:extLst>
            </p:cNvPr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6" name="pg3276">
              <a:extLst>
                <a:ext uri="{FF2B5EF4-FFF2-40B4-BE49-F238E27FC236}">
                  <a16:creationId xmlns:a16="http://schemas.microsoft.com/office/drawing/2014/main" id="{3235ED41-507B-AAA6-15A0-0DF55E53DE44}"/>
                </a:ext>
              </a:extLst>
            </p:cNvPr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7" name="pg3277">
              <a:extLst>
                <a:ext uri="{FF2B5EF4-FFF2-40B4-BE49-F238E27FC236}">
                  <a16:creationId xmlns:a16="http://schemas.microsoft.com/office/drawing/2014/main" id="{03197F0F-32E4-E191-14A9-8FD903D55AB3}"/>
                </a:ext>
              </a:extLst>
            </p:cNvPr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8" name="pg3278">
              <a:extLst>
                <a:ext uri="{FF2B5EF4-FFF2-40B4-BE49-F238E27FC236}">
                  <a16:creationId xmlns:a16="http://schemas.microsoft.com/office/drawing/2014/main" id="{9C5380FA-3CA6-DB8B-4848-F3319FFC7FA1}"/>
                </a:ext>
              </a:extLst>
            </p:cNvPr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9" name="pg3279">
              <a:extLst>
                <a:ext uri="{FF2B5EF4-FFF2-40B4-BE49-F238E27FC236}">
                  <a16:creationId xmlns:a16="http://schemas.microsoft.com/office/drawing/2014/main" id="{75975B59-73CD-14D9-0ADC-CFE4E52C1428}"/>
                </a:ext>
              </a:extLst>
            </p:cNvPr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0" name="pg3280">
              <a:extLst>
                <a:ext uri="{FF2B5EF4-FFF2-40B4-BE49-F238E27FC236}">
                  <a16:creationId xmlns:a16="http://schemas.microsoft.com/office/drawing/2014/main" id="{25FA3C7E-DB49-39BB-F95E-88CDD1DA8BED}"/>
                </a:ext>
              </a:extLst>
            </p:cNvPr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1" name="pg3281">
              <a:extLst>
                <a:ext uri="{FF2B5EF4-FFF2-40B4-BE49-F238E27FC236}">
                  <a16:creationId xmlns:a16="http://schemas.microsoft.com/office/drawing/2014/main" id="{1A989045-F241-18EC-5ADD-A9F0A8E41B37}"/>
                </a:ext>
              </a:extLst>
            </p:cNvPr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2" name="pg3282">
              <a:extLst>
                <a:ext uri="{FF2B5EF4-FFF2-40B4-BE49-F238E27FC236}">
                  <a16:creationId xmlns:a16="http://schemas.microsoft.com/office/drawing/2014/main" id="{4B95BD1B-1D96-D7A0-9526-160509A7987D}"/>
                </a:ext>
              </a:extLst>
            </p:cNvPr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3" name="pg3283">
              <a:extLst>
                <a:ext uri="{FF2B5EF4-FFF2-40B4-BE49-F238E27FC236}">
                  <a16:creationId xmlns:a16="http://schemas.microsoft.com/office/drawing/2014/main" id="{6FC7F8E9-D156-F2C6-7432-384D7B54DC32}"/>
                </a:ext>
              </a:extLst>
            </p:cNvPr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4" name="pg3284">
              <a:extLst>
                <a:ext uri="{FF2B5EF4-FFF2-40B4-BE49-F238E27FC236}">
                  <a16:creationId xmlns:a16="http://schemas.microsoft.com/office/drawing/2014/main" id="{A5720C71-F4EC-96B2-904D-CD49D89F7EF2}"/>
                </a:ext>
              </a:extLst>
            </p:cNvPr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5" name="pg3285">
              <a:extLst>
                <a:ext uri="{FF2B5EF4-FFF2-40B4-BE49-F238E27FC236}">
                  <a16:creationId xmlns:a16="http://schemas.microsoft.com/office/drawing/2014/main" id="{2B0D3AD7-2F12-4985-9D0E-E80D49F28B67}"/>
                </a:ext>
              </a:extLst>
            </p:cNvPr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6" name="pg3286">
              <a:extLst>
                <a:ext uri="{FF2B5EF4-FFF2-40B4-BE49-F238E27FC236}">
                  <a16:creationId xmlns:a16="http://schemas.microsoft.com/office/drawing/2014/main" id="{387FDFCE-4AF7-66DE-9FCA-54262AAC2763}"/>
                </a:ext>
              </a:extLst>
            </p:cNvPr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7" name="pg3287">
              <a:extLst>
                <a:ext uri="{FF2B5EF4-FFF2-40B4-BE49-F238E27FC236}">
                  <a16:creationId xmlns:a16="http://schemas.microsoft.com/office/drawing/2014/main" id="{C7BDD91C-008B-4234-72E6-83DEF170F159}"/>
                </a:ext>
              </a:extLst>
            </p:cNvPr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8" name="pg3288">
              <a:extLst>
                <a:ext uri="{FF2B5EF4-FFF2-40B4-BE49-F238E27FC236}">
                  <a16:creationId xmlns:a16="http://schemas.microsoft.com/office/drawing/2014/main" id="{A4E1CEB4-94EC-663E-90B6-2FE8AA62370F}"/>
                </a:ext>
              </a:extLst>
            </p:cNvPr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9" name="pg3289">
              <a:extLst>
                <a:ext uri="{FF2B5EF4-FFF2-40B4-BE49-F238E27FC236}">
                  <a16:creationId xmlns:a16="http://schemas.microsoft.com/office/drawing/2014/main" id="{E5987E86-714E-3703-49DD-F69830DBA854}"/>
                </a:ext>
              </a:extLst>
            </p:cNvPr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0" name="pg3290">
              <a:extLst>
                <a:ext uri="{FF2B5EF4-FFF2-40B4-BE49-F238E27FC236}">
                  <a16:creationId xmlns:a16="http://schemas.microsoft.com/office/drawing/2014/main" id="{5696ACD3-1462-C671-97A8-8E8A71B4C659}"/>
                </a:ext>
              </a:extLst>
            </p:cNvPr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1" name="pg3291">
              <a:extLst>
                <a:ext uri="{FF2B5EF4-FFF2-40B4-BE49-F238E27FC236}">
                  <a16:creationId xmlns:a16="http://schemas.microsoft.com/office/drawing/2014/main" id="{EA23F9B3-1C28-0CA9-F34C-FD1045F62A56}"/>
                </a:ext>
              </a:extLst>
            </p:cNvPr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2" name="pg3292">
              <a:extLst>
                <a:ext uri="{FF2B5EF4-FFF2-40B4-BE49-F238E27FC236}">
                  <a16:creationId xmlns:a16="http://schemas.microsoft.com/office/drawing/2014/main" id="{1EC5303B-2984-1B8F-B9EE-82BD7C00FC0F}"/>
                </a:ext>
              </a:extLst>
            </p:cNvPr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3" name="pg3293">
              <a:extLst>
                <a:ext uri="{FF2B5EF4-FFF2-40B4-BE49-F238E27FC236}">
                  <a16:creationId xmlns:a16="http://schemas.microsoft.com/office/drawing/2014/main" id="{8CBDB733-C4F6-375D-64B6-29A8D2AF94DB}"/>
                </a:ext>
              </a:extLst>
            </p:cNvPr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4" name="pg3294">
              <a:extLst>
                <a:ext uri="{FF2B5EF4-FFF2-40B4-BE49-F238E27FC236}">
                  <a16:creationId xmlns:a16="http://schemas.microsoft.com/office/drawing/2014/main" id="{8C733486-8ECE-5C0A-FC4D-769CAE3762E0}"/>
                </a:ext>
              </a:extLst>
            </p:cNvPr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5" name="pg3295">
              <a:extLst>
                <a:ext uri="{FF2B5EF4-FFF2-40B4-BE49-F238E27FC236}">
                  <a16:creationId xmlns:a16="http://schemas.microsoft.com/office/drawing/2014/main" id="{BDB43471-B490-1D74-FEC4-D0683711AB8A}"/>
                </a:ext>
              </a:extLst>
            </p:cNvPr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6" name="pg3296">
              <a:extLst>
                <a:ext uri="{FF2B5EF4-FFF2-40B4-BE49-F238E27FC236}">
                  <a16:creationId xmlns:a16="http://schemas.microsoft.com/office/drawing/2014/main" id="{0386FE3A-08D4-4A9F-E094-65A4E7F64DA4}"/>
                </a:ext>
              </a:extLst>
            </p:cNvPr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7" name="pg3297">
              <a:extLst>
                <a:ext uri="{FF2B5EF4-FFF2-40B4-BE49-F238E27FC236}">
                  <a16:creationId xmlns:a16="http://schemas.microsoft.com/office/drawing/2014/main" id="{15923585-89A1-B46D-E692-96179792A6D2}"/>
                </a:ext>
              </a:extLst>
            </p:cNvPr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8" name="pg3298">
              <a:extLst>
                <a:ext uri="{FF2B5EF4-FFF2-40B4-BE49-F238E27FC236}">
                  <a16:creationId xmlns:a16="http://schemas.microsoft.com/office/drawing/2014/main" id="{4A9D96DC-43BF-F643-D637-F9E658B09A5E}"/>
                </a:ext>
              </a:extLst>
            </p:cNvPr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9" name="pg3299">
              <a:extLst>
                <a:ext uri="{FF2B5EF4-FFF2-40B4-BE49-F238E27FC236}">
                  <a16:creationId xmlns:a16="http://schemas.microsoft.com/office/drawing/2014/main" id="{A85C3CCB-8EFF-D5FD-D67B-64702227071D}"/>
                </a:ext>
              </a:extLst>
            </p:cNvPr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0" name="pg3300">
              <a:extLst>
                <a:ext uri="{FF2B5EF4-FFF2-40B4-BE49-F238E27FC236}">
                  <a16:creationId xmlns:a16="http://schemas.microsoft.com/office/drawing/2014/main" id="{6E4F5C71-8DEA-8B8C-4F7F-621255FCF3EF}"/>
                </a:ext>
              </a:extLst>
            </p:cNvPr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1" name="pg3301">
              <a:extLst>
                <a:ext uri="{FF2B5EF4-FFF2-40B4-BE49-F238E27FC236}">
                  <a16:creationId xmlns:a16="http://schemas.microsoft.com/office/drawing/2014/main" id="{FEE75082-3550-0A80-FBDB-0572DAB59724}"/>
                </a:ext>
              </a:extLst>
            </p:cNvPr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2" name="pg3302">
              <a:extLst>
                <a:ext uri="{FF2B5EF4-FFF2-40B4-BE49-F238E27FC236}">
                  <a16:creationId xmlns:a16="http://schemas.microsoft.com/office/drawing/2014/main" id="{668D968B-605F-3C76-57CD-A92684FADD16}"/>
                </a:ext>
              </a:extLst>
            </p:cNvPr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3" name="pg3303">
              <a:extLst>
                <a:ext uri="{FF2B5EF4-FFF2-40B4-BE49-F238E27FC236}">
                  <a16:creationId xmlns:a16="http://schemas.microsoft.com/office/drawing/2014/main" id="{5019B1C1-920F-DD1A-D5BE-C70DF455BF8F}"/>
                </a:ext>
              </a:extLst>
            </p:cNvPr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4" name="pg3304">
              <a:extLst>
                <a:ext uri="{FF2B5EF4-FFF2-40B4-BE49-F238E27FC236}">
                  <a16:creationId xmlns:a16="http://schemas.microsoft.com/office/drawing/2014/main" id="{50AB00CB-CBD7-B4F5-F5A7-F395AE09FB9C}"/>
                </a:ext>
              </a:extLst>
            </p:cNvPr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5" name="pg3305">
              <a:extLst>
                <a:ext uri="{FF2B5EF4-FFF2-40B4-BE49-F238E27FC236}">
                  <a16:creationId xmlns:a16="http://schemas.microsoft.com/office/drawing/2014/main" id="{DE9C7C7E-1D93-B3DC-37B5-F4D9FA608D18}"/>
                </a:ext>
              </a:extLst>
            </p:cNvPr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6" name="pg3306">
              <a:extLst>
                <a:ext uri="{FF2B5EF4-FFF2-40B4-BE49-F238E27FC236}">
                  <a16:creationId xmlns:a16="http://schemas.microsoft.com/office/drawing/2014/main" id="{7CED97CC-61A5-D2B1-6E27-105F88E46F5E}"/>
                </a:ext>
              </a:extLst>
            </p:cNvPr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7" name="pg3307">
              <a:extLst>
                <a:ext uri="{FF2B5EF4-FFF2-40B4-BE49-F238E27FC236}">
                  <a16:creationId xmlns:a16="http://schemas.microsoft.com/office/drawing/2014/main" id="{CFEBE40F-5009-66C0-E6C4-6DBBA817E884}"/>
                </a:ext>
              </a:extLst>
            </p:cNvPr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8" name="pg3308">
              <a:extLst>
                <a:ext uri="{FF2B5EF4-FFF2-40B4-BE49-F238E27FC236}">
                  <a16:creationId xmlns:a16="http://schemas.microsoft.com/office/drawing/2014/main" id="{BA13296E-6B37-A6EB-3639-D8FE508F4E02}"/>
                </a:ext>
              </a:extLst>
            </p:cNvPr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9" name="pg3309">
              <a:extLst>
                <a:ext uri="{FF2B5EF4-FFF2-40B4-BE49-F238E27FC236}">
                  <a16:creationId xmlns:a16="http://schemas.microsoft.com/office/drawing/2014/main" id="{955DEE41-4CA2-A1E7-4867-71C90AFD30F3}"/>
                </a:ext>
              </a:extLst>
            </p:cNvPr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0" name="pg3310">
              <a:extLst>
                <a:ext uri="{FF2B5EF4-FFF2-40B4-BE49-F238E27FC236}">
                  <a16:creationId xmlns:a16="http://schemas.microsoft.com/office/drawing/2014/main" id="{6734D882-2FF5-B7DA-5DBE-3841A8C1BCD3}"/>
                </a:ext>
              </a:extLst>
            </p:cNvPr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1" name="pg3311">
              <a:extLst>
                <a:ext uri="{FF2B5EF4-FFF2-40B4-BE49-F238E27FC236}">
                  <a16:creationId xmlns:a16="http://schemas.microsoft.com/office/drawing/2014/main" id="{9D2017D9-FC0A-6DFD-78A1-14FC4F0A1B9A}"/>
                </a:ext>
              </a:extLst>
            </p:cNvPr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2" name="pg3312">
              <a:extLst>
                <a:ext uri="{FF2B5EF4-FFF2-40B4-BE49-F238E27FC236}">
                  <a16:creationId xmlns:a16="http://schemas.microsoft.com/office/drawing/2014/main" id="{F3C68068-B9BF-5371-EFBD-C8EDA648FE48}"/>
                </a:ext>
              </a:extLst>
            </p:cNvPr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3" name="pg3313">
              <a:extLst>
                <a:ext uri="{FF2B5EF4-FFF2-40B4-BE49-F238E27FC236}">
                  <a16:creationId xmlns:a16="http://schemas.microsoft.com/office/drawing/2014/main" id="{FDB8D25F-2955-A5EB-AEB4-FF8FE084DBA3}"/>
                </a:ext>
              </a:extLst>
            </p:cNvPr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4" name="pg3314">
              <a:extLst>
                <a:ext uri="{FF2B5EF4-FFF2-40B4-BE49-F238E27FC236}">
                  <a16:creationId xmlns:a16="http://schemas.microsoft.com/office/drawing/2014/main" id="{4F2C252E-E795-C4E9-5A35-C4F66E9C884E}"/>
                </a:ext>
              </a:extLst>
            </p:cNvPr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5" name="pg3315">
              <a:extLst>
                <a:ext uri="{FF2B5EF4-FFF2-40B4-BE49-F238E27FC236}">
                  <a16:creationId xmlns:a16="http://schemas.microsoft.com/office/drawing/2014/main" id="{A773D854-BCA5-A6E8-E169-0B7CF2D333A8}"/>
                </a:ext>
              </a:extLst>
            </p:cNvPr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6" name="pg3316">
              <a:extLst>
                <a:ext uri="{FF2B5EF4-FFF2-40B4-BE49-F238E27FC236}">
                  <a16:creationId xmlns:a16="http://schemas.microsoft.com/office/drawing/2014/main" id="{D47B0FB4-8430-3D6D-D439-11ABF8F870B6}"/>
                </a:ext>
              </a:extLst>
            </p:cNvPr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7" name="pg3317">
              <a:extLst>
                <a:ext uri="{FF2B5EF4-FFF2-40B4-BE49-F238E27FC236}">
                  <a16:creationId xmlns:a16="http://schemas.microsoft.com/office/drawing/2014/main" id="{5D7A2C97-839C-CBF0-0C26-EE813A6D9E4A}"/>
                </a:ext>
              </a:extLst>
            </p:cNvPr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8" name="pg3318">
              <a:extLst>
                <a:ext uri="{FF2B5EF4-FFF2-40B4-BE49-F238E27FC236}">
                  <a16:creationId xmlns:a16="http://schemas.microsoft.com/office/drawing/2014/main" id="{6C8B4894-A406-AEB4-9E81-1F251BD84F97}"/>
                </a:ext>
              </a:extLst>
            </p:cNvPr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9" name="pg3319">
              <a:extLst>
                <a:ext uri="{FF2B5EF4-FFF2-40B4-BE49-F238E27FC236}">
                  <a16:creationId xmlns:a16="http://schemas.microsoft.com/office/drawing/2014/main" id="{16956C8B-C9BA-E2CF-3B27-E18EC3DA924C}"/>
                </a:ext>
              </a:extLst>
            </p:cNvPr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0" name="pg3320">
              <a:extLst>
                <a:ext uri="{FF2B5EF4-FFF2-40B4-BE49-F238E27FC236}">
                  <a16:creationId xmlns:a16="http://schemas.microsoft.com/office/drawing/2014/main" id="{4A3D5F74-650D-B17C-E9B5-2E42F30F8966}"/>
                </a:ext>
              </a:extLst>
            </p:cNvPr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1" name="pg3321">
              <a:extLst>
                <a:ext uri="{FF2B5EF4-FFF2-40B4-BE49-F238E27FC236}">
                  <a16:creationId xmlns:a16="http://schemas.microsoft.com/office/drawing/2014/main" id="{F0069399-2CD8-BFB2-9ED2-FD1B5FB38D83}"/>
                </a:ext>
              </a:extLst>
            </p:cNvPr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2" name="pg3322">
              <a:extLst>
                <a:ext uri="{FF2B5EF4-FFF2-40B4-BE49-F238E27FC236}">
                  <a16:creationId xmlns:a16="http://schemas.microsoft.com/office/drawing/2014/main" id="{92717CFD-CFBE-CC16-907B-A493004EAD49}"/>
                </a:ext>
              </a:extLst>
            </p:cNvPr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3" name="pg3323">
              <a:extLst>
                <a:ext uri="{FF2B5EF4-FFF2-40B4-BE49-F238E27FC236}">
                  <a16:creationId xmlns:a16="http://schemas.microsoft.com/office/drawing/2014/main" id="{1680E994-730D-4603-5A67-D6A7F496BE8C}"/>
                </a:ext>
              </a:extLst>
            </p:cNvPr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4" name="pg3324">
              <a:extLst>
                <a:ext uri="{FF2B5EF4-FFF2-40B4-BE49-F238E27FC236}">
                  <a16:creationId xmlns:a16="http://schemas.microsoft.com/office/drawing/2014/main" id="{F027B0CC-9F0F-B378-A467-1F22F2E47121}"/>
                </a:ext>
              </a:extLst>
            </p:cNvPr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5" name="pg3325">
              <a:extLst>
                <a:ext uri="{FF2B5EF4-FFF2-40B4-BE49-F238E27FC236}">
                  <a16:creationId xmlns:a16="http://schemas.microsoft.com/office/drawing/2014/main" id="{DF4C513E-805F-71A0-9880-60FD59CE5709}"/>
                </a:ext>
              </a:extLst>
            </p:cNvPr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6" name="pg3326">
              <a:extLst>
                <a:ext uri="{FF2B5EF4-FFF2-40B4-BE49-F238E27FC236}">
                  <a16:creationId xmlns:a16="http://schemas.microsoft.com/office/drawing/2014/main" id="{34179DD8-80F0-53BF-1525-9D584C13E989}"/>
                </a:ext>
              </a:extLst>
            </p:cNvPr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7" name="pg3327">
              <a:extLst>
                <a:ext uri="{FF2B5EF4-FFF2-40B4-BE49-F238E27FC236}">
                  <a16:creationId xmlns:a16="http://schemas.microsoft.com/office/drawing/2014/main" id="{70E6E383-0715-BDCF-5921-4658AFA1EDA2}"/>
                </a:ext>
              </a:extLst>
            </p:cNvPr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8" name="pg3328">
              <a:extLst>
                <a:ext uri="{FF2B5EF4-FFF2-40B4-BE49-F238E27FC236}">
                  <a16:creationId xmlns:a16="http://schemas.microsoft.com/office/drawing/2014/main" id="{51EDD653-3759-F3A5-7B83-3D074DCEC939}"/>
                </a:ext>
              </a:extLst>
            </p:cNvPr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9" name="pg3329">
              <a:extLst>
                <a:ext uri="{FF2B5EF4-FFF2-40B4-BE49-F238E27FC236}">
                  <a16:creationId xmlns:a16="http://schemas.microsoft.com/office/drawing/2014/main" id="{1744D13D-66E1-C590-69DF-6D0503BB971F}"/>
                </a:ext>
              </a:extLst>
            </p:cNvPr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0" name="pg3330">
              <a:extLst>
                <a:ext uri="{FF2B5EF4-FFF2-40B4-BE49-F238E27FC236}">
                  <a16:creationId xmlns:a16="http://schemas.microsoft.com/office/drawing/2014/main" id="{6AE81459-0A7C-ED06-B16F-EBF490A93AE3}"/>
                </a:ext>
              </a:extLst>
            </p:cNvPr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1" name="pg3331">
              <a:extLst>
                <a:ext uri="{FF2B5EF4-FFF2-40B4-BE49-F238E27FC236}">
                  <a16:creationId xmlns:a16="http://schemas.microsoft.com/office/drawing/2014/main" id="{09B410A8-9DB7-5DA8-CBE4-26F7052CB679}"/>
                </a:ext>
              </a:extLst>
            </p:cNvPr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2" name="pg3332">
              <a:extLst>
                <a:ext uri="{FF2B5EF4-FFF2-40B4-BE49-F238E27FC236}">
                  <a16:creationId xmlns:a16="http://schemas.microsoft.com/office/drawing/2014/main" id="{6426BAC2-59ED-1E13-045E-0570CCA7A251}"/>
                </a:ext>
              </a:extLst>
            </p:cNvPr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3" name="pg3333">
              <a:extLst>
                <a:ext uri="{FF2B5EF4-FFF2-40B4-BE49-F238E27FC236}">
                  <a16:creationId xmlns:a16="http://schemas.microsoft.com/office/drawing/2014/main" id="{6A0513CD-F214-E502-AAC9-7009DF307816}"/>
                </a:ext>
              </a:extLst>
            </p:cNvPr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4" name="pg3334">
              <a:extLst>
                <a:ext uri="{FF2B5EF4-FFF2-40B4-BE49-F238E27FC236}">
                  <a16:creationId xmlns:a16="http://schemas.microsoft.com/office/drawing/2014/main" id="{85340781-6205-265C-28A7-07875A899778}"/>
                </a:ext>
              </a:extLst>
            </p:cNvPr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5" name="pg3335">
              <a:extLst>
                <a:ext uri="{FF2B5EF4-FFF2-40B4-BE49-F238E27FC236}">
                  <a16:creationId xmlns:a16="http://schemas.microsoft.com/office/drawing/2014/main" id="{264B62A3-4EC5-18E1-4DEA-CD590A65EBD5}"/>
                </a:ext>
              </a:extLst>
            </p:cNvPr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6" name="pg3336">
              <a:extLst>
                <a:ext uri="{FF2B5EF4-FFF2-40B4-BE49-F238E27FC236}">
                  <a16:creationId xmlns:a16="http://schemas.microsoft.com/office/drawing/2014/main" id="{16ECEAFF-7B2F-E5B0-1C44-C435717E08E8}"/>
                </a:ext>
              </a:extLst>
            </p:cNvPr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7" name="pg3337">
              <a:extLst>
                <a:ext uri="{FF2B5EF4-FFF2-40B4-BE49-F238E27FC236}">
                  <a16:creationId xmlns:a16="http://schemas.microsoft.com/office/drawing/2014/main" id="{99B8A496-2250-2711-D617-7AA47ABA82A4}"/>
                </a:ext>
              </a:extLst>
            </p:cNvPr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8" name="pg3338">
              <a:extLst>
                <a:ext uri="{FF2B5EF4-FFF2-40B4-BE49-F238E27FC236}">
                  <a16:creationId xmlns:a16="http://schemas.microsoft.com/office/drawing/2014/main" id="{14A389A6-6DD1-608A-DAF8-BC331EC8B11B}"/>
                </a:ext>
              </a:extLst>
            </p:cNvPr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9" name="pg3339">
              <a:extLst>
                <a:ext uri="{FF2B5EF4-FFF2-40B4-BE49-F238E27FC236}">
                  <a16:creationId xmlns:a16="http://schemas.microsoft.com/office/drawing/2014/main" id="{5B22489A-4C53-4C2A-EF74-741F8FBC446F}"/>
                </a:ext>
              </a:extLst>
            </p:cNvPr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0" name="pg3340">
              <a:extLst>
                <a:ext uri="{FF2B5EF4-FFF2-40B4-BE49-F238E27FC236}">
                  <a16:creationId xmlns:a16="http://schemas.microsoft.com/office/drawing/2014/main" id="{B98D7C9D-12EA-1BFB-1789-8E7213424707}"/>
                </a:ext>
              </a:extLst>
            </p:cNvPr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1" name="pg3341">
              <a:extLst>
                <a:ext uri="{FF2B5EF4-FFF2-40B4-BE49-F238E27FC236}">
                  <a16:creationId xmlns:a16="http://schemas.microsoft.com/office/drawing/2014/main" id="{69B71B57-D7DA-FF76-79FD-2B4706127304}"/>
                </a:ext>
              </a:extLst>
            </p:cNvPr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2" name="pg3342">
              <a:extLst>
                <a:ext uri="{FF2B5EF4-FFF2-40B4-BE49-F238E27FC236}">
                  <a16:creationId xmlns:a16="http://schemas.microsoft.com/office/drawing/2014/main" id="{5AB79EA6-3136-025C-DFBB-EC29F572B8CF}"/>
                </a:ext>
              </a:extLst>
            </p:cNvPr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3" name="pg3343">
              <a:extLst>
                <a:ext uri="{FF2B5EF4-FFF2-40B4-BE49-F238E27FC236}">
                  <a16:creationId xmlns:a16="http://schemas.microsoft.com/office/drawing/2014/main" id="{8393CE9B-4DD7-0A9C-7B5E-481CA0018A2B}"/>
                </a:ext>
              </a:extLst>
            </p:cNvPr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4" name="pg3344">
              <a:extLst>
                <a:ext uri="{FF2B5EF4-FFF2-40B4-BE49-F238E27FC236}">
                  <a16:creationId xmlns:a16="http://schemas.microsoft.com/office/drawing/2014/main" id="{C3BD3FA6-D898-1AFC-09FC-4D16346C72EB}"/>
                </a:ext>
              </a:extLst>
            </p:cNvPr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5" name="pg3345">
              <a:extLst>
                <a:ext uri="{FF2B5EF4-FFF2-40B4-BE49-F238E27FC236}">
                  <a16:creationId xmlns:a16="http://schemas.microsoft.com/office/drawing/2014/main" id="{A686439C-BB1F-590D-8386-E6E2F8BBA249}"/>
                </a:ext>
              </a:extLst>
            </p:cNvPr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6" name="pg3346">
              <a:extLst>
                <a:ext uri="{FF2B5EF4-FFF2-40B4-BE49-F238E27FC236}">
                  <a16:creationId xmlns:a16="http://schemas.microsoft.com/office/drawing/2014/main" id="{BEF0B6D0-9150-32D0-0FF6-125F766C9ABE}"/>
                </a:ext>
              </a:extLst>
            </p:cNvPr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7" name="pg3347">
              <a:extLst>
                <a:ext uri="{FF2B5EF4-FFF2-40B4-BE49-F238E27FC236}">
                  <a16:creationId xmlns:a16="http://schemas.microsoft.com/office/drawing/2014/main" id="{A3ED82B9-CE75-5B55-F47E-F50B2401A0F8}"/>
                </a:ext>
              </a:extLst>
            </p:cNvPr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8" name="pg3348">
              <a:extLst>
                <a:ext uri="{FF2B5EF4-FFF2-40B4-BE49-F238E27FC236}">
                  <a16:creationId xmlns:a16="http://schemas.microsoft.com/office/drawing/2014/main" id="{0123BB0B-6848-3ECC-594F-6DC5754DF747}"/>
                </a:ext>
              </a:extLst>
            </p:cNvPr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9" name="pg3349">
              <a:extLst>
                <a:ext uri="{FF2B5EF4-FFF2-40B4-BE49-F238E27FC236}">
                  <a16:creationId xmlns:a16="http://schemas.microsoft.com/office/drawing/2014/main" id="{C04DDDF4-3D38-79FF-7AC7-97C13D1D51E3}"/>
                </a:ext>
              </a:extLst>
            </p:cNvPr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0" name="pg3350">
              <a:extLst>
                <a:ext uri="{FF2B5EF4-FFF2-40B4-BE49-F238E27FC236}">
                  <a16:creationId xmlns:a16="http://schemas.microsoft.com/office/drawing/2014/main" id="{A4B5DCFE-89BA-174C-5833-C0447140564C}"/>
                </a:ext>
              </a:extLst>
            </p:cNvPr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1" name="pg3351">
              <a:extLst>
                <a:ext uri="{FF2B5EF4-FFF2-40B4-BE49-F238E27FC236}">
                  <a16:creationId xmlns:a16="http://schemas.microsoft.com/office/drawing/2014/main" id="{CD3D3CBF-68B9-882B-B27D-D19AD97A39D0}"/>
                </a:ext>
              </a:extLst>
            </p:cNvPr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2" name="pg3352">
              <a:extLst>
                <a:ext uri="{FF2B5EF4-FFF2-40B4-BE49-F238E27FC236}">
                  <a16:creationId xmlns:a16="http://schemas.microsoft.com/office/drawing/2014/main" id="{841A51FC-6D9A-ED2D-B69E-D726B7FE6BF0}"/>
                </a:ext>
              </a:extLst>
            </p:cNvPr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3" name="pg3353">
              <a:extLst>
                <a:ext uri="{FF2B5EF4-FFF2-40B4-BE49-F238E27FC236}">
                  <a16:creationId xmlns:a16="http://schemas.microsoft.com/office/drawing/2014/main" id="{24684EC4-85DB-57BB-E433-7E70F1DCB19D}"/>
                </a:ext>
              </a:extLst>
            </p:cNvPr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4" name="pg3354">
              <a:extLst>
                <a:ext uri="{FF2B5EF4-FFF2-40B4-BE49-F238E27FC236}">
                  <a16:creationId xmlns:a16="http://schemas.microsoft.com/office/drawing/2014/main" id="{B2030782-534F-491F-CB7E-BDCB13A34D85}"/>
                </a:ext>
              </a:extLst>
            </p:cNvPr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5" name="pg3355">
              <a:extLst>
                <a:ext uri="{FF2B5EF4-FFF2-40B4-BE49-F238E27FC236}">
                  <a16:creationId xmlns:a16="http://schemas.microsoft.com/office/drawing/2014/main" id="{BEE92FDF-99CF-E33F-C0D9-8FF84794C12E}"/>
                </a:ext>
              </a:extLst>
            </p:cNvPr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6" name="pg3356">
              <a:extLst>
                <a:ext uri="{FF2B5EF4-FFF2-40B4-BE49-F238E27FC236}">
                  <a16:creationId xmlns:a16="http://schemas.microsoft.com/office/drawing/2014/main" id="{F34FA5EE-23C6-A2BE-FCFC-1AC03EDD3814}"/>
                </a:ext>
              </a:extLst>
            </p:cNvPr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7" name="pg3357">
              <a:extLst>
                <a:ext uri="{FF2B5EF4-FFF2-40B4-BE49-F238E27FC236}">
                  <a16:creationId xmlns:a16="http://schemas.microsoft.com/office/drawing/2014/main" id="{FA64C267-929E-66CA-A923-802D4511166B}"/>
                </a:ext>
              </a:extLst>
            </p:cNvPr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8" name="pg3358">
              <a:extLst>
                <a:ext uri="{FF2B5EF4-FFF2-40B4-BE49-F238E27FC236}">
                  <a16:creationId xmlns:a16="http://schemas.microsoft.com/office/drawing/2014/main" id="{EA6242E9-D3F8-7F12-CC7F-68147AC6F862}"/>
                </a:ext>
              </a:extLst>
            </p:cNvPr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9" name="pg3359">
              <a:extLst>
                <a:ext uri="{FF2B5EF4-FFF2-40B4-BE49-F238E27FC236}">
                  <a16:creationId xmlns:a16="http://schemas.microsoft.com/office/drawing/2014/main" id="{03B42D42-117A-457F-475F-6BC452108494}"/>
                </a:ext>
              </a:extLst>
            </p:cNvPr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0" name="pg3360">
              <a:extLst>
                <a:ext uri="{FF2B5EF4-FFF2-40B4-BE49-F238E27FC236}">
                  <a16:creationId xmlns:a16="http://schemas.microsoft.com/office/drawing/2014/main" id="{425F31BC-BEFF-E955-B7BF-2F1E269B3663}"/>
                </a:ext>
              </a:extLst>
            </p:cNvPr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1" name="pg3361">
              <a:extLst>
                <a:ext uri="{FF2B5EF4-FFF2-40B4-BE49-F238E27FC236}">
                  <a16:creationId xmlns:a16="http://schemas.microsoft.com/office/drawing/2014/main" id="{F76456FE-CA15-219F-5461-5D538C97D311}"/>
                </a:ext>
              </a:extLst>
            </p:cNvPr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2" name="pg3362">
              <a:extLst>
                <a:ext uri="{FF2B5EF4-FFF2-40B4-BE49-F238E27FC236}">
                  <a16:creationId xmlns:a16="http://schemas.microsoft.com/office/drawing/2014/main" id="{5709F74F-6705-029A-1742-B884AB9C5D1E}"/>
                </a:ext>
              </a:extLst>
            </p:cNvPr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3" name="pg3363">
              <a:extLst>
                <a:ext uri="{FF2B5EF4-FFF2-40B4-BE49-F238E27FC236}">
                  <a16:creationId xmlns:a16="http://schemas.microsoft.com/office/drawing/2014/main" id="{CCD65E70-05B7-819F-1C6C-3C143352BC8A}"/>
                </a:ext>
              </a:extLst>
            </p:cNvPr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4" name="pg3364">
              <a:extLst>
                <a:ext uri="{FF2B5EF4-FFF2-40B4-BE49-F238E27FC236}">
                  <a16:creationId xmlns:a16="http://schemas.microsoft.com/office/drawing/2014/main" id="{F122F8CC-B90F-00AE-9731-A502DAC24F22}"/>
                </a:ext>
              </a:extLst>
            </p:cNvPr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5" name="pg3365">
              <a:extLst>
                <a:ext uri="{FF2B5EF4-FFF2-40B4-BE49-F238E27FC236}">
                  <a16:creationId xmlns:a16="http://schemas.microsoft.com/office/drawing/2014/main" id="{2D2CDFD0-63AD-D40C-5C31-E9AB2534BDA8}"/>
                </a:ext>
              </a:extLst>
            </p:cNvPr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6" name="pg3366">
              <a:extLst>
                <a:ext uri="{FF2B5EF4-FFF2-40B4-BE49-F238E27FC236}">
                  <a16:creationId xmlns:a16="http://schemas.microsoft.com/office/drawing/2014/main" id="{D602DCDF-FE74-BF70-FD3F-B4625CBC80A1}"/>
                </a:ext>
              </a:extLst>
            </p:cNvPr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7" name="pg3367">
              <a:extLst>
                <a:ext uri="{FF2B5EF4-FFF2-40B4-BE49-F238E27FC236}">
                  <a16:creationId xmlns:a16="http://schemas.microsoft.com/office/drawing/2014/main" id="{82E480A3-89B0-D96D-2367-23839980BA5A}"/>
                </a:ext>
              </a:extLst>
            </p:cNvPr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8" name="pg3368">
              <a:extLst>
                <a:ext uri="{FF2B5EF4-FFF2-40B4-BE49-F238E27FC236}">
                  <a16:creationId xmlns:a16="http://schemas.microsoft.com/office/drawing/2014/main" id="{722304A9-FDBC-D417-C687-48E33F0AF21C}"/>
                </a:ext>
              </a:extLst>
            </p:cNvPr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9" name="pg3369">
              <a:extLst>
                <a:ext uri="{FF2B5EF4-FFF2-40B4-BE49-F238E27FC236}">
                  <a16:creationId xmlns:a16="http://schemas.microsoft.com/office/drawing/2014/main" id="{A7A6E18D-B9D5-D430-6280-D53E0365DC4E}"/>
                </a:ext>
              </a:extLst>
            </p:cNvPr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0" name="pg3370">
              <a:extLst>
                <a:ext uri="{FF2B5EF4-FFF2-40B4-BE49-F238E27FC236}">
                  <a16:creationId xmlns:a16="http://schemas.microsoft.com/office/drawing/2014/main" id="{501D5038-141C-78B1-FEC8-F1D3ACC1D6A9}"/>
                </a:ext>
              </a:extLst>
            </p:cNvPr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1" name="pg3371">
              <a:extLst>
                <a:ext uri="{FF2B5EF4-FFF2-40B4-BE49-F238E27FC236}">
                  <a16:creationId xmlns:a16="http://schemas.microsoft.com/office/drawing/2014/main" id="{225B4722-FF59-37CC-9FB6-8C13C6938795}"/>
                </a:ext>
              </a:extLst>
            </p:cNvPr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2" name="pg3372">
              <a:extLst>
                <a:ext uri="{FF2B5EF4-FFF2-40B4-BE49-F238E27FC236}">
                  <a16:creationId xmlns:a16="http://schemas.microsoft.com/office/drawing/2014/main" id="{7CD299B5-50A9-C79A-D16C-8395E57A2FB1}"/>
                </a:ext>
              </a:extLst>
            </p:cNvPr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3" name="pg3373">
              <a:extLst>
                <a:ext uri="{FF2B5EF4-FFF2-40B4-BE49-F238E27FC236}">
                  <a16:creationId xmlns:a16="http://schemas.microsoft.com/office/drawing/2014/main" id="{F3695586-F8F0-A79C-BA26-CDF4E56F3061}"/>
                </a:ext>
              </a:extLst>
            </p:cNvPr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4" name="pg3374">
              <a:extLst>
                <a:ext uri="{FF2B5EF4-FFF2-40B4-BE49-F238E27FC236}">
                  <a16:creationId xmlns:a16="http://schemas.microsoft.com/office/drawing/2014/main" id="{93B36DFB-A9D0-EA5D-D62E-9ABAC37A7A85}"/>
                </a:ext>
              </a:extLst>
            </p:cNvPr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5" name="pg3375">
              <a:extLst>
                <a:ext uri="{FF2B5EF4-FFF2-40B4-BE49-F238E27FC236}">
                  <a16:creationId xmlns:a16="http://schemas.microsoft.com/office/drawing/2014/main" id="{2841CAC0-320B-6B28-E0B0-8E8F46AF990D}"/>
                </a:ext>
              </a:extLst>
            </p:cNvPr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6" name="pg3376">
              <a:extLst>
                <a:ext uri="{FF2B5EF4-FFF2-40B4-BE49-F238E27FC236}">
                  <a16:creationId xmlns:a16="http://schemas.microsoft.com/office/drawing/2014/main" id="{8E920E09-E4B4-04E0-3E58-E485C3578113}"/>
                </a:ext>
              </a:extLst>
            </p:cNvPr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7" name="pg3377">
              <a:extLst>
                <a:ext uri="{FF2B5EF4-FFF2-40B4-BE49-F238E27FC236}">
                  <a16:creationId xmlns:a16="http://schemas.microsoft.com/office/drawing/2014/main" id="{4BF3872C-6B52-BFA8-BD51-A5E0C91D8DB0}"/>
                </a:ext>
              </a:extLst>
            </p:cNvPr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8" name="pg3378">
              <a:extLst>
                <a:ext uri="{FF2B5EF4-FFF2-40B4-BE49-F238E27FC236}">
                  <a16:creationId xmlns:a16="http://schemas.microsoft.com/office/drawing/2014/main" id="{4CDFE3DC-4EEF-4AB6-6D69-327A0D0BE52B}"/>
                </a:ext>
              </a:extLst>
            </p:cNvPr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9" name="pg3379">
              <a:extLst>
                <a:ext uri="{FF2B5EF4-FFF2-40B4-BE49-F238E27FC236}">
                  <a16:creationId xmlns:a16="http://schemas.microsoft.com/office/drawing/2014/main" id="{E3663E81-AC00-444D-F610-26ADF4E6F952}"/>
                </a:ext>
              </a:extLst>
            </p:cNvPr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0" name="pg3380">
              <a:extLst>
                <a:ext uri="{FF2B5EF4-FFF2-40B4-BE49-F238E27FC236}">
                  <a16:creationId xmlns:a16="http://schemas.microsoft.com/office/drawing/2014/main" id="{2EB5C7DC-F0AB-6810-C020-5A70BD91BF81}"/>
                </a:ext>
              </a:extLst>
            </p:cNvPr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1" name="pg3381">
              <a:extLst>
                <a:ext uri="{FF2B5EF4-FFF2-40B4-BE49-F238E27FC236}">
                  <a16:creationId xmlns:a16="http://schemas.microsoft.com/office/drawing/2014/main" id="{F6D1A92F-C9AF-895A-E163-933DFEA479E0}"/>
                </a:ext>
              </a:extLst>
            </p:cNvPr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2" name="pg3382">
              <a:extLst>
                <a:ext uri="{FF2B5EF4-FFF2-40B4-BE49-F238E27FC236}">
                  <a16:creationId xmlns:a16="http://schemas.microsoft.com/office/drawing/2014/main" id="{6DA7948E-CDD2-19F4-F70C-72D3D4D4F94E}"/>
                </a:ext>
              </a:extLst>
            </p:cNvPr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3" name="pg3383">
              <a:extLst>
                <a:ext uri="{FF2B5EF4-FFF2-40B4-BE49-F238E27FC236}">
                  <a16:creationId xmlns:a16="http://schemas.microsoft.com/office/drawing/2014/main" id="{AC3A314F-964D-0684-7064-4B7C80EECC1E}"/>
                </a:ext>
              </a:extLst>
            </p:cNvPr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4" name="pg3384">
              <a:extLst>
                <a:ext uri="{FF2B5EF4-FFF2-40B4-BE49-F238E27FC236}">
                  <a16:creationId xmlns:a16="http://schemas.microsoft.com/office/drawing/2014/main" id="{FFD141E5-787B-82B3-51F1-56B6442505EA}"/>
                </a:ext>
              </a:extLst>
            </p:cNvPr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5" name="pg3385">
              <a:extLst>
                <a:ext uri="{FF2B5EF4-FFF2-40B4-BE49-F238E27FC236}">
                  <a16:creationId xmlns:a16="http://schemas.microsoft.com/office/drawing/2014/main" id="{25E185FC-FD21-AA69-02EA-0FAD25F0D56E}"/>
                </a:ext>
              </a:extLst>
            </p:cNvPr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6" name="pg3386">
              <a:extLst>
                <a:ext uri="{FF2B5EF4-FFF2-40B4-BE49-F238E27FC236}">
                  <a16:creationId xmlns:a16="http://schemas.microsoft.com/office/drawing/2014/main" id="{0DEC16EC-63E1-55F9-984E-892775346918}"/>
                </a:ext>
              </a:extLst>
            </p:cNvPr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7" name="pg3387">
              <a:extLst>
                <a:ext uri="{FF2B5EF4-FFF2-40B4-BE49-F238E27FC236}">
                  <a16:creationId xmlns:a16="http://schemas.microsoft.com/office/drawing/2014/main" id="{F94BB95F-7F52-D8A8-EBE1-7B77FCEFCEE0}"/>
                </a:ext>
              </a:extLst>
            </p:cNvPr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8" name="pg3388">
              <a:extLst>
                <a:ext uri="{FF2B5EF4-FFF2-40B4-BE49-F238E27FC236}">
                  <a16:creationId xmlns:a16="http://schemas.microsoft.com/office/drawing/2014/main" id="{21834007-4E26-84DF-AB1E-6B184475F265}"/>
                </a:ext>
              </a:extLst>
            </p:cNvPr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9" name="pg3389">
              <a:extLst>
                <a:ext uri="{FF2B5EF4-FFF2-40B4-BE49-F238E27FC236}">
                  <a16:creationId xmlns:a16="http://schemas.microsoft.com/office/drawing/2014/main" id="{61859AE0-837A-177C-B8F2-E67E8B36C4A8}"/>
                </a:ext>
              </a:extLst>
            </p:cNvPr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0" name="pg3390">
              <a:extLst>
                <a:ext uri="{FF2B5EF4-FFF2-40B4-BE49-F238E27FC236}">
                  <a16:creationId xmlns:a16="http://schemas.microsoft.com/office/drawing/2014/main" id="{0082B694-2E2A-F679-485C-8862DD9F4712}"/>
                </a:ext>
              </a:extLst>
            </p:cNvPr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1" name="pg3391">
              <a:extLst>
                <a:ext uri="{FF2B5EF4-FFF2-40B4-BE49-F238E27FC236}">
                  <a16:creationId xmlns:a16="http://schemas.microsoft.com/office/drawing/2014/main" id="{7EA36F9E-DDE0-5565-34DB-6F563B1A8419}"/>
                </a:ext>
              </a:extLst>
            </p:cNvPr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2" name="pg3392">
              <a:extLst>
                <a:ext uri="{FF2B5EF4-FFF2-40B4-BE49-F238E27FC236}">
                  <a16:creationId xmlns:a16="http://schemas.microsoft.com/office/drawing/2014/main" id="{02AE3493-699D-3E18-1A01-91D75873C515}"/>
                </a:ext>
              </a:extLst>
            </p:cNvPr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3" name="pg3393">
              <a:extLst>
                <a:ext uri="{FF2B5EF4-FFF2-40B4-BE49-F238E27FC236}">
                  <a16:creationId xmlns:a16="http://schemas.microsoft.com/office/drawing/2014/main" id="{F904820F-2614-B368-4ED0-1E06D38B2114}"/>
                </a:ext>
              </a:extLst>
            </p:cNvPr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4" name="pg3394">
              <a:extLst>
                <a:ext uri="{FF2B5EF4-FFF2-40B4-BE49-F238E27FC236}">
                  <a16:creationId xmlns:a16="http://schemas.microsoft.com/office/drawing/2014/main" id="{08E1E8E5-B3FB-FE90-5AF5-364E46DF6677}"/>
                </a:ext>
              </a:extLst>
            </p:cNvPr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5" name="pg3395">
              <a:extLst>
                <a:ext uri="{FF2B5EF4-FFF2-40B4-BE49-F238E27FC236}">
                  <a16:creationId xmlns:a16="http://schemas.microsoft.com/office/drawing/2014/main" id="{4AA379A8-C1E0-8276-8E01-0598D40AA69B}"/>
                </a:ext>
              </a:extLst>
            </p:cNvPr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6" name="pg3396">
              <a:extLst>
                <a:ext uri="{FF2B5EF4-FFF2-40B4-BE49-F238E27FC236}">
                  <a16:creationId xmlns:a16="http://schemas.microsoft.com/office/drawing/2014/main" id="{818F86C5-FE34-1B60-B40F-D7794A7F71A4}"/>
                </a:ext>
              </a:extLst>
            </p:cNvPr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7" name="pg3397">
              <a:extLst>
                <a:ext uri="{FF2B5EF4-FFF2-40B4-BE49-F238E27FC236}">
                  <a16:creationId xmlns:a16="http://schemas.microsoft.com/office/drawing/2014/main" id="{B9E4C911-F8BB-50CE-5B25-657E818FEDA4}"/>
                </a:ext>
              </a:extLst>
            </p:cNvPr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8" name="pg3398">
              <a:extLst>
                <a:ext uri="{FF2B5EF4-FFF2-40B4-BE49-F238E27FC236}">
                  <a16:creationId xmlns:a16="http://schemas.microsoft.com/office/drawing/2014/main" id="{536E3960-0CB5-3F99-824E-42404066CDF2}"/>
                </a:ext>
              </a:extLst>
            </p:cNvPr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9" name="pg3399">
              <a:extLst>
                <a:ext uri="{FF2B5EF4-FFF2-40B4-BE49-F238E27FC236}">
                  <a16:creationId xmlns:a16="http://schemas.microsoft.com/office/drawing/2014/main" id="{24FA2AF6-68AE-D2AD-F4E9-70BDEBB15293}"/>
                </a:ext>
              </a:extLst>
            </p:cNvPr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0" name="pg3400">
              <a:extLst>
                <a:ext uri="{FF2B5EF4-FFF2-40B4-BE49-F238E27FC236}">
                  <a16:creationId xmlns:a16="http://schemas.microsoft.com/office/drawing/2014/main" id="{60C6BCFC-56BD-F3C8-DD14-61FCBD55C882}"/>
                </a:ext>
              </a:extLst>
            </p:cNvPr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1" name="pg3401">
              <a:extLst>
                <a:ext uri="{FF2B5EF4-FFF2-40B4-BE49-F238E27FC236}">
                  <a16:creationId xmlns:a16="http://schemas.microsoft.com/office/drawing/2014/main" id="{E5C99635-D814-9E12-2DC4-2D59FED958BE}"/>
                </a:ext>
              </a:extLst>
            </p:cNvPr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2" name="pg3402">
              <a:extLst>
                <a:ext uri="{FF2B5EF4-FFF2-40B4-BE49-F238E27FC236}">
                  <a16:creationId xmlns:a16="http://schemas.microsoft.com/office/drawing/2014/main" id="{281B2BCA-BC53-B2C9-CB89-A1F004430010}"/>
                </a:ext>
              </a:extLst>
            </p:cNvPr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3" name="pg3403">
              <a:extLst>
                <a:ext uri="{FF2B5EF4-FFF2-40B4-BE49-F238E27FC236}">
                  <a16:creationId xmlns:a16="http://schemas.microsoft.com/office/drawing/2014/main" id="{4D9025EF-9F5F-E24B-ECF7-211A37631093}"/>
                </a:ext>
              </a:extLst>
            </p:cNvPr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4" name="pg3404">
              <a:extLst>
                <a:ext uri="{FF2B5EF4-FFF2-40B4-BE49-F238E27FC236}">
                  <a16:creationId xmlns:a16="http://schemas.microsoft.com/office/drawing/2014/main" id="{DE4E4A86-FC2D-2CC9-7180-050AB728CAB9}"/>
                </a:ext>
              </a:extLst>
            </p:cNvPr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5" name="pg3405">
              <a:extLst>
                <a:ext uri="{FF2B5EF4-FFF2-40B4-BE49-F238E27FC236}">
                  <a16:creationId xmlns:a16="http://schemas.microsoft.com/office/drawing/2014/main" id="{B48FAB31-21CB-97DE-616D-01E8E74FA3D5}"/>
                </a:ext>
              </a:extLst>
            </p:cNvPr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6" name="pg3406">
              <a:extLst>
                <a:ext uri="{FF2B5EF4-FFF2-40B4-BE49-F238E27FC236}">
                  <a16:creationId xmlns:a16="http://schemas.microsoft.com/office/drawing/2014/main" id="{63C1C331-7169-14E9-F1D2-B89B5FBD1472}"/>
                </a:ext>
              </a:extLst>
            </p:cNvPr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7" name="pg3407">
              <a:extLst>
                <a:ext uri="{FF2B5EF4-FFF2-40B4-BE49-F238E27FC236}">
                  <a16:creationId xmlns:a16="http://schemas.microsoft.com/office/drawing/2014/main" id="{BB079666-423A-8177-DC64-D3FF56913543}"/>
                </a:ext>
              </a:extLst>
            </p:cNvPr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8" name="pg3408">
              <a:extLst>
                <a:ext uri="{FF2B5EF4-FFF2-40B4-BE49-F238E27FC236}">
                  <a16:creationId xmlns:a16="http://schemas.microsoft.com/office/drawing/2014/main" id="{3B688C91-F35F-ADC2-CFE0-8BAA640B9D02}"/>
                </a:ext>
              </a:extLst>
            </p:cNvPr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9" name="pg3409">
              <a:extLst>
                <a:ext uri="{FF2B5EF4-FFF2-40B4-BE49-F238E27FC236}">
                  <a16:creationId xmlns:a16="http://schemas.microsoft.com/office/drawing/2014/main" id="{9AB09B79-541B-5A85-6BB3-F3046295F489}"/>
                </a:ext>
              </a:extLst>
            </p:cNvPr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0" name="pg3410">
              <a:extLst>
                <a:ext uri="{FF2B5EF4-FFF2-40B4-BE49-F238E27FC236}">
                  <a16:creationId xmlns:a16="http://schemas.microsoft.com/office/drawing/2014/main" id="{F626C936-F49F-EC25-E0B7-BBFE2786834D}"/>
                </a:ext>
              </a:extLst>
            </p:cNvPr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1" name="pg3411">
              <a:extLst>
                <a:ext uri="{FF2B5EF4-FFF2-40B4-BE49-F238E27FC236}">
                  <a16:creationId xmlns:a16="http://schemas.microsoft.com/office/drawing/2014/main" id="{C84760BA-5872-722F-3C89-30220D26CF16}"/>
                </a:ext>
              </a:extLst>
            </p:cNvPr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2" name="pg3412">
              <a:extLst>
                <a:ext uri="{FF2B5EF4-FFF2-40B4-BE49-F238E27FC236}">
                  <a16:creationId xmlns:a16="http://schemas.microsoft.com/office/drawing/2014/main" id="{D19BC371-A8BC-DD83-5089-5E215CEACFBD}"/>
                </a:ext>
              </a:extLst>
            </p:cNvPr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3" name="pg3413">
              <a:extLst>
                <a:ext uri="{FF2B5EF4-FFF2-40B4-BE49-F238E27FC236}">
                  <a16:creationId xmlns:a16="http://schemas.microsoft.com/office/drawing/2014/main" id="{D5C2BD8D-3F03-9ADE-B494-F3B3E070525A}"/>
                </a:ext>
              </a:extLst>
            </p:cNvPr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4" name="pg3414">
              <a:extLst>
                <a:ext uri="{FF2B5EF4-FFF2-40B4-BE49-F238E27FC236}">
                  <a16:creationId xmlns:a16="http://schemas.microsoft.com/office/drawing/2014/main" id="{70FCE1C1-F247-2652-6A99-F92EF16EA66D}"/>
                </a:ext>
              </a:extLst>
            </p:cNvPr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5" name="pg3415">
              <a:extLst>
                <a:ext uri="{FF2B5EF4-FFF2-40B4-BE49-F238E27FC236}">
                  <a16:creationId xmlns:a16="http://schemas.microsoft.com/office/drawing/2014/main" id="{DCE383F8-9414-3663-5265-425F272D3D9D}"/>
                </a:ext>
              </a:extLst>
            </p:cNvPr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6" name="pg3416">
              <a:extLst>
                <a:ext uri="{FF2B5EF4-FFF2-40B4-BE49-F238E27FC236}">
                  <a16:creationId xmlns:a16="http://schemas.microsoft.com/office/drawing/2014/main" id="{AE9FF4F5-5378-BD37-D80E-EFE4EE63E5EE}"/>
                </a:ext>
              </a:extLst>
            </p:cNvPr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7" name="pg3417">
              <a:extLst>
                <a:ext uri="{FF2B5EF4-FFF2-40B4-BE49-F238E27FC236}">
                  <a16:creationId xmlns:a16="http://schemas.microsoft.com/office/drawing/2014/main" id="{3BF84341-B6C2-DF7C-5578-14368C16A771}"/>
                </a:ext>
              </a:extLst>
            </p:cNvPr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8" name="pg3418">
              <a:extLst>
                <a:ext uri="{FF2B5EF4-FFF2-40B4-BE49-F238E27FC236}">
                  <a16:creationId xmlns:a16="http://schemas.microsoft.com/office/drawing/2014/main" id="{32E8541F-7FBF-659F-A159-B3CB14D74E56}"/>
                </a:ext>
              </a:extLst>
            </p:cNvPr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9" name="pg3419">
              <a:extLst>
                <a:ext uri="{FF2B5EF4-FFF2-40B4-BE49-F238E27FC236}">
                  <a16:creationId xmlns:a16="http://schemas.microsoft.com/office/drawing/2014/main" id="{56AC1C16-31B5-F689-1E74-8EEBE3147BEA}"/>
                </a:ext>
              </a:extLst>
            </p:cNvPr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0" name="pg3420">
              <a:extLst>
                <a:ext uri="{FF2B5EF4-FFF2-40B4-BE49-F238E27FC236}">
                  <a16:creationId xmlns:a16="http://schemas.microsoft.com/office/drawing/2014/main" id="{C4DD9D43-D4FB-F318-5337-70F23A11BF40}"/>
                </a:ext>
              </a:extLst>
            </p:cNvPr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1" name="pg3421">
              <a:extLst>
                <a:ext uri="{FF2B5EF4-FFF2-40B4-BE49-F238E27FC236}">
                  <a16:creationId xmlns:a16="http://schemas.microsoft.com/office/drawing/2014/main" id="{3CF91E85-A284-FA0E-2ADD-C14B0A82C005}"/>
                </a:ext>
              </a:extLst>
            </p:cNvPr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2" name="pg3422">
              <a:extLst>
                <a:ext uri="{FF2B5EF4-FFF2-40B4-BE49-F238E27FC236}">
                  <a16:creationId xmlns:a16="http://schemas.microsoft.com/office/drawing/2014/main" id="{95E06205-2A15-1441-6AC5-4D5398A146AB}"/>
                </a:ext>
              </a:extLst>
            </p:cNvPr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3" name="pg3423">
              <a:extLst>
                <a:ext uri="{FF2B5EF4-FFF2-40B4-BE49-F238E27FC236}">
                  <a16:creationId xmlns:a16="http://schemas.microsoft.com/office/drawing/2014/main" id="{66C5B3B6-A389-52CF-FD88-C2471C93B1E0}"/>
                </a:ext>
              </a:extLst>
            </p:cNvPr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4" name="pg3424">
              <a:extLst>
                <a:ext uri="{FF2B5EF4-FFF2-40B4-BE49-F238E27FC236}">
                  <a16:creationId xmlns:a16="http://schemas.microsoft.com/office/drawing/2014/main" id="{0D4BBF08-E13C-F9B7-E391-A7CAFEB456D6}"/>
                </a:ext>
              </a:extLst>
            </p:cNvPr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5" name="pg3425">
              <a:extLst>
                <a:ext uri="{FF2B5EF4-FFF2-40B4-BE49-F238E27FC236}">
                  <a16:creationId xmlns:a16="http://schemas.microsoft.com/office/drawing/2014/main" id="{14F732A5-A4F1-630C-16ED-0A0059C45C0E}"/>
                </a:ext>
              </a:extLst>
            </p:cNvPr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6" name="pg3426">
              <a:extLst>
                <a:ext uri="{FF2B5EF4-FFF2-40B4-BE49-F238E27FC236}">
                  <a16:creationId xmlns:a16="http://schemas.microsoft.com/office/drawing/2014/main" id="{F21F381B-15CD-7F8F-7D0C-F27181994C05}"/>
                </a:ext>
              </a:extLst>
            </p:cNvPr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7" name="pg3427">
              <a:extLst>
                <a:ext uri="{FF2B5EF4-FFF2-40B4-BE49-F238E27FC236}">
                  <a16:creationId xmlns:a16="http://schemas.microsoft.com/office/drawing/2014/main" id="{8CE3EC05-4E7C-2847-1582-17ED3624785F}"/>
                </a:ext>
              </a:extLst>
            </p:cNvPr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8" name="pg3428">
              <a:extLst>
                <a:ext uri="{FF2B5EF4-FFF2-40B4-BE49-F238E27FC236}">
                  <a16:creationId xmlns:a16="http://schemas.microsoft.com/office/drawing/2014/main" id="{C5F136EF-08E7-5DE0-3BF4-8440597F076B}"/>
                </a:ext>
              </a:extLst>
            </p:cNvPr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9" name="pg3429">
              <a:extLst>
                <a:ext uri="{FF2B5EF4-FFF2-40B4-BE49-F238E27FC236}">
                  <a16:creationId xmlns:a16="http://schemas.microsoft.com/office/drawing/2014/main" id="{C54A2549-98A3-17E5-13BB-9FB1560B6B08}"/>
                </a:ext>
              </a:extLst>
            </p:cNvPr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0" name="pg3430">
              <a:extLst>
                <a:ext uri="{FF2B5EF4-FFF2-40B4-BE49-F238E27FC236}">
                  <a16:creationId xmlns:a16="http://schemas.microsoft.com/office/drawing/2014/main" id="{E384CACD-4178-D1AE-D231-B16CC76B71E9}"/>
                </a:ext>
              </a:extLst>
            </p:cNvPr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1" name="pg3431">
              <a:extLst>
                <a:ext uri="{FF2B5EF4-FFF2-40B4-BE49-F238E27FC236}">
                  <a16:creationId xmlns:a16="http://schemas.microsoft.com/office/drawing/2014/main" id="{2D0796C8-7824-61B7-6816-14F0031F27F3}"/>
                </a:ext>
              </a:extLst>
            </p:cNvPr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2" name="pg3432">
              <a:extLst>
                <a:ext uri="{FF2B5EF4-FFF2-40B4-BE49-F238E27FC236}">
                  <a16:creationId xmlns:a16="http://schemas.microsoft.com/office/drawing/2014/main" id="{6A35BEE3-577F-0938-E526-86F6CFA284C7}"/>
                </a:ext>
              </a:extLst>
            </p:cNvPr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3" name="pg3433">
              <a:extLst>
                <a:ext uri="{FF2B5EF4-FFF2-40B4-BE49-F238E27FC236}">
                  <a16:creationId xmlns:a16="http://schemas.microsoft.com/office/drawing/2014/main" id="{653C25C3-8CA7-FE4E-D0F4-86FF49A61CF8}"/>
                </a:ext>
              </a:extLst>
            </p:cNvPr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4" name="pg3434">
              <a:extLst>
                <a:ext uri="{FF2B5EF4-FFF2-40B4-BE49-F238E27FC236}">
                  <a16:creationId xmlns:a16="http://schemas.microsoft.com/office/drawing/2014/main" id="{DE07069B-2B4C-D25B-D09F-2C645E2CDA8B}"/>
                </a:ext>
              </a:extLst>
            </p:cNvPr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5" name="pg3435">
              <a:extLst>
                <a:ext uri="{FF2B5EF4-FFF2-40B4-BE49-F238E27FC236}">
                  <a16:creationId xmlns:a16="http://schemas.microsoft.com/office/drawing/2014/main" id="{2A25C07E-59C4-651D-D35E-C46096844797}"/>
                </a:ext>
              </a:extLst>
            </p:cNvPr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6" name="pg3436">
              <a:extLst>
                <a:ext uri="{FF2B5EF4-FFF2-40B4-BE49-F238E27FC236}">
                  <a16:creationId xmlns:a16="http://schemas.microsoft.com/office/drawing/2014/main" id="{8A76E443-5A5E-4790-5F49-E139EFF6E9C5}"/>
                </a:ext>
              </a:extLst>
            </p:cNvPr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7" name="pg3437">
              <a:extLst>
                <a:ext uri="{FF2B5EF4-FFF2-40B4-BE49-F238E27FC236}">
                  <a16:creationId xmlns:a16="http://schemas.microsoft.com/office/drawing/2014/main" id="{154B1156-1D25-F407-2C28-CEE9338637D7}"/>
                </a:ext>
              </a:extLst>
            </p:cNvPr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8" name="pg3438">
              <a:extLst>
                <a:ext uri="{FF2B5EF4-FFF2-40B4-BE49-F238E27FC236}">
                  <a16:creationId xmlns:a16="http://schemas.microsoft.com/office/drawing/2014/main" id="{4FA8C350-0C50-EA5A-2B14-D8280F156931}"/>
                </a:ext>
              </a:extLst>
            </p:cNvPr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9" name="pg3439">
              <a:extLst>
                <a:ext uri="{FF2B5EF4-FFF2-40B4-BE49-F238E27FC236}">
                  <a16:creationId xmlns:a16="http://schemas.microsoft.com/office/drawing/2014/main" id="{5444818B-BE99-A8C1-E696-96B145003B50}"/>
                </a:ext>
              </a:extLst>
            </p:cNvPr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0" name="pg3440">
              <a:extLst>
                <a:ext uri="{FF2B5EF4-FFF2-40B4-BE49-F238E27FC236}">
                  <a16:creationId xmlns:a16="http://schemas.microsoft.com/office/drawing/2014/main" id="{C93687A9-9DB5-FE1C-3127-07BD294D3A10}"/>
                </a:ext>
              </a:extLst>
            </p:cNvPr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1" name="pg3441">
              <a:extLst>
                <a:ext uri="{FF2B5EF4-FFF2-40B4-BE49-F238E27FC236}">
                  <a16:creationId xmlns:a16="http://schemas.microsoft.com/office/drawing/2014/main" id="{EA2CB00A-3EDB-08DE-2BC2-CD4FFDAD7FB9}"/>
                </a:ext>
              </a:extLst>
            </p:cNvPr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2" name="pg3442">
              <a:extLst>
                <a:ext uri="{FF2B5EF4-FFF2-40B4-BE49-F238E27FC236}">
                  <a16:creationId xmlns:a16="http://schemas.microsoft.com/office/drawing/2014/main" id="{B2330F1C-DCCE-77F4-726C-A0CD08C66209}"/>
                </a:ext>
              </a:extLst>
            </p:cNvPr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3" name="pg3443">
              <a:extLst>
                <a:ext uri="{FF2B5EF4-FFF2-40B4-BE49-F238E27FC236}">
                  <a16:creationId xmlns:a16="http://schemas.microsoft.com/office/drawing/2014/main" id="{36C8F874-B596-B88D-0D20-CFEFE3ABA4AA}"/>
                </a:ext>
              </a:extLst>
            </p:cNvPr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4" name="pg3444">
              <a:extLst>
                <a:ext uri="{FF2B5EF4-FFF2-40B4-BE49-F238E27FC236}">
                  <a16:creationId xmlns:a16="http://schemas.microsoft.com/office/drawing/2014/main" id="{DB2F208D-BE28-FB4B-8962-686E1B5EEE3B}"/>
                </a:ext>
              </a:extLst>
            </p:cNvPr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5" name="pg3445">
              <a:extLst>
                <a:ext uri="{FF2B5EF4-FFF2-40B4-BE49-F238E27FC236}">
                  <a16:creationId xmlns:a16="http://schemas.microsoft.com/office/drawing/2014/main" id="{E486D46B-AD72-C8C9-EB0E-F3EBC8BD29CD}"/>
                </a:ext>
              </a:extLst>
            </p:cNvPr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6" name="pg3446">
              <a:extLst>
                <a:ext uri="{FF2B5EF4-FFF2-40B4-BE49-F238E27FC236}">
                  <a16:creationId xmlns:a16="http://schemas.microsoft.com/office/drawing/2014/main" id="{67E92D92-B6F1-BD29-BA4D-F3D4E00A4675}"/>
                </a:ext>
              </a:extLst>
            </p:cNvPr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7" name="pg3447">
              <a:extLst>
                <a:ext uri="{FF2B5EF4-FFF2-40B4-BE49-F238E27FC236}">
                  <a16:creationId xmlns:a16="http://schemas.microsoft.com/office/drawing/2014/main" id="{66A0B721-881C-D319-D88A-BEC74235FD31}"/>
                </a:ext>
              </a:extLst>
            </p:cNvPr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8" name="pg3448">
              <a:extLst>
                <a:ext uri="{FF2B5EF4-FFF2-40B4-BE49-F238E27FC236}">
                  <a16:creationId xmlns:a16="http://schemas.microsoft.com/office/drawing/2014/main" id="{B54A6EF3-D1ED-D437-3FA9-3838FA1A3BB5}"/>
                </a:ext>
              </a:extLst>
            </p:cNvPr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9" name="pg3449">
              <a:extLst>
                <a:ext uri="{FF2B5EF4-FFF2-40B4-BE49-F238E27FC236}">
                  <a16:creationId xmlns:a16="http://schemas.microsoft.com/office/drawing/2014/main" id="{6545EB85-6C88-55BD-59AB-98AFD735EE5B}"/>
                </a:ext>
              </a:extLst>
            </p:cNvPr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0" name="pg3450">
              <a:extLst>
                <a:ext uri="{FF2B5EF4-FFF2-40B4-BE49-F238E27FC236}">
                  <a16:creationId xmlns:a16="http://schemas.microsoft.com/office/drawing/2014/main" id="{B110F03C-3121-7EAB-2F00-5404C19D0B69}"/>
                </a:ext>
              </a:extLst>
            </p:cNvPr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1" name="pg3451">
              <a:extLst>
                <a:ext uri="{FF2B5EF4-FFF2-40B4-BE49-F238E27FC236}">
                  <a16:creationId xmlns:a16="http://schemas.microsoft.com/office/drawing/2014/main" id="{DC774DF4-2169-B362-9ECB-3A968C486A45}"/>
                </a:ext>
              </a:extLst>
            </p:cNvPr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2" name="pg3452">
              <a:extLst>
                <a:ext uri="{FF2B5EF4-FFF2-40B4-BE49-F238E27FC236}">
                  <a16:creationId xmlns:a16="http://schemas.microsoft.com/office/drawing/2014/main" id="{7A28A554-60E8-C345-5FD1-EC3726B825AD}"/>
                </a:ext>
              </a:extLst>
            </p:cNvPr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3" name="pg3453">
              <a:extLst>
                <a:ext uri="{FF2B5EF4-FFF2-40B4-BE49-F238E27FC236}">
                  <a16:creationId xmlns:a16="http://schemas.microsoft.com/office/drawing/2014/main" id="{DFA364C1-DB14-1F5D-73D1-D4370FECFEF4}"/>
                </a:ext>
              </a:extLst>
            </p:cNvPr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4" name="pg3454">
              <a:extLst>
                <a:ext uri="{FF2B5EF4-FFF2-40B4-BE49-F238E27FC236}">
                  <a16:creationId xmlns:a16="http://schemas.microsoft.com/office/drawing/2014/main" id="{B60A3B09-38C7-38F5-40A7-0827CD495102}"/>
                </a:ext>
              </a:extLst>
            </p:cNvPr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5" name="pg3455">
              <a:extLst>
                <a:ext uri="{FF2B5EF4-FFF2-40B4-BE49-F238E27FC236}">
                  <a16:creationId xmlns:a16="http://schemas.microsoft.com/office/drawing/2014/main" id="{640D7A38-1B82-0107-D9B8-1510847B2F49}"/>
                </a:ext>
              </a:extLst>
            </p:cNvPr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6" name="pg3456">
              <a:extLst>
                <a:ext uri="{FF2B5EF4-FFF2-40B4-BE49-F238E27FC236}">
                  <a16:creationId xmlns:a16="http://schemas.microsoft.com/office/drawing/2014/main" id="{40CBD2D0-00A1-1F17-3955-90DAF5FAC0BC}"/>
                </a:ext>
              </a:extLst>
            </p:cNvPr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7" name="pg3457">
              <a:extLst>
                <a:ext uri="{FF2B5EF4-FFF2-40B4-BE49-F238E27FC236}">
                  <a16:creationId xmlns:a16="http://schemas.microsoft.com/office/drawing/2014/main" id="{2B5839FC-5C1B-E506-87E1-90EEA4387F35}"/>
                </a:ext>
              </a:extLst>
            </p:cNvPr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8" name="pg3458">
              <a:extLst>
                <a:ext uri="{FF2B5EF4-FFF2-40B4-BE49-F238E27FC236}">
                  <a16:creationId xmlns:a16="http://schemas.microsoft.com/office/drawing/2014/main" id="{C5E8FA39-0F4B-C97D-FE69-AAC34C4E9464}"/>
                </a:ext>
              </a:extLst>
            </p:cNvPr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9" name="pg3459">
              <a:extLst>
                <a:ext uri="{FF2B5EF4-FFF2-40B4-BE49-F238E27FC236}">
                  <a16:creationId xmlns:a16="http://schemas.microsoft.com/office/drawing/2014/main" id="{A248D115-34D6-87C7-A8F1-3572859175D6}"/>
                </a:ext>
              </a:extLst>
            </p:cNvPr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0" name="pg3460">
              <a:extLst>
                <a:ext uri="{FF2B5EF4-FFF2-40B4-BE49-F238E27FC236}">
                  <a16:creationId xmlns:a16="http://schemas.microsoft.com/office/drawing/2014/main" id="{7A046C48-6830-479B-4878-DE5497C7223C}"/>
                </a:ext>
              </a:extLst>
            </p:cNvPr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1" name="pg3461">
              <a:extLst>
                <a:ext uri="{FF2B5EF4-FFF2-40B4-BE49-F238E27FC236}">
                  <a16:creationId xmlns:a16="http://schemas.microsoft.com/office/drawing/2014/main" id="{C3E33E07-10DA-7CD6-FC74-ABC68CA20BFE}"/>
                </a:ext>
              </a:extLst>
            </p:cNvPr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2" name="pg3462">
              <a:extLst>
                <a:ext uri="{FF2B5EF4-FFF2-40B4-BE49-F238E27FC236}">
                  <a16:creationId xmlns:a16="http://schemas.microsoft.com/office/drawing/2014/main" id="{24A19619-7088-5820-12D7-B3897D75E53F}"/>
                </a:ext>
              </a:extLst>
            </p:cNvPr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3" name="pg3463">
              <a:extLst>
                <a:ext uri="{FF2B5EF4-FFF2-40B4-BE49-F238E27FC236}">
                  <a16:creationId xmlns:a16="http://schemas.microsoft.com/office/drawing/2014/main" id="{39AEEADF-E58D-03BD-F276-5652789332F2}"/>
                </a:ext>
              </a:extLst>
            </p:cNvPr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4" name="pg3464">
              <a:extLst>
                <a:ext uri="{FF2B5EF4-FFF2-40B4-BE49-F238E27FC236}">
                  <a16:creationId xmlns:a16="http://schemas.microsoft.com/office/drawing/2014/main" id="{98C459B2-C322-4A1C-0DD8-48933E2CBE5D}"/>
                </a:ext>
              </a:extLst>
            </p:cNvPr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5" name="pg3465">
              <a:extLst>
                <a:ext uri="{FF2B5EF4-FFF2-40B4-BE49-F238E27FC236}">
                  <a16:creationId xmlns:a16="http://schemas.microsoft.com/office/drawing/2014/main" id="{6A3FD736-3AE4-FF04-C7C9-3E8B4EAB592C}"/>
                </a:ext>
              </a:extLst>
            </p:cNvPr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6" name="pg3466">
              <a:extLst>
                <a:ext uri="{FF2B5EF4-FFF2-40B4-BE49-F238E27FC236}">
                  <a16:creationId xmlns:a16="http://schemas.microsoft.com/office/drawing/2014/main" id="{1AD1E4AC-DBDD-2D24-4733-5C8D219D0EB0}"/>
                </a:ext>
              </a:extLst>
            </p:cNvPr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7" name="pg3467">
              <a:extLst>
                <a:ext uri="{FF2B5EF4-FFF2-40B4-BE49-F238E27FC236}">
                  <a16:creationId xmlns:a16="http://schemas.microsoft.com/office/drawing/2014/main" id="{9C54FBA5-1529-7E9F-032F-1D626AC41DA6}"/>
                </a:ext>
              </a:extLst>
            </p:cNvPr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8" name="pg3468">
              <a:extLst>
                <a:ext uri="{FF2B5EF4-FFF2-40B4-BE49-F238E27FC236}">
                  <a16:creationId xmlns:a16="http://schemas.microsoft.com/office/drawing/2014/main" id="{A5191810-EDE8-D90E-1520-F806582C3B25}"/>
                </a:ext>
              </a:extLst>
            </p:cNvPr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9" name="pg3469">
              <a:extLst>
                <a:ext uri="{FF2B5EF4-FFF2-40B4-BE49-F238E27FC236}">
                  <a16:creationId xmlns:a16="http://schemas.microsoft.com/office/drawing/2014/main" id="{E9E1B54D-7467-2C3B-68A3-6DAD33DEBC7F}"/>
                </a:ext>
              </a:extLst>
            </p:cNvPr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0" name="pg3470">
              <a:extLst>
                <a:ext uri="{FF2B5EF4-FFF2-40B4-BE49-F238E27FC236}">
                  <a16:creationId xmlns:a16="http://schemas.microsoft.com/office/drawing/2014/main" id="{73C0D444-2688-C1C8-88B3-463D3F27A275}"/>
                </a:ext>
              </a:extLst>
            </p:cNvPr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1" name="pg3471">
              <a:extLst>
                <a:ext uri="{FF2B5EF4-FFF2-40B4-BE49-F238E27FC236}">
                  <a16:creationId xmlns:a16="http://schemas.microsoft.com/office/drawing/2014/main" id="{1E887ABA-566C-38DB-1CF2-BA08997A2871}"/>
                </a:ext>
              </a:extLst>
            </p:cNvPr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2" name="pg3472">
              <a:extLst>
                <a:ext uri="{FF2B5EF4-FFF2-40B4-BE49-F238E27FC236}">
                  <a16:creationId xmlns:a16="http://schemas.microsoft.com/office/drawing/2014/main" id="{520DDD74-7887-63B6-71AF-715710C2B455}"/>
                </a:ext>
              </a:extLst>
            </p:cNvPr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3" name="pg3473">
              <a:extLst>
                <a:ext uri="{FF2B5EF4-FFF2-40B4-BE49-F238E27FC236}">
                  <a16:creationId xmlns:a16="http://schemas.microsoft.com/office/drawing/2014/main" id="{AD835161-2903-6452-23B6-8C995EA27F68}"/>
                </a:ext>
              </a:extLst>
            </p:cNvPr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4" name="pg3474">
              <a:extLst>
                <a:ext uri="{FF2B5EF4-FFF2-40B4-BE49-F238E27FC236}">
                  <a16:creationId xmlns:a16="http://schemas.microsoft.com/office/drawing/2014/main" id="{C3BE919B-DE87-9B0F-74B8-31AAB93392CE}"/>
                </a:ext>
              </a:extLst>
            </p:cNvPr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5" name="pg3475">
              <a:extLst>
                <a:ext uri="{FF2B5EF4-FFF2-40B4-BE49-F238E27FC236}">
                  <a16:creationId xmlns:a16="http://schemas.microsoft.com/office/drawing/2014/main" id="{6DA87A01-CA47-296D-9D93-8353B84A6DF0}"/>
                </a:ext>
              </a:extLst>
            </p:cNvPr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6" name="pg3476">
              <a:extLst>
                <a:ext uri="{FF2B5EF4-FFF2-40B4-BE49-F238E27FC236}">
                  <a16:creationId xmlns:a16="http://schemas.microsoft.com/office/drawing/2014/main" id="{16BA82BE-12BD-C993-9D90-8D1B5B51F385}"/>
                </a:ext>
              </a:extLst>
            </p:cNvPr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7" name="pg3477">
              <a:extLst>
                <a:ext uri="{FF2B5EF4-FFF2-40B4-BE49-F238E27FC236}">
                  <a16:creationId xmlns:a16="http://schemas.microsoft.com/office/drawing/2014/main" id="{2DC59B42-05DE-E07F-9CD8-8181CA8301AA}"/>
                </a:ext>
              </a:extLst>
            </p:cNvPr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8" name="pg3478">
              <a:extLst>
                <a:ext uri="{FF2B5EF4-FFF2-40B4-BE49-F238E27FC236}">
                  <a16:creationId xmlns:a16="http://schemas.microsoft.com/office/drawing/2014/main" id="{EB2F6525-7BC8-C4F7-7AEB-C5996F09FCBF}"/>
                </a:ext>
              </a:extLst>
            </p:cNvPr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9" name="pg3479">
              <a:extLst>
                <a:ext uri="{FF2B5EF4-FFF2-40B4-BE49-F238E27FC236}">
                  <a16:creationId xmlns:a16="http://schemas.microsoft.com/office/drawing/2014/main" id="{97D52509-8017-511D-5DF3-180E8B6DD4B8}"/>
                </a:ext>
              </a:extLst>
            </p:cNvPr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0" name="pg3480">
              <a:extLst>
                <a:ext uri="{FF2B5EF4-FFF2-40B4-BE49-F238E27FC236}">
                  <a16:creationId xmlns:a16="http://schemas.microsoft.com/office/drawing/2014/main" id="{CC7F40FC-DFB6-0016-BE4D-7BEA7BED58A9}"/>
                </a:ext>
              </a:extLst>
            </p:cNvPr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1" name="pg3481">
              <a:extLst>
                <a:ext uri="{FF2B5EF4-FFF2-40B4-BE49-F238E27FC236}">
                  <a16:creationId xmlns:a16="http://schemas.microsoft.com/office/drawing/2014/main" id="{7BD025B9-6BB3-4D34-2592-57119C8744CD}"/>
                </a:ext>
              </a:extLst>
            </p:cNvPr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2" name="pg3482">
              <a:extLst>
                <a:ext uri="{FF2B5EF4-FFF2-40B4-BE49-F238E27FC236}">
                  <a16:creationId xmlns:a16="http://schemas.microsoft.com/office/drawing/2014/main" id="{F9003BD3-A86A-AF8B-7C09-631D792AD05C}"/>
                </a:ext>
              </a:extLst>
            </p:cNvPr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3" name="pg3483">
              <a:extLst>
                <a:ext uri="{FF2B5EF4-FFF2-40B4-BE49-F238E27FC236}">
                  <a16:creationId xmlns:a16="http://schemas.microsoft.com/office/drawing/2014/main" id="{9D2F932D-7C3B-7D9D-7DE4-D122BC58935C}"/>
                </a:ext>
              </a:extLst>
            </p:cNvPr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4" name="pg3484">
              <a:extLst>
                <a:ext uri="{FF2B5EF4-FFF2-40B4-BE49-F238E27FC236}">
                  <a16:creationId xmlns:a16="http://schemas.microsoft.com/office/drawing/2014/main" id="{D9C836E7-7C8D-2A9D-2BC7-BE92D1CE623E}"/>
                </a:ext>
              </a:extLst>
            </p:cNvPr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5" name="pg3485">
              <a:extLst>
                <a:ext uri="{FF2B5EF4-FFF2-40B4-BE49-F238E27FC236}">
                  <a16:creationId xmlns:a16="http://schemas.microsoft.com/office/drawing/2014/main" id="{7DF8670D-E717-5538-6126-22EDA6BCE106}"/>
                </a:ext>
              </a:extLst>
            </p:cNvPr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6" name="pg3486">
              <a:extLst>
                <a:ext uri="{FF2B5EF4-FFF2-40B4-BE49-F238E27FC236}">
                  <a16:creationId xmlns:a16="http://schemas.microsoft.com/office/drawing/2014/main" id="{E942BC40-0700-2045-71A1-398235E9ABEA}"/>
                </a:ext>
              </a:extLst>
            </p:cNvPr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7" name="pg3487">
              <a:extLst>
                <a:ext uri="{FF2B5EF4-FFF2-40B4-BE49-F238E27FC236}">
                  <a16:creationId xmlns:a16="http://schemas.microsoft.com/office/drawing/2014/main" id="{52BA5C36-76C2-11F1-ECB8-3FEADD9491D9}"/>
                </a:ext>
              </a:extLst>
            </p:cNvPr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8" name="pg3488">
              <a:extLst>
                <a:ext uri="{FF2B5EF4-FFF2-40B4-BE49-F238E27FC236}">
                  <a16:creationId xmlns:a16="http://schemas.microsoft.com/office/drawing/2014/main" id="{8F46B41D-F7AE-0E1A-EF68-AD6E5544F570}"/>
                </a:ext>
              </a:extLst>
            </p:cNvPr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9" name="pg3489">
              <a:extLst>
                <a:ext uri="{FF2B5EF4-FFF2-40B4-BE49-F238E27FC236}">
                  <a16:creationId xmlns:a16="http://schemas.microsoft.com/office/drawing/2014/main" id="{3FC97173-3564-3C4E-B8F0-4A56CB7B829B}"/>
                </a:ext>
              </a:extLst>
            </p:cNvPr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0" name="pg3490">
              <a:extLst>
                <a:ext uri="{FF2B5EF4-FFF2-40B4-BE49-F238E27FC236}">
                  <a16:creationId xmlns:a16="http://schemas.microsoft.com/office/drawing/2014/main" id="{EADDF969-C74E-9F44-540D-EE64A00E5EDD}"/>
                </a:ext>
              </a:extLst>
            </p:cNvPr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1" name="pg3491">
              <a:extLst>
                <a:ext uri="{FF2B5EF4-FFF2-40B4-BE49-F238E27FC236}">
                  <a16:creationId xmlns:a16="http://schemas.microsoft.com/office/drawing/2014/main" id="{2FACD9D5-A1E3-D5A8-487E-CEC29F3C3CCD}"/>
                </a:ext>
              </a:extLst>
            </p:cNvPr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2" name="pg3492">
              <a:extLst>
                <a:ext uri="{FF2B5EF4-FFF2-40B4-BE49-F238E27FC236}">
                  <a16:creationId xmlns:a16="http://schemas.microsoft.com/office/drawing/2014/main" id="{3A3DD139-8418-7A0E-A3D5-1162FA3940EE}"/>
                </a:ext>
              </a:extLst>
            </p:cNvPr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3" name="pg3493">
              <a:extLst>
                <a:ext uri="{FF2B5EF4-FFF2-40B4-BE49-F238E27FC236}">
                  <a16:creationId xmlns:a16="http://schemas.microsoft.com/office/drawing/2014/main" id="{D268EC2A-EFBE-A92E-70E8-9F26DC502619}"/>
                </a:ext>
              </a:extLst>
            </p:cNvPr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4" name="pg3494">
              <a:extLst>
                <a:ext uri="{FF2B5EF4-FFF2-40B4-BE49-F238E27FC236}">
                  <a16:creationId xmlns:a16="http://schemas.microsoft.com/office/drawing/2014/main" id="{BCD75D6F-9090-3A8F-7BC4-E8DE32EFF52F}"/>
                </a:ext>
              </a:extLst>
            </p:cNvPr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5" name="pg3495">
              <a:extLst>
                <a:ext uri="{FF2B5EF4-FFF2-40B4-BE49-F238E27FC236}">
                  <a16:creationId xmlns:a16="http://schemas.microsoft.com/office/drawing/2014/main" id="{716D050E-1383-196A-5161-AD9CFD5EA1AC}"/>
                </a:ext>
              </a:extLst>
            </p:cNvPr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6" name="pg3496">
              <a:extLst>
                <a:ext uri="{FF2B5EF4-FFF2-40B4-BE49-F238E27FC236}">
                  <a16:creationId xmlns:a16="http://schemas.microsoft.com/office/drawing/2014/main" id="{9545C0F2-E7E9-A7B9-B580-D8BF1D6FBBD0}"/>
                </a:ext>
              </a:extLst>
            </p:cNvPr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7" name="pg3497">
              <a:extLst>
                <a:ext uri="{FF2B5EF4-FFF2-40B4-BE49-F238E27FC236}">
                  <a16:creationId xmlns:a16="http://schemas.microsoft.com/office/drawing/2014/main" id="{D807FEC0-D347-C076-FD15-2BE1B72C484B}"/>
                </a:ext>
              </a:extLst>
            </p:cNvPr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8" name="pg3498">
              <a:extLst>
                <a:ext uri="{FF2B5EF4-FFF2-40B4-BE49-F238E27FC236}">
                  <a16:creationId xmlns:a16="http://schemas.microsoft.com/office/drawing/2014/main" id="{D484C6AC-559C-232A-153B-F941C8FEDEA2}"/>
                </a:ext>
              </a:extLst>
            </p:cNvPr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9" name="pg3499">
              <a:extLst>
                <a:ext uri="{FF2B5EF4-FFF2-40B4-BE49-F238E27FC236}">
                  <a16:creationId xmlns:a16="http://schemas.microsoft.com/office/drawing/2014/main" id="{A42C8C26-91D7-6C1F-FFF6-C84B02F77000}"/>
                </a:ext>
              </a:extLst>
            </p:cNvPr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0" name="pg3500">
              <a:extLst>
                <a:ext uri="{FF2B5EF4-FFF2-40B4-BE49-F238E27FC236}">
                  <a16:creationId xmlns:a16="http://schemas.microsoft.com/office/drawing/2014/main" id="{C1EF0C8B-985F-C6FD-34A0-D844B73ACFCA}"/>
                </a:ext>
              </a:extLst>
            </p:cNvPr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1" name="pg3501">
              <a:extLst>
                <a:ext uri="{FF2B5EF4-FFF2-40B4-BE49-F238E27FC236}">
                  <a16:creationId xmlns:a16="http://schemas.microsoft.com/office/drawing/2014/main" id="{08B9CD3B-EEC8-87C6-4537-2B23902D9BD2}"/>
                </a:ext>
              </a:extLst>
            </p:cNvPr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2" name="pg3502">
              <a:extLst>
                <a:ext uri="{FF2B5EF4-FFF2-40B4-BE49-F238E27FC236}">
                  <a16:creationId xmlns:a16="http://schemas.microsoft.com/office/drawing/2014/main" id="{D9A45B6F-E644-45EA-238A-8B959F49AF85}"/>
                </a:ext>
              </a:extLst>
            </p:cNvPr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3" name="pg3503">
              <a:extLst>
                <a:ext uri="{FF2B5EF4-FFF2-40B4-BE49-F238E27FC236}">
                  <a16:creationId xmlns:a16="http://schemas.microsoft.com/office/drawing/2014/main" id="{3098BD94-8C88-429A-A2DC-9D6E090CAE7F}"/>
                </a:ext>
              </a:extLst>
            </p:cNvPr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4" name="pg3504">
              <a:extLst>
                <a:ext uri="{FF2B5EF4-FFF2-40B4-BE49-F238E27FC236}">
                  <a16:creationId xmlns:a16="http://schemas.microsoft.com/office/drawing/2014/main" id="{D2F2FA69-AC1A-4F1C-E585-B38F8500BDC1}"/>
                </a:ext>
              </a:extLst>
            </p:cNvPr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5" name="pg3505">
              <a:extLst>
                <a:ext uri="{FF2B5EF4-FFF2-40B4-BE49-F238E27FC236}">
                  <a16:creationId xmlns:a16="http://schemas.microsoft.com/office/drawing/2014/main" id="{2FF0F422-59A4-1E1C-7CEA-A10ADD9B8236}"/>
                </a:ext>
              </a:extLst>
            </p:cNvPr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6" name="pg3506">
              <a:extLst>
                <a:ext uri="{FF2B5EF4-FFF2-40B4-BE49-F238E27FC236}">
                  <a16:creationId xmlns:a16="http://schemas.microsoft.com/office/drawing/2014/main" id="{2FB46633-F79F-DF78-6550-26C4950B3B45}"/>
                </a:ext>
              </a:extLst>
            </p:cNvPr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7" name="pg3507">
              <a:extLst>
                <a:ext uri="{FF2B5EF4-FFF2-40B4-BE49-F238E27FC236}">
                  <a16:creationId xmlns:a16="http://schemas.microsoft.com/office/drawing/2014/main" id="{2B103876-D66C-BAB6-A8D6-A79F454E8E0F}"/>
                </a:ext>
              </a:extLst>
            </p:cNvPr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8" name="pg3508">
              <a:extLst>
                <a:ext uri="{FF2B5EF4-FFF2-40B4-BE49-F238E27FC236}">
                  <a16:creationId xmlns:a16="http://schemas.microsoft.com/office/drawing/2014/main" id="{A41FD5BD-99CF-13BB-1EE4-C0B7071FEF81}"/>
                </a:ext>
              </a:extLst>
            </p:cNvPr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9" name="pg3509">
              <a:extLst>
                <a:ext uri="{FF2B5EF4-FFF2-40B4-BE49-F238E27FC236}">
                  <a16:creationId xmlns:a16="http://schemas.microsoft.com/office/drawing/2014/main" id="{531E4A9E-99C4-F308-C171-FBE6328B35DB}"/>
                </a:ext>
              </a:extLst>
            </p:cNvPr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0" name="pg3510">
              <a:extLst>
                <a:ext uri="{FF2B5EF4-FFF2-40B4-BE49-F238E27FC236}">
                  <a16:creationId xmlns:a16="http://schemas.microsoft.com/office/drawing/2014/main" id="{BAE115E8-C105-3524-EA43-EF7B807D435D}"/>
                </a:ext>
              </a:extLst>
            </p:cNvPr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1" name="pg3511">
              <a:extLst>
                <a:ext uri="{FF2B5EF4-FFF2-40B4-BE49-F238E27FC236}">
                  <a16:creationId xmlns:a16="http://schemas.microsoft.com/office/drawing/2014/main" id="{FD8DA7D6-668E-E624-83BE-4B41BD782622}"/>
                </a:ext>
              </a:extLst>
            </p:cNvPr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2" name="pg3512">
              <a:extLst>
                <a:ext uri="{FF2B5EF4-FFF2-40B4-BE49-F238E27FC236}">
                  <a16:creationId xmlns:a16="http://schemas.microsoft.com/office/drawing/2014/main" id="{9E12B12E-D8F7-5D7A-02B3-3D8BD7F7B520}"/>
                </a:ext>
              </a:extLst>
            </p:cNvPr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3" name="pg3513">
              <a:extLst>
                <a:ext uri="{FF2B5EF4-FFF2-40B4-BE49-F238E27FC236}">
                  <a16:creationId xmlns:a16="http://schemas.microsoft.com/office/drawing/2014/main" id="{11C33994-261D-BF1B-075B-7364A12E7947}"/>
                </a:ext>
              </a:extLst>
            </p:cNvPr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4" name="pg3514">
              <a:extLst>
                <a:ext uri="{FF2B5EF4-FFF2-40B4-BE49-F238E27FC236}">
                  <a16:creationId xmlns:a16="http://schemas.microsoft.com/office/drawing/2014/main" id="{5B70C668-7323-2860-4716-240FE65CE24C}"/>
                </a:ext>
              </a:extLst>
            </p:cNvPr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5" name="pg3515">
              <a:extLst>
                <a:ext uri="{FF2B5EF4-FFF2-40B4-BE49-F238E27FC236}">
                  <a16:creationId xmlns:a16="http://schemas.microsoft.com/office/drawing/2014/main" id="{12C5DD73-A853-CBD0-B109-3DA0C2AE60D9}"/>
                </a:ext>
              </a:extLst>
            </p:cNvPr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6" name="pg3516">
              <a:extLst>
                <a:ext uri="{FF2B5EF4-FFF2-40B4-BE49-F238E27FC236}">
                  <a16:creationId xmlns:a16="http://schemas.microsoft.com/office/drawing/2014/main" id="{22F3EF64-ED47-4BAB-DBE6-46BB51934F77}"/>
                </a:ext>
              </a:extLst>
            </p:cNvPr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7" name="pg3517">
              <a:extLst>
                <a:ext uri="{FF2B5EF4-FFF2-40B4-BE49-F238E27FC236}">
                  <a16:creationId xmlns:a16="http://schemas.microsoft.com/office/drawing/2014/main" id="{BEA0C5A7-2845-F32A-AE34-379C3E50132E}"/>
                </a:ext>
              </a:extLst>
            </p:cNvPr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8" name="pg3518">
              <a:extLst>
                <a:ext uri="{FF2B5EF4-FFF2-40B4-BE49-F238E27FC236}">
                  <a16:creationId xmlns:a16="http://schemas.microsoft.com/office/drawing/2014/main" id="{73A5C031-ED1F-F2FF-3007-ABC595DBD836}"/>
                </a:ext>
              </a:extLst>
            </p:cNvPr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9" name="pg3519">
              <a:extLst>
                <a:ext uri="{FF2B5EF4-FFF2-40B4-BE49-F238E27FC236}">
                  <a16:creationId xmlns:a16="http://schemas.microsoft.com/office/drawing/2014/main" id="{1B3A7B98-0230-1B58-33D2-8EA9D2D17EC3}"/>
                </a:ext>
              </a:extLst>
            </p:cNvPr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0" name="pg3520">
              <a:extLst>
                <a:ext uri="{FF2B5EF4-FFF2-40B4-BE49-F238E27FC236}">
                  <a16:creationId xmlns:a16="http://schemas.microsoft.com/office/drawing/2014/main" id="{45627DAB-2924-4E74-FEB0-DFCDD56074F6}"/>
                </a:ext>
              </a:extLst>
            </p:cNvPr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1" name="pg3521">
              <a:extLst>
                <a:ext uri="{FF2B5EF4-FFF2-40B4-BE49-F238E27FC236}">
                  <a16:creationId xmlns:a16="http://schemas.microsoft.com/office/drawing/2014/main" id="{DD73B7F3-025A-1B90-8202-B869D2A62B83}"/>
                </a:ext>
              </a:extLst>
            </p:cNvPr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2" name="pg3522">
              <a:extLst>
                <a:ext uri="{FF2B5EF4-FFF2-40B4-BE49-F238E27FC236}">
                  <a16:creationId xmlns:a16="http://schemas.microsoft.com/office/drawing/2014/main" id="{EE777B07-F50B-42B2-6CEA-BB02A8899CFC}"/>
                </a:ext>
              </a:extLst>
            </p:cNvPr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3" name="pg3523">
              <a:extLst>
                <a:ext uri="{FF2B5EF4-FFF2-40B4-BE49-F238E27FC236}">
                  <a16:creationId xmlns:a16="http://schemas.microsoft.com/office/drawing/2014/main" id="{9F5B3D89-F0C2-DE6D-0BE1-A614A8D77324}"/>
                </a:ext>
              </a:extLst>
            </p:cNvPr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4" name="pg3524">
              <a:extLst>
                <a:ext uri="{FF2B5EF4-FFF2-40B4-BE49-F238E27FC236}">
                  <a16:creationId xmlns:a16="http://schemas.microsoft.com/office/drawing/2014/main" id="{D1A0A297-01A6-607B-B9A4-206FB9F7D4E5}"/>
                </a:ext>
              </a:extLst>
            </p:cNvPr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5" name="pg3525">
              <a:extLst>
                <a:ext uri="{FF2B5EF4-FFF2-40B4-BE49-F238E27FC236}">
                  <a16:creationId xmlns:a16="http://schemas.microsoft.com/office/drawing/2014/main" id="{7D591147-C457-472D-3F75-7F2F858AE532}"/>
                </a:ext>
              </a:extLst>
            </p:cNvPr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6" name="pg3526">
              <a:extLst>
                <a:ext uri="{FF2B5EF4-FFF2-40B4-BE49-F238E27FC236}">
                  <a16:creationId xmlns:a16="http://schemas.microsoft.com/office/drawing/2014/main" id="{F481CC19-714F-A750-FA7C-8104AF7D75E4}"/>
                </a:ext>
              </a:extLst>
            </p:cNvPr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7" name="pg3527">
              <a:extLst>
                <a:ext uri="{FF2B5EF4-FFF2-40B4-BE49-F238E27FC236}">
                  <a16:creationId xmlns:a16="http://schemas.microsoft.com/office/drawing/2014/main" id="{6D527E3E-1ACB-EF81-D570-1F26A4D26C43}"/>
                </a:ext>
              </a:extLst>
            </p:cNvPr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8" name="pg3528">
              <a:extLst>
                <a:ext uri="{FF2B5EF4-FFF2-40B4-BE49-F238E27FC236}">
                  <a16:creationId xmlns:a16="http://schemas.microsoft.com/office/drawing/2014/main" id="{6B11DE0A-0B42-F6A8-2084-35CA6AA0B4A7}"/>
                </a:ext>
              </a:extLst>
            </p:cNvPr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9" name="pg3529">
              <a:extLst>
                <a:ext uri="{FF2B5EF4-FFF2-40B4-BE49-F238E27FC236}">
                  <a16:creationId xmlns:a16="http://schemas.microsoft.com/office/drawing/2014/main" id="{0E9308C0-D0E4-D66B-CF79-558862A98954}"/>
                </a:ext>
              </a:extLst>
            </p:cNvPr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0" name="pg3530">
              <a:extLst>
                <a:ext uri="{FF2B5EF4-FFF2-40B4-BE49-F238E27FC236}">
                  <a16:creationId xmlns:a16="http://schemas.microsoft.com/office/drawing/2014/main" id="{55FFCC99-54DF-546C-6890-3D12CE9A287D}"/>
                </a:ext>
              </a:extLst>
            </p:cNvPr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1" name="pg3531">
              <a:extLst>
                <a:ext uri="{FF2B5EF4-FFF2-40B4-BE49-F238E27FC236}">
                  <a16:creationId xmlns:a16="http://schemas.microsoft.com/office/drawing/2014/main" id="{FC32D89A-EA99-EB60-CB5F-51B79A85AECC}"/>
                </a:ext>
              </a:extLst>
            </p:cNvPr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2" name="pg3532">
              <a:extLst>
                <a:ext uri="{FF2B5EF4-FFF2-40B4-BE49-F238E27FC236}">
                  <a16:creationId xmlns:a16="http://schemas.microsoft.com/office/drawing/2014/main" id="{88F91297-DC74-B6AA-6BBA-1CED9223572A}"/>
                </a:ext>
              </a:extLst>
            </p:cNvPr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3" name="pg3533">
              <a:extLst>
                <a:ext uri="{FF2B5EF4-FFF2-40B4-BE49-F238E27FC236}">
                  <a16:creationId xmlns:a16="http://schemas.microsoft.com/office/drawing/2014/main" id="{965B7497-8893-BD57-2965-11806788F211}"/>
                </a:ext>
              </a:extLst>
            </p:cNvPr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4" name="pg3534">
              <a:extLst>
                <a:ext uri="{FF2B5EF4-FFF2-40B4-BE49-F238E27FC236}">
                  <a16:creationId xmlns:a16="http://schemas.microsoft.com/office/drawing/2014/main" id="{7F31A818-542B-F667-53FD-204158992210}"/>
                </a:ext>
              </a:extLst>
            </p:cNvPr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5" name="pg3535">
              <a:extLst>
                <a:ext uri="{FF2B5EF4-FFF2-40B4-BE49-F238E27FC236}">
                  <a16:creationId xmlns:a16="http://schemas.microsoft.com/office/drawing/2014/main" id="{B8C1C0C2-2C3C-0BAB-180F-B974FBDB7C11}"/>
                </a:ext>
              </a:extLst>
            </p:cNvPr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6" name="pg3536">
              <a:extLst>
                <a:ext uri="{FF2B5EF4-FFF2-40B4-BE49-F238E27FC236}">
                  <a16:creationId xmlns:a16="http://schemas.microsoft.com/office/drawing/2014/main" id="{0FA9C701-B0AD-8902-0291-35FE1CC9508E}"/>
                </a:ext>
              </a:extLst>
            </p:cNvPr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7" name="pg3537">
              <a:extLst>
                <a:ext uri="{FF2B5EF4-FFF2-40B4-BE49-F238E27FC236}">
                  <a16:creationId xmlns:a16="http://schemas.microsoft.com/office/drawing/2014/main" id="{397071C4-E0EF-C195-F090-E425E4C06CDE}"/>
                </a:ext>
              </a:extLst>
            </p:cNvPr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8" name="pg3538">
              <a:extLst>
                <a:ext uri="{FF2B5EF4-FFF2-40B4-BE49-F238E27FC236}">
                  <a16:creationId xmlns:a16="http://schemas.microsoft.com/office/drawing/2014/main" id="{C706E0A5-E22D-9551-2D24-185FCE6F0280}"/>
                </a:ext>
              </a:extLst>
            </p:cNvPr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9" name="pg3539">
              <a:extLst>
                <a:ext uri="{FF2B5EF4-FFF2-40B4-BE49-F238E27FC236}">
                  <a16:creationId xmlns:a16="http://schemas.microsoft.com/office/drawing/2014/main" id="{31F53A45-DA14-94AC-299C-C0172978F645}"/>
                </a:ext>
              </a:extLst>
            </p:cNvPr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0" name="pg3540">
              <a:extLst>
                <a:ext uri="{FF2B5EF4-FFF2-40B4-BE49-F238E27FC236}">
                  <a16:creationId xmlns:a16="http://schemas.microsoft.com/office/drawing/2014/main" id="{94C0931B-ABDF-5C29-336D-89A637E6E72F}"/>
                </a:ext>
              </a:extLst>
            </p:cNvPr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1" name="pg3541">
              <a:extLst>
                <a:ext uri="{FF2B5EF4-FFF2-40B4-BE49-F238E27FC236}">
                  <a16:creationId xmlns:a16="http://schemas.microsoft.com/office/drawing/2014/main" id="{DB0915B2-D2F6-101B-2EE1-B9D23FDF66AB}"/>
                </a:ext>
              </a:extLst>
            </p:cNvPr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2" name="pg3542">
              <a:extLst>
                <a:ext uri="{FF2B5EF4-FFF2-40B4-BE49-F238E27FC236}">
                  <a16:creationId xmlns:a16="http://schemas.microsoft.com/office/drawing/2014/main" id="{2B3A0B69-AFAE-6825-A05A-5A9EC653F556}"/>
                </a:ext>
              </a:extLst>
            </p:cNvPr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3" name="pg3543">
              <a:extLst>
                <a:ext uri="{FF2B5EF4-FFF2-40B4-BE49-F238E27FC236}">
                  <a16:creationId xmlns:a16="http://schemas.microsoft.com/office/drawing/2014/main" id="{6738A501-B9C1-C51A-3363-CB0184C5D115}"/>
                </a:ext>
              </a:extLst>
            </p:cNvPr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4" name="pg3544">
              <a:extLst>
                <a:ext uri="{FF2B5EF4-FFF2-40B4-BE49-F238E27FC236}">
                  <a16:creationId xmlns:a16="http://schemas.microsoft.com/office/drawing/2014/main" id="{F0DCA4D6-85CF-AECE-7BA8-ECF243E2051C}"/>
                </a:ext>
              </a:extLst>
            </p:cNvPr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5" name="pg3545">
              <a:extLst>
                <a:ext uri="{FF2B5EF4-FFF2-40B4-BE49-F238E27FC236}">
                  <a16:creationId xmlns:a16="http://schemas.microsoft.com/office/drawing/2014/main" id="{0FF33B88-4065-3949-E5EE-F1ED77AB6611}"/>
                </a:ext>
              </a:extLst>
            </p:cNvPr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6" name="pg3546">
              <a:extLst>
                <a:ext uri="{FF2B5EF4-FFF2-40B4-BE49-F238E27FC236}">
                  <a16:creationId xmlns:a16="http://schemas.microsoft.com/office/drawing/2014/main" id="{FA80D06B-837E-5861-8482-D4FF193E687B}"/>
                </a:ext>
              </a:extLst>
            </p:cNvPr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7" name="pg3547">
              <a:extLst>
                <a:ext uri="{FF2B5EF4-FFF2-40B4-BE49-F238E27FC236}">
                  <a16:creationId xmlns:a16="http://schemas.microsoft.com/office/drawing/2014/main" id="{93025C75-997E-88B3-CB24-52395F88030B}"/>
                </a:ext>
              </a:extLst>
            </p:cNvPr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8" name="pg3548">
              <a:extLst>
                <a:ext uri="{FF2B5EF4-FFF2-40B4-BE49-F238E27FC236}">
                  <a16:creationId xmlns:a16="http://schemas.microsoft.com/office/drawing/2014/main" id="{2475FFBA-3D2C-8D4F-3C98-B28277233A3E}"/>
                </a:ext>
              </a:extLst>
            </p:cNvPr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9" name="pg3549">
              <a:extLst>
                <a:ext uri="{FF2B5EF4-FFF2-40B4-BE49-F238E27FC236}">
                  <a16:creationId xmlns:a16="http://schemas.microsoft.com/office/drawing/2014/main" id="{464443D3-8A84-2008-7FC5-D1279CBE513A}"/>
                </a:ext>
              </a:extLst>
            </p:cNvPr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0" name="pg3550">
              <a:extLst>
                <a:ext uri="{FF2B5EF4-FFF2-40B4-BE49-F238E27FC236}">
                  <a16:creationId xmlns:a16="http://schemas.microsoft.com/office/drawing/2014/main" id="{F78A3543-25DC-21CF-C121-0E0B3DEE70AD}"/>
                </a:ext>
              </a:extLst>
            </p:cNvPr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1" name="pg3551">
              <a:extLst>
                <a:ext uri="{FF2B5EF4-FFF2-40B4-BE49-F238E27FC236}">
                  <a16:creationId xmlns:a16="http://schemas.microsoft.com/office/drawing/2014/main" id="{0C175E10-4863-E2B6-F452-25F2340895BB}"/>
                </a:ext>
              </a:extLst>
            </p:cNvPr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2" name="pg3552">
              <a:extLst>
                <a:ext uri="{FF2B5EF4-FFF2-40B4-BE49-F238E27FC236}">
                  <a16:creationId xmlns:a16="http://schemas.microsoft.com/office/drawing/2014/main" id="{24A825EE-E48B-6C2B-EFC7-4ABEC4D3B1CD}"/>
                </a:ext>
              </a:extLst>
            </p:cNvPr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3" name="pg3553">
              <a:extLst>
                <a:ext uri="{FF2B5EF4-FFF2-40B4-BE49-F238E27FC236}">
                  <a16:creationId xmlns:a16="http://schemas.microsoft.com/office/drawing/2014/main" id="{B80F6AA2-FBD7-E2C8-FEFB-F1FA0E5B892D}"/>
                </a:ext>
              </a:extLst>
            </p:cNvPr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4" name="pg3554">
              <a:extLst>
                <a:ext uri="{FF2B5EF4-FFF2-40B4-BE49-F238E27FC236}">
                  <a16:creationId xmlns:a16="http://schemas.microsoft.com/office/drawing/2014/main" id="{E0224DC5-89E4-44F7-D6CC-DA6F2050F05E}"/>
                </a:ext>
              </a:extLst>
            </p:cNvPr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5" name="pg3555">
              <a:extLst>
                <a:ext uri="{FF2B5EF4-FFF2-40B4-BE49-F238E27FC236}">
                  <a16:creationId xmlns:a16="http://schemas.microsoft.com/office/drawing/2014/main" id="{DD25E03C-2337-62CB-2800-E9C9089AB073}"/>
                </a:ext>
              </a:extLst>
            </p:cNvPr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6" name="pg3556">
              <a:extLst>
                <a:ext uri="{FF2B5EF4-FFF2-40B4-BE49-F238E27FC236}">
                  <a16:creationId xmlns:a16="http://schemas.microsoft.com/office/drawing/2014/main" id="{C3F1D18A-26BD-AEAD-44F6-9B30E324B76A}"/>
                </a:ext>
              </a:extLst>
            </p:cNvPr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7" name="pg3557">
              <a:extLst>
                <a:ext uri="{FF2B5EF4-FFF2-40B4-BE49-F238E27FC236}">
                  <a16:creationId xmlns:a16="http://schemas.microsoft.com/office/drawing/2014/main" id="{3883CF7D-0AB6-8D2C-B48C-DDC1A3520E91}"/>
                </a:ext>
              </a:extLst>
            </p:cNvPr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8" name="pg3558">
              <a:extLst>
                <a:ext uri="{FF2B5EF4-FFF2-40B4-BE49-F238E27FC236}">
                  <a16:creationId xmlns:a16="http://schemas.microsoft.com/office/drawing/2014/main" id="{A17C9818-A10A-0229-E29B-44B9B366AB5D}"/>
                </a:ext>
              </a:extLst>
            </p:cNvPr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9" name="pg3559">
              <a:extLst>
                <a:ext uri="{FF2B5EF4-FFF2-40B4-BE49-F238E27FC236}">
                  <a16:creationId xmlns:a16="http://schemas.microsoft.com/office/drawing/2014/main" id="{B79B0827-05FE-6002-FBE1-D7E5A976130A}"/>
                </a:ext>
              </a:extLst>
            </p:cNvPr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0" name="pg3560">
              <a:extLst>
                <a:ext uri="{FF2B5EF4-FFF2-40B4-BE49-F238E27FC236}">
                  <a16:creationId xmlns:a16="http://schemas.microsoft.com/office/drawing/2014/main" id="{0E91BBB5-DB4B-F72E-AFA2-8328820A3271}"/>
                </a:ext>
              </a:extLst>
            </p:cNvPr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1" name="pg3561">
              <a:extLst>
                <a:ext uri="{FF2B5EF4-FFF2-40B4-BE49-F238E27FC236}">
                  <a16:creationId xmlns:a16="http://schemas.microsoft.com/office/drawing/2014/main" id="{0EDABEAD-29FE-BAD3-669F-CF4105505ACA}"/>
                </a:ext>
              </a:extLst>
            </p:cNvPr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2" name="pg3562">
              <a:extLst>
                <a:ext uri="{FF2B5EF4-FFF2-40B4-BE49-F238E27FC236}">
                  <a16:creationId xmlns:a16="http://schemas.microsoft.com/office/drawing/2014/main" id="{FCD15210-660B-CD3C-2DA6-14701631E0F9}"/>
                </a:ext>
              </a:extLst>
            </p:cNvPr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3" name="pg3563">
              <a:extLst>
                <a:ext uri="{FF2B5EF4-FFF2-40B4-BE49-F238E27FC236}">
                  <a16:creationId xmlns:a16="http://schemas.microsoft.com/office/drawing/2014/main" id="{2665B169-C391-6811-CF67-21AE2A7B71DC}"/>
                </a:ext>
              </a:extLst>
            </p:cNvPr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4" name="pg3564">
              <a:extLst>
                <a:ext uri="{FF2B5EF4-FFF2-40B4-BE49-F238E27FC236}">
                  <a16:creationId xmlns:a16="http://schemas.microsoft.com/office/drawing/2014/main" id="{82597E28-D6FC-0689-4A9E-A69978192FCA}"/>
                </a:ext>
              </a:extLst>
            </p:cNvPr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5" name="pg3565">
              <a:extLst>
                <a:ext uri="{FF2B5EF4-FFF2-40B4-BE49-F238E27FC236}">
                  <a16:creationId xmlns:a16="http://schemas.microsoft.com/office/drawing/2014/main" id="{FDB45CC1-882E-3A98-B225-95D25BF761A5}"/>
                </a:ext>
              </a:extLst>
            </p:cNvPr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6" name="pg3566">
              <a:extLst>
                <a:ext uri="{FF2B5EF4-FFF2-40B4-BE49-F238E27FC236}">
                  <a16:creationId xmlns:a16="http://schemas.microsoft.com/office/drawing/2014/main" id="{38020B8C-7AD6-0A66-7486-53211FFA81D3}"/>
                </a:ext>
              </a:extLst>
            </p:cNvPr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7" name="pg3567">
              <a:extLst>
                <a:ext uri="{FF2B5EF4-FFF2-40B4-BE49-F238E27FC236}">
                  <a16:creationId xmlns:a16="http://schemas.microsoft.com/office/drawing/2014/main" id="{EFE6A81F-84C3-6025-3563-D6E619747FDC}"/>
                </a:ext>
              </a:extLst>
            </p:cNvPr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8" name="pg3568">
              <a:extLst>
                <a:ext uri="{FF2B5EF4-FFF2-40B4-BE49-F238E27FC236}">
                  <a16:creationId xmlns:a16="http://schemas.microsoft.com/office/drawing/2014/main" id="{A3B74624-BAD0-76B2-55A2-E7447AC420DE}"/>
                </a:ext>
              </a:extLst>
            </p:cNvPr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9" name="pg3569">
              <a:extLst>
                <a:ext uri="{FF2B5EF4-FFF2-40B4-BE49-F238E27FC236}">
                  <a16:creationId xmlns:a16="http://schemas.microsoft.com/office/drawing/2014/main" id="{6A313209-4C9B-3B30-8782-45B9ED03FDAF}"/>
                </a:ext>
              </a:extLst>
            </p:cNvPr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0" name="pg3570">
              <a:extLst>
                <a:ext uri="{FF2B5EF4-FFF2-40B4-BE49-F238E27FC236}">
                  <a16:creationId xmlns:a16="http://schemas.microsoft.com/office/drawing/2014/main" id="{C1197769-F6A7-E81D-08E0-11AE31B4B399}"/>
                </a:ext>
              </a:extLst>
            </p:cNvPr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1" name="pg3571">
              <a:extLst>
                <a:ext uri="{FF2B5EF4-FFF2-40B4-BE49-F238E27FC236}">
                  <a16:creationId xmlns:a16="http://schemas.microsoft.com/office/drawing/2014/main" id="{A4C5ED5E-E937-4322-60DF-A883ECF5D7E1}"/>
                </a:ext>
              </a:extLst>
            </p:cNvPr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2" name="pg3572">
              <a:extLst>
                <a:ext uri="{FF2B5EF4-FFF2-40B4-BE49-F238E27FC236}">
                  <a16:creationId xmlns:a16="http://schemas.microsoft.com/office/drawing/2014/main" id="{AF09B7F7-49B1-2F18-515B-69E065CF2C0E}"/>
                </a:ext>
              </a:extLst>
            </p:cNvPr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3" name="pg3573">
              <a:extLst>
                <a:ext uri="{FF2B5EF4-FFF2-40B4-BE49-F238E27FC236}">
                  <a16:creationId xmlns:a16="http://schemas.microsoft.com/office/drawing/2014/main" id="{A14F3D2C-5BED-1BDA-D385-31DDBBAE3F6F}"/>
                </a:ext>
              </a:extLst>
            </p:cNvPr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4" name="pg3574">
              <a:extLst>
                <a:ext uri="{FF2B5EF4-FFF2-40B4-BE49-F238E27FC236}">
                  <a16:creationId xmlns:a16="http://schemas.microsoft.com/office/drawing/2014/main" id="{2B02DCD1-F454-4872-10B6-D05FBC7B71C0}"/>
                </a:ext>
              </a:extLst>
            </p:cNvPr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5" name="pg3575">
              <a:extLst>
                <a:ext uri="{FF2B5EF4-FFF2-40B4-BE49-F238E27FC236}">
                  <a16:creationId xmlns:a16="http://schemas.microsoft.com/office/drawing/2014/main" id="{FC44079E-D288-E315-74B9-5BA847BCF56D}"/>
                </a:ext>
              </a:extLst>
            </p:cNvPr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6" name="pg3576">
              <a:extLst>
                <a:ext uri="{FF2B5EF4-FFF2-40B4-BE49-F238E27FC236}">
                  <a16:creationId xmlns:a16="http://schemas.microsoft.com/office/drawing/2014/main" id="{77176302-D0DB-23C1-A57D-23FC07C30284}"/>
                </a:ext>
              </a:extLst>
            </p:cNvPr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7" name="pg3577">
              <a:extLst>
                <a:ext uri="{FF2B5EF4-FFF2-40B4-BE49-F238E27FC236}">
                  <a16:creationId xmlns:a16="http://schemas.microsoft.com/office/drawing/2014/main" id="{454DB9FF-F50E-0100-CB24-13AF6E29711C}"/>
                </a:ext>
              </a:extLst>
            </p:cNvPr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8" name="pg3578">
              <a:extLst>
                <a:ext uri="{FF2B5EF4-FFF2-40B4-BE49-F238E27FC236}">
                  <a16:creationId xmlns:a16="http://schemas.microsoft.com/office/drawing/2014/main" id="{EADC0498-F5C3-935F-68C9-9D610D8DD747}"/>
                </a:ext>
              </a:extLst>
            </p:cNvPr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9" name="pg3579">
              <a:extLst>
                <a:ext uri="{FF2B5EF4-FFF2-40B4-BE49-F238E27FC236}">
                  <a16:creationId xmlns:a16="http://schemas.microsoft.com/office/drawing/2014/main" id="{CEEFB07A-80D1-12E9-8787-24526D35C519}"/>
                </a:ext>
              </a:extLst>
            </p:cNvPr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0" name="pg3580">
              <a:extLst>
                <a:ext uri="{FF2B5EF4-FFF2-40B4-BE49-F238E27FC236}">
                  <a16:creationId xmlns:a16="http://schemas.microsoft.com/office/drawing/2014/main" id="{AEC06E64-85FE-D6D7-73B9-6E5D6A39771D}"/>
                </a:ext>
              </a:extLst>
            </p:cNvPr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1" name="pg3581">
              <a:extLst>
                <a:ext uri="{FF2B5EF4-FFF2-40B4-BE49-F238E27FC236}">
                  <a16:creationId xmlns:a16="http://schemas.microsoft.com/office/drawing/2014/main" id="{C0B56078-8873-58D0-DD37-3C1C9F875ACF}"/>
                </a:ext>
              </a:extLst>
            </p:cNvPr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2" name="pg3582">
              <a:extLst>
                <a:ext uri="{FF2B5EF4-FFF2-40B4-BE49-F238E27FC236}">
                  <a16:creationId xmlns:a16="http://schemas.microsoft.com/office/drawing/2014/main" id="{0A0D6F03-A863-4AA3-3152-B511238DBAE0}"/>
                </a:ext>
              </a:extLst>
            </p:cNvPr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3" name="pg3583">
              <a:extLst>
                <a:ext uri="{FF2B5EF4-FFF2-40B4-BE49-F238E27FC236}">
                  <a16:creationId xmlns:a16="http://schemas.microsoft.com/office/drawing/2014/main" id="{4842DF96-30C8-F344-AA5C-E72BFDCB5530}"/>
                </a:ext>
              </a:extLst>
            </p:cNvPr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4" name="pg3584">
              <a:extLst>
                <a:ext uri="{FF2B5EF4-FFF2-40B4-BE49-F238E27FC236}">
                  <a16:creationId xmlns:a16="http://schemas.microsoft.com/office/drawing/2014/main" id="{FB2971B9-193B-4FB4-CDC5-571BFEE65E19}"/>
                </a:ext>
              </a:extLst>
            </p:cNvPr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5" name="pg3585">
              <a:extLst>
                <a:ext uri="{FF2B5EF4-FFF2-40B4-BE49-F238E27FC236}">
                  <a16:creationId xmlns:a16="http://schemas.microsoft.com/office/drawing/2014/main" id="{E0BC0B91-5728-C0B0-2EB5-CEC98D62F079}"/>
                </a:ext>
              </a:extLst>
            </p:cNvPr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6" name="pg3586">
              <a:extLst>
                <a:ext uri="{FF2B5EF4-FFF2-40B4-BE49-F238E27FC236}">
                  <a16:creationId xmlns:a16="http://schemas.microsoft.com/office/drawing/2014/main" id="{1E46EA4D-AF80-A317-2921-FBA948369127}"/>
                </a:ext>
              </a:extLst>
            </p:cNvPr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7" name="pg3587">
              <a:extLst>
                <a:ext uri="{FF2B5EF4-FFF2-40B4-BE49-F238E27FC236}">
                  <a16:creationId xmlns:a16="http://schemas.microsoft.com/office/drawing/2014/main" id="{4B847F70-503B-9993-E718-113AE9DDB471}"/>
                </a:ext>
              </a:extLst>
            </p:cNvPr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8" name="pg3588">
              <a:extLst>
                <a:ext uri="{FF2B5EF4-FFF2-40B4-BE49-F238E27FC236}">
                  <a16:creationId xmlns:a16="http://schemas.microsoft.com/office/drawing/2014/main" id="{55EF64ED-F925-0BBC-F479-B00E3AE619D0}"/>
                </a:ext>
              </a:extLst>
            </p:cNvPr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9" name="pg3589">
              <a:extLst>
                <a:ext uri="{FF2B5EF4-FFF2-40B4-BE49-F238E27FC236}">
                  <a16:creationId xmlns:a16="http://schemas.microsoft.com/office/drawing/2014/main" id="{5E4361B2-DDC9-5FE2-6011-11CB502B7125}"/>
                </a:ext>
              </a:extLst>
            </p:cNvPr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0" name="pg3590">
              <a:extLst>
                <a:ext uri="{FF2B5EF4-FFF2-40B4-BE49-F238E27FC236}">
                  <a16:creationId xmlns:a16="http://schemas.microsoft.com/office/drawing/2014/main" id="{C373C667-DA73-A1BA-8BA3-2ED4ECCF787E}"/>
                </a:ext>
              </a:extLst>
            </p:cNvPr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1" name="pg3591">
              <a:extLst>
                <a:ext uri="{FF2B5EF4-FFF2-40B4-BE49-F238E27FC236}">
                  <a16:creationId xmlns:a16="http://schemas.microsoft.com/office/drawing/2014/main" id="{52071827-C5AE-8AF9-64B2-E61C95EA490A}"/>
                </a:ext>
              </a:extLst>
            </p:cNvPr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2" name="pg3592">
              <a:extLst>
                <a:ext uri="{FF2B5EF4-FFF2-40B4-BE49-F238E27FC236}">
                  <a16:creationId xmlns:a16="http://schemas.microsoft.com/office/drawing/2014/main" id="{DE58EB3F-54B9-DE14-27C2-258639461FE1}"/>
                </a:ext>
              </a:extLst>
            </p:cNvPr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3" name="pg3593">
              <a:extLst>
                <a:ext uri="{FF2B5EF4-FFF2-40B4-BE49-F238E27FC236}">
                  <a16:creationId xmlns:a16="http://schemas.microsoft.com/office/drawing/2014/main" id="{FA5BF682-C74B-C57B-1557-C645714D2B22}"/>
                </a:ext>
              </a:extLst>
            </p:cNvPr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4" name="pg3594">
              <a:extLst>
                <a:ext uri="{FF2B5EF4-FFF2-40B4-BE49-F238E27FC236}">
                  <a16:creationId xmlns:a16="http://schemas.microsoft.com/office/drawing/2014/main" id="{ACC036DE-072B-B906-3001-04213CBF3C0D}"/>
                </a:ext>
              </a:extLst>
            </p:cNvPr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5" name="pg3595">
              <a:extLst>
                <a:ext uri="{FF2B5EF4-FFF2-40B4-BE49-F238E27FC236}">
                  <a16:creationId xmlns:a16="http://schemas.microsoft.com/office/drawing/2014/main" id="{007BFFFF-1B05-49C3-00E4-F4493273079B}"/>
                </a:ext>
              </a:extLst>
            </p:cNvPr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6" name="pg3596">
              <a:extLst>
                <a:ext uri="{FF2B5EF4-FFF2-40B4-BE49-F238E27FC236}">
                  <a16:creationId xmlns:a16="http://schemas.microsoft.com/office/drawing/2014/main" id="{489FED17-26E6-7CCA-F978-091AEFC4432C}"/>
                </a:ext>
              </a:extLst>
            </p:cNvPr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7" name="pg3597">
              <a:extLst>
                <a:ext uri="{FF2B5EF4-FFF2-40B4-BE49-F238E27FC236}">
                  <a16:creationId xmlns:a16="http://schemas.microsoft.com/office/drawing/2014/main" id="{13B1E172-42DE-4C36-2DC7-07B5D10A57BD}"/>
                </a:ext>
              </a:extLst>
            </p:cNvPr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8" name="pg3598">
              <a:extLst>
                <a:ext uri="{FF2B5EF4-FFF2-40B4-BE49-F238E27FC236}">
                  <a16:creationId xmlns:a16="http://schemas.microsoft.com/office/drawing/2014/main" id="{B3EE428B-E6AC-37AA-3D1C-328C7B6EB1D9}"/>
                </a:ext>
              </a:extLst>
            </p:cNvPr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9" name="pg3599">
              <a:extLst>
                <a:ext uri="{FF2B5EF4-FFF2-40B4-BE49-F238E27FC236}">
                  <a16:creationId xmlns:a16="http://schemas.microsoft.com/office/drawing/2014/main" id="{CDD87463-FB02-E2CD-9EFB-0016BB1A62F5}"/>
                </a:ext>
              </a:extLst>
            </p:cNvPr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0" name="pg3600">
              <a:extLst>
                <a:ext uri="{FF2B5EF4-FFF2-40B4-BE49-F238E27FC236}">
                  <a16:creationId xmlns:a16="http://schemas.microsoft.com/office/drawing/2014/main" id="{37A1AAD4-D344-63A4-167B-B81373BF2FEF}"/>
                </a:ext>
              </a:extLst>
            </p:cNvPr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1" name="pg3601">
              <a:extLst>
                <a:ext uri="{FF2B5EF4-FFF2-40B4-BE49-F238E27FC236}">
                  <a16:creationId xmlns:a16="http://schemas.microsoft.com/office/drawing/2014/main" id="{83CBCCFD-88C9-9B1B-D485-9DBAEC3A1307}"/>
                </a:ext>
              </a:extLst>
            </p:cNvPr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2" name="pg3602">
              <a:extLst>
                <a:ext uri="{FF2B5EF4-FFF2-40B4-BE49-F238E27FC236}">
                  <a16:creationId xmlns:a16="http://schemas.microsoft.com/office/drawing/2014/main" id="{215CF2E7-E064-146B-D35D-A7CE6581486D}"/>
                </a:ext>
              </a:extLst>
            </p:cNvPr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3" name="pg3603">
              <a:extLst>
                <a:ext uri="{FF2B5EF4-FFF2-40B4-BE49-F238E27FC236}">
                  <a16:creationId xmlns:a16="http://schemas.microsoft.com/office/drawing/2014/main" id="{09922B8D-6490-F72A-CC8C-21805423C591}"/>
                </a:ext>
              </a:extLst>
            </p:cNvPr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4" name="pg3604">
              <a:extLst>
                <a:ext uri="{FF2B5EF4-FFF2-40B4-BE49-F238E27FC236}">
                  <a16:creationId xmlns:a16="http://schemas.microsoft.com/office/drawing/2014/main" id="{BAEB9071-FC4D-5A03-8FD2-CFF6F71A4325}"/>
                </a:ext>
              </a:extLst>
            </p:cNvPr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5" name="pg3605">
              <a:extLst>
                <a:ext uri="{FF2B5EF4-FFF2-40B4-BE49-F238E27FC236}">
                  <a16:creationId xmlns:a16="http://schemas.microsoft.com/office/drawing/2014/main" id="{DA5EA3B3-C338-455F-73F1-831DE3FE3A4A}"/>
                </a:ext>
              </a:extLst>
            </p:cNvPr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6" name="pg3606">
              <a:extLst>
                <a:ext uri="{FF2B5EF4-FFF2-40B4-BE49-F238E27FC236}">
                  <a16:creationId xmlns:a16="http://schemas.microsoft.com/office/drawing/2014/main" id="{E52165D1-2EED-D9D4-0026-353F96057197}"/>
                </a:ext>
              </a:extLst>
            </p:cNvPr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7" name="pg3607">
              <a:extLst>
                <a:ext uri="{FF2B5EF4-FFF2-40B4-BE49-F238E27FC236}">
                  <a16:creationId xmlns:a16="http://schemas.microsoft.com/office/drawing/2014/main" id="{8B8CFBA6-2A03-424D-7DAE-04596B330510}"/>
                </a:ext>
              </a:extLst>
            </p:cNvPr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8" name="pg3608">
              <a:extLst>
                <a:ext uri="{FF2B5EF4-FFF2-40B4-BE49-F238E27FC236}">
                  <a16:creationId xmlns:a16="http://schemas.microsoft.com/office/drawing/2014/main" id="{93EF9E1D-17F8-6BC7-3C6B-3C813E20A45A}"/>
                </a:ext>
              </a:extLst>
            </p:cNvPr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9" name="pg3609">
              <a:extLst>
                <a:ext uri="{FF2B5EF4-FFF2-40B4-BE49-F238E27FC236}">
                  <a16:creationId xmlns:a16="http://schemas.microsoft.com/office/drawing/2014/main" id="{4A63F1CF-3200-E650-9FEB-DF356F7BF2C8}"/>
                </a:ext>
              </a:extLst>
            </p:cNvPr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0" name="pg3610">
              <a:extLst>
                <a:ext uri="{FF2B5EF4-FFF2-40B4-BE49-F238E27FC236}">
                  <a16:creationId xmlns:a16="http://schemas.microsoft.com/office/drawing/2014/main" id="{095A509B-2FA3-8C22-3034-ABDDA15BDAAB}"/>
                </a:ext>
              </a:extLst>
            </p:cNvPr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1" name="pg3611">
              <a:extLst>
                <a:ext uri="{FF2B5EF4-FFF2-40B4-BE49-F238E27FC236}">
                  <a16:creationId xmlns:a16="http://schemas.microsoft.com/office/drawing/2014/main" id="{22D01406-5AF9-C9B8-3656-F3101C9B5AC9}"/>
                </a:ext>
              </a:extLst>
            </p:cNvPr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2" name="pg3612">
              <a:extLst>
                <a:ext uri="{FF2B5EF4-FFF2-40B4-BE49-F238E27FC236}">
                  <a16:creationId xmlns:a16="http://schemas.microsoft.com/office/drawing/2014/main" id="{0D66613A-534D-4E6E-A7AE-6278094A0EE8}"/>
                </a:ext>
              </a:extLst>
            </p:cNvPr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3" name="pg3613">
              <a:extLst>
                <a:ext uri="{FF2B5EF4-FFF2-40B4-BE49-F238E27FC236}">
                  <a16:creationId xmlns:a16="http://schemas.microsoft.com/office/drawing/2014/main" id="{C71EB313-DBF7-C2E6-82CC-46AA25ECADEA}"/>
                </a:ext>
              </a:extLst>
            </p:cNvPr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4" name="pg3614">
              <a:extLst>
                <a:ext uri="{FF2B5EF4-FFF2-40B4-BE49-F238E27FC236}">
                  <a16:creationId xmlns:a16="http://schemas.microsoft.com/office/drawing/2014/main" id="{DAF3B9B5-A51C-FDFD-7458-D7CF7680B4CC}"/>
                </a:ext>
              </a:extLst>
            </p:cNvPr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5" name="pg3615">
              <a:extLst>
                <a:ext uri="{FF2B5EF4-FFF2-40B4-BE49-F238E27FC236}">
                  <a16:creationId xmlns:a16="http://schemas.microsoft.com/office/drawing/2014/main" id="{65FACF9E-E3D3-FE05-DF33-B91DAE11CCBB}"/>
                </a:ext>
              </a:extLst>
            </p:cNvPr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6" name="pg3616">
              <a:extLst>
                <a:ext uri="{FF2B5EF4-FFF2-40B4-BE49-F238E27FC236}">
                  <a16:creationId xmlns:a16="http://schemas.microsoft.com/office/drawing/2014/main" id="{1222FC11-81E4-689B-D2EA-EF18DB5F1E00}"/>
                </a:ext>
              </a:extLst>
            </p:cNvPr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7" name="pg3617">
              <a:extLst>
                <a:ext uri="{FF2B5EF4-FFF2-40B4-BE49-F238E27FC236}">
                  <a16:creationId xmlns:a16="http://schemas.microsoft.com/office/drawing/2014/main" id="{0EE0436D-A5D3-085C-08A4-A9531DD796FF}"/>
                </a:ext>
              </a:extLst>
            </p:cNvPr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8" name="pg3618">
              <a:extLst>
                <a:ext uri="{FF2B5EF4-FFF2-40B4-BE49-F238E27FC236}">
                  <a16:creationId xmlns:a16="http://schemas.microsoft.com/office/drawing/2014/main" id="{C5985357-709F-B5F7-1CD3-6834F5EB1798}"/>
                </a:ext>
              </a:extLst>
            </p:cNvPr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9" name="pg3619">
              <a:extLst>
                <a:ext uri="{FF2B5EF4-FFF2-40B4-BE49-F238E27FC236}">
                  <a16:creationId xmlns:a16="http://schemas.microsoft.com/office/drawing/2014/main" id="{74687721-01DC-A1C8-A032-878FF27219C2}"/>
                </a:ext>
              </a:extLst>
            </p:cNvPr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0" name="pg3620">
              <a:extLst>
                <a:ext uri="{FF2B5EF4-FFF2-40B4-BE49-F238E27FC236}">
                  <a16:creationId xmlns:a16="http://schemas.microsoft.com/office/drawing/2014/main" id="{D18E77CC-1983-05B9-A93F-06DDCA3BB98B}"/>
                </a:ext>
              </a:extLst>
            </p:cNvPr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1" name="pg3621">
              <a:extLst>
                <a:ext uri="{FF2B5EF4-FFF2-40B4-BE49-F238E27FC236}">
                  <a16:creationId xmlns:a16="http://schemas.microsoft.com/office/drawing/2014/main" id="{FA8AB8CD-233D-E7C7-7A96-119754259080}"/>
                </a:ext>
              </a:extLst>
            </p:cNvPr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2" name="pg3622">
              <a:extLst>
                <a:ext uri="{FF2B5EF4-FFF2-40B4-BE49-F238E27FC236}">
                  <a16:creationId xmlns:a16="http://schemas.microsoft.com/office/drawing/2014/main" id="{C7AA0801-319B-2564-549A-EB8B05B81DBB}"/>
                </a:ext>
              </a:extLst>
            </p:cNvPr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3" name="pg3623">
              <a:extLst>
                <a:ext uri="{FF2B5EF4-FFF2-40B4-BE49-F238E27FC236}">
                  <a16:creationId xmlns:a16="http://schemas.microsoft.com/office/drawing/2014/main" id="{675E23C0-9E60-3B90-411E-513FE7E67FFD}"/>
                </a:ext>
              </a:extLst>
            </p:cNvPr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4" name="pg3624">
              <a:extLst>
                <a:ext uri="{FF2B5EF4-FFF2-40B4-BE49-F238E27FC236}">
                  <a16:creationId xmlns:a16="http://schemas.microsoft.com/office/drawing/2014/main" id="{6AD6C5DA-1815-A3E3-F49A-88EF5D167F00}"/>
                </a:ext>
              </a:extLst>
            </p:cNvPr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5" name="pg3625">
              <a:extLst>
                <a:ext uri="{FF2B5EF4-FFF2-40B4-BE49-F238E27FC236}">
                  <a16:creationId xmlns:a16="http://schemas.microsoft.com/office/drawing/2014/main" id="{7FA2AF1F-8400-3E18-5B2B-C5C0ECE29087}"/>
                </a:ext>
              </a:extLst>
            </p:cNvPr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6" name="pg3626">
              <a:extLst>
                <a:ext uri="{FF2B5EF4-FFF2-40B4-BE49-F238E27FC236}">
                  <a16:creationId xmlns:a16="http://schemas.microsoft.com/office/drawing/2014/main" id="{67E69243-672F-3BC6-1F59-1FA6068ACD0D}"/>
                </a:ext>
              </a:extLst>
            </p:cNvPr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7" name="pg3627">
              <a:extLst>
                <a:ext uri="{FF2B5EF4-FFF2-40B4-BE49-F238E27FC236}">
                  <a16:creationId xmlns:a16="http://schemas.microsoft.com/office/drawing/2014/main" id="{43E1994E-4895-CB61-6B6B-4F56FAF60ABD}"/>
                </a:ext>
              </a:extLst>
            </p:cNvPr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8" name="pg3628">
              <a:extLst>
                <a:ext uri="{FF2B5EF4-FFF2-40B4-BE49-F238E27FC236}">
                  <a16:creationId xmlns:a16="http://schemas.microsoft.com/office/drawing/2014/main" id="{12CEF06F-99A2-2A10-0F63-5BDCACA430A8}"/>
                </a:ext>
              </a:extLst>
            </p:cNvPr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9" name="pg3629">
              <a:extLst>
                <a:ext uri="{FF2B5EF4-FFF2-40B4-BE49-F238E27FC236}">
                  <a16:creationId xmlns:a16="http://schemas.microsoft.com/office/drawing/2014/main" id="{AEA92303-DDA3-61BB-1E5B-EA65E358A5C9}"/>
                </a:ext>
              </a:extLst>
            </p:cNvPr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0" name="pg3630">
              <a:extLst>
                <a:ext uri="{FF2B5EF4-FFF2-40B4-BE49-F238E27FC236}">
                  <a16:creationId xmlns:a16="http://schemas.microsoft.com/office/drawing/2014/main" id="{8E543812-FDB9-F4B5-FC1C-44DFC34B6041}"/>
                </a:ext>
              </a:extLst>
            </p:cNvPr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1" name="pg3631">
              <a:extLst>
                <a:ext uri="{FF2B5EF4-FFF2-40B4-BE49-F238E27FC236}">
                  <a16:creationId xmlns:a16="http://schemas.microsoft.com/office/drawing/2014/main" id="{A28EE0B6-1CF8-D2CF-BFAE-527ED33E5C5E}"/>
                </a:ext>
              </a:extLst>
            </p:cNvPr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2" name="pg3632">
              <a:extLst>
                <a:ext uri="{FF2B5EF4-FFF2-40B4-BE49-F238E27FC236}">
                  <a16:creationId xmlns:a16="http://schemas.microsoft.com/office/drawing/2014/main" id="{E98A62D3-0F0A-ACFF-1B2E-7C421B9CE9CA}"/>
                </a:ext>
              </a:extLst>
            </p:cNvPr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3" name="pg3633">
              <a:extLst>
                <a:ext uri="{FF2B5EF4-FFF2-40B4-BE49-F238E27FC236}">
                  <a16:creationId xmlns:a16="http://schemas.microsoft.com/office/drawing/2014/main" id="{E35F585C-B81D-8D82-4DE8-FA5BCB4228A1}"/>
                </a:ext>
              </a:extLst>
            </p:cNvPr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4" name="pg3634">
              <a:extLst>
                <a:ext uri="{FF2B5EF4-FFF2-40B4-BE49-F238E27FC236}">
                  <a16:creationId xmlns:a16="http://schemas.microsoft.com/office/drawing/2014/main" id="{76B17477-90D8-0219-376E-FDAA28B70465}"/>
                </a:ext>
              </a:extLst>
            </p:cNvPr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5" name="pg3635">
              <a:extLst>
                <a:ext uri="{FF2B5EF4-FFF2-40B4-BE49-F238E27FC236}">
                  <a16:creationId xmlns:a16="http://schemas.microsoft.com/office/drawing/2014/main" id="{D0F462A6-1591-DC23-6422-A9ACCE03727C}"/>
                </a:ext>
              </a:extLst>
            </p:cNvPr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6" name="pg3636">
              <a:extLst>
                <a:ext uri="{FF2B5EF4-FFF2-40B4-BE49-F238E27FC236}">
                  <a16:creationId xmlns:a16="http://schemas.microsoft.com/office/drawing/2014/main" id="{3ACFF77A-DA56-99B9-B6A3-02FBFA64C16C}"/>
                </a:ext>
              </a:extLst>
            </p:cNvPr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7" name="pg3637">
              <a:extLst>
                <a:ext uri="{FF2B5EF4-FFF2-40B4-BE49-F238E27FC236}">
                  <a16:creationId xmlns:a16="http://schemas.microsoft.com/office/drawing/2014/main" id="{599A2947-9CBE-F3D1-A951-11DDFBB15771}"/>
                </a:ext>
              </a:extLst>
            </p:cNvPr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8" name="pg3638">
              <a:extLst>
                <a:ext uri="{FF2B5EF4-FFF2-40B4-BE49-F238E27FC236}">
                  <a16:creationId xmlns:a16="http://schemas.microsoft.com/office/drawing/2014/main" id="{6D53A112-8D22-1D32-2F03-87FF6390B9AD}"/>
                </a:ext>
              </a:extLst>
            </p:cNvPr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9" name="pg3639">
              <a:extLst>
                <a:ext uri="{FF2B5EF4-FFF2-40B4-BE49-F238E27FC236}">
                  <a16:creationId xmlns:a16="http://schemas.microsoft.com/office/drawing/2014/main" id="{4699B3D3-7724-9F0E-5D99-ACBBAF79A6F2}"/>
                </a:ext>
              </a:extLst>
            </p:cNvPr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0" name="pg3640">
              <a:extLst>
                <a:ext uri="{FF2B5EF4-FFF2-40B4-BE49-F238E27FC236}">
                  <a16:creationId xmlns:a16="http://schemas.microsoft.com/office/drawing/2014/main" id="{69EEA462-7C1C-6593-C5D2-1EB51F95802C}"/>
                </a:ext>
              </a:extLst>
            </p:cNvPr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1" name="pg3641">
              <a:extLst>
                <a:ext uri="{FF2B5EF4-FFF2-40B4-BE49-F238E27FC236}">
                  <a16:creationId xmlns:a16="http://schemas.microsoft.com/office/drawing/2014/main" id="{8614036C-230D-A822-D427-55347392979F}"/>
                </a:ext>
              </a:extLst>
            </p:cNvPr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2" name="pg3642">
              <a:extLst>
                <a:ext uri="{FF2B5EF4-FFF2-40B4-BE49-F238E27FC236}">
                  <a16:creationId xmlns:a16="http://schemas.microsoft.com/office/drawing/2014/main" id="{97E5E00F-8322-0C41-5F8E-7768F23D55BE}"/>
                </a:ext>
              </a:extLst>
            </p:cNvPr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3" name="pg3643">
              <a:extLst>
                <a:ext uri="{FF2B5EF4-FFF2-40B4-BE49-F238E27FC236}">
                  <a16:creationId xmlns:a16="http://schemas.microsoft.com/office/drawing/2014/main" id="{C5711C28-F6A3-665E-0336-E93177949D9F}"/>
                </a:ext>
              </a:extLst>
            </p:cNvPr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4" name="pg3644">
              <a:extLst>
                <a:ext uri="{FF2B5EF4-FFF2-40B4-BE49-F238E27FC236}">
                  <a16:creationId xmlns:a16="http://schemas.microsoft.com/office/drawing/2014/main" id="{5ECF3DC7-7904-BB09-3321-ED9ED978825B}"/>
                </a:ext>
              </a:extLst>
            </p:cNvPr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5" name="pg3645">
              <a:extLst>
                <a:ext uri="{FF2B5EF4-FFF2-40B4-BE49-F238E27FC236}">
                  <a16:creationId xmlns:a16="http://schemas.microsoft.com/office/drawing/2014/main" id="{361E8E02-BA40-2C8A-93D8-27B66BDB502D}"/>
                </a:ext>
              </a:extLst>
            </p:cNvPr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6" name="pg3646">
              <a:extLst>
                <a:ext uri="{FF2B5EF4-FFF2-40B4-BE49-F238E27FC236}">
                  <a16:creationId xmlns:a16="http://schemas.microsoft.com/office/drawing/2014/main" id="{B3CEAA3E-B917-230E-B7BD-5790F70ADA8A}"/>
                </a:ext>
              </a:extLst>
            </p:cNvPr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7" name="pg3647">
              <a:extLst>
                <a:ext uri="{FF2B5EF4-FFF2-40B4-BE49-F238E27FC236}">
                  <a16:creationId xmlns:a16="http://schemas.microsoft.com/office/drawing/2014/main" id="{57E57539-D351-C853-4B8E-6DB77C5ACF46}"/>
                </a:ext>
              </a:extLst>
            </p:cNvPr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8" name="pg3648">
              <a:extLst>
                <a:ext uri="{FF2B5EF4-FFF2-40B4-BE49-F238E27FC236}">
                  <a16:creationId xmlns:a16="http://schemas.microsoft.com/office/drawing/2014/main" id="{EEBA52D6-8470-88B8-53F8-A7CA087A7748}"/>
                </a:ext>
              </a:extLst>
            </p:cNvPr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9" name="pg3649">
              <a:extLst>
                <a:ext uri="{FF2B5EF4-FFF2-40B4-BE49-F238E27FC236}">
                  <a16:creationId xmlns:a16="http://schemas.microsoft.com/office/drawing/2014/main" id="{56F52ABD-9E2C-0A4E-C64C-5373AB628F02}"/>
                </a:ext>
              </a:extLst>
            </p:cNvPr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0" name="pg3650">
              <a:extLst>
                <a:ext uri="{FF2B5EF4-FFF2-40B4-BE49-F238E27FC236}">
                  <a16:creationId xmlns:a16="http://schemas.microsoft.com/office/drawing/2014/main" id="{B78A9BFD-1EB3-C0C1-CB16-EE1B0AF82178}"/>
                </a:ext>
              </a:extLst>
            </p:cNvPr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1" name="pg3651">
              <a:extLst>
                <a:ext uri="{FF2B5EF4-FFF2-40B4-BE49-F238E27FC236}">
                  <a16:creationId xmlns:a16="http://schemas.microsoft.com/office/drawing/2014/main" id="{82181E39-3B77-FC79-2B37-A0438D6EDF40}"/>
                </a:ext>
              </a:extLst>
            </p:cNvPr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2" name="pg3652">
              <a:extLst>
                <a:ext uri="{FF2B5EF4-FFF2-40B4-BE49-F238E27FC236}">
                  <a16:creationId xmlns:a16="http://schemas.microsoft.com/office/drawing/2014/main" id="{AFDF8D68-B3C8-72E3-7BEC-F4F77B82B0B6}"/>
                </a:ext>
              </a:extLst>
            </p:cNvPr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3" name="pg3653">
              <a:extLst>
                <a:ext uri="{FF2B5EF4-FFF2-40B4-BE49-F238E27FC236}">
                  <a16:creationId xmlns:a16="http://schemas.microsoft.com/office/drawing/2014/main" id="{9C96D5F5-DFFB-D457-7DD8-712E4A8D4CA0}"/>
                </a:ext>
              </a:extLst>
            </p:cNvPr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4" name="pg3654">
              <a:extLst>
                <a:ext uri="{FF2B5EF4-FFF2-40B4-BE49-F238E27FC236}">
                  <a16:creationId xmlns:a16="http://schemas.microsoft.com/office/drawing/2014/main" id="{DBB889EC-9EFD-3F0E-9E7A-B2E6B223FCDD}"/>
                </a:ext>
              </a:extLst>
            </p:cNvPr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5" name="pg3655">
              <a:extLst>
                <a:ext uri="{FF2B5EF4-FFF2-40B4-BE49-F238E27FC236}">
                  <a16:creationId xmlns:a16="http://schemas.microsoft.com/office/drawing/2014/main" id="{F5E06965-83FF-127F-99A8-6010D6E0ECC3}"/>
                </a:ext>
              </a:extLst>
            </p:cNvPr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6" name="pg3656">
              <a:extLst>
                <a:ext uri="{FF2B5EF4-FFF2-40B4-BE49-F238E27FC236}">
                  <a16:creationId xmlns:a16="http://schemas.microsoft.com/office/drawing/2014/main" id="{19D6461B-0F1A-AFF7-2863-BD6BF00624B1}"/>
                </a:ext>
              </a:extLst>
            </p:cNvPr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7" name="pg3657">
              <a:extLst>
                <a:ext uri="{FF2B5EF4-FFF2-40B4-BE49-F238E27FC236}">
                  <a16:creationId xmlns:a16="http://schemas.microsoft.com/office/drawing/2014/main" id="{69D5A12C-60F0-5EC1-2F80-60441A5E32CE}"/>
                </a:ext>
              </a:extLst>
            </p:cNvPr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8" name="pg3658">
              <a:extLst>
                <a:ext uri="{FF2B5EF4-FFF2-40B4-BE49-F238E27FC236}">
                  <a16:creationId xmlns:a16="http://schemas.microsoft.com/office/drawing/2014/main" id="{A4424A19-0024-67B1-273B-547A82630B19}"/>
                </a:ext>
              </a:extLst>
            </p:cNvPr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9" name="pg3659">
              <a:extLst>
                <a:ext uri="{FF2B5EF4-FFF2-40B4-BE49-F238E27FC236}">
                  <a16:creationId xmlns:a16="http://schemas.microsoft.com/office/drawing/2014/main" id="{05FE2DA9-28AB-F3C1-6E53-5D97577A16F3}"/>
                </a:ext>
              </a:extLst>
            </p:cNvPr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0" name="pg3660">
              <a:extLst>
                <a:ext uri="{FF2B5EF4-FFF2-40B4-BE49-F238E27FC236}">
                  <a16:creationId xmlns:a16="http://schemas.microsoft.com/office/drawing/2014/main" id="{36B29EB0-D0D4-5C73-E0AC-203D04E17752}"/>
                </a:ext>
              </a:extLst>
            </p:cNvPr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1" name="pg3661">
              <a:extLst>
                <a:ext uri="{FF2B5EF4-FFF2-40B4-BE49-F238E27FC236}">
                  <a16:creationId xmlns:a16="http://schemas.microsoft.com/office/drawing/2014/main" id="{57396224-6372-F603-862E-4861EB3CAAD8}"/>
                </a:ext>
              </a:extLst>
            </p:cNvPr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2" name="pg3662">
              <a:extLst>
                <a:ext uri="{FF2B5EF4-FFF2-40B4-BE49-F238E27FC236}">
                  <a16:creationId xmlns:a16="http://schemas.microsoft.com/office/drawing/2014/main" id="{A2AD81CE-78C7-0E55-6978-69E5BA10C0C5}"/>
                </a:ext>
              </a:extLst>
            </p:cNvPr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3" name="pg3663">
              <a:extLst>
                <a:ext uri="{FF2B5EF4-FFF2-40B4-BE49-F238E27FC236}">
                  <a16:creationId xmlns:a16="http://schemas.microsoft.com/office/drawing/2014/main" id="{5D1D7B65-94F6-B1C8-389B-788A5368BF47}"/>
                </a:ext>
              </a:extLst>
            </p:cNvPr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4" name="pg3664">
              <a:extLst>
                <a:ext uri="{FF2B5EF4-FFF2-40B4-BE49-F238E27FC236}">
                  <a16:creationId xmlns:a16="http://schemas.microsoft.com/office/drawing/2014/main" id="{58125A88-0E62-D7E3-93AF-8AB48240C9A1}"/>
                </a:ext>
              </a:extLst>
            </p:cNvPr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5" name="pg3665">
              <a:extLst>
                <a:ext uri="{FF2B5EF4-FFF2-40B4-BE49-F238E27FC236}">
                  <a16:creationId xmlns:a16="http://schemas.microsoft.com/office/drawing/2014/main" id="{36CB6609-58DC-35D9-B091-45B901D1DD76}"/>
                </a:ext>
              </a:extLst>
            </p:cNvPr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6" name="pg3666">
              <a:extLst>
                <a:ext uri="{FF2B5EF4-FFF2-40B4-BE49-F238E27FC236}">
                  <a16:creationId xmlns:a16="http://schemas.microsoft.com/office/drawing/2014/main" id="{1449A2E9-0BD0-FE36-6672-923E33F23EB9}"/>
                </a:ext>
              </a:extLst>
            </p:cNvPr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7" name="pg3667">
              <a:extLst>
                <a:ext uri="{FF2B5EF4-FFF2-40B4-BE49-F238E27FC236}">
                  <a16:creationId xmlns:a16="http://schemas.microsoft.com/office/drawing/2014/main" id="{DD375151-6356-66D4-97DF-B4AA6CDE084C}"/>
                </a:ext>
              </a:extLst>
            </p:cNvPr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8" name="pg3668">
              <a:extLst>
                <a:ext uri="{FF2B5EF4-FFF2-40B4-BE49-F238E27FC236}">
                  <a16:creationId xmlns:a16="http://schemas.microsoft.com/office/drawing/2014/main" id="{C3A117D8-17F0-905F-7ADD-17E4F577C987}"/>
                </a:ext>
              </a:extLst>
            </p:cNvPr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9" name="pg3669">
              <a:extLst>
                <a:ext uri="{FF2B5EF4-FFF2-40B4-BE49-F238E27FC236}">
                  <a16:creationId xmlns:a16="http://schemas.microsoft.com/office/drawing/2014/main" id="{E9C03863-BA6B-F9D1-1801-86E20796A284}"/>
                </a:ext>
              </a:extLst>
            </p:cNvPr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0" name="pg3670">
              <a:extLst>
                <a:ext uri="{FF2B5EF4-FFF2-40B4-BE49-F238E27FC236}">
                  <a16:creationId xmlns:a16="http://schemas.microsoft.com/office/drawing/2014/main" id="{12C59A30-124E-D02A-F979-54C1B9CAD022}"/>
                </a:ext>
              </a:extLst>
            </p:cNvPr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1" name="pg3671">
              <a:extLst>
                <a:ext uri="{FF2B5EF4-FFF2-40B4-BE49-F238E27FC236}">
                  <a16:creationId xmlns:a16="http://schemas.microsoft.com/office/drawing/2014/main" id="{120E7131-22FC-2A36-535D-69C5CBE61C1A}"/>
                </a:ext>
              </a:extLst>
            </p:cNvPr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2" name="pg3672">
              <a:extLst>
                <a:ext uri="{FF2B5EF4-FFF2-40B4-BE49-F238E27FC236}">
                  <a16:creationId xmlns:a16="http://schemas.microsoft.com/office/drawing/2014/main" id="{E00734DA-810D-12FA-F28D-C9D2ED5E678E}"/>
                </a:ext>
              </a:extLst>
            </p:cNvPr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3" name="pg3673">
              <a:extLst>
                <a:ext uri="{FF2B5EF4-FFF2-40B4-BE49-F238E27FC236}">
                  <a16:creationId xmlns:a16="http://schemas.microsoft.com/office/drawing/2014/main" id="{C3D67877-9F72-7AA6-9866-D9A93312E922}"/>
                </a:ext>
              </a:extLst>
            </p:cNvPr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4" name="pg3674">
              <a:extLst>
                <a:ext uri="{FF2B5EF4-FFF2-40B4-BE49-F238E27FC236}">
                  <a16:creationId xmlns:a16="http://schemas.microsoft.com/office/drawing/2014/main" id="{6C0A0D09-4B86-8E3C-DA47-236E2D81E3C9}"/>
                </a:ext>
              </a:extLst>
            </p:cNvPr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5" name="pg3675">
              <a:extLst>
                <a:ext uri="{FF2B5EF4-FFF2-40B4-BE49-F238E27FC236}">
                  <a16:creationId xmlns:a16="http://schemas.microsoft.com/office/drawing/2014/main" id="{57CDCBA1-98E3-F606-5166-2F87A8F8F1BE}"/>
                </a:ext>
              </a:extLst>
            </p:cNvPr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6" name="pg3676">
              <a:extLst>
                <a:ext uri="{FF2B5EF4-FFF2-40B4-BE49-F238E27FC236}">
                  <a16:creationId xmlns:a16="http://schemas.microsoft.com/office/drawing/2014/main" id="{A3D9690E-A660-65C7-9CEF-3378CBD1A66A}"/>
                </a:ext>
              </a:extLst>
            </p:cNvPr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7" name="pg3677">
              <a:extLst>
                <a:ext uri="{FF2B5EF4-FFF2-40B4-BE49-F238E27FC236}">
                  <a16:creationId xmlns:a16="http://schemas.microsoft.com/office/drawing/2014/main" id="{29790F8B-89B8-589C-218C-5E835044055A}"/>
                </a:ext>
              </a:extLst>
            </p:cNvPr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8" name="pg3678">
              <a:extLst>
                <a:ext uri="{FF2B5EF4-FFF2-40B4-BE49-F238E27FC236}">
                  <a16:creationId xmlns:a16="http://schemas.microsoft.com/office/drawing/2014/main" id="{486AC382-0B0A-D6AA-4A5B-4FFEC9316744}"/>
                </a:ext>
              </a:extLst>
            </p:cNvPr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9" name="pg3679">
              <a:extLst>
                <a:ext uri="{FF2B5EF4-FFF2-40B4-BE49-F238E27FC236}">
                  <a16:creationId xmlns:a16="http://schemas.microsoft.com/office/drawing/2014/main" id="{0010D43F-6754-AA17-A1EE-A6A06C7D0EB9}"/>
                </a:ext>
              </a:extLst>
            </p:cNvPr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0" name="pg3680">
              <a:extLst>
                <a:ext uri="{FF2B5EF4-FFF2-40B4-BE49-F238E27FC236}">
                  <a16:creationId xmlns:a16="http://schemas.microsoft.com/office/drawing/2014/main" id="{C90833C1-C21F-3573-7FD6-D11D569BEAC1}"/>
                </a:ext>
              </a:extLst>
            </p:cNvPr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1" name="pg3681">
              <a:extLst>
                <a:ext uri="{FF2B5EF4-FFF2-40B4-BE49-F238E27FC236}">
                  <a16:creationId xmlns:a16="http://schemas.microsoft.com/office/drawing/2014/main" id="{96EF1F5B-6D07-1E1A-A8E2-6C7AC856AC1B}"/>
                </a:ext>
              </a:extLst>
            </p:cNvPr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2" name="pg3682">
              <a:extLst>
                <a:ext uri="{FF2B5EF4-FFF2-40B4-BE49-F238E27FC236}">
                  <a16:creationId xmlns:a16="http://schemas.microsoft.com/office/drawing/2014/main" id="{12327ACF-B8BD-71B6-822A-2875D39DE5B0}"/>
                </a:ext>
              </a:extLst>
            </p:cNvPr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3" name="pg3683">
              <a:extLst>
                <a:ext uri="{FF2B5EF4-FFF2-40B4-BE49-F238E27FC236}">
                  <a16:creationId xmlns:a16="http://schemas.microsoft.com/office/drawing/2014/main" id="{2F6334FF-17CD-9515-41E6-04D03C6E1076}"/>
                </a:ext>
              </a:extLst>
            </p:cNvPr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4" name="pg3684">
              <a:extLst>
                <a:ext uri="{FF2B5EF4-FFF2-40B4-BE49-F238E27FC236}">
                  <a16:creationId xmlns:a16="http://schemas.microsoft.com/office/drawing/2014/main" id="{ABFF67F1-BC22-0C72-BF94-3072B9CBB13C}"/>
                </a:ext>
              </a:extLst>
            </p:cNvPr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5" name="pg3685">
              <a:extLst>
                <a:ext uri="{FF2B5EF4-FFF2-40B4-BE49-F238E27FC236}">
                  <a16:creationId xmlns:a16="http://schemas.microsoft.com/office/drawing/2014/main" id="{1EEEF8D0-EF13-590C-75C9-A56345B3749B}"/>
                </a:ext>
              </a:extLst>
            </p:cNvPr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6" name="pg3686">
              <a:extLst>
                <a:ext uri="{FF2B5EF4-FFF2-40B4-BE49-F238E27FC236}">
                  <a16:creationId xmlns:a16="http://schemas.microsoft.com/office/drawing/2014/main" id="{137FF0F2-91B2-7340-33F2-101E82804609}"/>
                </a:ext>
              </a:extLst>
            </p:cNvPr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7" name="pg3687">
              <a:extLst>
                <a:ext uri="{FF2B5EF4-FFF2-40B4-BE49-F238E27FC236}">
                  <a16:creationId xmlns:a16="http://schemas.microsoft.com/office/drawing/2014/main" id="{403C2B0B-37B2-BF0A-416E-D2A2576B11C9}"/>
                </a:ext>
              </a:extLst>
            </p:cNvPr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8" name="pg3688">
              <a:extLst>
                <a:ext uri="{FF2B5EF4-FFF2-40B4-BE49-F238E27FC236}">
                  <a16:creationId xmlns:a16="http://schemas.microsoft.com/office/drawing/2014/main" id="{8D4AD73B-065F-ED0C-7A00-9D0A5617349B}"/>
                </a:ext>
              </a:extLst>
            </p:cNvPr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9" name="pg3689">
              <a:extLst>
                <a:ext uri="{FF2B5EF4-FFF2-40B4-BE49-F238E27FC236}">
                  <a16:creationId xmlns:a16="http://schemas.microsoft.com/office/drawing/2014/main" id="{824816B5-CF6C-3B6F-EDDD-487D5404DD78}"/>
                </a:ext>
              </a:extLst>
            </p:cNvPr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0" name="pg3690">
              <a:extLst>
                <a:ext uri="{FF2B5EF4-FFF2-40B4-BE49-F238E27FC236}">
                  <a16:creationId xmlns:a16="http://schemas.microsoft.com/office/drawing/2014/main" id="{20593F7A-30F6-33AA-9502-554162FA92E3}"/>
                </a:ext>
              </a:extLst>
            </p:cNvPr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1" name="pg3691">
              <a:extLst>
                <a:ext uri="{FF2B5EF4-FFF2-40B4-BE49-F238E27FC236}">
                  <a16:creationId xmlns:a16="http://schemas.microsoft.com/office/drawing/2014/main" id="{BA1F640B-C011-0B30-FEEA-AE2172E1AA50}"/>
                </a:ext>
              </a:extLst>
            </p:cNvPr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2" name="pg3692">
              <a:extLst>
                <a:ext uri="{FF2B5EF4-FFF2-40B4-BE49-F238E27FC236}">
                  <a16:creationId xmlns:a16="http://schemas.microsoft.com/office/drawing/2014/main" id="{F5658847-D17B-2D72-A829-697131D2734B}"/>
                </a:ext>
              </a:extLst>
            </p:cNvPr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3" name="pg3693">
              <a:extLst>
                <a:ext uri="{FF2B5EF4-FFF2-40B4-BE49-F238E27FC236}">
                  <a16:creationId xmlns:a16="http://schemas.microsoft.com/office/drawing/2014/main" id="{B3449C5C-B447-E313-71EC-5602A60B1C37}"/>
                </a:ext>
              </a:extLst>
            </p:cNvPr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4" name="pg3694">
              <a:extLst>
                <a:ext uri="{FF2B5EF4-FFF2-40B4-BE49-F238E27FC236}">
                  <a16:creationId xmlns:a16="http://schemas.microsoft.com/office/drawing/2014/main" id="{33207240-64B2-E194-89EF-975C148CAE51}"/>
                </a:ext>
              </a:extLst>
            </p:cNvPr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5" name="pg3695">
              <a:extLst>
                <a:ext uri="{FF2B5EF4-FFF2-40B4-BE49-F238E27FC236}">
                  <a16:creationId xmlns:a16="http://schemas.microsoft.com/office/drawing/2014/main" id="{AC5E4702-1EA4-E9FC-EA43-A8234CD9F98F}"/>
                </a:ext>
              </a:extLst>
            </p:cNvPr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6" name="pg3696">
              <a:extLst>
                <a:ext uri="{FF2B5EF4-FFF2-40B4-BE49-F238E27FC236}">
                  <a16:creationId xmlns:a16="http://schemas.microsoft.com/office/drawing/2014/main" id="{598DB173-C2FA-F4DD-3285-E479AC6B0817}"/>
                </a:ext>
              </a:extLst>
            </p:cNvPr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7" name="pg3697">
              <a:extLst>
                <a:ext uri="{FF2B5EF4-FFF2-40B4-BE49-F238E27FC236}">
                  <a16:creationId xmlns:a16="http://schemas.microsoft.com/office/drawing/2014/main" id="{765217D0-727D-794A-4F73-4E11C5CA64A0}"/>
                </a:ext>
              </a:extLst>
            </p:cNvPr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8" name="pg3698">
              <a:extLst>
                <a:ext uri="{FF2B5EF4-FFF2-40B4-BE49-F238E27FC236}">
                  <a16:creationId xmlns:a16="http://schemas.microsoft.com/office/drawing/2014/main" id="{FB961AD2-2B23-90A3-2CB9-DB2E5BB088DD}"/>
                </a:ext>
              </a:extLst>
            </p:cNvPr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9" name="pg3699">
              <a:extLst>
                <a:ext uri="{FF2B5EF4-FFF2-40B4-BE49-F238E27FC236}">
                  <a16:creationId xmlns:a16="http://schemas.microsoft.com/office/drawing/2014/main" id="{A03005F7-B202-EF23-7397-C9D79F17DED9}"/>
                </a:ext>
              </a:extLst>
            </p:cNvPr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0" name="pg3700">
              <a:extLst>
                <a:ext uri="{FF2B5EF4-FFF2-40B4-BE49-F238E27FC236}">
                  <a16:creationId xmlns:a16="http://schemas.microsoft.com/office/drawing/2014/main" id="{A1EFC1BD-E14D-C0E7-9C11-CE223F0E59B4}"/>
                </a:ext>
              </a:extLst>
            </p:cNvPr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1" name="pg3701">
              <a:extLst>
                <a:ext uri="{FF2B5EF4-FFF2-40B4-BE49-F238E27FC236}">
                  <a16:creationId xmlns:a16="http://schemas.microsoft.com/office/drawing/2014/main" id="{31D64F46-5550-2AFD-B11A-F6336C8FAEF8}"/>
                </a:ext>
              </a:extLst>
            </p:cNvPr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2" name="pg3702">
              <a:extLst>
                <a:ext uri="{FF2B5EF4-FFF2-40B4-BE49-F238E27FC236}">
                  <a16:creationId xmlns:a16="http://schemas.microsoft.com/office/drawing/2014/main" id="{4EDB2EDF-E626-1A36-1969-F9BB451CEDA0}"/>
                </a:ext>
              </a:extLst>
            </p:cNvPr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3" name="pg3703">
              <a:extLst>
                <a:ext uri="{FF2B5EF4-FFF2-40B4-BE49-F238E27FC236}">
                  <a16:creationId xmlns:a16="http://schemas.microsoft.com/office/drawing/2014/main" id="{6C4F0F4A-8BF5-1F71-E630-F7069703E7C5}"/>
                </a:ext>
              </a:extLst>
            </p:cNvPr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4" name="pg3704">
              <a:extLst>
                <a:ext uri="{FF2B5EF4-FFF2-40B4-BE49-F238E27FC236}">
                  <a16:creationId xmlns:a16="http://schemas.microsoft.com/office/drawing/2014/main" id="{CED77C07-0AE4-7187-A5E0-04FBE0ECF5CA}"/>
                </a:ext>
              </a:extLst>
            </p:cNvPr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5" name="pg3705">
              <a:extLst>
                <a:ext uri="{FF2B5EF4-FFF2-40B4-BE49-F238E27FC236}">
                  <a16:creationId xmlns:a16="http://schemas.microsoft.com/office/drawing/2014/main" id="{F2DEB7A8-FE29-1C38-F87E-2373AEB8D430}"/>
                </a:ext>
              </a:extLst>
            </p:cNvPr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6" name="pg3706">
              <a:extLst>
                <a:ext uri="{FF2B5EF4-FFF2-40B4-BE49-F238E27FC236}">
                  <a16:creationId xmlns:a16="http://schemas.microsoft.com/office/drawing/2014/main" id="{93DBC144-5349-7E9B-8BE6-F08DA093F333}"/>
                </a:ext>
              </a:extLst>
            </p:cNvPr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7" name="pg3707">
              <a:extLst>
                <a:ext uri="{FF2B5EF4-FFF2-40B4-BE49-F238E27FC236}">
                  <a16:creationId xmlns:a16="http://schemas.microsoft.com/office/drawing/2014/main" id="{1863904F-EF82-9D95-BED8-450CD5273458}"/>
                </a:ext>
              </a:extLst>
            </p:cNvPr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8" name="pg3708">
              <a:extLst>
                <a:ext uri="{FF2B5EF4-FFF2-40B4-BE49-F238E27FC236}">
                  <a16:creationId xmlns:a16="http://schemas.microsoft.com/office/drawing/2014/main" id="{E91F0034-4596-5CE8-FAB3-CA2A6F421757}"/>
                </a:ext>
              </a:extLst>
            </p:cNvPr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9" name="pg3709">
              <a:extLst>
                <a:ext uri="{FF2B5EF4-FFF2-40B4-BE49-F238E27FC236}">
                  <a16:creationId xmlns:a16="http://schemas.microsoft.com/office/drawing/2014/main" id="{91F16D51-461F-F72E-3E30-D98AB7DE9286}"/>
                </a:ext>
              </a:extLst>
            </p:cNvPr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0" name="pg3710">
              <a:extLst>
                <a:ext uri="{FF2B5EF4-FFF2-40B4-BE49-F238E27FC236}">
                  <a16:creationId xmlns:a16="http://schemas.microsoft.com/office/drawing/2014/main" id="{6654A6E7-EF65-B287-D958-AE1B7FB1E0E8}"/>
                </a:ext>
              </a:extLst>
            </p:cNvPr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1" name="pg3711">
              <a:extLst>
                <a:ext uri="{FF2B5EF4-FFF2-40B4-BE49-F238E27FC236}">
                  <a16:creationId xmlns:a16="http://schemas.microsoft.com/office/drawing/2014/main" id="{C52FF723-6EE9-4065-75AB-95D4BA20D857}"/>
                </a:ext>
              </a:extLst>
            </p:cNvPr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2" name="pg3712">
              <a:extLst>
                <a:ext uri="{FF2B5EF4-FFF2-40B4-BE49-F238E27FC236}">
                  <a16:creationId xmlns:a16="http://schemas.microsoft.com/office/drawing/2014/main" id="{743D9DCD-92DD-A17F-D40E-A128EEDCBC0F}"/>
                </a:ext>
              </a:extLst>
            </p:cNvPr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3" name="pg3713">
              <a:extLst>
                <a:ext uri="{FF2B5EF4-FFF2-40B4-BE49-F238E27FC236}">
                  <a16:creationId xmlns:a16="http://schemas.microsoft.com/office/drawing/2014/main" id="{C0F7C95C-087B-8E68-B29E-4883B9623F54}"/>
                </a:ext>
              </a:extLst>
            </p:cNvPr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4" name="pg3714">
              <a:extLst>
                <a:ext uri="{FF2B5EF4-FFF2-40B4-BE49-F238E27FC236}">
                  <a16:creationId xmlns:a16="http://schemas.microsoft.com/office/drawing/2014/main" id="{B4A18719-4FCC-E32A-F2EE-2A484B99197F}"/>
                </a:ext>
              </a:extLst>
            </p:cNvPr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5" name="pg3715">
              <a:extLst>
                <a:ext uri="{FF2B5EF4-FFF2-40B4-BE49-F238E27FC236}">
                  <a16:creationId xmlns:a16="http://schemas.microsoft.com/office/drawing/2014/main" id="{D56CAE5E-64C7-46C7-7564-F7B9B9C5D38D}"/>
                </a:ext>
              </a:extLst>
            </p:cNvPr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6" name="pg3716">
              <a:extLst>
                <a:ext uri="{FF2B5EF4-FFF2-40B4-BE49-F238E27FC236}">
                  <a16:creationId xmlns:a16="http://schemas.microsoft.com/office/drawing/2014/main" id="{D8594D22-81E7-0958-89D0-A709A49D5709}"/>
                </a:ext>
              </a:extLst>
            </p:cNvPr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7" name="pg3717">
              <a:extLst>
                <a:ext uri="{FF2B5EF4-FFF2-40B4-BE49-F238E27FC236}">
                  <a16:creationId xmlns:a16="http://schemas.microsoft.com/office/drawing/2014/main" id="{D58F063F-C23E-05B7-D39D-D9ED3243F25B}"/>
                </a:ext>
              </a:extLst>
            </p:cNvPr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8" name="pg3718">
              <a:extLst>
                <a:ext uri="{FF2B5EF4-FFF2-40B4-BE49-F238E27FC236}">
                  <a16:creationId xmlns:a16="http://schemas.microsoft.com/office/drawing/2014/main" id="{B4D1A5C3-2A42-3E65-0D3E-3993FC665581}"/>
                </a:ext>
              </a:extLst>
            </p:cNvPr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9" name="pg3719">
              <a:extLst>
                <a:ext uri="{FF2B5EF4-FFF2-40B4-BE49-F238E27FC236}">
                  <a16:creationId xmlns:a16="http://schemas.microsoft.com/office/drawing/2014/main" id="{124124F7-37B9-EFD8-8282-5C3E84A57809}"/>
                </a:ext>
              </a:extLst>
            </p:cNvPr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0" name="pg3720">
              <a:extLst>
                <a:ext uri="{FF2B5EF4-FFF2-40B4-BE49-F238E27FC236}">
                  <a16:creationId xmlns:a16="http://schemas.microsoft.com/office/drawing/2014/main" id="{A531A7B9-B362-BC26-4DEB-12DB5E4ED85E}"/>
                </a:ext>
              </a:extLst>
            </p:cNvPr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1" name="pg3721">
              <a:extLst>
                <a:ext uri="{FF2B5EF4-FFF2-40B4-BE49-F238E27FC236}">
                  <a16:creationId xmlns:a16="http://schemas.microsoft.com/office/drawing/2014/main" id="{A2FBB291-F756-1DC3-8058-3890A3C5448B}"/>
                </a:ext>
              </a:extLst>
            </p:cNvPr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2" name="pg3722">
              <a:extLst>
                <a:ext uri="{FF2B5EF4-FFF2-40B4-BE49-F238E27FC236}">
                  <a16:creationId xmlns:a16="http://schemas.microsoft.com/office/drawing/2014/main" id="{C453BCDE-9A4C-5134-0624-D54517E2414E}"/>
                </a:ext>
              </a:extLst>
            </p:cNvPr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3" name="pg3723">
              <a:extLst>
                <a:ext uri="{FF2B5EF4-FFF2-40B4-BE49-F238E27FC236}">
                  <a16:creationId xmlns:a16="http://schemas.microsoft.com/office/drawing/2014/main" id="{4207EC2B-6D3B-A0E4-D767-69EDD1EF3340}"/>
                </a:ext>
              </a:extLst>
            </p:cNvPr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4" name="pg3724">
              <a:extLst>
                <a:ext uri="{FF2B5EF4-FFF2-40B4-BE49-F238E27FC236}">
                  <a16:creationId xmlns:a16="http://schemas.microsoft.com/office/drawing/2014/main" id="{5DBA2CC8-CA72-C5D3-B089-854127610C1F}"/>
                </a:ext>
              </a:extLst>
            </p:cNvPr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5" name="pg3725">
              <a:extLst>
                <a:ext uri="{FF2B5EF4-FFF2-40B4-BE49-F238E27FC236}">
                  <a16:creationId xmlns:a16="http://schemas.microsoft.com/office/drawing/2014/main" id="{AD5C8CE2-9EE8-6C21-67B1-90B26A693937}"/>
                </a:ext>
              </a:extLst>
            </p:cNvPr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6" name="pg3726">
              <a:extLst>
                <a:ext uri="{FF2B5EF4-FFF2-40B4-BE49-F238E27FC236}">
                  <a16:creationId xmlns:a16="http://schemas.microsoft.com/office/drawing/2014/main" id="{9C269BC7-8934-9CC5-DAA1-F4A68F122A66}"/>
                </a:ext>
              </a:extLst>
            </p:cNvPr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7" name="pg3727">
              <a:extLst>
                <a:ext uri="{FF2B5EF4-FFF2-40B4-BE49-F238E27FC236}">
                  <a16:creationId xmlns:a16="http://schemas.microsoft.com/office/drawing/2014/main" id="{8FADF731-559C-327D-30AB-05B57D0D5CEA}"/>
                </a:ext>
              </a:extLst>
            </p:cNvPr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8" name="pg3728">
              <a:extLst>
                <a:ext uri="{FF2B5EF4-FFF2-40B4-BE49-F238E27FC236}">
                  <a16:creationId xmlns:a16="http://schemas.microsoft.com/office/drawing/2014/main" id="{82BC288F-E3C7-606C-81AA-8825517FC52E}"/>
                </a:ext>
              </a:extLst>
            </p:cNvPr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9" name="pg3729">
              <a:extLst>
                <a:ext uri="{FF2B5EF4-FFF2-40B4-BE49-F238E27FC236}">
                  <a16:creationId xmlns:a16="http://schemas.microsoft.com/office/drawing/2014/main" id="{C856F5EF-098E-B6B0-FF8E-7E9E065662AF}"/>
                </a:ext>
              </a:extLst>
            </p:cNvPr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0" name="pg3730">
              <a:extLst>
                <a:ext uri="{FF2B5EF4-FFF2-40B4-BE49-F238E27FC236}">
                  <a16:creationId xmlns:a16="http://schemas.microsoft.com/office/drawing/2014/main" id="{120A1076-D5C4-1034-09F1-3642EB463E95}"/>
                </a:ext>
              </a:extLst>
            </p:cNvPr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1" name="pg3731">
              <a:extLst>
                <a:ext uri="{FF2B5EF4-FFF2-40B4-BE49-F238E27FC236}">
                  <a16:creationId xmlns:a16="http://schemas.microsoft.com/office/drawing/2014/main" id="{6EBE6B33-304E-24C0-DA0E-C0C21FC5B286}"/>
                </a:ext>
              </a:extLst>
            </p:cNvPr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2" name="pg3732">
              <a:extLst>
                <a:ext uri="{FF2B5EF4-FFF2-40B4-BE49-F238E27FC236}">
                  <a16:creationId xmlns:a16="http://schemas.microsoft.com/office/drawing/2014/main" id="{2AA50CCF-6B98-C727-B2D3-3DAB494AD5ED}"/>
                </a:ext>
              </a:extLst>
            </p:cNvPr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3" name="pg3733">
              <a:extLst>
                <a:ext uri="{FF2B5EF4-FFF2-40B4-BE49-F238E27FC236}">
                  <a16:creationId xmlns:a16="http://schemas.microsoft.com/office/drawing/2014/main" id="{CC56223B-EAA2-34B3-D121-3BEA3E5F71DB}"/>
                </a:ext>
              </a:extLst>
            </p:cNvPr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4" name="pg3734">
              <a:extLst>
                <a:ext uri="{FF2B5EF4-FFF2-40B4-BE49-F238E27FC236}">
                  <a16:creationId xmlns:a16="http://schemas.microsoft.com/office/drawing/2014/main" id="{AB6E2493-AE97-A454-454A-D51DF94A1645}"/>
                </a:ext>
              </a:extLst>
            </p:cNvPr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5" name="pg3735">
              <a:extLst>
                <a:ext uri="{FF2B5EF4-FFF2-40B4-BE49-F238E27FC236}">
                  <a16:creationId xmlns:a16="http://schemas.microsoft.com/office/drawing/2014/main" id="{A8DBE789-1BF5-3E47-EFDD-3E989B948F65}"/>
                </a:ext>
              </a:extLst>
            </p:cNvPr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6" name="pg3736">
              <a:extLst>
                <a:ext uri="{FF2B5EF4-FFF2-40B4-BE49-F238E27FC236}">
                  <a16:creationId xmlns:a16="http://schemas.microsoft.com/office/drawing/2014/main" id="{CDC1B50F-35EE-E6D1-881A-103E164387F8}"/>
                </a:ext>
              </a:extLst>
            </p:cNvPr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7" name="pg3737">
              <a:extLst>
                <a:ext uri="{FF2B5EF4-FFF2-40B4-BE49-F238E27FC236}">
                  <a16:creationId xmlns:a16="http://schemas.microsoft.com/office/drawing/2014/main" id="{10069C8C-A7DB-D09F-DA26-3F3420C49B2C}"/>
                </a:ext>
              </a:extLst>
            </p:cNvPr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8" name="pg3738">
              <a:extLst>
                <a:ext uri="{FF2B5EF4-FFF2-40B4-BE49-F238E27FC236}">
                  <a16:creationId xmlns:a16="http://schemas.microsoft.com/office/drawing/2014/main" id="{EF391D46-C645-6C94-C081-9388B8CB4DD6}"/>
                </a:ext>
              </a:extLst>
            </p:cNvPr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9" name="pg3739">
              <a:extLst>
                <a:ext uri="{FF2B5EF4-FFF2-40B4-BE49-F238E27FC236}">
                  <a16:creationId xmlns:a16="http://schemas.microsoft.com/office/drawing/2014/main" id="{92F4FACB-EF50-EFBD-732B-786D78C05A6E}"/>
                </a:ext>
              </a:extLst>
            </p:cNvPr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0" name="pg3740">
              <a:extLst>
                <a:ext uri="{FF2B5EF4-FFF2-40B4-BE49-F238E27FC236}">
                  <a16:creationId xmlns:a16="http://schemas.microsoft.com/office/drawing/2014/main" id="{80AC735D-FBFB-6599-0C2E-9536E32DB9E2}"/>
                </a:ext>
              </a:extLst>
            </p:cNvPr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1" name="pg3741">
              <a:extLst>
                <a:ext uri="{FF2B5EF4-FFF2-40B4-BE49-F238E27FC236}">
                  <a16:creationId xmlns:a16="http://schemas.microsoft.com/office/drawing/2014/main" id="{8D5B2EB9-C794-5441-C438-40C7413597DA}"/>
                </a:ext>
              </a:extLst>
            </p:cNvPr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2" name="pg3742">
              <a:extLst>
                <a:ext uri="{FF2B5EF4-FFF2-40B4-BE49-F238E27FC236}">
                  <a16:creationId xmlns:a16="http://schemas.microsoft.com/office/drawing/2014/main" id="{07D437D3-0874-C06E-BEB8-CB99F4384F01}"/>
                </a:ext>
              </a:extLst>
            </p:cNvPr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3" name="pg3743">
              <a:extLst>
                <a:ext uri="{FF2B5EF4-FFF2-40B4-BE49-F238E27FC236}">
                  <a16:creationId xmlns:a16="http://schemas.microsoft.com/office/drawing/2014/main" id="{EDD5169D-4984-AEA1-C899-AA3EB22F6A8F}"/>
                </a:ext>
              </a:extLst>
            </p:cNvPr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4" name="pg3744">
              <a:extLst>
                <a:ext uri="{FF2B5EF4-FFF2-40B4-BE49-F238E27FC236}">
                  <a16:creationId xmlns:a16="http://schemas.microsoft.com/office/drawing/2014/main" id="{F8BF5DEC-37A9-DA05-E547-6574037ABE49}"/>
                </a:ext>
              </a:extLst>
            </p:cNvPr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5" name="pg3745">
              <a:extLst>
                <a:ext uri="{FF2B5EF4-FFF2-40B4-BE49-F238E27FC236}">
                  <a16:creationId xmlns:a16="http://schemas.microsoft.com/office/drawing/2014/main" id="{93FCDF5D-BEC3-3DDB-52A2-77FB6C121D07}"/>
                </a:ext>
              </a:extLst>
            </p:cNvPr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6" name="pg3746">
              <a:extLst>
                <a:ext uri="{FF2B5EF4-FFF2-40B4-BE49-F238E27FC236}">
                  <a16:creationId xmlns:a16="http://schemas.microsoft.com/office/drawing/2014/main" id="{D513C054-D7E1-F5C6-8638-D895C83A7C41}"/>
                </a:ext>
              </a:extLst>
            </p:cNvPr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7" name="pg3747">
              <a:extLst>
                <a:ext uri="{FF2B5EF4-FFF2-40B4-BE49-F238E27FC236}">
                  <a16:creationId xmlns:a16="http://schemas.microsoft.com/office/drawing/2014/main" id="{02CB5A13-9D71-E292-18C1-D9244CBCD411}"/>
                </a:ext>
              </a:extLst>
            </p:cNvPr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8" name="pg3748">
              <a:extLst>
                <a:ext uri="{FF2B5EF4-FFF2-40B4-BE49-F238E27FC236}">
                  <a16:creationId xmlns:a16="http://schemas.microsoft.com/office/drawing/2014/main" id="{D5E0603A-2824-B98B-CB22-E5E0D00FAF1B}"/>
                </a:ext>
              </a:extLst>
            </p:cNvPr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9" name="pg3749">
              <a:extLst>
                <a:ext uri="{FF2B5EF4-FFF2-40B4-BE49-F238E27FC236}">
                  <a16:creationId xmlns:a16="http://schemas.microsoft.com/office/drawing/2014/main" id="{08067A69-954A-6694-B4BC-FC5771D7AED5}"/>
                </a:ext>
              </a:extLst>
            </p:cNvPr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0" name="pg3750">
              <a:extLst>
                <a:ext uri="{FF2B5EF4-FFF2-40B4-BE49-F238E27FC236}">
                  <a16:creationId xmlns:a16="http://schemas.microsoft.com/office/drawing/2014/main" id="{6F53579B-CB42-003E-0281-370BDB061B5E}"/>
                </a:ext>
              </a:extLst>
            </p:cNvPr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1" name="pg3751">
              <a:extLst>
                <a:ext uri="{FF2B5EF4-FFF2-40B4-BE49-F238E27FC236}">
                  <a16:creationId xmlns:a16="http://schemas.microsoft.com/office/drawing/2014/main" id="{2B502901-8FB4-D258-2049-ABE54C556FE7}"/>
                </a:ext>
              </a:extLst>
            </p:cNvPr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2" name="pg3752">
              <a:extLst>
                <a:ext uri="{FF2B5EF4-FFF2-40B4-BE49-F238E27FC236}">
                  <a16:creationId xmlns:a16="http://schemas.microsoft.com/office/drawing/2014/main" id="{35416103-03E2-3342-754C-4C334F7556E9}"/>
                </a:ext>
              </a:extLst>
            </p:cNvPr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3" name="pg3753">
              <a:extLst>
                <a:ext uri="{FF2B5EF4-FFF2-40B4-BE49-F238E27FC236}">
                  <a16:creationId xmlns:a16="http://schemas.microsoft.com/office/drawing/2014/main" id="{33E11B5E-79B9-BB1E-A903-28924394DE75}"/>
                </a:ext>
              </a:extLst>
            </p:cNvPr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4" name="pg3754">
              <a:extLst>
                <a:ext uri="{FF2B5EF4-FFF2-40B4-BE49-F238E27FC236}">
                  <a16:creationId xmlns:a16="http://schemas.microsoft.com/office/drawing/2014/main" id="{FB542F1E-7276-01A6-1900-3137BB72F8F0}"/>
                </a:ext>
              </a:extLst>
            </p:cNvPr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5" name="pg3755">
              <a:extLst>
                <a:ext uri="{FF2B5EF4-FFF2-40B4-BE49-F238E27FC236}">
                  <a16:creationId xmlns:a16="http://schemas.microsoft.com/office/drawing/2014/main" id="{7442ECC1-AC58-983D-8DAB-EA4D56C66C41}"/>
                </a:ext>
              </a:extLst>
            </p:cNvPr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6" name="pg3756">
              <a:extLst>
                <a:ext uri="{FF2B5EF4-FFF2-40B4-BE49-F238E27FC236}">
                  <a16:creationId xmlns:a16="http://schemas.microsoft.com/office/drawing/2014/main" id="{1BBEF25C-C787-6EB7-47EF-CD981B5A0119}"/>
                </a:ext>
              </a:extLst>
            </p:cNvPr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7" name="pg3757">
              <a:extLst>
                <a:ext uri="{FF2B5EF4-FFF2-40B4-BE49-F238E27FC236}">
                  <a16:creationId xmlns:a16="http://schemas.microsoft.com/office/drawing/2014/main" id="{0ED6C3C5-A158-5461-ED60-3A6B180E05F3}"/>
                </a:ext>
              </a:extLst>
            </p:cNvPr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8" name="pg3758">
              <a:extLst>
                <a:ext uri="{FF2B5EF4-FFF2-40B4-BE49-F238E27FC236}">
                  <a16:creationId xmlns:a16="http://schemas.microsoft.com/office/drawing/2014/main" id="{9727BD39-F273-0B34-74F3-8DC03B78BD1E}"/>
                </a:ext>
              </a:extLst>
            </p:cNvPr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9" name="pg3759">
              <a:extLst>
                <a:ext uri="{FF2B5EF4-FFF2-40B4-BE49-F238E27FC236}">
                  <a16:creationId xmlns:a16="http://schemas.microsoft.com/office/drawing/2014/main" id="{8DEA2135-2D76-8BE4-5791-73FD0B011FE6}"/>
                </a:ext>
              </a:extLst>
            </p:cNvPr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0" name="pg3760">
              <a:extLst>
                <a:ext uri="{FF2B5EF4-FFF2-40B4-BE49-F238E27FC236}">
                  <a16:creationId xmlns:a16="http://schemas.microsoft.com/office/drawing/2014/main" id="{73555D2B-F61A-1B8D-DB9C-B646F61CD60A}"/>
                </a:ext>
              </a:extLst>
            </p:cNvPr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1" name="pg3761">
              <a:extLst>
                <a:ext uri="{FF2B5EF4-FFF2-40B4-BE49-F238E27FC236}">
                  <a16:creationId xmlns:a16="http://schemas.microsoft.com/office/drawing/2014/main" id="{AA8427DF-120A-209A-714D-9A12129F418F}"/>
                </a:ext>
              </a:extLst>
            </p:cNvPr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2" name="pg3762">
              <a:extLst>
                <a:ext uri="{FF2B5EF4-FFF2-40B4-BE49-F238E27FC236}">
                  <a16:creationId xmlns:a16="http://schemas.microsoft.com/office/drawing/2014/main" id="{A50534E2-F374-EF15-CD1D-3FD28A5A1AA9}"/>
                </a:ext>
              </a:extLst>
            </p:cNvPr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3" name="pg3763">
              <a:extLst>
                <a:ext uri="{FF2B5EF4-FFF2-40B4-BE49-F238E27FC236}">
                  <a16:creationId xmlns:a16="http://schemas.microsoft.com/office/drawing/2014/main" id="{9E46AC16-4322-0DF2-7866-CA7F3FDC93AB}"/>
                </a:ext>
              </a:extLst>
            </p:cNvPr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4" name="pg3764">
              <a:extLst>
                <a:ext uri="{FF2B5EF4-FFF2-40B4-BE49-F238E27FC236}">
                  <a16:creationId xmlns:a16="http://schemas.microsoft.com/office/drawing/2014/main" id="{3E127DBF-B58F-B05F-4C9D-C087311386B6}"/>
                </a:ext>
              </a:extLst>
            </p:cNvPr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5" name="pg3765">
              <a:extLst>
                <a:ext uri="{FF2B5EF4-FFF2-40B4-BE49-F238E27FC236}">
                  <a16:creationId xmlns:a16="http://schemas.microsoft.com/office/drawing/2014/main" id="{54EA31F7-4CE7-8F1F-3774-5A98DAA189B6}"/>
                </a:ext>
              </a:extLst>
            </p:cNvPr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6" name="pg3766">
              <a:extLst>
                <a:ext uri="{FF2B5EF4-FFF2-40B4-BE49-F238E27FC236}">
                  <a16:creationId xmlns:a16="http://schemas.microsoft.com/office/drawing/2014/main" id="{84161CD4-A82C-9159-E7B7-F145DF059127}"/>
                </a:ext>
              </a:extLst>
            </p:cNvPr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7" name="pg3767">
              <a:extLst>
                <a:ext uri="{FF2B5EF4-FFF2-40B4-BE49-F238E27FC236}">
                  <a16:creationId xmlns:a16="http://schemas.microsoft.com/office/drawing/2014/main" id="{A7E84752-D375-A8F8-F0CD-305966C2A0A1}"/>
                </a:ext>
              </a:extLst>
            </p:cNvPr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8" name="pg3768">
              <a:extLst>
                <a:ext uri="{FF2B5EF4-FFF2-40B4-BE49-F238E27FC236}">
                  <a16:creationId xmlns:a16="http://schemas.microsoft.com/office/drawing/2014/main" id="{8861321B-0837-68F5-2FBC-A11E94FD7699}"/>
                </a:ext>
              </a:extLst>
            </p:cNvPr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9" name="pg3769">
              <a:extLst>
                <a:ext uri="{FF2B5EF4-FFF2-40B4-BE49-F238E27FC236}">
                  <a16:creationId xmlns:a16="http://schemas.microsoft.com/office/drawing/2014/main" id="{34AC8559-3B77-101E-10BA-F4FB1345CB23}"/>
                </a:ext>
              </a:extLst>
            </p:cNvPr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0" name="pg3770">
              <a:extLst>
                <a:ext uri="{FF2B5EF4-FFF2-40B4-BE49-F238E27FC236}">
                  <a16:creationId xmlns:a16="http://schemas.microsoft.com/office/drawing/2014/main" id="{20E648AB-0CF3-A18A-F4C9-E7478E5A348D}"/>
                </a:ext>
              </a:extLst>
            </p:cNvPr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1" name="pg3771">
              <a:extLst>
                <a:ext uri="{FF2B5EF4-FFF2-40B4-BE49-F238E27FC236}">
                  <a16:creationId xmlns:a16="http://schemas.microsoft.com/office/drawing/2014/main" id="{628E1E8A-4979-5287-0889-7C8E90B1010E}"/>
                </a:ext>
              </a:extLst>
            </p:cNvPr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2" name="pg3772">
              <a:extLst>
                <a:ext uri="{FF2B5EF4-FFF2-40B4-BE49-F238E27FC236}">
                  <a16:creationId xmlns:a16="http://schemas.microsoft.com/office/drawing/2014/main" id="{E9A2337F-6AD9-2134-63C0-F8FA93DD74B6}"/>
                </a:ext>
              </a:extLst>
            </p:cNvPr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3" name="pg3773">
              <a:extLst>
                <a:ext uri="{FF2B5EF4-FFF2-40B4-BE49-F238E27FC236}">
                  <a16:creationId xmlns:a16="http://schemas.microsoft.com/office/drawing/2014/main" id="{2D6212E4-9FBE-AB6F-66F5-A6B2688AD744}"/>
                </a:ext>
              </a:extLst>
            </p:cNvPr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4" name="pg3774">
              <a:extLst>
                <a:ext uri="{FF2B5EF4-FFF2-40B4-BE49-F238E27FC236}">
                  <a16:creationId xmlns:a16="http://schemas.microsoft.com/office/drawing/2014/main" id="{17419755-56D9-9258-FE14-18B979D93985}"/>
                </a:ext>
              </a:extLst>
            </p:cNvPr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5" name="pg3775">
              <a:extLst>
                <a:ext uri="{FF2B5EF4-FFF2-40B4-BE49-F238E27FC236}">
                  <a16:creationId xmlns:a16="http://schemas.microsoft.com/office/drawing/2014/main" id="{262F8EE9-09B8-0A2D-D1E9-82A0BA4F0FAD}"/>
                </a:ext>
              </a:extLst>
            </p:cNvPr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6" name="pg3776">
              <a:extLst>
                <a:ext uri="{FF2B5EF4-FFF2-40B4-BE49-F238E27FC236}">
                  <a16:creationId xmlns:a16="http://schemas.microsoft.com/office/drawing/2014/main" id="{1986E489-315C-466A-1849-A6B9F4B398E4}"/>
                </a:ext>
              </a:extLst>
            </p:cNvPr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7" name="pg3777">
              <a:extLst>
                <a:ext uri="{FF2B5EF4-FFF2-40B4-BE49-F238E27FC236}">
                  <a16:creationId xmlns:a16="http://schemas.microsoft.com/office/drawing/2014/main" id="{DCE87304-E013-A03D-C2FE-58BA852CD9D8}"/>
                </a:ext>
              </a:extLst>
            </p:cNvPr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8" name="pg3778">
              <a:extLst>
                <a:ext uri="{FF2B5EF4-FFF2-40B4-BE49-F238E27FC236}">
                  <a16:creationId xmlns:a16="http://schemas.microsoft.com/office/drawing/2014/main" id="{7CDF95B5-0092-BFFA-E71D-EBB709224CE4}"/>
                </a:ext>
              </a:extLst>
            </p:cNvPr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9" name="pg3779">
              <a:extLst>
                <a:ext uri="{FF2B5EF4-FFF2-40B4-BE49-F238E27FC236}">
                  <a16:creationId xmlns:a16="http://schemas.microsoft.com/office/drawing/2014/main" id="{7AC784D1-BAFA-A39D-A7CD-F314860B1CAA}"/>
                </a:ext>
              </a:extLst>
            </p:cNvPr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0" name="pg3780">
              <a:extLst>
                <a:ext uri="{FF2B5EF4-FFF2-40B4-BE49-F238E27FC236}">
                  <a16:creationId xmlns:a16="http://schemas.microsoft.com/office/drawing/2014/main" id="{308CAE27-3A74-5E25-8F37-F3D968F73FF8}"/>
                </a:ext>
              </a:extLst>
            </p:cNvPr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1" name="pg3781">
              <a:extLst>
                <a:ext uri="{FF2B5EF4-FFF2-40B4-BE49-F238E27FC236}">
                  <a16:creationId xmlns:a16="http://schemas.microsoft.com/office/drawing/2014/main" id="{AC982294-BC54-E3ED-3106-42862C102ED0}"/>
                </a:ext>
              </a:extLst>
            </p:cNvPr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2" name="pg3782">
              <a:extLst>
                <a:ext uri="{FF2B5EF4-FFF2-40B4-BE49-F238E27FC236}">
                  <a16:creationId xmlns:a16="http://schemas.microsoft.com/office/drawing/2014/main" id="{592DD5C7-64FA-3605-7F7A-AF8FA39AC163}"/>
                </a:ext>
              </a:extLst>
            </p:cNvPr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3" name="pg3783">
              <a:extLst>
                <a:ext uri="{FF2B5EF4-FFF2-40B4-BE49-F238E27FC236}">
                  <a16:creationId xmlns:a16="http://schemas.microsoft.com/office/drawing/2014/main" id="{23167A55-0ABF-9C7B-7D39-3464C1D75266}"/>
                </a:ext>
              </a:extLst>
            </p:cNvPr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4" name="pg3784">
              <a:extLst>
                <a:ext uri="{FF2B5EF4-FFF2-40B4-BE49-F238E27FC236}">
                  <a16:creationId xmlns:a16="http://schemas.microsoft.com/office/drawing/2014/main" id="{08410CBC-C60B-A62E-109D-831CDDC0E6CB}"/>
                </a:ext>
              </a:extLst>
            </p:cNvPr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5" name="pg3785">
              <a:extLst>
                <a:ext uri="{FF2B5EF4-FFF2-40B4-BE49-F238E27FC236}">
                  <a16:creationId xmlns:a16="http://schemas.microsoft.com/office/drawing/2014/main" id="{474CCD29-EC85-CCAF-2A9C-B1A5A4A4B8DA}"/>
                </a:ext>
              </a:extLst>
            </p:cNvPr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6" name="pg3786">
              <a:extLst>
                <a:ext uri="{FF2B5EF4-FFF2-40B4-BE49-F238E27FC236}">
                  <a16:creationId xmlns:a16="http://schemas.microsoft.com/office/drawing/2014/main" id="{AC4253D7-605F-EE99-6731-BCF58F76C1B2}"/>
                </a:ext>
              </a:extLst>
            </p:cNvPr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7" name="pg3787">
              <a:extLst>
                <a:ext uri="{FF2B5EF4-FFF2-40B4-BE49-F238E27FC236}">
                  <a16:creationId xmlns:a16="http://schemas.microsoft.com/office/drawing/2014/main" id="{52B8BC7E-6DBB-F916-D5E6-BD6A5CBD5CA1}"/>
                </a:ext>
              </a:extLst>
            </p:cNvPr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8" name="pg3788">
              <a:extLst>
                <a:ext uri="{FF2B5EF4-FFF2-40B4-BE49-F238E27FC236}">
                  <a16:creationId xmlns:a16="http://schemas.microsoft.com/office/drawing/2014/main" id="{D72A5016-09BE-0009-5991-A61473D967AD}"/>
                </a:ext>
              </a:extLst>
            </p:cNvPr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9" name="pg3789">
              <a:extLst>
                <a:ext uri="{FF2B5EF4-FFF2-40B4-BE49-F238E27FC236}">
                  <a16:creationId xmlns:a16="http://schemas.microsoft.com/office/drawing/2014/main" id="{12870E33-BA5C-004D-8997-F24131E1E396}"/>
                </a:ext>
              </a:extLst>
            </p:cNvPr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0" name="pg3790">
              <a:extLst>
                <a:ext uri="{FF2B5EF4-FFF2-40B4-BE49-F238E27FC236}">
                  <a16:creationId xmlns:a16="http://schemas.microsoft.com/office/drawing/2014/main" id="{1FA79B18-5AFA-0DB4-4589-F28495FCA4DF}"/>
                </a:ext>
              </a:extLst>
            </p:cNvPr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1" name="pg3791">
              <a:extLst>
                <a:ext uri="{FF2B5EF4-FFF2-40B4-BE49-F238E27FC236}">
                  <a16:creationId xmlns:a16="http://schemas.microsoft.com/office/drawing/2014/main" id="{01B8CC73-A101-16D7-E331-13A78FDB9D7A}"/>
                </a:ext>
              </a:extLst>
            </p:cNvPr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2" name="pg3792">
              <a:extLst>
                <a:ext uri="{FF2B5EF4-FFF2-40B4-BE49-F238E27FC236}">
                  <a16:creationId xmlns:a16="http://schemas.microsoft.com/office/drawing/2014/main" id="{44DFF5AA-FDAE-C333-1D3B-713A639E953F}"/>
                </a:ext>
              </a:extLst>
            </p:cNvPr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3" name="pg3793">
              <a:extLst>
                <a:ext uri="{FF2B5EF4-FFF2-40B4-BE49-F238E27FC236}">
                  <a16:creationId xmlns:a16="http://schemas.microsoft.com/office/drawing/2014/main" id="{37F1167B-5C76-2D95-B187-C385F513EF6E}"/>
                </a:ext>
              </a:extLst>
            </p:cNvPr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4" name="pg3794">
              <a:extLst>
                <a:ext uri="{FF2B5EF4-FFF2-40B4-BE49-F238E27FC236}">
                  <a16:creationId xmlns:a16="http://schemas.microsoft.com/office/drawing/2014/main" id="{5317E069-66F2-5550-49B1-A398A8E97434}"/>
                </a:ext>
              </a:extLst>
            </p:cNvPr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5" name="pg3795">
              <a:extLst>
                <a:ext uri="{FF2B5EF4-FFF2-40B4-BE49-F238E27FC236}">
                  <a16:creationId xmlns:a16="http://schemas.microsoft.com/office/drawing/2014/main" id="{F5D42D09-7F10-EC47-6C0E-A05E7F93DC00}"/>
                </a:ext>
              </a:extLst>
            </p:cNvPr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6" name="pg3796">
              <a:extLst>
                <a:ext uri="{FF2B5EF4-FFF2-40B4-BE49-F238E27FC236}">
                  <a16:creationId xmlns:a16="http://schemas.microsoft.com/office/drawing/2014/main" id="{355CC9E5-2DD3-2E0D-E571-1CF02CE9C5E2}"/>
                </a:ext>
              </a:extLst>
            </p:cNvPr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7" name="pg3797">
              <a:extLst>
                <a:ext uri="{FF2B5EF4-FFF2-40B4-BE49-F238E27FC236}">
                  <a16:creationId xmlns:a16="http://schemas.microsoft.com/office/drawing/2014/main" id="{F3D9FBE1-CF57-B34F-0F38-BC36A2B3DCEB}"/>
                </a:ext>
              </a:extLst>
            </p:cNvPr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8" name="pg3798">
              <a:extLst>
                <a:ext uri="{FF2B5EF4-FFF2-40B4-BE49-F238E27FC236}">
                  <a16:creationId xmlns:a16="http://schemas.microsoft.com/office/drawing/2014/main" id="{81870441-01DA-2C5E-1111-8DAA182DE5D3}"/>
                </a:ext>
              </a:extLst>
            </p:cNvPr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9" name="pg3799">
              <a:extLst>
                <a:ext uri="{FF2B5EF4-FFF2-40B4-BE49-F238E27FC236}">
                  <a16:creationId xmlns:a16="http://schemas.microsoft.com/office/drawing/2014/main" id="{D54E0CEB-B76A-0293-E752-2BAFB89928D7}"/>
                </a:ext>
              </a:extLst>
            </p:cNvPr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0" name="pg3800">
              <a:extLst>
                <a:ext uri="{FF2B5EF4-FFF2-40B4-BE49-F238E27FC236}">
                  <a16:creationId xmlns:a16="http://schemas.microsoft.com/office/drawing/2014/main" id="{77AA049C-0F46-57A1-EF17-2AFEE673D1BC}"/>
                </a:ext>
              </a:extLst>
            </p:cNvPr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1" name="pg3801">
              <a:extLst>
                <a:ext uri="{FF2B5EF4-FFF2-40B4-BE49-F238E27FC236}">
                  <a16:creationId xmlns:a16="http://schemas.microsoft.com/office/drawing/2014/main" id="{2B8E2F96-2F43-A3DC-AE80-7CD38E79F5A4}"/>
                </a:ext>
              </a:extLst>
            </p:cNvPr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2" name="pg3802">
              <a:extLst>
                <a:ext uri="{FF2B5EF4-FFF2-40B4-BE49-F238E27FC236}">
                  <a16:creationId xmlns:a16="http://schemas.microsoft.com/office/drawing/2014/main" id="{7CA6D2EF-6AE0-67B7-F3F8-F6E1DEE51A80}"/>
                </a:ext>
              </a:extLst>
            </p:cNvPr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3" name="pg3803">
              <a:extLst>
                <a:ext uri="{FF2B5EF4-FFF2-40B4-BE49-F238E27FC236}">
                  <a16:creationId xmlns:a16="http://schemas.microsoft.com/office/drawing/2014/main" id="{3DF079E1-650E-4EC8-6BEC-7CC667A2175C}"/>
                </a:ext>
              </a:extLst>
            </p:cNvPr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4" name="pg3804">
              <a:extLst>
                <a:ext uri="{FF2B5EF4-FFF2-40B4-BE49-F238E27FC236}">
                  <a16:creationId xmlns:a16="http://schemas.microsoft.com/office/drawing/2014/main" id="{92F5837F-D70B-BF47-9081-1472648C07AF}"/>
                </a:ext>
              </a:extLst>
            </p:cNvPr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5" name="pg3805">
              <a:extLst>
                <a:ext uri="{FF2B5EF4-FFF2-40B4-BE49-F238E27FC236}">
                  <a16:creationId xmlns:a16="http://schemas.microsoft.com/office/drawing/2014/main" id="{9DC34EC7-AE21-1A30-0A7B-F444ED96D1FC}"/>
                </a:ext>
              </a:extLst>
            </p:cNvPr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6" name="pg3806">
              <a:extLst>
                <a:ext uri="{FF2B5EF4-FFF2-40B4-BE49-F238E27FC236}">
                  <a16:creationId xmlns:a16="http://schemas.microsoft.com/office/drawing/2014/main" id="{85FEBDE9-7C2B-B4FF-B89F-79A0CDB42204}"/>
                </a:ext>
              </a:extLst>
            </p:cNvPr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7" name="pg3807">
              <a:extLst>
                <a:ext uri="{FF2B5EF4-FFF2-40B4-BE49-F238E27FC236}">
                  <a16:creationId xmlns:a16="http://schemas.microsoft.com/office/drawing/2014/main" id="{A877CCDD-7970-C5EC-0C44-EB7EDC2157E5}"/>
                </a:ext>
              </a:extLst>
            </p:cNvPr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8" name="pg3808">
              <a:extLst>
                <a:ext uri="{FF2B5EF4-FFF2-40B4-BE49-F238E27FC236}">
                  <a16:creationId xmlns:a16="http://schemas.microsoft.com/office/drawing/2014/main" id="{9D04A01A-5CD0-A94A-4EA3-A2363235AEAF}"/>
                </a:ext>
              </a:extLst>
            </p:cNvPr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9" name="pg3809">
              <a:extLst>
                <a:ext uri="{FF2B5EF4-FFF2-40B4-BE49-F238E27FC236}">
                  <a16:creationId xmlns:a16="http://schemas.microsoft.com/office/drawing/2014/main" id="{55E5F7D9-5E4D-A357-8481-D572CA78E332}"/>
                </a:ext>
              </a:extLst>
            </p:cNvPr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0" name="pg3810">
              <a:extLst>
                <a:ext uri="{FF2B5EF4-FFF2-40B4-BE49-F238E27FC236}">
                  <a16:creationId xmlns:a16="http://schemas.microsoft.com/office/drawing/2014/main" id="{3D8155BA-71CB-F35D-9B5F-95B4BFB381E0}"/>
                </a:ext>
              </a:extLst>
            </p:cNvPr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1" name="pg3811">
              <a:extLst>
                <a:ext uri="{FF2B5EF4-FFF2-40B4-BE49-F238E27FC236}">
                  <a16:creationId xmlns:a16="http://schemas.microsoft.com/office/drawing/2014/main" id="{2E22AE9A-3E1E-3682-FA90-00133B49B3FE}"/>
                </a:ext>
              </a:extLst>
            </p:cNvPr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2" name="pg3812">
              <a:extLst>
                <a:ext uri="{FF2B5EF4-FFF2-40B4-BE49-F238E27FC236}">
                  <a16:creationId xmlns:a16="http://schemas.microsoft.com/office/drawing/2014/main" id="{588D1E74-522A-D0CD-C1A5-361FDF8E321F}"/>
                </a:ext>
              </a:extLst>
            </p:cNvPr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3" name="pg3813">
              <a:extLst>
                <a:ext uri="{FF2B5EF4-FFF2-40B4-BE49-F238E27FC236}">
                  <a16:creationId xmlns:a16="http://schemas.microsoft.com/office/drawing/2014/main" id="{F40DE358-1C66-8E5D-0484-A4C7E516348B}"/>
                </a:ext>
              </a:extLst>
            </p:cNvPr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4" name="pg3814">
              <a:extLst>
                <a:ext uri="{FF2B5EF4-FFF2-40B4-BE49-F238E27FC236}">
                  <a16:creationId xmlns:a16="http://schemas.microsoft.com/office/drawing/2014/main" id="{A7CA4077-536C-0867-8458-4A34987637CE}"/>
                </a:ext>
              </a:extLst>
            </p:cNvPr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5" name="pg3815">
              <a:extLst>
                <a:ext uri="{FF2B5EF4-FFF2-40B4-BE49-F238E27FC236}">
                  <a16:creationId xmlns:a16="http://schemas.microsoft.com/office/drawing/2014/main" id="{D7E3A412-ED55-A6FF-BEC3-DC91780AB51B}"/>
                </a:ext>
              </a:extLst>
            </p:cNvPr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6" name="pg3816">
              <a:extLst>
                <a:ext uri="{FF2B5EF4-FFF2-40B4-BE49-F238E27FC236}">
                  <a16:creationId xmlns:a16="http://schemas.microsoft.com/office/drawing/2014/main" id="{5DB35B7D-6C5A-AC41-D666-DE5D461E56E6}"/>
                </a:ext>
              </a:extLst>
            </p:cNvPr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7" name="pg3817">
              <a:extLst>
                <a:ext uri="{FF2B5EF4-FFF2-40B4-BE49-F238E27FC236}">
                  <a16:creationId xmlns:a16="http://schemas.microsoft.com/office/drawing/2014/main" id="{4C1BB96F-0DAB-6BA1-17A5-21B9C374061C}"/>
                </a:ext>
              </a:extLst>
            </p:cNvPr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8" name="pg3818">
              <a:extLst>
                <a:ext uri="{FF2B5EF4-FFF2-40B4-BE49-F238E27FC236}">
                  <a16:creationId xmlns:a16="http://schemas.microsoft.com/office/drawing/2014/main" id="{D9F8C2E6-E182-A681-A50C-57299439AB28}"/>
                </a:ext>
              </a:extLst>
            </p:cNvPr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9" name="pg3819">
              <a:extLst>
                <a:ext uri="{FF2B5EF4-FFF2-40B4-BE49-F238E27FC236}">
                  <a16:creationId xmlns:a16="http://schemas.microsoft.com/office/drawing/2014/main" id="{032436C0-8B9D-7AF2-9B61-901C6DE49BB5}"/>
                </a:ext>
              </a:extLst>
            </p:cNvPr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0" name="pg3820">
              <a:extLst>
                <a:ext uri="{FF2B5EF4-FFF2-40B4-BE49-F238E27FC236}">
                  <a16:creationId xmlns:a16="http://schemas.microsoft.com/office/drawing/2014/main" id="{14FA562A-2AB9-A1C8-0942-FC45E11D1312}"/>
                </a:ext>
              </a:extLst>
            </p:cNvPr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1" name="pg3821">
              <a:extLst>
                <a:ext uri="{FF2B5EF4-FFF2-40B4-BE49-F238E27FC236}">
                  <a16:creationId xmlns:a16="http://schemas.microsoft.com/office/drawing/2014/main" id="{67D7273A-BA8C-E20C-C988-0527291C36C5}"/>
                </a:ext>
              </a:extLst>
            </p:cNvPr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2" name="pg3822">
              <a:extLst>
                <a:ext uri="{FF2B5EF4-FFF2-40B4-BE49-F238E27FC236}">
                  <a16:creationId xmlns:a16="http://schemas.microsoft.com/office/drawing/2014/main" id="{8B857A34-BDD2-68C9-E219-E30D91FCE1BD}"/>
                </a:ext>
              </a:extLst>
            </p:cNvPr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3" name="pg3823">
              <a:extLst>
                <a:ext uri="{FF2B5EF4-FFF2-40B4-BE49-F238E27FC236}">
                  <a16:creationId xmlns:a16="http://schemas.microsoft.com/office/drawing/2014/main" id="{3DEDC372-4A60-4965-E845-A1D1FFB1C7DA}"/>
                </a:ext>
              </a:extLst>
            </p:cNvPr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4" name="pg3824">
              <a:extLst>
                <a:ext uri="{FF2B5EF4-FFF2-40B4-BE49-F238E27FC236}">
                  <a16:creationId xmlns:a16="http://schemas.microsoft.com/office/drawing/2014/main" id="{FFA7397E-ED7C-12CE-E898-0C46690F1948}"/>
                </a:ext>
              </a:extLst>
            </p:cNvPr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5" name="pg3825">
              <a:extLst>
                <a:ext uri="{FF2B5EF4-FFF2-40B4-BE49-F238E27FC236}">
                  <a16:creationId xmlns:a16="http://schemas.microsoft.com/office/drawing/2014/main" id="{B1AEF487-07D9-BCA7-4D87-1A78AF2D02CF}"/>
                </a:ext>
              </a:extLst>
            </p:cNvPr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6" name="pg3826">
              <a:extLst>
                <a:ext uri="{FF2B5EF4-FFF2-40B4-BE49-F238E27FC236}">
                  <a16:creationId xmlns:a16="http://schemas.microsoft.com/office/drawing/2014/main" id="{5B621445-D2F3-6836-41FE-206DD43A0BC8}"/>
                </a:ext>
              </a:extLst>
            </p:cNvPr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7" name="pg3827">
              <a:extLst>
                <a:ext uri="{FF2B5EF4-FFF2-40B4-BE49-F238E27FC236}">
                  <a16:creationId xmlns:a16="http://schemas.microsoft.com/office/drawing/2014/main" id="{F383DFE7-2F0C-4C4E-E8C0-B29D368FE750}"/>
                </a:ext>
              </a:extLst>
            </p:cNvPr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8" name="pg3828">
              <a:extLst>
                <a:ext uri="{FF2B5EF4-FFF2-40B4-BE49-F238E27FC236}">
                  <a16:creationId xmlns:a16="http://schemas.microsoft.com/office/drawing/2014/main" id="{C363E7BC-C635-C313-8DF4-DFD0037B35FB}"/>
                </a:ext>
              </a:extLst>
            </p:cNvPr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9" name="pg3829">
              <a:extLst>
                <a:ext uri="{FF2B5EF4-FFF2-40B4-BE49-F238E27FC236}">
                  <a16:creationId xmlns:a16="http://schemas.microsoft.com/office/drawing/2014/main" id="{F8064FDF-1883-4386-80B1-26D0B93F55BA}"/>
                </a:ext>
              </a:extLst>
            </p:cNvPr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0" name="pg3830">
              <a:extLst>
                <a:ext uri="{FF2B5EF4-FFF2-40B4-BE49-F238E27FC236}">
                  <a16:creationId xmlns:a16="http://schemas.microsoft.com/office/drawing/2014/main" id="{C868B908-9425-176F-474D-04B039DFFAC4}"/>
                </a:ext>
              </a:extLst>
            </p:cNvPr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1" name="pg3831">
              <a:extLst>
                <a:ext uri="{FF2B5EF4-FFF2-40B4-BE49-F238E27FC236}">
                  <a16:creationId xmlns:a16="http://schemas.microsoft.com/office/drawing/2014/main" id="{26017B80-2E50-C692-AA88-1707A31D3396}"/>
                </a:ext>
              </a:extLst>
            </p:cNvPr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2" name="pg3832">
              <a:extLst>
                <a:ext uri="{FF2B5EF4-FFF2-40B4-BE49-F238E27FC236}">
                  <a16:creationId xmlns:a16="http://schemas.microsoft.com/office/drawing/2014/main" id="{7869DB8D-00DC-1B23-DD94-06A8F676E252}"/>
                </a:ext>
              </a:extLst>
            </p:cNvPr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3" name="pg3833">
              <a:extLst>
                <a:ext uri="{FF2B5EF4-FFF2-40B4-BE49-F238E27FC236}">
                  <a16:creationId xmlns:a16="http://schemas.microsoft.com/office/drawing/2014/main" id="{5E04A6A9-CCBC-56D1-4ABB-F966B2FC7A3D}"/>
                </a:ext>
              </a:extLst>
            </p:cNvPr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4" name="pg3834">
              <a:extLst>
                <a:ext uri="{FF2B5EF4-FFF2-40B4-BE49-F238E27FC236}">
                  <a16:creationId xmlns:a16="http://schemas.microsoft.com/office/drawing/2014/main" id="{59DC28E8-4038-2851-33F0-A1E096182A54}"/>
                </a:ext>
              </a:extLst>
            </p:cNvPr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5" name="pg3835">
              <a:extLst>
                <a:ext uri="{FF2B5EF4-FFF2-40B4-BE49-F238E27FC236}">
                  <a16:creationId xmlns:a16="http://schemas.microsoft.com/office/drawing/2014/main" id="{F23BB73F-53AD-8325-F20C-D189BD1089C8}"/>
                </a:ext>
              </a:extLst>
            </p:cNvPr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6" name="pg3836">
              <a:extLst>
                <a:ext uri="{FF2B5EF4-FFF2-40B4-BE49-F238E27FC236}">
                  <a16:creationId xmlns:a16="http://schemas.microsoft.com/office/drawing/2014/main" id="{D3BD5DA6-0FAE-D383-2C58-D5F52FA64C06}"/>
                </a:ext>
              </a:extLst>
            </p:cNvPr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7" name="pg3837">
              <a:extLst>
                <a:ext uri="{FF2B5EF4-FFF2-40B4-BE49-F238E27FC236}">
                  <a16:creationId xmlns:a16="http://schemas.microsoft.com/office/drawing/2014/main" id="{FFEBA2E1-3877-5E79-ECE7-1A22E5781506}"/>
                </a:ext>
              </a:extLst>
            </p:cNvPr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8" name="pg3838">
              <a:extLst>
                <a:ext uri="{FF2B5EF4-FFF2-40B4-BE49-F238E27FC236}">
                  <a16:creationId xmlns:a16="http://schemas.microsoft.com/office/drawing/2014/main" id="{E2D2F965-337F-7ADB-066A-9B149BCECA8F}"/>
                </a:ext>
              </a:extLst>
            </p:cNvPr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9" name="pg3839">
              <a:extLst>
                <a:ext uri="{FF2B5EF4-FFF2-40B4-BE49-F238E27FC236}">
                  <a16:creationId xmlns:a16="http://schemas.microsoft.com/office/drawing/2014/main" id="{913EA723-E1AB-75D8-2731-5688422BEBE0}"/>
                </a:ext>
              </a:extLst>
            </p:cNvPr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0" name="pg3840">
              <a:extLst>
                <a:ext uri="{FF2B5EF4-FFF2-40B4-BE49-F238E27FC236}">
                  <a16:creationId xmlns:a16="http://schemas.microsoft.com/office/drawing/2014/main" id="{F0EEF1B8-17C6-DBC2-F641-635946469CC9}"/>
                </a:ext>
              </a:extLst>
            </p:cNvPr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1" name="pg3841">
              <a:extLst>
                <a:ext uri="{FF2B5EF4-FFF2-40B4-BE49-F238E27FC236}">
                  <a16:creationId xmlns:a16="http://schemas.microsoft.com/office/drawing/2014/main" id="{CB01C803-C5EB-7047-97FB-1B7D4472E9B4}"/>
                </a:ext>
              </a:extLst>
            </p:cNvPr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2" name="pg3842">
              <a:extLst>
                <a:ext uri="{FF2B5EF4-FFF2-40B4-BE49-F238E27FC236}">
                  <a16:creationId xmlns:a16="http://schemas.microsoft.com/office/drawing/2014/main" id="{0F2E43E9-296B-74FD-5ECA-E07C038907BD}"/>
                </a:ext>
              </a:extLst>
            </p:cNvPr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3" name="pg3843">
              <a:extLst>
                <a:ext uri="{FF2B5EF4-FFF2-40B4-BE49-F238E27FC236}">
                  <a16:creationId xmlns:a16="http://schemas.microsoft.com/office/drawing/2014/main" id="{318781BF-AB79-3320-EA94-5046C6BAB461}"/>
                </a:ext>
              </a:extLst>
            </p:cNvPr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4" name="pg3844">
              <a:extLst>
                <a:ext uri="{FF2B5EF4-FFF2-40B4-BE49-F238E27FC236}">
                  <a16:creationId xmlns:a16="http://schemas.microsoft.com/office/drawing/2014/main" id="{C5CB3179-2366-8B43-9EBA-C8FC60F70406}"/>
                </a:ext>
              </a:extLst>
            </p:cNvPr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5" name="pg3845">
              <a:extLst>
                <a:ext uri="{FF2B5EF4-FFF2-40B4-BE49-F238E27FC236}">
                  <a16:creationId xmlns:a16="http://schemas.microsoft.com/office/drawing/2014/main" id="{48B7BE74-4CD3-3E41-53F0-9CEF8D497F05}"/>
                </a:ext>
              </a:extLst>
            </p:cNvPr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6" name="pg3846">
              <a:extLst>
                <a:ext uri="{FF2B5EF4-FFF2-40B4-BE49-F238E27FC236}">
                  <a16:creationId xmlns:a16="http://schemas.microsoft.com/office/drawing/2014/main" id="{113A8227-CADE-1D42-25A3-F02F9D12CE1C}"/>
                </a:ext>
              </a:extLst>
            </p:cNvPr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7" name="pg3847">
              <a:extLst>
                <a:ext uri="{FF2B5EF4-FFF2-40B4-BE49-F238E27FC236}">
                  <a16:creationId xmlns:a16="http://schemas.microsoft.com/office/drawing/2014/main" id="{D5C204ED-2DD5-33D8-EA56-1922F6787B01}"/>
                </a:ext>
              </a:extLst>
            </p:cNvPr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8" name="pg3848">
              <a:extLst>
                <a:ext uri="{FF2B5EF4-FFF2-40B4-BE49-F238E27FC236}">
                  <a16:creationId xmlns:a16="http://schemas.microsoft.com/office/drawing/2014/main" id="{62FCE6C4-A956-9B62-90C7-D84F4552E1FA}"/>
                </a:ext>
              </a:extLst>
            </p:cNvPr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9" name="pg3849">
              <a:extLst>
                <a:ext uri="{FF2B5EF4-FFF2-40B4-BE49-F238E27FC236}">
                  <a16:creationId xmlns:a16="http://schemas.microsoft.com/office/drawing/2014/main" id="{F5F73CFD-4990-7033-2E99-4BF82685A411}"/>
                </a:ext>
              </a:extLst>
            </p:cNvPr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0" name="pg3850">
              <a:extLst>
                <a:ext uri="{FF2B5EF4-FFF2-40B4-BE49-F238E27FC236}">
                  <a16:creationId xmlns:a16="http://schemas.microsoft.com/office/drawing/2014/main" id="{AD1FF24C-ACE6-26D9-3E77-B6D180435C70}"/>
                </a:ext>
              </a:extLst>
            </p:cNvPr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1" name="pg3851">
              <a:extLst>
                <a:ext uri="{FF2B5EF4-FFF2-40B4-BE49-F238E27FC236}">
                  <a16:creationId xmlns:a16="http://schemas.microsoft.com/office/drawing/2014/main" id="{2136BC52-C6B7-6E08-A956-ED4D710D833A}"/>
                </a:ext>
              </a:extLst>
            </p:cNvPr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2" name="pg3852">
              <a:extLst>
                <a:ext uri="{FF2B5EF4-FFF2-40B4-BE49-F238E27FC236}">
                  <a16:creationId xmlns:a16="http://schemas.microsoft.com/office/drawing/2014/main" id="{BD0E505D-01CB-3D83-1777-977240D8033E}"/>
                </a:ext>
              </a:extLst>
            </p:cNvPr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3" name="pg3853">
              <a:extLst>
                <a:ext uri="{FF2B5EF4-FFF2-40B4-BE49-F238E27FC236}">
                  <a16:creationId xmlns:a16="http://schemas.microsoft.com/office/drawing/2014/main" id="{FD63F2C3-7E62-BC6C-DA30-837A88EC2294}"/>
                </a:ext>
              </a:extLst>
            </p:cNvPr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4" name="pg3854">
              <a:extLst>
                <a:ext uri="{FF2B5EF4-FFF2-40B4-BE49-F238E27FC236}">
                  <a16:creationId xmlns:a16="http://schemas.microsoft.com/office/drawing/2014/main" id="{61EF9DF4-21F1-D317-2E84-4758FC74974B}"/>
                </a:ext>
              </a:extLst>
            </p:cNvPr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5" name="pg3855">
              <a:extLst>
                <a:ext uri="{FF2B5EF4-FFF2-40B4-BE49-F238E27FC236}">
                  <a16:creationId xmlns:a16="http://schemas.microsoft.com/office/drawing/2014/main" id="{74786C2A-67BD-EE9A-A5B5-9AB5C7CCDED1}"/>
                </a:ext>
              </a:extLst>
            </p:cNvPr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6" name="pg3856">
              <a:extLst>
                <a:ext uri="{FF2B5EF4-FFF2-40B4-BE49-F238E27FC236}">
                  <a16:creationId xmlns:a16="http://schemas.microsoft.com/office/drawing/2014/main" id="{FB3D4729-B2FB-7407-D09C-96DCEBEC0148}"/>
                </a:ext>
              </a:extLst>
            </p:cNvPr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7" name="pg3857">
              <a:extLst>
                <a:ext uri="{FF2B5EF4-FFF2-40B4-BE49-F238E27FC236}">
                  <a16:creationId xmlns:a16="http://schemas.microsoft.com/office/drawing/2014/main" id="{645305EA-E496-411D-6055-0F9B388A75A4}"/>
                </a:ext>
              </a:extLst>
            </p:cNvPr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8" name="pg3858">
              <a:extLst>
                <a:ext uri="{FF2B5EF4-FFF2-40B4-BE49-F238E27FC236}">
                  <a16:creationId xmlns:a16="http://schemas.microsoft.com/office/drawing/2014/main" id="{30DC3CC4-5171-65C3-349C-EC63F6521592}"/>
                </a:ext>
              </a:extLst>
            </p:cNvPr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9" name="pg3859">
              <a:extLst>
                <a:ext uri="{FF2B5EF4-FFF2-40B4-BE49-F238E27FC236}">
                  <a16:creationId xmlns:a16="http://schemas.microsoft.com/office/drawing/2014/main" id="{B8B279FA-BAD1-DE8C-0F3A-3A8DD029CD33}"/>
                </a:ext>
              </a:extLst>
            </p:cNvPr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0" name="pg3860">
              <a:extLst>
                <a:ext uri="{FF2B5EF4-FFF2-40B4-BE49-F238E27FC236}">
                  <a16:creationId xmlns:a16="http://schemas.microsoft.com/office/drawing/2014/main" id="{C14CF0E6-06AB-82C9-4764-4CBD1AA53880}"/>
                </a:ext>
              </a:extLst>
            </p:cNvPr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1" name="pg3861">
              <a:extLst>
                <a:ext uri="{FF2B5EF4-FFF2-40B4-BE49-F238E27FC236}">
                  <a16:creationId xmlns:a16="http://schemas.microsoft.com/office/drawing/2014/main" id="{9B3F2D61-DA34-917D-F3AD-FAB19CB53C59}"/>
                </a:ext>
              </a:extLst>
            </p:cNvPr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2" name="pg3862">
              <a:extLst>
                <a:ext uri="{FF2B5EF4-FFF2-40B4-BE49-F238E27FC236}">
                  <a16:creationId xmlns:a16="http://schemas.microsoft.com/office/drawing/2014/main" id="{97C21A77-4399-2809-8D43-A00FEC612879}"/>
                </a:ext>
              </a:extLst>
            </p:cNvPr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3" name="pg3863">
              <a:extLst>
                <a:ext uri="{FF2B5EF4-FFF2-40B4-BE49-F238E27FC236}">
                  <a16:creationId xmlns:a16="http://schemas.microsoft.com/office/drawing/2014/main" id="{7F4B34A0-C520-B2E2-8941-8CB019D63C42}"/>
                </a:ext>
              </a:extLst>
            </p:cNvPr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4" name="pg3864">
              <a:extLst>
                <a:ext uri="{FF2B5EF4-FFF2-40B4-BE49-F238E27FC236}">
                  <a16:creationId xmlns:a16="http://schemas.microsoft.com/office/drawing/2014/main" id="{E2D3C052-E786-1B5B-A829-707BDE3B117E}"/>
                </a:ext>
              </a:extLst>
            </p:cNvPr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5" name="pg3865">
              <a:extLst>
                <a:ext uri="{FF2B5EF4-FFF2-40B4-BE49-F238E27FC236}">
                  <a16:creationId xmlns:a16="http://schemas.microsoft.com/office/drawing/2014/main" id="{A2501AFD-6F60-FB93-C842-E10A8953EA14}"/>
                </a:ext>
              </a:extLst>
            </p:cNvPr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6" name="pg3866">
              <a:extLst>
                <a:ext uri="{FF2B5EF4-FFF2-40B4-BE49-F238E27FC236}">
                  <a16:creationId xmlns:a16="http://schemas.microsoft.com/office/drawing/2014/main" id="{1177BD32-C109-8CCD-754C-6AA1FC1FB9D1}"/>
                </a:ext>
              </a:extLst>
            </p:cNvPr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7" name="pg3867">
              <a:extLst>
                <a:ext uri="{FF2B5EF4-FFF2-40B4-BE49-F238E27FC236}">
                  <a16:creationId xmlns:a16="http://schemas.microsoft.com/office/drawing/2014/main" id="{7FFC232E-6943-329A-04CC-867E0B8DC77B}"/>
                </a:ext>
              </a:extLst>
            </p:cNvPr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8" name="pg3868">
              <a:extLst>
                <a:ext uri="{FF2B5EF4-FFF2-40B4-BE49-F238E27FC236}">
                  <a16:creationId xmlns:a16="http://schemas.microsoft.com/office/drawing/2014/main" id="{66BE555D-F68F-25E4-587D-6DACF3916439}"/>
                </a:ext>
              </a:extLst>
            </p:cNvPr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9" name="pg3869">
              <a:extLst>
                <a:ext uri="{FF2B5EF4-FFF2-40B4-BE49-F238E27FC236}">
                  <a16:creationId xmlns:a16="http://schemas.microsoft.com/office/drawing/2014/main" id="{F75D6211-9ED4-B00D-8AEF-CBB17DBE59CD}"/>
                </a:ext>
              </a:extLst>
            </p:cNvPr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0" name="pg3870">
              <a:extLst>
                <a:ext uri="{FF2B5EF4-FFF2-40B4-BE49-F238E27FC236}">
                  <a16:creationId xmlns:a16="http://schemas.microsoft.com/office/drawing/2014/main" id="{0DCD8335-B22A-35C4-2551-FA0C716EC0AE}"/>
                </a:ext>
              </a:extLst>
            </p:cNvPr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1" name="pg3871">
              <a:extLst>
                <a:ext uri="{FF2B5EF4-FFF2-40B4-BE49-F238E27FC236}">
                  <a16:creationId xmlns:a16="http://schemas.microsoft.com/office/drawing/2014/main" id="{0A6E4686-9F45-50F9-CE63-C3520FCC049C}"/>
                </a:ext>
              </a:extLst>
            </p:cNvPr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2" name="pg3872">
              <a:extLst>
                <a:ext uri="{FF2B5EF4-FFF2-40B4-BE49-F238E27FC236}">
                  <a16:creationId xmlns:a16="http://schemas.microsoft.com/office/drawing/2014/main" id="{9F6319BD-12CF-EF64-8210-1BF94C0D10C8}"/>
                </a:ext>
              </a:extLst>
            </p:cNvPr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3" name="pg3873">
              <a:extLst>
                <a:ext uri="{FF2B5EF4-FFF2-40B4-BE49-F238E27FC236}">
                  <a16:creationId xmlns:a16="http://schemas.microsoft.com/office/drawing/2014/main" id="{59739209-B315-42EC-BA39-B8BF391DA81E}"/>
                </a:ext>
              </a:extLst>
            </p:cNvPr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4" name="pg3874">
              <a:extLst>
                <a:ext uri="{FF2B5EF4-FFF2-40B4-BE49-F238E27FC236}">
                  <a16:creationId xmlns:a16="http://schemas.microsoft.com/office/drawing/2014/main" id="{24D90E05-59EC-A050-02D6-04C1C07C0327}"/>
                </a:ext>
              </a:extLst>
            </p:cNvPr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5" name="pg3875">
              <a:extLst>
                <a:ext uri="{FF2B5EF4-FFF2-40B4-BE49-F238E27FC236}">
                  <a16:creationId xmlns:a16="http://schemas.microsoft.com/office/drawing/2014/main" id="{C74F000E-1169-C852-3C98-4BD69758C345}"/>
                </a:ext>
              </a:extLst>
            </p:cNvPr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6" name="pg3876">
              <a:extLst>
                <a:ext uri="{FF2B5EF4-FFF2-40B4-BE49-F238E27FC236}">
                  <a16:creationId xmlns:a16="http://schemas.microsoft.com/office/drawing/2014/main" id="{F3ACB171-E315-CD20-F126-2C81DDAAE7A3}"/>
                </a:ext>
              </a:extLst>
            </p:cNvPr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7" name="pg3877">
              <a:extLst>
                <a:ext uri="{FF2B5EF4-FFF2-40B4-BE49-F238E27FC236}">
                  <a16:creationId xmlns:a16="http://schemas.microsoft.com/office/drawing/2014/main" id="{BEA0B4F3-CF3F-7677-3ABB-B79568C2D8B7}"/>
                </a:ext>
              </a:extLst>
            </p:cNvPr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8" name="pg3878">
              <a:extLst>
                <a:ext uri="{FF2B5EF4-FFF2-40B4-BE49-F238E27FC236}">
                  <a16:creationId xmlns:a16="http://schemas.microsoft.com/office/drawing/2014/main" id="{75A712F1-60DA-EFA2-8D8A-024F8AABB838}"/>
                </a:ext>
              </a:extLst>
            </p:cNvPr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9" name="pg3879">
              <a:extLst>
                <a:ext uri="{FF2B5EF4-FFF2-40B4-BE49-F238E27FC236}">
                  <a16:creationId xmlns:a16="http://schemas.microsoft.com/office/drawing/2014/main" id="{C1386BF4-F6A9-863B-B733-7488BD2A37B0}"/>
                </a:ext>
              </a:extLst>
            </p:cNvPr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0" name="pg3880">
              <a:extLst>
                <a:ext uri="{FF2B5EF4-FFF2-40B4-BE49-F238E27FC236}">
                  <a16:creationId xmlns:a16="http://schemas.microsoft.com/office/drawing/2014/main" id="{FE9392D2-E4E2-B940-67C0-FD48127D6543}"/>
                </a:ext>
              </a:extLst>
            </p:cNvPr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1" name="pg3881">
              <a:extLst>
                <a:ext uri="{FF2B5EF4-FFF2-40B4-BE49-F238E27FC236}">
                  <a16:creationId xmlns:a16="http://schemas.microsoft.com/office/drawing/2014/main" id="{F14A92AC-4772-04FB-DB93-573423D0CFA7}"/>
                </a:ext>
              </a:extLst>
            </p:cNvPr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2" name="pg3882">
              <a:extLst>
                <a:ext uri="{FF2B5EF4-FFF2-40B4-BE49-F238E27FC236}">
                  <a16:creationId xmlns:a16="http://schemas.microsoft.com/office/drawing/2014/main" id="{DBEC6C23-555B-84DF-D35A-092BEBBBCC39}"/>
                </a:ext>
              </a:extLst>
            </p:cNvPr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3" name="pg3883">
              <a:extLst>
                <a:ext uri="{FF2B5EF4-FFF2-40B4-BE49-F238E27FC236}">
                  <a16:creationId xmlns:a16="http://schemas.microsoft.com/office/drawing/2014/main" id="{6C29D9EC-9857-F6B2-683A-5A7C8D80C689}"/>
                </a:ext>
              </a:extLst>
            </p:cNvPr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4" name="pg3884">
              <a:extLst>
                <a:ext uri="{FF2B5EF4-FFF2-40B4-BE49-F238E27FC236}">
                  <a16:creationId xmlns:a16="http://schemas.microsoft.com/office/drawing/2014/main" id="{8EC3E15C-4B66-4DCF-1FFC-8FFC5CDE625A}"/>
                </a:ext>
              </a:extLst>
            </p:cNvPr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5" name="pg3885">
              <a:extLst>
                <a:ext uri="{FF2B5EF4-FFF2-40B4-BE49-F238E27FC236}">
                  <a16:creationId xmlns:a16="http://schemas.microsoft.com/office/drawing/2014/main" id="{0A406C14-B6DB-F8A8-2AAF-C4F225DB8061}"/>
                </a:ext>
              </a:extLst>
            </p:cNvPr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6" name="pg3886">
              <a:extLst>
                <a:ext uri="{FF2B5EF4-FFF2-40B4-BE49-F238E27FC236}">
                  <a16:creationId xmlns:a16="http://schemas.microsoft.com/office/drawing/2014/main" id="{80F072C5-0BEA-F6F2-1560-6F1CE156BFA3}"/>
                </a:ext>
              </a:extLst>
            </p:cNvPr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7" name="pg3887">
              <a:extLst>
                <a:ext uri="{FF2B5EF4-FFF2-40B4-BE49-F238E27FC236}">
                  <a16:creationId xmlns:a16="http://schemas.microsoft.com/office/drawing/2014/main" id="{58ADE62F-3102-69DB-FA67-D6ECF588D776}"/>
                </a:ext>
              </a:extLst>
            </p:cNvPr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8" name="pg3888">
              <a:extLst>
                <a:ext uri="{FF2B5EF4-FFF2-40B4-BE49-F238E27FC236}">
                  <a16:creationId xmlns:a16="http://schemas.microsoft.com/office/drawing/2014/main" id="{EE57F59A-ED10-3192-ADAD-2B0BA9140CD9}"/>
                </a:ext>
              </a:extLst>
            </p:cNvPr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9" name="pg3889">
              <a:extLst>
                <a:ext uri="{FF2B5EF4-FFF2-40B4-BE49-F238E27FC236}">
                  <a16:creationId xmlns:a16="http://schemas.microsoft.com/office/drawing/2014/main" id="{DA5EA301-5575-AB0E-78D6-E8A48E64C349}"/>
                </a:ext>
              </a:extLst>
            </p:cNvPr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0" name="pg3890">
              <a:extLst>
                <a:ext uri="{FF2B5EF4-FFF2-40B4-BE49-F238E27FC236}">
                  <a16:creationId xmlns:a16="http://schemas.microsoft.com/office/drawing/2014/main" id="{843731C0-2603-11B9-A402-CEB21639F822}"/>
                </a:ext>
              </a:extLst>
            </p:cNvPr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1" name="pg3891">
              <a:extLst>
                <a:ext uri="{FF2B5EF4-FFF2-40B4-BE49-F238E27FC236}">
                  <a16:creationId xmlns:a16="http://schemas.microsoft.com/office/drawing/2014/main" id="{F61D0985-A6FC-576A-C69F-56E0C90E7B44}"/>
                </a:ext>
              </a:extLst>
            </p:cNvPr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2" name="pg3892">
              <a:extLst>
                <a:ext uri="{FF2B5EF4-FFF2-40B4-BE49-F238E27FC236}">
                  <a16:creationId xmlns:a16="http://schemas.microsoft.com/office/drawing/2014/main" id="{64D600DC-DB13-77B0-C421-A5431680F769}"/>
                </a:ext>
              </a:extLst>
            </p:cNvPr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3" name="pg3893">
              <a:extLst>
                <a:ext uri="{FF2B5EF4-FFF2-40B4-BE49-F238E27FC236}">
                  <a16:creationId xmlns:a16="http://schemas.microsoft.com/office/drawing/2014/main" id="{002F9A67-2F53-E9AD-06F4-BDF5D4DC543C}"/>
                </a:ext>
              </a:extLst>
            </p:cNvPr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4" name="pg3894">
              <a:extLst>
                <a:ext uri="{FF2B5EF4-FFF2-40B4-BE49-F238E27FC236}">
                  <a16:creationId xmlns:a16="http://schemas.microsoft.com/office/drawing/2014/main" id="{BEA1D519-D296-EB40-E44D-DAC0AE969A83}"/>
                </a:ext>
              </a:extLst>
            </p:cNvPr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5" name="pg3895">
              <a:extLst>
                <a:ext uri="{FF2B5EF4-FFF2-40B4-BE49-F238E27FC236}">
                  <a16:creationId xmlns:a16="http://schemas.microsoft.com/office/drawing/2014/main" id="{B33FD0C1-377A-CBCC-83C4-70CEBAC2CA97}"/>
                </a:ext>
              </a:extLst>
            </p:cNvPr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6" name="pg3896">
              <a:extLst>
                <a:ext uri="{FF2B5EF4-FFF2-40B4-BE49-F238E27FC236}">
                  <a16:creationId xmlns:a16="http://schemas.microsoft.com/office/drawing/2014/main" id="{189B9677-68C5-6B6D-F57B-1339E9651F71}"/>
                </a:ext>
              </a:extLst>
            </p:cNvPr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7" name="pg3897">
              <a:extLst>
                <a:ext uri="{FF2B5EF4-FFF2-40B4-BE49-F238E27FC236}">
                  <a16:creationId xmlns:a16="http://schemas.microsoft.com/office/drawing/2014/main" id="{FB4DD460-2D0B-7AE6-B42B-EE32F587A4B4}"/>
                </a:ext>
              </a:extLst>
            </p:cNvPr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8" name="pg3898">
              <a:extLst>
                <a:ext uri="{FF2B5EF4-FFF2-40B4-BE49-F238E27FC236}">
                  <a16:creationId xmlns:a16="http://schemas.microsoft.com/office/drawing/2014/main" id="{C3FDAC44-52F1-1749-61E5-A8C7DC9346AB}"/>
                </a:ext>
              </a:extLst>
            </p:cNvPr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9" name="pg3899">
              <a:extLst>
                <a:ext uri="{FF2B5EF4-FFF2-40B4-BE49-F238E27FC236}">
                  <a16:creationId xmlns:a16="http://schemas.microsoft.com/office/drawing/2014/main" id="{41EBBC9D-C32B-22C8-16C0-E82277D11506}"/>
                </a:ext>
              </a:extLst>
            </p:cNvPr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0" name="pg3900">
              <a:extLst>
                <a:ext uri="{FF2B5EF4-FFF2-40B4-BE49-F238E27FC236}">
                  <a16:creationId xmlns:a16="http://schemas.microsoft.com/office/drawing/2014/main" id="{A7ECD81B-0BD7-5B26-8AA7-A72D9DE31189}"/>
                </a:ext>
              </a:extLst>
            </p:cNvPr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1" name="pg3901">
              <a:extLst>
                <a:ext uri="{FF2B5EF4-FFF2-40B4-BE49-F238E27FC236}">
                  <a16:creationId xmlns:a16="http://schemas.microsoft.com/office/drawing/2014/main" id="{759CA677-EA93-78BB-C1BE-49EE11DADE0E}"/>
                </a:ext>
              </a:extLst>
            </p:cNvPr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2" name="pg3902">
              <a:extLst>
                <a:ext uri="{FF2B5EF4-FFF2-40B4-BE49-F238E27FC236}">
                  <a16:creationId xmlns:a16="http://schemas.microsoft.com/office/drawing/2014/main" id="{D3F3C9D5-93CC-2FF9-4072-280E3DD48270}"/>
                </a:ext>
              </a:extLst>
            </p:cNvPr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3" name="pg3903">
              <a:extLst>
                <a:ext uri="{FF2B5EF4-FFF2-40B4-BE49-F238E27FC236}">
                  <a16:creationId xmlns:a16="http://schemas.microsoft.com/office/drawing/2014/main" id="{C574BC48-CA55-CF22-4095-F7DF48D0113B}"/>
                </a:ext>
              </a:extLst>
            </p:cNvPr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4" name="pg3904">
              <a:extLst>
                <a:ext uri="{FF2B5EF4-FFF2-40B4-BE49-F238E27FC236}">
                  <a16:creationId xmlns:a16="http://schemas.microsoft.com/office/drawing/2014/main" id="{D64D22C3-FA2B-435D-90FB-DC904599FB57}"/>
                </a:ext>
              </a:extLst>
            </p:cNvPr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5" name="pg3905">
              <a:extLst>
                <a:ext uri="{FF2B5EF4-FFF2-40B4-BE49-F238E27FC236}">
                  <a16:creationId xmlns:a16="http://schemas.microsoft.com/office/drawing/2014/main" id="{88472B97-0326-5870-9196-40C04C1C9F2D}"/>
                </a:ext>
              </a:extLst>
            </p:cNvPr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6" name="pg3906">
              <a:extLst>
                <a:ext uri="{FF2B5EF4-FFF2-40B4-BE49-F238E27FC236}">
                  <a16:creationId xmlns:a16="http://schemas.microsoft.com/office/drawing/2014/main" id="{EC73F0A6-6AC4-38D8-5604-B49B2978F1EF}"/>
                </a:ext>
              </a:extLst>
            </p:cNvPr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7" name="pg3907">
              <a:extLst>
                <a:ext uri="{FF2B5EF4-FFF2-40B4-BE49-F238E27FC236}">
                  <a16:creationId xmlns:a16="http://schemas.microsoft.com/office/drawing/2014/main" id="{24B16732-2242-245D-91AD-9D509E893670}"/>
                </a:ext>
              </a:extLst>
            </p:cNvPr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8" name="pg3908">
              <a:extLst>
                <a:ext uri="{FF2B5EF4-FFF2-40B4-BE49-F238E27FC236}">
                  <a16:creationId xmlns:a16="http://schemas.microsoft.com/office/drawing/2014/main" id="{3866C3BB-2180-9F10-90C1-16DDE8237389}"/>
                </a:ext>
              </a:extLst>
            </p:cNvPr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9" name="pg3909">
              <a:extLst>
                <a:ext uri="{FF2B5EF4-FFF2-40B4-BE49-F238E27FC236}">
                  <a16:creationId xmlns:a16="http://schemas.microsoft.com/office/drawing/2014/main" id="{BEA32EBE-8C6A-74FD-A30D-60427AF731F4}"/>
                </a:ext>
              </a:extLst>
            </p:cNvPr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0" name="pg3910">
              <a:extLst>
                <a:ext uri="{FF2B5EF4-FFF2-40B4-BE49-F238E27FC236}">
                  <a16:creationId xmlns:a16="http://schemas.microsoft.com/office/drawing/2014/main" id="{7AA90D8A-F469-919F-1625-00B1A65EC688}"/>
                </a:ext>
              </a:extLst>
            </p:cNvPr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1" name="pg3911">
              <a:extLst>
                <a:ext uri="{FF2B5EF4-FFF2-40B4-BE49-F238E27FC236}">
                  <a16:creationId xmlns:a16="http://schemas.microsoft.com/office/drawing/2014/main" id="{4B7DC659-558F-EA44-733D-C17EE764CC19}"/>
                </a:ext>
              </a:extLst>
            </p:cNvPr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2" name="pg3912">
              <a:extLst>
                <a:ext uri="{FF2B5EF4-FFF2-40B4-BE49-F238E27FC236}">
                  <a16:creationId xmlns:a16="http://schemas.microsoft.com/office/drawing/2014/main" id="{E0E8D6B3-07F9-08D8-2E89-C1D1B102B8A5}"/>
                </a:ext>
              </a:extLst>
            </p:cNvPr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3" name="pg3913">
              <a:extLst>
                <a:ext uri="{FF2B5EF4-FFF2-40B4-BE49-F238E27FC236}">
                  <a16:creationId xmlns:a16="http://schemas.microsoft.com/office/drawing/2014/main" id="{06D86141-D0F9-3104-C583-9F5E3056DCF9}"/>
                </a:ext>
              </a:extLst>
            </p:cNvPr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4" name="pg3914">
              <a:extLst>
                <a:ext uri="{FF2B5EF4-FFF2-40B4-BE49-F238E27FC236}">
                  <a16:creationId xmlns:a16="http://schemas.microsoft.com/office/drawing/2014/main" id="{EE937146-7BD7-0D89-39DF-EC5667621CDF}"/>
                </a:ext>
              </a:extLst>
            </p:cNvPr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5" name="pg3915">
              <a:extLst>
                <a:ext uri="{FF2B5EF4-FFF2-40B4-BE49-F238E27FC236}">
                  <a16:creationId xmlns:a16="http://schemas.microsoft.com/office/drawing/2014/main" id="{46EBAFD1-5339-B67A-F9F1-3A8A368BD702}"/>
                </a:ext>
              </a:extLst>
            </p:cNvPr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6" name="pg3916">
              <a:extLst>
                <a:ext uri="{FF2B5EF4-FFF2-40B4-BE49-F238E27FC236}">
                  <a16:creationId xmlns:a16="http://schemas.microsoft.com/office/drawing/2014/main" id="{4A36F0A2-DF78-7723-C614-7BFBE127C464}"/>
                </a:ext>
              </a:extLst>
            </p:cNvPr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7" name="pg3917">
              <a:extLst>
                <a:ext uri="{FF2B5EF4-FFF2-40B4-BE49-F238E27FC236}">
                  <a16:creationId xmlns:a16="http://schemas.microsoft.com/office/drawing/2014/main" id="{7BE9BE56-87A3-087B-3201-08A787145A3A}"/>
                </a:ext>
              </a:extLst>
            </p:cNvPr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8" name="pg3918">
              <a:extLst>
                <a:ext uri="{FF2B5EF4-FFF2-40B4-BE49-F238E27FC236}">
                  <a16:creationId xmlns:a16="http://schemas.microsoft.com/office/drawing/2014/main" id="{C13278B6-A31F-16D0-24FC-E7028686527A}"/>
                </a:ext>
              </a:extLst>
            </p:cNvPr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9" name="pg3919">
              <a:extLst>
                <a:ext uri="{FF2B5EF4-FFF2-40B4-BE49-F238E27FC236}">
                  <a16:creationId xmlns:a16="http://schemas.microsoft.com/office/drawing/2014/main" id="{D1425DEE-BA48-4F6B-97DC-4E764DCBC2DD}"/>
                </a:ext>
              </a:extLst>
            </p:cNvPr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0" name="pg3920">
              <a:extLst>
                <a:ext uri="{FF2B5EF4-FFF2-40B4-BE49-F238E27FC236}">
                  <a16:creationId xmlns:a16="http://schemas.microsoft.com/office/drawing/2014/main" id="{04B50C40-61CA-46DB-8885-BABBC8E11860}"/>
                </a:ext>
              </a:extLst>
            </p:cNvPr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1" name="pg3921">
              <a:extLst>
                <a:ext uri="{FF2B5EF4-FFF2-40B4-BE49-F238E27FC236}">
                  <a16:creationId xmlns:a16="http://schemas.microsoft.com/office/drawing/2014/main" id="{501E166D-25C0-08C3-5DD1-E080E88ECFCB}"/>
                </a:ext>
              </a:extLst>
            </p:cNvPr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2" name="pg3922">
              <a:extLst>
                <a:ext uri="{FF2B5EF4-FFF2-40B4-BE49-F238E27FC236}">
                  <a16:creationId xmlns:a16="http://schemas.microsoft.com/office/drawing/2014/main" id="{F4E08276-E451-8183-8B5A-B641012EC38E}"/>
                </a:ext>
              </a:extLst>
            </p:cNvPr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3" name="pg3923">
              <a:extLst>
                <a:ext uri="{FF2B5EF4-FFF2-40B4-BE49-F238E27FC236}">
                  <a16:creationId xmlns:a16="http://schemas.microsoft.com/office/drawing/2014/main" id="{99D86388-C2B2-9FEE-C310-02D5F8EF63C9}"/>
                </a:ext>
              </a:extLst>
            </p:cNvPr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4" name="pt3924">
              <a:extLst>
                <a:ext uri="{FF2B5EF4-FFF2-40B4-BE49-F238E27FC236}">
                  <a16:creationId xmlns:a16="http://schemas.microsoft.com/office/drawing/2014/main" id="{539475E1-2E22-D941-7C4A-784BFC868403}"/>
                </a:ext>
              </a:extLst>
            </p:cNvPr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5" name="pt3925">
              <a:extLst>
                <a:ext uri="{FF2B5EF4-FFF2-40B4-BE49-F238E27FC236}">
                  <a16:creationId xmlns:a16="http://schemas.microsoft.com/office/drawing/2014/main" id="{2DF4E288-9EC6-C2DB-8D37-5E1AFB54B31C}"/>
                </a:ext>
              </a:extLst>
            </p:cNvPr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6" name="pt3926">
              <a:extLst>
                <a:ext uri="{FF2B5EF4-FFF2-40B4-BE49-F238E27FC236}">
                  <a16:creationId xmlns:a16="http://schemas.microsoft.com/office/drawing/2014/main" id="{D67CBC6D-3644-95F9-A776-2A657449F597}"/>
                </a:ext>
              </a:extLst>
            </p:cNvPr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7" name="pt3927">
              <a:extLst>
                <a:ext uri="{FF2B5EF4-FFF2-40B4-BE49-F238E27FC236}">
                  <a16:creationId xmlns:a16="http://schemas.microsoft.com/office/drawing/2014/main" id="{1481FA56-B05C-6FA1-88A1-6D571448BA6A}"/>
                </a:ext>
              </a:extLst>
            </p:cNvPr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8" name="pt3928">
              <a:extLst>
                <a:ext uri="{FF2B5EF4-FFF2-40B4-BE49-F238E27FC236}">
                  <a16:creationId xmlns:a16="http://schemas.microsoft.com/office/drawing/2014/main" id="{D3637951-6052-3E4B-2942-CC97D3A8D1E7}"/>
                </a:ext>
              </a:extLst>
            </p:cNvPr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6C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9" name="pt3929">
              <a:extLst>
                <a:ext uri="{FF2B5EF4-FFF2-40B4-BE49-F238E27FC236}">
                  <a16:creationId xmlns:a16="http://schemas.microsoft.com/office/drawing/2014/main" id="{2722A0D6-032F-FE47-8C74-313467DD98DD}"/>
                </a:ext>
              </a:extLst>
            </p:cNvPr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0" name="pt3930">
              <a:extLst>
                <a:ext uri="{FF2B5EF4-FFF2-40B4-BE49-F238E27FC236}">
                  <a16:creationId xmlns:a16="http://schemas.microsoft.com/office/drawing/2014/main" id="{261A5670-91CF-B66E-EA3A-E51034C9A1EE}"/>
                </a:ext>
              </a:extLst>
            </p:cNvPr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1" name="pt3931">
              <a:extLst>
                <a:ext uri="{FF2B5EF4-FFF2-40B4-BE49-F238E27FC236}">
                  <a16:creationId xmlns:a16="http://schemas.microsoft.com/office/drawing/2014/main" id="{213E0D86-D858-F6B3-1306-F70701E55457}"/>
                </a:ext>
              </a:extLst>
            </p:cNvPr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B9E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2" name="pt3932">
              <a:extLst>
                <a:ext uri="{FF2B5EF4-FFF2-40B4-BE49-F238E27FC236}">
                  <a16:creationId xmlns:a16="http://schemas.microsoft.com/office/drawing/2014/main" id="{B4917545-85A0-29EE-A5A9-B15E3B660E71}"/>
                </a:ext>
              </a:extLst>
            </p:cNvPr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3" name="pt3933">
              <a:extLst>
                <a:ext uri="{FF2B5EF4-FFF2-40B4-BE49-F238E27FC236}">
                  <a16:creationId xmlns:a16="http://schemas.microsoft.com/office/drawing/2014/main" id="{E89F1417-3A31-680F-8748-C4E1021E237A}"/>
                </a:ext>
              </a:extLst>
            </p:cNvPr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4" name="pt3934">
              <a:extLst>
                <a:ext uri="{FF2B5EF4-FFF2-40B4-BE49-F238E27FC236}">
                  <a16:creationId xmlns:a16="http://schemas.microsoft.com/office/drawing/2014/main" id="{FCC4C61F-ED37-3A47-8A36-163566E78048}"/>
                </a:ext>
              </a:extLst>
            </p:cNvPr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71D3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5" name="pt3935">
              <a:extLst>
                <a:ext uri="{FF2B5EF4-FFF2-40B4-BE49-F238E27FC236}">
                  <a16:creationId xmlns:a16="http://schemas.microsoft.com/office/drawing/2014/main" id="{83708B4A-1E21-8F5E-5792-264E4A0F68F9}"/>
                </a:ext>
              </a:extLst>
            </p:cNvPr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6" name="pt3936">
              <a:extLst>
                <a:ext uri="{FF2B5EF4-FFF2-40B4-BE49-F238E27FC236}">
                  <a16:creationId xmlns:a16="http://schemas.microsoft.com/office/drawing/2014/main" id="{BF3646E0-9C71-4DD6-DA3A-066B8C8B26E2}"/>
                </a:ext>
              </a:extLst>
            </p:cNvPr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7" name="pt3937">
              <a:extLst>
                <a:ext uri="{FF2B5EF4-FFF2-40B4-BE49-F238E27FC236}">
                  <a16:creationId xmlns:a16="http://schemas.microsoft.com/office/drawing/2014/main" id="{1D796A69-D767-1B12-4EEF-9745680CE565}"/>
                </a:ext>
              </a:extLst>
            </p:cNvPr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8" name="pt3938">
              <a:extLst>
                <a:ext uri="{FF2B5EF4-FFF2-40B4-BE49-F238E27FC236}">
                  <a16:creationId xmlns:a16="http://schemas.microsoft.com/office/drawing/2014/main" id="{90EEB64B-70FE-62BD-0B96-813DEC6D84CB}"/>
                </a:ext>
              </a:extLst>
            </p:cNvPr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6F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9" name="pt3939">
              <a:extLst>
                <a:ext uri="{FF2B5EF4-FFF2-40B4-BE49-F238E27FC236}">
                  <a16:creationId xmlns:a16="http://schemas.microsoft.com/office/drawing/2014/main" id="{D6A5919E-EF16-7188-F59D-5AB848B91C93}"/>
                </a:ext>
              </a:extLst>
            </p:cNvPr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0" name="pt3940">
              <a:extLst>
                <a:ext uri="{FF2B5EF4-FFF2-40B4-BE49-F238E27FC236}">
                  <a16:creationId xmlns:a16="http://schemas.microsoft.com/office/drawing/2014/main" id="{B5D0A3CC-7D4B-684C-0E36-F6C79D313FA9}"/>
                </a:ext>
              </a:extLst>
            </p:cNvPr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F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1" name="pt3941">
              <a:extLst>
                <a:ext uri="{FF2B5EF4-FFF2-40B4-BE49-F238E27FC236}">
                  <a16:creationId xmlns:a16="http://schemas.microsoft.com/office/drawing/2014/main" id="{D8BF3A88-EC49-2FB7-CEB5-8E855DC6ED65}"/>
                </a:ext>
              </a:extLst>
            </p:cNvPr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79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2" name="pt3942">
              <a:extLst>
                <a:ext uri="{FF2B5EF4-FFF2-40B4-BE49-F238E27FC236}">
                  <a16:creationId xmlns:a16="http://schemas.microsoft.com/office/drawing/2014/main" id="{8282F5EA-AB32-0506-B70A-0256FF0ACEA5}"/>
                </a:ext>
              </a:extLst>
            </p:cNvPr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3" name="pt3943">
              <a:extLst>
                <a:ext uri="{FF2B5EF4-FFF2-40B4-BE49-F238E27FC236}">
                  <a16:creationId xmlns:a16="http://schemas.microsoft.com/office/drawing/2014/main" id="{6B232687-0396-9AD1-8EB4-A05E7C2B5AD8}"/>
                </a:ext>
              </a:extLst>
            </p:cNvPr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A76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4" name="pt3944">
              <a:extLst>
                <a:ext uri="{FF2B5EF4-FFF2-40B4-BE49-F238E27FC236}">
                  <a16:creationId xmlns:a16="http://schemas.microsoft.com/office/drawing/2014/main" id="{EF466FFD-A48A-858E-3BD6-7B7A79357430}"/>
                </a:ext>
              </a:extLst>
            </p:cNvPr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5" name="pt3945">
              <a:extLst>
                <a:ext uri="{FF2B5EF4-FFF2-40B4-BE49-F238E27FC236}">
                  <a16:creationId xmlns:a16="http://schemas.microsoft.com/office/drawing/2014/main" id="{8DCD633C-1F2E-9466-AABD-7907923A2EE4}"/>
                </a:ext>
              </a:extLst>
            </p:cNvPr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7C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6" name="pt3946">
              <a:extLst>
                <a:ext uri="{FF2B5EF4-FFF2-40B4-BE49-F238E27FC236}">
                  <a16:creationId xmlns:a16="http://schemas.microsoft.com/office/drawing/2014/main" id="{E57E36F0-E9DF-B07D-1B83-2534C6B00A5A}"/>
                </a:ext>
              </a:extLst>
            </p:cNvPr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F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7" name="pt3947">
              <a:extLst>
                <a:ext uri="{FF2B5EF4-FFF2-40B4-BE49-F238E27FC236}">
                  <a16:creationId xmlns:a16="http://schemas.microsoft.com/office/drawing/2014/main" id="{8031F97F-5899-3B30-2AFF-E6E8DE1405FA}"/>
                </a:ext>
              </a:extLst>
            </p:cNvPr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8" name="pt3948">
              <a:extLst>
                <a:ext uri="{FF2B5EF4-FFF2-40B4-BE49-F238E27FC236}">
                  <a16:creationId xmlns:a16="http://schemas.microsoft.com/office/drawing/2014/main" id="{E537762D-F3D2-052D-766B-45E3CE13FBEB}"/>
                </a:ext>
              </a:extLst>
            </p:cNvPr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4EB4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9" name="pt3949">
              <a:extLst>
                <a:ext uri="{FF2B5EF4-FFF2-40B4-BE49-F238E27FC236}">
                  <a16:creationId xmlns:a16="http://schemas.microsoft.com/office/drawing/2014/main" id="{5FF912B3-CDDD-8DEA-BB55-8ED4EB78DB52}"/>
                </a:ext>
              </a:extLst>
            </p:cNvPr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53BA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0" name="pt3950">
              <a:extLst>
                <a:ext uri="{FF2B5EF4-FFF2-40B4-BE49-F238E27FC236}">
                  <a16:creationId xmlns:a16="http://schemas.microsoft.com/office/drawing/2014/main" id="{ED37691B-A2E6-4575-DED9-D243E81450AC}"/>
                </a:ext>
              </a:extLst>
            </p:cNvPr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1" name="pt3951">
              <a:extLst>
                <a:ext uri="{FF2B5EF4-FFF2-40B4-BE49-F238E27FC236}">
                  <a16:creationId xmlns:a16="http://schemas.microsoft.com/office/drawing/2014/main" id="{AA039758-6FEE-7E48-41CD-181B79DF9409}"/>
                </a:ext>
              </a:extLst>
            </p:cNvPr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6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2" name="pt3952">
              <a:extLst>
                <a:ext uri="{FF2B5EF4-FFF2-40B4-BE49-F238E27FC236}">
                  <a16:creationId xmlns:a16="http://schemas.microsoft.com/office/drawing/2014/main" id="{DA8BFAA9-3582-70F9-0A61-B4553D7EA39E}"/>
                </a:ext>
              </a:extLst>
            </p:cNvPr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3" name="pt3953">
              <a:extLst>
                <a:ext uri="{FF2B5EF4-FFF2-40B4-BE49-F238E27FC236}">
                  <a16:creationId xmlns:a16="http://schemas.microsoft.com/office/drawing/2014/main" id="{D40090F2-4C84-F3E9-8CD1-A0E07B78D313}"/>
                </a:ext>
              </a:extLst>
            </p:cNvPr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D7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4" name="pt3954">
              <a:extLst>
                <a:ext uri="{FF2B5EF4-FFF2-40B4-BE49-F238E27FC236}">
                  <a16:creationId xmlns:a16="http://schemas.microsoft.com/office/drawing/2014/main" id="{8C2AE75A-2372-8904-F5F5-975B544DE76B}"/>
                </a:ext>
              </a:extLst>
            </p:cNvPr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5" name="pt3955">
              <a:extLst>
                <a:ext uri="{FF2B5EF4-FFF2-40B4-BE49-F238E27FC236}">
                  <a16:creationId xmlns:a16="http://schemas.microsoft.com/office/drawing/2014/main" id="{312425F1-A366-5323-6E3C-A03BE6A89D79}"/>
                </a:ext>
              </a:extLst>
            </p:cNvPr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6" name="pt3956">
              <a:extLst>
                <a:ext uri="{FF2B5EF4-FFF2-40B4-BE49-F238E27FC236}">
                  <a16:creationId xmlns:a16="http://schemas.microsoft.com/office/drawing/2014/main" id="{3BB9F5C8-C420-F90B-8D2D-ABF6F79DC4F3}"/>
                </a:ext>
              </a:extLst>
            </p:cNvPr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7" name="pt3957">
              <a:extLst>
                <a:ext uri="{FF2B5EF4-FFF2-40B4-BE49-F238E27FC236}">
                  <a16:creationId xmlns:a16="http://schemas.microsoft.com/office/drawing/2014/main" id="{001734D4-9947-B8A3-ED2A-7EFCC4AB4C95}"/>
                </a:ext>
              </a:extLst>
            </p:cNvPr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6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8" name="pt3958">
              <a:extLst>
                <a:ext uri="{FF2B5EF4-FFF2-40B4-BE49-F238E27FC236}">
                  <a16:creationId xmlns:a16="http://schemas.microsoft.com/office/drawing/2014/main" id="{CF317690-35DE-32BF-DD65-CCF848D79F3E}"/>
                </a:ext>
              </a:extLst>
            </p:cNvPr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9" name="pt3959">
              <a:extLst>
                <a:ext uri="{FF2B5EF4-FFF2-40B4-BE49-F238E27FC236}">
                  <a16:creationId xmlns:a16="http://schemas.microsoft.com/office/drawing/2014/main" id="{67D12B8D-8103-3E88-F58C-8636F512E46B}"/>
                </a:ext>
              </a:extLst>
            </p:cNvPr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0" name="pt3960">
              <a:extLst>
                <a:ext uri="{FF2B5EF4-FFF2-40B4-BE49-F238E27FC236}">
                  <a16:creationId xmlns:a16="http://schemas.microsoft.com/office/drawing/2014/main" id="{6CE4E014-AF0F-0B0B-5D15-23EE69473372}"/>
                </a:ext>
              </a:extLst>
            </p:cNvPr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1" name="pt3961">
              <a:extLst>
                <a:ext uri="{FF2B5EF4-FFF2-40B4-BE49-F238E27FC236}">
                  <a16:creationId xmlns:a16="http://schemas.microsoft.com/office/drawing/2014/main" id="{7DE06C19-3C9F-B12D-18E8-6F6E77024F5B}"/>
                </a:ext>
              </a:extLst>
            </p:cNvPr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2" name="pl3962">
              <a:extLst>
                <a:ext uri="{FF2B5EF4-FFF2-40B4-BE49-F238E27FC236}">
                  <a16:creationId xmlns:a16="http://schemas.microsoft.com/office/drawing/2014/main" id="{35B8E33A-C74C-B81F-3060-D59CABB7D708}"/>
                </a:ext>
              </a:extLst>
            </p:cNvPr>
            <p:cNvSpPr/>
            <p:nvPr/>
          </p:nvSpPr>
          <p:spPr>
            <a:xfrm>
              <a:off x="2850458" y="4909125"/>
              <a:ext cx="52355" cy="84402"/>
            </a:xfrm>
            <a:custGeom>
              <a:avLst/>
              <a:gdLst/>
              <a:ahLst/>
              <a:cxnLst/>
              <a:rect l="0" t="0" r="0" b="0"/>
              <a:pathLst>
                <a:path w="52355" h="84402">
                  <a:moveTo>
                    <a:pt x="0" y="0"/>
                  </a:moveTo>
                  <a:lnTo>
                    <a:pt x="52355" y="844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3" name="pl3963">
              <a:extLst>
                <a:ext uri="{FF2B5EF4-FFF2-40B4-BE49-F238E27FC236}">
                  <a16:creationId xmlns:a16="http://schemas.microsoft.com/office/drawing/2014/main" id="{92691FEF-732C-C778-A5B5-CDE2EBC0AD2B}"/>
                </a:ext>
              </a:extLst>
            </p:cNvPr>
            <p:cNvSpPr/>
            <p:nvPr/>
          </p:nvSpPr>
          <p:spPr>
            <a:xfrm>
              <a:off x="5710677" y="2781402"/>
              <a:ext cx="115898" cy="141269"/>
            </a:xfrm>
            <a:custGeom>
              <a:avLst/>
              <a:gdLst/>
              <a:ahLst/>
              <a:cxnLst/>
              <a:rect l="0" t="0" r="0" b="0"/>
              <a:pathLst>
                <a:path w="115898" h="141269">
                  <a:moveTo>
                    <a:pt x="0" y="0"/>
                  </a:moveTo>
                  <a:lnTo>
                    <a:pt x="115898" y="14126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4" name="pl3964">
              <a:extLst>
                <a:ext uri="{FF2B5EF4-FFF2-40B4-BE49-F238E27FC236}">
                  <a16:creationId xmlns:a16="http://schemas.microsoft.com/office/drawing/2014/main" id="{F27C7B3C-1EA9-AD88-E5B1-6BBDD33F5C3A}"/>
                </a:ext>
              </a:extLst>
            </p:cNvPr>
            <p:cNvSpPr/>
            <p:nvPr/>
          </p:nvSpPr>
          <p:spPr>
            <a:xfrm>
              <a:off x="4513352" y="4609160"/>
              <a:ext cx="54474" cy="79740"/>
            </a:xfrm>
            <a:custGeom>
              <a:avLst/>
              <a:gdLst/>
              <a:ahLst/>
              <a:cxnLst/>
              <a:rect l="0" t="0" r="0" b="0"/>
              <a:pathLst>
                <a:path w="54474" h="79740">
                  <a:moveTo>
                    <a:pt x="0" y="0"/>
                  </a:moveTo>
                  <a:lnTo>
                    <a:pt x="54474" y="797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5" name="pl3965">
              <a:extLst>
                <a:ext uri="{FF2B5EF4-FFF2-40B4-BE49-F238E27FC236}">
                  <a16:creationId xmlns:a16="http://schemas.microsoft.com/office/drawing/2014/main" id="{BA9A04A3-4618-6922-AC45-6A0BF2761543}"/>
                </a:ext>
              </a:extLst>
            </p:cNvPr>
            <p:cNvSpPr/>
            <p:nvPr/>
          </p:nvSpPr>
          <p:spPr>
            <a:xfrm>
              <a:off x="3511671" y="4762457"/>
              <a:ext cx="53660" cy="82407"/>
            </a:xfrm>
            <a:custGeom>
              <a:avLst/>
              <a:gdLst/>
              <a:ahLst/>
              <a:cxnLst/>
              <a:rect l="0" t="0" r="0" b="0"/>
              <a:pathLst>
                <a:path w="53660" h="82407">
                  <a:moveTo>
                    <a:pt x="0" y="0"/>
                  </a:moveTo>
                  <a:lnTo>
                    <a:pt x="53660" y="8240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6" name="pg3966">
              <a:extLst>
                <a:ext uri="{FF2B5EF4-FFF2-40B4-BE49-F238E27FC236}">
                  <a16:creationId xmlns:a16="http://schemas.microsoft.com/office/drawing/2014/main" id="{CEC94146-81B8-C709-1BC5-267F8530EF41}"/>
                </a:ext>
              </a:extLst>
            </p:cNvPr>
            <p:cNvSpPr/>
            <p:nvPr/>
          </p:nvSpPr>
          <p:spPr>
            <a:xfrm>
              <a:off x="2291942" y="4760423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7" name="tx3967">
              <a:extLst>
                <a:ext uri="{FF2B5EF4-FFF2-40B4-BE49-F238E27FC236}">
                  <a16:creationId xmlns:a16="http://schemas.microsoft.com/office/drawing/2014/main" id="{AC84D9A8-38F6-699D-5030-F02EBA38248A}"/>
                </a:ext>
              </a:extLst>
            </p:cNvPr>
            <p:cNvSpPr/>
            <p:nvPr/>
          </p:nvSpPr>
          <p:spPr>
            <a:xfrm>
              <a:off x="2337662" y="4806143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TX</a:t>
              </a:r>
            </a:p>
          </p:txBody>
        </p:sp>
        <p:sp>
          <p:nvSpPr>
            <p:cNvPr id="19448" name="pg3968">
              <a:extLst>
                <a:ext uri="{FF2B5EF4-FFF2-40B4-BE49-F238E27FC236}">
                  <a16:creationId xmlns:a16="http://schemas.microsoft.com/office/drawing/2014/main" id="{4EBC2210-6AF1-8447-35EE-EE76C812B0CF}"/>
                </a:ext>
              </a:extLst>
            </p:cNvPr>
            <p:cNvSpPr/>
            <p:nvPr/>
          </p:nvSpPr>
          <p:spPr>
            <a:xfrm>
              <a:off x="5378928" y="2589470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9" name="tx3969">
              <a:extLst>
                <a:ext uri="{FF2B5EF4-FFF2-40B4-BE49-F238E27FC236}">
                  <a16:creationId xmlns:a16="http://schemas.microsoft.com/office/drawing/2014/main" id="{4DE72B9F-7D88-23E2-57D7-4D03BCDB5AA2}"/>
                </a:ext>
              </a:extLst>
            </p:cNvPr>
            <p:cNvSpPr/>
            <p:nvPr/>
          </p:nvSpPr>
          <p:spPr>
            <a:xfrm>
              <a:off x="5424648" y="2635190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</a:t>
              </a:r>
            </a:p>
          </p:txBody>
        </p:sp>
        <p:sp>
          <p:nvSpPr>
            <p:cNvPr id="19450" name="pg3970">
              <a:extLst>
                <a:ext uri="{FF2B5EF4-FFF2-40B4-BE49-F238E27FC236}">
                  <a16:creationId xmlns:a16="http://schemas.microsoft.com/office/drawing/2014/main" id="{87B7CDC6-D3E0-CE8A-65B4-42E3B1310818}"/>
                </a:ext>
              </a:extLst>
            </p:cNvPr>
            <p:cNvSpPr/>
            <p:nvPr/>
          </p:nvSpPr>
          <p:spPr>
            <a:xfrm>
              <a:off x="3970381" y="4460281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1" name="tx3971">
              <a:extLst>
                <a:ext uri="{FF2B5EF4-FFF2-40B4-BE49-F238E27FC236}">
                  <a16:creationId xmlns:a16="http://schemas.microsoft.com/office/drawing/2014/main" id="{A10C2654-8F97-75C9-209C-2AA1601A125F}"/>
                </a:ext>
              </a:extLst>
            </p:cNvPr>
            <p:cNvSpPr/>
            <p:nvPr/>
          </p:nvSpPr>
          <p:spPr>
            <a:xfrm>
              <a:off x="4016101" y="4506001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FL</a:t>
              </a:r>
            </a:p>
          </p:txBody>
        </p:sp>
        <p:sp>
          <p:nvSpPr>
            <p:cNvPr id="19452" name="pg3972">
              <a:extLst>
                <a:ext uri="{FF2B5EF4-FFF2-40B4-BE49-F238E27FC236}">
                  <a16:creationId xmlns:a16="http://schemas.microsoft.com/office/drawing/2014/main" id="{838D67A5-392C-A219-34D7-0583A3619DA5}"/>
                </a:ext>
              </a:extLst>
            </p:cNvPr>
            <p:cNvSpPr/>
            <p:nvPr/>
          </p:nvSpPr>
          <p:spPr>
            <a:xfrm>
              <a:off x="2960836" y="4613756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3" name="tx3973">
              <a:extLst>
                <a:ext uri="{FF2B5EF4-FFF2-40B4-BE49-F238E27FC236}">
                  <a16:creationId xmlns:a16="http://schemas.microsoft.com/office/drawing/2014/main" id="{32A20A9F-6AC1-D900-5857-43447F143A67}"/>
                </a:ext>
              </a:extLst>
            </p:cNvPr>
            <p:cNvSpPr/>
            <p:nvPr/>
          </p:nvSpPr>
          <p:spPr>
            <a:xfrm>
              <a:off x="3006556" y="4659476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</a:t>
              </a:r>
            </a:p>
          </p:txBody>
        </p:sp>
        <p:sp>
          <p:nvSpPr>
            <p:cNvPr id="19454" name="pg3974">
              <a:extLst>
                <a:ext uri="{FF2B5EF4-FFF2-40B4-BE49-F238E27FC236}">
                  <a16:creationId xmlns:a16="http://schemas.microsoft.com/office/drawing/2014/main" id="{57B303A1-7789-CEBE-B622-5733F457E322}"/>
                </a:ext>
              </a:extLst>
            </p:cNvPr>
            <p:cNvSpPr/>
            <p:nvPr/>
          </p:nvSpPr>
          <p:spPr>
            <a:xfrm>
              <a:off x="5017697" y="2872610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5" name="tx3975">
              <a:extLst>
                <a:ext uri="{FF2B5EF4-FFF2-40B4-BE49-F238E27FC236}">
                  <a16:creationId xmlns:a16="http://schemas.microsoft.com/office/drawing/2014/main" id="{51ED44C7-BD4D-C1BA-0E3B-9BF899A6B952}"/>
                </a:ext>
              </a:extLst>
            </p:cNvPr>
            <p:cNvSpPr/>
            <p:nvPr/>
          </p:nvSpPr>
          <p:spPr>
            <a:xfrm>
              <a:off x="5063417" y="2918330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NH</a:t>
              </a:r>
            </a:p>
          </p:txBody>
        </p:sp>
        <p:sp>
          <p:nvSpPr>
            <p:cNvPr id="19456" name="rc3976">
              <a:extLst>
                <a:ext uri="{FF2B5EF4-FFF2-40B4-BE49-F238E27FC236}">
                  <a16:creationId xmlns:a16="http://schemas.microsoft.com/office/drawing/2014/main" id="{9B47AC40-B157-783E-3876-B24E8B1208A9}"/>
                </a:ext>
              </a:extLst>
            </p:cNvPr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7" name="tx3977">
              <a:extLst>
                <a:ext uri="{FF2B5EF4-FFF2-40B4-BE49-F238E27FC236}">
                  <a16:creationId xmlns:a16="http://schemas.microsoft.com/office/drawing/2014/main" id="{291761C1-96D5-6556-08F6-2D9438BE29B4}"/>
                </a:ext>
              </a:extLst>
            </p:cNvPr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9458" name="tx3978">
              <a:extLst>
                <a:ext uri="{FF2B5EF4-FFF2-40B4-BE49-F238E27FC236}">
                  <a16:creationId xmlns:a16="http://schemas.microsoft.com/office/drawing/2014/main" id="{679849B1-F762-1A40-58F7-6C44EF4B7E87}"/>
                </a:ext>
              </a:extLst>
            </p:cNvPr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59" name="tx3979">
              <a:extLst>
                <a:ext uri="{FF2B5EF4-FFF2-40B4-BE49-F238E27FC236}">
                  <a16:creationId xmlns:a16="http://schemas.microsoft.com/office/drawing/2014/main" id="{1B9C024B-D36F-9A0D-1338-B2E4C6FDC073}"/>
                </a:ext>
              </a:extLst>
            </p:cNvPr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9460" name="tx3980">
              <a:extLst>
                <a:ext uri="{FF2B5EF4-FFF2-40B4-BE49-F238E27FC236}">
                  <a16:creationId xmlns:a16="http://schemas.microsoft.com/office/drawing/2014/main" id="{771B2494-FDDD-7B87-3DF2-8049A483FEC5}"/>
                </a:ext>
              </a:extLst>
            </p:cNvPr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461" name="tx3981">
              <a:extLst>
                <a:ext uri="{FF2B5EF4-FFF2-40B4-BE49-F238E27FC236}">
                  <a16:creationId xmlns:a16="http://schemas.microsoft.com/office/drawing/2014/main" id="{C3877FFE-3647-4039-EB2D-EB8B1B613A5C}"/>
                </a:ext>
              </a:extLst>
            </p:cNvPr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62" name="tx3982">
              <a:extLst>
                <a:ext uri="{FF2B5EF4-FFF2-40B4-BE49-F238E27FC236}">
                  <a16:creationId xmlns:a16="http://schemas.microsoft.com/office/drawing/2014/main" id="{A41102B0-C6E6-44E4-D55A-827E58603E79}"/>
                </a:ext>
              </a:extLst>
            </p:cNvPr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9463" name="tx3983">
              <a:extLst>
                <a:ext uri="{FF2B5EF4-FFF2-40B4-BE49-F238E27FC236}">
                  <a16:creationId xmlns:a16="http://schemas.microsoft.com/office/drawing/2014/main" id="{E892E577-DE7D-0D60-4668-8DEB508EAC27}"/>
                </a:ext>
              </a:extLst>
            </p:cNvPr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19464" name="tx3984">
              <a:extLst>
                <a:ext uri="{FF2B5EF4-FFF2-40B4-BE49-F238E27FC236}">
                  <a16:creationId xmlns:a16="http://schemas.microsoft.com/office/drawing/2014/main" id="{27D94DE6-8AF6-5FCC-0F7C-A87ACBDAB089}"/>
                </a:ext>
              </a:extLst>
            </p:cNvPr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65" name="tx3985">
              <a:extLst>
                <a:ext uri="{FF2B5EF4-FFF2-40B4-BE49-F238E27FC236}">
                  <a16:creationId xmlns:a16="http://schemas.microsoft.com/office/drawing/2014/main" id="{9EA7A702-037B-FE45-72B8-2C6B8EB9762B}"/>
                </a:ext>
              </a:extLst>
            </p:cNvPr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9466" name="tx3986">
              <a:extLst>
                <a:ext uri="{FF2B5EF4-FFF2-40B4-BE49-F238E27FC236}">
                  <a16:creationId xmlns:a16="http://schemas.microsoft.com/office/drawing/2014/main" id="{05FE493D-03BC-2E34-EAA3-6027E8A241F2}"/>
                </a:ext>
              </a:extLst>
            </p:cNvPr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467" name="tx3987">
              <a:extLst>
                <a:ext uri="{FF2B5EF4-FFF2-40B4-BE49-F238E27FC236}">
                  <a16:creationId xmlns:a16="http://schemas.microsoft.com/office/drawing/2014/main" id="{8C58E4C9-E26A-FD7A-AC4B-C3C1EC2CF3D8}"/>
                </a:ext>
              </a:extLst>
            </p:cNvPr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68" name="tx3988">
              <a:extLst>
                <a:ext uri="{FF2B5EF4-FFF2-40B4-BE49-F238E27FC236}">
                  <a16:creationId xmlns:a16="http://schemas.microsoft.com/office/drawing/2014/main" id="{1874EC87-A603-81E3-AC61-D8A939063FD1}"/>
                </a:ext>
              </a:extLst>
            </p:cNvPr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9469" name="tx3989">
              <a:extLst>
                <a:ext uri="{FF2B5EF4-FFF2-40B4-BE49-F238E27FC236}">
                  <a16:creationId xmlns:a16="http://schemas.microsoft.com/office/drawing/2014/main" id="{60D7EBDE-1AE8-CB3C-2160-78086C520EEE}"/>
                </a:ext>
              </a:extLst>
            </p:cNvPr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19470" name="tx3990">
              <a:extLst>
                <a:ext uri="{FF2B5EF4-FFF2-40B4-BE49-F238E27FC236}">
                  <a16:creationId xmlns:a16="http://schemas.microsoft.com/office/drawing/2014/main" id="{9C68E82C-23D6-30DA-1624-58626DC3138B}"/>
                </a:ext>
              </a:extLst>
            </p:cNvPr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71" name="tx3991">
              <a:extLst>
                <a:ext uri="{FF2B5EF4-FFF2-40B4-BE49-F238E27FC236}">
                  <a16:creationId xmlns:a16="http://schemas.microsoft.com/office/drawing/2014/main" id="{4DA9929C-B970-E6F6-45E2-F587B352DD06}"/>
                </a:ext>
              </a:extLst>
            </p:cNvPr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9472" name="pl3992">
              <a:extLst>
                <a:ext uri="{FF2B5EF4-FFF2-40B4-BE49-F238E27FC236}">
                  <a16:creationId xmlns:a16="http://schemas.microsoft.com/office/drawing/2014/main" id="{9D52769A-418A-66A0-A149-42A90EE28565}"/>
                </a:ext>
              </a:extLst>
            </p:cNvPr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3" name="pl3993">
              <a:extLst>
                <a:ext uri="{FF2B5EF4-FFF2-40B4-BE49-F238E27FC236}">
                  <a16:creationId xmlns:a16="http://schemas.microsoft.com/office/drawing/2014/main" id="{E0AF5476-1DA2-A265-6D3E-2DA1DF391C9D}"/>
                </a:ext>
              </a:extLst>
            </p:cNvPr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4" name="pl3994">
              <a:extLst>
                <a:ext uri="{FF2B5EF4-FFF2-40B4-BE49-F238E27FC236}">
                  <a16:creationId xmlns:a16="http://schemas.microsoft.com/office/drawing/2014/main" id="{479C3BC5-025B-4B22-884E-F5A0C566B9FF}"/>
                </a:ext>
              </a:extLst>
            </p:cNvPr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5" name="pl3995">
              <a:extLst>
                <a:ext uri="{FF2B5EF4-FFF2-40B4-BE49-F238E27FC236}">
                  <a16:creationId xmlns:a16="http://schemas.microsoft.com/office/drawing/2014/main" id="{40DE70E8-1C2D-EDAA-2BAD-35FA56838AE2}"/>
                </a:ext>
              </a:extLst>
            </p:cNvPr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6" name="pl3996">
              <a:extLst>
                <a:ext uri="{FF2B5EF4-FFF2-40B4-BE49-F238E27FC236}">
                  <a16:creationId xmlns:a16="http://schemas.microsoft.com/office/drawing/2014/main" id="{6E46C2B9-58C6-649E-4341-055BB54186FE}"/>
                </a:ext>
              </a:extLst>
            </p:cNvPr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7" name="pl3997">
              <a:extLst>
                <a:ext uri="{FF2B5EF4-FFF2-40B4-BE49-F238E27FC236}">
                  <a16:creationId xmlns:a16="http://schemas.microsoft.com/office/drawing/2014/main" id="{4A773535-E0DF-99D9-73C7-6215AE4E4E61}"/>
                </a:ext>
              </a:extLst>
            </p:cNvPr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8" name="pl3998">
              <a:extLst>
                <a:ext uri="{FF2B5EF4-FFF2-40B4-BE49-F238E27FC236}">
                  <a16:creationId xmlns:a16="http://schemas.microsoft.com/office/drawing/2014/main" id="{7A9BC4D4-0AF9-F0E3-2F85-484C035AD321}"/>
                </a:ext>
              </a:extLst>
            </p:cNvPr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9" name="pl3999">
              <a:extLst>
                <a:ext uri="{FF2B5EF4-FFF2-40B4-BE49-F238E27FC236}">
                  <a16:creationId xmlns:a16="http://schemas.microsoft.com/office/drawing/2014/main" id="{9AECF007-F5CE-F770-6EF6-E99E6DE7E3D8}"/>
                </a:ext>
              </a:extLst>
            </p:cNvPr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0" name="pl4000">
              <a:extLst>
                <a:ext uri="{FF2B5EF4-FFF2-40B4-BE49-F238E27FC236}">
                  <a16:creationId xmlns:a16="http://schemas.microsoft.com/office/drawing/2014/main" id="{FDEECC4D-7945-9960-641F-DB5E925A8CAE}"/>
                </a:ext>
              </a:extLst>
            </p:cNvPr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1" name="pl4001">
              <a:extLst>
                <a:ext uri="{FF2B5EF4-FFF2-40B4-BE49-F238E27FC236}">
                  <a16:creationId xmlns:a16="http://schemas.microsoft.com/office/drawing/2014/main" id="{18F072BC-A143-15FE-7B8C-8CEA60CE4725}"/>
                </a:ext>
              </a:extLst>
            </p:cNvPr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2" name="pl4002">
              <a:extLst>
                <a:ext uri="{FF2B5EF4-FFF2-40B4-BE49-F238E27FC236}">
                  <a16:creationId xmlns:a16="http://schemas.microsoft.com/office/drawing/2014/main" id="{8574951D-5249-B07F-6EC8-FD02BCEA2535}"/>
                </a:ext>
              </a:extLst>
            </p:cNvPr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3" name="pl4003">
              <a:extLst>
                <a:ext uri="{FF2B5EF4-FFF2-40B4-BE49-F238E27FC236}">
                  <a16:creationId xmlns:a16="http://schemas.microsoft.com/office/drawing/2014/main" id="{06B67F50-2DDA-BFD0-8570-5EB17B311596}"/>
                </a:ext>
              </a:extLst>
            </p:cNvPr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4" name="pl4004">
              <a:extLst>
                <a:ext uri="{FF2B5EF4-FFF2-40B4-BE49-F238E27FC236}">
                  <a16:creationId xmlns:a16="http://schemas.microsoft.com/office/drawing/2014/main" id="{E66A40F0-9408-FF97-B08C-68F9827FBF12}"/>
                </a:ext>
              </a:extLst>
            </p:cNvPr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5" name="tx4005">
              <a:extLst>
                <a:ext uri="{FF2B5EF4-FFF2-40B4-BE49-F238E27FC236}">
                  <a16:creationId xmlns:a16="http://schemas.microsoft.com/office/drawing/2014/main" id="{17A26D33-FB06-BB13-7131-78F5D4AF0574}"/>
                </a:ext>
              </a:extLst>
            </p:cNvPr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9486" name="tx4006">
              <a:extLst>
                <a:ext uri="{FF2B5EF4-FFF2-40B4-BE49-F238E27FC236}">
                  <a16:creationId xmlns:a16="http://schemas.microsoft.com/office/drawing/2014/main" id="{ECFB3AAC-5407-A953-277A-906242142652}"/>
                </a:ext>
              </a:extLst>
            </p:cNvPr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87" name="tx4007">
              <a:extLst>
                <a:ext uri="{FF2B5EF4-FFF2-40B4-BE49-F238E27FC236}">
                  <a16:creationId xmlns:a16="http://schemas.microsoft.com/office/drawing/2014/main" id="{C041DEA6-4EF6-A6FB-21D5-D97693358748}"/>
                </a:ext>
              </a:extLst>
            </p:cNvPr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9488" name="tx4008">
              <a:extLst>
                <a:ext uri="{FF2B5EF4-FFF2-40B4-BE49-F238E27FC236}">
                  <a16:creationId xmlns:a16="http://schemas.microsoft.com/office/drawing/2014/main" id="{8DD0C390-5E98-ADA0-1D09-43178BF3C6E4}"/>
                </a:ext>
              </a:extLst>
            </p:cNvPr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19489" name="tx4009">
              <a:extLst>
                <a:ext uri="{FF2B5EF4-FFF2-40B4-BE49-F238E27FC236}">
                  <a16:creationId xmlns:a16="http://schemas.microsoft.com/office/drawing/2014/main" id="{68DC4626-6A73-47D9-D299-D61CAE1657DA}"/>
                </a:ext>
              </a:extLst>
            </p:cNvPr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90" name="tx4010">
              <a:extLst>
                <a:ext uri="{FF2B5EF4-FFF2-40B4-BE49-F238E27FC236}">
                  <a16:creationId xmlns:a16="http://schemas.microsoft.com/office/drawing/2014/main" id="{AFC2C866-6CE9-C24D-69BE-476AF1B92375}"/>
                </a:ext>
              </a:extLst>
            </p:cNvPr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9491" name="tx4011">
              <a:extLst>
                <a:ext uri="{FF2B5EF4-FFF2-40B4-BE49-F238E27FC236}">
                  <a16:creationId xmlns:a16="http://schemas.microsoft.com/office/drawing/2014/main" id="{E2A33DAC-280B-0670-985F-E868B1E19411}"/>
                </a:ext>
              </a:extLst>
            </p:cNvPr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19492" name="tx4012">
              <a:extLst>
                <a:ext uri="{FF2B5EF4-FFF2-40B4-BE49-F238E27FC236}">
                  <a16:creationId xmlns:a16="http://schemas.microsoft.com/office/drawing/2014/main" id="{D2605E2D-7B52-D44C-3DBC-6AEA8D64645B}"/>
                </a:ext>
              </a:extLst>
            </p:cNvPr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93" name="tx4013">
              <a:extLst>
                <a:ext uri="{FF2B5EF4-FFF2-40B4-BE49-F238E27FC236}">
                  <a16:creationId xmlns:a16="http://schemas.microsoft.com/office/drawing/2014/main" id="{46A528EC-3349-0EA2-AAAA-89A7791F35CC}"/>
                </a:ext>
              </a:extLst>
            </p:cNvPr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9494" name="tx4014">
              <a:extLst>
                <a:ext uri="{FF2B5EF4-FFF2-40B4-BE49-F238E27FC236}">
                  <a16:creationId xmlns:a16="http://schemas.microsoft.com/office/drawing/2014/main" id="{BA48B4B7-6F55-527D-4116-DF526C443A8B}"/>
                </a:ext>
              </a:extLst>
            </p:cNvPr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19495" name="tx4015">
              <a:extLst>
                <a:ext uri="{FF2B5EF4-FFF2-40B4-BE49-F238E27FC236}">
                  <a16:creationId xmlns:a16="http://schemas.microsoft.com/office/drawing/2014/main" id="{B9E5B5C6-CEAC-A608-2643-F5939C04640F}"/>
                </a:ext>
              </a:extLst>
            </p:cNvPr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96" name="tx4016">
              <a:extLst>
                <a:ext uri="{FF2B5EF4-FFF2-40B4-BE49-F238E27FC236}">
                  <a16:creationId xmlns:a16="http://schemas.microsoft.com/office/drawing/2014/main" id="{12CCC1F9-1BF2-D755-4055-1C6E75A89F1C}"/>
                </a:ext>
              </a:extLst>
            </p:cNvPr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9497" name="tx4017">
              <a:extLst>
                <a:ext uri="{FF2B5EF4-FFF2-40B4-BE49-F238E27FC236}">
                  <a16:creationId xmlns:a16="http://schemas.microsoft.com/office/drawing/2014/main" id="{0D4C8054-FAE7-A9A0-1A2B-C10FD749FD00}"/>
                </a:ext>
              </a:extLst>
            </p:cNvPr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19498" name="tx4018">
              <a:extLst>
                <a:ext uri="{FF2B5EF4-FFF2-40B4-BE49-F238E27FC236}">
                  <a16:creationId xmlns:a16="http://schemas.microsoft.com/office/drawing/2014/main" id="{92C89483-4A5D-70FD-D888-1264CC98B9EF}"/>
                </a:ext>
              </a:extLst>
            </p:cNvPr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499" name="tx4019">
              <a:extLst>
                <a:ext uri="{FF2B5EF4-FFF2-40B4-BE49-F238E27FC236}">
                  <a16:creationId xmlns:a16="http://schemas.microsoft.com/office/drawing/2014/main" id="{1E3500B5-9EF9-0136-A7C8-80A5988A7BD8}"/>
                </a:ext>
              </a:extLst>
            </p:cNvPr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9500" name="tx4020">
              <a:extLst>
                <a:ext uri="{FF2B5EF4-FFF2-40B4-BE49-F238E27FC236}">
                  <a16:creationId xmlns:a16="http://schemas.microsoft.com/office/drawing/2014/main" id="{9C4CE7C6-4BD2-1C6F-4EE2-08A210EAEEB4}"/>
                </a:ext>
              </a:extLst>
            </p:cNvPr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19501" name="tx4021">
              <a:extLst>
                <a:ext uri="{FF2B5EF4-FFF2-40B4-BE49-F238E27FC236}">
                  <a16:creationId xmlns:a16="http://schemas.microsoft.com/office/drawing/2014/main" id="{61DFEFAA-6565-8407-803A-96A7879FD6EF}"/>
                </a:ext>
              </a:extLst>
            </p:cNvPr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502" name="tx4022">
              <a:extLst>
                <a:ext uri="{FF2B5EF4-FFF2-40B4-BE49-F238E27FC236}">
                  <a16:creationId xmlns:a16="http://schemas.microsoft.com/office/drawing/2014/main" id="{CF53DD89-8B60-2D3D-B592-78BBA1545589}"/>
                </a:ext>
              </a:extLst>
            </p:cNvPr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9503" name="tx4023">
              <a:extLst>
                <a:ext uri="{FF2B5EF4-FFF2-40B4-BE49-F238E27FC236}">
                  <a16:creationId xmlns:a16="http://schemas.microsoft.com/office/drawing/2014/main" id="{8D0B353E-32DD-DD8B-EC5F-ABA370BEA945}"/>
                </a:ext>
              </a:extLst>
            </p:cNvPr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19504" name="tx4024">
              <a:extLst>
                <a:ext uri="{FF2B5EF4-FFF2-40B4-BE49-F238E27FC236}">
                  <a16:creationId xmlns:a16="http://schemas.microsoft.com/office/drawing/2014/main" id="{85FC6690-13B5-61EC-F609-401D8A4C2B56}"/>
                </a:ext>
              </a:extLst>
            </p:cNvPr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505" name="tx4025">
              <a:extLst>
                <a:ext uri="{FF2B5EF4-FFF2-40B4-BE49-F238E27FC236}">
                  <a16:creationId xmlns:a16="http://schemas.microsoft.com/office/drawing/2014/main" id="{F4B25FBC-C0F8-298F-50E9-BD9DD20EBBE4}"/>
                </a:ext>
              </a:extLst>
            </p:cNvPr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9506" name="tx4026">
              <a:extLst>
                <a:ext uri="{FF2B5EF4-FFF2-40B4-BE49-F238E27FC236}">
                  <a16:creationId xmlns:a16="http://schemas.microsoft.com/office/drawing/2014/main" id="{02C555FB-9A9C-8736-C32A-2C877E829323}"/>
                </a:ext>
              </a:extLst>
            </p:cNvPr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19507" name="tx4027">
              <a:extLst>
                <a:ext uri="{FF2B5EF4-FFF2-40B4-BE49-F238E27FC236}">
                  <a16:creationId xmlns:a16="http://schemas.microsoft.com/office/drawing/2014/main" id="{2E1F277F-77F9-663D-687D-C3367ACD1779}"/>
                </a:ext>
              </a:extLst>
            </p:cNvPr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9508" name="tx4028">
              <a:extLst>
                <a:ext uri="{FF2B5EF4-FFF2-40B4-BE49-F238E27FC236}">
                  <a16:creationId xmlns:a16="http://schemas.microsoft.com/office/drawing/2014/main" id="{9678A5C3-8B14-CDC1-0772-F208FE44069F}"/>
                </a:ext>
              </a:extLst>
            </p:cNvPr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9509" name="tx4029">
              <a:extLst>
                <a:ext uri="{FF2B5EF4-FFF2-40B4-BE49-F238E27FC236}">
                  <a16:creationId xmlns:a16="http://schemas.microsoft.com/office/drawing/2014/main" id="{7C43C205-B493-44B1-84CB-B9DE8EBC2A04}"/>
                </a:ext>
              </a:extLst>
            </p:cNvPr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9510" name="tx4030">
              <a:extLst>
                <a:ext uri="{FF2B5EF4-FFF2-40B4-BE49-F238E27FC236}">
                  <a16:creationId xmlns:a16="http://schemas.microsoft.com/office/drawing/2014/main" id="{38C7EBAC-7E9A-71BE-FE6D-1729411E46F2}"/>
                </a:ext>
              </a:extLst>
            </p:cNvPr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9511" name="rc4031">
              <a:extLst>
                <a:ext uri="{FF2B5EF4-FFF2-40B4-BE49-F238E27FC236}">
                  <a16:creationId xmlns:a16="http://schemas.microsoft.com/office/drawing/2014/main" id="{CC21E0D1-1855-4904-0513-04E7EEB35C40}"/>
                </a:ext>
              </a:extLst>
            </p:cNvPr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9512" name="tx4032">
              <a:extLst>
                <a:ext uri="{FF2B5EF4-FFF2-40B4-BE49-F238E27FC236}">
                  <a16:creationId xmlns:a16="http://schemas.microsoft.com/office/drawing/2014/main" id="{86878E50-3CED-3A2F-A0AC-2A06C13B1A1D}"/>
                </a:ext>
              </a:extLst>
            </p:cNvPr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19513" name="tx4033">
              <a:extLst>
                <a:ext uri="{FF2B5EF4-FFF2-40B4-BE49-F238E27FC236}">
                  <a16:creationId xmlns:a16="http://schemas.microsoft.com/office/drawing/2014/main" id="{9310BB91-7B1D-A104-FB09-E8C2EA68D8C3}"/>
                </a:ext>
              </a:extLst>
            </p:cNvPr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19514" name="pic4034">
              <a:extLst>
                <a:ext uri="{FF2B5EF4-FFF2-40B4-BE49-F238E27FC236}">
                  <a16:creationId xmlns:a16="http://schemas.microsoft.com/office/drawing/2014/main" id="{C68F1542-7A8F-7B01-7B49-45257C7687E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19515" name="pl4035">
              <a:extLst>
                <a:ext uri="{FF2B5EF4-FFF2-40B4-BE49-F238E27FC236}">
                  <a16:creationId xmlns:a16="http://schemas.microsoft.com/office/drawing/2014/main" id="{6BDAD226-2F25-4C8A-6943-7EB7E727971C}"/>
                </a:ext>
              </a:extLst>
            </p:cNvPr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6" name="pl4036">
              <a:extLst>
                <a:ext uri="{FF2B5EF4-FFF2-40B4-BE49-F238E27FC236}">
                  <a16:creationId xmlns:a16="http://schemas.microsoft.com/office/drawing/2014/main" id="{9F95161F-BBE1-D489-7070-2EC7B797E7C8}"/>
                </a:ext>
              </a:extLst>
            </p:cNvPr>
            <p:cNvSpPr/>
            <p:nvPr/>
          </p:nvSpPr>
          <p:spPr>
            <a:xfrm>
              <a:off x="6928496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7" name="pl4037">
              <a:extLst>
                <a:ext uri="{FF2B5EF4-FFF2-40B4-BE49-F238E27FC236}">
                  <a16:creationId xmlns:a16="http://schemas.microsoft.com/office/drawing/2014/main" id="{336DC55C-6723-1986-9ABB-F142E5992981}"/>
                </a:ext>
              </a:extLst>
            </p:cNvPr>
            <p:cNvSpPr/>
            <p:nvPr/>
          </p:nvSpPr>
          <p:spPr>
            <a:xfrm>
              <a:off x="6928496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8" name="pl4038">
              <a:extLst>
                <a:ext uri="{FF2B5EF4-FFF2-40B4-BE49-F238E27FC236}">
                  <a16:creationId xmlns:a16="http://schemas.microsoft.com/office/drawing/2014/main" id="{BC027E2A-12A6-8923-A2A4-4776D607FEFF}"/>
                </a:ext>
              </a:extLst>
            </p:cNvPr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9" name="pl4039">
              <a:extLst>
                <a:ext uri="{FF2B5EF4-FFF2-40B4-BE49-F238E27FC236}">
                  <a16:creationId xmlns:a16="http://schemas.microsoft.com/office/drawing/2014/main" id="{FAB555C3-D681-8DFF-B986-F3DDB9ED86FC}"/>
                </a:ext>
              </a:extLst>
            </p:cNvPr>
            <p:cNvSpPr/>
            <p:nvPr/>
          </p:nvSpPr>
          <p:spPr>
            <a:xfrm>
              <a:off x="6928496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0" name="pl4040">
              <a:extLst>
                <a:ext uri="{FF2B5EF4-FFF2-40B4-BE49-F238E27FC236}">
                  <a16:creationId xmlns:a16="http://schemas.microsoft.com/office/drawing/2014/main" id="{0438B531-6635-8D32-A5C2-7FD65B069D80}"/>
                </a:ext>
              </a:extLst>
            </p:cNvPr>
            <p:cNvSpPr/>
            <p:nvPr/>
          </p:nvSpPr>
          <p:spPr>
            <a:xfrm>
              <a:off x="6928496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1" name="pl4041">
              <a:extLst>
                <a:ext uri="{FF2B5EF4-FFF2-40B4-BE49-F238E27FC236}">
                  <a16:creationId xmlns:a16="http://schemas.microsoft.com/office/drawing/2014/main" id="{93030827-4F52-0A62-05E4-1E42B301B010}"/>
                </a:ext>
              </a:extLst>
            </p:cNvPr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2" name="pl4042">
              <a:extLst>
                <a:ext uri="{FF2B5EF4-FFF2-40B4-BE49-F238E27FC236}">
                  <a16:creationId xmlns:a16="http://schemas.microsoft.com/office/drawing/2014/main" id="{66E399C8-13F3-37FE-6B24-26684B7CF981}"/>
                </a:ext>
              </a:extLst>
            </p:cNvPr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3" name="pl4043">
              <a:extLst>
                <a:ext uri="{FF2B5EF4-FFF2-40B4-BE49-F238E27FC236}">
                  <a16:creationId xmlns:a16="http://schemas.microsoft.com/office/drawing/2014/main" id="{08BEB540-29B1-D798-A973-F94A884E88E5}"/>
                </a:ext>
              </a:extLst>
            </p:cNvPr>
            <p:cNvSpPr/>
            <p:nvPr/>
          </p:nvSpPr>
          <p:spPr>
            <a:xfrm>
              <a:off x="6752931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4" name="pl4044">
              <a:extLst>
                <a:ext uri="{FF2B5EF4-FFF2-40B4-BE49-F238E27FC236}">
                  <a16:creationId xmlns:a16="http://schemas.microsoft.com/office/drawing/2014/main" id="{026EB5F4-F4B9-7C46-7649-28BFC0DCF0D5}"/>
                </a:ext>
              </a:extLst>
            </p:cNvPr>
            <p:cNvSpPr/>
            <p:nvPr/>
          </p:nvSpPr>
          <p:spPr>
            <a:xfrm>
              <a:off x="6752931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5" name="pl4045">
              <a:extLst>
                <a:ext uri="{FF2B5EF4-FFF2-40B4-BE49-F238E27FC236}">
                  <a16:creationId xmlns:a16="http://schemas.microsoft.com/office/drawing/2014/main" id="{5D2C46CD-9118-270F-4D0F-38347568EB72}"/>
                </a:ext>
              </a:extLst>
            </p:cNvPr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6" name="pl4046">
              <a:extLst>
                <a:ext uri="{FF2B5EF4-FFF2-40B4-BE49-F238E27FC236}">
                  <a16:creationId xmlns:a16="http://schemas.microsoft.com/office/drawing/2014/main" id="{DEA1B0F3-A601-FBFF-6715-3D3814CC7CD4}"/>
                </a:ext>
              </a:extLst>
            </p:cNvPr>
            <p:cNvSpPr/>
            <p:nvPr/>
          </p:nvSpPr>
          <p:spPr>
            <a:xfrm>
              <a:off x="6752931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7" name="pl4047">
              <a:extLst>
                <a:ext uri="{FF2B5EF4-FFF2-40B4-BE49-F238E27FC236}">
                  <a16:creationId xmlns:a16="http://schemas.microsoft.com/office/drawing/2014/main" id="{1164A7E8-8A74-52FB-4682-B2A12871EFA2}"/>
                </a:ext>
              </a:extLst>
            </p:cNvPr>
            <p:cNvSpPr/>
            <p:nvPr/>
          </p:nvSpPr>
          <p:spPr>
            <a:xfrm>
              <a:off x="6752931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8" name="pl4048">
              <a:extLst>
                <a:ext uri="{FF2B5EF4-FFF2-40B4-BE49-F238E27FC236}">
                  <a16:creationId xmlns:a16="http://schemas.microsoft.com/office/drawing/2014/main" id="{1B6E1160-3C22-D56D-4207-45BA46A41265}"/>
                </a:ext>
              </a:extLst>
            </p:cNvPr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9" name="tx4049">
              <a:extLst>
                <a:ext uri="{FF2B5EF4-FFF2-40B4-BE49-F238E27FC236}">
                  <a16:creationId xmlns:a16="http://schemas.microsoft.com/office/drawing/2014/main" id="{81B8BD22-AE23-91AF-1DF5-69BA2248EA82}"/>
                </a:ext>
              </a:extLst>
            </p:cNvPr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9530" name="tx4050">
              <a:extLst>
                <a:ext uri="{FF2B5EF4-FFF2-40B4-BE49-F238E27FC236}">
                  <a16:creationId xmlns:a16="http://schemas.microsoft.com/office/drawing/2014/main" id="{99B56E24-C3E6-45D9-E045-8CEC9021CA68}"/>
                </a:ext>
              </a:extLst>
            </p:cNvPr>
            <p:cNvSpPr/>
            <p:nvPr/>
          </p:nvSpPr>
          <p:spPr>
            <a:xfrm>
              <a:off x="7041976" y="453805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9531" name="tx4051">
              <a:extLst>
                <a:ext uri="{FF2B5EF4-FFF2-40B4-BE49-F238E27FC236}">
                  <a16:creationId xmlns:a16="http://schemas.microsoft.com/office/drawing/2014/main" id="{FA14C285-6A47-09AF-7FF7-E663768CFB28}"/>
                </a:ext>
              </a:extLst>
            </p:cNvPr>
            <p:cNvSpPr/>
            <p:nvPr/>
          </p:nvSpPr>
          <p:spPr>
            <a:xfrm>
              <a:off x="7041976" y="435578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9532" name="tx4052">
              <a:extLst>
                <a:ext uri="{FF2B5EF4-FFF2-40B4-BE49-F238E27FC236}">
                  <a16:creationId xmlns:a16="http://schemas.microsoft.com/office/drawing/2014/main" id="{024F8A52-2F15-C12A-E90B-52B1CB6A411B}"/>
                </a:ext>
              </a:extLst>
            </p:cNvPr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9533" name="tx4053">
              <a:extLst>
                <a:ext uri="{FF2B5EF4-FFF2-40B4-BE49-F238E27FC236}">
                  <a16:creationId xmlns:a16="http://schemas.microsoft.com/office/drawing/2014/main" id="{4AFD4015-6DCD-10CD-4E61-7E49EE11AB37}"/>
                </a:ext>
              </a:extLst>
            </p:cNvPr>
            <p:cNvSpPr/>
            <p:nvPr/>
          </p:nvSpPr>
          <p:spPr>
            <a:xfrm>
              <a:off x="7041976" y="399124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9534" name="tx4054">
              <a:extLst>
                <a:ext uri="{FF2B5EF4-FFF2-40B4-BE49-F238E27FC236}">
                  <a16:creationId xmlns:a16="http://schemas.microsoft.com/office/drawing/2014/main" id="{CF33A64A-6D76-8D91-BB8A-829C37BA2D9E}"/>
                </a:ext>
              </a:extLst>
            </p:cNvPr>
            <p:cNvSpPr/>
            <p:nvPr/>
          </p:nvSpPr>
          <p:spPr>
            <a:xfrm>
              <a:off x="7041976" y="380897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9535" name="tx4055">
              <a:extLst>
                <a:ext uri="{FF2B5EF4-FFF2-40B4-BE49-F238E27FC236}">
                  <a16:creationId xmlns:a16="http://schemas.microsoft.com/office/drawing/2014/main" id="{95CB7AA2-5DA7-1BDD-DF0F-A2BA14DFDB0D}"/>
                </a:ext>
              </a:extLst>
            </p:cNvPr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9536" name="tx4056">
              <a:extLst>
                <a:ext uri="{FF2B5EF4-FFF2-40B4-BE49-F238E27FC236}">
                  <a16:creationId xmlns:a16="http://schemas.microsoft.com/office/drawing/2014/main" id="{6157124F-97A5-E885-6A7C-5896350CD910}"/>
                </a:ext>
              </a:extLst>
            </p:cNvPr>
            <p:cNvSpPr/>
            <p:nvPr/>
          </p:nvSpPr>
          <p:spPr>
            <a:xfrm>
              <a:off x="2497314" y="1960240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400"/>
                </a:lnSpc>
              </a:pP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LEA</a:t>
              </a:r>
              <a:r>
                <a:rPr lang="en-US" sz="2400" baseline="-25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to Lewisetta</a:t>
              </a:r>
              <a:endPara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</p:grpSp>
      <p:grpSp>
        <p:nvGrpSpPr>
          <p:cNvPr id="14810" name="Group 14809">
            <a:extLst>
              <a:ext uri="{FF2B5EF4-FFF2-40B4-BE49-F238E27FC236}">
                <a16:creationId xmlns:a16="http://schemas.microsoft.com/office/drawing/2014/main" id="{42CEDD1D-1613-4B5F-2FFE-C9C7A2FA87C8}"/>
              </a:ext>
            </a:extLst>
          </p:cNvPr>
          <p:cNvGrpSpPr/>
          <p:nvPr/>
        </p:nvGrpSpPr>
        <p:grpSpPr>
          <a:xfrm>
            <a:off x="4816599" y="12312333"/>
            <a:ext cx="2093976" cy="1737360"/>
            <a:chOff x="6948264" y="4734963"/>
            <a:chExt cx="2034306" cy="1655401"/>
          </a:xfrm>
        </p:grpSpPr>
        <p:sp>
          <p:nvSpPr>
            <p:cNvPr id="14820" name="rc5">
              <a:extLst>
                <a:ext uri="{FF2B5EF4-FFF2-40B4-BE49-F238E27FC236}">
                  <a16:creationId xmlns:a16="http://schemas.microsoft.com/office/drawing/2014/main" id="{9B038850-5040-5E82-065C-A8C0E1C2B35F}"/>
                </a:ext>
              </a:extLst>
            </p:cNvPr>
            <p:cNvSpPr/>
            <p:nvPr/>
          </p:nvSpPr>
          <p:spPr>
            <a:xfrm>
              <a:off x="7020272" y="4737595"/>
              <a:ext cx="1772010" cy="1642076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821" name="pl12">
              <a:extLst>
                <a:ext uri="{FF2B5EF4-FFF2-40B4-BE49-F238E27FC236}">
                  <a16:creationId xmlns:a16="http://schemas.microsoft.com/office/drawing/2014/main" id="{59780EC6-D55C-E427-81F9-CB364794B125}"/>
                </a:ext>
              </a:extLst>
            </p:cNvPr>
            <p:cNvSpPr/>
            <p:nvPr/>
          </p:nvSpPr>
          <p:spPr>
            <a:xfrm>
              <a:off x="6948264" y="6379674"/>
              <a:ext cx="1844018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2" name="pg29">
              <a:extLst>
                <a:ext uri="{FF2B5EF4-FFF2-40B4-BE49-F238E27FC236}">
                  <a16:creationId xmlns:a16="http://schemas.microsoft.com/office/drawing/2014/main" id="{523D9B8C-3EF0-1D72-AA69-99536D128D58}"/>
                </a:ext>
              </a:extLst>
            </p:cNvPr>
            <p:cNvSpPr/>
            <p:nvPr/>
          </p:nvSpPr>
          <p:spPr>
            <a:xfrm>
              <a:off x="7742744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3" name="pg30">
              <a:extLst>
                <a:ext uri="{FF2B5EF4-FFF2-40B4-BE49-F238E27FC236}">
                  <a16:creationId xmlns:a16="http://schemas.microsoft.com/office/drawing/2014/main" id="{7090874A-1E1C-D4FE-E7A3-7DE450F5E4DB}"/>
                </a:ext>
              </a:extLst>
            </p:cNvPr>
            <p:cNvSpPr/>
            <p:nvPr/>
          </p:nvSpPr>
          <p:spPr>
            <a:xfrm>
              <a:off x="7778932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4" name="pg31">
              <a:extLst>
                <a:ext uri="{FF2B5EF4-FFF2-40B4-BE49-F238E27FC236}">
                  <a16:creationId xmlns:a16="http://schemas.microsoft.com/office/drawing/2014/main" id="{6CC44850-6A87-5555-31F2-8F231934BFD9}"/>
                </a:ext>
              </a:extLst>
            </p:cNvPr>
            <p:cNvSpPr/>
            <p:nvPr/>
          </p:nvSpPr>
          <p:spPr>
            <a:xfrm>
              <a:off x="7815120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5" name="pg32">
              <a:extLst>
                <a:ext uri="{FF2B5EF4-FFF2-40B4-BE49-F238E27FC236}">
                  <a16:creationId xmlns:a16="http://schemas.microsoft.com/office/drawing/2014/main" id="{16FC2F07-08A1-FF1F-3E90-EDD9FCEF8DAE}"/>
                </a:ext>
              </a:extLst>
            </p:cNvPr>
            <p:cNvSpPr/>
            <p:nvPr/>
          </p:nvSpPr>
          <p:spPr>
            <a:xfrm>
              <a:off x="7851308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6" name="pg33">
              <a:extLst>
                <a:ext uri="{FF2B5EF4-FFF2-40B4-BE49-F238E27FC236}">
                  <a16:creationId xmlns:a16="http://schemas.microsoft.com/office/drawing/2014/main" id="{76EAE33D-F3A1-ABFD-98F2-338EF4F6AF7F}"/>
                </a:ext>
              </a:extLst>
            </p:cNvPr>
            <p:cNvSpPr/>
            <p:nvPr/>
          </p:nvSpPr>
          <p:spPr>
            <a:xfrm>
              <a:off x="7887496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7" name="pg34">
              <a:extLst>
                <a:ext uri="{FF2B5EF4-FFF2-40B4-BE49-F238E27FC236}">
                  <a16:creationId xmlns:a16="http://schemas.microsoft.com/office/drawing/2014/main" id="{A35E724B-B84F-148C-0299-0BAE68DE3F4F}"/>
                </a:ext>
              </a:extLst>
            </p:cNvPr>
            <p:cNvSpPr/>
            <p:nvPr/>
          </p:nvSpPr>
          <p:spPr>
            <a:xfrm>
              <a:off x="7923684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8" name="pg35">
              <a:extLst>
                <a:ext uri="{FF2B5EF4-FFF2-40B4-BE49-F238E27FC236}">
                  <a16:creationId xmlns:a16="http://schemas.microsoft.com/office/drawing/2014/main" id="{39A920F9-6F5A-3B55-18BE-50A0D7B57C8D}"/>
                </a:ext>
              </a:extLst>
            </p:cNvPr>
            <p:cNvSpPr/>
            <p:nvPr/>
          </p:nvSpPr>
          <p:spPr>
            <a:xfrm>
              <a:off x="7959872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9" name="pg36">
              <a:extLst>
                <a:ext uri="{FF2B5EF4-FFF2-40B4-BE49-F238E27FC236}">
                  <a16:creationId xmlns:a16="http://schemas.microsoft.com/office/drawing/2014/main" id="{C012B757-9D94-9DFC-652A-7819EDA1850D}"/>
                </a:ext>
              </a:extLst>
            </p:cNvPr>
            <p:cNvSpPr/>
            <p:nvPr/>
          </p:nvSpPr>
          <p:spPr>
            <a:xfrm>
              <a:off x="7996059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0" name="pg37">
              <a:extLst>
                <a:ext uri="{FF2B5EF4-FFF2-40B4-BE49-F238E27FC236}">
                  <a16:creationId xmlns:a16="http://schemas.microsoft.com/office/drawing/2014/main" id="{E01FA6F2-EF29-D176-7D9C-644A3D064C6A}"/>
                </a:ext>
              </a:extLst>
            </p:cNvPr>
            <p:cNvSpPr/>
            <p:nvPr/>
          </p:nvSpPr>
          <p:spPr>
            <a:xfrm>
              <a:off x="8176999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1" name="pg38">
              <a:extLst>
                <a:ext uri="{FF2B5EF4-FFF2-40B4-BE49-F238E27FC236}">
                  <a16:creationId xmlns:a16="http://schemas.microsoft.com/office/drawing/2014/main" id="{4082314A-08ED-36B7-4CB1-352A8ADCCB7E}"/>
                </a:ext>
              </a:extLst>
            </p:cNvPr>
            <p:cNvSpPr/>
            <p:nvPr/>
          </p:nvSpPr>
          <p:spPr>
            <a:xfrm>
              <a:off x="8213187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2" name="pg39">
              <a:extLst>
                <a:ext uri="{FF2B5EF4-FFF2-40B4-BE49-F238E27FC236}">
                  <a16:creationId xmlns:a16="http://schemas.microsoft.com/office/drawing/2014/main" id="{232E919B-1E36-2789-2E8B-4E1734136264}"/>
                </a:ext>
              </a:extLst>
            </p:cNvPr>
            <p:cNvSpPr/>
            <p:nvPr/>
          </p:nvSpPr>
          <p:spPr>
            <a:xfrm>
              <a:off x="8249375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3" name="pg40">
              <a:extLst>
                <a:ext uri="{FF2B5EF4-FFF2-40B4-BE49-F238E27FC236}">
                  <a16:creationId xmlns:a16="http://schemas.microsoft.com/office/drawing/2014/main" id="{75FD09D2-80F5-C1E7-4667-D117E8F87B24}"/>
                </a:ext>
              </a:extLst>
            </p:cNvPr>
            <p:cNvSpPr/>
            <p:nvPr/>
          </p:nvSpPr>
          <p:spPr>
            <a:xfrm>
              <a:off x="8285563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4" name="pg41">
              <a:extLst>
                <a:ext uri="{FF2B5EF4-FFF2-40B4-BE49-F238E27FC236}">
                  <a16:creationId xmlns:a16="http://schemas.microsoft.com/office/drawing/2014/main" id="{690F0383-C27F-6C4C-1DBC-54875F2E9ABE}"/>
                </a:ext>
              </a:extLst>
            </p:cNvPr>
            <p:cNvSpPr/>
            <p:nvPr/>
          </p:nvSpPr>
          <p:spPr>
            <a:xfrm>
              <a:off x="8321751" y="473759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5" name="pg42">
              <a:extLst>
                <a:ext uri="{FF2B5EF4-FFF2-40B4-BE49-F238E27FC236}">
                  <a16:creationId xmlns:a16="http://schemas.microsoft.com/office/drawing/2014/main" id="{6D1BA1FC-6C3E-1EC5-7EF0-120A6EEB44DC}"/>
                </a:ext>
              </a:extLst>
            </p:cNvPr>
            <p:cNvSpPr/>
            <p:nvPr/>
          </p:nvSpPr>
          <p:spPr>
            <a:xfrm>
              <a:off x="7561804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6" name="pg43">
              <a:extLst>
                <a:ext uri="{FF2B5EF4-FFF2-40B4-BE49-F238E27FC236}">
                  <a16:creationId xmlns:a16="http://schemas.microsoft.com/office/drawing/2014/main" id="{A353F4B4-F467-B41E-5D27-D5312B8D89EB}"/>
                </a:ext>
              </a:extLst>
            </p:cNvPr>
            <p:cNvSpPr/>
            <p:nvPr/>
          </p:nvSpPr>
          <p:spPr>
            <a:xfrm>
              <a:off x="7597992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7" name="pg44">
              <a:extLst>
                <a:ext uri="{FF2B5EF4-FFF2-40B4-BE49-F238E27FC236}">
                  <a16:creationId xmlns:a16="http://schemas.microsoft.com/office/drawing/2014/main" id="{8B9E46D0-480F-16A0-E942-2568A6DF1969}"/>
                </a:ext>
              </a:extLst>
            </p:cNvPr>
            <p:cNvSpPr/>
            <p:nvPr/>
          </p:nvSpPr>
          <p:spPr>
            <a:xfrm>
              <a:off x="7634180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8" name="pg45">
              <a:extLst>
                <a:ext uri="{FF2B5EF4-FFF2-40B4-BE49-F238E27FC236}">
                  <a16:creationId xmlns:a16="http://schemas.microsoft.com/office/drawing/2014/main" id="{379527EE-1AF2-D3B5-183F-8D3AA0177E31}"/>
                </a:ext>
              </a:extLst>
            </p:cNvPr>
            <p:cNvSpPr/>
            <p:nvPr/>
          </p:nvSpPr>
          <p:spPr>
            <a:xfrm>
              <a:off x="7670368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9" name="pg46">
              <a:extLst>
                <a:ext uri="{FF2B5EF4-FFF2-40B4-BE49-F238E27FC236}">
                  <a16:creationId xmlns:a16="http://schemas.microsoft.com/office/drawing/2014/main" id="{77D05DFA-D607-53D5-FC91-4EF7871F18D8}"/>
                </a:ext>
              </a:extLst>
            </p:cNvPr>
            <p:cNvSpPr/>
            <p:nvPr/>
          </p:nvSpPr>
          <p:spPr>
            <a:xfrm>
              <a:off x="7706556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0" name="pg47">
              <a:extLst>
                <a:ext uri="{FF2B5EF4-FFF2-40B4-BE49-F238E27FC236}">
                  <a16:creationId xmlns:a16="http://schemas.microsoft.com/office/drawing/2014/main" id="{B49A9FC0-BE35-52AA-811F-4FA7FF29B2AD}"/>
                </a:ext>
              </a:extLst>
            </p:cNvPr>
            <p:cNvSpPr/>
            <p:nvPr/>
          </p:nvSpPr>
          <p:spPr>
            <a:xfrm>
              <a:off x="7742744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1" name="pg48">
              <a:extLst>
                <a:ext uri="{FF2B5EF4-FFF2-40B4-BE49-F238E27FC236}">
                  <a16:creationId xmlns:a16="http://schemas.microsoft.com/office/drawing/2014/main" id="{7BF86692-0B3F-B3F0-62D2-18688910839F}"/>
                </a:ext>
              </a:extLst>
            </p:cNvPr>
            <p:cNvSpPr/>
            <p:nvPr/>
          </p:nvSpPr>
          <p:spPr>
            <a:xfrm>
              <a:off x="7778932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2" name="pg49">
              <a:extLst>
                <a:ext uri="{FF2B5EF4-FFF2-40B4-BE49-F238E27FC236}">
                  <a16:creationId xmlns:a16="http://schemas.microsoft.com/office/drawing/2014/main" id="{D04AB3C6-B0F9-8F83-BD37-31AF7285509B}"/>
                </a:ext>
              </a:extLst>
            </p:cNvPr>
            <p:cNvSpPr/>
            <p:nvPr/>
          </p:nvSpPr>
          <p:spPr>
            <a:xfrm>
              <a:off x="7815120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3" name="pg50">
              <a:extLst>
                <a:ext uri="{FF2B5EF4-FFF2-40B4-BE49-F238E27FC236}">
                  <a16:creationId xmlns:a16="http://schemas.microsoft.com/office/drawing/2014/main" id="{9CA1891C-7124-7137-BFFF-40BB75BB6D23}"/>
                </a:ext>
              </a:extLst>
            </p:cNvPr>
            <p:cNvSpPr/>
            <p:nvPr/>
          </p:nvSpPr>
          <p:spPr>
            <a:xfrm>
              <a:off x="7851308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4" name="pg51">
              <a:extLst>
                <a:ext uri="{FF2B5EF4-FFF2-40B4-BE49-F238E27FC236}">
                  <a16:creationId xmlns:a16="http://schemas.microsoft.com/office/drawing/2014/main" id="{B05A4AF5-6AD2-B080-C5A4-0086DC2FAAF7}"/>
                </a:ext>
              </a:extLst>
            </p:cNvPr>
            <p:cNvSpPr/>
            <p:nvPr/>
          </p:nvSpPr>
          <p:spPr>
            <a:xfrm>
              <a:off x="7887496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5" name="pg52">
              <a:extLst>
                <a:ext uri="{FF2B5EF4-FFF2-40B4-BE49-F238E27FC236}">
                  <a16:creationId xmlns:a16="http://schemas.microsoft.com/office/drawing/2014/main" id="{0B29DEFE-9405-509C-65D8-4FAD33F7FC7F}"/>
                </a:ext>
              </a:extLst>
            </p:cNvPr>
            <p:cNvSpPr/>
            <p:nvPr/>
          </p:nvSpPr>
          <p:spPr>
            <a:xfrm>
              <a:off x="7923684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6" name="pg53">
              <a:extLst>
                <a:ext uri="{FF2B5EF4-FFF2-40B4-BE49-F238E27FC236}">
                  <a16:creationId xmlns:a16="http://schemas.microsoft.com/office/drawing/2014/main" id="{AE0295D0-3C63-9F99-F591-875044AA1EAA}"/>
                </a:ext>
              </a:extLst>
            </p:cNvPr>
            <p:cNvSpPr/>
            <p:nvPr/>
          </p:nvSpPr>
          <p:spPr>
            <a:xfrm>
              <a:off x="7959872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7" name="pg54">
              <a:extLst>
                <a:ext uri="{FF2B5EF4-FFF2-40B4-BE49-F238E27FC236}">
                  <a16:creationId xmlns:a16="http://schemas.microsoft.com/office/drawing/2014/main" id="{8C3ECE34-D8B1-063C-4F36-075CED942DF1}"/>
                </a:ext>
              </a:extLst>
            </p:cNvPr>
            <p:cNvSpPr/>
            <p:nvPr/>
          </p:nvSpPr>
          <p:spPr>
            <a:xfrm>
              <a:off x="8140811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8" name="pg55">
              <a:extLst>
                <a:ext uri="{FF2B5EF4-FFF2-40B4-BE49-F238E27FC236}">
                  <a16:creationId xmlns:a16="http://schemas.microsoft.com/office/drawing/2014/main" id="{A729E530-BB34-D8C4-B34F-1B53E3E3D513}"/>
                </a:ext>
              </a:extLst>
            </p:cNvPr>
            <p:cNvSpPr/>
            <p:nvPr/>
          </p:nvSpPr>
          <p:spPr>
            <a:xfrm>
              <a:off x="8176999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9" name="pg56">
              <a:extLst>
                <a:ext uri="{FF2B5EF4-FFF2-40B4-BE49-F238E27FC236}">
                  <a16:creationId xmlns:a16="http://schemas.microsoft.com/office/drawing/2014/main" id="{080E4EE8-93EB-3D5B-EE82-C8B907AABC48}"/>
                </a:ext>
              </a:extLst>
            </p:cNvPr>
            <p:cNvSpPr/>
            <p:nvPr/>
          </p:nvSpPr>
          <p:spPr>
            <a:xfrm>
              <a:off x="8213187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0" name="pg57">
              <a:extLst>
                <a:ext uri="{FF2B5EF4-FFF2-40B4-BE49-F238E27FC236}">
                  <a16:creationId xmlns:a16="http://schemas.microsoft.com/office/drawing/2014/main" id="{BC193E0F-A2C0-3817-410C-7548E583B9FD}"/>
                </a:ext>
              </a:extLst>
            </p:cNvPr>
            <p:cNvSpPr/>
            <p:nvPr/>
          </p:nvSpPr>
          <p:spPr>
            <a:xfrm>
              <a:off x="8249375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1" name="pg58">
              <a:extLst>
                <a:ext uri="{FF2B5EF4-FFF2-40B4-BE49-F238E27FC236}">
                  <a16:creationId xmlns:a16="http://schemas.microsoft.com/office/drawing/2014/main" id="{AA2B40F8-B38D-D4C7-CFBE-BF8A974BEEF8}"/>
                </a:ext>
              </a:extLst>
            </p:cNvPr>
            <p:cNvSpPr/>
            <p:nvPr/>
          </p:nvSpPr>
          <p:spPr>
            <a:xfrm>
              <a:off x="8285563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2" name="pg59">
              <a:extLst>
                <a:ext uri="{FF2B5EF4-FFF2-40B4-BE49-F238E27FC236}">
                  <a16:creationId xmlns:a16="http://schemas.microsoft.com/office/drawing/2014/main" id="{3040A8B1-4599-AD71-A927-FB0BC770896E}"/>
                </a:ext>
              </a:extLst>
            </p:cNvPr>
            <p:cNvSpPr/>
            <p:nvPr/>
          </p:nvSpPr>
          <p:spPr>
            <a:xfrm>
              <a:off x="8321751" y="478350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3" name="pg60">
              <a:extLst>
                <a:ext uri="{FF2B5EF4-FFF2-40B4-BE49-F238E27FC236}">
                  <a16:creationId xmlns:a16="http://schemas.microsoft.com/office/drawing/2014/main" id="{B7CEC792-8520-7269-2104-B682BB4E59D8}"/>
                </a:ext>
              </a:extLst>
            </p:cNvPr>
            <p:cNvSpPr/>
            <p:nvPr/>
          </p:nvSpPr>
          <p:spPr>
            <a:xfrm>
              <a:off x="7525616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4" name="pg61">
              <a:extLst>
                <a:ext uri="{FF2B5EF4-FFF2-40B4-BE49-F238E27FC236}">
                  <a16:creationId xmlns:a16="http://schemas.microsoft.com/office/drawing/2014/main" id="{70CE6B3C-19A7-6D1D-7F4B-B8D4C609E283}"/>
                </a:ext>
              </a:extLst>
            </p:cNvPr>
            <p:cNvSpPr/>
            <p:nvPr/>
          </p:nvSpPr>
          <p:spPr>
            <a:xfrm>
              <a:off x="7561804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5" name="pg62">
              <a:extLst>
                <a:ext uri="{FF2B5EF4-FFF2-40B4-BE49-F238E27FC236}">
                  <a16:creationId xmlns:a16="http://schemas.microsoft.com/office/drawing/2014/main" id="{ED4A0146-E078-293B-D8EA-A6E84059B156}"/>
                </a:ext>
              </a:extLst>
            </p:cNvPr>
            <p:cNvSpPr/>
            <p:nvPr/>
          </p:nvSpPr>
          <p:spPr>
            <a:xfrm>
              <a:off x="7597992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6" name="pg63">
              <a:extLst>
                <a:ext uri="{FF2B5EF4-FFF2-40B4-BE49-F238E27FC236}">
                  <a16:creationId xmlns:a16="http://schemas.microsoft.com/office/drawing/2014/main" id="{DF464056-E566-3937-AFCD-17743310AF6E}"/>
                </a:ext>
              </a:extLst>
            </p:cNvPr>
            <p:cNvSpPr/>
            <p:nvPr/>
          </p:nvSpPr>
          <p:spPr>
            <a:xfrm>
              <a:off x="7634180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7" name="pg64">
              <a:extLst>
                <a:ext uri="{FF2B5EF4-FFF2-40B4-BE49-F238E27FC236}">
                  <a16:creationId xmlns:a16="http://schemas.microsoft.com/office/drawing/2014/main" id="{0834B1C1-CB6A-482F-4011-836614EFA006}"/>
                </a:ext>
              </a:extLst>
            </p:cNvPr>
            <p:cNvSpPr/>
            <p:nvPr/>
          </p:nvSpPr>
          <p:spPr>
            <a:xfrm>
              <a:off x="7670368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8" name="pg65">
              <a:extLst>
                <a:ext uri="{FF2B5EF4-FFF2-40B4-BE49-F238E27FC236}">
                  <a16:creationId xmlns:a16="http://schemas.microsoft.com/office/drawing/2014/main" id="{0CA7467F-2C77-0BAD-8E41-5A3C628F7619}"/>
                </a:ext>
              </a:extLst>
            </p:cNvPr>
            <p:cNvSpPr/>
            <p:nvPr/>
          </p:nvSpPr>
          <p:spPr>
            <a:xfrm>
              <a:off x="7706556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9" name="pg66">
              <a:extLst>
                <a:ext uri="{FF2B5EF4-FFF2-40B4-BE49-F238E27FC236}">
                  <a16:creationId xmlns:a16="http://schemas.microsoft.com/office/drawing/2014/main" id="{3FD4B262-D9EC-19B0-3EC4-194BCB51EE9E}"/>
                </a:ext>
              </a:extLst>
            </p:cNvPr>
            <p:cNvSpPr/>
            <p:nvPr/>
          </p:nvSpPr>
          <p:spPr>
            <a:xfrm>
              <a:off x="7742744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0" name="pg67">
              <a:extLst>
                <a:ext uri="{FF2B5EF4-FFF2-40B4-BE49-F238E27FC236}">
                  <a16:creationId xmlns:a16="http://schemas.microsoft.com/office/drawing/2014/main" id="{471E2C22-DFC2-05C2-1C17-0243798B1459}"/>
                </a:ext>
              </a:extLst>
            </p:cNvPr>
            <p:cNvSpPr/>
            <p:nvPr/>
          </p:nvSpPr>
          <p:spPr>
            <a:xfrm>
              <a:off x="7778932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1" name="pg68">
              <a:extLst>
                <a:ext uri="{FF2B5EF4-FFF2-40B4-BE49-F238E27FC236}">
                  <a16:creationId xmlns:a16="http://schemas.microsoft.com/office/drawing/2014/main" id="{DD72C250-1E4F-8BCC-60D4-DBDC87C8EE0A}"/>
                </a:ext>
              </a:extLst>
            </p:cNvPr>
            <p:cNvSpPr/>
            <p:nvPr/>
          </p:nvSpPr>
          <p:spPr>
            <a:xfrm>
              <a:off x="7815120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2" name="pg69">
              <a:extLst>
                <a:ext uri="{FF2B5EF4-FFF2-40B4-BE49-F238E27FC236}">
                  <a16:creationId xmlns:a16="http://schemas.microsoft.com/office/drawing/2014/main" id="{608B1521-2451-B50A-FFAD-EC632DB7C708}"/>
                </a:ext>
              </a:extLst>
            </p:cNvPr>
            <p:cNvSpPr/>
            <p:nvPr/>
          </p:nvSpPr>
          <p:spPr>
            <a:xfrm>
              <a:off x="7851308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3" name="pg70">
              <a:extLst>
                <a:ext uri="{FF2B5EF4-FFF2-40B4-BE49-F238E27FC236}">
                  <a16:creationId xmlns:a16="http://schemas.microsoft.com/office/drawing/2014/main" id="{FCED368B-8660-001C-030D-D2CA85698811}"/>
                </a:ext>
              </a:extLst>
            </p:cNvPr>
            <p:cNvSpPr/>
            <p:nvPr/>
          </p:nvSpPr>
          <p:spPr>
            <a:xfrm>
              <a:off x="7887496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4" name="pg71">
              <a:extLst>
                <a:ext uri="{FF2B5EF4-FFF2-40B4-BE49-F238E27FC236}">
                  <a16:creationId xmlns:a16="http://schemas.microsoft.com/office/drawing/2014/main" id="{F0C82197-B7A5-BA29-5386-993B049AB396}"/>
                </a:ext>
              </a:extLst>
            </p:cNvPr>
            <p:cNvSpPr/>
            <p:nvPr/>
          </p:nvSpPr>
          <p:spPr>
            <a:xfrm>
              <a:off x="7923684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5" name="pg72">
              <a:extLst>
                <a:ext uri="{FF2B5EF4-FFF2-40B4-BE49-F238E27FC236}">
                  <a16:creationId xmlns:a16="http://schemas.microsoft.com/office/drawing/2014/main" id="{C2107F1F-A13E-A7DA-CF9C-89AFC63E7214}"/>
                </a:ext>
              </a:extLst>
            </p:cNvPr>
            <p:cNvSpPr/>
            <p:nvPr/>
          </p:nvSpPr>
          <p:spPr>
            <a:xfrm>
              <a:off x="8104624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6" name="pg73">
              <a:extLst>
                <a:ext uri="{FF2B5EF4-FFF2-40B4-BE49-F238E27FC236}">
                  <a16:creationId xmlns:a16="http://schemas.microsoft.com/office/drawing/2014/main" id="{2ADAA3FA-3AD6-B457-A4CE-9E01913CBA5B}"/>
                </a:ext>
              </a:extLst>
            </p:cNvPr>
            <p:cNvSpPr/>
            <p:nvPr/>
          </p:nvSpPr>
          <p:spPr>
            <a:xfrm>
              <a:off x="8140811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7" name="pg74">
              <a:extLst>
                <a:ext uri="{FF2B5EF4-FFF2-40B4-BE49-F238E27FC236}">
                  <a16:creationId xmlns:a16="http://schemas.microsoft.com/office/drawing/2014/main" id="{43BF1F4D-794E-3DD8-4319-4C7575CFF11E}"/>
                </a:ext>
              </a:extLst>
            </p:cNvPr>
            <p:cNvSpPr/>
            <p:nvPr/>
          </p:nvSpPr>
          <p:spPr>
            <a:xfrm>
              <a:off x="8176999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8" name="pg75">
              <a:extLst>
                <a:ext uri="{FF2B5EF4-FFF2-40B4-BE49-F238E27FC236}">
                  <a16:creationId xmlns:a16="http://schemas.microsoft.com/office/drawing/2014/main" id="{819C1C75-FCBC-B54D-88F0-04C2D97C150D}"/>
                </a:ext>
              </a:extLst>
            </p:cNvPr>
            <p:cNvSpPr/>
            <p:nvPr/>
          </p:nvSpPr>
          <p:spPr>
            <a:xfrm>
              <a:off x="8213187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9" name="pg76">
              <a:extLst>
                <a:ext uri="{FF2B5EF4-FFF2-40B4-BE49-F238E27FC236}">
                  <a16:creationId xmlns:a16="http://schemas.microsoft.com/office/drawing/2014/main" id="{4F809871-BD60-E710-39F9-94AE6B225F64}"/>
                </a:ext>
              </a:extLst>
            </p:cNvPr>
            <p:cNvSpPr/>
            <p:nvPr/>
          </p:nvSpPr>
          <p:spPr>
            <a:xfrm>
              <a:off x="8249375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0" name="pg77">
              <a:extLst>
                <a:ext uri="{FF2B5EF4-FFF2-40B4-BE49-F238E27FC236}">
                  <a16:creationId xmlns:a16="http://schemas.microsoft.com/office/drawing/2014/main" id="{8782E330-4E8C-963A-E4D9-DA8ABEBA019F}"/>
                </a:ext>
              </a:extLst>
            </p:cNvPr>
            <p:cNvSpPr/>
            <p:nvPr/>
          </p:nvSpPr>
          <p:spPr>
            <a:xfrm>
              <a:off x="8285563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1" name="pg78">
              <a:extLst>
                <a:ext uri="{FF2B5EF4-FFF2-40B4-BE49-F238E27FC236}">
                  <a16:creationId xmlns:a16="http://schemas.microsoft.com/office/drawing/2014/main" id="{77AF549F-B78C-0B96-30FA-3E473A8DF43B}"/>
                </a:ext>
              </a:extLst>
            </p:cNvPr>
            <p:cNvSpPr/>
            <p:nvPr/>
          </p:nvSpPr>
          <p:spPr>
            <a:xfrm>
              <a:off x="8321751" y="4829415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2" name="pg79">
              <a:extLst>
                <a:ext uri="{FF2B5EF4-FFF2-40B4-BE49-F238E27FC236}">
                  <a16:creationId xmlns:a16="http://schemas.microsoft.com/office/drawing/2014/main" id="{8F082D48-0D39-99C9-1123-16B15C627185}"/>
                </a:ext>
              </a:extLst>
            </p:cNvPr>
            <p:cNvSpPr/>
            <p:nvPr/>
          </p:nvSpPr>
          <p:spPr>
            <a:xfrm>
              <a:off x="7453240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3" name="pg80">
              <a:extLst>
                <a:ext uri="{FF2B5EF4-FFF2-40B4-BE49-F238E27FC236}">
                  <a16:creationId xmlns:a16="http://schemas.microsoft.com/office/drawing/2014/main" id="{9BCFB9F7-2B64-06F0-619B-5D1CEB3817B3}"/>
                </a:ext>
              </a:extLst>
            </p:cNvPr>
            <p:cNvSpPr/>
            <p:nvPr/>
          </p:nvSpPr>
          <p:spPr>
            <a:xfrm>
              <a:off x="7489428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4" name="pg81">
              <a:extLst>
                <a:ext uri="{FF2B5EF4-FFF2-40B4-BE49-F238E27FC236}">
                  <a16:creationId xmlns:a16="http://schemas.microsoft.com/office/drawing/2014/main" id="{B670C671-7221-7A0F-F2C1-2F1BCE4FE714}"/>
                </a:ext>
              </a:extLst>
            </p:cNvPr>
            <p:cNvSpPr/>
            <p:nvPr/>
          </p:nvSpPr>
          <p:spPr>
            <a:xfrm>
              <a:off x="7525616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5" name="pg82">
              <a:extLst>
                <a:ext uri="{FF2B5EF4-FFF2-40B4-BE49-F238E27FC236}">
                  <a16:creationId xmlns:a16="http://schemas.microsoft.com/office/drawing/2014/main" id="{45E70AFC-DD50-CF6A-D4F1-88461768A573}"/>
                </a:ext>
              </a:extLst>
            </p:cNvPr>
            <p:cNvSpPr/>
            <p:nvPr/>
          </p:nvSpPr>
          <p:spPr>
            <a:xfrm>
              <a:off x="7561804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6" name="pg83">
              <a:extLst>
                <a:ext uri="{FF2B5EF4-FFF2-40B4-BE49-F238E27FC236}">
                  <a16:creationId xmlns:a16="http://schemas.microsoft.com/office/drawing/2014/main" id="{04ED5DDA-2171-03B3-0620-7C4C4B614080}"/>
                </a:ext>
              </a:extLst>
            </p:cNvPr>
            <p:cNvSpPr/>
            <p:nvPr/>
          </p:nvSpPr>
          <p:spPr>
            <a:xfrm>
              <a:off x="7597992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7" name="pg84">
              <a:extLst>
                <a:ext uri="{FF2B5EF4-FFF2-40B4-BE49-F238E27FC236}">
                  <a16:creationId xmlns:a16="http://schemas.microsoft.com/office/drawing/2014/main" id="{FB7F80D9-8096-B475-5C3E-2BC94E2B2FE8}"/>
                </a:ext>
              </a:extLst>
            </p:cNvPr>
            <p:cNvSpPr/>
            <p:nvPr/>
          </p:nvSpPr>
          <p:spPr>
            <a:xfrm>
              <a:off x="7634180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8" name="pg85">
              <a:extLst>
                <a:ext uri="{FF2B5EF4-FFF2-40B4-BE49-F238E27FC236}">
                  <a16:creationId xmlns:a16="http://schemas.microsoft.com/office/drawing/2014/main" id="{FEC6562F-946F-5DD1-56C5-A68947630566}"/>
                </a:ext>
              </a:extLst>
            </p:cNvPr>
            <p:cNvSpPr/>
            <p:nvPr/>
          </p:nvSpPr>
          <p:spPr>
            <a:xfrm>
              <a:off x="7670368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9" name="pg86">
              <a:extLst>
                <a:ext uri="{FF2B5EF4-FFF2-40B4-BE49-F238E27FC236}">
                  <a16:creationId xmlns:a16="http://schemas.microsoft.com/office/drawing/2014/main" id="{1F2C35AF-87A1-1BB4-0D71-9F18BF61635F}"/>
                </a:ext>
              </a:extLst>
            </p:cNvPr>
            <p:cNvSpPr/>
            <p:nvPr/>
          </p:nvSpPr>
          <p:spPr>
            <a:xfrm>
              <a:off x="7706556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0" name="pg87">
              <a:extLst>
                <a:ext uri="{FF2B5EF4-FFF2-40B4-BE49-F238E27FC236}">
                  <a16:creationId xmlns:a16="http://schemas.microsoft.com/office/drawing/2014/main" id="{C3E0E6AC-E322-FAEF-7829-E17B0C221344}"/>
                </a:ext>
              </a:extLst>
            </p:cNvPr>
            <p:cNvSpPr/>
            <p:nvPr/>
          </p:nvSpPr>
          <p:spPr>
            <a:xfrm>
              <a:off x="7742744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1" name="pg88">
              <a:extLst>
                <a:ext uri="{FF2B5EF4-FFF2-40B4-BE49-F238E27FC236}">
                  <a16:creationId xmlns:a16="http://schemas.microsoft.com/office/drawing/2014/main" id="{FB9395A4-DE1A-7000-6BD5-06A676550CBB}"/>
                </a:ext>
              </a:extLst>
            </p:cNvPr>
            <p:cNvSpPr/>
            <p:nvPr/>
          </p:nvSpPr>
          <p:spPr>
            <a:xfrm>
              <a:off x="7778932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2" name="pg89">
              <a:extLst>
                <a:ext uri="{FF2B5EF4-FFF2-40B4-BE49-F238E27FC236}">
                  <a16:creationId xmlns:a16="http://schemas.microsoft.com/office/drawing/2014/main" id="{4DA1677F-5EE2-808C-BC4C-E56885EEC4A2}"/>
                </a:ext>
              </a:extLst>
            </p:cNvPr>
            <p:cNvSpPr/>
            <p:nvPr/>
          </p:nvSpPr>
          <p:spPr>
            <a:xfrm>
              <a:off x="7815120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3" name="pg90">
              <a:extLst>
                <a:ext uri="{FF2B5EF4-FFF2-40B4-BE49-F238E27FC236}">
                  <a16:creationId xmlns:a16="http://schemas.microsoft.com/office/drawing/2014/main" id="{8145D299-31B4-06F0-B313-4E34180E91BB}"/>
                </a:ext>
              </a:extLst>
            </p:cNvPr>
            <p:cNvSpPr/>
            <p:nvPr/>
          </p:nvSpPr>
          <p:spPr>
            <a:xfrm>
              <a:off x="7851308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4" name="pg91">
              <a:extLst>
                <a:ext uri="{FF2B5EF4-FFF2-40B4-BE49-F238E27FC236}">
                  <a16:creationId xmlns:a16="http://schemas.microsoft.com/office/drawing/2014/main" id="{5CB870CC-B091-455A-7A92-5A5FE486700D}"/>
                </a:ext>
              </a:extLst>
            </p:cNvPr>
            <p:cNvSpPr/>
            <p:nvPr/>
          </p:nvSpPr>
          <p:spPr>
            <a:xfrm>
              <a:off x="8068436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5" name="pg92">
              <a:extLst>
                <a:ext uri="{FF2B5EF4-FFF2-40B4-BE49-F238E27FC236}">
                  <a16:creationId xmlns:a16="http://schemas.microsoft.com/office/drawing/2014/main" id="{92AFDAE4-E6E9-F388-8C3A-147A46818A58}"/>
                </a:ext>
              </a:extLst>
            </p:cNvPr>
            <p:cNvSpPr/>
            <p:nvPr/>
          </p:nvSpPr>
          <p:spPr>
            <a:xfrm>
              <a:off x="8104624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6" name="pg93">
              <a:extLst>
                <a:ext uri="{FF2B5EF4-FFF2-40B4-BE49-F238E27FC236}">
                  <a16:creationId xmlns:a16="http://schemas.microsoft.com/office/drawing/2014/main" id="{66633557-7C4B-B2B2-6A0C-87A725E18384}"/>
                </a:ext>
              </a:extLst>
            </p:cNvPr>
            <p:cNvSpPr/>
            <p:nvPr/>
          </p:nvSpPr>
          <p:spPr>
            <a:xfrm>
              <a:off x="8140811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7" name="pg94">
              <a:extLst>
                <a:ext uri="{FF2B5EF4-FFF2-40B4-BE49-F238E27FC236}">
                  <a16:creationId xmlns:a16="http://schemas.microsoft.com/office/drawing/2014/main" id="{26B32188-4829-2550-2998-58589D8063DB}"/>
                </a:ext>
              </a:extLst>
            </p:cNvPr>
            <p:cNvSpPr/>
            <p:nvPr/>
          </p:nvSpPr>
          <p:spPr>
            <a:xfrm>
              <a:off x="8176999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8" name="pg95">
              <a:extLst>
                <a:ext uri="{FF2B5EF4-FFF2-40B4-BE49-F238E27FC236}">
                  <a16:creationId xmlns:a16="http://schemas.microsoft.com/office/drawing/2014/main" id="{A148136E-B577-F8B7-9C3A-ECCCBCB9B7CE}"/>
                </a:ext>
              </a:extLst>
            </p:cNvPr>
            <p:cNvSpPr/>
            <p:nvPr/>
          </p:nvSpPr>
          <p:spPr>
            <a:xfrm>
              <a:off x="8213187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9" name="pg96">
              <a:extLst>
                <a:ext uri="{FF2B5EF4-FFF2-40B4-BE49-F238E27FC236}">
                  <a16:creationId xmlns:a16="http://schemas.microsoft.com/office/drawing/2014/main" id="{E0AA3318-A9E4-F650-796C-E5003E381B0A}"/>
                </a:ext>
              </a:extLst>
            </p:cNvPr>
            <p:cNvSpPr/>
            <p:nvPr/>
          </p:nvSpPr>
          <p:spPr>
            <a:xfrm>
              <a:off x="8249375" y="487532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0" name="pg97">
              <a:extLst>
                <a:ext uri="{FF2B5EF4-FFF2-40B4-BE49-F238E27FC236}">
                  <a16:creationId xmlns:a16="http://schemas.microsoft.com/office/drawing/2014/main" id="{7392208D-A2E8-D908-874C-8CA584637900}"/>
                </a:ext>
              </a:extLst>
            </p:cNvPr>
            <p:cNvSpPr/>
            <p:nvPr/>
          </p:nvSpPr>
          <p:spPr>
            <a:xfrm>
              <a:off x="7380864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1" name="pg98">
              <a:extLst>
                <a:ext uri="{FF2B5EF4-FFF2-40B4-BE49-F238E27FC236}">
                  <a16:creationId xmlns:a16="http://schemas.microsoft.com/office/drawing/2014/main" id="{69159FB2-A5DC-EBCC-06EE-420B202E430B}"/>
                </a:ext>
              </a:extLst>
            </p:cNvPr>
            <p:cNvSpPr/>
            <p:nvPr/>
          </p:nvSpPr>
          <p:spPr>
            <a:xfrm>
              <a:off x="7417052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2" name="pg99">
              <a:extLst>
                <a:ext uri="{FF2B5EF4-FFF2-40B4-BE49-F238E27FC236}">
                  <a16:creationId xmlns:a16="http://schemas.microsoft.com/office/drawing/2014/main" id="{47EAFBAB-2A9F-05B1-AA3B-850CA51F4054}"/>
                </a:ext>
              </a:extLst>
            </p:cNvPr>
            <p:cNvSpPr/>
            <p:nvPr/>
          </p:nvSpPr>
          <p:spPr>
            <a:xfrm>
              <a:off x="7453240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3" name="pg100">
              <a:extLst>
                <a:ext uri="{FF2B5EF4-FFF2-40B4-BE49-F238E27FC236}">
                  <a16:creationId xmlns:a16="http://schemas.microsoft.com/office/drawing/2014/main" id="{3ED957CE-6C31-0AD9-D940-EF2D345FFBC3}"/>
                </a:ext>
              </a:extLst>
            </p:cNvPr>
            <p:cNvSpPr/>
            <p:nvPr/>
          </p:nvSpPr>
          <p:spPr>
            <a:xfrm>
              <a:off x="7489428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4" name="pg101">
              <a:extLst>
                <a:ext uri="{FF2B5EF4-FFF2-40B4-BE49-F238E27FC236}">
                  <a16:creationId xmlns:a16="http://schemas.microsoft.com/office/drawing/2014/main" id="{65F412FE-9C9F-8A67-E583-412EBF0C1D99}"/>
                </a:ext>
              </a:extLst>
            </p:cNvPr>
            <p:cNvSpPr/>
            <p:nvPr/>
          </p:nvSpPr>
          <p:spPr>
            <a:xfrm>
              <a:off x="7525616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5" name="pg102">
              <a:extLst>
                <a:ext uri="{FF2B5EF4-FFF2-40B4-BE49-F238E27FC236}">
                  <a16:creationId xmlns:a16="http://schemas.microsoft.com/office/drawing/2014/main" id="{9269D03B-CAF6-D17D-4B0C-6DD5501726BA}"/>
                </a:ext>
              </a:extLst>
            </p:cNvPr>
            <p:cNvSpPr/>
            <p:nvPr/>
          </p:nvSpPr>
          <p:spPr>
            <a:xfrm>
              <a:off x="7561804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6" name="pg103">
              <a:extLst>
                <a:ext uri="{FF2B5EF4-FFF2-40B4-BE49-F238E27FC236}">
                  <a16:creationId xmlns:a16="http://schemas.microsoft.com/office/drawing/2014/main" id="{33CE8EA2-DA16-A301-ED6F-1300B61BD40B}"/>
                </a:ext>
              </a:extLst>
            </p:cNvPr>
            <p:cNvSpPr/>
            <p:nvPr/>
          </p:nvSpPr>
          <p:spPr>
            <a:xfrm>
              <a:off x="7597992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7" name="pg104">
              <a:extLst>
                <a:ext uri="{FF2B5EF4-FFF2-40B4-BE49-F238E27FC236}">
                  <a16:creationId xmlns:a16="http://schemas.microsoft.com/office/drawing/2014/main" id="{39801E63-9536-DE27-EFDA-C34F44238066}"/>
                </a:ext>
              </a:extLst>
            </p:cNvPr>
            <p:cNvSpPr/>
            <p:nvPr/>
          </p:nvSpPr>
          <p:spPr>
            <a:xfrm>
              <a:off x="7634180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8" name="pg105">
              <a:extLst>
                <a:ext uri="{FF2B5EF4-FFF2-40B4-BE49-F238E27FC236}">
                  <a16:creationId xmlns:a16="http://schemas.microsoft.com/office/drawing/2014/main" id="{31652545-ADEE-FB8E-31B1-6B0C10BFC603}"/>
                </a:ext>
              </a:extLst>
            </p:cNvPr>
            <p:cNvSpPr/>
            <p:nvPr/>
          </p:nvSpPr>
          <p:spPr>
            <a:xfrm>
              <a:off x="7670368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9" name="pg106">
              <a:extLst>
                <a:ext uri="{FF2B5EF4-FFF2-40B4-BE49-F238E27FC236}">
                  <a16:creationId xmlns:a16="http://schemas.microsoft.com/office/drawing/2014/main" id="{EFBC5263-A2FB-DED0-E751-5B221584849C}"/>
                </a:ext>
              </a:extLst>
            </p:cNvPr>
            <p:cNvSpPr/>
            <p:nvPr/>
          </p:nvSpPr>
          <p:spPr>
            <a:xfrm>
              <a:off x="7706556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0" name="pg107">
              <a:extLst>
                <a:ext uri="{FF2B5EF4-FFF2-40B4-BE49-F238E27FC236}">
                  <a16:creationId xmlns:a16="http://schemas.microsoft.com/office/drawing/2014/main" id="{637EA5EB-C2F5-E83C-3BA5-EE35C869A51C}"/>
                </a:ext>
              </a:extLst>
            </p:cNvPr>
            <p:cNvSpPr/>
            <p:nvPr/>
          </p:nvSpPr>
          <p:spPr>
            <a:xfrm>
              <a:off x="7742744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1" name="pg108">
              <a:extLst>
                <a:ext uri="{FF2B5EF4-FFF2-40B4-BE49-F238E27FC236}">
                  <a16:creationId xmlns:a16="http://schemas.microsoft.com/office/drawing/2014/main" id="{7C671C73-ED0A-3B68-952C-FDFBCBAB619F}"/>
                </a:ext>
              </a:extLst>
            </p:cNvPr>
            <p:cNvSpPr/>
            <p:nvPr/>
          </p:nvSpPr>
          <p:spPr>
            <a:xfrm>
              <a:off x="7778932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2" name="pg109">
              <a:extLst>
                <a:ext uri="{FF2B5EF4-FFF2-40B4-BE49-F238E27FC236}">
                  <a16:creationId xmlns:a16="http://schemas.microsoft.com/office/drawing/2014/main" id="{4113D95A-30E6-B7AC-23A3-4791AD7F03F5}"/>
                </a:ext>
              </a:extLst>
            </p:cNvPr>
            <p:cNvSpPr/>
            <p:nvPr/>
          </p:nvSpPr>
          <p:spPr>
            <a:xfrm>
              <a:off x="7815120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3" name="pg110">
              <a:extLst>
                <a:ext uri="{FF2B5EF4-FFF2-40B4-BE49-F238E27FC236}">
                  <a16:creationId xmlns:a16="http://schemas.microsoft.com/office/drawing/2014/main" id="{8D6C0A72-DCB0-B847-A39D-D06804CD38DE}"/>
                </a:ext>
              </a:extLst>
            </p:cNvPr>
            <p:cNvSpPr/>
            <p:nvPr/>
          </p:nvSpPr>
          <p:spPr>
            <a:xfrm>
              <a:off x="7851308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4" name="pg111">
              <a:extLst>
                <a:ext uri="{FF2B5EF4-FFF2-40B4-BE49-F238E27FC236}">
                  <a16:creationId xmlns:a16="http://schemas.microsoft.com/office/drawing/2014/main" id="{2CED0EE8-1D38-AF1C-67BB-71059C83540F}"/>
                </a:ext>
              </a:extLst>
            </p:cNvPr>
            <p:cNvSpPr/>
            <p:nvPr/>
          </p:nvSpPr>
          <p:spPr>
            <a:xfrm>
              <a:off x="7887496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5" name="pg112">
              <a:extLst>
                <a:ext uri="{FF2B5EF4-FFF2-40B4-BE49-F238E27FC236}">
                  <a16:creationId xmlns:a16="http://schemas.microsoft.com/office/drawing/2014/main" id="{D866736B-9D82-0D8B-926D-226081C39131}"/>
                </a:ext>
              </a:extLst>
            </p:cNvPr>
            <p:cNvSpPr/>
            <p:nvPr/>
          </p:nvSpPr>
          <p:spPr>
            <a:xfrm>
              <a:off x="7923684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6" name="pg113">
              <a:extLst>
                <a:ext uri="{FF2B5EF4-FFF2-40B4-BE49-F238E27FC236}">
                  <a16:creationId xmlns:a16="http://schemas.microsoft.com/office/drawing/2014/main" id="{AE103E87-40F7-4D35-4627-6DC1FDF3145E}"/>
                </a:ext>
              </a:extLst>
            </p:cNvPr>
            <p:cNvSpPr/>
            <p:nvPr/>
          </p:nvSpPr>
          <p:spPr>
            <a:xfrm>
              <a:off x="7959872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7" name="pg114">
              <a:extLst>
                <a:ext uri="{FF2B5EF4-FFF2-40B4-BE49-F238E27FC236}">
                  <a16:creationId xmlns:a16="http://schemas.microsoft.com/office/drawing/2014/main" id="{918EF6FE-0072-E2EA-0D34-1F1FAF48CE8C}"/>
                </a:ext>
              </a:extLst>
            </p:cNvPr>
            <p:cNvSpPr/>
            <p:nvPr/>
          </p:nvSpPr>
          <p:spPr>
            <a:xfrm>
              <a:off x="8032248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8" name="pg115">
              <a:extLst>
                <a:ext uri="{FF2B5EF4-FFF2-40B4-BE49-F238E27FC236}">
                  <a16:creationId xmlns:a16="http://schemas.microsoft.com/office/drawing/2014/main" id="{DE1265D6-1CEC-4A76-03CA-DD9CD07AE337}"/>
                </a:ext>
              </a:extLst>
            </p:cNvPr>
            <p:cNvSpPr/>
            <p:nvPr/>
          </p:nvSpPr>
          <p:spPr>
            <a:xfrm>
              <a:off x="8068436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9" name="pg116">
              <a:extLst>
                <a:ext uri="{FF2B5EF4-FFF2-40B4-BE49-F238E27FC236}">
                  <a16:creationId xmlns:a16="http://schemas.microsoft.com/office/drawing/2014/main" id="{E4D605E1-968A-2B7C-6B05-BF2681B0F1FC}"/>
                </a:ext>
              </a:extLst>
            </p:cNvPr>
            <p:cNvSpPr/>
            <p:nvPr/>
          </p:nvSpPr>
          <p:spPr>
            <a:xfrm>
              <a:off x="8104624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0" name="pg117">
              <a:extLst>
                <a:ext uri="{FF2B5EF4-FFF2-40B4-BE49-F238E27FC236}">
                  <a16:creationId xmlns:a16="http://schemas.microsoft.com/office/drawing/2014/main" id="{AAEF0AD8-71AF-D878-042F-6CBB537AC3DB}"/>
                </a:ext>
              </a:extLst>
            </p:cNvPr>
            <p:cNvSpPr/>
            <p:nvPr/>
          </p:nvSpPr>
          <p:spPr>
            <a:xfrm>
              <a:off x="8140811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1" name="pg118">
              <a:extLst>
                <a:ext uri="{FF2B5EF4-FFF2-40B4-BE49-F238E27FC236}">
                  <a16:creationId xmlns:a16="http://schemas.microsoft.com/office/drawing/2014/main" id="{CC2A541D-3FF9-E9AA-E190-EFA2CBD76BD7}"/>
                </a:ext>
              </a:extLst>
            </p:cNvPr>
            <p:cNvSpPr/>
            <p:nvPr/>
          </p:nvSpPr>
          <p:spPr>
            <a:xfrm>
              <a:off x="8176999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2" name="pg119">
              <a:extLst>
                <a:ext uri="{FF2B5EF4-FFF2-40B4-BE49-F238E27FC236}">
                  <a16:creationId xmlns:a16="http://schemas.microsoft.com/office/drawing/2014/main" id="{88F0574C-DC8D-6935-9474-88A3CC0D31E0}"/>
                </a:ext>
              </a:extLst>
            </p:cNvPr>
            <p:cNvSpPr/>
            <p:nvPr/>
          </p:nvSpPr>
          <p:spPr>
            <a:xfrm>
              <a:off x="8213187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3" name="pg120">
              <a:extLst>
                <a:ext uri="{FF2B5EF4-FFF2-40B4-BE49-F238E27FC236}">
                  <a16:creationId xmlns:a16="http://schemas.microsoft.com/office/drawing/2014/main" id="{1692EFAA-9BE1-0888-F118-BA37B43A7AA3}"/>
                </a:ext>
              </a:extLst>
            </p:cNvPr>
            <p:cNvSpPr/>
            <p:nvPr/>
          </p:nvSpPr>
          <p:spPr>
            <a:xfrm>
              <a:off x="8249375" y="492123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4" name="pg121">
              <a:extLst>
                <a:ext uri="{FF2B5EF4-FFF2-40B4-BE49-F238E27FC236}">
                  <a16:creationId xmlns:a16="http://schemas.microsoft.com/office/drawing/2014/main" id="{201CD454-0022-99CB-E0F5-B2A1AB7436EC}"/>
                </a:ext>
              </a:extLst>
            </p:cNvPr>
            <p:cNvSpPr/>
            <p:nvPr/>
          </p:nvSpPr>
          <p:spPr>
            <a:xfrm>
              <a:off x="7380864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5" name="pg122">
              <a:extLst>
                <a:ext uri="{FF2B5EF4-FFF2-40B4-BE49-F238E27FC236}">
                  <a16:creationId xmlns:a16="http://schemas.microsoft.com/office/drawing/2014/main" id="{00D9F9D0-D240-D7D9-0763-D2B134071E50}"/>
                </a:ext>
              </a:extLst>
            </p:cNvPr>
            <p:cNvSpPr/>
            <p:nvPr/>
          </p:nvSpPr>
          <p:spPr>
            <a:xfrm>
              <a:off x="7417052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6" name="pg123">
              <a:extLst>
                <a:ext uri="{FF2B5EF4-FFF2-40B4-BE49-F238E27FC236}">
                  <a16:creationId xmlns:a16="http://schemas.microsoft.com/office/drawing/2014/main" id="{344C1A7D-8464-7A17-B736-36C7136DE3FB}"/>
                </a:ext>
              </a:extLst>
            </p:cNvPr>
            <p:cNvSpPr/>
            <p:nvPr/>
          </p:nvSpPr>
          <p:spPr>
            <a:xfrm>
              <a:off x="7453240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7" name="pg124">
              <a:extLst>
                <a:ext uri="{FF2B5EF4-FFF2-40B4-BE49-F238E27FC236}">
                  <a16:creationId xmlns:a16="http://schemas.microsoft.com/office/drawing/2014/main" id="{D1D286FB-DC19-F300-48FA-F1A36A748A56}"/>
                </a:ext>
              </a:extLst>
            </p:cNvPr>
            <p:cNvSpPr/>
            <p:nvPr/>
          </p:nvSpPr>
          <p:spPr>
            <a:xfrm>
              <a:off x="7489428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8" name="pg125">
              <a:extLst>
                <a:ext uri="{FF2B5EF4-FFF2-40B4-BE49-F238E27FC236}">
                  <a16:creationId xmlns:a16="http://schemas.microsoft.com/office/drawing/2014/main" id="{8C427EFF-9FA9-D633-7EAD-F90B186BA4E4}"/>
                </a:ext>
              </a:extLst>
            </p:cNvPr>
            <p:cNvSpPr/>
            <p:nvPr/>
          </p:nvSpPr>
          <p:spPr>
            <a:xfrm>
              <a:off x="7525616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9" name="pg126">
              <a:extLst>
                <a:ext uri="{FF2B5EF4-FFF2-40B4-BE49-F238E27FC236}">
                  <a16:creationId xmlns:a16="http://schemas.microsoft.com/office/drawing/2014/main" id="{137EDF7B-4426-C636-4819-78CFD9A12ED1}"/>
                </a:ext>
              </a:extLst>
            </p:cNvPr>
            <p:cNvSpPr/>
            <p:nvPr/>
          </p:nvSpPr>
          <p:spPr>
            <a:xfrm>
              <a:off x="7561804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0" name="pg127">
              <a:extLst>
                <a:ext uri="{FF2B5EF4-FFF2-40B4-BE49-F238E27FC236}">
                  <a16:creationId xmlns:a16="http://schemas.microsoft.com/office/drawing/2014/main" id="{14431B46-4B6F-6A84-9722-51B4FD0F9152}"/>
                </a:ext>
              </a:extLst>
            </p:cNvPr>
            <p:cNvSpPr/>
            <p:nvPr/>
          </p:nvSpPr>
          <p:spPr>
            <a:xfrm>
              <a:off x="7597992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1" name="pg128">
              <a:extLst>
                <a:ext uri="{FF2B5EF4-FFF2-40B4-BE49-F238E27FC236}">
                  <a16:creationId xmlns:a16="http://schemas.microsoft.com/office/drawing/2014/main" id="{9C089D10-1EA2-27DD-FC66-B84B67EF2B9C}"/>
                </a:ext>
              </a:extLst>
            </p:cNvPr>
            <p:cNvSpPr/>
            <p:nvPr/>
          </p:nvSpPr>
          <p:spPr>
            <a:xfrm>
              <a:off x="7634180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2" name="pg129">
              <a:extLst>
                <a:ext uri="{FF2B5EF4-FFF2-40B4-BE49-F238E27FC236}">
                  <a16:creationId xmlns:a16="http://schemas.microsoft.com/office/drawing/2014/main" id="{DA878A50-53EC-48AB-B201-0BE33564E30F}"/>
                </a:ext>
              </a:extLst>
            </p:cNvPr>
            <p:cNvSpPr/>
            <p:nvPr/>
          </p:nvSpPr>
          <p:spPr>
            <a:xfrm>
              <a:off x="7670368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3" name="pg130">
              <a:extLst>
                <a:ext uri="{FF2B5EF4-FFF2-40B4-BE49-F238E27FC236}">
                  <a16:creationId xmlns:a16="http://schemas.microsoft.com/office/drawing/2014/main" id="{87EFE524-5667-F399-74DE-32BE1E655154}"/>
                </a:ext>
              </a:extLst>
            </p:cNvPr>
            <p:cNvSpPr/>
            <p:nvPr/>
          </p:nvSpPr>
          <p:spPr>
            <a:xfrm>
              <a:off x="7706556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4" name="pg131">
              <a:extLst>
                <a:ext uri="{FF2B5EF4-FFF2-40B4-BE49-F238E27FC236}">
                  <a16:creationId xmlns:a16="http://schemas.microsoft.com/office/drawing/2014/main" id="{D47C95D6-F344-F513-AE1E-510F4F60415F}"/>
                </a:ext>
              </a:extLst>
            </p:cNvPr>
            <p:cNvSpPr/>
            <p:nvPr/>
          </p:nvSpPr>
          <p:spPr>
            <a:xfrm>
              <a:off x="7742744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5" name="pg132">
              <a:extLst>
                <a:ext uri="{FF2B5EF4-FFF2-40B4-BE49-F238E27FC236}">
                  <a16:creationId xmlns:a16="http://schemas.microsoft.com/office/drawing/2014/main" id="{1108833A-4B74-82E7-9D1E-02F137A46A59}"/>
                </a:ext>
              </a:extLst>
            </p:cNvPr>
            <p:cNvSpPr/>
            <p:nvPr/>
          </p:nvSpPr>
          <p:spPr>
            <a:xfrm>
              <a:off x="7778932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6" name="pg133">
              <a:extLst>
                <a:ext uri="{FF2B5EF4-FFF2-40B4-BE49-F238E27FC236}">
                  <a16:creationId xmlns:a16="http://schemas.microsoft.com/office/drawing/2014/main" id="{47BD0DF8-8ADE-DE0D-5093-3B5930E36B07}"/>
                </a:ext>
              </a:extLst>
            </p:cNvPr>
            <p:cNvSpPr/>
            <p:nvPr/>
          </p:nvSpPr>
          <p:spPr>
            <a:xfrm>
              <a:off x="7815120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7" name="pg134">
              <a:extLst>
                <a:ext uri="{FF2B5EF4-FFF2-40B4-BE49-F238E27FC236}">
                  <a16:creationId xmlns:a16="http://schemas.microsoft.com/office/drawing/2014/main" id="{72CE6CEF-35D8-C7A3-55CA-AA0D1E338D62}"/>
                </a:ext>
              </a:extLst>
            </p:cNvPr>
            <p:cNvSpPr/>
            <p:nvPr/>
          </p:nvSpPr>
          <p:spPr>
            <a:xfrm>
              <a:off x="7851308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8" name="pg135">
              <a:extLst>
                <a:ext uri="{FF2B5EF4-FFF2-40B4-BE49-F238E27FC236}">
                  <a16:creationId xmlns:a16="http://schemas.microsoft.com/office/drawing/2014/main" id="{53724091-1005-77CD-B583-2B8B72FEC4C0}"/>
                </a:ext>
              </a:extLst>
            </p:cNvPr>
            <p:cNvSpPr/>
            <p:nvPr/>
          </p:nvSpPr>
          <p:spPr>
            <a:xfrm>
              <a:off x="7887496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9" name="pg136">
              <a:extLst>
                <a:ext uri="{FF2B5EF4-FFF2-40B4-BE49-F238E27FC236}">
                  <a16:creationId xmlns:a16="http://schemas.microsoft.com/office/drawing/2014/main" id="{2CCC190C-D40F-51ED-A301-B60D6673B034}"/>
                </a:ext>
              </a:extLst>
            </p:cNvPr>
            <p:cNvSpPr/>
            <p:nvPr/>
          </p:nvSpPr>
          <p:spPr>
            <a:xfrm>
              <a:off x="7923684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0" name="pg137">
              <a:extLst>
                <a:ext uri="{FF2B5EF4-FFF2-40B4-BE49-F238E27FC236}">
                  <a16:creationId xmlns:a16="http://schemas.microsoft.com/office/drawing/2014/main" id="{C7682919-F02E-42C8-F400-C259224A32E4}"/>
                </a:ext>
              </a:extLst>
            </p:cNvPr>
            <p:cNvSpPr/>
            <p:nvPr/>
          </p:nvSpPr>
          <p:spPr>
            <a:xfrm>
              <a:off x="7959872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1" name="pg138">
              <a:extLst>
                <a:ext uri="{FF2B5EF4-FFF2-40B4-BE49-F238E27FC236}">
                  <a16:creationId xmlns:a16="http://schemas.microsoft.com/office/drawing/2014/main" id="{F6C9045B-55D4-8A69-D38A-F7B6B9C716FC}"/>
                </a:ext>
              </a:extLst>
            </p:cNvPr>
            <p:cNvSpPr/>
            <p:nvPr/>
          </p:nvSpPr>
          <p:spPr>
            <a:xfrm>
              <a:off x="7996059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2" name="pg139">
              <a:extLst>
                <a:ext uri="{FF2B5EF4-FFF2-40B4-BE49-F238E27FC236}">
                  <a16:creationId xmlns:a16="http://schemas.microsoft.com/office/drawing/2014/main" id="{B8346077-E72F-E078-1294-ECD1275A0DBF}"/>
                </a:ext>
              </a:extLst>
            </p:cNvPr>
            <p:cNvSpPr/>
            <p:nvPr/>
          </p:nvSpPr>
          <p:spPr>
            <a:xfrm>
              <a:off x="8032248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3" name="pg140">
              <a:extLst>
                <a:ext uri="{FF2B5EF4-FFF2-40B4-BE49-F238E27FC236}">
                  <a16:creationId xmlns:a16="http://schemas.microsoft.com/office/drawing/2014/main" id="{F4E64FBF-F8A3-E960-DF98-805EE5854A4A}"/>
                </a:ext>
              </a:extLst>
            </p:cNvPr>
            <p:cNvSpPr/>
            <p:nvPr/>
          </p:nvSpPr>
          <p:spPr>
            <a:xfrm>
              <a:off x="8068436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4" name="pg141">
              <a:extLst>
                <a:ext uri="{FF2B5EF4-FFF2-40B4-BE49-F238E27FC236}">
                  <a16:creationId xmlns:a16="http://schemas.microsoft.com/office/drawing/2014/main" id="{BE8715C1-C445-B5C3-AFF0-CFCAEC050C92}"/>
                </a:ext>
              </a:extLst>
            </p:cNvPr>
            <p:cNvSpPr/>
            <p:nvPr/>
          </p:nvSpPr>
          <p:spPr>
            <a:xfrm>
              <a:off x="8104624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5" name="pg142">
              <a:extLst>
                <a:ext uri="{FF2B5EF4-FFF2-40B4-BE49-F238E27FC236}">
                  <a16:creationId xmlns:a16="http://schemas.microsoft.com/office/drawing/2014/main" id="{BE5791FE-61E1-2514-CFB3-4E49F7075F28}"/>
                </a:ext>
              </a:extLst>
            </p:cNvPr>
            <p:cNvSpPr/>
            <p:nvPr/>
          </p:nvSpPr>
          <p:spPr>
            <a:xfrm>
              <a:off x="8140811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6" name="pg143">
              <a:extLst>
                <a:ext uri="{FF2B5EF4-FFF2-40B4-BE49-F238E27FC236}">
                  <a16:creationId xmlns:a16="http://schemas.microsoft.com/office/drawing/2014/main" id="{0EA03096-5F53-12B5-D1CA-544326DAF9B7}"/>
                </a:ext>
              </a:extLst>
            </p:cNvPr>
            <p:cNvSpPr/>
            <p:nvPr/>
          </p:nvSpPr>
          <p:spPr>
            <a:xfrm>
              <a:off x="8176999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7" name="pg144">
              <a:extLst>
                <a:ext uri="{FF2B5EF4-FFF2-40B4-BE49-F238E27FC236}">
                  <a16:creationId xmlns:a16="http://schemas.microsoft.com/office/drawing/2014/main" id="{8A39C085-1289-1837-AAF4-295AA04C6600}"/>
                </a:ext>
              </a:extLst>
            </p:cNvPr>
            <p:cNvSpPr/>
            <p:nvPr/>
          </p:nvSpPr>
          <p:spPr>
            <a:xfrm>
              <a:off x="8213187" y="4967146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8" name="pg145">
              <a:extLst>
                <a:ext uri="{FF2B5EF4-FFF2-40B4-BE49-F238E27FC236}">
                  <a16:creationId xmlns:a16="http://schemas.microsoft.com/office/drawing/2014/main" id="{54D6204F-E3E4-62F9-A033-3049E5BBC738}"/>
                </a:ext>
              </a:extLst>
            </p:cNvPr>
            <p:cNvSpPr/>
            <p:nvPr/>
          </p:nvSpPr>
          <p:spPr>
            <a:xfrm>
              <a:off x="7380864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9" name="pg146">
              <a:extLst>
                <a:ext uri="{FF2B5EF4-FFF2-40B4-BE49-F238E27FC236}">
                  <a16:creationId xmlns:a16="http://schemas.microsoft.com/office/drawing/2014/main" id="{E0754725-117E-16DF-A05C-7865B5134EA5}"/>
                </a:ext>
              </a:extLst>
            </p:cNvPr>
            <p:cNvSpPr/>
            <p:nvPr/>
          </p:nvSpPr>
          <p:spPr>
            <a:xfrm>
              <a:off x="7417052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0" name="pg147">
              <a:extLst>
                <a:ext uri="{FF2B5EF4-FFF2-40B4-BE49-F238E27FC236}">
                  <a16:creationId xmlns:a16="http://schemas.microsoft.com/office/drawing/2014/main" id="{80F24B02-A6D7-DCE3-43E4-EC038FACBDC0}"/>
                </a:ext>
              </a:extLst>
            </p:cNvPr>
            <p:cNvSpPr/>
            <p:nvPr/>
          </p:nvSpPr>
          <p:spPr>
            <a:xfrm>
              <a:off x="7453240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1" name="pg148">
              <a:extLst>
                <a:ext uri="{FF2B5EF4-FFF2-40B4-BE49-F238E27FC236}">
                  <a16:creationId xmlns:a16="http://schemas.microsoft.com/office/drawing/2014/main" id="{61C4430A-8ECE-B8F1-1D95-5865D100B997}"/>
                </a:ext>
              </a:extLst>
            </p:cNvPr>
            <p:cNvSpPr/>
            <p:nvPr/>
          </p:nvSpPr>
          <p:spPr>
            <a:xfrm>
              <a:off x="7489428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2" name="pg149">
              <a:extLst>
                <a:ext uri="{FF2B5EF4-FFF2-40B4-BE49-F238E27FC236}">
                  <a16:creationId xmlns:a16="http://schemas.microsoft.com/office/drawing/2014/main" id="{2D4BEB41-B145-4A66-F7F4-411734CB6810}"/>
                </a:ext>
              </a:extLst>
            </p:cNvPr>
            <p:cNvSpPr/>
            <p:nvPr/>
          </p:nvSpPr>
          <p:spPr>
            <a:xfrm>
              <a:off x="7525616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3" name="pg150">
              <a:extLst>
                <a:ext uri="{FF2B5EF4-FFF2-40B4-BE49-F238E27FC236}">
                  <a16:creationId xmlns:a16="http://schemas.microsoft.com/office/drawing/2014/main" id="{5CC2B12A-F2AA-3D6C-ADF4-5C0BBADC38E4}"/>
                </a:ext>
              </a:extLst>
            </p:cNvPr>
            <p:cNvSpPr/>
            <p:nvPr/>
          </p:nvSpPr>
          <p:spPr>
            <a:xfrm>
              <a:off x="7561804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4" name="pg151">
              <a:extLst>
                <a:ext uri="{FF2B5EF4-FFF2-40B4-BE49-F238E27FC236}">
                  <a16:creationId xmlns:a16="http://schemas.microsoft.com/office/drawing/2014/main" id="{88C51F0E-0C46-138E-7B73-E42C2CBDAB91}"/>
                </a:ext>
              </a:extLst>
            </p:cNvPr>
            <p:cNvSpPr/>
            <p:nvPr/>
          </p:nvSpPr>
          <p:spPr>
            <a:xfrm>
              <a:off x="7597992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5" name="pg152">
              <a:extLst>
                <a:ext uri="{FF2B5EF4-FFF2-40B4-BE49-F238E27FC236}">
                  <a16:creationId xmlns:a16="http://schemas.microsoft.com/office/drawing/2014/main" id="{01EED1E6-A45D-7C6D-5F23-EA25E8FFBDD6}"/>
                </a:ext>
              </a:extLst>
            </p:cNvPr>
            <p:cNvSpPr/>
            <p:nvPr/>
          </p:nvSpPr>
          <p:spPr>
            <a:xfrm>
              <a:off x="7634180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6" name="pg153">
              <a:extLst>
                <a:ext uri="{FF2B5EF4-FFF2-40B4-BE49-F238E27FC236}">
                  <a16:creationId xmlns:a16="http://schemas.microsoft.com/office/drawing/2014/main" id="{7E19E2DD-E871-B8A7-B944-B9954BDE981A}"/>
                </a:ext>
              </a:extLst>
            </p:cNvPr>
            <p:cNvSpPr/>
            <p:nvPr/>
          </p:nvSpPr>
          <p:spPr>
            <a:xfrm>
              <a:off x="7670368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7" name="pg154">
              <a:extLst>
                <a:ext uri="{FF2B5EF4-FFF2-40B4-BE49-F238E27FC236}">
                  <a16:creationId xmlns:a16="http://schemas.microsoft.com/office/drawing/2014/main" id="{279DF95F-4FB7-6582-8B73-68C014BAA172}"/>
                </a:ext>
              </a:extLst>
            </p:cNvPr>
            <p:cNvSpPr/>
            <p:nvPr/>
          </p:nvSpPr>
          <p:spPr>
            <a:xfrm>
              <a:off x="7706556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8" name="pg155">
              <a:extLst>
                <a:ext uri="{FF2B5EF4-FFF2-40B4-BE49-F238E27FC236}">
                  <a16:creationId xmlns:a16="http://schemas.microsoft.com/office/drawing/2014/main" id="{05DEB32E-7F85-B809-13DA-4D56A368742F}"/>
                </a:ext>
              </a:extLst>
            </p:cNvPr>
            <p:cNvSpPr/>
            <p:nvPr/>
          </p:nvSpPr>
          <p:spPr>
            <a:xfrm>
              <a:off x="7742744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9" name="pg156">
              <a:extLst>
                <a:ext uri="{FF2B5EF4-FFF2-40B4-BE49-F238E27FC236}">
                  <a16:creationId xmlns:a16="http://schemas.microsoft.com/office/drawing/2014/main" id="{D6203B0B-1649-A1B3-34C7-4694B63ACD4E}"/>
                </a:ext>
              </a:extLst>
            </p:cNvPr>
            <p:cNvSpPr/>
            <p:nvPr/>
          </p:nvSpPr>
          <p:spPr>
            <a:xfrm>
              <a:off x="7778932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0" name="pg157">
              <a:extLst>
                <a:ext uri="{FF2B5EF4-FFF2-40B4-BE49-F238E27FC236}">
                  <a16:creationId xmlns:a16="http://schemas.microsoft.com/office/drawing/2014/main" id="{AF5ED4C0-0B3D-5631-EFAB-636E3BB0AEA7}"/>
                </a:ext>
              </a:extLst>
            </p:cNvPr>
            <p:cNvSpPr/>
            <p:nvPr/>
          </p:nvSpPr>
          <p:spPr>
            <a:xfrm>
              <a:off x="7815120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1" name="pg158">
              <a:extLst>
                <a:ext uri="{FF2B5EF4-FFF2-40B4-BE49-F238E27FC236}">
                  <a16:creationId xmlns:a16="http://schemas.microsoft.com/office/drawing/2014/main" id="{109EED34-0D3F-B812-0372-FC1D60B97D71}"/>
                </a:ext>
              </a:extLst>
            </p:cNvPr>
            <p:cNvSpPr/>
            <p:nvPr/>
          </p:nvSpPr>
          <p:spPr>
            <a:xfrm>
              <a:off x="7851308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2" name="pg159">
              <a:extLst>
                <a:ext uri="{FF2B5EF4-FFF2-40B4-BE49-F238E27FC236}">
                  <a16:creationId xmlns:a16="http://schemas.microsoft.com/office/drawing/2014/main" id="{C5EFF2F3-5BD6-A5EA-CC00-E4E7FAC3D126}"/>
                </a:ext>
              </a:extLst>
            </p:cNvPr>
            <p:cNvSpPr/>
            <p:nvPr/>
          </p:nvSpPr>
          <p:spPr>
            <a:xfrm>
              <a:off x="7887496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3" name="pg160">
              <a:extLst>
                <a:ext uri="{FF2B5EF4-FFF2-40B4-BE49-F238E27FC236}">
                  <a16:creationId xmlns:a16="http://schemas.microsoft.com/office/drawing/2014/main" id="{049CD929-4FB8-9C13-2FDD-C01CEAEB46C5}"/>
                </a:ext>
              </a:extLst>
            </p:cNvPr>
            <p:cNvSpPr/>
            <p:nvPr/>
          </p:nvSpPr>
          <p:spPr>
            <a:xfrm>
              <a:off x="7923684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4" name="pg161">
              <a:extLst>
                <a:ext uri="{FF2B5EF4-FFF2-40B4-BE49-F238E27FC236}">
                  <a16:creationId xmlns:a16="http://schemas.microsoft.com/office/drawing/2014/main" id="{4748BF45-D58A-FE0F-F039-C4F47C304703}"/>
                </a:ext>
              </a:extLst>
            </p:cNvPr>
            <p:cNvSpPr/>
            <p:nvPr/>
          </p:nvSpPr>
          <p:spPr>
            <a:xfrm>
              <a:off x="7959872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5" name="pg162">
              <a:extLst>
                <a:ext uri="{FF2B5EF4-FFF2-40B4-BE49-F238E27FC236}">
                  <a16:creationId xmlns:a16="http://schemas.microsoft.com/office/drawing/2014/main" id="{50A4D01A-5DF6-9888-DA10-B3939421A8E5}"/>
                </a:ext>
              </a:extLst>
            </p:cNvPr>
            <p:cNvSpPr/>
            <p:nvPr/>
          </p:nvSpPr>
          <p:spPr>
            <a:xfrm>
              <a:off x="7996059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6" name="pg163">
              <a:extLst>
                <a:ext uri="{FF2B5EF4-FFF2-40B4-BE49-F238E27FC236}">
                  <a16:creationId xmlns:a16="http://schemas.microsoft.com/office/drawing/2014/main" id="{7BA95A20-5409-DEE8-9039-B3F26444185C}"/>
                </a:ext>
              </a:extLst>
            </p:cNvPr>
            <p:cNvSpPr/>
            <p:nvPr/>
          </p:nvSpPr>
          <p:spPr>
            <a:xfrm>
              <a:off x="8032248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7" name="pg164">
              <a:extLst>
                <a:ext uri="{FF2B5EF4-FFF2-40B4-BE49-F238E27FC236}">
                  <a16:creationId xmlns:a16="http://schemas.microsoft.com/office/drawing/2014/main" id="{0FDDAD52-B70A-C0F4-1F4B-07A760BB6E47}"/>
                </a:ext>
              </a:extLst>
            </p:cNvPr>
            <p:cNvSpPr/>
            <p:nvPr/>
          </p:nvSpPr>
          <p:spPr>
            <a:xfrm>
              <a:off x="8068436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8" name="pg165">
              <a:extLst>
                <a:ext uri="{FF2B5EF4-FFF2-40B4-BE49-F238E27FC236}">
                  <a16:creationId xmlns:a16="http://schemas.microsoft.com/office/drawing/2014/main" id="{3F5A8B6B-C7BA-4702-5B9F-7796084B472E}"/>
                </a:ext>
              </a:extLst>
            </p:cNvPr>
            <p:cNvSpPr/>
            <p:nvPr/>
          </p:nvSpPr>
          <p:spPr>
            <a:xfrm>
              <a:off x="8104624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9" name="pg166">
              <a:extLst>
                <a:ext uri="{FF2B5EF4-FFF2-40B4-BE49-F238E27FC236}">
                  <a16:creationId xmlns:a16="http://schemas.microsoft.com/office/drawing/2014/main" id="{B0425D1C-3A30-8C61-46B8-06A8B12E1ADC}"/>
                </a:ext>
              </a:extLst>
            </p:cNvPr>
            <p:cNvSpPr/>
            <p:nvPr/>
          </p:nvSpPr>
          <p:spPr>
            <a:xfrm>
              <a:off x="8140811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0" name="pg167">
              <a:extLst>
                <a:ext uri="{FF2B5EF4-FFF2-40B4-BE49-F238E27FC236}">
                  <a16:creationId xmlns:a16="http://schemas.microsoft.com/office/drawing/2014/main" id="{DA818372-A462-F049-1EDA-8D6D17201CDE}"/>
                </a:ext>
              </a:extLst>
            </p:cNvPr>
            <p:cNvSpPr/>
            <p:nvPr/>
          </p:nvSpPr>
          <p:spPr>
            <a:xfrm>
              <a:off x="8176999" y="501305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1" name="pg168">
              <a:extLst>
                <a:ext uri="{FF2B5EF4-FFF2-40B4-BE49-F238E27FC236}">
                  <a16:creationId xmlns:a16="http://schemas.microsoft.com/office/drawing/2014/main" id="{2DA94C4E-25DB-B59D-C670-7C76E77CA1BE}"/>
                </a:ext>
              </a:extLst>
            </p:cNvPr>
            <p:cNvSpPr/>
            <p:nvPr/>
          </p:nvSpPr>
          <p:spPr>
            <a:xfrm>
              <a:off x="7272301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2" name="pg169">
              <a:extLst>
                <a:ext uri="{FF2B5EF4-FFF2-40B4-BE49-F238E27FC236}">
                  <a16:creationId xmlns:a16="http://schemas.microsoft.com/office/drawing/2014/main" id="{A9EFBF17-87B1-0C64-2C24-62A78F20E770}"/>
                </a:ext>
              </a:extLst>
            </p:cNvPr>
            <p:cNvSpPr/>
            <p:nvPr/>
          </p:nvSpPr>
          <p:spPr>
            <a:xfrm>
              <a:off x="7308489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3" name="pg170">
              <a:extLst>
                <a:ext uri="{FF2B5EF4-FFF2-40B4-BE49-F238E27FC236}">
                  <a16:creationId xmlns:a16="http://schemas.microsoft.com/office/drawing/2014/main" id="{B8F491E3-2330-5B2A-5C98-3CCC57AD87AC}"/>
                </a:ext>
              </a:extLst>
            </p:cNvPr>
            <p:cNvSpPr/>
            <p:nvPr/>
          </p:nvSpPr>
          <p:spPr>
            <a:xfrm>
              <a:off x="7380864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4" name="pg171">
              <a:extLst>
                <a:ext uri="{FF2B5EF4-FFF2-40B4-BE49-F238E27FC236}">
                  <a16:creationId xmlns:a16="http://schemas.microsoft.com/office/drawing/2014/main" id="{48FF22FF-67DF-3CFE-9622-177D2227360F}"/>
                </a:ext>
              </a:extLst>
            </p:cNvPr>
            <p:cNvSpPr/>
            <p:nvPr/>
          </p:nvSpPr>
          <p:spPr>
            <a:xfrm>
              <a:off x="7417052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5" name="pg172">
              <a:extLst>
                <a:ext uri="{FF2B5EF4-FFF2-40B4-BE49-F238E27FC236}">
                  <a16:creationId xmlns:a16="http://schemas.microsoft.com/office/drawing/2014/main" id="{63BAD037-1B7F-0A20-C789-D1A13F446615}"/>
                </a:ext>
              </a:extLst>
            </p:cNvPr>
            <p:cNvSpPr/>
            <p:nvPr/>
          </p:nvSpPr>
          <p:spPr>
            <a:xfrm>
              <a:off x="7453240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6" name="pg173">
              <a:extLst>
                <a:ext uri="{FF2B5EF4-FFF2-40B4-BE49-F238E27FC236}">
                  <a16:creationId xmlns:a16="http://schemas.microsoft.com/office/drawing/2014/main" id="{A0C60A69-BA0D-76FF-358F-8B1CE4B086B7}"/>
                </a:ext>
              </a:extLst>
            </p:cNvPr>
            <p:cNvSpPr/>
            <p:nvPr/>
          </p:nvSpPr>
          <p:spPr>
            <a:xfrm>
              <a:off x="7489428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7" name="pg174">
              <a:extLst>
                <a:ext uri="{FF2B5EF4-FFF2-40B4-BE49-F238E27FC236}">
                  <a16:creationId xmlns:a16="http://schemas.microsoft.com/office/drawing/2014/main" id="{B899201C-849F-38BE-924B-F6709CB4D137}"/>
                </a:ext>
              </a:extLst>
            </p:cNvPr>
            <p:cNvSpPr/>
            <p:nvPr/>
          </p:nvSpPr>
          <p:spPr>
            <a:xfrm>
              <a:off x="7525616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8" name="pg175">
              <a:extLst>
                <a:ext uri="{FF2B5EF4-FFF2-40B4-BE49-F238E27FC236}">
                  <a16:creationId xmlns:a16="http://schemas.microsoft.com/office/drawing/2014/main" id="{2FB0A68F-F40B-01EE-E440-C7691DF0B07E}"/>
                </a:ext>
              </a:extLst>
            </p:cNvPr>
            <p:cNvSpPr/>
            <p:nvPr/>
          </p:nvSpPr>
          <p:spPr>
            <a:xfrm>
              <a:off x="7561804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9" name="pg176">
              <a:extLst>
                <a:ext uri="{FF2B5EF4-FFF2-40B4-BE49-F238E27FC236}">
                  <a16:creationId xmlns:a16="http://schemas.microsoft.com/office/drawing/2014/main" id="{788B6052-11F0-DD27-3CCC-A56547CADB06}"/>
                </a:ext>
              </a:extLst>
            </p:cNvPr>
            <p:cNvSpPr/>
            <p:nvPr/>
          </p:nvSpPr>
          <p:spPr>
            <a:xfrm>
              <a:off x="7597992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0" name="pg177">
              <a:extLst>
                <a:ext uri="{FF2B5EF4-FFF2-40B4-BE49-F238E27FC236}">
                  <a16:creationId xmlns:a16="http://schemas.microsoft.com/office/drawing/2014/main" id="{7BF9CF95-42DC-9A5E-59A4-7B48C31381EA}"/>
                </a:ext>
              </a:extLst>
            </p:cNvPr>
            <p:cNvSpPr/>
            <p:nvPr/>
          </p:nvSpPr>
          <p:spPr>
            <a:xfrm>
              <a:off x="7634180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1" name="pg178">
              <a:extLst>
                <a:ext uri="{FF2B5EF4-FFF2-40B4-BE49-F238E27FC236}">
                  <a16:creationId xmlns:a16="http://schemas.microsoft.com/office/drawing/2014/main" id="{312A3E54-9083-CB3D-AD06-1DA248AF3337}"/>
                </a:ext>
              </a:extLst>
            </p:cNvPr>
            <p:cNvSpPr/>
            <p:nvPr/>
          </p:nvSpPr>
          <p:spPr>
            <a:xfrm>
              <a:off x="7742744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2" name="pg179">
              <a:extLst>
                <a:ext uri="{FF2B5EF4-FFF2-40B4-BE49-F238E27FC236}">
                  <a16:creationId xmlns:a16="http://schemas.microsoft.com/office/drawing/2014/main" id="{F555C67B-CC2C-0B1C-C3B0-4023D6E0CD3C}"/>
                </a:ext>
              </a:extLst>
            </p:cNvPr>
            <p:cNvSpPr/>
            <p:nvPr/>
          </p:nvSpPr>
          <p:spPr>
            <a:xfrm>
              <a:off x="7778932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3" name="pg180">
              <a:extLst>
                <a:ext uri="{FF2B5EF4-FFF2-40B4-BE49-F238E27FC236}">
                  <a16:creationId xmlns:a16="http://schemas.microsoft.com/office/drawing/2014/main" id="{38281EA1-C8A8-C430-2565-129A14CCB9C9}"/>
                </a:ext>
              </a:extLst>
            </p:cNvPr>
            <p:cNvSpPr/>
            <p:nvPr/>
          </p:nvSpPr>
          <p:spPr>
            <a:xfrm>
              <a:off x="7815120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4" name="pg181">
              <a:extLst>
                <a:ext uri="{FF2B5EF4-FFF2-40B4-BE49-F238E27FC236}">
                  <a16:creationId xmlns:a16="http://schemas.microsoft.com/office/drawing/2014/main" id="{E45A75B3-F8B9-56D6-1031-577A783F0BED}"/>
                </a:ext>
              </a:extLst>
            </p:cNvPr>
            <p:cNvSpPr/>
            <p:nvPr/>
          </p:nvSpPr>
          <p:spPr>
            <a:xfrm>
              <a:off x="7851308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5" name="pg182">
              <a:extLst>
                <a:ext uri="{FF2B5EF4-FFF2-40B4-BE49-F238E27FC236}">
                  <a16:creationId xmlns:a16="http://schemas.microsoft.com/office/drawing/2014/main" id="{DC095262-0ABB-9A04-5F8B-C4E186F86324}"/>
                </a:ext>
              </a:extLst>
            </p:cNvPr>
            <p:cNvSpPr/>
            <p:nvPr/>
          </p:nvSpPr>
          <p:spPr>
            <a:xfrm>
              <a:off x="7887496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6" name="pg183">
              <a:extLst>
                <a:ext uri="{FF2B5EF4-FFF2-40B4-BE49-F238E27FC236}">
                  <a16:creationId xmlns:a16="http://schemas.microsoft.com/office/drawing/2014/main" id="{BA8B4479-8D8D-8C7A-5CB2-E7298B6B27C4}"/>
                </a:ext>
              </a:extLst>
            </p:cNvPr>
            <p:cNvSpPr/>
            <p:nvPr/>
          </p:nvSpPr>
          <p:spPr>
            <a:xfrm>
              <a:off x="7923684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7" name="pg184">
              <a:extLst>
                <a:ext uri="{FF2B5EF4-FFF2-40B4-BE49-F238E27FC236}">
                  <a16:creationId xmlns:a16="http://schemas.microsoft.com/office/drawing/2014/main" id="{AD61145A-95CD-90BA-1F0C-75F0BA8B4ACE}"/>
                </a:ext>
              </a:extLst>
            </p:cNvPr>
            <p:cNvSpPr/>
            <p:nvPr/>
          </p:nvSpPr>
          <p:spPr>
            <a:xfrm>
              <a:off x="7959872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8" name="pg185">
              <a:extLst>
                <a:ext uri="{FF2B5EF4-FFF2-40B4-BE49-F238E27FC236}">
                  <a16:creationId xmlns:a16="http://schemas.microsoft.com/office/drawing/2014/main" id="{ED329F15-05CD-226B-133A-C74B7C398B78}"/>
                </a:ext>
              </a:extLst>
            </p:cNvPr>
            <p:cNvSpPr/>
            <p:nvPr/>
          </p:nvSpPr>
          <p:spPr>
            <a:xfrm>
              <a:off x="7996059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9" name="pg186">
              <a:extLst>
                <a:ext uri="{FF2B5EF4-FFF2-40B4-BE49-F238E27FC236}">
                  <a16:creationId xmlns:a16="http://schemas.microsoft.com/office/drawing/2014/main" id="{2BCDB48F-471C-10DB-B313-DD4006596F45}"/>
                </a:ext>
              </a:extLst>
            </p:cNvPr>
            <p:cNvSpPr/>
            <p:nvPr/>
          </p:nvSpPr>
          <p:spPr>
            <a:xfrm>
              <a:off x="8032248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0" name="pg187">
              <a:extLst>
                <a:ext uri="{FF2B5EF4-FFF2-40B4-BE49-F238E27FC236}">
                  <a16:creationId xmlns:a16="http://schemas.microsoft.com/office/drawing/2014/main" id="{07A315F1-FE8B-49C7-6186-38D8829DB991}"/>
                </a:ext>
              </a:extLst>
            </p:cNvPr>
            <p:cNvSpPr/>
            <p:nvPr/>
          </p:nvSpPr>
          <p:spPr>
            <a:xfrm>
              <a:off x="8068436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1" name="pg188">
              <a:extLst>
                <a:ext uri="{FF2B5EF4-FFF2-40B4-BE49-F238E27FC236}">
                  <a16:creationId xmlns:a16="http://schemas.microsoft.com/office/drawing/2014/main" id="{51978E82-EF7E-0C27-68C7-B11A35456AF9}"/>
                </a:ext>
              </a:extLst>
            </p:cNvPr>
            <p:cNvSpPr/>
            <p:nvPr/>
          </p:nvSpPr>
          <p:spPr>
            <a:xfrm>
              <a:off x="8104624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2" name="pg189">
              <a:extLst>
                <a:ext uri="{FF2B5EF4-FFF2-40B4-BE49-F238E27FC236}">
                  <a16:creationId xmlns:a16="http://schemas.microsoft.com/office/drawing/2014/main" id="{3CB65B14-E88C-3070-F772-B85E6C182B4D}"/>
                </a:ext>
              </a:extLst>
            </p:cNvPr>
            <p:cNvSpPr/>
            <p:nvPr/>
          </p:nvSpPr>
          <p:spPr>
            <a:xfrm>
              <a:off x="8140811" y="505896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3" name="pg190">
              <a:extLst>
                <a:ext uri="{FF2B5EF4-FFF2-40B4-BE49-F238E27FC236}">
                  <a16:creationId xmlns:a16="http://schemas.microsoft.com/office/drawing/2014/main" id="{A22C6904-9FBD-5816-19F4-48D2033E3951}"/>
                </a:ext>
              </a:extLst>
            </p:cNvPr>
            <p:cNvSpPr/>
            <p:nvPr/>
          </p:nvSpPr>
          <p:spPr>
            <a:xfrm>
              <a:off x="7236112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4" name="pg191">
              <a:extLst>
                <a:ext uri="{FF2B5EF4-FFF2-40B4-BE49-F238E27FC236}">
                  <a16:creationId xmlns:a16="http://schemas.microsoft.com/office/drawing/2014/main" id="{8C43DC0B-7F4B-4341-5F7D-BB5C06D10130}"/>
                </a:ext>
              </a:extLst>
            </p:cNvPr>
            <p:cNvSpPr/>
            <p:nvPr/>
          </p:nvSpPr>
          <p:spPr>
            <a:xfrm>
              <a:off x="7272301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5" name="pg192">
              <a:extLst>
                <a:ext uri="{FF2B5EF4-FFF2-40B4-BE49-F238E27FC236}">
                  <a16:creationId xmlns:a16="http://schemas.microsoft.com/office/drawing/2014/main" id="{3D0D66AF-6D55-9BC9-31FA-C31AEBF9387E}"/>
                </a:ext>
              </a:extLst>
            </p:cNvPr>
            <p:cNvSpPr/>
            <p:nvPr/>
          </p:nvSpPr>
          <p:spPr>
            <a:xfrm>
              <a:off x="7308489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6" name="pg193">
              <a:extLst>
                <a:ext uri="{FF2B5EF4-FFF2-40B4-BE49-F238E27FC236}">
                  <a16:creationId xmlns:a16="http://schemas.microsoft.com/office/drawing/2014/main" id="{5D56F1E1-1FCC-E116-BA0B-E960138EC461}"/>
                </a:ext>
              </a:extLst>
            </p:cNvPr>
            <p:cNvSpPr/>
            <p:nvPr/>
          </p:nvSpPr>
          <p:spPr>
            <a:xfrm>
              <a:off x="7344676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7" name="pg194">
              <a:extLst>
                <a:ext uri="{FF2B5EF4-FFF2-40B4-BE49-F238E27FC236}">
                  <a16:creationId xmlns:a16="http://schemas.microsoft.com/office/drawing/2014/main" id="{947FE0D7-4661-C69F-D0B9-C5ABE7146078}"/>
                </a:ext>
              </a:extLst>
            </p:cNvPr>
            <p:cNvSpPr/>
            <p:nvPr/>
          </p:nvSpPr>
          <p:spPr>
            <a:xfrm>
              <a:off x="7380864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8" name="pg195">
              <a:extLst>
                <a:ext uri="{FF2B5EF4-FFF2-40B4-BE49-F238E27FC236}">
                  <a16:creationId xmlns:a16="http://schemas.microsoft.com/office/drawing/2014/main" id="{0D769554-727A-E2A4-94F0-69B2829DEDAA}"/>
                </a:ext>
              </a:extLst>
            </p:cNvPr>
            <p:cNvSpPr/>
            <p:nvPr/>
          </p:nvSpPr>
          <p:spPr>
            <a:xfrm>
              <a:off x="7417052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9" name="pg196">
              <a:extLst>
                <a:ext uri="{FF2B5EF4-FFF2-40B4-BE49-F238E27FC236}">
                  <a16:creationId xmlns:a16="http://schemas.microsoft.com/office/drawing/2014/main" id="{7AEABEFB-4B9A-A621-B76E-48A72DB84F7E}"/>
                </a:ext>
              </a:extLst>
            </p:cNvPr>
            <p:cNvSpPr/>
            <p:nvPr/>
          </p:nvSpPr>
          <p:spPr>
            <a:xfrm>
              <a:off x="7453240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0" name="pg197">
              <a:extLst>
                <a:ext uri="{FF2B5EF4-FFF2-40B4-BE49-F238E27FC236}">
                  <a16:creationId xmlns:a16="http://schemas.microsoft.com/office/drawing/2014/main" id="{C683D834-5E54-9618-E533-6F0B8AE35A9B}"/>
                </a:ext>
              </a:extLst>
            </p:cNvPr>
            <p:cNvSpPr/>
            <p:nvPr/>
          </p:nvSpPr>
          <p:spPr>
            <a:xfrm>
              <a:off x="7489428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1" name="pg198">
              <a:extLst>
                <a:ext uri="{FF2B5EF4-FFF2-40B4-BE49-F238E27FC236}">
                  <a16:creationId xmlns:a16="http://schemas.microsoft.com/office/drawing/2014/main" id="{923DA90C-1960-CE6B-21C5-AEB8C8A7C6C0}"/>
                </a:ext>
              </a:extLst>
            </p:cNvPr>
            <p:cNvSpPr/>
            <p:nvPr/>
          </p:nvSpPr>
          <p:spPr>
            <a:xfrm>
              <a:off x="7525616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2" name="pg199">
              <a:extLst>
                <a:ext uri="{FF2B5EF4-FFF2-40B4-BE49-F238E27FC236}">
                  <a16:creationId xmlns:a16="http://schemas.microsoft.com/office/drawing/2014/main" id="{24D58736-699A-797C-03E7-A3BA6229B0C5}"/>
                </a:ext>
              </a:extLst>
            </p:cNvPr>
            <p:cNvSpPr/>
            <p:nvPr/>
          </p:nvSpPr>
          <p:spPr>
            <a:xfrm>
              <a:off x="7561804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3" name="pg200">
              <a:extLst>
                <a:ext uri="{FF2B5EF4-FFF2-40B4-BE49-F238E27FC236}">
                  <a16:creationId xmlns:a16="http://schemas.microsoft.com/office/drawing/2014/main" id="{5A2AB2CD-D8FD-2744-726D-8134170DE675}"/>
                </a:ext>
              </a:extLst>
            </p:cNvPr>
            <p:cNvSpPr/>
            <p:nvPr/>
          </p:nvSpPr>
          <p:spPr>
            <a:xfrm>
              <a:off x="7597992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4" name="pg201">
              <a:extLst>
                <a:ext uri="{FF2B5EF4-FFF2-40B4-BE49-F238E27FC236}">
                  <a16:creationId xmlns:a16="http://schemas.microsoft.com/office/drawing/2014/main" id="{0A38606B-D41C-9BC2-1887-C9E6AFC01FB2}"/>
                </a:ext>
              </a:extLst>
            </p:cNvPr>
            <p:cNvSpPr/>
            <p:nvPr/>
          </p:nvSpPr>
          <p:spPr>
            <a:xfrm>
              <a:off x="7634180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5" name="pg202">
              <a:extLst>
                <a:ext uri="{FF2B5EF4-FFF2-40B4-BE49-F238E27FC236}">
                  <a16:creationId xmlns:a16="http://schemas.microsoft.com/office/drawing/2014/main" id="{46FAB44B-C73D-1644-B6B2-C33CD938F09C}"/>
                </a:ext>
              </a:extLst>
            </p:cNvPr>
            <p:cNvSpPr/>
            <p:nvPr/>
          </p:nvSpPr>
          <p:spPr>
            <a:xfrm>
              <a:off x="7778932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6" name="pg203">
              <a:extLst>
                <a:ext uri="{FF2B5EF4-FFF2-40B4-BE49-F238E27FC236}">
                  <a16:creationId xmlns:a16="http://schemas.microsoft.com/office/drawing/2014/main" id="{0AD29892-23A9-C501-F6C4-F2BBDEF24E7E}"/>
                </a:ext>
              </a:extLst>
            </p:cNvPr>
            <p:cNvSpPr/>
            <p:nvPr/>
          </p:nvSpPr>
          <p:spPr>
            <a:xfrm>
              <a:off x="7815120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7" name="pg204">
              <a:extLst>
                <a:ext uri="{FF2B5EF4-FFF2-40B4-BE49-F238E27FC236}">
                  <a16:creationId xmlns:a16="http://schemas.microsoft.com/office/drawing/2014/main" id="{F45AF238-0053-7CF9-C6C5-961D435BD57C}"/>
                </a:ext>
              </a:extLst>
            </p:cNvPr>
            <p:cNvSpPr/>
            <p:nvPr/>
          </p:nvSpPr>
          <p:spPr>
            <a:xfrm>
              <a:off x="7851308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8" name="pg205">
              <a:extLst>
                <a:ext uri="{FF2B5EF4-FFF2-40B4-BE49-F238E27FC236}">
                  <a16:creationId xmlns:a16="http://schemas.microsoft.com/office/drawing/2014/main" id="{754DAA49-B789-3A28-CBD0-6B87D141262F}"/>
                </a:ext>
              </a:extLst>
            </p:cNvPr>
            <p:cNvSpPr/>
            <p:nvPr/>
          </p:nvSpPr>
          <p:spPr>
            <a:xfrm>
              <a:off x="7887496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9" name="pg206">
              <a:extLst>
                <a:ext uri="{FF2B5EF4-FFF2-40B4-BE49-F238E27FC236}">
                  <a16:creationId xmlns:a16="http://schemas.microsoft.com/office/drawing/2014/main" id="{1A1C0D2C-5FEA-CDF6-8B37-BD4B9B5EC633}"/>
                </a:ext>
              </a:extLst>
            </p:cNvPr>
            <p:cNvSpPr/>
            <p:nvPr/>
          </p:nvSpPr>
          <p:spPr>
            <a:xfrm>
              <a:off x="7923684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0" name="pg207">
              <a:extLst>
                <a:ext uri="{FF2B5EF4-FFF2-40B4-BE49-F238E27FC236}">
                  <a16:creationId xmlns:a16="http://schemas.microsoft.com/office/drawing/2014/main" id="{B43A880A-BABB-190C-5C87-84CF78E4BDB3}"/>
                </a:ext>
              </a:extLst>
            </p:cNvPr>
            <p:cNvSpPr/>
            <p:nvPr/>
          </p:nvSpPr>
          <p:spPr>
            <a:xfrm>
              <a:off x="7959872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1" name="pg208">
              <a:extLst>
                <a:ext uri="{FF2B5EF4-FFF2-40B4-BE49-F238E27FC236}">
                  <a16:creationId xmlns:a16="http://schemas.microsoft.com/office/drawing/2014/main" id="{D417A2C0-4146-D79C-DF21-9E64F5198E94}"/>
                </a:ext>
              </a:extLst>
            </p:cNvPr>
            <p:cNvSpPr/>
            <p:nvPr/>
          </p:nvSpPr>
          <p:spPr>
            <a:xfrm>
              <a:off x="7996059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2" name="pg209">
              <a:extLst>
                <a:ext uri="{FF2B5EF4-FFF2-40B4-BE49-F238E27FC236}">
                  <a16:creationId xmlns:a16="http://schemas.microsoft.com/office/drawing/2014/main" id="{D82C6327-D989-C1B1-0944-BC0B31F50378}"/>
                </a:ext>
              </a:extLst>
            </p:cNvPr>
            <p:cNvSpPr/>
            <p:nvPr/>
          </p:nvSpPr>
          <p:spPr>
            <a:xfrm>
              <a:off x="8032248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3" name="pg210">
              <a:extLst>
                <a:ext uri="{FF2B5EF4-FFF2-40B4-BE49-F238E27FC236}">
                  <a16:creationId xmlns:a16="http://schemas.microsoft.com/office/drawing/2014/main" id="{F0753CF1-1C60-051F-E253-0CE315581376}"/>
                </a:ext>
              </a:extLst>
            </p:cNvPr>
            <p:cNvSpPr/>
            <p:nvPr/>
          </p:nvSpPr>
          <p:spPr>
            <a:xfrm>
              <a:off x="8068436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4" name="pg211">
              <a:extLst>
                <a:ext uri="{FF2B5EF4-FFF2-40B4-BE49-F238E27FC236}">
                  <a16:creationId xmlns:a16="http://schemas.microsoft.com/office/drawing/2014/main" id="{62D96E5B-2F87-F690-3DF3-0DA8F6F18A04}"/>
                </a:ext>
              </a:extLst>
            </p:cNvPr>
            <p:cNvSpPr/>
            <p:nvPr/>
          </p:nvSpPr>
          <p:spPr>
            <a:xfrm>
              <a:off x="8104624" y="510487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5" name="pg212">
              <a:extLst>
                <a:ext uri="{FF2B5EF4-FFF2-40B4-BE49-F238E27FC236}">
                  <a16:creationId xmlns:a16="http://schemas.microsoft.com/office/drawing/2014/main" id="{778FEAD9-172A-B94B-D0E2-DB6DCDD56CF2}"/>
                </a:ext>
              </a:extLst>
            </p:cNvPr>
            <p:cNvSpPr/>
            <p:nvPr/>
          </p:nvSpPr>
          <p:spPr>
            <a:xfrm>
              <a:off x="7199924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6" name="pg213">
              <a:extLst>
                <a:ext uri="{FF2B5EF4-FFF2-40B4-BE49-F238E27FC236}">
                  <a16:creationId xmlns:a16="http://schemas.microsoft.com/office/drawing/2014/main" id="{1D79B944-20DA-216D-8A8A-80FD33B983F0}"/>
                </a:ext>
              </a:extLst>
            </p:cNvPr>
            <p:cNvSpPr/>
            <p:nvPr/>
          </p:nvSpPr>
          <p:spPr>
            <a:xfrm>
              <a:off x="7236112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7" name="pg214">
              <a:extLst>
                <a:ext uri="{FF2B5EF4-FFF2-40B4-BE49-F238E27FC236}">
                  <a16:creationId xmlns:a16="http://schemas.microsoft.com/office/drawing/2014/main" id="{04527B02-57F2-59E0-A16B-B5DF44FE1DDC}"/>
                </a:ext>
              </a:extLst>
            </p:cNvPr>
            <p:cNvSpPr/>
            <p:nvPr/>
          </p:nvSpPr>
          <p:spPr>
            <a:xfrm>
              <a:off x="7272301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8" name="pg215">
              <a:extLst>
                <a:ext uri="{FF2B5EF4-FFF2-40B4-BE49-F238E27FC236}">
                  <a16:creationId xmlns:a16="http://schemas.microsoft.com/office/drawing/2014/main" id="{F5EB7B21-D413-CC01-8698-B3D1312F3918}"/>
                </a:ext>
              </a:extLst>
            </p:cNvPr>
            <p:cNvSpPr/>
            <p:nvPr/>
          </p:nvSpPr>
          <p:spPr>
            <a:xfrm>
              <a:off x="7308489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9" name="pg216">
              <a:extLst>
                <a:ext uri="{FF2B5EF4-FFF2-40B4-BE49-F238E27FC236}">
                  <a16:creationId xmlns:a16="http://schemas.microsoft.com/office/drawing/2014/main" id="{41FC5637-771C-B646-14B0-12889CDE6925}"/>
                </a:ext>
              </a:extLst>
            </p:cNvPr>
            <p:cNvSpPr/>
            <p:nvPr/>
          </p:nvSpPr>
          <p:spPr>
            <a:xfrm>
              <a:off x="7344676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0" name="pg217">
              <a:extLst>
                <a:ext uri="{FF2B5EF4-FFF2-40B4-BE49-F238E27FC236}">
                  <a16:creationId xmlns:a16="http://schemas.microsoft.com/office/drawing/2014/main" id="{BEBC6846-A3FC-6460-A099-C96FA494B6BF}"/>
                </a:ext>
              </a:extLst>
            </p:cNvPr>
            <p:cNvSpPr/>
            <p:nvPr/>
          </p:nvSpPr>
          <p:spPr>
            <a:xfrm>
              <a:off x="7380864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1" name="pg218">
              <a:extLst>
                <a:ext uri="{FF2B5EF4-FFF2-40B4-BE49-F238E27FC236}">
                  <a16:creationId xmlns:a16="http://schemas.microsoft.com/office/drawing/2014/main" id="{284B1421-8BE6-5FB7-0687-5F5F460D9290}"/>
                </a:ext>
              </a:extLst>
            </p:cNvPr>
            <p:cNvSpPr/>
            <p:nvPr/>
          </p:nvSpPr>
          <p:spPr>
            <a:xfrm>
              <a:off x="7417052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2" name="pg219">
              <a:extLst>
                <a:ext uri="{FF2B5EF4-FFF2-40B4-BE49-F238E27FC236}">
                  <a16:creationId xmlns:a16="http://schemas.microsoft.com/office/drawing/2014/main" id="{C9DF4623-E565-C7C0-A4F8-80A4BD7D0F4D}"/>
                </a:ext>
              </a:extLst>
            </p:cNvPr>
            <p:cNvSpPr/>
            <p:nvPr/>
          </p:nvSpPr>
          <p:spPr>
            <a:xfrm>
              <a:off x="7453240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3" name="pg220">
              <a:extLst>
                <a:ext uri="{FF2B5EF4-FFF2-40B4-BE49-F238E27FC236}">
                  <a16:creationId xmlns:a16="http://schemas.microsoft.com/office/drawing/2014/main" id="{255B4788-19AF-5CD6-50AA-0BDE305CA7EE}"/>
                </a:ext>
              </a:extLst>
            </p:cNvPr>
            <p:cNvSpPr/>
            <p:nvPr/>
          </p:nvSpPr>
          <p:spPr>
            <a:xfrm>
              <a:off x="7489428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4" name="pg221">
              <a:extLst>
                <a:ext uri="{FF2B5EF4-FFF2-40B4-BE49-F238E27FC236}">
                  <a16:creationId xmlns:a16="http://schemas.microsoft.com/office/drawing/2014/main" id="{7B6FB778-D96D-5A80-1126-6565350C196B}"/>
                </a:ext>
              </a:extLst>
            </p:cNvPr>
            <p:cNvSpPr/>
            <p:nvPr/>
          </p:nvSpPr>
          <p:spPr>
            <a:xfrm>
              <a:off x="7525616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5" name="pg222">
              <a:extLst>
                <a:ext uri="{FF2B5EF4-FFF2-40B4-BE49-F238E27FC236}">
                  <a16:creationId xmlns:a16="http://schemas.microsoft.com/office/drawing/2014/main" id="{17F20300-0567-5A02-C867-0AB2C04830FC}"/>
                </a:ext>
              </a:extLst>
            </p:cNvPr>
            <p:cNvSpPr/>
            <p:nvPr/>
          </p:nvSpPr>
          <p:spPr>
            <a:xfrm>
              <a:off x="7561804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6" name="pg223">
              <a:extLst>
                <a:ext uri="{FF2B5EF4-FFF2-40B4-BE49-F238E27FC236}">
                  <a16:creationId xmlns:a16="http://schemas.microsoft.com/office/drawing/2014/main" id="{42C939DC-8E06-6A3A-BF41-5481EA00CEDF}"/>
                </a:ext>
              </a:extLst>
            </p:cNvPr>
            <p:cNvSpPr/>
            <p:nvPr/>
          </p:nvSpPr>
          <p:spPr>
            <a:xfrm>
              <a:off x="7597992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7" name="pg224">
              <a:extLst>
                <a:ext uri="{FF2B5EF4-FFF2-40B4-BE49-F238E27FC236}">
                  <a16:creationId xmlns:a16="http://schemas.microsoft.com/office/drawing/2014/main" id="{53236EAB-78C8-77F8-3609-52E49C170C5D}"/>
                </a:ext>
              </a:extLst>
            </p:cNvPr>
            <p:cNvSpPr/>
            <p:nvPr/>
          </p:nvSpPr>
          <p:spPr>
            <a:xfrm>
              <a:off x="7634180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8" name="pg225">
              <a:extLst>
                <a:ext uri="{FF2B5EF4-FFF2-40B4-BE49-F238E27FC236}">
                  <a16:creationId xmlns:a16="http://schemas.microsoft.com/office/drawing/2014/main" id="{DFB3585B-6E62-8359-530A-F2E082709BF3}"/>
                </a:ext>
              </a:extLst>
            </p:cNvPr>
            <p:cNvSpPr/>
            <p:nvPr/>
          </p:nvSpPr>
          <p:spPr>
            <a:xfrm>
              <a:off x="7778932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9" name="pg226">
              <a:extLst>
                <a:ext uri="{FF2B5EF4-FFF2-40B4-BE49-F238E27FC236}">
                  <a16:creationId xmlns:a16="http://schemas.microsoft.com/office/drawing/2014/main" id="{2D74F06F-E7AE-DCB3-FA68-ADA4A909A1B7}"/>
                </a:ext>
              </a:extLst>
            </p:cNvPr>
            <p:cNvSpPr/>
            <p:nvPr/>
          </p:nvSpPr>
          <p:spPr>
            <a:xfrm>
              <a:off x="7815120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0" name="pg227">
              <a:extLst>
                <a:ext uri="{FF2B5EF4-FFF2-40B4-BE49-F238E27FC236}">
                  <a16:creationId xmlns:a16="http://schemas.microsoft.com/office/drawing/2014/main" id="{F96C1739-649C-9DF9-D03F-43CF4D4ECF84}"/>
                </a:ext>
              </a:extLst>
            </p:cNvPr>
            <p:cNvSpPr/>
            <p:nvPr/>
          </p:nvSpPr>
          <p:spPr>
            <a:xfrm>
              <a:off x="7851308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1" name="pg228">
              <a:extLst>
                <a:ext uri="{FF2B5EF4-FFF2-40B4-BE49-F238E27FC236}">
                  <a16:creationId xmlns:a16="http://schemas.microsoft.com/office/drawing/2014/main" id="{10DC6239-887A-DE6A-B5CD-7341387C8DA7}"/>
                </a:ext>
              </a:extLst>
            </p:cNvPr>
            <p:cNvSpPr/>
            <p:nvPr/>
          </p:nvSpPr>
          <p:spPr>
            <a:xfrm>
              <a:off x="7887496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2" name="pg229">
              <a:extLst>
                <a:ext uri="{FF2B5EF4-FFF2-40B4-BE49-F238E27FC236}">
                  <a16:creationId xmlns:a16="http://schemas.microsoft.com/office/drawing/2014/main" id="{5BB7E5C9-D5BE-C76F-0129-2F3768791B55}"/>
                </a:ext>
              </a:extLst>
            </p:cNvPr>
            <p:cNvSpPr/>
            <p:nvPr/>
          </p:nvSpPr>
          <p:spPr>
            <a:xfrm>
              <a:off x="7923684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3" name="pg230">
              <a:extLst>
                <a:ext uri="{FF2B5EF4-FFF2-40B4-BE49-F238E27FC236}">
                  <a16:creationId xmlns:a16="http://schemas.microsoft.com/office/drawing/2014/main" id="{B61C6FFA-BAE1-27CC-A6B2-A35CFDF79724}"/>
                </a:ext>
              </a:extLst>
            </p:cNvPr>
            <p:cNvSpPr/>
            <p:nvPr/>
          </p:nvSpPr>
          <p:spPr>
            <a:xfrm>
              <a:off x="7959872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4" name="pg231">
              <a:extLst>
                <a:ext uri="{FF2B5EF4-FFF2-40B4-BE49-F238E27FC236}">
                  <a16:creationId xmlns:a16="http://schemas.microsoft.com/office/drawing/2014/main" id="{E437FD5F-C38E-4956-4B7A-CBB5B6CFBB67}"/>
                </a:ext>
              </a:extLst>
            </p:cNvPr>
            <p:cNvSpPr/>
            <p:nvPr/>
          </p:nvSpPr>
          <p:spPr>
            <a:xfrm>
              <a:off x="7996059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5" name="pg232">
              <a:extLst>
                <a:ext uri="{FF2B5EF4-FFF2-40B4-BE49-F238E27FC236}">
                  <a16:creationId xmlns:a16="http://schemas.microsoft.com/office/drawing/2014/main" id="{9756FB78-5E8E-C756-A6EE-52651EC4B65F}"/>
                </a:ext>
              </a:extLst>
            </p:cNvPr>
            <p:cNvSpPr/>
            <p:nvPr/>
          </p:nvSpPr>
          <p:spPr>
            <a:xfrm>
              <a:off x="8032248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6" name="pg233">
              <a:extLst>
                <a:ext uri="{FF2B5EF4-FFF2-40B4-BE49-F238E27FC236}">
                  <a16:creationId xmlns:a16="http://schemas.microsoft.com/office/drawing/2014/main" id="{52C423BB-D76C-E657-6711-85363C84531D}"/>
                </a:ext>
              </a:extLst>
            </p:cNvPr>
            <p:cNvSpPr/>
            <p:nvPr/>
          </p:nvSpPr>
          <p:spPr>
            <a:xfrm>
              <a:off x="8068436" y="515078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7" name="pg234">
              <a:extLst>
                <a:ext uri="{FF2B5EF4-FFF2-40B4-BE49-F238E27FC236}">
                  <a16:creationId xmlns:a16="http://schemas.microsoft.com/office/drawing/2014/main" id="{09BB12DD-DFC0-7931-E652-B5F96DEDAB83}"/>
                </a:ext>
              </a:extLst>
            </p:cNvPr>
            <p:cNvSpPr/>
            <p:nvPr/>
          </p:nvSpPr>
          <p:spPr>
            <a:xfrm>
              <a:off x="7163737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8" name="pg235">
              <a:extLst>
                <a:ext uri="{FF2B5EF4-FFF2-40B4-BE49-F238E27FC236}">
                  <a16:creationId xmlns:a16="http://schemas.microsoft.com/office/drawing/2014/main" id="{ECCAA7BA-E67B-11C1-B063-ADEC3A7922AC}"/>
                </a:ext>
              </a:extLst>
            </p:cNvPr>
            <p:cNvSpPr/>
            <p:nvPr/>
          </p:nvSpPr>
          <p:spPr>
            <a:xfrm>
              <a:off x="7199924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9" name="pg236">
              <a:extLst>
                <a:ext uri="{FF2B5EF4-FFF2-40B4-BE49-F238E27FC236}">
                  <a16:creationId xmlns:a16="http://schemas.microsoft.com/office/drawing/2014/main" id="{2C347B38-A208-92F0-6267-BCD2EA6E4224}"/>
                </a:ext>
              </a:extLst>
            </p:cNvPr>
            <p:cNvSpPr/>
            <p:nvPr/>
          </p:nvSpPr>
          <p:spPr>
            <a:xfrm>
              <a:off x="7236112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0" name="pg237">
              <a:extLst>
                <a:ext uri="{FF2B5EF4-FFF2-40B4-BE49-F238E27FC236}">
                  <a16:creationId xmlns:a16="http://schemas.microsoft.com/office/drawing/2014/main" id="{D036A20B-3594-5630-EE28-5E707D41671D}"/>
                </a:ext>
              </a:extLst>
            </p:cNvPr>
            <p:cNvSpPr/>
            <p:nvPr/>
          </p:nvSpPr>
          <p:spPr>
            <a:xfrm>
              <a:off x="7272301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1" name="pg238">
              <a:extLst>
                <a:ext uri="{FF2B5EF4-FFF2-40B4-BE49-F238E27FC236}">
                  <a16:creationId xmlns:a16="http://schemas.microsoft.com/office/drawing/2014/main" id="{3ECBA23D-403C-4711-0C6C-448855C662EF}"/>
                </a:ext>
              </a:extLst>
            </p:cNvPr>
            <p:cNvSpPr/>
            <p:nvPr/>
          </p:nvSpPr>
          <p:spPr>
            <a:xfrm>
              <a:off x="7308489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2" name="pg239">
              <a:extLst>
                <a:ext uri="{FF2B5EF4-FFF2-40B4-BE49-F238E27FC236}">
                  <a16:creationId xmlns:a16="http://schemas.microsoft.com/office/drawing/2014/main" id="{01F08123-C12B-B3E5-494E-4ACA489F342C}"/>
                </a:ext>
              </a:extLst>
            </p:cNvPr>
            <p:cNvSpPr/>
            <p:nvPr/>
          </p:nvSpPr>
          <p:spPr>
            <a:xfrm>
              <a:off x="7344676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3" name="pg240">
              <a:extLst>
                <a:ext uri="{FF2B5EF4-FFF2-40B4-BE49-F238E27FC236}">
                  <a16:creationId xmlns:a16="http://schemas.microsoft.com/office/drawing/2014/main" id="{1DCB9B49-AF56-0C02-B8E9-E0CCDC7E8DA5}"/>
                </a:ext>
              </a:extLst>
            </p:cNvPr>
            <p:cNvSpPr/>
            <p:nvPr/>
          </p:nvSpPr>
          <p:spPr>
            <a:xfrm>
              <a:off x="7380864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4" name="pg241">
              <a:extLst>
                <a:ext uri="{FF2B5EF4-FFF2-40B4-BE49-F238E27FC236}">
                  <a16:creationId xmlns:a16="http://schemas.microsoft.com/office/drawing/2014/main" id="{B274EBFA-85D4-DFC8-262B-9EC98418607F}"/>
                </a:ext>
              </a:extLst>
            </p:cNvPr>
            <p:cNvSpPr/>
            <p:nvPr/>
          </p:nvSpPr>
          <p:spPr>
            <a:xfrm>
              <a:off x="7417052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5" name="pg242">
              <a:extLst>
                <a:ext uri="{FF2B5EF4-FFF2-40B4-BE49-F238E27FC236}">
                  <a16:creationId xmlns:a16="http://schemas.microsoft.com/office/drawing/2014/main" id="{48C34D0B-A5D6-2115-401E-7130395CCF87}"/>
                </a:ext>
              </a:extLst>
            </p:cNvPr>
            <p:cNvSpPr/>
            <p:nvPr/>
          </p:nvSpPr>
          <p:spPr>
            <a:xfrm>
              <a:off x="7453240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6" name="pg243">
              <a:extLst>
                <a:ext uri="{FF2B5EF4-FFF2-40B4-BE49-F238E27FC236}">
                  <a16:creationId xmlns:a16="http://schemas.microsoft.com/office/drawing/2014/main" id="{3660B698-D0B7-53DA-2DEB-EF68BF74ED62}"/>
                </a:ext>
              </a:extLst>
            </p:cNvPr>
            <p:cNvSpPr/>
            <p:nvPr/>
          </p:nvSpPr>
          <p:spPr>
            <a:xfrm>
              <a:off x="7489428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7" name="pg244">
              <a:extLst>
                <a:ext uri="{FF2B5EF4-FFF2-40B4-BE49-F238E27FC236}">
                  <a16:creationId xmlns:a16="http://schemas.microsoft.com/office/drawing/2014/main" id="{ABF33395-C399-8A57-4858-637E60438C03}"/>
                </a:ext>
              </a:extLst>
            </p:cNvPr>
            <p:cNvSpPr/>
            <p:nvPr/>
          </p:nvSpPr>
          <p:spPr>
            <a:xfrm>
              <a:off x="7525616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8" name="pg245">
              <a:extLst>
                <a:ext uri="{FF2B5EF4-FFF2-40B4-BE49-F238E27FC236}">
                  <a16:creationId xmlns:a16="http://schemas.microsoft.com/office/drawing/2014/main" id="{EA923F2B-4BE3-1218-2230-06C4C0D3AEAE}"/>
                </a:ext>
              </a:extLst>
            </p:cNvPr>
            <p:cNvSpPr/>
            <p:nvPr/>
          </p:nvSpPr>
          <p:spPr>
            <a:xfrm>
              <a:off x="7561804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9" name="pg246">
              <a:extLst>
                <a:ext uri="{FF2B5EF4-FFF2-40B4-BE49-F238E27FC236}">
                  <a16:creationId xmlns:a16="http://schemas.microsoft.com/office/drawing/2014/main" id="{9127DB17-E207-B0A7-BA03-9AF1191A2A86}"/>
                </a:ext>
              </a:extLst>
            </p:cNvPr>
            <p:cNvSpPr/>
            <p:nvPr/>
          </p:nvSpPr>
          <p:spPr>
            <a:xfrm>
              <a:off x="7597992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0" name="pg247">
              <a:extLst>
                <a:ext uri="{FF2B5EF4-FFF2-40B4-BE49-F238E27FC236}">
                  <a16:creationId xmlns:a16="http://schemas.microsoft.com/office/drawing/2014/main" id="{E4905071-9759-49F3-3126-CC862A838FA1}"/>
                </a:ext>
              </a:extLst>
            </p:cNvPr>
            <p:cNvSpPr/>
            <p:nvPr/>
          </p:nvSpPr>
          <p:spPr>
            <a:xfrm>
              <a:off x="7634180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1" name="pg248">
              <a:extLst>
                <a:ext uri="{FF2B5EF4-FFF2-40B4-BE49-F238E27FC236}">
                  <a16:creationId xmlns:a16="http://schemas.microsoft.com/office/drawing/2014/main" id="{418C4967-BA80-63EF-7882-37F9656A7B28}"/>
                </a:ext>
              </a:extLst>
            </p:cNvPr>
            <p:cNvSpPr/>
            <p:nvPr/>
          </p:nvSpPr>
          <p:spPr>
            <a:xfrm>
              <a:off x="7670368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2" name="pg249">
              <a:extLst>
                <a:ext uri="{FF2B5EF4-FFF2-40B4-BE49-F238E27FC236}">
                  <a16:creationId xmlns:a16="http://schemas.microsoft.com/office/drawing/2014/main" id="{E76186A7-2F35-7E4B-1496-8245D2B79B58}"/>
                </a:ext>
              </a:extLst>
            </p:cNvPr>
            <p:cNvSpPr/>
            <p:nvPr/>
          </p:nvSpPr>
          <p:spPr>
            <a:xfrm>
              <a:off x="7815120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3" name="pg250">
              <a:extLst>
                <a:ext uri="{FF2B5EF4-FFF2-40B4-BE49-F238E27FC236}">
                  <a16:creationId xmlns:a16="http://schemas.microsoft.com/office/drawing/2014/main" id="{DA22A9BB-A5A2-6226-5575-F05031AEB413}"/>
                </a:ext>
              </a:extLst>
            </p:cNvPr>
            <p:cNvSpPr/>
            <p:nvPr/>
          </p:nvSpPr>
          <p:spPr>
            <a:xfrm>
              <a:off x="7851308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4" name="pg251">
              <a:extLst>
                <a:ext uri="{FF2B5EF4-FFF2-40B4-BE49-F238E27FC236}">
                  <a16:creationId xmlns:a16="http://schemas.microsoft.com/office/drawing/2014/main" id="{D7C4BB2D-A408-1345-CE9E-4338507FA1A0}"/>
                </a:ext>
              </a:extLst>
            </p:cNvPr>
            <p:cNvSpPr/>
            <p:nvPr/>
          </p:nvSpPr>
          <p:spPr>
            <a:xfrm>
              <a:off x="7887496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5" name="pg252">
              <a:extLst>
                <a:ext uri="{FF2B5EF4-FFF2-40B4-BE49-F238E27FC236}">
                  <a16:creationId xmlns:a16="http://schemas.microsoft.com/office/drawing/2014/main" id="{B789119E-6825-F2F5-7951-C9D781F90C3E}"/>
                </a:ext>
              </a:extLst>
            </p:cNvPr>
            <p:cNvSpPr/>
            <p:nvPr/>
          </p:nvSpPr>
          <p:spPr>
            <a:xfrm>
              <a:off x="7923684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6" name="pg253">
              <a:extLst>
                <a:ext uri="{FF2B5EF4-FFF2-40B4-BE49-F238E27FC236}">
                  <a16:creationId xmlns:a16="http://schemas.microsoft.com/office/drawing/2014/main" id="{822DEED6-98BD-1EED-E6A1-8B27303BCCBA}"/>
                </a:ext>
              </a:extLst>
            </p:cNvPr>
            <p:cNvSpPr/>
            <p:nvPr/>
          </p:nvSpPr>
          <p:spPr>
            <a:xfrm>
              <a:off x="7959872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7" name="pg254">
              <a:extLst>
                <a:ext uri="{FF2B5EF4-FFF2-40B4-BE49-F238E27FC236}">
                  <a16:creationId xmlns:a16="http://schemas.microsoft.com/office/drawing/2014/main" id="{ABDB911A-F206-7A8D-1D41-C7797990B906}"/>
                </a:ext>
              </a:extLst>
            </p:cNvPr>
            <p:cNvSpPr/>
            <p:nvPr/>
          </p:nvSpPr>
          <p:spPr>
            <a:xfrm>
              <a:off x="7996059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8" name="pg255">
              <a:extLst>
                <a:ext uri="{FF2B5EF4-FFF2-40B4-BE49-F238E27FC236}">
                  <a16:creationId xmlns:a16="http://schemas.microsoft.com/office/drawing/2014/main" id="{36745534-CED7-FB88-E37F-E51AB37F004B}"/>
                </a:ext>
              </a:extLst>
            </p:cNvPr>
            <p:cNvSpPr/>
            <p:nvPr/>
          </p:nvSpPr>
          <p:spPr>
            <a:xfrm>
              <a:off x="8032248" y="5196697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9" name="pg256">
              <a:extLst>
                <a:ext uri="{FF2B5EF4-FFF2-40B4-BE49-F238E27FC236}">
                  <a16:creationId xmlns:a16="http://schemas.microsoft.com/office/drawing/2014/main" id="{A47B7304-7D81-80C3-5768-45FAB0881D05}"/>
                </a:ext>
              </a:extLst>
            </p:cNvPr>
            <p:cNvSpPr/>
            <p:nvPr/>
          </p:nvSpPr>
          <p:spPr>
            <a:xfrm>
              <a:off x="7163737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0" name="pg257">
              <a:extLst>
                <a:ext uri="{FF2B5EF4-FFF2-40B4-BE49-F238E27FC236}">
                  <a16:creationId xmlns:a16="http://schemas.microsoft.com/office/drawing/2014/main" id="{0C14F00A-DD54-8A0A-8BB3-DF59DE0E1EA7}"/>
                </a:ext>
              </a:extLst>
            </p:cNvPr>
            <p:cNvSpPr/>
            <p:nvPr/>
          </p:nvSpPr>
          <p:spPr>
            <a:xfrm>
              <a:off x="7199924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1" name="pg258">
              <a:extLst>
                <a:ext uri="{FF2B5EF4-FFF2-40B4-BE49-F238E27FC236}">
                  <a16:creationId xmlns:a16="http://schemas.microsoft.com/office/drawing/2014/main" id="{9E6A9D7B-5611-E8C8-F42F-B684B799F76C}"/>
                </a:ext>
              </a:extLst>
            </p:cNvPr>
            <p:cNvSpPr/>
            <p:nvPr/>
          </p:nvSpPr>
          <p:spPr>
            <a:xfrm>
              <a:off x="7236112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2" name="pg259">
              <a:extLst>
                <a:ext uri="{FF2B5EF4-FFF2-40B4-BE49-F238E27FC236}">
                  <a16:creationId xmlns:a16="http://schemas.microsoft.com/office/drawing/2014/main" id="{129176E2-6D4A-B1B3-41D3-590082646E3F}"/>
                </a:ext>
              </a:extLst>
            </p:cNvPr>
            <p:cNvSpPr/>
            <p:nvPr/>
          </p:nvSpPr>
          <p:spPr>
            <a:xfrm>
              <a:off x="7272301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3" name="pg260">
              <a:extLst>
                <a:ext uri="{FF2B5EF4-FFF2-40B4-BE49-F238E27FC236}">
                  <a16:creationId xmlns:a16="http://schemas.microsoft.com/office/drawing/2014/main" id="{40932615-B087-53AF-00FA-145F5C642C87}"/>
                </a:ext>
              </a:extLst>
            </p:cNvPr>
            <p:cNvSpPr/>
            <p:nvPr/>
          </p:nvSpPr>
          <p:spPr>
            <a:xfrm>
              <a:off x="7308489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4" name="pg261">
              <a:extLst>
                <a:ext uri="{FF2B5EF4-FFF2-40B4-BE49-F238E27FC236}">
                  <a16:creationId xmlns:a16="http://schemas.microsoft.com/office/drawing/2014/main" id="{F2490D53-A143-50E7-9CFD-ABC30E690D7F}"/>
                </a:ext>
              </a:extLst>
            </p:cNvPr>
            <p:cNvSpPr/>
            <p:nvPr/>
          </p:nvSpPr>
          <p:spPr>
            <a:xfrm>
              <a:off x="7344676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5" name="pg262">
              <a:extLst>
                <a:ext uri="{FF2B5EF4-FFF2-40B4-BE49-F238E27FC236}">
                  <a16:creationId xmlns:a16="http://schemas.microsoft.com/office/drawing/2014/main" id="{61B5257B-20D5-0E69-9504-3470CCD2DD9E}"/>
                </a:ext>
              </a:extLst>
            </p:cNvPr>
            <p:cNvSpPr/>
            <p:nvPr/>
          </p:nvSpPr>
          <p:spPr>
            <a:xfrm>
              <a:off x="7380864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6" name="pg263">
              <a:extLst>
                <a:ext uri="{FF2B5EF4-FFF2-40B4-BE49-F238E27FC236}">
                  <a16:creationId xmlns:a16="http://schemas.microsoft.com/office/drawing/2014/main" id="{18ACE4F3-27EA-E175-55FC-223D08E5D14A}"/>
                </a:ext>
              </a:extLst>
            </p:cNvPr>
            <p:cNvSpPr/>
            <p:nvPr/>
          </p:nvSpPr>
          <p:spPr>
            <a:xfrm>
              <a:off x="7417052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7" name="pg264">
              <a:extLst>
                <a:ext uri="{FF2B5EF4-FFF2-40B4-BE49-F238E27FC236}">
                  <a16:creationId xmlns:a16="http://schemas.microsoft.com/office/drawing/2014/main" id="{3235FE4B-E8A4-E1E7-8A5A-A69650A8BD2A}"/>
                </a:ext>
              </a:extLst>
            </p:cNvPr>
            <p:cNvSpPr/>
            <p:nvPr/>
          </p:nvSpPr>
          <p:spPr>
            <a:xfrm>
              <a:off x="7453240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8" name="pg265">
              <a:extLst>
                <a:ext uri="{FF2B5EF4-FFF2-40B4-BE49-F238E27FC236}">
                  <a16:creationId xmlns:a16="http://schemas.microsoft.com/office/drawing/2014/main" id="{09C9147E-75DD-5924-FD07-1FEB50CD3D4C}"/>
                </a:ext>
              </a:extLst>
            </p:cNvPr>
            <p:cNvSpPr/>
            <p:nvPr/>
          </p:nvSpPr>
          <p:spPr>
            <a:xfrm>
              <a:off x="7489428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9" name="pg266">
              <a:extLst>
                <a:ext uri="{FF2B5EF4-FFF2-40B4-BE49-F238E27FC236}">
                  <a16:creationId xmlns:a16="http://schemas.microsoft.com/office/drawing/2014/main" id="{E1084863-01D4-B1CA-92AF-875418C704D0}"/>
                </a:ext>
              </a:extLst>
            </p:cNvPr>
            <p:cNvSpPr/>
            <p:nvPr/>
          </p:nvSpPr>
          <p:spPr>
            <a:xfrm>
              <a:off x="7525616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0" name="pg267">
              <a:extLst>
                <a:ext uri="{FF2B5EF4-FFF2-40B4-BE49-F238E27FC236}">
                  <a16:creationId xmlns:a16="http://schemas.microsoft.com/office/drawing/2014/main" id="{DFD3EC72-A437-D385-F991-63C8E03292BE}"/>
                </a:ext>
              </a:extLst>
            </p:cNvPr>
            <p:cNvSpPr/>
            <p:nvPr/>
          </p:nvSpPr>
          <p:spPr>
            <a:xfrm>
              <a:off x="7561804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1" name="pg268">
              <a:extLst>
                <a:ext uri="{FF2B5EF4-FFF2-40B4-BE49-F238E27FC236}">
                  <a16:creationId xmlns:a16="http://schemas.microsoft.com/office/drawing/2014/main" id="{913862DD-1D13-E2F8-93E3-0B4288D06AC1}"/>
                </a:ext>
              </a:extLst>
            </p:cNvPr>
            <p:cNvSpPr/>
            <p:nvPr/>
          </p:nvSpPr>
          <p:spPr>
            <a:xfrm>
              <a:off x="7597992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2" name="pg269">
              <a:extLst>
                <a:ext uri="{FF2B5EF4-FFF2-40B4-BE49-F238E27FC236}">
                  <a16:creationId xmlns:a16="http://schemas.microsoft.com/office/drawing/2014/main" id="{ABCE8341-44F2-01E0-2D03-C4CB10866FFA}"/>
                </a:ext>
              </a:extLst>
            </p:cNvPr>
            <p:cNvSpPr/>
            <p:nvPr/>
          </p:nvSpPr>
          <p:spPr>
            <a:xfrm>
              <a:off x="7634180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3" name="pg270">
              <a:extLst>
                <a:ext uri="{FF2B5EF4-FFF2-40B4-BE49-F238E27FC236}">
                  <a16:creationId xmlns:a16="http://schemas.microsoft.com/office/drawing/2014/main" id="{D72204EF-F2E5-713B-E5A6-90E5CD2E4B34}"/>
                </a:ext>
              </a:extLst>
            </p:cNvPr>
            <p:cNvSpPr/>
            <p:nvPr/>
          </p:nvSpPr>
          <p:spPr>
            <a:xfrm>
              <a:off x="7670368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4" name="pg271">
              <a:extLst>
                <a:ext uri="{FF2B5EF4-FFF2-40B4-BE49-F238E27FC236}">
                  <a16:creationId xmlns:a16="http://schemas.microsoft.com/office/drawing/2014/main" id="{1F8D295A-F0FB-6140-C500-18BDBD6E8C16}"/>
                </a:ext>
              </a:extLst>
            </p:cNvPr>
            <p:cNvSpPr/>
            <p:nvPr/>
          </p:nvSpPr>
          <p:spPr>
            <a:xfrm>
              <a:off x="7815120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5" name="pg272">
              <a:extLst>
                <a:ext uri="{FF2B5EF4-FFF2-40B4-BE49-F238E27FC236}">
                  <a16:creationId xmlns:a16="http://schemas.microsoft.com/office/drawing/2014/main" id="{1EDD003E-4F42-98CA-9C34-EE7CB0362A80}"/>
                </a:ext>
              </a:extLst>
            </p:cNvPr>
            <p:cNvSpPr/>
            <p:nvPr/>
          </p:nvSpPr>
          <p:spPr>
            <a:xfrm>
              <a:off x="7851308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6" name="pg273">
              <a:extLst>
                <a:ext uri="{FF2B5EF4-FFF2-40B4-BE49-F238E27FC236}">
                  <a16:creationId xmlns:a16="http://schemas.microsoft.com/office/drawing/2014/main" id="{0EE4F228-E566-EF0B-4DEB-15A47FD67D05}"/>
                </a:ext>
              </a:extLst>
            </p:cNvPr>
            <p:cNvSpPr/>
            <p:nvPr/>
          </p:nvSpPr>
          <p:spPr>
            <a:xfrm>
              <a:off x="7887496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7" name="pg274">
              <a:extLst>
                <a:ext uri="{FF2B5EF4-FFF2-40B4-BE49-F238E27FC236}">
                  <a16:creationId xmlns:a16="http://schemas.microsoft.com/office/drawing/2014/main" id="{20CEC573-9555-5050-0AAD-098E97AC4715}"/>
                </a:ext>
              </a:extLst>
            </p:cNvPr>
            <p:cNvSpPr/>
            <p:nvPr/>
          </p:nvSpPr>
          <p:spPr>
            <a:xfrm>
              <a:off x="7923684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8" name="pg275">
              <a:extLst>
                <a:ext uri="{FF2B5EF4-FFF2-40B4-BE49-F238E27FC236}">
                  <a16:creationId xmlns:a16="http://schemas.microsoft.com/office/drawing/2014/main" id="{556A1408-9861-3AC6-5B04-502E7C31915B}"/>
                </a:ext>
              </a:extLst>
            </p:cNvPr>
            <p:cNvSpPr/>
            <p:nvPr/>
          </p:nvSpPr>
          <p:spPr>
            <a:xfrm>
              <a:off x="7959872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9" name="pg276">
              <a:extLst>
                <a:ext uri="{FF2B5EF4-FFF2-40B4-BE49-F238E27FC236}">
                  <a16:creationId xmlns:a16="http://schemas.microsoft.com/office/drawing/2014/main" id="{A3BE1254-1CBD-BE81-CE2D-E64143C687B0}"/>
                </a:ext>
              </a:extLst>
            </p:cNvPr>
            <p:cNvSpPr/>
            <p:nvPr/>
          </p:nvSpPr>
          <p:spPr>
            <a:xfrm>
              <a:off x="7996059" y="524260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0" name="pg277">
              <a:extLst>
                <a:ext uri="{FF2B5EF4-FFF2-40B4-BE49-F238E27FC236}">
                  <a16:creationId xmlns:a16="http://schemas.microsoft.com/office/drawing/2014/main" id="{289F6473-B0AA-7CA3-5A24-6A82C68257C4}"/>
                </a:ext>
              </a:extLst>
            </p:cNvPr>
            <p:cNvSpPr/>
            <p:nvPr/>
          </p:nvSpPr>
          <p:spPr>
            <a:xfrm>
              <a:off x="7127549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1" name="pg278">
              <a:extLst>
                <a:ext uri="{FF2B5EF4-FFF2-40B4-BE49-F238E27FC236}">
                  <a16:creationId xmlns:a16="http://schemas.microsoft.com/office/drawing/2014/main" id="{A10BFD8A-AE87-E915-1055-8F17681970EB}"/>
                </a:ext>
              </a:extLst>
            </p:cNvPr>
            <p:cNvSpPr/>
            <p:nvPr/>
          </p:nvSpPr>
          <p:spPr>
            <a:xfrm>
              <a:off x="7163737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2" name="pg279">
              <a:extLst>
                <a:ext uri="{FF2B5EF4-FFF2-40B4-BE49-F238E27FC236}">
                  <a16:creationId xmlns:a16="http://schemas.microsoft.com/office/drawing/2014/main" id="{608EBF2E-CDCC-0534-97CA-084FAB94BD3E}"/>
                </a:ext>
              </a:extLst>
            </p:cNvPr>
            <p:cNvSpPr/>
            <p:nvPr/>
          </p:nvSpPr>
          <p:spPr>
            <a:xfrm>
              <a:off x="7199924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3" name="pg280">
              <a:extLst>
                <a:ext uri="{FF2B5EF4-FFF2-40B4-BE49-F238E27FC236}">
                  <a16:creationId xmlns:a16="http://schemas.microsoft.com/office/drawing/2014/main" id="{217E4587-0308-CC96-197F-07539AF7B996}"/>
                </a:ext>
              </a:extLst>
            </p:cNvPr>
            <p:cNvSpPr/>
            <p:nvPr/>
          </p:nvSpPr>
          <p:spPr>
            <a:xfrm>
              <a:off x="7236112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4" name="pg281">
              <a:extLst>
                <a:ext uri="{FF2B5EF4-FFF2-40B4-BE49-F238E27FC236}">
                  <a16:creationId xmlns:a16="http://schemas.microsoft.com/office/drawing/2014/main" id="{5D3E68CB-DAA4-401E-11C8-81EE808306F7}"/>
                </a:ext>
              </a:extLst>
            </p:cNvPr>
            <p:cNvSpPr/>
            <p:nvPr/>
          </p:nvSpPr>
          <p:spPr>
            <a:xfrm>
              <a:off x="7272301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5" name="pg282">
              <a:extLst>
                <a:ext uri="{FF2B5EF4-FFF2-40B4-BE49-F238E27FC236}">
                  <a16:creationId xmlns:a16="http://schemas.microsoft.com/office/drawing/2014/main" id="{1436CB42-064E-D8DD-13A2-FBDEC84DE918}"/>
                </a:ext>
              </a:extLst>
            </p:cNvPr>
            <p:cNvSpPr/>
            <p:nvPr/>
          </p:nvSpPr>
          <p:spPr>
            <a:xfrm>
              <a:off x="7308489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6" name="pg283">
              <a:extLst>
                <a:ext uri="{FF2B5EF4-FFF2-40B4-BE49-F238E27FC236}">
                  <a16:creationId xmlns:a16="http://schemas.microsoft.com/office/drawing/2014/main" id="{80DFB2AC-B532-60D2-DAD0-7A25CFD457CD}"/>
                </a:ext>
              </a:extLst>
            </p:cNvPr>
            <p:cNvSpPr/>
            <p:nvPr/>
          </p:nvSpPr>
          <p:spPr>
            <a:xfrm>
              <a:off x="7344676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7" name="pg284">
              <a:extLst>
                <a:ext uri="{FF2B5EF4-FFF2-40B4-BE49-F238E27FC236}">
                  <a16:creationId xmlns:a16="http://schemas.microsoft.com/office/drawing/2014/main" id="{9D354F03-3141-D8C4-C746-1D7C6744E1B2}"/>
                </a:ext>
              </a:extLst>
            </p:cNvPr>
            <p:cNvSpPr/>
            <p:nvPr/>
          </p:nvSpPr>
          <p:spPr>
            <a:xfrm>
              <a:off x="7380864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8" name="pg285">
              <a:extLst>
                <a:ext uri="{FF2B5EF4-FFF2-40B4-BE49-F238E27FC236}">
                  <a16:creationId xmlns:a16="http://schemas.microsoft.com/office/drawing/2014/main" id="{E24B0D00-C4AF-720D-C0E3-71C215C195C1}"/>
                </a:ext>
              </a:extLst>
            </p:cNvPr>
            <p:cNvSpPr/>
            <p:nvPr/>
          </p:nvSpPr>
          <p:spPr>
            <a:xfrm>
              <a:off x="7417052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9" name="pg286">
              <a:extLst>
                <a:ext uri="{FF2B5EF4-FFF2-40B4-BE49-F238E27FC236}">
                  <a16:creationId xmlns:a16="http://schemas.microsoft.com/office/drawing/2014/main" id="{2B6D4E23-98C6-1C33-2CE0-E9410B5C8F6C}"/>
                </a:ext>
              </a:extLst>
            </p:cNvPr>
            <p:cNvSpPr/>
            <p:nvPr/>
          </p:nvSpPr>
          <p:spPr>
            <a:xfrm>
              <a:off x="7453240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0" name="pg287">
              <a:extLst>
                <a:ext uri="{FF2B5EF4-FFF2-40B4-BE49-F238E27FC236}">
                  <a16:creationId xmlns:a16="http://schemas.microsoft.com/office/drawing/2014/main" id="{2BB344D8-F4CF-4F88-62B9-D3735AAEFCAD}"/>
                </a:ext>
              </a:extLst>
            </p:cNvPr>
            <p:cNvSpPr/>
            <p:nvPr/>
          </p:nvSpPr>
          <p:spPr>
            <a:xfrm>
              <a:off x="7489428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1" name="pg288">
              <a:extLst>
                <a:ext uri="{FF2B5EF4-FFF2-40B4-BE49-F238E27FC236}">
                  <a16:creationId xmlns:a16="http://schemas.microsoft.com/office/drawing/2014/main" id="{91B758E3-13FC-B383-6722-014B5657B69D}"/>
                </a:ext>
              </a:extLst>
            </p:cNvPr>
            <p:cNvSpPr/>
            <p:nvPr/>
          </p:nvSpPr>
          <p:spPr>
            <a:xfrm>
              <a:off x="7525616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2" name="pg289">
              <a:extLst>
                <a:ext uri="{FF2B5EF4-FFF2-40B4-BE49-F238E27FC236}">
                  <a16:creationId xmlns:a16="http://schemas.microsoft.com/office/drawing/2014/main" id="{D8080BCC-D3FC-2053-1B18-5B5C20B8617F}"/>
                </a:ext>
              </a:extLst>
            </p:cNvPr>
            <p:cNvSpPr/>
            <p:nvPr/>
          </p:nvSpPr>
          <p:spPr>
            <a:xfrm>
              <a:off x="7561804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3" name="pg290">
              <a:extLst>
                <a:ext uri="{FF2B5EF4-FFF2-40B4-BE49-F238E27FC236}">
                  <a16:creationId xmlns:a16="http://schemas.microsoft.com/office/drawing/2014/main" id="{735F6C81-81F1-5C1C-63C7-9CB815DCD629}"/>
                </a:ext>
              </a:extLst>
            </p:cNvPr>
            <p:cNvSpPr/>
            <p:nvPr/>
          </p:nvSpPr>
          <p:spPr>
            <a:xfrm>
              <a:off x="7597992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4" name="pg291">
              <a:extLst>
                <a:ext uri="{FF2B5EF4-FFF2-40B4-BE49-F238E27FC236}">
                  <a16:creationId xmlns:a16="http://schemas.microsoft.com/office/drawing/2014/main" id="{5FF708D3-8380-CB65-27E7-9B935DF9F45A}"/>
                </a:ext>
              </a:extLst>
            </p:cNvPr>
            <p:cNvSpPr/>
            <p:nvPr/>
          </p:nvSpPr>
          <p:spPr>
            <a:xfrm>
              <a:off x="7634180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5" name="pg292">
              <a:extLst>
                <a:ext uri="{FF2B5EF4-FFF2-40B4-BE49-F238E27FC236}">
                  <a16:creationId xmlns:a16="http://schemas.microsoft.com/office/drawing/2014/main" id="{D44A0AED-382D-C431-8F67-C97BC186958A}"/>
                </a:ext>
              </a:extLst>
            </p:cNvPr>
            <p:cNvSpPr/>
            <p:nvPr/>
          </p:nvSpPr>
          <p:spPr>
            <a:xfrm>
              <a:off x="7670368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6" name="pg293">
              <a:extLst>
                <a:ext uri="{FF2B5EF4-FFF2-40B4-BE49-F238E27FC236}">
                  <a16:creationId xmlns:a16="http://schemas.microsoft.com/office/drawing/2014/main" id="{AE2BE851-6837-B99C-9829-05A5E94EBB96}"/>
                </a:ext>
              </a:extLst>
            </p:cNvPr>
            <p:cNvSpPr/>
            <p:nvPr/>
          </p:nvSpPr>
          <p:spPr>
            <a:xfrm>
              <a:off x="7706556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7" name="pg294">
              <a:extLst>
                <a:ext uri="{FF2B5EF4-FFF2-40B4-BE49-F238E27FC236}">
                  <a16:creationId xmlns:a16="http://schemas.microsoft.com/office/drawing/2014/main" id="{02768A6B-A30B-A2D8-EF70-D5AD50B092E5}"/>
                </a:ext>
              </a:extLst>
            </p:cNvPr>
            <p:cNvSpPr/>
            <p:nvPr/>
          </p:nvSpPr>
          <p:spPr>
            <a:xfrm>
              <a:off x="7815120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8" name="pg295">
              <a:extLst>
                <a:ext uri="{FF2B5EF4-FFF2-40B4-BE49-F238E27FC236}">
                  <a16:creationId xmlns:a16="http://schemas.microsoft.com/office/drawing/2014/main" id="{8901F70F-17A8-2773-19C7-E58EACED217B}"/>
                </a:ext>
              </a:extLst>
            </p:cNvPr>
            <p:cNvSpPr/>
            <p:nvPr/>
          </p:nvSpPr>
          <p:spPr>
            <a:xfrm>
              <a:off x="7851308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9" name="pg296">
              <a:extLst>
                <a:ext uri="{FF2B5EF4-FFF2-40B4-BE49-F238E27FC236}">
                  <a16:creationId xmlns:a16="http://schemas.microsoft.com/office/drawing/2014/main" id="{304830FF-D3CB-66D3-137F-BCB2B4648E95}"/>
                </a:ext>
              </a:extLst>
            </p:cNvPr>
            <p:cNvSpPr/>
            <p:nvPr/>
          </p:nvSpPr>
          <p:spPr>
            <a:xfrm>
              <a:off x="7887496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0" name="pg297">
              <a:extLst>
                <a:ext uri="{FF2B5EF4-FFF2-40B4-BE49-F238E27FC236}">
                  <a16:creationId xmlns:a16="http://schemas.microsoft.com/office/drawing/2014/main" id="{6FD0329F-BB0B-2E24-21E4-CADE62F384C1}"/>
                </a:ext>
              </a:extLst>
            </p:cNvPr>
            <p:cNvSpPr/>
            <p:nvPr/>
          </p:nvSpPr>
          <p:spPr>
            <a:xfrm>
              <a:off x="7923684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1" name="pg298">
              <a:extLst>
                <a:ext uri="{FF2B5EF4-FFF2-40B4-BE49-F238E27FC236}">
                  <a16:creationId xmlns:a16="http://schemas.microsoft.com/office/drawing/2014/main" id="{B190FFAF-AB34-E856-E934-8FD61D56F3ED}"/>
                </a:ext>
              </a:extLst>
            </p:cNvPr>
            <p:cNvSpPr/>
            <p:nvPr/>
          </p:nvSpPr>
          <p:spPr>
            <a:xfrm>
              <a:off x="7959872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2" name="pg299">
              <a:extLst>
                <a:ext uri="{FF2B5EF4-FFF2-40B4-BE49-F238E27FC236}">
                  <a16:creationId xmlns:a16="http://schemas.microsoft.com/office/drawing/2014/main" id="{E1EF064B-87DD-FB74-BF04-4347794C8C54}"/>
                </a:ext>
              </a:extLst>
            </p:cNvPr>
            <p:cNvSpPr/>
            <p:nvPr/>
          </p:nvSpPr>
          <p:spPr>
            <a:xfrm>
              <a:off x="7996059" y="528851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3" name="pg300">
              <a:extLst>
                <a:ext uri="{FF2B5EF4-FFF2-40B4-BE49-F238E27FC236}">
                  <a16:creationId xmlns:a16="http://schemas.microsoft.com/office/drawing/2014/main" id="{9B6E8F75-F782-1FDA-497C-50E6DE1E7199}"/>
                </a:ext>
              </a:extLst>
            </p:cNvPr>
            <p:cNvSpPr/>
            <p:nvPr/>
          </p:nvSpPr>
          <p:spPr>
            <a:xfrm>
              <a:off x="7127549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4" name="pg301">
              <a:extLst>
                <a:ext uri="{FF2B5EF4-FFF2-40B4-BE49-F238E27FC236}">
                  <a16:creationId xmlns:a16="http://schemas.microsoft.com/office/drawing/2014/main" id="{11DB53C5-DA25-A6F3-E058-87718C29B8DF}"/>
                </a:ext>
              </a:extLst>
            </p:cNvPr>
            <p:cNvSpPr/>
            <p:nvPr/>
          </p:nvSpPr>
          <p:spPr>
            <a:xfrm>
              <a:off x="7163737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5" name="pg302">
              <a:extLst>
                <a:ext uri="{FF2B5EF4-FFF2-40B4-BE49-F238E27FC236}">
                  <a16:creationId xmlns:a16="http://schemas.microsoft.com/office/drawing/2014/main" id="{A326CB86-93D9-6239-F937-C4BD0188DA54}"/>
                </a:ext>
              </a:extLst>
            </p:cNvPr>
            <p:cNvSpPr/>
            <p:nvPr/>
          </p:nvSpPr>
          <p:spPr>
            <a:xfrm>
              <a:off x="7199924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6" name="pg303">
              <a:extLst>
                <a:ext uri="{FF2B5EF4-FFF2-40B4-BE49-F238E27FC236}">
                  <a16:creationId xmlns:a16="http://schemas.microsoft.com/office/drawing/2014/main" id="{3642E866-211E-DA55-C4DC-3FF331F18C76}"/>
                </a:ext>
              </a:extLst>
            </p:cNvPr>
            <p:cNvSpPr/>
            <p:nvPr/>
          </p:nvSpPr>
          <p:spPr>
            <a:xfrm>
              <a:off x="7236112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7" name="pg304">
              <a:extLst>
                <a:ext uri="{FF2B5EF4-FFF2-40B4-BE49-F238E27FC236}">
                  <a16:creationId xmlns:a16="http://schemas.microsoft.com/office/drawing/2014/main" id="{CAB3E3C0-8F6E-217E-0000-D6F8B96DF6D1}"/>
                </a:ext>
              </a:extLst>
            </p:cNvPr>
            <p:cNvSpPr/>
            <p:nvPr/>
          </p:nvSpPr>
          <p:spPr>
            <a:xfrm>
              <a:off x="7272301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8" name="pg305">
              <a:extLst>
                <a:ext uri="{FF2B5EF4-FFF2-40B4-BE49-F238E27FC236}">
                  <a16:creationId xmlns:a16="http://schemas.microsoft.com/office/drawing/2014/main" id="{F75E5185-5448-AE54-D5F6-DEF34595D5DA}"/>
                </a:ext>
              </a:extLst>
            </p:cNvPr>
            <p:cNvSpPr/>
            <p:nvPr/>
          </p:nvSpPr>
          <p:spPr>
            <a:xfrm>
              <a:off x="7308489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9" name="pg306">
              <a:extLst>
                <a:ext uri="{FF2B5EF4-FFF2-40B4-BE49-F238E27FC236}">
                  <a16:creationId xmlns:a16="http://schemas.microsoft.com/office/drawing/2014/main" id="{58FA7D47-DB10-C1E5-4EA0-D34B6FD2E473}"/>
                </a:ext>
              </a:extLst>
            </p:cNvPr>
            <p:cNvSpPr/>
            <p:nvPr/>
          </p:nvSpPr>
          <p:spPr>
            <a:xfrm>
              <a:off x="7344676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0" name="pg307">
              <a:extLst>
                <a:ext uri="{FF2B5EF4-FFF2-40B4-BE49-F238E27FC236}">
                  <a16:creationId xmlns:a16="http://schemas.microsoft.com/office/drawing/2014/main" id="{BE1114D1-10D6-C345-67C8-F0C9764F711C}"/>
                </a:ext>
              </a:extLst>
            </p:cNvPr>
            <p:cNvSpPr/>
            <p:nvPr/>
          </p:nvSpPr>
          <p:spPr>
            <a:xfrm>
              <a:off x="7380864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1" name="pg308">
              <a:extLst>
                <a:ext uri="{FF2B5EF4-FFF2-40B4-BE49-F238E27FC236}">
                  <a16:creationId xmlns:a16="http://schemas.microsoft.com/office/drawing/2014/main" id="{2FD7A79F-6AD1-C2BF-6F8D-0223F90BB94F}"/>
                </a:ext>
              </a:extLst>
            </p:cNvPr>
            <p:cNvSpPr/>
            <p:nvPr/>
          </p:nvSpPr>
          <p:spPr>
            <a:xfrm>
              <a:off x="7417052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2" name="pg309">
              <a:extLst>
                <a:ext uri="{FF2B5EF4-FFF2-40B4-BE49-F238E27FC236}">
                  <a16:creationId xmlns:a16="http://schemas.microsoft.com/office/drawing/2014/main" id="{D73ABC80-2AE3-8ACD-E4B8-7F2E96FB2DBC}"/>
                </a:ext>
              </a:extLst>
            </p:cNvPr>
            <p:cNvSpPr/>
            <p:nvPr/>
          </p:nvSpPr>
          <p:spPr>
            <a:xfrm>
              <a:off x="7453240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3" name="pg310">
              <a:extLst>
                <a:ext uri="{FF2B5EF4-FFF2-40B4-BE49-F238E27FC236}">
                  <a16:creationId xmlns:a16="http://schemas.microsoft.com/office/drawing/2014/main" id="{BC1664E8-3B90-B690-4256-FCFE410E433F}"/>
                </a:ext>
              </a:extLst>
            </p:cNvPr>
            <p:cNvSpPr/>
            <p:nvPr/>
          </p:nvSpPr>
          <p:spPr>
            <a:xfrm>
              <a:off x="7489428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4" name="pg311">
              <a:extLst>
                <a:ext uri="{FF2B5EF4-FFF2-40B4-BE49-F238E27FC236}">
                  <a16:creationId xmlns:a16="http://schemas.microsoft.com/office/drawing/2014/main" id="{6CD7FD9B-6B83-720F-266B-7178BD82D80B}"/>
                </a:ext>
              </a:extLst>
            </p:cNvPr>
            <p:cNvSpPr/>
            <p:nvPr/>
          </p:nvSpPr>
          <p:spPr>
            <a:xfrm>
              <a:off x="7525616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5" name="pg312">
              <a:extLst>
                <a:ext uri="{FF2B5EF4-FFF2-40B4-BE49-F238E27FC236}">
                  <a16:creationId xmlns:a16="http://schemas.microsoft.com/office/drawing/2014/main" id="{34F61317-08B4-1CC3-41AA-D50CF743A2C3}"/>
                </a:ext>
              </a:extLst>
            </p:cNvPr>
            <p:cNvSpPr/>
            <p:nvPr/>
          </p:nvSpPr>
          <p:spPr>
            <a:xfrm>
              <a:off x="7561804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6" name="pg313">
              <a:extLst>
                <a:ext uri="{FF2B5EF4-FFF2-40B4-BE49-F238E27FC236}">
                  <a16:creationId xmlns:a16="http://schemas.microsoft.com/office/drawing/2014/main" id="{5552B155-EE3E-DCA3-80A4-A0125EABC810}"/>
                </a:ext>
              </a:extLst>
            </p:cNvPr>
            <p:cNvSpPr/>
            <p:nvPr/>
          </p:nvSpPr>
          <p:spPr>
            <a:xfrm>
              <a:off x="7597992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7" name="pg314">
              <a:extLst>
                <a:ext uri="{FF2B5EF4-FFF2-40B4-BE49-F238E27FC236}">
                  <a16:creationId xmlns:a16="http://schemas.microsoft.com/office/drawing/2014/main" id="{05CBDC97-BE59-8205-FC5B-2BAA66B405D5}"/>
                </a:ext>
              </a:extLst>
            </p:cNvPr>
            <p:cNvSpPr/>
            <p:nvPr/>
          </p:nvSpPr>
          <p:spPr>
            <a:xfrm>
              <a:off x="7634180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8" name="pg315">
              <a:extLst>
                <a:ext uri="{FF2B5EF4-FFF2-40B4-BE49-F238E27FC236}">
                  <a16:creationId xmlns:a16="http://schemas.microsoft.com/office/drawing/2014/main" id="{4283B053-45FA-E352-2E76-F36FFD20E66F}"/>
                </a:ext>
              </a:extLst>
            </p:cNvPr>
            <p:cNvSpPr/>
            <p:nvPr/>
          </p:nvSpPr>
          <p:spPr>
            <a:xfrm>
              <a:off x="7670368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9" name="pg316">
              <a:extLst>
                <a:ext uri="{FF2B5EF4-FFF2-40B4-BE49-F238E27FC236}">
                  <a16:creationId xmlns:a16="http://schemas.microsoft.com/office/drawing/2014/main" id="{21189A11-B251-EACE-FCEE-9F5671D27C03}"/>
                </a:ext>
              </a:extLst>
            </p:cNvPr>
            <p:cNvSpPr/>
            <p:nvPr/>
          </p:nvSpPr>
          <p:spPr>
            <a:xfrm>
              <a:off x="7706556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0" name="pg317">
              <a:extLst>
                <a:ext uri="{FF2B5EF4-FFF2-40B4-BE49-F238E27FC236}">
                  <a16:creationId xmlns:a16="http://schemas.microsoft.com/office/drawing/2014/main" id="{677473A5-F50D-9DB3-0CC9-5494443AE6F2}"/>
                </a:ext>
              </a:extLst>
            </p:cNvPr>
            <p:cNvSpPr/>
            <p:nvPr/>
          </p:nvSpPr>
          <p:spPr>
            <a:xfrm>
              <a:off x="7742744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1" name="pg318">
              <a:extLst>
                <a:ext uri="{FF2B5EF4-FFF2-40B4-BE49-F238E27FC236}">
                  <a16:creationId xmlns:a16="http://schemas.microsoft.com/office/drawing/2014/main" id="{88517C20-2CDC-E6F2-B41A-217318F7E0E6}"/>
                </a:ext>
              </a:extLst>
            </p:cNvPr>
            <p:cNvSpPr/>
            <p:nvPr/>
          </p:nvSpPr>
          <p:spPr>
            <a:xfrm>
              <a:off x="7851308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2" name="pg319">
              <a:extLst>
                <a:ext uri="{FF2B5EF4-FFF2-40B4-BE49-F238E27FC236}">
                  <a16:creationId xmlns:a16="http://schemas.microsoft.com/office/drawing/2014/main" id="{BF24D25A-A163-55F4-1700-9D01788B21D4}"/>
                </a:ext>
              </a:extLst>
            </p:cNvPr>
            <p:cNvSpPr/>
            <p:nvPr/>
          </p:nvSpPr>
          <p:spPr>
            <a:xfrm>
              <a:off x="7887496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3" name="pg320">
              <a:extLst>
                <a:ext uri="{FF2B5EF4-FFF2-40B4-BE49-F238E27FC236}">
                  <a16:creationId xmlns:a16="http://schemas.microsoft.com/office/drawing/2014/main" id="{21B66794-94A3-9FD3-6836-50FB815E19BE}"/>
                </a:ext>
              </a:extLst>
            </p:cNvPr>
            <p:cNvSpPr/>
            <p:nvPr/>
          </p:nvSpPr>
          <p:spPr>
            <a:xfrm>
              <a:off x="7923684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4" name="pg321">
              <a:extLst>
                <a:ext uri="{FF2B5EF4-FFF2-40B4-BE49-F238E27FC236}">
                  <a16:creationId xmlns:a16="http://schemas.microsoft.com/office/drawing/2014/main" id="{9BAF0228-BFE2-0A48-FC42-FB4F478340AB}"/>
                </a:ext>
              </a:extLst>
            </p:cNvPr>
            <p:cNvSpPr/>
            <p:nvPr/>
          </p:nvSpPr>
          <p:spPr>
            <a:xfrm>
              <a:off x="7959872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5" name="pg322">
              <a:extLst>
                <a:ext uri="{FF2B5EF4-FFF2-40B4-BE49-F238E27FC236}">
                  <a16:creationId xmlns:a16="http://schemas.microsoft.com/office/drawing/2014/main" id="{78A9472F-4360-13A6-013F-A6B3AEBD6B8E}"/>
                </a:ext>
              </a:extLst>
            </p:cNvPr>
            <p:cNvSpPr/>
            <p:nvPr/>
          </p:nvSpPr>
          <p:spPr>
            <a:xfrm>
              <a:off x="7996059" y="533442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6" name="pg323">
              <a:extLst>
                <a:ext uri="{FF2B5EF4-FFF2-40B4-BE49-F238E27FC236}">
                  <a16:creationId xmlns:a16="http://schemas.microsoft.com/office/drawing/2014/main" id="{4B6758F5-D39A-E440-1527-4CBF865AC39A}"/>
                </a:ext>
              </a:extLst>
            </p:cNvPr>
            <p:cNvSpPr/>
            <p:nvPr/>
          </p:nvSpPr>
          <p:spPr>
            <a:xfrm>
              <a:off x="7127549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7" name="pg324">
              <a:extLst>
                <a:ext uri="{FF2B5EF4-FFF2-40B4-BE49-F238E27FC236}">
                  <a16:creationId xmlns:a16="http://schemas.microsoft.com/office/drawing/2014/main" id="{98E1467B-B283-2964-3B2A-2FE210B6BB6A}"/>
                </a:ext>
              </a:extLst>
            </p:cNvPr>
            <p:cNvSpPr/>
            <p:nvPr/>
          </p:nvSpPr>
          <p:spPr>
            <a:xfrm>
              <a:off x="7163737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8" name="pg325">
              <a:extLst>
                <a:ext uri="{FF2B5EF4-FFF2-40B4-BE49-F238E27FC236}">
                  <a16:creationId xmlns:a16="http://schemas.microsoft.com/office/drawing/2014/main" id="{8F3438BC-637A-4820-3EF3-5CA2DFDF60C1}"/>
                </a:ext>
              </a:extLst>
            </p:cNvPr>
            <p:cNvSpPr/>
            <p:nvPr/>
          </p:nvSpPr>
          <p:spPr>
            <a:xfrm>
              <a:off x="7199924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9" name="pg326">
              <a:extLst>
                <a:ext uri="{FF2B5EF4-FFF2-40B4-BE49-F238E27FC236}">
                  <a16:creationId xmlns:a16="http://schemas.microsoft.com/office/drawing/2014/main" id="{CEF6604B-42EA-27EB-2AEB-629985AB0D1C}"/>
                </a:ext>
              </a:extLst>
            </p:cNvPr>
            <p:cNvSpPr/>
            <p:nvPr/>
          </p:nvSpPr>
          <p:spPr>
            <a:xfrm>
              <a:off x="7236112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0" name="pg327">
              <a:extLst>
                <a:ext uri="{FF2B5EF4-FFF2-40B4-BE49-F238E27FC236}">
                  <a16:creationId xmlns:a16="http://schemas.microsoft.com/office/drawing/2014/main" id="{9A74C33F-B6EE-DAA2-C542-1773F8D5955F}"/>
                </a:ext>
              </a:extLst>
            </p:cNvPr>
            <p:cNvSpPr/>
            <p:nvPr/>
          </p:nvSpPr>
          <p:spPr>
            <a:xfrm>
              <a:off x="7272301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1" name="pg328">
              <a:extLst>
                <a:ext uri="{FF2B5EF4-FFF2-40B4-BE49-F238E27FC236}">
                  <a16:creationId xmlns:a16="http://schemas.microsoft.com/office/drawing/2014/main" id="{93C38B49-7F83-5B7A-2BB5-DAC9BEEF9C1D}"/>
                </a:ext>
              </a:extLst>
            </p:cNvPr>
            <p:cNvSpPr/>
            <p:nvPr/>
          </p:nvSpPr>
          <p:spPr>
            <a:xfrm>
              <a:off x="7308489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2" name="pg329">
              <a:extLst>
                <a:ext uri="{FF2B5EF4-FFF2-40B4-BE49-F238E27FC236}">
                  <a16:creationId xmlns:a16="http://schemas.microsoft.com/office/drawing/2014/main" id="{861F2296-9E85-DC31-462F-F663957166CF}"/>
                </a:ext>
              </a:extLst>
            </p:cNvPr>
            <p:cNvSpPr/>
            <p:nvPr/>
          </p:nvSpPr>
          <p:spPr>
            <a:xfrm>
              <a:off x="7344676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3" name="pg330">
              <a:extLst>
                <a:ext uri="{FF2B5EF4-FFF2-40B4-BE49-F238E27FC236}">
                  <a16:creationId xmlns:a16="http://schemas.microsoft.com/office/drawing/2014/main" id="{DD64FCC7-A8A4-D45B-20B0-6F1EF5F90EF8}"/>
                </a:ext>
              </a:extLst>
            </p:cNvPr>
            <p:cNvSpPr/>
            <p:nvPr/>
          </p:nvSpPr>
          <p:spPr>
            <a:xfrm>
              <a:off x="7380864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4" name="pg331">
              <a:extLst>
                <a:ext uri="{FF2B5EF4-FFF2-40B4-BE49-F238E27FC236}">
                  <a16:creationId xmlns:a16="http://schemas.microsoft.com/office/drawing/2014/main" id="{0E358EA2-BD4B-8128-F74B-6DCE07A32B10}"/>
                </a:ext>
              </a:extLst>
            </p:cNvPr>
            <p:cNvSpPr/>
            <p:nvPr/>
          </p:nvSpPr>
          <p:spPr>
            <a:xfrm>
              <a:off x="7417052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5" name="pg332">
              <a:extLst>
                <a:ext uri="{FF2B5EF4-FFF2-40B4-BE49-F238E27FC236}">
                  <a16:creationId xmlns:a16="http://schemas.microsoft.com/office/drawing/2014/main" id="{3EB80920-99C3-759F-0A01-7A6666EAC9BF}"/>
                </a:ext>
              </a:extLst>
            </p:cNvPr>
            <p:cNvSpPr/>
            <p:nvPr/>
          </p:nvSpPr>
          <p:spPr>
            <a:xfrm>
              <a:off x="7453240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6" name="pg333">
              <a:extLst>
                <a:ext uri="{FF2B5EF4-FFF2-40B4-BE49-F238E27FC236}">
                  <a16:creationId xmlns:a16="http://schemas.microsoft.com/office/drawing/2014/main" id="{37DB0480-0308-3A04-53C8-3F475F8A0305}"/>
                </a:ext>
              </a:extLst>
            </p:cNvPr>
            <p:cNvSpPr/>
            <p:nvPr/>
          </p:nvSpPr>
          <p:spPr>
            <a:xfrm>
              <a:off x="7489428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7" name="pg334">
              <a:extLst>
                <a:ext uri="{FF2B5EF4-FFF2-40B4-BE49-F238E27FC236}">
                  <a16:creationId xmlns:a16="http://schemas.microsoft.com/office/drawing/2014/main" id="{61104738-C4FF-57D2-6645-A7F54342114B}"/>
                </a:ext>
              </a:extLst>
            </p:cNvPr>
            <p:cNvSpPr/>
            <p:nvPr/>
          </p:nvSpPr>
          <p:spPr>
            <a:xfrm>
              <a:off x="7525616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8" name="pg335">
              <a:extLst>
                <a:ext uri="{FF2B5EF4-FFF2-40B4-BE49-F238E27FC236}">
                  <a16:creationId xmlns:a16="http://schemas.microsoft.com/office/drawing/2014/main" id="{06D29DE9-02BE-30AE-17E7-D19E244E7CCB}"/>
                </a:ext>
              </a:extLst>
            </p:cNvPr>
            <p:cNvSpPr/>
            <p:nvPr/>
          </p:nvSpPr>
          <p:spPr>
            <a:xfrm>
              <a:off x="7561804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9" name="pg336">
              <a:extLst>
                <a:ext uri="{FF2B5EF4-FFF2-40B4-BE49-F238E27FC236}">
                  <a16:creationId xmlns:a16="http://schemas.microsoft.com/office/drawing/2014/main" id="{3E23F881-871F-9875-585B-61A8FDA5E8B9}"/>
                </a:ext>
              </a:extLst>
            </p:cNvPr>
            <p:cNvSpPr/>
            <p:nvPr/>
          </p:nvSpPr>
          <p:spPr>
            <a:xfrm>
              <a:off x="7597992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0" name="pg337">
              <a:extLst>
                <a:ext uri="{FF2B5EF4-FFF2-40B4-BE49-F238E27FC236}">
                  <a16:creationId xmlns:a16="http://schemas.microsoft.com/office/drawing/2014/main" id="{CC811B3D-F9BF-C40A-D061-5C6E849DD5E6}"/>
                </a:ext>
              </a:extLst>
            </p:cNvPr>
            <p:cNvSpPr/>
            <p:nvPr/>
          </p:nvSpPr>
          <p:spPr>
            <a:xfrm>
              <a:off x="7634180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1" name="pg338">
              <a:extLst>
                <a:ext uri="{FF2B5EF4-FFF2-40B4-BE49-F238E27FC236}">
                  <a16:creationId xmlns:a16="http://schemas.microsoft.com/office/drawing/2014/main" id="{A210F160-074B-616A-CAE4-1E6292E98331}"/>
                </a:ext>
              </a:extLst>
            </p:cNvPr>
            <p:cNvSpPr/>
            <p:nvPr/>
          </p:nvSpPr>
          <p:spPr>
            <a:xfrm>
              <a:off x="7670368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2" name="pg339">
              <a:extLst>
                <a:ext uri="{FF2B5EF4-FFF2-40B4-BE49-F238E27FC236}">
                  <a16:creationId xmlns:a16="http://schemas.microsoft.com/office/drawing/2014/main" id="{47ED2582-55D8-36E4-CAFC-84A5034EEC20}"/>
                </a:ext>
              </a:extLst>
            </p:cNvPr>
            <p:cNvSpPr/>
            <p:nvPr/>
          </p:nvSpPr>
          <p:spPr>
            <a:xfrm>
              <a:off x="7706556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3" name="pg340">
              <a:extLst>
                <a:ext uri="{FF2B5EF4-FFF2-40B4-BE49-F238E27FC236}">
                  <a16:creationId xmlns:a16="http://schemas.microsoft.com/office/drawing/2014/main" id="{A3FAD9CE-B634-CFAA-D4B3-5D3866F94451}"/>
                </a:ext>
              </a:extLst>
            </p:cNvPr>
            <p:cNvSpPr/>
            <p:nvPr/>
          </p:nvSpPr>
          <p:spPr>
            <a:xfrm>
              <a:off x="7742744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4" name="pg341">
              <a:extLst>
                <a:ext uri="{FF2B5EF4-FFF2-40B4-BE49-F238E27FC236}">
                  <a16:creationId xmlns:a16="http://schemas.microsoft.com/office/drawing/2014/main" id="{322011E3-8B01-41A3-8CAC-2662F640B5A4}"/>
                </a:ext>
              </a:extLst>
            </p:cNvPr>
            <p:cNvSpPr/>
            <p:nvPr/>
          </p:nvSpPr>
          <p:spPr>
            <a:xfrm>
              <a:off x="7815120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5" name="pg342">
              <a:extLst>
                <a:ext uri="{FF2B5EF4-FFF2-40B4-BE49-F238E27FC236}">
                  <a16:creationId xmlns:a16="http://schemas.microsoft.com/office/drawing/2014/main" id="{E97A4A70-82F3-FF02-07C0-89A27E6A084C}"/>
                </a:ext>
              </a:extLst>
            </p:cNvPr>
            <p:cNvSpPr/>
            <p:nvPr/>
          </p:nvSpPr>
          <p:spPr>
            <a:xfrm>
              <a:off x="7851308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6" name="pg343">
              <a:extLst>
                <a:ext uri="{FF2B5EF4-FFF2-40B4-BE49-F238E27FC236}">
                  <a16:creationId xmlns:a16="http://schemas.microsoft.com/office/drawing/2014/main" id="{F77F1DA1-44AF-3EFB-AC64-6477824F25D6}"/>
                </a:ext>
              </a:extLst>
            </p:cNvPr>
            <p:cNvSpPr/>
            <p:nvPr/>
          </p:nvSpPr>
          <p:spPr>
            <a:xfrm>
              <a:off x="7887496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7" name="pg344">
              <a:extLst>
                <a:ext uri="{FF2B5EF4-FFF2-40B4-BE49-F238E27FC236}">
                  <a16:creationId xmlns:a16="http://schemas.microsoft.com/office/drawing/2014/main" id="{C94B0139-8E5F-A4EA-949A-500F4795FB06}"/>
                </a:ext>
              </a:extLst>
            </p:cNvPr>
            <p:cNvSpPr/>
            <p:nvPr/>
          </p:nvSpPr>
          <p:spPr>
            <a:xfrm>
              <a:off x="7923684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8" name="pg345">
              <a:extLst>
                <a:ext uri="{FF2B5EF4-FFF2-40B4-BE49-F238E27FC236}">
                  <a16:creationId xmlns:a16="http://schemas.microsoft.com/office/drawing/2014/main" id="{F9FEA6FB-B0A6-4542-CD81-165ED5ABF882}"/>
                </a:ext>
              </a:extLst>
            </p:cNvPr>
            <p:cNvSpPr/>
            <p:nvPr/>
          </p:nvSpPr>
          <p:spPr>
            <a:xfrm>
              <a:off x="7959872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9" name="pg346">
              <a:extLst>
                <a:ext uri="{FF2B5EF4-FFF2-40B4-BE49-F238E27FC236}">
                  <a16:creationId xmlns:a16="http://schemas.microsoft.com/office/drawing/2014/main" id="{667FF79C-B9BB-89AB-2253-C9BC2626A43F}"/>
                </a:ext>
              </a:extLst>
            </p:cNvPr>
            <p:cNvSpPr/>
            <p:nvPr/>
          </p:nvSpPr>
          <p:spPr>
            <a:xfrm>
              <a:off x="7996059" y="5380338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0" name="pg347">
              <a:extLst>
                <a:ext uri="{FF2B5EF4-FFF2-40B4-BE49-F238E27FC236}">
                  <a16:creationId xmlns:a16="http://schemas.microsoft.com/office/drawing/2014/main" id="{4717F356-A1EC-BEC1-4547-19B0E3685FBF}"/>
                </a:ext>
              </a:extLst>
            </p:cNvPr>
            <p:cNvSpPr/>
            <p:nvPr/>
          </p:nvSpPr>
          <p:spPr>
            <a:xfrm>
              <a:off x="7163737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1" name="pg348">
              <a:extLst>
                <a:ext uri="{FF2B5EF4-FFF2-40B4-BE49-F238E27FC236}">
                  <a16:creationId xmlns:a16="http://schemas.microsoft.com/office/drawing/2014/main" id="{715B8C21-428C-8F89-9EC8-B6F2E740A8C7}"/>
                </a:ext>
              </a:extLst>
            </p:cNvPr>
            <p:cNvSpPr/>
            <p:nvPr/>
          </p:nvSpPr>
          <p:spPr>
            <a:xfrm>
              <a:off x="7199924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2" name="pg349">
              <a:extLst>
                <a:ext uri="{FF2B5EF4-FFF2-40B4-BE49-F238E27FC236}">
                  <a16:creationId xmlns:a16="http://schemas.microsoft.com/office/drawing/2014/main" id="{42B9FAE0-E422-3414-0759-E3B8F0F208BF}"/>
                </a:ext>
              </a:extLst>
            </p:cNvPr>
            <p:cNvSpPr/>
            <p:nvPr/>
          </p:nvSpPr>
          <p:spPr>
            <a:xfrm>
              <a:off x="7236112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3" name="pg350">
              <a:extLst>
                <a:ext uri="{FF2B5EF4-FFF2-40B4-BE49-F238E27FC236}">
                  <a16:creationId xmlns:a16="http://schemas.microsoft.com/office/drawing/2014/main" id="{8017940B-183B-DB1F-DD45-4C415285DEE3}"/>
                </a:ext>
              </a:extLst>
            </p:cNvPr>
            <p:cNvSpPr/>
            <p:nvPr/>
          </p:nvSpPr>
          <p:spPr>
            <a:xfrm>
              <a:off x="7272301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4" name="pg351">
              <a:extLst>
                <a:ext uri="{FF2B5EF4-FFF2-40B4-BE49-F238E27FC236}">
                  <a16:creationId xmlns:a16="http://schemas.microsoft.com/office/drawing/2014/main" id="{5A69EC64-C261-F6A6-82D7-A7C105570922}"/>
                </a:ext>
              </a:extLst>
            </p:cNvPr>
            <p:cNvSpPr/>
            <p:nvPr/>
          </p:nvSpPr>
          <p:spPr>
            <a:xfrm>
              <a:off x="7308489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5" name="pg352">
              <a:extLst>
                <a:ext uri="{FF2B5EF4-FFF2-40B4-BE49-F238E27FC236}">
                  <a16:creationId xmlns:a16="http://schemas.microsoft.com/office/drawing/2014/main" id="{09AE47B0-9E60-4382-6386-0C6E8583F09A}"/>
                </a:ext>
              </a:extLst>
            </p:cNvPr>
            <p:cNvSpPr/>
            <p:nvPr/>
          </p:nvSpPr>
          <p:spPr>
            <a:xfrm>
              <a:off x="7344676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6" name="pg353">
              <a:extLst>
                <a:ext uri="{FF2B5EF4-FFF2-40B4-BE49-F238E27FC236}">
                  <a16:creationId xmlns:a16="http://schemas.microsoft.com/office/drawing/2014/main" id="{EF100492-419A-EDA0-CA7E-A49E5450A020}"/>
                </a:ext>
              </a:extLst>
            </p:cNvPr>
            <p:cNvSpPr/>
            <p:nvPr/>
          </p:nvSpPr>
          <p:spPr>
            <a:xfrm>
              <a:off x="7380864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7" name="pg354">
              <a:extLst>
                <a:ext uri="{FF2B5EF4-FFF2-40B4-BE49-F238E27FC236}">
                  <a16:creationId xmlns:a16="http://schemas.microsoft.com/office/drawing/2014/main" id="{811403EE-9843-26CF-FF90-B155DBE98427}"/>
                </a:ext>
              </a:extLst>
            </p:cNvPr>
            <p:cNvSpPr/>
            <p:nvPr/>
          </p:nvSpPr>
          <p:spPr>
            <a:xfrm>
              <a:off x="7417052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8" name="pg355">
              <a:extLst>
                <a:ext uri="{FF2B5EF4-FFF2-40B4-BE49-F238E27FC236}">
                  <a16:creationId xmlns:a16="http://schemas.microsoft.com/office/drawing/2014/main" id="{83DF4DD5-9956-F5B2-DBF5-E1F83B35DF33}"/>
                </a:ext>
              </a:extLst>
            </p:cNvPr>
            <p:cNvSpPr/>
            <p:nvPr/>
          </p:nvSpPr>
          <p:spPr>
            <a:xfrm>
              <a:off x="7453240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9" name="pg356">
              <a:extLst>
                <a:ext uri="{FF2B5EF4-FFF2-40B4-BE49-F238E27FC236}">
                  <a16:creationId xmlns:a16="http://schemas.microsoft.com/office/drawing/2014/main" id="{BD1C5B74-6E05-7672-15C3-55690FCA4349}"/>
                </a:ext>
              </a:extLst>
            </p:cNvPr>
            <p:cNvSpPr/>
            <p:nvPr/>
          </p:nvSpPr>
          <p:spPr>
            <a:xfrm>
              <a:off x="7489428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0" name="pg357">
              <a:extLst>
                <a:ext uri="{FF2B5EF4-FFF2-40B4-BE49-F238E27FC236}">
                  <a16:creationId xmlns:a16="http://schemas.microsoft.com/office/drawing/2014/main" id="{CD6AF8EF-458D-7C99-7474-914BB3A7E7D0}"/>
                </a:ext>
              </a:extLst>
            </p:cNvPr>
            <p:cNvSpPr/>
            <p:nvPr/>
          </p:nvSpPr>
          <p:spPr>
            <a:xfrm>
              <a:off x="7525616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1" name="pg358">
              <a:extLst>
                <a:ext uri="{FF2B5EF4-FFF2-40B4-BE49-F238E27FC236}">
                  <a16:creationId xmlns:a16="http://schemas.microsoft.com/office/drawing/2014/main" id="{C2B7F915-1761-79AD-75AA-885D3E93464C}"/>
                </a:ext>
              </a:extLst>
            </p:cNvPr>
            <p:cNvSpPr/>
            <p:nvPr/>
          </p:nvSpPr>
          <p:spPr>
            <a:xfrm>
              <a:off x="7561804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2" name="pg359">
              <a:extLst>
                <a:ext uri="{FF2B5EF4-FFF2-40B4-BE49-F238E27FC236}">
                  <a16:creationId xmlns:a16="http://schemas.microsoft.com/office/drawing/2014/main" id="{4569CE3A-0441-4BB9-8542-2F1FDE0DCCC2}"/>
                </a:ext>
              </a:extLst>
            </p:cNvPr>
            <p:cNvSpPr/>
            <p:nvPr/>
          </p:nvSpPr>
          <p:spPr>
            <a:xfrm>
              <a:off x="7597992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3" name="pg360">
              <a:extLst>
                <a:ext uri="{FF2B5EF4-FFF2-40B4-BE49-F238E27FC236}">
                  <a16:creationId xmlns:a16="http://schemas.microsoft.com/office/drawing/2014/main" id="{19CEA7B7-22E6-3570-86AB-FBE3B6E52984}"/>
                </a:ext>
              </a:extLst>
            </p:cNvPr>
            <p:cNvSpPr/>
            <p:nvPr/>
          </p:nvSpPr>
          <p:spPr>
            <a:xfrm>
              <a:off x="7634180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4" name="pg361">
              <a:extLst>
                <a:ext uri="{FF2B5EF4-FFF2-40B4-BE49-F238E27FC236}">
                  <a16:creationId xmlns:a16="http://schemas.microsoft.com/office/drawing/2014/main" id="{98F1BAC5-6A6A-D6CE-0743-6A9F7BDF969A}"/>
                </a:ext>
              </a:extLst>
            </p:cNvPr>
            <p:cNvSpPr/>
            <p:nvPr/>
          </p:nvSpPr>
          <p:spPr>
            <a:xfrm>
              <a:off x="7670368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5" name="pg362">
              <a:extLst>
                <a:ext uri="{FF2B5EF4-FFF2-40B4-BE49-F238E27FC236}">
                  <a16:creationId xmlns:a16="http://schemas.microsoft.com/office/drawing/2014/main" id="{B1348421-6728-8B4D-923F-100465CD677F}"/>
                </a:ext>
              </a:extLst>
            </p:cNvPr>
            <p:cNvSpPr/>
            <p:nvPr/>
          </p:nvSpPr>
          <p:spPr>
            <a:xfrm>
              <a:off x="7706556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6" name="pg363">
              <a:extLst>
                <a:ext uri="{FF2B5EF4-FFF2-40B4-BE49-F238E27FC236}">
                  <a16:creationId xmlns:a16="http://schemas.microsoft.com/office/drawing/2014/main" id="{7CD7EAF5-C366-F0EE-C296-E6E6F60D828A}"/>
                </a:ext>
              </a:extLst>
            </p:cNvPr>
            <p:cNvSpPr/>
            <p:nvPr/>
          </p:nvSpPr>
          <p:spPr>
            <a:xfrm>
              <a:off x="7742744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7" name="pg364">
              <a:extLst>
                <a:ext uri="{FF2B5EF4-FFF2-40B4-BE49-F238E27FC236}">
                  <a16:creationId xmlns:a16="http://schemas.microsoft.com/office/drawing/2014/main" id="{B76A2A3F-18BE-AFA8-A5D4-CC492BB856D8}"/>
                </a:ext>
              </a:extLst>
            </p:cNvPr>
            <p:cNvSpPr/>
            <p:nvPr/>
          </p:nvSpPr>
          <p:spPr>
            <a:xfrm>
              <a:off x="7778932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8" name="pg365">
              <a:extLst>
                <a:ext uri="{FF2B5EF4-FFF2-40B4-BE49-F238E27FC236}">
                  <a16:creationId xmlns:a16="http://schemas.microsoft.com/office/drawing/2014/main" id="{2C391E85-58DE-DE77-B613-37D4C560E912}"/>
                </a:ext>
              </a:extLst>
            </p:cNvPr>
            <p:cNvSpPr/>
            <p:nvPr/>
          </p:nvSpPr>
          <p:spPr>
            <a:xfrm>
              <a:off x="7815120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9" name="pg366">
              <a:extLst>
                <a:ext uri="{FF2B5EF4-FFF2-40B4-BE49-F238E27FC236}">
                  <a16:creationId xmlns:a16="http://schemas.microsoft.com/office/drawing/2014/main" id="{CF966C94-AE07-16DA-C8A5-D391C2904DFC}"/>
                </a:ext>
              </a:extLst>
            </p:cNvPr>
            <p:cNvSpPr/>
            <p:nvPr/>
          </p:nvSpPr>
          <p:spPr>
            <a:xfrm>
              <a:off x="7851308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0" name="pg367">
              <a:extLst>
                <a:ext uri="{FF2B5EF4-FFF2-40B4-BE49-F238E27FC236}">
                  <a16:creationId xmlns:a16="http://schemas.microsoft.com/office/drawing/2014/main" id="{BB6B4CED-F653-E8C4-9A29-1892BEC8CFA1}"/>
                </a:ext>
              </a:extLst>
            </p:cNvPr>
            <p:cNvSpPr/>
            <p:nvPr/>
          </p:nvSpPr>
          <p:spPr>
            <a:xfrm>
              <a:off x="7887496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1" name="pg368">
              <a:extLst>
                <a:ext uri="{FF2B5EF4-FFF2-40B4-BE49-F238E27FC236}">
                  <a16:creationId xmlns:a16="http://schemas.microsoft.com/office/drawing/2014/main" id="{D111BBCF-A682-D9FD-1557-AF6ABA620D5C}"/>
                </a:ext>
              </a:extLst>
            </p:cNvPr>
            <p:cNvSpPr/>
            <p:nvPr/>
          </p:nvSpPr>
          <p:spPr>
            <a:xfrm>
              <a:off x="7923684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2" name="pg369">
              <a:extLst>
                <a:ext uri="{FF2B5EF4-FFF2-40B4-BE49-F238E27FC236}">
                  <a16:creationId xmlns:a16="http://schemas.microsoft.com/office/drawing/2014/main" id="{DCCBD168-84E3-2316-3EE6-B3EBD3AD01B6}"/>
                </a:ext>
              </a:extLst>
            </p:cNvPr>
            <p:cNvSpPr/>
            <p:nvPr/>
          </p:nvSpPr>
          <p:spPr>
            <a:xfrm>
              <a:off x="7959872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3" name="pg370">
              <a:extLst>
                <a:ext uri="{FF2B5EF4-FFF2-40B4-BE49-F238E27FC236}">
                  <a16:creationId xmlns:a16="http://schemas.microsoft.com/office/drawing/2014/main" id="{3BFB0220-7C29-AC00-0D0E-4BAE96E22F69}"/>
                </a:ext>
              </a:extLst>
            </p:cNvPr>
            <p:cNvSpPr/>
            <p:nvPr/>
          </p:nvSpPr>
          <p:spPr>
            <a:xfrm>
              <a:off x="7996059" y="542624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4" name="pg371">
              <a:extLst>
                <a:ext uri="{FF2B5EF4-FFF2-40B4-BE49-F238E27FC236}">
                  <a16:creationId xmlns:a16="http://schemas.microsoft.com/office/drawing/2014/main" id="{48A984AF-1272-847C-CFC2-7E92EA4744BF}"/>
                </a:ext>
              </a:extLst>
            </p:cNvPr>
            <p:cNvSpPr/>
            <p:nvPr/>
          </p:nvSpPr>
          <p:spPr>
            <a:xfrm>
              <a:off x="7199924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5" name="pg372">
              <a:extLst>
                <a:ext uri="{FF2B5EF4-FFF2-40B4-BE49-F238E27FC236}">
                  <a16:creationId xmlns:a16="http://schemas.microsoft.com/office/drawing/2014/main" id="{7E06733E-E2B3-6B53-3A33-F6CED731CA8B}"/>
                </a:ext>
              </a:extLst>
            </p:cNvPr>
            <p:cNvSpPr/>
            <p:nvPr/>
          </p:nvSpPr>
          <p:spPr>
            <a:xfrm>
              <a:off x="7236112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6" name="pg373">
              <a:extLst>
                <a:ext uri="{FF2B5EF4-FFF2-40B4-BE49-F238E27FC236}">
                  <a16:creationId xmlns:a16="http://schemas.microsoft.com/office/drawing/2014/main" id="{2BF50933-8F3B-7DBB-91B9-FF53DA4F52A2}"/>
                </a:ext>
              </a:extLst>
            </p:cNvPr>
            <p:cNvSpPr/>
            <p:nvPr/>
          </p:nvSpPr>
          <p:spPr>
            <a:xfrm>
              <a:off x="7272301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7" name="pg374">
              <a:extLst>
                <a:ext uri="{FF2B5EF4-FFF2-40B4-BE49-F238E27FC236}">
                  <a16:creationId xmlns:a16="http://schemas.microsoft.com/office/drawing/2014/main" id="{4831E32D-2018-70CA-1B97-82547190A6E7}"/>
                </a:ext>
              </a:extLst>
            </p:cNvPr>
            <p:cNvSpPr/>
            <p:nvPr/>
          </p:nvSpPr>
          <p:spPr>
            <a:xfrm>
              <a:off x="7308489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8" name="pg375">
              <a:extLst>
                <a:ext uri="{FF2B5EF4-FFF2-40B4-BE49-F238E27FC236}">
                  <a16:creationId xmlns:a16="http://schemas.microsoft.com/office/drawing/2014/main" id="{DB15DBA7-616D-F364-641B-2F26876CB56D}"/>
                </a:ext>
              </a:extLst>
            </p:cNvPr>
            <p:cNvSpPr/>
            <p:nvPr/>
          </p:nvSpPr>
          <p:spPr>
            <a:xfrm>
              <a:off x="7344676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9" name="pg376">
              <a:extLst>
                <a:ext uri="{FF2B5EF4-FFF2-40B4-BE49-F238E27FC236}">
                  <a16:creationId xmlns:a16="http://schemas.microsoft.com/office/drawing/2014/main" id="{E7205CE3-B2F0-DC67-E9B4-E6DAC3400FA6}"/>
                </a:ext>
              </a:extLst>
            </p:cNvPr>
            <p:cNvSpPr/>
            <p:nvPr/>
          </p:nvSpPr>
          <p:spPr>
            <a:xfrm>
              <a:off x="7380864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0" name="pg377">
              <a:extLst>
                <a:ext uri="{FF2B5EF4-FFF2-40B4-BE49-F238E27FC236}">
                  <a16:creationId xmlns:a16="http://schemas.microsoft.com/office/drawing/2014/main" id="{637EB21D-5D98-8F06-3526-08A70EF7E81D}"/>
                </a:ext>
              </a:extLst>
            </p:cNvPr>
            <p:cNvSpPr/>
            <p:nvPr/>
          </p:nvSpPr>
          <p:spPr>
            <a:xfrm>
              <a:off x="7417052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1" name="pg378">
              <a:extLst>
                <a:ext uri="{FF2B5EF4-FFF2-40B4-BE49-F238E27FC236}">
                  <a16:creationId xmlns:a16="http://schemas.microsoft.com/office/drawing/2014/main" id="{6A1D0F88-E6FD-CC39-5195-5327025EBFED}"/>
                </a:ext>
              </a:extLst>
            </p:cNvPr>
            <p:cNvSpPr/>
            <p:nvPr/>
          </p:nvSpPr>
          <p:spPr>
            <a:xfrm>
              <a:off x="7453240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2" name="pg379">
              <a:extLst>
                <a:ext uri="{FF2B5EF4-FFF2-40B4-BE49-F238E27FC236}">
                  <a16:creationId xmlns:a16="http://schemas.microsoft.com/office/drawing/2014/main" id="{AD9DE04A-8EAE-4A9F-CACA-B50AD9A38E7B}"/>
                </a:ext>
              </a:extLst>
            </p:cNvPr>
            <p:cNvSpPr/>
            <p:nvPr/>
          </p:nvSpPr>
          <p:spPr>
            <a:xfrm>
              <a:off x="7489428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3" name="pg380">
              <a:extLst>
                <a:ext uri="{FF2B5EF4-FFF2-40B4-BE49-F238E27FC236}">
                  <a16:creationId xmlns:a16="http://schemas.microsoft.com/office/drawing/2014/main" id="{9F05C3D3-AE03-7C24-8966-2D8F15C24C3F}"/>
                </a:ext>
              </a:extLst>
            </p:cNvPr>
            <p:cNvSpPr/>
            <p:nvPr/>
          </p:nvSpPr>
          <p:spPr>
            <a:xfrm>
              <a:off x="7525616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4" name="pg381">
              <a:extLst>
                <a:ext uri="{FF2B5EF4-FFF2-40B4-BE49-F238E27FC236}">
                  <a16:creationId xmlns:a16="http://schemas.microsoft.com/office/drawing/2014/main" id="{C64DB346-DB60-AFBD-07E0-9A976515FD2A}"/>
                </a:ext>
              </a:extLst>
            </p:cNvPr>
            <p:cNvSpPr/>
            <p:nvPr/>
          </p:nvSpPr>
          <p:spPr>
            <a:xfrm>
              <a:off x="7561804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5" name="pg382">
              <a:extLst>
                <a:ext uri="{FF2B5EF4-FFF2-40B4-BE49-F238E27FC236}">
                  <a16:creationId xmlns:a16="http://schemas.microsoft.com/office/drawing/2014/main" id="{D1F0E0D1-95BC-CCCB-4D12-0C7D9D69B529}"/>
                </a:ext>
              </a:extLst>
            </p:cNvPr>
            <p:cNvSpPr/>
            <p:nvPr/>
          </p:nvSpPr>
          <p:spPr>
            <a:xfrm>
              <a:off x="7597992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6" name="pg383">
              <a:extLst>
                <a:ext uri="{FF2B5EF4-FFF2-40B4-BE49-F238E27FC236}">
                  <a16:creationId xmlns:a16="http://schemas.microsoft.com/office/drawing/2014/main" id="{C88234AB-754B-2D08-8981-36623CBEEE13}"/>
                </a:ext>
              </a:extLst>
            </p:cNvPr>
            <p:cNvSpPr/>
            <p:nvPr/>
          </p:nvSpPr>
          <p:spPr>
            <a:xfrm>
              <a:off x="7634180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7" name="pg384">
              <a:extLst>
                <a:ext uri="{FF2B5EF4-FFF2-40B4-BE49-F238E27FC236}">
                  <a16:creationId xmlns:a16="http://schemas.microsoft.com/office/drawing/2014/main" id="{CF15AC59-81BA-7B46-F34D-8E64800D3E76}"/>
                </a:ext>
              </a:extLst>
            </p:cNvPr>
            <p:cNvSpPr/>
            <p:nvPr/>
          </p:nvSpPr>
          <p:spPr>
            <a:xfrm>
              <a:off x="7670368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8" name="pg385">
              <a:extLst>
                <a:ext uri="{FF2B5EF4-FFF2-40B4-BE49-F238E27FC236}">
                  <a16:creationId xmlns:a16="http://schemas.microsoft.com/office/drawing/2014/main" id="{B8DB4C1D-446F-1703-E8A6-766657B7CB97}"/>
                </a:ext>
              </a:extLst>
            </p:cNvPr>
            <p:cNvSpPr/>
            <p:nvPr/>
          </p:nvSpPr>
          <p:spPr>
            <a:xfrm>
              <a:off x="7706556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9" name="pg386">
              <a:extLst>
                <a:ext uri="{FF2B5EF4-FFF2-40B4-BE49-F238E27FC236}">
                  <a16:creationId xmlns:a16="http://schemas.microsoft.com/office/drawing/2014/main" id="{474CFA51-B318-C039-0DE5-EB5797B50E73}"/>
                </a:ext>
              </a:extLst>
            </p:cNvPr>
            <p:cNvSpPr/>
            <p:nvPr/>
          </p:nvSpPr>
          <p:spPr>
            <a:xfrm>
              <a:off x="7742744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0" name="pg387">
              <a:extLst>
                <a:ext uri="{FF2B5EF4-FFF2-40B4-BE49-F238E27FC236}">
                  <a16:creationId xmlns:a16="http://schemas.microsoft.com/office/drawing/2014/main" id="{EB87BF69-7A01-597A-0A41-F19A6B17CAEF}"/>
                </a:ext>
              </a:extLst>
            </p:cNvPr>
            <p:cNvSpPr/>
            <p:nvPr/>
          </p:nvSpPr>
          <p:spPr>
            <a:xfrm>
              <a:off x="7778932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1" name="pg388">
              <a:extLst>
                <a:ext uri="{FF2B5EF4-FFF2-40B4-BE49-F238E27FC236}">
                  <a16:creationId xmlns:a16="http://schemas.microsoft.com/office/drawing/2014/main" id="{85A5BC27-50E3-E4FE-6661-344D1820DD32}"/>
                </a:ext>
              </a:extLst>
            </p:cNvPr>
            <p:cNvSpPr/>
            <p:nvPr/>
          </p:nvSpPr>
          <p:spPr>
            <a:xfrm>
              <a:off x="7815120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2" name="pg389">
              <a:extLst>
                <a:ext uri="{FF2B5EF4-FFF2-40B4-BE49-F238E27FC236}">
                  <a16:creationId xmlns:a16="http://schemas.microsoft.com/office/drawing/2014/main" id="{7089CE25-99B9-65D6-EA17-E41AF2B56A99}"/>
                </a:ext>
              </a:extLst>
            </p:cNvPr>
            <p:cNvSpPr/>
            <p:nvPr/>
          </p:nvSpPr>
          <p:spPr>
            <a:xfrm>
              <a:off x="7851308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3" name="pg390">
              <a:extLst>
                <a:ext uri="{FF2B5EF4-FFF2-40B4-BE49-F238E27FC236}">
                  <a16:creationId xmlns:a16="http://schemas.microsoft.com/office/drawing/2014/main" id="{A6EADB35-9235-2954-330F-5671CB753BC9}"/>
                </a:ext>
              </a:extLst>
            </p:cNvPr>
            <p:cNvSpPr/>
            <p:nvPr/>
          </p:nvSpPr>
          <p:spPr>
            <a:xfrm>
              <a:off x="7887496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4" name="pg391">
              <a:extLst>
                <a:ext uri="{FF2B5EF4-FFF2-40B4-BE49-F238E27FC236}">
                  <a16:creationId xmlns:a16="http://schemas.microsoft.com/office/drawing/2014/main" id="{2BE5237B-AE2A-4E84-7987-62B905759DC8}"/>
                </a:ext>
              </a:extLst>
            </p:cNvPr>
            <p:cNvSpPr/>
            <p:nvPr/>
          </p:nvSpPr>
          <p:spPr>
            <a:xfrm>
              <a:off x="7923684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5" name="pg392">
              <a:extLst>
                <a:ext uri="{FF2B5EF4-FFF2-40B4-BE49-F238E27FC236}">
                  <a16:creationId xmlns:a16="http://schemas.microsoft.com/office/drawing/2014/main" id="{B42C4033-3C1D-9C56-32DD-CA88CAA55861}"/>
                </a:ext>
              </a:extLst>
            </p:cNvPr>
            <p:cNvSpPr/>
            <p:nvPr/>
          </p:nvSpPr>
          <p:spPr>
            <a:xfrm>
              <a:off x="7959872" y="547215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6" name="pg393">
              <a:extLst>
                <a:ext uri="{FF2B5EF4-FFF2-40B4-BE49-F238E27FC236}">
                  <a16:creationId xmlns:a16="http://schemas.microsoft.com/office/drawing/2014/main" id="{AE2590A2-662C-20B8-FD23-DE435FE7664C}"/>
                </a:ext>
              </a:extLst>
            </p:cNvPr>
            <p:cNvSpPr/>
            <p:nvPr/>
          </p:nvSpPr>
          <p:spPr>
            <a:xfrm>
              <a:off x="7199924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7" name="pg394">
              <a:extLst>
                <a:ext uri="{FF2B5EF4-FFF2-40B4-BE49-F238E27FC236}">
                  <a16:creationId xmlns:a16="http://schemas.microsoft.com/office/drawing/2014/main" id="{ECEAD554-3865-1A38-17CC-11F766F68F6C}"/>
                </a:ext>
              </a:extLst>
            </p:cNvPr>
            <p:cNvSpPr/>
            <p:nvPr/>
          </p:nvSpPr>
          <p:spPr>
            <a:xfrm>
              <a:off x="7236112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8" name="pg395">
              <a:extLst>
                <a:ext uri="{FF2B5EF4-FFF2-40B4-BE49-F238E27FC236}">
                  <a16:creationId xmlns:a16="http://schemas.microsoft.com/office/drawing/2014/main" id="{09FB2800-F49C-1E2A-0960-11AFA87C2398}"/>
                </a:ext>
              </a:extLst>
            </p:cNvPr>
            <p:cNvSpPr/>
            <p:nvPr/>
          </p:nvSpPr>
          <p:spPr>
            <a:xfrm>
              <a:off x="7272301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9" name="pg396">
              <a:extLst>
                <a:ext uri="{FF2B5EF4-FFF2-40B4-BE49-F238E27FC236}">
                  <a16:creationId xmlns:a16="http://schemas.microsoft.com/office/drawing/2014/main" id="{82B32C39-519B-AFC0-2E72-CAE87A3F1793}"/>
                </a:ext>
              </a:extLst>
            </p:cNvPr>
            <p:cNvSpPr/>
            <p:nvPr/>
          </p:nvSpPr>
          <p:spPr>
            <a:xfrm>
              <a:off x="7308489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0" name="pg397">
              <a:extLst>
                <a:ext uri="{FF2B5EF4-FFF2-40B4-BE49-F238E27FC236}">
                  <a16:creationId xmlns:a16="http://schemas.microsoft.com/office/drawing/2014/main" id="{BFAE9933-B46F-6B6A-5365-13EA194E3A90}"/>
                </a:ext>
              </a:extLst>
            </p:cNvPr>
            <p:cNvSpPr/>
            <p:nvPr/>
          </p:nvSpPr>
          <p:spPr>
            <a:xfrm>
              <a:off x="7344676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1" name="pg398">
              <a:extLst>
                <a:ext uri="{FF2B5EF4-FFF2-40B4-BE49-F238E27FC236}">
                  <a16:creationId xmlns:a16="http://schemas.microsoft.com/office/drawing/2014/main" id="{51CA7A85-E12D-17AD-3664-4DF2BCBA202F}"/>
                </a:ext>
              </a:extLst>
            </p:cNvPr>
            <p:cNvSpPr/>
            <p:nvPr/>
          </p:nvSpPr>
          <p:spPr>
            <a:xfrm>
              <a:off x="7380864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2" name="pg399">
              <a:extLst>
                <a:ext uri="{FF2B5EF4-FFF2-40B4-BE49-F238E27FC236}">
                  <a16:creationId xmlns:a16="http://schemas.microsoft.com/office/drawing/2014/main" id="{CB401DDC-1D74-BA27-2BF9-7A4A448FB31E}"/>
                </a:ext>
              </a:extLst>
            </p:cNvPr>
            <p:cNvSpPr/>
            <p:nvPr/>
          </p:nvSpPr>
          <p:spPr>
            <a:xfrm>
              <a:off x="7417052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3" name="pg400">
              <a:extLst>
                <a:ext uri="{FF2B5EF4-FFF2-40B4-BE49-F238E27FC236}">
                  <a16:creationId xmlns:a16="http://schemas.microsoft.com/office/drawing/2014/main" id="{D717123E-9CC3-9493-D6F1-B813C93DD973}"/>
                </a:ext>
              </a:extLst>
            </p:cNvPr>
            <p:cNvSpPr/>
            <p:nvPr/>
          </p:nvSpPr>
          <p:spPr>
            <a:xfrm>
              <a:off x="7453240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4" name="pg401">
              <a:extLst>
                <a:ext uri="{FF2B5EF4-FFF2-40B4-BE49-F238E27FC236}">
                  <a16:creationId xmlns:a16="http://schemas.microsoft.com/office/drawing/2014/main" id="{41ADA313-FC20-D90E-E392-86F1E911755B}"/>
                </a:ext>
              </a:extLst>
            </p:cNvPr>
            <p:cNvSpPr/>
            <p:nvPr/>
          </p:nvSpPr>
          <p:spPr>
            <a:xfrm>
              <a:off x="7489428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5" name="pg402">
              <a:extLst>
                <a:ext uri="{FF2B5EF4-FFF2-40B4-BE49-F238E27FC236}">
                  <a16:creationId xmlns:a16="http://schemas.microsoft.com/office/drawing/2014/main" id="{C7ED7BF1-2EE3-06B6-6BC3-3BC865A75DA2}"/>
                </a:ext>
              </a:extLst>
            </p:cNvPr>
            <p:cNvSpPr/>
            <p:nvPr/>
          </p:nvSpPr>
          <p:spPr>
            <a:xfrm>
              <a:off x="7525616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6" name="pg403">
              <a:extLst>
                <a:ext uri="{FF2B5EF4-FFF2-40B4-BE49-F238E27FC236}">
                  <a16:creationId xmlns:a16="http://schemas.microsoft.com/office/drawing/2014/main" id="{DA702B46-8304-7C9F-E964-F4199760F093}"/>
                </a:ext>
              </a:extLst>
            </p:cNvPr>
            <p:cNvSpPr/>
            <p:nvPr/>
          </p:nvSpPr>
          <p:spPr>
            <a:xfrm>
              <a:off x="7561804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7" name="pg404">
              <a:extLst>
                <a:ext uri="{FF2B5EF4-FFF2-40B4-BE49-F238E27FC236}">
                  <a16:creationId xmlns:a16="http://schemas.microsoft.com/office/drawing/2014/main" id="{C59994CC-758E-CEA6-734E-7A81F63020EF}"/>
                </a:ext>
              </a:extLst>
            </p:cNvPr>
            <p:cNvSpPr/>
            <p:nvPr/>
          </p:nvSpPr>
          <p:spPr>
            <a:xfrm>
              <a:off x="7597992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8" name="pg405">
              <a:extLst>
                <a:ext uri="{FF2B5EF4-FFF2-40B4-BE49-F238E27FC236}">
                  <a16:creationId xmlns:a16="http://schemas.microsoft.com/office/drawing/2014/main" id="{0C084A39-DECB-BBED-355F-09C16D37ECEA}"/>
                </a:ext>
              </a:extLst>
            </p:cNvPr>
            <p:cNvSpPr/>
            <p:nvPr/>
          </p:nvSpPr>
          <p:spPr>
            <a:xfrm>
              <a:off x="7634180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9" name="pg406">
              <a:extLst>
                <a:ext uri="{FF2B5EF4-FFF2-40B4-BE49-F238E27FC236}">
                  <a16:creationId xmlns:a16="http://schemas.microsoft.com/office/drawing/2014/main" id="{2D5F36C1-73A8-2D6E-09A0-4991A7149802}"/>
                </a:ext>
              </a:extLst>
            </p:cNvPr>
            <p:cNvSpPr/>
            <p:nvPr/>
          </p:nvSpPr>
          <p:spPr>
            <a:xfrm>
              <a:off x="7670368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0" name="pg407">
              <a:extLst>
                <a:ext uri="{FF2B5EF4-FFF2-40B4-BE49-F238E27FC236}">
                  <a16:creationId xmlns:a16="http://schemas.microsoft.com/office/drawing/2014/main" id="{1A4783A1-C6E8-2468-8584-CC1E5695E4B1}"/>
                </a:ext>
              </a:extLst>
            </p:cNvPr>
            <p:cNvSpPr/>
            <p:nvPr/>
          </p:nvSpPr>
          <p:spPr>
            <a:xfrm>
              <a:off x="7706556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1" name="pg408">
              <a:extLst>
                <a:ext uri="{FF2B5EF4-FFF2-40B4-BE49-F238E27FC236}">
                  <a16:creationId xmlns:a16="http://schemas.microsoft.com/office/drawing/2014/main" id="{4B07B75D-8529-8E2E-B84E-403F1A3315E3}"/>
                </a:ext>
              </a:extLst>
            </p:cNvPr>
            <p:cNvSpPr/>
            <p:nvPr/>
          </p:nvSpPr>
          <p:spPr>
            <a:xfrm>
              <a:off x="7742744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2" name="pg409">
              <a:extLst>
                <a:ext uri="{FF2B5EF4-FFF2-40B4-BE49-F238E27FC236}">
                  <a16:creationId xmlns:a16="http://schemas.microsoft.com/office/drawing/2014/main" id="{A87486A2-3772-01B3-5328-B511F8770807}"/>
                </a:ext>
              </a:extLst>
            </p:cNvPr>
            <p:cNvSpPr/>
            <p:nvPr/>
          </p:nvSpPr>
          <p:spPr>
            <a:xfrm>
              <a:off x="7778932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3" name="pg410">
              <a:extLst>
                <a:ext uri="{FF2B5EF4-FFF2-40B4-BE49-F238E27FC236}">
                  <a16:creationId xmlns:a16="http://schemas.microsoft.com/office/drawing/2014/main" id="{3B68BA25-BFCD-9065-9712-93F41F4FC22C}"/>
                </a:ext>
              </a:extLst>
            </p:cNvPr>
            <p:cNvSpPr/>
            <p:nvPr/>
          </p:nvSpPr>
          <p:spPr>
            <a:xfrm>
              <a:off x="7815120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4" name="pg411">
              <a:extLst>
                <a:ext uri="{FF2B5EF4-FFF2-40B4-BE49-F238E27FC236}">
                  <a16:creationId xmlns:a16="http://schemas.microsoft.com/office/drawing/2014/main" id="{19BD2B8F-B48B-3DA0-2F8D-9B347602B181}"/>
                </a:ext>
              </a:extLst>
            </p:cNvPr>
            <p:cNvSpPr/>
            <p:nvPr/>
          </p:nvSpPr>
          <p:spPr>
            <a:xfrm>
              <a:off x="7851308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5" name="pg412">
              <a:extLst>
                <a:ext uri="{FF2B5EF4-FFF2-40B4-BE49-F238E27FC236}">
                  <a16:creationId xmlns:a16="http://schemas.microsoft.com/office/drawing/2014/main" id="{0E5DF2DB-7A09-7EAA-8163-453BBD439D3F}"/>
                </a:ext>
              </a:extLst>
            </p:cNvPr>
            <p:cNvSpPr/>
            <p:nvPr/>
          </p:nvSpPr>
          <p:spPr>
            <a:xfrm>
              <a:off x="7887496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6" name="pg413">
              <a:extLst>
                <a:ext uri="{FF2B5EF4-FFF2-40B4-BE49-F238E27FC236}">
                  <a16:creationId xmlns:a16="http://schemas.microsoft.com/office/drawing/2014/main" id="{E44133E7-9867-E981-D399-FD20A7B68F64}"/>
                </a:ext>
              </a:extLst>
            </p:cNvPr>
            <p:cNvSpPr/>
            <p:nvPr/>
          </p:nvSpPr>
          <p:spPr>
            <a:xfrm>
              <a:off x="7923684" y="5518069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7" name="pg414">
              <a:extLst>
                <a:ext uri="{FF2B5EF4-FFF2-40B4-BE49-F238E27FC236}">
                  <a16:creationId xmlns:a16="http://schemas.microsoft.com/office/drawing/2014/main" id="{61C70CEB-FB9E-A1FC-85DF-95ED756DA017}"/>
                </a:ext>
              </a:extLst>
            </p:cNvPr>
            <p:cNvSpPr/>
            <p:nvPr/>
          </p:nvSpPr>
          <p:spPr>
            <a:xfrm>
              <a:off x="7272301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8" name="pg415">
              <a:extLst>
                <a:ext uri="{FF2B5EF4-FFF2-40B4-BE49-F238E27FC236}">
                  <a16:creationId xmlns:a16="http://schemas.microsoft.com/office/drawing/2014/main" id="{5B23A56A-9C2A-7C51-DB4C-236E2FCDFA0A}"/>
                </a:ext>
              </a:extLst>
            </p:cNvPr>
            <p:cNvSpPr/>
            <p:nvPr/>
          </p:nvSpPr>
          <p:spPr>
            <a:xfrm>
              <a:off x="7308489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9" name="pg416">
              <a:extLst>
                <a:ext uri="{FF2B5EF4-FFF2-40B4-BE49-F238E27FC236}">
                  <a16:creationId xmlns:a16="http://schemas.microsoft.com/office/drawing/2014/main" id="{5B691504-2130-5909-A058-9B2421D56912}"/>
                </a:ext>
              </a:extLst>
            </p:cNvPr>
            <p:cNvSpPr/>
            <p:nvPr/>
          </p:nvSpPr>
          <p:spPr>
            <a:xfrm>
              <a:off x="7344676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0" name="pg417">
              <a:extLst>
                <a:ext uri="{FF2B5EF4-FFF2-40B4-BE49-F238E27FC236}">
                  <a16:creationId xmlns:a16="http://schemas.microsoft.com/office/drawing/2014/main" id="{94FB9392-9569-C173-C7E5-5A39989EBD44}"/>
                </a:ext>
              </a:extLst>
            </p:cNvPr>
            <p:cNvSpPr/>
            <p:nvPr/>
          </p:nvSpPr>
          <p:spPr>
            <a:xfrm>
              <a:off x="7380864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1" name="pg418">
              <a:extLst>
                <a:ext uri="{FF2B5EF4-FFF2-40B4-BE49-F238E27FC236}">
                  <a16:creationId xmlns:a16="http://schemas.microsoft.com/office/drawing/2014/main" id="{CA13AA5F-82DF-9605-E99C-75404CAD1274}"/>
                </a:ext>
              </a:extLst>
            </p:cNvPr>
            <p:cNvSpPr/>
            <p:nvPr/>
          </p:nvSpPr>
          <p:spPr>
            <a:xfrm>
              <a:off x="7417052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2" name="pg419">
              <a:extLst>
                <a:ext uri="{FF2B5EF4-FFF2-40B4-BE49-F238E27FC236}">
                  <a16:creationId xmlns:a16="http://schemas.microsoft.com/office/drawing/2014/main" id="{42251050-9EC7-2EDF-F58E-FBE9D3ED402F}"/>
                </a:ext>
              </a:extLst>
            </p:cNvPr>
            <p:cNvSpPr/>
            <p:nvPr/>
          </p:nvSpPr>
          <p:spPr>
            <a:xfrm>
              <a:off x="7453240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3" name="pg420">
              <a:extLst>
                <a:ext uri="{FF2B5EF4-FFF2-40B4-BE49-F238E27FC236}">
                  <a16:creationId xmlns:a16="http://schemas.microsoft.com/office/drawing/2014/main" id="{0FA5685E-A448-5B4E-9D6D-699B3BDFDE06}"/>
                </a:ext>
              </a:extLst>
            </p:cNvPr>
            <p:cNvSpPr/>
            <p:nvPr/>
          </p:nvSpPr>
          <p:spPr>
            <a:xfrm>
              <a:off x="7489428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4" name="pg421">
              <a:extLst>
                <a:ext uri="{FF2B5EF4-FFF2-40B4-BE49-F238E27FC236}">
                  <a16:creationId xmlns:a16="http://schemas.microsoft.com/office/drawing/2014/main" id="{D0B35CEC-4128-2C1E-A649-099C13C1D6F0}"/>
                </a:ext>
              </a:extLst>
            </p:cNvPr>
            <p:cNvSpPr/>
            <p:nvPr/>
          </p:nvSpPr>
          <p:spPr>
            <a:xfrm>
              <a:off x="7525616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5" name="pg422">
              <a:extLst>
                <a:ext uri="{FF2B5EF4-FFF2-40B4-BE49-F238E27FC236}">
                  <a16:creationId xmlns:a16="http://schemas.microsoft.com/office/drawing/2014/main" id="{FB70081A-E134-1275-E4CD-B08B02609BF8}"/>
                </a:ext>
              </a:extLst>
            </p:cNvPr>
            <p:cNvSpPr/>
            <p:nvPr/>
          </p:nvSpPr>
          <p:spPr>
            <a:xfrm>
              <a:off x="7561804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6" name="pg423">
              <a:extLst>
                <a:ext uri="{FF2B5EF4-FFF2-40B4-BE49-F238E27FC236}">
                  <a16:creationId xmlns:a16="http://schemas.microsoft.com/office/drawing/2014/main" id="{26BB6F18-D544-9493-0FD3-584E3E424523}"/>
                </a:ext>
              </a:extLst>
            </p:cNvPr>
            <p:cNvSpPr/>
            <p:nvPr/>
          </p:nvSpPr>
          <p:spPr>
            <a:xfrm>
              <a:off x="7597992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7" name="pg424">
              <a:extLst>
                <a:ext uri="{FF2B5EF4-FFF2-40B4-BE49-F238E27FC236}">
                  <a16:creationId xmlns:a16="http://schemas.microsoft.com/office/drawing/2014/main" id="{1D50B750-3E4A-CFE7-541F-328564F6D01D}"/>
                </a:ext>
              </a:extLst>
            </p:cNvPr>
            <p:cNvSpPr/>
            <p:nvPr/>
          </p:nvSpPr>
          <p:spPr>
            <a:xfrm>
              <a:off x="7634180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8" name="pg425">
              <a:extLst>
                <a:ext uri="{FF2B5EF4-FFF2-40B4-BE49-F238E27FC236}">
                  <a16:creationId xmlns:a16="http://schemas.microsoft.com/office/drawing/2014/main" id="{E466BBAD-0B4F-9D3A-E7B4-477563479381}"/>
                </a:ext>
              </a:extLst>
            </p:cNvPr>
            <p:cNvSpPr/>
            <p:nvPr/>
          </p:nvSpPr>
          <p:spPr>
            <a:xfrm>
              <a:off x="7670368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9" name="pg426">
              <a:extLst>
                <a:ext uri="{FF2B5EF4-FFF2-40B4-BE49-F238E27FC236}">
                  <a16:creationId xmlns:a16="http://schemas.microsoft.com/office/drawing/2014/main" id="{7DFFF6E1-ED78-1403-2EAD-ACBA3555DA7E}"/>
                </a:ext>
              </a:extLst>
            </p:cNvPr>
            <p:cNvSpPr/>
            <p:nvPr/>
          </p:nvSpPr>
          <p:spPr>
            <a:xfrm>
              <a:off x="7706556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0" name="pg427">
              <a:extLst>
                <a:ext uri="{FF2B5EF4-FFF2-40B4-BE49-F238E27FC236}">
                  <a16:creationId xmlns:a16="http://schemas.microsoft.com/office/drawing/2014/main" id="{B195ACF6-5F23-D15C-6751-DDC28D7BEFBD}"/>
                </a:ext>
              </a:extLst>
            </p:cNvPr>
            <p:cNvSpPr/>
            <p:nvPr/>
          </p:nvSpPr>
          <p:spPr>
            <a:xfrm>
              <a:off x="7742744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1" name="pg428">
              <a:extLst>
                <a:ext uri="{FF2B5EF4-FFF2-40B4-BE49-F238E27FC236}">
                  <a16:creationId xmlns:a16="http://schemas.microsoft.com/office/drawing/2014/main" id="{38118C53-5C21-5F5B-C56A-71236750B3BA}"/>
                </a:ext>
              </a:extLst>
            </p:cNvPr>
            <p:cNvSpPr/>
            <p:nvPr/>
          </p:nvSpPr>
          <p:spPr>
            <a:xfrm>
              <a:off x="7778932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2" name="pg429">
              <a:extLst>
                <a:ext uri="{FF2B5EF4-FFF2-40B4-BE49-F238E27FC236}">
                  <a16:creationId xmlns:a16="http://schemas.microsoft.com/office/drawing/2014/main" id="{A5ED19E5-D929-57CB-9FA9-4E0C88259CDD}"/>
                </a:ext>
              </a:extLst>
            </p:cNvPr>
            <p:cNvSpPr/>
            <p:nvPr/>
          </p:nvSpPr>
          <p:spPr>
            <a:xfrm>
              <a:off x="7815120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3" name="pg430">
              <a:extLst>
                <a:ext uri="{FF2B5EF4-FFF2-40B4-BE49-F238E27FC236}">
                  <a16:creationId xmlns:a16="http://schemas.microsoft.com/office/drawing/2014/main" id="{900565E1-8A60-5967-56BB-50E5DA56B4CF}"/>
                </a:ext>
              </a:extLst>
            </p:cNvPr>
            <p:cNvSpPr/>
            <p:nvPr/>
          </p:nvSpPr>
          <p:spPr>
            <a:xfrm>
              <a:off x="7851308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4" name="pg431">
              <a:extLst>
                <a:ext uri="{FF2B5EF4-FFF2-40B4-BE49-F238E27FC236}">
                  <a16:creationId xmlns:a16="http://schemas.microsoft.com/office/drawing/2014/main" id="{25F40D94-E9FE-58E1-BBAC-446F1A635527}"/>
                </a:ext>
              </a:extLst>
            </p:cNvPr>
            <p:cNvSpPr/>
            <p:nvPr/>
          </p:nvSpPr>
          <p:spPr>
            <a:xfrm>
              <a:off x="7887496" y="556398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5" name="pg432">
              <a:extLst>
                <a:ext uri="{FF2B5EF4-FFF2-40B4-BE49-F238E27FC236}">
                  <a16:creationId xmlns:a16="http://schemas.microsoft.com/office/drawing/2014/main" id="{B4CAF842-CE23-F2C7-AB7C-F215066BC9CC}"/>
                </a:ext>
              </a:extLst>
            </p:cNvPr>
            <p:cNvSpPr/>
            <p:nvPr/>
          </p:nvSpPr>
          <p:spPr>
            <a:xfrm>
              <a:off x="7308489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6" name="pg433">
              <a:extLst>
                <a:ext uri="{FF2B5EF4-FFF2-40B4-BE49-F238E27FC236}">
                  <a16:creationId xmlns:a16="http://schemas.microsoft.com/office/drawing/2014/main" id="{A4E4DB45-15E5-9769-6728-9DBB11B152E8}"/>
                </a:ext>
              </a:extLst>
            </p:cNvPr>
            <p:cNvSpPr/>
            <p:nvPr/>
          </p:nvSpPr>
          <p:spPr>
            <a:xfrm>
              <a:off x="7344676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7" name="pg434">
              <a:extLst>
                <a:ext uri="{FF2B5EF4-FFF2-40B4-BE49-F238E27FC236}">
                  <a16:creationId xmlns:a16="http://schemas.microsoft.com/office/drawing/2014/main" id="{60ED7BF7-A0B3-A088-D925-54209449CAB1}"/>
                </a:ext>
              </a:extLst>
            </p:cNvPr>
            <p:cNvSpPr/>
            <p:nvPr/>
          </p:nvSpPr>
          <p:spPr>
            <a:xfrm>
              <a:off x="7380864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8" name="pg435">
              <a:extLst>
                <a:ext uri="{FF2B5EF4-FFF2-40B4-BE49-F238E27FC236}">
                  <a16:creationId xmlns:a16="http://schemas.microsoft.com/office/drawing/2014/main" id="{DDED3E46-C714-B5E9-DB40-AEB6036F453B}"/>
                </a:ext>
              </a:extLst>
            </p:cNvPr>
            <p:cNvSpPr/>
            <p:nvPr/>
          </p:nvSpPr>
          <p:spPr>
            <a:xfrm>
              <a:off x="7417052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9" name="pg436">
              <a:extLst>
                <a:ext uri="{FF2B5EF4-FFF2-40B4-BE49-F238E27FC236}">
                  <a16:creationId xmlns:a16="http://schemas.microsoft.com/office/drawing/2014/main" id="{201EF0D8-1451-5794-A029-0C8133FC48FD}"/>
                </a:ext>
              </a:extLst>
            </p:cNvPr>
            <p:cNvSpPr/>
            <p:nvPr/>
          </p:nvSpPr>
          <p:spPr>
            <a:xfrm>
              <a:off x="7453240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0" name="pg437">
              <a:extLst>
                <a:ext uri="{FF2B5EF4-FFF2-40B4-BE49-F238E27FC236}">
                  <a16:creationId xmlns:a16="http://schemas.microsoft.com/office/drawing/2014/main" id="{7B6CFE1B-2D42-EC18-7DD8-4E5CC51C617A}"/>
                </a:ext>
              </a:extLst>
            </p:cNvPr>
            <p:cNvSpPr/>
            <p:nvPr/>
          </p:nvSpPr>
          <p:spPr>
            <a:xfrm>
              <a:off x="7489428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1" name="pg438">
              <a:extLst>
                <a:ext uri="{FF2B5EF4-FFF2-40B4-BE49-F238E27FC236}">
                  <a16:creationId xmlns:a16="http://schemas.microsoft.com/office/drawing/2014/main" id="{0742983A-CD47-8676-3E61-7702CA853A97}"/>
                </a:ext>
              </a:extLst>
            </p:cNvPr>
            <p:cNvSpPr/>
            <p:nvPr/>
          </p:nvSpPr>
          <p:spPr>
            <a:xfrm>
              <a:off x="7525616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2" name="pg439">
              <a:extLst>
                <a:ext uri="{FF2B5EF4-FFF2-40B4-BE49-F238E27FC236}">
                  <a16:creationId xmlns:a16="http://schemas.microsoft.com/office/drawing/2014/main" id="{1508954E-9178-D073-CB28-064CD1CDE578}"/>
                </a:ext>
              </a:extLst>
            </p:cNvPr>
            <p:cNvSpPr/>
            <p:nvPr/>
          </p:nvSpPr>
          <p:spPr>
            <a:xfrm>
              <a:off x="7561804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3" name="pg440">
              <a:extLst>
                <a:ext uri="{FF2B5EF4-FFF2-40B4-BE49-F238E27FC236}">
                  <a16:creationId xmlns:a16="http://schemas.microsoft.com/office/drawing/2014/main" id="{8F0B9687-801C-ABE4-3990-DA0F1F51E997}"/>
                </a:ext>
              </a:extLst>
            </p:cNvPr>
            <p:cNvSpPr/>
            <p:nvPr/>
          </p:nvSpPr>
          <p:spPr>
            <a:xfrm>
              <a:off x="7597992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4" name="pg441">
              <a:extLst>
                <a:ext uri="{FF2B5EF4-FFF2-40B4-BE49-F238E27FC236}">
                  <a16:creationId xmlns:a16="http://schemas.microsoft.com/office/drawing/2014/main" id="{B78C38E5-5BA1-B771-7F6A-4952B1356975}"/>
                </a:ext>
              </a:extLst>
            </p:cNvPr>
            <p:cNvSpPr/>
            <p:nvPr/>
          </p:nvSpPr>
          <p:spPr>
            <a:xfrm>
              <a:off x="7634180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5" name="pg442">
              <a:extLst>
                <a:ext uri="{FF2B5EF4-FFF2-40B4-BE49-F238E27FC236}">
                  <a16:creationId xmlns:a16="http://schemas.microsoft.com/office/drawing/2014/main" id="{669C37C0-AFCB-FB0E-7DEE-BA0C1CF3C87F}"/>
                </a:ext>
              </a:extLst>
            </p:cNvPr>
            <p:cNvSpPr/>
            <p:nvPr/>
          </p:nvSpPr>
          <p:spPr>
            <a:xfrm>
              <a:off x="7670368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6" name="pg443">
              <a:extLst>
                <a:ext uri="{FF2B5EF4-FFF2-40B4-BE49-F238E27FC236}">
                  <a16:creationId xmlns:a16="http://schemas.microsoft.com/office/drawing/2014/main" id="{4376A9A4-4B08-1C05-29AF-D82605104290}"/>
                </a:ext>
              </a:extLst>
            </p:cNvPr>
            <p:cNvSpPr/>
            <p:nvPr/>
          </p:nvSpPr>
          <p:spPr>
            <a:xfrm>
              <a:off x="7706556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7" name="pg444">
              <a:extLst>
                <a:ext uri="{FF2B5EF4-FFF2-40B4-BE49-F238E27FC236}">
                  <a16:creationId xmlns:a16="http://schemas.microsoft.com/office/drawing/2014/main" id="{84CF4742-211B-387D-9850-70552B95F4CA}"/>
                </a:ext>
              </a:extLst>
            </p:cNvPr>
            <p:cNvSpPr/>
            <p:nvPr/>
          </p:nvSpPr>
          <p:spPr>
            <a:xfrm>
              <a:off x="7742744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8" name="pg445">
              <a:extLst>
                <a:ext uri="{FF2B5EF4-FFF2-40B4-BE49-F238E27FC236}">
                  <a16:creationId xmlns:a16="http://schemas.microsoft.com/office/drawing/2014/main" id="{9D3C5E3A-2AED-145F-1A53-3FEF88128DBA}"/>
                </a:ext>
              </a:extLst>
            </p:cNvPr>
            <p:cNvSpPr/>
            <p:nvPr/>
          </p:nvSpPr>
          <p:spPr>
            <a:xfrm>
              <a:off x="7778932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9" name="pg446">
              <a:extLst>
                <a:ext uri="{FF2B5EF4-FFF2-40B4-BE49-F238E27FC236}">
                  <a16:creationId xmlns:a16="http://schemas.microsoft.com/office/drawing/2014/main" id="{3FE32B34-8A58-B21F-A30A-F8C7D23E0C2D}"/>
                </a:ext>
              </a:extLst>
            </p:cNvPr>
            <p:cNvSpPr/>
            <p:nvPr/>
          </p:nvSpPr>
          <p:spPr>
            <a:xfrm>
              <a:off x="7815120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0" name="pg447">
              <a:extLst>
                <a:ext uri="{FF2B5EF4-FFF2-40B4-BE49-F238E27FC236}">
                  <a16:creationId xmlns:a16="http://schemas.microsoft.com/office/drawing/2014/main" id="{8AFF0725-B1A9-E637-6E15-3BF2E7ADDB67}"/>
                </a:ext>
              </a:extLst>
            </p:cNvPr>
            <p:cNvSpPr/>
            <p:nvPr/>
          </p:nvSpPr>
          <p:spPr>
            <a:xfrm>
              <a:off x="7851308" y="560989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1" name="pg448">
              <a:extLst>
                <a:ext uri="{FF2B5EF4-FFF2-40B4-BE49-F238E27FC236}">
                  <a16:creationId xmlns:a16="http://schemas.microsoft.com/office/drawing/2014/main" id="{AC80458E-307E-575D-9682-8FB0E6F63065}"/>
                </a:ext>
              </a:extLst>
            </p:cNvPr>
            <p:cNvSpPr/>
            <p:nvPr/>
          </p:nvSpPr>
          <p:spPr>
            <a:xfrm>
              <a:off x="7344676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2" name="pg449">
              <a:extLst>
                <a:ext uri="{FF2B5EF4-FFF2-40B4-BE49-F238E27FC236}">
                  <a16:creationId xmlns:a16="http://schemas.microsoft.com/office/drawing/2014/main" id="{EC791024-1B2D-A0AF-33D1-CF02FE33FD64}"/>
                </a:ext>
              </a:extLst>
            </p:cNvPr>
            <p:cNvSpPr/>
            <p:nvPr/>
          </p:nvSpPr>
          <p:spPr>
            <a:xfrm>
              <a:off x="7380864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3" name="pg450">
              <a:extLst>
                <a:ext uri="{FF2B5EF4-FFF2-40B4-BE49-F238E27FC236}">
                  <a16:creationId xmlns:a16="http://schemas.microsoft.com/office/drawing/2014/main" id="{C7B2AD01-19D7-0DE5-4B4B-38C0BF1B5D9A}"/>
                </a:ext>
              </a:extLst>
            </p:cNvPr>
            <p:cNvSpPr/>
            <p:nvPr/>
          </p:nvSpPr>
          <p:spPr>
            <a:xfrm>
              <a:off x="7417052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4" name="pg451">
              <a:extLst>
                <a:ext uri="{FF2B5EF4-FFF2-40B4-BE49-F238E27FC236}">
                  <a16:creationId xmlns:a16="http://schemas.microsoft.com/office/drawing/2014/main" id="{2553A991-CCF0-FB3C-E9F4-7C3A1164FA6C}"/>
                </a:ext>
              </a:extLst>
            </p:cNvPr>
            <p:cNvSpPr/>
            <p:nvPr/>
          </p:nvSpPr>
          <p:spPr>
            <a:xfrm>
              <a:off x="7453240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5" name="pg452">
              <a:extLst>
                <a:ext uri="{FF2B5EF4-FFF2-40B4-BE49-F238E27FC236}">
                  <a16:creationId xmlns:a16="http://schemas.microsoft.com/office/drawing/2014/main" id="{99909C1E-BFC4-DFC7-2DB7-C831EE22E558}"/>
                </a:ext>
              </a:extLst>
            </p:cNvPr>
            <p:cNvSpPr/>
            <p:nvPr/>
          </p:nvSpPr>
          <p:spPr>
            <a:xfrm>
              <a:off x="7489428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6" name="pg453">
              <a:extLst>
                <a:ext uri="{FF2B5EF4-FFF2-40B4-BE49-F238E27FC236}">
                  <a16:creationId xmlns:a16="http://schemas.microsoft.com/office/drawing/2014/main" id="{F5C36863-6859-17B2-DE9C-286511923AF1}"/>
                </a:ext>
              </a:extLst>
            </p:cNvPr>
            <p:cNvSpPr/>
            <p:nvPr/>
          </p:nvSpPr>
          <p:spPr>
            <a:xfrm>
              <a:off x="7525616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7" name="pg454">
              <a:extLst>
                <a:ext uri="{FF2B5EF4-FFF2-40B4-BE49-F238E27FC236}">
                  <a16:creationId xmlns:a16="http://schemas.microsoft.com/office/drawing/2014/main" id="{0922D1CB-EB75-2F38-C3DF-9D1CDE9F7E2B}"/>
                </a:ext>
              </a:extLst>
            </p:cNvPr>
            <p:cNvSpPr/>
            <p:nvPr/>
          </p:nvSpPr>
          <p:spPr>
            <a:xfrm>
              <a:off x="7561804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8" name="pg455">
              <a:extLst>
                <a:ext uri="{FF2B5EF4-FFF2-40B4-BE49-F238E27FC236}">
                  <a16:creationId xmlns:a16="http://schemas.microsoft.com/office/drawing/2014/main" id="{CD75CC9C-627E-BD61-7C72-CD0A22A8F3A2}"/>
                </a:ext>
              </a:extLst>
            </p:cNvPr>
            <p:cNvSpPr/>
            <p:nvPr/>
          </p:nvSpPr>
          <p:spPr>
            <a:xfrm>
              <a:off x="7597992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9" name="pg456">
              <a:extLst>
                <a:ext uri="{FF2B5EF4-FFF2-40B4-BE49-F238E27FC236}">
                  <a16:creationId xmlns:a16="http://schemas.microsoft.com/office/drawing/2014/main" id="{590FCF9B-5D46-4B9D-817C-25418AB319A3}"/>
                </a:ext>
              </a:extLst>
            </p:cNvPr>
            <p:cNvSpPr/>
            <p:nvPr/>
          </p:nvSpPr>
          <p:spPr>
            <a:xfrm>
              <a:off x="7634180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0" name="pg457">
              <a:extLst>
                <a:ext uri="{FF2B5EF4-FFF2-40B4-BE49-F238E27FC236}">
                  <a16:creationId xmlns:a16="http://schemas.microsoft.com/office/drawing/2014/main" id="{65CF6B3B-8470-3C33-C577-15B2E5DC7486}"/>
                </a:ext>
              </a:extLst>
            </p:cNvPr>
            <p:cNvSpPr/>
            <p:nvPr/>
          </p:nvSpPr>
          <p:spPr>
            <a:xfrm>
              <a:off x="7670368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1" name="pg458">
              <a:extLst>
                <a:ext uri="{FF2B5EF4-FFF2-40B4-BE49-F238E27FC236}">
                  <a16:creationId xmlns:a16="http://schemas.microsoft.com/office/drawing/2014/main" id="{C6869B8A-3054-B0A8-FFCA-30CB941F4708}"/>
                </a:ext>
              </a:extLst>
            </p:cNvPr>
            <p:cNvSpPr/>
            <p:nvPr/>
          </p:nvSpPr>
          <p:spPr>
            <a:xfrm>
              <a:off x="7706556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2" name="pg459">
              <a:extLst>
                <a:ext uri="{FF2B5EF4-FFF2-40B4-BE49-F238E27FC236}">
                  <a16:creationId xmlns:a16="http://schemas.microsoft.com/office/drawing/2014/main" id="{4EF34D32-E3E6-7F53-E38E-1A7A3DBA7DA6}"/>
                </a:ext>
              </a:extLst>
            </p:cNvPr>
            <p:cNvSpPr/>
            <p:nvPr/>
          </p:nvSpPr>
          <p:spPr>
            <a:xfrm>
              <a:off x="7742744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3" name="pg460">
              <a:extLst>
                <a:ext uri="{FF2B5EF4-FFF2-40B4-BE49-F238E27FC236}">
                  <a16:creationId xmlns:a16="http://schemas.microsoft.com/office/drawing/2014/main" id="{40A25F3F-1D3D-AC5D-ED71-DEDB30AC61FD}"/>
                </a:ext>
              </a:extLst>
            </p:cNvPr>
            <p:cNvSpPr/>
            <p:nvPr/>
          </p:nvSpPr>
          <p:spPr>
            <a:xfrm>
              <a:off x="7778932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4" name="pg461">
              <a:extLst>
                <a:ext uri="{FF2B5EF4-FFF2-40B4-BE49-F238E27FC236}">
                  <a16:creationId xmlns:a16="http://schemas.microsoft.com/office/drawing/2014/main" id="{A960D07E-E468-4862-A673-1B699866F0BA}"/>
                </a:ext>
              </a:extLst>
            </p:cNvPr>
            <p:cNvSpPr/>
            <p:nvPr/>
          </p:nvSpPr>
          <p:spPr>
            <a:xfrm>
              <a:off x="7815120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5" name="pg462">
              <a:extLst>
                <a:ext uri="{FF2B5EF4-FFF2-40B4-BE49-F238E27FC236}">
                  <a16:creationId xmlns:a16="http://schemas.microsoft.com/office/drawing/2014/main" id="{E540882B-440C-CF0D-84F7-3A0D5D7C49A5}"/>
                </a:ext>
              </a:extLst>
            </p:cNvPr>
            <p:cNvSpPr/>
            <p:nvPr/>
          </p:nvSpPr>
          <p:spPr>
            <a:xfrm>
              <a:off x="7851308" y="565580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6" name="pg463">
              <a:extLst>
                <a:ext uri="{FF2B5EF4-FFF2-40B4-BE49-F238E27FC236}">
                  <a16:creationId xmlns:a16="http://schemas.microsoft.com/office/drawing/2014/main" id="{859DE224-7F57-CF78-8D0F-E39D96B51E6E}"/>
                </a:ext>
              </a:extLst>
            </p:cNvPr>
            <p:cNvSpPr/>
            <p:nvPr/>
          </p:nvSpPr>
          <p:spPr>
            <a:xfrm>
              <a:off x="7199924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7" name="pg464">
              <a:extLst>
                <a:ext uri="{FF2B5EF4-FFF2-40B4-BE49-F238E27FC236}">
                  <a16:creationId xmlns:a16="http://schemas.microsoft.com/office/drawing/2014/main" id="{2FECFA66-BC19-54FF-47DF-6B6EA784B34D}"/>
                </a:ext>
              </a:extLst>
            </p:cNvPr>
            <p:cNvSpPr/>
            <p:nvPr/>
          </p:nvSpPr>
          <p:spPr>
            <a:xfrm>
              <a:off x="7236112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8" name="pg465">
              <a:extLst>
                <a:ext uri="{FF2B5EF4-FFF2-40B4-BE49-F238E27FC236}">
                  <a16:creationId xmlns:a16="http://schemas.microsoft.com/office/drawing/2014/main" id="{79F21D9A-1823-C5A4-F444-3F7DF6AEFBFC}"/>
                </a:ext>
              </a:extLst>
            </p:cNvPr>
            <p:cNvSpPr/>
            <p:nvPr/>
          </p:nvSpPr>
          <p:spPr>
            <a:xfrm>
              <a:off x="7272301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9" name="pg466">
              <a:extLst>
                <a:ext uri="{FF2B5EF4-FFF2-40B4-BE49-F238E27FC236}">
                  <a16:creationId xmlns:a16="http://schemas.microsoft.com/office/drawing/2014/main" id="{19B0D590-8F63-83B5-3147-C9C4C2BAD753}"/>
                </a:ext>
              </a:extLst>
            </p:cNvPr>
            <p:cNvSpPr/>
            <p:nvPr/>
          </p:nvSpPr>
          <p:spPr>
            <a:xfrm>
              <a:off x="7308489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0" name="pg467">
              <a:extLst>
                <a:ext uri="{FF2B5EF4-FFF2-40B4-BE49-F238E27FC236}">
                  <a16:creationId xmlns:a16="http://schemas.microsoft.com/office/drawing/2014/main" id="{A19339A7-3B4F-4467-959A-893B0A11C510}"/>
                </a:ext>
              </a:extLst>
            </p:cNvPr>
            <p:cNvSpPr/>
            <p:nvPr/>
          </p:nvSpPr>
          <p:spPr>
            <a:xfrm>
              <a:off x="7344676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1" name="pg468">
              <a:extLst>
                <a:ext uri="{FF2B5EF4-FFF2-40B4-BE49-F238E27FC236}">
                  <a16:creationId xmlns:a16="http://schemas.microsoft.com/office/drawing/2014/main" id="{3E92EB62-F8B2-0628-0441-CE8CE9389597}"/>
                </a:ext>
              </a:extLst>
            </p:cNvPr>
            <p:cNvSpPr/>
            <p:nvPr/>
          </p:nvSpPr>
          <p:spPr>
            <a:xfrm>
              <a:off x="7380864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2" name="pg469">
              <a:extLst>
                <a:ext uri="{FF2B5EF4-FFF2-40B4-BE49-F238E27FC236}">
                  <a16:creationId xmlns:a16="http://schemas.microsoft.com/office/drawing/2014/main" id="{F6D521F5-258B-23AC-749E-07CB3D78C897}"/>
                </a:ext>
              </a:extLst>
            </p:cNvPr>
            <p:cNvSpPr/>
            <p:nvPr/>
          </p:nvSpPr>
          <p:spPr>
            <a:xfrm>
              <a:off x="7417052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3" name="pg470">
              <a:extLst>
                <a:ext uri="{FF2B5EF4-FFF2-40B4-BE49-F238E27FC236}">
                  <a16:creationId xmlns:a16="http://schemas.microsoft.com/office/drawing/2014/main" id="{5C3C9967-C37D-CF17-019A-26BDE2837B4A}"/>
                </a:ext>
              </a:extLst>
            </p:cNvPr>
            <p:cNvSpPr/>
            <p:nvPr/>
          </p:nvSpPr>
          <p:spPr>
            <a:xfrm>
              <a:off x="7453240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4" name="pg471">
              <a:extLst>
                <a:ext uri="{FF2B5EF4-FFF2-40B4-BE49-F238E27FC236}">
                  <a16:creationId xmlns:a16="http://schemas.microsoft.com/office/drawing/2014/main" id="{8A08E662-D2B3-D504-6E6E-68249E901039}"/>
                </a:ext>
              </a:extLst>
            </p:cNvPr>
            <p:cNvSpPr/>
            <p:nvPr/>
          </p:nvSpPr>
          <p:spPr>
            <a:xfrm>
              <a:off x="7489428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5" name="pg472">
              <a:extLst>
                <a:ext uri="{FF2B5EF4-FFF2-40B4-BE49-F238E27FC236}">
                  <a16:creationId xmlns:a16="http://schemas.microsoft.com/office/drawing/2014/main" id="{75AC9968-5C42-7F42-30AB-365CD5653CD0}"/>
                </a:ext>
              </a:extLst>
            </p:cNvPr>
            <p:cNvSpPr/>
            <p:nvPr/>
          </p:nvSpPr>
          <p:spPr>
            <a:xfrm>
              <a:off x="7525616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6" name="pg473">
              <a:extLst>
                <a:ext uri="{FF2B5EF4-FFF2-40B4-BE49-F238E27FC236}">
                  <a16:creationId xmlns:a16="http://schemas.microsoft.com/office/drawing/2014/main" id="{232801AF-516B-AAC9-203F-D9C8971BD4A5}"/>
                </a:ext>
              </a:extLst>
            </p:cNvPr>
            <p:cNvSpPr/>
            <p:nvPr/>
          </p:nvSpPr>
          <p:spPr>
            <a:xfrm>
              <a:off x="7561804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7" name="pg474">
              <a:extLst>
                <a:ext uri="{FF2B5EF4-FFF2-40B4-BE49-F238E27FC236}">
                  <a16:creationId xmlns:a16="http://schemas.microsoft.com/office/drawing/2014/main" id="{54F0C6CC-7083-6068-2842-1A2CE68C3354}"/>
                </a:ext>
              </a:extLst>
            </p:cNvPr>
            <p:cNvSpPr/>
            <p:nvPr/>
          </p:nvSpPr>
          <p:spPr>
            <a:xfrm>
              <a:off x="7597992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8" name="pg475">
              <a:extLst>
                <a:ext uri="{FF2B5EF4-FFF2-40B4-BE49-F238E27FC236}">
                  <a16:creationId xmlns:a16="http://schemas.microsoft.com/office/drawing/2014/main" id="{2DA867B6-F3CF-C261-D875-30A08678A41D}"/>
                </a:ext>
              </a:extLst>
            </p:cNvPr>
            <p:cNvSpPr/>
            <p:nvPr/>
          </p:nvSpPr>
          <p:spPr>
            <a:xfrm>
              <a:off x="7634180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9" name="pg476">
              <a:extLst>
                <a:ext uri="{FF2B5EF4-FFF2-40B4-BE49-F238E27FC236}">
                  <a16:creationId xmlns:a16="http://schemas.microsoft.com/office/drawing/2014/main" id="{CE15BFF3-9323-56E1-1DF8-B0F7518947E6}"/>
                </a:ext>
              </a:extLst>
            </p:cNvPr>
            <p:cNvSpPr/>
            <p:nvPr/>
          </p:nvSpPr>
          <p:spPr>
            <a:xfrm>
              <a:off x="7670368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0" name="pg477">
              <a:extLst>
                <a:ext uri="{FF2B5EF4-FFF2-40B4-BE49-F238E27FC236}">
                  <a16:creationId xmlns:a16="http://schemas.microsoft.com/office/drawing/2014/main" id="{D1AE7E9B-B3F8-E7B2-8CDB-CAA14F78610C}"/>
                </a:ext>
              </a:extLst>
            </p:cNvPr>
            <p:cNvSpPr/>
            <p:nvPr/>
          </p:nvSpPr>
          <p:spPr>
            <a:xfrm>
              <a:off x="7706556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1" name="pg478">
              <a:extLst>
                <a:ext uri="{FF2B5EF4-FFF2-40B4-BE49-F238E27FC236}">
                  <a16:creationId xmlns:a16="http://schemas.microsoft.com/office/drawing/2014/main" id="{66B9FD85-5FD1-CC85-7D73-C731F088A74F}"/>
                </a:ext>
              </a:extLst>
            </p:cNvPr>
            <p:cNvSpPr/>
            <p:nvPr/>
          </p:nvSpPr>
          <p:spPr>
            <a:xfrm>
              <a:off x="7742744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2" name="pg479">
              <a:extLst>
                <a:ext uri="{FF2B5EF4-FFF2-40B4-BE49-F238E27FC236}">
                  <a16:creationId xmlns:a16="http://schemas.microsoft.com/office/drawing/2014/main" id="{051D3FC8-F1DF-370A-83FA-1C5448519213}"/>
                </a:ext>
              </a:extLst>
            </p:cNvPr>
            <p:cNvSpPr/>
            <p:nvPr/>
          </p:nvSpPr>
          <p:spPr>
            <a:xfrm>
              <a:off x="7778932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3" name="pg480">
              <a:extLst>
                <a:ext uri="{FF2B5EF4-FFF2-40B4-BE49-F238E27FC236}">
                  <a16:creationId xmlns:a16="http://schemas.microsoft.com/office/drawing/2014/main" id="{BE08507F-519B-1CBC-3C8B-3B7664CDD289}"/>
                </a:ext>
              </a:extLst>
            </p:cNvPr>
            <p:cNvSpPr/>
            <p:nvPr/>
          </p:nvSpPr>
          <p:spPr>
            <a:xfrm>
              <a:off x="7815120" y="570171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4" name="pg481">
              <a:extLst>
                <a:ext uri="{FF2B5EF4-FFF2-40B4-BE49-F238E27FC236}">
                  <a16:creationId xmlns:a16="http://schemas.microsoft.com/office/drawing/2014/main" id="{D7B507A1-C792-1D3B-BEA8-C61B4574D2CE}"/>
                </a:ext>
              </a:extLst>
            </p:cNvPr>
            <p:cNvSpPr/>
            <p:nvPr/>
          </p:nvSpPr>
          <p:spPr>
            <a:xfrm>
              <a:off x="7163737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5" name="pg482">
              <a:extLst>
                <a:ext uri="{FF2B5EF4-FFF2-40B4-BE49-F238E27FC236}">
                  <a16:creationId xmlns:a16="http://schemas.microsoft.com/office/drawing/2014/main" id="{A55FC224-D9F8-B986-C228-D290AFEF6A55}"/>
                </a:ext>
              </a:extLst>
            </p:cNvPr>
            <p:cNvSpPr/>
            <p:nvPr/>
          </p:nvSpPr>
          <p:spPr>
            <a:xfrm>
              <a:off x="7199924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6" name="pg483">
              <a:extLst>
                <a:ext uri="{FF2B5EF4-FFF2-40B4-BE49-F238E27FC236}">
                  <a16:creationId xmlns:a16="http://schemas.microsoft.com/office/drawing/2014/main" id="{F4299033-1593-3B6C-2FF4-5F11721777C9}"/>
                </a:ext>
              </a:extLst>
            </p:cNvPr>
            <p:cNvSpPr/>
            <p:nvPr/>
          </p:nvSpPr>
          <p:spPr>
            <a:xfrm>
              <a:off x="7236112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7" name="pg484">
              <a:extLst>
                <a:ext uri="{FF2B5EF4-FFF2-40B4-BE49-F238E27FC236}">
                  <a16:creationId xmlns:a16="http://schemas.microsoft.com/office/drawing/2014/main" id="{39B6D756-77A5-69B5-3505-74D6E0FC98F9}"/>
                </a:ext>
              </a:extLst>
            </p:cNvPr>
            <p:cNvSpPr/>
            <p:nvPr/>
          </p:nvSpPr>
          <p:spPr>
            <a:xfrm>
              <a:off x="7272301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8" name="pg485">
              <a:extLst>
                <a:ext uri="{FF2B5EF4-FFF2-40B4-BE49-F238E27FC236}">
                  <a16:creationId xmlns:a16="http://schemas.microsoft.com/office/drawing/2014/main" id="{FBB7687F-D213-612B-646C-264F3A661095}"/>
                </a:ext>
              </a:extLst>
            </p:cNvPr>
            <p:cNvSpPr/>
            <p:nvPr/>
          </p:nvSpPr>
          <p:spPr>
            <a:xfrm>
              <a:off x="7308489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9" name="pg486">
              <a:extLst>
                <a:ext uri="{FF2B5EF4-FFF2-40B4-BE49-F238E27FC236}">
                  <a16:creationId xmlns:a16="http://schemas.microsoft.com/office/drawing/2014/main" id="{7E768492-1705-07D0-7816-3044B7AE5749}"/>
                </a:ext>
              </a:extLst>
            </p:cNvPr>
            <p:cNvSpPr/>
            <p:nvPr/>
          </p:nvSpPr>
          <p:spPr>
            <a:xfrm>
              <a:off x="7344676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0" name="pg487">
              <a:extLst>
                <a:ext uri="{FF2B5EF4-FFF2-40B4-BE49-F238E27FC236}">
                  <a16:creationId xmlns:a16="http://schemas.microsoft.com/office/drawing/2014/main" id="{4F832CA4-C926-88A9-23B2-FC31F14926CC}"/>
                </a:ext>
              </a:extLst>
            </p:cNvPr>
            <p:cNvSpPr/>
            <p:nvPr/>
          </p:nvSpPr>
          <p:spPr>
            <a:xfrm>
              <a:off x="7380864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1" name="pg488">
              <a:extLst>
                <a:ext uri="{FF2B5EF4-FFF2-40B4-BE49-F238E27FC236}">
                  <a16:creationId xmlns:a16="http://schemas.microsoft.com/office/drawing/2014/main" id="{F0900918-47A1-2AE5-D7B2-CAFA2D176884}"/>
                </a:ext>
              </a:extLst>
            </p:cNvPr>
            <p:cNvSpPr/>
            <p:nvPr/>
          </p:nvSpPr>
          <p:spPr>
            <a:xfrm>
              <a:off x="7417052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2" name="pg489">
              <a:extLst>
                <a:ext uri="{FF2B5EF4-FFF2-40B4-BE49-F238E27FC236}">
                  <a16:creationId xmlns:a16="http://schemas.microsoft.com/office/drawing/2014/main" id="{BA6668B8-F048-32F1-DA99-19C93C2C9F5C}"/>
                </a:ext>
              </a:extLst>
            </p:cNvPr>
            <p:cNvSpPr/>
            <p:nvPr/>
          </p:nvSpPr>
          <p:spPr>
            <a:xfrm>
              <a:off x="7453240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3" name="pg490">
              <a:extLst>
                <a:ext uri="{FF2B5EF4-FFF2-40B4-BE49-F238E27FC236}">
                  <a16:creationId xmlns:a16="http://schemas.microsoft.com/office/drawing/2014/main" id="{00581C37-51D0-88C2-B921-FFCA691ABC8C}"/>
                </a:ext>
              </a:extLst>
            </p:cNvPr>
            <p:cNvSpPr/>
            <p:nvPr/>
          </p:nvSpPr>
          <p:spPr>
            <a:xfrm>
              <a:off x="7489428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4" name="pg491">
              <a:extLst>
                <a:ext uri="{FF2B5EF4-FFF2-40B4-BE49-F238E27FC236}">
                  <a16:creationId xmlns:a16="http://schemas.microsoft.com/office/drawing/2014/main" id="{47182F62-16E5-B4FB-81AB-B6FECBA10E2C}"/>
                </a:ext>
              </a:extLst>
            </p:cNvPr>
            <p:cNvSpPr/>
            <p:nvPr/>
          </p:nvSpPr>
          <p:spPr>
            <a:xfrm>
              <a:off x="7525616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5" name="pg492">
              <a:extLst>
                <a:ext uri="{FF2B5EF4-FFF2-40B4-BE49-F238E27FC236}">
                  <a16:creationId xmlns:a16="http://schemas.microsoft.com/office/drawing/2014/main" id="{056A7107-E902-D375-111D-22A01CBD544C}"/>
                </a:ext>
              </a:extLst>
            </p:cNvPr>
            <p:cNvSpPr/>
            <p:nvPr/>
          </p:nvSpPr>
          <p:spPr>
            <a:xfrm>
              <a:off x="7561804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6" name="pg493">
              <a:extLst>
                <a:ext uri="{FF2B5EF4-FFF2-40B4-BE49-F238E27FC236}">
                  <a16:creationId xmlns:a16="http://schemas.microsoft.com/office/drawing/2014/main" id="{B8C03B76-3548-A888-5E2A-19D29808B062}"/>
                </a:ext>
              </a:extLst>
            </p:cNvPr>
            <p:cNvSpPr/>
            <p:nvPr/>
          </p:nvSpPr>
          <p:spPr>
            <a:xfrm>
              <a:off x="7597992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7" name="pg494">
              <a:extLst>
                <a:ext uri="{FF2B5EF4-FFF2-40B4-BE49-F238E27FC236}">
                  <a16:creationId xmlns:a16="http://schemas.microsoft.com/office/drawing/2014/main" id="{D66F4C15-436D-8039-F6CA-9BF799E3E783}"/>
                </a:ext>
              </a:extLst>
            </p:cNvPr>
            <p:cNvSpPr/>
            <p:nvPr/>
          </p:nvSpPr>
          <p:spPr>
            <a:xfrm>
              <a:off x="7634180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8" name="pg495">
              <a:extLst>
                <a:ext uri="{FF2B5EF4-FFF2-40B4-BE49-F238E27FC236}">
                  <a16:creationId xmlns:a16="http://schemas.microsoft.com/office/drawing/2014/main" id="{591E1258-C21B-DD35-EA7C-5B650AD0E4FB}"/>
                </a:ext>
              </a:extLst>
            </p:cNvPr>
            <p:cNvSpPr/>
            <p:nvPr/>
          </p:nvSpPr>
          <p:spPr>
            <a:xfrm>
              <a:off x="7670368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9" name="pg496">
              <a:extLst>
                <a:ext uri="{FF2B5EF4-FFF2-40B4-BE49-F238E27FC236}">
                  <a16:creationId xmlns:a16="http://schemas.microsoft.com/office/drawing/2014/main" id="{E81E25D9-A20E-BF1A-F522-E980EBE2A927}"/>
                </a:ext>
              </a:extLst>
            </p:cNvPr>
            <p:cNvSpPr/>
            <p:nvPr/>
          </p:nvSpPr>
          <p:spPr>
            <a:xfrm>
              <a:off x="7706556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0" name="pg497">
              <a:extLst>
                <a:ext uri="{FF2B5EF4-FFF2-40B4-BE49-F238E27FC236}">
                  <a16:creationId xmlns:a16="http://schemas.microsoft.com/office/drawing/2014/main" id="{E421BE08-84AE-F3F1-1D92-0C0A8A343F15}"/>
                </a:ext>
              </a:extLst>
            </p:cNvPr>
            <p:cNvSpPr/>
            <p:nvPr/>
          </p:nvSpPr>
          <p:spPr>
            <a:xfrm>
              <a:off x="7742744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1" name="pg498">
              <a:extLst>
                <a:ext uri="{FF2B5EF4-FFF2-40B4-BE49-F238E27FC236}">
                  <a16:creationId xmlns:a16="http://schemas.microsoft.com/office/drawing/2014/main" id="{25DB9D45-F865-8036-FD35-DE791F2B5B42}"/>
                </a:ext>
              </a:extLst>
            </p:cNvPr>
            <p:cNvSpPr/>
            <p:nvPr/>
          </p:nvSpPr>
          <p:spPr>
            <a:xfrm>
              <a:off x="7778932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2" name="pg499">
              <a:extLst>
                <a:ext uri="{FF2B5EF4-FFF2-40B4-BE49-F238E27FC236}">
                  <a16:creationId xmlns:a16="http://schemas.microsoft.com/office/drawing/2014/main" id="{2EE5FC4F-2B53-2908-AB06-C2F3477C079A}"/>
                </a:ext>
              </a:extLst>
            </p:cNvPr>
            <p:cNvSpPr/>
            <p:nvPr/>
          </p:nvSpPr>
          <p:spPr>
            <a:xfrm>
              <a:off x="7815120" y="5747620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3" name="pg500">
              <a:extLst>
                <a:ext uri="{FF2B5EF4-FFF2-40B4-BE49-F238E27FC236}">
                  <a16:creationId xmlns:a16="http://schemas.microsoft.com/office/drawing/2014/main" id="{52CD9D14-A815-AC74-3EC4-DE7464E97BB6}"/>
                </a:ext>
              </a:extLst>
            </p:cNvPr>
            <p:cNvSpPr/>
            <p:nvPr/>
          </p:nvSpPr>
          <p:spPr>
            <a:xfrm>
              <a:off x="7163737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4" name="pg501">
              <a:extLst>
                <a:ext uri="{FF2B5EF4-FFF2-40B4-BE49-F238E27FC236}">
                  <a16:creationId xmlns:a16="http://schemas.microsoft.com/office/drawing/2014/main" id="{F60A8618-D8F4-B48E-F41D-F91A40D5E30B}"/>
                </a:ext>
              </a:extLst>
            </p:cNvPr>
            <p:cNvSpPr/>
            <p:nvPr/>
          </p:nvSpPr>
          <p:spPr>
            <a:xfrm>
              <a:off x="7199924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5" name="pg502">
              <a:extLst>
                <a:ext uri="{FF2B5EF4-FFF2-40B4-BE49-F238E27FC236}">
                  <a16:creationId xmlns:a16="http://schemas.microsoft.com/office/drawing/2014/main" id="{47E30FA2-9711-6E0F-4604-3D91CDD92D54}"/>
                </a:ext>
              </a:extLst>
            </p:cNvPr>
            <p:cNvSpPr/>
            <p:nvPr/>
          </p:nvSpPr>
          <p:spPr>
            <a:xfrm>
              <a:off x="7236112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6" name="pg503">
              <a:extLst>
                <a:ext uri="{FF2B5EF4-FFF2-40B4-BE49-F238E27FC236}">
                  <a16:creationId xmlns:a16="http://schemas.microsoft.com/office/drawing/2014/main" id="{5F3698E1-D7AE-F2FB-F5D3-8951D9CD2363}"/>
                </a:ext>
              </a:extLst>
            </p:cNvPr>
            <p:cNvSpPr/>
            <p:nvPr/>
          </p:nvSpPr>
          <p:spPr>
            <a:xfrm>
              <a:off x="7272301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7" name="pg504">
              <a:extLst>
                <a:ext uri="{FF2B5EF4-FFF2-40B4-BE49-F238E27FC236}">
                  <a16:creationId xmlns:a16="http://schemas.microsoft.com/office/drawing/2014/main" id="{BF9AB990-4EA2-153B-FFAF-AC5BDE101B28}"/>
                </a:ext>
              </a:extLst>
            </p:cNvPr>
            <p:cNvSpPr/>
            <p:nvPr/>
          </p:nvSpPr>
          <p:spPr>
            <a:xfrm>
              <a:off x="7308489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8" name="pg505">
              <a:extLst>
                <a:ext uri="{FF2B5EF4-FFF2-40B4-BE49-F238E27FC236}">
                  <a16:creationId xmlns:a16="http://schemas.microsoft.com/office/drawing/2014/main" id="{9B070DD9-B323-CEE3-09B7-AA048E31B644}"/>
                </a:ext>
              </a:extLst>
            </p:cNvPr>
            <p:cNvSpPr/>
            <p:nvPr/>
          </p:nvSpPr>
          <p:spPr>
            <a:xfrm>
              <a:off x="7344676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9" name="pg506">
              <a:extLst>
                <a:ext uri="{FF2B5EF4-FFF2-40B4-BE49-F238E27FC236}">
                  <a16:creationId xmlns:a16="http://schemas.microsoft.com/office/drawing/2014/main" id="{B944963A-9FC6-E975-C171-BBE2553A5D9A}"/>
                </a:ext>
              </a:extLst>
            </p:cNvPr>
            <p:cNvSpPr/>
            <p:nvPr/>
          </p:nvSpPr>
          <p:spPr>
            <a:xfrm>
              <a:off x="7380864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0" name="pg507">
              <a:extLst>
                <a:ext uri="{FF2B5EF4-FFF2-40B4-BE49-F238E27FC236}">
                  <a16:creationId xmlns:a16="http://schemas.microsoft.com/office/drawing/2014/main" id="{B88A8693-8CF4-FAA1-6C81-5E8808A3E7D9}"/>
                </a:ext>
              </a:extLst>
            </p:cNvPr>
            <p:cNvSpPr/>
            <p:nvPr/>
          </p:nvSpPr>
          <p:spPr>
            <a:xfrm>
              <a:off x="7417052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1" name="pg508">
              <a:extLst>
                <a:ext uri="{FF2B5EF4-FFF2-40B4-BE49-F238E27FC236}">
                  <a16:creationId xmlns:a16="http://schemas.microsoft.com/office/drawing/2014/main" id="{2359B530-444D-F211-19E6-D48C9D615667}"/>
                </a:ext>
              </a:extLst>
            </p:cNvPr>
            <p:cNvSpPr/>
            <p:nvPr/>
          </p:nvSpPr>
          <p:spPr>
            <a:xfrm>
              <a:off x="7453240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2" name="pg509">
              <a:extLst>
                <a:ext uri="{FF2B5EF4-FFF2-40B4-BE49-F238E27FC236}">
                  <a16:creationId xmlns:a16="http://schemas.microsoft.com/office/drawing/2014/main" id="{6B64D1FC-4E69-96E3-B9CA-D1E948CD3504}"/>
                </a:ext>
              </a:extLst>
            </p:cNvPr>
            <p:cNvSpPr/>
            <p:nvPr/>
          </p:nvSpPr>
          <p:spPr>
            <a:xfrm>
              <a:off x="7489428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3" name="pg510">
              <a:extLst>
                <a:ext uri="{FF2B5EF4-FFF2-40B4-BE49-F238E27FC236}">
                  <a16:creationId xmlns:a16="http://schemas.microsoft.com/office/drawing/2014/main" id="{C02FE3ED-7DE4-E1AC-1056-56A8CF25B420}"/>
                </a:ext>
              </a:extLst>
            </p:cNvPr>
            <p:cNvSpPr/>
            <p:nvPr/>
          </p:nvSpPr>
          <p:spPr>
            <a:xfrm>
              <a:off x="7525616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4" name="pg511">
              <a:extLst>
                <a:ext uri="{FF2B5EF4-FFF2-40B4-BE49-F238E27FC236}">
                  <a16:creationId xmlns:a16="http://schemas.microsoft.com/office/drawing/2014/main" id="{0C7E9527-2B16-76AD-3A9A-265F2DCF867C}"/>
                </a:ext>
              </a:extLst>
            </p:cNvPr>
            <p:cNvSpPr/>
            <p:nvPr/>
          </p:nvSpPr>
          <p:spPr>
            <a:xfrm>
              <a:off x="7561804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5" name="pg512">
              <a:extLst>
                <a:ext uri="{FF2B5EF4-FFF2-40B4-BE49-F238E27FC236}">
                  <a16:creationId xmlns:a16="http://schemas.microsoft.com/office/drawing/2014/main" id="{403BF4A9-BB15-CE8D-034A-A8AC0A7E42BC}"/>
                </a:ext>
              </a:extLst>
            </p:cNvPr>
            <p:cNvSpPr/>
            <p:nvPr/>
          </p:nvSpPr>
          <p:spPr>
            <a:xfrm>
              <a:off x="7597992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6" name="pg513">
              <a:extLst>
                <a:ext uri="{FF2B5EF4-FFF2-40B4-BE49-F238E27FC236}">
                  <a16:creationId xmlns:a16="http://schemas.microsoft.com/office/drawing/2014/main" id="{9B8CF3F8-BB01-C477-D963-4D11B59BA614}"/>
                </a:ext>
              </a:extLst>
            </p:cNvPr>
            <p:cNvSpPr/>
            <p:nvPr/>
          </p:nvSpPr>
          <p:spPr>
            <a:xfrm>
              <a:off x="7634180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7" name="pg514">
              <a:extLst>
                <a:ext uri="{FF2B5EF4-FFF2-40B4-BE49-F238E27FC236}">
                  <a16:creationId xmlns:a16="http://schemas.microsoft.com/office/drawing/2014/main" id="{753B75EC-7830-A035-7700-1C2DEE94A4F9}"/>
                </a:ext>
              </a:extLst>
            </p:cNvPr>
            <p:cNvSpPr/>
            <p:nvPr/>
          </p:nvSpPr>
          <p:spPr>
            <a:xfrm>
              <a:off x="7670368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8" name="pg515">
              <a:extLst>
                <a:ext uri="{FF2B5EF4-FFF2-40B4-BE49-F238E27FC236}">
                  <a16:creationId xmlns:a16="http://schemas.microsoft.com/office/drawing/2014/main" id="{EFEC3962-5C24-6FE5-ABEB-5839959DE151}"/>
                </a:ext>
              </a:extLst>
            </p:cNvPr>
            <p:cNvSpPr/>
            <p:nvPr/>
          </p:nvSpPr>
          <p:spPr>
            <a:xfrm>
              <a:off x="7706556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9" name="pg516">
              <a:extLst>
                <a:ext uri="{FF2B5EF4-FFF2-40B4-BE49-F238E27FC236}">
                  <a16:creationId xmlns:a16="http://schemas.microsoft.com/office/drawing/2014/main" id="{F8D01231-513C-1C40-427B-49603B9D7D02}"/>
                </a:ext>
              </a:extLst>
            </p:cNvPr>
            <p:cNvSpPr/>
            <p:nvPr/>
          </p:nvSpPr>
          <p:spPr>
            <a:xfrm>
              <a:off x="7742744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0" name="pg517">
              <a:extLst>
                <a:ext uri="{FF2B5EF4-FFF2-40B4-BE49-F238E27FC236}">
                  <a16:creationId xmlns:a16="http://schemas.microsoft.com/office/drawing/2014/main" id="{73E555BA-29E9-C65E-355D-9A8D794A859A}"/>
                </a:ext>
              </a:extLst>
            </p:cNvPr>
            <p:cNvSpPr/>
            <p:nvPr/>
          </p:nvSpPr>
          <p:spPr>
            <a:xfrm>
              <a:off x="7778932" y="579353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1" name="pg518">
              <a:extLst>
                <a:ext uri="{FF2B5EF4-FFF2-40B4-BE49-F238E27FC236}">
                  <a16:creationId xmlns:a16="http://schemas.microsoft.com/office/drawing/2014/main" id="{97589950-8EDB-C6D3-4850-688D9ED5D48F}"/>
                </a:ext>
              </a:extLst>
            </p:cNvPr>
            <p:cNvSpPr/>
            <p:nvPr/>
          </p:nvSpPr>
          <p:spPr>
            <a:xfrm>
              <a:off x="7163737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2" name="pg519">
              <a:extLst>
                <a:ext uri="{FF2B5EF4-FFF2-40B4-BE49-F238E27FC236}">
                  <a16:creationId xmlns:a16="http://schemas.microsoft.com/office/drawing/2014/main" id="{786F0640-7E9E-70F2-EAF5-2CE23A422B3E}"/>
                </a:ext>
              </a:extLst>
            </p:cNvPr>
            <p:cNvSpPr/>
            <p:nvPr/>
          </p:nvSpPr>
          <p:spPr>
            <a:xfrm>
              <a:off x="7199924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3" name="pg520">
              <a:extLst>
                <a:ext uri="{FF2B5EF4-FFF2-40B4-BE49-F238E27FC236}">
                  <a16:creationId xmlns:a16="http://schemas.microsoft.com/office/drawing/2014/main" id="{B633DAFE-4875-B98A-6DF8-DE1F52599B87}"/>
                </a:ext>
              </a:extLst>
            </p:cNvPr>
            <p:cNvSpPr/>
            <p:nvPr/>
          </p:nvSpPr>
          <p:spPr>
            <a:xfrm>
              <a:off x="7236112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4" name="pg521">
              <a:extLst>
                <a:ext uri="{FF2B5EF4-FFF2-40B4-BE49-F238E27FC236}">
                  <a16:creationId xmlns:a16="http://schemas.microsoft.com/office/drawing/2014/main" id="{B8DC9118-A4B1-6849-D78C-1BF59FF2DE25}"/>
                </a:ext>
              </a:extLst>
            </p:cNvPr>
            <p:cNvSpPr/>
            <p:nvPr/>
          </p:nvSpPr>
          <p:spPr>
            <a:xfrm>
              <a:off x="7272301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5" name="pg522">
              <a:extLst>
                <a:ext uri="{FF2B5EF4-FFF2-40B4-BE49-F238E27FC236}">
                  <a16:creationId xmlns:a16="http://schemas.microsoft.com/office/drawing/2014/main" id="{B172E3C8-EEF4-8361-FA7F-040D6E1B6BEC}"/>
                </a:ext>
              </a:extLst>
            </p:cNvPr>
            <p:cNvSpPr/>
            <p:nvPr/>
          </p:nvSpPr>
          <p:spPr>
            <a:xfrm>
              <a:off x="7308489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6" name="pg523">
              <a:extLst>
                <a:ext uri="{FF2B5EF4-FFF2-40B4-BE49-F238E27FC236}">
                  <a16:creationId xmlns:a16="http://schemas.microsoft.com/office/drawing/2014/main" id="{4B06F603-135C-508A-96AE-086855B57DA4}"/>
                </a:ext>
              </a:extLst>
            </p:cNvPr>
            <p:cNvSpPr/>
            <p:nvPr/>
          </p:nvSpPr>
          <p:spPr>
            <a:xfrm>
              <a:off x="7344676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7" name="pg524">
              <a:extLst>
                <a:ext uri="{FF2B5EF4-FFF2-40B4-BE49-F238E27FC236}">
                  <a16:creationId xmlns:a16="http://schemas.microsoft.com/office/drawing/2014/main" id="{9208BC98-567D-49EB-F687-2FA0B284ADED}"/>
                </a:ext>
              </a:extLst>
            </p:cNvPr>
            <p:cNvSpPr/>
            <p:nvPr/>
          </p:nvSpPr>
          <p:spPr>
            <a:xfrm>
              <a:off x="7380864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8" name="pg525">
              <a:extLst>
                <a:ext uri="{FF2B5EF4-FFF2-40B4-BE49-F238E27FC236}">
                  <a16:creationId xmlns:a16="http://schemas.microsoft.com/office/drawing/2014/main" id="{C3B7CB98-3055-B86D-CBA8-2F667C33A17D}"/>
                </a:ext>
              </a:extLst>
            </p:cNvPr>
            <p:cNvSpPr/>
            <p:nvPr/>
          </p:nvSpPr>
          <p:spPr>
            <a:xfrm>
              <a:off x="7417052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9" name="pg526">
              <a:extLst>
                <a:ext uri="{FF2B5EF4-FFF2-40B4-BE49-F238E27FC236}">
                  <a16:creationId xmlns:a16="http://schemas.microsoft.com/office/drawing/2014/main" id="{435BDACF-5150-9659-B1D4-EC14D236C164}"/>
                </a:ext>
              </a:extLst>
            </p:cNvPr>
            <p:cNvSpPr/>
            <p:nvPr/>
          </p:nvSpPr>
          <p:spPr>
            <a:xfrm>
              <a:off x="7453240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0" name="pg527">
              <a:extLst>
                <a:ext uri="{FF2B5EF4-FFF2-40B4-BE49-F238E27FC236}">
                  <a16:creationId xmlns:a16="http://schemas.microsoft.com/office/drawing/2014/main" id="{9CA6B7CC-9F50-4D63-AF2B-AD00776AF27F}"/>
                </a:ext>
              </a:extLst>
            </p:cNvPr>
            <p:cNvSpPr/>
            <p:nvPr/>
          </p:nvSpPr>
          <p:spPr>
            <a:xfrm>
              <a:off x="7489428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1" name="pg528">
              <a:extLst>
                <a:ext uri="{FF2B5EF4-FFF2-40B4-BE49-F238E27FC236}">
                  <a16:creationId xmlns:a16="http://schemas.microsoft.com/office/drawing/2014/main" id="{94DBC5CB-377C-4560-6A4B-AE892833315E}"/>
                </a:ext>
              </a:extLst>
            </p:cNvPr>
            <p:cNvSpPr/>
            <p:nvPr/>
          </p:nvSpPr>
          <p:spPr>
            <a:xfrm>
              <a:off x="7525616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2" name="pg529">
              <a:extLst>
                <a:ext uri="{FF2B5EF4-FFF2-40B4-BE49-F238E27FC236}">
                  <a16:creationId xmlns:a16="http://schemas.microsoft.com/office/drawing/2014/main" id="{2381CF0B-97EC-721A-9868-CEA3F843E578}"/>
                </a:ext>
              </a:extLst>
            </p:cNvPr>
            <p:cNvSpPr/>
            <p:nvPr/>
          </p:nvSpPr>
          <p:spPr>
            <a:xfrm>
              <a:off x="7561804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3" name="pg530">
              <a:extLst>
                <a:ext uri="{FF2B5EF4-FFF2-40B4-BE49-F238E27FC236}">
                  <a16:creationId xmlns:a16="http://schemas.microsoft.com/office/drawing/2014/main" id="{64652742-0262-43FA-A6D9-1CCAF711620A}"/>
                </a:ext>
              </a:extLst>
            </p:cNvPr>
            <p:cNvSpPr/>
            <p:nvPr/>
          </p:nvSpPr>
          <p:spPr>
            <a:xfrm>
              <a:off x="7597992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4" name="pg531">
              <a:extLst>
                <a:ext uri="{FF2B5EF4-FFF2-40B4-BE49-F238E27FC236}">
                  <a16:creationId xmlns:a16="http://schemas.microsoft.com/office/drawing/2014/main" id="{6CD378A1-3199-75BD-3F07-A0ADA2B73324}"/>
                </a:ext>
              </a:extLst>
            </p:cNvPr>
            <p:cNvSpPr/>
            <p:nvPr/>
          </p:nvSpPr>
          <p:spPr>
            <a:xfrm>
              <a:off x="7634180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5" name="pg532">
              <a:extLst>
                <a:ext uri="{FF2B5EF4-FFF2-40B4-BE49-F238E27FC236}">
                  <a16:creationId xmlns:a16="http://schemas.microsoft.com/office/drawing/2014/main" id="{525A873E-C1A6-B070-D830-65833F4E88F3}"/>
                </a:ext>
              </a:extLst>
            </p:cNvPr>
            <p:cNvSpPr/>
            <p:nvPr/>
          </p:nvSpPr>
          <p:spPr>
            <a:xfrm>
              <a:off x="7670368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6" name="pg533">
              <a:extLst>
                <a:ext uri="{FF2B5EF4-FFF2-40B4-BE49-F238E27FC236}">
                  <a16:creationId xmlns:a16="http://schemas.microsoft.com/office/drawing/2014/main" id="{FEA23B15-B8F0-A134-25F9-BE6C6B3AF102}"/>
                </a:ext>
              </a:extLst>
            </p:cNvPr>
            <p:cNvSpPr/>
            <p:nvPr/>
          </p:nvSpPr>
          <p:spPr>
            <a:xfrm>
              <a:off x="7706556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7" name="pg534">
              <a:extLst>
                <a:ext uri="{FF2B5EF4-FFF2-40B4-BE49-F238E27FC236}">
                  <a16:creationId xmlns:a16="http://schemas.microsoft.com/office/drawing/2014/main" id="{52028254-699A-7A2F-8618-64EFFDD0FC95}"/>
                </a:ext>
              </a:extLst>
            </p:cNvPr>
            <p:cNvSpPr/>
            <p:nvPr/>
          </p:nvSpPr>
          <p:spPr>
            <a:xfrm>
              <a:off x="7742744" y="583944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8" name="pg535">
              <a:extLst>
                <a:ext uri="{FF2B5EF4-FFF2-40B4-BE49-F238E27FC236}">
                  <a16:creationId xmlns:a16="http://schemas.microsoft.com/office/drawing/2014/main" id="{3834A524-3CDE-091B-0996-9976D1E63514}"/>
                </a:ext>
              </a:extLst>
            </p:cNvPr>
            <p:cNvSpPr/>
            <p:nvPr/>
          </p:nvSpPr>
          <p:spPr>
            <a:xfrm>
              <a:off x="7199924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9" name="pg536">
              <a:extLst>
                <a:ext uri="{FF2B5EF4-FFF2-40B4-BE49-F238E27FC236}">
                  <a16:creationId xmlns:a16="http://schemas.microsoft.com/office/drawing/2014/main" id="{A74D9022-6AC8-3EB2-D8C9-C2088759CE65}"/>
                </a:ext>
              </a:extLst>
            </p:cNvPr>
            <p:cNvSpPr/>
            <p:nvPr/>
          </p:nvSpPr>
          <p:spPr>
            <a:xfrm>
              <a:off x="7236112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0" name="pg537">
              <a:extLst>
                <a:ext uri="{FF2B5EF4-FFF2-40B4-BE49-F238E27FC236}">
                  <a16:creationId xmlns:a16="http://schemas.microsoft.com/office/drawing/2014/main" id="{F77CBC26-39F4-5DE4-2F96-9BF93C9D9344}"/>
                </a:ext>
              </a:extLst>
            </p:cNvPr>
            <p:cNvSpPr/>
            <p:nvPr/>
          </p:nvSpPr>
          <p:spPr>
            <a:xfrm>
              <a:off x="7272301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1" name="pg538">
              <a:extLst>
                <a:ext uri="{FF2B5EF4-FFF2-40B4-BE49-F238E27FC236}">
                  <a16:creationId xmlns:a16="http://schemas.microsoft.com/office/drawing/2014/main" id="{EE36023E-0FFA-3792-A2CB-5F652B82E64C}"/>
                </a:ext>
              </a:extLst>
            </p:cNvPr>
            <p:cNvSpPr/>
            <p:nvPr/>
          </p:nvSpPr>
          <p:spPr>
            <a:xfrm>
              <a:off x="7308489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2" name="pg539">
              <a:extLst>
                <a:ext uri="{FF2B5EF4-FFF2-40B4-BE49-F238E27FC236}">
                  <a16:creationId xmlns:a16="http://schemas.microsoft.com/office/drawing/2014/main" id="{B1BBAE4C-0635-9A33-4511-910506E9E740}"/>
                </a:ext>
              </a:extLst>
            </p:cNvPr>
            <p:cNvSpPr/>
            <p:nvPr/>
          </p:nvSpPr>
          <p:spPr>
            <a:xfrm>
              <a:off x="7344676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3" name="pg540">
              <a:extLst>
                <a:ext uri="{FF2B5EF4-FFF2-40B4-BE49-F238E27FC236}">
                  <a16:creationId xmlns:a16="http://schemas.microsoft.com/office/drawing/2014/main" id="{8CF1D43D-2DF2-7BFA-8321-71B2BD5B47DB}"/>
                </a:ext>
              </a:extLst>
            </p:cNvPr>
            <p:cNvSpPr/>
            <p:nvPr/>
          </p:nvSpPr>
          <p:spPr>
            <a:xfrm>
              <a:off x="7380864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4" name="pg541">
              <a:extLst>
                <a:ext uri="{FF2B5EF4-FFF2-40B4-BE49-F238E27FC236}">
                  <a16:creationId xmlns:a16="http://schemas.microsoft.com/office/drawing/2014/main" id="{3A703C98-29A5-4269-A6A0-DFAB20FBCD23}"/>
                </a:ext>
              </a:extLst>
            </p:cNvPr>
            <p:cNvSpPr/>
            <p:nvPr/>
          </p:nvSpPr>
          <p:spPr>
            <a:xfrm>
              <a:off x="7417052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5" name="pg542">
              <a:extLst>
                <a:ext uri="{FF2B5EF4-FFF2-40B4-BE49-F238E27FC236}">
                  <a16:creationId xmlns:a16="http://schemas.microsoft.com/office/drawing/2014/main" id="{5D1BF780-AA13-B273-A0FC-514A61764616}"/>
                </a:ext>
              </a:extLst>
            </p:cNvPr>
            <p:cNvSpPr/>
            <p:nvPr/>
          </p:nvSpPr>
          <p:spPr>
            <a:xfrm>
              <a:off x="7453240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6" name="pg543">
              <a:extLst>
                <a:ext uri="{FF2B5EF4-FFF2-40B4-BE49-F238E27FC236}">
                  <a16:creationId xmlns:a16="http://schemas.microsoft.com/office/drawing/2014/main" id="{25C79D88-F694-FF4C-F3E7-CAB1614D025F}"/>
                </a:ext>
              </a:extLst>
            </p:cNvPr>
            <p:cNvSpPr/>
            <p:nvPr/>
          </p:nvSpPr>
          <p:spPr>
            <a:xfrm>
              <a:off x="7489428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7" name="pg544">
              <a:extLst>
                <a:ext uri="{FF2B5EF4-FFF2-40B4-BE49-F238E27FC236}">
                  <a16:creationId xmlns:a16="http://schemas.microsoft.com/office/drawing/2014/main" id="{E4E1DF6C-FC7C-84E7-45F5-E1D6D5E74075}"/>
                </a:ext>
              </a:extLst>
            </p:cNvPr>
            <p:cNvSpPr/>
            <p:nvPr/>
          </p:nvSpPr>
          <p:spPr>
            <a:xfrm>
              <a:off x="7525616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8" name="pg545">
              <a:extLst>
                <a:ext uri="{FF2B5EF4-FFF2-40B4-BE49-F238E27FC236}">
                  <a16:creationId xmlns:a16="http://schemas.microsoft.com/office/drawing/2014/main" id="{08CF8EE7-A037-89D8-A60E-6477BB06AE18}"/>
                </a:ext>
              </a:extLst>
            </p:cNvPr>
            <p:cNvSpPr/>
            <p:nvPr/>
          </p:nvSpPr>
          <p:spPr>
            <a:xfrm>
              <a:off x="7561804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9" name="pg546">
              <a:extLst>
                <a:ext uri="{FF2B5EF4-FFF2-40B4-BE49-F238E27FC236}">
                  <a16:creationId xmlns:a16="http://schemas.microsoft.com/office/drawing/2014/main" id="{1A2E1066-8B41-1241-A8C3-F52DD0119234}"/>
                </a:ext>
              </a:extLst>
            </p:cNvPr>
            <p:cNvSpPr/>
            <p:nvPr/>
          </p:nvSpPr>
          <p:spPr>
            <a:xfrm>
              <a:off x="7597992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0" name="pg547">
              <a:extLst>
                <a:ext uri="{FF2B5EF4-FFF2-40B4-BE49-F238E27FC236}">
                  <a16:creationId xmlns:a16="http://schemas.microsoft.com/office/drawing/2014/main" id="{0936107C-48A2-DEAB-0A6B-B1D11DE43192}"/>
                </a:ext>
              </a:extLst>
            </p:cNvPr>
            <p:cNvSpPr/>
            <p:nvPr/>
          </p:nvSpPr>
          <p:spPr>
            <a:xfrm>
              <a:off x="7634180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1" name="pg548">
              <a:extLst>
                <a:ext uri="{FF2B5EF4-FFF2-40B4-BE49-F238E27FC236}">
                  <a16:creationId xmlns:a16="http://schemas.microsoft.com/office/drawing/2014/main" id="{A127FB42-B5ED-A15E-05D8-3D153771D441}"/>
                </a:ext>
              </a:extLst>
            </p:cNvPr>
            <p:cNvSpPr/>
            <p:nvPr/>
          </p:nvSpPr>
          <p:spPr>
            <a:xfrm>
              <a:off x="7670368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2" name="pg549">
              <a:extLst>
                <a:ext uri="{FF2B5EF4-FFF2-40B4-BE49-F238E27FC236}">
                  <a16:creationId xmlns:a16="http://schemas.microsoft.com/office/drawing/2014/main" id="{6611A181-8678-4EE2-D803-3271283A23F1}"/>
                </a:ext>
              </a:extLst>
            </p:cNvPr>
            <p:cNvSpPr/>
            <p:nvPr/>
          </p:nvSpPr>
          <p:spPr>
            <a:xfrm>
              <a:off x="7706556" y="5885351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3" name="pg550">
              <a:extLst>
                <a:ext uri="{FF2B5EF4-FFF2-40B4-BE49-F238E27FC236}">
                  <a16:creationId xmlns:a16="http://schemas.microsoft.com/office/drawing/2014/main" id="{C0672631-5EA8-515D-6AD3-8420421242B6}"/>
                </a:ext>
              </a:extLst>
            </p:cNvPr>
            <p:cNvSpPr/>
            <p:nvPr/>
          </p:nvSpPr>
          <p:spPr>
            <a:xfrm>
              <a:off x="7308489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4" name="pg551">
              <a:extLst>
                <a:ext uri="{FF2B5EF4-FFF2-40B4-BE49-F238E27FC236}">
                  <a16:creationId xmlns:a16="http://schemas.microsoft.com/office/drawing/2014/main" id="{3F5025F5-9188-703C-17D0-B4C4E92B080F}"/>
                </a:ext>
              </a:extLst>
            </p:cNvPr>
            <p:cNvSpPr/>
            <p:nvPr/>
          </p:nvSpPr>
          <p:spPr>
            <a:xfrm>
              <a:off x="7344676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5" name="pg552">
              <a:extLst>
                <a:ext uri="{FF2B5EF4-FFF2-40B4-BE49-F238E27FC236}">
                  <a16:creationId xmlns:a16="http://schemas.microsoft.com/office/drawing/2014/main" id="{1E6B47FF-E1B6-FFBE-FAF1-A861EBB91977}"/>
                </a:ext>
              </a:extLst>
            </p:cNvPr>
            <p:cNvSpPr/>
            <p:nvPr/>
          </p:nvSpPr>
          <p:spPr>
            <a:xfrm>
              <a:off x="7380864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6" name="pg553">
              <a:extLst>
                <a:ext uri="{FF2B5EF4-FFF2-40B4-BE49-F238E27FC236}">
                  <a16:creationId xmlns:a16="http://schemas.microsoft.com/office/drawing/2014/main" id="{CA93E00A-F0A2-5B9D-0FAD-355FF6B94097}"/>
                </a:ext>
              </a:extLst>
            </p:cNvPr>
            <p:cNvSpPr/>
            <p:nvPr/>
          </p:nvSpPr>
          <p:spPr>
            <a:xfrm>
              <a:off x="7417052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7" name="pg554">
              <a:extLst>
                <a:ext uri="{FF2B5EF4-FFF2-40B4-BE49-F238E27FC236}">
                  <a16:creationId xmlns:a16="http://schemas.microsoft.com/office/drawing/2014/main" id="{40D38543-A9BF-DF3D-580C-6EE9D107BD71}"/>
                </a:ext>
              </a:extLst>
            </p:cNvPr>
            <p:cNvSpPr/>
            <p:nvPr/>
          </p:nvSpPr>
          <p:spPr>
            <a:xfrm>
              <a:off x="7453240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F0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8" name="pg555">
              <a:extLst>
                <a:ext uri="{FF2B5EF4-FFF2-40B4-BE49-F238E27FC236}">
                  <a16:creationId xmlns:a16="http://schemas.microsoft.com/office/drawing/2014/main" id="{A506D83E-303F-C2B1-BA4B-D3B3A860E2F6}"/>
                </a:ext>
              </a:extLst>
            </p:cNvPr>
            <p:cNvSpPr/>
            <p:nvPr/>
          </p:nvSpPr>
          <p:spPr>
            <a:xfrm>
              <a:off x="7489428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9" name="pg556">
              <a:extLst>
                <a:ext uri="{FF2B5EF4-FFF2-40B4-BE49-F238E27FC236}">
                  <a16:creationId xmlns:a16="http://schemas.microsoft.com/office/drawing/2014/main" id="{2BF49391-6B0C-F2E8-D209-37F0C679B931}"/>
                </a:ext>
              </a:extLst>
            </p:cNvPr>
            <p:cNvSpPr/>
            <p:nvPr/>
          </p:nvSpPr>
          <p:spPr>
            <a:xfrm>
              <a:off x="7525616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0" name="pg557">
              <a:extLst>
                <a:ext uri="{FF2B5EF4-FFF2-40B4-BE49-F238E27FC236}">
                  <a16:creationId xmlns:a16="http://schemas.microsoft.com/office/drawing/2014/main" id="{BFFC2992-17CA-5A12-8C5E-E1B498F31BC4}"/>
                </a:ext>
              </a:extLst>
            </p:cNvPr>
            <p:cNvSpPr/>
            <p:nvPr/>
          </p:nvSpPr>
          <p:spPr>
            <a:xfrm>
              <a:off x="7561804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1" name="pg558">
              <a:extLst>
                <a:ext uri="{FF2B5EF4-FFF2-40B4-BE49-F238E27FC236}">
                  <a16:creationId xmlns:a16="http://schemas.microsoft.com/office/drawing/2014/main" id="{42CBFCFE-4D08-84E7-1CAE-DA57BA9A7BEE}"/>
                </a:ext>
              </a:extLst>
            </p:cNvPr>
            <p:cNvSpPr/>
            <p:nvPr/>
          </p:nvSpPr>
          <p:spPr>
            <a:xfrm>
              <a:off x="7597992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2" name="pg559">
              <a:extLst>
                <a:ext uri="{FF2B5EF4-FFF2-40B4-BE49-F238E27FC236}">
                  <a16:creationId xmlns:a16="http://schemas.microsoft.com/office/drawing/2014/main" id="{A78F4416-C8F6-220C-81FF-ADC550C905DB}"/>
                </a:ext>
              </a:extLst>
            </p:cNvPr>
            <p:cNvSpPr/>
            <p:nvPr/>
          </p:nvSpPr>
          <p:spPr>
            <a:xfrm>
              <a:off x="7634180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3" name="pg560">
              <a:extLst>
                <a:ext uri="{FF2B5EF4-FFF2-40B4-BE49-F238E27FC236}">
                  <a16:creationId xmlns:a16="http://schemas.microsoft.com/office/drawing/2014/main" id="{34ACED4F-63D6-62C2-D67D-520004E95894}"/>
                </a:ext>
              </a:extLst>
            </p:cNvPr>
            <p:cNvSpPr/>
            <p:nvPr/>
          </p:nvSpPr>
          <p:spPr>
            <a:xfrm>
              <a:off x="7670368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4" name="pg561">
              <a:extLst>
                <a:ext uri="{FF2B5EF4-FFF2-40B4-BE49-F238E27FC236}">
                  <a16:creationId xmlns:a16="http://schemas.microsoft.com/office/drawing/2014/main" id="{ABF809C9-3972-AC0C-16FA-7084E08F93E6}"/>
                </a:ext>
              </a:extLst>
            </p:cNvPr>
            <p:cNvSpPr/>
            <p:nvPr/>
          </p:nvSpPr>
          <p:spPr>
            <a:xfrm>
              <a:off x="7706556" y="593126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5" name="pg562">
              <a:extLst>
                <a:ext uri="{FF2B5EF4-FFF2-40B4-BE49-F238E27FC236}">
                  <a16:creationId xmlns:a16="http://schemas.microsoft.com/office/drawing/2014/main" id="{D827CF80-CB84-8908-4E4D-08B985161104}"/>
                </a:ext>
              </a:extLst>
            </p:cNvPr>
            <p:cNvSpPr/>
            <p:nvPr/>
          </p:nvSpPr>
          <p:spPr>
            <a:xfrm>
              <a:off x="7380864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6" name="pg563">
              <a:extLst>
                <a:ext uri="{FF2B5EF4-FFF2-40B4-BE49-F238E27FC236}">
                  <a16:creationId xmlns:a16="http://schemas.microsoft.com/office/drawing/2014/main" id="{F8ABB3D4-2B60-E60E-AF70-DF99DDC0F79E}"/>
                </a:ext>
              </a:extLst>
            </p:cNvPr>
            <p:cNvSpPr/>
            <p:nvPr/>
          </p:nvSpPr>
          <p:spPr>
            <a:xfrm>
              <a:off x="7417052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7" name="pg564">
              <a:extLst>
                <a:ext uri="{FF2B5EF4-FFF2-40B4-BE49-F238E27FC236}">
                  <a16:creationId xmlns:a16="http://schemas.microsoft.com/office/drawing/2014/main" id="{9A8FB986-18A8-154D-4901-DF3930979B2E}"/>
                </a:ext>
              </a:extLst>
            </p:cNvPr>
            <p:cNvSpPr/>
            <p:nvPr/>
          </p:nvSpPr>
          <p:spPr>
            <a:xfrm>
              <a:off x="7453240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8" name="pg565">
              <a:extLst>
                <a:ext uri="{FF2B5EF4-FFF2-40B4-BE49-F238E27FC236}">
                  <a16:creationId xmlns:a16="http://schemas.microsoft.com/office/drawing/2014/main" id="{B8F97F58-65BB-8873-91D9-619F716897AB}"/>
                </a:ext>
              </a:extLst>
            </p:cNvPr>
            <p:cNvSpPr/>
            <p:nvPr/>
          </p:nvSpPr>
          <p:spPr>
            <a:xfrm>
              <a:off x="7489428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9" name="pg566">
              <a:extLst>
                <a:ext uri="{FF2B5EF4-FFF2-40B4-BE49-F238E27FC236}">
                  <a16:creationId xmlns:a16="http://schemas.microsoft.com/office/drawing/2014/main" id="{13098001-E07E-75F6-85D9-56C663269DE5}"/>
                </a:ext>
              </a:extLst>
            </p:cNvPr>
            <p:cNvSpPr/>
            <p:nvPr/>
          </p:nvSpPr>
          <p:spPr>
            <a:xfrm>
              <a:off x="7525616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0" name="pg567">
              <a:extLst>
                <a:ext uri="{FF2B5EF4-FFF2-40B4-BE49-F238E27FC236}">
                  <a16:creationId xmlns:a16="http://schemas.microsoft.com/office/drawing/2014/main" id="{D2FDF421-E881-F85A-E179-5DD319DFF070}"/>
                </a:ext>
              </a:extLst>
            </p:cNvPr>
            <p:cNvSpPr/>
            <p:nvPr/>
          </p:nvSpPr>
          <p:spPr>
            <a:xfrm>
              <a:off x="7561804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1" name="pg568">
              <a:extLst>
                <a:ext uri="{FF2B5EF4-FFF2-40B4-BE49-F238E27FC236}">
                  <a16:creationId xmlns:a16="http://schemas.microsoft.com/office/drawing/2014/main" id="{6C09F7D6-2787-F4B8-8491-39DC6B3E5F28}"/>
                </a:ext>
              </a:extLst>
            </p:cNvPr>
            <p:cNvSpPr/>
            <p:nvPr/>
          </p:nvSpPr>
          <p:spPr>
            <a:xfrm>
              <a:off x="7597992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2" name="pg569">
              <a:extLst>
                <a:ext uri="{FF2B5EF4-FFF2-40B4-BE49-F238E27FC236}">
                  <a16:creationId xmlns:a16="http://schemas.microsoft.com/office/drawing/2014/main" id="{D8A0078C-7D9C-E517-C9C0-3CE7BF991593}"/>
                </a:ext>
              </a:extLst>
            </p:cNvPr>
            <p:cNvSpPr/>
            <p:nvPr/>
          </p:nvSpPr>
          <p:spPr>
            <a:xfrm>
              <a:off x="7634180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3" name="pg570">
              <a:extLst>
                <a:ext uri="{FF2B5EF4-FFF2-40B4-BE49-F238E27FC236}">
                  <a16:creationId xmlns:a16="http://schemas.microsoft.com/office/drawing/2014/main" id="{98436B8B-79CF-DDBD-3BEE-8263F0BEC927}"/>
                </a:ext>
              </a:extLst>
            </p:cNvPr>
            <p:cNvSpPr/>
            <p:nvPr/>
          </p:nvSpPr>
          <p:spPr>
            <a:xfrm>
              <a:off x="7670368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4" name="pg571">
              <a:extLst>
                <a:ext uri="{FF2B5EF4-FFF2-40B4-BE49-F238E27FC236}">
                  <a16:creationId xmlns:a16="http://schemas.microsoft.com/office/drawing/2014/main" id="{A0AACA45-FD3D-89F0-7DA3-3082F504B36D}"/>
                </a:ext>
              </a:extLst>
            </p:cNvPr>
            <p:cNvSpPr/>
            <p:nvPr/>
          </p:nvSpPr>
          <p:spPr>
            <a:xfrm>
              <a:off x="7706556" y="597717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5" name="pg572">
              <a:extLst>
                <a:ext uri="{FF2B5EF4-FFF2-40B4-BE49-F238E27FC236}">
                  <a16:creationId xmlns:a16="http://schemas.microsoft.com/office/drawing/2014/main" id="{7B518855-29BA-DDAF-ADAE-B0E7954AE219}"/>
                </a:ext>
              </a:extLst>
            </p:cNvPr>
            <p:cNvSpPr/>
            <p:nvPr/>
          </p:nvSpPr>
          <p:spPr>
            <a:xfrm>
              <a:off x="7417052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6" name="pg573">
              <a:extLst>
                <a:ext uri="{FF2B5EF4-FFF2-40B4-BE49-F238E27FC236}">
                  <a16:creationId xmlns:a16="http://schemas.microsoft.com/office/drawing/2014/main" id="{2769736E-92F1-5E5E-3C9C-1B08F55EEBB5}"/>
                </a:ext>
              </a:extLst>
            </p:cNvPr>
            <p:cNvSpPr/>
            <p:nvPr/>
          </p:nvSpPr>
          <p:spPr>
            <a:xfrm>
              <a:off x="7453240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7" name="pg574">
              <a:extLst>
                <a:ext uri="{FF2B5EF4-FFF2-40B4-BE49-F238E27FC236}">
                  <a16:creationId xmlns:a16="http://schemas.microsoft.com/office/drawing/2014/main" id="{F2D38E54-54E2-9F30-601F-B48A1C3C3699}"/>
                </a:ext>
              </a:extLst>
            </p:cNvPr>
            <p:cNvSpPr/>
            <p:nvPr/>
          </p:nvSpPr>
          <p:spPr>
            <a:xfrm>
              <a:off x="7489428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8" name="pg575">
              <a:extLst>
                <a:ext uri="{FF2B5EF4-FFF2-40B4-BE49-F238E27FC236}">
                  <a16:creationId xmlns:a16="http://schemas.microsoft.com/office/drawing/2014/main" id="{03B0E596-8D77-811A-C4A4-5F4FD9A1B0D2}"/>
                </a:ext>
              </a:extLst>
            </p:cNvPr>
            <p:cNvSpPr/>
            <p:nvPr/>
          </p:nvSpPr>
          <p:spPr>
            <a:xfrm>
              <a:off x="7525616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9" name="pg576">
              <a:extLst>
                <a:ext uri="{FF2B5EF4-FFF2-40B4-BE49-F238E27FC236}">
                  <a16:creationId xmlns:a16="http://schemas.microsoft.com/office/drawing/2014/main" id="{DDF0919E-37D2-18BF-D5A1-29F9A9D35A31}"/>
                </a:ext>
              </a:extLst>
            </p:cNvPr>
            <p:cNvSpPr/>
            <p:nvPr/>
          </p:nvSpPr>
          <p:spPr>
            <a:xfrm>
              <a:off x="7561804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0" name="pg577">
              <a:extLst>
                <a:ext uri="{FF2B5EF4-FFF2-40B4-BE49-F238E27FC236}">
                  <a16:creationId xmlns:a16="http://schemas.microsoft.com/office/drawing/2014/main" id="{887069AE-8CA9-527C-954F-ED5611CCE744}"/>
                </a:ext>
              </a:extLst>
            </p:cNvPr>
            <p:cNvSpPr/>
            <p:nvPr/>
          </p:nvSpPr>
          <p:spPr>
            <a:xfrm>
              <a:off x="7597992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1" name="pg578">
              <a:extLst>
                <a:ext uri="{FF2B5EF4-FFF2-40B4-BE49-F238E27FC236}">
                  <a16:creationId xmlns:a16="http://schemas.microsoft.com/office/drawing/2014/main" id="{BEB3067C-2115-67A7-C29D-939C7AB22353}"/>
                </a:ext>
              </a:extLst>
            </p:cNvPr>
            <p:cNvSpPr/>
            <p:nvPr/>
          </p:nvSpPr>
          <p:spPr>
            <a:xfrm>
              <a:off x="7634180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2" name="pg579">
              <a:extLst>
                <a:ext uri="{FF2B5EF4-FFF2-40B4-BE49-F238E27FC236}">
                  <a16:creationId xmlns:a16="http://schemas.microsoft.com/office/drawing/2014/main" id="{1D684080-B2B5-8FA9-E865-CF45F8AA0B53}"/>
                </a:ext>
              </a:extLst>
            </p:cNvPr>
            <p:cNvSpPr/>
            <p:nvPr/>
          </p:nvSpPr>
          <p:spPr>
            <a:xfrm>
              <a:off x="7670368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3" name="pg580">
              <a:extLst>
                <a:ext uri="{FF2B5EF4-FFF2-40B4-BE49-F238E27FC236}">
                  <a16:creationId xmlns:a16="http://schemas.microsoft.com/office/drawing/2014/main" id="{4315CC88-7529-B5A7-706C-6FB7335A03CD}"/>
                </a:ext>
              </a:extLst>
            </p:cNvPr>
            <p:cNvSpPr/>
            <p:nvPr/>
          </p:nvSpPr>
          <p:spPr>
            <a:xfrm>
              <a:off x="7706556" y="602308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4" name="pg581">
              <a:extLst>
                <a:ext uri="{FF2B5EF4-FFF2-40B4-BE49-F238E27FC236}">
                  <a16:creationId xmlns:a16="http://schemas.microsoft.com/office/drawing/2014/main" id="{2D7AD694-4AD1-A2D8-3D62-113091452B5E}"/>
                </a:ext>
              </a:extLst>
            </p:cNvPr>
            <p:cNvSpPr/>
            <p:nvPr/>
          </p:nvSpPr>
          <p:spPr>
            <a:xfrm>
              <a:off x="7453240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5" name="pg582">
              <a:extLst>
                <a:ext uri="{FF2B5EF4-FFF2-40B4-BE49-F238E27FC236}">
                  <a16:creationId xmlns:a16="http://schemas.microsoft.com/office/drawing/2014/main" id="{84B9B3C7-25A4-6E79-EFCB-1A847EB16C67}"/>
                </a:ext>
              </a:extLst>
            </p:cNvPr>
            <p:cNvSpPr/>
            <p:nvPr/>
          </p:nvSpPr>
          <p:spPr>
            <a:xfrm>
              <a:off x="7489428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6" name="pg583">
              <a:extLst>
                <a:ext uri="{FF2B5EF4-FFF2-40B4-BE49-F238E27FC236}">
                  <a16:creationId xmlns:a16="http://schemas.microsoft.com/office/drawing/2014/main" id="{87EAB7A9-4690-0308-5C29-B262B347E575}"/>
                </a:ext>
              </a:extLst>
            </p:cNvPr>
            <p:cNvSpPr/>
            <p:nvPr/>
          </p:nvSpPr>
          <p:spPr>
            <a:xfrm>
              <a:off x="7525616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7" name="pg584">
              <a:extLst>
                <a:ext uri="{FF2B5EF4-FFF2-40B4-BE49-F238E27FC236}">
                  <a16:creationId xmlns:a16="http://schemas.microsoft.com/office/drawing/2014/main" id="{0D356122-660B-A77C-8751-76B76D7AEB92}"/>
                </a:ext>
              </a:extLst>
            </p:cNvPr>
            <p:cNvSpPr/>
            <p:nvPr/>
          </p:nvSpPr>
          <p:spPr>
            <a:xfrm>
              <a:off x="7561804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8" name="pg585">
              <a:extLst>
                <a:ext uri="{FF2B5EF4-FFF2-40B4-BE49-F238E27FC236}">
                  <a16:creationId xmlns:a16="http://schemas.microsoft.com/office/drawing/2014/main" id="{E257EE3C-9F6E-6233-7379-36FE04365F49}"/>
                </a:ext>
              </a:extLst>
            </p:cNvPr>
            <p:cNvSpPr/>
            <p:nvPr/>
          </p:nvSpPr>
          <p:spPr>
            <a:xfrm>
              <a:off x="7597992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9" name="pg586">
              <a:extLst>
                <a:ext uri="{FF2B5EF4-FFF2-40B4-BE49-F238E27FC236}">
                  <a16:creationId xmlns:a16="http://schemas.microsoft.com/office/drawing/2014/main" id="{779D7B68-049D-CBC7-A598-3B1CED4042C0}"/>
                </a:ext>
              </a:extLst>
            </p:cNvPr>
            <p:cNvSpPr/>
            <p:nvPr/>
          </p:nvSpPr>
          <p:spPr>
            <a:xfrm>
              <a:off x="7634180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0" name="pg587">
              <a:extLst>
                <a:ext uri="{FF2B5EF4-FFF2-40B4-BE49-F238E27FC236}">
                  <a16:creationId xmlns:a16="http://schemas.microsoft.com/office/drawing/2014/main" id="{955A2B8A-1A7F-A6E3-8113-BBC6DE192167}"/>
                </a:ext>
              </a:extLst>
            </p:cNvPr>
            <p:cNvSpPr/>
            <p:nvPr/>
          </p:nvSpPr>
          <p:spPr>
            <a:xfrm>
              <a:off x="7670368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1" name="pg588">
              <a:extLst>
                <a:ext uri="{FF2B5EF4-FFF2-40B4-BE49-F238E27FC236}">
                  <a16:creationId xmlns:a16="http://schemas.microsoft.com/office/drawing/2014/main" id="{5EC9C526-3B5E-27A4-4D11-DB5F9953DEC9}"/>
                </a:ext>
              </a:extLst>
            </p:cNvPr>
            <p:cNvSpPr/>
            <p:nvPr/>
          </p:nvSpPr>
          <p:spPr>
            <a:xfrm>
              <a:off x="7706556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2" name="pg589">
              <a:extLst>
                <a:ext uri="{FF2B5EF4-FFF2-40B4-BE49-F238E27FC236}">
                  <a16:creationId xmlns:a16="http://schemas.microsoft.com/office/drawing/2014/main" id="{3B306453-B333-BB8B-32D1-2096B5471B85}"/>
                </a:ext>
              </a:extLst>
            </p:cNvPr>
            <p:cNvSpPr/>
            <p:nvPr/>
          </p:nvSpPr>
          <p:spPr>
            <a:xfrm>
              <a:off x="7742744" y="606899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3" name="pg590">
              <a:extLst>
                <a:ext uri="{FF2B5EF4-FFF2-40B4-BE49-F238E27FC236}">
                  <a16:creationId xmlns:a16="http://schemas.microsoft.com/office/drawing/2014/main" id="{0F942E21-EC3B-0678-9948-A7170883C39C}"/>
                </a:ext>
              </a:extLst>
            </p:cNvPr>
            <p:cNvSpPr/>
            <p:nvPr/>
          </p:nvSpPr>
          <p:spPr>
            <a:xfrm>
              <a:off x="7561804" y="611490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4" name="pg591">
              <a:extLst>
                <a:ext uri="{FF2B5EF4-FFF2-40B4-BE49-F238E27FC236}">
                  <a16:creationId xmlns:a16="http://schemas.microsoft.com/office/drawing/2014/main" id="{472A75E0-737C-3138-ADF4-A87F241BC3E6}"/>
                </a:ext>
              </a:extLst>
            </p:cNvPr>
            <p:cNvSpPr/>
            <p:nvPr/>
          </p:nvSpPr>
          <p:spPr>
            <a:xfrm>
              <a:off x="7597992" y="611490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5" name="pg592">
              <a:extLst>
                <a:ext uri="{FF2B5EF4-FFF2-40B4-BE49-F238E27FC236}">
                  <a16:creationId xmlns:a16="http://schemas.microsoft.com/office/drawing/2014/main" id="{E611D91C-591C-DF7A-C3D5-1039935236D3}"/>
                </a:ext>
              </a:extLst>
            </p:cNvPr>
            <p:cNvSpPr/>
            <p:nvPr/>
          </p:nvSpPr>
          <p:spPr>
            <a:xfrm>
              <a:off x="7634180" y="611490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6" name="pg593">
              <a:extLst>
                <a:ext uri="{FF2B5EF4-FFF2-40B4-BE49-F238E27FC236}">
                  <a16:creationId xmlns:a16="http://schemas.microsoft.com/office/drawing/2014/main" id="{967CABB1-04FF-FEA7-CA17-37FCDF003202}"/>
                </a:ext>
              </a:extLst>
            </p:cNvPr>
            <p:cNvSpPr/>
            <p:nvPr/>
          </p:nvSpPr>
          <p:spPr>
            <a:xfrm>
              <a:off x="7670368" y="611490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7" name="pg594">
              <a:extLst>
                <a:ext uri="{FF2B5EF4-FFF2-40B4-BE49-F238E27FC236}">
                  <a16:creationId xmlns:a16="http://schemas.microsoft.com/office/drawing/2014/main" id="{439F7C4A-5678-D275-0B45-4E5E77357B00}"/>
                </a:ext>
              </a:extLst>
            </p:cNvPr>
            <p:cNvSpPr/>
            <p:nvPr/>
          </p:nvSpPr>
          <p:spPr>
            <a:xfrm>
              <a:off x="7706556" y="611490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8" name="pg595">
              <a:extLst>
                <a:ext uri="{FF2B5EF4-FFF2-40B4-BE49-F238E27FC236}">
                  <a16:creationId xmlns:a16="http://schemas.microsoft.com/office/drawing/2014/main" id="{A640C8DF-7380-D0E1-D9D5-96752B5BEFA2}"/>
                </a:ext>
              </a:extLst>
            </p:cNvPr>
            <p:cNvSpPr/>
            <p:nvPr/>
          </p:nvSpPr>
          <p:spPr>
            <a:xfrm>
              <a:off x="7742744" y="6114902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9" name="pg596">
              <a:extLst>
                <a:ext uri="{FF2B5EF4-FFF2-40B4-BE49-F238E27FC236}">
                  <a16:creationId xmlns:a16="http://schemas.microsoft.com/office/drawing/2014/main" id="{8280097B-44C5-E014-7B0E-465A830AF06A}"/>
                </a:ext>
              </a:extLst>
            </p:cNvPr>
            <p:cNvSpPr/>
            <p:nvPr/>
          </p:nvSpPr>
          <p:spPr>
            <a:xfrm>
              <a:off x="7380864" y="616081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0" name="pg597">
              <a:extLst>
                <a:ext uri="{FF2B5EF4-FFF2-40B4-BE49-F238E27FC236}">
                  <a16:creationId xmlns:a16="http://schemas.microsoft.com/office/drawing/2014/main" id="{5B5BA858-FDDC-9BE4-C86D-8DD1D6969EFA}"/>
                </a:ext>
              </a:extLst>
            </p:cNvPr>
            <p:cNvSpPr/>
            <p:nvPr/>
          </p:nvSpPr>
          <p:spPr>
            <a:xfrm>
              <a:off x="7525616" y="616081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1" name="pg598">
              <a:extLst>
                <a:ext uri="{FF2B5EF4-FFF2-40B4-BE49-F238E27FC236}">
                  <a16:creationId xmlns:a16="http://schemas.microsoft.com/office/drawing/2014/main" id="{2E0B7478-1BB8-EDC0-8D48-DA1C1F102D74}"/>
                </a:ext>
              </a:extLst>
            </p:cNvPr>
            <p:cNvSpPr/>
            <p:nvPr/>
          </p:nvSpPr>
          <p:spPr>
            <a:xfrm>
              <a:off x="7561804" y="616081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2" name="pg599">
              <a:extLst>
                <a:ext uri="{FF2B5EF4-FFF2-40B4-BE49-F238E27FC236}">
                  <a16:creationId xmlns:a16="http://schemas.microsoft.com/office/drawing/2014/main" id="{498EA203-E2A9-47CB-BB9C-BA378CA2BB27}"/>
                </a:ext>
              </a:extLst>
            </p:cNvPr>
            <p:cNvSpPr/>
            <p:nvPr/>
          </p:nvSpPr>
          <p:spPr>
            <a:xfrm>
              <a:off x="7597992" y="616081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3" name="pg600">
              <a:extLst>
                <a:ext uri="{FF2B5EF4-FFF2-40B4-BE49-F238E27FC236}">
                  <a16:creationId xmlns:a16="http://schemas.microsoft.com/office/drawing/2014/main" id="{75DE9ABA-FAAD-66B2-ADC7-2624800970E1}"/>
                </a:ext>
              </a:extLst>
            </p:cNvPr>
            <p:cNvSpPr/>
            <p:nvPr/>
          </p:nvSpPr>
          <p:spPr>
            <a:xfrm>
              <a:off x="7634180" y="616081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4" name="pg601">
              <a:extLst>
                <a:ext uri="{FF2B5EF4-FFF2-40B4-BE49-F238E27FC236}">
                  <a16:creationId xmlns:a16="http://schemas.microsoft.com/office/drawing/2014/main" id="{2A4841DC-AB40-AF78-21ED-50EFCAD8C6BE}"/>
                </a:ext>
              </a:extLst>
            </p:cNvPr>
            <p:cNvSpPr/>
            <p:nvPr/>
          </p:nvSpPr>
          <p:spPr>
            <a:xfrm>
              <a:off x="7670368" y="616081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5" name="pg602">
              <a:extLst>
                <a:ext uri="{FF2B5EF4-FFF2-40B4-BE49-F238E27FC236}">
                  <a16:creationId xmlns:a16="http://schemas.microsoft.com/office/drawing/2014/main" id="{74B56137-CB35-E42C-6E40-BF9AEBF949E5}"/>
                </a:ext>
              </a:extLst>
            </p:cNvPr>
            <p:cNvSpPr/>
            <p:nvPr/>
          </p:nvSpPr>
          <p:spPr>
            <a:xfrm>
              <a:off x="7706556" y="616081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6" name="pg603">
              <a:extLst>
                <a:ext uri="{FF2B5EF4-FFF2-40B4-BE49-F238E27FC236}">
                  <a16:creationId xmlns:a16="http://schemas.microsoft.com/office/drawing/2014/main" id="{BA0CA3DB-BB0C-F9F3-1257-E07FD1B7B1CB}"/>
                </a:ext>
              </a:extLst>
            </p:cNvPr>
            <p:cNvSpPr/>
            <p:nvPr/>
          </p:nvSpPr>
          <p:spPr>
            <a:xfrm>
              <a:off x="7742744" y="616081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7" name="pg604">
              <a:extLst>
                <a:ext uri="{FF2B5EF4-FFF2-40B4-BE49-F238E27FC236}">
                  <a16:creationId xmlns:a16="http://schemas.microsoft.com/office/drawing/2014/main" id="{460D8A14-CE13-3DF1-66E7-85F558225479}"/>
                </a:ext>
              </a:extLst>
            </p:cNvPr>
            <p:cNvSpPr/>
            <p:nvPr/>
          </p:nvSpPr>
          <p:spPr>
            <a:xfrm>
              <a:off x="7344676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8" name="pg605">
              <a:extLst>
                <a:ext uri="{FF2B5EF4-FFF2-40B4-BE49-F238E27FC236}">
                  <a16:creationId xmlns:a16="http://schemas.microsoft.com/office/drawing/2014/main" id="{CFE642AE-3F8E-5E8C-8FCB-F5110072576B}"/>
                </a:ext>
              </a:extLst>
            </p:cNvPr>
            <p:cNvSpPr/>
            <p:nvPr/>
          </p:nvSpPr>
          <p:spPr>
            <a:xfrm>
              <a:off x="7380864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9" name="pg606">
              <a:extLst>
                <a:ext uri="{FF2B5EF4-FFF2-40B4-BE49-F238E27FC236}">
                  <a16:creationId xmlns:a16="http://schemas.microsoft.com/office/drawing/2014/main" id="{A491FB3F-9FC4-7210-3F8F-FAC920E42483}"/>
                </a:ext>
              </a:extLst>
            </p:cNvPr>
            <p:cNvSpPr/>
            <p:nvPr/>
          </p:nvSpPr>
          <p:spPr>
            <a:xfrm>
              <a:off x="7417052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0" name="pg607">
              <a:extLst>
                <a:ext uri="{FF2B5EF4-FFF2-40B4-BE49-F238E27FC236}">
                  <a16:creationId xmlns:a16="http://schemas.microsoft.com/office/drawing/2014/main" id="{45EF03F5-F1A6-7872-8310-DA794CEA1B06}"/>
                </a:ext>
              </a:extLst>
            </p:cNvPr>
            <p:cNvSpPr/>
            <p:nvPr/>
          </p:nvSpPr>
          <p:spPr>
            <a:xfrm>
              <a:off x="7453240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1" name="pg608">
              <a:extLst>
                <a:ext uri="{FF2B5EF4-FFF2-40B4-BE49-F238E27FC236}">
                  <a16:creationId xmlns:a16="http://schemas.microsoft.com/office/drawing/2014/main" id="{7E32B040-90D9-9C72-A156-7A93DDCB217C}"/>
                </a:ext>
              </a:extLst>
            </p:cNvPr>
            <p:cNvSpPr/>
            <p:nvPr/>
          </p:nvSpPr>
          <p:spPr>
            <a:xfrm>
              <a:off x="7489428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2" name="pg609">
              <a:extLst>
                <a:ext uri="{FF2B5EF4-FFF2-40B4-BE49-F238E27FC236}">
                  <a16:creationId xmlns:a16="http://schemas.microsoft.com/office/drawing/2014/main" id="{C3D490F1-9DC2-A01F-99F4-7EDC59381E01}"/>
                </a:ext>
              </a:extLst>
            </p:cNvPr>
            <p:cNvSpPr/>
            <p:nvPr/>
          </p:nvSpPr>
          <p:spPr>
            <a:xfrm>
              <a:off x="7525616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3" name="pg610">
              <a:extLst>
                <a:ext uri="{FF2B5EF4-FFF2-40B4-BE49-F238E27FC236}">
                  <a16:creationId xmlns:a16="http://schemas.microsoft.com/office/drawing/2014/main" id="{790253BD-7F1C-E7C0-5023-3C19EDB138C6}"/>
                </a:ext>
              </a:extLst>
            </p:cNvPr>
            <p:cNvSpPr/>
            <p:nvPr/>
          </p:nvSpPr>
          <p:spPr>
            <a:xfrm>
              <a:off x="7561804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4" name="pg611">
              <a:extLst>
                <a:ext uri="{FF2B5EF4-FFF2-40B4-BE49-F238E27FC236}">
                  <a16:creationId xmlns:a16="http://schemas.microsoft.com/office/drawing/2014/main" id="{703F61B7-9450-99C9-0BA6-6C2AA02A1DD1}"/>
                </a:ext>
              </a:extLst>
            </p:cNvPr>
            <p:cNvSpPr/>
            <p:nvPr/>
          </p:nvSpPr>
          <p:spPr>
            <a:xfrm>
              <a:off x="7597992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5" name="pg612">
              <a:extLst>
                <a:ext uri="{FF2B5EF4-FFF2-40B4-BE49-F238E27FC236}">
                  <a16:creationId xmlns:a16="http://schemas.microsoft.com/office/drawing/2014/main" id="{51972153-2DC8-994D-D671-1FF40BF281CB}"/>
                </a:ext>
              </a:extLst>
            </p:cNvPr>
            <p:cNvSpPr/>
            <p:nvPr/>
          </p:nvSpPr>
          <p:spPr>
            <a:xfrm>
              <a:off x="7634180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6" name="pg613">
              <a:extLst>
                <a:ext uri="{FF2B5EF4-FFF2-40B4-BE49-F238E27FC236}">
                  <a16:creationId xmlns:a16="http://schemas.microsoft.com/office/drawing/2014/main" id="{13A43355-8E8C-2F00-4D86-8916C72AD700}"/>
                </a:ext>
              </a:extLst>
            </p:cNvPr>
            <p:cNvSpPr/>
            <p:nvPr/>
          </p:nvSpPr>
          <p:spPr>
            <a:xfrm>
              <a:off x="7670368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7" name="pg614">
              <a:extLst>
                <a:ext uri="{FF2B5EF4-FFF2-40B4-BE49-F238E27FC236}">
                  <a16:creationId xmlns:a16="http://schemas.microsoft.com/office/drawing/2014/main" id="{C4984472-2FEE-A7C5-3BAB-C56762974B8E}"/>
                </a:ext>
              </a:extLst>
            </p:cNvPr>
            <p:cNvSpPr/>
            <p:nvPr/>
          </p:nvSpPr>
          <p:spPr>
            <a:xfrm>
              <a:off x="7706556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8" name="pg615">
              <a:extLst>
                <a:ext uri="{FF2B5EF4-FFF2-40B4-BE49-F238E27FC236}">
                  <a16:creationId xmlns:a16="http://schemas.microsoft.com/office/drawing/2014/main" id="{13DB79F1-398D-331B-F06D-0DF36DEB0AA5}"/>
                </a:ext>
              </a:extLst>
            </p:cNvPr>
            <p:cNvSpPr/>
            <p:nvPr/>
          </p:nvSpPr>
          <p:spPr>
            <a:xfrm>
              <a:off x="7742744" y="620672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9" name="pg616">
              <a:extLst>
                <a:ext uri="{FF2B5EF4-FFF2-40B4-BE49-F238E27FC236}">
                  <a16:creationId xmlns:a16="http://schemas.microsoft.com/office/drawing/2014/main" id="{7E6CD10C-BB83-68D7-4F13-59879712D050}"/>
                </a:ext>
              </a:extLst>
            </p:cNvPr>
            <p:cNvSpPr/>
            <p:nvPr/>
          </p:nvSpPr>
          <p:spPr>
            <a:xfrm>
              <a:off x="7308489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0" name="pg617">
              <a:extLst>
                <a:ext uri="{FF2B5EF4-FFF2-40B4-BE49-F238E27FC236}">
                  <a16:creationId xmlns:a16="http://schemas.microsoft.com/office/drawing/2014/main" id="{729AFBD8-47B9-FEBD-8488-514167E0F794}"/>
                </a:ext>
              </a:extLst>
            </p:cNvPr>
            <p:cNvSpPr/>
            <p:nvPr/>
          </p:nvSpPr>
          <p:spPr>
            <a:xfrm>
              <a:off x="7344676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1" name="pg618">
              <a:extLst>
                <a:ext uri="{FF2B5EF4-FFF2-40B4-BE49-F238E27FC236}">
                  <a16:creationId xmlns:a16="http://schemas.microsoft.com/office/drawing/2014/main" id="{3362BF2D-EF7F-E62F-8389-256E56C0C73E}"/>
                </a:ext>
              </a:extLst>
            </p:cNvPr>
            <p:cNvSpPr/>
            <p:nvPr/>
          </p:nvSpPr>
          <p:spPr>
            <a:xfrm>
              <a:off x="7380864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2" name="pg619">
              <a:extLst>
                <a:ext uri="{FF2B5EF4-FFF2-40B4-BE49-F238E27FC236}">
                  <a16:creationId xmlns:a16="http://schemas.microsoft.com/office/drawing/2014/main" id="{BD9A998D-38E5-C772-801E-71DCC33FC80F}"/>
                </a:ext>
              </a:extLst>
            </p:cNvPr>
            <p:cNvSpPr/>
            <p:nvPr/>
          </p:nvSpPr>
          <p:spPr>
            <a:xfrm>
              <a:off x="7417052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3" name="pg620">
              <a:extLst>
                <a:ext uri="{FF2B5EF4-FFF2-40B4-BE49-F238E27FC236}">
                  <a16:creationId xmlns:a16="http://schemas.microsoft.com/office/drawing/2014/main" id="{B016D059-6241-6728-BB3F-4DBB3C5492D4}"/>
                </a:ext>
              </a:extLst>
            </p:cNvPr>
            <p:cNvSpPr/>
            <p:nvPr/>
          </p:nvSpPr>
          <p:spPr>
            <a:xfrm>
              <a:off x="7453240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4" name="pg621">
              <a:extLst>
                <a:ext uri="{FF2B5EF4-FFF2-40B4-BE49-F238E27FC236}">
                  <a16:creationId xmlns:a16="http://schemas.microsoft.com/office/drawing/2014/main" id="{4F2E44AE-0117-154B-4819-F8C41B0DDB36}"/>
                </a:ext>
              </a:extLst>
            </p:cNvPr>
            <p:cNvSpPr/>
            <p:nvPr/>
          </p:nvSpPr>
          <p:spPr>
            <a:xfrm>
              <a:off x="7489428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5" name="pg622">
              <a:extLst>
                <a:ext uri="{FF2B5EF4-FFF2-40B4-BE49-F238E27FC236}">
                  <a16:creationId xmlns:a16="http://schemas.microsoft.com/office/drawing/2014/main" id="{850D51A7-E31F-A3E6-56B7-64507F1402B5}"/>
                </a:ext>
              </a:extLst>
            </p:cNvPr>
            <p:cNvSpPr/>
            <p:nvPr/>
          </p:nvSpPr>
          <p:spPr>
            <a:xfrm>
              <a:off x="7525616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6" name="pg623">
              <a:extLst>
                <a:ext uri="{FF2B5EF4-FFF2-40B4-BE49-F238E27FC236}">
                  <a16:creationId xmlns:a16="http://schemas.microsoft.com/office/drawing/2014/main" id="{E259B3F3-A87A-DE02-359F-9145AEB6BBB0}"/>
                </a:ext>
              </a:extLst>
            </p:cNvPr>
            <p:cNvSpPr/>
            <p:nvPr/>
          </p:nvSpPr>
          <p:spPr>
            <a:xfrm>
              <a:off x="7561804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7" name="pg624">
              <a:extLst>
                <a:ext uri="{FF2B5EF4-FFF2-40B4-BE49-F238E27FC236}">
                  <a16:creationId xmlns:a16="http://schemas.microsoft.com/office/drawing/2014/main" id="{4758F836-73F6-3188-15DA-AD42699AFC84}"/>
                </a:ext>
              </a:extLst>
            </p:cNvPr>
            <p:cNvSpPr/>
            <p:nvPr/>
          </p:nvSpPr>
          <p:spPr>
            <a:xfrm>
              <a:off x="7597992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8" name="pg625">
              <a:extLst>
                <a:ext uri="{FF2B5EF4-FFF2-40B4-BE49-F238E27FC236}">
                  <a16:creationId xmlns:a16="http://schemas.microsoft.com/office/drawing/2014/main" id="{AB1BE1C4-A622-9E50-4FE4-BA0AD80FFFEE}"/>
                </a:ext>
              </a:extLst>
            </p:cNvPr>
            <p:cNvSpPr/>
            <p:nvPr/>
          </p:nvSpPr>
          <p:spPr>
            <a:xfrm>
              <a:off x="7634180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9" name="pg626">
              <a:extLst>
                <a:ext uri="{FF2B5EF4-FFF2-40B4-BE49-F238E27FC236}">
                  <a16:creationId xmlns:a16="http://schemas.microsoft.com/office/drawing/2014/main" id="{BD48AD47-F3DC-4F89-98A7-D3EB5A7DF124}"/>
                </a:ext>
              </a:extLst>
            </p:cNvPr>
            <p:cNvSpPr/>
            <p:nvPr/>
          </p:nvSpPr>
          <p:spPr>
            <a:xfrm>
              <a:off x="7670368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0" name="pg627">
              <a:extLst>
                <a:ext uri="{FF2B5EF4-FFF2-40B4-BE49-F238E27FC236}">
                  <a16:creationId xmlns:a16="http://schemas.microsoft.com/office/drawing/2014/main" id="{DC9C8724-451D-9084-AD4F-BC619E357572}"/>
                </a:ext>
              </a:extLst>
            </p:cNvPr>
            <p:cNvSpPr/>
            <p:nvPr/>
          </p:nvSpPr>
          <p:spPr>
            <a:xfrm>
              <a:off x="7706556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1" name="pg628">
              <a:extLst>
                <a:ext uri="{FF2B5EF4-FFF2-40B4-BE49-F238E27FC236}">
                  <a16:creationId xmlns:a16="http://schemas.microsoft.com/office/drawing/2014/main" id="{88EC84E7-3560-A82C-3C9B-75D9DCBDEABD}"/>
                </a:ext>
              </a:extLst>
            </p:cNvPr>
            <p:cNvSpPr/>
            <p:nvPr/>
          </p:nvSpPr>
          <p:spPr>
            <a:xfrm>
              <a:off x="7742744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2" name="pg629">
              <a:extLst>
                <a:ext uri="{FF2B5EF4-FFF2-40B4-BE49-F238E27FC236}">
                  <a16:creationId xmlns:a16="http://schemas.microsoft.com/office/drawing/2014/main" id="{C909DC32-ED71-CB5C-A291-CB602CD9B9D3}"/>
                </a:ext>
              </a:extLst>
            </p:cNvPr>
            <p:cNvSpPr/>
            <p:nvPr/>
          </p:nvSpPr>
          <p:spPr>
            <a:xfrm>
              <a:off x="7778932" y="6252633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3" name="pg630">
              <a:extLst>
                <a:ext uri="{FF2B5EF4-FFF2-40B4-BE49-F238E27FC236}">
                  <a16:creationId xmlns:a16="http://schemas.microsoft.com/office/drawing/2014/main" id="{EC1DAF49-AF92-4BF7-A2D0-DAEB84EF4EED}"/>
                </a:ext>
              </a:extLst>
            </p:cNvPr>
            <p:cNvSpPr/>
            <p:nvPr/>
          </p:nvSpPr>
          <p:spPr>
            <a:xfrm>
              <a:off x="7308489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4" name="pg631">
              <a:extLst>
                <a:ext uri="{FF2B5EF4-FFF2-40B4-BE49-F238E27FC236}">
                  <a16:creationId xmlns:a16="http://schemas.microsoft.com/office/drawing/2014/main" id="{FD2725DE-091F-B9C4-0EF6-D1F5E35D7DDC}"/>
                </a:ext>
              </a:extLst>
            </p:cNvPr>
            <p:cNvSpPr/>
            <p:nvPr/>
          </p:nvSpPr>
          <p:spPr>
            <a:xfrm>
              <a:off x="7344676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5" name="pg632">
              <a:extLst>
                <a:ext uri="{FF2B5EF4-FFF2-40B4-BE49-F238E27FC236}">
                  <a16:creationId xmlns:a16="http://schemas.microsoft.com/office/drawing/2014/main" id="{EEBC6ED2-F375-EBD2-546C-A2BF807B3396}"/>
                </a:ext>
              </a:extLst>
            </p:cNvPr>
            <p:cNvSpPr/>
            <p:nvPr/>
          </p:nvSpPr>
          <p:spPr>
            <a:xfrm>
              <a:off x="7380864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6" name="pg633">
              <a:extLst>
                <a:ext uri="{FF2B5EF4-FFF2-40B4-BE49-F238E27FC236}">
                  <a16:creationId xmlns:a16="http://schemas.microsoft.com/office/drawing/2014/main" id="{104B3430-A359-4DF6-0B86-CDCE600CC1C3}"/>
                </a:ext>
              </a:extLst>
            </p:cNvPr>
            <p:cNvSpPr/>
            <p:nvPr/>
          </p:nvSpPr>
          <p:spPr>
            <a:xfrm>
              <a:off x="7417052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7" name="pg634">
              <a:extLst>
                <a:ext uri="{FF2B5EF4-FFF2-40B4-BE49-F238E27FC236}">
                  <a16:creationId xmlns:a16="http://schemas.microsoft.com/office/drawing/2014/main" id="{23E3B754-4C12-EC29-3932-2AE3F9FA966A}"/>
                </a:ext>
              </a:extLst>
            </p:cNvPr>
            <p:cNvSpPr/>
            <p:nvPr/>
          </p:nvSpPr>
          <p:spPr>
            <a:xfrm>
              <a:off x="7453240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8" name="pg635">
              <a:extLst>
                <a:ext uri="{FF2B5EF4-FFF2-40B4-BE49-F238E27FC236}">
                  <a16:creationId xmlns:a16="http://schemas.microsoft.com/office/drawing/2014/main" id="{DF532429-0852-907C-BD94-60A4027896B6}"/>
                </a:ext>
              </a:extLst>
            </p:cNvPr>
            <p:cNvSpPr/>
            <p:nvPr/>
          </p:nvSpPr>
          <p:spPr>
            <a:xfrm>
              <a:off x="7489428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9" name="pg636">
              <a:extLst>
                <a:ext uri="{FF2B5EF4-FFF2-40B4-BE49-F238E27FC236}">
                  <a16:creationId xmlns:a16="http://schemas.microsoft.com/office/drawing/2014/main" id="{D1A4E7F7-E6F6-A3C0-EBCE-BBD9EC7984EA}"/>
                </a:ext>
              </a:extLst>
            </p:cNvPr>
            <p:cNvSpPr/>
            <p:nvPr/>
          </p:nvSpPr>
          <p:spPr>
            <a:xfrm>
              <a:off x="7525616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0" name="pg637">
              <a:extLst>
                <a:ext uri="{FF2B5EF4-FFF2-40B4-BE49-F238E27FC236}">
                  <a16:creationId xmlns:a16="http://schemas.microsoft.com/office/drawing/2014/main" id="{A69194DB-7797-D0EF-47C5-791C8D3A0914}"/>
                </a:ext>
              </a:extLst>
            </p:cNvPr>
            <p:cNvSpPr/>
            <p:nvPr/>
          </p:nvSpPr>
          <p:spPr>
            <a:xfrm>
              <a:off x="7561804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1" name="pg638">
              <a:extLst>
                <a:ext uri="{FF2B5EF4-FFF2-40B4-BE49-F238E27FC236}">
                  <a16:creationId xmlns:a16="http://schemas.microsoft.com/office/drawing/2014/main" id="{B342D33E-563D-5C1A-C2E0-A2392B9C6259}"/>
                </a:ext>
              </a:extLst>
            </p:cNvPr>
            <p:cNvSpPr/>
            <p:nvPr/>
          </p:nvSpPr>
          <p:spPr>
            <a:xfrm>
              <a:off x="7597992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2" name="pg639">
              <a:extLst>
                <a:ext uri="{FF2B5EF4-FFF2-40B4-BE49-F238E27FC236}">
                  <a16:creationId xmlns:a16="http://schemas.microsoft.com/office/drawing/2014/main" id="{B7A90263-9A6A-B335-AA4D-9D8C59D74866}"/>
                </a:ext>
              </a:extLst>
            </p:cNvPr>
            <p:cNvSpPr/>
            <p:nvPr/>
          </p:nvSpPr>
          <p:spPr>
            <a:xfrm>
              <a:off x="7634180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3" name="pg640">
              <a:extLst>
                <a:ext uri="{FF2B5EF4-FFF2-40B4-BE49-F238E27FC236}">
                  <a16:creationId xmlns:a16="http://schemas.microsoft.com/office/drawing/2014/main" id="{D1A09C34-66A3-412A-35FE-6628786BD985}"/>
                </a:ext>
              </a:extLst>
            </p:cNvPr>
            <p:cNvSpPr/>
            <p:nvPr/>
          </p:nvSpPr>
          <p:spPr>
            <a:xfrm>
              <a:off x="7670368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4" name="pg641">
              <a:extLst>
                <a:ext uri="{FF2B5EF4-FFF2-40B4-BE49-F238E27FC236}">
                  <a16:creationId xmlns:a16="http://schemas.microsoft.com/office/drawing/2014/main" id="{CFE0BC84-F8F1-30ED-7804-1E6D0DCE70B0}"/>
                </a:ext>
              </a:extLst>
            </p:cNvPr>
            <p:cNvSpPr/>
            <p:nvPr/>
          </p:nvSpPr>
          <p:spPr>
            <a:xfrm>
              <a:off x="7706556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5" name="pg642">
              <a:extLst>
                <a:ext uri="{FF2B5EF4-FFF2-40B4-BE49-F238E27FC236}">
                  <a16:creationId xmlns:a16="http://schemas.microsoft.com/office/drawing/2014/main" id="{48A33F5B-49DD-86AD-5C64-2C424FDF132D}"/>
                </a:ext>
              </a:extLst>
            </p:cNvPr>
            <p:cNvSpPr/>
            <p:nvPr/>
          </p:nvSpPr>
          <p:spPr>
            <a:xfrm>
              <a:off x="7742744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6" name="pg643">
              <a:extLst>
                <a:ext uri="{FF2B5EF4-FFF2-40B4-BE49-F238E27FC236}">
                  <a16:creationId xmlns:a16="http://schemas.microsoft.com/office/drawing/2014/main" id="{8DF174A4-F4A3-5728-E165-167702F98411}"/>
                </a:ext>
              </a:extLst>
            </p:cNvPr>
            <p:cNvSpPr/>
            <p:nvPr/>
          </p:nvSpPr>
          <p:spPr>
            <a:xfrm>
              <a:off x="7778932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7" name="pg644">
              <a:extLst>
                <a:ext uri="{FF2B5EF4-FFF2-40B4-BE49-F238E27FC236}">
                  <a16:creationId xmlns:a16="http://schemas.microsoft.com/office/drawing/2014/main" id="{976FDE19-5FDA-0FE8-2D7A-215699C7C438}"/>
                </a:ext>
              </a:extLst>
            </p:cNvPr>
            <p:cNvSpPr/>
            <p:nvPr/>
          </p:nvSpPr>
          <p:spPr>
            <a:xfrm>
              <a:off x="7815120" y="629854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8" name="pg645">
              <a:extLst>
                <a:ext uri="{FF2B5EF4-FFF2-40B4-BE49-F238E27FC236}">
                  <a16:creationId xmlns:a16="http://schemas.microsoft.com/office/drawing/2014/main" id="{ACC90A24-79AA-04C4-796B-75743979F48F}"/>
                </a:ext>
              </a:extLst>
            </p:cNvPr>
            <p:cNvSpPr/>
            <p:nvPr/>
          </p:nvSpPr>
          <p:spPr>
            <a:xfrm>
              <a:off x="7308489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9" name="pg646">
              <a:extLst>
                <a:ext uri="{FF2B5EF4-FFF2-40B4-BE49-F238E27FC236}">
                  <a16:creationId xmlns:a16="http://schemas.microsoft.com/office/drawing/2014/main" id="{1BB90D98-0A1F-FC92-C832-C2BD0F15A1A7}"/>
                </a:ext>
              </a:extLst>
            </p:cNvPr>
            <p:cNvSpPr/>
            <p:nvPr/>
          </p:nvSpPr>
          <p:spPr>
            <a:xfrm>
              <a:off x="7344676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0" name="pg647">
              <a:extLst>
                <a:ext uri="{FF2B5EF4-FFF2-40B4-BE49-F238E27FC236}">
                  <a16:creationId xmlns:a16="http://schemas.microsoft.com/office/drawing/2014/main" id="{98D1B26B-67EF-0806-8DB6-9CE6EB811470}"/>
                </a:ext>
              </a:extLst>
            </p:cNvPr>
            <p:cNvSpPr/>
            <p:nvPr/>
          </p:nvSpPr>
          <p:spPr>
            <a:xfrm>
              <a:off x="7380864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1" name="pg648">
              <a:extLst>
                <a:ext uri="{FF2B5EF4-FFF2-40B4-BE49-F238E27FC236}">
                  <a16:creationId xmlns:a16="http://schemas.microsoft.com/office/drawing/2014/main" id="{7DD53600-2D38-988B-A021-B2B28CB042ED}"/>
                </a:ext>
              </a:extLst>
            </p:cNvPr>
            <p:cNvSpPr/>
            <p:nvPr/>
          </p:nvSpPr>
          <p:spPr>
            <a:xfrm>
              <a:off x="7417052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2" name="pg649">
              <a:extLst>
                <a:ext uri="{FF2B5EF4-FFF2-40B4-BE49-F238E27FC236}">
                  <a16:creationId xmlns:a16="http://schemas.microsoft.com/office/drawing/2014/main" id="{E9DB5E3B-6FA4-5FCC-D5FE-34C8FFE17191}"/>
                </a:ext>
              </a:extLst>
            </p:cNvPr>
            <p:cNvSpPr/>
            <p:nvPr/>
          </p:nvSpPr>
          <p:spPr>
            <a:xfrm>
              <a:off x="7453240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3" name="pg650">
              <a:extLst>
                <a:ext uri="{FF2B5EF4-FFF2-40B4-BE49-F238E27FC236}">
                  <a16:creationId xmlns:a16="http://schemas.microsoft.com/office/drawing/2014/main" id="{D132BDF3-149B-BAC0-B6B7-01EBFA07EB68}"/>
                </a:ext>
              </a:extLst>
            </p:cNvPr>
            <p:cNvSpPr/>
            <p:nvPr/>
          </p:nvSpPr>
          <p:spPr>
            <a:xfrm>
              <a:off x="7489428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4" name="pg651">
              <a:extLst>
                <a:ext uri="{FF2B5EF4-FFF2-40B4-BE49-F238E27FC236}">
                  <a16:creationId xmlns:a16="http://schemas.microsoft.com/office/drawing/2014/main" id="{BECC870F-71F2-CB9B-CF45-C978BC5DABF8}"/>
                </a:ext>
              </a:extLst>
            </p:cNvPr>
            <p:cNvSpPr/>
            <p:nvPr/>
          </p:nvSpPr>
          <p:spPr>
            <a:xfrm>
              <a:off x="7525616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5" name="pg652">
              <a:extLst>
                <a:ext uri="{FF2B5EF4-FFF2-40B4-BE49-F238E27FC236}">
                  <a16:creationId xmlns:a16="http://schemas.microsoft.com/office/drawing/2014/main" id="{2AA7F368-20DE-6BC6-E0DB-F8D851A6839D}"/>
                </a:ext>
              </a:extLst>
            </p:cNvPr>
            <p:cNvSpPr/>
            <p:nvPr/>
          </p:nvSpPr>
          <p:spPr>
            <a:xfrm>
              <a:off x="7561804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6" name="pg653">
              <a:extLst>
                <a:ext uri="{FF2B5EF4-FFF2-40B4-BE49-F238E27FC236}">
                  <a16:creationId xmlns:a16="http://schemas.microsoft.com/office/drawing/2014/main" id="{CB574B7E-AABC-3686-7191-48DEBBA3DF96}"/>
                </a:ext>
              </a:extLst>
            </p:cNvPr>
            <p:cNvSpPr/>
            <p:nvPr/>
          </p:nvSpPr>
          <p:spPr>
            <a:xfrm>
              <a:off x="7597992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7" name="pg654">
              <a:extLst>
                <a:ext uri="{FF2B5EF4-FFF2-40B4-BE49-F238E27FC236}">
                  <a16:creationId xmlns:a16="http://schemas.microsoft.com/office/drawing/2014/main" id="{5BB940FD-AFBF-7D19-C29A-C4A48C596BA8}"/>
                </a:ext>
              </a:extLst>
            </p:cNvPr>
            <p:cNvSpPr/>
            <p:nvPr/>
          </p:nvSpPr>
          <p:spPr>
            <a:xfrm>
              <a:off x="7634180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8" name="pg655">
              <a:extLst>
                <a:ext uri="{FF2B5EF4-FFF2-40B4-BE49-F238E27FC236}">
                  <a16:creationId xmlns:a16="http://schemas.microsoft.com/office/drawing/2014/main" id="{E9B1D1A9-72DD-64B2-83E2-146366B3302D}"/>
                </a:ext>
              </a:extLst>
            </p:cNvPr>
            <p:cNvSpPr/>
            <p:nvPr/>
          </p:nvSpPr>
          <p:spPr>
            <a:xfrm>
              <a:off x="7670368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9" name="pg656">
              <a:extLst>
                <a:ext uri="{FF2B5EF4-FFF2-40B4-BE49-F238E27FC236}">
                  <a16:creationId xmlns:a16="http://schemas.microsoft.com/office/drawing/2014/main" id="{972F5BAD-CBFA-67A1-D0DF-8F155BF750F0}"/>
                </a:ext>
              </a:extLst>
            </p:cNvPr>
            <p:cNvSpPr/>
            <p:nvPr/>
          </p:nvSpPr>
          <p:spPr>
            <a:xfrm>
              <a:off x="7706556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0" name="pg657">
              <a:extLst>
                <a:ext uri="{FF2B5EF4-FFF2-40B4-BE49-F238E27FC236}">
                  <a16:creationId xmlns:a16="http://schemas.microsoft.com/office/drawing/2014/main" id="{972CBEB7-6E06-9A33-4649-614C59FCE2DE}"/>
                </a:ext>
              </a:extLst>
            </p:cNvPr>
            <p:cNvSpPr/>
            <p:nvPr/>
          </p:nvSpPr>
          <p:spPr>
            <a:xfrm>
              <a:off x="7742744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1" name="pg658">
              <a:extLst>
                <a:ext uri="{FF2B5EF4-FFF2-40B4-BE49-F238E27FC236}">
                  <a16:creationId xmlns:a16="http://schemas.microsoft.com/office/drawing/2014/main" id="{173B0E98-FEA9-196A-E810-31793CD1680F}"/>
                </a:ext>
              </a:extLst>
            </p:cNvPr>
            <p:cNvSpPr/>
            <p:nvPr/>
          </p:nvSpPr>
          <p:spPr>
            <a:xfrm>
              <a:off x="7778932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2" name="pg659">
              <a:extLst>
                <a:ext uri="{FF2B5EF4-FFF2-40B4-BE49-F238E27FC236}">
                  <a16:creationId xmlns:a16="http://schemas.microsoft.com/office/drawing/2014/main" id="{7C236C4E-727C-DB3A-DA59-EBAA61D25FFF}"/>
                </a:ext>
              </a:extLst>
            </p:cNvPr>
            <p:cNvSpPr/>
            <p:nvPr/>
          </p:nvSpPr>
          <p:spPr>
            <a:xfrm>
              <a:off x="7815120" y="6344454"/>
              <a:ext cx="36188" cy="45910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3" name="pg660">
              <a:extLst>
                <a:ext uri="{FF2B5EF4-FFF2-40B4-BE49-F238E27FC236}">
                  <a16:creationId xmlns:a16="http://schemas.microsoft.com/office/drawing/2014/main" id="{61C3522F-CDF0-9CEF-BBCA-C16B05A15EB9}"/>
                </a:ext>
              </a:extLst>
            </p:cNvPr>
            <p:cNvSpPr/>
            <p:nvPr/>
          </p:nvSpPr>
          <p:spPr>
            <a:xfrm>
              <a:off x="8273645" y="4734963"/>
              <a:ext cx="12267" cy="63058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4" name="pg661">
              <a:extLst>
                <a:ext uri="{FF2B5EF4-FFF2-40B4-BE49-F238E27FC236}">
                  <a16:creationId xmlns:a16="http://schemas.microsoft.com/office/drawing/2014/main" id="{39C35FD4-8EB6-AF20-12C9-0BEFD3F26EDE}"/>
                </a:ext>
              </a:extLst>
            </p:cNvPr>
            <p:cNvSpPr/>
            <p:nvPr/>
          </p:nvSpPr>
          <p:spPr>
            <a:xfrm>
              <a:off x="7799650" y="4734963"/>
              <a:ext cx="463115" cy="416714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5" name="pg662">
              <a:extLst>
                <a:ext uri="{FF2B5EF4-FFF2-40B4-BE49-F238E27FC236}">
                  <a16:creationId xmlns:a16="http://schemas.microsoft.com/office/drawing/2014/main" id="{FC9571E9-2BBC-46DF-D0F2-84633CC9F03C}"/>
                </a:ext>
              </a:extLst>
            </p:cNvPr>
            <p:cNvSpPr/>
            <p:nvPr/>
          </p:nvSpPr>
          <p:spPr>
            <a:xfrm>
              <a:off x="7026025" y="4734963"/>
              <a:ext cx="934340" cy="1636545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6" name="pg663">
              <a:extLst>
                <a:ext uri="{FF2B5EF4-FFF2-40B4-BE49-F238E27FC236}">
                  <a16:creationId xmlns:a16="http://schemas.microsoft.com/office/drawing/2014/main" id="{C116F947-DEE2-D892-DF18-AE3AE207A9D8}"/>
                </a:ext>
              </a:extLst>
            </p:cNvPr>
            <p:cNvSpPr/>
            <p:nvPr/>
          </p:nvSpPr>
          <p:spPr>
            <a:xfrm>
              <a:off x="8217963" y="4815432"/>
              <a:ext cx="48193" cy="90621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7" name="pg664">
              <a:extLst>
                <a:ext uri="{FF2B5EF4-FFF2-40B4-BE49-F238E27FC236}">
                  <a16:creationId xmlns:a16="http://schemas.microsoft.com/office/drawing/2014/main" id="{987A1286-ABE7-BC97-3781-32CC4CC81B74}"/>
                </a:ext>
              </a:extLst>
            </p:cNvPr>
            <p:cNvSpPr/>
            <p:nvPr/>
          </p:nvSpPr>
          <p:spPr>
            <a:xfrm>
              <a:off x="7847603" y="5420155"/>
              <a:ext cx="92353" cy="177877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8" name="pt665">
              <a:extLst>
                <a:ext uri="{FF2B5EF4-FFF2-40B4-BE49-F238E27FC236}">
                  <a16:creationId xmlns:a16="http://schemas.microsoft.com/office/drawing/2014/main" id="{8F7F5F6C-C197-6FDF-446A-8AF6C47C447D}"/>
                </a:ext>
              </a:extLst>
            </p:cNvPr>
            <p:cNvSpPr/>
            <p:nvPr/>
          </p:nvSpPr>
          <p:spPr>
            <a:xfrm>
              <a:off x="7721562" y="5672584"/>
              <a:ext cx="64214" cy="64214"/>
            </a:xfrm>
            <a:prstGeom prst="ellipse">
              <a:avLst/>
            </a:prstGeom>
            <a:solidFill>
              <a:srgbClr val="80D7B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9" name="pt666">
              <a:extLst>
                <a:ext uri="{FF2B5EF4-FFF2-40B4-BE49-F238E27FC236}">
                  <a16:creationId xmlns:a16="http://schemas.microsoft.com/office/drawing/2014/main" id="{EDF53B2C-F0FD-D9C0-7D5D-67E7F9096990}"/>
                </a:ext>
              </a:extLst>
            </p:cNvPr>
            <p:cNvSpPr/>
            <p:nvPr/>
          </p:nvSpPr>
          <p:spPr>
            <a:xfrm>
              <a:off x="7968696" y="5064256"/>
              <a:ext cx="64214" cy="64214"/>
            </a:xfrm>
            <a:prstGeom prst="ellipse">
              <a:avLst/>
            </a:prstGeom>
            <a:solidFill>
              <a:srgbClr val="8BDA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0" name="pt667">
              <a:extLst>
                <a:ext uri="{FF2B5EF4-FFF2-40B4-BE49-F238E27FC236}">
                  <a16:creationId xmlns:a16="http://schemas.microsoft.com/office/drawing/2014/main" id="{F1C0EEB0-2868-7C51-4F48-C75741FF6627}"/>
                </a:ext>
              </a:extLst>
            </p:cNvPr>
            <p:cNvSpPr/>
            <p:nvPr/>
          </p:nvSpPr>
          <p:spPr>
            <a:xfrm>
              <a:off x="7769938" y="4913474"/>
              <a:ext cx="64214" cy="64214"/>
            </a:xfrm>
            <a:prstGeom prst="ellipse">
              <a:avLst/>
            </a:prstGeom>
            <a:solidFill>
              <a:srgbClr val="90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1" name="pt668">
              <a:extLst>
                <a:ext uri="{FF2B5EF4-FFF2-40B4-BE49-F238E27FC236}">
                  <a16:creationId xmlns:a16="http://schemas.microsoft.com/office/drawing/2014/main" id="{7E9C0D93-46F8-747D-332F-9183771D512F}"/>
                </a:ext>
              </a:extLst>
            </p:cNvPr>
            <p:cNvSpPr/>
            <p:nvPr/>
          </p:nvSpPr>
          <p:spPr>
            <a:xfrm>
              <a:off x="7289522" y="5371821"/>
              <a:ext cx="64214" cy="64214"/>
            </a:xfrm>
            <a:prstGeom prst="ellipse">
              <a:avLst/>
            </a:prstGeom>
            <a:solidFill>
              <a:srgbClr val="A8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2" name="pt669">
              <a:extLst>
                <a:ext uri="{FF2B5EF4-FFF2-40B4-BE49-F238E27FC236}">
                  <a16:creationId xmlns:a16="http://schemas.microsoft.com/office/drawing/2014/main" id="{A56310DC-8B1C-7855-00D6-7EBA8C11A4D4}"/>
                </a:ext>
              </a:extLst>
            </p:cNvPr>
            <p:cNvSpPr/>
            <p:nvPr/>
          </p:nvSpPr>
          <p:spPr>
            <a:xfrm>
              <a:off x="7401798" y="5867878"/>
              <a:ext cx="64214" cy="64214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3" name="pt670">
              <a:extLst>
                <a:ext uri="{FF2B5EF4-FFF2-40B4-BE49-F238E27FC236}">
                  <a16:creationId xmlns:a16="http://schemas.microsoft.com/office/drawing/2014/main" id="{E241C286-C3D5-F936-95B6-FEC272E5AE10}"/>
                </a:ext>
              </a:extLst>
            </p:cNvPr>
            <p:cNvSpPr/>
            <p:nvPr/>
          </p:nvSpPr>
          <p:spPr>
            <a:xfrm>
              <a:off x="7375804" y="5855834"/>
              <a:ext cx="115485" cy="113264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4" name="pt671">
              <a:extLst>
                <a:ext uri="{FF2B5EF4-FFF2-40B4-BE49-F238E27FC236}">
                  <a16:creationId xmlns:a16="http://schemas.microsoft.com/office/drawing/2014/main" id="{24A711E5-064F-7056-1D33-9B45110D8EC1}"/>
                </a:ext>
              </a:extLst>
            </p:cNvPr>
            <p:cNvSpPr/>
            <p:nvPr/>
          </p:nvSpPr>
          <p:spPr>
            <a:xfrm>
              <a:off x="7446900" y="5508692"/>
              <a:ext cx="115485" cy="113264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5" name="pt672">
              <a:extLst>
                <a:ext uri="{FF2B5EF4-FFF2-40B4-BE49-F238E27FC236}">
                  <a16:creationId xmlns:a16="http://schemas.microsoft.com/office/drawing/2014/main" id="{C486E28C-A12D-90AB-F14C-24F5F1385AB6}"/>
                </a:ext>
              </a:extLst>
            </p:cNvPr>
            <p:cNvSpPr/>
            <p:nvPr/>
          </p:nvSpPr>
          <p:spPr>
            <a:xfrm>
              <a:off x="7434568" y="5814749"/>
              <a:ext cx="115485" cy="113264"/>
            </a:xfrm>
            <a:prstGeom prst="ellipse">
              <a:avLst/>
            </a:prstGeom>
            <a:solidFill>
              <a:srgbClr val="BCEAD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6" name="pl674">
              <a:extLst>
                <a:ext uri="{FF2B5EF4-FFF2-40B4-BE49-F238E27FC236}">
                  <a16:creationId xmlns:a16="http://schemas.microsoft.com/office/drawing/2014/main" id="{5EF1EC41-E7F2-BE3A-C068-64A8D21A72CE}"/>
                </a:ext>
              </a:extLst>
            </p:cNvPr>
            <p:cNvSpPr/>
            <p:nvPr/>
          </p:nvSpPr>
          <p:spPr>
            <a:xfrm flipV="1">
              <a:off x="7418213" y="5907506"/>
              <a:ext cx="336474" cy="274444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7" name="pl675">
              <a:extLst>
                <a:ext uri="{FF2B5EF4-FFF2-40B4-BE49-F238E27FC236}">
                  <a16:creationId xmlns:a16="http://schemas.microsoft.com/office/drawing/2014/main" id="{49ACD0B9-771D-2AF8-7B0B-399169BB04CC}"/>
                </a:ext>
              </a:extLst>
            </p:cNvPr>
            <p:cNvSpPr/>
            <p:nvPr/>
          </p:nvSpPr>
          <p:spPr>
            <a:xfrm>
              <a:off x="7497084" y="5388544"/>
              <a:ext cx="483245" cy="162273"/>
            </a:xfrm>
            <a:custGeom>
              <a:avLst/>
              <a:gdLst/>
              <a:ahLst/>
              <a:cxnLst/>
              <a:rect l="0" t="0" r="0" b="0"/>
              <a:pathLst>
                <a:path w="1087491" h="365179">
                  <a:moveTo>
                    <a:pt x="1087491" y="0"/>
                  </a:moveTo>
                  <a:lnTo>
                    <a:pt x="0" y="36517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8" name="pl676">
              <a:extLst>
                <a:ext uri="{FF2B5EF4-FFF2-40B4-BE49-F238E27FC236}">
                  <a16:creationId xmlns:a16="http://schemas.microsoft.com/office/drawing/2014/main" id="{BC6160D1-B10C-7025-437F-E156874C4F18}"/>
                </a:ext>
              </a:extLst>
            </p:cNvPr>
            <p:cNvSpPr/>
            <p:nvPr/>
          </p:nvSpPr>
          <p:spPr>
            <a:xfrm>
              <a:off x="7484531" y="5610947"/>
              <a:ext cx="554775" cy="245381"/>
            </a:xfrm>
            <a:custGeom>
              <a:avLst/>
              <a:gdLst/>
              <a:ahLst/>
              <a:cxnLst/>
              <a:rect l="0" t="0" r="0" b="0"/>
              <a:pathLst>
                <a:path w="1248462" h="552205">
                  <a:moveTo>
                    <a:pt x="1248462" y="0"/>
                  </a:moveTo>
                  <a:lnTo>
                    <a:pt x="0" y="5522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9" name="rc683">
              <a:extLst>
                <a:ext uri="{FF2B5EF4-FFF2-40B4-BE49-F238E27FC236}">
                  <a16:creationId xmlns:a16="http://schemas.microsoft.com/office/drawing/2014/main" id="{28EE49C6-7200-A005-14C9-E5B12764259E}"/>
                </a:ext>
              </a:extLst>
            </p:cNvPr>
            <p:cNvSpPr/>
            <p:nvPr/>
          </p:nvSpPr>
          <p:spPr>
            <a:xfrm>
              <a:off x="7020272" y="4737595"/>
              <a:ext cx="1772010" cy="1642076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0" name="pl733">
              <a:extLst>
                <a:ext uri="{FF2B5EF4-FFF2-40B4-BE49-F238E27FC236}">
                  <a16:creationId xmlns:a16="http://schemas.microsoft.com/office/drawing/2014/main" id="{D8496E68-CE31-872D-4E37-80CB74E21601}"/>
                </a:ext>
              </a:extLst>
            </p:cNvPr>
            <p:cNvSpPr/>
            <p:nvPr/>
          </p:nvSpPr>
          <p:spPr>
            <a:xfrm>
              <a:off x="8963066" y="5840816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1" name="pl734">
              <a:extLst>
                <a:ext uri="{FF2B5EF4-FFF2-40B4-BE49-F238E27FC236}">
                  <a16:creationId xmlns:a16="http://schemas.microsoft.com/office/drawing/2014/main" id="{5EBF2BEF-6D06-AA7D-56F8-7CEABDE04A80}"/>
                </a:ext>
              </a:extLst>
            </p:cNvPr>
            <p:cNvSpPr/>
            <p:nvPr/>
          </p:nvSpPr>
          <p:spPr>
            <a:xfrm>
              <a:off x="8963066" y="5759821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2" name="pl735">
              <a:extLst>
                <a:ext uri="{FF2B5EF4-FFF2-40B4-BE49-F238E27FC236}">
                  <a16:creationId xmlns:a16="http://schemas.microsoft.com/office/drawing/2014/main" id="{77E25A88-983F-5B2E-51AB-6275BB7CD253}"/>
                </a:ext>
              </a:extLst>
            </p:cNvPr>
            <p:cNvSpPr/>
            <p:nvPr/>
          </p:nvSpPr>
          <p:spPr>
            <a:xfrm>
              <a:off x="8963066" y="5678826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3" name="pl736">
              <a:extLst>
                <a:ext uri="{FF2B5EF4-FFF2-40B4-BE49-F238E27FC236}">
                  <a16:creationId xmlns:a16="http://schemas.microsoft.com/office/drawing/2014/main" id="{2B89A60F-2EBB-180C-5E5B-A944291B24FB}"/>
                </a:ext>
              </a:extLst>
            </p:cNvPr>
            <p:cNvSpPr/>
            <p:nvPr/>
          </p:nvSpPr>
          <p:spPr>
            <a:xfrm>
              <a:off x="8963066" y="5597831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4" name="pl737">
              <a:extLst>
                <a:ext uri="{FF2B5EF4-FFF2-40B4-BE49-F238E27FC236}">
                  <a16:creationId xmlns:a16="http://schemas.microsoft.com/office/drawing/2014/main" id="{59C6BCF3-7457-3970-51CF-1AA92192CCCD}"/>
                </a:ext>
              </a:extLst>
            </p:cNvPr>
            <p:cNvSpPr/>
            <p:nvPr/>
          </p:nvSpPr>
          <p:spPr>
            <a:xfrm>
              <a:off x="8963066" y="5516836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5" name="pl738">
              <a:extLst>
                <a:ext uri="{FF2B5EF4-FFF2-40B4-BE49-F238E27FC236}">
                  <a16:creationId xmlns:a16="http://schemas.microsoft.com/office/drawing/2014/main" id="{A84BBB85-DDD5-1FE3-82A6-5BC70DD22DFC}"/>
                </a:ext>
              </a:extLst>
            </p:cNvPr>
            <p:cNvSpPr/>
            <p:nvPr/>
          </p:nvSpPr>
          <p:spPr>
            <a:xfrm>
              <a:off x="8963066" y="5435841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6" name="pl739">
              <a:extLst>
                <a:ext uri="{FF2B5EF4-FFF2-40B4-BE49-F238E27FC236}">
                  <a16:creationId xmlns:a16="http://schemas.microsoft.com/office/drawing/2014/main" id="{901FE228-D5BB-0917-4849-AF9EF4D33264}"/>
                </a:ext>
              </a:extLst>
            </p:cNvPr>
            <p:cNvSpPr/>
            <p:nvPr/>
          </p:nvSpPr>
          <p:spPr>
            <a:xfrm>
              <a:off x="8963066" y="5354847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7" name="pl740">
              <a:extLst>
                <a:ext uri="{FF2B5EF4-FFF2-40B4-BE49-F238E27FC236}">
                  <a16:creationId xmlns:a16="http://schemas.microsoft.com/office/drawing/2014/main" id="{EF40C3E6-CC91-FD58-4D22-58D1EECC9140}"/>
                </a:ext>
              </a:extLst>
            </p:cNvPr>
            <p:cNvSpPr/>
            <p:nvPr/>
          </p:nvSpPr>
          <p:spPr>
            <a:xfrm>
              <a:off x="8885051" y="5840816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8" name="pl741">
              <a:extLst>
                <a:ext uri="{FF2B5EF4-FFF2-40B4-BE49-F238E27FC236}">
                  <a16:creationId xmlns:a16="http://schemas.microsoft.com/office/drawing/2014/main" id="{BC9B558B-A9F0-121B-2AA6-3401B2FF24E7}"/>
                </a:ext>
              </a:extLst>
            </p:cNvPr>
            <p:cNvSpPr/>
            <p:nvPr/>
          </p:nvSpPr>
          <p:spPr>
            <a:xfrm>
              <a:off x="8885051" y="5759821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9" name="pl742">
              <a:extLst>
                <a:ext uri="{FF2B5EF4-FFF2-40B4-BE49-F238E27FC236}">
                  <a16:creationId xmlns:a16="http://schemas.microsoft.com/office/drawing/2014/main" id="{20B41189-F19D-4E96-1776-A4B1D66AC62C}"/>
                </a:ext>
              </a:extLst>
            </p:cNvPr>
            <p:cNvSpPr/>
            <p:nvPr/>
          </p:nvSpPr>
          <p:spPr>
            <a:xfrm>
              <a:off x="8885051" y="5678826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0" name="pl743">
              <a:extLst>
                <a:ext uri="{FF2B5EF4-FFF2-40B4-BE49-F238E27FC236}">
                  <a16:creationId xmlns:a16="http://schemas.microsoft.com/office/drawing/2014/main" id="{D577C9D1-2CAA-8764-9F27-94385DADD254}"/>
                </a:ext>
              </a:extLst>
            </p:cNvPr>
            <p:cNvSpPr/>
            <p:nvPr/>
          </p:nvSpPr>
          <p:spPr>
            <a:xfrm>
              <a:off x="8885051" y="5597831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1" name="pl744">
              <a:extLst>
                <a:ext uri="{FF2B5EF4-FFF2-40B4-BE49-F238E27FC236}">
                  <a16:creationId xmlns:a16="http://schemas.microsoft.com/office/drawing/2014/main" id="{C41118FA-A7A1-1AA7-0635-4C992DBFBA70}"/>
                </a:ext>
              </a:extLst>
            </p:cNvPr>
            <p:cNvSpPr/>
            <p:nvPr/>
          </p:nvSpPr>
          <p:spPr>
            <a:xfrm>
              <a:off x="8885051" y="5516836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2" name="pl745">
              <a:extLst>
                <a:ext uri="{FF2B5EF4-FFF2-40B4-BE49-F238E27FC236}">
                  <a16:creationId xmlns:a16="http://schemas.microsoft.com/office/drawing/2014/main" id="{C21FF60B-083A-4685-408A-9E88CEFA47DB}"/>
                </a:ext>
              </a:extLst>
            </p:cNvPr>
            <p:cNvSpPr/>
            <p:nvPr/>
          </p:nvSpPr>
          <p:spPr>
            <a:xfrm>
              <a:off x="8885051" y="5435841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3" name="pl746">
              <a:extLst>
                <a:ext uri="{FF2B5EF4-FFF2-40B4-BE49-F238E27FC236}">
                  <a16:creationId xmlns:a16="http://schemas.microsoft.com/office/drawing/2014/main" id="{20451B85-2BB4-5710-B348-0A7B0751D9BB}"/>
                </a:ext>
              </a:extLst>
            </p:cNvPr>
            <p:cNvSpPr/>
            <p:nvPr/>
          </p:nvSpPr>
          <p:spPr>
            <a:xfrm>
              <a:off x="8885051" y="5354847"/>
              <a:ext cx="19504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14811" name="Rectangle 14810">
            <a:extLst>
              <a:ext uri="{FF2B5EF4-FFF2-40B4-BE49-F238E27FC236}">
                <a16:creationId xmlns:a16="http://schemas.microsoft.com/office/drawing/2014/main" id="{59CF86EC-D74A-3EFB-9BEF-B4E94D307695}"/>
              </a:ext>
            </a:extLst>
          </p:cNvPr>
          <p:cNvSpPr/>
          <p:nvPr/>
        </p:nvSpPr>
        <p:spPr>
          <a:xfrm>
            <a:off x="7402112" y="13247439"/>
            <a:ext cx="504056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12" name="Straight Connector 14811">
            <a:extLst>
              <a:ext uri="{FF2B5EF4-FFF2-40B4-BE49-F238E27FC236}">
                <a16:creationId xmlns:a16="http://schemas.microsoft.com/office/drawing/2014/main" id="{775F7CE0-1482-7166-3F2C-7BC1C879652C}"/>
              </a:ext>
            </a:extLst>
          </p:cNvPr>
          <p:cNvCxnSpPr>
            <a:cxnSpLocks/>
          </p:cNvCxnSpPr>
          <p:nvPr/>
        </p:nvCxnSpPr>
        <p:spPr>
          <a:xfrm>
            <a:off x="6723553" y="12311335"/>
            <a:ext cx="678559" cy="936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13" name="Straight Connector 14812">
            <a:extLst>
              <a:ext uri="{FF2B5EF4-FFF2-40B4-BE49-F238E27FC236}">
                <a16:creationId xmlns:a16="http://schemas.microsoft.com/office/drawing/2014/main" id="{49E1DE74-62CA-2511-FD35-6AD09142EAAD}"/>
              </a:ext>
            </a:extLst>
          </p:cNvPr>
          <p:cNvCxnSpPr>
            <a:cxnSpLocks/>
          </p:cNvCxnSpPr>
          <p:nvPr/>
        </p:nvCxnSpPr>
        <p:spPr>
          <a:xfrm flipV="1">
            <a:off x="6723553" y="13751495"/>
            <a:ext cx="678559" cy="28803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14" name="pg681">
            <a:extLst>
              <a:ext uri="{FF2B5EF4-FFF2-40B4-BE49-F238E27FC236}">
                <a16:creationId xmlns:a16="http://schemas.microsoft.com/office/drawing/2014/main" id="{C9B64AD7-C9F2-A751-EC4D-F03B03613B2A}"/>
              </a:ext>
            </a:extLst>
          </p:cNvPr>
          <p:cNvSpPr/>
          <p:nvPr/>
        </p:nvSpPr>
        <p:spPr>
          <a:xfrm>
            <a:off x="5882575" y="12860014"/>
            <a:ext cx="692540" cy="173736"/>
          </a:xfrm>
          <a:custGeom>
            <a:avLst/>
            <a:gdLst/>
            <a:ahLst/>
            <a:cxnLst/>
            <a:rect l="0" t="0" r="0" b="0"/>
            <a:pathLst>
              <a:path w="1500987" h="324611">
                <a:moveTo>
                  <a:pt x="27432" y="324611"/>
                </a:moveTo>
                <a:lnTo>
                  <a:pt x="1473555" y="324611"/>
                </a:lnTo>
                <a:lnTo>
                  <a:pt x="1472451" y="324589"/>
                </a:lnTo>
                <a:lnTo>
                  <a:pt x="1476862" y="324411"/>
                </a:lnTo>
                <a:lnTo>
                  <a:pt x="1481187" y="323528"/>
                </a:lnTo>
                <a:lnTo>
                  <a:pt x="1485315" y="321963"/>
                </a:lnTo>
                <a:lnTo>
                  <a:pt x="1489138" y="319756"/>
                </a:lnTo>
                <a:lnTo>
                  <a:pt x="1492558" y="316964"/>
                </a:lnTo>
                <a:lnTo>
                  <a:pt x="1495485" y="313659"/>
                </a:lnTo>
                <a:lnTo>
                  <a:pt x="1497845" y="309928"/>
                </a:lnTo>
                <a:lnTo>
                  <a:pt x="1499575" y="305866"/>
                </a:lnTo>
                <a:lnTo>
                  <a:pt x="1500632" y="301580"/>
                </a:lnTo>
                <a:lnTo>
                  <a:pt x="1500987" y="297180"/>
                </a:lnTo>
                <a:lnTo>
                  <a:pt x="1500987" y="27432"/>
                </a:lnTo>
                <a:lnTo>
                  <a:pt x="1500632" y="23031"/>
                </a:lnTo>
                <a:lnTo>
                  <a:pt x="1499575" y="18745"/>
                </a:lnTo>
                <a:lnTo>
                  <a:pt x="1497845" y="14683"/>
                </a:lnTo>
                <a:lnTo>
                  <a:pt x="1495485" y="10952"/>
                </a:lnTo>
                <a:lnTo>
                  <a:pt x="1492558" y="7647"/>
                </a:lnTo>
                <a:lnTo>
                  <a:pt x="1489138" y="4855"/>
                </a:lnTo>
                <a:lnTo>
                  <a:pt x="1485315" y="2648"/>
                </a:lnTo>
                <a:lnTo>
                  <a:pt x="1481187" y="1083"/>
                </a:lnTo>
                <a:lnTo>
                  <a:pt x="1476862" y="200"/>
                </a:lnTo>
                <a:lnTo>
                  <a:pt x="1473555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6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 S1-LOLA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4815" name="pg683">
            <a:extLst>
              <a:ext uri="{FF2B5EF4-FFF2-40B4-BE49-F238E27FC236}">
                <a16:creationId xmlns:a16="http://schemas.microsoft.com/office/drawing/2014/main" id="{FE568EA4-79F9-DA72-6C21-2015671A1EE9}"/>
              </a:ext>
            </a:extLst>
          </p:cNvPr>
          <p:cNvSpPr/>
          <p:nvPr/>
        </p:nvSpPr>
        <p:spPr>
          <a:xfrm>
            <a:off x="5904752" y="13145039"/>
            <a:ext cx="717432" cy="173736"/>
          </a:xfrm>
          <a:custGeom>
            <a:avLst/>
            <a:gdLst/>
            <a:ahLst/>
            <a:cxnLst/>
            <a:rect l="0" t="0" r="0" b="0"/>
            <a:pathLst>
              <a:path w="1554937" h="324612">
                <a:moveTo>
                  <a:pt x="27431" y="324612"/>
                </a:moveTo>
                <a:lnTo>
                  <a:pt x="1527505" y="324612"/>
                </a:lnTo>
                <a:lnTo>
                  <a:pt x="1526400" y="324589"/>
                </a:lnTo>
                <a:lnTo>
                  <a:pt x="1530811" y="324411"/>
                </a:lnTo>
                <a:lnTo>
                  <a:pt x="1535137" y="323528"/>
                </a:lnTo>
                <a:lnTo>
                  <a:pt x="1539265" y="321963"/>
                </a:lnTo>
                <a:lnTo>
                  <a:pt x="1543088" y="319756"/>
                </a:lnTo>
                <a:lnTo>
                  <a:pt x="1546508" y="316964"/>
                </a:lnTo>
                <a:lnTo>
                  <a:pt x="1549435" y="313659"/>
                </a:lnTo>
                <a:lnTo>
                  <a:pt x="1551795" y="309928"/>
                </a:lnTo>
                <a:lnTo>
                  <a:pt x="1553525" y="305866"/>
                </a:lnTo>
                <a:lnTo>
                  <a:pt x="1554581" y="301580"/>
                </a:lnTo>
                <a:lnTo>
                  <a:pt x="1554937" y="297180"/>
                </a:lnTo>
                <a:lnTo>
                  <a:pt x="1554937" y="27432"/>
                </a:lnTo>
                <a:lnTo>
                  <a:pt x="1554581" y="23031"/>
                </a:lnTo>
                <a:lnTo>
                  <a:pt x="1553525" y="18745"/>
                </a:lnTo>
                <a:lnTo>
                  <a:pt x="1551795" y="14683"/>
                </a:lnTo>
                <a:lnTo>
                  <a:pt x="1549435" y="10952"/>
                </a:lnTo>
                <a:lnTo>
                  <a:pt x="1546508" y="7647"/>
                </a:lnTo>
                <a:lnTo>
                  <a:pt x="1543088" y="4855"/>
                </a:lnTo>
                <a:lnTo>
                  <a:pt x="1539265" y="2648"/>
                </a:lnTo>
                <a:lnTo>
                  <a:pt x="1535137" y="1083"/>
                </a:lnTo>
                <a:lnTo>
                  <a:pt x="1530811" y="200"/>
                </a:lnTo>
                <a:lnTo>
                  <a:pt x="1527505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5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 S2-DEBY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4816" name="pg679">
            <a:extLst>
              <a:ext uri="{FF2B5EF4-FFF2-40B4-BE49-F238E27FC236}">
                <a16:creationId xmlns:a16="http://schemas.microsoft.com/office/drawing/2014/main" id="{F4030DF7-F858-A0D9-8DE9-B79CE4EA26E3}"/>
              </a:ext>
            </a:extLst>
          </p:cNvPr>
          <p:cNvSpPr/>
          <p:nvPr/>
        </p:nvSpPr>
        <p:spPr>
          <a:xfrm>
            <a:off x="5646675" y="13783916"/>
            <a:ext cx="550615" cy="173736"/>
          </a:xfrm>
          <a:custGeom>
            <a:avLst/>
            <a:gdLst/>
            <a:ahLst/>
            <a:cxnLst/>
            <a:rect l="0" t="0" r="0" b="0"/>
            <a:pathLst>
              <a:path w="1193383" h="324612">
                <a:moveTo>
                  <a:pt x="27431" y="324612"/>
                </a:moveTo>
                <a:lnTo>
                  <a:pt x="1165951" y="324612"/>
                </a:lnTo>
                <a:lnTo>
                  <a:pt x="1164846" y="324589"/>
                </a:lnTo>
                <a:lnTo>
                  <a:pt x="1169258" y="324411"/>
                </a:lnTo>
                <a:lnTo>
                  <a:pt x="1173583" y="323528"/>
                </a:lnTo>
                <a:lnTo>
                  <a:pt x="1177711" y="321963"/>
                </a:lnTo>
                <a:lnTo>
                  <a:pt x="1181534" y="319756"/>
                </a:lnTo>
                <a:lnTo>
                  <a:pt x="1184954" y="316964"/>
                </a:lnTo>
                <a:lnTo>
                  <a:pt x="1187881" y="313659"/>
                </a:lnTo>
                <a:lnTo>
                  <a:pt x="1190241" y="309928"/>
                </a:lnTo>
                <a:lnTo>
                  <a:pt x="1191971" y="305866"/>
                </a:lnTo>
                <a:lnTo>
                  <a:pt x="1193028" y="301580"/>
                </a:lnTo>
                <a:lnTo>
                  <a:pt x="1193383" y="297179"/>
                </a:lnTo>
                <a:lnTo>
                  <a:pt x="1193383" y="27431"/>
                </a:lnTo>
                <a:lnTo>
                  <a:pt x="1193028" y="23031"/>
                </a:lnTo>
                <a:lnTo>
                  <a:pt x="1191971" y="18745"/>
                </a:lnTo>
                <a:lnTo>
                  <a:pt x="1190241" y="14683"/>
                </a:lnTo>
                <a:lnTo>
                  <a:pt x="1187881" y="10952"/>
                </a:lnTo>
                <a:lnTo>
                  <a:pt x="1184954" y="7647"/>
                </a:lnTo>
                <a:lnTo>
                  <a:pt x="1181534" y="4855"/>
                </a:lnTo>
                <a:lnTo>
                  <a:pt x="1177711" y="2648"/>
                </a:lnTo>
                <a:lnTo>
                  <a:pt x="1173583" y="1083"/>
                </a:lnTo>
                <a:lnTo>
                  <a:pt x="1169258" y="200"/>
                </a:lnTo>
                <a:lnTo>
                  <a:pt x="1165951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297179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5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 W4-VA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4817" name="pl677">
            <a:extLst>
              <a:ext uri="{FF2B5EF4-FFF2-40B4-BE49-F238E27FC236}">
                <a16:creationId xmlns:a16="http://schemas.microsoft.com/office/drawing/2014/main" id="{6B092F6C-7338-FE98-48A2-C79BA47C9BBD}"/>
              </a:ext>
            </a:extLst>
          </p:cNvPr>
          <p:cNvSpPr/>
          <p:nvPr/>
        </p:nvSpPr>
        <p:spPr>
          <a:xfrm>
            <a:off x="5300332" y="12717671"/>
            <a:ext cx="45719" cy="428121"/>
          </a:xfrm>
          <a:custGeom>
            <a:avLst/>
            <a:gdLst/>
            <a:ahLst/>
            <a:cxnLst/>
            <a:rect l="0" t="0" r="0" b="0"/>
            <a:pathLst>
              <a:path w="1087496" h="365184">
                <a:moveTo>
                  <a:pt x="1087496" y="0"/>
                </a:moveTo>
                <a:lnTo>
                  <a:pt x="0" y="365184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818" name="pg681">
            <a:extLst>
              <a:ext uri="{FF2B5EF4-FFF2-40B4-BE49-F238E27FC236}">
                <a16:creationId xmlns:a16="http://schemas.microsoft.com/office/drawing/2014/main" id="{23BDD3DC-B9ED-60CB-9B5C-C2C72B70B9A4}"/>
              </a:ext>
            </a:extLst>
          </p:cNvPr>
          <p:cNvSpPr/>
          <p:nvPr/>
        </p:nvSpPr>
        <p:spPr>
          <a:xfrm>
            <a:off x="4947431" y="12566449"/>
            <a:ext cx="699244" cy="173736"/>
          </a:xfrm>
          <a:custGeom>
            <a:avLst/>
            <a:gdLst/>
            <a:ahLst/>
            <a:cxnLst/>
            <a:rect l="0" t="0" r="0" b="0"/>
            <a:pathLst>
              <a:path w="1500987" h="324611">
                <a:moveTo>
                  <a:pt x="27432" y="324611"/>
                </a:moveTo>
                <a:lnTo>
                  <a:pt x="1473555" y="324611"/>
                </a:lnTo>
                <a:lnTo>
                  <a:pt x="1472451" y="324589"/>
                </a:lnTo>
                <a:lnTo>
                  <a:pt x="1476862" y="324411"/>
                </a:lnTo>
                <a:lnTo>
                  <a:pt x="1481187" y="323528"/>
                </a:lnTo>
                <a:lnTo>
                  <a:pt x="1485315" y="321963"/>
                </a:lnTo>
                <a:lnTo>
                  <a:pt x="1489138" y="319756"/>
                </a:lnTo>
                <a:lnTo>
                  <a:pt x="1492558" y="316964"/>
                </a:lnTo>
                <a:lnTo>
                  <a:pt x="1495485" y="313659"/>
                </a:lnTo>
                <a:lnTo>
                  <a:pt x="1497845" y="309928"/>
                </a:lnTo>
                <a:lnTo>
                  <a:pt x="1499575" y="305866"/>
                </a:lnTo>
                <a:lnTo>
                  <a:pt x="1500632" y="301580"/>
                </a:lnTo>
                <a:lnTo>
                  <a:pt x="1500987" y="297180"/>
                </a:lnTo>
                <a:lnTo>
                  <a:pt x="1500987" y="27431"/>
                </a:lnTo>
                <a:lnTo>
                  <a:pt x="1500632" y="23031"/>
                </a:lnTo>
                <a:lnTo>
                  <a:pt x="1499575" y="18745"/>
                </a:lnTo>
                <a:lnTo>
                  <a:pt x="1497845" y="14683"/>
                </a:lnTo>
                <a:lnTo>
                  <a:pt x="1495485" y="10952"/>
                </a:lnTo>
                <a:lnTo>
                  <a:pt x="1492558" y="7647"/>
                </a:lnTo>
                <a:lnTo>
                  <a:pt x="1489138" y="4855"/>
                </a:lnTo>
                <a:lnTo>
                  <a:pt x="1485315" y="2648"/>
                </a:lnTo>
                <a:lnTo>
                  <a:pt x="1481187" y="1083"/>
                </a:lnTo>
                <a:lnTo>
                  <a:pt x="1476862" y="200"/>
                </a:lnTo>
                <a:lnTo>
                  <a:pt x="1473555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6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Lewisetta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4819" name="pg675">
            <a:extLst>
              <a:ext uri="{FF2B5EF4-FFF2-40B4-BE49-F238E27FC236}">
                <a16:creationId xmlns:a16="http://schemas.microsoft.com/office/drawing/2014/main" id="{FAC917D9-8A62-EF96-318A-0EA5AC4C1BB8}"/>
              </a:ext>
            </a:extLst>
          </p:cNvPr>
          <p:cNvSpPr/>
          <p:nvPr/>
        </p:nvSpPr>
        <p:spPr>
          <a:xfrm>
            <a:off x="5247285" y="13104677"/>
            <a:ext cx="137160" cy="118872"/>
          </a:xfrm>
          <a:custGeom>
            <a:avLst/>
            <a:gdLst/>
            <a:ahLst/>
            <a:cxnLst/>
            <a:rect l="0" t="0" r="0" b="0"/>
            <a:pathLst>
              <a:path w="267615" h="231762">
                <a:moveTo>
                  <a:pt x="133807" y="0"/>
                </a:moveTo>
                <a:lnTo>
                  <a:pt x="267615" y="231762"/>
                </a:lnTo>
                <a:lnTo>
                  <a:pt x="0" y="231762"/>
                </a:lnTo>
                <a:close/>
              </a:path>
            </a:pathLst>
          </a:custGeom>
          <a:solidFill>
            <a:srgbClr val="FF1493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pic>
        <p:nvPicPr>
          <p:cNvPr id="14808" name="Picture 14807">
            <a:extLst>
              <a:ext uri="{FF2B5EF4-FFF2-40B4-BE49-F238E27FC236}">
                <a16:creationId xmlns:a16="http://schemas.microsoft.com/office/drawing/2014/main" id="{066E54C0-F5E3-9EFB-056D-7E2DF95A9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818" y="12226466"/>
            <a:ext cx="1799263" cy="84869"/>
          </a:xfrm>
          <a:prstGeom prst="rect">
            <a:avLst/>
          </a:prstGeom>
        </p:spPr>
      </p:pic>
      <p:grpSp>
        <p:nvGrpSpPr>
          <p:cNvPr id="19538" name="Group 19537">
            <a:extLst>
              <a:ext uri="{FF2B5EF4-FFF2-40B4-BE49-F238E27FC236}">
                <a16:creationId xmlns:a16="http://schemas.microsoft.com/office/drawing/2014/main" id="{F800148E-12E6-CF1E-833A-7F753873756A}"/>
              </a:ext>
            </a:extLst>
          </p:cNvPr>
          <p:cNvGrpSpPr/>
          <p:nvPr/>
        </p:nvGrpSpPr>
        <p:grpSpPr>
          <a:xfrm>
            <a:off x="4139874" y="20129162"/>
            <a:ext cx="5835888" cy="4525962"/>
            <a:chOff x="10798055" y="16025018"/>
            <a:chExt cx="5835888" cy="4525962"/>
          </a:xfrm>
        </p:grpSpPr>
        <p:grpSp>
          <p:nvGrpSpPr>
            <p:cNvPr id="19539" name="Content Placeholder 2">
              <a:extLst>
                <a:ext uri="{FF2B5EF4-FFF2-40B4-BE49-F238E27FC236}">
                  <a16:creationId xmlns:a16="http://schemas.microsoft.com/office/drawing/2014/main" id="{25F58046-4257-B51B-30BA-C5339A77F09D}"/>
                </a:ext>
              </a:extLst>
            </p:cNvPr>
            <p:cNvGrpSpPr/>
            <p:nvPr/>
          </p:nvGrpSpPr>
          <p:grpSpPr>
            <a:xfrm>
              <a:off x="10798055" y="16025018"/>
              <a:ext cx="5835888" cy="4525962"/>
              <a:chOff x="1654055" y="1600200"/>
              <a:chExt cx="5835888" cy="4525962"/>
            </a:xfrm>
          </p:grpSpPr>
          <p:sp>
            <p:nvSpPr>
              <p:cNvPr id="20200" name="rc4">
                <a:extLst>
                  <a:ext uri="{FF2B5EF4-FFF2-40B4-BE49-F238E27FC236}">
                    <a16:creationId xmlns:a16="http://schemas.microsoft.com/office/drawing/2014/main" id="{239ACF20-BD7B-D822-4B39-8129AEB54F30}"/>
                  </a:ext>
                </a:extLst>
              </p:cNvPr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1" name="rc5">
                <a:extLst>
                  <a:ext uri="{FF2B5EF4-FFF2-40B4-BE49-F238E27FC236}">
                    <a16:creationId xmlns:a16="http://schemas.microsoft.com/office/drawing/2014/main" id="{FD83882D-39E8-BA9F-9232-D3A47D82D324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2" name="pl6">
                <a:extLst>
                  <a:ext uri="{FF2B5EF4-FFF2-40B4-BE49-F238E27FC236}">
                    <a16:creationId xmlns:a16="http://schemas.microsoft.com/office/drawing/2014/main" id="{D873A726-A94B-1363-C2B8-0C0EA3BA4067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3" name="pl7">
                <a:extLst>
                  <a:ext uri="{FF2B5EF4-FFF2-40B4-BE49-F238E27FC236}">
                    <a16:creationId xmlns:a16="http://schemas.microsoft.com/office/drawing/2014/main" id="{F2BA1EEA-6A8B-7CE5-D2E6-F64D81B271EB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4" name="pl8">
                <a:extLst>
                  <a:ext uri="{FF2B5EF4-FFF2-40B4-BE49-F238E27FC236}">
                    <a16:creationId xmlns:a16="http://schemas.microsoft.com/office/drawing/2014/main" id="{A17E5F94-C8C6-C8E6-C399-269CAF652C22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5" name="pl9">
                <a:extLst>
                  <a:ext uri="{FF2B5EF4-FFF2-40B4-BE49-F238E27FC236}">
                    <a16:creationId xmlns:a16="http://schemas.microsoft.com/office/drawing/2014/main" id="{D9CF1240-8443-4D29-BDF6-D6B351090845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6" name="pl10">
                <a:extLst>
                  <a:ext uri="{FF2B5EF4-FFF2-40B4-BE49-F238E27FC236}">
                    <a16:creationId xmlns:a16="http://schemas.microsoft.com/office/drawing/2014/main" id="{B6B196A6-EEAC-00D7-272E-523B04711A91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7" name="pl11">
                <a:extLst>
                  <a:ext uri="{FF2B5EF4-FFF2-40B4-BE49-F238E27FC236}">
                    <a16:creationId xmlns:a16="http://schemas.microsoft.com/office/drawing/2014/main" id="{0E577B17-4AAD-532E-6EF8-6B97B3D217C7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8" name="pl12">
                <a:extLst>
                  <a:ext uri="{FF2B5EF4-FFF2-40B4-BE49-F238E27FC236}">
                    <a16:creationId xmlns:a16="http://schemas.microsoft.com/office/drawing/2014/main" id="{055C3351-E64B-28EC-843C-FC0621A4B1DD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9" name="pl13">
                <a:extLst>
                  <a:ext uri="{FF2B5EF4-FFF2-40B4-BE49-F238E27FC236}">
                    <a16:creationId xmlns:a16="http://schemas.microsoft.com/office/drawing/2014/main" id="{85C78587-C4A1-DB49-2FC5-653CAA072F96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0" name="pl14">
                <a:extLst>
                  <a:ext uri="{FF2B5EF4-FFF2-40B4-BE49-F238E27FC236}">
                    <a16:creationId xmlns:a16="http://schemas.microsoft.com/office/drawing/2014/main" id="{31FCB2B1-AB07-8475-59D2-493EA3B31035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1" name="pl15">
                <a:extLst>
                  <a:ext uri="{FF2B5EF4-FFF2-40B4-BE49-F238E27FC236}">
                    <a16:creationId xmlns:a16="http://schemas.microsoft.com/office/drawing/2014/main" id="{E6C727A6-A045-054C-4BD4-8AD8DD258253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2" name="pl16">
                <a:extLst>
                  <a:ext uri="{FF2B5EF4-FFF2-40B4-BE49-F238E27FC236}">
                    <a16:creationId xmlns:a16="http://schemas.microsoft.com/office/drawing/2014/main" id="{8B5695F4-EA45-D1E6-D9F5-74D86108F847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3" name="pl17">
                <a:extLst>
                  <a:ext uri="{FF2B5EF4-FFF2-40B4-BE49-F238E27FC236}">
                    <a16:creationId xmlns:a16="http://schemas.microsoft.com/office/drawing/2014/main" id="{1F71F7BC-3520-4578-F266-7B8B922C859A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4" name="pl18">
                <a:extLst>
                  <a:ext uri="{FF2B5EF4-FFF2-40B4-BE49-F238E27FC236}">
                    <a16:creationId xmlns:a16="http://schemas.microsoft.com/office/drawing/2014/main" id="{5EF17527-7EBB-2CE7-834E-89D98CA2F1A4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5" name="pg19">
                <a:extLst>
                  <a:ext uri="{FF2B5EF4-FFF2-40B4-BE49-F238E27FC236}">
                    <a16:creationId xmlns:a16="http://schemas.microsoft.com/office/drawing/2014/main" id="{210423E4-C165-79AD-9DF0-0282936D3D7E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6" name="pg20">
                <a:extLst>
                  <a:ext uri="{FF2B5EF4-FFF2-40B4-BE49-F238E27FC236}">
                    <a16:creationId xmlns:a16="http://schemas.microsoft.com/office/drawing/2014/main" id="{05671FDC-30B4-463C-BAAE-BFFA381F1C77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7" name="pg21">
                <a:extLst>
                  <a:ext uri="{FF2B5EF4-FFF2-40B4-BE49-F238E27FC236}">
                    <a16:creationId xmlns:a16="http://schemas.microsoft.com/office/drawing/2014/main" id="{B33CFADD-14E6-7D3F-F519-7971E75F93F0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8" name="pg22">
                <a:extLst>
                  <a:ext uri="{FF2B5EF4-FFF2-40B4-BE49-F238E27FC236}">
                    <a16:creationId xmlns:a16="http://schemas.microsoft.com/office/drawing/2014/main" id="{6A29AC9D-4EE9-3BA3-7B7F-6648F2E4EA51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9" name="pg23">
                <a:extLst>
                  <a:ext uri="{FF2B5EF4-FFF2-40B4-BE49-F238E27FC236}">
                    <a16:creationId xmlns:a16="http://schemas.microsoft.com/office/drawing/2014/main" id="{2EC24FEE-2A8B-8875-1619-404D694CDB4B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0" name="pg24">
                <a:extLst>
                  <a:ext uri="{FF2B5EF4-FFF2-40B4-BE49-F238E27FC236}">
                    <a16:creationId xmlns:a16="http://schemas.microsoft.com/office/drawing/2014/main" id="{5C1A9BF3-9636-4188-2AC7-72F1EE066040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1" name="pg25">
                <a:extLst>
                  <a:ext uri="{FF2B5EF4-FFF2-40B4-BE49-F238E27FC236}">
                    <a16:creationId xmlns:a16="http://schemas.microsoft.com/office/drawing/2014/main" id="{CEA66775-E8F4-460C-BCF7-85C367FFBAC6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2" name="pg26">
                <a:extLst>
                  <a:ext uri="{FF2B5EF4-FFF2-40B4-BE49-F238E27FC236}">
                    <a16:creationId xmlns:a16="http://schemas.microsoft.com/office/drawing/2014/main" id="{0E30F0FE-B7D6-812E-58C0-483488E0667C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3" name="pg27">
                <a:extLst>
                  <a:ext uri="{FF2B5EF4-FFF2-40B4-BE49-F238E27FC236}">
                    <a16:creationId xmlns:a16="http://schemas.microsoft.com/office/drawing/2014/main" id="{64F2F012-4654-01A7-E6C9-CDBBF6F8D90C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4" name="pg28">
                <a:extLst>
                  <a:ext uri="{FF2B5EF4-FFF2-40B4-BE49-F238E27FC236}">
                    <a16:creationId xmlns:a16="http://schemas.microsoft.com/office/drawing/2014/main" id="{DCC01B8F-F91C-356C-E185-DA2DFBD7D595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5" name="pg29">
                <a:extLst>
                  <a:ext uri="{FF2B5EF4-FFF2-40B4-BE49-F238E27FC236}">
                    <a16:creationId xmlns:a16="http://schemas.microsoft.com/office/drawing/2014/main" id="{E54C5BB4-393E-8582-BC13-07F841763E23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6" name="pg30">
                <a:extLst>
                  <a:ext uri="{FF2B5EF4-FFF2-40B4-BE49-F238E27FC236}">
                    <a16:creationId xmlns:a16="http://schemas.microsoft.com/office/drawing/2014/main" id="{5997E9BE-176D-06C2-266E-F7A08FD10688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7" name="pg31">
                <a:extLst>
                  <a:ext uri="{FF2B5EF4-FFF2-40B4-BE49-F238E27FC236}">
                    <a16:creationId xmlns:a16="http://schemas.microsoft.com/office/drawing/2014/main" id="{0226CEE3-DC5C-4290-1899-1138598B7AE3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8" name="pg32">
                <a:extLst>
                  <a:ext uri="{FF2B5EF4-FFF2-40B4-BE49-F238E27FC236}">
                    <a16:creationId xmlns:a16="http://schemas.microsoft.com/office/drawing/2014/main" id="{02C2E323-E78B-AE76-8A3F-137DE07BC0E0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9" name="pg33">
                <a:extLst>
                  <a:ext uri="{FF2B5EF4-FFF2-40B4-BE49-F238E27FC236}">
                    <a16:creationId xmlns:a16="http://schemas.microsoft.com/office/drawing/2014/main" id="{3C0BE11A-CEB5-6958-DFBE-DB031E400BD8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0" name="pg34">
                <a:extLst>
                  <a:ext uri="{FF2B5EF4-FFF2-40B4-BE49-F238E27FC236}">
                    <a16:creationId xmlns:a16="http://schemas.microsoft.com/office/drawing/2014/main" id="{477D2A7E-D084-8213-E586-0363EB627620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1" name="pg35">
                <a:extLst>
                  <a:ext uri="{FF2B5EF4-FFF2-40B4-BE49-F238E27FC236}">
                    <a16:creationId xmlns:a16="http://schemas.microsoft.com/office/drawing/2014/main" id="{7B080205-E693-6F4B-F5C3-0D8A2425910C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2" name="pg36">
                <a:extLst>
                  <a:ext uri="{FF2B5EF4-FFF2-40B4-BE49-F238E27FC236}">
                    <a16:creationId xmlns:a16="http://schemas.microsoft.com/office/drawing/2014/main" id="{E9A00AFE-1448-D003-3D87-1DECE10DA9F1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3" name="pg37">
                <a:extLst>
                  <a:ext uri="{FF2B5EF4-FFF2-40B4-BE49-F238E27FC236}">
                    <a16:creationId xmlns:a16="http://schemas.microsoft.com/office/drawing/2014/main" id="{85568F50-FA2F-4E43-FA41-99A35BAD7CE5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4" name="pg38">
                <a:extLst>
                  <a:ext uri="{FF2B5EF4-FFF2-40B4-BE49-F238E27FC236}">
                    <a16:creationId xmlns:a16="http://schemas.microsoft.com/office/drawing/2014/main" id="{17B01814-F1D4-9649-A507-6966DD77E67E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5" name="pg39">
                <a:extLst>
                  <a:ext uri="{FF2B5EF4-FFF2-40B4-BE49-F238E27FC236}">
                    <a16:creationId xmlns:a16="http://schemas.microsoft.com/office/drawing/2014/main" id="{0958F9A1-DEE5-967C-B100-A4E44EC8BC50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6" name="pg40">
                <a:extLst>
                  <a:ext uri="{FF2B5EF4-FFF2-40B4-BE49-F238E27FC236}">
                    <a16:creationId xmlns:a16="http://schemas.microsoft.com/office/drawing/2014/main" id="{D5B9E9F6-AE16-AD35-9E9F-908BD4426FCD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7" name="pg41">
                <a:extLst>
                  <a:ext uri="{FF2B5EF4-FFF2-40B4-BE49-F238E27FC236}">
                    <a16:creationId xmlns:a16="http://schemas.microsoft.com/office/drawing/2014/main" id="{59092BE7-58EF-140A-A85D-BA4BFC510963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8" name="pg42">
                <a:extLst>
                  <a:ext uri="{FF2B5EF4-FFF2-40B4-BE49-F238E27FC236}">
                    <a16:creationId xmlns:a16="http://schemas.microsoft.com/office/drawing/2014/main" id="{E47894BF-123E-4AB3-A62D-42D9B65FDCA3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9" name="pg43">
                <a:extLst>
                  <a:ext uri="{FF2B5EF4-FFF2-40B4-BE49-F238E27FC236}">
                    <a16:creationId xmlns:a16="http://schemas.microsoft.com/office/drawing/2014/main" id="{D7399336-F729-493E-CACE-D490786605F0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0" name="pg44">
                <a:extLst>
                  <a:ext uri="{FF2B5EF4-FFF2-40B4-BE49-F238E27FC236}">
                    <a16:creationId xmlns:a16="http://schemas.microsoft.com/office/drawing/2014/main" id="{7B618E52-4DDB-F78E-B91A-FBC3062E2C62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1" name="pg45">
                <a:extLst>
                  <a:ext uri="{FF2B5EF4-FFF2-40B4-BE49-F238E27FC236}">
                    <a16:creationId xmlns:a16="http://schemas.microsoft.com/office/drawing/2014/main" id="{319FC26D-B59A-6DFB-856C-A30D6FAC6C87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2" name="pg46">
                <a:extLst>
                  <a:ext uri="{FF2B5EF4-FFF2-40B4-BE49-F238E27FC236}">
                    <a16:creationId xmlns:a16="http://schemas.microsoft.com/office/drawing/2014/main" id="{95EE1906-4F33-F164-F05C-0D397F4F7EF1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3" name="pg47">
                <a:extLst>
                  <a:ext uri="{FF2B5EF4-FFF2-40B4-BE49-F238E27FC236}">
                    <a16:creationId xmlns:a16="http://schemas.microsoft.com/office/drawing/2014/main" id="{E9C5DD2D-CDCA-1753-F87B-2C22F34D321B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4" name="pg48">
                <a:extLst>
                  <a:ext uri="{FF2B5EF4-FFF2-40B4-BE49-F238E27FC236}">
                    <a16:creationId xmlns:a16="http://schemas.microsoft.com/office/drawing/2014/main" id="{FBF80F70-1EBC-FCF5-2A2E-6D06CB164FC3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5" name="pg49">
                <a:extLst>
                  <a:ext uri="{FF2B5EF4-FFF2-40B4-BE49-F238E27FC236}">
                    <a16:creationId xmlns:a16="http://schemas.microsoft.com/office/drawing/2014/main" id="{E87A49C4-7A58-9D11-B99C-7842F2E9B898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6" name="pg50">
                <a:extLst>
                  <a:ext uri="{FF2B5EF4-FFF2-40B4-BE49-F238E27FC236}">
                    <a16:creationId xmlns:a16="http://schemas.microsoft.com/office/drawing/2014/main" id="{95034853-8CAD-8A44-DD3A-15CC921E22F0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7" name="pg51">
                <a:extLst>
                  <a:ext uri="{FF2B5EF4-FFF2-40B4-BE49-F238E27FC236}">
                    <a16:creationId xmlns:a16="http://schemas.microsoft.com/office/drawing/2014/main" id="{4D1EA5B4-3452-4D06-A211-EC5D30EA5A6C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8" name="pg52">
                <a:extLst>
                  <a:ext uri="{FF2B5EF4-FFF2-40B4-BE49-F238E27FC236}">
                    <a16:creationId xmlns:a16="http://schemas.microsoft.com/office/drawing/2014/main" id="{CC34C2D0-5CE4-ACA7-BA94-4E8DB609D8EF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9" name="pg53">
                <a:extLst>
                  <a:ext uri="{FF2B5EF4-FFF2-40B4-BE49-F238E27FC236}">
                    <a16:creationId xmlns:a16="http://schemas.microsoft.com/office/drawing/2014/main" id="{89AFA53F-D13E-2CFA-42E6-041AB8DEFBED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0" name="pg54">
                <a:extLst>
                  <a:ext uri="{FF2B5EF4-FFF2-40B4-BE49-F238E27FC236}">
                    <a16:creationId xmlns:a16="http://schemas.microsoft.com/office/drawing/2014/main" id="{C016E2BF-FE8A-E6CD-3BAE-C955A56F7A2E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1" name="pg55">
                <a:extLst>
                  <a:ext uri="{FF2B5EF4-FFF2-40B4-BE49-F238E27FC236}">
                    <a16:creationId xmlns:a16="http://schemas.microsoft.com/office/drawing/2014/main" id="{604ECC2D-BABF-9572-F9BC-E50EABF3E38B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2" name="pg56">
                <a:extLst>
                  <a:ext uri="{FF2B5EF4-FFF2-40B4-BE49-F238E27FC236}">
                    <a16:creationId xmlns:a16="http://schemas.microsoft.com/office/drawing/2014/main" id="{95487632-1FFA-EC2A-2D51-BB552BBE3CE0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3" name="pg57">
                <a:extLst>
                  <a:ext uri="{FF2B5EF4-FFF2-40B4-BE49-F238E27FC236}">
                    <a16:creationId xmlns:a16="http://schemas.microsoft.com/office/drawing/2014/main" id="{FCE74D35-BEF4-CB93-DF16-7440B0B516E8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4" name="pg58">
                <a:extLst>
                  <a:ext uri="{FF2B5EF4-FFF2-40B4-BE49-F238E27FC236}">
                    <a16:creationId xmlns:a16="http://schemas.microsoft.com/office/drawing/2014/main" id="{1750D66F-DBD5-FFF3-36BD-17530263B9DF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5" name="pg59">
                <a:extLst>
                  <a:ext uri="{FF2B5EF4-FFF2-40B4-BE49-F238E27FC236}">
                    <a16:creationId xmlns:a16="http://schemas.microsoft.com/office/drawing/2014/main" id="{41303047-9AE6-51D7-EF19-55D520ABB068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6" name="pg60">
                <a:extLst>
                  <a:ext uri="{FF2B5EF4-FFF2-40B4-BE49-F238E27FC236}">
                    <a16:creationId xmlns:a16="http://schemas.microsoft.com/office/drawing/2014/main" id="{D439CC49-2CE9-C8F7-421F-4341DE806F56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7" name="pg61">
                <a:extLst>
                  <a:ext uri="{FF2B5EF4-FFF2-40B4-BE49-F238E27FC236}">
                    <a16:creationId xmlns:a16="http://schemas.microsoft.com/office/drawing/2014/main" id="{9FDAC6A4-52E4-6FF3-7CEC-3F42CC35F9E8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8" name="pg62">
                <a:extLst>
                  <a:ext uri="{FF2B5EF4-FFF2-40B4-BE49-F238E27FC236}">
                    <a16:creationId xmlns:a16="http://schemas.microsoft.com/office/drawing/2014/main" id="{4763F028-4C3B-9E67-4385-C24B367A0E9E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9" name="pg63">
                <a:extLst>
                  <a:ext uri="{FF2B5EF4-FFF2-40B4-BE49-F238E27FC236}">
                    <a16:creationId xmlns:a16="http://schemas.microsoft.com/office/drawing/2014/main" id="{290CF014-1F8D-799A-F181-801002A65136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0" name="pg64">
                <a:extLst>
                  <a:ext uri="{FF2B5EF4-FFF2-40B4-BE49-F238E27FC236}">
                    <a16:creationId xmlns:a16="http://schemas.microsoft.com/office/drawing/2014/main" id="{1A5BF22C-4E5D-0B94-DAA3-0826D4379E2D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1" name="pg65">
                <a:extLst>
                  <a:ext uri="{FF2B5EF4-FFF2-40B4-BE49-F238E27FC236}">
                    <a16:creationId xmlns:a16="http://schemas.microsoft.com/office/drawing/2014/main" id="{97E67C3B-9964-2414-00B1-AC28A48D2414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2" name="pg66">
                <a:extLst>
                  <a:ext uri="{FF2B5EF4-FFF2-40B4-BE49-F238E27FC236}">
                    <a16:creationId xmlns:a16="http://schemas.microsoft.com/office/drawing/2014/main" id="{FD63B2D3-F624-6E80-DFEC-475ACE460C50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3" name="pg67">
                <a:extLst>
                  <a:ext uri="{FF2B5EF4-FFF2-40B4-BE49-F238E27FC236}">
                    <a16:creationId xmlns:a16="http://schemas.microsoft.com/office/drawing/2014/main" id="{20D70837-480E-F4C4-3422-1918BED21AAC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4" name="pg68">
                <a:extLst>
                  <a:ext uri="{FF2B5EF4-FFF2-40B4-BE49-F238E27FC236}">
                    <a16:creationId xmlns:a16="http://schemas.microsoft.com/office/drawing/2014/main" id="{018A8ACA-D08C-8D63-676C-C90E8438D419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5" name="pg69">
                <a:extLst>
                  <a:ext uri="{FF2B5EF4-FFF2-40B4-BE49-F238E27FC236}">
                    <a16:creationId xmlns:a16="http://schemas.microsoft.com/office/drawing/2014/main" id="{1FA1A6FB-0177-46A1-C572-8922A1346236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6" name="pg70">
                <a:extLst>
                  <a:ext uri="{FF2B5EF4-FFF2-40B4-BE49-F238E27FC236}">
                    <a16:creationId xmlns:a16="http://schemas.microsoft.com/office/drawing/2014/main" id="{A63C6A3C-08A4-440A-010E-0F9CE0FFDC5D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7" name="pg71">
                <a:extLst>
                  <a:ext uri="{FF2B5EF4-FFF2-40B4-BE49-F238E27FC236}">
                    <a16:creationId xmlns:a16="http://schemas.microsoft.com/office/drawing/2014/main" id="{E9438183-99B6-60F6-477A-A5B14CF1AEF4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8" name="pg72">
                <a:extLst>
                  <a:ext uri="{FF2B5EF4-FFF2-40B4-BE49-F238E27FC236}">
                    <a16:creationId xmlns:a16="http://schemas.microsoft.com/office/drawing/2014/main" id="{E49A4918-27AA-8992-ABE3-9B73F3F5DF67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9" name="pg73">
                <a:extLst>
                  <a:ext uri="{FF2B5EF4-FFF2-40B4-BE49-F238E27FC236}">
                    <a16:creationId xmlns:a16="http://schemas.microsoft.com/office/drawing/2014/main" id="{4BB261F9-3A08-958B-059A-0D5BC0BC9AF8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0" name="pg74">
                <a:extLst>
                  <a:ext uri="{FF2B5EF4-FFF2-40B4-BE49-F238E27FC236}">
                    <a16:creationId xmlns:a16="http://schemas.microsoft.com/office/drawing/2014/main" id="{97CA2312-EA24-D888-DD68-C1382A70885D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1" name="pg75">
                <a:extLst>
                  <a:ext uri="{FF2B5EF4-FFF2-40B4-BE49-F238E27FC236}">
                    <a16:creationId xmlns:a16="http://schemas.microsoft.com/office/drawing/2014/main" id="{88AF876A-CC1E-9F38-1AFE-E921D3357216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2" name="pg76">
                <a:extLst>
                  <a:ext uri="{FF2B5EF4-FFF2-40B4-BE49-F238E27FC236}">
                    <a16:creationId xmlns:a16="http://schemas.microsoft.com/office/drawing/2014/main" id="{C53E4525-F837-663B-1240-128960953701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3" name="pg77">
                <a:extLst>
                  <a:ext uri="{FF2B5EF4-FFF2-40B4-BE49-F238E27FC236}">
                    <a16:creationId xmlns:a16="http://schemas.microsoft.com/office/drawing/2014/main" id="{D3CF5138-BDA7-2617-7F4C-2BBF1084EFA1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4" name="pg78">
                <a:extLst>
                  <a:ext uri="{FF2B5EF4-FFF2-40B4-BE49-F238E27FC236}">
                    <a16:creationId xmlns:a16="http://schemas.microsoft.com/office/drawing/2014/main" id="{1B6A402A-620D-636C-9504-1CB00A630C7D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5" name="pg79">
                <a:extLst>
                  <a:ext uri="{FF2B5EF4-FFF2-40B4-BE49-F238E27FC236}">
                    <a16:creationId xmlns:a16="http://schemas.microsoft.com/office/drawing/2014/main" id="{61E03F6F-5AE7-83A2-861D-0F75E3DD9921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6" name="pg80">
                <a:extLst>
                  <a:ext uri="{FF2B5EF4-FFF2-40B4-BE49-F238E27FC236}">
                    <a16:creationId xmlns:a16="http://schemas.microsoft.com/office/drawing/2014/main" id="{EB664B70-BA11-B1F6-C384-07C0BF66956D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7" name="pg81">
                <a:extLst>
                  <a:ext uri="{FF2B5EF4-FFF2-40B4-BE49-F238E27FC236}">
                    <a16:creationId xmlns:a16="http://schemas.microsoft.com/office/drawing/2014/main" id="{08E01958-D7B9-844D-753F-9B61BED8455A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8" name="pg82">
                <a:extLst>
                  <a:ext uri="{FF2B5EF4-FFF2-40B4-BE49-F238E27FC236}">
                    <a16:creationId xmlns:a16="http://schemas.microsoft.com/office/drawing/2014/main" id="{1DDC7FE8-4D7B-2186-A7A2-E3534A7A6B78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9" name="pg83">
                <a:extLst>
                  <a:ext uri="{FF2B5EF4-FFF2-40B4-BE49-F238E27FC236}">
                    <a16:creationId xmlns:a16="http://schemas.microsoft.com/office/drawing/2014/main" id="{D8D139EE-DA41-2590-F11E-7D6B579DD33E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0" name="pg84">
                <a:extLst>
                  <a:ext uri="{FF2B5EF4-FFF2-40B4-BE49-F238E27FC236}">
                    <a16:creationId xmlns:a16="http://schemas.microsoft.com/office/drawing/2014/main" id="{E2543868-38A8-3749-27A3-C25187A503A8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1" name="pg85">
                <a:extLst>
                  <a:ext uri="{FF2B5EF4-FFF2-40B4-BE49-F238E27FC236}">
                    <a16:creationId xmlns:a16="http://schemas.microsoft.com/office/drawing/2014/main" id="{A7145CCD-F1A0-B3B5-DDD7-8983BE4C4BDA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2" name="pg86">
                <a:extLst>
                  <a:ext uri="{FF2B5EF4-FFF2-40B4-BE49-F238E27FC236}">
                    <a16:creationId xmlns:a16="http://schemas.microsoft.com/office/drawing/2014/main" id="{C175565C-09EF-5E58-7608-505B4A011ADF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3" name="pg87">
                <a:extLst>
                  <a:ext uri="{FF2B5EF4-FFF2-40B4-BE49-F238E27FC236}">
                    <a16:creationId xmlns:a16="http://schemas.microsoft.com/office/drawing/2014/main" id="{B7A65D98-8400-A727-A184-357BBC77428A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4" name="pg88">
                <a:extLst>
                  <a:ext uri="{FF2B5EF4-FFF2-40B4-BE49-F238E27FC236}">
                    <a16:creationId xmlns:a16="http://schemas.microsoft.com/office/drawing/2014/main" id="{22B7F560-59CD-0277-A031-70198625EA6C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5" name="pg89">
                <a:extLst>
                  <a:ext uri="{FF2B5EF4-FFF2-40B4-BE49-F238E27FC236}">
                    <a16:creationId xmlns:a16="http://schemas.microsoft.com/office/drawing/2014/main" id="{61CF48C5-2768-D856-F374-7F4D03A57832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6" name="pg90">
                <a:extLst>
                  <a:ext uri="{FF2B5EF4-FFF2-40B4-BE49-F238E27FC236}">
                    <a16:creationId xmlns:a16="http://schemas.microsoft.com/office/drawing/2014/main" id="{D6331BEA-66C4-00BE-7A3C-40E67DA9D156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7" name="pg91">
                <a:extLst>
                  <a:ext uri="{FF2B5EF4-FFF2-40B4-BE49-F238E27FC236}">
                    <a16:creationId xmlns:a16="http://schemas.microsoft.com/office/drawing/2014/main" id="{338E8816-D70F-679B-977D-A8A763F97602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8" name="pg92">
                <a:extLst>
                  <a:ext uri="{FF2B5EF4-FFF2-40B4-BE49-F238E27FC236}">
                    <a16:creationId xmlns:a16="http://schemas.microsoft.com/office/drawing/2014/main" id="{4611B494-2F3C-1709-5E80-E93886DAA91A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9" name="pg93">
                <a:extLst>
                  <a:ext uri="{FF2B5EF4-FFF2-40B4-BE49-F238E27FC236}">
                    <a16:creationId xmlns:a16="http://schemas.microsoft.com/office/drawing/2014/main" id="{6B1D39E9-26DE-61AE-3DF6-0411245CAF56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0" name="pg94">
                <a:extLst>
                  <a:ext uri="{FF2B5EF4-FFF2-40B4-BE49-F238E27FC236}">
                    <a16:creationId xmlns:a16="http://schemas.microsoft.com/office/drawing/2014/main" id="{1F97FAF5-2963-E9A1-9A3D-69482753DA1E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1" name="pg95">
                <a:extLst>
                  <a:ext uri="{FF2B5EF4-FFF2-40B4-BE49-F238E27FC236}">
                    <a16:creationId xmlns:a16="http://schemas.microsoft.com/office/drawing/2014/main" id="{9E059461-951D-F1A3-A3C4-A12684B72EF3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2" name="pg96">
                <a:extLst>
                  <a:ext uri="{FF2B5EF4-FFF2-40B4-BE49-F238E27FC236}">
                    <a16:creationId xmlns:a16="http://schemas.microsoft.com/office/drawing/2014/main" id="{7B7496CF-C0DB-465A-2438-CF6055305357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3" name="pg97">
                <a:extLst>
                  <a:ext uri="{FF2B5EF4-FFF2-40B4-BE49-F238E27FC236}">
                    <a16:creationId xmlns:a16="http://schemas.microsoft.com/office/drawing/2014/main" id="{2B1BDE34-E111-2B9A-3598-CE59565D172F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4" name="pg98">
                <a:extLst>
                  <a:ext uri="{FF2B5EF4-FFF2-40B4-BE49-F238E27FC236}">
                    <a16:creationId xmlns:a16="http://schemas.microsoft.com/office/drawing/2014/main" id="{B348539D-650F-9336-89AA-1DD5486F24CE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5" name="pg99">
                <a:extLst>
                  <a:ext uri="{FF2B5EF4-FFF2-40B4-BE49-F238E27FC236}">
                    <a16:creationId xmlns:a16="http://schemas.microsoft.com/office/drawing/2014/main" id="{189050EC-98CD-ED7A-8F47-703DDB93F008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6" name="pg100">
                <a:extLst>
                  <a:ext uri="{FF2B5EF4-FFF2-40B4-BE49-F238E27FC236}">
                    <a16:creationId xmlns:a16="http://schemas.microsoft.com/office/drawing/2014/main" id="{A086F8DA-5D18-8003-EAD6-D0839C727A88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7" name="pg101">
                <a:extLst>
                  <a:ext uri="{FF2B5EF4-FFF2-40B4-BE49-F238E27FC236}">
                    <a16:creationId xmlns:a16="http://schemas.microsoft.com/office/drawing/2014/main" id="{E99111D1-73A3-CBD9-5F70-10DE152B27C6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8" name="pg102">
                <a:extLst>
                  <a:ext uri="{FF2B5EF4-FFF2-40B4-BE49-F238E27FC236}">
                    <a16:creationId xmlns:a16="http://schemas.microsoft.com/office/drawing/2014/main" id="{4BC35FF5-0F58-FDBF-AE32-B67F9997D131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9" name="pg103">
                <a:extLst>
                  <a:ext uri="{FF2B5EF4-FFF2-40B4-BE49-F238E27FC236}">
                    <a16:creationId xmlns:a16="http://schemas.microsoft.com/office/drawing/2014/main" id="{AA5680C2-87BA-2D65-C2D6-BF9A6BFC99DD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0" name="pg104">
                <a:extLst>
                  <a:ext uri="{FF2B5EF4-FFF2-40B4-BE49-F238E27FC236}">
                    <a16:creationId xmlns:a16="http://schemas.microsoft.com/office/drawing/2014/main" id="{5537D6EA-4952-0797-4F4C-BE0ECA68CB6B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1" name="pg105">
                <a:extLst>
                  <a:ext uri="{FF2B5EF4-FFF2-40B4-BE49-F238E27FC236}">
                    <a16:creationId xmlns:a16="http://schemas.microsoft.com/office/drawing/2014/main" id="{5EF920B5-4507-54D4-35EA-EA57F94A7D4E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2" name="pg106">
                <a:extLst>
                  <a:ext uri="{FF2B5EF4-FFF2-40B4-BE49-F238E27FC236}">
                    <a16:creationId xmlns:a16="http://schemas.microsoft.com/office/drawing/2014/main" id="{5CC67F47-8BE3-27BF-79BE-ABD08AB19047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3" name="pg107">
                <a:extLst>
                  <a:ext uri="{FF2B5EF4-FFF2-40B4-BE49-F238E27FC236}">
                    <a16:creationId xmlns:a16="http://schemas.microsoft.com/office/drawing/2014/main" id="{853AF3BC-3377-E3C8-4710-F2623322F16F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4" name="pg108">
                <a:extLst>
                  <a:ext uri="{FF2B5EF4-FFF2-40B4-BE49-F238E27FC236}">
                    <a16:creationId xmlns:a16="http://schemas.microsoft.com/office/drawing/2014/main" id="{17C44A21-E0F3-3225-3170-F408D0147074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5" name="pg109">
                <a:extLst>
                  <a:ext uri="{FF2B5EF4-FFF2-40B4-BE49-F238E27FC236}">
                    <a16:creationId xmlns:a16="http://schemas.microsoft.com/office/drawing/2014/main" id="{A5476D48-325E-34F0-587E-3827715CE15A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6" name="pg110">
                <a:extLst>
                  <a:ext uri="{FF2B5EF4-FFF2-40B4-BE49-F238E27FC236}">
                    <a16:creationId xmlns:a16="http://schemas.microsoft.com/office/drawing/2014/main" id="{B71B7348-84A0-4376-3E75-D9F04F092FCE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7" name="pg111">
                <a:extLst>
                  <a:ext uri="{FF2B5EF4-FFF2-40B4-BE49-F238E27FC236}">
                    <a16:creationId xmlns:a16="http://schemas.microsoft.com/office/drawing/2014/main" id="{450CC52E-465C-FADC-FA7A-37EA5EE99B02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8" name="pg112">
                <a:extLst>
                  <a:ext uri="{FF2B5EF4-FFF2-40B4-BE49-F238E27FC236}">
                    <a16:creationId xmlns:a16="http://schemas.microsoft.com/office/drawing/2014/main" id="{003B2B5B-AD5B-0E69-BF89-21AFED9E42DF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9" name="pg113">
                <a:extLst>
                  <a:ext uri="{FF2B5EF4-FFF2-40B4-BE49-F238E27FC236}">
                    <a16:creationId xmlns:a16="http://schemas.microsoft.com/office/drawing/2014/main" id="{9A081541-48B3-E22E-34D3-40A248E42883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0" name="pg114">
                <a:extLst>
                  <a:ext uri="{FF2B5EF4-FFF2-40B4-BE49-F238E27FC236}">
                    <a16:creationId xmlns:a16="http://schemas.microsoft.com/office/drawing/2014/main" id="{CCB54EFD-4700-35E0-C742-E6BC73331438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1" name="pg115">
                <a:extLst>
                  <a:ext uri="{FF2B5EF4-FFF2-40B4-BE49-F238E27FC236}">
                    <a16:creationId xmlns:a16="http://schemas.microsoft.com/office/drawing/2014/main" id="{92F2E246-E82C-A603-2C30-4B00BDBDB63A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2" name="pg116">
                <a:extLst>
                  <a:ext uri="{FF2B5EF4-FFF2-40B4-BE49-F238E27FC236}">
                    <a16:creationId xmlns:a16="http://schemas.microsoft.com/office/drawing/2014/main" id="{D98487AB-DBCE-BC3D-5597-55C5A85049B2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3" name="pg117">
                <a:extLst>
                  <a:ext uri="{FF2B5EF4-FFF2-40B4-BE49-F238E27FC236}">
                    <a16:creationId xmlns:a16="http://schemas.microsoft.com/office/drawing/2014/main" id="{6F6A6454-29D0-7105-C51D-5E335707A9F0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4" name="pg118">
                <a:extLst>
                  <a:ext uri="{FF2B5EF4-FFF2-40B4-BE49-F238E27FC236}">
                    <a16:creationId xmlns:a16="http://schemas.microsoft.com/office/drawing/2014/main" id="{DC303E60-AA71-72D3-F589-ABC096C96B9E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5" name="pg119">
                <a:extLst>
                  <a:ext uri="{FF2B5EF4-FFF2-40B4-BE49-F238E27FC236}">
                    <a16:creationId xmlns:a16="http://schemas.microsoft.com/office/drawing/2014/main" id="{73AB3B84-89F0-9C0A-CEED-FF0BE8C7E2E6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6" name="pg120">
                <a:extLst>
                  <a:ext uri="{FF2B5EF4-FFF2-40B4-BE49-F238E27FC236}">
                    <a16:creationId xmlns:a16="http://schemas.microsoft.com/office/drawing/2014/main" id="{F4335CE2-5143-102E-E3B5-A2B8F015E8DA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7" name="pg121">
                <a:extLst>
                  <a:ext uri="{FF2B5EF4-FFF2-40B4-BE49-F238E27FC236}">
                    <a16:creationId xmlns:a16="http://schemas.microsoft.com/office/drawing/2014/main" id="{02A3CED6-0089-11D2-6F6C-0D7FD27AFC0C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8" name="pg122">
                <a:extLst>
                  <a:ext uri="{FF2B5EF4-FFF2-40B4-BE49-F238E27FC236}">
                    <a16:creationId xmlns:a16="http://schemas.microsoft.com/office/drawing/2014/main" id="{96EB77F0-C364-CA9E-2EBC-99088C5E6398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9" name="pg123">
                <a:extLst>
                  <a:ext uri="{FF2B5EF4-FFF2-40B4-BE49-F238E27FC236}">
                    <a16:creationId xmlns:a16="http://schemas.microsoft.com/office/drawing/2014/main" id="{3FA34DDA-DB09-CD10-286E-83EFC3E2F345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0" name="pg124">
                <a:extLst>
                  <a:ext uri="{FF2B5EF4-FFF2-40B4-BE49-F238E27FC236}">
                    <a16:creationId xmlns:a16="http://schemas.microsoft.com/office/drawing/2014/main" id="{44ECFB90-DFCA-BF86-C5BB-469DD38259C1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1" name="pg125">
                <a:extLst>
                  <a:ext uri="{FF2B5EF4-FFF2-40B4-BE49-F238E27FC236}">
                    <a16:creationId xmlns:a16="http://schemas.microsoft.com/office/drawing/2014/main" id="{F525A19B-C1AC-6BA6-E0F8-6BFC1C028F05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2" name="pg126">
                <a:extLst>
                  <a:ext uri="{FF2B5EF4-FFF2-40B4-BE49-F238E27FC236}">
                    <a16:creationId xmlns:a16="http://schemas.microsoft.com/office/drawing/2014/main" id="{F82B9F36-4F3E-DF48-A6B3-CAE9B374BCC7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3" name="pg127">
                <a:extLst>
                  <a:ext uri="{FF2B5EF4-FFF2-40B4-BE49-F238E27FC236}">
                    <a16:creationId xmlns:a16="http://schemas.microsoft.com/office/drawing/2014/main" id="{8DDBFA07-D616-E852-BBE2-ED2B904C5469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4" name="pg128">
                <a:extLst>
                  <a:ext uri="{FF2B5EF4-FFF2-40B4-BE49-F238E27FC236}">
                    <a16:creationId xmlns:a16="http://schemas.microsoft.com/office/drawing/2014/main" id="{1960A3F5-AA72-8F48-1F1E-1518AEE8118A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5" name="pg129">
                <a:extLst>
                  <a:ext uri="{FF2B5EF4-FFF2-40B4-BE49-F238E27FC236}">
                    <a16:creationId xmlns:a16="http://schemas.microsoft.com/office/drawing/2014/main" id="{3FA2E87D-90F2-B70D-21BB-AA1FA3C82280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6" name="pg130">
                <a:extLst>
                  <a:ext uri="{FF2B5EF4-FFF2-40B4-BE49-F238E27FC236}">
                    <a16:creationId xmlns:a16="http://schemas.microsoft.com/office/drawing/2014/main" id="{1C339296-C371-0ED1-C2A8-3EC028EB6603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7" name="pg131">
                <a:extLst>
                  <a:ext uri="{FF2B5EF4-FFF2-40B4-BE49-F238E27FC236}">
                    <a16:creationId xmlns:a16="http://schemas.microsoft.com/office/drawing/2014/main" id="{5FBE3BB1-D570-5667-61DD-B61985C96FFA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8" name="pg132">
                <a:extLst>
                  <a:ext uri="{FF2B5EF4-FFF2-40B4-BE49-F238E27FC236}">
                    <a16:creationId xmlns:a16="http://schemas.microsoft.com/office/drawing/2014/main" id="{3AC1C15A-E8F2-30B8-6C81-49122AEDFFB0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9" name="pg133">
                <a:extLst>
                  <a:ext uri="{FF2B5EF4-FFF2-40B4-BE49-F238E27FC236}">
                    <a16:creationId xmlns:a16="http://schemas.microsoft.com/office/drawing/2014/main" id="{90E591EA-D59E-A8B9-6256-18FA5BC687DD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0" name="pg134">
                <a:extLst>
                  <a:ext uri="{FF2B5EF4-FFF2-40B4-BE49-F238E27FC236}">
                    <a16:creationId xmlns:a16="http://schemas.microsoft.com/office/drawing/2014/main" id="{4A39BC10-ABBE-8070-24B6-362BB8E69934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1" name="pg135">
                <a:extLst>
                  <a:ext uri="{FF2B5EF4-FFF2-40B4-BE49-F238E27FC236}">
                    <a16:creationId xmlns:a16="http://schemas.microsoft.com/office/drawing/2014/main" id="{625EDB18-7686-D2EF-D69B-D87EDD8C5D92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2" name="pg136">
                <a:extLst>
                  <a:ext uri="{FF2B5EF4-FFF2-40B4-BE49-F238E27FC236}">
                    <a16:creationId xmlns:a16="http://schemas.microsoft.com/office/drawing/2014/main" id="{C9C54063-5D0C-A422-F724-E139EF8C4EBD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3" name="pg137">
                <a:extLst>
                  <a:ext uri="{FF2B5EF4-FFF2-40B4-BE49-F238E27FC236}">
                    <a16:creationId xmlns:a16="http://schemas.microsoft.com/office/drawing/2014/main" id="{1FC134AE-9EA5-12A4-4AEE-BF325B0EB04E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4" name="pg138">
                <a:extLst>
                  <a:ext uri="{FF2B5EF4-FFF2-40B4-BE49-F238E27FC236}">
                    <a16:creationId xmlns:a16="http://schemas.microsoft.com/office/drawing/2014/main" id="{06B77808-4CEB-5101-9706-DC320334EBC3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5" name="pg139">
                <a:extLst>
                  <a:ext uri="{FF2B5EF4-FFF2-40B4-BE49-F238E27FC236}">
                    <a16:creationId xmlns:a16="http://schemas.microsoft.com/office/drawing/2014/main" id="{49971F91-4792-9217-AF94-996A7B7658B9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6" name="pg140">
                <a:extLst>
                  <a:ext uri="{FF2B5EF4-FFF2-40B4-BE49-F238E27FC236}">
                    <a16:creationId xmlns:a16="http://schemas.microsoft.com/office/drawing/2014/main" id="{CA56636E-C5F5-7B70-D567-1BD316C563F6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7" name="pg141">
                <a:extLst>
                  <a:ext uri="{FF2B5EF4-FFF2-40B4-BE49-F238E27FC236}">
                    <a16:creationId xmlns:a16="http://schemas.microsoft.com/office/drawing/2014/main" id="{5AAEE406-EF02-D73E-CD5B-1DCC4D2AB863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8" name="pg142">
                <a:extLst>
                  <a:ext uri="{FF2B5EF4-FFF2-40B4-BE49-F238E27FC236}">
                    <a16:creationId xmlns:a16="http://schemas.microsoft.com/office/drawing/2014/main" id="{6AEA743D-D80C-14CF-D295-8EC5C3AAD57F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9" name="pg143">
                <a:extLst>
                  <a:ext uri="{FF2B5EF4-FFF2-40B4-BE49-F238E27FC236}">
                    <a16:creationId xmlns:a16="http://schemas.microsoft.com/office/drawing/2014/main" id="{D3EA5AF9-564C-EACB-08B4-FCAEA54460F9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0" name="pg144">
                <a:extLst>
                  <a:ext uri="{FF2B5EF4-FFF2-40B4-BE49-F238E27FC236}">
                    <a16:creationId xmlns:a16="http://schemas.microsoft.com/office/drawing/2014/main" id="{87FF4B97-2976-583D-AA24-2AEA8B118096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1" name="pg145">
                <a:extLst>
                  <a:ext uri="{FF2B5EF4-FFF2-40B4-BE49-F238E27FC236}">
                    <a16:creationId xmlns:a16="http://schemas.microsoft.com/office/drawing/2014/main" id="{071F4057-A658-DCC1-5CDB-B400D6CEB6BA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2" name="pg146">
                <a:extLst>
                  <a:ext uri="{FF2B5EF4-FFF2-40B4-BE49-F238E27FC236}">
                    <a16:creationId xmlns:a16="http://schemas.microsoft.com/office/drawing/2014/main" id="{E91C22E0-DD60-5C29-02EF-EDBB4CC54242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3" name="pg147">
                <a:extLst>
                  <a:ext uri="{FF2B5EF4-FFF2-40B4-BE49-F238E27FC236}">
                    <a16:creationId xmlns:a16="http://schemas.microsoft.com/office/drawing/2014/main" id="{6ADBE29C-B2C2-202A-3F83-C50A8C87009E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4" name="pg148">
                <a:extLst>
                  <a:ext uri="{FF2B5EF4-FFF2-40B4-BE49-F238E27FC236}">
                    <a16:creationId xmlns:a16="http://schemas.microsoft.com/office/drawing/2014/main" id="{F0B7A52C-73EB-B0FD-6CBE-C55BEF427BFF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5" name="pg149">
                <a:extLst>
                  <a:ext uri="{FF2B5EF4-FFF2-40B4-BE49-F238E27FC236}">
                    <a16:creationId xmlns:a16="http://schemas.microsoft.com/office/drawing/2014/main" id="{0E20AADB-8A08-97C9-3549-EC034C3584E5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6" name="pg150">
                <a:extLst>
                  <a:ext uri="{FF2B5EF4-FFF2-40B4-BE49-F238E27FC236}">
                    <a16:creationId xmlns:a16="http://schemas.microsoft.com/office/drawing/2014/main" id="{9AEB564A-5DE6-B7CA-0EF2-35BD4FDF90F2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7" name="pg151">
                <a:extLst>
                  <a:ext uri="{FF2B5EF4-FFF2-40B4-BE49-F238E27FC236}">
                    <a16:creationId xmlns:a16="http://schemas.microsoft.com/office/drawing/2014/main" id="{9E27D9F1-08F1-9596-5C77-F29C4245E716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8" name="pg152">
                <a:extLst>
                  <a:ext uri="{FF2B5EF4-FFF2-40B4-BE49-F238E27FC236}">
                    <a16:creationId xmlns:a16="http://schemas.microsoft.com/office/drawing/2014/main" id="{1786F9E1-88EB-B53B-6896-57602F7212E1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9" name="pg153">
                <a:extLst>
                  <a:ext uri="{FF2B5EF4-FFF2-40B4-BE49-F238E27FC236}">
                    <a16:creationId xmlns:a16="http://schemas.microsoft.com/office/drawing/2014/main" id="{FCBB8A77-4CDF-63E2-A059-B08C45DE0F2A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0" name="pg154">
                <a:extLst>
                  <a:ext uri="{FF2B5EF4-FFF2-40B4-BE49-F238E27FC236}">
                    <a16:creationId xmlns:a16="http://schemas.microsoft.com/office/drawing/2014/main" id="{29F40164-4F09-13C7-D4FB-52C0A33CB9D9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1" name="pg155">
                <a:extLst>
                  <a:ext uri="{FF2B5EF4-FFF2-40B4-BE49-F238E27FC236}">
                    <a16:creationId xmlns:a16="http://schemas.microsoft.com/office/drawing/2014/main" id="{326D291A-A300-D500-74B2-CFB3DC9D2E82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2" name="pg156">
                <a:extLst>
                  <a:ext uri="{FF2B5EF4-FFF2-40B4-BE49-F238E27FC236}">
                    <a16:creationId xmlns:a16="http://schemas.microsoft.com/office/drawing/2014/main" id="{6DE7793C-D753-71B0-E0C9-14558EFD3DA3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3" name="pg157">
                <a:extLst>
                  <a:ext uri="{FF2B5EF4-FFF2-40B4-BE49-F238E27FC236}">
                    <a16:creationId xmlns:a16="http://schemas.microsoft.com/office/drawing/2014/main" id="{88DC65D0-07C8-4277-6002-3DFBE0FDB5F7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4" name="pg158">
                <a:extLst>
                  <a:ext uri="{FF2B5EF4-FFF2-40B4-BE49-F238E27FC236}">
                    <a16:creationId xmlns:a16="http://schemas.microsoft.com/office/drawing/2014/main" id="{88B03A89-D136-37EF-F576-5FB963699196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5" name="pg159">
                <a:extLst>
                  <a:ext uri="{FF2B5EF4-FFF2-40B4-BE49-F238E27FC236}">
                    <a16:creationId xmlns:a16="http://schemas.microsoft.com/office/drawing/2014/main" id="{4FEA7CA4-30FA-4AB2-23D6-9801005C2B0E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6" name="pg160">
                <a:extLst>
                  <a:ext uri="{FF2B5EF4-FFF2-40B4-BE49-F238E27FC236}">
                    <a16:creationId xmlns:a16="http://schemas.microsoft.com/office/drawing/2014/main" id="{21BB9B94-9AA2-C2E3-A570-7B1301F9AFFB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7" name="pg161">
                <a:extLst>
                  <a:ext uri="{FF2B5EF4-FFF2-40B4-BE49-F238E27FC236}">
                    <a16:creationId xmlns:a16="http://schemas.microsoft.com/office/drawing/2014/main" id="{E6D904CF-A1A4-418F-B345-24C4529FD014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8" name="pg162">
                <a:extLst>
                  <a:ext uri="{FF2B5EF4-FFF2-40B4-BE49-F238E27FC236}">
                    <a16:creationId xmlns:a16="http://schemas.microsoft.com/office/drawing/2014/main" id="{70F67466-D750-09A8-1D89-FF3B5728104A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9" name="pg163">
                <a:extLst>
                  <a:ext uri="{FF2B5EF4-FFF2-40B4-BE49-F238E27FC236}">
                    <a16:creationId xmlns:a16="http://schemas.microsoft.com/office/drawing/2014/main" id="{8093FD6D-D41B-3A1E-E377-9C2D9F5244CF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0" name="pg164">
                <a:extLst>
                  <a:ext uri="{FF2B5EF4-FFF2-40B4-BE49-F238E27FC236}">
                    <a16:creationId xmlns:a16="http://schemas.microsoft.com/office/drawing/2014/main" id="{1E9028C3-578C-CEF8-0BEB-EE6DAE0A20D5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1" name="pg165">
                <a:extLst>
                  <a:ext uri="{FF2B5EF4-FFF2-40B4-BE49-F238E27FC236}">
                    <a16:creationId xmlns:a16="http://schemas.microsoft.com/office/drawing/2014/main" id="{E8831FAC-66A6-F501-3192-1552BF9CBA67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2" name="pg166">
                <a:extLst>
                  <a:ext uri="{FF2B5EF4-FFF2-40B4-BE49-F238E27FC236}">
                    <a16:creationId xmlns:a16="http://schemas.microsoft.com/office/drawing/2014/main" id="{A37E510C-BCFF-5131-25A0-8668366B1426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3" name="pg167">
                <a:extLst>
                  <a:ext uri="{FF2B5EF4-FFF2-40B4-BE49-F238E27FC236}">
                    <a16:creationId xmlns:a16="http://schemas.microsoft.com/office/drawing/2014/main" id="{7969EE85-8F75-EE4E-E9DD-ACD28AE2F2F9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4" name="pg168">
                <a:extLst>
                  <a:ext uri="{FF2B5EF4-FFF2-40B4-BE49-F238E27FC236}">
                    <a16:creationId xmlns:a16="http://schemas.microsoft.com/office/drawing/2014/main" id="{82A6164E-892C-9362-DD70-A07EF83B1939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5" name="pg169">
                <a:extLst>
                  <a:ext uri="{FF2B5EF4-FFF2-40B4-BE49-F238E27FC236}">
                    <a16:creationId xmlns:a16="http://schemas.microsoft.com/office/drawing/2014/main" id="{93900D56-BA65-0117-4355-8170F6BB390A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6" name="pg170">
                <a:extLst>
                  <a:ext uri="{FF2B5EF4-FFF2-40B4-BE49-F238E27FC236}">
                    <a16:creationId xmlns:a16="http://schemas.microsoft.com/office/drawing/2014/main" id="{35489DBD-97EA-C71F-16B9-5E9158AD8698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7" name="pg171">
                <a:extLst>
                  <a:ext uri="{FF2B5EF4-FFF2-40B4-BE49-F238E27FC236}">
                    <a16:creationId xmlns:a16="http://schemas.microsoft.com/office/drawing/2014/main" id="{03F934B5-8D17-80DF-BE6D-AFB926F4A9A2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8" name="pg172">
                <a:extLst>
                  <a:ext uri="{FF2B5EF4-FFF2-40B4-BE49-F238E27FC236}">
                    <a16:creationId xmlns:a16="http://schemas.microsoft.com/office/drawing/2014/main" id="{DC885708-44EF-8380-774A-F3E621B742C5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9" name="pg173">
                <a:extLst>
                  <a:ext uri="{FF2B5EF4-FFF2-40B4-BE49-F238E27FC236}">
                    <a16:creationId xmlns:a16="http://schemas.microsoft.com/office/drawing/2014/main" id="{38E63F9B-BA8A-B3FB-F87A-9CAEDC5BFCCF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0" name="pg174">
                <a:extLst>
                  <a:ext uri="{FF2B5EF4-FFF2-40B4-BE49-F238E27FC236}">
                    <a16:creationId xmlns:a16="http://schemas.microsoft.com/office/drawing/2014/main" id="{72221967-8FBE-DB30-60B6-EE323DFD97EF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1" name="pg175">
                <a:extLst>
                  <a:ext uri="{FF2B5EF4-FFF2-40B4-BE49-F238E27FC236}">
                    <a16:creationId xmlns:a16="http://schemas.microsoft.com/office/drawing/2014/main" id="{AAD5F77B-78E4-29F6-2BA8-34A7C281C658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2" name="pg176">
                <a:extLst>
                  <a:ext uri="{FF2B5EF4-FFF2-40B4-BE49-F238E27FC236}">
                    <a16:creationId xmlns:a16="http://schemas.microsoft.com/office/drawing/2014/main" id="{FA82E2A0-35AC-D639-3CC7-CEFA99631265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3" name="pg177">
                <a:extLst>
                  <a:ext uri="{FF2B5EF4-FFF2-40B4-BE49-F238E27FC236}">
                    <a16:creationId xmlns:a16="http://schemas.microsoft.com/office/drawing/2014/main" id="{757AC9AB-7860-06EC-C8AB-6DEE17CC4AD3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4" name="pg178">
                <a:extLst>
                  <a:ext uri="{FF2B5EF4-FFF2-40B4-BE49-F238E27FC236}">
                    <a16:creationId xmlns:a16="http://schemas.microsoft.com/office/drawing/2014/main" id="{19A125A9-E3D1-7B55-1567-63A8DF18FD72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5" name="pg179">
                <a:extLst>
                  <a:ext uri="{FF2B5EF4-FFF2-40B4-BE49-F238E27FC236}">
                    <a16:creationId xmlns:a16="http://schemas.microsoft.com/office/drawing/2014/main" id="{C421A6A3-F3AE-BEDD-E4D8-EC60804AC898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6" name="pg180">
                <a:extLst>
                  <a:ext uri="{FF2B5EF4-FFF2-40B4-BE49-F238E27FC236}">
                    <a16:creationId xmlns:a16="http://schemas.microsoft.com/office/drawing/2014/main" id="{5664E37F-D703-7532-5795-03167272428B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7" name="pg181">
                <a:extLst>
                  <a:ext uri="{FF2B5EF4-FFF2-40B4-BE49-F238E27FC236}">
                    <a16:creationId xmlns:a16="http://schemas.microsoft.com/office/drawing/2014/main" id="{B20DE004-1F5C-C162-05CC-FC4692F0B4F0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8" name="pg182">
                <a:extLst>
                  <a:ext uri="{FF2B5EF4-FFF2-40B4-BE49-F238E27FC236}">
                    <a16:creationId xmlns:a16="http://schemas.microsoft.com/office/drawing/2014/main" id="{B5EFCFEC-46A1-9FE6-9A2E-02AD6E18B3E1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9" name="pg183">
                <a:extLst>
                  <a:ext uri="{FF2B5EF4-FFF2-40B4-BE49-F238E27FC236}">
                    <a16:creationId xmlns:a16="http://schemas.microsoft.com/office/drawing/2014/main" id="{EFAA6415-E8A1-A31C-59D9-CA3C253D114F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0" name="pg184">
                <a:extLst>
                  <a:ext uri="{FF2B5EF4-FFF2-40B4-BE49-F238E27FC236}">
                    <a16:creationId xmlns:a16="http://schemas.microsoft.com/office/drawing/2014/main" id="{715788BA-A9CA-E9C3-766C-7F9D6ABAC61B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1" name="pg185">
                <a:extLst>
                  <a:ext uri="{FF2B5EF4-FFF2-40B4-BE49-F238E27FC236}">
                    <a16:creationId xmlns:a16="http://schemas.microsoft.com/office/drawing/2014/main" id="{5C089E65-8B8C-F1D7-2383-8640E6345AFF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2" name="pg186">
                <a:extLst>
                  <a:ext uri="{FF2B5EF4-FFF2-40B4-BE49-F238E27FC236}">
                    <a16:creationId xmlns:a16="http://schemas.microsoft.com/office/drawing/2014/main" id="{B5CBB364-8907-8CB8-1730-CC15E949BE10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3" name="pg187">
                <a:extLst>
                  <a:ext uri="{FF2B5EF4-FFF2-40B4-BE49-F238E27FC236}">
                    <a16:creationId xmlns:a16="http://schemas.microsoft.com/office/drawing/2014/main" id="{D0E96FF9-3AAE-22F8-AEC4-0E18B92AEB19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4" name="pg188">
                <a:extLst>
                  <a:ext uri="{FF2B5EF4-FFF2-40B4-BE49-F238E27FC236}">
                    <a16:creationId xmlns:a16="http://schemas.microsoft.com/office/drawing/2014/main" id="{971BFC69-5752-0474-2E94-48FC94E7ABFE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5" name="pg189">
                <a:extLst>
                  <a:ext uri="{FF2B5EF4-FFF2-40B4-BE49-F238E27FC236}">
                    <a16:creationId xmlns:a16="http://schemas.microsoft.com/office/drawing/2014/main" id="{37440F79-5FF1-62DE-D276-28C5FFC46969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6" name="pg190">
                <a:extLst>
                  <a:ext uri="{FF2B5EF4-FFF2-40B4-BE49-F238E27FC236}">
                    <a16:creationId xmlns:a16="http://schemas.microsoft.com/office/drawing/2014/main" id="{A3F6DDC8-21B4-8742-B034-119C2410E7F4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7" name="pg191">
                <a:extLst>
                  <a:ext uri="{FF2B5EF4-FFF2-40B4-BE49-F238E27FC236}">
                    <a16:creationId xmlns:a16="http://schemas.microsoft.com/office/drawing/2014/main" id="{70E3CCC5-12B3-7CF6-634C-2058D2AAC6E1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8" name="pg192">
                <a:extLst>
                  <a:ext uri="{FF2B5EF4-FFF2-40B4-BE49-F238E27FC236}">
                    <a16:creationId xmlns:a16="http://schemas.microsoft.com/office/drawing/2014/main" id="{4747D607-0270-1C1C-EEFD-4F002E3F347F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9" name="pg193">
                <a:extLst>
                  <a:ext uri="{FF2B5EF4-FFF2-40B4-BE49-F238E27FC236}">
                    <a16:creationId xmlns:a16="http://schemas.microsoft.com/office/drawing/2014/main" id="{E70A5D21-D360-FC38-C9BB-8A310AF70B99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0" name="pg194">
                <a:extLst>
                  <a:ext uri="{FF2B5EF4-FFF2-40B4-BE49-F238E27FC236}">
                    <a16:creationId xmlns:a16="http://schemas.microsoft.com/office/drawing/2014/main" id="{8B84EE9B-ED4A-DE05-319C-CF9F92C6C0C2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1" name="pg195">
                <a:extLst>
                  <a:ext uri="{FF2B5EF4-FFF2-40B4-BE49-F238E27FC236}">
                    <a16:creationId xmlns:a16="http://schemas.microsoft.com/office/drawing/2014/main" id="{4165AA72-8293-81C2-C29A-6D3FAE9026A6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2" name="pg196">
                <a:extLst>
                  <a:ext uri="{FF2B5EF4-FFF2-40B4-BE49-F238E27FC236}">
                    <a16:creationId xmlns:a16="http://schemas.microsoft.com/office/drawing/2014/main" id="{E8D0FCE6-DF3F-8938-C85F-440D82E3C6CE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3" name="pg197">
                <a:extLst>
                  <a:ext uri="{FF2B5EF4-FFF2-40B4-BE49-F238E27FC236}">
                    <a16:creationId xmlns:a16="http://schemas.microsoft.com/office/drawing/2014/main" id="{6847D7ED-CCA7-56AE-8C5A-189D172DD5D1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4" name="pg198">
                <a:extLst>
                  <a:ext uri="{FF2B5EF4-FFF2-40B4-BE49-F238E27FC236}">
                    <a16:creationId xmlns:a16="http://schemas.microsoft.com/office/drawing/2014/main" id="{11CAC2C2-A3E4-E0B7-B602-F864585423D4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5" name="pg199">
                <a:extLst>
                  <a:ext uri="{FF2B5EF4-FFF2-40B4-BE49-F238E27FC236}">
                    <a16:creationId xmlns:a16="http://schemas.microsoft.com/office/drawing/2014/main" id="{B53DFEF8-0A48-09E1-426D-1DEF1798E04B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6" name="pg200">
                <a:extLst>
                  <a:ext uri="{FF2B5EF4-FFF2-40B4-BE49-F238E27FC236}">
                    <a16:creationId xmlns:a16="http://schemas.microsoft.com/office/drawing/2014/main" id="{6763336F-57C8-7436-1401-7244795765A9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7" name="pg201">
                <a:extLst>
                  <a:ext uri="{FF2B5EF4-FFF2-40B4-BE49-F238E27FC236}">
                    <a16:creationId xmlns:a16="http://schemas.microsoft.com/office/drawing/2014/main" id="{F6901BC7-D228-6F9D-E515-5A4E0E6F370B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8" name="pg202">
                <a:extLst>
                  <a:ext uri="{FF2B5EF4-FFF2-40B4-BE49-F238E27FC236}">
                    <a16:creationId xmlns:a16="http://schemas.microsoft.com/office/drawing/2014/main" id="{CABB4BEF-F240-B94F-5D95-1B114E2039E2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9" name="pg203">
                <a:extLst>
                  <a:ext uri="{FF2B5EF4-FFF2-40B4-BE49-F238E27FC236}">
                    <a16:creationId xmlns:a16="http://schemas.microsoft.com/office/drawing/2014/main" id="{1EF35BF9-2614-503A-0BB0-D3A70B0ECB3C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0" name="pg204">
                <a:extLst>
                  <a:ext uri="{FF2B5EF4-FFF2-40B4-BE49-F238E27FC236}">
                    <a16:creationId xmlns:a16="http://schemas.microsoft.com/office/drawing/2014/main" id="{AD1CDE50-DA86-8E48-C510-A3CB36FD440B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1" name="pg205">
                <a:extLst>
                  <a:ext uri="{FF2B5EF4-FFF2-40B4-BE49-F238E27FC236}">
                    <a16:creationId xmlns:a16="http://schemas.microsoft.com/office/drawing/2014/main" id="{73B060BD-389A-B18C-BEE5-01DF5364D5E2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2" name="pg206">
                <a:extLst>
                  <a:ext uri="{FF2B5EF4-FFF2-40B4-BE49-F238E27FC236}">
                    <a16:creationId xmlns:a16="http://schemas.microsoft.com/office/drawing/2014/main" id="{4F6B7B31-5866-F509-FE11-AC0A28109FAB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3" name="pg207">
                <a:extLst>
                  <a:ext uri="{FF2B5EF4-FFF2-40B4-BE49-F238E27FC236}">
                    <a16:creationId xmlns:a16="http://schemas.microsoft.com/office/drawing/2014/main" id="{05AA4C4A-84A3-3B29-99AA-B25FB065D97E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4" name="pg208">
                <a:extLst>
                  <a:ext uri="{FF2B5EF4-FFF2-40B4-BE49-F238E27FC236}">
                    <a16:creationId xmlns:a16="http://schemas.microsoft.com/office/drawing/2014/main" id="{0A733AD2-FA3A-05C8-825A-9EE34671B9BC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5" name="pg209">
                <a:extLst>
                  <a:ext uri="{FF2B5EF4-FFF2-40B4-BE49-F238E27FC236}">
                    <a16:creationId xmlns:a16="http://schemas.microsoft.com/office/drawing/2014/main" id="{6A9D07FF-5B9E-2332-C886-5730BB5D9E10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6" name="pg210">
                <a:extLst>
                  <a:ext uri="{FF2B5EF4-FFF2-40B4-BE49-F238E27FC236}">
                    <a16:creationId xmlns:a16="http://schemas.microsoft.com/office/drawing/2014/main" id="{3DADA33D-17AC-C523-7117-D2445BF53885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7" name="pg211">
                <a:extLst>
                  <a:ext uri="{FF2B5EF4-FFF2-40B4-BE49-F238E27FC236}">
                    <a16:creationId xmlns:a16="http://schemas.microsoft.com/office/drawing/2014/main" id="{2AD01EB8-8297-FD6F-2E4E-7B8045A6F4A7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8" name="pg212">
                <a:extLst>
                  <a:ext uri="{FF2B5EF4-FFF2-40B4-BE49-F238E27FC236}">
                    <a16:creationId xmlns:a16="http://schemas.microsoft.com/office/drawing/2014/main" id="{A0F18349-F533-E09D-3701-099C12EFCD41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9" name="pg213">
                <a:extLst>
                  <a:ext uri="{FF2B5EF4-FFF2-40B4-BE49-F238E27FC236}">
                    <a16:creationId xmlns:a16="http://schemas.microsoft.com/office/drawing/2014/main" id="{8DCA6C0C-3A36-48CA-0CE3-115D1323CFC4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0" name="pg214">
                <a:extLst>
                  <a:ext uri="{FF2B5EF4-FFF2-40B4-BE49-F238E27FC236}">
                    <a16:creationId xmlns:a16="http://schemas.microsoft.com/office/drawing/2014/main" id="{3A126E4B-4A9D-0A85-8A56-7B4B8ED2D778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1" name="pg215">
                <a:extLst>
                  <a:ext uri="{FF2B5EF4-FFF2-40B4-BE49-F238E27FC236}">
                    <a16:creationId xmlns:a16="http://schemas.microsoft.com/office/drawing/2014/main" id="{05E679D5-32DE-B0F0-A8F4-C2093E3F4FAE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2" name="pg216">
                <a:extLst>
                  <a:ext uri="{FF2B5EF4-FFF2-40B4-BE49-F238E27FC236}">
                    <a16:creationId xmlns:a16="http://schemas.microsoft.com/office/drawing/2014/main" id="{5395ACFB-2683-C9D2-500B-8370E8417D7A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3" name="pg217">
                <a:extLst>
                  <a:ext uri="{FF2B5EF4-FFF2-40B4-BE49-F238E27FC236}">
                    <a16:creationId xmlns:a16="http://schemas.microsoft.com/office/drawing/2014/main" id="{CE52C931-E636-4D0E-A1FC-7C33D0657BEB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4" name="pg218">
                <a:extLst>
                  <a:ext uri="{FF2B5EF4-FFF2-40B4-BE49-F238E27FC236}">
                    <a16:creationId xmlns:a16="http://schemas.microsoft.com/office/drawing/2014/main" id="{E8339E1E-6C1C-EEE4-9EE3-1B34C5B84B03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5" name="pg219">
                <a:extLst>
                  <a:ext uri="{FF2B5EF4-FFF2-40B4-BE49-F238E27FC236}">
                    <a16:creationId xmlns:a16="http://schemas.microsoft.com/office/drawing/2014/main" id="{434DF887-8CD9-BDA5-F672-869C05634609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6" name="pg220">
                <a:extLst>
                  <a:ext uri="{FF2B5EF4-FFF2-40B4-BE49-F238E27FC236}">
                    <a16:creationId xmlns:a16="http://schemas.microsoft.com/office/drawing/2014/main" id="{6C5316C8-6C57-0F4D-019C-DCBC3B4CAAFE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7" name="pg221">
                <a:extLst>
                  <a:ext uri="{FF2B5EF4-FFF2-40B4-BE49-F238E27FC236}">
                    <a16:creationId xmlns:a16="http://schemas.microsoft.com/office/drawing/2014/main" id="{66FDF112-5B57-4B7C-A571-4D6F993DBD35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8" name="pg222">
                <a:extLst>
                  <a:ext uri="{FF2B5EF4-FFF2-40B4-BE49-F238E27FC236}">
                    <a16:creationId xmlns:a16="http://schemas.microsoft.com/office/drawing/2014/main" id="{1A70B896-61E4-29AC-1542-0907598B4E0B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9" name="pg223">
                <a:extLst>
                  <a:ext uri="{FF2B5EF4-FFF2-40B4-BE49-F238E27FC236}">
                    <a16:creationId xmlns:a16="http://schemas.microsoft.com/office/drawing/2014/main" id="{D279E6DF-7149-5E73-0A85-3A173928F31A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0" name="pg224">
                <a:extLst>
                  <a:ext uri="{FF2B5EF4-FFF2-40B4-BE49-F238E27FC236}">
                    <a16:creationId xmlns:a16="http://schemas.microsoft.com/office/drawing/2014/main" id="{BFC96739-63D8-E253-E5B4-439998E49DF0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1" name="pg225">
                <a:extLst>
                  <a:ext uri="{FF2B5EF4-FFF2-40B4-BE49-F238E27FC236}">
                    <a16:creationId xmlns:a16="http://schemas.microsoft.com/office/drawing/2014/main" id="{116241D7-ED93-DDB2-4F5C-11D67FF5A185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2" name="pg226">
                <a:extLst>
                  <a:ext uri="{FF2B5EF4-FFF2-40B4-BE49-F238E27FC236}">
                    <a16:creationId xmlns:a16="http://schemas.microsoft.com/office/drawing/2014/main" id="{6715C1DD-F8B0-1C3C-3421-04C80B39F932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3" name="pg227">
                <a:extLst>
                  <a:ext uri="{FF2B5EF4-FFF2-40B4-BE49-F238E27FC236}">
                    <a16:creationId xmlns:a16="http://schemas.microsoft.com/office/drawing/2014/main" id="{ACEA6BA6-BF79-B76E-4162-A69EEA463952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4" name="pg228">
                <a:extLst>
                  <a:ext uri="{FF2B5EF4-FFF2-40B4-BE49-F238E27FC236}">
                    <a16:creationId xmlns:a16="http://schemas.microsoft.com/office/drawing/2014/main" id="{485D32BC-42A1-C2CE-06A3-5049400E69F3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5" name="pg229">
                <a:extLst>
                  <a:ext uri="{FF2B5EF4-FFF2-40B4-BE49-F238E27FC236}">
                    <a16:creationId xmlns:a16="http://schemas.microsoft.com/office/drawing/2014/main" id="{8D56DB96-4476-20F0-C57C-5348E92B1430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6" name="pg230">
                <a:extLst>
                  <a:ext uri="{FF2B5EF4-FFF2-40B4-BE49-F238E27FC236}">
                    <a16:creationId xmlns:a16="http://schemas.microsoft.com/office/drawing/2014/main" id="{77E35BD7-EFF9-F4F0-9A77-8C7D0BB83931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7" name="pg231">
                <a:extLst>
                  <a:ext uri="{FF2B5EF4-FFF2-40B4-BE49-F238E27FC236}">
                    <a16:creationId xmlns:a16="http://schemas.microsoft.com/office/drawing/2014/main" id="{A5FB0E74-3CD9-A9E1-AB05-E4D843FC29CC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8" name="pg232">
                <a:extLst>
                  <a:ext uri="{FF2B5EF4-FFF2-40B4-BE49-F238E27FC236}">
                    <a16:creationId xmlns:a16="http://schemas.microsoft.com/office/drawing/2014/main" id="{1915EC8E-F661-6ABB-445C-CE59098BF528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9" name="pg233">
                <a:extLst>
                  <a:ext uri="{FF2B5EF4-FFF2-40B4-BE49-F238E27FC236}">
                    <a16:creationId xmlns:a16="http://schemas.microsoft.com/office/drawing/2014/main" id="{758C3EA4-AC69-B1A8-13C0-9E8CF5579822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0" name="pg234">
                <a:extLst>
                  <a:ext uri="{FF2B5EF4-FFF2-40B4-BE49-F238E27FC236}">
                    <a16:creationId xmlns:a16="http://schemas.microsoft.com/office/drawing/2014/main" id="{BDCDE349-7DDB-2262-F9C0-1AFF866E10B3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1" name="pg235">
                <a:extLst>
                  <a:ext uri="{FF2B5EF4-FFF2-40B4-BE49-F238E27FC236}">
                    <a16:creationId xmlns:a16="http://schemas.microsoft.com/office/drawing/2014/main" id="{31216B78-3ED9-E370-F81C-272EF0948D3B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2" name="pg236">
                <a:extLst>
                  <a:ext uri="{FF2B5EF4-FFF2-40B4-BE49-F238E27FC236}">
                    <a16:creationId xmlns:a16="http://schemas.microsoft.com/office/drawing/2014/main" id="{4A5B408A-1240-40E7-B104-5E445ED6FBF6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3" name="pg237">
                <a:extLst>
                  <a:ext uri="{FF2B5EF4-FFF2-40B4-BE49-F238E27FC236}">
                    <a16:creationId xmlns:a16="http://schemas.microsoft.com/office/drawing/2014/main" id="{474BC2A0-B948-D7C2-11B3-686F922D2DA8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4" name="pg238">
                <a:extLst>
                  <a:ext uri="{FF2B5EF4-FFF2-40B4-BE49-F238E27FC236}">
                    <a16:creationId xmlns:a16="http://schemas.microsoft.com/office/drawing/2014/main" id="{49192898-5E67-6E15-A2C2-6FD8EE09585D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5" name="pg239">
                <a:extLst>
                  <a:ext uri="{FF2B5EF4-FFF2-40B4-BE49-F238E27FC236}">
                    <a16:creationId xmlns:a16="http://schemas.microsoft.com/office/drawing/2014/main" id="{7A64C4D0-ECF7-774B-CDCB-73D022C9D906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6" name="pg240">
                <a:extLst>
                  <a:ext uri="{FF2B5EF4-FFF2-40B4-BE49-F238E27FC236}">
                    <a16:creationId xmlns:a16="http://schemas.microsoft.com/office/drawing/2014/main" id="{FB4B15C2-84C3-D896-4E5D-891279659695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7" name="pg241">
                <a:extLst>
                  <a:ext uri="{FF2B5EF4-FFF2-40B4-BE49-F238E27FC236}">
                    <a16:creationId xmlns:a16="http://schemas.microsoft.com/office/drawing/2014/main" id="{B46E36D7-3C26-2065-FB1D-1994AD49E9E8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8" name="pg242">
                <a:extLst>
                  <a:ext uri="{FF2B5EF4-FFF2-40B4-BE49-F238E27FC236}">
                    <a16:creationId xmlns:a16="http://schemas.microsoft.com/office/drawing/2014/main" id="{97D5928A-0081-5A6A-5731-AAEC2A8E72D0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9" name="pg243">
                <a:extLst>
                  <a:ext uri="{FF2B5EF4-FFF2-40B4-BE49-F238E27FC236}">
                    <a16:creationId xmlns:a16="http://schemas.microsoft.com/office/drawing/2014/main" id="{D88445FD-EAF5-3CD3-55A2-68431C3A2FFB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0" name="pg244">
                <a:extLst>
                  <a:ext uri="{FF2B5EF4-FFF2-40B4-BE49-F238E27FC236}">
                    <a16:creationId xmlns:a16="http://schemas.microsoft.com/office/drawing/2014/main" id="{E8F6D6C8-8420-9667-0FEC-E4160DE72348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1" name="pg245">
                <a:extLst>
                  <a:ext uri="{FF2B5EF4-FFF2-40B4-BE49-F238E27FC236}">
                    <a16:creationId xmlns:a16="http://schemas.microsoft.com/office/drawing/2014/main" id="{D10AFA2A-F172-003B-C15C-2A91EF30A47C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2" name="pg246">
                <a:extLst>
                  <a:ext uri="{FF2B5EF4-FFF2-40B4-BE49-F238E27FC236}">
                    <a16:creationId xmlns:a16="http://schemas.microsoft.com/office/drawing/2014/main" id="{35FF7B28-361C-6D19-5E27-0B8A83087DCA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3" name="pg247">
                <a:extLst>
                  <a:ext uri="{FF2B5EF4-FFF2-40B4-BE49-F238E27FC236}">
                    <a16:creationId xmlns:a16="http://schemas.microsoft.com/office/drawing/2014/main" id="{F862DD36-92F6-8553-719B-9362F43D7540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4" name="pg248">
                <a:extLst>
                  <a:ext uri="{FF2B5EF4-FFF2-40B4-BE49-F238E27FC236}">
                    <a16:creationId xmlns:a16="http://schemas.microsoft.com/office/drawing/2014/main" id="{C742125B-0083-279F-D8F3-F46F8CA7C984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5" name="pg249">
                <a:extLst>
                  <a:ext uri="{FF2B5EF4-FFF2-40B4-BE49-F238E27FC236}">
                    <a16:creationId xmlns:a16="http://schemas.microsoft.com/office/drawing/2014/main" id="{40926358-3156-FEFA-BE1E-F96792383E90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6" name="pg250">
                <a:extLst>
                  <a:ext uri="{FF2B5EF4-FFF2-40B4-BE49-F238E27FC236}">
                    <a16:creationId xmlns:a16="http://schemas.microsoft.com/office/drawing/2014/main" id="{341518DA-1611-3E9E-F54B-D6EC77959232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7" name="pg251">
                <a:extLst>
                  <a:ext uri="{FF2B5EF4-FFF2-40B4-BE49-F238E27FC236}">
                    <a16:creationId xmlns:a16="http://schemas.microsoft.com/office/drawing/2014/main" id="{71794804-0DF9-C5CE-C8E3-8837031531B8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8" name="pg252">
                <a:extLst>
                  <a:ext uri="{FF2B5EF4-FFF2-40B4-BE49-F238E27FC236}">
                    <a16:creationId xmlns:a16="http://schemas.microsoft.com/office/drawing/2014/main" id="{0D8B60AD-B513-23B1-71E3-64CA21D2BD53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9" name="pg253">
                <a:extLst>
                  <a:ext uri="{FF2B5EF4-FFF2-40B4-BE49-F238E27FC236}">
                    <a16:creationId xmlns:a16="http://schemas.microsoft.com/office/drawing/2014/main" id="{DBF930D7-861E-8E8B-5A2F-BECCCF8B34A5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0" name="pg254">
                <a:extLst>
                  <a:ext uri="{FF2B5EF4-FFF2-40B4-BE49-F238E27FC236}">
                    <a16:creationId xmlns:a16="http://schemas.microsoft.com/office/drawing/2014/main" id="{6F7C8A2D-0BC4-CC29-3EA7-90CA388EED7B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1" name="pg255">
                <a:extLst>
                  <a:ext uri="{FF2B5EF4-FFF2-40B4-BE49-F238E27FC236}">
                    <a16:creationId xmlns:a16="http://schemas.microsoft.com/office/drawing/2014/main" id="{C91DDF2E-47E0-3362-D6B7-F98E56288D79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2" name="pg256">
                <a:extLst>
                  <a:ext uri="{FF2B5EF4-FFF2-40B4-BE49-F238E27FC236}">
                    <a16:creationId xmlns:a16="http://schemas.microsoft.com/office/drawing/2014/main" id="{8EDD7A00-4D0B-411D-E14C-D9DCEB07C432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3" name="pg257">
                <a:extLst>
                  <a:ext uri="{FF2B5EF4-FFF2-40B4-BE49-F238E27FC236}">
                    <a16:creationId xmlns:a16="http://schemas.microsoft.com/office/drawing/2014/main" id="{E1E2969F-1174-4A6D-D91F-860470E8E978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4" name="pg258">
                <a:extLst>
                  <a:ext uri="{FF2B5EF4-FFF2-40B4-BE49-F238E27FC236}">
                    <a16:creationId xmlns:a16="http://schemas.microsoft.com/office/drawing/2014/main" id="{49AA4ED0-2EEF-6671-37C9-5876918B4C67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5" name="pg259">
                <a:extLst>
                  <a:ext uri="{FF2B5EF4-FFF2-40B4-BE49-F238E27FC236}">
                    <a16:creationId xmlns:a16="http://schemas.microsoft.com/office/drawing/2014/main" id="{4FBF40CB-C066-2730-0E3F-B06014218F8B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6" name="pg260">
                <a:extLst>
                  <a:ext uri="{FF2B5EF4-FFF2-40B4-BE49-F238E27FC236}">
                    <a16:creationId xmlns:a16="http://schemas.microsoft.com/office/drawing/2014/main" id="{7EE54E6B-1154-E86F-4B87-45EFF187E401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7" name="pg261">
                <a:extLst>
                  <a:ext uri="{FF2B5EF4-FFF2-40B4-BE49-F238E27FC236}">
                    <a16:creationId xmlns:a16="http://schemas.microsoft.com/office/drawing/2014/main" id="{1A6A928D-F1EB-4A9C-551A-45F72906738D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8" name="pg262">
                <a:extLst>
                  <a:ext uri="{FF2B5EF4-FFF2-40B4-BE49-F238E27FC236}">
                    <a16:creationId xmlns:a16="http://schemas.microsoft.com/office/drawing/2014/main" id="{9566FA16-26D3-52FC-9BEA-B415E003E457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9" name="pg263">
                <a:extLst>
                  <a:ext uri="{FF2B5EF4-FFF2-40B4-BE49-F238E27FC236}">
                    <a16:creationId xmlns:a16="http://schemas.microsoft.com/office/drawing/2014/main" id="{CE1E2348-3974-2146-BF16-CE305FA613AB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0" name="pg264">
                <a:extLst>
                  <a:ext uri="{FF2B5EF4-FFF2-40B4-BE49-F238E27FC236}">
                    <a16:creationId xmlns:a16="http://schemas.microsoft.com/office/drawing/2014/main" id="{77A07DEB-E0D5-7ABA-F63C-ADD41B44BD0D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1" name="pg265">
                <a:extLst>
                  <a:ext uri="{FF2B5EF4-FFF2-40B4-BE49-F238E27FC236}">
                    <a16:creationId xmlns:a16="http://schemas.microsoft.com/office/drawing/2014/main" id="{8FBBFA67-B55C-0500-B8B6-2BA658F713F5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2" name="pg266">
                <a:extLst>
                  <a:ext uri="{FF2B5EF4-FFF2-40B4-BE49-F238E27FC236}">
                    <a16:creationId xmlns:a16="http://schemas.microsoft.com/office/drawing/2014/main" id="{E85AF54F-268E-BE98-D266-BDAE07CF7D50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3" name="pg267">
                <a:extLst>
                  <a:ext uri="{FF2B5EF4-FFF2-40B4-BE49-F238E27FC236}">
                    <a16:creationId xmlns:a16="http://schemas.microsoft.com/office/drawing/2014/main" id="{D7A95743-D9DA-0092-ED51-019969BDDB06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4" name="pg268">
                <a:extLst>
                  <a:ext uri="{FF2B5EF4-FFF2-40B4-BE49-F238E27FC236}">
                    <a16:creationId xmlns:a16="http://schemas.microsoft.com/office/drawing/2014/main" id="{679723AF-330E-C433-4BF9-47A4B64DE506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5" name="pg269">
                <a:extLst>
                  <a:ext uri="{FF2B5EF4-FFF2-40B4-BE49-F238E27FC236}">
                    <a16:creationId xmlns:a16="http://schemas.microsoft.com/office/drawing/2014/main" id="{13574158-8C72-F2AD-1C0D-38AAB6193C04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6" name="pg270">
                <a:extLst>
                  <a:ext uri="{FF2B5EF4-FFF2-40B4-BE49-F238E27FC236}">
                    <a16:creationId xmlns:a16="http://schemas.microsoft.com/office/drawing/2014/main" id="{D9E31CAA-373D-91EB-BBE5-ED0BE7615EE2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7" name="pg271">
                <a:extLst>
                  <a:ext uri="{FF2B5EF4-FFF2-40B4-BE49-F238E27FC236}">
                    <a16:creationId xmlns:a16="http://schemas.microsoft.com/office/drawing/2014/main" id="{19262A7E-A38B-64F8-EBAD-4FD744BC88A3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8" name="pg272">
                <a:extLst>
                  <a:ext uri="{FF2B5EF4-FFF2-40B4-BE49-F238E27FC236}">
                    <a16:creationId xmlns:a16="http://schemas.microsoft.com/office/drawing/2014/main" id="{46286C9C-BCE7-F2F4-770C-02FD4BE95320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9" name="pg273">
                <a:extLst>
                  <a:ext uri="{FF2B5EF4-FFF2-40B4-BE49-F238E27FC236}">
                    <a16:creationId xmlns:a16="http://schemas.microsoft.com/office/drawing/2014/main" id="{AE3B3BDE-B9B7-0208-5CEC-C3020707CFC2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0" name="pg274">
                <a:extLst>
                  <a:ext uri="{FF2B5EF4-FFF2-40B4-BE49-F238E27FC236}">
                    <a16:creationId xmlns:a16="http://schemas.microsoft.com/office/drawing/2014/main" id="{A17B9D93-FDC7-5ADA-A68E-3488452AB00D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1" name="pg275">
                <a:extLst>
                  <a:ext uri="{FF2B5EF4-FFF2-40B4-BE49-F238E27FC236}">
                    <a16:creationId xmlns:a16="http://schemas.microsoft.com/office/drawing/2014/main" id="{B8660869-8ED7-CBF8-57B4-49E6321762E4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2" name="pg276">
                <a:extLst>
                  <a:ext uri="{FF2B5EF4-FFF2-40B4-BE49-F238E27FC236}">
                    <a16:creationId xmlns:a16="http://schemas.microsoft.com/office/drawing/2014/main" id="{836CC7E2-1B17-5225-5881-876853F68123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3" name="pg277">
                <a:extLst>
                  <a:ext uri="{FF2B5EF4-FFF2-40B4-BE49-F238E27FC236}">
                    <a16:creationId xmlns:a16="http://schemas.microsoft.com/office/drawing/2014/main" id="{28982E67-2992-6693-FA84-8D99755BF8E1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4" name="pg278">
                <a:extLst>
                  <a:ext uri="{FF2B5EF4-FFF2-40B4-BE49-F238E27FC236}">
                    <a16:creationId xmlns:a16="http://schemas.microsoft.com/office/drawing/2014/main" id="{676E267D-D226-81F4-5E2E-6ABDD236E451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5" name="pg279">
                <a:extLst>
                  <a:ext uri="{FF2B5EF4-FFF2-40B4-BE49-F238E27FC236}">
                    <a16:creationId xmlns:a16="http://schemas.microsoft.com/office/drawing/2014/main" id="{7E6A7392-EB4A-F03C-54D9-10E5F779A39B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6" name="pg280">
                <a:extLst>
                  <a:ext uri="{FF2B5EF4-FFF2-40B4-BE49-F238E27FC236}">
                    <a16:creationId xmlns:a16="http://schemas.microsoft.com/office/drawing/2014/main" id="{4AEECA6B-103E-3672-2C76-3C7B020C9849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7" name="pg281">
                <a:extLst>
                  <a:ext uri="{FF2B5EF4-FFF2-40B4-BE49-F238E27FC236}">
                    <a16:creationId xmlns:a16="http://schemas.microsoft.com/office/drawing/2014/main" id="{FFF03678-ECD3-F190-3562-E0DE193E0961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8" name="pg282">
                <a:extLst>
                  <a:ext uri="{FF2B5EF4-FFF2-40B4-BE49-F238E27FC236}">
                    <a16:creationId xmlns:a16="http://schemas.microsoft.com/office/drawing/2014/main" id="{4780EECF-01F8-4E3D-0FFB-14E4807D732E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9" name="pg283">
                <a:extLst>
                  <a:ext uri="{FF2B5EF4-FFF2-40B4-BE49-F238E27FC236}">
                    <a16:creationId xmlns:a16="http://schemas.microsoft.com/office/drawing/2014/main" id="{7BC5194D-96A1-882A-6EE2-FB9B28ADCE23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0" name="pg284">
                <a:extLst>
                  <a:ext uri="{FF2B5EF4-FFF2-40B4-BE49-F238E27FC236}">
                    <a16:creationId xmlns:a16="http://schemas.microsoft.com/office/drawing/2014/main" id="{71CA2307-E1D8-32DF-4EBC-8F686EC59EA0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1" name="pg285">
                <a:extLst>
                  <a:ext uri="{FF2B5EF4-FFF2-40B4-BE49-F238E27FC236}">
                    <a16:creationId xmlns:a16="http://schemas.microsoft.com/office/drawing/2014/main" id="{3C0B0F3C-4C41-166D-6309-CE6100B0B2CA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2" name="pg286">
                <a:extLst>
                  <a:ext uri="{FF2B5EF4-FFF2-40B4-BE49-F238E27FC236}">
                    <a16:creationId xmlns:a16="http://schemas.microsoft.com/office/drawing/2014/main" id="{24ECCE6E-097C-CAC0-641C-E581B1262B2D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3" name="pg287">
                <a:extLst>
                  <a:ext uri="{FF2B5EF4-FFF2-40B4-BE49-F238E27FC236}">
                    <a16:creationId xmlns:a16="http://schemas.microsoft.com/office/drawing/2014/main" id="{7EB114CA-6D43-905F-5149-0AA200240366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4" name="pg288">
                <a:extLst>
                  <a:ext uri="{FF2B5EF4-FFF2-40B4-BE49-F238E27FC236}">
                    <a16:creationId xmlns:a16="http://schemas.microsoft.com/office/drawing/2014/main" id="{5390F936-011F-9A5B-AF0A-CFD5945C5551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5" name="pg289">
                <a:extLst>
                  <a:ext uri="{FF2B5EF4-FFF2-40B4-BE49-F238E27FC236}">
                    <a16:creationId xmlns:a16="http://schemas.microsoft.com/office/drawing/2014/main" id="{245D6E00-AF1A-655D-826E-03CC9273BA4A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6" name="pg290">
                <a:extLst>
                  <a:ext uri="{FF2B5EF4-FFF2-40B4-BE49-F238E27FC236}">
                    <a16:creationId xmlns:a16="http://schemas.microsoft.com/office/drawing/2014/main" id="{C4EB4470-4FC5-324F-D4AC-CE7CCFDE2806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7" name="pg291">
                <a:extLst>
                  <a:ext uri="{FF2B5EF4-FFF2-40B4-BE49-F238E27FC236}">
                    <a16:creationId xmlns:a16="http://schemas.microsoft.com/office/drawing/2014/main" id="{10878733-F5DA-A131-C075-19012F5A412A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8" name="pg292">
                <a:extLst>
                  <a:ext uri="{FF2B5EF4-FFF2-40B4-BE49-F238E27FC236}">
                    <a16:creationId xmlns:a16="http://schemas.microsoft.com/office/drawing/2014/main" id="{CADE7BE5-7303-33D4-3B49-DACC7BC9EAA9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9" name="pg293">
                <a:extLst>
                  <a:ext uri="{FF2B5EF4-FFF2-40B4-BE49-F238E27FC236}">
                    <a16:creationId xmlns:a16="http://schemas.microsoft.com/office/drawing/2014/main" id="{6C83D8BC-9AD1-4219-37C5-AC5CA501F511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0" name="pg294">
                <a:extLst>
                  <a:ext uri="{FF2B5EF4-FFF2-40B4-BE49-F238E27FC236}">
                    <a16:creationId xmlns:a16="http://schemas.microsoft.com/office/drawing/2014/main" id="{1A5571D9-2FAA-FDA7-4090-B4A5C10015FD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1" name="pg295">
                <a:extLst>
                  <a:ext uri="{FF2B5EF4-FFF2-40B4-BE49-F238E27FC236}">
                    <a16:creationId xmlns:a16="http://schemas.microsoft.com/office/drawing/2014/main" id="{E990F3D8-8C2D-B5E3-648A-6BD3EB54E043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2" name="pg296">
                <a:extLst>
                  <a:ext uri="{FF2B5EF4-FFF2-40B4-BE49-F238E27FC236}">
                    <a16:creationId xmlns:a16="http://schemas.microsoft.com/office/drawing/2014/main" id="{DDF22338-AE8A-BD97-63CC-8B47F02D0F8D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3" name="pg297">
                <a:extLst>
                  <a:ext uri="{FF2B5EF4-FFF2-40B4-BE49-F238E27FC236}">
                    <a16:creationId xmlns:a16="http://schemas.microsoft.com/office/drawing/2014/main" id="{AC8BA368-DCB9-520A-FD0C-B673269B4D0F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4" name="pg298">
                <a:extLst>
                  <a:ext uri="{FF2B5EF4-FFF2-40B4-BE49-F238E27FC236}">
                    <a16:creationId xmlns:a16="http://schemas.microsoft.com/office/drawing/2014/main" id="{1F5B2D98-EBAE-55DB-83AB-7CAAB95120AA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5" name="pg299">
                <a:extLst>
                  <a:ext uri="{FF2B5EF4-FFF2-40B4-BE49-F238E27FC236}">
                    <a16:creationId xmlns:a16="http://schemas.microsoft.com/office/drawing/2014/main" id="{877EE25F-BB28-3225-63E6-FC61926BF24A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6" name="pg300">
                <a:extLst>
                  <a:ext uri="{FF2B5EF4-FFF2-40B4-BE49-F238E27FC236}">
                    <a16:creationId xmlns:a16="http://schemas.microsoft.com/office/drawing/2014/main" id="{84DD4E56-7C87-8BF5-35DA-E5FEC3399BC3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7" name="pg301">
                <a:extLst>
                  <a:ext uri="{FF2B5EF4-FFF2-40B4-BE49-F238E27FC236}">
                    <a16:creationId xmlns:a16="http://schemas.microsoft.com/office/drawing/2014/main" id="{03D0703F-C055-A2AA-ED81-A506471C8CD0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8" name="pg302">
                <a:extLst>
                  <a:ext uri="{FF2B5EF4-FFF2-40B4-BE49-F238E27FC236}">
                    <a16:creationId xmlns:a16="http://schemas.microsoft.com/office/drawing/2014/main" id="{51FCA25E-6217-9103-E1E8-2B02B6E42141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9" name="pg303">
                <a:extLst>
                  <a:ext uri="{FF2B5EF4-FFF2-40B4-BE49-F238E27FC236}">
                    <a16:creationId xmlns:a16="http://schemas.microsoft.com/office/drawing/2014/main" id="{016BD006-5A7D-E287-B41D-A403CE54A7CC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0" name="pg304">
                <a:extLst>
                  <a:ext uri="{FF2B5EF4-FFF2-40B4-BE49-F238E27FC236}">
                    <a16:creationId xmlns:a16="http://schemas.microsoft.com/office/drawing/2014/main" id="{48CA024C-F96F-D20F-3AD7-7408700B9E77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1" name="pg305">
                <a:extLst>
                  <a:ext uri="{FF2B5EF4-FFF2-40B4-BE49-F238E27FC236}">
                    <a16:creationId xmlns:a16="http://schemas.microsoft.com/office/drawing/2014/main" id="{D761E1B7-29C1-C994-82BF-250671BA6D50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2" name="pg306">
                <a:extLst>
                  <a:ext uri="{FF2B5EF4-FFF2-40B4-BE49-F238E27FC236}">
                    <a16:creationId xmlns:a16="http://schemas.microsoft.com/office/drawing/2014/main" id="{1B870DCE-49D8-C662-2CE3-FEC5D6EA2CB0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3" name="pg307">
                <a:extLst>
                  <a:ext uri="{FF2B5EF4-FFF2-40B4-BE49-F238E27FC236}">
                    <a16:creationId xmlns:a16="http://schemas.microsoft.com/office/drawing/2014/main" id="{503546B9-EF5B-F1CA-724B-B665324DB6C5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4" name="pg308">
                <a:extLst>
                  <a:ext uri="{FF2B5EF4-FFF2-40B4-BE49-F238E27FC236}">
                    <a16:creationId xmlns:a16="http://schemas.microsoft.com/office/drawing/2014/main" id="{087E278E-0842-9A29-3182-607B2CEDCFC3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5" name="pg309">
                <a:extLst>
                  <a:ext uri="{FF2B5EF4-FFF2-40B4-BE49-F238E27FC236}">
                    <a16:creationId xmlns:a16="http://schemas.microsoft.com/office/drawing/2014/main" id="{E1B216F7-058C-63BF-A936-80E03A717BEB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6" name="pg310">
                <a:extLst>
                  <a:ext uri="{FF2B5EF4-FFF2-40B4-BE49-F238E27FC236}">
                    <a16:creationId xmlns:a16="http://schemas.microsoft.com/office/drawing/2014/main" id="{3BFBEBC4-EA92-B9BB-3B7C-029918694A34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7" name="pg311">
                <a:extLst>
                  <a:ext uri="{FF2B5EF4-FFF2-40B4-BE49-F238E27FC236}">
                    <a16:creationId xmlns:a16="http://schemas.microsoft.com/office/drawing/2014/main" id="{BABFD95F-8BE7-D81F-8D96-972DB426E784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8" name="pg312">
                <a:extLst>
                  <a:ext uri="{FF2B5EF4-FFF2-40B4-BE49-F238E27FC236}">
                    <a16:creationId xmlns:a16="http://schemas.microsoft.com/office/drawing/2014/main" id="{36E6C4EC-D4A8-DE94-C339-4233D4A51875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9" name="pg313">
                <a:extLst>
                  <a:ext uri="{FF2B5EF4-FFF2-40B4-BE49-F238E27FC236}">
                    <a16:creationId xmlns:a16="http://schemas.microsoft.com/office/drawing/2014/main" id="{5243BE84-E40B-195D-3243-77C8599F0A7F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0" name="pg314">
                <a:extLst>
                  <a:ext uri="{FF2B5EF4-FFF2-40B4-BE49-F238E27FC236}">
                    <a16:creationId xmlns:a16="http://schemas.microsoft.com/office/drawing/2014/main" id="{72AB82E1-3DD4-1E7F-8A48-27E47071BA50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1" name="pg315">
                <a:extLst>
                  <a:ext uri="{FF2B5EF4-FFF2-40B4-BE49-F238E27FC236}">
                    <a16:creationId xmlns:a16="http://schemas.microsoft.com/office/drawing/2014/main" id="{DC35862E-A728-03E1-4E7A-190AFCC2C1A3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2" name="pg316">
                <a:extLst>
                  <a:ext uri="{FF2B5EF4-FFF2-40B4-BE49-F238E27FC236}">
                    <a16:creationId xmlns:a16="http://schemas.microsoft.com/office/drawing/2014/main" id="{13D7AC31-803E-C5DD-F552-85D255766A13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3" name="pg317">
                <a:extLst>
                  <a:ext uri="{FF2B5EF4-FFF2-40B4-BE49-F238E27FC236}">
                    <a16:creationId xmlns:a16="http://schemas.microsoft.com/office/drawing/2014/main" id="{6DC7AB7E-96C9-AA9E-A132-31B481BF0BBC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4" name="pg318">
                <a:extLst>
                  <a:ext uri="{FF2B5EF4-FFF2-40B4-BE49-F238E27FC236}">
                    <a16:creationId xmlns:a16="http://schemas.microsoft.com/office/drawing/2014/main" id="{BCD9F58A-15AC-1AC0-0A89-302029423F14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5" name="pg319">
                <a:extLst>
                  <a:ext uri="{FF2B5EF4-FFF2-40B4-BE49-F238E27FC236}">
                    <a16:creationId xmlns:a16="http://schemas.microsoft.com/office/drawing/2014/main" id="{29575268-60E9-A750-1013-29094E50B9D1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6" name="pg320">
                <a:extLst>
                  <a:ext uri="{FF2B5EF4-FFF2-40B4-BE49-F238E27FC236}">
                    <a16:creationId xmlns:a16="http://schemas.microsoft.com/office/drawing/2014/main" id="{DECFA4B7-6836-1A5B-BDF6-16B32261B92C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7" name="pg321">
                <a:extLst>
                  <a:ext uri="{FF2B5EF4-FFF2-40B4-BE49-F238E27FC236}">
                    <a16:creationId xmlns:a16="http://schemas.microsoft.com/office/drawing/2014/main" id="{23CE2A38-8506-2FD2-1F67-E272C478A470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8" name="pg322">
                <a:extLst>
                  <a:ext uri="{FF2B5EF4-FFF2-40B4-BE49-F238E27FC236}">
                    <a16:creationId xmlns:a16="http://schemas.microsoft.com/office/drawing/2014/main" id="{511859DE-1405-F685-AE90-4928D7F47747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9" name="pg323">
                <a:extLst>
                  <a:ext uri="{FF2B5EF4-FFF2-40B4-BE49-F238E27FC236}">
                    <a16:creationId xmlns:a16="http://schemas.microsoft.com/office/drawing/2014/main" id="{14F2E660-190E-56AB-5EDC-F387814D622D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0" name="pg324">
                <a:extLst>
                  <a:ext uri="{FF2B5EF4-FFF2-40B4-BE49-F238E27FC236}">
                    <a16:creationId xmlns:a16="http://schemas.microsoft.com/office/drawing/2014/main" id="{3A5226C0-D2CC-D14E-4F45-9CC51B9E5E5F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1" name="pg325">
                <a:extLst>
                  <a:ext uri="{FF2B5EF4-FFF2-40B4-BE49-F238E27FC236}">
                    <a16:creationId xmlns:a16="http://schemas.microsoft.com/office/drawing/2014/main" id="{C06B3E2F-A1CC-0012-6633-7378DD539F04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2" name="pg326">
                <a:extLst>
                  <a:ext uri="{FF2B5EF4-FFF2-40B4-BE49-F238E27FC236}">
                    <a16:creationId xmlns:a16="http://schemas.microsoft.com/office/drawing/2014/main" id="{466DFD8C-B0F0-CE83-82CF-A2A29B5B2733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3" name="pg327">
                <a:extLst>
                  <a:ext uri="{FF2B5EF4-FFF2-40B4-BE49-F238E27FC236}">
                    <a16:creationId xmlns:a16="http://schemas.microsoft.com/office/drawing/2014/main" id="{504C432A-AADE-388D-1EF0-525CC40FD6AD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4" name="pg328">
                <a:extLst>
                  <a:ext uri="{FF2B5EF4-FFF2-40B4-BE49-F238E27FC236}">
                    <a16:creationId xmlns:a16="http://schemas.microsoft.com/office/drawing/2014/main" id="{B2477842-02BE-391F-A7DF-7DDA9582E8CE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5" name="pg329">
                <a:extLst>
                  <a:ext uri="{FF2B5EF4-FFF2-40B4-BE49-F238E27FC236}">
                    <a16:creationId xmlns:a16="http://schemas.microsoft.com/office/drawing/2014/main" id="{451EEFDD-15E4-21F6-3445-B066D72FE284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6" name="pg330">
                <a:extLst>
                  <a:ext uri="{FF2B5EF4-FFF2-40B4-BE49-F238E27FC236}">
                    <a16:creationId xmlns:a16="http://schemas.microsoft.com/office/drawing/2014/main" id="{BCC5AA82-C28C-B93A-0550-46DB5EAEAD5B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7" name="pg331">
                <a:extLst>
                  <a:ext uri="{FF2B5EF4-FFF2-40B4-BE49-F238E27FC236}">
                    <a16:creationId xmlns:a16="http://schemas.microsoft.com/office/drawing/2014/main" id="{5A320020-1E66-B406-4E51-B97198779268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8" name="pg332">
                <a:extLst>
                  <a:ext uri="{FF2B5EF4-FFF2-40B4-BE49-F238E27FC236}">
                    <a16:creationId xmlns:a16="http://schemas.microsoft.com/office/drawing/2014/main" id="{5E29D83B-08DA-E055-D166-AA3B4A78A44B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9" name="pg333">
                <a:extLst>
                  <a:ext uri="{FF2B5EF4-FFF2-40B4-BE49-F238E27FC236}">
                    <a16:creationId xmlns:a16="http://schemas.microsoft.com/office/drawing/2014/main" id="{58009D5B-15B7-31B9-74F5-484B015CE5BC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0" name="pg334">
                <a:extLst>
                  <a:ext uri="{FF2B5EF4-FFF2-40B4-BE49-F238E27FC236}">
                    <a16:creationId xmlns:a16="http://schemas.microsoft.com/office/drawing/2014/main" id="{0A0F0D4B-4BAB-F889-E652-7B8C27AA3D31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1" name="pg335">
                <a:extLst>
                  <a:ext uri="{FF2B5EF4-FFF2-40B4-BE49-F238E27FC236}">
                    <a16:creationId xmlns:a16="http://schemas.microsoft.com/office/drawing/2014/main" id="{6D5C6E2F-7D7A-AB98-0252-4347FDD458D4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2" name="pg336">
                <a:extLst>
                  <a:ext uri="{FF2B5EF4-FFF2-40B4-BE49-F238E27FC236}">
                    <a16:creationId xmlns:a16="http://schemas.microsoft.com/office/drawing/2014/main" id="{A8BE974C-FA48-EC70-8E9C-D0FCEF715CE7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3" name="pg337">
                <a:extLst>
                  <a:ext uri="{FF2B5EF4-FFF2-40B4-BE49-F238E27FC236}">
                    <a16:creationId xmlns:a16="http://schemas.microsoft.com/office/drawing/2014/main" id="{60646CD1-E160-3E7C-6CB9-5EA94D07BA87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4" name="pg338">
                <a:extLst>
                  <a:ext uri="{FF2B5EF4-FFF2-40B4-BE49-F238E27FC236}">
                    <a16:creationId xmlns:a16="http://schemas.microsoft.com/office/drawing/2014/main" id="{CE8EF20D-2C53-DE80-3B0A-1D9505E8BD26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5" name="pg339">
                <a:extLst>
                  <a:ext uri="{FF2B5EF4-FFF2-40B4-BE49-F238E27FC236}">
                    <a16:creationId xmlns:a16="http://schemas.microsoft.com/office/drawing/2014/main" id="{E95FCA49-FE6C-676C-6937-7E5FD396DC92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6" name="pg340">
                <a:extLst>
                  <a:ext uri="{FF2B5EF4-FFF2-40B4-BE49-F238E27FC236}">
                    <a16:creationId xmlns:a16="http://schemas.microsoft.com/office/drawing/2014/main" id="{2F91F05B-5861-B924-0C99-A5C0F6EC77B1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7" name="pg341">
                <a:extLst>
                  <a:ext uri="{FF2B5EF4-FFF2-40B4-BE49-F238E27FC236}">
                    <a16:creationId xmlns:a16="http://schemas.microsoft.com/office/drawing/2014/main" id="{F4B25AB6-7966-5F61-30C2-3027FE584E94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8" name="pg342">
                <a:extLst>
                  <a:ext uri="{FF2B5EF4-FFF2-40B4-BE49-F238E27FC236}">
                    <a16:creationId xmlns:a16="http://schemas.microsoft.com/office/drawing/2014/main" id="{6B75A28C-AA4E-998D-998A-8F2657FD2CA1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9" name="pg343">
                <a:extLst>
                  <a:ext uri="{FF2B5EF4-FFF2-40B4-BE49-F238E27FC236}">
                    <a16:creationId xmlns:a16="http://schemas.microsoft.com/office/drawing/2014/main" id="{17805B7C-F218-3013-3D66-F7C2AC898819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0" name="pg344">
                <a:extLst>
                  <a:ext uri="{FF2B5EF4-FFF2-40B4-BE49-F238E27FC236}">
                    <a16:creationId xmlns:a16="http://schemas.microsoft.com/office/drawing/2014/main" id="{20EC8F82-1C48-CB53-4EE8-E2002F1A0030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1" name="pg345">
                <a:extLst>
                  <a:ext uri="{FF2B5EF4-FFF2-40B4-BE49-F238E27FC236}">
                    <a16:creationId xmlns:a16="http://schemas.microsoft.com/office/drawing/2014/main" id="{0D0CF96B-D691-F72E-15CF-823CF231C826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2" name="pg346">
                <a:extLst>
                  <a:ext uri="{FF2B5EF4-FFF2-40B4-BE49-F238E27FC236}">
                    <a16:creationId xmlns:a16="http://schemas.microsoft.com/office/drawing/2014/main" id="{E01F2894-AE42-4881-C720-D85425244833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3" name="pg347">
                <a:extLst>
                  <a:ext uri="{FF2B5EF4-FFF2-40B4-BE49-F238E27FC236}">
                    <a16:creationId xmlns:a16="http://schemas.microsoft.com/office/drawing/2014/main" id="{5888F66F-6B65-89B1-E802-E617C8604F9D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4" name="pg348">
                <a:extLst>
                  <a:ext uri="{FF2B5EF4-FFF2-40B4-BE49-F238E27FC236}">
                    <a16:creationId xmlns:a16="http://schemas.microsoft.com/office/drawing/2014/main" id="{B65A33D9-C3A8-17B8-C345-16BE9AC4E08E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5" name="pg349">
                <a:extLst>
                  <a:ext uri="{FF2B5EF4-FFF2-40B4-BE49-F238E27FC236}">
                    <a16:creationId xmlns:a16="http://schemas.microsoft.com/office/drawing/2014/main" id="{0B06EA9D-FF8D-F889-6D26-93CCA63320AA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6" name="pg350">
                <a:extLst>
                  <a:ext uri="{FF2B5EF4-FFF2-40B4-BE49-F238E27FC236}">
                    <a16:creationId xmlns:a16="http://schemas.microsoft.com/office/drawing/2014/main" id="{F96C1A0A-8912-7DF0-7A07-5AB3447E44FF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7" name="pg351">
                <a:extLst>
                  <a:ext uri="{FF2B5EF4-FFF2-40B4-BE49-F238E27FC236}">
                    <a16:creationId xmlns:a16="http://schemas.microsoft.com/office/drawing/2014/main" id="{996ED9CE-EF6C-985C-A3B8-957F923BF2CB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8" name="pg352">
                <a:extLst>
                  <a:ext uri="{FF2B5EF4-FFF2-40B4-BE49-F238E27FC236}">
                    <a16:creationId xmlns:a16="http://schemas.microsoft.com/office/drawing/2014/main" id="{491C4CD4-0C9D-D11F-6DA1-B2AF779FEEAC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9" name="pg353">
                <a:extLst>
                  <a:ext uri="{FF2B5EF4-FFF2-40B4-BE49-F238E27FC236}">
                    <a16:creationId xmlns:a16="http://schemas.microsoft.com/office/drawing/2014/main" id="{2A0FC037-CB52-ECA9-D9DB-4C60BF53228A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0" name="pg354">
                <a:extLst>
                  <a:ext uri="{FF2B5EF4-FFF2-40B4-BE49-F238E27FC236}">
                    <a16:creationId xmlns:a16="http://schemas.microsoft.com/office/drawing/2014/main" id="{434149CA-47A2-824B-EE26-607061D041EC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1" name="pg355">
                <a:extLst>
                  <a:ext uri="{FF2B5EF4-FFF2-40B4-BE49-F238E27FC236}">
                    <a16:creationId xmlns:a16="http://schemas.microsoft.com/office/drawing/2014/main" id="{F6F48CA7-0BB7-C3D6-1923-FEF9ED67A562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2" name="pg356">
                <a:extLst>
                  <a:ext uri="{FF2B5EF4-FFF2-40B4-BE49-F238E27FC236}">
                    <a16:creationId xmlns:a16="http://schemas.microsoft.com/office/drawing/2014/main" id="{9F70A996-8824-7B75-F5B7-5C8EB6AAA3E1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3" name="pg357">
                <a:extLst>
                  <a:ext uri="{FF2B5EF4-FFF2-40B4-BE49-F238E27FC236}">
                    <a16:creationId xmlns:a16="http://schemas.microsoft.com/office/drawing/2014/main" id="{9EDD21AF-386C-8297-C562-F91A64450582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4" name="pg358">
                <a:extLst>
                  <a:ext uri="{FF2B5EF4-FFF2-40B4-BE49-F238E27FC236}">
                    <a16:creationId xmlns:a16="http://schemas.microsoft.com/office/drawing/2014/main" id="{56296B9F-D6A4-AC63-0A1D-F901DC38432A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5" name="pg359">
                <a:extLst>
                  <a:ext uri="{FF2B5EF4-FFF2-40B4-BE49-F238E27FC236}">
                    <a16:creationId xmlns:a16="http://schemas.microsoft.com/office/drawing/2014/main" id="{3A909453-2899-BE28-E685-E90F50AB834C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6" name="pg360">
                <a:extLst>
                  <a:ext uri="{FF2B5EF4-FFF2-40B4-BE49-F238E27FC236}">
                    <a16:creationId xmlns:a16="http://schemas.microsoft.com/office/drawing/2014/main" id="{AA48CB5B-1A2C-ED93-E52E-E18226996E8D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7" name="pg361">
                <a:extLst>
                  <a:ext uri="{FF2B5EF4-FFF2-40B4-BE49-F238E27FC236}">
                    <a16:creationId xmlns:a16="http://schemas.microsoft.com/office/drawing/2014/main" id="{49BB458C-63FD-550C-D10B-0652E92A660C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C">
                  <a:alpha val="100000"/>
                </a:srgbClr>
              </a:solidFill>
              <a:ln w="5420" cap="flat">
                <a:solidFill>
                  <a:srgbClr val="3B51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8" name="pg362">
                <a:extLst>
                  <a:ext uri="{FF2B5EF4-FFF2-40B4-BE49-F238E27FC236}">
                    <a16:creationId xmlns:a16="http://schemas.microsoft.com/office/drawing/2014/main" id="{0AFB40FE-B40A-EEB0-1901-15EB014D9E09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9" name="pg363">
                <a:extLst>
                  <a:ext uri="{FF2B5EF4-FFF2-40B4-BE49-F238E27FC236}">
                    <a16:creationId xmlns:a16="http://schemas.microsoft.com/office/drawing/2014/main" id="{87ADF2B9-BACF-62F7-CC3D-DCF807245974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0" name="pg364">
                <a:extLst>
                  <a:ext uri="{FF2B5EF4-FFF2-40B4-BE49-F238E27FC236}">
                    <a16:creationId xmlns:a16="http://schemas.microsoft.com/office/drawing/2014/main" id="{D3CD87DF-8F77-8A3D-B90C-1793F45BE2F8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1" name="pg365">
                <a:extLst>
                  <a:ext uri="{FF2B5EF4-FFF2-40B4-BE49-F238E27FC236}">
                    <a16:creationId xmlns:a16="http://schemas.microsoft.com/office/drawing/2014/main" id="{BE6801FE-7E03-F9EF-63A2-AE19CF073F97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2" name="pg366">
                <a:extLst>
                  <a:ext uri="{FF2B5EF4-FFF2-40B4-BE49-F238E27FC236}">
                    <a16:creationId xmlns:a16="http://schemas.microsoft.com/office/drawing/2014/main" id="{7E0B9567-0602-06D6-D97A-093E5C467E4E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3" name="pg367">
                <a:extLst>
                  <a:ext uri="{FF2B5EF4-FFF2-40B4-BE49-F238E27FC236}">
                    <a16:creationId xmlns:a16="http://schemas.microsoft.com/office/drawing/2014/main" id="{226D8CFF-6150-F967-9E88-F3268C656329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4" name="pg368">
                <a:extLst>
                  <a:ext uri="{FF2B5EF4-FFF2-40B4-BE49-F238E27FC236}">
                    <a16:creationId xmlns:a16="http://schemas.microsoft.com/office/drawing/2014/main" id="{65F49BC8-8A8F-F1A8-5BCC-09D24BB37730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5" name="pg369">
                <a:extLst>
                  <a:ext uri="{FF2B5EF4-FFF2-40B4-BE49-F238E27FC236}">
                    <a16:creationId xmlns:a16="http://schemas.microsoft.com/office/drawing/2014/main" id="{A0A89A30-E7F4-83F0-DC8A-4F67E27DBF86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6" name="pg370">
                <a:extLst>
                  <a:ext uri="{FF2B5EF4-FFF2-40B4-BE49-F238E27FC236}">
                    <a16:creationId xmlns:a16="http://schemas.microsoft.com/office/drawing/2014/main" id="{53789B26-1183-1ABA-6EAF-E2BEC8317158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7" name="pg371">
                <a:extLst>
                  <a:ext uri="{FF2B5EF4-FFF2-40B4-BE49-F238E27FC236}">
                    <a16:creationId xmlns:a16="http://schemas.microsoft.com/office/drawing/2014/main" id="{96EBF7B2-CB9C-4626-68FF-BE1D33553586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8" name="pg372">
                <a:extLst>
                  <a:ext uri="{FF2B5EF4-FFF2-40B4-BE49-F238E27FC236}">
                    <a16:creationId xmlns:a16="http://schemas.microsoft.com/office/drawing/2014/main" id="{1370D75E-1A10-1E07-271B-9E4A69D263E1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9" name="pg373">
                <a:extLst>
                  <a:ext uri="{FF2B5EF4-FFF2-40B4-BE49-F238E27FC236}">
                    <a16:creationId xmlns:a16="http://schemas.microsoft.com/office/drawing/2014/main" id="{8FD8783B-EF41-D3FB-E56E-88D5033AB51B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0" name="pg374">
                <a:extLst>
                  <a:ext uri="{FF2B5EF4-FFF2-40B4-BE49-F238E27FC236}">
                    <a16:creationId xmlns:a16="http://schemas.microsoft.com/office/drawing/2014/main" id="{AEFB8DEF-8A65-51BD-B794-240E8B7C1E18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1" name="pg375">
                <a:extLst>
                  <a:ext uri="{FF2B5EF4-FFF2-40B4-BE49-F238E27FC236}">
                    <a16:creationId xmlns:a16="http://schemas.microsoft.com/office/drawing/2014/main" id="{FB01BEF8-581C-E170-E5A4-F4A83BB568E6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2" name="pg376">
                <a:extLst>
                  <a:ext uri="{FF2B5EF4-FFF2-40B4-BE49-F238E27FC236}">
                    <a16:creationId xmlns:a16="http://schemas.microsoft.com/office/drawing/2014/main" id="{1A5DED03-BF24-4380-C3E1-A6EBE9CA0D88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3" name="pg377">
                <a:extLst>
                  <a:ext uri="{FF2B5EF4-FFF2-40B4-BE49-F238E27FC236}">
                    <a16:creationId xmlns:a16="http://schemas.microsoft.com/office/drawing/2014/main" id="{A8BFFA3E-C37C-52F5-6FA6-D9BC08C8C550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4" name="pg378">
                <a:extLst>
                  <a:ext uri="{FF2B5EF4-FFF2-40B4-BE49-F238E27FC236}">
                    <a16:creationId xmlns:a16="http://schemas.microsoft.com/office/drawing/2014/main" id="{4321D311-60B8-AD82-00B1-7168FE579017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5" name="pg379">
                <a:extLst>
                  <a:ext uri="{FF2B5EF4-FFF2-40B4-BE49-F238E27FC236}">
                    <a16:creationId xmlns:a16="http://schemas.microsoft.com/office/drawing/2014/main" id="{7CD2FCEA-76F9-BEC8-0156-7E96445C617C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6" name="pg380">
                <a:extLst>
                  <a:ext uri="{FF2B5EF4-FFF2-40B4-BE49-F238E27FC236}">
                    <a16:creationId xmlns:a16="http://schemas.microsoft.com/office/drawing/2014/main" id="{6BE95CC9-F62D-00E3-41FF-8EC2CE1C4EEF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7" name="pg381">
                <a:extLst>
                  <a:ext uri="{FF2B5EF4-FFF2-40B4-BE49-F238E27FC236}">
                    <a16:creationId xmlns:a16="http://schemas.microsoft.com/office/drawing/2014/main" id="{5983B2AA-6D85-2CFC-2170-2A702E63EA50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8" name="pg382">
                <a:extLst>
                  <a:ext uri="{FF2B5EF4-FFF2-40B4-BE49-F238E27FC236}">
                    <a16:creationId xmlns:a16="http://schemas.microsoft.com/office/drawing/2014/main" id="{99B59905-1691-C53E-04EA-D20405905A69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9" name="pg383">
                <a:extLst>
                  <a:ext uri="{FF2B5EF4-FFF2-40B4-BE49-F238E27FC236}">
                    <a16:creationId xmlns:a16="http://schemas.microsoft.com/office/drawing/2014/main" id="{C7F99938-4E85-2162-9541-C688B93392AE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0" name="pg384">
                <a:extLst>
                  <a:ext uri="{FF2B5EF4-FFF2-40B4-BE49-F238E27FC236}">
                    <a16:creationId xmlns:a16="http://schemas.microsoft.com/office/drawing/2014/main" id="{5D2ADFA3-B69B-1E01-4F3B-4D79B51C543E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1" name="pg385">
                <a:extLst>
                  <a:ext uri="{FF2B5EF4-FFF2-40B4-BE49-F238E27FC236}">
                    <a16:creationId xmlns:a16="http://schemas.microsoft.com/office/drawing/2014/main" id="{CFD9B0C0-5BBF-2C77-9265-083BCED49B38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2" name="pg386">
                <a:extLst>
                  <a:ext uri="{FF2B5EF4-FFF2-40B4-BE49-F238E27FC236}">
                    <a16:creationId xmlns:a16="http://schemas.microsoft.com/office/drawing/2014/main" id="{859F317F-FECB-8349-380B-243B686F0017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3" name="pg387">
                <a:extLst>
                  <a:ext uri="{FF2B5EF4-FFF2-40B4-BE49-F238E27FC236}">
                    <a16:creationId xmlns:a16="http://schemas.microsoft.com/office/drawing/2014/main" id="{8B8A5947-469C-181E-AE62-EB39FC8E5001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4" name="pg388">
                <a:extLst>
                  <a:ext uri="{FF2B5EF4-FFF2-40B4-BE49-F238E27FC236}">
                    <a16:creationId xmlns:a16="http://schemas.microsoft.com/office/drawing/2014/main" id="{319080BD-99FA-8125-BD31-F62A2D9B63F7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5" name="pg389">
                <a:extLst>
                  <a:ext uri="{FF2B5EF4-FFF2-40B4-BE49-F238E27FC236}">
                    <a16:creationId xmlns:a16="http://schemas.microsoft.com/office/drawing/2014/main" id="{C7B71E2E-3D8B-03FB-F966-F15D8C3CA087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6" name="pg390">
                <a:extLst>
                  <a:ext uri="{FF2B5EF4-FFF2-40B4-BE49-F238E27FC236}">
                    <a16:creationId xmlns:a16="http://schemas.microsoft.com/office/drawing/2014/main" id="{DCDC2C3A-63D8-C8A1-ABB7-A6883A2FEC5B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7" name="pg391">
                <a:extLst>
                  <a:ext uri="{FF2B5EF4-FFF2-40B4-BE49-F238E27FC236}">
                    <a16:creationId xmlns:a16="http://schemas.microsoft.com/office/drawing/2014/main" id="{2AFBD0DD-74DB-FCAF-3C9D-BD5C357C9E10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8" name="pg392">
                <a:extLst>
                  <a:ext uri="{FF2B5EF4-FFF2-40B4-BE49-F238E27FC236}">
                    <a16:creationId xmlns:a16="http://schemas.microsoft.com/office/drawing/2014/main" id="{543A528E-7264-6382-5D8E-46D028D23B5C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9" name="pg393">
                <a:extLst>
                  <a:ext uri="{FF2B5EF4-FFF2-40B4-BE49-F238E27FC236}">
                    <a16:creationId xmlns:a16="http://schemas.microsoft.com/office/drawing/2014/main" id="{080A1278-CCD7-710C-A793-1C175926E114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0" name="pg394">
                <a:extLst>
                  <a:ext uri="{FF2B5EF4-FFF2-40B4-BE49-F238E27FC236}">
                    <a16:creationId xmlns:a16="http://schemas.microsoft.com/office/drawing/2014/main" id="{B817DAF2-D2A2-67FE-6439-A2D4B34A8713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1" name="pg395">
                <a:extLst>
                  <a:ext uri="{FF2B5EF4-FFF2-40B4-BE49-F238E27FC236}">
                    <a16:creationId xmlns:a16="http://schemas.microsoft.com/office/drawing/2014/main" id="{9C11F004-E896-9725-7EB2-91F20457297E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2" name="pg396">
                <a:extLst>
                  <a:ext uri="{FF2B5EF4-FFF2-40B4-BE49-F238E27FC236}">
                    <a16:creationId xmlns:a16="http://schemas.microsoft.com/office/drawing/2014/main" id="{273CDE18-A0DE-A156-D368-7BD1E6930B24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3" name="pg397">
                <a:extLst>
                  <a:ext uri="{FF2B5EF4-FFF2-40B4-BE49-F238E27FC236}">
                    <a16:creationId xmlns:a16="http://schemas.microsoft.com/office/drawing/2014/main" id="{609C96C3-2498-F03A-76F5-08620E6ACD54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4" name="pg398">
                <a:extLst>
                  <a:ext uri="{FF2B5EF4-FFF2-40B4-BE49-F238E27FC236}">
                    <a16:creationId xmlns:a16="http://schemas.microsoft.com/office/drawing/2014/main" id="{44ECBC7D-BFF7-9A35-B951-87F5D5170AD1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5" name="pg399">
                <a:extLst>
                  <a:ext uri="{FF2B5EF4-FFF2-40B4-BE49-F238E27FC236}">
                    <a16:creationId xmlns:a16="http://schemas.microsoft.com/office/drawing/2014/main" id="{F509288C-52E8-8EC2-1961-1A2DEFB0431D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C">
                  <a:alpha val="100000"/>
                </a:srgbClr>
              </a:solidFill>
              <a:ln w="5420" cap="flat">
                <a:solidFill>
                  <a:srgbClr val="3B51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6" name="pg400">
                <a:extLst>
                  <a:ext uri="{FF2B5EF4-FFF2-40B4-BE49-F238E27FC236}">
                    <a16:creationId xmlns:a16="http://schemas.microsoft.com/office/drawing/2014/main" id="{0C42C94C-1346-B006-E984-D10E7C3D5AAC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7" name="pg401">
                <a:extLst>
                  <a:ext uri="{FF2B5EF4-FFF2-40B4-BE49-F238E27FC236}">
                    <a16:creationId xmlns:a16="http://schemas.microsoft.com/office/drawing/2014/main" id="{1E351A54-1164-1DFF-1A8B-BFF2F5B28B45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8" name="pg402">
                <a:extLst>
                  <a:ext uri="{FF2B5EF4-FFF2-40B4-BE49-F238E27FC236}">
                    <a16:creationId xmlns:a16="http://schemas.microsoft.com/office/drawing/2014/main" id="{C32CB812-C339-0E0D-74F8-F3F2A01E6B60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9" name="pg403">
                <a:extLst>
                  <a:ext uri="{FF2B5EF4-FFF2-40B4-BE49-F238E27FC236}">
                    <a16:creationId xmlns:a16="http://schemas.microsoft.com/office/drawing/2014/main" id="{05C322A0-90B2-ACD6-0211-709151C69B2E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0" name="pg404">
                <a:extLst>
                  <a:ext uri="{FF2B5EF4-FFF2-40B4-BE49-F238E27FC236}">
                    <a16:creationId xmlns:a16="http://schemas.microsoft.com/office/drawing/2014/main" id="{B5987012-4F71-3B49-39B9-48A313E38AA4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1" name="pg405">
                <a:extLst>
                  <a:ext uri="{FF2B5EF4-FFF2-40B4-BE49-F238E27FC236}">
                    <a16:creationId xmlns:a16="http://schemas.microsoft.com/office/drawing/2014/main" id="{3CA67235-B916-B9AB-F4FB-F4CE4D5E9806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2" name="pg406">
                <a:extLst>
                  <a:ext uri="{FF2B5EF4-FFF2-40B4-BE49-F238E27FC236}">
                    <a16:creationId xmlns:a16="http://schemas.microsoft.com/office/drawing/2014/main" id="{D8678974-5D5A-21C1-83DC-D93592E35413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3" name="pg407">
                <a:extLst>
                  <a:ext uri="{FF2B5EF4-FFF2-40B4-BE49-F238E27FC236}">
                    <a16:creationId xmlns:a16="http://schemas.microsoft.com/office/drawing/2014/main" id="{DAD47C73-CEFE-D177-38FB-E730CEB7567D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4" name="pg408">
                <a:extLst>
                  <a:ext uri="{FF2B5EF4-FFF2-40B4-BE49-F238E27FC236}">
                    <a16:creationId xmlns:a16="http://schemas.microsoft.com/office/drawing/2014/main" id="{ADA6E016-E174-EC1E-46B9-94688F927F23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5" name="pg409">
                <a:extLst>
                  <a:ext uri="{FF2B5EF4-FFF2-40B4-BE49-F238E27FC236}">
                    <a16:creationId xmlns:a16="http://schemas.microsoft.com/office/drawing/2014/main" id="{26164717-954A-5876-34F5-926A090A5CD9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6" name="pg410">
                <a:extLst>
                  <a:ext uri="{FF2B5EF4-FFF2-40B4-BE49-F238E27FC236}">
                    <a16:creationId xmlns:a16="http://schemas.microsoft.com/office/drawing/2014/main" id="{307CE0C4-9B85-11DA-DE24-99E11F6FEB69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7" name="pg411">
                <a:extLst>
                  <a:ext uri="{FF2B5EF4-FFF2-40B4-BE49-F238E27FC236}">
                    <a16:creationId xmlns:a16="http://schemas.microsoft.com/office/drawing/2014/main" id="{97E1713A-E88C-6E15-1F1A-67176CD161DF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8" name="pg412">
                <a:extLst>
                  <a:ext uri="{FF2B5EF4-FFF2-40B4-BE49-F238E27FC236}">
                    <a16:creationId xmlns:a16="http://schemas.microsoft.com/office/drawing/2014/main" id="{AD8E5989-191F-9F38-BD25-C0EA591446DB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9" name="pg413">
                <a:extLst>
                  <a:ext uri="{FF2B5EF4-FFF2-40B4-BE49-F238E27FC236}">
                    <a16:creationId xmlns:a16="http://schemas.microsoft.com/office/drawing/2014/main" id="{078B1E42-3C1C-B91D-6850-48B857A6EFDB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0" name="pg414">
                <a:extLst>
                  <a:ext uri="{FF2B5EF4-FFF2-40B4-BE49-F238E27FC236}">
                    <a16:creationId xmlns:a16="http://schemas.microsoft.com/office/drawing/2014/main" id="{21B7138C-30EA-2D96-A939-9D122718F5ED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1" name="pg415">
                <a:extLst>
                  <a:ext uri="{FF2B5EF4-FFF2-40B4-BE49-F238E27FC236}">
                    <a16:creationId xmlns:a16="http://schemas.microsoft.com/office/drawing/2014/main" id="{867A5170-CC14-8736-1001-5F661CA15A31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2" name="pg416">
                <a:extLst>
                  <a:ext uri="{FF2B5EF4-FFF2-40B4-BE49-F238E27FC236}">
                    <a16:creationId xmlns:a16="http://schemas.microsoft.com/office/drawing/2014/main" id="{24047DC0-5621-480B-4231-A06C8469904D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3" name="pg417">
                <a:extLst>
                  <a:ext uri="{FF2B5EF4-FFF2-40B4-BE49-F238E27FC236}">
                    <a16:creationId xmlns:a16="http://schemas.microsoft.com/office/drawing/2014/main" id="{6ECFDE3E-CC3D-6988-D11E-9431B66A24B9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4" name="pg418">
                <a:extLst>
                  <a:ext uri="{FF2B5EF4-FFF2-40B4-BE49-F238E27FC236}">
                    <a16:creationId xmlns:a16="http://schemas.microsoft.com/office/drawing/2014/main" id="{06B5B27B-87AC-E88A-8A03-B8C19F7B2F43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5" name="pg419">
                <a:extLst>
                  <a:ext uri="{FF2B5EF4-FFF2-40B4-BE49-F238E27FC236}">
                    <a16:creationId xmlns:a16="http://schemas.microsoft.com/office/drawing/2014/main" id="{6137D881-BEFB-EDE9-BBC2-1DCC68893953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6" name="pg420">
                <a:extLst>
                  <a:ext uri="{FF2B5EF4-FFF2-40B4-BE49-F238E27FC236}">
                    <a16:creationId xmlns:a16="http://schemas.microsoft.com/office/drawing/2014/main" id="{C8D524F4-43B6-BDBA-1817-316FDE058006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7" name="pg421">
                <a:extLst>
                  <a:ext uri="{FF2B5EF4-FFF2-40B4-BE49-F238E27FC236}">
                    <a16:creationId xmlns:a16="http://schemas.microsoft.com/office/drawing/2014/main" id="{EFCCE2AF-F4E9-AF43-9687-8F965C7AFC00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8" name="pg422">
                <a:extLst>
                  <a:ext uri="{FF2B5EF4-FFF2-40B4-BE49-F238E27FC236}">
                    <a16:creationId xmlns:a16="http://schemas.microsoft.com/office/drawing/2014/main" id="{0102F5A5-230F-815C-98FB-8716CFBEFE72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9" name="pg423">
                <a:extLst>
                  <a:ext uri="{FF2B5EF4-FFF2-40B4-BE49-F238E27FC236}">
                    <a16:creationId xmlns:a16="http://schemas.microsoft.com/office/drawing/2014/main" id="{8B8FBB13-9305-3D81-7604-016A6D36BB4A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0" name="pg424">
                <a:extLst>
                  <a:ext uri="{FF2B5EF4-FFF2-40B4-BE49-F238E27FC236}">
                    <a16:creationId xmlns:a16="http://schemas.microsoft.com/office/drawing/2014/main" id="{4334C8EB-5538-8973-1EA8-1A0963F52A47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1" name="pg425">
                <a:extLst>
                  <a:ext uri="{FF2B5EF4-FFF2-40B4-BE49-F238E27FC236}">
                    <a16:creationId xmlns:a16="http://schemas.microsoft.com/office/drawing/2014/main" id="{65DB410C-1FB6-61BE-8382-F2EEACBC4998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2" name="pg426">
                <a:extLst>
                  <a:ext uri="{FF2B5EF4-FFF2-40B4-BE49-F238E27FC236}">
                    <a16:creationId xmlns:a16="http://schemas.microsoft.com/office/drawing/2014/main" id="{3D88AB86-F796-F875-FFB3-AC199E30AABC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3" name="pg427">
                <a:extLst>
                  <a:ext uri="{FF2B5EF4-FFF2-40B4-BE49-F238E27FC236}">
                    <a16:creationId xmlns:a16="http://schemas.microsoft.com/office/drawing/2014/main" id="{EF86D512-CFB3-32C2-68E9-479B6A431FEB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4" name="pg428">
                <a:extLst>
                  <a:ext uri="{FF2B5EF4-FFF2-40B4-BE49-F238E27FC236}">
                    <a16:creationId xmlns:a16="http://schemas.microsoft.com/office/drawing/2014/main" id="{04F5B3E5-B9B8-4471-C536-D06CD1E1CB3C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5" name="pg429">
                <a:extLst>
                  <a:ext uri="{FF2B5EF4-FFF2-40B4-BE49-F238E27FC236}">
                    <a16:creationId xmlns:a16="http://schemas.microsoft.com/office/drawing/2014/main" id="{30CA37B0-CCC2-8F7A-34FA-44484A568786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6" name="pg430">
                <a:extLst>
                  <a:ext uri="{FF2B5EF4-FFF2-40B4-BE49-F238E27FC236}">
                    <a16:creationId xmlns:a16="http://schemas.microsoft.com/office/drawing/2014/main" id="{E39FD698-81D4-154B-20F2-212E4FAEF9C0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7" name="pg431">
                <a:extLst>
                  <a:ext uri="{FF2B5EF4-FFF2-40B4-BE49-F238E27FC236}">
                    <a16:creationId xmlns:a16="http://schemas.microsoft.com/office/drawing/2014/main" id="{238163D6-97D2-59C8-95AA-CA61BDED1D76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8" name="pg432">
                <a:extLst>
                  <a:ext uri="{FF2B5EF4-FFF2-40B4-BE49-F238E27FC236}">
                    <a16:creationId xmlns:a16="http://schemas.microsoft.com/office/drawing/2014/main" id="{C815AF11-0B57-FE14-FBE9-9E53FDFE8442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9" name="pg433">
                <a:extLst>
                  <a:ext uri="{FF2B5EF4-FFF2-40B4-BE49-F238E27FC236}">
                    <a16:creationId xmlns:a16="http://schemas.microsoft.com/office/drawing/2014/main" id="{E6F0CA61-72DA-5F13-D68E-9ADB4A26A3A0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0" name="pg434">
                <a:extLst>
                  <a:ext uri="{FF2B5EF4-FFF2-40B4-BE49-F238E27FC236}">
                    <a16:creationId xmlns:a16="http://schemas.microsoft.com/office/drawing/2014/main" id="{E388925A-DB9B-02E9-CFF6-25CBCB11225B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1" name="pg435">
                <a:extLst>
                  <a:ext uri="{FF2B5EF4-FFF2-40B4-BE49-F238E27FC236}">
                    <a16:creationId xmlns:a16="http://schemas.microsoft.com/office/drawing/2014/main" id="{D1F1BA94-29C1-8261-5F5F-DB6760B795A3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2" name="pg436">
                <a:extLst>
                  <a:ext uri="{FF2B5EF4-FFF2-40B4-BE49-F238E27FC236}">
                    <a16:creationId xmlns:a16="http://schemas.microsoft.com/office/drawing/2014/main" id="{1A1ED7E6-C81D-C829-58D7-52DD3DC0A435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3" name="pg437">
                <a:extLst>
                  <a:ext uri="{FF2B5EF4-FFF2-40B4-BE49-F238E27FC236}">
                    <a16:creationId xmlns:a16="http://schemas.microsoft.com/office/drawing/2014/main" id="{3C1D63B1-53C7-1E60-2494-616FC71D45D3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4" name="pg438">
                <a:extLst>
                  <a:ext uri="{FF2B5EF4-FFF2-40B4-BE49-F238E27FC236}">
                    <a16:creationId xmlns:a16="http://schemas.microsoft.com/office/drawing/2014/main" id="{007BB4C1-AFF3-ECD3-D123-532B03F48EE7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5" name="pg439">
                <a:extLst>
                  <a:ext uri="{FF2B5EF4-FFF2-40B4-BE49-F238E27FC236}">
                    <a16:creationId xmlns:a16="http://schemas.microsoft.com/office/drawing/2014/main" id="{73CD67D7-C24C-3759-EE00-1B5F9427034A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6" name="pg440">
                <a:extLst>
                  <a:ext uri="{FF2B5EF4-FFF2-40B4-BE49-F238E27FC236}">
                    <a16:creationId xmlns:a16="http://schemas.microsoft.com/office/drawing/2014/main" id="{7F92A183-65B4-4F90-5412-B42E288ED543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7" name="pg441">
                <a:extLst>
                  <a:ext uri="{FF2B5EF4-FFF2-40B4-BE49-F238E27FC236}">
                    <a16:creationId xmlns:a16="http://schemas.microsoft.com/office/drawing/2014/main" id="{8C015C8F-EFD4-F5CF-C230-33423FC2AC19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8" name="pg442">
                <a:extLst>
                  <a:ext uri="{FF2B5EF4-FFF2-40B4-BE49-F238E27FC236}">
                    <a16:creationId xmlns:a16="http://schemas.microsoft.com/office/drawing/2014/main" id="{FC30A1F7-3994-F792-5BE4-BFD0290E139F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9" name="pg443">
                <a:extLst>
                  <a:ext uri="{FF2B5EF4-FFF2-40B4-BE49-F238E27FC236}">
                    <a16:creationId xmlns:a16="http://schemas.microsoft.com/office/drawing/2014/main" id="{3773295D-4A27-1612-634F-144683332B51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0" name="pg444">
                <a:extLst>
                  <a:ext uri="{FF2B5EF4-FFF2-40B4-BE49-F238E27FC236}">
                    <a16:creationId xmlns:a16="http://schemas.microsoft.com/office/drawing/2014/main" id="{657D134C-EE3F-13BC-55B8-DADD438A583B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1" name="pg445">
                <a:extLst>
                  <a:ext uri="{FF2B5EF4-FFF2-40B4-BE49-F238E27FC236}">
                    <a16:creationId xmlns:a16="http://schemas.microsoft.com/office/drawing/2014/main" id="{5EF104B7-BE8F-90CC-0099-B85A17587144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2" name="pg446">
                <a:extLst>
                  <a:ext uri="{FF2B5EF4-FFF2-40B4-BE49-F238E27FC236}">
                    <a16:creationId xmlns:a16="http://schemas.microsoft.com/office/drawing/2014/main" id="{F7966337-F8B5-6368-BC16-7612FE2DC5AF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3" name="pg447">
                <a:extLst>
                  <a:ext uri="{FF2B5EF4-FFF2-40B4-BE49-F238E27FC236}">
                    <a16:creationId xmlns:a16="http://schemas.microsoft.com/office/drawing/2014/main" id="{6A5658BB-61FD-592C-53EC-EDF2ACD8892D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4" name="pg448">
                <a:extLst>
                  <a:ext uri="{FF2B5EF4-FFF2-40B4-BE49-F238E27FC236}">
                    <a16:creationId xmlns:a16="http://schemas.microsoft.com/office/drawing/2014/main" id="{FF750D98-9C07-04C7-86A6-70882703FA5A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5" name="pg449">
                <a:extLst>
                  <a:ext uri="{FF2B5EF4-FFF2-40B4-BE49-F238E27FC236}">
                    <a16:creationId xmlns:a16="http://schemas.microsoft.com/office/drawing/2014/main" id="{73C8C73D-6233-C4B5-6439-9A69B4EDFC3E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6" name="pg450">
                <a:extLst>
                  <a:ext uri="{FF2B5EF4-FFF2-40B4-BE49-F238E27FC236}">
                    <a16:creationId xmlns:a16="http://schemas.microsoft.com/office/drawing/2014/main" id="{ECDAB46D-11D5-9627-DA67-67C56E8D29D2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7" name="pg451">
                <a:extLst>
                  <a:ext uri="{FF2B5EF4-FFF2-40B4-BE49-F238E27FC236}">
                    <a16:creationId xmlns:a16="http://schemas.microsoft.com/office/drawing/2014/main" id="{A63A451D-6BD9-708D-4E13-8DD533ADC22F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8" name="pg452">
                <a:extLst>
                  <a:ext uri="{FF2B5EF4-FFF2-40B4-BE49-F238E27FC236}">
                    <a16:creationId xmlns:a16="http://schemas.microsoft.com/office/drawing/2014/main" id="{A87AE29C-B1CC-CB8E-63AC-9483A934BD95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9" name="pg453">
                <a:extLst>
                  <a:ext uri="{FF2B5EF4-FFF2-40B4-BE49-F238E27FC236}">
                    <a16:creationId xmlns:a16="http://schemas.microsoft.com/office/drawing/2014/main" id="{F77CCB14-A596-0D7F-BDCE-132FB84B0404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0" name="pg454">
                <a:extLst>
                  <a:ext uri="{FF2B5EF4-FFF2-40B4-BE49-F238E27FC236}">
                    <a16:creationId xmlns:a16="http://schemas.microsoft.com/office/drawing/2014/main" id="{91B6ACAF-F970-4D5D-E98A-A72F425245F6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1" name="pg455">
                <a:extLst>
                  <a:ext uri="{FF2B5EF4-FFF2-40B4-BE49-F238E27FC236}">
                    <a16:creationId xmlns:a16="http://schemas.microsoft.com/office/drawing/2014/main" id="{CD5311B9-B3B3-86F3-EF29-28ABA45C43D3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2" name="pg456">
                <a:extLst>
                  <a:ext uri="{FF2B5EF4-FFF2-40B4-BE49-F238E27FC236}">
                    <a16:creationId xmlns:a16="http://schemas.microsoft.com/office/drawing/2014/main" id="{AD163FE6-1D96-FDAF-FFC5-171885BB60EC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3" name="pg457">
                <a:extLst>
                  <a:ext uri="{FF2B5EF4-FFF2-40B4-BE49-F238E27FC236}">
                    <a16:creationId xmlns:a16="http://schemas.microsoft.com/office/drawing/2014/main" id="{1C2F7326-C1DA-2FD3-C706-CA8F7F7C74EC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4" name="pg458">
                <a:extLst>
                  <a:ext uri="{FF2B5EF4-FFF2-40B4-BE49-F238E27FC236}">
                    <a16:creationId xmlns:a16="http://schemas.microsoft.com/office/drawing/2014/main" id="{D6576B48-48E1-8DF5-7B11-A0BCF5AA3169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5" name="pg459">
                <a:extLst>
                  <a:ext uri="{FF2B5EF4-FFF2-40B4-BE49-F238E27FC236}">
                    <a16:creationId xmlns:a16="http://schemas.microsoft.com/office/drawing/2014/main" id="{CD66FBE6-46EC-4D45-1629-DFA00C1C3C8C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6" name="pg460">
                <a:extLst>
                  <a:ext uri="{FF2B5EF4-FFF2-40B4-BE49-F238E27FC236}">
                    <a16:creationId xmlns:a16="http://schemas.microsoft.com/office/drawing/2014/main" id="{DB73AD71-C8A7-88C7-BDA4-DAB17D1646BD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7" name="pg461">
                <a:extLst>
                  <a:ext uri="{FF2B5EF4-FFF2-40B4-BE49-F238E27FC236}">
                    <a16:creationId xmlns:a16="http://schemas.microsoft.com/office/drawing/2014/main" id="{75D610F1-3416-8323-3858-50AC9F47ADC7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8" name="pg462">
                <a:extLst>
                  <a:ext uri="{FF2B5EF4-FFF2-40B4-BE49-F238E27FC236}">
                    <a16:creationId xmlns:a16="http://schemas.microsoft.com/office/drawing/2014/main" id="{E418FF7C-C39E-D3D1-C1CA-BD1EE943FE87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9" name="pg463">
                <a:extLst>
                  <a:ext uri="{FF2B5EF4-FFF2-40B4-BE49-F238E27FC236}">
                    <a16:creationId xmlns:a16="http://schemas.microsoft.com/office/drawing/2014/main" id="{4B607D32-85AD-E288-04D6-F236172A2308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0" name="pg464">
                <a:extLst>
                  <a:ext uri="{FF2B5EF4-FFF2-40B4-BE49-F238E27FC236}">
                    <a16:creationId xmlns:a16="http://schemas.microsoft.com/office/drawing/2014/main" id="{4C5E60D1-0BE7-B982-B85F-AFF732D8A9E7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1" name="pg465">
                <a:extLst>
                  <a:ext uri="{FF2B5EF4-FFF2-40B4-BE49-F238E27FC236}">
                    <a16:creationId xmlns:a16="http://schemas.microsoft.com/office/drawing/2014/main" id="{D800FAF8-8276-A796-004D-D2B9C29992EE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2" name="pg466">
                <a:extLst>
                  <a:ext uri="{FF2B5EF4-FFF2-40B4-BE49-F238E27FC236}">
                    <a16:creationId xmlns:a16="http://schemas.microsoft.com/office/drawing/2014/main" id="{496D053D-24B4-6B1D-4A20-ABD0D9137D83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3" name="pg467">
                <a:extLst>
                  <a:ext uri="{FF2B5EF4-FFF2-40B4-BE49-F238E27FC236}">
                    <a16:creationId xmlns:a16="http://schemas.microsoft.com/office/drawing/2014/main" id="{BBC72A99-747B-3B1D-EB8C-008929A66713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4" name="pg468">
                <a:extLst>
                  <a:ext uri="{FF2B5EF4-FFF2-40B4-BE49-F238E27FC236}">
                    <a16:creationId xmlns:a16="http://schemas.microsoft.com/office/drawing/2014/main" id="{892DB721-649B-AEFF-7375-B1420F7C1878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5" name="pg469">
                <a:extLst>
                  <a:ext uri="{FF2B5EF4-FFF2-40B4-BE49-F238E27FC236}">
                    <a16:creationId xmlns:a16="http://schemas.microsoft.com/office/drawing/2014/main" id="{9BDF7886-3B66-A06C-BFC8-861FEB878E13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6" name="pg470">
                <a:extLst>
                  <a:ext uri="{FF2B5EF4-FFF2-40B4-BE49-F238E27FC236}">
                    <a16:creationId xmlns:a16="http://schemas.microsoft.com/office/drawing/2014/main" id="{05B0E557-56BB-2C92-91E9-26431A29CB83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7" name="pg471">
                <a:extLst>
                  <a:ext uri="{FF2B5EF4-FFF2-40B4-BE49-F238E27FC236}">
                    <a16:creationId xmlns:a16="http://schemas.microsoft.com/office/drawing/2014/main" id="{3AC07B06-2E83-C4A9-A98C-21071945E001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8" name="pg472">
                <a:extLst>
                  <a:ext uri="{FF2B5EF4-FFF2-40B4-BE49-F238E27FC236}">
                    <a16:creationId xmlns:a16="http://schemas.microsoft.com/office/drawing/2014/main" id="{7D61DD53-9D0F-7F8F-9082-723CAC7BF5CD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9" name="pg473">
                <a:extLst>
                  <a:ext uri="{FF2B5EF4-FFF2-40B4-BE49-F238E27FC236}">
                    <a16:creationId xmlns:a16="http://schemas.microsoft.com/office/drawing/2014/main" id="{ADA633F3-13A0-A4BC-016C-812448699D52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0" name="pg474">
                <a:extLst>
                  <a:ext uri="{FF2B5EF4-FFF2-40B4-BE49-F238E27FC236}">
                    <a16:creationId xmlns:a16="http://schemas.microsoft.com/office/drawing/2014/main" id="{8D9B19A1-2C13-E4C0-946B-7FC006B2636B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1" name="pg475">
                <a:extLst>
                  <a:ext uri="{FF2B5EF4-FFF2-40B4-BE49-F238E27FC236}">
                    <a16:creationId xmlns:a16="http://schemas.microsoft.com/office/drawing/2014/main" id="{85AF3CD1-C219-8B05-A62B-194C6597BCDE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2" name="pg476">
                <a:extLst>
                  <a:ext uri="{FF2B5EF4-FFF2-40B4-BE49-F238E27FC236}">
                    <a16:creationId xmlns:a16="http://schemas.microsoft.com/office/drawing/2014/main" id="{86D38049-606F-1FD4-19A6-3DD654808CEB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3" name="pg477">
                <a:extLst>
                  <a:ext uri="{FF2B5EF4-FFF2-40B4-BE49-F238E27FC236}">
                    <a16:creationId xmlns:a16="http://schemas.microsoft.com/office/drawing/2014/main" id="{0B0D8778-8313-E312-F811-7351E4FA0054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4" name="pg478">
                <a:extLst>
                  <a:ext uri="{FF2B5EF4-FFF2-40B4-BE49-F238E27FC236}">
                    <a16:creationId xmlns:a16="http://schemas.microsoft.com/office/drawing/2014/main" id="{E76ABF3F-EEFA-7641-A4F3-5A9E225B9E29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5" name="pg479">
                <a:extLst>
                  <a:ext uri="{FF2B5EF4-FFF2-40B4-BE49-F238E27FC236}">
                    <a16:creationId xmlns:a16="http://schemas.microsoft.com/office/drawing/2014/main" id="{6142922C-19E9-150B-0C69-29393CF2B444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6" name="pg480">
                <a:extLst>
                  <a:ext uri="{FF2B5EF4-FFF2-40B4-BE49-F238E27FC236}">
                    <a16:creationId xmlns:a16="http://schemas.microsoft.com/office/drawing/2014/main" id="{2FD9CBCF-9A59-6DB1-AAAD-78CE847E46FC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7">
                  <a:alpha val="100000"/>
                </a:srgbClr>
              </a:solidFill>
              <a:ln w="5420" cap="flat">
                <a:solidFill>
                  <a:srgbClr val="3B4F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7" name="pg481">
                <a:extLst>
                  <a:ext uri="{FF2B5EF4-FFF2-40B4-BE49-F238E27FC236}">
                    <a16:creationId xmlns:a16="http://schemas.microsoft.com/office/drawing/2014/main" id="{C77378C1-20D5-9AE3-9C7D-B7378DD10169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8" name="pg482">
                <a:extLst>
                  <a:ext uri="{FF2B5EF4-FFF2-40B4-BE49-F238E27FC236}">
                    <a16:creationId xmlns:a16="http://schemas.microsoft.com/office/drawing/2014/main" id="{EF32C424-19A6-8708-449B-F5228D2FCADC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9" name="pg483">
                <a:extLst>
                  <a:ext uri="{FF2B5EF4-FFF2-40B4-BE49-F238E27FC236}">
                    <a16:creationId xmlns:a16="http://schemas.microsoft.com/office/drawing/2014/main" id="{F682B2B6-4A25-9D1C-FDBC-E9B996EF78D0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0" name="pg484">
                <a:extLst>
                  <a:ext uri="{FF2B5EF4-FFF2-40B4-BE49-F238E27FC236}">
                    <a16:creationId xmlns:a16="http://schemas.microsoft.com/office/drawing/2014/main" id="{40A9F385-C08B-153C-81C9-BD72AD256BBC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1" name="pg485">
                <a:extLst>
                  <a:ext uri="{FF2B5EF4-FFF2-40B4-BE49-F238E27FC236}">
                    <a16:creationId xmlns:a16="http://schemas.microsoft.com/office/drawing/2014/main" id="{501B202E-37DC-880C-56EE-F8BC5A231297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2" name="pg486">
                <a:extLst>
                  <a:ext uri="{FF2B5EF4-FFF2-40B4-BE49-F238E27FC236}">
                    <a16:creationId xmlns:a16="http://schemas.microsoft.com/office/drawing/2014/main" id="{9D27A902-7D80-B9B6-D3BE-890944535FE6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3" name="pg487">
                <a:extLst>
                  <a:ext uri="{FF2B5EF4-FFF2-40B4-BE49-F238E27FC236}">
                    <a16:creationId xmlns:a16="http://schemas.microsoft.com/office/drawing/2014/main" id="{B22CCC92-9EA3-0309-9B23-1B83D000C8A6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4" name="pg488">
                <a:extLst>
                  <a:ext uri="{FF2B5EF4-FFF2-40B4-BE49-F238E27FC236}">
                    <a16:creationId xmlns:a16="http://schemas.microsoft.com/office/drawing/2014/main" id="{7DDC66D3-3BCD-4DBC-49C8-4BFB642B9088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5" name="pg489">
                <a:extLst>
                  <a:ext uri="{FF2B5EF4-FFF2-40B4-BE49-F238E27FC236}">
                    <a16:creationId xmlns:a16="http://schemas.microsoft.com/office/drawing/2014/main" id="{A8566E24-024A-AFB1-F45F-CB6564DF8F2D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6" name="pg490">
                <a:extLst>
                  <a:ext uri="{FF2B5EF4-FFF2-40B4-BE49-F238E27FC236}">
                    <a16:creationId xmlns:a16="http://schemas.microsoft.com/office/drawing/2014/main" id="{587405AC-F4BC-8B11-C8A0-76D4F441D902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7" name="pg491">
                <a:extLst>
                  <a:ext uri="{FF2B5EF4-FFF2-40B4-BE49-F238E27FC236}">
                    <a16:creationId xmlns:a16="http://schemas.microsoft.com/office/drawing/2014/main" id="{921AAB0A-BDE1-6ECE-248E-AA3F66D033ED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2">
                  <a:alpha val="100000"/>
                </a:srgbClr>
              </a:solidFill>
              <a:ln w="5420" cap="flat">
                <a:solidFill>
                  <a:srgbClr val="3C4A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8" name="pg492">
                <a:extLst>
                  <a:ext uri="{FF2B5EF4-FFF2-40B4-BE49-F238E27FC236}">
                    <a16:creationId xmlns:a16="http://schemas.microsoft.com/office/drawing/2014/main" id="{1B2B3CE0-18CB-4A78-72ED-1160C9D70E40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9" name="pg493">
                <a:extLst>
                  <a:ext uri="{FF2B5EF4-FFF2-40B4-BE49-F238E27FC236}">
                    <a16:creationId xmlns:a16="http://schemas.microsoft.com/office/drawing/2014/main" id="{CBAE6509-F01F-6F36-706B-B13603A6959E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0" name="pg494">
                <a:extLst>
                  <a:ext uri="{FF2B5EF4-FFF2-40B4-BE49-F238E27FC236}">
                    <a16:creationId xmlns:a16="http://schemas.microsoft.com/office/drawing/2014/main" id="{8E30CDD4-F4A9-55FB-7D3B-4BDB3AB18738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1" name="pg495">
                <a:extLst>
                  <a:ext uri="{FF2B5EF4-FFF2-40B4-BE49-F238E27FC236}">
                    <a16:creationId xmlns:a16="http://schemas.microsoft.com/office/drawing/2014/main" id="{EC405ECD-B11D-19EC-5A74-6D60D537134A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2" name="pg496">
                <a:extLst>
                  <a:ext uri="{FF2B5EF4-FFF2-40B4-BE49-F238E27FC236}">
                    <a16:creationId xmlns:a16="http://schemas.microsoft.com/office/drawing/2014/main" id="{1A067725-6D5A-6E9E-707B-B49ED4ACB3D4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3" name="pg497">
                <a:extLst>
                  <a:ext uri="{FF2B5EF4-FFF2-40B4-BE49-F238E27FC236}">
                    <a16:creationId xmlns:a16="http://schemas.microsoft.com/office/drawing/2014/main" id="{BA56F516-0305-09AA-41A3-9AFCBEC9F18F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4" name="pg498">
                <a:extLst>
                  <a:ext uri="{FF2B5EF4-FFF2-40B4-BE49-F238E27FC236}">
                    <a16:creationId xmlns:a16="http://schemas.microsoft.com/office/drawing/2014/main" id="{62A46B1C-9CCC-B434-CB51-A8FDB1DD2B93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5" name="pg499">
                <a:extLst>
                  <a:ext uri="{FF2B5EF4-FFF2-40B4-BE49-F238E27FC236}">
                    <a16:creationId xmlns:a16="http://schemas.microsoft.com/office/drawing/2014/main" id="{E39F5FF7-6078-FE8B-7DED-D0D53ED5BF29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6" name="pg500">
                <a:extLst>
                  <a:ext uri="{FF2B5EF4-FFF2-40B4-BE49-F238E27FC236}">
                    <a16:creationId xmlns:a16="http://schemas.microsoft.com/office/drawing/2014/main" id="{2EAFA37C-419C-1B39-A183-077E06EF6718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7" name="pg501">
                <a:extLst>
                  <a:ext uri="{FF2B5EF4-FFF2-40B4-BE49-F238E27FC236}">
                    <a16:creationId xmlns:a16="http://schemas.microsoft.com/office/drawing/2014/main" id="{E83E38E9-3229-6D0E-D419-F32EF1C6DF81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8" name="pg502">
                <a:extLst>
                  <a:ext uri="{FF2B5EF4-FFF2-40B4-BE49-F238E27FC236}">
                    <a16:creationId xmlns:a16="http://schemas.microsoft.com/office/drawing/2014/main" id="{196689D2-445E-A615-8CB0-613B7E3C8FE8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9" name="pg503">
                <a:extLst>
                  <a:ext uri="{FF2B5EF4-FFF2-40B4-BE49-F238E27FC236}">
                    <a16:creationId xmlns:a16="http://schemas.microsoft.com/office/drawing/2014/main" id="{AD81E923-3E01-9705-B16F-3AEDE609480F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0" name="pg504">
                <a:extLst>
                  <a:ext uri="{FF2B5EF4-FFF2-40B4-BE49-F238E27FC236}">
                    <a16:creationId xmlns:a16="http://schemas.microsoft.com/office/drawing/2014/main" id="{33620B33-9360-A29B-2962-AB38C1935178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1" name="pg505">
                <a:extLst>
                  <a:ext uri="{FF2B5EF4-FFF2-40B4-BE49-F238E27FC236}">
                    <a16:creationId xmlns:a16="http://schemas.microsoft.com/office/drawing/2014/main" id="{4ECF230D-B09C-3818-6691-3A39DF3020E1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2" name="pg506">
                <a:extLst>
                  <a:ext uri="{FF2B5EF4-FFF2-40B4-BE49-F238E27FC236}">
                    <a16:creationId xmlns:a16="http://schemas.microsoft.com/office/drawing/2014/main" id="{F244E505-491D-03DB-59EA-BAE8DA14ED2F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3" name="pg507">
                <a:extLst>
                  <a:ext uri="{FF2B5EF4-FFF2-40B4-BE49-F238E27FC236}">
                    <a16:creationId xmlns:a16="http://schemas.microsoft.com/office/drawing/2014/main" id="{711F0A16-71E9-9F46-8F9B-D63FD29165AE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4" name="pg508">
                <a:extLst>
                  <a:ext uri="{FF2B5EF4-FFF2-40B4-BE49-F238E27FC236}">
                    <a16:creationId xmlns:a16="http://schemas.microsoft.com/office/drawing/2014/main" id="{87F2E415-AFAE-F1A2-E379-C473045C5D8C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5" name="pg509">
                <a:extLst>
                  <a:ext uri="{FF2B5EF4-FFF2-40B4-BE49-F238E27FC236}">
                    <a16:creationId xmlns:a16="http://schemas.microsoft.com/office/drawing/2014/main" id="{3D5CF04B-D80B-36E2-265E-D6954DE6C2D9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6" name="pg510">
                <a:extLst>
                  <a:ext uri="{FF2B5EF4-FFF2-40B4-BE49-F238E27FC236}">
                    <a16:creationId xmlns:a16="http://schemas.microsoft.com/office/drawing/2014/main" id="{04E5BE6A-C84A-405E-5F98-7CA5274107EF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7" name="pg511">
                <a:extLst>
                  <a:ext uri="{FF2B5EF4-FFF2-40B4-BE49-F238E27FC236}">
                    <a16:creationId xmlns:a16="http://schemas.microsoft.com/office/drawing/2014/main" id="{63596C79-79BA-464B-C753-469359F95D67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8" name="pg512">
                <a:extLst>
                  <a:ext uri="{FF2B5EF4-FFF2-40B4-BE49-F238E27FC236}">
                    <a16:creationId xmlns:a16="http://schemas.microsoft.com/office/drawing/2014/main" id="{40A8A556-7C31-BE8D-3D2C-AF6C60D4B5BD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9" name="pg513">
                <a:extLst>
                  <a:ext uri="{FF2B5EF4-FFF2-40B4-BE49-F238E27FC236}">
                    <a16:creationId xmlns:a16="http://schemas.microsoft.com/office/drawing/2014/main" id="{57C55FF5-C047-E867-1C2E-969FB9EA1BFB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0" name="pg514">
                <a:extLst>
                  <a:ext uri="{FF2B5EF4-FFF2-40B4-BE49-F238E27FC236}">
                    <a16:creationId xmlns:a16="http://schemas.microsoft.com/office/drawing/2014/main" id="{ADCA6F97-F0C7-D2F4-C715-6A4C3AFF2994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1" name="pg515">
                <a:extLst>
                  <a:ext uri="{FF2B5EF4-FFF2-40B4-BE49-F238E27FC236}">
                    <a16:creationId xmlns:a16="http://schemas.microsoft.com/office/drawing/2014/main" id="{7209CC44-EAC4-6B6D-FF29-0F548BE516CA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2" name="pg516">
                <a:extLst>
                  <a:ext uri="{FF2B5EF4-FFF2-40B4-BE49-F238E27FC236}">
                    <a16:creationId xmlns:a16="http://schemas.microsoft.com/office/drawing/2014/main" id="{AF3B1568-3F19-2C13-A511-8AD1E39070D9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3" name="pg517">
                <a:extLst>
                  <a:ext uri="{FF2B5EF4-FFF2-40B4-BE49-F238E27FC236}">
                    <a16:creationId xmlns:a16="http://schemas.microsoft.com/office/drawing/2014/main" id="{937C6522-0E07-606E-E619-286CD8F4E4AB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4" name="pg518">
                <a:extLst>
                  <a:ext uri="{FF2B5EF4-FFF2-40B4-BE49-F238E27FC236}">
                    <a16:creationId xmlns:a16="http://schemas.microsoft.com/office/drawing/2014/main" id="{9EB29A45-8C4A-8847-5BBB-BDF524E71A30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5" name="pg519">
                <a:extLst>
                  <a:ext uri="{FF2B5EF4-FFF2-40B4-BE49-F238E27FC236}">
                    <a16:creationId xmlns:a16="http://schemas.microsoft.com/office/drawing/2014/main" id="{23979BF3-C803-E139-FD38-8D7C7BCFBCDF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6" name="pg520">
                <a:extLst>
                  <a:ext uri="{FF2B5EF4-FFF2-40B4-BE49-F238E27FC236}">
                    <a16:creationId xmlns:a16="http://schemas.microsoft.com/office/drawing/2014/main" id="{EB6882A8-5C27-423F-E011-3ECC6D6B7A07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7" name="pg521">
                <a:extLst>
                  <a:ext uri="{FF2B5EF4-FFF2-40B4-BE49-F238E27FC236}">
                    <a16:creationId xmlns:a16="http://schemas.microsoft.com/office/drawing/2014/main" id="{9FD66F91-DC42-C077-A657-DBE84FD25451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8" name="pg522">
                <a:extLst>
                  <a:ext uri="{FF2B5EF4-FFF2-40B4-BE49-F238E27FC236}">
                    <a16:creationId xmlns:a16="http://schemas.microsoft.com/office/drawing/2014/main" id="{726CC803-3956-6EB7-6A70-41657C0792B5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9" name="pg523">
                <a:extLst>
                  <a:ext uri="{FF2B5EF4-FFF2-40B4-BE49-F238E27FC236}">
                    <a16:creationId xmlns:a16="http://schemas.microsoft.com/office/drawing/2014/main" id="{729BF0B1-F003-5BD6-EDD1-AB6E54CDE3A0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0" name="pg524">
                <a:extLst>
                  <a:ext uri="{FF2B5EF4-FFF2-40B4-BE49-F238E27FC236}">
                    <a16:creationId xmlns:a16="http://schemas.microsoft.com/office/drawing/2014/main" id="{AE1F922F-DB0F-E7ED-A951-5B2EE019B4E1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1" name="pg525">
                <a:extLst>
                  <a:ext uri="{FF2B5EF4-FFF2-40B4-BE49-F238E27FC236}">
                    <a16:creationId xmlns:a16="http://schemas.microsoft.com/office/drawing/2014/main" id="{040AC4FA-2847-9EA2-4C1A-BD534A8F039E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2" name="pg526">
                <a:extLst>
                  <a:ext uri="{FF2B5EF4-FFF2-40B4-BE49-F238E27FC236}">
                    <a16:creationId xmlns:a16="http://schemas.microsoft.com/office/drawing/2014/main" id="{2DC57D42-F754-3AC3-71F9-8A7AB932B51E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3" name="pg527">
                <a:extLst>
                  <a:ext uri="{FF2B5EF4-FFF2-40B4-BE49-F238E27FC236}">
                    <a16:creationId xmlns:a16="http://schemas.microsoft.com/office/drawing/2014/main" id="{2170D5CB-55B9-DDF7-2AA1-B6275ECAD6B2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4" name="pg528">
                <a:extLst>
                  <a:ext uri="{FF2B5EF4-FFF2-40B4-BE49-F238E27FC236}">
                    <a16:creationId xmlns:a16="http://schemas.microsoft.com/office/drawing/2014/main" id="{71DAE78D-6722-C606-B082-96DBDBFE8333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5" name="pg529">
                <a:extLst>
                  <a:ext uri="{FF2B5EF4-FFF2-40B4-BE49-F238E27FC236}">
                    <a16:creationId xmlns:a16="http://schemas.microsoft.com/office/drawing/2014/main" id="{441617E0-8940-9549-2A06-1BB3490FD4FF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6" name="pg530">
                <a:extLst>
                  <a:ext uri="{FF2B5EF4-FFF2-40B4-BE49-F238E27FC236}">
                    <a16:creationId xmlns:a16="http://schemas.microsoft.com/office/drawing/2014/main" id="{1767721D-A887-E1E6-16A0-2B9D16C47C2C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7" name="pg531">
                <a:extLst>
                  <a:ext uri="{FF2B5EF4-FFF2-40B4-BE49-F238E27FC236}">
                    <a16:creationId xmlns:a16="http://schemas.microsoft.com/office/drawing/2014/main" id="{F878BCFF-60D7-A1EA-E9E7-6A4B94E8D273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8" name="pg532">
                <a:extLst>
                  <a:ext uri="{FF2B5EF4-FFF2-40B4-BE49-F238E27FC236}">
                    <a16:creationId xmlns:a16="http://schemas.microsoft.com/office/drawing/2014/main" id="{569E80E0-3223-355E-F2F7-E41797E3B6A3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9" name="pg533">
                <a:extLst>
                  <a:ext uri="{FF2B5EF4-FFF2-40B4-BE49-F238E27FC236}">
                    <a16:creationId xmlns:a16="http://schemas.microsoft.com/office/drawing/2014/main" id="{C46C2529-E8B1-65D6-ED6E-5AEE85CACD09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0" name="pg534">
                <a:extLst>
                  <a:ext uri="{FF2B5EF4-FFF2-40B4-BE49-F238E27FC236}">
                    <a16:creationId xmlns:a16="http://schemas.microsoft.com/office/drawing/2014/main" id="{8203122A-0C17-0C6D-BEB0-852CADF2CAF8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1" name="pg535">
                <a:extLst>
                  <a:ext uri="{FF2B5EF4-FFF2-40B4-BE49-F238E27FC236}">
                    <a16:creationId xmlns:a16="http://schemas.microsoft.com/office/drawing/2014/main" id="{6B6D10FB-69EC-7A0C-C339-CD111C44E3A1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2" name="pg536">
                <a:extLst>
                  <a:ext uri="{FF2B5EF4-FFF2-40B4-BE49-F238E27FC236}">
                    <a16:creationId xmlns:a16="http://schemas.microsoft.com/office/drawing/2014/main" id="{C445D1C9-549D-4C25-E6EA-BBE2C37CA466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3" name="pg537">
                <a:extLst>
                  <a:ext uri="{FF2B5EF4-FFF2-40B4-BE49-F238E27FC236}">
                    <a16:creationId xmlns:a16="http://schemas.microsoft.com/office/drawing/2014/main" id="{E7451746-7758-F099-EE0A-7ADA60854C4E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4" name="pg538">
                <a:extLst>
                  <a:ext uri="{FF2B5EF4-FFF2-40B4-BE49-F238E27FC236}">
                    <a16:creationId xmlns:a16="http://schemas.microsoft.com/office/drawing/2014/main" id="{8474E6A0-135F-A611-3D5C-BD6439AFBB66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5" name="pg539">
                <a:extLst>
                  <a:ext uri="{FF2B5EF4-FFF2-40B4-BE49-F238E27FC236}">
                    <a16:creationId xmlns:a16="http://schemas.microsoft.com/office/drawing/2014/main" id="{5AABE425-A466-0976-ACDF-8991CAAA723F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6" name="pg540">
                <a:extLst>
                  <a:ext uri="{FF2B5EF4-FFF2-40B4-BE49-F238E27FC236}">
                    <a16:creationId xmlns:a16="http://schemas.microsoft.com/office/drawing/2014/main" id="{A8609161-8B18-F48E-83A6-BF50EE97A854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7" name="pg541">
                <a:extLst>
                  <a:ext uri="{FF2B5EF4-FFF2-40B4-BE49-F238E27FC236}">
                    <a16:creationId xmlns:a16="http://schemas.microsoft.com/office/drawing/2014/main" id="{C821EB53-E0DA-F00B-A344-30A572B783FD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8" name="pg542">
                <a:extLst>
                  <a:ext uri="{FF2B5EF4-FFF2-40B4-BE49-F238E27FC236}">
                    <a16:creationId xmlns:a16="http://schemas.microsoft.com/office/drawing/2014/main" id="{D7D197B5-9719-B72E-A1F8-88FA5F604AE6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9" name="pg543">
                <a:extLst>
                  <a:ext uri="{FF2B5EF4-FFF2-40B4-BE49-F238E27FC236}">
                    <a16:creationId xmlns:a16="http://schemas.microsoft.com/office/drawing/2014/main" id="{983B72C2-AE0A-830D-F8BC-C5FB314BF1D3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0" name="pg544">
                <a:extLst>
                  <a:ext uri="{FF2B5EF4-FFF2-40B4-BE49-F238E27FC236}">
                    <a16:creationId xmlns:a16="http://schemas.microsoft.com/office/drawing/2014/main" id="{F4EF85AE-9B8F-A37D-CEBF-AF89DA180DCB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1" name="pg545">
                <a:extLst>
                  <a:ext uri="{FF2B5EF4-FFF2-40B4-BE49-F238E27FC236}">
                    <a16:creationId xmlns:a16="http://schemas.microsoft.com/office/drawing/2014/main" id="{8330E54E-BA2F-662A-F566-9E3BF8AAE921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2" name="pg546">
                <a:extLst>
                  <a:ext uri="{FF2B5EF4-FFF2-40B4-BE49-F238E27FC236}">
                    <a16:creationId xmlns:a16="http://schemas.microsoft.com/office/drawing/2014/main" id="{47F30E60-8F99-3E5B-5C0C-BB351B54507C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3" name="pg547">
                <a:extLst>
                  <a:ext uri="{FF2B5EF4-FFF2-40B4-BE49-F238E27FC236}">
                    <a16:creationId xmlns:a16="http://schemas.microsoft.com/office/drawing/2014/main" id="{05EF1BA8-D98C-9F4A-74C8-49ACEADEB690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4" name="pg548">
                <a:extLst>
                  <a:ext uri="{FF2B5EF4-FFF2-40B4-BE49-F238E27FC236}">
                    <a16:creationId xmlns:a16="http://schemas.microsoft.com/office/drawing/2014/main" id="{041723EA-4539-F386-863D-B50E8EDCE89D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5" name="pg549">
                <a:extLst>
                  <a:ext uri="{FF2B5EF4-FFF2-40B4-BE49-F238E27FC236}">
                    <a16:creationId xmlns:a16="http://schemas.microsoft.com/office/drawing/2014/main" id="{5570839A-D4F4-7188-6644-A70EA07A304D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6" name="pg550">
                <a:extLst>
                  <a:ext uri="{FF2B5EF4-FFF2-40B4-BE49-F238E27FC236}">
                    <a16:creationId xmlns:a16="http://schemas.microsoft.com/office/drawing/2014/main" id="{ACCFE7BF-011F-B4FD-7C95-73C206575616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7" name="pg551">
                <a:extLst>
                  <a:ext uri="{FF2B5EF4-FFF2-40B4-BE49-F238E27FC236}">
                    <a16:creationId xmlns:a16="http://schemas.microsoft.com/office/drawing/2014/main" id="{DD9DF658-9D3B-7505-C874-F150487839F5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8" name="pg552">
                <a:extLst>
                  <a:ext uri="{FF2B5EF4-FFF2-40B4-BE49-F238E27FC236}">
                    <a16:creationId xmlns:a16="http://schemas.microsoft.com/office/drawing/2014/main" id="{C3103A93-2619-5E68-7AFD-C5F771F8B0D2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9" name="pg553">
                <a:extLst>
                  <a:ext uri="{FF2B5EF4-FFF2-40B4-BE49-F238E27FC236}">
                    <a16:creationId xmlns:a16="http://schemas.microsoft.com/office/drawing/2014/main" id="{82FC30E3-33D0-C963-00FD-C74872687F25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0" name="pg554">
                <a:extLst>
                  <a:ext uri="{FF2B5EF4-FFF2-40B4-BE49-F238E27FC236}">
                    <a16:creationId xmlns:a16="http://schemas.microsoft.com/office/drawing/2014/main" id="{AA5E8F06-F3EE-263A-236C-A196E3519FF1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1" name="pg555">
                <a:extLst>
                  <a:ext uri="{FF2B5EF4-FFF2-40B4-BE49-F238E27FC236}">
                    <a16:creationId xmlns:a16="http://schemas.microsoft.com/office/drawing/2014/main" id="{AE91E24F-1952-A831-C99D-282AD374EDDA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2" name="pg556">
                <a:extLst>
                  <a:ext uri="{FF2B5EF4-FFF2-40B4-BE49-F238E27FC236}">
                    <a16:creationId xmlns:a16="http://schemas.microsoft.com/office/drawing/2014/main" id="{C0AA1BA7-BA60-BCA0-47BE-A649833A44B7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3" name="pg557">
                <a:extLst>
                  <a:ext uri="{FF2B5EF4-FFF2-40B4-BE49-F238E27FC236}">
                    <a16:creationId xmlns:a16="http://schemas.microsoft.com/office/drawing/2014/main" id="{907F39F2-4894-2961-BCE0-196954BE4830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4" name="pg558">
                <a:extLst>
                  <a:ext uri="{FF2B5EF4-FFF2-40B4-BE49-F238E27FC236}">
                    <a16:creationId xmlns:a16="http://schemas.microsoft.com/office/drawing/2014/main" id="{A92560CE-8D66-2DC4-C1CF-65AB9A395039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5" name="pg559">
                <a:extLst>
                  <a:ext uri="{FF2B5EF4-FFF2-40B4-BE49-F238E27FC236}">
                    <a16:creationId xmlns:a16="http://schemas.microsoft.com/office/drawing/2014/main" id="{2686CEF4-6198-C50D-3DC5-065A681BE211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6" name="pg560">
                <a:extLst>
                  <a:ext uri="{FF2B5EF4-FFF2-40B4-BE49-F238E27FC236}">
                    <a16:creationId xmlns:a16="http://schemas.microsoft.com/office/drawing/2014/main" id="{D0C1974F-95E2-5365-AA67-539A0EDB8B8B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7" name="pg561">
                <a:extLst>
                  <a:ext uri="{FF2B5EF4-FFF2-40B4-BE49-F238E27FC236}">
                    <a16:creationId xmlns:a16="http://schemas.microsoft.com/office/drawing/2014/main" id="{2E823E92-6E95-C37D-2EB4-B3DDFACF95F2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8" name="pg562">
                <a:extLst>
                  <a:ext uri="{FF2B5EF4-FFF2-40B4-BE49-F238E27FC236}">
                    <a16:creationId xmlns:a16="http://schemas.microsoft.com/office/drawing/2014/main" id="{F9F1A2B5-543F-2B66-5C78-90CFF315A46A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9" name="pg563">
                <a:extLst>
                  <a:ext uri="{FF2B5EF4-FFF2-40B4-BE49-F238E27FC236}">
                    <a16:creationId xmlns:a16="http://schemas.microsoft.com/office/drawing/2014/main" id="{9F2659A5-4384-027B-B640-B01A0350041E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0" name="pg564">
                <a:extLst>
                  <a:ext uri="{FF2B5EF4-FFF2-40B4-BE49-F238E27FC236}">
                    <a16:creationId xmlns:a16="http://schemas.microsoft.com/office/drawing/2014/main" id="{E18C3294-D15A-B2C0-308C-E4997ABBA87D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1" name="pg565">
                <a:extLst>
                  <a:ext uri="{FF2B5EF4-FFF2-40B4-BE49-F238E27FC236}">
                    <a16:creationId xmlns:a16="http://schemas.microsoft.com/office/drawing/2014/main" id="{02C922A2-7386-B073-F768-B11ECDC2D2E2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2" name="pg566">
                <a:extLst>
                  <a:ext uri="{FF2B5EF4-FFF2-40B4-BE49-F238E27FC236}">
                    <a16:creationId xmlns:a16="http://schemas.microsoft.com/office/drawing/2014/main" id="{2FAFF533-D4E6-E42D-0FAF-4C5D5B5BBEF8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3" name="pg567">
                <a:extLst>
                  <a:ext uri="{FF2B5EF4-FFF2-40B4-BE49-F238E27FC236}">
                    <a16:creationId xmlns:a16="http://schemas.microsoft.com/office/drawing/2014/main" id="{776A1C60-917C-19E6-3B63-A745386BBFB3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4" name="pg568">
                <a:extLst>
                  <a:ext uri="{FF2B5EF4-FFF2-40B4-BE49-F238E27FC236}">
                    <a16:creationId xmlns:a16="http://schemas.microsoft.com/office/drawing/2014/main" id="{EDC64F01-45CA-5E17-B2DD-D2CF82B81D00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5" name="pg569">
                <a:extLst>
                  <a:ext uri="{FF2B5EF4-FFF2-40B4-BE49-F238E27FC236}">
                    <a16:creationId xmlns:a16="http://schemas.microsoft.com/office/drawing/2014/main" id="{3C9AAEC9-7874-F148-58DB-DA05E0F09E54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6" name="pg570">
                <a:extLst>
                  <a:ext uri="{FF2B5EF4-FFF2-40B4-BE49-F238E27FC236}">
                    <a16:creationId xmlns:a16="http://schemas.microsoft.com/office/drawing/2014/main" id="{82925A4C-FA0B-D9D2-7F33-9140323CE94D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7" name="pg571">
                <a:extLst>
                  <a:ext uri="{FF2B5EF4-FFF2-40B4-BE49-F238E27FC236}">
                    <a16:creationId xmlns:a16="http://schemas.microsoft.com/office/drawing/2014/main" id="{4E1B220D-BE2B-BE4E-921F-39A66778D37D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8" name="pg572">
                <a:extLst>
                  <a:ext uri="{FF2B5EF4-FFF2-40B4-BE49-F238E27FC236}">
                    <a16:creationId xmlns:a16="http://schemas.microsoft.com/office/drawing/2014/main" id="{A2598145-3C98-3B46-B88D-526987EF1050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9" name="pg573">
                <a:extLst>
                  <a:ext uri="{FF2B5EF4-FFF2-40B4-BE49-F238E27FC236}">
                    <a16:creationId xmlns:a16="http://schemas.microsoft.com/office/drawing/2014/main" id="{66F6BED4-5092-1014-CB5D-561F61E5E212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0" name="pg574">
                <a:extLst>
                  <a:ext uri="{FF2B5EF4-FFF2-40B4-BE49-F238E27FC236}">
                    <a16:creationId xmlns:a16="http://schemas.microsoft.com/office/drawing/2014/main" id="{AD28C82A-D47B-DECB-F88A-91BEA2959D0B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1" name="pg575">
                <a:extLst>
                  <a:ext uri="{FF2B5EF4-FFF2-40B4-BE49-F238E27FC236}">
                    <a16:creationId xmlns:a16="http://schemas.microsoft.com/office/drawing/2014/main" id="{AF8FEEDB-53AC-7EB6-81D4-9722164B24A9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2" name="pg576">
                <a:extLst>
                  <a:ext uri="{FF2B5EF4-FFF2-40B4-BE49-F238E27FC236}">
                    <a16:creationId xmlns:a16="http://schemas.microsoft.com/office/drawing/2014/main" id="{67F6535D-F7EB-21EB-9B7B-98FA12D86BD6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3" name="pg577">
                <a:extLst>
                  <a:ext uri="{FF2B5EF4-FFF2-40B4-BE49-F238E27FC236}">
                    <a16:creationId xmlns:a16="http://schemas.microsoft.com/office/drawing/2014/main" id="{B0D9E820-E3AF-0EF9-8AA4-5A8E2EE1EEFD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4" name="pg578">
                <a:extLst>
                  <a:ext uri="{FF2B5EF4-FFF2-40B4-BE49-F238E27FC236}">
                    <a16:creationId xmlns:a16="http://schemas.microsoft.com/office/drawing/2014/main" id="{B968D129-9E9A-26FA-1113-B046C12D5FE7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5" name="pg579">
                <a:extLst>
                  <a:ext uri="{FF2B5EF4-FFF2-40B4-BE49-F238E27FC236}">
                    <a16:creationId xmlns:a16="http://schemas.microsoft.com/office/drawing/2014/main" id="{5920BEA3-C3C1-9C29-F191-E1C4455E5888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2">
                  <a:alpha val="100000"/>
                </a:srgbClr>
              </a:solidFill>
              <a:ln w="5420" cap="flat">
                <a:solidFill>
                  <a:srgbClr val="3C4A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6" name="pg580">
                <a:extLst>
                  <a:ext uri="{FF2B5EF4-FFF2-40B4-BE49-F238E27FC236}">
                    <a16:creationId xmlns:a16="http://schemas.microsoft.com/office/drawing/2014/main" id="{EB7F92A7-CED1-C271-506A-7455583A2053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7" name="pg581">
                <a:extLst>
                  <a:ext uri="{FF2B5EF4-FFF2-40B4-BE49-F238E27FC236}">
                    <a16:creationId xmlns:a16="http://schemas.microsoft.com/office/drawing/2014/main" id="{C0AD7F00-23CE-D801-170C-904101199714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8" name="pg582">
                <a:extLst>
                  <a:ext uri="{FF2B5EF4-FFF2-40B4-BE49-F238E27FC236}">
                    <a16:creationId xmlns:a16="http://schemas.microsoft.com/office/drawing/2014/main" id="{26867294-4923-872D-CC06-50FAEDB673E4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9" name="pg583">
                <a:extLst>
                  <a:ext uri="{FF2B5EF4-FFF2-40B4-BE49-F238E27FC236}">
                    <a16:creationId xmlns:a16="http://schemas.microsoft.com/office/drawing/2014/main" id="{638D5250-114C-62CA-6F23-0685B774CB7D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0" name="pg584">
                <a:extLst>
                  <a:ext uri="{FF2B5EF4-FFF2-40B4-BE49-F238E27FC236}">
                    <a16:creationId xmlns:a16="http://schemas.microsoft.com/office/drawing/2014/main" id="{17D31ED8-DB87-72C4-B3BB-E4DE2FE13A43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1" name="pg585">
                <a:extLst>
                  <a:ext uri="{FF2B5EF4-FFF2-40B4-BE49-F238E27FC236}">
                    <a16:creationId xmlns:a16="http://schemas.microsoft.com/office/drawing/2014/main" id="{6D322429-E7FE-37CB-0DC7-05EA5EDC8B7E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2" name="pg586">
                <a:extLst>
                  <a:ext uri="{FF2B5EF4-FFF2-40B4-BE49-F238E27FC236}">
                    <a16:creationId xmlns:a16="http://schemas.microsoft.com/office/drawing/2014/main" id="{D3F1AD29-B6F5-A452-D841-561CB97FA9E6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3" name="pg587">
                <a:extLst>
                  <a:ext uri="{FF2B5EF4-FFF2-40B4-BE49-F238E27FC236}">
                    <a16:creationId xmlns:a16="http://schemas.microsoft.com/office/drawing/2014/main" id="{28F89CCA-633D-605E-1327-F2916B159E6A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4" name="pg588">
                <a:extLst>
                  <a:ext uri="{FF2B5EF4-FFF2-40B4-BE49-F238E27FC236}">
                    <a16:creationId xmlns:a16="http://schemas.microsoft.com/office/drawing/2014/main" id="{AF055492-91A9-3DF5-591C-6069E151C960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5" name="pg589">
                <a:extLst>
                  <a:ext uri="{FF2B5EF4-FFF2-40B4-BE49-F238E27FC236}">
                    <a16:creationId xmlns:a16="http://schemas.microsoft.com/office/drawing/2014/main" id="{157994EB-63DE-615A-F820-66573BBF6938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6" name="pg590">
                <a:extLst>
                  <a:ext uri="{FF2B5EF4-FFF2-40B4-BE49-F238E27FC236}">
                    <a16:creationId xmlns:a16="http://schemas.microsoft.com/office/drawing/2014/main" id="{3F1DF135-5A5B-4392-AECB-EFEB67403F1D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7" name="pg591">
                <a:extLst>
                  <a:ext uri="{FF2B5EF4-FFF2-40B4-BE49-F238E27FC236}">
                    <a16:creationId xmlns:a16="http://schemas.microsoft.com/office/drawing/2014/main" id="{61E096D7-21D2-92D8-DA16-73A0496FBAAC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8" name="pg592">
                <a:extLst>
                  <a:ext uri="{FF2B5EF4-FFF2-40B4-BE49-F238E27FC236}">
                    <a16:creationId xmlns:a16="http://schemas.microsoft.com/office/drawing/2014/main" id="{3E24ABA8-70B2-8569-C031-B63494E94814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9" name="pg593">
                <a:extLst>
                  <a:ext uri="{FF2B5EF4-FFF2-40B4-BE49-F238E27FC236}">
                    <a16:creationId xmlns:a16="http://schemas.microsoft.com/office/drawing/2014/main" id="{E297CBEC-3885-7133-C5BD-1E4E619CC3FF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0" name="pg594">
                <a:extLst>
                  <a:ext uri="{FF2B5EF4-FFF2-40B4-BE49-F238E27FC236}">
                    <a16:creationId xmlns:a16="http://schemas.microsoft.com/office/drawing/2014/main" id="{08A495B5-8D6C-4001-A891-EC8537202D17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1" name="pg595">
                <a:extLst>
                  <a:ext uri="{FF2B5EF4-FFF2-40B4-BE49-F238E27FC236}">
                    <a16:creationId xmlns:a16="http://schemas.microsoft.com/office/drawing/2014/main" id="{EBCE3D6C-4615-7BB7-200A-3AE9C3C8B843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2" name="pg596">
                <a:extLst>
                  <a:ext uri="{FF2B5EF4-FFF2-40B4-BE49-F238E27FC236}">
                    <a16:creationId xmlns:a16="http://schemas.microsoft.com/office/drawing/2014/main" id="{63B5C23A-EAE9-76C9-91DA-CECC3F376871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3" name="pg597">
                <a:extLst>
                  <a:ext uri="{FF2B5EF4-FFF2-40B4-BE49-F238E27FC236}">
                    <a16:creationId xmlns:a16="http://schemas.microsoft.com/office/drawing/2014/main" id="{DC9A4071-F82C-474B-6274-7FF9FB57F215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4" name="pg598">
                <a:extLst>
                  <a:ext uri="{FF2B5EF4-FFF2-40B4-BE49-F238E27FC236}">
                    <a16:creationId xmlns:a16="http://schemas.microsoft.com/office/drawing/2014/main" id="{D6306A04-A816-04CF-B7C1-46A2F6BCD139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5" name="pg599">
                <a:extLst>
                  <a:ext uri="{FF2B5EF4-FFF2-40B4-BE49-F238E27FC236}">
                    <a16:creationId xmlns:a16="http://schemas.microsoft.com/office/drawing/2014/main" id="{68BFD422-5483-600F-4FB8-A2DE57AC8B9D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6" name="pg600">
                <a:extLst>
                  <a:ext uri="{FF2B5EF4-FFF2-40B4-BE49-F238E27FC236}">
                    <a16:creationId xmlns:a16="http://schemas.microsoft.com/office/drawing/2014/main" id="{A632B0FA-F03E-25B9-9BAB-61A237227930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7" name="pg601">
                <a:extLst>
                  <a:ext uri="{FF2B5EF4-FFF2-40B4-BE49-F238E27FC236}">
                    <a16:creationId xmlns:a16="http://schemas.microsoft.com/office/drawing/2014/main" id="{5BE416A6-2D78-155D-6132-CF1D5FB95333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8" name="pg602">
                <a:extLst>
                  <a:ext uri="{FF2B5EF4-FFF2-40B4-BE49-F238E27FC236}">
                    <a16:creationId xmlns:a16="http://schemas.microsoft.com/office/drawing/2014/main" id="{FA088F22-5A1C-29FB-72C8-BFC467CAA5B0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9" name="pg603">
                <a:extLst>
                  <a:ext uri="{FF2B5EF4-FFF2-40B4-BE49-F238E27FC236}">
                    <a16:creationId xmlns:a16="http://schemas.microsoft.com/office/drawing/2014/main" id="{AA024380-0D5A-DC70-FFC1-049CDA59A3EB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0" name="pg604">
                <a:extLst>
                  <a:ext uri="{FF2B5EF4-FFF2-40B4-BE49-F238E27FC236}">
                    <a16:creationId xmlns:a16="http://schemas.microsoft.com/office/drawing/2014/main" id="{822FE967-F24B-EF5A-31AD-731D0FBF09B0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1" name="pg605">
                <a:extLst>
                  <a:ext uri="{FF2B5EF4-FFF2-40B4-BE49-F238E27FC236}">
                    <a16:creationId xmlns:a16="http://schemas.microsoft.com/office/drawing/2014/main" id="{A2EDF772-F454-A14C-F8D6-B42CA14F8F14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2" name="pg606">
                <a:extLst>
                  <a:ext uri="{FF2B5EF4-FFF2-40B4-BE49-F238E27FC236}">
                    <a16:creationId xmlns:a16="http://schemas.microsoft.com/office/drawing/2014/main" id="{721E6C09-FEE1-9559-076C-185703ECCDEF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3" name="pg607">
                <a:extLst>
                  <a:ext uri="{FF2B5EF4-FFF2-40B4-BE49-F238E27FC236}">
                    <a16:creationId xmlns:a16="http://schemas.microsoft.com/office/drawing/2014/main" id="{B826EA61-110B-F832-1801-0BD47D93626D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4" name="pg608">
                <a:extLst>
                  <a:ext uri="{FF2B5EF4-FFF2-40B4-BE49-F238E27FC236}">
                    <a16:creationId xmlns:a16="http://schemas.microsoft.com/office/drawing/2014/main" id="{E7326AD3-19F5-C9B5-ACCD-E4EA3C722B14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5" name="pg609">
                <a:extLst>
                  <a:ext uri="{FF2B5EF4-FFF2-40B4-BE49-F238E27FC236}">
                    <a16:creationId xmlns:a16="http://schemas.microsoft.com/office/drawing/2014/main" id="{3669DF1C-AA4C-E0D1-3BF4-3EC9587A5718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6" name="pg610">
                <a:extLst>
                  <a:ext uri="{FF2B5EF4-FFF2-40B4-BE49-F238E27FC236}">
                    <a16:creationId xmlns:a16="http://schemas.microsoft.com/office/drawing/2014/main" id="{9AA87A43-525C-F468-0811-868FB3932AEA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7" name="pg611">
                <a:extLst>
                  <a:ext uri="{FF2B5EF4-FFF2-40B4-BE49-F238E27FC236}">
                    <a16:creationId xmlns:a16="http://schemas.microsoft.com/office/drawing/2014/main" id="{C349D630-DD25-E607-80C1-7308E10C7CD7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8" name="pg612">
                <a:extLst>
                  <a:ext uri="{FF2B5EF4-FFF2-40B4-BE49-F238E27FC236}">
                    <a16:creationId xmlns:a16="http://schemas.microsoft.com/office/drawing/2014/main" id="{84882619-C3FE-E7E7-F6F6-F27728D42D8B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9" name="pg613">
                <a:extLst>
                  <a:ext uri="{FF2B5EF4-FFF2-40B4-BE49-F238E27FC236}">
                    <a16:creationId xmlns:a16="http://schemas.microsoft.com/office/drawing/2014/main" id="{B40A8BA9-05D1-B037-F0D2-21290047C7C5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0" name="pg614">
                <a:extLst>
                  <a:ext uri="{FF2B5EF4-FFF2-40B4-BE49-F238E27FC236}">
                    <a16:creationId xmlns:a16="http://schemas.microsoft.com/office/drawing/2014/main" id="{8EDFC72A-E55E-5C45-05B6-0940F9E37DBD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1" name="pg615">
                <a:extLst>
                  <a:ext uri="{FF2B5EF4-FFF2-40B4-BE49-F238E27FC236}">
                    <a16:creationId xmlns:a16="http://schemas.microsoft.com/office/drawing/2014/main" id="{1B201789-AEAA-F4FB-7F79-F6EEA9420632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2" name="pg616">
                <a:extLst>
                  <a:ext uri="{FF2B5EF4-FFF2-40B4-BE49-F238E27FC236}">
                    <a16:creationId xmlns:a16="http://schemas.microsoft.com/office/drawing/2014/main" id="{EABCCF06-D1BA-E7B9-D0DC-FD0422E848E9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3" name="pg617">
                <a:extLst>
                  <a:ext uri="{FF2B5EF4-FFF2-40B4-BE49-F238E27FC236}">
                    <a16:creationId xmlns:a16="http://schemas.microsoft.com/office/drawing/2014/main" id="{72F97787-DAC9-302A-F811-E17984A12463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4" name="pg618">
                <a:extLst>
                  <a:ext uri="{FF2B5EF4-FFF2-40B4-BE49-F238E27FC236}">
                    <a16:creationId xmlns:a16="http://schemas.microsoft.com/office/drawing/2014/main" id="{60E7F1E1-0BD0-FC5A-D77C-A482B2A81A94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5" name="pg619">
                <a:extLst>
                  <a:ext uri="{FF2B5EF4-FFF2-40B4-BE49-F238E27FC236}">
                    <a16:creationId xmlns:a16="http://schemas.microsoft.com/office/drawing/2014/main" id="{995624A8-0E2B-FC1F-64B0-353619C4A4B3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6" name="pg620">
                <a:extLst>
                  <a:ext uri="{FF2B5EF4-FFF2-40B4-BE49-F238E27FC236}">
                    <a16:creationId xmlns:a16="http://schemas.microsoft.com/office/drawing/2014/main" id="{E74E633E-0DCC-1D7F-D0C8-A9C9D9F61064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7" name="pg621">
                <a:extLst>
                  <a:ext uri="{FF2B5EF4-FFF2-40B4-BE49-F238E27FC236}">
                    <a16:creationId xmlns:a16="http://schemas.microsoft.com/office/drawing/2014/main" id="{C383B27D-7611-56D1-999F-AA9B5FC0CB74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8" name="pg622">
                <a:extLst>
                  <a:ext uri="{FF2B5EF4-FFF2-40B4-BE49-F238E27FC236}">
                    <a16:creationId xmlns:a16="http://schemas.microsoft.com/office/drawing/2014/main" id="{EE729078-8B22-F388-3950-FBDEC91C7168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9" name="pg623">
                <a:extLst>
                  <a:ext uri="{FF2B5EF4-FFF2-40B4-BE49-F238E27FC236}">
                    <a16:creationId xmlns:a16="http://schemas.microsoft.com/office/drawing/2014/main" id="{F95BBF8C-4E03-E95C-090B-35EC2C0C6DC8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0" name="pg624">
                <a:extLst>
                  <a:ext uri="{FF2B5EF4-FFF2-40B4-BE49-F238E27FC236}">
                    <a16:creationId xmlns:a16="http://schemas.microsoft.com/office/drawing/2014/main" id="{AE795DB9-62AA-07C1-58C0-185B5F3D216C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1" name="pg625">
                <a:extLst>
                  <a:ext uri="{FF2B5EF4-FFF2-40B4-BE49-F238E27FC236}">
                    <a16:creationId xmlns:a16="http://schemas.microsoft.com/office/drawing/2014/main" id="{A93FE3E7-C4EC-0DA7-1EB5-A9CEE30FB7AA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2" name="pg626">
                <a:extLst>
                  <a:ext uri="{FF2B5EF4-FFF2-40B4-BE49-F238E27FC236}">
                    <a16:creationId xmlns:a16="http://schemas.microsoft.com/office/drawing/2014/main" id="{656A0746-253A-AF3C-223C-9DEBE31EE4E3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3" name="pg627">
                <a:extLst>
                  <a:ext uri="{FF2B5EF4-FFF2-40B4-BE49-F238E27FC236}">
                    <a16:creationId xmlns:a16="http://schemas.microsoft.com/office/drawing/2014/main" id="{201776F2-D70B-3B8D-82BB-698C598EB838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4" name="pg628">
                <a:extLst>
                  <a:ext uri="{FF2B5EF4-FFF2-40B4-BE49-F238E27FC236}">
                    <a16:creationId xmlns:a16="http://schemas.microsoft.com/office/drawing/2014/main" id="{5233567C-DA59-FE16-D2E3-C10B855D565B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5" name="pg629">
                <a:extLst>
                  <a:ext uri="{FF2B5EF4-FFF2-40B4-BE49-F238E27FC236}">
                    <a16:creationId xmlns:a16="http://schemas.microsoft.com/office/drawing/2014/main" id="{C02BF1D6-444D-571D-6321-4F50351F1AE6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6" name="pg630">
                <a:extLst>
                  <a:ext uri="{FF2B5EF4-FFF2-40B4-BE49-F238E27FC236}">
                    <a16:creationId xmlns:a16="http://schemas.microsoft.com/office/drawing/2014/main" id="{B3A25DC8-029B-F4FA-1EEB-6CF8D927E491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7" name="pg631">
                <a:extLst>
                  <a:ext uri="{FF2B5EF4-FFF2-40B4-BE49-F238E27FC236}">
                    <a16:creationId xmlns:a16="http://schemas.microsoft.com/office/drawing/2014/main" id="{BCC487E7-0802-1316-62FC-306D4E6599AD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8" name="pg632">
                <a:extLst>
                  <a:ext uri="{FF2B5EF4-FFF2-40B4-BE49-F238E27FC236}">
                    <a16:creationId xmlns:a16="http://schemas.microsoft.com/office/drawing/2014/main" id="{8FA66579-1245-8495-28F4-158D3F4603C6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9" name="pg633">
                <a:extLst>
                  <a:ext uri="{FF2B5EF4-FFF2-40B4-BE49-F238E27FC236}">
                    <a16:creationId xmlns:a16="http://schemas.microsoft.com/office/drawing/2014/main" id="{2093926E-898B-D39B-3E4D-9B9F937F532B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0" name="pg634">
                <a:extLst>
                  <a:ext uri="{FF2B5EF4-FFF2-40B4-BE49-F238E27FC236}">
                    <a16:creationId xmlns:a16="http://schemas.microsoft.com/office/drawing/2014/main" id="{A0A48E96-B161-C63F-19BB-35EA2DA65D59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1" name="pg635">
                <a:extLst>
                  <a:ext uri="{FF2B5EF4-FFF2-40B4-BE49-F238E27FC236}">
                    <a16:creationId xmlns:a16="http://schemas.microsoft.com/office/drawing/2014/main" id="{1CEE0ED1-4D54-4270-1398-8F782D25DFAB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2" name="pg636">
                <a:extLst>
                  <a:ext uri="{FF2B5EF4-FFF2-40B4-BE49-F238E27FC236}">
                    <a16:creationId xmlns:a16="http://schemas.microsoft.com/office/drawing/2014/main" id="{64A4FB09-82BB-3149-F0E8-C7E63AC1B736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3" name="pg637">
                <a:extLst>
                  <a:ext uri="{FF2B5EF4-FFF2-40B4-BE49-F238E27FC236}">
                    <a16:creationId xmlns:a16="http://schemas.microsoft.com/office/drawing/2014/main" id="{2BACA0D9-7716-0EB4-597B-5064C210F111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4" name="pg638">
                <a:extLst>
                  <a:ext uri="{FF2B5EF4-FFF2-40B4-BE49-F238E27FC236}">
                    <a16:creationId xmlns:a16="http://schemas.microsoft.com/office/drawing/2014/main" id="{CD48CA2A-8DD6-315C-5391-F1CD745DAA3D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5" name="pg639">
                <a:extLst>
                  <a:ext uri="{FF2B5EF4-FFF2-40B4-BE49-F238E27FC236}">
                    <a16:creationId xmlns:a16="http://schemas.microsoft.com/office/drawing/2014/main" id="{68914120-C16D-62D4-847B-2DC0C199B233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6" name="pg640">
                <a:extLst>
                  <a:ext uri="{FF2B5EF4-FFF2-40B4-BE49-F238E27FC236}">
                    <a16:creationId xmlns:a16="http://schemas.microsoft.com/office/drawing/2014/main" id="{90F5A7BA-D43F-9621-4531-52D24F02F2B9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7" name="pg641">
                <a:extLst>
                  <a:ext uri="{FF2B5EF4-FFF2-40B4-BE49-F238E27FC236}">
                    <a16:creationId xmlns:a16="http://schemas.microsoft.com/office/drawing/2014/main" id="{583EA580-2601-F7DA-8F16-E69F4D831E88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8" name="pg642">
                <a:extLst>
                  <a:ext uri="{FF2B5EF4-FFF2-40B4-BE49-F238E27FC236}">
                    <a16:creationId xmlns:a16="http://schemas.microsoft.com/office/drawing/2014/main" id="{4BAB0913-9318-EFD8-7997-D6E50F7A5B54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9" name="pg643">
                <a:extLst>
                  <a:ext uri="{FF2B5EF4-FFF2-40B4-BE49-F238E27FC236}">
                    <a16:creationId xmlns:a16="http://schemas.microsoft.com/office/drawing/2014/main" id="{E79E58BB-A036-44FC-9B52-C381EB242CD0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0" name="pg644">
                <a:extLst>
                  <a:ext uri="{FF2B5EF4-FFF2-40B4-BE49-F238E27FC236}">
                    <a16:creationId xmlns:a16="http://schemas.microsoft.com/office/drawing/2014/main" id="{C8E4EA63-92CD-3C2F-9572-B26880A53118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1" name="pg645">
                <a:extLst>
                  <a:ext uri="{FF2B5EF4-FFF2-40B4-BE49-F238E27FC236}">
                    <a16:creationId xmlns:a16="http://schemas.microsoft.com/office/drawing/2014/main" id="{B625B4C1-2048-5809-1C97-D380C7782768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2" name="pg646">
                <a:extLst>
                  <a:ext uri="{FF2B5EF4-FFF2-40B4-BE49-F238E27FC236}">
                    <a16:creationId xmlns:a16="http://schemas.microsoft.com/office/drawing/2014/main" id="{B4CBBAC1-9F55-C190-856C-6688D4507C71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3" name="pg647">
                <a:extLst>
                  <a:ext uri="{FF2B5EF4-FFF2-40B4-BE49-F238E27FC236}">
                    <a16:creationId xmlns:a16="http://schemas.microsoft.com/office/drawing/2014/main" id="{19E97DF7-614C-9A9D-AAA6-79790AF90206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4" name="pg648">
                <a:extLst>
                  <a:ext uri="{FF2B5EF4-FFF2-40B4-BE49-F238E27FC236}">
                    <a16:creationId xmlns:a16="http://schemas.microsoft.com/office/drawing/2014/main" id="{57772EA9-EC96-EAA6-A355-488ACE482905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5" name="pg649">
                <a:extLst>
                  <a:ext uri="{FF2B5EF4-FFF2-40B4-BE49-F238E27FC236}">
                    <a16:creationId xmlns:a16="http://schemas.microsoft.com/office/drawing/2014/main" id="{DD4477C8-FE65-629B-EE13-C6815A74811C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6" name="pg650">
                <a:extLst>
                  <a:ext uri="{FF2B5EF4-FFF2-40B4-BE49-F238E27FC236}">
                    <a16:creationId xmlns:a16="http://schemas.microsoft.com/office/drawing/2014/main" id="{53C67157-94AA-34FF-5BF7-1DE13CE788BC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7" name="pg651">
                <a:extLst>
                  <a:ext uri="{FF2B5EF4-FFF2-40B4-BE49-F238E27FC236}">
                    <a16:creationId xmlns:a16="http://schemas.microsoft.com/office/drawing/2014/main" id="{472BF419-11E0-C9C5-5455-21D5263DBD50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8" name="pg652">
                <a:extLst>
                  <a:ext uri="{FF2B5EF4-FFF2-40B4-BE49-F238E27FC236}">
                    <a16:creationId xmlns:a16="http://schemas.microsoft.com/office/drawing/2014/main" id="{45307378-1189-A934-F433-C6EB27716E4C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8">
                  <a:alpha val="100000"/>
                </a:srgbClr>
              </a:solidFill>
              <a:ln w="5420" cap="flat">
                <a:solidFill>
                  <a:srgbClr val="3C43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9" name="pg653">
                <a:extLst>
                  <a:ext uri="{FF2B5EF4-FFF2-40B4-BE49-F238E27FC236}">
                    <a16:creationId xmlns:a16="http://schemas.microsoft.com/office/drawing/2014/main" id="{8743E7AA-E11B-EF45-F580-194CAE83A388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0" name="pg654">
                <a:extLst>
                  <a:ext uri="{FF2B5EF4-FFF2-40B4-BE49-F238E27FC236}">
                    <a16:creationId xmlns:a16="http://schemas.microsoft.com/office/drawing/2014/main" id="{ACA75F14-89F6-1EF8-3959-698F4393010A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1" name="pg655">
                <a:extLst>
                  <a:ext uri="{FF2B5EF4-FFF2-40B4-BE49-F238E27FC236}">
                    <a16:creationId xmlns:a16="http://schemas.microsoft.com/office/drawing/2014/main" id="{FEFEC9AC-7EFC-F2ED-59BA-10BC8F151A44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2" name="pg656">
                <a:extLst>
                  <a:ext uri="{FF2B5EF4-FFF2-40B4-BE49-F238E27FC236}">
                    <a16:creationId xmlns:a16="http://schemas.microsoft.com/office/drawing/2014/main" id="{18F01A54-71B0-97CE-39B0-86D02D8D94BA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3" name="pg657">
                <a:extLst>
                  <a:ext uri="{FF2B5EF4-FFF2-40B4-BE49-F238E27FC236}">
                    <a16:creationId xmlns:a16="http://schemas.microsoft.com/office/drawing/2014/main" id="{FC7F65D1-CBC1-DCD7-C83C-CE5346D4BA8A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4" name="pg658">
                <a:extLst>
                  <a:ext uri="{FF2B5EF4-FFF2-40B4-BE49-F238E27FC236}">
                    <a16:creationId xmlns:a16="http://schemas.microsoft.com/office/drawing/2014/main" id="{303FBE46-39D2-0934-0466-30765125F9E7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5" name="pg659">
                <a:extLst>
                  <a:ext uri="{FF2B5EF4-FFF2-40B4-BE49-F238E27FC236}">
                    <a16:creationId xmlns:a16="http://schemas.microsoft.com/office/drawing/2014/main" id="{4D63E7C1-551F-D152-3C64-40611EC67BB0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6" name="pg660">
                <a:extLst>
                  <a:ext uri="{FF2B5EF4-FFF2-40B4-BE49-F238E27FC236}">
                    <a16:creationId xmlns:a16="http://schemas.microsoft.com/office/drawing/2014/main" id="{B33C0F5A-42BF-C913-D08C-C1DAEA93EEBF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7" name="pg661">
                <a:extLst>
                  <a:ext uri="{FF2B5EF4-FFF2-40B4-BE49-F238E27FC236}">
                    <a16:creationId xmlns:a16="http://schemas.microsoft.com/office/drawing/2014/main" id="{1D103E03-B10F-19B1-4E49-8CDF606733A5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8" name="pg662">
                <a:extLst>
                  <a:ext uri="{FF2B5EF4-FFF2-40B4-BE49-F238E27FC236}">
                    <a16:creationId xmlns:a16="http://schemas.microsoft.com/office/drawing/2014/main" id="{1758BC23-05EE-D56E-1565-BDA47D326139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9" name="pg663">
                <a:extLst>
                  <a:ext uri="{FF2B5EF4-FFF2-40B4-BE49-F238E27FC236}">
                    <a16:creationId xmlns:a16="http://schemas.microsoft.com/office/drawing/2014/main" id="{98875935-EDFE-FE53-2556-3B816F03E8CA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0" name="pg664">
                <a:extLst>
                  <a:ext uri="{FF2B5EF4-FFF2-40B4-BE49-F238E27FC236}">
                    <a16:creationId xmlns:a16="http://schemas.microsoft.com/office/drawing/2014/main" id="{3486CE85-44BF-1B79-55C5-A1F343D46970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1" name="pg665">
                <a:extLst>
                  <a:ext uri="{FF2B5EF4-FFF2-40B4-BE49-F238E27FC236}">
                    <a16:creationId xmlns:a16="http://schemas.microsoft.com/office/drawing/2014/main" id="{36B2C372-3FAD-B86B-963B-BEE9EBC897B9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2" name="pg666">
                <a:extLst>
                  <a:ext uri="{FF2B5EF4-FFF2-40B4-BE49-F238E27FC236}">
                    <a16:creationId xmlns:a16="http://schemas.microsoft.com/office/drawing/2014/main" id="{EC45449A-BC8E-7607-C5AE-89C3DBD63C66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3" name="pg667">
                <a:extLst>
                  <a:ext uri="{FF2B5EF4-FFF2-40B4-BE49-F238E27FC236}">
                    <a16:creationId xmlns:a16="http://schemas.microsoft.com/office/drawing/2014/main" id="{4956AF3B-E8C8-38AD-A49D-16A38669620D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4" name="pg668">
                <a:extLst>
                  <a:ext uri="{FF2B5EF4-FFF2-40B4-BE49-F238E27FC236}">
                    <a16:creationId xmlns:a16="http://schemas.microsoft.com/office/drawing/2014/main" id="{2D61F9EE-FB26-A571-7585-F3851C56F125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5" name="pg669">
                <a:extLst>
                  <a:ext uri="{FF2B5EF4-FFF2-40B4-BE49-F238E27FC236}">
                    <a16:creationId xmlns:a16="http://schemas.microsoft.com/office/drawing/2014/main" id="{CD1BB9B4-69C4-3B29-ABDE-00F7FE1B2B72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6" name="pg670">
                <a:extLst>
                  <a:ext uri="{FF2B5EF4-FFF2-40B4-BE49-F238E27FC236}">
                    <a16:creationId xmlns:a16="http://schemas.microsoft.com/office/drawing/2014/main" id="{1E57D1A1-1011-65D5-E6F0-34293228F21B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7" name="pg671">
                <a:extLst>
                  <a:ext uri="{FF2B5EF4-FFF2-40B4-BE49-F238E27FC236}">
                    <a16:creationId xmlns:a16="http://schemas.microsoft.com/office/drawing/2014/main" id="{2BC216AD-3CA4-B5AE-4920-CE112D2DD0E6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8" name="pg672">
                <a:extLst>
                  <a:ext uri="{FF2B5EF4-FFF2-40B4-BE49-F238E27FC236}">
                    <a16:creationId xmlns:a16="http://schemas.microsoft.com/office/drawing/2014/main" id="{0EDF9F80-758A-5DED-8F53-D08077AB10F7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9" name="pg673">
                <a:extLst>
                  <a:ext uri="{FF2B5EF4-FFF2-40B4-BE49-F238E27FC236}">
                    <a16:creationId xmlns:a16="http://schemas.microsoft.com/office/drawing/2014/main" id="{F88F9685-385D-A9F6-441C-EEE130B1D3D5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0" name="pg674">
                <a:extLst>
                  <a:ext uri="{FF2B5EF4-FFF2-40B4-BE49-F238E27FC236}">
                    <a16:creationId xmlns:a16="http://schemas.microsoft.com/office/drawing/2014/main" id="{BC43049D-9FA7-F788-D342-E4AB3EBBD39E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1" name="pg675">
                <a:extLst>
                  <a:ext uri="{FF2B5EF4-FFF2-40B4-BE49-F238E27FC236}">
                    <a16:creationId xmlns:a16="http://schemas.microsoft.com/office/drawing/2014/main" id="{3288020E-1C77-97DC-C823-236932973D69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2" name="pg676">
                <a:extLst>
                  <a:ext uri="{FF2B5EF4-FFF2-40B4-BE49-F238E27FC236}">
                    <a16:creationId xmlns:a16="http://schemas.microsoft.com/office/drawing/2014/main" id="{3BB6D461-326F-EFAA-E12C-C54ABFC9E2CD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3" name="pg677">
                <a:extLst>
                  <a:ext uri="{FF2B5EF4-FFF2-40B4-BE49-F238E27FC236}">
                    <a16:creationId xmlns:a16="http://schemas.microsoft.com/office/drawing/2014/main" id="{4E2AE685-14A1-A2A8-1EF1-CC4655FD228A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4" name="pg678">
                <a:extLst>
                  <a:ext uri="{FF2B5EF4-FFF2-40B4-BE49-F238E27FC236}">
                    <a16:creationId xmlns:a16="http://schemas.microsoft.com/office/drawing/2014/main" id="{10982348-EFF5-2550-DF73-E933D473E330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5" name="pg679">
                <a:extLst>
                  <a:ext uri="{FF2B5EF4-FFF2-40B4-BE49-F238E27FC236}">
                    <a16:creationId xmlns:a16="http://schemas.microsoft.com/office/drawing/2014/main" id="{A05A3E04-6819-09E4-A411-6599A318CA3D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6" name="pg680">
                <a:extLst>
                  <a:ext uri="{FF2B5EF4-FFF2-40B4-BE49-F238E27FC236}">
                    <a16:creationId xmlns:a16="http://schemas.microsoft.com/office/drawing/2014/main" id="{1936CBBC-E259-CA5D-9A0B-C351E200470B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7" name="pg681">
                <a:extLst>
                  <a:ext uri="{FF2B5EF4-FFF2-40B4-BE49-F238E27FC236}">
                    <a16:creationId xmlns:a16="http://schemas.microsoft.com/office/drawing/2014/main" id="{AD6B93C9-057D-8A59-72E9-55A1FA83D2DC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8" name="pg682">
                <a:extLst>
                  <a:ext uri="{FF2B5EF4-FFF2-40B4-BE49-F238E27FC236}">
                    <a16:creationId xmlns:a16="http://schemas.microsoft.com/office/drawing/2014/main" id="{2054A484-86C5-D4DE-8608-5D361658D389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9" name="pg683">
                <a:extLst>
                  <a:ext uri="{FF2B5EF4-FFF2-40B4-BE49-F238E27FC236}">
                    <a16:creationId xmlns:a16="http://schemas.microsoft.com/office/drawing/2014/main" id="{46A54876-B769-B58A-C6B5-8F157EA7E773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3">
                  <a:alpha val="100000"/>
                </a:srgbClr>
              </a:solidFill>
              <a:ln w="5420" cap="flat">
                <a:solidFill>
                  <a:srgbClr val="3C41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0" name="pg684">
                <a:extLst>
                  <a:ext uri="{FF2B5EF4-FFF2-40B4-BE49-F238E27FC236}">
                    <a16:creationId xmlns:a16="http://schemas.microsoft.com/office/drawing/2014/main" id="{472A72B1-51DD-2FDF-8B8F-978DF8C0F57F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1" name="pg685">
                <a:extLst>
                  <a:ext uri="{FF2B5EF4-FFF2-40B4-BE49-F238E27FC236}">
                    <a16:creationId xmlns:a16="http://schemas.microsoft.com/office/drawing/2014/main" id="{9F5EC520-0046-8A7F-DA79-AB15C9AC5F7B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2" name="pg686">
                <a:extLst>
                  <a:ext uri="{FF2B5EF4-FFF2-40B4-BE49-F238E27FC236}">
                    <a16:creationId xmlns:a16="http://schemas.microsoft.com/office/drawing/2014/main" id="{E4BCCC51-821E-1689-2293-AE15959DD0F6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3" name="pg687">
                <a:extLst>
                  <a:ext uri="{FF2B5EF4-FFF2-40B4-BE49-F238E27FC236}">
                    <a16:creationId xmlns:a16="http://schemas.microsoft.com/office/drawing/2014/main" id="{49E79D94-B107-99A3-2555-C7E7D8FC71CA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4" name="pg688">
                <a:extLst>
                  <a:ext uri="{FF2B5EF4-FFF2-40B4-BE49-F238E27FC236}">
                    <a16:creationId xmlns:a16="http://schemas.microsoft.com/office/drawing/2014/main" id="{8B7F5C9F-A6AD-286E-1966-95EA1D80F223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5" name="pg689">
                <a:extLst>
                  <a:ext uri="{FF2B5EF4-FFF2-40B4-BE49-F238E27FC236}">
                    <a16:creationId xmlns:a16="http://schemas.microsoft.com/office/drawing/2014/main" id="{CD7EC44C-C2F4-4E75-7FB0-685451D71329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6" name="pg690">
                <a:extLst>
                  <a:ext uri="{FF2B5EF4-FFF2-40B4-BE49-F238E27FC236}">
                    <a16:creationId xmlns:a16="http://schemas.microsoft.com/office/drawing/2014/main" id="{F78ED381-CC86-1EB9-5CD7-ECDA294D2340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7" name="pg691">
                <a:extLst>
                  <a:ext uri="{FF2B5EF4-FFF2-40B4-BE49-F238E27FC236}">
                    <a16:creationId xmlns:a16="http://schemas.microsoft.com/office/drawing/2014/main" id="{419FD605-C17E-BC3D-D346-12E236BF56EF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8" name="pg692">
                <a:extLst>
                  <a:ext uri="{FF2B5EF4-FFF2-40B4-BE49-F238E27FC236}">
                    <a16:creationId xmlns:a16="http://schemas.microsoft.com/office/drawing/2014/main" id="{B6390D7F-2CE1-6867-CA25-C77F1665E3A6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9" name="pg693">
                <a:extLst>
                  <a:ext uri="{FF2B5EF4-FFF2-40B4-BE49-F238E27FC236}">
                    <a16:creationId xmlns:a16="http://schemas.microsoft.com/office/drawing/2014/main" id="{8C8C70A4-42D0-4EE2-B939-8CC6F2A6119A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0" name="pg694">
                <a:extLst>
                  <a:ext uri="{FF2B5EF4-FFF2-40B4-BE49-F238E27FC236}">
                    <a16:creationId xmlns:a16="http://schemas.microsoft.com/office/drawing/2014/main" id="{6009E661-8B42-F1F9-3037-2C9E2EDEA809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1" name="pg695">
                <a:extLst>
                  <a:ext uri="{FF2B5EF4-FFF2-40B4-BE49-F238E27FC236}">
                    <a16:creationId xmlns:a16="http://schemas.microsoft.com/office/drawing/2014/main" id="{78B17467-660A-C337-2145-4BAE7195517C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2" name="pg696">
                <a:extLst>
                  <a:ext uri="{FF2B5EF4-FFF2-40B4-BE49-F238E27FC236}">
                    <a16:creationId xmlns:a16="http://schemas.microsoft.com/office/drawing/2014/main" id="{19C72A68-B147-35D6-F650-E2DEB8A3B6FF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3" name="pg697">
                <a:extLst>
                  <a:ext uri="{FF2B5EF4-FFF2-40B4-BE49-F238E27FC236}">
                    <a16:creationId xmlns:a16="http://schemas.microsoft.com/office/drawing/2014/main" id="{3B4F7AD8-64DB-E68A-1319-B92E2DF26C16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4" name="pg698">
                <a:extLst>
                  <a:ext uri="{FF2B5EF4-FFF2-40B4-BE49-F238E27FC236}">
                    <a16:creationId xmlns:a16="http://schemas.microsoft.com/office/drawing/2014/main" id="{4F958F77-ACD7-E4DE-4AA4-982B5125F894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5" name="pg699">
                <a:extLst>
                  <a:ext uri="{FF2B5EF4-FFF2-40B4-BE49-F238E27FC236}">
                    <a16:creationId xmlns:a16="http://schemas.microsoft.com/office/drawing/2014/main" id="{44FC38E1-2F71-0736-0F71-79A41CF05B74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6" name="pg700">
                <a:extLst>
                  <a:ext uri="{FF2B5EF4-FFF2-40B4-BE49-F238E27FC236}">
                    <a16:creationId xmlns:a16="http://schemas.microsoft.com/office/drawing/2014/main" id="{9F74D098-E79E-F88B-C368-679BEF5F4626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7" name="pg701">
                <a:extLst>
                  <a:ext uri="{FF2B5EF4-FFF2-40B4-BE49-F238E27FC236}">
                    <a16:creationId xmlns:a16="http://schemas.microsoft.com/office/drawing/2014/main" id="{37A3744E-7769-3043-AF4A-581235F391F3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8" name="pg702">
                <a:extLst>
                  <a:ext uri="{FF2B5EF4-FFF2-40B4-BE49-F238E27FC236}">
                    <a16:creationId xmlns:a16="http://schemas.microsoft.com/office/drawing/2014/main" id="{03FD74E6-230A-AFDD-2BE0-CC761BC564E2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9" name="pg703">
                <a:extLst>
                  <a:ext uri="{FF2B5EF4-FFF2-40B4-BE49-F238E27FC236}">
                    <a16:creationId xmlns:a16="http://schemas.microsoft.com/office/drawing/2014/main" id="{7F3620FF-278A-EA7B-D63F-6A7F85F4AFD5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0" name="pg704">
                <a:extLst>
                  <a:ext uri="{FF2B5EF4-FFF2-40B4-BE49-F238E27FC236}">
                    <a16:creationId xmlns:a16="http://schemas.microsoft.com/office/drawing/2014/main" id="{321259AD-3CAF-B09B-887C-A022FE06E53A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1" name="pg705">
                <a:extLst>
                  <a:ext uri="{FF2B5EF4-FFF2-40B4-BE49-F238E27FC236}">
                    <a16:creationId xmlns:a16="http://schemas.microsoft.com/office/drawing/2014/main" id="{8042F128-707E-150C-4507-927E87EBDBE1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2" name="pg706">
                <a:extLst>
                  <a:ext uri="{FF2B5EF4-FFF2-40B4-BE49-F238E27FC236}">
                    <a16:creationId xmlns:a16="http://schemas.microsoft.com/office/drawing/2014/main" id="{8340C940-32E2-CFBA-DF77-D8153C7892F0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3" name="pg707">
                <a:extLst>
                  <a:ext uri="{FF2B5EF4-FFF2-40B4-BE49-F238E27FC236}">
                    <a16:creationId xmlns:a16="http://schemas.microsoft.com/office/drawing/2014/main" id="{20F54C7C-8210-EDF5-1495-BB5105414F91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4" name="pg708">
                <a:extLst>
                  <a:ext uri="{FF2B5EF4-FFF2-40B4-BE49-F238E27FC236}">
                    <a16:creationId xmlns:a16="http://schemas.microsoft.com/office/drawing/2014/main" id="{B369C08C-858B-E06D-3197-7F55F8617628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5" name="pg709">
                <a:extLst>
                  <a:ext uri="{FF2B5EF4-FFF2-40B4-BE49-F238E27FC236}">
                    <a16:creationId xmlns:a16="http://schemas.microsoft.com/office/drawing/2014/main" id="{1347F280-2EAA-5497-0230-2E8D59594722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6" name="pg710">
                <a:extLst>
                  <a:ext uri="{FF2B5EF4-FFF2-40B4-BE49-F238E27FC236}">
                    <a16:creationId xmlns:a16="http://schemas.microsoft.com/office/drawing/2014/main" id="{37ED9B8D-0FF6-765A-41F1-16E74DB81CDD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7" name="pg711">
                <a:extLst>
                  <a:ext uri="{FF2B5EF4-FFF2-40B4-BE49-F238E27FC236}">
                    <a16:creationId xmlns:a16="http://schemas.microsoft.com/office/drawing/2014/main" id="{85D97CB0-63B3-3036-4B25-98670CEDE9CC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8" name="pg712">
                <a:extLst>
                  <a:ext uri="{FF2B5EF4-FFF2-40B4-BE49-F238E27FC236}">
                    <a16:creationId xmlns:a16="http://schemas.microsoft.com/office/drawing/2014/main" id="{35EDC3D4-D5C5-6617-BBD7-9F54353FBBFB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9" name="pg713">
                <a:extLst>
                  <a:ext uri="{FF2B5EF4-FFF2-40B4-BE49-F238E27FC236}">
                    <a16:creationId xmlns:a16="http://schemas.microsoft.com/office/drawing/2014/main" id="{5171B12C-327D-77EE-8E70-4613F3C718BE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0" name="pg714">
                <a:extLst>
                  <a:ext uri="{FF2B5EF4-FFF2-40B4-BE49-F238E27FC236}">
                    <a16:creationId xmlns:a16="http://schemas.microsoft.com/office/drawing/2014/main" id="{833700A2-1E89-4B47-A48F-AD5F7396096B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1" name="pg715">
                <a:extLst>
                  <a:ext uri="{FF2B5EF4-FFF2-40B4-BE49-F238E27FC236}">
                    <a16:creationId xmlns:a16="http://schemas.microsoft.com/office/drawing/2014/main" id="{9A9B47A4-BAFF-CB45-0CD6-05F18952BE0D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2" name="pg716">
                <a:extLst>
                  <a:ext uri="{FF2B5EF4-FFF2-40B4-BE49-F238E27FC236}">
                    <a16:creationId xmlns:a16="http://schemas.microsoft.com/office/drawing/2014/main" id="{8C7DF89A-7158-9AB0-D468-4ADAFA1BB1DC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3" name="pg717">
                <a:extLst>
                  <a:ext uri="{FF2B5EF4-FFF2-40B4-BE49-F238E27FC236}">
                    <a16:creationId xmlns:a16="http://schemas.microsoft.com/office/drawing/2014/main" id="{FBC9383C-63EE-C311-7B17-D4948721000E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4" name="pg718">
                <a:extLst>
                  <a:ext uri="{FF2B5EF4-FFF2-40B4-BE49-F238E27FC236}">
                    <a16:creationId xmlns:a16="http://schemas.microsoft.com/office/drawing/2014/main" id="{CFDB048B-6472-0D11-0581-45A58B7D2E63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5" name="pg719">
                <a:extLst>
                  <a:ext uri="{FF2B5EF4-FFF2-40B4-BE49-F238E27FC236}">
                    <a16:creationId xmlns:a16="http://schemas.microsoft.com/office/drawing/2014/main" id="{D7127B36-3431-53A6-B361-96C8DA168102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6" name="pg720">
                <a:extLst>
                  <a:ext uri="{FF2B5EF4-FFF2-40B4-BE49-F238E27FC236}">
                    <a16:creationId xmlns:a16="http://schemas.microsoft.com/office/drawing/2014/main" id="{C10B9AA2-12CC-CA7D-5083-DF32BFA389A9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7" name="pg721">
                <a:extLst>
                  <a:ext uri="{FF2B5EF4-FFF2-40B4-BE49-F238E27FC236}">
                    <a16:creationId xmlns:a16="http://schemas.microsoft.com/office/drawing/2014/main" id="{229054E3-A7B8-240D-F58B-5A2F72E6FE94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8" name="pg722">
                <a:extLst>
                  <a:ext uri="{FF2B5EF4-FFF2-40B4-BE49-F238E27FC236}">
                    <a16:creationId xmlns:a16="http://schemas.microsoft.com/office/drawing/2014/main" id="{D347A865-3F09-08CA-FCE0-461CEFDE69B1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9" name="pg723">
                <a:extLst>
                  <a:ext uri="{FF2B5EF4-FFF2-40B4-BE49-F238E27FC236}">
                    <a16:creationId xmlns:a16="http://schemas.microsoft.com/office/drawing/2014/main" id="{952641F9-83D2-EA54-38CD-5D5CFA37F37A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0" name="pg724">
                <a:extLst>
                  <a:ext uri="{FF2B5EF4-FFF2-40B4-BE49-F238E27FC236}">
                    <a16:creationId xmlns:a16="http://schemas.microsoft.com/office/drawing/2014/main" id="{DD81A162-C2D4-FC00-1EA9-50A575F151A2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1" name="pg725">
                <a:extLst>
                  <a:ext uri="{FF2B5EF4-FFF2-40B4-BE49-F238E27FC236}">
                    <a16:creationId xmlns:a16="http://schemas.microsoft.com/office/drawing/2014/main" id="{C3868416-964C-23BA-D86B-917907DDF2B8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2" name="pg726">
                <a:extLst>
                  <a:ext uri="{FF2B5EF4-FFF2-40B4-BE49-F238E27FC236}">
                    <a16:creationId xmlns:a16="http://schemas.microsoft.com/office/drawing/2014/main" id="{EEE93F31-A1F6-692E-048D-501C98495290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3" name="pg727">
                <a:extLst>
                  <a:ext uri="{FF2B5EF4-FFF2-40B4-BE49-F238E27FC236}">
                    <a16:creationId xmlns:a16="http://schemas.microsoft.com/office/drawing/2014/main" id="{AB14A6A0-9D77-4A25-9AC9-E018A3DE507A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4" name="pg728">
                <a:extLst>
                  <a:ext uri="{FF2B5EF4-FFF2-40B4-BE49-F238E27FC236}">
                    <a16:creationId xmlns:a16="http://schemas.microsoft.com/office/drawing/2014/main" id="{1CC1CBAF-7495-6A0D-165E-E11B22AECD2A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5" name="pg729">
                <a:extLst>
                  <a:ext uri="{FF2B5EF4-FFF2-40B4-BE49-F238E27FC236}">
                    <a16:creationId xmlns:a16="http://schemas.microsoft.com/office/drawing/2014/main" id="{B8BDE6B0-A46A-CAAE-47FB-343C8A42F642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6" name="pg730">
                <a:extLst>
                  <a:ext uri="{FF2B5EF4-FFF2-40B4-BE49-F238E27FC236}">
                    <a16:creationId xmlns:a16="http://schemas.microsoft.com/office/drawing/2014/main" id="{1ABD0BB8-48EE-5DE9-DBAC-97082E937B7F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7" name="pg731">
                <a:extLst>
                  <a:ext uri="{FF2B5EF4-FFF2-40B4-BE49-F238E27FC236}">
                    <a16:creationId xmlns:a16="http://schemas.microsoft.com/office/drawing/2014/main" id="{36C985E5-D94F-E94C-5912-563B1E3698F0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8" name="pg732">
                <a:extLst>
                  <a:ext uri="{FF2B5EF4-FFF2-40B4-BE49-F238E27FC236}">
                    <a16:creationId xmlns:a16="http://schemas.microsoft.com/office/drawing/2014/main" id="{5893BBCF-536D-D6A8-9853-E97663924BB6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9" name="pg733">
                <a:extLst>
                  <a:ext uri="{FF2B5EF4-FFF2-40B4-BE49-F238E27FC236}">
                    <a16:creationId xmlns:a16="http://schemas.microsoft.com/office/drawing/2014/main" id="{D9163767-4546-9536-F2BA-61E7BED77337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0" name="pg734">
                <a:extLst>
                  <a:ext uri="{FF2B5EF4-FFF2-40B4-BE49-F238E27FC236}">
                    <a16:creationId xmlns:a16="http://schemas.microsoft.com/office/drawing/2014/main" id="{C7205541-A1BE-0501-F02D-B2992878A028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1" name="pg735">
                <a:extLst>
                  <a:ext uri="{FF2B5EF4-FFF2-40B4-BE49-F238E27FC236}">
                    <a16:creationId xmlns:a16="http://schemas.microsoft.com/office/drawing/2014/main" id="{2906D04F-2AED-C9D3-D70C-5465636DC24B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2" name="pg736">
                <a:extLst>
                  <a:ext uri="{FF2B5EF4-FFF2-40B4-BE49-F238E27FC236}">
                    <a16:creationId xmlns:a16="http://schemas.microsoft.com/office/drawing/2014/main" id="{7B3D8714-32AA-5857-A3E7-02202CC4875D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3" name="pg737">
                <a:extLst>
                  <a:ext uri="{FF2B5EF4-FFF2-40B4-BE49-F238E27FC236}">
                    <a16:creationId xmlns:a16="http://schemas.microsoft.com/office/drawing/2014/main" id="{DB01257F-1586-3D73-8ADF-7B925C6A84AA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4" name="pg738">
                <a:extLst>
                  <a:ext uri="{FF2B5EF4-FFF2-40B4-BE49-F238E27FC236}">
                    <a16:creationId xmlns:a16="http://schemas.microsoft.com/office/drawing/2014/main" id="{B51C46F1-4038-BD26-2E7C-90874403507F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5" name="pg739">
                <a:extLst>
                  <a:ext uri="{FF2B5EF4-FFF2-40B4-BE49-F238E27FC236}">
                    <a16:creationId xmlns:a16="http://schemas.microsoft.com/office/drawing/2014/main" id="{31B25083-6088-D29C-9A9E-88070835C725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6" name="pg740">
                <a:extLst>
                  <a:ext uri="{FF2B5EF4-FFF2-40B4-BE49-F238E27FC236}">
                    <a16:creationId xmlns:a16="http://schemas.microsoft.com/office/drawing/2014/main" id="{F1A73A61-8B38-75C4-D15A-0F9923B21E07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7" name="pg741">
                <a:extLst>
                  <a:ext uri="{FF2B5EF4-FFF2-40B4-BE49-F238E27FC236}">
                    <a16:creationId xmlns:a16="http://schemas.microsoft.com/office/drawing/2014/main" id="{E8584C94-085E-32B2-37FE-3951780E3746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8" name="pg742">
                <a:extLst>
                  <a:ext uri="{FF2B5EF4-FFF2-40B4-BE49-F238E27FC236}">
                    <a16:creationId xmlns:a16="http://schemas.microsoft.com/office/drawing/2014/main" id="{92C2F8ED-ABF6-E28F-BDD7-39CDD7C6AC28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9" name="pg743">
                <a:extLst>
                  <a:ext uri="{FF2B5EF4-FFF2-40B4-BE49-F238E27FC236}">
                    <a16:creationId xmlns:a16="http://schemas.microsoft.com/office/drawing/2014/main" id="{5CA16C89-2BB7-AA9D-4753-7CF5B11BF94C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0" name="pg744">
                <a:extLst>
                  <a:ext uri="{FF2B5EF4-FFF2-40B4-BE49-F238E27FC236}">
                    <a16:creationId xmlns:a16="http://schemas.microsoft.com/office/drawing/2014/main" id="{575C4CE7-8A08-74EE-2D3C-042BB6CFEEC1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1" name="pg745">
                <a:extLst>
                  <a:ext uri="{FF2B5EF4-FFF2-40B4-BE49-F238E27FC236}">
                    <a16:creationId xmlns:a16="http://schemas.microsoft.com/office/drawing/2014/main" id="{02BB4AF9-1BC3-D4DF-E2E5-CC928273276A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2" name="pg746">
                <a:extLst>
                  <a:ext uri="{FF2B5EF4-FFF2-40B4-BE49-F238E27FC236}">
                    <a16:creationId xmlns:a16="http://schemas.microsoft.com/office/drawing/2014/main" id="{03DA6E51-D098-F88F-0563-1FB56189D5F7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3" name="pg747">
                <a:extLst>
                  <a:ext uri="{FF2B5EF4-FFF2-40B4-BE49-F238E27FC236}">
                    <a16:creationId xmlns:a16="http://schemas.microsoft.com/office/drawing/2014/main" id="{49DF3FB5-BDC0-71FA-7347-D890DE4CD885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4" name="pg748">
                <a:extLst>
                  <a:ext uri="{FF2B5EF4-FFF2-40B4-BE49-F238E27FC236}">
                    <a16:creationId xmlns:a16="http://schemas.microsoft.com/office/drawing/2014/main" id="{4528C750-AA11-CA68-2EDC-13F6F1701C4C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5" name="pg749">
                <a:extLst>
                  <a:ext uri="{FF2B5EF4-FFF2-40B4-BE49-F238E27FC236}">
                    <a16:creationId xmlns:a16="http://schemas.microsoft.com/office/drawing/2014/main" id="{79E95589-DD73-0B47-5837-F809333C460F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6" name="pg750">
                <a:extLst>
                  <a:ext uri="{FF2B5EF4-FFF2-40B4-BE49-F238E27FC236}">
                    <a16:creationId xmlns:a16="http://schemas.microsoft.com/office/drawing/2014/main" id="{49BD4FEE-1D19-EBEB-37C0-B675170B6D35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7" name="pg751">
                <a:extLst>
                  <a:ext uri="{FF2B5EF4-FFF2-40B4-BE49-F238E27FC236}">
                    <a16:creationId xmlns:a16="http://schemas.microsoft.com/office/drawing/2014/main" id="{3C06EED7-906D-FB86-D1F6-B349F013A1F7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8" name="pg752">
                <a:extLst>
                  <a:ext uri="{FF2B5EF4-FFF2-40B4-BE49-F238E27FC236}">
                    <a16:creationId xmlns:a16="http://schemas.microsoft.com/office/drawing/2014/main" id="{10E669E7-6C42-A264-FDA8-122948B5BDD7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9" name="pg753">
                <a:extLst>
                  <a:ext uri="{FF2B5EF4-FFF2-40B4-BE49-F238E27FC236}">
                    <a16:creationId xmlns:a16="http://schemas.microsoft.com/office/drawing/2014/main" id="{F66ECD2D-39A3-1955-CB20-9ACFB0128F94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0" name="pg754">
                <a:extLst>
                  <a:ext uri="{FF2B5EF4-FFF2-40B4-BE49-F238E27FC236}">
                    <a16:creationId xmlns:a16="http://schemas.microsoft.com/office/drawing/2014/main" id="{B06A2549-B05C-8653-1D52-EB749E0307DB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1" name="pg755">
                <a:extLst>
                  <a:ext uri="{FF2B5EF4-FFF2-40B4-BE49-F238E27FC236}">
                    <a16:creationId xmlns:a16="http://schemas.microsoft.com/office/drawing/2014/main" id="{A464E4A4-8694-5FE4-11E2-18899F767C68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2" name="pg756">
                <a:extLst>
                  <a:ext uri="{FF2B5EF4-FFF2-40B4-BE49-F238E27FC236}">
                    <a16:creationId xmlns:a16="http://schemas.microsoft.com/office/drawing/2014/main" id="{2B779453-0B0E-566F-5A32-931F7609CEFB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3" name="pg757">
                <a:extLst>
                  <a:ext uri="{FF2B5EF4-FFF2-40B4-BE49-F238E27FC236}">
                    <a16:creationId xmlns:a16="http://schemas.microsoft.com/office/drawing/2014/main" id="{B09D8BF1-2529-F365-36BD-C70B9E6BA766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4" name="pg758">
                <a:extLst>
                  <a:ext uri="{FF2B5EF4-FFF2-40B4-BE49-F238E27FC236}">
                    <a16:creationId xmlns:a16="http://schemas.microsoft.com/office/drawing/2014/main" id="{7353393A-F622-8287-D65E-9D11EDD63A6D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5" name="pg759">
                <a:extLst>
                  <a:ext uri="{FF2B5EF4-FFF2-40B4-BE49-F238E27FC236}">
                    <a16:creationId xmlns:a16="http://schemas.microsoft.com/office/drawing/2014/main" id="{FE9D0A18-3098-10A4-D093-5464831BDCFC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6" name="pg760">
                <a:extLst>
                  <a:ext uri="{FF2B5EF4-FFF2-40B4-BE49-F238E27FC236}">
                    <a16:creationId xmlns:a16="http://schemas.microsoft.com/office/drawing/2014/main" id="{DE6217E3-D77B-317D-20DF-0F2A1354F41F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7" name="pg761">
                <a:extLst>
                  <a:ext uri="{FF2B5EF4-FFF2-40B4-BE49-F238E27FC236}">
                    <a16:creationId xmlns:a16="http://schemas.microsoft.com/office/drawing/2014/main" id="{FC6E2DBB-C3BB-7CDB-6222-F1FE75CBD3CD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8" name="pg762">
                <a:extLst>
                  <a:ext uri="{FF2B5EF4-FFF2-40B4-BE49-F238E27FC236}">
                    <a16:creationId xmlns:a16="http://schemas.microsoft.com/office/drawing/2014/main" id="{1D4EDDDF-3BDB-162D-1DC6-607C6DE29FD1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9" name="pg763">
                <a:extLst>
                  <a:ext uri="{FF2B5EF4-FFF2-40B4-BE49-F238E27FC236}">
                    <a16:creationId xmlns:a16="http://schemas.microsoft.com/office/drawing/2014/main" id="{ADDA4C70-7255-6E38-6D7F-65D2F362FAA9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0" name="pg764">
                <a:extLst>
                  <a:ext uri="{FF2B5EF4-FFF2-40B4-BE49-F238E27FC236}">
                    <a16:creationId xmlns:a16="http://schemas.microsoft.com/office/drawing/2014/main" id="{6FEB0DEF-560C-2B0F-E738-98EE7439497F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1" name="pg765">
                <a:extLst>
                  <a:ext uri="{FF2B5EF4-FFF2-40B4-BE49-F238E27FC236}">
                    <a16:creationId xmlns:a16="http://schemas.microsoft.com/office/drawing/2014/main" id="{886ACD0D-321B-C106-D717-EA3EEE5A68FC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2" name="pg766">
                <a:extLst>
                  <a:ext uri="{FF2B5EF4-FFF2-40B4-BE49-F238E27FC236}">
                    <a16:creationId xmlns:a16="http://schemas.microsoft.com/office/drawing/2014/main" id="{21148A53-4E0B-4581-2EB1-F9B388EF008E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3" name="pg767">
                <a:extLst>
                  <a:ext uri="{FF2B5EF4-FFF2-40B4-BE49-F238E27FC236}">
                    <a16:creationId xmlns:a16="http://schemas.microsoft.com/office/drawing/2014/main" id="{24018C40-F32D-E945-DA4C-8C7466573EF5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4" name="pg768">
                <a:extLst>
                  <a:ext uri="{FF2B5EF4-FFF2-40B4-BE49-F238E27FC236}">
                    <a16:creationId xmlns:a16="http://schemas.microsoft.com/office/drawing/2014/main" id="{10305960-E168-B9B7-9626-D93E9D1ADE56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5" name="pg769">
                <a:extLst>
                  <a:ext uri="{FF2B5EF4-FFF2-40B4-BE49-F238E27FC236}">
                    <a16:creationId xmlns:a16="http://schemas.microsoft.com/office/drawing/2014/main" id="{732FA506-64B6-0210-077C-EE9251A32C69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6" name="pg770">
                <a:extLst>
                  <a:ext uri="{FF2B5EF4-FFF2-40B4-BE49-F238E27FC236}">
                    <a16:creationId xmlns:a16="http://schemas.microsoft.com/office/drawing/2014/main" id="{17C5B481-1EDE-D389-490B-E36DD6DC66AE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7" name="pg771">
                <a:extLst>
                  <a:ext uri="{FF2B5EF4-FFF2-40B4-BE49-F238E27FC236}">
                    <a16:creationId xmlns:a16="http://schemas.microsoft.com/office/drawing/2014/main" id="{94FB41EC-B576-1257-2034-604BADF488C9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8" name="pg772">
                <a:extLst>
                  <a:ext uri="{FF2B5EF4-FFF2-40B4-BE49-F238E27FC236}">
                    <a16:creationId xmlns:a16="http://schemas.microsoft.com/office/drawing/2014/main" id="{D3B66EDD-16DB-3E8B-0C12-622DC9D2AB4E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9" name="pg773">
                <a:extLst>
                  <a:ext uri="{FF2B5EF4-FFF2-40B4-BE49-F238E27FC236}">
                    <a16:creationId xmlns:a16="http://schemas.microsoft.com/office/drawing/2014/main" id="{4DA43969-4A1F-EDAE-AD73-D424174A9B3C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0" name="pg774">
                <a:extLst>
                  <a:ext uri="{FF2B5EF4-FFF2-40B4-BE49-F238E27FC236}">
                    <a16:creationId xmlns:a16="http://schemas.microsoft.com/office/drawing/2014/main" id="{9327BF11-4E00-BADE-A80D-A1B7453D4FE5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1" name="pg775">
                <a:extLst>
                  <a:ext uri="{FF2B5EF4-FFF2-40B4-BE49-F238E27FC236}">
                    <a16:creationId xmlns:a16="http://schemas.microsoft.com/office/drawing/2014/main" id="{24B51163-B8E0-1281-8FC2-0F927AF6F83A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2" name="pg776">
                <a:extLst>
                  <a:ext uri="{FF2B5EF4-FFF2-40B4-BE49-F238E27FC236}">
                    <a16:creationId xmlns:a16="http://schemas.microsoft.com/office/drawing/2014/main" id="{3B0920F6-78D5-F276-954A-A5DB85AA50CA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3" name="pg777">
                <a:extLst>
                  <a:ext uri="{FF2B5EF4-FFF2-40B4-BE49-F238E27FC236}">
                    <a16:creationId xmlns:a16="http://schemas.microsoft.com/office/drawing/2014/main" id="{FD6617BC-170D-44C4-83C9-AAD7BB05C583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4" name="pg778">
                <a:extLst>
                  <a:ext uri="{FF2B5EF4-FFF2-40B4-BE49-F238E27FC236}">
                    <a16:creationId xmlns:a16="http://schemas.microsoft.com/office/drawing/2014/main" id="{C6F91DE8-05DF-8C71-E593-89147F6E0F0C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5" name="pg779">
                <a:extLst>
                  <a:ext uri="{FF2B5EF4-FFF2-40B4-BE49-F238E27FC236}">
                    <a16:creationId xmlns:a16="http://schemas.microsoft.com/office/drawing/2014/main" id="{8C24A6DA-1776-1EB8-9A88-DD6D209AB598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6" name="pg780">
                <a:extLst>
                  <a:ext uri="{FF2B5EF4-FFF2-40B4-BE49-F238E27FC236}">
                    <a16:creationId xmlns:a16="http://schemas.microsoft.com/office/drawing/2014/main" id="{A5A597A1-97E4-A95C-5E25-BD1253E9BEB1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7" name="pg781">
                <a:extLst>
                  <a:ext uri="{FF2B5EF4-FFF2-40B4-BE49-F238E27FC236}">
                    <a16:creationId xmlns:a16="http://schemas.microsoft.com/office/drawing/2014/main" id="{0E0AB13E-DF55-AFB2-7556-79D71664889A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8" name="pg782">
                <a:extLst>
                  <a:ext uri="{FF2B5EF4-FFF2-40B4-BE49-F238E27FC236}">
                    <a16:creationId xmlns:a16="http://schemas.microsoft.com/office/drawing/2014/main" id="{A3FDF424-F020-D205-2CB6-A91DB85FBC9B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9" name="pg783">
                <a:extLst>
                  <a:ext uri="{FF2B5EF4-FFF2-40B4-BE49-F238E27FC236}">
                    <a16:creationId xmlns:a16="http://schemas.microsoft.com/office/drawing/2014/main" id="{3F993C6A-F7B8-2A3B-951D-A5AFA2C90F01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0" name="pg784">
                <a:extLst>
                  <a:ext uri="{FF2B5EF4-FFF2-40B4-BE49-F238E27FC236}">
                    <a16:creationId xmlns:a16="http://schemas.microsoft.com/office/drawing/2014/main" id="{C8071E49-F485-E4E1-DF1A-E6A7613EA552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1" name="pg785">
                <a:extLst>
                  <a:ext uri="{FF2B5EF4-FFF2-40B4-BE49-F238E27FC236}">
                    <a16:creationId xmlns:a16="http://schemas.microsoft.com/office/drawing/2014/main" id="{B581D651-BFA0-9F86-47E9-6ACCBA1B62CC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2" name="pg786">
                <a:extLst>
                  <a:ext uri="{FF2B5EF4-FFF2-40B4-BE49-F238E27FC236}">
                    <a16:creationId xmlns:a16="http://schemas.microsoft.com/office/drawing/2014/main" id="{FFB39F7E-0639-D938-1E8E-90F40EAF6C84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3" name="pg787">
                <a:extLst>
                  <a:ext uri="{FF2B5EF4-FFF2-40B4-BE49-F238E27FC236}">
                    <a16:creationId xmlns:a16="http://schemas.microsoft.com/office/drawing/2014/main" id="{E9C2BDFE-D150-3152-4187-8BD4065B2018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4" name="pg788">
                <a:extLst>
                  <a:ext uri="{FF2B5EF4-FFF2-40B4-BE49-F238E27FC236}">
                    <a16:creationId xmlns:a16="http://schemas.microsoft.com/office/drawing/2014/main" id="{49B101E0-8818-129C-8440-9E56A9105FD9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5" name="pg789">
                <a:extLst>
                  <a:ext uri="{FF2B5EF4-FFF2-40B4-BE49-F238E27FC236}">
                    <a16:creationId xmlns:a16="http://schemas.microsoft.com/office/drawing/2014/main" id="{D07C99B9-B31C-CD21-FC94-7187791545C1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6" name="pg790">
                <a:extLst>
                  <a:ext uri="{FF2B5EF4-FFF2-40B4-BE49-F238E27FC236}">
                    <a16:creationId xmlns:a16="http://schemas.microsoft.com/office/drawing/2014/main" id="{B9DDE075-A577-635A-C60C-148C900AF55C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7" name="pg791">
                <a:extLst>
                  <a:ext uri="{FF2B5EF4-FFF2-40B4-BE49-F238E27FC236}">
                    <a16:creationId xmlns:a16="http://schemas.microsoft.com/office/drawing/2014/main" id="{E45BC545-B4B7-EBDE-9AF9-E5D295899C92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8" name="pg792">
                <a:extLst>
                  <a:ext uri="{FF2B5EF4-FFF2-40B4-BE49-F238E27FC236}">
                    <a16:creationId xmlns:a16="http://schemas.microsoft.com/office/drawing/2014/main" id="{CB5FDBDA-6D82-BF4A-F2C5-4B7D27D4F012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9" name="pg793">
                <a:extLst>
                  <a:ext uri="{FF2B5EF4-FFF2-40B4-BE49-F238E27FC236}">
                    <a16:creationId xmlns:a16="http://schemas.microsoft.com/office/drawing/2014/main" id="{CC6765C9-0E1C-BDFD-C102-83EE37B9F677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0" name="pg794">
                <a:extLst>
                  <a:ext uri="{FF2B5EF4-FFF2-40B4-BE49-F238E27FC236}">
                    <a16:creationId xmlns:a16="http://schemas.microsoft.com/office/drawing/2014/main" id="{5D42070D-2F87-D0E3-C40C-C88644ED2DFB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1" name="pg795">
                <a:extLst>
                  <a:ext uri="{FF2B5EF4-FFF2-40B4-BE49-F238E27FC236}">
                    <a16:creationId xmlns:a16="http://schemas.microsoft.com/office/drawing/2014/main" id="{2C3D764B-D241-1BE7-625B-1D062257746D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2" name="pg796">
                <a:extLst>
                  <a:ext uri="{FF2B5EF4-FFF2-40B4-BE49-F238E27FC236}">
                    <a16:creationId xmlns:a16="http://schemas.microsoft.com/office/drawing/2014/main" id="{0AF1B673-627E-488D-0E5E-72E237E122FF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3" name="pg797">
                <a:extLst>
                  <a:ext uri="{FF2B5EF4-FFF2-40B4-BE49-F238E27FC236}">
                    <a16:creationId xmlns:a16="http://schemas.microsoft.com/office/drawing/2014/main" id="{E344CEDC-4B2E-CF01-C910-60AB30BB68E8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4" name="pg798">
                <a:extLst>
                  <a:ext uri="{FF2B5EF4-FFF2-40B4-BE49-F238E27FC236}">
                    <a16:creationId xmlns:a16="http://schemas.microsoft.com/office/drawing/2014/main" id="{70103D95-4B6A-BD46-0B0C-AD536323F72E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5" name="pg799">
                <a:extLst>
                  <a:ext uri="{FF2B5EF4-FFF2-40B4-BE49-F238E27FC236}">
                    <a16:creationId xmlns:a16="http://schemas.microsoft.com/office/drawing/2014/main" id="{166C3AFF-D43F-70EC-C144-DA7715878225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6" name="pg800">
                <a:extLst>
                  <a:ext uri="{FF2B5EF4-FFF2-40B4-BE49-F238E27FC236}">
                    <a16:creationId xmlns:a16="http://schemas.microsoft.com/office/drawing/2014/main" id="{C6ECFE45-64E5-9184-6B23-5084BD8295F2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7" name="pg801">
                <a:extLst>
                  <a:ext uri="{FF2B5EF4-FFF2-40B4-BE49-F238E27FC236}">
                    <a16:creationId xmlns:a16="http://schemas.microsoft.com/office/drawing/2014/main" id="{9C1E8EC8-CE5B-8D68-B569-D9DB49DF82C3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8" name="pg802">
                <a:extLst>
                  <a:ext uri="{FF2B5EF4-FFF2-40B4-BE49-F238E27FC236}">
                    <a16:creationId xmlns:a16="http://schemas.microsoft.com/office/drawing/2014/main" id="{95E671AC-68AB-2593-128B-5F3E34BDEEEE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9" name="pg803">
                <a:extLst>
                  <a:ext uri="{FF2B5EF4-FFF2-40B4-BE49-F238E27FC236}">
                    <a16:creationId xmlns:a16="http://schemas.microsoft.com/office/drawing/2014/main" id="{8D0E4075-307D-9D78-35EB-740D0FF2335C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0" name="pg804">
                <a:extLst>
                  <a:ext uri="{FF2B5EF4-FFF2-40B4-BE49-F238E27FC236}">
                    <a16:creationId xmlns:a16="http://schemas.microsoft.com/office/drawing/2014/main" id="{073B7E3E-454C-4094-C328-2E779DF899FA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1" name="pg805">
                <a:extLst>
                  <a:ext uri="{FF2B5EF4-FFF2-40B4-BE49-F238E27FC236}">
                    <a16:creationId xmlns:a16="http://schemas.microsoft.com/office/drawing/2014/main" id="{35B845DD-6757-A980-1130-49D4622CDE39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2" name="pg806">
                <a:extLst>
                  <a:ext uri="{FF2B5EF4-FFF2-40B4-BE49-F238E27FC236}">
                    <a16:creationId xmlns:a16="http://schemas.microsoft.com/office/drawing/2014/main" id="{F64118E8-6D57-2F7C-4A4D-51629E9CC7E9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3" name="pg807">
                <a:extLst>
                  <a:ext uri="{FF2B5EF4-FFF2-40B4-BE49-F238E27FC236}">
                    <a16:creationId xmlns:a16="http://schemas.microsoft.com/office/drawing/2014/main" id="{5667419C-F327-7992-99F9-2592388C42FF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4" name="pg808">
                <a:extLst>
                  <a:ext uri="{FF2B5EF4-FFF2-40B4-BE49-F238E27FC236}">
                    <a16:creationId xmlns:a16="http://schemas.microsoft.com/office/drawing/2014/main" id="{3F59080E-F982-A19C-4479-735898374AE2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5" name="pg809">
                <a:extLst>
                  <a:ext uri="{FF2B5EF4-FFF2-40B4-BE49-F238E27FC236}">
                    <a16:creationId xmlns:a16="http://schemas.microsoft.com/office/drawing/2014/main" id="{A45F72FD-87BE-7713-3C3F-24FC2445CB72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6" name="pg810">
                <a:extLst>
                  <a:ext uri="{FF2B5EF4-FFF2-40B4-BE49-F238E27FC236}">
                    <a16:creationId xmlns:a16="http://schemas.microsoft.com/office/drawing/2014/main" id="{93E5D647-B127-2D45-15A0-A90019AAD56A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7" name="pg811">
                <a:extLst>
                  <a:ext uri="{FF2B5EF4-FFF2-40B4-BE49-F238E27FC236}">
                    <a16:creationId xmlns:a16="http://schemas.microsoft.com/office/drawing/2014/main" id="{6B7C37E0-81CA-DAAF-7BF2-1B477FA8AB88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8" name="pg812">
                <a:extLst>
                  <a:ext uri="{FF2B5EF4-FFF2-40B4-BE49-F238E27FC236}">
                    <a16:creationId xmlns:a16="http://schemas.microsoft.com/office/drawing/2014/main" id="{BBBE86ED-4F7A-B812-8A53-431D6864F8C4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9" name="pg813">
                <a:extLst>
                  <a:ext uri="{FF2B5EF4-FFF2-40B4-BE49-F238E27FC236}">
                    <a16:creationId xmlns:a16="http://schemas.microsoft.com/office/drawing/2014/main" id="{DDD9EBED-ACE7-225B-F472-0FBB5D23ADDC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0" name="pg814">
                <a:extLst>
                  <a:ext uri="{FF2B5EF4-FFF2-40B4-BE49-F238E27FC236}">
                    <a16:creationId xmlns:a16="http://schemas.microsoft.com/office/drawing/2014/main" id="{14C442F9-E63A-1579-E94B-6F00573A7015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1" name="pg815">
                <a:extLst>
                  <a:ext uri="{FF2B5EF4-FFF2-40B4-BE49-F238E27FC236}">
                    <a16:creationId xmlns:a16="http://schemas.microsoft.com/office/drawing/2014/main" id="{07FF2CD0-D02F-ED94-9EB4-B183544BBE2F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2" name="pg816">
                <a:extLst>
                  <a:ext uri="{FF2B5EF4-FFF2-40B4-BE49-F238E27FC236}">
                    <a16:creationId xmlns:a16="http://schemas.microsoft.com/office/drawing/2014/main" id="{18842F39-CA0C-F1FC-7E85-60603B991780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3" name="pg817">
                <a:extLst>
                  <a:ext uri="{FF2B5EF4-FFF2-40B4-BE49-F238E27FC236}">
                    <a16:creationId xmlns:a16="http://schemas.microsoft.com/office/drawing/2014/main" id="{1AAC1788-022F-77AC-33F6-D3E87748DCA3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4" name="pg818">
                <a:extLst>
                  <a:ext uri="{FF2B5EF4-FFF2-40B4-BE49-F238E27FC236}">
                    <a16:creationId xmlns:a16="http://schemas.microsoft.com/office/drawing/2014/main" id="{D46C6C18-E0A8-527D-4A71-FE8FE85FA894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5" name="pg819">
                <a:extLst>
                  <a:ext uri="{FF2B5EF4-FFF2-40B4-BE49-F238E27FC236}">
                    <a16:creationId xmlns:a16="http://schemas.microsoft.com/office/drawing/2014/main" id="{0F3A50FF-1420-ED27-09AF-E57D27BC305C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6" name="pg820">
                <a:extLst>
                  <a:ext uri="{FF2B5EF4-FFF2-40B4-BE49-F238E27FC236}">
                    <a16:creationId xmlns:a16="http://schemas.microsoft.com/office/drawing/2014/main" id="{506F5B65-A764-4E19-6445-6B3FDA5D3053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7" name="pg821">
                <a:extLst>
                  <a:ext uri="{FF2B5EF4-FFF2-40B4-BE49-F238E27FC236}">
                    <a16:creationId xmlns:a16="http://schemas.microsoft.com/office/drawing/2014/main" id="{60ACD12A-360E-C2CF-D18C-2E18412BC9D2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8" name="pg822">
                <a:extLst>
                  <a:ext uri="{FF2B5EF4-FFF2-40B4-BE49-F238E27FC236}">
                    <a16:creationId xmlns:a16="http://schemas.microsoft.com/office/drawing/2014/main" id="{EE446A7C-6ED1-4E88-9057-556B6C480722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9" name="pg823">
                <a:extLst>
                  <a:ext uri="{FF2B5EF4-FFF2-40B4-BE49-F238E27FC236}">
                    <a16:creationId xmlns:a16="http://schemas.microsoft.com/office/drawing/2014/main" id="{28F28B7B-B23D-D771-DE83-BB6CA95A7C30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0" name="pg824">
                <a:extLst>
                  <a:ext uri="{FF2B5EF4-FFF2-40B4-BE49-F238E27FC236}">
                    <a16:creationId xmlns:a16="http://schemas.microsoft.com/office/drawing/2014/main" id="{86267141-9945-3370-3DA0-42AE8E057DDE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1" name="pg825">
                <a:extLst>
                  <a:ext uri="{FF2B5EF4-FFF2-40B4-BE49-F238E27FC236}">
                    <a16:creationId xmlns:a16="http://schemas.microsoft.com/office/drawing/2014/main" id="{C6337586-A37D-FFDD-3F9D-DBC4A04E249B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2" name="pg826">
                <a:extLst>
                  <a:ext uri="{FF2B5EF4-FFF2-40B4-BE49-F238E27FC236}">
                    <a16:creationId xmlns:a16="http://schemas.microsoft.com/office/drawing/2014/main" id="{E58CCCAC-6671-54BD-0E4F-687B8916A504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3" name="pg827">
                <a:extLst>
                  <a:ext uri="{FF2B5EF4-FFF2-40B4-BE49-F238E27FC236}">
                    <a16:creationId xmlns:a16="http://schemas.microsoft.com/office/drawing/2014/main" id="{158F7F37-548E-B5CC-3F80-EEB7A902C67F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4" name="pg828">
                <a:extLst>
                  <a:ext uri="{FF2B5EF4-FFF2-40B4-BE49-F238E27FC236}">
                    <a16:creationId xmlns:a16="http://schemas.microsoft.com/office/drawing/2014/main" id="{CCF8D4C2-49D4-7B5E-BBC9-6B0CC654B68A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5" name="pg829">
                <a:extLst>
                  <a:ext uri="{FF2B5EF4-FFF2-40B4-BE49-F238E27FC236}">
                    <a16:creationId xmlns:a16="http://schemas.microsoft.com/office/drawing/2014/main" id="{6F69CFBA-A0E1-C885-CD31-D2FBC61506B4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6" name="pg830">
                <a:extLst>
                  <a:ext uri="{FF2B5EF4-FFF2-40B4-BE49-F238E27FC236}">
                    <a16:creationId xmlns:a16="http://schemas.microsoft.com/office/drawing/2014/main" id="{B795F36E-6924-2418-C7FC-4979A7363EAA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7" name="pg831">
                <a:extLst>
                  <a:ext uri="{FF2B5EF4-FFF2-40B4-BE49-F238E27FC236}">
                    <a16:creationId xmlns:a16="http://schemas.microsoft.com/office/drawing/2014/main" id="{539E6D2A-0326-EF24-1410-5BEF62E51EE8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8" name="pg832">
                <a:extLst>
                  <a:ext uri="{FF2B5EF4-FFF2-40B4-BE49-F238E27FC236}">
                    <a16:creationId xmlns:a16="http://schemas.microsoft.com/office/drawing/2014/main" id="{51785C89-7503-9A82-769E-DDA64EC75B98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9" name="pg833">
                <a:extLst>
                  <a:ext uri="{FF2B5EF4-FFF2-40B4-BE49-F238E27FC236}">
                    <a16:creationId xmlns:a16="http://schemas.microsoft.com/office/drawing/2014/main" id="{732F537D-5BC4-D745-E328-6E301E850C95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0" name="pg834">
                <a:extLst>
                  <a:ext uri="{FF2B5EF4-FFF2-40B4-BE49-F238E27FC236}">
                    <a16:creationId xmlns:a16="http://schemas.microsoft.com/office/drawing/2014/main" id="{08C4FE5D-2F12-E951-453B-79A2CD0AA4AA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1" name="pg835">
                <a:extLst>
                  <a:ext uri="{FF2B5EF4-FFF2-40B4-BE49-F238E27FC236}">
                    <a16:creationId xmlns:a16="http://schemas.microsoft.com/office/drawing/2014/main" id="{4E9B0065-382A-D605-46A2-EEF16FB3DD6F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2" name="pg836">
                <a:extLst>
                  <a:ext uri="{FF2B5EF4-FFF2-40B4-BE49-F238E27FC236}">
                    <a16:creationId xmlns:a16="http://schemas.microsoft.com/office/drawing/2014/main" id="{93DDA079-791D-A3F2-9CC6-2556D1B9D808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3" name="pg837">
                <a:extLst>
                  <a:ext uri="{FF2B5EF4-FFF2-40B4-BE49-F238E27FC236}">
                    <a16:creationId xmlns:a16="http://schemas.microsoft.com/office/drawing/2014/main" id="{AED6CBBF-BAC9-31E7-8C46-4E6322711A9A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4" name="pg838">
                <a:extLst>
                  <a:ext uri="{FF2B5EF4-FFF2-40B4-BE49-F238E27FC236}">
                    <a16:creationId xmlns:a16="http://schemas.microsoft.com/office/drawing/2014/main" id="{61D5AEEE-444C-79CD-225C-C212FDF3CDC2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5" name="pg839">
                <a:extLst>
                  <a:ext uri="{FF2B5EF4-FFF2-40B4-BE49-F238E27FC236}">
                    <a16:creationId xmlns:a16="http://schemas.microsoft.com/office/drawing/2014/main" id="{DF1E29F6-7FA6-8CBB-B81B-FFE7FC65BA32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6" name="pg840">
                <a:extLst>
                  <a:ext uri="{FF2B5EF4-FFF2-40B4-BE49-F238E27FC236}">
                    <a16:creationId xmlns:a16="http://schemas.microsoft.com/office/drawing/2014/main" id="{D81B3DCA-BBF8-DBAA-9329-6AB2ABA0CBA7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7" name="pg841">
                <a:extLst>
                  <a:ext uri="{FF2B5EF4-FFF2-40B4-BE49-F238E27FC236}">
                    <a16:creationId xmlns:a16="http://schemas.microsoft.com/office/drawing/2014/main" id="{B8A9DAED-318C-9E63-7584-E8864F07E80D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8" name="pg842">
                <a:extLst>
                  <a:ext uri="{FF2B5EF4-FFF2-40B4-BE49-F238E27FC236}">
                    <a16:creationId xmlns:a16="http://schemas.microsoft.com/office/drawing/2014/main" id="{5A006D58-B4FC-3E0F-F7C6-3F15E67FD663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9" name="pg843">
                <a:extLst>
                  <a:ext uri="{FF2B5EF4-FFF2-40B4-BE49-F238E27FC236}">
                    <a16:creationId xmlns:a16="http://schemas.microsoft.com/office/drawing/2014/main" id="{14E752AF-9C8A-1C71-03CD-616CCCAC89FC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0" name="pg844">
                <a:extLst>
                  <a:ext uri="{FF2B5EF4-FFF2-40B4-BE49-F238E27FC236}">
                    <a16:creationId xmlns:a16="http://schemas.microsoft.com/office/drawing/2014/main" id="{1ABF38B0-FC3E-4FF0-BD00-DBB20C42A35B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1" name="pg845">
                <a:extLst>
                  <a:ext uri="{FF2B5EF4-FFF2-40B4-BE49-F238E27FC236}">
                    <a16:creationId xmlns:a16="http://schemas.microsoft.com/office/drawing/2014/main" id="{C7879475-C367-E121-32A7-743BCC3C419B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2" name="pg846">
                <a:extLst>
                  <a:ext uri="{FF2B5EF4-FFF2-40B4-BE49-F238E27FC236}">
                    <a16:creationId xmlns:a16="http://schemas.microsoft.com/office/drawing/2014/main" id="{02E779A1-2658-8F84-1F39-50DD235C270F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3" name="pg847">
                <a:extLst>
                  <a:ext uri="{FF2B5EF4-FFF2-40B4-BE49-F238E27FC236}">
                    <a16:creationId xmlns:a16="http://schemas.microsoft.com/office/drawing/2014/main" id="{9308D0C3-BF63-9B05-17C8-7DD32EAA34ED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4" name="pg848">
                <a:extLst>
                  <a:ext uri="{FF2B5EF4-FFF2-40B4-BE49-F238E27FC236}">
                    <a16:creationId xmlns:a16="http://schemas.microsoft.com/office/drawing/2014/main" id="{A725FC8E-5DAB-A647-E49A-46E6261F90FC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5" name="pg849">
                <a:extLst>
                  <a:ext uri="{FF2B5EF4-FFF2-40B4-BE49-F238E27FC236}">
                    <a16:creationId xmlns:a16="http://schemas.microsoft.com/office/drawing/2014/main" id="{E773DF94-3120-CD2E-4ED4-A0A3CDBFFD9B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6" name="pg850">
                <a:extLst>
                  <a:ext uri="{FF2B5EF4-FFF2-40B4-BE49-F238E27FC236}">
                    <a16:creationId xmlns:a16="http://schemas.microsoft.com/office/drawing/2014/main" id="{11FFDF8A-D35A-FCD2-66B6-1E3415AD3B47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7" name="pg851">
                <a:extLst>
                  <a:ext uri="{FF2B5EF4-FFF2-40B4-BE49-F238E27FC236}">
                    <a16:creationId xmlns:a16="http://schemas.microsoft.com/office/drawing/2014/main" id="{34F6810A-0D23-9BEF-A8E6-C2C3C22B444E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8" name="pg852">
                <a:extLst>
                  <a:ext uri="{FF2B5EF4-FFF2-40B4-BE49-F238E27FC236}">
                    <a16:creationId xmlns:a16="http://schemas.microsoft.com/office/drawing/2014/main" id="{717072D9-A586-2CFF-EDEE-3C044720B9D2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9" name="pg853">
                <a:extLst>
                  <a:ext uri="{FF2B5EF4-FFF2-40B4-BE49-F238E27FC236}">
                    <a16:creationId xmlns:a16="http://schemas.microsoft.com/office/drawing/2014/main" id="{BBC44F49-524E-41AB-0756-CE207D45F950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0" name="pg854">
                <a:extLst>
                  <a:ext uri="{FF2B5EF4-FFF2-40B4-BE49-F238E27FC236}">
                    <a16:creationId xmlns:a16="http://schemas.microsoft.com/office/drawing/2014/main" id="{F9D12AF5-4D2E-6C0A-2D6C-54C50ACAE1E1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1" name="pg855">
                <a:extLst>
                  <a:ext uri="{FF2B5EF4-FFF2-40B4-BE49-F238E27FC236}">
                    <a16:creationId xmlns:a16="http://schemas.microsoft.com/office/drawing/2014/main" id="{0EDE992A-9DF7-F35A-1741-286F312FD5A7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2" name="pg856">
                <a:extLst>
                  <a:ext uri="{FF2B5EF4-FFF2-40B4-BE49-F238E27FC236}">
                    <a16:creationId xmlns:a16="http://schemas.microsoft.com/office/drawing/2014/main" id="{346CEDF3-A704-74A8-92F2-A4EEBBB32CF6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3" name="pg857">
                <a:extLst>
                  <a:ext uri="{FF2B5EF4-FFF2-40B4-BE49-F238E27FC236}">
                    <a16:creationId xmlns:a16="http://schemas.microsoft.com/office/drawing/2014/main" id="{55D1E7AB-B7BB-29B2-470E-5E4B3A746DF9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4" name="pg858">
                <a:extLst>
                  <a:ext uri="{FF2B5EF4-FFF2-40B4-BE49-F238E27FC236}">
                    <a16:creationId xmlns:a16="http://schemas.microsoft.com/office/drawing/2014/main" id="{395F55C6-3816-74D6-4996-E08A2D310DD3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5" name="pg859">
                <a:extLst>
                  <a:ext uri="{FF2B5EF4-FFF2-40B4-BE49-F238E27FC236}">
                    <a16:creationId xmlns:a16="http://schemas.microsoft.com/office/drawing/2014/main" id="{D1A1D97D-916A-1947-E0AD-C370CE1EF19D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6" name="pg860">
                <a:extLst>
                  <a:ext uri="{FF2B5EF4-FFF2-40B4-BE49-F238E27FC236}">
                    <a16:creationId xmlns:a16="http://schemas.microsoft.com/office/drawing/2014/main" id="{1E309497-EFEF-D65F-7B47-5E4A22D20F42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7" name="pg861">
                <a:extLst>
                  <a:ext uri="{FF2B5EF4-FFF2-40B4-BE49-F238E27FC236}">
                    <a16:creationId xmlns:a16="http://schemas.microsoft.com/office/drawing/2014/main" id="{9EF4E18F-7922-CC0E-FDAB-1C3FF84C92A3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8" name="pg862">
                <a:extLst>
                  <a:ext uri="{FF2B5EF4-FFF2-40B4-BE49-F238E27FC236}">
                    <a16:creationId xmlns:a16="http://schemas.microsoft.com/office/drawing/2014/main" id="{079BA44E-596D-9951-BB5A-A389D9E37BE1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9" name="pg863">
                <a:extLst>
                  <a:ext uri="{FF2B5EF4-FFF2-40B4-BE49-F238E27FC236}">
                    <a16:creationId xmlns:a16="http://schemas.microsoft.com/office/drawing/2014/main" id="{8EEFC587-63BA-D566-7305-410ED175A1C9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0" name="pg864">
                <a:extLst>
                  <a:ext uri="{FF2B5EF4-FFF2-40B4-BE49-F238E27FC236}">
                    <a16:creationId xmlns:a16="http://schemas.microsoft.com/office/drawing/2014/main" id="{A87CDA82-93B7-21C5-5C54-57A75005830A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1" name="pg865">
                <a:extLst>
                  <a:ext uri="{FF2B5EF4-FFF2-40B4-BE49-F238E27FC236}">
                    <a16:creationId xmlns:a16="http://schemas.microsoft.com/office/drawing/2014/main" id="{F05296C9-613D-018C-C0D4-18E2E28C2388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2" name="pg866">
                <a:extLst>
                  <a:ext uri="{FF2B5EF4-FFF2-40B4-BE49-F238E27FC236}">
                    <a16:creationId xmlns:a16="http://schemas.microsoft.com/office/drawing/2014/main" id="{96DBF49F-672C-81A0-236A-E6A2D22775AB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3" name="pg867">
                <a:extLst>
                  <a:ext uri="{FF2B5EF4-FFF2-40B4-BE49-F238E27FC236}">
                    <a16:creationId xmlns:a16="http://schemas.microsoft.com/office/drawing/2014/main" id="{F2FBAAAE-9D84-8D60-2D98-0B952344F7D3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4" name="pg868">
                <a:extLst>
                  <a:ext uri="{FF2B5EF4-FFF2-40B4-BE49-F238E27FC236}">
                    <a16:creationId xmlns:a16="http://schemas.microsoft.com/office/drawing/2014/main" id="{9210AE90-CDDC-453C-9A38-5FD4C6824D34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5" name="pg869">
                <a:extLst>
                  <a:ext uri="{FF2B5EF4-FFF2-40B4-BE49-F238E27FC236}">
                    <a16:creationId xmlns:a16="http://schemas.microsoft.com/office/drawing/2014/main" id="{15D3BDF1-F976-2636-D638-5944B513203E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6" name="pg870">
                <a:extLst>
                  <a:ext uri="{FF2B5EF4-FFF2-40B4-BE49-F238E27FC236}">
                    <a16:creationId xmlns:a16="http://schemas.microsoft.com/office/drawing/2014/main" id="{281183DB-4537-5DD6-D3D5-9BCC5761922F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7" name="pg871">
                <a:extLst>
                  <a:ext uri="{FF2B5EF4-FFF2-40B4-BE49-F238E27FC236}">
                    <a16:creationId xmlns:a16="http://schemas.microsoft.com/office/drawing/2014/main" id="{DF59B1FA-663A-8C3E-A9B0-DE0575EF4739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8" name="pg872">
                <a:extLst>
                  <a:ext uri="{FF2B5EF4-FFF2-40B4-BE49-F238E27FC236}">
                    <a16:creationId xmlns:a16="http://schemas.microsoft.com/office/drawing/2014/main" id="{EB38F749-277A-154A-45BD-068468D85028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9" name="pg873">
                <a:extLst>
                  <a:ext uri="{FF2B5EF4-FFF2-40B4-BE49-F238E27FC236}">
                    <a16:creationId xmlns:a16="http://schemas.microsoft.com/office/drawing/2014/main" id="{3874F5F9-1ADE-3201-CDDE-43E5A96B25DB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0" name="pg874">
                <a:extLst>
                  <a:ext uri="{FF2B5EF4-FFF2-40B4-BE49-F238E27FC236}">
                    <a16:creationId xmlns:a16="http://schemas.microsoft.com/office/drawing/2014/main" id="{4C9B4C48-A219-90A3-C082-6AA378AA51D1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1" name="pg875">
                <a:extLst>
                  <a:ext uri="{FF2B5EF4-FFF2-40B4-BE49-F238E27FC236}">
                    <a16:creationId xmlns:a16="http://schemas.microsoft.com/office/drawing/2014/main" id="{149EFD9B-6CA2-06AB-43D5-D6A3F4CBD88D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2" name="pg876">
                <a:extLst>
                  <a:ext uri="{FF2B5EF4-FFF2-40B4-BE49-F238E27FC236}">
                    <a16:creationId xmlns:a16="http://schemas.microsoft.com/office/drawing/2014/main" id="{5616FB37-2ADA-4490-00DC-8C155C814956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3" name="pg877">
                <a:extLst>
                  <a:ext uri="{FF2B5EF4-FFF2-40B4-BE49-F238E27FC236}">
                    <a16:creationId xmlns:a16="http://schemas.microsoft.com/office/drawing/2014/main" id="{5CF914F4-FC2C-AF91-EA20-064ECC1DD07B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4" name="pg878">
                <a:extLst>
                  <a:ext uri="{FF2B5EF4-FFF2-40B4-BE49-F238E27FC236}">
                    <a16:creationId xmlns:a16="http://schemas.microsoft.com/office/drawing/2014/main" id="{21ED8A56-D946-9458-9C6F-031AE970B987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5" name="pg879">
                <a:extLst>
                  <a:ext uri="{FF2B5EF4-FFF2-40B4-BE49-F238E27FC236}">
                    <a16:creationId xmlns:a16="http://schemas.microsoft.com/office/drawing/2014/main" id="{58642C2D-084A-ACE6-B38D-5E0D44BC55B3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6" name="pg880">
                <a:extLst>
                  <a:ext uri="{FF2B5EF4-FFF2-40B4-BE49-F238E27FC236}">
                    <a16:creationId xmlns:a16="http://schemas.microsoft.com/office/drawing/2014/main" id="{F12A0745-FC24-21D9-8EF3-D30E73F0753A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7" name="pg881">
                <a:extLst>
                  <a:ext uri="{FF2B5EF4-FFF2-40B4-BE49-F238E27FC236}">
                    <a16:creationId xmlns:a16="http://schemas.microsoft.com/office/drawing/2014/main" id="{520CC949-5B4F-42A7-BB57-E166EA3A0393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8" name="pg882">
                <a:extLst>
                  <a:ext uri="{FF2B5EF4-FFF2-40B4-BE49-F238E27FC236}">
                    <a16:creationId xmlns:a16="http://schemas.microsoft.com/office/drawing/2014/main" id="{FE3BE717-C5AB-FAB5-963C-D58BE3560223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9" name="pg883">
                <a:extLst>
                  <a:ext uri="{FF2B5EF4-FFF2-40B4-BE49-F238E27FC236}">
                    <a16:creationId xmlns:a16="http://schemas.microsoft.com/office/drawing/2014/main" id="{EE2D4986-418B-879F-91C9-3DB8E013DEBF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0" name="pg884">
                <a:extLst>
                  <a:ext uri="{FF2B5EF4-FFF2-40B4-BE49-F238E27FC236}">
                    <a16:creationId xmlns:a16="http://schemas.microsoft.com/office/drawing/2014/main" id="{8E59CA83-210E-BF86-D16E-29EA9A78F893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1" name="pg885">
                <a:extLst>
                  <a:ext uri="{FF2B5EF4-FFF2-40B4-BE49-F238E27FC236}">
                    <a16:creationId xmlns:a16="http://schemas.microsoft.com/office/drawing/2014/main" id="{27837045-913A-70C6-6DE0-CB3747CC3F9F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2" name="pg886">
                <a:extLst>
                  <a:ext uri="{FF2B5EF4-FFF2-40B4-BE49-F238E27FC236}">
                    <a16:creationId xmlns:a16="http://schemas.microsoft.com/office/drawing/2014/main" id="{C85E3CCE-A1C0-3865-B770-899CD09121F5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3" name="pg887">
                <a:extLst>
                  <a:ext uri="{FF2B5EF4-FFF2-40B4-BE49-F238E27FC236}">
                    <a16:creationId xmlns:a16="http://schemas.microsoft.com/office/drawing/2014/main" id="{35613EC4-196E-AA50-8BB5-240B470FA935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4" name="pg888">
                <a:extLst>
                  <a:ext uri="{FF2B5EF4-FFF2-40B4-BE49-F238E27FC236}">
                    <a16:creationId xmlns:a16="http://schemas.microsoft.com/office/drawing/2014/main" id="{7DC2B404-7DC4-A245-4490-5B69F3218941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5" name="pg889">
                <a:extLst>
                  <a:ext uri="{FF2B5EF4-FFF2-40B4-BE49-F238E27FC236}">
                    <a16:creationId xmlns:a16="http://schemas.microsoft.com/office/drawing/2014/main" id="{474405BD-83C5-876C-57C7-4A430E233BA0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6" name="pg890">
                <a:extLst>
                  <a:ext uri="{FF2B5EF4-FFF2-40B4-BE49-F238E27FC236}">
                    <a16:creationId xmlns:a16="http://schemas.microsoft.com/office/drawing/2014/main" id="{287A074B-265E-8766-1820-B4A5CAE336E9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7" name="pg891">
                <a:extLst>
                  <a:ext uri="{FF2B5EF4-FFF2-40B4-BE49-F238E27FC236}">
                    <a16:creationId xmlns:a16="http://schemas.microsoft.com/office/drawing/2014/main" id="{F9B57455-FE74-7BA9-48E8-59AE6C88AC57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8" name="pg892">
                <a:extLst>
                  <a:ext uri="{FF2B5EF4-FFF2-40B4-BE49-F238E27FC236}">
                    <a16:creationId xmlns:a16="http://schemas.microsoft.com/office/drawing/2014/main" id="{F429A225-1C9B-03E6-1E90-E7354ADA6869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9" name="pg893">
                <a:extLst>
                  <a:ext uri="{FF2B5EF4-FFF2-40B4-BE49-F238E27FC236}">
                    <a16:creationId xmlns:a16="http://schemas.microsoft.com/office/drawing/2014/main" id="{5E7A0A7E-430F-B2FA-AFB4-C790B146A5C4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0" name="pg894">
                <a:extLst>
                  <a:ext uri="{FF2B5EF4-FFF2-40B4-BE49-F238E27FC236}">
                    <a16:creationId xmlns:a16="http://schemas.microsoft.com/office/drawing/2014/main" id="{9F6AD1BA-997F-BEAF-678E-C1A8FB73D850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1" name="pg895">
                <a:extLst>
                  <a:ext uri="{FF2B5EF4-FFF2-40B4-BE49-F238E27FC236}">
                    <a16:creationId xmlns:a16="http://schemas.microsoft.com/office/drawing/2014/main" id="{94F5EC7E-6CC5-249F-6D9D-2CF038EB3119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2" name="pg896">
                <a:extLst>
                  <a:ext uri="{FF2B5EF4-FFF2-40B4-BE49-F238E27FC236}">
                    <a16:creationId xmlns:a16="http://schemas.microsoft.com/office/drawing/2014/main" id="{CDDAB262-6EE4-8ADE-4BED-D1A332654FCE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3" name="pg897">
                <a:extLst>
                  <a:ext uri="{FF2B5EF4-FFF2-40B4-BE49-F238E27FC236}">
                    <a16:creationId xmlns:a16="http://schemas.microsoft.com/office/drawing/2014/main" id="{7E82A7A4-6C06-DA82-B2AA-CE7D3CAE5779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4" name="pg898">
                <a:extLst>
                  <a:ext uri="{FF2B5EF4-FFF2-40B4-BE49-F238E27FC236}">
                    <a16:creationId xmlns:a16="http://schemas.microsoft.com/office/drawing/2014/main" id="{9135C1B9-59A3-EBB9-FDCB-60FB8E78A9F0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5" name="pg899">
                <a:extLst>
                  <a:ext uri="{FF2B5EF4-FFF2-40B4-BE49-F238E27FC236}">
                    <a16:creationId xmlns:a16="http://schemas.microsoft.com/office/drawing/2014/main" id="{EA4CAE29-F305-757B-4086-697C79C308D9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6" name="pg900">
                <a:extLst>
                  <a:ext uri="{FF2B5EF4-FFF2-40B4-BE49-F238E27FC236}">
                    <a16:creationId xmlns:a16="http://schemas.microsoft.com/office/drawing/2014/main" id="{514B0925-AD0E-872D-CA99-0F9BE44853C5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7" name="pg901">
                <a:extLst>
                  <a:ext uri="{FF2B5EF4-FFF2-40B4-BE49-F238E27FC236}">
                    <a16:creationId xmlns:a16="http://schemas.microsoft.com/office/drawing/2014/main" id="{2887A788-996D-10AF-ABED-A5D6AFDFC1E3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8" name="pg902">
                <a:extLst>
                  <a:ext uri="{FF2B5EF4-FFF2-40B4-BE49-F238E27FC236}">
                    <a16:creationId xmlns:a16="http://schemas.microsoft.com/office/drawing/2014/main" id="{AE990263-EBF1-9283-435B-2D71601CA8F6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9" name="pg903">
                <a:extLst>
                  <a:ext uri="{FF2B5EF4-FFF2-40B4-BE49-F238E27FC236}">
                    <a16:creationId xmlns:a16="http://schemas.microsoft.com/office/drawing/2014/main" id="{4611171F-AC25-53BE-2F04-A10C63E5F07E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0" name="pg904">
                <a:extLst>
                  <a:ext uri="{FF2B5EF4-FFF2-40B4-BE49-F238E27FC236}">
                    <a16:creationId xmlns:a16="http://schemas.microsoft.com/office/drawing/2014/main" id="{443DB0B5-A381-35A1-1061-1DEE609CE5A2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1" name="pg905">
                <a:extLst>
                  <a:ext uri="{FF2B5EF4-FFF2-40B4-BE49-F238E27FC236}">
                    <a16:creationId xmlns:a16="http://schemas.microsoft.com/office/drawing/2014/main" id="{7E657F64-0C66-D3E2-40FA-2CE17575F88B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2" name="pg906">
                <a:extLst>
                  <a:ext uri="{FF2B5EF4-FFF2-40B4-BE49-F238E27FC236}">
                    <a16:creationId xmlns:a16="http://schemas.microsoft.com/office/drawing/2014/main" id="{58442C6A-D73F-537B-3CEA-02AB4F403D2A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4">
                  <a:alpha val="100000"/>
                </a:srgbClr>
              </a:solidFill>
              <a:ln w="5420" cap="flat">
                <a:solidFill>
                  <a:srgbClr val="3C4D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3" name="pg907">
                <a:extLst>
                  <a:ext uri="{FF2B5EF4-FFF2-40B4-BE49-F238E27FC236}">
                    <a16:creationId xmlns:a16="http://schemas.microsoft.com/office/drawing/2014/main" id="{3611CD98-5395-A0AB-D92B-28465D08B003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4" name="pg908">
                <a:extLst>
                  <a:ext uri="{FF2B5EF4-FFF2-40B4-BE49-F238E27FC236}">
                    <a16:creationId xmlns:a16="http://schemas.microsoft.com/office/drawing/2014/main" id="{E4CCA219-9882-BEA3-A852-6C1B6E20803A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5" name="pg909">
                <a:extLst>
                  <a:ext uri="{FF2B5EF4-FFF2-40B4-BE49-F238E27FC236}">
                    <a16:creationId xmlns:a16="http://schemas.microsoft.com/office/drawing/2014/main" id="{A0F15DFC-FB0E-FE66-BA20-1A07E3B9848E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6" name="pg910">
                <a:extLst>
                  <a:ext uri="{FF2B5EF4-FFF2-40B4-BE49-F238E27FC236}">
                    <a16:creationId xmlns:a16="http://schemas.microsoft.com/office/drawing/2014/main" id="{DDC0D6E8-8213-8A30-31AF-3AE4A22C4703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7" name="pg911">
                <a:extLst>
                  <a:ext uri="{FF2B5EF4-FFF2-40B4-BE49-F238E27FC236}">
                    <a16:creationId xmlns:a16="http://schemas.microsoft.com/office/drawing/2014/main" id="{D7560BAE-9AA3-6B6A-BC15-F1B168070C25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8" name="pg912">
                <a:extLst>
                  <a:ext uri="{FF2B5EF4-FFF2-40B4-BE49-F238E27FC236}">
                    <a16:creationId xmlns:a16="http://schemas.microsoft.com/office/drawing/2014/main" id="{C119355E-0A55-49CB-BFDA-44E56DFDCC85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9" name="pg913">
                <a:extLst>
                  <a:ext uri="{FF2B5EF4-FFF2-40B4-BE49-F238E27FC236}">
                    <a16:creationId xmlns:a16="http://schemas.microsoft.com/office/drawing/2014/main" id="{EFC09FB8-244C-C2EB-4B0F-262B55D83E00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0" name="pg914">
                <a:extLst>
                  <a:ext uri="{FF2B5EF4-FFF2-40B4-BE49-F238E27FC236}">
                    <a16:creationId xmlns:a16="http://schemas.microsoft.com/office/drawing/2014/main" id="{C6F61222-0E6F-E074-B83B-6E790D772DAB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1" name="pg915">
                <a:extLst>
                  <a:ext uri="{FF2B5EF4-FFF2-40B4-BE49-F238E27FC236}">
                    <a16:creationId xmlns:a16="http://schemas.microsoft.com/office/drawing/2014/main" id="{D7A0BA19-A867-7C0B-9544-4FDFFF554618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2" name="pg916">
                <a:extLst>
                  <a:ext uri="{FF2B5EF4-FFF2-40B4-BE49-F238E27FC236}">
                    <a16:creationId xmlns:a16="http://schemas.microsoft.com/office/drawing/2014/main" id="{98EDCEC5-94E1-BB5E-3C75-218DB5E2E8DD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3" name="pg917">
                <a:extLst>
                  <a:ext uri="{FF2B5EF4-FFF2-40B4-BE49-F238E27FC236}">
                    <a16:creationId xmlns:a16="http://schemas.microsoft.com/office/drawing/2014/main" id="{3B447E6E-68DF-6FCB-F269-C5090D993323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4" name="pg918">
                <a:extLst>
                  <a:ext uri="{FF2B5EF4-FFF2-40B4-BE49-F238E27FC236}">
                    <a16:creationId xmlns:a16="http://schemas.microsoft.com/office/drawing/2014/main" id="{8495DBDE-2EC1-AF9A-A520-121C174B5D8B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5" name="pg919">
                <a:extLst>
                  <a:ext uri="{FF2B5EF4-FFF2-40B4-BE49-F238E27FC236}">
                    <a16:creationId xmlns:a16="http://schemas.microsoft.com/office/drawing/2014/main" id="{B55D0F05-49C8-37CE-8274-5CD57339BDE6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6" name="pg920">
                <a:extLst>
                  <a:ext uri="{FF2B5EF4-FFF2-40B4-BE49-F238E27FC236}">
                    <a16:creationId xmlns:a16="http://schemas.microsoft.com/office/drawing/2014/main" id="{5DD4C25A-8892-7BFD-851C-FD753A57FEB7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7" name="pg921">
                <a:extLst>
                  <a:ext uri="{FF2B5EF4-FFF2-40B4-BE49-F238E27FC236}">
                    <a16:creationId xmlns:a16="http://schemas.microsoft.com/office/drawing/2014/main" id="{85BAB148-45F0-9421-F93C-DCAC34486709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8" name="pg922">
                <a:extLst>
                  <a:ext uri="{FF2B5EF4-FFF2-40B4-BE49-F238E27FC236}">
                    <a16:creationId xmlns:a16="http://schemas.microsoft.com/office/drawing/2014/main" id="{4D7B8C7D-CEF5-F889-2F82-A006909AE732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9" name="pg923">
                <a:extLst>
                  <a:ext uri="{FF2B5EF4-FFF2-40B4-BE49-F238E27FC236}">
                    <a16:creationId xmlns:a16="http://schemas.microsoft.com/office/drawing/2014/main" id="{9B59A33D-C7B5-9670-61A9-ACA0F58FBBDF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0" name="pg924">
                <a:extLst>
                  <a:ext uri="{FF2B5EF4-FFF2-40B4-BE49-F238E27FC236}">
                    <a16:creationId xmlns:a16="http://schemas.microsoft.com/office/drawing/2014/main" id="{7764186A-1919-BFCD-EB9A-D10D25DB28B2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1" name="pg925">
                <a:extLst>
                  <a:ext uri="{FF2B5EF4-FFF2-40B4-BE49-F238E27FC236}">
                    <a16:creationId xmlns:a16="http://schemas.microsoft.com/office/drawing/2014/main" id="{E4BA5911-1F40-3E39-86CD-CF28BABF8AA3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2" name="pg926">
                <a:extLst>
                  <a:ext uri="{FF2B5EF4-FFF2-40B4-BE49-F238E27FC236}">
                    <a16:creationId xmlns:a16="http://schemas.microsoft.com/office/drawing/2014/main" id="{EA35F289-D135-FFA5-C37C-F9AA5553F75C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3" name="pg927">
                <a:extLst>
                  <a:ext uri="{FF2B5EF4-FFF2-40B4-BE49-F238E27FC236}">
                    <a16:creationId xmlns:a16="http://schemas.microsoft.com/office/drawing/2014/main" id="{A6E06165-CDE3-2924-DF4D-72EB4C60DA0E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4" name="pg928">
                <a:extLst>
                  <a:ext uri="{FF2B5EF4-FFF2-40B4-BE49-F238E27FC236}">
                    <a16:creationId xmlns:a16="http://schemas.microsoft.com/office/drawing/2014/main" id="{C51A0952-5BF6-319C-1FB7-933AD4013194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5" name="pg929">
                <a:extLst>
                  <a:ext uri="{FF2B5EF4-FFF2-40B4-BE49-F238E27FC236}">
                    <a16:creationId xmlns:a16="http://schemas.microsoft.com/office/drawing/2014/main" id="{EA59935F-3F75-F899-48FC-90B4D7345BB9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6" name="pg930">
                <a:extLst>
                  <a:ext uri="{FF2B5EF4-FFF2-40B4-BE49-F238E27FC236}">
                    <a16:creationId xmlns:a16="http://schemas.microsoft.com/office/drawing/2014/main" id="{EAAA451F-BB14-FA4B-9B1B-12215ECD7431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7" name="pg931">
                <a:extLst>
                  <a:ext uri="{FF2B5EF4-FFF2-40B4-BE49-F238E27FC236}">
                    <a16:creationId xmlns:a16="http://schemas.microsoft.com/office/drawing/2014/main" id="{2C1A0DBC-3532-0A07-7AB9-5E6C6307A8F1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8" name="pg932">
                <a:extLst>
                  <a:ext uri="{FF2B5EF4-FFF2-40B4-BE49-F238E27FC236}">
                    <a16:creationId xmlns:a16="http://schemas.microsoft.com/office/drawing/2014/main" id="{8A5052D8-518A-4D99-FC80-67528DE72BC3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9" name="pg933">
                <a:extLst>
                  <a:ext uri="{FF2B5EF4-FFF2-40B4-BE49-F238E27FC236}">
                    <a16:creationId xmlns:a16="http://schemas.microsoft.com/office/drawing/2014/main" id="{5CAD49D4-021A-708F-5440-659E08B7A44D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0" name="pg934">
                <a:extLst>
                  <a:ext uri="{FF2B5EF4-FFF2-40B4-BE49-F238E27FC236}">
                    <a16:creationId xmlns:a16="http://schemas.microsoft.com/office/drawing/2014/main" id="{0B28CEE2-E1B0-261B-F9F6-81616FB7F18A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1" name="pg935">
                <a:extLst>
                  <a:ext uri="{FF2B5EF4-FFF2-40B4-BE49-F238E27FC236}">
                    <a16:creationId xmlns:a16="http://schemas.microsoft.com/office/drawing/2014/main" id="{878660B2-B78E-2CF8-F785-C74E7021D322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2" name="pg936">
                <a:extLst>
                  <a:ext uri="{FF2B5EF4-FFF2-40B4-BE49-F238E27FC236}">
                    <a16:creationId xmlns:a16="http://schemas.microsoft.com/office/drawing/2014/main" id="{1A6E1584-825F-1DD2-8742-CA3979C18615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3" name="pg937">
                <a:extLst>
                  <a:ext uri="{FF2B5EF4-FFF2-40B4-BE49-F238E27FC236}">
                    <a16:creationId xmlns:a16="http://schemas.microsoft.com/office/drawing/2014/main" id="{EA70DEAF-3C29-84DD-F577-4998167E1BB3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4" name="pg938">
                <a:extLst>
                  <a:ext uri="{FF2B5EF4-FFF2-40B4-BE49-F238E27FC236}">
                    <a16:creationId xmlns:a16="http://schemas.microsoft.com/office/drawing/2014/main" id="{C809EE3C-FFA9-7CC3-7E7F-0AD87A5E3791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8">
                  <a:alpha val="100000"/>
                </a:srgbClr>
              </a:solidFill>
              <a:ln w="5420" cap="flat">
                <a:solidFill>
                  <a:srgbClr val="3A5B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5" name="pg939">
                <a:extLst>
                  <a:ext uri="{FF2B5EF4-FFF2-40B4-BE49-F238E27FC236}">
                    <a16:creationId xmlns:a16="http://schemas.microsoft.com/office/drawing/2014/main" id="{AA9A8CBB-4A43-4775-FB63-0A3047B42C1D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6" name="pg940">
                <a:extLst>
                  <a:ext uri="{FF2B5EF4-FFF2-40B4-BE49-F238E27FC236}">
                    <a16:creationId xmlns:a16="http://schemas.microsoft.com/office/drawing/2014/main" id="{A6514BBA-7739-41B2-300C-6301389C0879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7" name="pg941">
                <a:extLst>
                  <a:ext uri="{FF2B5EF4-FFF2-40B4-BE49-F238E27FC236}">
                    <a16:creationId xmlns:a16="http://schemas.microsoft.com/office/drawing/2014/main" id="{C1E8F7C9-60C9-999F-BFB3-693FA20C46D1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8" name="pg942">
                <a:extLst>
                  <a:ext uri="{FF2B5EF4-FFF2-40B4-BE49-F238E27FC236}">
                    <a16:creationId xmlns:a16="http://schemas.microsoft.com/office/drawing/2014/main" id="{5E1C3136-66CA-E971-4A65-1A811658AE3F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9" name="pg943">
                <a:extLst>
                  <a:ext uri="{FF2B5EF4-FFF2-40B4-BE49-F238E27FC236}">
                    <a16:creationId xmlns:a16="http://schemas.microsoft.com/office/drawing/2014/main" id="{45706AFF-9FCA-6BF9-E52A-76C96EE88C97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0" name="pg944">
                <a:extLst>
                  <a:ext uri="{FF2B5EF4-FFF2-40B4-BE49-F238E27FC236}">
                    <a16:creationId xmlns:a16="http://schemas.microsoft.com/office/drawing/2014/main" id="{865F3CB5-B063-A977-9E42-CC9128DE6776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1" name="pg945">
                <a:extLst>
                  <a:ext uri="{FF2B5EF4-FFF2-40B4-BE49-F238E27FC236}">
                    <a16:creationId xmlns:a16="http://schemas.microsoft.com/office/drawing/2014/main" id="{E06C86E7-E459-EC8D-19EF-AE4560C7C57B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2" name="pg946">
                <a:extLst>
                  <a:ext uri="{FF2B5EF4-FFF2-40B4-BE49-F238E27FC236}">
                    <a16:creationId xmlns:a16="http://schemas.microsoft.com/office/drawing/2014/main" id="{FA0A6470-8FE5-9579-E30D-2A68B542EE3F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3" name="pg947">
                <a:extLst>
                  <a:ext uri="{FF2B5EF4-FFF2-40B4-BE49-F238E27FC236}">
                    <a16:creationId xmlns:a16="http://schemas.microsoft.com/office/drawing/2014/main" id="{DB4FD127-29B3-CDDD-4F84-70E5CF25BE57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4" name="pg948">
                <a:extLst>
                  <a:ext uri="{FF2B5EF4-FFF2-40B4-BE49-F238E27FC236}">
                    <a16:creationId xmlns:a16="http://schemas.microsoft.com/office/drawing/2014/main" id="{B36AF89F-FA1F-D5E7-0259-F2F7BF5D6D6D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5" name="pg949">
                <a:extLst>
                  <a:ext uri="{FF2B5EF4-FFF2-40B4-BE49-F238E27FC236}">
                    <a16:creationId xmlns:a16="http://schemas.microsoft.com/office/drawing/2014/main" id="{6B5051FE-DCB5-056E-EB42-78F305138549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6" name="pg950">
                <a:extLst>
                  <a:ext uri="{FF2B5EF4-FFF2-40B4-BE49-F238E27FC236}">
                    <a16:creationId xmlns:a16="http://schemas.microsoft.com/office/drawing/2014/main" id="{9653D74C-F649-9DDF-A2D6-0429BDAF28EF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7" name="pg951">
                <a:extLst>
                  <a:ext uri="{FF2B5EF4-FFF2-40B4-BE49-F238E27FC236}">
                    <a16:creationId xmlns:a16="http://schemas.microsoft.com/office/drawing/2014/main" id="{6A133ABF-1E0B-B167-A9C6-B4D743F371BC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8" name="pg952">
                <a:extLst>
                  <a:ext uri="{FF2B5EF4-FFF2-40B4-BE49-F238E27FC236}">
                    <a16:creationId xmlns:a16="http://schemas.microsoft.com/office/drawing/2014/main" id="{69796DCB-97AB-6649-B426-F683F88ADAE0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9" name="pg953">
                <a:extLst>
                  <a:ext uri="{FF2B5EF4-FFF2-40B4-BE49-F238E27FC236}">
                    <a16:creationId xmlns:a16="http://schemas.microsoft.com/office/drawing/2014/main" id="{EF70BC75-234F-F455-BD05-8B6BF14D976C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0" name="pg954">
                <a:extLst>
                  <a:ext uri="{FF2B5EF4-FFF2-40B4-BE49-F238E27FC236}">
                    <a16:creationId xmlns:a16="http://schemas.microsoft.com/office/drawing/2014/main" id="{9EF0645C-36C0-D12F-1E7E-BDFD92221C38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1" name="pg955">
                <a:extLst>
                  <a:ext uri="{FF2B5EF4-FFF2-40B4-BE49-F238E27FC236}">
                    <a16:creationId xmlns:a16="http://schemas.microsoft.com/office/drawing/2014/main" id="{7E3F10F9-FCE1-DBB6-146A-F605B239B6F7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2" name="pg956">
                <a:extLst>
                  <a:ext uri="{FF2B5EF4-FFF2-40B4-BE49-F238E27FC236}">
                    <a16:creationId xmlns:a16="http://schemas.microsoft.com/office/drawing/2014/main" id="{0265AA2F-4ADB-ABB9-34A1-63EC82EAAF89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3" name="pg957">
                <a:extLst>
                  <a:ext uri="{FF2B5EF4-FFF2-40B4-BE49-F238E27FC236}">
                    <a16:creationId xmlns:a16="http://schemas.microsoft.com/office/drawing/2014/main" id="{5C826B8B-A584-FC7A-BAAD-A78D416B1C56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4" name="pg958">
                <a:extLst>
                  <a:ext uri="{FF2B5EF4-FFF2-40B4-BE49-F238E27FC236}">
                    <a16:creationId xmlns:a16="http://schemas.microsoft.com/office/drawing/2014/main" id="{FE910F2D-E5EA-820C-BF3C-8C3071568F61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5" name="pg959">
                <a:extLst>
                  <a:ext uri="{FF2B5EF4-FFF2-40B4-BE49-F238E27FC236}">
                    <a16:creationId xmlns:a16="http://schemas.microsoft.com/office/drawing/2014/main" id="{A0C60F02-37AF-24A1-2527-1F3015C25C36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6" name="pg960">
                <a:extLst>
                  <a:ext uri="{FF2B5EF4-FFF2-40B4-BE49-F238E27FC236}">
                    <a16:creationId xmlns:a16="http://schemas.microsoft.com/office/drawing/2014/main" id="{D44219F1-5AC4-ABEF-7FD4-3BC1D28C9C65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7" name="pg961">
                <a:extLst>
                  <a:ext uri="{FF2B5EF4-FFF2-40B4-BE49-F238E27FC236}">
                    <a16:creationId xmlns:a16="http://schemas.microsoft.com/office/drawing/2014/main" id="{0EED7DEC-90B6-50F9-8565-556489091FAB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8" name="pg962">
                <a:extLst>
                  <a:ext uri="{FF2B5EF4-FFF2-40B4-BE49-F238E27FC236}">
                    <a16:creationId xmlns:a16="http://schemas.microsoft.com/office/drawing/2014/main" id="{6D96FA48-EA58-A0E5-5750-09ACBE87774F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9" name="pg963">
                <a:extLst>
                  <a:ext uri="{FF2B5EF4-FFF2-40B4-BE49-F238E27FC236}">
                    <a16:creationId xmlns:a16="http://schemas.microsoft.com/office/drawing/2014/main" id="{5D68A93F-2611-1D38-CCEB-F833557FD2CA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0" name="pg964">
                <a:extLst>
                  <a:ext uri="{FF2B5EF4-FFF2-40B4-BE49-F238E27FC236}">
                    <a16:creationId xmlns:a16="http://schemas.microsoft.com/office/drawing/2014/main" id="{33CA15BE-9F2C-3095-4FFD-D9092B2F0CA2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1" name="pg965">
                <a:extLst>
                  <a:ext uri="{FF2B5EF4-FFF2-40B4-BE49-F238E27FC236}">
                    <a16:creationId xmlns:a16="http://schemas.microsoft.com/office/drawing/2014/main" id="{2C97E0F9-530C-72F7-23E6-2F46CDFE813E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2" name="pg966">
                <a:extLst>
                  <a:ext uri="{FF2B5EF4-FFF2-40B4-BE49-F238E27FC236}">
                    <a16:creationId xmlns:a16="http://schemas.microsoft.com/office/drawing/2014/main" id="{F02DE6D9-C762-29B7-1F66-3595BDD3F7A5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3" name="pg967">
                <a:extLst>
                  <a:ext uri="{FF2B5EF4-FFF2-40B4-BE49-F238E27FC236}">
                    <a16:creationId xmlns:a16="http://schemas.microsoft.com/office/drawing/2014/main" id="{F73F49F3-4EA3-8A84-B8D8-EF5C9123E5AE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4" name="pg968">
                <a:extLst>
                  <a:ext uri="{FF2B5EF4-FFF2-40B4-BE49-F238E27FC236}">
                    <a16:creationId xmlns:a16="http://schemas.microsoft.com/office/drawing/2014/main" id="{FC5AED6F-8799-DE45-5B88-DC474A861CE3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5" name="pg969">
                <a:extLst>
                  <a:ext uri="{FF2B5EF4-FFF2-40B4-BE49-F238E27FC236}">
                    <a16:creationId xmlns:a16="http://schemas.microsoft.com/office/drawing/2014/main" id="{BE4517D7-9E82-9C68-FBB7-D90921B393D2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6" name="pg970">
                <a:extLst>
                  <a:ext uri="{FF2B5EF4-FFF2-40B4-BE49-F238E27FC236}">
                    <a16:creationId xmlns:a16="http://schemas.microsoft.com/office/drawing/2014/main" id="{6920FF26-42FB-D936-27A5-8EC1A1F95AB4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7" name="pg971">
                <a:extLst>
                  <a:ext uri="{FF2B5EF4-FFF2-40B4-BE49-F238E27FC236}">
                    <a16:creationId xmlns:a16="http://schemas.microsoft.com/office/drawing/2014/main" id="{F7372C21-5993-A18E-C919-9B9DA14E5C59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8" name="pg972">
                <a:extLst>
                  <a:ext uri="{FF2B5EF4-FFF2-40B4-BE49-F238E27FC236}">
                    <a16:creationId xmlns:a16="http://schemas.microsoft.com/office/drawing/2014/main" id="{7B0F3AAA-F0E5-4266-FD44-D2B64A6AA321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9" name="pg973">
                <a:extLst>
                  <a:ext uri="{FF2B5EF4-FFF2-40B4-BE49-F238E27FC236}">
                    <a16:creationId xmlns:a16="http://schemas.microsoft.com/office/drawing/2014/main" id="{9B01C4FC-6761-E4AF-3485-309258381BAC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0" name="pg974">
                <a:extLst>
                  <a:ext uri="{FF2B5EF4-FFF2-40B4-BE49-F238E27FC236}">
                    <a16:creationId xmlns:a16="http://schemas.microsoft.com/office/drawing/2014/main" id="{EC3B7B28-1452-4756-EC83-D1E9210F4EF2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1" name="pg975">
                <a:extLst>
                  <a:ext uri="{FF2B5EF4-FFF2-40B4-BE49-F238E27FC236}">
                    <a16:creationId xmlns:a16="http://schemas.microsoft.com/office/drawing/2014/main" id="{FA6B751E-DA53-1C18-B6FF-0832E47581A8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2" name="pg976">
                <a:extLst>
                  <a:ext uri="{FF2B5EF4-FFF2-40B4-BE49-F238E27FC236}">
                    <a16:creationId xmlns:a16="http://schemas.microsoft.com/office/drawing/2014/main" id="{29552FA2-4561-E1D5-D814-6A4597E4DA3C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3" name="pg977">
                <a:extLst>
                  <a:ext uri="{FF2B5EF4-FFF2-40B4-BE49-F238E27FC236}">
                    <a16:creationId xmlns:a16="http://schemas.microsoft.com/office/drawing/2014/main" id="{C42A3CAE-0E94-C893-DDC1-592D8EC0B1B3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4" name="pg978">
                <a:extLst>
                  <a:ext uri="{FF2B5EF4-FFF2-40B4-BE49-F238E27FC236}">
                    <a16:creationId xmlns:a16="http://schemas.microsoft.com/office/drawing/2014/main" id="{A60FD75D-C686-D0BF-B182-CE70769A40D4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5" name="pg979">
                <a:extLst>
                  <a:ext uri="{FF2B5EF4-FFF2-40B4-BE49-F238E27FC236}">
                    <a16:creationId xmlns:a16="http://schemas.microsoft.com/office/drawing/2014/main" id="{C2D7E16B-B8EC-144C-C644-5D0060FBA0FC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6" name="pg980">
                <a:extLst>
                  <a:ext uri="{FF2B5EF4-FFF2-40B4-BE49-F238E27FC236}">
                    <a16:creationId xmlns:a16="http://schemas.microsoft.com/office/drawing/2014/main" id="{F204CBFD-905C-705E-7779-2DA472663EB3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7" name="pg981">
                <a:extLst>
                  <a:ext uri="{FF2B5EF4-FFF2-40B4-BE49-F238E27FC236}">
                    <a16:creationId xmlns:a16="http://schemas.microsoft.com/office/drawing/2014/main" id="{A1DAB917-11A7-E779-CBF0-1D69B85A0EA8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8" name="pg982">
                <a:extLst>
                  <a:ext uri="{FF2B5EF4-FFF2-40B4-BE49-F238E27FC236}">
                    <a16:creationId xmlns:a16="http://schemas.microsoft.com/office/drawing/2014/main" id="{57FB3D1C-FB0C-B8A2-0488-DDAA3B608D72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9" name="pg983">
                <a:extLst>
                  <a:ext uri="{FF2B5EF4-FFF2-40B4-BE49-F238E27FC236}">
                    <a16:creationId xmlns:a16="http://schemas.microsoft.com/office/drawing/2014/main" id="{8A59CEDB-4611-DC3C-D45C-57B77DEE09F5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0" name="pg984">
                <a:extLst>
                  <a:ext uri="{FF2B5EF4-FFF2-40B4-BE49-F238E27FC236}">
                    <a16:creationId xmlns:a16="http://schemas.microsoft.com/office/drawing/2014/main" id="{E356BA5E-3F54-D8D9-646A-E95963A96F26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1" name="pg985">
                <a:extLst>
                  <a:ext uri="{FF2B5EF4-FFF2-40B4-BE49-F238E27FC236}">
                    <a16:creationId xmlns:a16="http://schemas.microsoft.com/office/drawing/2014/main" id="{8EAA457D-D072-0A15-2A10-CA7C9215CF01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2" name="pg986">
                <a:extLst>
                  <a:ext uri="{FF2B5EF4-FFF2-40B4-BE49-F238E27FC236}">
                    <a16:creationId xmlns:a16="http://schemas.microsoft.com/office/drawing/2014/main" id="{15AD965B-2587-9915-7372-5C24559B2A88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3" name="pg987">
                <a:extLst>
                  <a:ext uri="{FF2B5EF4-FFF2-40B4-BE49-F238E27FC236}">
                    <a16:creationId xmlns:a16="http://schemas.microsoft.com/office/drawing/2014/main" id="{10CAE1D4-7758-9C06-5B0D-9C848B73F554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4" name="pg988">
                <a:extLst>
                  <a:ext uri="{FF2B5EF4-FFF2-40B4-BE49-F238E27FC236}">
                    <a16:creationId xmlns:a16="http://schemas.microsoft.com/office/drawing/2014/main" id="{BD2BC9F8-E30F-E153-5432-4016B12DDC07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5" name="pg989">
                <a:extLst>
                  <a:ext uri="{FF2B5EF4-FFF2-40B4-BE49-F238E27FC236}">
                    <a16:creationId xmlns:a16="http://schemas.microsoft.com/office/drawing/2014/main" id="{B7583AEA-A908-EB77-94A6-C80D56B77351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6" name="pg990">
                <a:extLst>
                  <a:ext uri="{FF2B5EF4-FFF2-40B4-BE49-F238E27FC236}">
                    <a16:creationId xmlns:a16="http://schemas.microsoft.com/office/drawing/2014/main" id="{D805E509-AAAA-FAD9-621B-6C2CEE82D920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7" name="pg991">
                <a:extLst>
                  <a:ext uri="{FF2B5EF4-FFF2-40B4-BE49-F238E27FC236}">
                    <a16:creationId xmlns:a16="http://schemas.microsoft.com/office/drawing/2014/main" id="{CB02D542-8EFD-43E8-41DC-DE4A2C421F54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8" name="pg992">
                <a:extLst>
                  <a:ext uri="{FF2B5EF4-FFF2-40B4-BE49-F238E27FC236}">
                    <a16:creationId xmlns:a16="http://schemas.microsoft.com/office/drawing/2014/main" id="{252778F3-C6E9-F9A6-0664-7CCED1245AC0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9" name="pg993">
                <a:extLst>
                  <a:ext uri="{FF2B5EF4-FFF2-40B4-BE49-F238E27FC236}">
                    <a16:creationId xmlns:a16="http://schemas.microsoft.com/office/drawing/2014/main" id="{168BBD49-28AE-1106-D363-BB1158CE4C7D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0" name="pg994">
                <a:extLst>
                  <a:ext uri="{FF2B5EF4-FFF2-40B4-BE49-F238E27FC236}">
                    <a16:creationId xmlns:a16="http://schemas.microsoft.com/office/drawing/2014/main" id="{3404B064-DA37-2810-9789-F38D81A3D394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1" name="pg995">
                <a:extLst>
                  <a:ext uri="{FF2B5EF4-FFF2-40B4-BE49-F238E27FC236}">
                    <a16:creationId xmlns:a16="http://schemas.microsoft.com/office/drawing/2014/main" id="{AB3191E1-8A20-0EF9-ED83-49C2420B8A87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2" name="pg996">
                <a:extLst>
                  <a:ext uri="{FF2B5EF4-FFF2-40B4-BE49-F238E27FC236}">
                    <a16:creationId xmlns:a16="http://schemas.microsoft.com/office/drawing/2014/main" id="{7B55741E-C49F-25F4-0356-6AB7119A44D0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3" name="pg997">
                <a:extLst>
                  <a:ext uri="{FF2B5EF4-FFF2-40B4-BE49-F238E27FC236}">
                    <a16:creationId xmlns:a16="http://schemas.microsoft.com/office/drawing/2014/main" id="{A282D516-2815-874B-526A-E780A594B9D9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4" name="pg998">
                <a:extLst>
                  <a:ext uri="{FF2B5EF4-FFF2-40B4-BE49-F238E27FC236}">
                    <a16:creationId xmlns:a16="http://schemas.microsoft.com/office/drawing/2014/main" id="{C9ED470E-A844-3C6C-A3C4-7EBFB89BC252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5" name="pg999">
                <a:extLst>
                  <a:ext uri="{FF2B5EF4-FFF2-40B4-BE49-F238E27FC236}">
                    <a16:creationId xmlns:a16="http://schemas.microsoft.com/office/drawing/2014/main" id="{CF0E5858-F526-802D-DA6B-F6E94C837502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6" name="pg1000">
                <a:extLst>
                  <a:ext uri="{FF2B5EF4-FFF2-40B4-BE49-F238E27FC236}">
                    <a16:creationId xmlns:a16="http://schemas.microsoft.com/office/drawing/2014/main" id="{BBCBC9C5-3D55-6D40-8698-BF9192E1D097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7" name="pg1001">
                <a:extLst>
                  <a:ext uri="{FF2B5EF4-FFF2-40B4-BE49-F238E27FC236}">
                    <a16:creationId xmlns:a16="http://schemas.microsoft.com/office/drawing/2014/main" id="{D1FC58EA-FFD7-77C1-D803-B9D24C9185FC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8" name="pg1002">
                <a:extLst>
                  <a:ext uri="{FF2B5EF4-FFF2-40B4-BE49-F238E27FC236}">
                    <a16:creationId xmlns:a16="http://schemas.microsoft.com/office/drawing/2014/main" id="{E27BE703-A31C-CEED-C28E-07D72D3E3D7B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9" name="pg1003">
                <a:extLst>
                  <a:ext uri="{FF2B5EF4-FFF2-40B4-BE49-F238E27FC236}">
                    <a16:creationId xmlns:a16="http://schemas.microsoft.com/office/drawing/2014/main" id="{70E68C88-0B46-5C06-F9BE-932194B326E0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0" name="pg1004">
                <a:extLst>
                  <a:ext uri="{FF2B5EF4-FFF2-40B4-BE49-F238E27FC236}">
                    <a16:creationId xmlns:a16="http://schemas.microsoft.com/office/drawing/2014/main" id="{3A077DA8-F2ED-2306-2381-8A01F4C5D8D2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1" name="pg1005">
                <a:extLst>
                  <a:ext uri="{FF2B5EF4-FFF2-40B4-BE49-F238E27FC236}">
                    <a16:creationId xmlns:a16="http://schemas.microsoft.com/office/drawing/2014/main" id="{58DC9C0D-9656-E0E1-8B32-8A24E5AA75C5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2" name="pg1006">
                <a:extLst>
                  <a:ext uri="{FF2B5EF4-FFF2-40B4-BE49-F238E27FC236}">
                    <a16:creationId xmlns:a16="http://schemas.microsoft.com/office/drawing/2014/main" id="{66ABEBCC-59E8-9F08-4623-F7F5E4B58C51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3" name="pg1007">
                <a:extLst>
                  <a:ext uri="{FF2B5EF4-FFF2-40B4-BE49-F238E27FC236}">
                    <a16:creationId xmlns:a16="http://schemas.microsoft.com/office/drawing/2014/main" id="{1816AB49-142B-D6EF-C6B2-229F096D2804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4" name="pg1008">
                <a:extLst>
                  <a:ext uri="{FF2B5EF4-FFF2-40B4-BE49-F238E27FC236}">
                    <a16:creationId xmlns:a16="http://schemas.microsoft.com/office/drawing/2014/main" id="{ED51A80A-2487-7360-49B2-17D36E9AA40C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5" name="pg1009">
                <a:extLst>
                  <a:ext uri="{FF2B5EF4-FFF2-40B4-BE49-F238E27FC236}">
                    <a16:creationId xmlns:a16="http://schemas.microsoft.com/office/drawing/2014/main" id="{BBB33605-8D85-5C69-D5D6-6BF5E72A1924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6" name="pg1010">
                <a:extLst>
                  <a:ext uri="{FF2B5EF4-FFF2-40B4-BE49-F238E27FC236}">
                    <a16:creationId xmlns:a16="http://schemas.microsoft.com/office/drawing/2014/main" id="{A686B681-78C3-619F-5605-1D5126999EA8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7" name="pg1011">
                <a:extLst>
                  <a:ext uri="{FF2B5EF4-FFF2-40B4-BE49-F238E27FC236}">
                    <a16:creationId xmlns:a16="http://schemas.microsoft.com/office/drawing/2014/main" id="{3E5A5A9E-9B91-7145-3173-49DD8A2264AF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8" name="pg1012">
                <a:extLst>
                  <a:ext uri="{FF2B5EF4-FFF2-40B4-BE49-F238E27FC236}">
                    <a16:creationId xmlns:a16="http://schemas.microsoft.com/office/drawing/2014/main" id="{FF27397C-A8B1-4203-8ADD-C9FF25E830D3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9" name="pg1013">
                <a:extLst>
                  <a:ext uri="{FF2B5EF4-FFF2-40B4-BE49-F238E27FC236}">
                    <a16:creationId xmlns:a16="http://schemas.microsoft.com/office/drawing/2014/main" id="{F97112C4-FA7E-6E8C-8B78-CE697927FE41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0" name="pg1014">
                <a:extLst>
                  <a:ext uri="{FF2B5EF4-FFF2-40B4-BE49-F238E27FC236}">
                    <a16:creationId xmlns:a16="http://schemas.microsoft.com/office/drawing/2014/main" id="{90F31155-958C-2718-E108-2B9492A7E1B8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1" name="pg1015">
                <a:extLst>
                  <a:ext uri="{FF2B5EF4-FFF2-40B4-BE49-F238E27FC236}">
                    <a16:creationId xmlns:a16="http://schemas.microsoft.com/office/drawing/2014/main" id="{246B39F5-7929-AA48-B0AC-B540326D5D0C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2" name="pg1016">
                <a:extLst>
                  <a:ext uri="{FF2B5EF4-FFF2-40B4-BE49-F238E27FC236}">
                    <a16:creationId xmlns:a16="http://schemas.microsoft.com/office/drawing/2014/main" id="{1F7C745A-158D-B21E-067B-B94BB284EFF2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3" name="pg1017">
                <a:extLst>
                  <a:ext uri="{FF2B5EF4-FFF2-40B4-BE49-F238E27FC236}">
                    <a16:creationId xmlns:a16="http://schemas.microsoft.com/office/drawing/2014/main" id="{FEB5C20C-7013-EC47-66C2-FD19D1C4195D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4" name="pg1018">
                <a:extLst>
                  <a:ext uri="{FF2B5EF4-FFF2-40B4-BE49-F238E27FC236}">
                    <a16:creationId xmlns:a16="http://schemas.microsoft.com/office/drawing/2014/main" id="{BB5E6CF3-74A9-5209-CAD3-BD14F67CD547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5" name="pg1019">
                <a:extLst>
                  <a:ext uri="{FF2B5EF4-FFF2-40B4-BE49-F238E27FC236}">
                    <a16:creationId xmlns:a16="http://schemas.microsoft.com/office/drawing/2014/main" id="{0CC323D8-8B51-D05E-7CCE-494215C26538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6" name="pg1020">
                <a:extLst>
                  <a:ext uri="{FF2B5EF4-FFF2-40B4-BE49-F238E27FC236}">
                    <a16:creationId xmlns:a16="http://schemas.microsoft.com/office/drawing/2014/main" id="{FEB8567C-4B6F-1214-AFAB-968509C6B89B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7" name="pg1021">
                <a:extLst>
                  <a:ext uri="{FF2B5EF4-FFF2-40B4-BE49-F238E27FC236}">
                    <a16:creationId xmlns:a16="http://schemas.microsoft.com/office/drawing/2014/main" id="{B55FED9F-259D-D08A-CD48-440D7A8C093D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8" name="pg1022">
                <a:extLst>
                  <a:ext uri="{FF2B5EF4-FFF2-40B4-BE49-F238E27FC236}">
                    <a16:creationId xmlns:a16="http://schemas.microsoft.com/office/drawing/2014/main" id="{242E5F84-7C2E-622E-8CF1-F491B71940A5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9" name="pg1023">
                <a:extLst>
                  <a:ext uri="{FF2B5EF4-FFF2-40B4-BE49-F238E27FC236}">
                    <a16:creationId xmlns:a16="http://schemas.microsoft.com/office/drawing/2014/main" id="{0A9C859D-E4F9-5072-2339-1AC1EBDBBC81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0" name="pg1024">
                <a:extLst>
                  <a:ext uri="{FF2B5EF4-FFF2-40B4-BE49-F238E27FC236}">
                    <a16:creationId xmlns:a16="http://schemas.microsoft.com/office/drawing/2014/main" id="{ECBDEF9E-16A0-435E-5DF8-6C91C34DF99F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1" name="pg1025">
                <a:extLst>
                  <a:ext uri="{FF2B5EF4-FFF2-40B4-BE49-F238E27FC236}">
                    <a16:creationId xmlns:a16="http://schemas.microsoft.com/office/drawing/2014/main" id="{8559E3F8-C495-20D4-9A18-2BB50D38A759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2" name="pg1026">
                <a:extLst>
                  <a:ext uri="{FF2B5EF4-FFF2-40B4-BE49-F238E27FC236}">
                    <a16:creationId xmlns:a16="http://schemas.microsoft.com/office/drawing/2014/main" id="{22AC9A12-FFAF-DF0D-AE92-BE36431522FC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3" name="pg1027">
                <a:extLst>
                  <a:ext uri="{FF2B5EF4-FFF2-40B4-BE49-F238E27FC236}">
                    <a16:creationId xmlns:a16="http://schemas.microsoft.com/office/drawing/2014/main" id="{CC960D61-9965-DB35-1BD3-B3A966140250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4" name="pg1028">
                <a:extLst>
                  <a:ext uri="{FF2B5EF4-FFF2-40B4-BE49-F238E27FC236}">
                    <a16:creationId xmlns:a16="http://schemas.microsoft.com/office/drawing/2014/main" id="{80A9D72C-4543-CEF4-A748-953A739831A0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5" name="pg1029">
                <a:extLst>
                  <a:ext uri="{FF2B5EF4-FFF2-40B4-BE49-F238E27FC236}">
                    <a16:creationId xmlns:a16="http://schemas.microsoft.com/office/drawing/2014/main" id="{EDC97B5E-466B-F28A-5FD8-614B4D908075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6" name="pg1030">
                <a:extLst>
                  <a:ext uri="{FF2B5EF4-FFF2-40B4-BE49-F238E27FC236}">
                    <a16:creationId xmlns:a16="http://schemas.microsoft.com/office/drawing/2014/main" id="{268DB3FE-B9D9-0C03-4062-C4DF08734D50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7" name="pg1031">
                <a:extLst>
                  <a:ext uri="{FF2B5EF4-FFF2-40B4-BE49-F238E27FC236}">
                    <a16:creationId xmlns:a16="http://schemas.microsoft.com/office/drawing/2014/main" id="{4E37A5EA-17C0-2E0C-66BB-BF69142C5991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8" name="pg1032">
                <a:extLst>
                  <a:ext uri="{FF2B5EF4-FFF2-40B4-BE49-F238E27FC236}">
                    <a16:creationId xmlns:a16="http://schemas.microsoft.com/office/drawing/2014/main" id="{8326A2CC-87CC-A1A1-A702-ED05F25C7CE2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9" name="pg1033">
                <a:extLst>
                  <a:ext uri="{FF2B5EF4-FFF2-40B4-BE49-F238E27FC236}">
                    <a16:creationId xmlns:a16="http://schemas.microsoft.com/office/drawing/2014/main" id="{E29BB2BD-3875-FFCB-73DA-1BEF37E4385F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0" name="pg1034">
                <a:extLst>
                  <a:ext uri="{FF2B5EF4-FFF2-40B4-BE49-F238E27FC236}">
                    <a16:creationId xmlns:a16="http://schemas.microsoft.com/office/drawing/2014/main" id="{0B6A2796-6542-AF9C-5695-43816D2CE40B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1" name="pg1035">
                <a:extLst>
                  <a:ext uri="{FF2B5EF4-FFF2-40B4-BE49-F238E27FC236}">
                    <a16:creationId xmlns:a16="http://schemas.microsoft.com/office/drawing/2014/main" id="{3EB20894-7E16-0182-D119-173E755AEBCC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2" name="pg1036">
                <a:extLst>
                  <a:ext uri="{FF2B5EF4-FFF2-40B4-BE49-F238E27FC236}">
                    <a16:creationId xmlns:a16="http://schemas.microsoft.com/office/drawing/2014/main" id="{649A2B75-2F58-3D13-FB24-61458C520EBD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3" name="pg1037">
                <a:extLst>
                  <a:ext uri="{FF2B5EF4-FFF2-40B4-BE49-F238E27FC236}">
                    <a16:creationId xmlns:a16="http://schemas.microsoft.com/office/drawing/2014/main" id="{40DBED6D-2309-0736-919B-EDC53B245644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4" name="pg1038">
                <a:extLst>
                  <a:ext uri="{FF2B5EF4-FFF2-40B4-BE49-F238E27FC236}">
                    <a16:creationId xmlns:a16="http://schemas.microsoft.com/office/drawing/2014/main" id="{52040318-AF24-A488-BEE2-E3D98A7AF63E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5" name="pg1039">
                <a:extLst>
                  <a:ext uri="{FF2B5EF4-FFF2-40B4-BE49-F238E27FC236}">
                    <a16:creationId xmlns:a16="http://schemas.microsoft.com/office/drawing/2014/main" id="{DA4BA86A-01D1-C1D6-B9F0-F66FD52D7F1C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6" name="pg1040">
                <a:extLst>
                  <a:ext uri="{FF2B5EF4-FFF2-40B4-BE49-F238E27FC236}">
                    <a16:creationId xmlns:a16="http://schemas.microsoft.com/office/drawing/2014/main" id="{D44714F7-12DA-29DD-12DA-60ED7DBFDEA7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7" name="pg1041">
                <a:extLst>
                  <a:ext uri="{FF2B5EF4-FFF2-40B4-BE49-F238E27FC236}">
                    <a16:creationId xmlns:a16="http://schemas.microsoft.com/office/drawing/2014/main" id="{7F288432-33F2-C0DC-E7F7-FBB4186CEC10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8" name="pg1042">
                <a:extLst>
                  <a:ext uri="{FF2B5EF4-FFF2-40B4-BE49-F238E27FC236}">
                    <a16:creationId xmlns:a16="http://schemas.microsoft.com/office/drawing/2014/main" id="{FBD45822-1259-C58F-68D2-054564CEF9F0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9" name="pg1043">
                <a:extLst>
                  <a:ext uri="{FF2B5EF4-FFF2-40B4-BE49-F238E27FC236}">
                    <a16:creationId xmlns:a16="http://schemas.microsoft.com/office/drawing/2014/main" id="{6C00B3D5-3B4F-4A91-384F-DE1367A87AC6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0" name="pg1044">
                <a:extLst>
                  <a:ext uri="{FF2B5EF4-FFF2-40B4-BE49-F238E27FC236}">
                    <a16:creationId xmlns:a16="http://schemas.microsoft.com/office/drawing/2014/main" id="{8CEFD21B-FB68-558C-B3DB-605DCF9154AB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1" name="pg1045">
                <a:extLst>
                  <a:ext uri="{FF2B5EF4-FFF2-40B4-BE49-F238E27FC236}">
                    <a16:creationId xmlns:a16="http://schemas.microsoft.com/office/drawing/2014/main" id="{A0607AAC-51F1-94F7-1E0C-ACC86EB8E1AC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2" name="pg1046">
                <a:extLst>
                  <a:ext uri="{FF2B5EF4-FFF2-40B4-BE49-F238E27FC236}">
                    <a16:creationId xmlns:a16="http://schemas.microsoft.com/office/drawing/2014/main" id="{D22E9D2C-4E4E-4AC5-9B4A-76FDEADB97C8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3" name="pg1047">
                <a:extLst>
                  <a:ext uri="{FF2B5EF4-FFF2-40B4-BE49-F238E27FC236}">
                    <a16:creationId xmlns:a16="http://schemas.microsoft.com/office/drawing/2014/main" id="{F9CB094D-AF75-5B8A-D772-51B92F94DE36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4" name="pg1048">
                <a:extLst>
                  <a:ext uri="{FF2B5EF4-FFF2-40B4-BE49-F238E27FC236}">
                    <a16:creationId xmlns:a16="http://schemas.microsoft.com/office/drawing/2014/main" id="{F0B1D3C3-90BF-AAE8-F5A3-EFCC53403C1A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5" name="pg1049">
                <a:extLst>
                  <a:ext uri="{FF2B5EF4-FFF2-40B4-BE49-F238E27FC236}">
                    <a16:creationId xmlns:a16="http://schemas.microsoft.com/office/drawing/2014/main" id="{6D826428-0223-F772-3476-971404C51CA2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6" name="pg1050">
                <a:extLst>
                  <a:ext uri="{FF2B5EF4-FFF2-40B4-BE49-F238E27FC236}">
                    <a16:creationId xmlns:a16="http://schemas.microsoft.com/office/drawing/2014/main" id="{E9FE11C2-FF65-16B3-C435-AC63B61011DD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7" name="pg1051">
                <a:extLst>
                  <a:ext uri="{FF2B5EF4-FFF2-40B4-BE49-F238E27FC236}">
                    <a16:creationId xmlns:a16="http://schemas.microsoft.com/office/drawing/2014/main" id="{0A32150F-BC98-36CE-37BD-720CE60DA8FB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8" name="pg1052">
                <a:extLst>
                  <a:ext uri="{FF2B5EF4-FFF2-40B4-BE49-F238E27FC236}">
                    <a16:creationId xmlns:a16="http://schemas.microsoft.com/office/drawing/2014/main" id="{5666C5DD-D3C3-A047-475B-0E5F8A424DC2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9" name="pg1053">
                <a:extLst>
                  <a:ext uri="{FF2B5EF4-FFF2-40B4-BE49-F238E27FC236}">
                    <a16:creationId xmlns:a16="http://schemas.microsoft.com/office/drawing/2014/main" id="{F24463FF-F034-8599-3CDC-B367A5A66793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0" name="pg1054">
                <a:extLst>
                  <a:ext uri="{FF2B5EF4-FFF2-40B4-BE49-F238E27FC236}">
                    <a16:creationId xmlns:a16="http://schemas.microsoft.com/office/drawing/2014/main" id="{D9B55CCE-5CA0-D787-65B9-96D6DD2532F4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1" name="pg1055">
                <a:extLst>
                  <a:ext uri="{FF2B5EF4-FFF2-40B4-BE49-F238E27FC236}">
                    <a16:creationId xmlns:a16="http://schemas.microsoft.com/office/drawing/2014/main" id="{E4F6C2C1-6158-4373-3399-AB8BD413896C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2" name="pg1056">
                <a:extLst>
                  <a:ext uri="{FF2B5EF4-FFF2-40B4-BE49-F238E27FC236}">
                    <a16:creationId xmlns:a16="http://schemas.microsoft.com/office/drawing/2014/main" id="{1753C48A-3E6E-2A45-F4EA-5D2C5EE304D5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3" name="pg1057">
                <a:extLst>
                  <a:ext uri="{FF2B5EF4-FFF2-40B4-BE49-F238E27FC236}">
                    <a16:creationId xmlns:a16="http://schemas.microsoft.com/office/drawing/2014/main" id="{294A388A-3745-4130-02D5-B17370A188CC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4" name="pg1058">
                <a:extLst>
                  <a:ext uri="{FF2B5EF4-FFF2-40B4-BE49-F238E27FC236}">
                    <a16:creationId xmlns:a16="http://schemas.microsoft.com/office/drawing/2014/main" id="{39063F9F-90D1-C5A6-0FE3-B36BC01D9FF3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5" name="pg1059">
                <a:extLst>
                  <a:ext uri="{FF2B5EF4-FFF2-40B4-BE49-F238E27FC236}">
                    <a16:creationId xmlns:a16="http://schemas.microsoft.com/office/drawing/2014/main" id="{D0DCC6F0-147C-49D2-DE5E-13363EF93A09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6" name="pg1060">
                <a:extLst>
                  <a:ext uri="{FF2B5EF4-FFF2-40B4-BE49-F238E27FC236}">
                    <a16:creationId xmlns:a16="http://schemas.microsoft.com/office/drawing/2014/main" id="{E34A0C8B-A74E-DEC5-7BAA-B2377ACC8136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7" name="pg1061">
                <a:extLst>
                  <a:ext uri="{FF2B5EF4-FFF2-40B4-BE49-F238E27FC236}">
                    <a16:creationId xmlns:a16="http://schemas.microsoft.com/office/drawing/2014/main" id="{0302D7CC-B695-D215-FE5A-CC68C8BD29C6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8" name="pg1062">
                <a:extLst>
                  <a:ext uri="{FF2B5EF4-FFF2-40B4-BE49-F238E27FC236}">
                    <a16:creationId xmlns:a16="http://schemas.microsoft.com/office/drawing/2014/main" id="{B6DBDD6A-FD30-0ADC-1DD6-66309EC78EA9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9" name="pg1063">
                <a:extLst>
                  <a:ext uri="{FF2B5EF4-FFF2-40B4-BE49-F238E27FC236}">
                    <a16:creationId xmlns:a16="http://schemas.microsoft.com/office/drawing/2014/main" id="{4C975CA1-39AF-2F96-A5DA-4AF1A835D016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0" name="pg1064">
                <a:extLst>
                  <a:ext uri="{FF2B5EF4-FFF2-40B4-BE49-F238E27FC236}">
                    <a16:creationId xmlns:a16="http://schemas.microsoft.com/office/drawing/2014/main" id="{12DA4D99-A836-E495-363B-0FA19695F74B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1" name="pg1065">
                <a:extLst>
                  <a:ext uri="{FF2B5EF4-FFF2-40B4-BE49-F238E27FC236}">
                    <a16:creationId xmlns:a16="http://schemas.microsoft.com/office/drawing/2014/main" id="{8EA79A79-2949-0040-2E2E-56B1053418BB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2" name="pg1066">
                <a:extLst>
                  <a:ext uri="{FF2B5EF4-FFF2-40B4-BE49-F238E27FC236}">
                    <a16:creationId xmlns:a16="http://schemas.microsoft.com/office/drawing/2014/main" id="{E9795D5A-06F9-68AA-7286-D06A9E6F14E1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3" name="pg1067">
                <a:extLst>
                  <a:ext uri="{FF2B5EF4-FFF2-40B4-BE49-F238E27FC236}">
                    <a16:creationId xmlns:a16="http://schemas.microsoft.com/office/drawing/2014/main" id="{C2E3284E-96A5-D9E8-D5F0-B0008B45894B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4" name="pg1068">
                <a:extLst>
                  <a:ext uri="{FF2B5EF4-FFF2-40B4-BE49-F238E27FC236}">
                    <a16:creationId xmlns:a16="http://schemas.microsoft.com/office/drawing/2014/main" id="{ADBEB9D4-5EBC-6B3F-4731-DDD2561802F0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5" name="pg1069">
                <a:extLst>
                  <a:ext uri="{FF2B5EF4-FFF2-40B4-BE49-F238E27FC236}">
                    <a16:creationId xmlns:a16="http://schemas.microsoft.com/office/drawing/2014/main" id="{D7B82155-F9CC-0353-298B-78EC01BA9A4D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6" name="pg1070">
                <a:extLst>
                  <a:ext uri="{FF2B5EF4-FFF2-40B4-BE49-F238E27FC236}">
                    <a16:creationId xmlns:a16="http://schemas.microsoft.com/office/drawing/2014/main" id="{6764482E-931B-652E-A2AB-4FC68676EBD3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7" name="pg1071">
                <a:extLst>
                  <a:ext uri="{FF2B5EF4-FFF2-40B4-BE49-F238E27FC236}">
                    <a16:creationId xmlns:a16="http://schemas.microsoft.com/office/drawing/2014/main" id="{13773120-2EA1-9CE6-2758-D2ACEF54162D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8" name="pg1072">
                <a:extLst>
                  <a:ext uri="{FF2B5EF4-FFF2-40B4-BE49-F238E27FC236}">
                    <a16:creationId xmlns:a16="http://schemas.microsoft.com/office/drawing/2014/main" id="{0BBE5319-57D9-FD7E-676A-CF72B6D99F32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9" name="pg1073">
                <a:extLst>
                  <a:ext uri="{FF2B5EF4-FFF2-40B4-BE49-F238E27FC236}">
                    <a16:creationId xmlns:a16="http://schemas.microsoft.com/office/drawing/2014/main" id="{D16C4937-8332-DA88-8422-5AEE76369FDC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0" name="pg1074">
                <a:extLst>
                  <a:ext uri="{FF2B5EF4-FFF2-40B4-BE49-F238E27FC236}">
                    <a16:creationId xmlns:a16="http://schemas.microsoft.com/office/drawing/2014/main" id="{31D7C716-9E79-26C2-D1EF-844704ACA787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1" name="pg1075">
                <a:extLst>
                  <a:ext uri="{FF2B5EF4-FFF2-40B4-BE49-F238E27FC236}">
                    <a16:creationId xmlns:a16="http://schemas.microsoft.com/office/drawing/2014/main" id="{DDD56727-107F-6C4E-F8FB-86494F839B05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2" name="pg1076">
                <a:extLst>
                  <a:ext uri="{FF2B5EF4-FFF2-40B4-BE49-F238E27FC236}">
                    <a16:creationId xmlns:a16="http://schemas.microsoft.com/office/drawing/2014/main" id="{6CD48CCC-979B-EAEE-610F-799471A03401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3" name="pg1077">
                <a:extLst>
                  <a:ext uri="{FF2B5EF4-FFF2-40B4-BE49-F238E27FC236}">
                    <a16:creationId xmlns:a16="http://schemas.microsoft.com/office/drawing/2014/main" id="{439932FE-C7F2-9EE5-0A41-0869609DE864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4" name="pg1078">
                <a:extLst>
                  <a:ext uri="{FF2B5EF4-FFF2-40B4-BE49-F238E27FC236}">
                    <a16:creationId xmlns:a16="http://schemas.microsoft.com/office/drawing/2014/main" id="{9FC1743B-CF39-575C-6783-92799B3DF9A5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5" name="pg1079">
                <a:extLst>
                  <a:ext uri="{FF2B5EF4-FFF2-40B4-BE49-F238E27FC236}">
                    <a16:creationId xmlns:a16="http://schemas.microsoft.com/office/drawing/2014/main" id="{EA65B5CA-6516-D9D9-5AAA-A6417877A557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6" name="pg1080">
                <a:extLst>
                  <a:ext uri="{FF2B5EF4-FFF2-40B4-BE49-F238E27FC236}">
                    <a16:creationId xmlns:a16="http://schemas.microsoft.com/office/drawing/2014/main" id="{D0858337-1499-3738-AA8A-2E1192EE1DEC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7" name="pg1081">
                <a:extLst>
                  <a:ext uri="{FF2B5EF4-FFF2-40B4-BE49-F238E27FC236}">
                    <a16:creationId xmlns:a16="http://schemas.microsoft.com/office/drawing/2014/main" id="{2EB7447B-6FBD-DD5B-F1C6-D476D4FB398C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8" name="pg1082">
                <a:extLst>
                  <a:ext uri="{FF2B5EF4-FFF2-40B4-BE49-F238E27FC236}">
                    <a16:creationId xmlns:a16="http://schemas.microsoft.com/office/drawing/2014/main" id="{A2A6B586-ACA2-CCB5-CCA5-06C8110CCE75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9" name="pg1083">
                <a:extLst>
                  <a:ext uri="{FF2B5EF4-FFF2-40B4-BE49-F238E27FC236}">
                    <a16:creationId xmlns:a16="http://schemas.microsoft.com/office/drawing/2014/main" id="{8B4552B1-C8B8-B75E-46AD-86DD6FE187AA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0" name="pg1084">
                <a:extLst>
                  <a:ext uri="{FF2B5EF4-FFF2-40B4-BE49-F238E27FC236}">
                    <a16:creationId xmlns:a16="http://schemas.microsoft.com/office/drawing/2014/main" id="{0E3F8E7E-DC51-B36B-F6B3-5DB69AB82F3B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1" name="pg1085">
                <a:extLst>
                  <a:ext uri="{FF2B5EF4-FFF2-40B4-BE49-F238E27FC236}">
                    <a16:creationId xmlns:a16="http://schemas.microsoft.com/office/drawing/2014/main" id="{FE658E84-5645-5F0D-0D5C-D0D9C4A1D04F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2" name="pg1086">
                <a:extLst>
                  <a:ext uri="{FF2B5EF4-FFF2-40B4-BE49-F238E27FC236}">
                    <a16:creationId xmlns:a16="http://schemas.microsoft.com/office/drawing/2014/main" id="{111D2721-42EB-256A-8EA6-4C6CDDDC8A6A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3" name="pg1087">
                <a:extLst>
                  <a:ext uri="{FF2B5EF4-FFF2-40B4-BE49-F238E27FC236}">
                    <a16:creationId xmlns:a16="http://schemas.microsoft.com/office/drawing/2014/main" id="{3AF0F6EE-B038-A2F7-4E03-8ABA68877AFD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4" name="pg1088">
                <a:extLst>
                  <a:ext uri="{FF2B5EF4-FFF2-40B4-BE49-F238E27FC236}">
                    <a16:creationId xmlns:a16="http://schemas.microsoft.com/office/drawing/2014/main" id="{DF21A856-0AAB-28FD-12C9-7ACCF7376330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5" name="pg1089">
                <a:extLst>
                  <a:ext uri="{FF2B5EF4-FFF2-40B4-BE49-F238E27FC236}">
                    <a16:creationId xmlns:a16="http://schemas.microsoft.com/office/drawing/2014/main" id="{87D6291E-B94B-E1AF-E66B-B492E38963FB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6" name="pg1090">
                <a:extLst>
                  <a:ext uri="{FF2B5EF4-FFF2-40B4-BE49-F238E27FC236}">
                    <a16:creationId xmlns:a16="http://schemas.microsoft.com/office/drawing/2014/main" id="{7C3B3826-8C0A-515F-B1C7-5ADCC490E758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7" name="pg1091">
                <a:extLst>
                  <a:ext uri="{FF2B5EF4-FFF2-40B4-BE49-F238E27FC236}">
                    <a16:creationId xmlns:a16="http://schemas.microsoft.com/office/drawing/2014/main" id="{76C079A5-A52E-A81A-D77A-9F720A0CC95A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8" name="pg1092">
                <a:extLst>
                  <a:ext uri="{FF2B5EF4-FFF2-40B4-BE49-F238E27FC236}">
                    <a16:creationId xmlns:a16="http://schemas.microsoft.com/office/drawing/2014/main" id="{E62EC657-EAC6-F37A-4563-CCC2167C26E1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9" name="pg1093">
                <a:extLst>
                  <a:ext uri="{FF2B5EF4-FFF2-40B4-BE49-F238E27FC236}">
                    <a16:creationId xmlns:a16="http://schemas.microsoft.com/office/drawing/2014/main" id="{03375139-E9D8-303F-1A59-7A0847C75C1C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0" name="pg1094">
                <a:extLst>
                  <a:ext uri="{FF2B5EF4-FFF2-40B4-BE49-F238E27FC236}">
                    <a16:creationId xmlns:a16="http://schemas.microsoft.com/office/drawing/2014/main" id="{7E0E8970-162D-D4D5-05D8-0F66299AB645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1" name="pg1095">
                <a:extLst>
                  <a:ext uri="{FF2B5EF4-FFF2-40B4-BE49-F238E27FC236}">
                    <a16:creationId xmlns:a16="http://schemas.microsoft.com/office/drawing/2014/main" id="{7A077CD4-352F-54E3-0AE8-9E5D832DC016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2" name="pg1096">
                <a:extLst>
                  <a:ext uri="{FF2B5EF4-FFF2-40B4-BE49-F238E27FC236}">
                    <a16:creationId xmlns:a16="http://schemas.microsoft.com/office/drawing/2014/main" id="{FB4EADE4-E4E9-E4F4-C985-C21EAAB265C7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3" name="pg1097">
                <a:extLst>
                  <a:ext uri="{FF2B5EF4-FFF2-40B4-BE49-F238E27FC236}">
                    <a16:creationId xmlns:a16="http://schemas.microsoft.com/office/drawing/2014/main" id="{4B974CB1-DDA9-0891-6BB6-BEDD3F08CA32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4" name="pg1098">
                <a:extLst>
                  <a:ext uri="{FF2B5EF4-FFF2-40B4-BE49-F238E27FC236}">
                    <a16:creationId xmlns:a16="http://schemas.microsoft.com/office/drawing/2014/main" id="{93A0B9CC-1C9D-8A4B-49DF-5ADCB55E2FD1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5" name="pg1099">
                <a:extLst>
                  <a:ext uri="{FF2B5EF4-FFF2-40B4-BE49-F238E27FC236}">
                    <a16:creationId xmlns:a16="http://schemas.microsoft.com/office/drawing/2014/main" id="{15F6B5DB-C545-7999-8D1B-4FC758B735C2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6" name="pg1100">
                <a:extLst>
                  <a:ext uri="{FF2B5EF4-FFF2-40B4-BE49-F238E27FC236}">
                    <a16:creationId xmlns:a16="http://schemas.microsoft.com/office/drawing/2014/main" id="{9B0A1BFE-640C-8209-FDE0-2E70CF1211DB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7" name="pg1101">
                <a:extLst>
                  <a:ext uri="{FF2B5EF4-FFF2-40B4-BE49-F238E27FC236}">
                    <a16:creationId xmlns:a16="http://schemas.microsoft.com/office/drawing/2014/main" id="{FB229B65-5ADB-757E-B138-5FC6487E7E0A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8" name="pg1102">
                <a:extLst>
                  <a:ext uri="{FF2B5EF4-FFF2-40B4-BE49-F238E27FC236}">
                    <a16:creationId xmlns:a16="http://schemas.microsoft.com/office/drawing/2014/main" id="{165C8383-57DD-1679-274F-FD3AEFF50F5C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9" name="pg1103">
                <a:extLst>
                  <a:ext uri="{FF2B5EF4-FFF2-40B4-BE49-F238E27FC236}">
                    <a16:creationId xmlns:a16="http://schemas.microsoft.com/office/drawing/2014/main" id="{9526E654-C880-8DCD-CCAD-D6A5073A2E57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0" name="pg1104">
                <a:extLst>
                  <a:ext uri="{FF2B5EF4-FFF2-40B4-BE49-F238E27FC236}">
                    <a16:creationId xmlns:a16="http://schemas.microsoft.com/office/drawing/2014/main" id="{35E658E8-52FC-CAD1-B73D-6DD5673E8ABD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1" name="pg1105">
                <a:extLst>
                  <a:ext uri="{FF2B5EF4-FFF2-40B4-BE49-F238E27FC236}">
                    <a16:creationId xmlns:a16="http://schemas.microsoft.com/office/drawing/2014/main" id="{362A8D08-C649-6078-A548-749BC00C30A3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2" name="pg1106">
                <a:extLst>
                  <a:ext uri="{FF2B5EF4-FFF2-40B4-BE49-F238E27FC236}">
                    <a16:creationId xmlns:a16="http://schemas.microsoft.com/office/drawing/2014/main" id="{C570D3F5-F2B9-B888-7957-28D1494A877D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3" name="pg1107">
                <a:extLst>
                  <a:ext uri="{FF2B5EF4-FFF2-40B4-BE49-F238E27FC236}">
                    <a16:creationId xmlns:a16="http://schemas.microsoft.com/office/drawing/2014/main" id="{90F9D4C1-3C23-7A36-397A-258691A13258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4" name="pg1108">
                <a:extLst>
                  <a:ext uri="{FF2B5EF4-FFF2-40B4-BE49-F238E27FC236}">
                    <a16:creationId xmlns:a16="http://schemas.microsoft.com/office/drawing/2014/main" id="{55C27403-396C-E5B4-2F87-CBB4ED5157EE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5" name="pg1109">
                <a:extLst>
                  <a:ext uri="{FF2B5EF4-FFF2-40B4-BE49-F238E27FC236}">
                    <a16:creationId xmlns:a16="http://schemas.microsoft.com/office/drawing/2014/main" id="{E1DF7F7A-0550-BA75-CC61-02BC924C36CE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6" name="pg1110">
                <a:extLst>
                  <a:ext uri="{FF2B5EF4-FFF2-40B4-BE49-F238E27FC236}">
                    <a16:creationId xmlns:a16="http://schemas.microsoft.com/office/drawing/2014/main" id="{7AD0BDDF-2A4B-1A67-1634-F030AA1EF8F8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7" name="pg1111">
                <a:extLst>
                  <a:ext uri="{FF2B5EF4-FFF2-40B4-BE49-F238E27FC236}">
                    <a16:creationId xmlns:a16="http://schemas.microsoft.com/office/drawing/2014/main" id="{60439B03-D42A-0F6B-148F-E07EB3AA9CFB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8" name="pg1112">
                <a:extLst>
                  <a:ext uri="{FF2B5EF4-FFF2-40B4-BE49-F238E27FC236}">
                    <a16:creationId xmlns:a16="http://schemas.microsoft.com/office/drawing/2014/main" id="{942794E5-32B0-951C-6FAD-609FE254AF31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9" name="pg1113">
                <a:extLst>
                  <a:ext uri="{FF2B5EF4-FFF2-40B4-BE49-F238E27FC236}">
                    <a16:creationId xmlns:a16="http://schemas.microsoft.com/office/drawing/2014/main" id="{F9ABBB63-7E48-F21B-E7F9-738F4705AED6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0" name="pg1114">
                <a:extLst>
                  <a:ext uri="{FF2B5EF4-FFF2-40B4-BE49-F238E27FC236}">
                    <a16:creationId xmlns:a16="http://schemas.microsoft.com/office/drawing/2014/main" id="{35A10F40-9AC0-77CC-1732-CB3119DEE259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1" name="pg1115">
                <a:extLst>
                  <a:ext uri="{FF2B5EF4-FFF2-40B4-BE49-F238E27FC236}">
                    <a16:creationId xmlns:a16="http://schemas.microsoft.com/office/drawing/2014/main" id="{EB3A1005-3258-3C44-8A9D-9588E6860360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2" name="pg1116">
                <a:extLst>
                  <a:ext uri="{FF2B5EF4-FFF2-40B4-BE49-F238E27FC236}">
                    <a16:creationId xmlns:a16="http://schemas.microsoft.com/office/drawing/2014/main" id="{6DDEA220-8AEA-BB01-9B23-0ABA56D0BDDA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3" name="pg1117">
                <a:extLst>
                  <a:ext uri="{FF2B5EF4-FFF2-40B4-BE49-F238E27FC236}">
                    <a16:creationId xmlns:a16="http://schemas.microsoft.com/office/drawing/2014/main" id="{901049AD-4036-7395-A15E-2A155C20423C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4" name="pg1118">
                <a:extLst>
                  <a:ext uri="{FF2B5EF4-FFF2-40B4-BE49-F238E27FC236}">
                    <a16:creationId xmlns:a16="http://schemas.microsoft.com/office/drawing/2014/main" id="{CFC1F819-528E-BD0E-4209-3147C4EA409A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5" name="pg1119">
                <a:extLst>
                  <a:ext uri="{FF2B5EF4-FFF2-40B4-BE49-F238E27FC236}">
                    <a16:creationId xmlns:a16="http://schemas.microsoft.com/office/drawing/2014/main" id="{68CB9609-63D7-2D1B-7436-54EA691F7CC8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6" name="pg1120">
                <a:extLst>
                  <a:ext uri="{FF2B5EF4-FFF2-40B4-BE49-F238E27FC236}">
                    <a16:creationId xmlns:a16="http://schemas.microsoft.com/office/drawing/2014/main" id="{81408905-C2D2-2597-A56A-32BA49E92456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7" name="pg1121">
                <a:extLst>
                  <a:ext uri="{FF2B5EF4-FFF2-40B4-BE49-F238E27FC236}">
                    <a16:creationId xmlns:a16="http://schemas.microsoft.com/office/drawing/2014/main" id="{87104E6E-1E3B-A56F-6737-2AFADBCC69C5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8" name="pg1122">
                <a:extLst>
                  <a:ext uri="{FF2B5EF4-FFF2-40B4-BE49-F238E27FC236}">
                    <a16:creationId xmlns:a16="http://schemas.microsoft.com/office/drawing/2014/main" id="{49EE9F63-64BA-79C0-B1F2-748F885EDC41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9" name="pg1123">
                <a:extLst>
                  <a:ext uri="{FF2B5EF4-FFF2-40B4-BE49-F238E27FC236}">
                    <a16:creationId xmlns:a16="http://schemas.microsoft.com/office/drawing/2014/main" id="{880D0A3F-FAFD-9ECD-69D7-3650A5A3C8A5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0" name="pg1124">
                <a:extLst>
                  <a:ext uri="{FF2B5EF4-FFF2-40B4-BE49-F238E27FC236}">
                    <a16:creationId xmlns:a16="http://schemas.microsoft.com/office/drawing/2014/main" id="{67848A91-F1AA-C411-9FA3-B12401A9D5EF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1" name="pg1125">
                <a:extLst>
                  <a:ext uri="{FF2B5EF4-FFF2-40B4-BE49-F238E27FC236}">
                    <a16:creationId xmlns:a16="http://schemas.microsoft.com/office/drawing/2014/main" id="{9E7C3832-7A33-0D17-CFF6-C55B3433D1E6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2" name="pg1126">
                <a:extLst>
                  <a:ext uri="{FF2B5EF4-FFF2-40B4-BE49-F238E27FC236}">
                    <a16:creationId xmlns:a16="http://schemas.microsoft.com/office/drawing/2014/main" id="{DAD30D06-5AE4-FD1C-5A87-1F6741D5B8C2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3" name="pg1127">
                <a:extLst>
                  <a:ext uri="{FF2B5EF4-FFF2-40B4-BE49-F238E27FC236}">
                    <a16:creationId xmlns:a16="http://schemas.microsoft.com/office/drawing/2014/main" id="{BDFEA443-48E1-6EC7-7A22-C0E3D5D8A37E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4" name="pg1128">
                <a:extLst>
                  <a:ext uri="{FF2B5EF4-FFF2-40B4-BE49-F238E27FC236}">
                    <a16:creationId xmlns:a16="http://schemas.microsoft.com/office/drawing/2014/main" id="{6414D463-5038-47C9-D14A-6D3C64452CD1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5" name="pg1129">
                <a:extLst>
                  <a:ext uri="{FF2B5EF4-FFF2-40B4-BE49-F238E27FC236}">
                    <a16:creationId xmlns:a16="http://schemas.microsoft.com/office/drawing/2014/main" id="{1CC652EE-FCF9-6490-E028-B5D9A004C6E8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6" name="pg1130">
                <a:extLst>
                  <a:ext uri="{FF2B5EF4-FFF2-40B4-BE49-F238E27FC236}">
                    <a16:creationId xmlns:a16="http://schemas.microsoft.com/office/drawing/2014/main" id="{0661FEED-289E-2D79-B20D-4FD5C7A3809C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7" name="pg1131">
                <a:extLst>
                  <a:ext uri="{FF2B5EF4-FFF2-40B4-BE49-F238E27FC236}">
                    <a16:creationId xmlns:a16="http://schemas.microsoft.com/office/drawing/2014/main" id="{4CBF0ADA-BA30-9A0E-8A47-390C4B5AEDB3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8" name="pg1132">
                <a:extLst>
                  <a:ext uri="{FF2B5EF4-FFF2-40B4-BE49-F238E27FC236}">
                    <a16:creationId xmlns:a16="http://schemas.microsoft.com/office/drawing/2014/main" id="{5A57A718-E58A-0305-13B2-15895BEFBEF8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9" name="pg1133">
                <a:extLst>
                  <a:ext uri="{FF2B5EF4-FFF2-40B4-BE49-F238E27FC236}">
                    <a16:creationId xmlns:a16="http://schemas.microsoft.com/office/drawing/2014/main" id="{0112A542-71F7-133E-85D1-0380095838DD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0" name="pg1134">
                <a:extLst>
                  <a:ext uri="{FF2B5EF4-FFF2-40B4-BE49-F238E27FC236}">
                    <a16:creationId xmlns:a16="http://schemas.microsoft.com/office/drawing/2014/main" id="{7AA91B7D-228A-1698-6CBB-D0B61D66FF6F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1" name="pg1135">
                <a:extLst>
                  <a:ext uri="{FF2B5EF4-FFF2-40B4-BE49-F238E27FC236}">
                    <a16:creationId xmlns:a16="http://schemas.microsoft.com/office/drawing/2014/main" id="{4FC3A3CE-4BF0-D0CA-316D-5CF99BE53583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2" name="pg1136">
                <a:extLst>
                  <a:ext uri="{FF2B5EF4-FFF2-40B4-BE49-F238E27FC236}">
                    <a16:creationId xmlns:a16="http://schemas.microsoft.com/office/drawing/2014/main" id="{A840DC4F-5EC8-E3B4-6752-7C88FD2022C3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3" name="pg1137">
                <a:extLst>
                  <a:ext uri="{FF2B5EF4-FFF2-40B4-BE49-F238E27FC236}">
                    <a16:creationId xmlns:a16="http://schemas.microsoft.com/office/drawing/2014/main" id="{7F149867-80CB-78E6-2BA7-D79D08ABDD41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4" name="pg1138">
                <a:extLst>
                  <a:ext uri="{FF2B5EF4-FFF2-40B4-BE49-F238E27FC236}">
                    <a16:creationId xmlns:a16="http://schemas.microsoft.com/office/drawing/2014/main" id="{51BCA1B1-9719-DF05-079B-AB9221E6B471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5" name="pg1139">
                <a:extLst>
                  <a:ext uri="{FF2B5EF4-FFF2-40B4-BE49-F238E27FC236}">
                    <a16:creationId xmlns:a16="http://schemas.microsoft.com/office/drawing/2014/main" id="{CFB3ECF7-A12D-8458-C9D2-E877A8B3EA0B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6" name="pg1140">
                <a:extLst>
                  <a:ext uri="{FF2B5EF4-FFF2-40B4-BE49-F238E27FC236}">
                    <a16:creationId xmlns:a16="http://schemas.microsoft.com/office/drawing/2014/main" id="{E979BA0A-BC1D-1C20-467C-2179957F8946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7" name="pg1141">
                <a:extLst>
                  <a:ext uri="{FF2B5EF4-FFF2-40B4-BE49-F238E27FC236}">
                    <a16:creationId xmlns:a16="http://schemas.microsoft.com/office/drawing/2014/main" id="{3E21BDC9-1DE6-43BE-B60D-B3EABFA6211A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8" name="pg1142">
                <a:extLst>
                  <a:ext uri="{FF2B5EF4-FFF2-40B4-BE49-F238E27FC236}">
                    <a16:creationId xmlns:a16="http://schemas.microsoft.com/office/drawing/2014/main" id="{0B5DD74F-83D3-314E-C1D6-45696112BA22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9" name="pg1143">
                <a:extLst>
                  <a:ext uri="{FF2B5EF4-FFF2-40B4-BE49-F238E27FC236}">
                    <a16:creationId xmlns:a16="http://schemas.microsoft.com/office/drawing/2014/main" id="{FC696F20-4133-9B3B-6346-AF6646AA0F10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0" name="pg1144">
                <a:extLst>
                  <a:ext uri="{FF2B5EF4-FFF2-40B4-BE49-F238E27FC236}">
                    <a16:creationId xmlns:a16="http://schemas.microsoft.com/office/drawing/2014/main" id="{8635A272-114D-ACEA-9CEB-905F91427BF1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1" name="pg1145">
                <a:extLst>
                  <a:ext uri="{FF2B5EF4-FFF2-40B4-BE49-F238E27FC236}">
                    <a16:creationId xmlns:a16="http://schemas.microsoft.com/office/drawing/2014/main" id="{D1A95D60-BAE5-FDED-B52A-F2644CDB3BF4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2" name="pg1146">
                <a:extLst>
                  <a:ext uri="{FF2B5EF4-FFF2-40B4-BE49-F238E27FC236}">
                    <a16:creationId xmlns:a16="http://schemas.microsoft.com/office/drawing/2014/main" id="{95C5455B-F7B8-BC32-EE8D-6C366FC76F06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3" name="pg1147">
                <a:extLst>
                  <a:ext uri="{FF2B5EF4-FFF2-40B4-BE49-F238E27FC236}">
                    <a16:creationId xmlns:a16="http://schemas.microsoft.com/office/drawing/2014/main" id="{790929F9-42AD-9B24-B129-2ABA87AED5B6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4" name="pg1148">
                <a:extLst>
                  <a:ext uri="{FF2B5EF4-FFF2-40B4-BE49-F238E27FC236}">
                    <a16:creationId xmlns:a16="http://schemas.microsoft.com/office/drawing/2014/main" id="{FFBA43AE-CA39-8B9B-7879-AF5557A95B47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5" name="pg1149">
                <a:extLst>
                  <a:ext uri="{FF2B5EF4-FFF2-40B4-BE49-F238E27FC236}">
                    <a16:creationId xmlns:a16="http://schemas.microsoft.com/office/drawing/2014/main" id="{C72F6FC9-25EA-015A-B1AA-364DBE431DB6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6" name="pg1150">
                <a:extLst>
                  <a:ext uri="{FF2B5EF4-FFF2-40B4-BE49-F238E27FC236}">
                    <a16:creationId xmlns:a16="http://schemas.microsoft.com/office/drawing/2014/main" id="{73DA124F-DA5B-3CE3-10D8-2F763BC38BB1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7" name="pg1151">
                <a:extLst>
                  <a:ext uri="{FF2B5EF4-FFF2-40B4-BE49-F238E27FC236}">
                    <a16:creationId xmlns:a16="http://schemas.microsoft.com/office/drawing/2014/main" id="{99C5BBC2-DAA3-17F9-1709-72CA7AEE5E24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8" name="pg1152">
                <a:extLst>
                  <a:ext uri="{FF2B5EF4-FFF2-40B4-BE49-F238E27FC236}">
                    <a16:creationId xmlns:a16="http://schemas.microsoft.com/office/drawing/2014/main" id="{13258FDC-2F18-6C28-44E4-F55DB5947940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9" name="pg1153">
                <a:extLst>
                  <a:ext uri="{FF2B5EF4-FFF2-40B4-BE49-F238E27FC236}">
                    <a16:creationId xmlns:a16="http://schemas.microsoft.com/office/drawing/2014/main" id="{7B50E0DF-F9BA-ECD2-1BA9-51F7197A3874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0" name="pg1154">
                <a:extLst>
                  <a:ext uri="{FF2B5EF4-FFF2-40B4-BE49-F238E27FC236}">
                    <a16:creationId xmlns:a16="http://schemas.microsoft.com/office/drawing/2014/main" id="{C28DCBC3-F7F6-C47C-2039-8994E0B19DF0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1" name="pg1155">
                <a:extLst>
                  <a:ext uri="{FF2B5EF4-FFF2-40B4-BE49-F238E27FC236}">
                    <a16:creationId xmlns:a16="http://schemas.microsoft.com/office/drawing/2014/main" id="{7DFC9B08-FCD2-6A34-D013-BA6D00741AE5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2" name="pg1156">
                <a:extLst>
                  <a:ext uri="{FF2B5EF4-FFF2-40B4-BE49-F238E27FC236}">
                    <a16:creationId xmlns:a16="http://schemas.microsoft.com/office/drawing/2014/main" id="{68D14DDF-60F0-3628-2D81-2CF9B3624172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3" name="pg1157">
                <a:extLst>
                  <a:ext uri="{FF2B5EF4-FFF2-40B4-BE49-F238E27FC236}">
                    <a16:creationId xmlns:a16="http://schemas.microsoft.com/office/drawing/2014/main" id="{70C590C5-E0AD-910B-C933-4FF2A4BE58BF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4" name="pg1158">
                <a:extLst>
                  <a:ext uri="{FF2B5EF4-FFF2-40B4-BE49-F238E27FC236}">
                    <a16:creationId xmlns:a16="http://schemas.microsoft.com/office/drawing/2014/main" id="{D31E015E-2321-7FFF-2572-02D60C0B5A45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5" name="pg1159">
                <a:extLst>
                  <a:ext uri="{FF2B5EF4-FFF2-40B4-BE49-F238E27FC236}">
                    <a16:creationId xmlns:a16="http://schemas.microsoft.com/office/drawing/2014/main" id="{F40D5EDD-1988-A889-127F-DEB6A6DDC49A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6" name="pg1160">
                <a:extLst>
                  <a:ext uri="{FF2B5EF4-FFF2-40B4-BE49-F238E27FC236}">
                    <a16:creationId xmlns:a16="http://schemas.microsoft.com/office/drawing/2014/main" id="{2EEAA6EA-497A-DA12-C345-91EACCFA18A2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7" name="pg1161">
                <a:extLst>
                  <a:ext uri="{FF2B5EF4-FFF2-40B4-BE49-F238E27FC236}">
                    <a16:creationId xmlns:a16="http://schemas.microsoft.com/office/drawing/2014/main" id="{81E0F90F-B862-0D58-51A9-69E4A6D519AC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8" name="pg1162">
                <a:extLst>
                  <a:ext uri="{FF2B5EF4-FFF2-40B4-BE49-F238E27FC236}">
                    <a16:creationId xmlns:a16="http://schemas.microsoft.com/office/drawing/2014/main" id="{7A10D7CA-C21B-389E-DA1E-AE59FB124158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9" name="pg1163">
                <a:extLst>
                  <a:ext uri="{FF2B5EF4-FFF2-40B4-BE49-F238E27FC236}">
                    <a16:creationId xmlns:a16="http://schemas.microsoft.com/office/drawing/2014/main" id="{AAA7C8E9-093C-A32B-661D-0932BA15CA3C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0" name="pg1164">
                <a:extLst>
                  <a:ext uri="{FF2B5EF4-FFF2-40B4-BE49-F238E27FC236}">
                    <a16:creationId xmlns:a16="http://schemas.microsoft.com/office/drawing/2014/main" id="{FB62F8E0-8CE3-A8D8-15CC-DA66B0115ECB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1" name="pg1165">
                <a:extLst>
                  <a:ext uri="{FF2B5EF4-FFF2-40B4-BE49-F238E27FC236}">
                    <a16:creationId xmlns:a16="http://schemas.microsoft.com/office/drawing/2014/main" id="{ACFAB826-ECD6-8687-8493-51CFCA1784CA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2" name="pg1166">
                <a:extLst>
                  <a:ext uri="{FF2B5EF4-FFF2-40B4-BE49-F238E27FC236}">
                    <a16:creationId xmlns:a16="http://schemas.microsoft.com/office/drawing/2014/main" id="{E579D952-0ED3-0C35-A947-367D4DF6B7A6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3" name="pg1167">
                <a:extLst>
                  <a:ext uri="{FF2B5EF4-FFF2-40B4-BE49-F238E27FC236}">
                    <a16:creationId xmlns:a16="http://schemas.microsoft.com/office/drawing/2014/main" id="{41E86DB7-31A9-D46C-9002-F6BDE8F65CA4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4" name="pg1168">
                <a:extLst>
                  <a:ext uri="{FF2B5EF4-FFF2-40B4-BE49-F238E27FC236}">
                    <a16:creationId xmlns:a16="http://schemas.microsoft.com/office/drawing/2014/main" id="{E198C124-1D92-5FA3-78E9-3563FB51EA25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5" name="pg1169">
                <a:extLst>
                  <a:ext uri="{FF2B5EF4-FFF2-40B4-BE49-F238E27FC236}">
                    <a16:creationId xmlns:a16="http://schemas.microsoft.com/office/drawing/2014/main" id="{A9873CA1-638E-B477-CB04-4AEB14446E8F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6" name="pg1170">
                <a:extLst>
                  <a:ext uri="{FF2B5EF4-FFF2-40B4-BE49-F238E27FC236}">
                    <a16:creationId xmlns:a16="http://schemas.microsoft.com/office/drawing/2014/main" id="{E811F1CF-8B4F-FEDA-C9EB-F3985B0F3313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7" name="pg1171">
                <a:extLst>
                  <a:ext uri="{FF2B5EF4-FFF2-40B4-BE49-F238E27FC236}">
                    <a16:creationId xmlns:a16="http://schemas.microsoft.com/office/drawing/2014/main" id="{F5013098-5D79-3D2A-FEEF-7A61F0233A02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8" name="pg1172">
                <a:extLst>
                  <a:ext uri="{FF2B5EF4-FFF2-40B4-BE49-F238E27FC236}">
                    <a16:creationId xmlns:a16="http://schemas.microsoft.com/office/drawing/2014/main" id="{EFD72496-34E7-0396-9731-5A45A21E7F6C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9" name="pg1173">
                <a:extLst>
                  <a:ext uri="{FF2B5EF4-FFF2-40B4-BE49-F238E27FC236}">
                    <a16:creationId xmlns:a16="http://schemas.microsoft.com/office/drawing/2014/main" id="{21F19551-626E-6188-4EBE-2FD371A9A75F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0" name="pg1174">
                <a:extLst>
                  <a:ext uri="{FF2B5EF4-FFF2-40B4-BE49-F238E27FC236}">
                    <a16:creationId xmlns:a16="http://schemas.microsoft.com/office/drawing/2014/main" id="{35B58C74-3AD2-F70D-89E8-6B306A74C7DA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1" name="pg1175">
                <a:extLst>
                  <a:ext uri="{FF2B5EF4-FFF2-40B4-BE49-F238E27FC236}">
                    <a16:creationId xmlns:a16="http://schemas.microsoft.com/office/drawing/2014/main" id="{7A9F36E8-A71F-050F-0FDD-33720D769B55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2" name="pg1176">
                <a:extLst>
                  <a:ext uri="{FF2B5EF4-FFF2-40B4-BE49-F238E27FC236}">
                    <a16:creationId xmlns:a16="http://schemas.microsoft.com/office/drawing/2014/main" id="{C062917F-55F7-FAEA-DF09-113C8AA679B1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3" name="pg1177">
                <a:extLst>
                  <a:ext uri="{FF2B5EF4-FFF2-40B4-BE49-F238E27FC236}">
                    <a16:creationId xmlns:a16="http://schemas.microsoft.com/office/drawing/2014/main" id="{E2115918-4A7C-C4A6-B9E0-43F5F5FD0424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4" name="pg1178">
                <a:extLst>
                  <a:ext uri="{FF2B5EF4-FFF2-40B4-BE49-F238E27FC236}">
                    <a16:creationId xmlns:a16="http://schemas.microsoft.com/office/drawing/2014/main" id="{05CA691F-F98C-2CA0-5636-456A9C6789A0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5" name="pg1179">
                <a:extLst>
                  <a:ext uri="{FF2B5EF4-FFF2-40B4-BE49-F238E27FC236}">
                    <a16:creationId xmlns:a16="http://schemas.microsoft.com/office/drawing/2014/main" id="{1AE0A6D4-1321-57D0-0CD1-09BDF4322543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6" name="pg1180">
                <a:extLst>
                  <a:ext uri="{FF2B5EF4-FFF2-40B4-BE49-F238E27FC236}">
                    <a16:creationId xmlns:a16="http://schemas.microsoft.com/office/drawing/2014/main" id="{04BAFA63-7B64-ACE4-D5F2-44B68708371A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7" name="pg1181">
                <a:extLst>
                  <a:ext uri="{FF2B5EF4-FFF2-40B4-BE49-F238E27FC236}">
                    <a16:creationId xmlns:a16="http://schemas.microsoft.com/office/drawing/2014/main" id="{B165FA45-2DD5-ADB5-663E-F599DA749834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8" name="pg1182">
                <a:extLst>
                  <a:ext uri="{FF2B5EF4-FFF2-40B4-BE49-F238E27FC236}">
                    <a16:creationId xmlns:a16="http://schemas.microsoft.com/office/drawing/2014/main" id="{FE06BB87-D35B-DCD2-951C-57F983CA4DDE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9" name="pg1183">
                <a:extLst>
                  <a:ext uri="{FF2B5EF4-FFF2-40B4-BE49-F238E27FC236}">
                    <a16:creationId xmlns:a16="http://schemas.microsoft.com/office/drawing/2014/main" id="{956863BC-CB9C-D454-41F3-67546904ED8E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0" name="pg1184">
                <a:extLst>
                  <a:ext uri="{FF2B5EF4-FFF2-40B4-BE49-F238E27FC236}">
                    <a16:creationId xmlns:a16="http://schemas.microsoft.com/office/drawing/2014/main" id="{60CB587B-4355-5223-DF88-6A5E61F1301D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1" name="pg1185">
                <a:extLst>
                  <a:ext uri="{FF2B5EF4-FFF2-40B4-BE49-F238E27FC236}">
                    <a16:creationId xmlns:a16="http://schemas.microsoft.com/office/drawing/2014/main" id="{D9B9B038-C9C6-F9AF-4057-D3212B934977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2" name="pg1186">
                <a:extLst>
                  <a:ext uri="{FF2B5EF4-FFF2-40B4-BE49-F238E27FC236}">
                    <a16:creationId xmlns:a16="http://schemas.microsoft.com/office/drawing/2014/main" id="{C661F4E2-C702-EF69-DA53-729934C00A7A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3" name="pg1187">
                <a:extLst>
                  <a:ext uri="{FF2B5EF4-FFF2-40B4-BE49-F238E27FC236}">
                    <a16:creationId xmlns:a16="http://schemas.microsoft.com/office/drawing/2014/main" id="{6D9F98BF-61FA-635C-9F5F-4FC534E66DF8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4" name="pg1188">
                <a:extLst>
                  <a:ext uri="{FF2B5EF4-FFF2-40B4-BE49-F238E27FC236}">
                    <a16:creationId xmlns:a16="http://schemas.microsoft.com/office/drawing/2014/main" id="{81536B71-78BD-4176-E885-260A9129F83D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5" name="pg1189">
                <a:extLst>
                  <a:ext uri="{FF2B5EF4-FFF2-40B4-BE49-F238E27FC236}">
                    <a16:creationId xmlns:a16="http://schemas.microsoft.com/office/drawing/2014/main" id="{FA70082D-0A55-0786-FA34-55DD48D414C7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6" name="pg1190">
                <a:extLst>
                  <a:ext uri="{FF2B5EF4-FFF2-40B4-BE49-F238E27FC236}">
                    <a16:creationId xmlns:a16="http://schemas.microsoft.com/office/drawing/2014/main" id="{6FF30E05-22BB-17D8-E903-874347D95181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7" name="pg1191">
                <a:extLst>
                  <a:ext uri="{FF2B5EF4-FFF2-40B4-BE49-F238E27FC236}">
                    <a16:creationId xmlns:a16="http://schemas.microsoft.com/office/drawing/2014/main" id="{DB4AFADF-0C55-EB8B-665C-9D459E995248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8" name="pg1192">
                <a:extLst>
                  <a:ext uri="{FF2B5EF4-FFF2-40B4-BE49-F238E27FC236}">
                    <a16:creationId xmlns:a16="http://schemas.microsoft.com/office/drawing/2014/main" id="{5C24D742-931F-B6AA-0CD8-8831E42E3CCF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9" name="pg1193">
                <a:extLst>
                  <a:ext uri="{FF2B5EF4-FFF2-40B4-BE49-F238E27FC236}">
                    <a16:creationId xmlns:a16="http://schemas.microsoft.com/office/drawing/2014/main" id="{80F08318-D012-82D7-1FC6-0B3506ADE874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0" name="pg1194">
                <a:extLst>
                  <a:ext uri="{FF2B5EF4-FFF2-40B4-BE49-F238E27FC236}">
                    <a16:creationId xmlns:a16="http://schemas.microsoft.com/office/drawing/2014/main" id="{EC50D1C6-099B-9504-14DC-948D52B6B3DA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1" name="pg1195">
                <a:extLst>
                  <a:ext uri="{FF2B5EF4-FFF2-40B4-BE49-F238E27FC236}">
                    <a16:creationId xmlns:a16="http://schemas.microsoft.com/office/drawing/2014/main" id="{8DC15185-8348-E40C-4EBA-ADE0B74369B0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2" name="pg1196">
                <a:extLst>
                  <a:ext uri="{FF2B5EF4-FFF2-40B4-BE49-F238E27FC236}">
                    <a16:creationId xmlns:a16="http://schemas.microsoft.com/office/drawing/2014/main" id="{CEBDD812-E42D-5422-7623-86B93DD5BABB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3" name="pg1197">
                <a:extLst>
                  <a:ext uri="{FF2B5EF4-FFF2-40B4-BE49-F238E27FC236}">
                    <a16:creationId xmlns:a16="http://schemas.microsoft.com/office/drawing/2014/main" id="{350FBE75-E0CC-506E-8762-17F05D5DEAA7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4" name="pg1198">
                <a:extLst>
                  <a:ext uri="{FF2B5EF4-FFF2-40B4-BE49-F238E27FC236}">
                    <a16:creationId xmlns:a16="http://schemas.microsoft.com/office/drawing/2014/main" id="{911E808E-4AD7-B1E9-DD19-04C5AAFC4EEF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5" name="pg1199">
                <a:extLst>
                  <a:ext uri="{FF2B5EF4-FFF2-40B4-BE49-F238E27FC236}">
                    <a16:creationId xmlns:a16="http://schemas.microsoft.com/office/drawing/2014/main" id="{13794A2C-EBD0-4713-3C25-3408E15152AD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6" name="pg1200">
                <a:extLst>
                  <a:ext uri="{FF2B5EF4-FFF2-40B4-BE49-F238E27FC236}">
                    <a16:creationId xmlns:a16="http://schemas.microsoft.com/office/drawing/2014/main" id="{5FBCBB3E-4F08-6A1E-821F-5CDA2A711DF6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7" name="pg1201">
                <a:extLst>
                  <a:ext uri="{FF2B5EF4-FFF2-40B4-BE49-F238E27FC236}">
                    <a16:creationId xmlns:a16="http://schemas.microsoft.com/office/drawing/2014/main" id="{E2C28B56-283A-C792-C661-32AE6777E5E3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8" name="pg1202">
                <a:extLst>
                  <a:ext uri="{FF2B5EF4-FFF2-40B4-BE49-F238E27FC236}">
                    <a16:creationId xmlns:a16="http://schemas.microsoft.com/office/drawing/2014/main" id="{48E6769F-4C0B-0895-3776-1E4520F4BFCE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9" name="pg1203">
                <a:extLst>
                  <a:ext uri="{FF2B5EF4-FFF2-40B4-BE49-F238E27FC236}">
                    <a16:creationId xmlns:a16="http://schemas.microsoft.com/office/drawing/2014/main" id="{CE60E305-260B-B5E8-6FB6-3CB9B9FFD9CA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0" name="pg1204">
                <a:extLst>
                  <a:ext uri="{FF2B5EF4-FFF2-40B4-BE49-F238E27FC236}">
                    <a16:creationId xmlns:a16="http://schemas.microsoft.com/office/drawing/2014/main" id="{53B2DBC2-C0EF-2F83-47D3-33B5DE97B929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1" name="pg1205">
                <a:extLst>
                  <a:ext uri="{FF2B5EF4-FFF2-40B4-BE49-F238E27FC236}">
                    <a16:creationId xmlns:a16="http://schemas.microsoft.com/office/drawing/2014/main" id="{4ED1D288-6C35-A140-560B-23604F9BBF06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2" name="pg1206">
                <a:extLst>
                  <a:ext uri="{FF2B5EF4-FFF2-40B4-BE49-F238E27FC236}">
                    <a16:creationId xmlns:a16="http://schemas.microsoft.com/office/drawing/2014/main" id="{591FE915-0FA6-E486-460B-361E9C7FB470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3" name="pg1207">
                <a:extLst>
                  <a:ext uri="{FF2B5EF4-FFF2-40B4-BE49-F238E27FC236}">
                    <a16:creationId xmlns:a16="http://schemas.microsoft.com/office/drawing/2014/main" id="{63EFC6D3-2B91-BC4B-4400-E468DCCF7A18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4" name="pg1208">
                <a:extLst>
                  <a:ext uri="{FF2B5EF4-FFF2-40B4-BE49-F238E27FC236}">
                    <a16:creationId xmlns:a16="http://schemas.microsoft.com/office/drawing/2014/main" id="{E66778B4-0C41-0CEC-AED2-B440BEE24751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5" name="pg1209">
                <a:extLst>
                  <a:ext uri="{FF2B5EF4-FFF2-40B4-BE49-F238E27FC236}">
                    <a16:creationId xmlns:a16="http://schemas.microsoft.com/office/drawing/2014/main" id="{8CD1C8FE-DDDE-C392-5FA7-2DE61F895A91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6" name="pg1210">
                <a:extLst>
                  <a:ext uri="{FF2B5EF4-FFF2-40B4-BE49-F238E27FC236}">
                    <a16:creationId xmlns:a16="http://schemas.microsoft.com/office/drawing/2014/main" id="{975CCB07-C584-E5DF-D07E-B334DC9DA3B1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7" name="pg1211">
                <a:extLst>
                  <a:ext uri="{FF2B5EF4-FFF2-40B4-BE49-F238E27FC236}">
                    <a16:creationId xmlns:a16="http://schemas.microsoft.com/office/drawing/2014/main" id="{857A7F65-7089-0C69-FF2E-A7C446DAB4EB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8" name="pg1212">
                <a:extLst>
                  <a:ext uri="{FF2B5EF4-FFF2-40B4-BE49-F238E27FC236}">
                    <a16:creationId xmlns:a16="http://schemas.microsoft.com/office/drawing/2014/main" id="{6BA14962-424D-7727-9BF4-971C5C6F9201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9" name="pg1213">
                <a:extLst>
                  <a:ext uri="{FF2B5EF4-FFF2-40B4-BE49-F238E27FC236}">
                    <a16:creationId xmlns:a16="http://schemas.microsoft.com/office/drawing/2014/main" id="{76DE5431-3398-E8AC-0EFB-6ADE8DBFB4BD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0" name="pg1214">
                <a:extLst>
                  <a:ext uri="{FF2B5EF4-FFF2-40B4-BE49-F238E27FC236}">
                    <a16:creationId xmlns:a16="http://schemas.microsoft.com/office/drawing/2014/main" id="{1339951C-B000-E8B6-4A10-DA3D365827B0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1" name="pg1215">
                <a:extLst>
                  <a:ext uri="{FF2B5EF4-FFF2-40B4-BE49-F238E27FC236}">
                    <a16:creationId xmlns:a16="http://schemas.microsoft.com/office/drawing/2014/main" id="{9254FA96-B03E-5A88-B0EA-211F32155ED5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2" name="pg1216">
                <a:extLst>
                  <a:ext uri="{FF2B5EF4-FFF2-40B4-BE49-F238E27FC236}">
                    <a16:creationId xmlns:a16="http://schemas.microsoft.com/office/drawing/2014/main" id="{D1CE9481-85F0-5372-D2AD-6C71ECCDABC1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3" name="pg1217">
                <a:extLst>
                  <a:ext uri="{FF2B5EF4-FFF2-40B4-BE49-F238E27FC236}">
                    <a16:creationId xmlns:a16="http://schemas.microsoft.com/office/drawing/2014/main" id="{0EDD2DA8-DF80-B99D-3EBB-2936DA3A4658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4" name="pg1218">
                <a:extLst>
                  <a:ext uri="{FF2B5EF4-FFF2-40B4-BE49-F238E27FC236}">
                    <a16:creationId xmlns:a16="http://schemas.microsoft.com/office/drawing/2014/main" id="{0BA3429A-AE66-D710-7CD5-C39F284F7F59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5" name="pg1219">
                <a:extLst>
                  <a:ext uri="{FF2B5EF4-FFF2-40B4-BE49-F238E27FC236}">
                    <a16:creationId xmlns:a16="http://schemas.microsoft.com/office/drawing/2014/main" id="{6E2138FD-C327-7492-9EAD-2F4FB172B226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6" name="pg1220">
                <a:extLst>
                  <a:ext uri="{FF2B5EF4-FFF2-40B4-BE49-F238E27FC236}">
                    <a16:creationId xmlns:a16="http://schemas.microsoft.com/office/drawing/2014/main" id="{381CEE12-E60E-6EEA-ED0C-59CC18704A11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7" name="pg1221">
                <a:extLst>
                  <a:ext uri="{FF2B5EF4-FFF2-40B4-BE49-F238E27FC236}">
                    <a16:creationId xmlns:a16="http://schemas.microsoft.com/office/drawing/2014/main" id="{065B0F7A-BB35-F92C-168F-CCCECB1F24F1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8" name="pg1222">
                <a:extLst>
                  <a:ext uri="{FF2B5EF4-FFF2-40B4-BE49-F238E27FC236}">
                    <a16:creationId xmlns:a16="http://schemas.microsoft.com/office/drawing/2014/main" id="{4D7E9628-0AD5-96A1-0272-A9A1DE1C2C99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9" name="pg1223">
                <a:extLst>
                  <a:ext uri="{FF2B5EF4-FFF2-40B4-BE49-F238E27FC236}">
                    <a16:creationId xmlns:a16="http://schemas.microsoft.com/office/drawing/2014/main" id="{23E082DA-9A5F-A19D-2919-859582AA3D43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0" name="pg1224">
                <a:extLst>
                  <a:ext uri="{FF2B5EF4-FFF2-40B4-BE49-F238E27FC236}">
                    <a16:creationId xmlns:a16="http://schemas.microsoft.com/office/drawing/2014/main" id="{86AC3760-515D-23DE-A948-0C9FB071E30A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1" name="pg1225">
                <a:extLst>
                  <a:ext uri="{FF2B5EF4-FFF2-40B4-BE49-F238E27FC236}">
                    <a16:creationId xmlns:a16="http://schemas.microsoft.com/office/drawing/2014/main" id="{627693B9-3BA2-6E50-9091-7BA826BB10D5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2" name="pg1226">
                <a:extLst>
                  <a:ext uri="{FF2B5EF4-FFF2-40B4-BE49-F238E27FC236}">
                    <a16:creationId xmlns:a16="http://schemas.microsoft.com/office/drawing/2014/main" id="{AC6950A8-9D5D-6B13-E3BE-A24AAEA49CEC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3" name="pg1227">
                <a:extLst>
                  <a:ext uri="{FF2B5EF4-FFF2-40B4-BE49-F238E27FC236}">
                    <a16:creationId xmlns:a16="http://schemas.microsoft.com/office/drawing/2014/main" id="{77E11AAA-EFD4-3DCA-3C2D-4679DE29C250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4" name="pg1228">
                <a:extLst>
                  <a:ext uri="{FF2B5EF4-FFF2-40B4-BE49-F238E27FC236}">
                    <a16:creationId xmlns:a16="http://schemas.microsoft.com/office/drawing/2014/main" id="{DF770F54-0175-5FF5-96D4-544972582728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5" name="pg1229">
                <a:extLst>
                  <a:ext uri="{FF2B5EF4-FFF2-40B4-BE49-F238E27FC236}">
                    <a16:creationId xmlns:a16="http://schemas.microsoft.com/office/drawing/2014/main" id="{D0B110D2-542A-771B-12AC-E0DB4A5A6AB0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6" name="pg1230">
                <a:extLst>
                  <a:ext uri="{FF2B5EF4-FFF2-40B4-BE49-F238E27FC236}">
                    <a16:creationId xmlns:a16="http://schemas.microsoft.com/office/drawing/2014/main" id="{C0A593CA-7794-BF56-D9F1-2F5A4C82BC57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7" name="pg1231">
                <a:extLst>
                  <a:ext uri="{FF2B5EF4-FFF2-40B4-BE49-F238E27FC236}">
                    <a16:creationId xmlns:a16="http://schemas.microsoft.com/office/drawing/2014/main" id="{9BB30B73-6B07-2B61-615E-69A56C51B1D4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8" name="pg1232">
                <a:extLst>
                  <a:ext uri="{FF2B5EF4-FFF2-40B4-BE49-F238E27FC236}">
                    <a16:creationId xmlns:a16="http://schemas.microsoft.com/office/drawing/2014/main" id="{2D16FD9D-BCD9-DB24-E9C1-63FBD504EF29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9" name="pg1233">
                <a:extLst>
                  <a:ext uri="{FF2B5EF4-FFF2-40B4-BE49-F238E27FC236}">
                    <a16:creationId xmlns:a16="http://schemas.microsoft.com/office/drawing/2014/main" id="{9FCB334C-6907-C73F-7794-B442E5D8F5F7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0" name="pg1234">
                <a:extLst>
                  <a:ext uri="{FF2B5EF4-FFF2-40B4-BE49-F238E27FC236}">
                    <a16:creationId xmlns:a16="http://schemas.microsoft.com/office/drawing/2014/main" id="{ED5BC13F-0ACC-96E2-C5CA-5F13CB9540A3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1" name="pg1235">
                <a:extLst>
                  <a:ext uri="{FF2B5EF4-FFF2-40B4-BE49-F238E27FC236}">
                    <a16:creationId xmlns:a16="http://schemas.microsoft.com/office/drawing/2014/main" id="{965B6DF9-3396-8BC5-EBE6-AEA278E78AB3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2" name="pg1236">
                <a:extLst>
                  <a:ext uri="{FF2B5EF4-FFF2-40B4-BE49-F238E27FC236}">
                    <a16:creationId xmlns:a16="http://schemas.microsoft.com/office/drawing/2014/main" id="{C3E44759-55EA-E9E2-C960-C659775F413C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3" name="pg1237">
                <a:extLst>
                  <a:ext uri="{FF2B5EF4-FFF2-40B4-BE49-F238E27FC236}">
                    <a16:creationId xmlns:a16="http://schemas.microsoft.com/office/drawing/2014/main" id="{E8113DF5-F205-5D4C-DB53-F96C1A409E39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4" name="pg1238">
                <a:extLst>
                  <a:ext uri="{FF2B5EF4-FFF2-40B4-BE49-F238E27FC236}">
                    <a16:creationId xmlns:a16="http://schemas.microsoft.com/office/drawing/2014/main" id="{EA753698-6267-1312-386D-69A3C8537CBD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5" name="pg1239">
                <a:extLst>
                  <a:ext uri="{FF2B5EF4-FFF2-40B4-BE49-F238E27FC236}">
                    <a16:creationId xmlns:a16="http://schemas.microsoft.com/office/drawing/2014/main" id="{BFF9E351-CA53-6016-24DC-86C97EE8AA74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6" name="pg1240">
                <a:extLst>
                  <a:ext uri="{FF2B5EF4-FFF2-40B4-BE49-F238E27FC236}">
                    <a16:creationId xmlns:a16="http://schemas.microsoft.com/office/drawing/2014/main" id="{46B109A3-C191-D943-B4AD-F92E9AA4D195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7" name="pg1241">
                <a:extLst>
                  <a:ext uri="{FF2B5EF4-FFF2-40B4-BE49-F238E27FC236}">
                    <a16:creationId xmlns:a16="http://schemas.microsoft.com/office/drawing/2014/main" id="{7B5B8097-A896-641A-19DB-6F08393B04E5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8" name="pg1242">
                <a:extLst>
                  <a:ext uri="{FF2B5EF4-FFF2-40B4-BE49-F238E27FC236}">
                    <a16:creationId xmlns:a16="http://schemas.microsoft.com/office/drawing/2014/main" id="{CD1BE8E2-FBAB-EA26-E332-2AAD1E5DE3B8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9" name="pg1243">
                <a:extLst>
                  <a:ext uri="{FF2B5EF4-FFF2-40B4-BE49-F238E27FC236}">
                    <a16:creationId xmlns:a16="http://schemas.microsoft.com/office/drawing/2014/main" id="{145C3A40-3C6D-459E-1D8F-56056582B798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0" name="pg1244">
                <a:extLst>
                  <a:ext uri="{FF2B5EF4-FFF2-40B4-BE49-F238E27FC236}">
                    <a16:creationId xmlns:a16="http://schemas.microsoft.com/office/drawing/2014/main" id="{73CA7CD7-DA27-AA25-C1E2-68AC2465F706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1" name="pg1245">
                <a:extLst>
                  <a:ext uri="{FF2B5EF4-FFF2-40B4-BE49-F238E27FC236}">
                    <a16:creationId xmlns:a16="http://schemas.microsoft.com/office/drawing/2014/main" id="{B706C3F4-030B-5277-0CFC-34073A6F25D1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2" name="pg1246">
                <a:extLst>
                  <a:ext uri="{FF2B5EF4-FFF2-40B4-BE49-F238E27FC236}">
                    <a16:creationId xmlns:a16="http://schemas.microsoft.com/office/drawing/2014/main" id="{36499CCF-367C-EFB4-9A51-18204177C9B0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3" name="pg1247">
                <a:extLst>
                  <a:ext uri="{FF2B5EF4-FFF2-40B4-BE49-F238E27FC236}">
                    <a16:creationId xmlns:a16="http://schemas.microsoft.com/office/drawing/2014/main" id="{AE1EB83D-06F5-1B7C-C545-01C12A7905EE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4" name="pg1248">
                <a:extLst>
                  <a:ext uri="{FF2B5EF4-FFF2-40B4-BE49-F238E27FC236}">
                    <a16:creationId xmlns:a16="http://schemas.microsoft.com/office/drawing/2014/main" id="{4D779FE2-7AA3-BCA7-54EC-2B6D6ADEBE7E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5" name="pg1249">
                <a:extLst>
                  <a:ext uri="{FF2B5EF4-FFF2-40B4-BE49-F238E27FC236}">
                    <a16:creationId xmlns:a16="http://schemas.microsoft.com/office/drawing/2014/main" id="{37654714-29E4-4B77-DD72-155F1C77A794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6" name="pg1250">
                <a:extLst>
                  <a:ext uri="{FF2B5EF4-FFF2-40B4-BE49-F238E27FC236}">
                    <a16:creationId xmlns:a16="http://schemas.microsoft.com/office/drawing/2014/main" id="{F35AB745-15A5-4E19-EFD7-1A56DAA4E29F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7" name="pg1251">
                <a:extLst>
                  <a:ext uri="{FF2B5EF4-FFF2-40B4-BE49-F238E27FC236}">
                    <a16:creationId xmlns:a16="http://schemas.microsoft.com/office/drawing/2014/main" id="{2CC91403-1E59-8926-E9C8-C5847B798AC4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8" name="pg1252">
                <a:extLst>
                  <a:ext uri="{FF2B5EF4-FFF2-40B4-BE49-F238E27FC236}">
                    <a16:creationId xmlns:a16="http://schemas.microsoft.com/office/drawing/2014/main" id="{4C7A581A-87E0-A4B0-6DCC-5D8B8C4B9488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9" name="pg1253">
                <a:extLst>
                  <a:ext uri="{FF2B5EF4-FFF2-40B4-BE49-F238E27FC236}">
                    <a16:creationId xmlns:a16="http://schemas.microsoft.com/office/drawing/2014/main" id="{7B83DEC4-BB5D-DD22-89CE-FFC74D7F92E7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0" name="pg1254">
                <a:extLst>
                  <a:ext uri="{FF2B5EF4-FFF2-40B4-BE49-F238E27FC236}">
                    <a16:creationId xmlns:a16="http://schemas.microsoft.com/office/drawing/2014/main" id="{7379F665-6C05-5AA3-C1D3-180A5BC4A48E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1" name="pg1255">
                <a:extLst>
                  <a:ext uri="{FF2B5EF4-FFF2-40B4-BE49-F238E27FC236}">
                    <a16:creationId xmlns:a16="http://schemas.microsoft.com/office/drawing/2014/main" id="{F0F7C28B-2D8D-91E8-83C0-EB1B3F93D59F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2" name="pg1256">
                <a:extLst>
                  <a:ext uri="{FF2B5EF4-FFF2-40B4-BE49-F238E27FC236}">
                    <a16:creationId xmlns:a16="http://schemas.microsoft.com/office/drawing/2014/main" id="{9C6B2B00-726A-D169-D9FC-7F62C95B8439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3" name="pg1257">
                <a:extLst>
                  <a:ext uri="{FF2B5EF4-FFF2-40B4-BE49-F238E27FC236}">
                    <a16:creationId xmlns:a16="http://schemas.microsoft.com/office/drawing/2014/main" id="{A772C413-4E9C-6B7B-BFE9-92EED35F266E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4" name="pg1258">
                <a:extLst>
                  <a:ext uri="{FF2B5EF4-FFF2-40B4-BE49-F238E27FC236}">
                    <a16:creationId xmlns:a16="http://schemas.microsoft.com/office/drawing/2014/main" id="{0A9F00C1-C7DA-12A5-78FF-B28550F31FE7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5" name="pg1259">
                <a:extLst>
                  <a:ext uri="{FF2B5EF4-FFF2-40B4-BE49-F238E27FC236}">
                    <a16:creationId xmlns:a16="http://schemas.microsoft.com/office/drawing/2014/main" id="{48E52E8E-E2C2-A146-FB5D-A74B6C90ED1C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6" name="pg1260">
                <a:extLst>
                  <a:ext uri="{FF2B5EF4-FFF2-40B4-BE49-F238E27FC236}">
                    <a16:creationId xmlns:a16="http://schemas.microsoft.com/office/drawing/2014/main" id="{EA425699-8B80-8649-54A5-6EEA0F541085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7" name="pg1261">
                <a:extLst>
                  <a:ext uri="{FF2B5EF4-FFF2-40B4-BE49-F238E27FC236}">
                    <a16:creationId xmlns:a16="http://schemas.microsoft.com/office/drawing/2014/main" id="{80C6586F-2BC4-FA93-8AC2-A4D6B5AA4C0B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8" name="pg1262">
                <a:extLst>
                  <a:ext uri="{FF2B5EF4-FFF2-40B4-BE49-F238E27FC236}">
                    <a16:creationId xmlns:a16="http://schemas.microsoft.com/office/drawing/2014/main" id="{9D35B625-C33B-3DD4-55D9-F4DC0B861BAD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9" name="pg1263">
                <a:extLst>
                  <a:ext uri="{FF2B5EF4-FFF2-40B4-BE49-F238E27FC236}">
                    <a16:creationId xmlns:a16="http://schemas.microsoft.com/office/drawing/2014/main" id="{8E3B8CC7-BD95-79DE-F742-1B4DBAD8EF93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0" name="pg1264">
                <a:extLst>
                  <a:ext uri="{FF2B5EF4-FFF2-40B4-BE49-F238E27FC236}">
                    <a16:creationId xmlns:a16="http://schemas.microsoft.com/office/drawing/2014/main" id="{90DE62C7-7503-4CDE-51B5-9838CEDD2F3A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1" name="pg1265">
                <a:extLst>
                  <a:ext uri="{FF2B5EF4-FFF2-40B4-BE49-F238E27FC236}">
                    <a16:creationId xmlns:a16="http://schemas.microsoft.com/office/drawing/2014/main" id="{86117AC0-3691-273D-AB4D-3146E393BB91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2" name="pg1266">
                <a:extLst>
                  <a:ext uri="{FF2B5EF4-FFF2-40B4-BE49-F238E27FC236}">
                    <a16:creationId xmlns:a16="http://schemas.microsoft.com/office/drawing/2014/main" id="{327C28B6-E2C9-9B38-ADE5-E10B26C6C100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3" name="pg1267">
                <a:extLst>
                  <a:ext uri="{FF2B5EF4-FFF2-40B4-BE49-F238E27FC236}">
                    <a16:creationId xmlns:a16="http://schemas.microsoft.com/office/drawing/2014/main" id="{1AAEEF75-E361-CC76-6F44-6120BE068662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4" name="pg1268">
                <a:extLst>
                  <a:ext uri="{FF2B5EF4-FFF2-40B4-BE49-F238E27FC236}">
                    <a16:creationId xmlns:a16="http://schemas.microsoft.com/office/drawing/2014/main" id="{9C705C8F-D2A0-1956-D784-D1C1A585F8AB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5" name="pg1269">
                <a:extLst>
                  <a:ext uri="{FF2B5EF4-FFF2-40B4-BE49-F238E27FC236}">
                    <a16:creationId xmlns:a16="http://schemas.microsoft.com/office/drawing/2014/main" id="{97F7D204-F85B-48FF-A353-4CAC136353C0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6" name="pg1270">
                <a:extLst>
                  <a:ext uri="{FF2B5EF4-FFF2-40B4-BE49-F238E27FC236}">
                    <a16:creationId xmlns:a16="http://schemas.microsoft.com/office/drawing/2014/main" id="{7D82FCED-2C02-32DF-386D-D28F3F83016C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7" name="pg1271">
                <a:extLst>
                  <a:ext uri="{FF2B5EF4-FFF2-40B4-BE49-F238E27FC236}">
                    <a16:creationId xmlns:a16="http://schemas.microsoft.com/office/drawing/2014/main" id="{2802594D-DDA4-4725-C140-934493ABAACC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8" name="pg1272">
                <a:extLst>
                  <a:ext uri="{FF2B5EF4-FFF2-40B4-BE49-F238E27FC236}">
                    <a16:creationId xmlns:a16="http://schemas.microsoft.com/office/drawing/2014/main" id="{3606CF6E-9440-4639-855E-AF2DEF63108A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9" name="pg1273">
                <a:extLst>
                  <a:ext uri="{FF2B5EF4-FFF2-40B4-BE49-F238E27FC236}">
                    <a16:creationId xmlns:a16="http://schemas.microsoft.com/office/drawing/2014/main" id="{636E29C1-E9AC-0E18-FC71-B4C531A9D60B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0" name="pg1274">
                <a:extLst>
                  <a:ext uri="{FF2B5EF4-FFF2-40B4-BE49-F238E27FC236}">
                    <a16:creationId xmlns:a16="http://schemas.microsoft.com/office/drawing/2014/main" id="{7DBBEBD9-36A3-C2C7-1070-5F5A1B43F6B5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1" name="pg1275">
                <a:extLst>
                  <a:ext uri="{FF2B5EF4-FFF2-40B4-BE49-F238E27FC236}">
                    <a16:creationId xmlns:a16="http://schemas.microsoft.com/office/drawing/2014/main" id="{C085E24E-CBF7-F47F-53C8-648BFAAD6468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2" name="pg1276">
                <a:extLst>
                  <a:ext uri="{FF2B5EF4-FFF2-40B4-BE49-F238E27FC236}">
                    <a16:creationId xmlns:a16="http://schemas.microsoft.com/office/drawing/2014/main" id="{7AEBEF80-B98F-0279-08A2-20AF33C5327C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3" name="pg1277">
                <a:extLst>
                  <a:ext uri="{FF2B5EF4-FFF2-40B4-BE49-F238E27FC236}">
                    <a16:creationId xmlns:a16="http://schemas.microsoft.com/office/drawing/2014/main" id="{8C42965E-8609-77E1-662A-644117D647A6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4" name="pg1278">
                <a:extLst>
                  <a:ext uri="{FF2B5EF4-FFF2-40B4-BE49-F238E27FC236}">
                    <a16:creationId xmlns:a16="http://schemas.microsoft.com/office/drawing/2014/main" id="{DF2B7186-4EF0-2878-D670-9F4ACD012EDE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5" name="pg1279">
                <a:extLst>
                  <a:ext uri="{FF2B5EF4-FFF2-40B4-BE49-F238E27FC236}">
                    <a16:creationId xmlns:a16="http://schemas.microsoft.com/office/drawing/2014/main" id="{BE82A4C7-C0E3-9EEE-254C-1FC617C7DCEE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6" name="pg1280">
                <a:extLst>
                  <a:ext uri="{FF2B5EF4-FFF2-40B4-BE49-F238E27FC236}">
                    <a16:creationId xmlns:a16="http://schemas.microsoft.com/office/drawing/2014/main" id="{BE438D1F-CE83-0BBC-DBFF-521C865CB981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7" name="pg1281">
                <a:extLst>
                  <a:ext uri="{FF2B5EF4-FFF2-40B4-BE49-F238E27FC236}">
                    <a16:creationId xmlns:a16="http://schemas.microsoft.com/office/drawing/2014/main" id="{B4E406FB-811B-A53E-06B8-DB2AD47ACE02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8" name="pg1282">
                <a:extLst>
                  <a:ext uri="{FF2B5EF4-FFF2-40B4-BE49-F238E27FC236}">
                    <a16:creationId xmlns:a16="http://schemas.microsoft.com/office/drawing/2014/main" id="{159A8CBB-566E-B599-0006-73E2E979981D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9" name="pg1283">
                <a:extLst>
                  <a:ext uri="{FF2B5EF4-FFF2-40B4-BE49-F238E27FC236}">
                    <a16:creationId xmlns:a16="http://schemas.microsoft.com/office/drawing/2014/main" id="{595641AE-7F28-806E-BC5F-72FD25BDB6CF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0" name="pg1284">
                <a:extLst>
                  <a:ext uri="{FF2B5EF4-FFF2-40B4-BE49-F238E27FC236}">
                    <a16:creationId xmlns:a16="http://schemas.microsoft.com/office/drawing/2014/main" id="{3E45A684-1A93-37A2-0256-F71D9BF24D8E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1" name="pg1285">
                <a:extLst>
                  <a:ext uri="{FF2B5EF4-FFF2-40B4-BE49-F238E27FC236}">
                    <a16:creationId xmlns:a16="http://schemas.microsoft.com/office/drawing/2014/main" id="{9863DE33-3ADD-96D0-F906-B4B616093157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2" name="pg1286">
                <a:extLst>
                  <a:ext uri="{FF2B5EF4-FFF2-40B4-BE49-F238E27FC236}">
                    <a16:creationId xmlns:a16="http://schemas.microsoft.com/office/drawing/2014/main" id="{D8D20061-1C0A-5B18-4F41-ADA9BA5C7C96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3" name="pg1287">
                <a:extLst>
                  <a:ext uri="{FF2B5EF4-FFF2-40B4-BE49-F238E27FC236}">
                    <a16:creationId xmlns:a16="http://schemas.microsoft.com/office/drawing/2014/main" id="{6D550ED2-9B26-5619-64BE-AD0B144F2179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4" name="pg1288">
                <a:extLst>
                  <a:ext uri="{FF2B5EF4-FFF2-40B4-BE49-F238E27FC236}">
                    <a16:creationId xmlns:a16="http://schemas.microsoft.com/office/drawing/2014/main" id="{7CDA1772-F131-6EA5-DAC1-F90F9523DD88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5" name="pg1289">
                <a:extLst>
                  <a:ext uri="{FF2B5EF4-FFF2-40B4-BE49-F238E27FC236}">
                    <a16:creationId xmlns:a16="http://schemas.microsoft.com/office/drawing/2014/main" id="{AAD1CFF9-F18E-6139-CFC1-535BA88A2740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6" name="pg1290">
                <a:extLst>
                  <a:ext uri="{FF2B5EF4-FFF2-40B4-BE49-F238E27FC236}">
                    <a16:creationId xmlns:a16="http://schemas.microsoft.com/office/drawing/2014/main" id="{67A67A58-AC93-534A-5CC0-CEB37D3B60C0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7" name="pg1291">
                <a:extLst>
                  <a:ext uri="{FF2B5EF4-FFF2-40B4-BE49-F238E27FC236}">
                    <a16:creationId xmlns:a16="http://schemas.microsoft.com/office/drawing/2014/main" id="{9302099F-97B9-917F-1385-6C774B6927B0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8" name="pg1292">
                <a:extLst>
                  <a:ext uri="{FF2B5EF4-FFF2-40B4-BE49-F238E27FC236}">
                    <a16:creationId xmlns:a16="http://schemas.microsoft.com/office/drawing/2014/main" id="{2540F073-FFE6-232D-7C49-4019975ED8F5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9" name="pg1293">
                <a:extLst>
                  <a:ext uri="{FF2B5EF4-FFF2-40B4-BE49-F238E27FC236}">
                    <a16:creationId xmlns:a16="http://schemas.microsoft.com/office/drawing/2014/main" id="{BAD81D71-01CD-C3A9-DF59-191BE601AB4D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0" name="pg1294">
                <a:extLst>
                  <a:ext uri="{FF2B5EF4-FFF2-40B4-BE49-F238E27FC236}">
                    <a16:creationId xmlns:a16="http://schemas.microsoft.com/office/drawing/2014/main" id="{A5B1ACAA-8D7D-940D-118B-F076FC299EE5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1" name="pg1295">
                <a:extLst>
                  <a:ext uri="{FF2B5EF4-FFF2-40B4-BE49-F238E27FC236}">
                    <a16:creationId xmlns:a16="http://schemas.microsoft.com/office/drawing/2014/main" id="{E4CA2278-04AC-B09F-BD3F-6181DB494824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2" name="pg1296">
                <a:extLst>
                  <a:ext uri="{FF2B5EF4-FFF2-40B4-BE49-F238E27FC236}">
                    <a16:creationId xmlns:a16="http://schemas.microsoft.com/office/drawing/2014/main" id="{28987958-6FEA-EA51-2A99-13FF3D48DD8A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3" name="pg1297">
                <a:extLst>
                  <a:ext uri="{FF2B5EF4-FFF2-40B4-BE49-F238E27FC236}">
                    <a16:creationId xmlns:a16="http://schemas.microsoft.com/office/drawing/2014/main" id="{F1DC1F1F-F082-DB68-92E1-ED0D2034DF18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4" name="pg1298">
                <a:extLst>
                  <a:ext uri="{FF2B5EF4-FFF2-40B4-BE49-F238E27FC236}">
                    <a16:creationId xmlns:a16="http://schemas.microsoft.com/office/drawing/2014/main" id="{A7A875E3-ECEC-13C6-89A2-0767FA054305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5" name="pg1299">
                <a:extLst>
                  <a:ext uri="{FF2B5EF4-FFF2-40B4-BE49-F238E27FC236}">
                    <a16:creationId xmlns:a16="http://schemas.microsoft.com/office/drawing/2014/main" id="{C2E0A246-670C-93B8-0C5D-8A58E3829675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6" name="pg1300">
                <a:extLst>
                  <a:ext uri="{FF2B5EF4-FFF2-40B4-BE49-F238E27FC236}">
                    <a16:creationId xmlns:a16="http://schemas.microsoft.com/office/drawing/2014/main" id="{B24A9294-D564-D5FD-2070-19033B4EED2F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7" name="pg1301">
                <a:extLst>
                  <a:ext uri="{FF2B5EF4-FFF2-40B4-BE49-F238E27FC236}">
                    <a16:creationId xmlns:a16="http://schemas.microsoft.com/office/drawing/2014/main" id="{7DDEA866-F424-6844-0900-9DEE99D095D4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8" name="pg1302">
                <a:extLst>
                  <a:ext uri="{FF2B5EF4-FFF2-40B4-BE49-F238E27FC236}">
                    <a16:creationId xmlns:a16="http://schemas.microsoft.com/office/drawing/2014/main" id="{4CB6428B-296C-B03D-A36D-714090D4B0E4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9" name="pg1303">
                <a:extLst>
                  <a:ext uri="{FF2B5EF4-FFF2-40B4-BE49-F238E27FC236}">
                    <a16:creationId xmlns:a16="http://schemas.microsoft.com/office/drawing/2014/main" id="{FE13DB11-01EC-B728-09E9-BFB2A2B7DB5C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0" name="pg1304">
                <a:extLst>
                  <a:ext uri="{FF2B5EF4-FFF2-40B4-BE49-F238E27FC236}">
                    <a16:creationId xmlns:a16="http://schemas.microsoft.com/office/drawing/2014/main" id="{EF6FF13C-5CD5-EED6-8E87-57DA1358D3D6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1" name="pg1305">
                <a:extLst>
                  <a:ext uri="{FF2B5EF4-FFF2-40B4-BE49-F238E27FC236}">
                    <a16:creationId xmlns:a16="http://schemas.microsoft.com/office/drawing/2014/main" id="{D8E6C28A-E8B7-68D6-8DC9-C4B6DABC14E0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2" name="pg1306">
                <a:extLst>
                  <a:ext uri="{FF2B5EF4-FFF2-40B4-BE49-F238E27FC236}">
                    <a16:creationId xmlns:a16="http://schemas.microsoft.com/office/drawing/2014/main" id="{D40CF388-B40C-E887-D057-A55AD6DE51EF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3" name="pg1307">
                <a:extLst>
                  <a:ext uri="{FF2B5EF4-FFF2-40B4-BE49-F238E27FC236}">
                    <a16:creationId xmlns:a16="http://schemas.microsoft.com/office/drawing/2014/main" id="{C1D7E7C4-ADEA-F590-3948-AD98086FAC31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4" name="pg1308">
                <a:extLst>
                  <a:ext uri="{FF2B5EF4-FFF2-40B4-BE49-F238E27FC236}">
                    <a16:creationId xmlns:a16="http://schemas.microsoft.com/office/drawing/2014/main" id="{4968495B-34FB-C397-CE37-4E61738B63A8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5" name="pg1309">
                <a:extLst>
                  <a:ext uri="{FF2B5EF4-FFF2-40B4-BE49-F238E27FC236}">
                    <a16:creationId xmlns:a16="http://schemas.microsoft.com/office/drawing/2014/main" id="{698644FD-2A71-4EBC-724A-A70B3F982C49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6" name="pg1310">
                <a:extLst>
                  <a:ext uri="{FF2B5EF4-FFF2-40B4-BE49-F238E27FC236}">
                    <a16:creationId xmlns:a16="http://schemas.microsoft.com/office/drawing/2014/main" id="{314332FF-BC57-A422-0C90-91D01A202F27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7" name="pg1311">
                <a:extLst>
                  <a:ext uri="{FF2B5EF4-FFF2-40B4-BE49-F238E27FC236}">
                    <a16:creationId xmlns:a16="http://schemas.microsoft.com/office/drawing/2014/main" id="{B3448C47-E9B5-7394-BC94-F9DE934ED5C5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8" name="pg1312">
                <a:extLst>
                  <a:ext uri="{FF2B5EF4-FFF2-40B4-BE49-F238E27FC236}">
                    <a16:creationId xmlns:a16="http://schemas.microsoft.com/office/drawing/2014/main" id="{A36DC705-9DC5-9AB6-4F35-D393193509CE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9" name="pg1313">
                <a:extLst>
                  <a:ext uri="{FF2B5EF4-FFF2-40B4-BE49-F238E27FC236}">
                    <a16:creationId xmlns:a16="http://schemas.microsoft.com/office/drawing/2014/main" id="{4E8379D0-9C01-4854-290F-229254CAA6F0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0" name="pg1314">
                <a:extLst>
                  <a:ext uri="{FF2B5EF4-FFF2-40B4-BE49-F238E27FC236}">
                    <a16:creationId xmlns:a16="http://schemas.microsoft.com/office/drawing/2014/main" id="{BE265E27-6F91-95BB-ADFC-F1B62F82F421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1" name="pg1315">
                <a:extLst>
                  <a:ext uri="{FF2B5EF4-FFF2-40B4-BE49-F238E27FC236}">
                    <a16:creationId xmlns:a16="http://schemas.microsoft.com/office/drawing/2014/main" id="{290466AF-A56D-9189-8B2F-933C01D51865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2" name="pg1316">
                <a:extLst>
                  <a:ext uri="{FF2B5EF4-FFF2-40B4-BE49-F238E27FC236}">
                    <a16:creationId xmlns:a16="http://schemas.microsoft.com/office/drawing/2014/main" id="{B4A46BD7-88F7-4DF6-F854-7B134DA8AC02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3" name="pg1317">
                <a:extLst>
                  <a:ext uri="{FF2B5EF4-FFF2-40B4-BE49-F238E27FC236}">
                    <a16:creationId xmlns:a16="http://schemas.microsoft.com/office/drawing/2014/main" id="{0AB3B586-E72A-9A6C-F9D6-67504102E42B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4" name="pg1318">
                <a:extLst>
                  <a:ext uri="{FF2B5EF4-FFF2-40B4-BE49-F238E27FC236}">
                    <a16:creationId xmlns:a16="http://schemas.microsoft.com/office/drawing/2014/main" id="{22AF27E1-E6D9-A5FE-12B2-3945FB0092F1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5" name="pg1319">
                <a:extLst>
                  <a:ext uri="{FF2B5EF4-FFF2-40B4-BE49-F238E27FC236}">
                    <a16:creationId xmlns:a16="http://schemas.microsoft.com/office/drawing/2014/main" id="{0C84F177-A1CB-A35E-3CCE-47B0CAAF4A2B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6" name="pg1320">
                <a:extLst>
                  <a:ext uri="{FF2B5EF4-FFF2-40B4-BE49-F238E27FC236}">
                    <a16:creationId xmlns:a16="http://schemas.microsoft.com/office/drawing/2014/main" id="{5F97B753-F5F3-8159-CC11-39D109A3E12F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7" name="pg1321">
                <a:extLst>
                  <a:ext uri="{FF2B5EF4-FFF2-40B4-BE49-F238E27FC236}">
                    <a16:creationId xmlns:a16="http://schemas.microsoft.com/office/drawing/2014/main" id="{9107937C-0C92-163A-6538-8E7AFCC6DDD8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8" name="pg1322">
                <a:extLst>
                  <a:ext uri="{FF2B5EF4-FFF2-40B4-BE49-F238E27FC236}">
                    <a16:creationId xmlns:a16="http://schemas.microsoft.com/office/drawing/2014/main" id="{715D4890-5E2C-B948-BE61-266EA504BC88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9" name="pg1323">
                <a:extLst>
                  <a:ext uri="{FF2B5EF4-FFF2-40B4-BE49-F238E27FC236}">
                    <a16:creationId xmlns:a16="http://schemas.microsoft.com/office/drawing/2014/main" id="{2C0A1B78-9A5A-BE77-FE6B-E8D28282A478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0" name="pg1324">
                <a:extLst>
                  <a:ext uri="{FF2B5EF4-FFF2-40B4-BE49-F238E27FC236}">
                    <a16:creationId xmlns:a16="http://schemas.microsoft.com/office/drawing/2014/main" id="{99A823AE-7C6E-7ACE-46A5-DF2A4C4615EF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1" name="pg1325">
                <a:extLst>
                  <a:ext uri="{FF2B5EF4-FFF2-40B4-BE49-F238E27FC236}">
                    <a16:creationId xmlns:a16="http://schemas.microsoft.com/office/drawing/2014/main" id="{BD5779F8-0D98-D9EE-8EA2-B5A097EAF6C3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2" name="pg1326">
                <a:extLst>
                  <a:ext uri="{FF2B5EF4-FFF2-40B4-BE49-F238E27FC236}">
                    <a16:creationId xmlns:a16="http://schemas.microsoft.com/office/drawing/2014/main" id="{99F7FB47-3693-929D-33BA-DC9AF77E4FDB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3" name="pg1327">
                <a:extLst>
                  <a:ext uri="{FF2B5EF4-FFF2-40B4-BE49-F238E27FC236}">
                    <a16:creationId xmlns:a16="http://schemas.microsoft.com/office/drawing/2014/main" id="{C9861774-AFC8-5F7B-FE8F-D306F048103D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4" name="pg1328">
                <a:extLst>
                  <a:ext uri="{FF2B5EF4-FFF2-40B4-BE49-F238E27FC236}">
                    <a16:creationId xmlns:a16="http://schemas.microsoft.com/office/drawing/2014/main" id="{77CDC4CD-7B23-74EF-BDC7-77796C1CEE41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5" name="pg1329">
                <a:extLst>
                  <a:ext uri="{FF2B5EF4-FFF2-40B4-BE49-F238E27FC236}">
                    <a16:creationId xmlns:a16="http://schemas.microsoft.com/office/drawing/2014/main" id="{E15D53AE-E740-A9F3-0E75-A1E6097B4E6E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6" name="pg1330">
                <a:extLst>
                  <a:ext uri="{FF2B5EF4-FFF2-40B4-BE49-F238E27FC236}">
                    <a16:creationId xmlns:a16="http://schemas.microsoft.com/office/drawing/2014/main" id="{A10EF488-D7CF-6A41-CB99-1641CB83436E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7" name="pg1331">
                <a:extLst>
                  <a:ext uri="{FF2B5EF4-FFF2-40B4-BE49-F238E27FC236}">
                    <a16:creationId xmlns:a16="http://schemas.microsoft.com/office/drawing/2014/main" id="{D27B5E5C-9499-3701-2A50-A5B024EC37F1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8" name="pg1332">
                <a:extLst>
                  <a:ext uri="{FF2B5EF4-FFF2-40B4-BE49-F238E27FC236}">
                    <a16:creationId xmlns:a16="http://schemas.microsoft.com/office/drawing/2014/main" id="{6593D882-6D94-C691-CAFC-69B606D0F2F9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9" name="pg1333">
                <a:extLst>
                  <a:ext uri="{FF2B5EF4-FFF2-40B4-BE49-F238E27FC236}">
                    <a16:creationId xmlns:a16="http://schemas.microsoft.com/office/drawing/2014/main" id="{17C2E93B-8ECF-E6E7-4781-6E6E6944B66D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0" name="pg1334">
                <a:extLst>
                  <a:ext uri="{FF2B5EF4-FFF2-40B4-BE49-F238E27FC236}">
                    <a16:creationId xmlns:a16="http://schemas.microsoft.com/office/drawing/2014/main" id="{14D3806E-F922-1AA7-1D3B-9AA718715EA6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1" name="pg1335">
                <a:extLst>
                  <a:ext uri="{FF2B5EF4-FFF2-40B4-BE49-F238E27FC236}">
                    <a16:creationId xmlns:a16="http://schemas.microsoft.com/office/drawing/2014/main" id="{2B7CBBB4-78FD-F18F-409D-4D8934ED7FB5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2" name="pg1336">
                <a:extLst>
                  <a:ext uri="{FF2B5EF4-FFF2-40B4-BE49-F238E27FC236}">
                    <a16:creationId xmlns:a16="http://schemas.microsoft.com/office/drawing/2014/main" id="{710F6E30-4C56-77E3-95F2-18081AE6DFEE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3" name="pg1337">
                <a:extLst>
                  <a:ext uri="{FF2B5EF4-FFF2-40B4-BE49-F238E27FC236}">
                    <a16:creationId xmlns:a16="http://schemas.microsoft.com/office/drawing/2014/main" id="{85D5A7BC-3892-1227-20DF-CEEE3DCC7A76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4" name="pg1338">
                <a:extLst>
                  <a:ext uri="{FF2B5EF4-FFF2-40B4-BE49-F238E27FC236}">
                    <a16:creationId xmlns:a16="http://schemas.microsoft.com/office/drawing/2014/main" id="{0F8222A9-8975-16A4-CEF5-EA5483761CDC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5" name="pg1339">
                <a:extLst>
                  <a:ext uri="{FF2B5EF4-FFF2-40B4-BE49-F238E27FC236}">
                    <a16:creationId xmlns:a16="http://schemas.microsoft.com/office/drawing/2014/main" id="{6A361EB0-CE2B-019F-7D52-505CA17A05BD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6" name="pg1340">
                <a:extLst>
                  <a:ext uri="{FF2B5EF4-FFF2-40B4-BE49-F238E27FC236}">
                    <a16:creationId xmlns:a16="http://schemas.microsoft.com/office/drawing/2014/main" id="{8E3A42E7-92B7-EA77-D4F0-4B457DEE400F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7" name="pg1341">
                <a:extLst>
                  <a:ext uri="{FF2B5EF4-FFF2-40B4-BE49-F238E27FC236}">
                    <a16:creationId xmlns:a16="http://schemas.microsoft.com/office/drawing/2014/main" id="{1F426D78-AEE3-773D-27BB-EB326B884892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8" name="pg1342">
                <a:extLst>
                  <a:ext uri="{FF2B5EF4-FFF2-40B4-BE49-F238E27FC236}">
                    <a16:creationId xmlns:a16="http://schemas.microsoft.com/office/drawing/2014/main" id="{56B98303-88C8-2A24-EFB8-E94965EAF4A7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9" name="pg1343">
                <a:extLst>
                  <a:ext uri="{FF2B5EF4-FFF2-40B4-BE49-F238E27FC236}">
                    <a16:creationId xmlns:a16="http://schemas.microsoft.com/office/drawing/2014/main" id="{8217E625-06C9-664D-B875-CB46F145714E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0" name="pg1344">
                <a:extLst>
                  <a:ext uri="{FF2B5EF4-FFF2-40B4-BE49-F238E27FC236}">
                    <a16:creationId xmlns:a16="http://schemas.microsoft.com/office/drawing/2014/main" id="{E395316C-91F5-0AEF-A8B1-03F2D40193AD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1" name="pg1345">
                <a:extLst>
                  <a:ext uri="{FF2B5EF4-FFF2-40B4-BE49-F238E27FC236}">
                    <a16:creationId xmlns:a16="http://schemas.microsoft.com/office/drawing/2014/main" id="{8E840642-580A-F46A-D369-249D501FAF8C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2" name="pg1346">
                <a:extLst>
                  <a:ext uri="{FF2B5EF4-FFF2-40B4-BE49-F238E27FC236}">
                    <a16:creationId xmlns:a16="http://schemas.microsoft.com/office/drawing/2014/main" id="{7315EC72-69FD-A276-004A-136684118795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3" name="pg1347">
                <a:extLst>
                  <a:ext uri="{FF2B5EF4-FFF2-40B4-BE49-F238E27FC236}">
                    <a16:creationId xmlns:a16="http://schemas.microsoft.com/office/drawing/2014/main" id="{02503715-8CC1-8B23-4BAD-8F7DF4830BF6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4" name="pg1348">
                <a:extLst>
                  <a:ext uri="{FF2B5EF4-FFF2-40B4-BE49-F238E27FC236}">
                    <a16:creationId xmlns:a16="http://schemas.microsoft.com/office/drawing/2014/main" id="{91115B60-B5FD-12DE-C382-CBA32923F6B8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5" name="pg1349">
                <a:extLst>
                  <a:ext uri="{FF2B5EF4-FFF2-40B4-BE49-F238E27FC236}">
                    <a16:creationId xmlns:a16="http://schemas.microsoft.com/office/drawing/2014/main" id="{0D2BFB77-C5B5-5C92-0707-92FE8793D809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6" name="pg1350">
                <a:extLst>
                  <a:ext uri="{FF2B5EF4-FFF2-40B4-BE49-F238E27FC236}">
                    <a16:creationId xmlns:a16="http://schemas.microsoft.com/office/drawing/2014/main" id="{70F225A2-C17C-4E0F-408B-7DFE25CFC010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7" name="pg1351">
                <a:extLst>
                  <a:ext uri="{FF2B5EF4-FFF2-40B4-BE49-F238E27FC236}">
                    <a16:creationId xmlns:a16="http://schemas.microsoft.com/office/drawing/2014/main" id="{DB7B16DF-F9E2-9DEA-CB9A-1C58CFABE77C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8" name="pg1352">
                <a:extLst>
                  <a:ext uri="{FF2B5EF4-FFF2-40B4-BE49-F238E27FC236}">
                    <a16:creationId xmlns:a16="http://schemas.microsoft.com/office/drawing/2014/main" id="{4B5DC863-933B-1697-40CA-A6A6A5179FDF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9" name="pg1353">
                <a:extLst>
                  <a:ext uri="{FF2B5EF4-FFF2-40B4-BE49-F238E27FC236}">
                    <a16:creationId xmlns:a16="http://schemas.microsoft.com/office/drawing/2014/main" id="{C58CE296-C4A4-9096-7E14-E99D3117C573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0" name="pg1354">
                <a:extLst>
                  <a:ext uri="{FF2B5EF4-FFF2-40B4-BE49-F238E27FC236}">
                    <a16:creationId xmlns:a16="http://schemas.microsoft.com/office/drawing/2014/main" id="{1812AF2F-CC62-E0EE-5B68-1FB6683A7F9F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1" name="pg1355">
                <a:extLst>
                  <a:ext uri="{FF2B5EF4-FFF2-40B4-BE49-F238E27FC236}">
                    <a16:creationId xmlns:a16="http://schemas.microsoft.com/office/drawing/2014/main" id="{ECD62A96-8D55-57CB-763E-48B877CD44E3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2" name="pg1356">
                <a:extLst>
                  <a:ext uri="{FF2B5EF4-FFF2-40B4-BE49-F238E27FC236}">
                    <a16:creationId xmlns:a16="http://schemas.microsoft.com/office/drawing/2014/main" id="{34080405-0534-ED3F-E028-E506A1CEF4AB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3" name="pg1357">
                <a:extLst>
                  <a:ext uri="{FF2B5EF4-FFF2-40B4-BE49-F238E27FC236}">
                    <a16:creationId xmlns:a16="http://schemas.microsoft.com/office/drawing/2014/main" id="{3836F47E-DC4A-B9BC-FCA2-1337B65FB065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4" name="pg1358">
                <a:extLst>
                  <a:ext uri="{FF2B5EF4-FFF2-40B4-BE49-F238E27FC236}">
                    <a16:creationId xmlns:a16="http://schemas.microsoft.com/office/drawing/2014/main" id="{1BBD0F80-AE76-468F-8BFA-35A65F449293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5" name="pg1359">
                <a:extLst>
                  <a:ext uri="{FF2B5EF4-FFF2-40B4-BE49-F238E27FC236}">
                    <a16:creationId xmlns:a16="http://schemas.microsoft.com/office/drawing/2014/main" id="{5E16CFB6-B675-1692-02BE-016EB6217910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6" name="pg1360">
                <a:extLst>
                  <a:ext uri="{FF2B5EF4-FFF2-40B4-BE49-F238E27FC236}">
                    <a16:creationId xmlns:a16="http://schemas.microsoft.com/office/drawing/2014/main" id="{8E708ECE-03B2-6F91-28D3-81931D9EF690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7" name="pg1361">
                <a:extLst>
                  <a:ext uri="{FF2B5EF4-FFF2-40B4-BE49-F238E27FC236}">
                    <a16:creationId xmlns:a16="http://schemas.microsoft.com/office/drawing/2014/main" id="{8B5B51DA-E926-A5EB-5EC2-A41E4C3C4325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8" name="pg1362">
                <a:extLst>
                  <a:ext uri="{FF2B5EF4-FFF2-40B4-BE49-F238E27FC236}">
                    <a16:creationId xmlns:a16="http://schemas.microsoft.com/office/drawing/2014/main" id="{27F6758E-AAF1-35D9-FAEB-9C0F5A8FCCB8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9" name="pg1363">
                <a:extLst>
                  <a:ext uri="{FF2B5EF4-FFF2-40B4-BE49-F238E27FC236}">
                    <a16:creationId xmlns:a16="http://schemas.microsoft.com/office/drawing/2014/main" id="{6030A3C4-F422-5F68-022B-2F2F237D1C45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0" name="pg1364">
                <a:extLst>
                  <a:ext uri="{FF2B5EF4-FFF2-40B4-BE49-F238E27FC236}">
                    <a16:creationId xmlns:a16="http://schemas.microsoft.com/office/drawing/2014/main" id="{B3637EA4-0583-42A3-F333-4E1F49E11968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1" name="pg1365">
                <a:extLst>
                  <a:ext uri="{FF2B5EF4-FFF2-40B4-BE49-F238E27FC236}">
                    <a16:creationId xmlns:a16="http://schemas.microsoft.com/office/drawing/2014/main" id="{65DE0172-BDB4-7400-4904-022EBEA50848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2" name="pg1366">
                <a:extLst>
                  <a:ext uri="{FF2B5EF4-FFF2-40B4-BE49-F238E27FC236}">
                    <a16:creationId xmlns:a16="http://schemas.microsoft.com/office/drawing/2014/main" id="{2C410E1E-E6F5-3497-D661-2D08242591E4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3" name="pg1367">
                <a:extLst>
                  <a:ext uri="{FF2B5EF4-FFF2-40B4-BE49-F238E27FC236}">
                    <a16:creationId xmlns:a16="http://schemas.microsoft.com/office/drawing/2014/main" id="{EC0E6E0C-E058-F8BD-64AE-532653ABE13B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4" name="pg1368">
                <a:extLst>
                  <a:ext uri="{FF2B5EF4-FFF2-40B4-BE49-F238E27FC236}">
                    <a16:creationId xmlns:a16="http://schemas.microsoft.com/office/drawing/2014/main" id="{2565BA4D-AF2C-9523-1A14-D4BE0DDB190B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5" name="pg1369">
                <a:extLst>
                  <a:ext uri="{FF2B5EF4-FFF2-40B4-BE49-F238E27FC236}">
                    <a16:creationId xmlns:a16="http://schemas.microsoft.com/office/drawing/2014/main" id="{BD7D64DF-B235-E872-D5E3-8EE699AA5996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6" name="pg1370">
                <a:extLst>
                  <a:ext uri="{FF2B5EF4-FFF2-40B4-BE49-F238E27FC236}">
                    <a16:creationId xmlns:a16="http://schemas.microsoft.com/office/drawing/2014/main" id="{3D4C5998-7FDC-704F-D568-DA4D543F9B30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7" name="pg1371">
                <a:extLst>
                  <a:ext uri="{FF2B5EF4-FFF2-40B4-BE49-F238E27FC236}">
                    <a16:creationId xmlns:a16="http://schemas.microsoft.com/office/drawing/2014/main" id="{583B5DF5-AF16-C9D3-BC00-51A72E2AF997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8" name="pg1372">
                <a:extLst>
                  <a:ext uri="{FF2B5EF4-FFF2-40B4-BE49-F238E27FC236}">
                    <a16:creationId xmlns:a16="http://schemas.microsoft.com/office/drawing/2014/main" id="{92E0E5AB-4544-2C08-DF5D-163DF7153A2E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9" name="pg1373">
                <a:extLst>
                  <a:ext uri="{FF2B5EF4-FFF2-40B4-BE49-F238E27FC236}">
                    <a16:creationId xmlns:a16="http://schemas.microsoft.com/office/drawing/2014/main" id="{A757EB91-FD2C-022D-14DC-C8A4F8F0175A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0" name="pg1374">
                <a:extLst>
                  <a:ext uri="{FF2B5EF4-FFF2-40B4-BE49-F238E27FC236}">
                    <a16:creationId xmlns:a16="http://schemas.microsoft.com/office/drawing/2014/main" id="{70DDE74B-6ED9-1176-0A30-E90737EE1C2C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1" name="pg1375">
                <a:extLst>
                  <a:ext uri="{FF2B5EF4-FFF2-40B4-BE49-F238E27FC236}">
                    <a16:creationId xmlns:a16="http://schemas.microsoft.com/office/drawing/2014/main" id="{C3D62D89-9978-F105-B5CC-A06CEDB2F046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2" name="pg1376">
                <a:extLst>
                  <a:ext uri="{FF2B5EF4-FFF2-40B4-BE49-F238E27FC236}">
                    <a16:creationId xmlns:a16="http://schemas.microsoft.com/office/drawing/2014/main" id="{5FED07E7-1C82-9731-74AE-658C74C6AC2E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3" name="pg1377">
                <a:extLst>
                  <a:ext uri="{FF2B5EF4-FFF2-40B4-BE49-F238E27FC236}">
                    <a16:creationId xmlns:a16="http://schemas.microsoft.com/office/drawing/2014/main" id="{9094876D-A413-EC56-043A-795BC7EF75C4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4" name="pg1378">
                <a:extLst>
                  <a:ext uri="{FF2B5EF4-FFF2-40B4-BE49-F238E27FC236}">
                    <a16:creationId xmlns:a16="http://schemas.microsoft.com/office/drawing/2014/main" id="{C5C4CA4D-4A33-D965-77C7-B66355913AA1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5" name="pg1379">
                <a:extLst>
                  <a:ext uri="{FF2B5EF4-FFF2-40B4-BE49-F238E27FC236}">
                    <a16:creationId xmlns:a16="http://schemas.microsoft.com/office/drawing/2014/main" id="{B89710DE-CEB5-F401-C3CC-534EFFBB3A22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6" name="pg1380">
                <a:extLst>
                  <a:ext uri="{FF2B5EF4-FFF2-40B4-BE49-F238E27FC236}">
                    <a16:creationId xmlns:a16="http://schemas.microsoft.com/office/drawing/2014/main" id="{CC50896D-B982-FFAD-4FE3-EF0B3C447F8C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7" name="pg1381">
                <a:extLst>
                  <a:ext uri="{FF2B5EF4-FFF2-40B4-BE49-F238E27FC236}">
                    <a16:creationId xmlns:a16="http://schemas.microsoft.com/office/drawing/2014/main" id="{D2234B66-E02E-B7BF-29F3-FEFF5739DE16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8" name="pg1382">
                <a:extLst>
                  <a:ext uri="{FF2B5EF4-FFF2-40B4-BE49-F238E27FC236}">
                    <a16:creationId xmlns:a16="http://schemas.microsoft.com/office/drawing/2014/main" id="{254D63EB-53D1-4D17-2356-674DC298BF18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9" name="pg1383">
                <a:extLst>
                  <a:ext uri="{FF2B5EF4-FFF2-40B4-BE49-F238E27FC236}">
                    <a16:creationId xmlns:a16="http://schemas.microsoft.com/office/drawing/2014/main" id="{CC5E50E6-A1D6-FACA-EAB2-576A36A187D3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0" name="pg1384">
                <a:extLst>
                  <a:ext uri="{FF2B5EF4-FFF2-40B4-BE49-F238E27FC236}">
                    <a16:creationId xmlns:a16="http://schemas.microsoft.com/office/drawing/2014/main" id="{29B9E1AD-B9D7-BEE3-73F3-3DA797B16A08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1" name="pg1385">
                <a:extLst>
                  <a:ext uri="{FF2B5EF4-FFF2-40B4-BE49-F238E27FC236}">
                    <a16:creationId xmlns:a16="http://schemas.microsoft.com/office/drawing/2014/main" id="{7BA22A50-78AA-17C1-4D72-E6BDA6264D6F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2" name="pg1386">
                <a:extLst>
                  <a:ext uri="{FF2B5EF4-FFF2-40B4-BE49-F238E27FC236}">
                    <a16:creationId xmlns:a16="http://schemas.microsoft.com/office/drawing/2014/main" id="{5A3E52E7-28FC-B5EB-A880-93FD0026EA32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3" name="pg1387">
                <a:extLst>
                  <a:ext uri="{FF2B5EF4-FFF2-40B4-BE49-F238E27FC236}">
                    <a16:creationId xmlns:a16="http://schemas.microsoft.com/office/drawing/2014/main" id="{73EF7608-E28E-E2C1-F20A-1EA4FD7239F5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4" name="pg1388">
                <a:extLst>
                  <a:ext uri="{FF2B5EF4-FFF2-40B4-BE49-F238E27FC236}">
                    <a16:creationId xmlns:a16="http://schemas.microsoft.com/office/drawing/2014/main" id="{E45C993F-D932-39CA-E756-58858C1FBE4D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5" name="pg1389">
                <a:extLst>
                  <a:ext uri="{FF2B5EF4-FFF2-40B4-BE49-F238E27FC236}">
                    <a16:creationId xmlns:a16="http://schemas.microsoft.com/office/drawing/2014/main" id="{0FDFC0D2-281C-393A-AA5F-55DC0A8364B5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6" name="pg1390">
                <a:extLst>
                  <a:ext uri="{FF2B5EF4-FFF2-40B4-BE49-F238E27FC236}">
                    <a16:creationId xmlns:a16="http://schemas.microsoft.com/office/drawing/2014/main" id="{0CD74179-495E-5484-B0BF-4C4E34C5D3AF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7" name="pg1391">
                <a:extLst>
                  <a:ext uri="{FF2B5EF4-FFF2-40B4-BE49-F238E27FC236}">
                    <a16:creationId xmlns:a16="http://schemas.microsoft.com/office/drawing/2014/main" id="{7FCAA5EA-21A7-6943-9E85-89424C69BC8E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8" name="pg1392">
                <a:extLst>
                  <a:ext uri="{FF2B5EF4-FFF2-40B4-BE49-F238E27FC236}">
                    <a16:creationId xmlns:a16="http://schemas.microsoft.com/office/drawing/2014/main" id="{ABE119E6-8167-C6F1-ED20-3732C0EE89C9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9" name="pg1393">
                <a:extLst>
                  <a:ext uri="{FF2B5EF4-FFF2-40B4-BE49-F238E27FC236}">
                    <a16:creationId xmlns:a16="http://schemas.microsoft.com/office/drawing/2014/main" id="{1F24AC54-83FB-07E2-65BC-16A0B99FAC39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0" name="pg1394">
                <a:extLst>
                  <a:ext uri="{FF2B5EF4-FFF2-40B4-BE49-F238E27FC236}">
                    <a16:creationId xmlns:a16="http://schemas.microsoft.com/office/drawing/2014/main" id="{DACC9CEF-E507-DAE7-2656-01C8756B4723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1" name="pg1395">
                <a:extLst>
                  <a:ext uri="{FF2B5EF4-FFF2-40B4-BE49-F238E27FC236}">
                    <a16:creationId xmlns:a16="http://schemas.microsoft.com/office/drawing/2014/main" id="{58837E1C-BBAD-C782-BB1E-703FA4C74F31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2" name="pg1396">
                <a:extLst>
                  <a:ext uri="{FF2B5EF4-FFF2-40B4-BE49-F238E27FC236}">
                    <a16:creationId xmlns:a16="http://schemas.microsoft.com/office/drawing/2014/main" id="{67F431B3-9B3B-69D6-BE40-DDE187D0565C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3" name="pg1397">
                <a:extLst>
                  <a:ext uri="{FF2B5EF4-FFF2-40B4-BE49-F238E27FC236}">
                    <a16:creationId xmlns:a16="http://schemas.microsoft.com/office/drawing/2014/main" id="{AEC5CB3C-5A1E-BA6E-72AA-F8258C46D801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4" name="pg1398">
                <a:extLst>
                  <a:ext uri="{FF2B5EF4-FFF2-40B4-BE49-F238E27FC236}">
                    <a16:creationId xmlns:a16="http://schemas.microsoft.com/office/drawing/2014/main" id="{514EEE5C-EFE9-703F-29BB-5512413CB078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5" name="pg1399">
                <a:extLst>
                  <a:ext uri="{FF2B5EF4-FFF2-40B4-BE49-F238E27FC236}">
                    <a16:creationId xmlns:a16="http://schemas.microsoft.com/office/drawing/2014/main" id="{A07097AC-39E4-3FA7-BFAB-70BC06410B5D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6" name="pg1400">
                <a:extLst>
                  <a:ext uri="{FF2B5EF4-FFF2-40B4-BE49-F238E27FC236}">
                    <a16:creationId xmlns:a16="http://schemas.microsoft.com/office/drawing/2014/main" id="{C5F55CC0-3B62-1AE3-F34D-33AD68CB9579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7" name="pg1401">
                <a:extLst>
                  <a:ext uri="{FF2B5EF4-FFF2-40B4-BE49-F238E27FC236}">
                    <a16:creationId xmlns:a16="http://schemas.microsoft.com/office/drawing/2014/main" id="{204F9052-C024-6BD7-5C71-B2BA7ED5EE44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8" name="pg1402">
                <a:extLst>
                  <a:ext uri="{FF2B5EF4-FFF2-40B4-BE49-F238E27FC236}">
                    <a16:creationId xmlns:a16="http://schemas.microsoft.com/office/drawing/2014/main" id="{40B7A675-662E-C7CD-33B2-C515AFE02892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9" name="pg1403">
                <a:extLst>
                  <a:ext uri="{FF2B5EF4-FFF2-40B4-BE49-F238E27FC236}">
                    <a16:creationId xmlns:a16="http://schemas.microsoft.com/office/drawing/2014/main" id="{C3366652-11B0-3F44-3154-904E1F35C67F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0" name="pg1404">
                <a:extLst>
                  <a:ext uri="{FF2B5EF4-FFF2-40B4-BE49-F238E27FC236}">
                    <a16:creationId xmlns:a16="http://schemas.microsoft.com/office/drawing/2014/main" id="{E7890FC0-CFD9-26A4-70E9-3F2416F9031A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1" name="pg1405">
                <a:extLst>
                  <a:ext uri="{FF2B5EF4-FFF2-40B4-BE49-F238E27FC236}">
                    <a16:creationId xmlns:a16="http://schemas.microsoft.com/office/drawing/2014/main" id="{998FAF2E-77FC-7A0E-7D51-E7BBEF61D72B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2" name="pg1406">
                <a:extLst>
                  <a:ext uri="{FF2B5EF4-FFF2-40B4-BE49-F238E27FC236}">
                    <a16:creationId xmlns:a16="http://schemas.microsoft.com/office/drawing/2014/main" id="{EDE9A7AB-58EE-C4A6-E9FE-4DBCBA6AEC4D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3" name="pg1407">
                <a:extLst>
                  <a:ext uri="{FF2B5EF4-FFF2-40B4-BE49-F238E27FC236}">
                    <a16:creationId xmlns:a16="http://schemas.microsoft.com/office/drawing/2014/main" id="{C8E376D1-FFC2-80D5-139F-FBA6A7C6B3F7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4" name="pg1408">
                <a:extLst>
                  <a:ext uri="{FF2B5EF4-FFF2-40B4-BE49-F238E27FC236}">
                    <a16:creationId xmlns:a16="http://schemas.microsoft.com/office/drawing/2014/main" id="{0DAB7566-D86E-393D-AE3C-75EBFDEE39B6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5" name="pg1409">
                <a:extLst>
                  <a:ext uri="{FF2B5EF4-FFF2-40B4-BE49-F238E27FC236}">
                    <a16:creationId xmlns:a16="http://schemas.microsoft.com/office/drawing/2014/main" id="{FFB399DC-4004-ABCA-DDDA-3C5F10E0722F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6" name="pg1410">
                <a:extLst>
                  <a:ext uri="{FF2B5EF4-FFF2-40B4-BE49-F238E27FC236}">
                    <a16:creationId xmlns:a16="http://schemas.microsoft.com/office/drawing/2014/main" id="{802B287B-0F34-FE75-C9BC-70D1D1D36197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7" name="pg1411">
                <a:extLst>
                  <a:ext uri="{FF2B5EF4-FFF2-40B4-BE49-F238E27FC236}">
                    <a16:creationId xmlns:a16="http://schemas.microsoft.com/office/drawing/2014/main" id="{3DBA0227-9142-E061-265C-2481CB8FFE50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8" name="pg1412">
                <a:extLst>
                  <a:ext uri="{FF2B5EF4-FFF2-40B4-BE49-F238E27FC236}">
                    <a16:creationId xmlns:a16="http://schemas.microsoft.com/office/drawing/2014/main" id="{FAE948A3-3854-CDD6-CF91-11445F8A19FF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9" name="pg1413">
                <a:extLst>
                  <a:ext uri="{FF2B5EF4-FFF2-40B4-BE49-F238E27FC236}">
                    <a16:creationId xmlns:a16="http://schemas.microsoft.com/office/drawing/2014/main" id="{A6599D5B-4A3B-2D3A-7B65-C5AAA32D10A7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0" name="pg1414">
                <a:extLst>
                  <a:ext uri="{FF2B5EF4-FFF2-40B4-BE49-F238E27FC236}">
                    <a16:creationId xmlns:a16="http://schemas.microsoft.com/office/drawing/2014/main" id="{8F6C22A8-D679-DE28-317D-065E2285F713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1" name="pg1415">
                <a:extLst>
                  <a:ext uri="{FF2B5EF4-FFF2-40B4-BE49-F238E27FC236}">
                    <a16:creationId xmlns:a16="http://schemas.microsoft.com/office/drawing/2014/main" id="{64D42E89-BD1E-8B13-5B19-87001D1A7B5B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2" name="pg1416">
                <a:extLst>
                  <a:ext uri="{FF2B5EF4-FFF2-40B4-BE49-F238E27FC236}">
                    <a16:creationId xmlns:a16="http://schemas.microsoft.com/office/drawing/2014/main" id="{ED0C6744-734B-D67E-622D-134BFC097747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3" name="pg1417">
                <a:extLst>
                  <a:ext uri="{FF2B5EF4-FFF2-40B4-BE49-F238E27FC236}">
                    <a16:creationId xmlns:a16="http://schemas.microsoft.com/office/drawing/2014/main" id="{7519331F-AA2C-EB4B-6E11-D19DDA1FF127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4" name="pg1418">
                <a:extLst>
                  <a:ext uri="{FF2B5EF4-FFF2-40B4-BE49-F238E27FC236}">
                    <a16:creationId xmlns:a16="http://schemas.microsoft.com/office/drawing/2014/main" id="{782BA078-9D07-53D3-0F2A-831F55CF990B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5" name="pg1419">
                <a:extLst>
                  <a:ext uri="{FF2B5EF4-FFF2-40B4-BE49-F238E27FC236}">
                    <a16:creationId xmlns:a16="http://schemas.microsoft.com/office/drawing/2014/main" id="{AE7491A7-B36C-A9CD-CB8E-8A07700BF79B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6" name="pg1420">
                <a:extLst>
                  <a:ext uri="{FF2B5EF4-FFF2-40B4-BE49-F238E27FC236}">
                    <a16:creationId xmlns:a16="http://schemas.microsoft.com/office/drawing/2014/main" id="{D356C148-D0BF-CC74-E502-74CB4DB88032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7" name="pg1421">
                <a:extLst>
                  <a:ext uri="{FF2B5EF4-FFF2-40B4-BE49-F238E27FC236}">
                    <a16:creationId xmlns:a16="http://schemas.microsoft.com/office/drawing/2014/main" id="{7A7D9BC4-A032-AB70-BCA2-9F00BE5C1283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8" name="pg1422">
                <a:extLst>
                  <a:ext uri="{FF2B5EF4-FFF2-40B4-BE49-F238E27FC236}">
                    <a16:creationId xmlns:a16="http://schemas.microsoft.com/office/drawing/2014/main" id="{D9EECD47-FE40-DA58-032D-0646742F1D66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9" name="pg1423">
                <a:extLst>
                  <a:ext uri="{FF2B5EF4-FFF2-40B4-BE49-F238E27FC236}">
                    <a16:creationId xmlns:a16="http://schemas.microsoft.com/office/drawing/2014/main" id="{502C837B-0327-83B7-190D-3416D571C8BE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0" name="pg1424">
                <a:extLst>
                  <a:ext uri="{FF2B5EF4-FFF2-40B4-BE49-F238E27FC236}">
                    <a16:creationId xmlns:a16="http://schemas.microsoft.com/office/drawing/2014/main" id="{67307239-448C-8BA9-0D48-1149D0ECBF26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1" name="pg1425">
                <a:extLst>
                  <a:ext uri="{FF2B5EF4-FFF2-40B4-BE49-F238E27FC236}">
                    <a16:creationId xmlns:a16="http://schemas.microsoft.com/office/drawing/2014/main" id="{04005320-4DBF-55A3-CFCE-42C96294DCAE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2" name="pg1426">
                <a:extLst>
                  <a:ext uri="{FF2B5EF4-FFF2-40B4-BE49-F238E27FC236}">
                    <a16:creationId xmlns:a16="http://schemas.microsoft.com/office/drawing/2014/main" id="{9DB5BB1C-0FAD-2FC7-A562-76C0078C063A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3" name="pg1427">
                <a:extLst>
                  <a:ext uri="{FF2B5EF4-FFF2-40B4-BE49-F238E27FC236}">
                    <a16:creationId xmlns:a16="http://schemas.microsoft.com/office/drawing/2014/main" id="{9301CDC9-2E99-3771-9FF0-D2D85281F744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4" name="pg1428">
                <a:extLst>
                  <a:ext uri="{FF2B5EF4-FFF2-40B4-BE49-F238E27FC236}">
                    <a16:creationId xmlns:a16="http://schemas.microsoft.com/office/drawing/2014/main" id="{88924CBE-6A8C-0DA6-2738-57D2B00459D1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5" name="pg1429">
                <a:extLst>
                  <a:ext uri="{FF2B5EF4-FFF2-40B4-BE49-F238E27FC236}">
                    <a16:creationId xmlns:a16="http://schemas.microsoft.com/office/drawing/2014/main" id="{4649CF10-4428-9998-A5F6-D34FF7158231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6" name="pg1430">
                <a:extLst>
                  <a:ext uri="{FF2B5EF4-FFF2-40B4-BE49-F238E27FC236}">
                    <a16:creationId xmlns:a16="http://schemas.microsoft.com/office/drawing/2014/main" id="{51CE48BB-8D1A-AEFB-DEDF-FAEAABEE0210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7" name="pg1431">
                <a:extLst>
                  <a:ext uri="{FF2B5EF4-FFF2-40B4-BE49-F238E27FC236}">
                    <a16:creationId xmlns:a16="http://schemas.microsoft.com/office/drawing/2014/main" id="{0C8B3293-D030-0801-840E-C34EA7FC5BD1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8" name="pg1432">
                <a:extLst>
                  <a:ext uri="{FF2B5EF4-FFF2-40B4-BE49-F238E27FC236}">
                    <a16:creationId xmlns:a16="http://schemas.microsoft.com/office/drawing/2014/main" id="{A4107E39-A652-E9C0-DECB-E2E6873DA93C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9" name="pg1433">
                <a:extLst>
                  <a:ext uri="{FF2B5EF4-FFF2-40B4-BE49-F238E27FC236}">
                    <a16:creationId xmlns:a16="http://schemas.microsoft.com/office/drawing/2014/main" id="{0D8CD143-C82E-9216-7251-851FFB96D92D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0" name="pg1434">
                <a:extLst>
                  <a:ext uri="{FF2B5EF4-FFF2-40B4-BE49-F238E27FC236}">
                    <a16:creationId xmlns:a16="http://schemas.microsoft.com/office/drawing/2014/main" id="{01A17198-FB7D-8877-F599-4A9FDA85DEF0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1" name="pg1435">
                <a:extLst>
                  <a:ext uri="{FF2B5EF4-FFF2-40B4-BE49-F238E27FC236}">
                    <a16:creationId xmlns:a16="http://schemas.microsoft.com/office/drawing/2014/main" id="{A094A859-A388-6379-CD10-F4D702967B16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2" name="pg1436">
                <a:extLst>
                  <a:ext uri="{FF2B5EF4-FFF2-40B4-BE49-F238E27FC236}">
                    <a16:creationId xmlns:a16="http://schemas.microsoft.com/office/drawing/2014/main" id="{7BD306A0-A119-E58C-3258-0971CB9FD372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3" name="pg1437">
                <a:extLst>
                  <a:ext uri="{FF2B5EF4-FFF2-40B4-BE49-F238E27FC236}">
                    <a16:creationId xmlns:a16="http://schemas.microsoft.com/office/drawing/2014/main" id="{4780B482-B455-50E9-3D06-7FE12EE27551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4" name="pg1438">
                <a:extLst>
                  <a:ext uri="{FF2B5EF4-FFF2-40B4-BE49-F238E27FC236}">
                    <a16:creationId xmlns:a16="http://schemas.microsoft.com/office/drawing/2014/main" id="{1B41BEFE-FC57-756D-7AA8-FCA6D0A71B22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5" name="pg1439">
                <a:extLst>
                  <a:ext uri="{FF2B5EF4-FFF2-40B4-BE49-F238E27FC236}">
                    <a16:creationId xmlns:a16="http://schemas.microsoft.com/office/drawing/2014/main" id="{F94937F9-2FF2-45CB-291D-A37EA11C337B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6" name="pg1440">
                <a:extLst>
                  <a:ext uri="{FF2B5EF4-FFF2-40B4-BE49-F238E27FC236}">
                    <a16:creationId xmlns:a16="http://schemas.microsoft.com/office/drawing/2014/main" id="{8E786D7A-7EB6-FBA3-812C-227CCB07BF11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7" name="pg1441">
                <a:extLst>
                  <a:ext uri="{FF2B5EF4-FFF2-40B4-BE49-F238E27FC236}">
                    <a16:creationId xmlns:a16="http://schemas.microsoft.com/office/drawing/2014/main" id="{9CE64EEA-64CE-8C5B-3355-E3BD25A42CD6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8" name="pg1442">
                <a:extLst>
                  <a:ext uri="{FF2B5EF4-FFF2-40B4-BE49-F238E27FC236}">
                    <a16:creationId xmlns:a16="http://schemas.microsoft.com/office/drawing/2014/main" id="{6CEF6153-24B5-20FD-46D5-4FC5439D37B8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9" name="pg1443">
                <a:extLst>
                  <a:ext uri="{FF2B5EF4-FFF2-40B4-BE49-F238E27FC236}">
                    <a16:creationId xmlns:a16="http://schemas.microsoft.com/office/drawing/2014/main" id="{4D013322-63C0-BD1E-FE68-4D2FE3236339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0" name="pg1444">
                <a:extLst>
                  <a:ext uri="{FF2B5EF4-FFF2-40B4-BE49-F238E27FC236}">
                    <a16:creationId xmlns:a16="http://schemas.microsoft.com/office/drawing/2014/main" id="{8A1ACB81-5D9F-1B91-E360-AC80DC60B123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1" name="pg1445">
                <a:extLst>
                  <a:ext uri="{FF2B5EF4-FFF2-40B4-BE49-F238E27FC236}">
                    <a16:creationId xmlns:a16="http://schemas.microsoft.com/office/drawing/2014/main" id="{62CE3088-405D-4018-B308-C5BD7DF1D5E7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2" name="pg1446">
                <a:extLst>
                  <a:ext uri="{FF2B5EF4-FFF2-40B4-BE49-F238E27FC236}">
                    <a16:creationId xmlns:a16="http://schemas.microsoft.com/office/drawing/2014/main" id="{91F61FCC-9B68-C685-DE12-9B844917C4AE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3" name="pg1447">
                <a:extLst>
                  <a:ext uri="{FF2B5EF4-FFF2-40B4-BE49-F238E27FC236}">
                    <a16:creationId xmlns:a16="http://schemas.microsoft.com/office/drawing/2014/main" id="{26E720E6-37A5-6F76-7711-EE3C2D34519D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4" name="pg1448">
                <a:extLst>
                  <a:ext uri="{FF2B5EF4-FFF2-40B4-BE49-F238E27FC236}">
                    <a16:creationId xmlns:a16="http://schemas.microsoft.com/office/drawing/2014/main" id="{19E6370F-F9B3-27C0-451F-E0A80AEBBB27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5" name="pg1449">
                <a:extLst>
                  <a:ext uri="{FF2B5EF4-FFF2-40B4-BE49-F238E27FC236}">
                    <a16:creationId xmlns:a16="http://schemas.microsoft.com/office/drawing/2014/main" id="{DBB87301-F228-FA8F-38CD-08586796EABE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6" name="pg1450">
                <a:extLst>
                  <a:ext uri="{FF2B5EF4-FFF2-40B4-BE49-F238E27FC236}">
                    <a16:creationId xmlns:a16="http://schemas.microsoft.com/office/drawing/2014/main" id="{544CE16A-B00D-A673-D348-AC1F9823BC0B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7" name="pg1451">
                <a:extLst>
                  <a:ext uri="{FF2B5EF4-FFF2-40B4-BE49-F238E27FC236}">
                    <a16:creationId xmlns:a16="http://schemas.microsoft.com/office/drawing/2014/main" id="{BA52C687-C0FE-D881-354D-CE99BFF51167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8" name="pg1452">
                <a:extLst>
                  <a:ext uri="{FF2B5EF4-FFF2-40B4-BE49-F238E27FC236}">
                    <a16:creationId xmlns:a16="http://schemas.microsoft.com/office/drawing/2014/main" id="{DE10245B-CE0C-03F0-FC19-0A532668F9EA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9" name="pg1453">
                <a:extLst>
                  <a:ext uri="{FF2B5EF4-FFF2-40B4-BE49-F238E27FC236}">
                    <a16:creationId xmlns:a16="http://schemas.microsoft.com/office/drawing/2014/main" id="{2ED2F9F5-E97B-DB7F-481E-E27016CF8896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0" name="pg1454">
                <a:extLst>
                  <a:ext uri="{FF2B5EF4-FFF2-40B4-BE49-F238E27FC236}">
                    <a16:creationId xmlns:a16="http://schemas.microsoft.com/office/drawing/2014/main" id="{26068BCC-6387-8EF0-2621-F9D81A54C2AB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1" name="pg1455">
                <a:extLst>
                  <a:ext uri="{FF2B5EF4-FFF2-40B4-BE49-F238E27FC236}">
                    <a16:creationId xmlns:a16="http://schemas.microsoft.com/office/drawing/2014/main" id="{1A2A075B-1F27-FEFC-B38D-910D9DD616DE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2" name="pg1456">
                <a:extLst>
                  <a:ext uri="{FF2B5EF4-FFF2-40B4-BE49-F238E27FC236}">
                    <a16:creationId xmlns:a16="http://schemas.microsoft.com/office/drawing/2014/main" id="{A9412D96-B8BC-8CCA-2A03-49EA1E50DD13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3" name="pg1457">
                <a:extLst>
                  <a:ext uri="{FF2B5EF4-FFF2-40B4-BE49-F238E27FC236}">
                    <a16:creationId xmlns:a16="http://schemas.microsoft.com/office/drawing/2014/main" id="{4DB93E2D-823D-BCA1-FA4D-22938BFE9E1D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4" name="pg1458">
                <a:extLst>
                  <a:ext uri="{FF2B5EF4-FFF2-40B4-BE49-F238E27FC236}">
                    <a16:creationId xmlns:a16="http://schemas.microsoft.com/office/drawing/2014/main" id="{C83F04F3-61AA-A3CA-07AC-E518CB6F4877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5" name="pg1459">
                <a:extLst>
                  <a:ext uri="{FF2B5EF4-FFF2-40B4-BE49-F238E27FC236}">
                    <a16:creationId xmlns:a16="http://schemas.microsoft.com/office/drawing/2014/main" id="{7B3BCE93-2692-B26D-2619-B0B423095A40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6" name="pg1460">
                <a:extLst>
                  <a:ext uri="{FF2B5EF4-FFF2-40B4-BE49-F238E27FC236}">
                    <a16:creationId xmlns:a16="http://schemas.microsoft.com/office/drawing/2014/main" id="{DE4D9567-9643-4E65-6FD5-5AF0FF96C61B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7" name="pg1461">
                <a:extLst>
                  <a:ext uri="{FF2B5EF4-FFF2-40B4-BE49-F238E27FC236}">
                    <a16:creationId xmlns:a16="http://schemas.microsoft.com/office/drawing/2014/main" id="{C9174CA6-E1CB-4C4B-0123-AC4519449AE4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8" name="pg1462">
                <a:extLst>
                  <a:ext uri="{FF2B5EF4-FFF2-40B4-BE49-F238E27FC236}">
                    <a16:creationId xmlns:a16="http://schemas.microsoft.com/office/drawing/2014/main" id="{FBBB8E95-B0FF-1683-A735-206710202A2C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9" name="pg1463">
                <a:extLst>
                  <a:ext uri="{FF2B5EF4-FFF2-40B4-BE49-F238E27FC236}">
                    <a16:creationId xmlns:a16="http://schemas.microsoft.com/office/drawing/2014/main" id="{24746BFA-41EA-18B1-9698-684721121B08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0" name="pg1464">
                <a:extLst>
                  <a:ext uri="{FF2B5EF4-FFF2-40B4-BE49-F238E27FC236}">
                    <a16:creationId xmlns:a16="http://schemas.microsoft.com/office/drawing/2014/main" id="{FDA080FD-5DCC-F41F-E447-9153605731EB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1" name="pg1465">
                <a:extLst>
                  <a:ext uri="{FF2B5EF4-FFF2-40B4-BE49-F238E27FC236}">
                    <a16:creationId xmlns:a16="http://schemas.microsoft.com/office/drawing/2014/main" id="{794BD40E-1A1A-25F1-DE78-C111D0844B0D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2" name="pg1466">
                <a:extLst>
                  <a:ext uri="{FF2B5EF4-FFF2-40B4-BE49-F238E27FC236}">
                    <a16:creationId xmlns:a16="http://schemas.microsoft.com/office/drawing/2014/main" id="{705B52A4-7F15-E04A-4491-223A9ADA91EF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3" name="pg1467">
                <a:extLst>
                  <a:ext uri="{FF2B5EF4-FFF2-40B4-BE49-F238E27FC236}">
                    <a16:creationId xmlns:a16="http://schemas.microsoft.com/office/drawing/2014/main" id="{BD971E7A-927D-43BD-B461-3B48D78289FB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4" name="pg1468">
                <a:extLst>
                  <a:ext uri="{FF2B5EF4-FFF2-40B4-BE49-F238E27FC236}">
                    <a16:creationId xmlns:a16="http://schemas.microsoft.com/office/drawing/2014/main" id="{E134CA93-6578-EF0C-623E-2FED4840B0A9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5" name="pg1469">
                <a:extLst>
                  <a:ext uri="{FF2B5EF4-FFF2-40B4-BE49-F238E27FC236}">
                    <a16:creationId xmlns:a16="http://schemas.microsoft.com/office/drawing/2014/main" id="{6BFE8561-1767-2DC1-B8FC-FB4D20C3E388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6" name="pg1470">
                <a:extLst>
                  <a:ext uri="{FF2B5EF4-FFF2-40B4-BE49-F238E27FC236}">
                    <a16:creationId xmlns:a16="http://schemas.microsoft.com/office/drawing/2014/main" id="{C8F54850-A53C-5DC2-D7ED-43BF8AE92CD9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7" name="pg1471">
                <a:extLst>
                  <a:ext uri="{FF2B5EF4-FFF2-40B4-BE49-F238E27FC236}">
                    <a16:creationId xmlns:a16="http://schemas.microsoft.com/office/drawing/2014/main" id="{FE473903-26D4-9660-EDCA-9FB8B04E784A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8" name="pg1472">
                <a:extLst>
                  <a:ext uri="{FF2B5EF4-FFF2-40B4-BE49-F238E27FC236}">
                    <a16:creationId xmlns:a16="http://schemas.microsoft.com/office/drawing/2014/main" id="{C05EEEAE-DF0D-4C21-E3D8-A4C9DA91E70A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9" name="pg1473">
                <a:extLst>
                  <a:ext uri="{FF2B5EF4-FFF2-40B4-BE49-F238E27FC236}">
                    <a16:creationId xmlns:a16="http://schemas.microsoft.com/office/drawing/2014/main" id="{69026A01-6391-5EF9-B9FD-801D9F66B466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0" name="pg1474">
                <a:extLst>
                  <a:ext uri="{FF2B5EF4-FFF2-40B4-BE49-F238E27FC236}">
                    <a16:creationId xmlns:a16="http://schemas.microsoft.com/office/drawing/2014/main" id="{289179C5-72AF-ABDE-46C3-4709A3FCFCF5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1" name="pg1475">
                <a:extLst>
                  <a:ext uri="{FF2B5EF4-FFF2-40B4-BE49-F238E27FC236}">
                    <a16:creationId xmlns:a16="http://schemas.microsoft.com/office/drawing/2014/main" id="{4D96FEC9-A13D-9C86-4259-C22D85B128FF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2" name="pg1476">
                <a:extLst>
                  <a:ext uri="{FF2B5EF4-FFF2-40B4-BE49-F238E27FC236}">
                    <a16:creationId xmlns:a16="http://schemas.microsoft.com/office/drawing/2014/main" id="{6D3E5C1E-7CE8-D2D9-C114-CF4C943BF730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3" name="pg1477">
                <a:extLst>
                  <a:ext uri="{FF2B5EF4-FFF2-40B4-BE49-F238E27FC236}">
                    <a16:creationId xmlns:a16="http://schemas.microsoft.com/office/drawing/2014/main" id="{6C30B04E-59C6-A935-091F-EB521E148A77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4" name="pg1478">
                <a:extLst>
                  <a:ext uri="{FF2B5EF4-FFF2-40B4-BE49-F238E27FC236}">
                    <a16:creationId xmlns:a16="http://schemas.microsoft.com/office/drawing/2014/main" id="{73F0B3CD-42AC-9E8C-8D74-3F3E3B9F2745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5" name="pg1479">
                <a:extLst>
                  <a:ext uri="{FF2B5EF4-FFF2-40B4-BE49-F238E27FC236}">
                    <a16:creationId xmlns:a16="http://schemas.microsoft.com/office/drawing/2014/main" id="{FA686939-8D23-EEBA-A64F-DB8130023C84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6" name="pg1480">
                <a:extLst>
                  <a:ext uri="{FF2B5EF4-FFF2-40B4-BE49-F238E27FC236}">
                    <a16:creationId xmlns:a16="http://schemas.microsoft.com/office/drawing/2014/main" id="{11554B78-0C71-A2A7-CBE1-E972B545AB83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7" name="pg1481">
                <a:extLst>
                  <a:ext uri="{FF2B5EF4-FFF2-40B4-BE49-F238E27FC236}">
                    <a16:creationId xmlns:a16="http://schemas.microsoft.com/office/drawing/2014/main" id="{0F64117F-4095-A165-F077-B5F0A7998DAD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8" name="pg1482">
                <a:extLst>
                  <a:ext uri="{FF2B5EF4-FFF2-40B4-BE49-F238E27FC236}">
                    <a16:creationId xmlns:a16="http://schemas.microsoft.com/office/drawing/2014/main" id="{524DD7D6-118B-9C64-5FFB-FBF4C1F0A743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9" name="pg1483">
                <a:extLst>
                  <a:ext uri="{FF2B5EF4-FFF2-40B4-BE49-F238E27FC236}">
                    <a16:creationId xmlns:a16="http://schemas.microsoft.com/office/drawing/2014/main" id="{ED6DDCFD-36F4-0644-C28B-DB2607C3C358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0" name="pg1484">
                <a:extLst>
                  <a:ext uri="{FF2B5EF4-FFF2-40B4-BE49-F238E27FC236}">
                    <a16:creationId xmlns:a16="http://schemas.microsoft.com/office/drawing/2014/main" id="{E78245FD-4513-2FBC-FA44-16465A9033AA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1" name="pg1485">
                <a:extLst>
                  <a:ext uri="{FF2B5EF4-FFF2-40B4-BE49-F238E27FC236}">
                    <a16:creationId xmlns:a16="http://schemas.microsoft.com/office/drawing/2014/main" id="{BE7F513C-3597-350F-7776-B026300542F9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2" name="pg1486">
                <a:extLst>
                  <a:ext uri="{FF2B5EF4-FFF2-40B4-BE49-F238E27FC236}">
                    <a16:creationId xmlns:a16="http://schemas.microsoft.com/office/drawing/2014/main" id="{0373B00F-D3C5-E7C7-F0C8-456675587C3E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3" name="pg1487">
                <a:extLst>
                  <a:ext uri="{FF2B5EF4-FFF2-40B4-BE49-F238E27FC236}">
                    <a16:creationId xmlns:a16="http://schemas.microsoft.com/office/drawing/2014/main" id="{C47A5917-972C-6F5A-0131-99E85A61915A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4" name="pg1488">
                <a:extLst>
                  <a:ext uri="{FF2B5EF4-FFF2-40B4-BE49-F238E27FC236}">
                    <a16:creationId xmlns:a16="http://schemas.microsoft.com/office/drawing/2014/main" id="{FF9BAE93-0840-B7CA-C9A8-26EB557B0B15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5" name="pg1489">
                <a:extLst>
                  <a:ext uri="{FF2B5EF4-FFF2-40B4-BE49-F238E27FC236}">
                    <a16:creationId xmlns:a16="http://schemas.microsoft.com/office/drawing/2014/main" id="{0741C36E-EDD3-8E07-C4B6-5F32A0B3BB1F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6" name="pg1490">
                <a:extLst>
                  <a:ext uri="{FF2B5EF4-FFF2-40B4-BE49-F238E27FC236}">
                    <a16:creationId xmlns:a16="http://schemas.microsoft.com/office/drawing/2014/main" id="{C80EDF94-503E-AFE1-6C9F-6883818C4CCB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7" name="pg1491">
                <a:extLst>
                  <a:ext uri="{FF2B5EF4-FFF2-40B4-BE49-F238E27FC236}">
                    <a16:creationId xmlns:a16="http://schemas.microsoft.com/office/drawing/2014/main" id="{B5C85F41-D490-3CA4-3222-F8A0B87FA42D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8" name="pg1492">
                <a:extLst>
                  <a:ext uri="{FF2B5EF4-FFF2-40B4-BE49-F238E27FC236}">
                    <a16:creationId xmlns:a16="http://schemas.microsoft.com/office/drawing/2014/main" id="{012EFA7A-E856-B842-F14B-0CC6C497879B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9" name="pg1493">
                <a:extLst>
                  <a:ext uri="{FF2B5EF4-FFF2-40B4-BE49-F238E27FC236}">
                    <a16:creationId xmlns:a16="http://schemas.microsoft.com/office/drawing/2014/main" id="{EFA63720-6FAB-6083-33ED-72E97059164B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0" name="pg1494">
                <a:extLst>
                  <a:ext uri="{FF2B5EF4-FFF2-40B4-BE49-F238E27FC236}">
                    <a16:creationId xmlns:a16="http://schemas.microsoft.com/office/drawing/2014/main" id="{A2EFA1EF-343D-57E4-EAA9-5343BEFE6511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1" name="pg1495">
                <a:extLst>
                  <a:ext uri="{FF2B5EF4-FFF2-40B4-BE49-F238E27FC236}">
                    <a16:creationId xmlns:a16="http://schemas.microsoft.com/office/drawing/2014/main" id="{2F1FBCB1-32CB-3E2A-A228-A9FC32F0A01C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2" name="pg1496">
                <a:extLst>
                  <a:ext uri="{FF2B5EF4-FFF2-40B4-BE49-F238E27FC236}">
                    <a16:creationId xmlns:a16="http://schemas.microsoft.com/office/drawing/2014/main" id="{D537D7D8-765F-937C-57B5-82C1AE313550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3" name="pg1497">
                <a:extLst>
                  <a:ext uri="{FF2B5EF4-FFF2-40B4-BE49-F238E27FC236}">
                    <a16:creationId xmlns:a16="http://schemas.microsoft.com/office/drawing/2014/main" id="{12B948D4-F314-3FB2-5932-CDB0A93F639A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4" name="pg1498">
                <a:extLst>
                  <a:ext uri="{FF2B5EF4-FFF2-40B4-BE49-F238E27FC236}">
                    <a16:creationId xmlns:a16="http://schemas.microsoft.com/office/drawing/2014/main" id="{59DCE894-9620-F321-3328-6E387C6BBBC5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5" name="pg1499">
                <a:extLst>
                  <a:ext uri="{FF2B5EF4-FFF2-40B4-BE49-F238E27FC236}">
                    <a16:creationId xmlns:a16="http://schemas.microsoft.com/office/drawing/2014/main" id="{D1630A7F-AB1B-7DB6-7D6A-8B6CBD59635A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6" name="pg1500">
                <a:extLst>
                  <a:ext uri="{FF2B5EF4-FFF2-40B4-BE49-F238E27FC236}">
                    <a16:creationId xmlns:a16="http://schemas.microsoft.com/office/drawing/2014/main" id="{480AF3FE-ED1C-09CC-4099-D9C60A6333BA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7" name="pg1501">
                <a:extLst>
                  <a:ext uri="{FF2B5EF4-FFF2-40B4-BE49-F238E27FC236}">
                    <a16:creationId xmlns:a16="http://schemas.microsoft.com/office/drawing/2014/main" id="{DCEFA70E-191C-FBD1-9EC2-90D2F8725137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8" name="pg1502">
                <a:extLst>
                  <a:ext uri="{FF2B5EF4-FFF2-40B4-BE49-F238E27FC236}">
                    <a16:creationId xmlns:a16="http://schemas.microsoft.com/office/drawing/2014/main" id="{6644472B-F76A-819B-BF32-ECB775C632E5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9" name="pg1503">
                <a:extLst>
                  <a:ext uri="{FF2B5EF4-FFF2-40B4-BE49-F238E27FC236}">
                    <a16:creationId xmlns:a16="http://schemas.microsoft.com/office/drawing/2014/main" id="{4A027F73-5CCE-6E26-526E-40E023C461C0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0" name="pg1504">
                <a:extLst>
                  <a:ext uri="{FF2B5EF4-FFF2-40B4-BE49-F238E27FC236}">
                    <a16:creationId xmlns:a16="http://schemas.microsoft.com/office/drawing/2014/main" id="{DD67112F-83A5-01AF-DDE2-4B7E4DA5ECCC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1" name="pg1505">
                <a:extLst>
                  <a:ext uri="{FF2B5EF4-FFF2-40B4-BE49-F238E27FC236}">
                    <a16:creationId xmlns:a16="http://schemas.microsoft.com/office/drawing/2014/main" id="{4A7BDA33-16CA-39A2-14D4-944A14C2A8BA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2" name="pg1506">
                <a:extLst>
                  <a:ext uri="{FF2B5EF4-FFF2-40B4-BE49-F238E27FC236}">
                    <a16:creationId xmlns:a16="http://schemas.microsoft.com/office/drawing/2014/main" id="{ED5FCAA5-56C9-DE75-5833-C3096EA2D75C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3" name="pg1507">
                <a:extLst>
                  <a:ext uri="{FF2B5EF4-FFF2-40B4-BE49-F238E27FC236}">
                    <a16:creationId xmlns:a16="http://schemas.microsoft.com/office/drawing/2014/main" id="{30DD25CC-6639-6113-08A2-E0E220872542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4" name="pg1508">
                <a:extLst>
                  <a:ext uri="{FF2B5EF4-FFF2-40B4-BE49-F238E27FC236}">
                    <a16:creationId xmlns:a16="http://schemas.microsoft.com/office/drawing/2014/main" id="{95FBD1A6-D4F1-D89E-BCB2-B45D1D0CC301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5" name="pg1509">
                <a:extLst>
                  <a:ext uri="{FF2B5EF4-FFF2-40B4-BE49-F238E27FC236}">
                    <a16:creationId xmlns:a16="http://schemas.microsoft.com/office/drawing/2014/main" id="{C424C990-BBC5-6FC7-FBFF-52B3B3CDBE5D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6" name="pg1510">
                <a:extLst>
                  <a:ext uri="{FF2B5EF4-FFF2-40B4-BE49-F238E27FC236}">
                    <a16:creationId xmlns:a16="http://schemas.microsoft.com/office/drawing/2014/main" id="{A50A89B9-D138-2D98-F04C-997E3EF4AFA5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7" name="pg1511">
                <a:extLst>
                  <a:ext uri="{FF2B5EF4-FFF2-40B4-BE49-F238E27FC236}">
                    <a16:creationId xmlns:a16="http://schemas.microsoft.com/office/drawing/2014/main" id="{C3AEE5A8-4E04-E98B-FBB6-6D8DCE499377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8" name="pg1512">
                <a:extLst>
                  <a:ext uri="{FF2B5EF4-FFF2-40B4-BE49-F238E27FC236}">
                    <a16:creationId xmlns:a16="http://schemas.microsoft.com/office/drawing/2014/main" id="{1ED9CBA9-4745-83F4-3291-752228B25907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9" name="pg1513">
                <a:extLst>
                  <a:ext uri="{FF2B5EF4-FFF2-40B4-BE49-F238E27FC236}">
                    <a16:creationId xmlns:a16="http://schemas.microsoft.com/office/drawing/2014/main" id="{DF45A654-8F8D-1F5D-C786-A34E6BCA268D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0" name="pg1514">
                <a:extLst>
                  <a:ext uri="{FF2B5EF4-FFF2-40B4-BE49-F238E27FC236}">
                    <a16:creationId xmlns:a16="http://schemas.microsoft.com/office/drawing/2014/main" id="{11DDEC6F-C950-57EE-DB23-2C2BB429B874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1" name="pg1515">
                <a:extLst>
                  <a:ext uri="{FF2B5EF4-FFF2-40B4-BE49-F238E27FC236}">
                    <a16:creationId xmlns:a16="http://schemas.microsoft.com/office/drawing/2014/main" id="{ED0D7F9E-372F-F1E6-CB4B-611DC6E87BE0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2" name="pg1516">
                <a:extLst>
                  <a:ext uri="{FF2B5EF4-FFF2-40B4-BE49-F238E27FC236}">
                    <a16:creationId xmlns:a16="http://schemas.microsoft.com/office/drawing/2014/main" id="{7E8DC969-5B27-81FB-A9AB-4C8A23C05072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3" name="pg1517">
                <a:extLst>
                  <a:ext uri="{FF2B5EF4-FFF2-40B4-BE49-F238E27FC236}">
                    <a16:creationId xmlns:a16="http://schemas.microsoft.com/office/drawing/2014/main" id="{819CAF31-07DF-E345-186A-BD93481EF27F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4" name="pg1518">
                <a:extLst>
                  <a:ext uri="{FF2B5EF4-FFF2-40B4-BE49-F238E27FC236}">
                    <a16:creationId xmlns:a16="http://schemas.microsoft.com/office/drawing/2014/main" id="{4C433299-8AF1-564A-6FB2-974B92D47403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5" name="pg1519">
                <a:extLst>
                  <a:ext uri="{FF2B5EF4-FFF2-40B4-BE49-F238E27FC236}">
                    <a16:creationId xmlns:a16="http://schemas.microsoft.com/office/drawing/2014/main" id="{2879CE20-80D3-E8B3-3234-7671CBF80BDD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6" name="pg1520">
                <a:extLst>
                  <a:ext uri="{FF2B5EF4-FFF2-40B4-BE49-F238E27FC236}">
                    <a16:creationId xmlns:a16="http://schemas.microsoft.com/office/drawing/2014/main" id="{9FF75C7A-2843-66F5-92B7-23D3ADF474DA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7" name="pg1521">
                <a:extLst>
                  <a:ext uri="{FF2B5EF4-FFF2-40B4-BE49-F238E27FC236}">
                    <a16:creationId xmlns:a16="http://schemas.microsoft.com/office/drawing/2014/main" id="{142A574D-5BC7-8D6E-8EEC-27BE57DBF7DE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8" name="pg1522">
                <a:extLst>
                  <a:ext uri="{FF2B5EF4-FFF2-40B4-BE49-F238E27FC236}">
                    <a16:creationId xmlns:a16="http://schemas.microsoft.com/office/drawing/2014/main" id="{9E30EF66-2732-51FD-5DD3-84677E2A1FB9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9" name="pg1523">
                <a:extLst>
                  <a:ext uri="{FF2B5EF4-FFF2-40B4-BE49-F238E27FC236}">
                    <a16:creationId xmlns:a16="http://schemas.microsoft.com/office/drawing/2014/main" id="{5EB54509-9E7B-EAF1-1864-AE9A61B0E9E6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0" name="pg1524">
                <a:extLst>
                  <a:ext uri="{FF2B5EF4-FFF2-40B4-BE49-F238E27FC236}">
                    <a16:creationId xmlns:a16="http://schemas.microsoft.com/office/drawing/2014/main" id="{F3EB409C-AA8E-47C0-99D6-5E486F59A421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1" name="pg1525">
                <a:extLst>
                  <a:ext uri="{FF2B5EF4-FFF2-40B4-BE49-F238E27FC236}">
                    <a16:creationId xmlns:a16="http://schemas.microsoft.com/office/drawing/2014/main" id="{00DF3A68-26E5-428D-779E-F16514016E2C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2" name="pg1526">
                <a:extLst>
                  <a:ext uri="{FF2B5EF4-FFF2-40B4-BE49-F238E27FC236}">
                    <a16:creationId xmlns:a16="http://schemas.microsoft.com/office/drawing/2014/main" id="{2F2FB67F-FD62-4947-2D06-62A8CB1CA122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3" name="pg1527">
                <a:extLst>
                  <a:ext uri="{FF2B5EF4-FFF2-40B4-BE49-F238E27FC236}">
                    <a16:creationId xmlns:a16="http://schemas.microsoft.com/office/drawing/2014/main" id="{C0964C8B-7D01-CF63-137C-C5A5EB2F0714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4" name="pg1528">
                <a:extLst>
                  <a:ext uri="{FF2B5EF4-FFF2-40B4-BE49-F238E27FC236}">
                    <a16:creationId xmlns:a16="http://schemas.microsoft.com/office/drawing/2014/main" id="{4C20C4B6-0229-014B-B0ED-5B7F75A0D71E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5" name="pg1529">
                <a:extLst>
                  <a:ext uri="{FF2B5EF4-FFF2-40B4-BE49-F238E27FC236}">
                    <a16:creationId xmlns:a16="http://schemas.microsoft.com/office/drawing/2014/main" id="{632DE58D-C056-AFF2-AA44-FFCE38C3732C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6" name="pg1530">
                <a:extLst>
                  <a:ext uri="{FF2B5EF4-FFF2-40B4-BE49-F238E27FC236}">
                    <a16:creationId xmlns:a16="http://schemas.microsoft.com/office/drawing/2014/main" id="{369A7FE0-97EC-959C-B807-2B93D765E2CD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7" name="pg1531">
                <a:extLst>
                  <a:ext uri="{FF2B5EF4-FFF2-40B4-BE49-F238E27FC236}">
                    <a16:creationId xmlns:a16="http://schemas.microsoft.com/office/drawing/2014/main" id="{3844E444-01A0-51CF-A300-C3837D321837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8" name="pg1532">
                <a:extLst>
                  <a:ext uri="{FF2B5EF4-FFF2-40B4-BE49-F238E27FC236}">
                    <a16:creationId xmlns:a16="http://schemas.microsoft.com/office/drawing/2014/main" id="{99C8EAB5-27FA-8B90-49D7-C49F49641437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9" name="pg1533">
                <a:extLst>
                  <a:ext uri="{FF2B5EF4-FFF2-40B4-BE49-F238E27FC236}">
                    <a16:creationId xmlns:a16="http://schemas.microsoft.com/office/drawing/2014/main" id="{1E0811CF-504D-BD9B-6083-4F0A62858B5C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0" name="pg1534">
                <a:extLst>
                  <a:ext uri="{FF2B5EF4-FFF2-40B4-BE49-F238E27FC236}">
                    <a16:creationId xmlns:a16="http://schemas.microsoft.com/office/drawing/2014/main" id="{B8F3A9EA-7443-8AA5-69C8-587FAD3856AC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1" name="pg1535">
                <a:extLst>
                  <a:ext uri="{FF2B5EF4-FFF2-40B4-BE49-F238E27FC236}">
                    <a16:creationId xmlns:a16="http://schemas.microsoft.com/office/drawing/2014/main" id="{78ED4696-DD90-F72B-A459-D4F161CBAE01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2" name="pg1536">
                <a:extLst>
                  <a:ext uri="{FF2B5EF4-FFF2-40B4-BE49-F238E27FC236}">
                    <a16:creationId xmlns:a16="http://schemas.microsoft.com/office/drawing/2014/main" id="{D9126119-4CC3-7123-C1ED-6951C084D801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3" name="pg1537">
                <a:extLst>
                  <a:ext uri="{FF2B5EF4-FFF2-40B4-BE49-F238E27FC236}">
                    <a16:creationId xmlns:a16="http://schemas.microsoft.com/office/drawing/2014/main" id="{6FCC1322-143C-CC02-1AEC-4D4561B481EE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4" name="pg1538">
                <a:extLst>
                  <a:ext uri="{FF2B5EF4-FFF2-40B4-BE49-F238E27FC236}">
                    <a16:creationId xmlns:a16="http://schemas.microsoft.com/office/drawing/2014/main" id="{6A8E4E42-5C05-01BD-C28E-57AE83A7E699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5" name="pg1539">
                <a:extLst>
                  <a:ext uri="{FF2B5EF4-FFF2-40B4-BE49-F238E27FC236}">
                    <a16:creationId xmlns:a16="http://schemas.microsoft.com/office/drawing/2014/main" id="{FA289A3E-4A1E-D0D2-E189-4A381D3C0CE6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6" name="pg1540">
                <a:extLst>
                  <a:ext uri="{FF2B5EF4-FFF2-40B4-BE49-F238E27FC236}">
                    <a16:creationId xmlns:a16="http://schemas.microsoft.com/office/drawing/2014/main" id="{E1584640-8B10-F49D-7997-5E192791B03D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7" name="pg1541">
                <a:extLst>
                  <a:ext uri="{FF2B5EF4-FFF2-40B4-BE49-F238E27FC236}">
                    <a16:creationId xmlns:a16="http://schemas.microsoft.com/office/drawing/2014/main" id="{D032241F-AE19-71D2-B99F-EB72B4C7829F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8" name="pg1542">
                <a:extLst>
                  <a:ext uri="{FF2B5EF4-FFF2-40B4-BE49-F238E27FC236}">
                    <a16:creationId xmlns:a16="http://schemas.microsoft.com/office/drawing/2014/main" id="{F5BE6FB5-36D4-DC8C-4146-B6123268D222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9" name="pg1543">
                <a:extLst>
                  <a:ext uri="{FF2B5EF4-FFF2-40B4-BE49-F238E27FC236}">
                    <a16:creationId xmlns:a16="http://schemas.microsoft.com/office/drawing/2014/main" id="{A0F76E0A-93EE-F6BB-56B9-266AD60FB033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0" name="pg1544">
                <a:extLst>
                  <a:ext uri="{FF2B5EF4-FFF2-40B4-BE49-F238E27FC236}">
                    <a16:creationId xmlns:a16="http://schemas.microsoft.com/office/drawing/2014/main" id="{ECBD58AB-9406-5D42-C580-74724CFEA98D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1" name="pg1545">
                <a:extLst>
                  <a:ext uri="{FF2B5EF4-FFF2-40B4-BE49-F238E27FC236}">
                    <a16:creationId xmlns:a16="http://schemas.microsoft.com/office/drawing/2014/main" id="{C61AFF42-53D1-01BA-468A-2331C186A014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2" name="pg1546">
                <a:extLst>
                  <a:ext uri="{FF2B5EF4-FFF2-40B4-BE49-F238E27FC236}">
                    <a16:creationId xmlns:a16="http://schemas.microsoft.com/office/drawing/2014/main" id="{5E0B458D-B87C-5FB4-7D3C-212CBFE7621A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3" name="pg1547">
                <a:extLst>
                  <a:ext uri="{FF2B5EF4-FFF2-40B4-BE49-F238E27FC236}">
                    <a16:creationId xmlns:a16="http://schemas.microsoft.com/office/drawing/2014/main" id="{DE9F0714-7A2B-D472-1D67-F8862E093DDB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4" name="pg1548">
                <a:extLst>
                  <a:ext uri="{FF2B5EF4-FFF2-40B4-BE49-F238E27FC236}">
                    <a16:creationId xmlns:a16="http://schemas.microsoft.com/office/drawing/2014/main" id="{4B5D6B60-C816-28D2-FECF-F2338ECD044C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5" name="pg1549">
                <a:extLst>
                  <a:ext uri="{FF2B5EF4-FFF2-40B4-BE49-F238E27FC236}">
                    <a16:creationId xmlns:a16="http://schemas.microsoft.com/office/drawing/2014/main" id="{66475626-D2EA-30C5-D6C3-2C3081D18536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6" name="pg1550">
                <a:extLst>
                  <a:ext uri="{FF2B5EF4-FFF2-40B4-BE49-F238E27FC236}">
                    <a16:creationId xmlns:a16="http://schemas.microsoft.com/office/drawing/2014/main" id="{3E13474D-A414-65AD-6CB7-F1B868B2873F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7" name="pg1551">
                <a:extLst>
                  <a:ext uri="{FF2B5EF4-FFF2-40B4-BE49-F238E27FC236}">
                    <a16:creationId xmlns:a16="http://schemas.microsoft.com/office/drawing/2014/main" id="{EBD08C01-F604-BFEF-2073-A9629B5255DA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8" name="pg1552">
                <a:extLst>
                  <a:ext uri="{FF2B5EF4-FFF2-40B4-BE49-F238E27FC236}">
                    <a16:creationId xmlns:a16="http://schemas.microsoft.com/office/drawing/2014/main" id="{22902EC7-0FA2-E93F-BC4D-BFEEC54B6C0C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9" name="pg1553">
                <a:extLst>
                  <a:ext uri="{FF2B5EF4-FFF2-40B4-BE49-F238E27FC236}">
                    <a16:creationId xmlns:a16="http://schemas.microsoft.com/office/drawing/2014/main" id="{4D8A5A91-4E78-ACC8-8FB7-EFAF2BAC711D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0" name="pg1554">
                <a:extLst>
                  <a:ext uri="{FF2B5EF4-FFF2-40B4-BE49-F238E27FC236}">
                    <a16:creationId xmlns:a16="http://schemas.microsoft.com/office/drawing/2014/main" id="{146D56AB-6254-A0D6-D970-A3FFB01F3A3B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1" name="pg1555">
                <a:extLst>
                  <a:ext uri="{FF2B5EF4-FFF2-40B4-BE49-F238E27FC236}">
                    <a16:creationId xmlns:a16="http://schemas.microsoft.com/office/drawing/2014/main" id="{A90FD1E0-4681-8466-FF7B-7EBCE26821F5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2" name="pg1556">
                <a:extLst>
                  <a:ext uri="{FF2B5EF4-FFF2-40B4-BE49-F238E27FC236}">
                    <a16:creationId xmlns:a16="http://schemas.microsoft.com/office/drawing/2014/main" id="{496D403D-9E01-1F83-3F26-5506DB7D7557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3" name="pg1557">
                <a:extLst>
                  <a:ext uri="{FF2B5EF4-FFF2-40B4-BE49-F238E27FC236}">
                    <a16:creationId xmlns:a16="http://schemas.microsoft.com/office/drawing/2014/main" id="{1C89B8BF-B0AF-4582-80F7-2257E804D807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4" name="pg1558">
                <a:extLst>
                  <a:ext uri="{FF2B5EF4-FFF2-40B4-BE49-F238E27FC236}">
                    <a16:creationId xmlns:a16="http://schemas.microsoft.com/office/drawing/2014/main" id="{8D199535-5F08-FF33-088A-B1343C6E4FC2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5" name="pg1559">
                <a:extLst>
                  <a:ext uri="{FF2B5EF4-FFF2-40B4-BE49-F238E27FC236}">
                    <a16:creationId xmlns:a16="http://schemas.microsoft.com/office/drawing/2014/main" id="{704CAF31-5CB1-5065-3B3B-02FE447DEE3D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6" name="pg1560">
                <a:extLst>
                  <a:ext uri="{FF2B5EF4-FFF2-40B4-BE49-F238E27FC236}">
                    <a16:creationId xmlns:a16="http://schemas.microsoft.com/office/drawing/2014/main" id="{C1CA37FB-4576-7C1E-3522-A014D94E69BF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7" name="pg1561">
                <a:extLst>
                  <a:ext uri="{FF2B5EF4-FFF2-40B4-BE49-F238E27FC236}">
                    <a16:creationId xmlns:a16="http://schemas.microsoft.com/office/drawing/2014/main" id="{566E45B9-B619-C71A-0D06-6E17626A3C5B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8" name="pg1562">
                <a:extLst>
                  <a:ext uri="{FF2B5EF4-FFF2-40B4-BE49-F238E27FC236}">
                    <a16:creationId xmlns:a16="http://schemas.microsoft.com/office/drawing/2014/main" id="{A9AFFAC1-3968-8CCE-0518-54729718203B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9" name="pg1563">
                <a:extLst>
                  <a:ext uri="{FF2B5EF4-FFF2-40B4-BE49-F238E27FC236}">
                    <a16:creationId xmlns:a16="http://schemas.microsoft.com/office/drawing/2014/main" id="{A2701A96-6445-3723-F4B6-52D510EC1EDE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0" name="pg1564">
                <a:extLst>
                  <a:ext uri="{FF2B5EF4-FFF2-40B4-BE49-F238E27FC236}">
                    <a16:creationId xmlns:a16="http://schemas.microsoft.com/office/drawing/2014/main" id="{C9CE8013-6BED-90C5-38ED-05A9C237B103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1" name="pg1565">
                <a:extLst>
                  <a:ext uri="{FF2B5EF4-FFF2-40B4-BE49-F238E27FC236}">
                    <a16:creationId xmlns:a16="http://schemas.microsoft.com/office/drawing/2014/main" id="{CD05D5A7-7796-CEE0-A380-A85FAFB50ED0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2" name="pg1566">
                <a:extLst>
                  <a:ext uri="{FF2B5EF4-FFF2-40B4-BE49-F238E27FC236}">
                    <a16:creationId xmlns:a16="http://schemas.microsoft.com/office/drawing/2014/main" id="{2F2D229B-7A16-7FD9-EC45-4473303520CE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3" name="pg1567">
                <a:extLst>
                  <a:ext uri="{FF2B5EF4-FFF2-40B4-BE49-F238E27FC236}">
                    <a16:creationId xmlns:a16="http://schemas.microsoft.com/office/drawing/2014/main" id="{81679277-7971-59C2-1267-B981027C92F2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4" name="pg1568">
                <a:extLst>
                  <a:ext uri="{FF2B5EF4-FFF2-40B4-BE49-F238E27FC236}">
                    <a16:creationId xmlns:a16="http://schemas.microsoft.com/office/drawing/2014/main" id="{A7C241F8-1A79-741E-1119-01474C2DA1DF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5" name="pg1569">
                <a:extLst>
                  <a:ext uri="{FF2B5EF4-FFF2-40B4-BE49-F238E27FC236}">
                    <a16:creationId xmlns:a16="http://schemas.microsoft.com/office/drawing/2014/main" id="{1706BA98-409C-6BC6-0DFF-A84717B17F2C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6" name="pg1570">
                <a:extLst>
                  <a:ext uri="{FF2B5EF4-FFF2-40B4-BE49-F238E27FC236}">
                    <a16:creationId xmlns:a16="http://schemas.microsoft.com/office/drawing/2014/main" id="{1A6BFC7F-6ADE-00F1-D47A-9BDC990D5EE0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7" name="pg1571">
                <a:extLst>
                  <a:ext uri="{FF2B5EF4-FFF2-40B4-BE49-F238E27FC236}">
                    <a16:creationId xmlns:a16="http://schemas.microsoft.com/office/drawing/2014/main" id="{22E98BD2-4277-C288-E7D7-9CD5E8CBC1AD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8" name="pg1572">
                <a:extLst>
                  <a:ext uri="{FF2B5EF4-FFF2-40B4-BE49-F238E27FC236}">
                    <a16:creationId xmlns:a16="http://schemas.microsoft.com/office/drawing/2014/main" id="{E11884A2-FD56-0AD5-1F86-ED6C048EDCC7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9" name="pg1573">
                <a:extLst>
                  <a:ext uri="{FF2B5EF4-FFF2-40B4-BE49-F238E27FC236}">
                    <a16:creationId xmlns:a16="http://schemas.microsoft.com/office/drawing/2014/main" id="{3E906AE6-798C-F854-72F0-4AFEEA09BBE7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0" name="pg1574">
                <a:extLst>
                  <a:ext uri="{FF2B5EF4-FFF2-40B4-BE49-F238E27FC236}">
                    <a16:creationId xmlns:a16="http://schemas.microsoft.com/office/drawing/2014/main" id="{1A75F6AF-16D7-3B1D-5957-EEAC90C00955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1" name="pg1575">
                <a:extLst>
                  <a:ext uri="{FF2B5EF4-FFF2-40B4-BE49-F238E27FC236}">
                    <a16:creationId xmlns:a16="http://schemas.microsoft.com/office/drawing/2014/main" id="{A06A39BC-9F0F-51E4-9E9F-44D0C7EEDED2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2" name="pg1576">
                <a:extLst>
                  <a:ext uri="{FF2B5EF4-FFF2-40B4-BE49-F238E27FC236}">
                    <a16:creationId xmlns:a16="http://schemas.microsoft.com/office/drawing/2014/main" id="{D815633C-6137-B19B-561F-A55626244C1A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3" name="pg1577">
                <a:extLst>
                  <a:ext uri="{FF2B5EF4-FFF2-40B4-BE49-F238E27FC236}">
                    <a16:creationId xmlns:a16="http://schemas.microsoft.com/office/drawing/2014/main" id="{064D8CCF-7DF6-58D2-CC51-BCAC4768171B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4" name="pg1578">
                <a:extLst>
                  <a:ext uri="{FF2B5EF4-FFF2-40B4-BE49-F238E27FC236}">
                    <a16:creationId xmlns:a16="http://schemas.microsoft.com/office/drawing/2014/main" id="{F66BD145-4E9F-2EEE-DF64-BF27D479B832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5" name="pg1579">
                <a:extLst>
                  <a:ext uri="{FF2B5EF4-FFF2-40B4-BE49-F238E27FC236}">
                    <a16:creationId xmlns:a16="http://schemas.microsoft.com/office/drawing/2014/main" id="{7360AFFE-4BC3-8A34-94FF-E7B351A1E749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6" name="pg1580">
                <a:extLst>
                  <a:ext uri="{FF2B5EF4-FFF2-40B4-BE49-F238E27FC236}">
                    <a16:creationId xmlns:a16="http://schemas.microsoft.com/office/drawing/2014/main" id="{58E2B074-9806-D919-91E7-5D148400D3ED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7" name="pg1581">
                <a:extLst>
                  <a:ext uri="{FF2B5EF4-FFF2-40B4-BE49-F238E27FC236}">
                    <a16:creationId xmlns:a16="http://schemas.microsoft.com/office/drawing/2014/main" id="{95D32C6E-DE6C-FE0E-C5A6-268DD1BE3315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8" name="pg1582">
                <a:extLst>
                  <a:ext uri="{FF2B5EF4-FFF2-40B4-BE49-F238E27FC236}">
                    <a16:creationId xmlns:a16="http://schemas.microsoft.com/office/drawing/2014/main" id="{E3118584-0B0E-1885-7BEB-3B883B43FC42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9" name="pg1583">
                <a:extLst>
                  <a:ext uri="{FF2B5EF4-FFF2-40B4-BE49-F238E27FC236}">
                    <a16:creationId xmlns:a16="http://schemas.microsoft.com/office/drawing/2014/main" id="{88E5096F-F316-F42C-1EF1-CDFFFC8EAA76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0" name="pg1584">
                <a:extLst>
                  <a:ext uri="{FF2B5EF4-FFF2-40B4-BE49-F238E27FC236}">
                    <a16:creationId xmlns:a16="http://schemas.microsoft.com/office/drawing/2014/main" id="{8FC7862F-7A61-7C3F-C006-094D91A6D356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1" name="pg1585">
                <a:extLst>
                  <a:ext uri="{FF2B5EF4-FFF2-40B4-BE49-F238E27FC236}">
                    <a16:creationId xmlns:a16="http://schemas.microsoft.com/office/drawing/2014/main" id="{33F2A0AF-B002-289E-FC54-375E68B305DF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2" name="pg1586">
                <a:extLst>
                  <a:ext uri="{FF2B5EF4-FFF2-40B4-BE49-F238E27FC236}">
                    <a16:creationId xmlns:a16="http://schemas.microsoft.com/office/drawing/2014/main" id="{63BCD7AB-1D5A-3E05-DF75-2ABDDB76AD9B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3" name="pg1587">
                <a:extLst>
                  <a:ext uri="{FF2B5EF4-FFF2-40B4-BE49-F238E27FC236}">
                    <a16:creationId xmlns:a16="http://schemas.microsoft.com/office/drawing/2014/main" id="{7AED91D4-2429-F8D4-1315-26051EB92634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4" name="pg1588">
                <a:extLst>
                  <a:ext uri="{FF2B5EF4-FFF2-40B4-BE49-F238E27FC236}">
                    <a16:creationId xmlns:a16="http://schemas.microsoft.com/office/drawing/2014/main" id="{D3A9EE48-1466-D514-92C9-C8A1274D5014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5" name="pg1589">
                <a:extLst>
                  <a:ext uri="{FF2B5EF4-FFF2-40B4-BE49-F238E27FC236}">
                    <a16:creationId xmlns:a16="http://schemas.microsoft.com/office/drawing/2014/main" id="{7F2162A3-3EC2-39DB-FFCA-C83FB43814A3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6" name="pg1590">
                <a:extLst>
                  <a:ext uri="{FF2B5EF4-FFF2-40B4-BE49-F238E27FC236}">
                    <a16:creationId xmlns:a16="http://schemas.microsoft.com/office/drawing/2014/main" id="{2C899E5B-A6F5-7792-54C3-F55D4870FF3E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7" name="pg1591">
                <a:extLst>
                  <a:ext uri="{FF2B5EF4-FFF2-40B4-BE49-F238E27FC236}">
                    <a16:creationId xmlns:a16="http://schemas.microsoft.com/office/drawing/2014/main" id="{742B614A-5808-F038-427C-3ABDE368099A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8" name="pg1592">
                <a:extLst>
                  <a:ext uri="{FF2B5EF4-FFF2-40B4-BE49-F238E27FC236}">
                    <a16:creationId xmlns:a16="http://schemas.microsoft.com/office/drawing/2014/main" id="{2D7613A7-FA87-5554-6924-5E9E7A9E96C1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9" name="pg1593">
                <a:extLst>
                  <a:ext uri="{FF2B5EF4-FFF2-40B4-BE49-F238E27FC236}">
                    <a16:creationId xmlns:a16="http://schemas.microsoft.com/office/drawing/2014/main" id="{E24198F3-AD12-C1C0-1186-DF9B58794F05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0" name="pg1594">
                <a:extLst>
                  <a:ext uri="{FF2B5EF4-FFF2-40B4-BE49-F238E27FC236}">
                    <a16:creationId xmlns:a16="http://schemas.microsoft.com/office/drawing/2014/main" id="{CE69A603-34D0-3092-511C-D497C53D49FE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1" name="pg1595">
                <a:extLst>
                  <a:ext uri="{FF2B5EF4-FFF2-40B4-BE49-F238E27FC236}">
                    <a16:creationId xmlns:a16="http://schemas.microsoft.com/office/drawing/2014/main" id="{3730B6FE-1115-AE90-E3F8-E079092ED6FA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2" name="pg1596">
                <a:extLst>
                  <a:ext uri="{FF2B5EF4-FFF2-40B4-BE49-F238E27FC236}">
                    <a16:creationId xmlns:a16="http://schemas.microsoft.com/office/drawing/2014/main" id="{B0B7D641-7825-BE20-A7B9-7975AE8A55F1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3" name="pg1597">
                <a:extLst>
                  <a:ext uri="{FF2B5EF4-FFF2-40B4-BE49-F238E27FC236}">
                    <a16:creationId xmlns:a16="http://schemas.microsoft.com/office/drawing/2014/main" id="{0E018AD2-B6E2-CB78-BF40-F22EA198BFE3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4" name="pg1598">
                <a:extLst>
                  <a:ext uri="{FF2B5EF4-FFF2-40B4-BE49-F238E27FC236}">
                    <a16:creationId xmlns:a16="http://schemas.microsoft.com/office/drawing/2014/main" id="{B69911BD-2AAE-8FC0-5BEA-1D974C9035A0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5" name="pg1599">
                <a:extLst>
                  <a:ext uri="{FF2B5EF4-FFF2-40B4-BE49-F238E27FC236}">
                    <a16:creationId xmlns:a16="http://schemas.microsoft.com/office/drawing/2014/main" id="{C8693BEF-4CFA-95BB-B2DD-8C90B8D56A66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6" name="pg1600">
                <a:extLst>
                  <a:ext uri="{FF2B5EF4-FFF2-40B4-BE49-F238E27FC236}">
                    <a16:creationId xmlns:a16="http://schemas.microsoft.com/office/drawing/2014/main" id="{BD07A60F-1111-FADC-E34F-6FDFF9BA7DD5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7" name="pg1601">
                <a:extLst>
                  <a:ext uri="{FF2B5EF4-FFF2-40B4-BE49-F238E27FC236}">
                    <a16:creationId xmlns:a16="http://schemas.microsoft.com/office/drawing/2014/main" id="{765C9473-B258-368B-1418-6757685AE8F8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8" name="pg1602">
                <a:extLst>
                  <a:ext uri="{FF2B5EF4-FFF2-40B4-BE49-F238E27FC236}">
                    <a16:creationId xmlns:a16="http://schemas.microsoft.com/office/drawing/2014/main" id="{6748A671-D392-2812-2497-2A2FB248FA63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9" name="pg1603">
                <a:extLst>
                  <a:ext uri="{FF2B5EF4-FFF2-40B4-BE49-F238E27FC236}">
                    <a16:creationId xmlns:a16="http://schemas.microsoft.com/office/drawing/2014/main" id="{B5972E75-61C1-28BF-4A77-F097AD38A512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0" name="pg1604">
                <a:extLst>
                  <a:ext uri="{FF2B5EF4-FFF2-40B4-BE49-F238E27FC236}">
                    <a16:creationId xmlns:a16="http://schemas.microsoft.com/office/drawing/2014/main" id="{0F644854-51F1-2734-182B-53902A1D2B6C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1" name="pg1605">
                <a:extLst>
                  <a:ext uri="{FF2B5EF4-FFF2-40B4-BE49-F238E27FC236}">
                    <a16:creationId xmlns:a16="http://schemas.microsoft.com/office/drawing/2014/main" id="{BCF0E0CB-CB74-9D71-E393-7B925B0C0D05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2" name="pg1606">
                <a:extLst>
                  <a:ext uri="{FF2B5EF4-FFF2-40B4-BE49-F238E27FC236}">
                    <a16:creationId xmlns:a16="http://schemas.microsoft.com/office/drawing/2014/main" id="{4036189A-0825-AE62-750E-72003EFE4CAE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3" name="pg1607">
                <a:extLst>
                  <a:ext uri="{FF2B5EF4-FFF2-40B4-BE49-F238E27FC236}">
                    <a16:creationId xmlns:a16="http://schemas.microsoft.com/office/drawing/2014/main" id="{CC09E9B0-FDF0-B27F-3DF7-609D03A11DA0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4" name="pg1608">
                <a:extLst>
                  <a:ext uri="{FF2B5EF4-FFF2-40B4-BE49-F238E27FC236}">
                    <a16:creationId xmlns:a16="http://schemas.microsoft.com/office/drawing/2014/main" id="{C0671EA2-E17B-44FD-9DDC-447FFC36A8D9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5" name="pg1609">
                <a:extLst>
                  <a:ext uri="{FF2B5EF4-FFF2-40B4-BE49-F238E27FC236}">
                    <a16:creationId xmlns:a16="http://schemas.microsoft.com/office/drawing/2014/main" id="{38A1DEC1-E3D1-E744-EAE3-E3CAA2437D6A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6" name="pg1610">
                <a:extLst>
                  <a:ext uri="{FF2B5EF4-FFF2-40B4-BE49-F238E27FC236}">
                    <a16:creationId xmlns:a16="http://schemas.microsoft.com/office/drawing/2014/main" id="{4D570A77-FA95-BDE2-6DC2-19CDCCF79933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7" name="pg1611">
                <a:extLst>
                  <a:ext uri="{FF2B5EF4-FFF2-40B4-BE49-F238E27FC236}">
                    <a16:creationId xmlns:a16="http://schemas.microsoft.com/office/drawing/2014/main" id="{8F86DAD3-2C65-55E1-4732-1CE5CB661BB4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8" name="pg1612">
                <a:extLst>
                  <a:ext uri="{FF2B5EF4-FFF2-40B4-BE49-F238E27FC236}">
                    <a16:creationId xmlns:a16="http://schemas.microsoft.com/office/drawing/2014/main" id="{EE6F4425-E850-5B49-82DF-BA10E812A986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9" name="pg1613">
                <a:extLst>
                  <a:ext uri="{FF2B5EF4-FFF2-40B4-BE49-F238E27FC236}">
                    <a16:creationId xmlns:a16="http://schemas.microsoft.com/office/drawing/2014/main" id="{4C509DE1-3847-1459-7424-88A37BF5700B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0" name="pg1614">
                <a:extLst>
                  <a:ext uri="{FF2B5EF4-FFF2-40B4-BE49-F238E27FC236}">
                    <a16:creationId xmlns:a16="http://schemas.microsoft.com/office/drawing/2014/main" id="{C89C5FE5-8A6A-0F62-46FD-7A6599952BB0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1" name="pg1615">
                <a:extLst>
                  <a:ext uri="{FF2B5EF4-FFF2-40B4-BE49-F238E27FC236}">
                    <a16:creationId xmlns:a16="http://schemas.microsoft.com/office/drawing/2014/main" id="{A99D7B67-EA0B-FDB5-82A5-54326F7266E3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2" name="pg1616">
                <a:extLst>
                  <a:ext uri="{FF2B5EF4-FFF2-40B4-BE49-F238E27FC236}">
                    <a16:creationId xmlns:a16="http://schemas.microsoft.com/office/drawing/2014/main" id="{1A16E064-2C20-89B2-9FF1-CC8DBFCB66E0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3" name="pg1617">
                <a:extLst>
                  <a:ext uri="{FF2B5EF4-FFF2-40B4-BE49-F238E27FC236}">
                    <a16:creationId xmlns:a16="http://schemas.microsoft.com/office/drawing/2014/main" id="{2864E5EC-087C-D316-0896-B737335FB714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4" name="pg1618">
                <a:extLst>
                  <a:ext uri="{FF2B5EF4-FFF2-40B4-BE49-F238E27FC236}">
                    <a16:creationId xmlns:a16="http://schemas.microsoft.com/office/drawing/2014/main" id="{13C639CA-0793-9415-5B43-3C532A0EB61A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5" name="pg1619">
                <a:extLst>
                  <a:ext uri="{FF2B5EF4-FFF2-40B4-BE49-F238E27FC236}">
                    <a16:creationId xmlns:a16="http://schemas.microsoft.com/office/drawing/2014/main" id="{675FB8BB-90B3-2BAA-895A-BB9D296A93A6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6" name="pg1620">
                <a:extLst>
                  <a:ext uri="{FF2B5EF4-FFF2-40B4-BE49-F238E27FC236}">
                    <a16:creationId xmlns:a16="http://schemas.microsoft.com/office/drawing/2014/main" id="{CEE9D773-1660-3C8E-8AC9-C8C607A2B93B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7" name="pg1621">
                <a:extLst>
                  <a:ext uri="{FF2B5EF4-FFF2-40B4-BE49-F238E27FC236}">
                    <a16:creationId xmlns:a16="http://schemas.microsoft.com/office/drawing/2014/main" id="{0A67292F-869B-0936-DB7C-57254ACDA307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8" name="pg1622">
                <a:extLst>
                  <a:ext uri="{FF2B5EF4-FFF2-40B4-BE49-F238E27FC236}">
                    <a16:creationId xmlns:a16="http://schemas.microsoft.com/office/drawing/2014/main" id="{C34744D3-2C0C-73A0-E2D2-81306A5A52C2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9" name="pg1623">
                <a:extLst>
                  <a:ext uri="{FF2B5EF4-FFF2-40B4-BE49-F238E27FC236}">
                    <a16:creationId xmlns:a16="http://schemas.microsoft.com/office/drawing/2014/main" id="{E66B93D7-9BD4-D05E-BF0E-571C1D6A54B3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0" name="pg1624">
                <a:extLst>
                  <a:ext uri="{FF2B5EF4-FFF2-40B4-BE49-F238E27FC236}">
                    <a16:creationId xmlns:a16="http://schemas.microsoft.com/office/drawing/2014/main" id="{C1EDF48C-6CEF-1BCE-DAD9-2C44D920A028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1" name="pg1625">
                <a:extLst>
                  <a:ext uri="{FF2B5EF4-FFF2-40B4-BE49-F238E27FC236}">
                    <a16:creationId xmlns:a16="http://schemas.microsoft.com/office/drawing/2014/main" id="{6F5011B2-0199-BA5C-FE1D-FFF82C54EECB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2" name="pg1626">
                <a:extLst>
                  <a:ext uri="{FF2B5EF4-FFF2-40B4-BE49-F238E27FC236}">
                    <a16:creationId xmlns:a16="http://schemas.microsoft.com/office/drawing/2014/main" id="{BF1FD868-DD40-0E97-A7F0-D23D74806545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3" name="pg1627">
                <a:extLst>
                  <a:ext uri="{FF2B5EF4-FFF2-40B4-BE49-F238E27FC236}">
                    <a16:creationId xmlns:a16="http://schemas.microsoft.com/office/drawing/2014/main" id="{5F70558B-FC7F-3A15-6FA5-19B776B37EAA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4" name="pg1628">
                <a:extLst>
                  <a:ext uri="{FF2B5EF4-FFF2-40B4-BE49-F238E27FC236}">
                    <a16:creationId xmlns:a16="http://schemas.microsoft.com/office/drawing/2014/main" id="{CD061A70-8E3F-4B8D-1E35-E37DE0CFD00B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5" name="pg1629">
                <a:extLst>
                  <a:ext uri="{FF2B5EF4-FFF2-40B4-BE49-F238E27FC236}">
                    <a16:creationId xmlns:a16="http://schemas.microsoft.com/office/drawing/2014/main" id="{1B1580FC-7A7B-8C27-AB8A-39942B309ABC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6" name="pg1630">
                <a:extLst>
                  <a:ext uri="{FF2B5EF4-FFF2-40B4-BE49-F238E27FC236}">
                    <a16:creationId xmlns:a16="http://schemas.microsoft.com/office/drawing/2014/main" id="{3CBF5C4E-ECC4-41B2-FDF2-3074CFBC078B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7" name="pg1631">
                <a:extLst>
                  <a:ext uri="{FF2B5EF4-FFF2-40B4-BE49-F238E27FC236}">
                    <a16:creationId xmlns:a16="http://schemas.microsoft.com/office/drawing/2014/main" id="{C30EC5B1-326C-DB4C-1CD1-8346E43D8DBE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8" name="pg1632">
                <a:extLst>
                  <a:ext uri="{FF2B5EF4-FFF2-40B4-BE49-F238E27FC236}">
                    <a16:creationId xmlns:a16="http://schemas.microsoft.com/office/drawing/2014/main" id="{B986E542-2A8C-4D43-A5EC-5564818A32E8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9" name="pg1633">
                <a:extLst>
                  <a:ext uri="{FF2B5EF4-FFF2-40B4-BE49-F238E27FC236}">
                    <a16:creationId xmlns:a16="http://schemas.microsoft.com/office/drawing/2014/main" id="{4DB4100D-3727-E9D2-AEDE-7928AA3E37BE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0" name="pg1634">
                <a:extLst>
                  <a:ext uri="{FF2B5EF4-FFF2-40B4-BE49-F238E27FC236}">
                    <a16:creationId xmlns:a16="http://schemas.microsoft.com/office/drawing/2014/main" id="{2BE4BD3D-3652-F3A2-DD77-07122330673C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1" name="pg1635">
                <a:extLst>
                  <a:ext uri="{FF2B5EF4-FFF2-40B4-BE49-F238E27FC236}">
                    <a16:creationId xmlns:a16="http://schemas.microsoft.com/office/drawing/2014/main" id="{A8542357-AC35-7199-0711-2D709FAE8CA0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2" name="pg1636">
                <a:extLst>
                  <a:ext uri="{FF2B5EF4-FFF2-40B4-BE49-F238E27FC236}">
                    <a16:creationId xmlns:a16="http://schemas.microsoft.com/office/drawing/2014/main" id="{F0DE10F8-FFD6-6C66-80C5-A8F25018CDF3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3" name="pg1637">
                <a:extLst>
                  <a:ext uri="{FF2B5EF4-FFF2-40B4-BE49-F238E27FC236}">
                    <a16:creationId xmlns:a16="http://schemas.microsoft.com/office/drawing/2014/main" id="{318E9D8E-EE7A-4764-E0A3-DF2CF9A9277C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4" name="pg1638">
                <a:extLst>
                  <a:ext uri="{FF2B5EF4-FFF2-40B4-BE49-F238E27FC236}">
                    <a16:creationId xmlns:a16="http://schemas.microsoft.com/office/drawing/2014/main" id="{1FD1ECA3-1143-BC52-347B-AED72DCDF02A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5" name="pg1639">
                <a:extLst>
                  <a:ext uri="{FF2B5EF4-FFF2-40B4-BE49-F238E27FC236}">
                    <a16:creationId xmlns:a16="http://schemas.microsoft.com/office/drawing/2014/main" id="{CE01454E-C7D2-2407-6A8A-D2C88C37EA23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6" name="pg1640">
                <a:extLst>
                  <a:ext uri="{FF2B5EF4-FFF2-40B4-BE49-F238E27FC236}">
                    <a16:creationId xmlns:a16="http://schemas.microsoft.com/office/drawing/2014/main" id="{944CB585-ADCC-E994-4BE3-D1E705698DD8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7" name="pg1641">
                <a:extLst>
                  <a:ext uri="{FF2B5EF4-FFF2-40B4-BE49-F238E27FC236}">
                    <a16:creationId xmlns:a16="http://schemas.microsoft.com/office/drawing/2014/main" id="{6C99423C-2ADF-91A4-6312-BD210A266B96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8" name="pg1642">
                <a:extLst>
                  <a:ext uri="{FF2B5EF4-FFF2-40B4-BE49-F238E27FC236}">
                    <a16:creationId xmlns:a16="http://schemas.microsoft.com/office/drawing/2014/main" id="{E7AFC8C6-9E1C-8B94-DADE-FF2EB1BC8E84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9" name="pg1643">
                <a:extLst>
                  <a:ext uri="{FF2B5EF4-FFF2-40B4-BE49-F238E27FC236}">
                    <a16:creationId xmlns:a16="http://schemas.microsoft.com/office/drawing/2014/main" id="{0E7A8E00-CE56-882A-F546-742780F50C11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0" name="pg1644">
                <a:extLst>
                  <a:ext uri="{FF2B5EF4-FFF2-40B4-BE49-F238E27FC236}">
                    <a16:creationId xmlns:a16="http://schemas.microsoft.com/office/drawing/2014/main" id="{B40D3527-76E7-BCB5-3F40-A47F4DA37C8B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1" name="pg1645">
                <a:extLst>
                  <a:ext uri="{FF2B5EF4-FFF2-40B4-BE49-F238E27FC236}">
                    <a16:creationId xmlns:a16="http://schemas.microsoft.com/office/drawing/2014/main" id="{888F23D8-CFE2-F6A9-BB3A-E53CEB1D4CBF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2" name="pg1646">
                <a:extLst>
                  <a:ext uri="{FF2B5EF4-FFF2-40B4-BE49-F238E27FC236}">
                    <a16:creationId xmlns:a16="http://schemas.microsoft.com/office/drawing/2014/main" id="{6CFC41FA-F36D-A369-1727-2F3A4F87B125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3" name="pg1647">
                <a:extLst>
                  <a:ext uri="{FF2B5EF4-FFF2-40B4-BE49-F238E27FC236}">
                    <a16:creationId xmlns:a16="http://schemas.microsoft.com/office/drawing/2014/main" id="{E6574363-0263-4C21-292B-3359132CA9F0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4" name="pg1648">
                <a:extLst>
                  <a:ext uri="{FF2B5EF4-FFF2-40B4-BE49-F238E27FC236}">
                    <a16:creationId xmlns:a16="http://schemas.microsoft.com/office/drawing/2014/main" id="{6920EA7F-12A4-8F0A-90D3-18989D4AD4E3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5" name="pg1649">
                <a:extLst>
                  <a:ext uri="{FF2B5EF4-FFF2-40B4-BE49-F238E27FC236}">
                    <a16:creationId xmlns:a16="http://schemas.microsoft.com/office/drawing/2014/main" id="{9C10A090-9E6A-CB0D-CB39-95E50B4536E0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6" name="pg1650">
                <a:extLst>
                  <a:ext uri="{FF2B5EF4-FFF2-40B4-BE49-F238E27FC236}">
                    <a16:creationId xmlns:a16="http://schemas.microsoft.com/office/drawing/2014/main" id="{4142C111-C7CF-C2A2-CD7B-B2C173788379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7" name="pg1651">
                <a:extLst>
                  <a:ext uri="{FF2B5EF4-FFF2-40B4-BE49-F238E27FC236}">
                    <a16:creationId xmlns:a16="http://schemas.microsoft.com/office/drawing/2014/main" id="{FE2E2486-FD8A-EC5B-14D7-8BC213BE5DBE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8" name="pg1652">
                <a:extLst>
                  <a:ext uri="{FF2B5EF4-FFF2-40B4-BE49-F238E27FC236}">
                    <a16:creationId xmlns:a16="http://schemas.microsoft.com/office/drawing/2014/main" id="{9B5BB419-4EBE-235C-7850-D235FB97C503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9" name="pg1653">
                <a:extLst>
                  <a:ext uri="{FF2B5EF4-FFF2-40B4-BE49-F238E27FC236}">
                    <a16:creationId xmlns:a16="http://schemas.microsoft.com/office/drawing/2014/main" id="{832CD0E6-E480-AC43-039A-381141E91453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0" name="pg1654">
                <a:extLst>
                  <a:ext uri="{FF2B5EF4-FFF2-40B4-BE49-F238E27FC236}">
                    <a16:creationId xmlns:a16="http://schemas.microsoft.com/office/drawing/2014/main" id="{C1141B43-B424-6592-36F0-64571A81B1D0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1" name="pg1655">
                <a:extLst>
                  <a:ext uri="{FF2B5EF4-FFF2-40B4-BE49-F238E27FC236}">
                    <a16:creationId xmlns:a16="http://schemas.microsoft.com/office/drawing/2014/main" id="{132F4A79-38B7-B7A7-6689-DF75A2F24A56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2" name="pg1656">
                <a:extLst>
                  <a:ext uri="{FF2B5EF4-FFF2-40B4-BE49-F238E27FC236}">
                    <a16:creationId xmlns:a16="http://schemas.microsoft.com/office/drawing/2014/main" id="{0ACABFE4-18B8-30A6-E8F9-321CDD838DC7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3" name="pg1657">
                <a:extLst>
                  <a:ext uri="{FF2B5EF4-FFF2-40B4-BE49-F238E27FC236}">
                    <a16:creationId xmlns:a16="http://schemas.microsoft.com/office/drawing/2014/main" id="{BE7A930F-3649-541D-CB34-9E00B0D7EDCD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4" name="pg1658">
                <a:extLst>
                  <a:ext uri="{FF2B5EF4-FFF2-40B4-BE49-F238E27FC236}">
                    <a16:creationId xmlns:a16="http://schemas.microsoft.com/office/drawing/2014/main" id="{371A9FFA-B847-266C-1F58-6B99B748EC11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5" name="pg1659">
                <a:extLst>
                  <a:ext uri="{FF2B5EF4-FFF2-40B4-BE49-F238E27FC236}">
                    <a16:creationId xmlns:a16="http://schemas.microsoft.com/office/drawing/2014/main" id="{1AEF634F-02F8-50A1-479B-6CA128130EC6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6" name="pg1660">
                <a:extLst>
                  <a:ext uri="{FF2B5EF4-FFF2-40B4-BE49-F238E27FC236}">
                    <a16:creationId xmlns:a16="http://schemas.microsoft.com/office/drawing/2014/main" id="{33B0AB9F-CA89-1214-0059-5540BF6D21C1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7" name="pg1661">
                <a:extLst>
                  <a:ext uri="{FF2B5EF4-FFF2-40B4-BE49-F238E27FC236}">
                    <a16:creationId xmlns:a16="http://schemas.microsoft.com/office/drawing/2014/main" id="{93DC3639-6767-FDB5-2600-A7288646D7C1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8" name="pg1662">
                <a:extLst>
                  <a:ext uri="{FF2B5EF4-FFF2-40B4-BE49-F238E27FC236}">
                    <a16:creationId xmlns:a16="http://schemas.microsoft.com/office/drawing/2014/main" id="{2545D672-08D3-7C71-D453-51D47140774A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9" name="pg1663">
                <a:extLst>
                  <a:ext uri="{FF2B5EF4-FFF2-40B4-BE49-F238E27FC236}">
                    <a16:creationId xmlns:a16="http://schemas.microsoft.com/office/drawing/2014/main" id="{D281D492-68AD-EA1F-79A8-D0643F323E61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0" name="pg1664">
                <a:extLst>
                  <a:ext uri="{FF2B5EF4-FFF2-40B4-BE49-F238E27FC236}">
                    <a16:creationId xmlns:a16="http://schemas.microsoft.com/office/drawing/2014/main" id="{572AD725-8715-82D6-9E06-88AFEAF8749A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1" name="pg1665">
                <a:extLst>
                  <a:ext uri="{FF2B5EF4-FFF2-40B4-BE49-F238E27FC236}">
                    <a16:creationId xmlns:a16="http://schemas.microsoft.com/office/drawing/2014/main" id="{8D67778C-5C17-AAAD-651A-BC89368F96E6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2" name="pg1666">
                <a:extLst>
                  <a:ext uri="{FF2B5EF4-FFF2-40B4-BE49-F238E27FC236}">
                    <a16:creationId xmlns:a16="http://schemas.microsoft.com/office/drawing/2014/main" id="{2EA5034C-202D-18DA-8C49-06E73AA4E365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3" name="pg1667">
                <a:extLst>
                  <a:ext uri="{FF2B5EF4-FFF2-40B4-BE49-F238E27FC236}">
                    <a16:creationId xmlns:a16="http://schemas.microsoft.com/office/drawing/2014/main" id="{B848BE91-FB29-90FF-139A-D8F66B39BA41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4" name="pg1668">
                <a:extLst>
                  <a:ext uri="{FF2B5EF4-FFF2-40B4-BE49-F238E27FC236}">
                    <a16:creationId xmlns:a16="http://schemas.microsoft.com/office/drawing/2014/main" id="{A4153BD4-D8D2-0A25-CC08-ACC979A9A0E8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5" name="pg1669">
                <a:extLst>
                  <a:ext uri="{FF2B5EF4-FFF2-40B4-BE49-F238E27FC236}">
                    <a16:creationId xmlns:a16="http://schemas.microsoft.com/office/drawing/2014/main" id="{FECEA358-2D08-9687-9DA7-B187164C5999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6" name="pg1670">
                <a:extLst>
                  <a:ext uri="{FF2B5EF4-FFF2-40B4-BE49-F238E27FC236}">
                    <a16:creationId xmlns:a16="http://schemas.microsoft.com/office/drawing/2014/main" id="{569A893D-E570-4DCB-B9C6-0F306A2E7903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7" name="pg1671">
                <a:extLst>
                  <a:ext uri="{FF2B5EF4-FFF2-40B4-BE49-F238E27FC236}">
                    <a16:creationId xmlns:a16="http://schemas.microsoft.com/office/drawing/2014/main" id="{E73047A2-F40E-7749-767A-B324A6BE3CDB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8" name="pg1672">
                <a:extLst>
                  <a:ext uri="{FF2B5EF4-FFF2-40B4-BE49-F238E27FC236}">
                    <a16:creationId xmlns:a16="http://schemas.microsoft.com/office/drawing/2014/main" id="{09FE0971-340D-A251-9FDB-39D02D16EF2A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9" name="pg1673">
                <a:extLst>
                  <a:ext uri="{FF2B5EF4-FFF2-40B4-BE49-F238E27FC236}">
                    <a16:creationId xmlns:a16="http://schemas.microsoft.com/office/drawing/2014/main" id="{D6D796EC-B495-09BE-FA5D-5DAD1E82A6B5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0" name="pg1674">
                <a:extLst>
                  <a:ext uri="{FF2B5EF4-FFF2-40B4-BE49-F238E27FC236}">
                    <a16:creationId xmlns:a16="http://schemas.microsoft.com/office/drawing/2014/main" id="{EAF8405D-E582-7224-FA15-DF906D0D22FF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1" name="pg1675">
                <a:extLst>
                  <a:ext uri="{FF2B5EF4-FFF2-40B4-BE49-F238E27FC236}">
                    <a16:creationId xmlns:a16="http://schemas.microsoft.com/office/drawing/2014/main" id="{D3DAFC91-D8C7-6E96-563A-9C970361518A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2" name="pg1676">
                <a:extLst>
                  <a:ext uri="{FF2B5EF4-FFF2-40B4-BE49-F238E27FC236}">
                    <a16:creationId xmlns:a16="http://schemas.microsoft.com/office/drawing/2014/main" id="{A75F9E94-3A11-945D-6852-DD87B6E4D0DD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3" name="pg1677">
                <a:extLst>
                  <a:ext uri="{FF2B5EF4-FFF2-40B4-BE49-F238E27FC236}">
                    <a16:creationId xmlns:a16="http://schemas.microsoft.com/office/drawing/2014/main" id="{B0DA348F-3A52-2225-1EAE-7B4B11837AF9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4" name="pg1678">
                <a:extLst>
                  <a:ext uri="{FF2B5EF4-FFF2-40B4-BE49-F238E27FC236}">
                    <a16:creationId xmlns:a16="http://schemas.microsoft.com/office/drawing/2014/main" id="{28AF0ECB-6C1E-E3D3-E644-2F776295E957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5" name="pg1679">
                <a:extLst>
                  <a:ext uri="{FF2B5EF4-FFF2-40B4-BE49-F238E27FC236}">
                    <a16:creationId xmlns:a16="http://schemas.microsoft.com/office/drawing/2014/main" id="{FADED131-F030-BE46-D1A9-7CDB7A65E533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6" name="pg1680">
                <a:extLst>
                  <a:ext uri="{FF2B5EF4-FFF2-40B4-BE49-F238E27FC236}">
                    <a16:creationId xmlns:a16="http://schemas.microsoft.com/office/drawing/2014/main" id="{B668E41A-D8B0-0829-9DF2-9F37983F609E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7" name="pg1681">
                <a:extLst>
                  <a:ext uri="{FF2B5EF4-FFF2-40B4-BE49-F238E27FC236}">
                    <a16:creationId xmlns:a16="http://schemas.microsoft.com/office/drawing/2014/main" id="{9A9EE7C5-1875-03DB-D1AA-5B2AB92A0385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8" name="pg1682">
                <a:extLst>
                  <a:ext uri="{FF2B5EF4-FFF2-40B4-BE49-F238E27FC236}">
                    <a16:creationId xmlns:a16="http://schemas.microsoft.com/office/drawing/2014/main" id="{B03EAAF5-98A6-972E-2F22-769984EF2333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9" name="pg1683">
                <a:extLst>
                  <a:ext uri="{FF2B5EF4-FFF2-40B4-BE49-F238E27FC236}">
                    <a16:creationId xmlns:a16="http://schemas.microsoft.com/office/drawing/2014/main" id="{12864237-BE00-730F-BF54-F2FD69EF54E7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0" name="pg1684">
                <a:extLst>
                  <a:ext uri="{FF2B5EF4-FFF2-40B4-BE49-F238E27FC236}">
                    <a16:creationId xmlns:a16="http://schemas.microsoft.com/office/drawing/2014/main" id="{774886C2-67B7-EF1F-3AF1-C9809992083B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1" name="pg1685">
                <a:extLst>
                  <a:ext uri="{FF2B5EF4-FFF2-40B4-BE49-F238E27FC236}">
                    <a16:creationId xmlns:a16="http://schemas.microsoft.com/office/drawing/2014/main" id="{1CBA3EAF-77E9-4B5F-5A32-DF6672FE19D2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2" name="pg1686">
                <a:extLst>
                  <a:ext uri="{FF2B5EF4-FFF2-40B4-BE49-F238E27FC236}">
                    <a16:creationId xmlns:a16="http://schemas.microsoft.com/office/drawing/2014/main" id="{B803047D-5178-96D0-9ECF-C4E30FABD065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3" name="pg1687">
                <a:extLst>
                  <a:ext uri="{FF2B5EF4-FFF2-40B4-BE49-F238E27FC236}">
                    <a16:creationId xmlns:a16="http://schemas.microsoft.com/office/drawing/2014/main" id="{990CC911-1E53-E796-57CD-EB1515F008D5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4" name="pg1688">
                <a:extLst>
                  <a:ext uri="{FF2B5EF4-FFF2-40B4-BE49-F238E27FC236}">
                    <a16:creationId xmlns:a16="http://schemas.microsoft.com/office/drawing/2014/main" id="{E3EA5F18-E463-4BC5-546F-7F616D2DB516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5" name="pg1689">
                <a:extLst>
                  <a:ext uri="{FF2B5EF4-FFF2-40B4-BE49-F238E27FC236}">
                    <a16:creationId xmlns:a16="http://schemas.microsoft.com/office/drawing/2014/main" id="{E6879B48-3A76-FBEA-61B3-26CCB79CC3ED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6" name="pg1690">
                <a:extLst>
                  <a:ext uri="{FF2B5EF4-FFF2-40B4-BE49-F238E27FC236}">
                    <a16:creationId xmlns:a16="http://schemas.microsoft.com/office/drawing/2014/main" id="{56E628A7-F48E-3A44-4199-4A6254F1721D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7" name="pg1691">
                <a:extLst>
                  <a:ext uri="{FF2B5EF4-FFF2-40B4-BE49-F238E27FC236}">
                    <a16:creationId xmlns:a16="http://schemas.microsoft.com/office/drawing/2014/main" id="{CD5E4F8B-7A7A-B529-C225-8EDD188CBF26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8" name="pg1692">
                <a:extLst>
                  <a:ext uri="{FF2B5EF4-FFF2-40B4-BE49-F238E27FC236}">
                    <a16:creationId xmlns:a16="http://schemas.microsoft.com/office/drawing/2014/main" id="{9BD7F14E-506F-E4FB-FB3A-064DA9B109B2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9" name="pg1693">
                <a:extLst>
                  <a:ext uri="{FF2B5EF4-FFF2-40B4-BE49-F238E27FC236}">
                    <a16:creationId xmlns:a16="http://schemas.microsoft.com/office/drawing/2014/main" id="{296F2D55-B98B-AC75-929D-AE3BB2E2FDB0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0" name="pg1694">
                <a:extLst>
                  <a:ext uri="{FF2B5EF4-FFF2-40B4-BE49-F238E27FC236}">
                    <a16:creationId xmlns:a16="http://schemas.microsoft.com/office/drawing/2014/main" id="{7710235D-CA9E-AB65-CD01-03624A31B508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1" name="pg1695">
                <a:extLst>
                  <a:ext uri="{FF2B5EF4-FFF2-40B4-BE49-F238E27FC236}">
                    <a16:creationId xmlns:a16="http://schemas.microsoft.com/office/drawing/2014/main" id="{D82D513E-88C9-0D9E-4E6C-DEF81042405B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2" name="pg1696">
                <a:extLst>
                  <a:ext uri="{FF2B5EF4-FFF2-40B4-BE49-F238E27FC236}">
                    <a16:creationId xmlns:a16="http://schemas.microsoft.com/office/drawing/2014/main" id="{31A2232B-1BBE-C90A-3C23-4BA46E66535D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3" name="pg1697">
                <a:extLst>
                  <a:ext uri="{FF2B5EF4-FFF2-40B4-BE49-F238E27FC236}">
                    <a16:creationId xmlns:a16="http://schemas.microsoft.com/office/drawing/2014/main" id="{E5A8948A-2599-3F6B-0FC1-9A78D946E108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4" name="pg1698">
                <a:extLst>
                  <a:ext uri="{FF2B5EF4-FFF2-40B4-BE49-F238E27FC236}">
                    <a16:creationId xmlns:a16="http://schemas.microsoft.com/office/drawing/2014/main" id="{A7BA2FC1-B5FC-6896-DAAE-C5D9F2BC244E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5" name="pg1699">
                <a:extLst>
                  <a:ext uri="{FF2B5EF4-FFF2-40B4-BE49-F238E27FC236}">
                    <a16:creationId xmlns:a16="http://schemas.microsoft.com/office/drawing/2014/main" id="{E9FD0B9B-BAF9-23E0-3815-DD72EAFD5A7B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6" name="pg1700">
                <a:extLst>
                  <a:ext uri="{FF2B5EF4-FFF2-40B4-BE49-F238E27FC236}">
                    <a16:creationId xmlns:a16="http://schemas.microsoft.com/office/drawing/2014/main" id="{9739CB9C-232E-BEA8-F3CD-B073F49E5719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7" name="pg1701">
                <a:extLst>
                  <a:ext uri="{FF2B5EF4-FFF2-40B4-BE49-F238E27FC236}">
                    <a16:creationId xmlns:a16="http://schemas.microsoft.com/office/drawing/2014/main" id="{2006D9D7-3586-3BB5-89FE-48374AF00DF6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8" name="pg1702">
                <a:extLst>
                  <a:ext uri="{FF2B5EF4-FFF2-40B4-BE49-F238E27FC236}">
                    <a16:creationId xmlns:a16="http://schemas.microsoft.com/office/drawing/2014/main" id="{C0189F78-D592-D629-ED68-7E59268E5055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9" name="pg1703">
                <a:extLst>
                  <a:ext uri="{FF2B5EF4-FFF2-40B4-BE49-F238E27FC236}">
                    <a16:creationId xmlns:a16="http://schemas.microsoft.com/office/drawing/2014/main" id="{8CEBBDD8-CD5B-BF7B-C24B-FA4DB3CA7C13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0" name="pg1704">
                <a:extLst>
                  <a:ext uri="{FF2B5EF4-FFF2-40B4-BE49-F238E27FC236}">
                    <a16:creationId xmlns:a16="http://schemas.microsoft.com/office/drawing/2014/main" id="{26716342-A885-5F07-D30F-18702AAA9FFD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1" name="pg1705">
                <a:extLst>
                  <a:ext uri="{FF2B5EF4-FFF2-40B4-BE49-F238E27FC236}">
                    <a16:creationId xmlns:a16="http://schemas.microsoft.com/office/drawing/2014/main" id="{2F5A1D37-F5D0-28DB-3EE5-A020BB8A1BC2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2" name="pg1706">
                <a:extLst>
                  <a:ext uri="{FF2B5EF4-FFF2-40B4-BE49-F238E27FC236}">
                    <a16:creationId xmlns:a16="http://schemas.microsoft.com/office/drawing/2014/main" id="{3EE6940A-F0AB-B582-C69A-FAE4E0922345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3" name="pg1707">
                <a:extLst>
                  <a:ext uri="{FF2B5EF4-FFF2-40B4-BE49-F238E27FC236}">
                    <a16:creationId xmlns:a16="http://schemas.microsoft.com/office/drawing/2014/main" id="{6C4E01EC-A750-B710-7DF3-4BC53A6A5B4E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4" name="pg1708">
                <a:extLst>
                  <a:ext uri="{FF2B5EF4-FFF2-40B4-BE49-F238E27FC236}">
                    <a16:creationId xmlns:a16="http://schemas.microsoft.com/office/drawing/2014/main" id="{77B6A779-B7D6-57AD-75B5-53A668CCA87F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5" name="pg1709">
                <a:extLst>
                  <a:ext uri="{FF2B5EF4-FFF2-40B4-BE49-F238E27FC236}">
                    <a16:creationId xmlns:a16="http://schemas.microsoft.com/office/drawing/2014/main" id="{EC6A88D9-807C-15AA-27A9-B2F703E95519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6" name="pg1710">
                <a:extLst>
                  <a:ext uri="{FF2B5EF4-FFF2-40B4-BE49-F238E27FC236}">
                    <a16:creationId xmlns:a16="http://schemas.microsoft.com/office/drawing/2014/main" id="{2914EBF7-8F21-2591-BDCD-EFA7CCF3D1E8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7" name="pg1711">
                <a:extLst>
                  <a:ext uri="{FF2B5EF4-FFF2-40B4-BE49-F238E27FC236}">
                    <a16:creationId xmlns:a16="http://schemas.microsoft.com/office/drawing/2014/main" id="{59CF97D4-E410-2541-A624-333637D49006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8" name="pg1712">
                <a:extLst>
                  <a:ext uri="{FF2B5EF4-FFF2-40B4-BE49-F238E27FC236}">
                    <a16:creationId xmlns:a16="http://schemas.microsoft.com/office/drawing/2014/main" id="{2841FADD-8505-178F-8E6E-26CC995B06FB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9" name="pg1713">
                <a:extLst>
                  <a:ext uri="{FF2B5EF4-FFF2-40B4-BE49-F238E27FC236}">
                    <a16:creationId xmlns:a16="http://schemas.microsoft.com/office/drawing/2014/main" id="{851DD882-D8CE-8EAE-8C1A-9A6DFF284ADB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0" name="pg1714">
                <a:extLst>
                  <a:ext uri="{FF2B5EF4-FFF2-40B4-BE49-F238E27FC236}">
                    <a16:creationId xmlns:a16="http://schemas.microsoft.com/office/drawing/2014/main" id="{35B80A86-106B-4E4B-6F33-B226848D9869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1" name="pg1715">
                <a:extLst>
                  <a:ext uri="{FF2B5EF4-FFF2-40B4-BE49-F238E27FC236}">
                    <a16:creationId xmlns:a16="http://schemas.microsoft.com/office/drawing/2014/main" id="{3C9AC425-1A4C-1D0E-EF12-B50077C51A3B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2" name="pg1716">
                <a:extLst>
                  <a:ext uri="{FF2B5EF4-FFF2-40B4-BE49-F238E27FC236}">
                    <a16:creationId xmlns:a16="http://schemas.microsoft.com/office/drawing/2014/main" id="{0FB66460-2B0F-16F2-6C2C-04C7AA8A5F33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3" name="pg1717">
                <a:extLst>
                  <a:ext uri="{FF2B5EF4-FFF2-40B4-BE49-F238E27FC236}">
                    <a16:creationId xmlns:a16="http://schemas.microsoft.com/office/drawing/2014/main" id="{3406958F-2875-D3E9-062B-E39A928DC3B6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4" name="pg1718">
                <a:extLst>
                  <a:ext uri="{FF2B5EF4-FFF2-40B4-BE49-F238E27FC236}">
                    <a16:creationId xmlns:a16="http://schemas.microsoft.com/office/drawing/2014/main" id="{11F8B9CF-5D39-FDFA-75ED-8488F079AB61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5" name="pg1719">
                <a:extLst>
                  <a:ext uri="{FF2B5EF4-FFF2-40B4-BE49-F238E27FC236}">
                    <a16:creationId xmlns:a16="http://schemas.microsoft.com/office/drawing/2014/main" id="{2DDA56BD-7CA6-FAF8-90C9-09E9FC2FE5C7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6" name="pg1720">
                <a:extLst>
                  <a:ext uri="{FF2B5EF4-FFF2-40B4-BE49-F238E27FC236}">
                    <a16:creationId xmlns:a16="http://schemas.microsoft.com/office/drawing/2014/main" id="{AA1875E8-A719-49C8-3375-67B6AD2283B2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7" name="pg1721">
                <a:extLst>
                  <a:ext uri="{FF2B5EF4-FFF2-40B4-BE49-F238E27FC236}">
                    <a16:creationId xmlns:a16="http://schemas.microsoft.com/office/drawing/2014/main" id="{9069D9F0-FADC-E01F-1189-A9D233ED7ECE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8" name="pg1722">
                <a:extLst>
                  <a:ext uri="{FF2B5EF4-FFF2-40B4-BE49-F238E27FC236}">
                    <a16:creationId xmlns:a16="http://schemas.microsoft.com/office/drawing/2014/main" id="{FDE5455F-2A9B-F71F-9B16-55D8384B1E80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9" name="pg1723">
                <a:extLst>
                  <a:ext uri="{FF2B5EF4-FFF2-40B4-BE49-F238E27FC236}">
                    <a16:creationId xmlns:a16="http://schemas.microsoft.com/office/drawing/2014/main" id="{A06D87AE-FF4C-5DEB-5154-915951972E37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0" name="pg1724">
                <a:extLst>
                  <a:ext uri="{FF2B5EF4-FFF2-40B4-BE49-F238E27FC236}">
                    <a16:creationId xmlns:a16="http://schemas.microsoft.com/office/drawing/2014/main" id="{D4133191-4760-C228-6546-E863C6B0338B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1" name="pg1725">
                <a:extLst>
                  <a:ext uri="{FF2B5EF4-FFF2-40B4-BE49-F238E27FC236}">
                    <a16:creationId xmlns:a16="http://schemas.microsoft.com/office/drawing/2014/main" id="{D566D8A8-8AA3-B28A-A99E-F963E0F15E7C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2" name="pg1726">
                <a:extLst>
                  <a:ext uri="{FF2B5EF4-FFF2-40B4-BE49-F238E27FC236}">
                    <a16:creationId xmlns:a16="http://schemas.microsoft.com/office/drawing/2014/main" id="{3F4D3D7B-16B9-525A-9CE6-365AC7D011DA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3" name="pg1727">
                <a:extLst>
                  <a:ext uri="{FF2B5EF4-FFF2-40B4-BE49-F238E27FC236}">
                    <a16:creationId xmlns:a16="http://schemas.microsoft.com/office/drawing/2014/main" id="{20B66745-8D32-7F53-1934-ECFF46067CF3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4" name="pg1728">
                <a:extLst>
                  <a:ext uri="{FF2B5EF4-FFF2-40B4-BE49-F238E27FC236}">
                    <a16:creationId xmlns:a16="http://schemas.microsoft.com/office/drawing/2014/main" id="{050F429F-7E97-0841-B83E-9A7BED6FB42B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5" name="pg1729">
                <a:extLst>
                  <a:ext uri="{FF2B5EF4-FFF2-40B4-BE49-F238E27FC236}">
                    <a16:creationId xmlns:a16="http://schemas.microsoft.com/office/drawing/2014/main" id="{BB2DE69A-B3ED-EBF5-95BF-CAE54FD1FF0C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6" name="pg1730">
                <a:extLst>
                  <a:ext uri="{FF2B5EF4-FFF2-40B4-BE49-F238E27FC236}">
                    <a16:creationId xmlns:a16="http://schemas.microsoft.com/office/drawing/2014/main" id="{A673396D-271D-D874-7F41-1A483DFE49E0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7" name="pg1731">
                <a:extLst>
                  <a:ext uri="{FF2B5EF4-FFF2-40B4-BE49-F238E27FC236}">
                    <a16:creationId xmlns:a16="http://schemas.microsoft.com/office/drawing/2014/main" id="{04307A33-B7F8-37B0-649D-7FBBA0089E56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8" name="pg1732">
                <a:extLst>
                  <a:ext uri="{FF2B5EF4-FFF2-40B4-BE49-F238E27FC236}">
                    <a16:creationId xmlns:a16="http://schemas.microsoft.com/office/drawing/2014/main" id="{8DB6099D-CBB9-F3A1-A4EB-47EC9FBCE4EC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9" name="pg1733">
                <a:extLst>
                  <a:ext uri="{FF2B5EF4-FFF2-40B4-BE49-F238E27FC236}">
                    <a16:creationId xmlns:a16="http://schemas.microsoft.com/office/drawing/2014/main" id="{EA5C057B-427E-E1E5-F7BA-0294A6910BC6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0" name="pg1734">
                <a:extLst>
                  <a:ext uri="{FF2B5EF4-FFF2-40B4-BE49-F238E27FC236}">
                    <a16:creationId xmlns:a16="http://schemas.microsoft.com/office/drawing/2014/main" id="{CE84CDC6-F9D4-BFDD-8DCE-30B442C70101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1" name="pg1735">
                <a:extLst>
                  <a:ext uri="{FF2B5EF4-FFF2-40B4-BE49-F238E27FC236}">
                    <a16:creationId xmlns:a16="http://schemas.microsoft.com/office/drawing/2014/main" id="{587CAB9E-4F47-02D2-ADDC-F37DD986D312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2" name="pg1736">
                <a:extLst>
                  <a:ext uri="{FF2B5EF4-FFF2-40B4-BE49-F238E27FC236}">
                    <a16:creationId xmlns:a16="http://schemas.microsoft.com/office/drawing/2014/main" id="{8ADD4752-A6A2-A09E-0B76-B5D415CF2F85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3" name="pg1737">
                <a:extLst>
                  <a:ext uri="{FF2B5EF4-FFF2-40B4-BE49-F238E27FC236}">
                    <a16:creationId xmlns:a16="http://schemas.microsoft.com/office/drawing/2014/main" id="{A4EE9751-3BCA-0B35-0432-5E7203AB3A85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4" name="pg1738">
                <a:extLst>
                  <a:ext uri="{FF2B5EF4-FFF2-40B4-BE49-F238E27FC236}">
                    <a16:creationId xmlns:a16="http://schemas.microsoft.com/office/drawing/2014/main" id="{CD863B8C-4C9D-365B-C729-FD3B7E2C54FA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5" name="pg1739">
                <a:extLst>
                  <a:ext uri="{FF2B5EF4-FFF2-40B4-BE49-F238E27FC236}">
                    <a16:creationId xmlns:a16="http://schemas.microsoft.com/office/drawing/2014/main" id="{6DD1F37E-7F2B-72EA-2CAF-B098AB775F4E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6" name="pg1740">
                <a:extLst>
                  <a:ext uri="{FF2B5EF4-FFF2-40B4-BE49-F238E27FC236}">
                    <a16:creationId xmlns:a16="http://schemas.microsoft.com/office/drawing/2014/main" id="{8863F401-8426-01E0-4305-272EF1139187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7" name="pg1741">
                <a:extLst>
                  <a:ext uri="{FF2B5EF4-FFF2-40B4-BE49-F238E27FC236}">
                    <a16:creationId xmlns:a16="http://schemas.microsoft.com/office/drawing/2014/main" id="{6B731019-1152-3580-BF65-76BF3E55DFE1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8" name="pg1742">
                <a:extLst>
                  <a:ext uri="{FF2B5EF4-FFF2-40B4-BE49-F238E27FC236}">
                    <a16:creationId xmlns:a16="http://schemas.microsoft.com/office/drawing/2014/main" id="{0BF737E3-867B-BAFE-CC7C-10E0551DB4DD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9" name="pg1743">
                <a:extLst>
                  <a:ext uri="{FF2B5EF4-FFF2-40B4-BE49-F238E27FC236}">
                    <a16:creationId xmlns:a16="http://schemas.microsoft.com/office/drawing/2014/main" id="{E2AA15C5-EF5B-D797-87C9-EDD9DCC5D0A7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0" name="pg1744">
                <a:extLst>
                  <a:ext uri="{FF2B5EF4-FFF2-40B4-BE49-F238E27FC236}">
                    <a16:creationId xmlns:a16="http://schemas.microsoft.com/office/drawing/2014/main" id="{031EEF09-5DE3-F670-4C70-DE65D41C97C5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1" name="pg1745">
                <a:extLst>
                  <a:ext uri="{FF2B5EF4-FFF2-40B4-BE49-F238E27FC236}">
                    <a16:creationId xmlns:a16="http://schemas.microsoft.com/office/drawing/2014/main" id="{42D4E8A9-5F53-D91F-C4B7-8B64569CA4F9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2" name="pg1746">
                <a:extLst>
                  <a:ext uri="{FF2B5EF4-FFF2-40B4-BE49-F238E27FC236}">
                    <a16:creationId xmlns:a16="http://schemas.microsoft.com/office/drawing/2014/main" id="{43F20E3D-3356-EA11-6620-E5DE6A5B430A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3" name="pg1747">
                <a:extLst>
                  <a:ext uri="{FF2B5EF4-FFF2-40B4-BE49-F238E27FC236}">
                    <a16:creationId xmlns:a16="http://schemas.microsoft.com/office/drawing/2014/main" id="{FF8A7A90-0BC7-6D82-6A2B-8CF1C9052A98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4" name="pg1748">
                <a:extLst>
                  <a:ext uri="{FF2B5EF4-FFF2-40B4-BE49-F238E27FC236}">
                    <a16:creationId xmlns:a16="http://schemas.microsoft.com/office/drawing/2014/main" id="{41D84FAF-1380-8D32-CDE7-78250906C3C9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5" name="pg1749">
                <a:extLst>
                  <a:ext uri="{FF2B5EF4-FFF2-40B4-BE49-F238E27FC236}">
                    <a16:creationId xmlns:a16="http://schemas.microsoft.com/office/drawing/2014/main" id="{7909AC81-C5BF-045F-3F4F-AE342303C665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6" name="pg1750">
                <a:extLst>
                  <a:ext uri="{FF2B5EF4-FFF2-40B4-BE49-F238E27FC236}">
                    <a16:creationId xmlns:a16="http://schemas.microsoft.com/office/drawing/2014/main" id="{CCAEC8BB-A7EA-6429-13A2-FDF1B97B2E84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7" name="pg1751">
                <a:extLst>
                  <a:ext uri="{FF2B5EF4-FFF2-40B4-BE49-F238E27FC236}">
                    <a16:creationId xmlns:a16="http://schemas.microsoft.com/office/drawing/2014/main" id="{91A15B13-8105-2515-A93B-6F57DE21A64B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8" name="pg1752">
                <a:extLst>
                  <a:ext uri="{FF2B5EF4-FFF2-40B4-BE49-F238E27FC236}">
                    <a16:creationId xmlns:a16="http://schemas.microsoft.com/office/drawing/2014/main" id="{9E9618E0-147D-C2DA-8070-54831356A7E4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9" name="pg1753">
                <a:extLst>
                  <a:ext uri="{FF2B5EF4-FFF2-40B4-BE49-F238E27FC236}">
                    <a16:creationId xmlns:a16="http://schemas.microsoft.com/office/drawing/2014/main" id="{2CD0880F-D613-FA41-379E-309FCF24D49E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0" name="pg1754">
                <a:extLst>
                  <a:ext uri="{FF2B5EF4-FFF2-40B4-BE49-F238E27FC236}">
                    <a16:creationId xmlns:a16="http://schemas.microsoft.com/office/drawing/2014/main" id="{42ACE67F-FBCB-9367-5BF3-AB0812EB5F28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1" name="pg1755">
                <a:extLst>
                  <a:ext uri="{FF2B5EF4-FFF2-40B4-BE49-F238E27FC236}">
                    <a16:creationId xmlns:a16="http://schemas.microsoft.com/office/drawing/2014/main" id="{32FFA6BE-70F8-42E6-7ACA-A5BC5A530B93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2" name="pg1756">
                <a:extLst>
                  <a:ext uri="{FF2B5EF4-FFF2-40B4-BE49-F238E27FC236}">
                    <a16:creationId xmlns:a16="http://schemas.microsoft.com/office/drawing/2014/main" id="{503555F6-73BE-2FCB-DC21-5CB5F2F3ED7F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3" name="pg1757">
                <a:extLst>
                  <a:ext uri="{FF2B5EF4-FFF2-40B4-BE49-F238E27FC236}">
                    <a16:creationId xmlns:a16="http://schemas.microsoft.com/office/drawing/2014/main" id="{748B3C78-E355-C474-B112-03001B2A1609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4" name="pg1758">
                <a:extLst>
                  <a:ext uri="{FF2B5EF4-FFF2-40B4-BE49-F238E27FC236}">
                    <a16:creationId xmlns:a16="http://schemas.microsoft.com/office/drawing/2014/main" id="{65B521C9-1E31-C160-223D-7A6F8B99989A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5" name="pg1759">
                <a:extLst>
                  <a:ext uri="{FF2B5EF4-FFF2-40B4-BE49-F238E27FC236}">
                    <a16:creationId xmlns:a16="http://schemas.microsoft.com/office/drawing/2014/main" id="{BA03C1F5-D45D-D741-86D4-E49BFE3D0244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6" name="pg1760">
                <a:extLst>
                  <a:ext uri="{FF2B5EF4-FFF2-40B4-BE49-F238E27FC236}">
                    <a16:creationId xmlns:a16="http://schemas.microsoft.com/office/drawing/2014/main" id="{CFC04A88-A329-F5EF-70C2-0063BB27A61F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7" name="pg1761">
                <a:extLst>
                  <a:ext uri="{FF2B5EF4-FFF2-40B4-BE49-F238E27FC236}">
                    <a16:creationId xmlns:a16="http://schemas.microsoft.com/office/drawing/2014/main" id="{11BB08D3-9F54-B7E8-B8C3-A03353ECA88E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8" name="pg1762">
                <a:extLst>
                  <a:ext uri="{FF2B5EF4-FFF2-40B4-BE49-F238E27FC236}">
                    <a16:creationId xmlns:a16="http://schemas.microsoft.com/office/drawing/2014/main" id="{E26AD64B-A608-BDAF-0DAF-EB4EAA4F6505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9" name="pg1763">
                <a:extLst>
                  <a:ext uri="{FF2B5EF4-FFF2-40B4-BE49-F238E27FC236}">
                    <a16:creationId xmlns:a16="http://schemas.microsoft.com/office/drawing/2014/main" id="{DA871717-3A1C-782F-B56E-89C1604B92F9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0" name="pg1764">
                <a:extLst>
                  <a:ext uri="{FF2B5EF4-FFF2-40B4-BE49-F238E27FC236}">
                    <a16:creationId xmlns:a16="http://schemas.microsoft.com/office/drawing/2014/main" id="{FFCED1FF-F087-4B81-C675-ED659F7E374A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1" name="pg1765">
                <a:extLst>
                  <a:ext uri="{FF2B5EF4-FFF2-40B4-BE49-F238E27FC236}">
                    <a16:creationId xmlns:a16="http://schemas.microsoft.com/office/drawing/2014/main" id="{1CE9BF3D-458F-7DCC-630C-EE0230156E1F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2" name="pg1766">
                <a:extLst>
                  <a:ext uri="{FF2B5EF4-FFF2-40B4-BE49-F238E27FC236}">
                    <a16:creationId xmlns:a16="http://schemas.microsoft.com/office/drawing/2014/main" id="{A03E5818-BC74-B055-9A84-BE67663CEF55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3" name="pg1767">
                <a:extLst>
                  <a:ext uri="{FF2B5EF4-FFF2-40B4-BE49-F238E27FC236}">
                    <a16:creationId xmlns:a16="http://schemas.microsoft.com/office/drawing/2014/main" id="{AA133601-80E3-0160-9203-8937B090C6F3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4" name="pg1768">
                <a:extLst>
                  <a:ext uri="{FF2B5EF4-FFF2-40B4-BE49-F238E27FC236}">
                    <a16:creationId xmlns:a16="http://schemas.microsoft.com/office/drawing/2014/main" id="{46B4B4E9-111F-5C9F-10DC-705701DEF2FF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5" name="pg1769">
                <a:extLst>
                  <a:ext uri="{FF2B5EF4-FFF2-40B4-BE49-F238E27FC236}">
                    <a16:creationId xmlns:a16="http://schemas.microsoft.com/office/drawing/2014/main" id="{87D29016-AB2E-6D02-7C01-9981362D0057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6" name="pg1770">
                <a:extLst>
                  <a:ext uri="{FF2B5EF4-FFF2-40B4-BE49-F238E27FC236}">
                    <a16:creationId xmlns:a16="http://schemas.microsoft.com/office/drawing/2014/main" id="{58049A69-E3E7-EC61-4686-828E914A46D1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7" name="pg1771">
                <a:extLst>
                  <a:ext uri="{FF2B5EF4-FFF2-40B4-BE49-F238E27FC236}">
                    <a16:creationId xmlns:a16="http://schemas.microsoft.com/office/drawing/2014/main" id="{6A75C307-F9A9-BAEF-73C5-7237DBFD87FF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8" name="pg1772">
                <a:extLst>
                  <a:ext uri="{FF2B5EF4-FFF2-40B4-BE49-F238E27FC236}">
                    <a16:creationId xmlns:a16="http://schemas.microsoft.com/office/drawing/2014/main" id="{109A1374-D731-4DC2-05EC-249999150EA5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9" name="pg1773">
                <a:extLst>
                  <a:ext uri="{FF2B5EF4-FFF2-40B4-BE49-F238E27FC236}">
                    <a16:creationId xmlns:a16="http://schemas.microsoft.com/office/drawing/2014/main" id="{3BA4C426-138E-A54D-F1DB-6D12A74701CA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0" name="pg1774">
                <a:extLst>
                  <a:ext uri="{FF2B5EF4-FFF2-40B4-BE49-F238E27FC236}">
                    <a16:creationId xmlns:a16="http://schemas.microsoft.com/office/drawing/2014/main" id="{141151DF-D1C0-948D-BAEF-8592DEC6233F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1" name="pg1775">
                <a:extLst>
                  <a:ext uri="{FF2B5EF4-FFF2-40B4-BE49-F238E27FC236}">
                    <a16:creationId xmlns:a16="http://schemas.microsoft.com/office/drawing/2014/main" id="{68FE4CA5-C33E-F22C-F43F-613EC239C7D9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2" name="pg1776">
                <a:extLst>
                  <a:ext uri="{FF2B5EF4-FFF2-40B4-BE49-F238E27FC236}">
                    <a16:creationId xmlns:a16="http://schemas.microsoft.com/office/drawing/2014/main" id="{3078684E-F950-3544-D171-2BB73C083BE5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3" name="pg1777">
                <a:extLst>
                  <a:ext uri="{FF2B5EF4-FFF2-40B4-BE49-F238E27FC236}">
                    <a16:creationId xmlns:a16="http://schemas.microsoft.com/office/drawing/2014/main" id="{7DBF38A0-9F23-F311-FEBA-DEE017B5A425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4" name="pg1778">
                <a:extLst>
                  <a:ext uri="{FF2B5EF4-FFF2-40B4-BE49-F238E27FC236}">
                    <a16:creationId xmlns:a16="http://schemas.microsoft.com/office/drawing/2014/main" id="{C07A687B-A8EB-0E08-4F18-A28107D94FC2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5" name="pg1779">
                <a:extLst>
                  <a:ext uri="{FF2B5EF4-FFF2-40B4-BE49-F238E27FC236}">
                    <a16:creationId xmlns:a16="http://schemas.microsoft.com/office/drawing/2014/main" id="{8F733363-1452-FE09-EFFA-84FFF5310A07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6" name="pg1780">
                <a:extLst>
                  <a:ext uri="{FF2B5EF4-FFF2-40B4-BE49-F238E27FC236}">
                    <a16:creationId xmlns:a16="http://schemas.microsoft.com/office/drawing/2014/main" id="{8D19FB02-8500-1D72-0A14-95CC88708CBD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7" name="pg1781">
                <a:extLst>
                  <a:ext uri="{FF2B5EF4-FFF2-40B4-BE49-F238E27FC236}">
                    <a16:creationId xmlns:a16="http://schemas.microsoft.com/office/drawing/2014/main" id="{F34BD5C6-F4EA-CF23-2556-44696CC31ED8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8" name="pg1782">
                <a:extLst>
                  <a:ext uri="{FF2B5EF4-FFF2-40B4-BE49-F238E27FC236}">
                    <a16:creationId xmlns:a16="http://schemas.microsoft.com/office/drawing/2014/main" id="{4D90B8BD-73E1-EBAE-A0C3-F1843F6AE6DF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9" name="pg1783">
                <a:extLst>
                  <a:ext uri="{FF2B5EF4-FFF2-40B4-BE49-F238E27FC236}">
                    <a16:creationId xmlns:a16="http://schemas.microsoft.com/office/drawing/2014/main" id="{D88E6B61-274E-01C7-1BF1-D78ECE75D72E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0" name="pg1784">
                <a:extLst>
                  <a:ext uri="{FF2B5EF4-FFF2-40B4-BE49-F238E27FC236}">
                    <a16:creationId xmlns:a16="http://schemas.microsoft.com/office/drawing/2014/main" id="{C51F6D59-E083-E742-C0DC-26D417E047A7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1" name="pg1785">
                <a:extLst>
                  <a:ext uri="{FF2B5EF4-FFF2-40B4-BE49-F238E27FC236}">
                    <a16:creationId xmlns:a16="http://schemas.microsoft.com/office/drawing/2014/main" id="{4387FDBB-ABCD-1A6C-687D-3B8930301F90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2" name="pg1786">
                <a:extLst>
                  <a:ext uri="{FF2B5EF4-FFF2-40B4-BE49-F238E27FC236}">
                    <a16:creationId xmlns:a16="http://schemas.microsoft.com/office/drawing/2014/main" id="{FE1BE36B-C859-9FAF-A667-14E5FF762D32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3" name="pg1787">
                <a:extLst>
                  <a:ext uri="{FF2B5EF4-FFF2-40B4-BE49-F238E27FC236}">
                    <a16:creationId xmlns:a16="http://schemas.microsoft.com/office/drawing/2014/main" id="{EE7BB0AE-63C7-D299-741E-B462407269F4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4" name="pg1788">
                <a:extLst>
                  <a:ext uri="{FF2B5EF4-FFF2-40B4-BE49-F238E27FC236}">
                    <a16:creationId xmlns:a16="http://schemas.microsoft.com/office/drawing/2014/main" id="{8B4DE5DE-2D49-D6F4-670B-5ADC196E5C14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5" name="pg1789">
                <a:extLst>
                  <a:ext uri="{FF2B5EF4-FFF2-40B4-BE49-F238E27FC236}">
                    <a16:creationId xmlns:a16="http://schemas.microsoft.com/office/drawing/2014/main" id="{86911653-2832-2383-0D26-99FDF547AB42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6" name="pg1790">
                <a:extLst>
                  <a:ext uri="{FF2B5EF4-FFF2-40B4-BE49-F238E27FC236}">
                    <a16:creationId xmlns:a16="http://schemas.microsoft.com/office/drawing/2014/main" id="{6D8FB324-2EC7-733F-83A6-2B0C309A97CF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7" name="pg1791">
                <a:extLst>
                  <a:ext uri="{FF2B5EF4-FFF2-40B4-BE49-F238E27FC236}">
                    <a16:creationId xmlns:a16="http://schemas.microsoft.com/office/drawing/2014/main" id="{B3B87290-C0ED-AB29-E536-0C54C179CCE4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8" name="pg1792">
                <a:extLst>
                  <a:ext uri="{FF2B5EF4-FFF2-40B4-BE49-F238E27FC236}">
                    <a16:creationId xmlns:a16="http://schemas.microsoft.com/office/drawing/2014/main" id="{608C63C8-8CC4-8F2E-E857-D6E24FF896BF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9" name="pg1793">
                <a:extLst>
                  <a:ext uri="{FF2B5EF4-FFF2-40B4-BE49-F238E27FC236}">
                    <a16:creationId xmlns:a16="http://schemas.microsoft.com/office/drawing/2014/main" id="{3620EAB8-8056-CDC2-F13D-6A3ED2351825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0" name="pg1794">
                <a:extLst>
                  <a:ext uri="{FF2B5EF4-FFF2-40B4-BE49-F238E27FC236}">
                    <a16:creationId xmlns:a16="http://schemas.microsoft.com/office/drawing/2014/main" id="{011A1263-A6EF-C09C-C2FD-62769658F763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1" name="pg1795">
                <a:extLst>
                  <a:ext uri="{FF2B5EF4-FFF2-40B4-BE49-F238E27FC236}">
                    <a16:creationId xmlns:a16="http://schemas.microsoft.com/office/drawing/2014/main" id="{1D86A3C5-8285-6716-4DD7-03692250F159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2" name="pg1796">
                <a:extLst>
                  <a:ext uri="{FF2B5EF4-FFF2-40B4-BE49-F238E27FC236}">
                    <a16:creationId xmlns:a16="http://schemas.microsoft.com/office/drawing/2014/main" id="{4C456CFD-AAB4-0E16-0D8A-2A2E2A21C8EC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3" name="pg1797">
                <a:extLst>
                  <a:ext uri="{FF2B5EF4-FFF2-40B4-BE49-F238E27FC236}">
                    <a16:creationId xmlns:a16="http://schemas.microsoft.com/office/drawing/2014/main" id="{23CE11F3-7E69-B836-76AB-3F36E88B62D4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4" name="pg1798">
                <a:extLst>
                  <a:ext uri="{FF2B5EF4-FFF2-40B4-BE49-F238E27FC236}">
                    <a16:creationId xmlns:a16="http://schemas.microsoft.com/office/drawing/2014/main" id="{505ACFFD-036F-C3C7-859F-97C29B0C0309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5" name="pg1799">
                <a:extLst>
                  <a:ext uri="{FF2B5EF4-FFF2-40B4-BE49-F238E27FC236}">
                    <a16:creationId xmlns:a16="http://schemas.microsoft.com/office/drawing/2014/main" id="{D383EAAF-BECD-4F15-87A2-1CAD4693F6E5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6" name="pg1800">
                <a:extLst>
                  <a:ext uri="{FF2B5EF4-FFF2-40B4-BE49-F238E27FC236}">
                    <a16:creationId xmlns:a16="http://schemas.microsoft.com/office/drawing/2014/main" id="{AEA5BA06-BA67-D46F-054B-4F11CE74E636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7" name="pg1801">
                <a:extLst>
                  <a:ext uri="{FF2B5EF4-FFF2-40B4-BE49-F238E27FC236}">
                    <a16:creationId xmlns:a16="http://schemas.microsoft.com/office/drawing/2014/main" id="{3EE6022E-1806-059C-8B22-994414EC6C5B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8" name="pg1802">
                <a:extLst>
                  <a:ext uri="{FF2B5EF4-FFF2-40B4-BE49-F238E27FC236}">
                    <a16:creationId xmlns:a16="http://schemas.microsoft.com/office/drawing/2014/main" id="{D9328E62-7BEE-17AB-C63A-38A05B5209BB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9" name="pg1803">
                <a:extLst>
                  <a:ext uri="{FF2B5EF4-FFF2-40B4-BE49-F238E27FC236}">
                    <a16:creationId xmlns:a16="http://schemas.microsoft.com/office/drawing/2014/main" id="{9C655168-C483-DE60-9054-1526DF6C4C7A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0" name="pg1804">
                <a:extLst>
                  <a:ext uri="{FF2B5EF4-FFF2-40B4-BE49-F238E27FC236}">
                    <a16:creationId xmlns:a16="http://schemas.microsoft.com/office/drawing/2014/main" id="{D028AED8-3092-1F0A-D489-A9B1ADC4D45D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1" name="pg1805">
                <a:extLst>
                  <a:ext uri="{FF2B5EF4-FFF2-40B4-BE49-F238E27FC236}">
                    <a16:creationId xmlns:a16="http://schemas.microsoft.com/office/drawing/2014/main" id="{D2999F42-CA50-B79B-FCC7-9B4A81F5F366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2" name="pg1806">
                <a:extLst>
                  <a:ext uri="{FF2B5EF4-FFF2-40B4-BE49-F238E27FC236}">
                    <a16:creationId xmlns:a16="http://schemas.microsoft.com/office/drawing/2014/main" id="{A977F743-4619-27B2-5767-258C0CED665B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3" name="pg1807">
                <a:extLst>
                  <a:ext uri="{FF2B5EF4-FFF2-40B4-BE49-F238E27FC236}">
                    <a16:creationId xmlns:a16="http://schemas.microsoft.com/office/drawing/2014/main" id="{EA16C00C-7131-785D-8919-E4C15A4627E2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4" name="pg1808">
                <a:extLst>
                  <a:ext uri="{FF2B5EF4-FFF2-40B4-BE49-F238E27FC236}">
                    <a16:creationId xmlns:a16="http://schemas.microsoft.com/office/drawing/2014/main" id="{666EED38-1472-1CD6-7E62-3A8115CD406E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5" name="pg1809">
                <a:extLst>
                  <a:ext uri="{FF2B5EF4-FFF2-40B4-BE49-F238E27FC236}">
                    <a16:creationId xmlns:a16="http://schemas.microsoft.com/office/drawing/2014/main" id="{BBB74FCF-1CFC-D79D-0BC4-2081310E6BF2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6" name="pg1810">
                <a:extLst>
                  <a:ext uri="{FF2B5EF4-FFF2-40B4-BE49-F238E27FC236}">
                    <a16:creationId xmlns:a16="http://schemas.microsoft.com/office/drawing/2014/main" id="{4500B6B0-6DE9-89B8-D30E-678464841F7E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7" name="pg1811">
                <a:extLst>
                  <a:ext uri="{FF2B5EF4-FFF2-40B4-BE49-F238E27FC236}">
                    <a16:creationId xmlns:a16="http://schemas.microsoft.com/office/drawing/2014/main" id="{CB6FDFF6-2508-DD06-9E73-13E2FF286F11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8" name="pg1812">
                <a:extLst>
                  <a:ext uri="{FF2B5EF4-FFF2-40B4-BE49-F238E27FC236}">
                    <a16:creationId xmlns:a16="http://schemas.microsoft.com/office/drawing/2014/main" id="{34E2FDC7-9C8A-C91E-3404-AE771F7383BB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9" name="pg1813">
                <a:extLst>
                  <a:ext uri="{FF2B5EF4-FFF2-40B4-BE49-F238E27FC236}">
                    <a16:creationId xmlns:a16="http://schemas.microsoft.com/office/drawing/2014/main" id="{ADD13F29-29F7-6CD6-5D5E-BA0A2066CAA5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0" name="pg1814">
                <a:extLst>
                  <a:ext uri="{FF2B5EF4-FFF2-40B4-BE49-F238E27FC236}">
                    <a16:creationId xmlns:a16="http://schemas.microsoft.com/office/drawing/2014/main" id="{231D9AE1-2937-99C5-E78A-80739AA3266F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1" name="pg1815">
                <a:extLst>
                  <a:ext uri="{FF2B5EF4-FFF2-40B4-BE49-F238E27FC236}">
                    <a16:creationId xmlns:a16="http://schemas.microsoft.com/office/drawing/2014/main" id="{7619D8C7-C7D9-C521-2886-043556A77ABD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2" name="pg1816">
                <a:extLst>
                  <a:ext uri="{FF2B5EF4-FFF2-40B4-BE49-F238E27FC236}">
                    <a16:creationId xmlns:a16="http://schemas.microsoft.com/office/drawing/2014/main" id="{AF8983DD-C1D3-152E-314B-397D43F2B7C0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3" name="pg1817">
                <a:extLst>
                  <a:ext uri="{FF2B5EF4-FFF2-40B4-BE49-F238E27FC236}">
                    <a16:creationId xmlns:a16="http://schemas.microsoft.com/office/drawing/2014/main" id="{7F6ECB46-5F7F-4A96-B859-61EAEEAD343B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4" name="pg1818">
                <a:extLst>
                  <a:ext uri="{FF2B5EF4-FFF2-40B4-BE49-F238E27FC236}">
                    <a16:creationId xmlns:a16="http://schemas.microsoft.com/office/drawing/2014/main" id="{633B08AE-08A3-F961-907B-509D4A405AAD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5" name="pg1819">
                <a:extLst>
                  <a:ext uri="{FF2B5EF4-FFF2-40B4-BE49-F238E27FC236}">
                    <a16:creationId xmlns:a16="http://schemas.microsoft.com/office/drawing/2014/main" id="{F87403CD-96E0-3A0D-9D8E-E3F6B98157D4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6" name="pg1820">
                <a:extLst>
                  <a:ext uri="{FF2B5EF4-FFF2-40B4-BE49-F238E27FC236}">
                    <a16:creationId xmlns:a16="http://schemas.microsoft.com/office/drawing/2014/main" id="{A2B3E043-04F5-AFC5-9649-98C6942995EE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7" name="pg1821">
                <a:extLst>
                  <a:ext uri="{FF2B5EF4-FFF2-40B4-BE49-F238E27FC236}">
                    <a16:creationId xmlns:a16="http://schemas.microsoft.com/office/drawing/2014/main" id="{A38854B3-AB8A-E7DD-BDEB-9122D14DE0D7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8" name="pg1822">
                <a:extLst>
                  <a:ext uri="{FF2B5EF4-FFF2-40B4-BE49-F238E27FC236}">
                    <a16:creationId xmlns:a16="http://schemas.microsoft.com/office/drawing/2014/main" id="{B9038DB5-BB6A-FF7A-DD90-9AE431F52002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9" name="pg1823">
                <a:extLst>
                  <a:ext uri="{FF2B5EF4-FFF2-40B4-BE49-F238E27FC236}">
                    <a16:creationId xmlns:a16="http://schemas.microsoft.com/office/drawing/2014/main" id="{8DA22AAD-97F5-605F-5D0C-6175E6179823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0" name="pg1824">
                <a:extLst>
                  <a:ext uri="{FF2B5EF4-FFF2-40B4-BE49-F238E27FC236}">
                    <a16:creationId xmlns:a16="http://schemas.microsoft.com/office/drawing/2014/main" id="{20465AD6-6726-55AD-6FBF-F8ED3971B8E1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1" name="pg1825">
                <a:extLst>
                  <a:ext uri="{FF2B5EF4-FFF2-40B4-BE49-F238E27FC236}">
                    <a16:creationId xmlns:a16="http://schemas.microsoft.com/office/drawing/2014/main" id="{A197301E-8797-0718-30C9-83587EB1A3FD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2" name="pg1826">
                <a:extLst>
                  <a:ext uri="{FF2B5EF4-FFF2-40B4-BE49-F238E27FC236}">
                    <a16:creationId xmlns:a16="http://schemas.microsoft.com/office/drawing/2014/main" id="{0B6AB03C-9517-CCE9-CE87-A1A651711FCD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3" name="pg1827">
                <a:extLst>
                  <a:ext uri="{FF2B5EF4-FFF2-40B4-BE49-F238E27FC236}">
                    <a16:creationId xmlns:a16="http://schemas.microsoft.com/office/drawing/2014/main" id="{F4715113-8F5E-F154-AE35-92CCF5C2E8DD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4" name="pg1828">
                <a:extLst>
                  <a:ext uri="{FF2B5EF4-FFF2-40B4-BE49-F238E27FC236}">
                    <a16:creationId xmlns:a16="http://schemas.microsoft.com/office/drawing/2014/main" id="{F3B00C5A-160C-7A73-FC6F-6E855F5334ED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5" name="pg1829">
                <a:extLst>
                  <a:ext uri="{FF2B5EF4-FFF2-40B4-BE49-F238E27FC236}">
                    <a16:creationId xmlns:a16="http://schemas.microsoft.com/office/drawing/2014/main" id="{FA7E571B-0D71-E4E3-422D-DCC28F3EBB55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6" name="pg1830">
                <a:extLst>
                  <a:ext uri="{FF2B5EF4-FFF2-40B4-BE49-F238E27FC236}">
                    <a16:creationId xmlns:a16="http://schemas.microsoft.com/office/drawing/2014/main" id="{89112261-9470-CAE9-1E10-FC88D2863E4C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7" name="pg1831">
                <a:extLst>
                  <a:ext uri="{FF2B5EF4-FFF2-40B4-BE49-F238E27FC236}">
                    <a16:creationId xmlns:a16="http://schemas.microsoft.com/office/drawing/2014/main" id="{AF35E3EA-3A35-40C8-3BE3-7527F4978E18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8" name="pg1832">
                <a:extLst>
                  <a:ext uri="{FF2B5EF4-FFF2-40B4-BE49-F238E27FC236}">
                    <a16:creationId xmlns:a16="http://schemas.microsoft.com/office/drawing/2014/main" id="{18A6EE24-1DC8-79B7-B5CD-9E64663FEC7F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9" name="pg1833">
                <a:extLst>
                  <a:ext uri="{FF2B5EF4-FFF2-40B4-BE49-F238E27FC236}">
                    <a16:creationId xmlns:a16="http://schemas.microsoft.com/office/drawing/2014/main" id="{3CABB939-625A-4594-0E9E-D5659BF269E2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0" name="pg1834">
                <a:extLst>
                  <a:ext uri="{FF2B5EF4-FFF2-40B4-BE49-F238E27FC236}">
                    <a16:creationId xmlns:a16="http://schemas.microsoft.com/office/drawing/2014/main" id="{F5A9C73D-7295-5FB8-AB68-5894D40472C1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1" name="pg1835">
                <a:extLst>
                  <a:ext uri="{FF2B5EF4-FFF2-40B4-BE49-F238E27FC236}">
                    <a16:creationId xmlns:a16="http://schemas.microsoft.com/office/drawing/2014/main" id="{E5ACC432-E65D-5E2A-D98C-9A43A4F937AE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2" name="pg1836">
                <a:extLst>
                  <a:ext uri="{FF2B5EF4-FFF2-40B4-BE49-F238E27FC236}">
                    <a16:creationId xmlns:a16="http://schemas.microsoft.com/office/drawing/2014/main" id="{CCCC7011-4721-512E-E96E-D30391FAB20A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3" name="pg1837">
                <a:extLst>
                  <a:ext uri="{FF2B5EF4-FFF2-40B4-BE49-F238E27FC236}">
                    <a16:creationId xmlns:a16="http://schemas.microsoft.com/office/drawing/2014/main" id="{6C719148-1DFF-5EEA-3D67-C05858465D72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4" name="pg1838">
                <a:extLst>
                  <a:ext uri="{FF2B5EF4-FFF2-40B4-BE49-F238E27FC236}">
                    <a16:creationId xmlns:a16="http://schemas.microsoft.com/office/drawing/2014/main" id="{735C44D0-0697-1C1D-D3F7-4E4D9FBE165C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5" name="pg1839">
                <a:extLst>
                  <a:ext uri="{FF2B5EF4-FFF2-40B4-BE49-F238E27FC236}">
                    <a16:creationId xmlns:a16="http://schemas.microsoft.com/office/drawing/2014/main" id="{FB247E1B-6218-7464-C710-76B4E0C3B4BB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6" name="pg1840">
                <a:extLst>
                  <a:ext uri="{FF2B5EF4-FFF2-40B4-BE49-F238E27FC236}">
                    <a16:creationId xmlns:a16="http://schemas.microsoft.com/office/drawing/2014/main" id="{B1A4F486-37B8-3BE7-833B-A3CD866477DF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7" name="pg1841">
                <a:extLst>
                  <a:ext uri="{FF2B5EF4-FFF2-40B4-BE49-F238E27FC236}">
                    <a16:creationId xmlns:a16="http://schemas.microsoft.com/office/drawing/2014/main" id="{844415A3-5E12-1827-98A0-D442CB04555F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8" name="pg1842">
                <a:extLst>
                  <a:ext uri="{FF2B5EF4-FFF2-40B4-BE49-F238E27FC236}">
                    <a16:creationId xmlns:a16="http://schemas.microsoft.com/office/drawing/2014/main" id="{806724E3-0687-35F2-E77C-5B645016C76C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9" name="pg1843">
                <a:extLst>
                  <a:ext uri="{FF2B5EF4-FFF2-40B4-BE49-F238E27FC236}">
                    <a16:creationId xmlns:a16="http://schemas.microsoft.com/office/drawing/2014/main" id="{69BD58FA-E1A7-7C82-920E-39349679FB00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0" name="pg1844">
                <a:extLst>
                  <a:ext uri="{FF2B5EF4-FFF2-40B4-BE49-F238E27FC236}">
                    <a16:creationId xmlns:a16="http://schemas.microsoft.com/office/drawing/2014/main" id="{5A470FD7-6940-F0E9-4164-8E9708E8F8BA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1" name="pg1845">
                <a:extLst>
                  <a:ext uri="{FF2B5EF4-FFF2-40B4-BE49-F238E27FC236}">
                    <a16:creationId xmlns:a16="http://schemas.microsoft.com/office/drawing/2014/main" id="{DDABE16F-2C91-6145-84F5-32ACA4533CC5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2" name="pg1846">
                <a:extLst>
                  <a:ext uri="{FF2B5EF4-FFF2-40B4-BE49-F238E27FC236}">
                    <a16:creationId xmlns:a16="http://schemas.microsoft.com/office/drawing/2014/main" id="{8C579677-B1B6-096D-B279-90BF47BCFD0E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3" name="pg1847">
                <a:extLst>
                  <a:ext uri="{FF2B5EF4-FFF2-40B4-BE49-F238E27FC236}">
                    <a16:creationId xmlns:a16="http://schemas.microsoft.com/office/drawing/2014/main" id="{A1EC7B16-41DA-772A-3D8B-991EEB6A1EDD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4" name="pg1848">
                <a:extLst>
                  <a:ext uri="{FF2B5EF4-FFF2-40B4-BE49-F238E27FC236}">
                    <a16:creationId xmlns:a16="http://schemas.microsoft.com/office/drawing/2014/main" id="{2602C528-795A-A86E-19C3-B3051FC43900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5" name="pg1849">
                <a:extLst>
                  <a:ext uri="{FF2B5EF4-FFF2-40B4-BE49-F238E27FC236}">
                    <a16:creationId xmlns:a16="http://schemas.microsoft.com/office/drawing/2014/main" id="{8B5AD22A-D4FF-A3B3-6762-A4995C669944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6" name="pg1850">
                <a:extLst>
                  <a:ext uri="{FF2B5EF4-FFF2-40B4-BE49-F238E27FC236}">
                    <a16:creationId xmlns:a16="http://schemas.microsoft.com/office/drawing/2014/main" id="{E96F0AE1-DFC6-11BC-94E4-6B78B69CF00A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7" name="pg1851">
                <a:extLst>
                  <a:ext uri="{FF2B5EF4-FFF2-40B4-BE49-F238E27FC236}">
                    <a16:creationId xmlns:a16="http://schemas.microsoft.com/office/drawing/2014/main" id="{CB46F7D6-F103-99FD-1CA7-A752A6DB6059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8" name="pg1852">
                <a:extLst>
                  <a:ext uri="{FF2B5EF4-FFF2-40B4-BE49-F238E27FC236}">
                    <a16:creationId xmlns:a16="http://schemas.microsoft.com/office/drawing/2014/main" id="{EFD4C9C2-1D97-F4D0-B27A-680C4D358A4F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9" name="pg1853">
                <a:extLst>
                  <a:ext uri="{FF2B5EF4-FFF2-40B4-BE49-F238E27FC236}">
                    <a16:creationId xmlns:a16="http://schemas.microsoft.com/office/drawing/2014/main" id="{8D4EB132-1F4C-F408-D36A-B45F15458936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0" name="pg1854">
                <a:extLst>
                  <a:ext uri="{FF2B5EF4-FFF2-40B4-BE49-F238E27FC236}">
                    <a16:creationId xmlns:a16="http://schemas.microsoft.com/office/drawing/2014/main" id="{C003340E-6038-1777-2EB9-B89B58AFBE0A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1" name="pg1855">
                <a:extLst>
                  <a:ext uri="{FF2B5EF4-FFF2-40B4-BE49-F238E27FC236}">
                    <a16:creationId xmlns:a16="http://schemas.microsoft.com/office/drawing/2014/main" id="{87C2BC86-5246-BF8C-DC09-B91B47037E63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2" name="pg1856">
                <a:extLst>
                  <a:ext uri="{FF2B5EF4-FFF2-40B4-BE49-F238E27FC236}">
                    <a16:creationId xmlns:a16="http://schemas.microsoft.com/office/drawing/2014/main" id="{6C12EB76-C6A8-AC52-4E67-B336C777CA67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3" name="pg1857">
                <a:extLst>
                  <a:ext uri="{FF2B5EF4-FFF2-40B4-BE49-F238E27FC236}">
                    <a16:creationId xmlns:a16="http://schemas.microsoft.com/office/drawing/2014/main" id="{6D34D036-7730-F9E0-6635-C82B4E6C5670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4" name="pg1858">
                <a:extLst>
                  <a:ext uri="{FF2B5EF4-FFF2-40B4-BE49-F238E27FC236}">
                    <a16:creationId xmlns:a16="http://schemas.microsoft.com/office/drawing/2014/main" id="{507E08DB-F414-8805-D5C3-E1AAA2B064CF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5" name="pg1859">
                <a:extLst>
                  <a:ext uri="{FF2B5EF4-FFF2-40B4-BE49-F238E27FC236}">
                    <a16:creationId xmlns:a16="http://schemas.microsoft.com/office/drawing/2014/main" id="{17372254-AFC9-5AA9-3EAA-11FC75276319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6" name="pg1860">
                <a:extLst>
                  <a:ext uri="{FF2B5EF4-FFF2-40B4-BE49-F238E27FC236}">
                    <a16:creationId xmlns:a16="http://schemas.microsoft.com/office/drawing/2014/main" id="{CCDC322E-1FE0-2C36-FE78-FBD6DFEC0025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7" name="pg1861">
                <a:extLst>
                  <a:ext uri="{FF2B5EF4-FFF2-40B4-BE49-F238E27FC236}">
                    <a16:creationId xmlns:a16="http://schemas.microsoft.com/office/drawing/2014/main" id="{9724AA68-34B9-5D2D-4DC8-E6B945B0A90A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8" name="pg1862">
                <a:extLst>
                  <a:ext uri="{FF2B5EF4-FFF2-40B4-BE49-F238E27FC236}">
                    <a16:creationId xmlns:a16="http://schemas.microsoft.com/office/drawing/2014/main" id="{CD46D50B-DE35-3652-A772-DB6FE06F820D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9" name="pg1863">
                <a:extLst>
                  <a:ext uri="{FF2B5EF4-FFF2-40B4-BE49-F238E27FC236}">
                    <a16:creationId xmlns:a16="http://schemas.microsoft.com/office/drawing/2014/main" id="{95F4F089-CFFD-4EBF-628A-60EAE6BBF618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0" name="pg1864">
                <a:extLst>
                  <a:ext uri="{FF2B5EF4-FFF2-40B4-BE49-F238E27FC236}">
                    <a16:creationId xmlns:a16="http://schemas.microsoft.com/office/drawing/2014/main" id="{EBE5E895-D87D-5E8D-55CA-D1751BCBAF34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1" name="pg1865">
                <a:extLst>
                  <a:ext uri="{FF2B5EF4-FFF2-40B4-BE49-F238E27FC236}">
                    <a16:creationId xmlns:a16="http://schemas.microsoft.com/office/drawing/2014/main" id="{750360A1-0679-1164-1B84-FE7B136F5E22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2" name="pg1866">
                <a:extLst>
                  <a:ext uri="{FF2B5EF4-FFF2-40B4-BE49-F238E27FC236}">
                    <a16:creationId xmlns:a16="http://schemas.microsoft.com/office/drawing/2014/main" id="{4A8430C9-1A29-D900-2D35-603C5FFEF8FD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3" name="pg1867">
                <a:extLst>
                  <a:ext uri="{FF2B5EF4-FFF2-40B4-BE49-F238E27FC236}">
                    <a16:creationId xmlns:a16="http://schemas.microsoft.com/office/drawing/2014/main" id="{F73B42F9-D210-FED4-FA1D-A46AD6D527BB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4" name="pg1868">
                <a:extLst>
                  <a:ext uri="{FF2B5EF4-FFF2-40B4-BE49-F238E27FC236}">
                    <a16:creationId xmlns:a16="http://schemas.microsoft.com/office/drawing/2014/main" id="{7AA145EA-69F7-6BE2-8AF1-256D6083493B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5" name="pg1869">
                <a:extLst>
                  <a:ext uri="{FF2B5EF4-FFF2-40B4-BE49-F238E27FC236}">
                    <a16:creationId xmlns:a16="http://schemas.microsoft.com/office/drawing/2014/main" id="{116929A6-0A0D-CF67-84F3-B54A2BCCD8E9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6" name="pg1870">
                <a:extLst>
                  <a:ext uri="{FF2B5EF4-FFF2-40B4-BE49-F238E27FC236}">
                    <a16:creationId xmlns:a16="http://schemas.microsoft.com/office/drawing/2014/main" id="{85F4A00B-6977-E4F1-7EBF-2E64C3E36359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7" name="pg1871">
                <a:extLst>
                  <a:ext uri="{FF2B5EF4-FFF2-40B4-BE49-F238E27FC236}">
                    <a16:creationId xmlns:a16="http://schemas.microsoft.com/office/drawing/2014/main" id="{138B9CFE-F6CA-179B-16A9-7A5C8FBADB41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8" name="pg1872">
                <a:extLst>
                  <a:ext uri="{FF2B5EF4-FFF2-40B4-BE49-F238E27FC236}">
                    <a16:creationId xmlns:a16="http://schemas.microsoft.com/office/drawing/2014/main" id="{74C1EC4C-4B3E-6E42-98B2-DBF30A138E92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9" name="pg1873">
                <a:extLst>
                  <a:ext uri="{FF2B5EF4-FFF2-40B4-BE49-F238E27FC236}">
                    <a16:creationId xmlns:a16="http://schemas.microsoft.com/office/drawing/2014/main" id="{20D2BDDA-4122-6480-1E46-23EBD800A418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0" name="pg1874">
                <a:extLst>
                  <a:ext uri="{FF2B5EF4-FFF2-40B4-BE49-F238E27FC236}">
                    <a16:creationId xmlns:a16="http://schemas.microsoft.com/office/drawing/2014/main" id="{1FBD13D4-3E39-9119-FAAA-B91862248D64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1" name="pg1875">
                <a:extLst>
                  <a:ext uri="{FF2B5EF4-FFF2-40B4-BE49-F238E27FC236}">
                    <a16:creationId xmlns:a16="http://schemas.microsoft.com/office/drawing/2014/main" id="{1D2E1E10-B940-8FFE-404D-58391F745FE9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2" name="pg1876">
                <a:extLst>
                  <a:ext uri="{FF2B5EF4-FFF2-40B4-BE49-F238E27FC236}">
                    <a16:creationId xmlns:a16="http://schemas.microsoft.com/office/drawing/2014/main" id="{7A2AA00E-97E7-E0C1-EDDA-22D6A4A130CC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3" name="pg1877">
                <a:extLst>
                  <a:ext uri="{FF2B5EF4-FFF2-40B4-BE49-F238E27FC236}">
                    <a16:creationId xmlns:a16="http://schemas.microsoft.com/office/drawing/2014/main" id="{B762D2AF-9BDA-834A-7CEF-0A3CC0EE250B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4" name="pg1878">
                <a:extLst>
                  <a:ext uri="{FF2B5EF4-FFF2-40B4-BE49-F238E27FC236}">
                    <a16:creationId xmlns:a16="http://schemas.microsoft.com/office/drawing/2014/main" id="{465EB462-807C-1127-2E7B-6B8DFB145564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5" name="pg1879">
                <a:extLst>
                  <a:ext uri="{FF2B5EF4-FFF2-40B4-BE49-F238E27FC236}">
                    <a16:creationId xmlns:a16="http://schemas.microsoft.com/office/drawing/2014/main" id="{A214EE09-2024-006F-C278-7A0C05C8D227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6" name="pg1880">
                <a:extLst>
                  <a:ext uri="{FF2B5EF4-FFF2-40B4-BE49-F238E27FC236}">
                    <a16:creationId xmlns:a16="http://schemas.microsoft.com/office/drawing/2014/main" id="{789B308F-E87F-25A4-BB34-DB2103F8F113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7" name="pg1881">
                <a:extLst>
                  <a:ext uri="{FF2B5EF4-FFF2-40B4-BE49-F238E27FC236}">
                    <a16:creationId xmlns:a16="http://schemas.microsoft.com/office/drawing/2014/main" id="{EA1D03F5-523C-00EC-4BBB-A8B2D1A23355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8" name="pg1882">
                <a:extLst>
                  <a:ext uri="{FF2B5EF4-FFF2-40B4-BE49-F238E27FC236}">
                    <a16:creationId xmlns:a16="http://schemas.microsoft.com/office/drawing/2014/main" id="{EC9F0334-D130-292C-14B6-3100BEB691D0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9" name="pg1883">
                <a:extLst>
                  <a:ext uri="{FF2B5EF4-FFF2-40B4-BE49-F238E27FC236}">
                    <a16:creationId xmlns:a16="http://schemas.microsoft.com/office/drawing/2014/main" id="{7B3C650B-5070-CB6A-4C77-A85354AA131A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0" name="pg1884">
                <a:extLst>
                  <a:ext uri="{FF2B5EF4-FFF2-40B4-BE49-F238E27FC236}">
                    <a16:creationId xmlns:a16="http://schemas.microsoft.com/office/drawing/2014/main" id="{7327987D-C93C-BD32-B790-A05C9A6487D2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1" name="pg1885">
                <a:extLst>
                  <a:ext uri="{FF2B5EF4-FFF2-40B4-BE49-F238E27FC236}">
                    <a16:creationId xmlns:a16="http://schemas.microsoft.com/office/drawing/2014/main" id="{F7499BFA-6F14-AC0B-61C6-5E5CD9CE9D39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2" name="pg1886">
                <a:extLst>
                  <a:ext uri="{FF2B5EF4-FFF2-40B4-BE49-F238E27FC236}">
                    <a16:creationId xmlns:a16="http://schemas.microsoft.com/office/drawing/2014/main" id="{9218A6A3-1B74-D383-F440-3907451AA4AD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3" name="pg1887">
                <a:extLst>
                  <a:ext uri="{FF2B5EF4-FFF2-40B4-BE49-F238E27FC236}">
                    <a16:creationId xmlns:a16="http://schemas.microsoft.com/office/drawing/2014/main" id="{B917D31B-5574-4147-E6D6-B3F3D657F379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4" name="pg1888">
                <a:extLst>
                  <a:ext uri="{FF2B5EF4-FFF2-40B4-BE49-F238E27FC236}">
                    <a16:creationId xmlns:a16="http://schemas.microsoft.com/office/drawing/2014/main" id="{2FBAFF00-14B3-0B10-FA3D-7F66B5515B37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5" name="pg1889">
                <a:extLst>
                  <a:ext uri="{FF2B5EF4-FFF2-40B4-BE49-F238E27FC236}">
                    <a16:creationId xmlns:a16="http://schemas.microsoft.com/office/drawing/2014/main" id="{2A28C32C-EE34-6418-72D8-9BDA6B362929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6" name="pg1890">
                <a:extLst>
                  <a:ext uri="{FF2B5EF4-FFF2-40B4-BE49-F238E27FC236}">
                    <a16:creationId xmlns:a16="http://schemas.microsoft.com/office/drawing/2014/main" id="{29BF4E5B-E89D-E490-68C3-82AEE42230E6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7" name="pg1891">
                <a:extLst>
                  <a:ext uri="{FF2B5EF4-FFF2-40B4-BE49-F238E27FC236}">
                    <a16:creationId xmlns:a16="http://schemas.microsoft.com/office/drawing/2014/main" id="{0F221937-D83B-AB08-48D5-E1420CC194A7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8" name="pg1892">
                <a:extLst>
                  <a:ext uri="{FF2B5EF4-FFF2-40B4-BE49-F238E27FC236}">
                    <a16:creationId xmlns:a16="http://schemas.microsoft.com/office/drawing/2014/main" id="{37CAD704-706D-12F9-FDB6-84DB726C4107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9" name="pg1893">
                <a:extLst>
                  <a:ext uri="{FF2B5EF4-FFF2-40B4-BE49-F238E27FC236}">
                    <a16:creationId xmlns:a16="http://schemas.microsoft.com/office/drawing/2014/main" id="{94E50551-E35C-69CB-5925-B594640BA459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0" name="pg1894">
                <a:extLst>
                  <a:ext uri="{FF2B5EF4-FFF2-40B4-BE49-F238E27FC236}">
                    <a16:creationId xmlns:a16="http://schemas.microsoft.com/office/drawing/2014/main" id="{80321483-96CA-A68A-A5DA-BB8D1BC5F8EB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1" name="pg1895">
                <a:extLst>
                  <a:ext uri="{FF2B5EF4-FFF2-40B4-BE49-F238E27FC236}">
                    <a16:creationId xmlns:a16="http://schemas.microsoft.com/office/drawing/2014/main" id="{A1654177-81BC-B37E-309C-03D2C6E85690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2" name="pg1896">
                <a:extLst>
                  <a:ext uri="{FF2B5EF4-FFF2-40B4-BE49-F238E27FC236}">
                    <a16:creationId xmlns:a16="http://schemas.microsoft.com/office/drawing/2014/main" id="{F09DE6E1-6D4A-E93F-6F38-E99ABBE2DA4F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3" name="pg1897">
                <a:extLst>
                  <a:ext uri="{FF2B5EF4-FFF2-40B4-BE49-F238E27FC236}">
                    <a16:creationId xmlns:a16="http://schemas.microsoft.com/office/drawing/2014/main" id="{C29B9EE1-DB97-1898-6C4A-A3DE0808414A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4" name="pg1898">
                <a:extLst>
                  <a:ext uri="{FF2B5EF4-FFF2-40B4-BE49-F238E27FC236}">
                    <a16:creationId xmlns:a16="http://schemas.microsoft.com/office/drawing/2014/main" id="{48526FEF-2D5B-AAD8-06BE-7A2F057EA412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5" name="pg1899">
                <a:extLst>
                  <a:ext uri="{FF2B5EF4-FFF2-40B4-BE49-F238E27FC236}">
                    <a16:creationId xmlns:a16="http://schemas.microsoft.com/office/drawing/2014/main" id="{C3610B23-4381-436F-CF2E-6FD0EEC5F16A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6" name="pg1900">
                <a:extLst>
                  <a:ext uri="{FF2B5EF4-FFF2-40B4-BE49-F238E27FC236}">
                    <a16:creationId xmlns:a16="http://schemas.microsoft.com/office/drawing/2014/main" id="{B5BB3775-FDDD-BEC8-F5B0-CAF1F5F99867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7" name="pg1901">
                <a:extLst>
                  <a:ext uri="{FF2B5EF4-FFF2-40B4-BE49-F238E27FC236}">
                    <a16:creationId xmlns:a16="http://schemas.microsoft.com/office/drawing/2014/main" id="{6AED64E0-8D08-CE5A-C10E-CFFEEB15B5F7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8" name="pg1902">
                <a:extLst>
                  <a:ext uri="{FF2B5EF4-FFF2-40B4-BE49-F238E27FC236}">
                    <a16:creationId xmlns:a16="http://schemas.microsoft.com/office/drawing/2014/main" id="{58C24AA3-EBBB-9353-E16F-B78480A479E2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9" name="pg1903">
                <a:extLst>
                  <a:ext uri="{FF2B5EF4-FFF2-40B4-BE49-F238E27FC236}">
                    <a16:creationId xmlns:a16="http://schemas.microsoft.com/office/drawing/2014/main" id="{503BA134-6CDA-6BA8-9A7B-6825D82352D3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0" name="pg1904">
                <a:extLst>
                  <a:ext uri="{FF2B5EF4-FFF2-40B4-BE49-F238E27FC236}">
                    <a16:creationId xmlns:a16="http://schemas.microsoft.com/office/drawing/2014/main" id="{D4E19244-1B20-01D4-84B6-9897554D99DB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1" name="pg1905">
                <a:extLst>
                  <a:ext uri="{FF2B5EF4-FFF2-40B4-BE49-F238E27FC236}">
                    <a16:creationId xmlns:a16="http://schemas.microsoft.com/office/drawing/2014/main" id="{2F36FB7F-DE00-6B63-2AAD-AF64EEB74944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2" name="pg1906">
                <a:extLst>
                  <a:ext uri="{FF2B5EF4-FFF2-40B4-BE49-F238E27FC236}">
                    <a16:creationId xmlns:a16="http://schemas.microsoft.com/office/drawing/2014/main" id="{C41EED81-961C-FCC9-10D9-10841053763D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3" name="pg1907">
                <a:extLst>
                  <a:ext uri="{FF2B5EF4-FFF2-40B4-BE49-F238E27FC236}">
                    <a16:creationId xmlns:a16="http://schemas.microsoft.com/office/drawing/2014/main" id="{6DF88523-E109-F1BB-0EE6-647E55C2753D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4" name="pg1908">
                <a:extLst>
                  <a:ext uri="{FF2B5EF4-FFF2-40B4-BE49-F238E27FC236}">
                    <a16:creationId xmlns:a16="http://schemas.microsoft.com/office/drawing/2014/main" id="{15569695-32DB-9A10-67B4-E36899658542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5" name="pg1909">
                <a:extLst>
                  <a:ext uri="{FF2B5EF4-FFF2-40B4-BE49-F238E27FC236}">
                    <a16:creationId xmlns:a16="http://schemas.microsoft.com/office/drawing/2014/main" id="{78189EE6-179F-5B28-FD99-7BF64450FB23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6" name="pg1910">
                <a:extLst>
                  <a:ext uri="{FF2B5EF4-FFF2-40B4-BE49-F238E27FC236}">
                    <a16:creationId xmlns:a16="http://schemas.microsoft.com/office/drawing/2014/main" id="{FA6A1BD2-223B-81E3-A286-8EAD93A70565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7" name="pg1911">
                <a:extLst>
                  <a:ext uri="{FF2B5EF4-FFF2-40B4-BE49-F238E27FC236}">
                    <a16:creationId xmlns:a16="http://schemas.microsoft.com/office/drawing/2014/main" id="{27B2F049-B80D-C416-ADFF-F10995E4C8D6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8" name="pg1912">
                <a:extLst>
                  <a:ext uri="{FF2B5EF4-FFF2-40B4-BE49-F238E27FC236}">
                    <a16:creationId xmlns:a16="http://schemas.microsoft.com/office/drawing/2014/main" id="{14D76A32-D6B3-DD02-C37D-44B5324A4569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9" name="pg1913">
                <a:extLst>
                  <a:ext uri="{FF2B5EF4-FFF2-40B4-BE49-F238E27FC236}">
                    <a16:creationId xmlns:a16="http://schemas.microsoft.com/office/drawing/2014/main" id="{2F75EEBE-574B-B1AB-A2B3-244A811DFCAD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0" name="pg1914">
                <a:extLst>
                  <a:ext uri="{FF2B5EF4-FFF2-40B4-BE49-F238E27FC236}">
                    <a16:creationId xmlns:a16="http://schemas.microsoft.com/office/drawing/2014/main" id="{AD26A8C4-18A2-3B12-A98F-0AC5E8609E53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1" name="pg1915">
                <a:extLst>
                  <a:ext uri="{FF2B5EF4-FFF2-40B4-BE49-F238E27FC236}">
                    <a16:creationId xmlns:a16="http://schemas.microsoft.com/office/drawing/2014/main" id="{6DE839D4-47A0-96F3-22E6-B5919EAC9666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2" name="pg1916">
                <a:extLst>
                  <a:ext uri="{FF2B5EF4-FFF2-40B4-BE49-F238E27FC236}">
                    <a16:creationId xmlns:a16="http://schemas.microsoft.com/office/drawing/2014/main" id="{DAFC2954-5E25-99EC-1685-6E933685563B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3" name="pg1917">
                <a:extLst>
                  <a:ext uri="{FF2B5EF4-FFF2-40B4-BE49-F238E27FC236}">
                    <a16:creationId xmlns:a16="http://schemas.microsoft.com/office/drawing/2014/main" id="{7326FFB0-F7E1-95B3-CAC7-AA1123C92482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4" name="pg1918">
                <a:extLst>
                  <a:ext uri="{FF2B5EF4-FFF2-40B4-BE49-F238E27FC236}">
                    <a16:creationId xmlns:a16="http://schemas.microsoft.com/office/drawing/2014/main" id="{5FE7A35A-6394-B3BC-2D2A-CC9F11BDC48E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5" name="pg1919">
                <a:extLst>
                  <a:ext uri="{FF2B5EF4-FFF2-40B4-BE49-F238E27FC236}">
                    <a16:creationId xmlns:a16="http://schemas.microsoft.com/office/drawing/2014/main" id="{8C4B5B5E-38E8-C97E-CDBC-6B7FB0D20698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6" name="pg1920">
                <a:extLst>
                  <a:ext uri="{FF2B5EF4-FFF2-40B4-BE49-F238E27FC236}">
                    <a16:creationId xmlns:a16="http://schemas.microsoft.com/office/drawing/2014/main" id="{4E7B6187-3EE8-63D8-732B-96B2E7A915DB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7" name="pg1921">
                <a:extLst>
                  <a:ext uri="{FF2B5EF4-FFF2-40B4-BE49-F238E27FC236}">
                    <a16:creationId xmlns:a16="http://schemas.microsoft.com/office/drawing/2014/main" id="{D464BB9F-AC2E-1397-E883-773980568742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8" name="pg1922">
                <a:extLst>
                  <a:ext uri="{FF2B5EF4-FFF2-40B4-BE49-F238E27FC236}">
                    <a16:creationId xmlns:a16="http://schemas.microsoft.com/office/drawing/2014/main" id="{B53F454C-C78A-C80D-805D-83FEA1CB1A6C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9" name="pg1923">
                <a:extLst>
                  <a:ext uri="{FF2B5EF4-FFF2-40B4-BE49-F238E27FC236}">
                    <a16:creationId xmlns:a16="http://schemas.microsoft.com/office/drawing/2014/main" id="{FDADD6D9-71FD-BF6F-628B-22FC811E5288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0" name="pg1924">
                <a:extLst>
                  <a:ext uri="{FF2B5EF4-FFF2-40B4-BE49-F238E27FC236}">
                    <a16:creationId xmlns:a16="http://schemas.microsoft.com/office/drawing/2014/main" id="{9172DFA0-D522-1A3C-21CD-162B15513538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1" name="pg1925">
                <a:extLst>
                  <a:ext uri="{FF2B5EF4-FFF2-40B4-BE49-F238E27FC236}">
                    <a16:creationId xmlns:a16="http://schemas.microsoft.com/office/drawing/2014/main" id="{69957C7B-08F9-5797-636A-B88F4C83D549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2" name="pg1926">
                <a:extLst>
                  <a:ext uri="{FF2B5EF4-FFF2-40B4-BE49-F238E27FC236}">
                    <a16:creationId xmlns:a16="http://schemas.microsoft.com/office/drawing/2014/main" id="{818750C2-2656-0199-5AA7-D324371056CF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3" name="pg1927">
                <a:extLst>
                  <a:ext uri="{FF2B5EF4-FFF2-40B4-BE49-F238E27FC236}">
                    <a16:creationId xmlns:a16="http://schemas.microsoft.com/office/drawing/2014/main" id="{AEEBBF80-EE0A-98B3-EFD8-F95D98DD6894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4" name="pg1928">
                <a:extLst>
                  <a:ext uri="{FF2B5EF4-FFF2-40B4-BE49-F238E27FC236}">
                    <a16:creationId xmlns:a16="http://schemas.microsoft.com/office/drawing/2014/main" id="{99AC6BF2-6E1B-3AAE-064A-EF9895551068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5" name="pg1929">
                <a:extLst>
                  <a:ext uri="{FF2B5EF4-FFF2-40B4-BE49-F238E27FC236}">
                    <a16:creationId xmlns:a16="http://schemas.microsoft.com/office/drawing/2014/main" id="{6F1C342E-B0E8-4428-59F7-4C1BCAFA0B22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6" name="pg1930">
                <a:extLst>
                  <a:ext uri="{FF2B5EF4-FFF2-40B4-BE49-F238E27FC236}">
                    <a16:creationId xmlns:a16="http://schemas.microsoft.com/office/drawing/2014/main" id="{A2D763E6-574D-BE50-D705-36ED1A42BF2A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7" name="pg1931">
                <a:extLst>
                  <a:ext uri="{FF2B5EF4-FFF2-40B4-BE49-F238E27FC236}">
                    <a16:creationId xmlns:a16="http://schemas.microsoft.com/office/drawing/2014/main" id="{621EDA86-5152-F726-3D33-7862AC45CF76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8" name="pg1932">
                <a:extLst>
                  <a:ext uri="{FF2B5EF4-FFF2-40B4-BE49-F238E27FC236}">
                    <a16:creationId xmlns:a16="http://schemas.microsoft.com/office/drawing/2014/main" id="{B680878C-CA0C-E1FD-FCE3-0A5ADCDBD659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9" name="pg1933">
                <a:extLst>
                  <a:ext uri="{FF2B5EF4-FFF2-40B4-BE49-F238E27FC236}">
                    <a16:creationId xmlns:a16="http://schemas.microsoft.com/office/drawing/2014/main" id="{440AA659-C4EB-FD55-2B07-62C18B080087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0" name="pg1934">
                <a:extLst>
                  <a:ext uri="{FF2B5EF4-FFF2-40B4-BE49-F238E27FC236}">
                    <a16:creationId xmlns:a16="http://schemas.microsoft.com/office/drawing/2014/main" id="{6E57644E-F6FF-AF88-AAFF-B6DBD3705D46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1" name="pg1935">
                <a:extLst>
                  <a:ext uri="{FF2B5EF4-FFF2-40B4-BE49-F238E27FC236}">
                    <a16:creationId xmlns:a16="http://schemas.microsoft.com/office/drawing/2014/main" id="{6884A365-6832-2104-00A8-13654E2F7F50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2" name="pg1936">
                <a:extLst>
                  <a:ext uri="{FF2B5EF4-FFF2-40B4-BE49-F238E27FC236}">
                    <a16:creationId xmlns:a16="http://schemas.microsoft.com/office/drawing/2014/main" id="{DB961324-B03C-4567-F1D5-F03B23BEB836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3" name="pg1937">
                <a:extLst>
                  <a:ext uri="{FF2B5EF4-FFF2-40B4-BE49-F238E27FC236}">
                    <a16:creationId xmlns:a16="http://schemas.microsoft.com/office/drawing/2014/main" id="{4084A303-4953-2DB2-2533-AF87C2722B9A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4" name="pg1938">
                <a:extLst>
                  <a:ext uri="{FF2B5EF4-FFF2-40B4-BE49-F238E27FC236}">
                    <a16:creationId xmlns:a16="http://schemas.microsoft.com/office/drawing/2014/main" id="{7CD3815B-5944-019F-E9EA-E50C4599E290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5" name="pg1939">
                <a:extLst>
                  <a:ext uri="{FF2B5EF4-FFF2-40B4-BE49-F238E27FC236}">
                    <a16:creationId xmlns:a16="http://schemas.microsoft.com/office/drawing/2014/main" id="{40193B63-3822-5C42-790D-14A8F151A6EB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6" name="pg1940">
                <a:extLst>
                  <a:ext uri="{FF2B5EF4-FFF2-40B4-BE49-F238E27FC236}">
                    <a16:creationId xmlns:a16="http://schemas.microsoft.com/office/drawing/2014/main" id="{6AA74192-0543-3E20-67FB-7CE25EC29848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7" name="pg1941">
                <a:extLst>
                  <a:ext uri="{FF2B5EF4-FFF2-40B4-BE49-F238E27FC236}">
                    <a16:creationId xmlns:a16="http://schemas.microsoft.com/office/drawing/2014/main" id="{0A9EF2E4-1513-AF8D-9ED7-A8BF1C09336C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8" name="pg1942">
                <a:extLst>
                  <a:ext uri="{FF2B5EF4-FFF2-40B4-BE49-F238E27FC236}">
                    <a16:creationId xmlns:a16="http://schemas.microsoft.com/office/drawing/2014/main" id="{160C6C0D-6086-B382-8E97-91F3DE6B47AA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9" name="pg1943">
                <a:extLst>
                  <a:ext uri="{FF2B5EF4-FFF2-40B4-BE49-F238E27FC236}">
                    <a16:creationId xmlns:a16="http://schemas.microsoft.com/office/drawing/2014/main" id="{C523A811-820B-4D55-39E5-9C3A6ABD0FD4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0" name="pg1944">
                <a:extLst>
                  <a:ext uri="{FF2B5EF4-FFF2-40B4-BE49-F238E27FC236}">
                    <a16:creationId xmlns:a16="http://schemas.microsoft.com/office/drawing/2014/main" id="{4398AF78-EB9A-AE63-50CF-F48A05D8DC30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1" name="pg1945">
                <a:extLst>
                  <a:ext uri="{FF2B5EF4-FFF2-40B4-BE49-F238E27FC236}">
                    <a16:creationId xmlns:a16="http://schemas.microsoft.com/office/drawing/2014/main" id="{1EA86497-97EF-1884-C7EA-AA41C73E3F74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2" name="pg1946">
                <a:extLst>
                  <a:ext uri="{FF2B5EF4-FFF2-40B4-BE49-F238E27FC236}">
                    <a16:creationId xmlns:a16="http://schemas.microsoft.com/office/drawing/2014/main" id="{8AE0144A-E509-693D-B06D-642B370BC13B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3" name="pg1947">
                <a:extLst>
                  <a:ext uri="{FF2B5EF4-FFF2-40B4-BE49-F238E27FC236}">
                    <a16:creationId xmlns:a16="http://schemas.microsoft.com/office/drawing/2014/main" id="{81819359-7A91-B76B-3901-17094F2279AC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4" name="pg1948">
                <a:extLst>
                  <a:ext uri="{FF2B5EF4-FFF2-40B4-BE49-F238E27FC236}">
                    <a16:creationId xmlns:a16="http://schemas.microsoft.com/office/drawing/2014/main" id="{026F9F8A-E5BC-EC2A-0103-37059756FC81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5" name="pg1949">
                <a:extLst>
                  <a:ext uri="{FF2B5EF4-FFF2-40B4-BE49-F238E27FC236}">
                    <a16:creationId xmlns:a16="http://schemas.microsoft.com/office/drawing/2014/main" id="{C06DE1FB-77B1-45EE-9B53-19C32509D221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6" name="pg1950">
                <a:extLst>
                  <a:ext uri="{FF2B5EF4-FFF2-40B4-BE49-F238E27FC236}">
                    <a16:creationId xmlns:a16="http://schemas.microsoft.com/office/drawing/2014/main" id="{C715A058-C8ED-73EB-F2DA-AE9B0F729B0A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7" name="pg1951">
                <a:extLst>
                  <a:ext uri="{FF2B5EF4-FFF2-40B4-BE49-F238E27FC236}">
                    <a16:creationId xmlns:a16="http://schemas.microsoft.com/office/drawing/2014/main" id="{882CD3D1-EB48-50BD-DF00-78931B82525F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8" name="pg1952">
                <a:extLst>
                  <a:ext uri="{FF2B5EF4-FFF2-40B4-BE49-F238E27FC236}">
                    <a16:creationId xmlns:a16="http://schemas.microsoft.com/office/drawing/2014/main" id="{73F6CDC6-11A6-0844-60A2-01B8657AA72D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9" name="pg1953">
                <a:extLst>
                  <a:ext uri="{FF2B5EF4-FFF2-40B4-BE49-F238E27FC236}">
                    <a16:creationId xmlns:a16="http://schemas.microsoft.com/office/drawing/2014/main" id="{17DDD97D-31EB-FB3A-07AE-BE9BA1C9FEA5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0" name="pg1954">
                <a:extLst>
                  <a:ext uri="{FF2B5EF4-FFF2-40B4-BE49-F238E27FC236}">
                    <a16:creationId xmlns:a16="http://schemas.microsoft.com/office/drawing/2014/main" id="{96CA98D5-0C99-F718-CB65-CF25E9C6A3D0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1" name="pg1955">
                <a:extLst>
                  <a:ext uri="{FF2B5EF4-FFF2-40B4-BE49-F238E27FC236}">
                    <a16:creationId xmlns:a16="http://schemas.microsoft.com/office/drawing/2014/main" id="{BF225711-4B1C-661D-E7F3-121DEF5D60C2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2" name="pg1956">
                <a:extLst>
                  <a:ext uri="{FF2B5EF4-FFF2-40B4-BE49-F238E27FC236}">
                    <a16:creationId xmlns:a16="http://schemas.microsoft.com/office/drawing/2014/main" id="{DF873510-0ECA-03DB-5D83-8E4E4999C171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3" name="pg1957">
                <a:extLst>
                  <a:ext uri="{FF2B5EF4-FFF2-40B4-BE49-F238E27FC236}">
                    <a16:creationId xmlns:a16="http://schemas.microsoft.com/office/drawing/2014/main" id="{E8372168-246F-50F5-68EB-43D9C539573F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4" name="pg1958">
                <a:extLst>
                  <a:ext uri="{FF2B5EF4-FFF2-40B4-BE49-F238E27FC236}">
                    <a16:creationId xmlns:a16="http://schemas.microsoft.com/office/drawing/2014/main" id="{155A54D0-7C05-5588-7352-788CD4149287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5" name="pg1959">
                <a:extLst>
                  <a:ext uri="{FF2B5EF4-FFF2-40B4-BE49-F238E27FC236}">
                    <a16:creationId xmlns:a16="http://schemas.microsoft.com/office/drawing/2014/main" id="{A9F2E7BD-FD73-2F12-D683-F41A8BB4C26C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6" name="pg1960">
                <a:extLst>
                  <a:ext uri="{FF2B5EF4-FFF2-40B4-BE49-F238E27FC236}">
                    <a16:creationId xmlns:a16="http://schemas.microsoft.com/office/drawing/2014/main" id="{89B896FD-63DB-E3DD-4108-5121E5583657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7" name="pg1961">
                <a:extLst>
                  <a:ext uri="{FF2B5EF4-FFF2-40B4-BE49-F238E27FC236}">
                    <a16:creationId xmlns:a16="http://schemas.microsoft.com/office/drawing/2014/main" id="{361709C1-E5EE-8D4A-464E-DB91FE696336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8" name="pg1962">
                <a:extLst>
                  <a:ext uri="{FF2B5EF4-FFF2-40B4-BE49-F238E27FC236}">
                    <a16:creationId xmlns:a16="http://schemas.microsoft.com/office/drawing/2014/main" id="{57E75B5D-EB5F-3D14-AE9D-A192EF167CE2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9" name="pg1963">
                <a:extLst>
                  <a:ext uri="{FF2B5EF4-FFF2-40B4-BE49-F238E27FC236}">
                    <a16:creationId xmlns:a16="http://schemas.microsoft.com/office/drawing/2014/main" id="{AB1AAF6C-03C1-5000-6F34-315AE34682DF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0" name="pg1964">
                <a:extLst>
                  <a:ext uri="{FF2B5EF4-FFF2-40B4-BE49-F238E27FC236}">
                    <a16:creationId xmlns:a16="http://schemas.microsoft.com/office/drawing/2014/main" id="{FCCA9D05-ED99-EC5B-FFFD-0EE2A8DC8D3D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1" name="pg1965">
                <a:extLst>
                  <a:ext uri="{FF2B5EF4-FFF2-40B4-BE49-F238E27FC236}">
                    <a16:creationId xmlns:a16="http://schemas.microsoft.com/office/drawing/2014/main" id="{72173435-640F-2BAC-44F8-7EF3A1F971C2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2" name="pg1966">
                <a:extLst>
                  <a:ext uri="{FF2B5EF4-FFF2-40B4-BE49-F238E27FC236}">
                    <a16:creationId xmlns:a16="http://schemas.microsoft.com/office/drawing/2014/main" id="{10CF72D8-3CFD-19C6-71D6-22A6337F067A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3" name="pg1967">
                <a:extLst>
                  <a:ext uri="{FF2B5EF4-FFF2-40B4-BE49-F238E27FC236}">
                    <a16:creationId xmlns:a16="http://schemas.microsoft.com/office/drawing/2014/main" id="{563242A7-FF7B-AE0A-7A62-6507562AAA04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4" name="pg1968">
                <a:extLst>
                  <a:ext uri="{FF2B5EF4-FFF2-40B4-BE49-F238E27FC236}">
                    <a16:creationId xmlns:a16="http://schemas.microsoft.com/office/drawing/2014/main" id="{F56F431F-2D54-0483-9695-4CD591BE2F2D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5" name="pg1969">
                <a:extLst>
                  <a:ext uri="{FF2B5EF4-FFF2-40B4-BE49-F238E27FC236}">
                    <a16:creationId xmlns:a16="http://schemas.microsoft.com/office/drawing/2014/main" id="{E1394B72-1B23-5273-A2C9-D3155B34EE66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6" name="pg1970">
                <a:extLst>
                  <a:ext uri="{FF2B5EF4-FFF2-40B4-BE49-F238E27FC236}">
                    <a16:creationId xmlns:a16="http://schemas.microsoft.com/office/drawing/2014/main" id="{4177A5D4-593A-24D5-914C-0748790DAEFA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7" name="pg1971">
                <a:extLst>
                  <a:ext uri="{FF2B5EF4-FFF2-40B4-BE49-F238E27FC236}">
                    <a16:creationId xmlns:a16="http://schemas.microsoft.com/office/drawing/2014/main" id="{80AA78C5-86DF-9C3B-2917-0DE6695A0A60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8" name="pg1972">
                <a:extLst>
                  <a:ext uri="{FF2B5EF4-FFF2-40B4-BE49-F238E27FC236}">
                    <a16:creationId xmlns:a16="http://schemas.microsoft.com/office/drawing/2014/main" id="{F2C25103-0B20-1023-F94A-587CACE8BB89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9" name="pg1973">
                <a:extLst>
                  <a:ext uri="{FF2B5EF4-FFF2-40B4-BE49-F238E27FC236}">
                    <a16:creationId xmlns:a16="http://schemas.microsoft.com/office/drawing/2014/main" id="{C616E3E9-FBFF-714A-A3F3-7D452E7AE05F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0" name="pg1974">
                <a:extLst>
                  <a:ext uri="{FF2B5EF4-FFF2-40B4-BE49-F238E27FC236}">
                    <a16:creationId xmlns:a16="http://schemas.microsoft.com/office/drawing/2014/main" id="{5AB853ED-EE19-8225-9F0A-51C2AC56AC0D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1" name="pg1975">
                <a:extLst>
                  <a:ext uri="{FF2B5EF4-FFF2-40B4-BE49-F238E27FC236}">
                    <a16:creationId xmlns:a16="http://schemas.microsoft.com/office/drawing/2014/main" id="{BD59D4E0-DBC8-3A06-DB58-D8611020A403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2" name="pg1976">
                <a:extLst>
                  <a:ext uri="{FF2B5EF4-FFF2-40B4-BE49-F238E27FC236}">
                    <a16:creationId xmlns:a16="http://schemas.microsoft.com/office/drawing/2014/main" id="{00A3D98E-2C3D-B692-5D5E-6DC8D1BC4C42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3" name="pg1977">
                <a:extLst>
                  <a:ext uri="{FF2B5EF4-FFF2-40B4-BE49-F238E27FC236}">
                    <a16:creationId xmlns:a16="http://schemas.microsoft.com/office/drawing/2014/main" id="{7F0399C9-40C1-52BB-5B23-5434745AC82B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4" name="pg1978">
                <a:extLst>
                  <a:ext uri="{FF2B5EF4-FFF2-40B4-BE49-F238E27FC236}">
                    <a16:creationId xmlns:a16="http://schemas.microsoft.com/office/drawing/2014/main" id="{6AEB9D47-B3F4-2B16-E0D6-7C95C11BB50A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5" name="pg1979">
                <a:extLst>
                  <a:ext uri="{FF2B5EF4-FFF2-40B4-BE49-F238E27FC236}">
                    <a16:creationId xmlns:a16="http://schemas.microsoft.com/office/drawing/2014/main" id="{F05B8A92-7358-5E5B-103B-084E5BCE026A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6" name="pg1980">
                <a:extLst>
                  <a:ext uri="{FF2B5EF4-FFF2-40B4-BE49-F238E27FC236}">
                    <a16:creationId xmlns:a16="http://schemas.microsoft.com/office/drawing/2014/main" id="{F9238240-140D-D1E3-0D06-D40912C715AD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7" name="pg1981">
                <a:extLst>
                  <a:ext uri="{FF2B5EF4-FFF2-40B4-BE49-F238E27FC236}">
                    <a16:creationId xmlns:a16="http://schemas.microsoft.com/office/drawing/2014/main" id="{C8B877A1-9CB4-4C18-A5DC-D2E9864674F3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8" name="pg1982">
                <a:extLst>
                  <a:ext uri="{FF2B5EF4-FFF2-40B4-BE49-F238E27FC236}">
                    <a16:creationId xmlns:a16="http://schemas.microsoft.com/office/drawing/2014/main" id="{9D1D205B-C140-2F65-F299-EDAF0A55A028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9" name="pg1983">
                <a:extLst>
                  <a:ext uri="{FF2B5EF4-FFF2-40B4-BE49-F238E27FC236}">
                    <a16:creationId xmlns:a16="http://schemas.microsoft.com/office/drawing/2014/main" id="{9385BDF3-0D2C-BF98-2705-1852F80467D4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0" name="pg1984">
                <a:extLst>
                  <a:ext uri="{FF2B5EF4-FFF2-40B4-BE49-F238E27FC236}">
                    <a16:creationId xmlns:a16="http://schemas.microsoft.com/office/drawing/2014/main" id="{92BEAC4E-713A-7664-6C8A-39F95E957928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1" name="pg1985">
                <a:extLst>
                  <a:ext uri="{FF2B5EF4-FFF2-40B4-BE49-F238E27FC236}">
                    <a16:creationId xmlns:a16="http://schemas.microsoft.com/office/drawing/2014/main" id="{CAD85D3D-C2A3-7F98-8A11-69D974CD8A7F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2" name="pg1986">
                <a:extLst>
                  <a:ext uri="{FF2B5EF4-FFF2-40B4-BE49-F238E27FC236}">
                    <a16:creationId xmlns:a16="http://schemas.microsoft.com/office/drawing/2014/main" id="{74094791-DC51-9EEF-E2EB-2C308EFA1318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3" name="pg1987">
                <a:extLst>
                  <a:ext uri="{FF2B5EF4-FFF2-40B4-BE49-F238E27FC236}">
                    <a16:creationId xmlns:a16="http://schemas.microsoft.com/office/drawing/2014/main" id="{3A62EF99-F704-6BFE-2500-7CE8D3981256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4" name="pg1988">
                <a:extLst>
                  <a:ext uri="{FF2B5EF4-FFF2-40B4-BE49-F238E27FC236}">
                    <a16:creationId xmlns:a16="http://schemas.microsoft.com/office/drawing/2014/main" id="{30C65904-EB7E-D5B6-9942-63DDB909D045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5" name="pg1989">
                <a:extLst>
                  <a:ext uri="{FF2B5EF4-FFF2-40B4-BE49-F238E27FC236}">
                    <a16:creationId xmlns:a16="http://schemas.microsoft.com/office/drawing/2014/main" id="{34AE5054-43DB-523A-3965-01C91579E7CE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6" name="pg1990">
                <a:extLst>
                  <a:ext uri="{FF2B5EF4-FFF2-40B4-BE49-F238E27FC236}">
                    <a16:creationId xmlns:a16="http://schemas.microsoft.com/office/drawing/2014/main" id="{6658C9BB-15E4-A839-8AF8-F36AEF738A0F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7" name="pg1991">
                <a:extLst>
                  <a:ext uri="{FF2B5EF4-FFF2-40B4-BE49-F238E27FC236}">
                    <a16:creationId xmlns:a16="http://schemas.microsoft.com/office/drawing/2014/main" id="{0C6E2E48-C58E-9DE9-2A17-C82CCB12B480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8" name="pg1992">
                <a:extLst>
                  <a:ext uri="{FF2B5EF4-FFF2-40B4-BE49-F238E27FC236}">
                    <a16:creationId xmlns:a16="http://schemas.microsoft.com/office/drawing/2014/main" id="{E4DF2E04-DCDC-4FCC-62B6-77E117A3F67A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9" name="pg1993">
                <a:extLst>
                  <a:ext uri="{FF2B5EF4-FFF2-40B4-BE49-F238E27FC236}">
                    <a16:creationId xmlns:a16="http://schemas.microsoft.com/office/drawing/2014/main" id="{4727EAF7-4A29-A6A5-6AF9-93E9A9DC96D7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0" name="pg1994">
                <a:extLst>
                  <a:ext uri="{FF2B5EF4-FFF2-40B4-BE49-F238E27FC236}">
                    <a16:creationId xmlns:a16="http://schemas.microsoft.com/office/drawing/2014/main" id="{9C2EE66C-B906-96D4-C493-ED7EF85E5C53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1" name="pg1995">
                <a:extLst>
                  <a:ext uri="{FF2B5EF4-FFF2-40B4-BE49-F238E27FC236}">
                    <a16:creationId xmlns:a16="http://schemas.microsoft.com/office/drawing/2014/main" id="{97095AD7-8C4B-2EFF-0E6B-A05B5C8DF1A0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2" name="pg1996">
                <a:extLst>
                  <a:ext uri="{FF2B5EF4-FFF2-40B4-BE49-F238E27FC236}">
                    <a16:creationId xmlns:a16="http://schemas.microsoft.com/office/drawing/2014/main" id="{6A4645E3-D657-B6EB-8325-97BF8A279025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3" name="pg1997">
                <a:extLst>
                  <a:ext uri="{FF2B5EF4-FFF2-40B4-BE49-F238E27FC236}">
                    <a16:creationId xmlns:a16="http://schemas.microsoft.com/office/drawing/2014/main" id="{865A72E0-D34D-FDA1-5B28-DA88DF7EAD3A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4" name="pg1998">
                <a:extLst>
                  <a:ext uri="{FF2B5EF4-FFF2-40B4-BE49-F238E27FC236}">
                    <a16:creationId xmlns:a16="http://schemas.microsoft.com/office/drawing/2014/main" id="{57084D4F-6ADF-143C-64E6-EFA6F08CBA8E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5" name="pg1999">
                <a:extLst>
                  <a:ext uri="{FF2B5EF4-FFF2-40B4-BE49-F238E27FC236}">
                    <a16:creationId xmlns:a16="http://schemas.microsoft.com/office/drawing/2014/main" id="{DAC7187D-0BA2-9612-3295-ECA74A3359C1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6" name="pg2000">
                <a:extLst>
                  <a:ext uri="{FF2B5EF4-FFF2-40B4-BE49-F238E27FC236}">
                    <a16:creationId xmlns:a16="http://schemas.microsoft.com/office/drawing/2014/main" id="{29585A5C-E5D9-5BB2-70C7-ED1458B9AAFD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7" name="pg2001">
                <a:extLst>
                  <a:ext uri="{FF2B5EF4-FFF2-40B4-BE49-F238E27FC236}">
                    <a16:creationId xmlns:a16="http://schemas.microsoft.com/office/drawing/2014/main" id="{20E9CBA1-3D4D-08C8-CBC4-3A0B0E986B8C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8" name="pg2002">
                <a:extLst>
                  <a:ext uri="{FF2B5EF4-FFF2-40B4-BE49-F238E27FC236}">
                    <a16:creationId xmlns:a16="http://schemas.microsoft.com/office/drawing/2014/main" id="{C71FD88C-63B4-15AA-DC93-02BA84A5D320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9" name="pg2003">
                <a:extLst>
                  <a:ext uri="{FF2B5EF4-FFF2-40B4-BE49-F238E27FC236}">
                    <a16:creationId xmlns:a16="http://schemas.microsoft.com/office/drawing/2014/main" id="{8316EEF8-09DF-2D23-CBD6-1015463F484C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0" name="pg2004">
                <a:extLst>
                  <a:ext uri="{FF2B5EF4-FFF2-40B4-BE49-F238E27FC236}">
                    <a16:creationId xmlns:a16="http://schemas.microsoft.com/office/drawing/2014/main" id="{3BCE7FD6-4E02-5101-ECF3-1231FA85CE9E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1" name="pg2005">
                <a:extLst>
                  <a:ext uri="{FF2B5EF4-FFF2-40B4-BE49-F238E27FC236}">
                    <a16:creationId xmlns:a16="http://schemas.microsoft.com/office/drawing/2014/main" id="{7E8D1CAA-F4D8-460C-C3FA-F51157AE7405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2" name="pg2006">
                <a:extLst>
                  <a:ext uri="{FF2B5EF4-FFF2-40B4-BE49-F238E27FC236}">
                    <a16:creationId xmlns:a16="http://schemas.microsoft.com/office/drawing/2014/main" id="{7143F438-7B83-19AF-1997-BBC6E959B10C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3" name="pg2007">
                <a:extLst>
                  <a:ext uri="{FF2B5EF4-FFF2-40B4-BE49-F238E27FC236}">
                    <a16:creationId xmlns:a16="http://schemas.microsoft.com/office/drawing/2014/main" id="{E1CE7C2E-8AFC-AE4D-7F7B-51A19C1B402B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4" name="pg2008">
                <a:extLst>
                  <a:ext uri="{FF2B5EF4-FFF2-40B4-BE49-F238E27FC236}">
                    <a16:creationId xmlns:a16="http://schemas.microsoft.com/office/drawing/2014/main" id="{9070C8EF-ECE9-7B8C-523E-740DFB22591D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5" name="pg2009">
                <a:extLst>
                  <a:ext uri="{FF2B5EF4-FFF2-40B4-BE49-F238E27FC236}">
                    <a16:creationId xmlns:a16="http://schemas.microsoft.com/office/drawing/2014/main" id="{2C942901-7190-D5D2-6128-E188A7E88406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6" name="pg2010">
                <a:extLst>
                  <a:ext uri="{FF2B5EF4-FFF2-40B4-BE49-F238E27FC236}">
                    <a16:creationId xmlns:a16="http://schemas.microsoft.com/office/drawing/2014/main" id="{620502D2-E5D8-6ED9-3F46-85C503A6D8A3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7" name="pg2011">
                <a:extLst>
                  <a:ext uri="{FF2B5EF4-FFF2-40B4-BE49-F238E27FC236}">
                    <a16:creationId xmlns:a16="http://schemas.microsoft.com/office/drawing/2014/main" id="{0B117E1A-8478-09F1-62D7-D92FDF51B33A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8" name="pg2012">
                <a:extLst>
                  <a:ext uri="{FF2B5EF4-FFF2-40B4-BE49-F238E27FC236}">
                    <a16:creationId xmlns:a16="http://schemas.microsoft.com/office/drawing/2014/main" id="{BDF590F3-469F-F0D5-D1D3-26BF9B49AC95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9" name="pg2013">
                <a:extLst>
                  <a:ext uri="{FF2B5EF4-FFF2-40B4-BE49-F238E27FC236}">
                    <a16:creationId xmlns:a16="http://schemas.microsoft.com/office/drawing/2014/main" id="{A42DD508-6248-3326-80C1-40A0199E21DA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0" name="pg2014">
                <a:extLst>
                  <a:ext uri="{FF2B5EF4-FFF2-40B4-BE49-F238E27FC236}">
                    <a16:creationId xmlns:a16="http://schemas.microsoft.com/office/drawing/2014/main" id="{B510F996-D3B0-870A-4474-BDA88B7A6C8F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1" name="pg2015">
                <a:extLst>
                  <a:ext uri="{FF2B5EF4-FFF2-40B4-BE49-F238E27FC236}">
                    <a16:creationId xmlns:a16="http://schemas.microsoft.com/office/drawing/2014/main" id="{99757877-D073-59C9-4B15-76E748F8F796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2" name="pg2016">
                <a:extLst>
                  <a:ext uri="{FF2B5EF4-FFF2-40B4-BE49-F238E27FC236}">
                    <a16:creationId xmlns:a16="http://schemas.microsoft.com/office/drawing/2014/main" id="{5DEA4BA0-E46E-1E02-AC2E-F4663D52BDA3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3" name="pg2017">
                <a:extLst>
                  <a:ext uri="{FF2B5EF4-FFF2-40B4-BE49-F238E27FC236}">
                    <a16:creationId xmlns:a16="http://schemas.microsoft.com/office/drawing/2014/main" id="{4D8F1BFC-BC37-695E-AED8-D3C6C150F69C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4" name="pg2018">
                <a:extLst>
                  <a:ext uri="{FF2B5EF4-FFF2-40B4-BE49-F238E27FC236}">
                    <a16:creationId xmlns:a16="http://schemas.microsoft.com/office/drawing/2014/main" id="{118B40C1-3BE6-ED84-C1FA-BC1B00CD2FCD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5" name="pg2019">
                <a:extLst>
                  <a:ext uri="{FF2B5EF4-FFF2-40B4-BE49-F238E27FC236}">
                    <a16:creationId xmlns:a16="http://schemas.microsoft.com/office/drawing/2014/main" id="{FF2A71F8-8398-8561-1439-B30302CEAE3B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6" name="pg2020">
                <a:extLst>
                  <a:ext uri="{FF2B5EF4-FFF2-40B4-BE49-F238E27FC236}">
                    <a16:creationId xmlns:a16="http://schemas.microsoft.com/office/drawing/2014/main" id="{A4114285-AE61-5CF6-5637-22A74E3720B5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7" name="pg2021">
                <a:extLst>
                  <a:ext uri="{FF2B5EF4-FFF2-40B4-BE49-F238E27FC236}">
                    <a16:creationId xmlns:a16="http://schemas.microsoft.com/office/drawing/2014/main" id="{9CDE1B08-E5D9-6BF5-B386-40395C6C14DD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8" name="pg2022">
                <a:extLst>
                  <a:ext uri="{FF2B5EF4-FFF2-40B4-BE49-F238E27FC236}">
                    <a16:creationId xmlns:a16="http://schemas.microsoft.com/office/drawing/2014/main" id="{825CD287-E9CD-C88E-5EAA-7E0C27F4C6F6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9" name="pg2023">
                <a:extLst>
                  <a:ext uri="{FF2B5EF4-FFF2-40B4-BE49-F238E27FC236}">
                    <a16:creationId xmlns:a16="http://schemas.microsoft.com/office/drawing/2014/main" id="{16CA7C3B-0689-202A-DC1A-F8D372211334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0" name="pg2024">
                <a:extLst>
                  <a:ext uri="{FF2B5EF4-FFF2-40B4-BE49-F238E27FC236}">
                    <a16:creationId xmlns:a16="http://schemas.microsoft.com/office/drawing/2014/main" id="{ACB0B64A-6DE8-5331-9A12-9A492F9E3DBF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1" name="pg2025">
                <a:extLst>
                  <a:ext uri="{FF2B5EF4-FFF2-40B4-BE49-F238E27FC236}">
                    <a16:creationId xmlns:a16="http://schemas.microsoft.com/office/drawing/2014/main" id="{0AE09731-8FCC-8B08-1869-98A4D5CF2D73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2" name="pg2026">
                <a:extLst>
                  <a:ext uri="{FF2B5EF4-FFF2-40B4-BE49-F238E27FC236}">
                    <a16:creationId xmlns:a16="http://schemas.microsoft.com/office/drawing/2014/main" id="{4DC39F62-FA17-3A91-4D22-DD80B72E2D72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3" name="pg2027">
                <a:extLst>
                  <a:ext uri="{FF2B5EF4-FFF2-40B4-BE49-F238E27FC236}">
                    <a16:creationId xmlns:a16="http://schemas.microsoft.com/office/drawing/2014/main" id="{B687550C-DB94-71BB-9CD8-F354FF03CC62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4" name="pg2028">
                <a:extLst>
                  <a:ext uri="{FF2B5EF4-FFF2-40B4-BE49-F238E27FC236}">
                    <a16:creationId xmlns:a16="http://schemas.microsoft.com/office/drawing/2014/main" id="{25C07A88-04C2-43EC-0E6C-30B23D2B3237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5" name="pg2029">
                <a:extLst>
                  <a:ext uri="{FF2B5EF4-FFF2-40B4-BE49-F238E27FC236}">
                    <a16:creationId xmlns:a16="http://schemas.microsoft.com/office/drawing/2014/main" id="{B2F7E53C-00A6-BCCB-CA88-DDBD19DDEA3B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6" name="pg2030">
                <a:extLst>
                  <a:ext uri="{FF2B5EF4-FFF2-40B4-BE49-F238E27FC236}">
                    <a16:creationId xmlns:a16="http://schemas.microsoft.com/office/drawing/2014/main" id="{0D3D7ED1-654A-F972-792D-247792A35587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7" name="pg2031">
                <a:extLst>
                  <a:ext uri="{FF2B5EF4-FFF2-40B4-BE49-F238E27FC236}">
                    <a16:creationId xmlns:a16="http://schemas.microsoft.com/office/drawing/2014/main" id="{106FB3FB-606A-71ED-ED78-D43E31DD96BB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8" name="pg2032">
                <a:extLst>
                  <a:ext uri="{FF2B5EF4-FFF2-40B4-BE49-F238E27FC236}">
                    <a16:creationId xmlns:a16="http://schemas.microsoft.com/office/drawing/2014/main" id="{48119A37-8D76-8FAF-ACC4-F24ACC7D835C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9" name="pg2033">
                <a:extLst>
                  <a:ext uri="{FF2B5EF4-FFF2-40B4-BE49-F238E27FC236}">
                    <a16:creationId xmlns:a16="http://schemas.microsoft.com/office/drawing/2014/main" id="{19027661-B149-3644-04BC-A66734C5E851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0" name="pg2034">
                <a:extLst>
                  <a:ext uri="{FF2B5EF4-FFF2-40B4-BE49-F238E27FC236}">
                    <a16:creationId xmlns:a16="http://schemas.microsoft.com/office/drawing/2014/main" id="{CB78EE70-3AE8-D4B9-5B61-988BDA7A8506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1" name="pg2035">
                <a:extLst>
                  <a:ext uri="{FF2B5EF4-FFF2-40B4-BE49-F238E27FC236}">
                    <a16:creationId xmlns:a16="http://schemas.microsoft.com/office/drawing/2014/main" id="{45A042F1-C88E-35E7-62B9-D2A8D01497AF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2" name="pg2036">
                <a:extLst>
                  <a:ext uri="{FF2B5EF4-FFF2-40B4-BE49-F238E27FC236}">
                    <a16:creationId xmlns:a16="http://schemas.microsoft.com/office/drawing/2014/main" id="{1DA742E2-CBE3-053D-5BCE-D52585753675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3" name="pg2037">
                <a:extLst>
                  <a:ext uri="{FF2B5EF4-FFF2-40B4-BE49-F238E27FC236}">
                    <a16:creationId xmlns:a16="http://schemas.microsoft.com/office/drawing/2014/main" id="{62EF92AB-25BA-DA3B-E68C-DB83A4EDE69B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4" name="pg2038">
                <a:extLst>
                  <a:ext uri="{FF2B5EF4-FFF2-40B4-BE49-F238E27FC236}">
                    <a16:creationId xmlns:a16="http://schemas.microsoft.com/office/drawing/2014/main" id="{F29B8489-4913-F89E-549E-1D8D014F0B4F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5" name="pg2039">
                <a:extLst>
                  <a:ext uri="{FF2B5EF4-FFF2-40B4-BE49-F238E27FC236}">
                    <a16:creationId xmlns:a16="http://schemas.microsoft.com/office/drawing/2014/main" id="{B0788D01-9F2A-7443-B41A-54C6173641CE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6" name="pg2040">
                <a:extLst>
                  <a:ext uri="{FF2B5EF4-FFF2-40B4-BE49-F238E27FC236}">
                    <a16:creationId xmlns:a16="http://schemas.microsoft.com/office/drawing/2014/main" id="{02464581-B7E9-54FB-35F4-896C89C9C756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7" name="pg2041">
                <a:extLst>
                  <a:ext uri="{FF2B5EF4-FFF2-40B4-BE49-F238E27FC236}">
                    <a16:creationId xmlns:a16="http://schemas.microsoft.com/office/drawing/2014/main" id="{F75EA5E2-EA21-AC7D-38DF-2EFDCAE7BD1A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8" name="pg2042">
                <a:extLst>
                  <a:ext uri="{FF2B5EF4-FFF2-40B4-BE49-F238E27FC236}">
                    <a16:creationId xmlns:a16="http://schemas.microsoft.com/office/drawing/2014/main" id="{C1DAA04A-EC5E-FC3D-77A3-BD1F74EF07F8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9" name="pg2043">
                <a:extLst>
                  <a:ext uri="{FF2B5EF4-FFF2-40B4-BE49-F238E27FC236}">
                    <a16:creationId xmlns:a16="http://schemas.microsoft.com/office/drawing/2014/main" id="{E2B334DE-C40A-2FA2-08A3-A2FA47BDE6EC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0" name="pg2044">
                <a:extLst>
                  <a:ext uri="{FF2B5EF4-FFF2-40B4-BE49-F238E27FC236}">
                    <a16:creationId xmlns:a16="http://schemas.microsoft.com/office/drawing/2014/main" id="{03CB125E-7005-D5AF-588B-F2BCAEB2FF2A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1" name="pg2045">
                <a:extLst>
                  <a:ext uri="{FF2B5EF4-FFF2-40B4-BE49-F238E27FC236}">
                    <a16:creationId xmlns:a16="http://schemas.microsoft.com/office/drawing/2014/main" id="{9DAF1507-4EE5-6027-806C-BD2EDCE84223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2" name="pg2046">
                <a:extLst>
                  <a:ext uri="{FF2B5EF4-FFF2-40B4-BE49-F238E27FC236}">
                    <a16:creationId xmlns:a16="http://schemas.microsoft.com/office/drawing/2014/main" id="{FB284935-7126-A180-44F2-DB507BA8CF58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3" name="pg2047">
                <a:extLst>
                  <a:ext uri="{FF2B5EF4-FFF2-40B4-BE49-F238E27FC236}">
                    <a16:creationId xmlns:a16="http://schemas.microsoft.com/office/drawing/2014/main" id="{FD31B5B6-9703-765B-8E30-9AAC43A1D52B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4" name="pg2048">
                <a:extLst>
                  <a:ext uri="{FF2B5EF4-FFF2-40B4-BE49-F238E27FC236}">
                    <a16:creationId xmlns:a16="http://schemas.microsoft.com/office/drawing/2014/main" id="{5076BC9F-AFFB-3453-613F-81D39F3E38E7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5" name="pg2049">
                <a:extLst>
                  <a:ext uri="{FF2B5EF4-FFF2-40B4-BE49-F238E27FC236}">
                    <a16:creationId xmlns:a16="http://schemas.microsoft.com/office/drawing/2014/main" id="{3B374D1A-B076-F758-2E30-B2F74AAAAB63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6" name="pg2050">
                <a:extLst>
                  <a:ext uri="{FF2B5EF4-FFF2-40B4-BE49-F238E27FC236}">
                    <a16:creationId xmlns:a16="http://schemas.microsoft.com/office/drawing/2014/main" id="{D395D0C0-0A37-130D-8C59-9E8B636F4746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7" name="pg2051">
                <a:extLst>
                  <a:ext uri="{FF2B5EF4-FFF2-40B4-BE49-F238E27FC236}">
                    <a16:creationId xmlns:a16="http://schemas.microsoft.com/office/drawing/2014/main" id="{4A900CDD-ED60-D07D-74DF-8F2B943F1263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8" name="pg2052">
                <a:extLst>
                  <a:ext uri="{FF2B5EF4-FFF2-40B4-BE49-F238E27FC236}">
                    <a16:creationId xmlns:a16="http://schemas.microsoft.com/office/drawing/2014/main" id="{B8482AC1-535F-0615-06AF-1B74650363A0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9" name="pg2053">
                <a:extLst>
                  <a:ext uri="{FF2B5EF4-FFF2-40B4-BE49-F238E27FC236}">
                    <a16:creationId xmlns:a16="http://schemas.microsoft.com/office/drawing/2014/main" id="{AC42E1B6-A0A6-DD71-DE9A-C935A58EF09D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0" name="pg2054">
                <a:extLst>
                  <a:ext uri="{FF2B5EF4-FFF2-40B4-BE49-F238E27FC236}">
                    <a16:creationId xmlns:a16="http://schemas.microsoft.com/office/drawing/2014/main" id="{1C9E5AF2-B852-F2A4-BE51-22A0DE7274C6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1" name="pg2055">
                <a:extLst>
                  <a:ext uri="{FF2B5EF4-FFF2-40B4-BE49-F238E27FC236}">
                    <a16:creationId xmlns:a16="http://schemas.microsoft.com/office/drawing/2014/main" id="{E38E94DD-D8F7-DF19-8A62-E98722FE610C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2" name="pg2056">
                <a:extLst>
                  <a:ext uri="{FF2B5EF4-FFF2-40B4-BE49-F238E27FC236}">
                    <a16:creationId xmlns:a16="http://schemas.microsoft.com/office/drawing/2014/main" id="{5838204E-92CA-B41E-5245-A78D07C4037B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3" name="pg2057">
                <a:extLst>
                  <a:ext uri="{FF2B5EF4-FFF2-40B4-BE49-F238E27FC236}">
                    <a16:creationId xmlns:a16="http://schemas.microsoft.com/office/drawing/2014/main" id="{8AA53039-9981-E3E8-B4BF-7673C7059D2D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4" name="pg2058">
                <a:extLst>
                  <a:ext uri="{FF2B5EF4-FFF2-40B4-BE49-F238E27FC236}">
                    <a16:creationId xmlns:a16="http://schemas.microsoft.com/office/drawing/2014/main" id="{FA0B6D90-A70B-ED03-3BC5-8770B0836F98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5" name="pg2059">
                <a:extLst>
                  <a:ext uri="{FF2B5EF4-FFF2-40B4-BE49-F238E27FC236}">
                    <a16:creationId xmlns:a16="http://schemas.microsoft.com/office/drawing/2014/main" id="{1B488D21-94DB-6B9C-EDF0-11CBE9C2A293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6" name="pg2060">
                <a:extLst>
                  <a:ext uri="{FF2B5EF4-FFF2-40B4-BE49-F238E27FC236}">
                    <a16:creationId xmlns:a16="http://schemas.microsoft.com/office/drawing/2014/main" id="{532C824F-6CE1-80AA-1A39-2E9E5B766B8B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7" name="pg2061">
                <a:extLst>
                  <a:ext uri="{FF2B5EF4-FFF2-40B4-BE49-F238E27FC236}">
                    <a16:creationId xmlns:a16="http://schemas.microsoft.com/office/drawing/2014/main" id="{B6791CE7-1A72-BA78-9B34-C1B720F36B0F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8" name="pg2062">
                <a:extLst>
                  <a:ext uri="{FF2B5EF4-FFF2-40B4-BE49-F238E27FC236}">
                    <a16:creationId xmlns:a16="http://schemas.microsoft.com/office/drawing/2014/main" id="{31B6DD02-14D4-9E46-63BF-86BF597F1CDA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9" name="pg2063">
                <a:extLst>
                  <a:ext uri="{FF2B5EF4-FFF2-40B4-BE49-F238E27FC236}">
                    <a16:creationId xmlns:a16="http://schemas.microsoft.com/office/drawing/2014/main" id="{DB653F73-3A07-7D67-FB72-403F554C4B15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0" name="pg2064">
                <a:extLst>
                  <a:ext uri="{FF2B5EF4-FFF2-40B4-BE49-F238E27FC236}">
                    <a16:creationId xmlns:a16="http://schemas.microsoft.com/office/drawing/2014/main" id="{AAE5ACE7-E9AC-FBFA-6A47-4C7E45A21013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1" name="pg2065">
                <a:extLst>
                  <a:ext uri="{FF2B5EF4-FFF2-40B4-BE49-F238E27FC236}">
                    <a16:creationId xmlns:a16="http://schemas.microsoft.com/office/drawing/2014/main" id="{500DE927-AC32-E9B2-B184-DEE08E7FA227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2" name="pg2066">
                <a:extLst>
                  <a:ext uri="{FF2B5EF4-FFF2-40B4-BE49-F238E27FC236}">
                    <a16:creationId xmlns:a16="http://schemas.microsoft.com/office/drawing/2014/main" id="{9E2A0278-0D4F-3A17-3F55-77AA70B5C37B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3" name="pg2067">
                <a:extLst>
                  <a:ext uri="{FF2B5EF4-FFF2-40B4-BE49-F238E27FC236}">
                    <a16:creationId xmlns:a16="http://schemas.microsoft.com/office/drawing/2014/main" id="{1D52DEFE-F1A0-7F22-0144-20DCE32F6C08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4" name="pg2068">
                <a:extLst>
                  <a:ext uri="{FF2B5EF4-FFF2-40B4-BE49-F238E27FC236}">
                    <a16:creationId xmlns:a16="http://schemas.microsoft.com/office/drawing/2014/main" id="{82A81F0A-6DDC-A643-8E53-8CCF504F83AD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5" name="pg2069">
                <a:extLst>
                  <a:ext uri="{FF2B5EF4-FFF2-40B4-BE49-F238E27FC236}">
                    <a16:creationId xmlns:a16="http://schemas.microsoft.com/office/drawing/2014/main" id="{628E7934-6AB2-BCEB-1F3C-312615657369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6" name="pg2070">
                <a:extLst>
                  <a:ext uri="{FF2B5EF4-FFF2-40B4-BE49-F238E27FC236}">
                    <a16:creationId xmlns:a16="http://schemas.microsoft.com/office/drawing/2014/main" id="{53FBBA2F-6F70-C691-94A5-CD647A89D4CD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7" name="pg2071">
                <a:extLst>
                  <a:ext uri="{FF2B5EF4-FFF2-40B4-BE49-F238E27FC236}">
                    <a16:creationId xmlns:a16="http://schemas.microsoft.com/office/drawing/2014/main" id="{7ABD1885-FDCC-E23F-D368-2F3B2C3B459E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8" name="pg2072">
                <a:extLst>
                  <a:ext uri="{FF2B5EF4-FFF2-40B4-BE49-F238E27FC236}">
                    <a16:creationId xmlns:a16="http://schemas.microsoft.com/office/drawing/2014/main" id="{9DBAC761-43F4-0889-9151-CE97F0231686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9" name="pg2073">
                <a:extLst>
                  <a:ext uri="{FF2B5EF4-FFF2-40B4-BE49-F238E27FC236}">
                    <a16:creationId xmlns:a16="http://schemas.microsoft.com/office/drawing/2014/main" id="{C7C29C61-8A7A-00F7-D4DD-E81692FABE66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0" name="pg2074">
                <a:extLst>
                  <a:ext uri="{FF2B5EF4-FFF2-40B4-BE49-F238E27FC236}">
                    <a16:creationId xmlns:a16="http://schemas.microsoft.com/office/drawing/2014/main" id="{B9834131-817B-7AF1-6684-2F994F6A7B65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1" name="pg2075">
                <a:extLst>
                  <a:ext uri="{FF2B5EF4-FFF2-40B4-BE49-F238E27FC236}">
                    <a16:creationId xmlns:a16="http://schemas.microsoft.com/office/drawing/2014/main" id="{1A00DAC6-3CFE-E764-1394-CE33A41B5492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2" name="pg2076">
                <a:extLst>
                  <a:ext uri="{FF2B5EF4-FFF2-40B4-BE49-F238E27FC236}">
                    <a16:creationId xmlns:a16="http://schemas.microsoft.com/office/drawing/2014/main" id="{6569C47F-522E-B396-DA6A-73D930BA1229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3" name="pg2077">
                <a:extLst>
                  <a:ext uri="{FF2B5EF4-FFF2-40B4-BE49-F238E27FC236}">
                    <a16:creationId xmlns:a16="http://schemas.microsoft.com/office/drawing/2014/main" id="{4D91BA10-FA17-7348-3C99-9238AB99A23B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4" name="pg2078">
                <a:extLst>
                  <a:ext uri="{FF2B5EF4-FFF2-40B4-BE49-F238E27FC236}">
                    <a16:creationId xmlns:a16="http://schemas.microsoft.com/office/drawing/2014/main" id="{7A7C22C6-F787-B8C6-CAC8-0EAF85D04F8F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5" name="pg2079">
                <a:extLst>
                  <a:ext uri="{FF2B5EF4-FFF2-40B4-BE49-F238E27FC236}">
                    <a16:creationId xmlns:a16="http://schemas.microsoft.com/office/drawing/2014/main" id="{9C2397C8-F9B6-0D59-69C8-E8451A395FAE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6" name="pg2080">
                <a:extLst>
                  <a:ext uri="{FF2B5EF4-FFF2-40B4-BE49-F238E27FC236}">
                    <a16:creationId xmlns:a16="http://schemas.microsoft.com/office/drawing/2014/main" id="{878ED5FF-6CA4-6779-8CFA-F5A4DD487502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7" name="pg2081">
                <a:extLst>
                  <a:ext uri="{FF2B5EF4-FFF2-40B4-BE49-F238E27FC236}">
                    <a16:creationId xmlns:a16="http://schemas.microsoft.com/office/drawing/2014/main" id="{6F3413C7-F384-96AC-A35F-C17FB55CCACD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8" name="pg2082">
                <a:extLst>
                  <a:ext uri="{FF2B5EF4-FFF2-40B4-BE49-F238E27FC236}">
                    <a16:creationId xmlns:a16="http://schemas.microsoft.com/office/drawing/2014/main" id="{3226DBA1-1BDC-7877-8F60-4194EB638F91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9" name="pg2083">
                <a:extLst>
                  <a:ext uri="{FF2B5EF4-FFF2-40B4-BE49-F238E27FC236}">
                    <a16:creationId xmlns:a16="http://schemas.microsoft.com/office/drawing/2014/main" id="{639DB829-9B4D-EA57-629E-A3A5590F22E0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0" name="pg2084">
                <a:extLst>
                  <a:ext uri="{FF2B5EF4-FFF2-40B4-BE49-F238E27FC236}">
                    <a16:creationId xmlns:a16="http://schemas.microsoft.com/office/drawing/2014/main" id="{A2C46285-4A5A-C826-A6D8-6C4E80D822A9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1" name="pg2085">
                <a:extLst>
                  <a:ext uri="{FF2B5EF4-FFF2-40B4-BE49-F238E27FC236}">
                    <a16:creationId xmlns:a16="http://schemas.microsoft.com/office/drawing/2014/main" id="{0B465BB1-8933-E0A0-7CA6-A02BE0EFDE28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2" name="pg2086">
                <a:extLst>
                  <a:ext uri="{FF2B5EF4-FFF2-40B4-BE49-F238E27FC236}">
                    <a16:creationId xmlns:a16="http://schemas.microsoft.com/office/drawing/2014/main" id="{7F25FDD2-E226-CDCE-BD2B-AE28AE36852E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3" name="pg2087">
                <a:extLst>
                  <a:ext uri="{FF2B5EF4-FFF2-40B4-BE49-F238E27FC236}">
                    <a16:creationId xmlns:a16="http://schemas.microsoft.com/office/drawing/2014/main" id="{2B754E92-3EB1-2834-83FD-47625BF2B148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4" name="pg2088">
                <a:extLst>
                  <a:ext uri="{FF2B5EF4-FFF2-40B4-BE49-F238E27FC236}">
                    <a16:creationId xmlns:a16="http://schemas.microsoft.com/office/drawing/2014/main" id="{653C6A72-18B9-DA1A-8E81-0413863AE0E4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5" name="pg2089">
                <a:extLst>
                  <a:ext uri="{FF2B5EF4-FFF2-40B4-BE49-F238E27FC236}">
                    <a16:creationId xmlns:a16="http://schemas.microsoft.com/office/drawing/2014/main" id="{892299D4-0AAA-1DE2-652D-7BD83A0E821A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6" name="pg2090">
                <a:extLst>
                  <a:ext uri="{FF2B5EF4-FFF2-40B4-BE49-F238E27FC236}">
                    <a16:creationId xmlns:a16="http://schemas.microsoft.com/office/drawing/2014/main" id="{CFA032D3-B268-E9DD-F3CF-F9C46C47A3CF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7" name="pg2091">
                <a:extLst>
                  <a:ext uri="{FF2B5EF4-FFF2-40B4-BE49-F238E27FC236}">
                    <a16:creationId xmlns:a16="http://schemas.microsoft.com/office/drawing/2014/main" id="{3BFC12CE-0567-AAE7-56C3-55085E48D37C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8" name="pg2092">
                <a:extLst>
                  <a:ext uri="{FF2B5EF4-FFF2-40B4-BE49-F238E27FC236}">
                    <a16:creationId xmlns:a16="http://schemas.microsoft.com/office/drawing/2014/main" id="{728D1889-BF8E-462C-5024-473AB5364AF7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9" name="pg2093">
                <a:extLst>
                  <a:ext uri="{FF2B5EF4-FFF2-40B4-BE49-F238E27FC236}">
                    <a16:creationId xmlns:a16="http://schemas.microsoft.com/office/drawing/2014/main" id="{28985857-B14F-D564-F7CB-0DE30370FE94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0" name="pg2094">
                <a:extLst>
                  <a:ext uri="{FF2B5EF4-FFF2-40B4-BE49-F238E27FC236}">
                    <a16:creationId xmlns:a16="http://schemas.microsoft.com/office/drawing/2014/main" id="{467FB234-F00D-766D-4EEA-3DA692647BDD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1" name="pg2095">
                <a:extLst>
                  <a:ext uri="{FF2B5EF4-FFF2-40B4-BE49-F238E27FC236}">
                    <a16:creationId xmlns:a16="http://schemas.microsoft.com/office/drawing/2014/main" id="{60A30E15-EEA4-01F8-E211-CB991B5F5DB6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2" name="pg2096">
                <a:extLst>
                  <a:ext uri="{FF2B5EF4-FFF2-40B4-BE49-F238E27FC236}">
                    <a16:creationId xmlns:a16="http://schemas.microsoft.com/office/drawing/2014/main" id="{7E9DB857-7FF1-165C-A6EC-53BB84085608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3" name="pg2097">
                <a:extLst>
                  <a:ext uri="{FF2B5EF4-FFF2-40B4-BE49-F238E27FC236}">
                    <a16:creationId xmlns:a16="http://schemas.microsoft.com/office/drawing/2014/main" id="{07A2D4D5-19E8-EBE4-9191-08DCC94BCF95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4" name="pg2098">
                <a:extLst>
                  <a:ext uri="{FF2B5EF4-FFF2-40B4-BE49-F238E27FC236}">
                    <a16:creationId xmlns:a16="http://schemas.microsoft.com/office/drawing/2014/main" id="{C32BBFDB-A9DE-97E6-4586-E4947BFB50DB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5" name="pg2099">
                <a:extLst>
                  <a:ext uri="{FF2B5EF4-FFF2-40B4-BE49-F238E27FC236}">
                    <a16:creationId xmlns:a16="http://schemas.microsoft.com/office/drawing/2014/main" id="{A330D19B-4630-EF15-C317-2F9CA00F6D1C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6" name="pg2100">
                <a:extLst>
                  <a:ext uri="{FF2B5EF4-FFF2-40B4-BE49-F238E27FC236}">
                    <a16:creationId xmlns:a16="http://schemas.microsoft.com/office/drawing/2014/main" id="{0B96D94A-9221-E338-15B2-14CEA1D74386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7" name="pg2101">
                <a:extLst>
                  <a:ext uri="{FF2B5EF4-FFF2-40B4-BE49-F238E27FC236}">
                    <a16:creationId xmlns:a16="http://schemas.microsoft.com/office/drawing/2014/main" id="{F4E94A73-098D-783E-893B-9DC207786F0A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8" name="pg2102">
                <a:extLst>
                  <a:ext uri="{FF2B5EF4-FFF2-40B4-BE49-F238E27FC236}">
                    <a16:creationId xmlns:a16="http://schemas.microsoft.com/office/drawing/2014/main" id="{74FB18C2-1A62-5541-885C-C58F5136F1C3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9" name="pg2103">
                <a:extLst>
                  <a:ext uri="{FF2B5EF4-FFF2-40B4-BE49-F238E27FC236}">
                    <a16:creationId xmlns:a16="http://schemas.microsoft.com/office/drawing/2014/main" id="{603B4A26-E188-89F6-0BEA-B7EAF34A3B8B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E">
                  <a:alpha val="100000"/>
                </a:srgbClr>
              </a:solidFill>
              <a:ln w="5420" cap="flat">
                <a:solidFill>
                  <a:srgbClr val="3A68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0" name="pg2104">
                <a:extLst>
                  <a:ext uri="{FF2B5EF4-FFF2-40B4-BE49-F238E27FC236}">
                    <a16:creationId xmlns:a16="http://schemas.microsoft.com/office/drawing/2014/main" id="{97282B54-7F4B-27A3-D026-CE11CFDD8590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1" name="pg2105">
                <a:extLst>
                  <a:ext uri="{FF2B5EF4-FFF2-40B4-BE49-F238E27FC236}">
                    <a16:creationId xmlns:a16="http://schemas.microsoft.com/office/drawing/2014/main" id="{38848BC6-312B-6A4D-1261-3003FE92DE06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2" name="pg2106">
                <a:extLst>
                  <a:ext uri="{FF2B5EF4-FFF2-40B4-BE49-F238E27FC236}">
                    <a16:creationId xmlns:a16="http://schemas.microsoft.com/office/drawing/2014/main" id="{36088387-DA07-D065-DE88-62444764156C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3" name="pg2107">
                <a:extLst>
                  <a:ext uri="{FF2B5EF4-FFF2-40B4-BE49-F238E27FC236}">
                    <a16:creationId xmlns:a16="http://schemas.microsoft.com/office/drawing/2014/main" id="{FDEF9C7B-CB33-76DF-ED63-86DD4E4198E8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4" name="pg2108">
                <a:extLst>
                  <a:ext uri="{FF2B5EF4-FFF2-40B4-BE49-F238E27FC236}">
                    <a16:creationId xmlns:a16="http://schemas.microsoft.com/office/drawing/2014/main" id="{D2DEEB76-E154-DFFA-9747-9F9257E041CB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5" name="pg2109">
                <a:extLst>
                  <a:ext uri="{FF2B5EF4-FFF2-40B4-BE49-F238E27FC236}">
                    <a16:creationId xmlns:a16="http://schemas.microsoft.com/office/drawing/2014/main" id="{721DE55A-9C0A-530F-F44E-E9D88475563A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6" name="pg2110">
                <a:extLst>
                  <a:ext uri="{FF2B5EF4-FFF2-40B4-BE49-F238E27FC236}">
                    <a16:creationId xmlns:a16="http://schemas.microsoft.com/office/drawing/2014/main" id="{2CB0E785-0B89-D908-8C14-CDB880B216EA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7" name="pg2111">
                <a:extLst>
                  <a:ext uri="{FF2B5EF4-FFF2-40B4-BE49-F238E27FC236}">
                    <a16:creationId xmlns:a16="http://schemas.microsoft.com/office/drawing/2014/main" id="{7D09EBE6-B587-7EF7-54FB-5E8BC932905F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8" name="pg2112">
                <a:extLst>
                  <a:ext uri="{FF2B5EF4-FFF2-40B4-BE49-F238E27FC236}">
                    <a16:creationId xmlns:a16="http://schemas.microsoft.com/office/drawing/2014/main" id="{7DFFEB61-DF2A-BA80-6D77-FE83C550CE13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9" name="pg2113">
                <a:extLst>
                  <a:ext uri="{FF2B5EF4-FFF2-40B4-BE49-F238E27FC236}">
                    <a16:creationId xmlns:a16="http://schemas.microsoft.com/office/drawing/2014/main" id="{E2BB1203-F111-D4C0-C2DF-E6B6AFACB270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0" name="pg2114">
                <a:extLst>
                  <a:ext uri="{FF2B5EF4-FFF2-40B4-BE49-F238E27FC236}">
                    <a16:creationId xmlns:a16="http://schemas.microsoft.com/office/drawing/2014/main" id="{AE794AD2-6960-6CD8-9CF6-F687CAA5392C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1" name="pg2115">
                <a:extLst>
                  <a:ext uri="{FF2B5EF4-FFF2-40B4-BE49-F238E27FC236}">
                    <a16:creationId xmlns:a16="http://schemas.microsoft.com/office/drawing/2014/main" id="{C315B56F-53B1-0B4B-D8D8-5899AAF7725D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2" name="pg2116">
                <a:extLst>
                  <a:ext uri="{FF2B5EF4-FFF2-40B4-BE49-F238E27FC236}">
                    <a16:creationId xmlns:a16="http://schemas.microsoft.com/office/drawing/2014/main" id="{ACE13FA9-3304-96F3-C525-6E66F9E89EC6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3" name="pg2117">
                <a:extLst>
                  <a:ext uri="{FF2B5EF4-FFF2-40B4-BE49-F238E27FC236}">
                    <a16:creationId xmlns:a16="http://schemas.microsoft.com/office/drawing/2014/main" id="{CB4EAB64-8121-7369-99D8-AC83F62E2E3C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4" name="pg2118">
                <a:extLst>
                  <a:ext uri="{FF2B5EF4-FFF2-40B4-BE49-F238E27FC236}">
                    <a16:creationId xmlns:a16="http://schemas.microsoft.com/office/drawing/2014/main" id="{0A11FFAD-02B9-094E-C154-83EA1D021397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5" name="pg2119">
                <a:extLst>
                  <a:ext uri="{FF2B5EF4-FFF2-40B4-BE49-F238E27FC236}">
                    <a16:creationId xmlns:a16="http://schemas.microsoft.com/office/drawing/2014/main" id="{5D904E59-2A85-C857-F536-989E5154CB0E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6" name="pg2120">
                <a:extLst>
                  <a:ext uri="{FF2B5EF4-FFF2-40B4-BE49-F238E27FC236}">
                    <a16:creationId xmlns:a16="http://schemas.microsoft.com/office/drawing/2014/main" id="{25370704-A9BE-AC4E-819D-5A198E725B85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7" name="pg2121">
                <a:extLst>
                  <a:ext uri="{FF2B5EF4-FFF2-40B4-BE49-F238E27FC236}">
                    <a16:creationId xmlns:a16="http://schemas.microsoft.com/office/drawing/2014/main" id="{C6A9051A-AB01-151E-8A36-9CCE6623C6C6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8" name="pg2122">
                <a:extLst>
                  <a:ext uri="{FF2B5EF4-FFF2-40B4-BE49-F238E27FC236}">
                    <a16:creationId xmlns:a16="http://schemas.microsoft.com/office/drawing/2014/main" id="{0F9669FF-16D6-99E9-2D3B-79C8E8D4445D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9" name="pg2123">
                <a:extLst>
                  <a:ext uri="{FF2B5EF4-FFF2-40B4-BE49-F238E27FC236}">
                    <a16:creationId xmlns:a16="http://schemas.microsoft.com/office/drawing/2014/main" id="{7A25D9F8-716B-13BD-1A1E-C72D54DC7435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0" name="pg2124">
                <a:extLst>
                  <a:ext uri="{FF2B5EF4-FFF2-40B4-BE49-F238E27FC236}">
                    <a16:creationId xmlns:a16="http://schemas.microsoft.com/office/drawing/2014/main" id="{5B8FD970-BD23-655B-22B0-6B725E825D90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1" name="pg2125">
                <a:extLst>
                  <a:ext uri="{FF2B5EF4-FFF2-40B4-BE49-F238E27FC236}">
                    <a16:creationId xmlns:a16="http://schemas.microsoft.com/office/drawing/2014/main" id="{119BF989-9CCD-6D66-CED1-9C8A38A7881D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2" name="pg2126">
                <a:extLst>
                  <a:ext uri="{FF2B5EF4-FFF2-40B4-BE49-F238E27FC236}">
                    <a16:creationId xmlns:a16="http://schemas.microsoft.com/office/drawing/2014/main" id="{08A50199-C10A-CD8B-AC39-DE6210A7A721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3" name="pg2127">
                <a:extLst>
                  <a:ext uri="{FF2B5EF4-FFF2-40B4-BE49-F238E27FC236}">
                    <a16:creationId xmlns:a16="http://schemas.microsoft.com/office/drawing/2014/main" id="{0CD1CC9C-2FEC-0B44-A641-F60BC691B195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4" name="pg2128">
                <a:extLst>
                  <a:ext uri="{FF2B5EF4-FFF2-40B4-BE49-F238E27FC236}">
                    <a16:creationId xmlns:a16="http://schemas.microsoft.com/office/drawing/2014/main" id="{67767BD1-63C3-EA1F-BEF9-62BD2236C104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5" name="pg2129">
                <a:extLst>
                  <a:ext uri="{FF2B5EF4-FFF2-40B4-BE49-F238E27FC236}">
                    <a16:creationId xmlns:a16="http://schemas.microsoft.com/office/drawing/2014/main" id="{706AAC1A-B7FC-4595-04D7-A52AE6073000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6" name="pg2130">
                <a:extLst>
                  <a:ext uri="{FF2B5EF4-FFF2-40B4-BE49-F238E27FC236}">
                    <a16:creationId xmlns:a16="http://schemas.microsoft.com/office/drawing/2014/main" id="{01FA467C-C5FB-49A4-59EF-1BC7BD59DDCB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7" name="pg2131">
                <a:extLst>
                  <a:ext uri="{FF2B5EF4-FFF2-40B4-BE49-F238E27FC236}">
                    <a16:creationId xmlns:a16="http://schemas.microsoft.com/office/drawing/2014/main" id="{E06A0745-2192-4555-1FF5-7B92B808BDA5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8" name="pg2132">
                <a:extLst>
                  <a:ext uri="{FF2B5EF4-FFF2-40B4-BE49-F238E27FC236}">
                    <a16:creationId xmlns:a16="http://schemas.microsoft.com/office/drawing/2014/main" id="{C2B8FCA8-5D35-3355-4DBA-E4B23033E750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9" name="pg2133">
                <a:extLst>
                  <a:ext uri="{FF2B5EF4-FFF2-40B4-BE49-F238E27FC236}">
                    <a16:creationId xmlns:a16="http://schemas.microsoft.com/office/drawing/2014/main" id="{CD2C2995-D1F2-9A64-675D-FF39D7D7BEB9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0" name="pg2134">
                <a:extLst>
                  <a:ext uri="{FF2B5EF4-FFF2-40B4-BE49-F238E27FC236}">
                    <a16:creationId xmlns:a16="http://schemas.microsoft.com/office/drawing/2014/main" id="{EDB0F6BD-E09F-2294-154F-6034E8CA8A52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1" name="pg2135">
                <a:extLst>
                  <a:ext uri="{FF2B5EF4-FFF2-40B4-BE49-F238E27FC236}">
                    <a16:creationId xmlns:a16="http://schemas.microsoft.com/office/drawing/2014/main" id="{50ACC640-7E25-136A-D638-5320962547E0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2" name="pg2136">
                <a:extLst>
                  <a:ext uri="{FF2B5EF4-FFF2-40B4-BE49-F238E27FC236}">
                    <a16:creationId xmlns:a16="http://schemas.microsoft.com/office/drawing/2014/main" id="{ED53836C-1636-B5D1-2525-B099B2FA8CC1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3" name="pg2137">
                <a:extLst>
                  <a:ext uri="{FF2B5EF4-FFF2-40B4-BE49-F238E27FC236}">
                    <a16:creationId xmlns:a16="http://schemas.microsoft.com/office/drawing/2014/main" id="{ECD95828-CCDE-7BDC-39DC-C74126C4B8D8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4" name="pg2138">
                <a:extLst>
                  <a:ext uri="{FF2B5EF4-FFF2-40B4-BE49-F238E27FC236}">
                    <a16:creationId xmlns:a16="http://schemas.microsoft.com/office/drawing/2014/main" id="{89656946-1CCC-E76D-DFD9-A781D8686D41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5" name="pg2139">
                <a:extLst>
                  <a:ext uri="{FF2B5EF4-FFF2-40B4-BE49-F238E27FC236}">
                    <a16:creationId xmlns:a16="http://schemas.microsoft.com/office/drawing/2014/main" id="{F6449126-ECCA-E49E-703C-1C8AE762B5AA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6" name="pg2140">
                <a:extLst>
                  <a:ext uri="{FF2B5EF4-FFF2-40B4-BE49-F238E27FC236}">
                    <a16:creationId xmlns:a16="http://schemas.microsoft.com/office/drawing/2014/main" id="{DD73F112-5BEE-E69A-CED4-D60D5A0363E3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7" name="pg2141">
                <a:extLst>
                  <a:ext uri="{FF2B5EF4-FFF2-40B4-BE49-F238E27FC236}">
                    <a16:creationId xmlns:a16="http://schemas.microsoft.com/office/drawing/2014/main" id="{1BC75BC8-2AEC-21F0-07BB-F068B3456C66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8" name="pg2142">
                <a:extLst>
                  <a:ext uri="{FF2B5EF4-FFF2-40B4-BE49-F238E27FC236}">
                    <a16:creationId xmlns:a16="http://schemas.microsoft.com/office/drawing/2014/main" id="{383B1648-702A-4130-AE58-985D11113A8E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9" name="pg2143">
                <a:extLst>
                  <a:ext uri="{FF2B5EF4-FFF2-40B4-BE49-F238E27FC236}">
                    <a16:creationId xmlns:a16="http://schemas.microsoft.com/office/drawing/2014/main" id="{C2B8AF0C-B38F-B48B-35BC-4716AD6C0553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0" name="pg2144">
                <a:extLst>
                  <a:ext uri="{FF2B5EF4-FFF2-40B4-BE49-F238E27FC236}">
                    <a16:creationId xmlns:a16="http://schemas.microsoft.com/office/drawing/2014/main" id="{86D3A6DF-EFB3-B1D8-60C9-43AAF09023BE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1" name="pg2145">
                <a:extLst>
                  <a:ext uri="{FF2B5EF4-FFF2-40B4-BE49-F238E27FC236}">
                    <a16:creationId xmlns:a16="http://schemas.microsoft.com/office/drawing/2014/main" id="{825DD743-7F28-0C51-2985-8320AA8E808F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2" name="pg2146">
                <a:extLst>
                  <a:ext uri="{FF2B5EF4-FFF2-40B4-BE49-F238E27FC236}">
                    <a16:creationId xmlns:a16="http://schemas.microsoft.com/office/drawing/2014/main" id="{F2AFA212-58B8-52D8-2F43-F73ABD63ECDF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3" name="pg2147">
                <a:extLst>
                  <a:ext uri="{FF2B5EF4-FFF2-40B4-BE49-F238E27FC236}">
                    <a16:creationId xmlns:a16="http://schemas.microsoft.com/office/drawing/2014/main" id="{186D3B9E-D61D-1A9E-88E1-847C7BC31CF8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4" name="pg2148">
                <a:extLst>
                  <a:ext uri="{FF2B5EF4-FFF2-40B4-BE49-F238E27FC236}">
                    <a16:creationId xmlns:a16="http://schemas.microsoft.com/office/drawing/2014/main" id="{F59870AD-EFB4-2303-28C6-6AD4F51A380C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5" name="pg2149">
                <a:extLst>
                  <a:ext uri="{FF2B5EF4-FFF2-40B4-BE49-F238E27FC236}">
                    <a16:creationId xmlns:a16="http://schemas.microsoft.com/office/drawing/2014/main" id="{4023A6A6-8800-FA99-B793-7FC72E48102F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6" name="pg2150">
                <a:extLst>
                  <a:ext uri="{FF2B5EF4-FFF2-40B4-BE49-F238E27FC236}">
                    <a16:creationId xmlns:a16="http://schemas.microsoft.com/office/drawing/2014/main" id="{B394F1D2-49A3-5452-B284-DE86ECE0F417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7" name="pg2151">
                <a:extLst>
                  <a:ext uri="{FF2B5EF4-FFF2-40B4-BE49-F238E27FC236}">
                    <a16:creationId xmlns:a16="http://schemas.microsoft.com/office/drawing/2014/main" id="{2FEEC830-1A66-FE29-6606-D545138D9655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8" name="pg2152">
                <a:extLst>
                  <a:ext uri="{FF2B5EF4-FFF2-40B4-BE49-F238E27FC236}">
                    <a16:creationId xmlns:a16="http://schemas.microsoft.com/office/drawing/2014/main" id="{0D3009A5-7A30-721A-ED42-F0049BB72EF4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9" name="pg2153">
                <a:extLst>
                  <a:ext uri="{FF2B5EF4-FFF2-40B4-BE49-F238E27FC236}">
                    <a16:creationId xmlns:a16="http://schemas.microsoft.com/office/drawing/2014/main" id="{43D3C5FD-71E8-6910-E2F7-FCF515C5DE6A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0" name="pg2154">
                <a:extLst>
                  <a:ext uri="{FF2B5EF4-FFF2-40B4-BE49-F238E27FC236}">
                    <a16:creationId xmlns:a16="http://schemas.microsoft.com/office/drawing/2014/main" id="{57926ACE-65FC-F1C5-03B8-07B7146D2B2D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1" name="pg2155">
                <a:extLst>
                  <a:ext uri="{FF2B5EF4-FFF2-40B4-BE49-F238E27FC236}">
                    <a16:creationId xmlns:a16="http://schemas.microsoft.com/office/drawing/2014/main" id="{A5D46810-64F3-582A-BAA6-2F755C5C0B70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2" name="pg2156">
                <a:extLst>
                  <a:ext uri="{FF2B5EF4-FFF2-40B4-BE49-F238E27FC236}">
                    <a16:creationId xmlns:a16="http://schemas.microsoft.com/office/drawing/2014/main" id="{8491EBA0-698D-D1AE-ACC6-CCA39D8FA52F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3" name="pg2157">
                <a:extLst>
                  <a:ext uri="{FF2B5EF4-FFF2-40B4-BE49-F238E27FC236}">
                    <a16:creationId xmlns:a16="http://schemas.microsoft.com/office/drawing/2014/main" id="{C087350C-44FE-D91F-C962-75558169FACD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4" name="pg2158">
                <a:extLst>
                  <a:ext uri="{FF2B5EF4-FFF2-40B4-BE49-F238E27FC236}">
                    <a16:creationId xmlns:a16="http://schemas.microsoft.com/office/drawing/2014/main" id="{6F29CDEA-FC44-BC53-EE10-DDEEE560DD0D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5" name="pg2159">
                <a:extLst>
                  <a:ext uri="{FF2B5EF4-FFF2-40B4-BE49-F238E27FC236}">
                    <a16:creationId xmlns:a16="http://schemas.microsoft.com/office/drawing/2014/main" id="{E8A7129E-A89A-C7D0-B2EC-C478E542F04F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6" name="pg2160">
                <a:extLst>
                  <a:ext uri="{FF2B5EF4-FFF2-40B4-BE49-F238E27FC236}">
                    <a16:creationId xmlns:a16="http://schemas.microsoft.com/office/drawing/2014/main" id="{296CB637-F653-5945-46B2-C34E4CDAFB74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7" name="pg2161">
                <a:extLst>
                  <a:ext uri="{FF2B5EF4-FFF2-40B4-BE49-F238E27FC236}">
                    <a16:creationId xmlns:a16="http://schemas.microsoft.com/office/drawing/2014/main" id="{27D118DA-3C38-EE91-0D9E-4789D428E5E0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8" name="pg2162">
                <a:extLst>
                  <a:ext uri="{FF2B5EF4-FFF2-40B4-BE49-F238E27FC236}">
                    <a16:creationId xmlns:a16="http://schemas.microsoft.com/office/drawing/2014/main" id="{7C5B557D-35DD-EE65-9FEC-F0033D594E96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9" name="pg2163">
                <a:extLst>
                  <a:ext uri="{FF2B5EF4-FFF2-40B4-BE49-F238E27FC236}">
                    <a16:creationId xmlns:a16="http://schemas.microsoft.com/office/drawing/2014/main" id="{B5074316-5B10-9851-81AC-10A0387D49C0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0" name="pg2164">
                <a:extLst>
                  <a:ext uri="{FF2B5EF4-FFF2-40B4-BE49-F238E27FC236}">
                    <a16:creationId xmlns:a16="http://schemas.microsoft.com/office/drawing/2014/main" id="{3E98F880-C541-725D-9B1D-2207786D2DA9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1" name="pg2165">
                <a:extLst>
                  <a:ext uri="{FF2B5EF4-FFF2-40B4-BE49-F238E27FC236}">
                    <a16:creationId xmlns:a16="http://schemas.microsoft.com/office/drawing/2014/main" id="{85340426-E94E-6652-8508-998CCFCA2C20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2" name="pg2166">
                <a:extLst>
                  <a:ext uri="{FF2B5EF4-FFF2-40B4-BE49-F238E27FC236}">
                    <a16:creationId xmlns:a16="http://schemas.microsoft.com/office/drawing/2014/main" id="{8C86C351-DC07-3F64-5C2E-71C64F979BF7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3" name="pg2167">
                <a:extLst>
                  <a:ext uri="{FF2B5EF4-FFF2-40B4-BE49-F238E27FC236}">
                    <a16:creationId xmlns:a16="http://schemas.microsoft.com/office/drawing/2014/main" id="{C51E2864-4777-8D74-6A5D-4A102E2B74E0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4" name="pg2168">
                <a:extLst>
                  <a:ext uri="{FF2B5EF4-FFF2-40B4-BE49-F238E27FC236}">
                    <a16:creationId xmlns:a16="http://schemas.microsoft.com/office/drawing/2014/main" id="{9E25D5D6-4CFE-E01C-9FC6-DAA80889D65D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5" name="pg2169">
                <a:extLst>
                  <a:ext uri="{FF2B5EF4-FFF2-40B4-BE49-F238E27FC236}">
                    <a16:creationId xmlns:a16="http://schemas.microsoft.com/office/drawing/2014/main" id="{0F03F549-FCC8-9CAC-C8E6-E4C97CA7D548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6" name="pg2170">
                <a:extLst>
                  <a:ext uri="{FF2B5EF4-FFF2-40B4-BE49-F238E27FC236}">
                    <a16:creationId xmlns:a16="http://schemas.microsoft.com/office/drawing/2014/main" id="{A6A82192-29D9-D83B-2054-3F0FE98D0A50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7" name="pg2171">
                <a:extLst>
                  <a:ext uri="{FF2B5EF4-FFF2-40B4-BE49-F238E27FC236}">
                    <a16:creationId xmlns:a16="http://schemas.microsoft.com/office/drawing/2014/main" id="{031DDD42-B1A4-DF91-13CF-7157DC19518A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8" name="pg2172">
                <a:extLst>
                  <a:ext uri="{FF2B5EF4-FFF2-40B4-BE49-F238E27FC236}">
                    <a16:creationId xmlns:a16="http://schemas.microsoft.com/office/drawing/2014/main" id="{AD3BC379-4EB2-A1DB-A4DC-79EA06332148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9" name="pg2173">
                <a:extLst>
                  <a:ext uri="{FF2B5EF4-FFF2-40B4-BE49-F238E27FC236}">
                    <a16:creationId xmlns:a16="http://schemas.microsoft.com/office/drawing/2014/main" id="{45AAEF93-A8C5-FC2C-C0DB-211BCF8C024E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0" name="pg2174">
                <a:extLst>
                  <a:ext uri="{FF2B5EF4-FFF2-40B4-BE49-F238E27FC236}">
                    <a16:creationId xmlns:a16="http://schemas.microsoft.com/office/drawing/2014/main" id="{86C97EE6-C3EA-30A6-5868-EFB955CB1FF4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1" name="pg2175">
                <a:extLst>
                  <a:ext uri="{FF2B5EF4-FFF2-40B4-BE49-F238E27FC236}">
                    <a16:creationId xmlns:a16="http://schemas.microsoft.com/office/drawing/2014/main" id="{EC898A8C-7A1C-57AE-3EDE-8277339444B0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2" name="pg2176">
                <a:extLst>
                  <a:ext uri="{FF2B5EF4-FFF2-40B4-BE49-F238E27FC236}">
                    <a16:creationId xmlns:a16="http://schemas.microsoft.com/office/drawing/2014/main" id="{1B8DCDF0-C95D-2C6B-5F4B-663E0E44ADF0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3" name="pg2177">
                <a:extLst>
                  <a:ext uri="{FF2B5EF4-FFF2-40B4-BE49-F238E27FC236}">
                    <a16:creationId xmlns:a16="http://schemas.microsoft.com/office/drawing/2014/main" id="{8BB67E72-4D0A-D8CF-C3ED-5431C72D4007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4" name="pg2178">
                <a:extLst>
                  <a:ext uri="{FF2B5EF4-FFF2-40B4-BE49-F238E27FC236}">
                    <a16:creationId xmlns:a16="http://schemas.microsoft.com/office/drawing/2014/main" id="{9BF5B766-D4DE-A94A-5FA3-17E9ED2C962E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5" name="pg2179">
                <a:extLst>
                  <a:ext uri="{FF2B5EF4-FFF2-40B4-BE49-F238E27FC236}">
                    <a16:creationId xmlns:a16="http://schemas.microsoft.com/office/drawing/2014/main" id="{4EEEB32D-54CB-5969-142E-25D72A6C3439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6" name="pg2180">
                <a:extLst>
                  <a:ext uri="{FF2B5EF4-FFF2-40B4-BE49-F238E27FC236}">
                    <a16:creationId xmlns:a16="http://schemas.microsoft.com/office/drawing/2014/main" id="{5361EFAC-43E4-C43D-DC85-D374E7A596B6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7" name="pg2181">
                <a:extLst>
                  <a:ext uri="{FF2B5EF4-FFF2-40B4-BE49-F238E27FC236}">
                    <a16:creationId xmlns:a16="http://schemas.microsoft.com/office/drawing/2014/main" id="{31C53BCC-3B58-7DC5-4D77-47AF073434C9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8" name="pg2182">
                <a:extLst>
                  <a:ext uri="{FF2B5EF4-FFF2-40B4-BE49-F238E27FC236}">
                    <a16:creationId xmlns:a16="http://schemas.microsoft.com/office/drawing/2014/main" id="{9192FA5A-F6A3-AD69-EA61-39639AF49486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9" name="pg2183">
                <a:extLst>
                  <a:ext uri="{FF2B5EF4-FFF2-40B4-BE49-F238E27FC236}">
                    <a16:creationId xmlns:a16="http://schemas.microsoft.com/office/drawing/2014/main" id="{BFA6D940-BF9C-D76F-CD3C-71221A2677B2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0" name="pg2184">
                <a:extLst>
                  <a:ext uri="{FF2B5EF4-FFF2-40B4-BE49-F238E27FC236}">
                    <a16:creationId xmlns:a16="http://schemas.microsoft.com/office/drawing/2014/main" id="{047BF149-3D15-4392-2C49-CB79067E80F6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1" name="pg2185">
                <a:extLst>
                  <a:ext uri="{FF2B5EF4-FFF2-40B4-BE49-F238E27FC236}">
                    <a16:creationId xmlns:a16="http://schemas.microsoft.com/office/drawing/2014/main" id="{339332C2-9DA4-D374-29C5-28C46CABD7FB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2" name="pg2186">
                <a:extLst>
                  <a:ext uri="{FF2B5EF4-FFF2-40B4-BE49-F238E27FC236}">
                    <a16:creationId xmlns:a16="http://schemas.microsoft.com/office/drawing/2014/main" id="{35FAD6D1-E753-C0FC-055A-770D1C86B5E9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3" name="pg2187">
                <a:extLst>
                  <a:ext uri="{FF2B5EF4-FFF2-40B4-BE49-F238E27FC236}">
                    <a16:creationId xmlns:a16="http://schemas.microsoft.com/office/drawing/2014/main" id="{8D572696-5813-C534-F933-32E73740B45C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4" name="pg2188">
                <a:extLst>
                  <a:ext uri="{FF2B5EF4-FFF2-40B4-BE49-F238E27FC236}">
                    <a16:creationId xmlns:a16="http://schemas.microsoft.com/office/drawing/2014/main" id="{D070D1C8-2B3E-4ACC-27D0-1ADC25FAF104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5" name="pg2189">
                <a:extLst>
                  <a:ext uri="{FF2B5EF4-FFF2-40B4-BE49-F238E27FC236}">
                    <a16:creationId xmlns:a16="http://schemas.microsoft.com/office/drawing/2014/main" id="{9E720DF8-0911-B620-9FE7-B07596B2D387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6" name="pg2190">
                <a:extLst>
                  <a:ext uri="{FF2B5EF4-FFF2-40B4-BE49-F238E27FC236}">
                    <a16:creationId xmlns:a16="http://schemas.microsoft.com/office/drawing/2014/main" id="{81367941-2B9C-6FBB-E60C-78E254A41250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7" name="pg2191">
                <a:extLst>
                  <a:ext uri="{FF2B5EF4-FFF2-40B4-BE49-F238E27FC236}">
                    <a16:creationId xmlns:a16="http://schemas.microsoft.com/office/drawing/2014/main" id="{BEA8B7D1-C5C0-07CE-4664-A3FF05107F28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8" name="pg2192">
                <a:extLst>
                  <a:ext uri="{FF2B5EF4-FFF2-40B4-BE49-F238E27FC236}">
                    <a16:creationId xmlns:a16="http://schemas.microsoft.com/office/drawing/2014/main" id="{E5693AE7-10CD-599E-15BA-A320028808A1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9" name="pg2193">
                <a:extLst>
                  <a:ext uri="{FF2B5EF4-FFF2-40B4-BE49-F238E27FC236}">
                    <a16:creationId xmlns:a16="http://schemas.microsoft.com/office/drawing/2014/main" id="{5DCFC477-2B7B-D8A5-A33A-690D5D4F0206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0" name="pg2194">
                <a:extLst>
                  <a:ext uri="{FF2B5EF4-FFF2-40B4-BE49-F238E27FC236}">
                    <a16:creationId xmlns:a16="http://schemas.microsoft.com/office/drawing/2014/main" id="{114C8397-56DD-6C38-8338-16E234A32217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1" name="pg2195">
                <a:extLst>
                  <a:ext uri="{FF2B5EF4-FFF2-40B4-BE49-F238E27FC236}">
                    <a16:creationId xmlns:a16="http://schemas.microsoft.com/office/drawing/2014/main" id="{16820195-A4FD-0397-2796-E1FA5BB6059C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2" name="pg2196">
                <a:extLst>
                  <a:ext uri="{FF2B5EF4-FFF2-40B4-BE49-F238E27FC236}">
                    <a16:creationId xmlns:a16="http://schemas.microsoft.com/office/drawing/2014/main" id="{2FF79158-8B07-7F65-C2E1-A7B75FEB37FD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3" name="pg2197">
                <a:extLst>
                  <a:ext uri="{FF2B5EF4-FFF2-40B4-BE49-F238E27FC236}">
                    <a16:creationId xmlns:a16="http://schemas.microsoft.com/office/drawing/2014/main" id="{A3DAB823-52CD-F5BD-09B9-B9873E2C83C0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4" name="pg2198">
                <a:extLst>
                  <a:ext uri="{FF2B5EF4-FFF2-40B4-BE49-F238E27FC236}">
                    <a16:creationId xmlns:a16="http://schemas.microsoft.com/office/drawing/2014/main" id="{9284BE2A-8DEB-1AC2-C6AD-AE655BE30165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5" name="pg2199">
                <a:extLst>
                  <a:ext uri="{FF2B5EF4-FFF2-40B4-BE49-F238E27FC236}">
                    <a16:creationId xmlns:a16="http://schemas.microsoft.com/office/drawing/2014/main" id="{8E6EFA91-1553-C727-A29C-587B0DB454BC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6" name="pg2200">
                <a:extLst>
                  <a:ext uri="{FF2B5EF4-FFF2-40B4-BE49-F238E27FC236}">
                    <a16:creationId xmlns:a16="http://schemas.microsoft.com/office/drawing/2014/main" id="{1492A7E2-6132-A043-4531-C026D54400DB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7" name="pg2201">
                <a:extLst>
                  <a:ext uri="{FF2B5EF4-FFF2-40B4-BE49-F238E27FC236}">
                    <a16:creationId xmlns:a16="http://schemas.microsoft.com/office/drawing/2014/main" id="{83CAACFC-A540-DA2D-8A59-105300F15A32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8" name="pg2202">
                <a:extLst>
                  <a:ext uri="{FF2B5EF4-FFF2-40B4-BE49-F238E27FC236}">
                    <a16:creationId xmlns:a16="http://schemas.microsoft.com/office/drawing/2014/main" id="{73C466F4-D8ED-30D4-30EF-FC80CF7C9D9F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9" name="pg2203">
                <a:extLst>
                  <a:ext uri="{FF2B5EF4-FFF2-40B4-BE49-F238E27FC236}">
                    <a16:creationId xmlns:a16="http://schemas.microsoft.com/office/drawing/2014/main" id="{B3C9613A-B0F0-89C5-4CA2-745FC4BF5DA6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0" name="pg2204">
                <a:extLst>
                  <a:ext uri="{FF2B5EF4-FFF2-40B4-BE49-F238E27FC236}">
                    <a16:creationId xmlns:a16="http://schemas.microsoft.com/office/drawing/2014/main" id="{765D0DCA-7FD1-78ED-93C9-72A94387A416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1" name="pg2205">
                <a:extLst>
                  <a:ext uri="{FF2B5EF4-FFF2-40B4-BE49-F238E27FC236}">
                    <a16:creationId xmlns:a16="http://schemas.microsoft.com/office/drawing/2014/main" id="{63391C68-87A0-B952-C6E3-BE411B323A03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2" name="pg2206">
                <a:extLst>
                  <a:ext uri="{FF2B5EF4-FFF2-40B4-BE49-F238E27FC236}">
                    <a16:creationId xmlns:a16="http://schemas.microsoft.com/office/drawing/2014/main" id="{21E68E40-7812-C63B-75F5-4C1D2543C9B3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3" name="pg2207">
                <a:extLst>
                  <a:ext uri="{FF2B5EF4-FFF2-40B4-BE49-F238E27FC236}">
                    <a16:creationId xmlns:a16="http://schemas.microsoft.com/office/drawing/2014/main" id="{F70D1062-0564-99B0-E712-D33460A4CFDE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4" name="pg2208">
                <a:extLst>
                  <a:ext uri="{FF2B5EF4-FFF2-40B4-BE49-F238E27FC236}">
                    <a16:creationId xmlns:a16="http://schemas.microsoft.com/office/drawing/2014/main" id="{CF5BA583-CDA6-ECE5-95F6-4CA3DEFFA29C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5" name="pg2209">
                <a:extLst>
                  <a:ext uri="{FF2B5EF4-FFF2-40B4-BE49-F238E27FC236}">
                    <a16:creationId xmlns:a16="http://schemas.microsoft.com/office/drawing/2014/main" id="{F7161E2B-F52B-450F-F5A7-73DCE2D9F73B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6" name="pg2210">
                <a:extLst>
                  <a:ext uri="{FF2B5EF4-FFF2-40B4-BE49-F238E27FC236}">
                    <a16:creationId xmlns:a16="http://schemas.microsoft.com/office/drawing/2014/main" id="{58009A12-51C2-EBD3-9B50-04CC85AA0EE3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7" name="pg2211">
                <a:extLst>
                  <a:ext uri="{FF2B5EF4-FFF2-40B4-BE49-F238E27FC236}">
                    <a16:creationId xmlns:a16="http://schemas.microsoft.com/office/drawing/2014/main" id="{28F2F4B5-9AAF-4F69-04ED-39A57F8ADF87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8" name="pg2212">
                <a:extLst>
                  <a:ext uri="{FF2B5EF4-FFF2-40B4-BE49-F238E27FC236}">
                    <a16:creationId xmlns:a16="http://schemas.microsoft.com/office/drawing/2014/main" id="{045BFF3D-EF3E-75A8-73DD-F542B12A0211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9" name="pg2213">
                <a:extLst>
                  <a:ext uri="{FF2B5EF4-FFF2-40B4-BE49-F238E27FC236}">
                    <a16:creationId xmlns:a16="http://schemas.microsoft.com/office/drawing/2014/main" id="{15092ABA-3FC5-429C-663E-F19EFC693183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0" name="pg2214">
                <a:extLst>
                  <a:ext uri="{FF2B5EF4-FFF2-40B4-BE49-F238E27FC236}">
                    <a16:creationId xmlns:a16="http://schemas.microsoft.com/office/drawing/2014/main" id="{C3E4ECA0-0D27-BF18-7F0D-D8D322610BAE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1" name="pg2215">
                <a:extLst>
                  <a:ext uri="{FF2B5EF4-FFF2-40B4-BE49-F238E27FC236}">
                    <a16:creationId xmlns:a16="http://schemas.microsoft.com/office/drawing/2014/main" id="{B3BF38B9-86AB-9A45-BF44-CEB9A19D4F7E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2" name="pg2216">
                <a:extLst>
                  <a:ext uri="{FF2B5EF4-FFF2-40B4-BE49-F238E27FC236}">
                    <a16:creationId xmlns:a16="http://schemas.microsoft.com/office/drawing/2014/main" id="{12B95306-E8DF-F141-AF97-8776A8315549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3" name="pg2217">
                <a:extLst>
                  <a:ext uri="{FF2B5EF4-FFF2-40B4-BE49-F238E27FC236}">
                    <a16:creationId xmlns:a16="http://schemas.microsoft.com/office/drawing/2014/main" id="{73981951-E527-F213-5FD8-93F9907EE1BF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4" name="pg2218">
                <a:extLst>
                  <a:ext uri="{FF2B5EF4-FFF2-40B4-BE49-F238E27FC236}">
                    <a16:creationId xmlns:a16="http://schemas.microsoft.com/office/drawing/2014/main" id="{03E9BE24-99DE-912A-03F1-FED39D311E9B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5" name="pg2219">
                <a:extLst>
                  <a:ext uri="{FF2B5EF4-FFF2-40B4-BE49-F238E27FC236}">
                    <a16:creationId xmlns:a16="http://schemas.microsoft.com/office/drawing/2014/main" id="{B95E2489-6133-109D-4CF2-9B5995477FD1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6" name="pg2220">
                <a:extLst>
                  <a:ext uri="{FF2B5EF4-FFF2-40B4-BE49-F238E27FC236}">
                    <a16:creationId xmlns:a16="http://schemas.microsoft.com/office/drawing/2014/main" id="{E950F80F-26DE-7CCF-D3FA-C0839F35494B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7" name="pg2221">
                <a:extLst>
                  <a:ext uri="{FF2B5EF4-FFF2-40B4-BE49-F238E27FC236}">
                    <a16:creationId xmlns:a16="http://schemas.microsoft.com/office/drawing/2014/main" id="{2AB8AEA7-5890-CF04-CC21-B95040766386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8" name="pg2222">
                <a:extLst>
                  <a:ext uri="{FF2B5EF4-FFF2-40B4-BE49-F238E27FC236}">
                    <a16:creationId xmlns:a16="http://schemas.microsoft.com/office/drawing/2014/main" id="{87178A93-773C-61EA-44B7-60D8B9E84ECB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9" name="pg2223">
                <a:extLst>
                  <a:ext uri="{FF2B5EF4-FFF2-40B4-BE49-F238E27FC236}">
                    <a16:creationId xmlns:a16="http://schemas.microsoft.com/office/drawing/2014/main" id="{9492FBBE-BADC-1DB0-3475-ED50FC3A84B0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0" name="pg2224">
                <a:extLst>
                  <a:ext uri="{FF2B5EF4-FFF2-40B4-BE49-F238E27FC236}">
                    <a16:creationId xmlns:a16="http://schemas.microsoft.com/office/drawing/2014/main" id="{864D95E5-3DB8-A9BF-FF83-963747095104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1" name="pg2225">
                <a:extLst>
                  <a:ext uri="{FF2B5EF4-FFF2-40B4-BE49-F238E27FC236}">
                    <a16:creationId xmlns:a16="http://schemas.microsoft.com/office/drawing/2014/main" id="{5CAAC333-90C6-091A-CC32-BA950E9F51C3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2" name="pg2226">
                <a:extLst>
                  <a:ext uri="{FF2B5EF4-FFF2-40B4-BE49-F238E27FC236}">
                    <a16:creationId xmlns:a16="http://schemas.microsoft.com/office/drawing/2014/main" id="{EA41848F-81FD-68B2-ACC3-BE08CA7C9792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3" name="pg2227">
                <a:extLst>
                  <a:ext uri="{FF2B5EF4-FFF2-40B4-BE49-F238E27FC236}">
                    <a16:creationId xmlns:a16="http://schemas.microsoft.com/office/drawing/2014/main" id="{CDFC73CA-5F18-2F51-F2C2-349F3BF25E08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4" name="pg2228">
                <a:extLst>
                  <a:ext uri="{FF2B5EF4-FFF2-40B4-BE49-F238E27FC236}">
                    <a16:creationId xmlns:a16="http://schemas.microsoft.com/office/drawing/2014/main" id="{C27B7831-6588-7F0E-9EBB-E570163B897C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5" name="pg2229">
                <a:extLst>
                  <a:ext uri="{FF2B5EF4-FFF2-40B4-BE49-F238E27FC236}">
                    <a16:creationId xmlns:a16="http://schemas.microsoft.com/office/drawing/2014/main" id="{25080C47-EFAC-8BB7-C9FA-82D19BEB8287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6" name="pg2230">
                <a:extLst>
                  <a:ext uri="{FF2B5EF4-FFF2-40B4-BE49-F238E27FC236}">
                    <a16:creationId xmlns:a16="http://schemas.microsoft.com/office/drawing/2014/main" id="{3FC9AB82-4D06-EB09-3FA4-3F9E19F9B584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7" name="pg2231">
                <a:extLst>
                  <a:ext uri="{FF2B5EF4-FFF2-40B4-BE49-F238E27FC236}">
                    <a16:creationId xmlns:a16="http://schemas.microsoft.com/office/drawing/2014/main" id="{954F5763-7556-1872-0079-932EF224C186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8" name="pg2232">
                <a:extLst>
                  <a:ext uri="{FF2B5EF4-FFF2-40B4-BE49-F238E27FC236}">
                    <a16:creationId xmlns:a16="http://schemas.microsoft.com/office/drawing/2014/main" id="{BB4E4017-4785-60ED-8741-CDB3FAE1B5B5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9" name="pg2233">
                <a:extLst>
                  <a:ext uri="{FF2B5EF4-FFF2-40B4-BE49-F238E27FC236}">
                    <a16:creationId xmlns:a16="http://schemas.microsoft.com/office/drawing/2014/main" id="{56E23246-EB66-B2DA-6190-B674C81EC964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0" name="pg2234">
                <a:extLst>
                  <a:ext uri="{FF2B5EF4-FFF2-40B4-BE49-F238E27FC236}">
                    <a16:creationId xmlns:a16="http://schemas.microsoft.com/office/drawing/2014/main" id="{DCCBF490-2338-60C6-FA1A-A8053CC4F88A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1" name="pg2235">
                <a:extLst>
                  <a:ext uri="{FF2B5EF4-FFF2-40B4-BE49-F238E27FC236}">
                    <a16:creationId xmlns:a16="http://schemas.microsoft.com/office/drawing/2014/main" id="{19F37167-D4F0-FF5F-8C64-EFF29D0F0650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2" name="pg2236">
                <a:extLst>
                  <a:ext uri="{FF2B5EF4-FFF2-40B4-BE49-F238E27FC236}">
                    <a16:creationId xmlns:a16="http://schemas.microsoft.com/office/drawing/2014/main" id="{1DCAFAAB-AFA9-4D47-5EC9-C97BCC96EC40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3" name="pg2237">
                <a:extLst>
                  <a:ext uri="{FF2B5EF4-FFF2-40B4-BE49-F238E27FC236}">
                    <a16:creationId xmlns:a16="http://schemas.microsoft.com/office/drawing/2014/main" id="{1D13CA5E-7589-BC29-6945-1CE17523A46D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4" name="pg2238">
                <a:extLst>
                  <a:ext uri="{FF2B5EF4-FFF2-40B4-BE49-F238E27FC236}">
                    <a16:creationId xmlns:a16="http://schemas.microsoft.com/office/drawing/2014/main" id="{22D820E5-EAD8-694C-4F9C-46AC52FAA3C1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5" name="pg2239">
                <a:extLst>
                  <a:ext uri="{FF2B5EF4-FFF2-40B4-BE49-F238E27FC236}">
                    <a16:creationId xmlns:a16="http://schemas.microsoft.com/office/drawing/2014/main" id="{AEB6F57F-62E3-743C-10C3-95E031B916EA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6" name="pg2240">
                <a:extLst>
                  <a:ext uri="{FF2B5EF4-FFF2-40B4-BE49-F238E27FC236}">
                    <a16:creationId xmlns:a16="http://schemas.microsoft.com/office/drawing/2014/main" id="{8E975370-F7FE-55D5-51AB-5701DCC08FED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7" name="pg2241">
                <a:extLst>
                  <a:ext uri="{FF2B5EF4-FFF2-40B4-BE49-F238E27FC236}">
                    <a16:creationId xmlns:a16="http://schemas.microsoft.com/office/drawing/2014/main" id="{DB66A6A0-6C7D-20F3-48AE-9550E4D29F93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8" name="pg2242">
                <a:extLst>
                  <a:ext uri="{FF2B5EF4-FFF2-40B4-BE49-F238E27FC236}">
                    <a16:creationId xmlns:a16="http://schemas.microsoft.com/office/drawing/2014/main" id="{67DD5258-E70F-8830-4D48-5ECD98A1F6EC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9" name="pg2243">
                <a:extLst>
                  <a:ext uri="{FF2B5EF4-FFF2-40B4-BE49-F238E27FC236}">
                    <a16:creationId xmlns:a16="http://schemas.microsoft.com/office/drawing/2014/main" id="{DEA63B3D-636D-1725-A395-0C193BF973DA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0" name="pg2244">
                <a:extLst>
                  <a:ext uri="{FF2B5EF4-FFF2-40B4-BE49-F238E27FC236}">
                    <a16:creationId xmlns:a16="http://schemas.microsoft.com/office/drawing/2014/main" id="{C0B3260F-30F2-1B69-B179-3036FD2EDC53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1" name="pg2245">
                <a:extLst>
                  <a:ext uri="{FF2B5EF4-FFF2-40B4-BE49-F238E27FC236}">
                    <a16:creationId xmlns:a16="http://schemas.microsoft.com/office/drawing/2014/main" id="{20F05860-527A-7908-2E99-9548C5A34BEE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2" name="pg2246">
                <a:extLst>
                  <a:ext uri="{FF2B5EF4-FFF2-40B4-BE49-F238E27FC236}">
                    <a16:creationId xmlns:a16="http://schemas.microsoft.com/office/drawing/2014/main" id="{561862B3-C4B5-6811-BF56-5E24A820221D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3" name="pg2247">
                <a:extLst>
                  <a:ext uri="{FF2B5EF4-FFF2-40B4-BE49-F238E27FC236}">
                    <a16:creationId xmlns:a16="http://schemas.microsoft.com/office/drawing/2014/main" id="{C35AD15D-CB43-3964-6413-FFC5A12EB757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4" name="pg2248">
                <a:extLst>
                  <a:ext uri="{FF2B5EF4-FFF2-40B4-BE49-F238E27FC236}">
                    <a16:creationId xmlns:a16="http://schemas.microsoft.com/office/drawing/2014/main" id="{FBDCD03B-6C1C-A747-4387-859DEBE50A10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5" name="pg2249">
                <a:extLst>
                  <a:ext uri="{FF2B5EF4-FFF2-40B4-BE49-F238E27FC236}">
                    <a16:creationId xmlns:a16="http://schemas.microsoft.com/office/drawing/2014/main" id="{EA4A7387-9EFF-9091-D1A4-B4DA2D3CC016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6" name="pg2250">
                <a:extLst>
                  <a:ext uri="{FF2B5EF4-FFF2-40B4-BE49-F238E27FC236}">
                    <a16:creationId xmlns:a16="http://schemas.microsoft.com/office/drawing/2014/main" id="{121902A2-2988-61E1-B435-2086334EE25C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7" name="pg2251">
                <a:extLst>
                  <a:ext uri="{FF2B5EF4-FFF2-40B4-BE49-F238E27FC236}">
                    <a16:creationId xmlns:a16="http://schemas.microsoft.com/office/drawing/2014/main" id="{370B6393-AEDF-1456-BE43-77787F4D86B0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8" name="pg2252">
                <a:extLst>
                  <a:ext uri="{FF2B5EF4-FFF2-40B4-BE49-F238E27FC236}">
                    <a16:creationId xmlns:a16="http://schemas.microsoft.com/office/drawing/2014/main" id="{E1988216-2831-5360-C507-34920FF64944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9" name="pg2253">
                <a:extLst>
                  <a:ext uri="{FF2B5EF4-FFF2-40B4-BE49-F238E27FC236}">
                    <a16:creationId xmlns:a16="http://schemas.microsoft.com/office/drawing/2014/main" id="{A4063F29-DBD3-D665-9B53-558AD9EAA66C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0" name="pg2254">
                <a:extLst>
                  <a:ext uri="{FF2B5EF4-FFF2-40B4-BE49-F238E27FC236}">
                    <a16:creationId xmlns:a16="http://schemas.microsoft.com/office/drawing/2014/main" id="{16A785C6-BFC9-3C37-19B9-AF489C1CC852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1" name="pg2255">
                <a:extLst>
                  <a:ext uri="{FF2B5EF4-FFF2-40B4-BE49-F238E27FC236}">
                    <a16:creationId xmlns:a16="http://schemas.microsoft.com/office/drawing/2014/main" id="{B89DCD32-AF25-8333-561E-9E78015F8EF5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2" name="pg2256">
                <a:extLst>
                  <a:ext uri="{FF2B5EF4-FFF2-40B4-BE49-F238E27FC236}">
                    <a16:creationId xmlns:a16="http://schemas.microsoft.com/office/drawing/2014/main" id="{DC8359C1-0905-3971-DB49-9F3604B12CF8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3" name="pg2257">
                <a:extLst>
                  <a:ext uri="{FF2B5EF4-FFF2-40B4-BE49-F238E27FC236}">
                    <a16:creationId xmlns:a16="http://schemas.microsoft.com/office/drawing/2014/main" id="{59250500-C66F-8049-A507-938714A6A183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4" name="pg2258">
                <a:extLst>
                  <a:ext uri="{FF2B5EF4-FFF2-40B4-BE49-F238E27FC236}">
                    <a16:creationId xmlns:a16="http://schemas.microsoft.com/office/drawing/2014/main" id="{DCFFDFC2-252B-B260-EC0E-A00615B0739A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5" name="pg2259">
                <a:extLst>
                  <a:ext uri="{FF2B5EF4-FFF2-40B4-BE49-F238E27FC236}">
                    <a16:creationId xmlns:a16="http://schemas.microsoft.com/office/drawing/2014/main" id="{767E5545-5919-E261-DD31-B534BF8D453A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6" name="pg2260">
                <a:extLst>
                  <a:ext uri="{FF2B5EF4-FFF2-40B4-BE49-F238E27FC236}">
                    <a16:creationId xmlns:a16="http://schemas.microsoft.com/office/drawing/2014/main" id="{D8161795-C85D-3A76-E5CF-5D4CC1313DC2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7" name="pg2261">
                <a:extLst>
                  <a:ext uri="{FF2B5EF4-FFF2-40B4-BE49-F238E27FC236}">
                    <a16:creationId xmlns:a16="http://schemas.microsoft.com/office/drawing/2014/main" id="{68EA4AE7-8452-B9E0-D946-919FE1E9CD29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8" name="pg2262">
                <a:extLst>
                  <a:ext uri="{FF2B5EF4-FFF2-40B4-BE49-F238E27FC236}">
                    <a16:creationId xmlns:a16="http://schemas.microsoft.com/office/drawing/2014/main" id="{BCBE4DFF-6269-99F8-D65C-2B87EC6E5901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9" name="pg2263">
                <a:extLst>
                  <a:ext uri="{FF2B5EF4-FFF2-40B4-BE49-F238E27FC236}">
                    <a16:creationId xmlns:a16="http://schemas.microsoft.com/office/drawing/2014/main" id="{C08C7995-B676-D130-BF6D-245739B2EA1E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0" name="pg2264">
                <a:extLst>
                  <a:ext uri="{FF2B5EF4-FFF2-40B4-BE49-F238E27FC236}">
                    <a16:creationId xmlns:a16="http://schemas.microsoft.com/office/drawing/2014/main" id="{0A29BC98-42B7-05FE-0083-FD27316B4135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1" name="pg2265">
                <a:extLst>
                  <a:ext uri="{FF2B5EF4-FFF2-40B4-BE49-F238E27FC236}">
                    <a16:creationId xmlns:a16="http://schemas.microsoft.com/office/drawing/2014/main" id="{6CC08068-BC42-70BE-273E-BDCB11C38B61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2" name="pg2266">
                <a:extLst>
                  <a:ext uri="{FF2B5EF4-FFF2-40B4-BE49-F238E27FC236}">
                    <a16:creationId xmlns:a16="http://schemas.microsoft.com/office/drawing/2014/main" id="{8EAD48B7-B325-CC7D-C6D5-62A1FF2C60B8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3" name="pg2267">
                <a:extLst>
                  <a:ext uri="{FF2B5EF4-FFF2-40B4-BE49-F238E27FC236}">
                    <a16:creationId xmlns:a16="http://schemas.microsoft.com/office/drawing/2014/main" id="{8C1839D8-E797-FCBC-D457-064AEB4CB499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4" name="pg2268">
                <a:extLst>
                  <a:ext uri="{FF2B5EF4-FFF2-40B4-BE49-F238E27FC236}">
                    <a16:creationId xmlns:a16="http://schemas.microsoft.com/office/drawing/2014/main" id="{EEC0ABB2-4153-2736-C58D-9C6DF389B95A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5" name="pg2269">
                <a:extLst>
                  <a:ext uri="{FF2B5EF4-FFF2-40B4-BE49-F238E27FC236}">
                    <a16:creationId xmlns:a16="http://schemas.microsoft.com/office/drawing/2014/main" id="{DCCA05C2-FD6C-6A63-7683-909F1B533A87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6" name="pg2270">
                <a:extLst>
                  <a:ext uri="{FF2B5EF4-FFF2-40B4-BE49-F238E27FC236}">
                    <a16:creationId xmlns:a16="http://schemas.microsoft.com/office/drawing/2014/main" id="{C4115115-4E24-5E5E-AC75-8ADA363E6700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7" name="pg2271">
                <a:extLst>
                  <a:ext uri="{FF2B5EF4-FFF2-40B4-BE49-F238E27FC236}">
                    <a16:creationId xmlns:a16="http://schemas.microsoft.com/office/drawing/2014/main" id="{6FD86ADF-C286-108E-FEEA-6766ED9A4117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8" name="pg2272">
                <a:extLst>
                  <a:ext uri="{FF2B5EF4-FFF2-40B4-BE49-F238E27FC236}">
                    <a16:creationId xmlns:a16="http://schemas.microsoft.com/office/drawing/2014/main" id="{D17D33CC-B52B-7365-958B-39FE254CFD24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9" name="pg2273">
                <a:extLst>
                  <a:ext uri="{FF2B5EF4-FFF2-40B4-BE49-F238E27FC236}">
                    <a16:creationId xmlns:a16="http://schemas.microsoft.com/office/drawing/2014/main" id="{1170EC08-890D-2C7F-C555-B5904FEE086A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0" name="pg2274">
                <a:extLst>
                  <a:ext uri="{FF2B5EF4-FFF2-40B4-BE49-F238E27FC236}">
                    <a16:creationId xmlns:a16="http://schemas.microsoft.com/office/drawing/2014/main" id="{0603D490-701B-6B5A-EBDC-796C08A160BE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1" name="pg2275">
                <a:extLst>
                  <a:ext uri="{FF2B5EF4-FFF2-40B4-BE49-F238E27FC236}">
                    <a16:creationId xmlns:a16="http://schemas.microsoft.com/office/drawing/2014/main" id="{4FBB14D3-C782-AD86-E120-2BA48E975618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2" name="pg2276">
                <a:extLst>
                  <a:ext uri="{FF2B5EF4-FFF2-40B4-BE49-F238E27FC236}">
                    <a16:creationId xmlns:a16="http://schemas.microsoft.com/office/drawing/2014/main" id="{1CC2D360-3A93-5DC8-D241-03C684449332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3" name="pg2277">
                <a:extLst>
                  <a:ext uri="{FF2B5EF4-FFF2-40B4-BE49-F238E27FC236}">
                    <a16:creationId xmlns:a16="http://schemas.microsoft.com/office/drawing/2014/main" id="{CD07D7FC-0140-F009-833E-23D8E5F035E1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4" name="pg2278">
                <a:extLst>
                  <a:ext uri="{FF2B5EF4-FFF2-40B4-BE49-F238E27FC236}">
                    <a16:creationId xmlns:a16="http://schemas.microsoft.com/office/drawing/2014/main" id="{751C177D-AD29-86E0-34C4-6967A39EA02A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5" name="pg2279">
                <a:extLst>
                  <a:ext uri="{FF2B5EF4-FFF2-40B4-BE49-F238E27FC236}">
                    <a16:creationId xmlns:a16="http://schemas.microsoft.com/office/drawing/2014/main" id="{F6322476-5BB4-5CB2-D659-EE884D21873A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6" name="pg2280">
                <a:extLst>
                  <a:ext uri="{FF2B5EF4-FFF2-40B4-BE49-F238E27FC236}">
                    <a16:creationId xmlns:a16="http://schemas.microsoft.com/office/drawing/2014/main" id="{68B56CD5-A1C6-7FA4-4979-BEAC94DB0A11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7" name="pg2281">
                <a:extLst>
                  <a:ext uri="{FF2B5EF4-FFF2-40B4-BE49-F238E27FC236}">
                    <a16:creationId xmlns:a16="http://schemas.microsoft.com/office/drawing/2014/main" id="{D0A4EDE6-9904-894B-5B53-8ED6FC409627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8" name="pg2282">
                <a:extLst>
                  <a:ext uri="{FF2B5EF4-FFF2-40B4-BE49-F238E27FC236}">
                    <a16:creationId xmlns:a16="http://schemas.microsoft.com/office/drawing/2014/main" id="{10D28616-6D87-ED9A-B0EA-C95388E2BDB2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9" name="pg2283">
                <a:extLst>
                  <a:ext uri="{FF2B5EF4-FFF2-40B4-BE49-F238E27FC236}">
                    <a16:creationId xmlns:a16="http://schemas.microsoft.com/office/drawing/2014/main" id="{B6D0289A-5463-0FED-973F-7DE679A0889F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0" name="pg2284">
                <a:extLst>
                  <a:ext uri="{FF2B5EF4-FFF2-40B4-BE49-F238E27FC236}">
                    <a16:creationId xmlns:a16="http://schemas.microsoft.com/office/drawing/2014/main" id="{A8E9D5CA-409C-C13D-25C6-1F48DDBE5C70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1" name="pg2285">
                <a:extLst>
                  <a:ext uri="{FF2B5EF4-FFF2-40B4-BE49-F238E27FC236}">
                    <a16:creationId xmlns:a16="http://schemas.microsoft.com/office/drawing/2014/main" id="{4DF5EC46-A143-CE6C-EEE4-9811DC7EEA10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2" name="pg2286">
                <a:extLst>
                  <a:ext uri="{FF2B5EF4-FFF2-40B4-BE49-F238E27FC236}">
                    <a16:creationId xmlns:a16="http://schemas.microsoft.com/office/drawing/2014/main" id="{54F01F53-754A-B956-7303-D1DCFF832E1C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3" name="pg2287">
                <a:extLst>
                  <a:ext uri="{FF2B5EF4-FFF2-40B4-BE49-F238E27FC236}">
                    <a16:creationId xmlns:a16="http://schemas.microsoft.com/office/drawing/2014/main" id="{3419CEA2-74CC-714B-4109-EC62E634AC76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4" name="pg2288">
                <a:extLst>
                  <a:ext uri="{FF2B5EF4-FFF2-40B4-BE49-F238E27FC236}">
                    <a16:creationId xmlns:a16="http://schemas.microsoft.com/office/drawing/2014/main" id="{06C621BB-6589-3B33-13EA-1D3F402A617B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5" name="pg2289">
                <a:extLst>
                  <a:ext uri="{FF2B5EF4-FFF2-40B4-BE49-F238E27FC236}">
                    <a16:creationId xmlns:a16="http://schemas.microsoft.com/office/drawing/2014/main" id="{9D9D17C2-CE1D-114F-98AD-F336C09D3F8E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6" name="pg2290">
                <a:extLst>
                  <a:ext uri="{FF2B5EF4-FFF2-40B4-BE49-F238E27FC236}">
                    <a16:creationId xmlns:a16="http://schemas.microsoft.com/office/drawing/2014/main" id="{0837E568-B933-C87A-76B0-F1FA5810ED95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7" name="pg2291">
                <a:extLst>
                  <a:ext uri="{FF2B5EF4-FFF2-40B4-BE49-F238E27FC236}">
                    <a16:creationId xmlns:a16="http://schemas.microsoft.com/office/drawing/2014/main" id="{3C460380-7FD9-DF8A-DE93-927A57C62F7F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8" name="pg2292">
                <a:extLst>
                  <a:ext uri="{FF2B5EF4-FFF2-40B4-BE49-F238E27FC236}">
                    <a16:creationId xmlns:a16="http://schemas.microsoft.com/office/drawing/2014/main" id="{486CC56F-9DA6-005A-2F78-BEE10BAA816D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6">
                  <a:alpha val="100000"/>
                </a:srgbClr>
              </a:solidFill>
              <a:ln w="5420" cap="flat">
                <a:solidFill>
                  <a:srgbClr val="3A58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9" name="pg2293">
                <a:extLst>
                  <a:ext uri="{FF2B5EF4-FFF2-40B4-BE49-F238E27FC236}">
                    <a16:creationId xmlns:a16="http://schemas.microsoft.com/office/drawing/2014/main" id="{B109EB31-5047-73E5-8FC9-E53AD0B4AF25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0" name="pg2294">
                <a:extLst>
                  <a:ext uri="{FF2B5EF4-FFF2-40B4-BE49-F238E27FC236}">
                    <a16:creationId xmlns:a16="http://schemas.microsoft.com/office/drawing/2014/main" id="{0BC9A99C-096C-B6A7-3973-D86D558D428A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1" name="pg2295">
                <a:extLst>
                  <a:ext uri="{FF2B5EF4-FFF2-40B4-BE49-F238E27FC236}">
                    <a16:creationId xmlns:a16="http://schemas.microsoft.com/office/drawing/2014/main" id="{619A5006-CE6B-A367-C0A6-2FB3C30FB072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2" name="pg2296">
                <a:extLst>
                  <a:ext uri="{FF2B5EF4-FFF2-40B4-BE49-F238E27FC236}">
                    <a16:creationId xmlns:a16="http://schemas.microsoft.com/office/drawing/2014/main" id="{6326ECD7-238F-8941-0B5B-1428FA759D3F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3" name="pg2297">
                <a:extLst>
                  <a:ext uri="{FF2B5EF4-FFF2-40B4-BE49-F238E27FC236}">
                    <a16:creationId xmlns:a16="http://schemas.microsoft.com/office/drawing/2014/main" id="{EB030780-AFAA-4C39-4F21-A8A884969B6D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4" name="pg2298">
                <a:extLst>
                  <a:ext uri="{FF2B5EF4-FFF2-40B4-BE49-F238E27FC236}">
                    <a16:creationId xmlns:a16="http://schemas.microsoft.com/office/drawing/2014/main" id="{97D046AD-5718-77B8-C8E0-7B484B91FDE1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5" name="pg2299">
                <a:extLst>
                  <a:ext uri="{FF2B5EF4-FFF2-40B4-BE49-F238E27FC236}">
                    <a16:creationId xmlns:a16="http://schemas.microsoft.com/office/drawing/2014/main" id="{6B4992C7-40DB-3459-8175-2EBACBC35225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6" name="pg2300">
                <a:extLst>
                  <a:ext uri="{FF2B5EF4-FFF2-40B4-BE49-F238E27FC236}">
                    <a16:creationId xmlns:a16="http://schemas.microsoft.com/office/drawing/2014/main" id="{8DEC7F1D-DB7B-2DA6-E5DE-2B23926DB8E1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7" name="pg2301">
                <a:extLst>
                  <a:ext uri="{FF2B5EF4-FFF2-40B4-BE49-F238E27FC236}">
                    <a16:creationId xmlns:a16="http://schemas.microsoft.com/office/drawing/2014/main" id="{315A5A74-EE18-C362-DD8D-2333981F33BA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8" name="pg2302">
                <a:extLst>
                  <a:ext uri="{FF2B5EF4-FFF2-40B4-BE49-F238E27FC236}">
                    <a16:creationId xmlns:a16="http://schemas.microsoft.com/office/drawing/2014/main" id="{B0C47F7C-F188-BF5F-5DD7-DC6B0F99C508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9" name="pg2303">
                <a:extLst>
                  <a:ext uri="{FF2B5EF4-FFF2-40B4-BE49-F238E27FC236}">
                    <a16:creationId xmlns:a16="http://schemas.microsoft.com/office/drawing/2014/main" id="{1B2CC945-D19F-E81A-C726-62B30AA2BEDC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0" name="pg2304">
                <a:extLst>
                  <a:ext uri="{FF2B5EF4-FFF2-40B4-BE49-F238E27FC236}">
                    <a16:creationId xmlns:a16="http://schemas.microsoft.com/office/drawing/2014/main" id="{C059E834-26A2-3955-F2FB-88E1F3F57AFA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1" name="pg2305">
                <a:extLst>
                  <a:ext uri="{FF2B5EF4-FFF2-40B4-BE49-F238E27FC236}">
                    <a16:creationId xmlns:a16="http://schemas.microsoft.com/office/drawing/2014/main" id="{A697DF22-531A-2589-94B6-FB5F3DF3927E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2" name="pg2306">
                <a:extLst>
                  <a:ext uri="{FF2B5EF4-FFF2-40B4-BE49-F238E27FC236}">
                    <a16:creationId xmlns:a16="http://schemas.microsoft.com/office/drawing/2014/main" id="{2EC95DE9-ED0C-7F28-64F0-39BBCAA4EC10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3" name="pg2307">
                <a:extLst>
                  <a:ext uri="{FF2B5EF4-FFF2-40B4-BE49-F238E27FC236}">
                    <a16:creationId xmlns:a16="http://schemas.microsoft.com/office/drawing/2014/main" id="{708C7B58-22D6-7119-24EE-3E202F949123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4" name="pg2308">
                <a:extLst>
                  <a:ext uri="{FF2B5EF4-FFF2-40B4-BE49-F238E27FC236}">
                    <a16:creationId xmlns:a16="http://schemas.microsoft.com/office/drawing/2014/main" id="{7F1677FA-A336-DBA3-82DB-6177473A349C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5" name="pg2309">
                <a:extLst>
                  <a:ext uri="{FF2B5EF4-FFF2-40B4-BE49-F238E27FC236}">
                    <a16:creationId xmlns:a16="http://schemas.microsoft.com/office/drawing/2014/main" id="{10E11FAA-713B-7E9E-5319-198BB74305A1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6" name="pg2310">
                <a:extLst>
                  <a:ext uri="{FF2B5EF4-FFF2-40B4-BE49-F238E27FC236}">
                    <a16:creationId xmlns:a16="http://schemas.microsoft.com/office/drawing/2014/main" id="{83BBBD67-B614-641D-8F94-6E1C2FA09AC2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7" name="pg2311">
                <a:extLst>
                  <a:ext uri="{FF2B5EF4-FFF2-40B4-BE49-F238E27FC236}">
                    <a16:creationId xmlns:a16="http://schemas.microsoft.com/office/drawing/2014/main" id="{1EA20CC5-08A4-8455-5B28-0F490C9CABFE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8" name="pg2312">
                <a:extLst>
                  <a:ext uri="{FF2B5EF4-FFF2-40B4-BE49-F238E27FC236}">
                    <a16:creationId xmlns:a16="http://schemas.microsoft.com/office/drawing/2014/main" id="{CBCA8172-9CEE-CDE3-8C66-2A5CB8C167B5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9" name="pg2313">
                <a:extLst>
                  <a:ext uri="{FF2B5EF4-FFF2-40B4-BE49-F238E27FC236}">
                    <a16:creationId xmlns:a16="http://schemas.microsoft.com/office/drawing/2014/main" id="{56CC5577-E2C3-4A36-A3A6-0A685CE10904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0" name="pg2314">
                <a:extLst>
                  <a:ext uri="{FF2B5EF4-FFF2-40B4-BE49-F238E27FC236}">
                    <a16:creationId xmlns:a16="http://schemas.microsoft.com/office/drawing/2014/main" id="{A32B3D02-AD12-00E4-94D0-4F76567953FB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1" name="pg2315">
                <a:extLst>
                  <a:ext uri="{FF2B5EF4-FFF2-40B4-BE49-F238E27FC236}">
                    <a16:creationId xmlns:a16="http://schemas.microsoft.com/office/drawing/2014/main" id="{E3586896-7140-496C-3D9A-C15DE86F537D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2" name="pg2316">
                <a:extLst>
                  <a:ext uri="{FF2B5EF4-FFF2-40B4-BE49-F238E27FC236}">
                    <a16:creationId xmlns:a16="http://schemas.microsoft.com/office/drawing/2014/main" id="{9A2C2013-0709-9E5E-7ABE-6B43D3293A5B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3" name="pg2317">
                <a:extLst>
                  <a:ext uri="{FF2B5EF4-FFF2-40B4-BE49-F238E27FC236}">
                    <a16:creationId xmlns:a16="http://schemas.microsoft.com/office/drawing/2014/main" id="{68DB9737-3AE2-AC12-42B0-6A52B56E2D35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4" name="pg2318">
                <a:extLst>
                  <a:ext uri="{FF2B5EF4-FFF2-40B4-BE49-F238E27FC236}">
                    <a16:creationId xmlns:a16="http://schemas.microsoft.com/office/drawing/2014/main" id="{90D03243-CC17-EA1F-8E6D-73A7460DB6D9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5" name="pg2319">
                <a:extLst>
                  <a:ext uri="{FF2B5EF4-FFF2-40B4-BE49-F238E27FC236}">
                    <a16:creationId xmlns:a16="http://schemas.microsoft.com/office/drawing/2014/main" id="{71697B05-2012-B0BA-A324-9BA48B641F6D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6" name="pg2320">
                <a:extLst>
                  <a:ext uri="{FF2B5EF4-FFF2-40B4-BE49-F238E27FC236}">
                    <a16:creationId xmlns:a16="http://schemas.microsoft.com/office/drawing/2014/main" id="{233C995B-AA0A-7C72-F560-410F56DA9E41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7" name="pg2321">
                <a:extLst>
                  <a:ext uri="{FF2B5EF4-FFF2-40B4-BE49-F238E27FC236}">
                    <a16:creationId xmlns:a16="http://schemas.microsoft.com/office/drawing/2014/main" id="{6E380330-D262-2754-8076-871E2434103D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8" name="pg2322">
                <a:extLst>
                  <a:ext uri="{FF2B5EF4-FFF2-40B4-BE49-F238E27FC236}">
                    <a16:creationId xmlns:a16="http://schemas.microsoft.com/office/drawing/2014/main" id="{815CBA09-34A0-E0C6-F406-AD05DFC4A237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9" name="pg2323">
                <a:extLst>
                  <a:ext uri="{FF2B5EF4-FFF2-40B4-BE49-F238E27FC236}">
                    <a16:creationId xmlns:a16="http://schemas.microsoft.com/office/drawing/2014/main" id="{C947922E-F446-D407-D2EC-32A7DEC9641D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0" name="pg2324">
                <a:extLst>
                  <a:ext uri="{FF2B5EF4-FFF2-40B4-BE49-F238E27FC236}">
                    <a16:creationId xmlns:a16="http://schemas.microsoft.com/office/drawing/2014/main" id="{09BA3881-52E8-1B7C-C620-3BD24C42FB46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1" name="pg2325">
                <a:extLst>
                  <a:ext uri="{FF2B5EF4-FFF2-40B4-BE49-F238E27FC236}">
                    <a16:creationId xmlns:a16="http://schemas.microsoft.com/office/drawing/2014/main" id="{C75F7978-A452-BECF-D63A-CFFB64C1BB55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2" name="pg2326">
                <a:extLst>
                  <a:ext uri="{FF2B5EF4-FFF2-40B4-BE49-F238E27FC236}">
                    <a16:creationId xmlns:a16="http://schemas.microsoft.com/office/drawing/2014/main" id="{F17A8FBE-58D6-B557-85B3-5A61D99A5EA3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3" name="pg2327">
                <a:extLst>
                  <a:ext uri="{FF2B5EF4-FFF2-40B4-BE49-F238E27FC236}">
                    <a16:creationId xmlns:a16="http://schemas.microsoft.com/office/drawing/2014/main" id="{C20EF8D3-2020-57F2-8F7A-F1B891E7AB39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4" name="pg2328">
                <a:extLst>
                  <a:ext uri="{FF2B5EF4-FFF2-40B4-BE49-F238E27FC236}">
                    <a16:creationId xmlns:a16="http://schemas.microsoft.com/office/drawing/2014/main" id="{01EA48C2-8F9D-529D-92DB-DC1A60F14FD7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5" name="pg2329">
                <a:extLst>
                  <a:ext uri="{FF2B5EF4-FFF2-40B4-BE49-F238E27FC236}">
                    <a16:creationId xmlns:a16="http://schemas.microsoft.com/office/drawing/2014/main" id="{E66F9756-C21D-F834-D0FD-4D4F8ABC802E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6" name="pg2330">
                <a:extLst>
                  <a:ext uri="{FF2B5EF4-FFF2-40B4-BE49-F238E27FC236}">
                    <a16:creationId xmlns:a16="http://schemas.microsoft.com/office/drawing/2014/main" id="{73E28E6D-2DDC-C935-46AB-5A42ED9F2A12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7" name="pg2331">
                <a:extLst>
                  <a:ext uri="{FF2B5EF4-FFF2-40B4-BE49-F238E27FC236}">
                    <a16:creationId xmlns:a16="http://schemas.microsoft.com/office/drawing/2014/main" id="{F75BE3A3-3E6B-AAED-167D-E4B0CD38386D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8" name="pg2332">
                <a:extLst>
                  <a:ext uri="{FF2B5EF4-FFF2-40B4-BE49-F238E27FC236}">
                    <a16:creationId xmlns:a16="http://schemas.microsoft.com/office/drawing/2014/main" id="{6C8FA08B-DC80-9FD8-E011-F35537BE89FF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9" name="pg2333">
                <a:extLst>
                  <a:ext uri="{FF2B5EF4-FFF2-40B4-BE49-F238E27FC236}">
                    <a16:creationId xmlns:a16="http://schemas.microsoft.com/office/drawing/2014/main" id="{75DE210F-001B-D922-E61F-5E35E88E4AD2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0" name="pg2334">
                <a:extLst>
                  <a:ext uri="{FF2B5EF4-FFF2-40B4-BE49-F238E27FC236}">
                    <a16:creationId xmlns:a16="http://schemas.microsoft.com/office/drawing/2014/main" id="{BF5B266E-120F-38F2-0295-F9DB3D8D6A44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1" name="pg2335">
                <a:extLst>
                  <a:ext uri="{FF2B5EF4-FFF2-40B4-BE49-F238E27FC236}">
                    <a16:creationId xmlns:a16="http://schemas.microsoft.com/office/drawing/2014/main" id="{AA29A9EF-0B94-FC67-F298-A1EB6848BE09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2" name="pg2336">
                <a:extLst>
                  <a:ext uri="{FF2B5EF4-FFF2-40B4-BE49-F238E27FC236}">
                    <a16:creationId xmlns:a16="http://schemas.microsoft.com/office/drawing/2014/main" id="{690CD3F9-53E3-3548-DA87-C6ADD63F6DC1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3" name="pg2337">
                <a:extLst>
                  <a:ext uri="{FF2B5EF4-FFF2-40B4-BE49-F238E27FC236}">
                    <a16:creationId xmlns:a16="http://schemas.microsoft.com/office/drawing/2014/main" id="{128C9221-4247-948C-08A4-A0073DBF7D79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4" name="pg2338">
                <a:extLst>
                  <a:ext uri="{FF2B5EF4-FFF2-40B4-BE49-F238E27FC236}">
                    <a16:creationId xmlns:a16="http://schemas.microsoft.com/office/drawing/2014/main" id="{0B200ECD-2983-E77B-F719-5635EC4D91F4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5" name="pg2339">
                <a:extLst>
                  <a:ext uri="{FF2B5EF4-FFF2-40B4-BE49-F238E27FC236}">
                    <a16:creationId xmlns:a16="http://schemas.microsoft.com/office/drawing/2014/main" id="{8EB7594D-EA64-38AB-F86A-372092423477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6" name="pg2340">
                <a:extLst>
                  <a:ext uri="{FF2B5EF4-FFF2-40B4-BE49-F238E27FC236}">
                    <a16:creationId xmlns:a16="http://schemas.microsoft.com/office/drawing/2014/main" id="{51A71E78-2B52-4EB6-55DB-8C37AE889771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7" name="pg2341">
                <a:extLst>
                  <a:ext uri="{FF2B5EF4-FFF2-40B4-BE49-F238E27FC236}">
                    <a16:creationId xmlns:a16="http://schemas.microsoft.com/office/drawing/2014/main" id="{7D97D35C-5696-7DF8-6C6A-1ED9073AD150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8" name="pg2342">
                <a:extLst>
                  <a:ext uri="{FF2B5EF4-FFF2-40B4-BE49-F238E27FC236}">
                    <a16:creationId xmlns:a16="http://schemas.microsoft.com/office/drawing/2014/main" id="{6FAFCA9F-4CDC-1214-012C-914BECA086A7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9" name="pg2343">
                <a:extLst>
                  <a:ext uri="{FF2B5EF4-FFF2-40B4-BE49-F238E27FC236}">
                    <a16:creationId xmlns:a16="http://schemas.microsoft.com/office/drawing/2014/main" id="{31CD0135-A964-0B7D-3070-F3B9097FAF08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0" name="pg2344">
                <a:extLst>
                  <a:ext uri="{FF2B5EF4-FFF2-40B4-BE49-F238E27FC236}">
                    <a16:creationId xmlns:a16="http://schemas.microsoft.com/office/drawing/2014/main" id="{499CF317-7137-BEA3-B9E3-5E66AF73A33C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1" name="pg2345">
                <a:extLst>
                  <a:ext uri="{FF2B5EF4-FFF2-40B4-BE49-F238E27FC236}">
                    <a16:creationId xmlns:a16="http://schemas.microsoft.com/office/drawing/2014/main" id="{374B3EFF-2862-85E6-8595-CF50248FC334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2" name="pg2346">
                <a:extLst>
                  <a:ext uri="{FF2B5EF4-FFF2-40B4-BE49-F238E27FC236}">
                    <a16:creationId xmlns:a16="http://schemas.microsoft.com/office/drawing/2014/main" id="{529ABA39-9EBA-E292-5EDE-70397CD34C29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3" name="pg2347">
                <a:extLst>
                  <a:ext uri="{FF2B5EF4-FFF2-40B4-BE49-F238E27FC236}">
                    <a16:creationId xmlns:a16="http://schemas.microsoft.com/office/drawing/2014/main" id="{A0D0FD2B-F22C-8290-51CB-B0C71B998E05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4" name="pg2348">
                <a:extLst>
                  <a:ext uri="{FF2B5EF4-FFF2-40B4-BE49-F238E27FC236}">
                    <a16:creationId xmlns:a16="http://schemas.microsoft.com/office/drawing/2014/main" id="{AF1C0864-0477-ED41-B121-DBB28EC8EFC2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5" name="pg2349">
                <a:extLst>
                  <a:ext uri="{FF2B5EF4-FFF2-40B4-BE49-F238E27FC236}">
                    <a16:creationId xmlns:a16="http://schemas.microsoft.com/office/drawing/2014/main" id="{495C6245-521F-2BD6-70DD-79D233890F49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6" name="pg2350">
                <a:extLst>
                  <a:ext uri="{FF2B5EF4-FFF2-40B4-BE49-F238E27FC236}">
                    <a16:creationId xmlns:a16="http://schemas.microsoft.com/office/drawing/2014/main" id="{09AF8D71-0795-2869-0821-6CE62D6973BE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7" name="pg2351">
                <a:extLst>
                  <a:ext uri="{FF2B5EF4-FFF2-40B4-BE49-F238E27FC236}">
                    <a16:creationId xmlns:a16="http://schemas.microsoft.com/office/drawing/2014/main" id="{0CD69317-45CD-F088-94EE-186B26DCD94B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8" name="pg2352">
                <a:extLst>
                  <a:ext uri="{FF2B5EF4-FFF2-40B4-BE49-F238E27FC236}">
                    <a16:creationId xmlns:a16="http://schemas.microsoft.com/office/drawing/2014/main" id="{4803A87A-1B13-AD9B-837B-9EA3F04E7401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9" name="pg2353">
                <a:extLst>
                  <a:ext uri="{FF2B5EF4-FFF2-40B4-BE49-F238E27FC236}">
                    <a16:creationId xmlns:a16="http://schemas.microsoft.com/office/drawing/2014/main" id="{6A5E8ED0-45DD-8281-6F74-26BC00BBDE61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0" name="pg2354">
                <a:extLst>
                  <a:ext uri="{FF2B5EF4-FFF2-40B4-BE49-F238E27FC236}">
                    <a16:creationId xmlns:a16="http://schemas.microsoft.com/office/drawing/2014/main" id="{8688254C-CD8B-2995-74C4-09DC003F2365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1" name="pg2355">
                <a:extLst>
                  <a:ext uri="{FF2B5EF4-FFF2-40B4-BE49-F238E27FC236}">
                    <a16:creationId xmlns:a16="http://schemas.microsoft.com/office/drawing/2014/main" id="{925BF754-CB20-2AF5-679C-E79BD3C95880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2" name="pg2356">
                <a:extLst>
                  <a:ext uri="{FF2B5EF4-FFF2-40B4-BE49-F238E27FC236}">
                    <a16:creationId xmlns:a16="http://schemas.microsoft.com/office/drawing/2014/main" id="{318DD1E4-983E-FD92-D193-34A86236BB61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3" name="pg2357">
                <a:extLst>
                  <a:ext uri="{FF2B5EF4-FFF2-40B4-BE49-F238E27FC236}">
                    <a16:creationId xmlns:a16="http://schemas.microsoft.com/office/drawing/2014/main" id="{5AE8E51C-CD24-E5B7-086A-3F970FE5E1D1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4" name="pg2358">
                <a:extLst>
                  <a:ext uri="{FF2B5EF4-FFF2-40B4-BE49-F238E27FC236}">
                    <a16:creationId xmlns:a16="http://schemas.microsoft.com/office/drawing/2014/main" id="{9555E43F-4AD7-32EF-2058-82FC231A5222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5" name="pg2359">
                <a:extLst>
                  <a:ext uri="{FF2B5EF4-FFF2-40B4-BE49-F238E27FC236}">
                    <a16:creationId xmlns:a16="http://schemas.microsoft.com/office/drawing/2014/main" id="{C9997171-ABA2-A370-4B58-97CCBD4CD1A0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6" name="pg2360">
                <a:extLst>
                  <a:ext uri="{FF2B5EF4-FFF2-40B4-BE49-F238E27FC236}">
                    <a16:creationId xmlns:a16="http://schemas.microsoft.com/office/drawing/2014/main" id="{D34E78BD-1172-5D40-7BF7-FAA6E06874FA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7" name="pg2361">
                <a:extLst>
                  <a:ext uri="{FF2B5EF4-FFF2-40B4-BE49-F238E27FC236}">
                    <a16:creationId xmlns:a16="http://schemas.microsoft.com/office/drawing/2014/main" id="{9CEB9BF3-BCB0-30A3-DDE0-472A0E33984B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8" name="pg2362">
                <a:extLst>
                  <a:ext uri="{FF2B5EF4-FFF2-40B4-BE49-F238E27FC236}">
                    <a16:creationId xmlns:a16="http://schemas.microsoft.com/office/drawing/2014/main" id="{09DA3182-5C83-F82F-A886-C824A2078C12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9" name="pg2363">
                <a:extLst>
                  <a:ext uri="{FF2B5EF4-FFF2-40B4-BE49-F238E27FC236}">
                    <a16:creationId xmlns:a16="http://schemas.microsoft.com/office/drawing/2014/main" id="{569CF36A-0BD2-22A2-0714-12261DB47968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0" name="pg2364">
                <a:extLst>
                  <a:ext uri="{FF2B5EF4-FFF2-40B4-BE49-F238E27FC236}">
                    <a16:creationId xmlns:a16="http://schemas.microsoft.com/office/drawing/2014/main" id="{188EBE55-29DD-B9FB-6FB9-A1E068699850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1" name="pg2365">
                <a:extLst>
                  <a:ext uri="{FF2B5EF4-FFF2-40B4-BE49-F238E27FC236}">
                    <a16:creationId xmlns:a16="http://schemas.microsoft.com/office/drawing/2014/main" id="{95E28D5B-9307-AE0B-BB3F-E5BF84AC0A3A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2" name="pg2366">
                <a:extLst>
                  <a:ext uri="{FF2B5EF4-FFF2-40B4-BE49-F238E27FC236}">
                    <a16:creationId xmlns:a16="http://schemas.microsoft.com/office/drawing/2014/main" id="{130F12ED-23A9-09C7-3D87-CFF95C3CA322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3" name="pg2367">
                <a:extLst>
                  <a:ext uri="{FF2B5EF4-FFF2-40B4-BE49-F238E27FC236}">
                    <a16:creationId xmlns:a16="http://schemas.microsoft.com/office/drawing/2014/main" id="{5C8DB0FD-80B1-D8F8-A547-96187D3F3841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4" name="pg2368">
                <a:extLst>
                  <a:ext uri="{FF2B5EF4-FFF2-40B4-BE49-F238E27FC236}">
                    <a16:creationId xmlns:a16="http://schemas.microsoft.com/office/drawing/2014/main" id="{B830D8DE-90EE-BD57-5295-6D4E0F69994D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5" name="pg2369">
                <a:extLst>
                  <a:ext uri="{FF2B5EF4-FFF2-40B4-BE49-F238E27FC236}">
                    <a16:creationId xmlns:a16="http://schemas.microsoft.com/office/drawing/2014/main" id="{828EC20F-F6E8-67B7-9C62-6088CC913D46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6" name="pg2370">
                <a:extLst>
                  <a:ext uri="{FF2B5EF4-FFF2-40B4-BE49-F238E27FC236}">
                    <a16:creationId xmlns:a16="http://schemas.microsoft.com/office/drawing/2014/main" id="{E7595245-B2BC-FE72-B7D5-F9D28DFDF5A9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7" name="pg2371">
                <a:extLst>
                  <a:ext uri="{FF2B5EF4-FFF2-40B4-BE49-F238E27FC236}">
                    <a16:creationId xmlns:a16="http://schemas.microsoft.com/office/drawing/2014/main" id="{C7B79166-73EC-23A3-4FA6-94686C8E491F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8" name="pg2372">
                <a:extLst>
                  <a:ext uri="{FF2B5EF4-FFF2-40B4-BE49-F238E27FC236}">
                    <a16:creationId xmlns:a16="http://schemas.microsoft.com/office/drawing/2014/main" id="{C52F0707-3656-B4A1-E7A4-4B0A2187F8E3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9" name="pg2373">
                <a:extLst>
                  <a:ext uri="{FF2B5EF4-FFF2-40B4-BE49-F238E27FC236}">
                    <a16:creationId xmlns:a16="http://schemas.microsoft.com/office/drawing/2014/main" id="{72A7755B-1A55-0235-38E6-92A5192B9C7F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0" name="pg2374">
                <a:extLst>
                  <a:ext uri="{FF2B5EF4-FFF2-40B4-BE49-F238E27FC236}">
                    <a16:creationId xmlns:a16="http://schemas.microsoft.com/office/drawing/2014/main" id="{E92C7897-1177-B960-87ED-FBC11A2CA0AE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1" name="pg2375">
                <a:extLst>
                  <a:ext uri="{FF2B5EF4-FFF2-40B4-BE49-F238E27FC236}">
                    <a16:creationId xmlns:a16="http://schemas.microsoft.com/office/drawing/2014/main" id="{8395E29A-C158-D6BC-3441-1085D60FCB32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2" name="pg2376">
                <a:extLst>
                  <a:ext uri="{FF2B5EF4-FFF2-40B4-BE49-F238E27FC236}">
                    <a16:creationId xmlns:a16="http://schemas.microsoft.com/office/drawing/2014/main" id="{BFEE443C-2981-05C0-33A4-4841775C479F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3" name="pg2377">
                <a:extLst>
                  <a:ext uri="{FF2B5EF4-FFF2-40B4-BE49-F238E27FC236}">
                    <a16:creationId xmlns:a16="http://schemas.microsoft.com/office/drawing/2014/main" id="{DA6D9B26-5F42-EFA1-176C-3DBB46EA6C64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4" name="pg2378">
                <a:extLst>
                  <a:ext uri="{FF2B5EF4-FFF2-40B4-BE49-F238E27FC236}">
                    <a16:creationId xmlns:a16="http://schemas.microsoft.com/office/drawing/2014/main" id="{E887DA41-BFF0-B52E-3F07-975BC241CD8C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5" name="pg2379">
                <a:extLst>
                  <a:ext uri="{FF2B5EF4-FFF2-40B4-BE49-F238E27FC236}">
                    <a16:creationId xmlns:a16="http://schemas.microsoft.com/office/drawing/2014/main" id="{814A7E3A-DDD0-F853-D893-04212E4DF964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6" name="pg2380">
                <a:extLst>
                  <a:ext uri="{FF2B5EF4-FFF2-40B4-BE49-F238E27FC236}">
                    <a16:creationId xmlns:a16="http://schemas.microsoft.com/office/drawing/2014/main" id="{D55E57DC-B5BE-DBA4-9C9A-1E1C0453571C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7" name="pg2381">
                <a:extLst>
                  <a:ext uri="{FF2B5EF4-FFF2-40B4-BE49-F238E27FC236}">
                    <a16:creationId xmlns:a16="http://schemas.microsoft.com/office/drawing/2014/main" id="{F055B2C8-B5E1-1741-3235-0B718A803A67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8" name="pg2382">
                <a:extLst>
                  <a:ext uri="{FF2B5EF4-FFF2-40B4-BE49-F238E27FC236}">
                    <a16:creationId xmlns:a16="http://schemas.microsoft.com/office/drawing/2014/main" id="{22EC37BE-B462-B468-5A40-A4E88605DD1A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9" name="pg2383">
                <a:extLst>
                  <a:ext uri="{FF2B5EF4-FFF2-40B4-BE49-F238E27FC236}">
                    <a16:creationId xmlns:a16="http://schemas.microsoft.com/office/drawing/2014/main" id="{2243DBB2-5B05-57CA-2A8C-6A6B95DD8FEA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0" name="pg2384">
                <a:extLst>
                  <a:ext uri="{FF2B5EF4-FFF2-40B4-BE49-F238E27FC236}">
                    <a16:creationId xmlns:a16="http://schemas.microsoft.com/office/drawing/2014/main" id="{5F2D9FE9-2507-2F5B-D0EC-446A928A01E3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1" name="pg2385">
                <a:extLst>
                  <a:ext uri="{FF2B5EF4-FFF2-40B4-BE49-F238E27FC236}">
                    <a16:creationId xmlns:a16="http://schemas.microsoft.com/office/drawing/2014/main" id="{27B1AAB4-F83E-E9E4-E9ED-360208ADE9FB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2" name="pg2386">
                <a:extLst>
                  <a:ext uri="{FF2B5EF4-FFF2-40B4-BE49-F238E27FC236}">
                    <a16:creationId xmlns:a16="http://schemas.microsoft.com/office/drawing/2014/main" id="{1FEE4A4F-F278-5706-93D9-6520C4B280C4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3" name="pg2387">
                <a:extLst>
                  <a:ext uri="{FF2B5EF4-FFF2-40B4-BE49-F238E27FC236}">
                    <a16:creationId xmlns:a16="http://schemas.microsoft.com/office/drawing/2014/main" id="{677B6691-46C3-BA26-0534-C638740957C6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4" name="pg2388">
                <a:extLst>
                  <a:ext uri="{FF2B5EF4-FFF2-40B4-BE49-F238E27FC236}">
                    <a16:creationId xmlns:a16="http://schemas.microsoft.com/office/drawing/2014/main" id="{2777DCCB-00C9-B80C-CAC5-F0F919BEC160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5" name="pg2389">
                <a:extLst>
                  <a:ext uri="{FF2B5EF4-FFF2-40B4-BE49-F238E27FC236}">
                    <a16:creationId xmlns:a16="http://schemas.microsoft.com/office/drawing/2014/main" id="{1CABCD49-5155-F836-D0C8-BBFF309AACA4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6" name="pg2390">
                <a:extLst>
                  <a:ext uri="{FF2B5EF4-FFF2-40B4-BE49-F238E27FC236}">
                    <a16:creationId xmlns:a16="http://schemas.microsoft.com/office/drawing/2014/main" id="{9F1A169A-F82F-DC6C-5776-22D1440F412A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7" name="pg2391">
                <a:extLst>
                  <a:ext uri="{FF2B5EF4-FFF2-40B4-BE49-F238E27FC236}">
                    <a16:creationId xmlns:a16="http://schemas.microsoft.com/office/drawing/2014/main" id="{3996CF1D-1D38-B689-32A8-D963E2076FB8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8" name="pg2392">
                <a:extLst>
                  <a:ext uri="{FF2B5EF4-FFF2-40B4-BE49-F238E27FC236}">
                    <a16:creationId xmlns:a16="http://schemas.microsoft.com/office/drawing/2014/main" id="{E6478008-AEF7-424D-EAE6-869ACF121DB6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9" name="pg2393">
                <a:extLst>
                  <a:ext uri="{FF2B5EF4-FFF2-40B4-BE49-F238E27FC236}">
                    <a16:creationId xmlns:a16="http://schemas.microsoft.com/office/drawing/2014/main" id="{A4589C96-2E1E-3FEB-CB02-0D1A369B03B1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0" name="pg2394">
                <a:extLst>
                  <a:ext uri="{FF2B5EF4-FFF2-40B4-BE49-F238E27FC236}">
                    <a16:creationId xmlns:a16="http://schemas.microsoft.com/office/drawing/2014/main" id="{14E966C0-7A57-2674-8297-BD5748EC42CE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1" name="pg2395">
                <a:extLst>
                  <a:ext uri="{FF2B5EF4-FFF2-40B4-BE49-F238E27FC236}">
                    <a16:creationId xmlns:a16="http://schemas.microsoft.com/office/drawing/2014/main" id="{1944E5A2-3629-CCD8-BE7D-CEDACD2440EC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8">
                  <a:alpha val="100000"/>
                </a:srgbClr>
              </a:solidFill>
              <a:ln w="5420" cap="flat">
                <a:solidFill>
                  <a:srgbClr val="3A5B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2" name="pg2396">
                <a:extLst>
                  <a:ext uri="{FF2B5EF4-FFF2-40B4-BE49-F238E27FC236}">
                    <a16:creationId xmlns:a16="http://schemas.microsoft.com/office/drawing/2014/main" id="{8092AC53-C698-F60E-B384-E1B6A4193543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3" name="pg2397">
                <a:extLst>
                  <a:ext uri="{FF2B5EF4-FFF2-40B4-BE49-F238E27FC236}">
                    <a16:creationId xmlns:a16="http://schemas.microsoft.com/office/drawing/2014/main" id="{ECC96139-2026-2819-0406-47A865ED15B3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4" name="pg2398">
                <a:extLst>
                  <a:ext uri="{FF2B5EF4-FFF2-40B4-BE49-F238E27FC236}">
                    <a16:creationId xmlns:a16="http://schemas.microsoft.com/office/drawing/2014/main" id="{DCADABEB-10FB-893B-5D52-BEFCBAC87DE9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5" name="pg2399">
                <a:extLst>
                  <a:ext uri="{FF2B5EF4-FFF2-40B4-BE49-F238E27FC236}">
                    <a16:creationId xmlns:a16="http://schemas.microsoft.com/office/drawing/2014/main" id="{20A4B433-A549-582C-AB54-AA09EB52B2D6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6" name="pg2400">
                <a:extLst>
                  <a:ext uri="{FF2B5EF4-FFF2-40B4-BE49-F238E27FC236}">
                    <a16:creationId xmlns:a16="http://schemas.microsoft.com/office/drawing/2014/main" id="{51F0419C-EFF1-535A-9810-25C17E31A841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7" name="pg2401">
                <a:extLst>
                  <a:ext uri="{FF2B5EF4-FFF2-40B4-BE49-F238E27FC236}">
                    <a16:creationId xmlns:a16="http://schemas.microsoft.com/office/drawing/2014/main" id="{D602EFBA-5DCA-94DE-6D0A-ECD0C3FAC10A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8" name="pg2402">
                <a:extLst>
                  <a:ext uri="{FF2B5EF4-FFF2-40B4-BE49-F238E27FC236}">
                    <a16:creationId xmlns:a16="http://schemas.microsoft.com/office/drawing/2014/main" id="{D9A200C1-58F5-9CF0-3BB3-8611A7C45339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9" name="pg2403">
                <a:extLst>
                  <a:ext uri="{FF2B5EF4-FFF2-40B4-BE49-F238E27FC236}">
                    <a16:creationId xmlns:a16="http://schemas.microsoft.com/office/drawing/2014/main" id="{6982BE6D-4085-0DF2-1A51-1BCB5F305642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0" name="pg2404">
                <a:extLst>
                  <a:ext uri="{FF2B5EF4-FFF2-40B4-BE49-F238E27FC236}">
                    <a16:creationId xmlns:a16="http://schemas.microsoft.com/office/drawing/2014/main" id="{9B44DBEE-51AD-C634-CA4F-F572CC75DF82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1" name="pg2405">
                <a:extLst>
                  <a:ext uri="{FF2B5EF4-FFF2-40B4-BE49-F238E27FC236}">
                    <a16:creationId xmlns:a16="http://schemas.microsoft.com/office/drawing/2014/main" id="{A9E5CC27-3B0A-B3B4-6729-49B12182D8E8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2" name="pg2406">
                <a:extLst>
                  <a:ext uri="{FF2B5EF4-FFF2-40B4-BE49-F238E27FC236}">
                    <a16:creationId xmlns:a16="http://schemas.microsoft.com/office/drawing/2014/main" id="{08FDEC12-13B5-FEFC-F728-0D16F28086A6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3" name="pg2407">
                <a:extLst>
                  <a:ext uri="{FF2B5EF4-FFF2-40B4-BE49-F238E27FC236}">
                    <a16:creationId xmlns:a16="http://schemas.microsoft.com/office/drawing/2014/main" id="{867D3BE2-F51D-E64D-DD23-73AC966C5423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4" name="pg2408">
                <a:extLst>
                  <a:ext uri="{FF2B5EF4-FFF2-40B4-BE49-F238E27FC236}">
                    <a16:creationId xmlns:a16="http://schemas.microsoft.com/office/drawing/2014/main" id="{B54E2C31-D4BE-EDE0-3B8C-E60AEB1BEFDC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5" name="pg2409">
                <a:extLst>
                  <a:ext uri="{FF2B5EF4-FFF2-40B4-BE49-F238E27FC236}">
                    <a16:creationId xmlns:a16="http://schemas.microsoft.com/office/drawing/2014/main" id="{42E2F309-6BFE-5B0E-999D-C5E6F9239A99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6" name="pg2410">
                <a:extLst>
                  <a:ext uri="{FF2B5EF4-FFF2-40B4-BE49-F238E27FC236}">
                    <a16:creationId xmlns:a16="http://schemas.microsoft.com/office/drawing/2014/main" id="{396ACB7E-13D0-5FE5-9B07-69726D867503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7" name="pg2411">
                <a:extLst>
                  <a:ext uri="{FF2B5EF4-FFF2-40B4-BE49-F238E27FC236}">
                    <a16:creationId xmlns:a16="http://schemas.microsoft.com/office/drawing/2014/main" id="{594130DF-0F8D-62DA-58FA-0FA9D036BA57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8" name="pg2412">
                <a:extLst>
                  <a:ext uri="{FF2B5EF4-FFF2-40B4-BE49-F238E27FC236}">
                    <a16:creationId xmlns:a16="http://schemas.microsoft.com/office/drawing/2014/main" id="{E681E9D2-010B-6517-D459-DC38B879030A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9" name="pg2413">
                <a:extLst>
                  <a:ext uri="{FF2B5EF4-FFF2-40B4-BE49-F238E27FC236}">
                    <a16:creationId xmlns:a16="http://schemas.microsoft.com/office/drawing/2014/main" id="{4AB9E7BB-1883-5A8A-39EA-D0D1ABE655E5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0" name="pg2414">
                <a:extLst>
                  <a:ext uri="{FF2B5EF4-FFF2-40B4-BE49-F238E27FC236}">
                    <a16:creationId xmlns:a16="http://schemas.microsoft.com/office/drawing/2014/main" id="{52B600D5-0F75-B664-6E8C-19B795280744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1" name="pg2415">
                <a:extLst>
                  <a:ext uri="{FF2B5EF4-FFF2-40B4-BE49-F238E27FC236}">
                    <a16:creationId xmlns:a16="http://schemas.microsoft.com/office/drawing/2014/main" id="{7133C5D0-60C4-1A5E-D16D-B1B2B3FBBB98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2" name="pg2416">
                <a:extLst>
                  <a:ext uri="{FF2B5EF4-FFF2-40B4-BE49-F238E27FC236}">
                    <a16:creationId xmlns:a16="http://schemas.microsoft.com/office/drawing/2014/main" id="{1A68EA38-6824-671E-BC67-F308BC61743C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3" name="pg2417">
                <a:extLst>
                  <a:ext uri="{FF2B5EF4-FFF2-40B4-BE49-F238E27FC236}">
                    <a16:creationId xmlns:a16="http://schemas.microsoft.com/office/drawing/2014/main" id="{A55BB070-E2DB-4D24-3B8D-F06562A3566B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4" name="pg2418">
                <a:extLst>
                  <a:ext uri="{FF2B5EF4-FFF2-40B4-BE49-F238E27FC236}">
                    <a16:creationId xmlns:a16="http://schemas.microsoft.com/office/drawing/2014/main" id="{2FE59487-9E2C-518F-767D-4BB73B035E8F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5" name="pg2419">
                <a:extLst>
                  <a:ext uri="{FF2B5EF4-FFF2-40B4-BE49-F238E27FC236}">
                    <a16:creationId xmlns:a16="http://schemas.microsoft.com/office/drawing/2014/main" id="{D8B9CB09-D4AC-0E3D-02A4-669D3DA786BC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6" name="pg2420">
                <a:extLst>
                  <a:ext uri="{FF2B5EF4-FFF2-40B4-BE49-F238E27FC236}">
                    <a16:creationId xmlns:a16="http://schemas.microsoft.com/office/drawing/2014/main" id="{6EE569C2-AEFF-7962-F5A2-B694CCA8F6D7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7" name="pg2421">
                <a:extLst>
                  <a:ext uri="{FF2B5EF4-FFF2-40B4-BE49-F238E27FC236}">
                    <a16:creationId xmlns:a16="http://schemas.microsoft.com/office/drawing/2014/main" id="{9F76AD4C-7A81-B6FB-6742-BE3DF7D83BB3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8" name="pg2422">
                <a:extLst>
                  <a:ext uri="{FF2B5EF4-FFF2-40B4-BE49-F238E27FC236}">
                    <a16:creationId xmlns:a16="http://schemas.microsoft.com/office/drawing/2014/main" id="{30C9EA2F-A3DA-F65B-CF5F-8E063B2B6691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9" name="pg2423">
                <a:extLst>
                  <a:ext uri="{FF2B5EF4-FFF2-40B4-BE49-F238E27FC236}">
                    <a16:creationId xmlns:a16="http://schemas.microsoft.com/office/drawing/2014/main" id="{66984F23-0B2A-6278-FB3D-292FE5E16085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0" name="pg2424">
                <a:extLst>
                  <a:ext uri="{FF2B5EF4-FFF2-40B4-BE49-F238E27FC236}">
                    <a16:creationId xmlns:a16="http://schemas.microsoft.com/office/drawing/2014/main" id="{D706260D-C789-4E5E-657C-AE503F8860CC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1" name="pg2425">
                <a:extLst>
                  <a:ext uri="{FF2B5EF4-FFF2-40B4-BE49-F238E27FC236}">
                    <a16:creationId xmlns:a16="http://schemas.microsoft.com/office/drawing/2014/main" id="{B35193B8-DA66-2034-2698-05205BAF7296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2" name="pg2426">
                <a:extLst>
                  <a:ext uri="{FF2B5EF4-FFF2-40B4-BE49-F238E27FC236}">
                    <a16:creationId xmlns:a16="http://schemas.microsoft.com/office/drawing/2014/main" id="{EFA79AD4-5059-2DB9-835C-3D49C44394B0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3" name="pg2427">
                <a:extLst>
                  <a:ext uri="{FF2B5EF4-FFF2-40B4-BE49-F238E27FC236}">
                    <a16:creationId xmlns:a16="http://schemas.microsoft.com/office/drawing/2014/main" id="{29203C2B-6870-0410-80AA-D9906783D697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4" name="pg2428">
                <a:extLst>
                  <a:ext uri="{FF2B5EF4-FFF2-40B4-BE49-F238E27FC236}">
                    <a16:creationId xmlns:a16="http://schemas.microsoft.com/office/drawing/2014/main" id="{5A94B23E-EDA9-02C3-63EA-F6CDE8E5D31A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5" name="pg2429">
                <a:extLst>
                  <a:ext uri="{FF2B5EF4-FFF2-40B4-BE49-F238E27FC236}">
                    <a16:creationId xmlns:a16="http://schemas.microsoft.com/office/drawing/2014/main" id="{73C246F3-644B-4929-0493-499C4AC8E088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6" name="pg2430">
                <a:extLst>
                  <a:ext uri="{FF2B5EF4-FFF2-40B4-BE49-F238E27FC236}">
                    <a16:creationId xmlns:a16="http://schemas.microsoft.com/office/drawing/2014/main" id="{77C28A15-6EC2-9EC3-997C-625A1B861BD3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7" name="pg2431">
                <a:extLst>
                  <a:ext uri="{FF2B5EF4-FFF2-40B4-BE49-F238E27FC236}">
                    <a16:creationId xmlns:a16="http://schemas.microsoft.com/office/drawing/2014/main" id="{DD388579-1E9A-5DDB-0D7B-45414AC2539F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8" name="pg2432">
                <a:extLst>
                  <a:ext uri="{FF2B5EF4-FFF2-40B4-BE49-F238E27FC236}">
                    <a16:creationId xmlns:a16="http://schemas.microsoft.com/office/drawing/2014/main" id="{8D9A97C6-7F26-AD29-1F35-7EABD1204C42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9" name="pg2433">
                <a:extLst>
                  <a:ext uri="{FF2B5EF4-FFF2-40B4-BE49-F238E27FC236}">
                    <a16:creationId xmlns:a16="http://schemas.microsoft.com/office/drawing/2014/main" id="{B88919E1-EBF7-C634-B26E-795EE527A671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0" name="pg2434">
                <a:extLst>
                  <a:ext uri="{FF2B5EF4-FFF2-40B4-BE49-F238E27FC236}">
                    <a16:creationId xmlns:a16="http://schemas.microsoft.com/office/drawing/2014/main" id="{11395E27-D3FE-D050-68C2-D870FEB40D9B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1" name="pg2435">
                <a:extLst>
                  <a:ext uri="{FF2B5EF4-FFF2-40B4-BE49-F238E27FC236}">
                    <a16:creationId xmlns:a16="http://schemas.microsoft.com/office/drawing/2014/main" id="{46A7640C-7C14-D00D-954F-6372C175CFD3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2" name="pg2436">
                <a:extLst>
                  <a:ext uri="{FF2B5EF4-FFF2-40B4-BE49-F238E27FC236}">
                    <a16:creationId xmlns:a16="http://schemas.microsoft.com/office/drawing/2014/main" id="{F8385BF9-8FF3-7919-B70B-C878873F5BA6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3" name="pg2437">
                <a:extLst>
                  <a:ext uri="{FF2B5EF4-FFF2-40B4-BE49-F238E27FC236}">
                    <a16:creationId xmlns:a16="http://schemas.microsoft.com/office/drawing/2014/main" id="{1713DD7C-97DB-6D19-1749-DE0CE53B156D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4" name="pg2438">
                <a:extLst>
                  <a:ext uri="{FF2B5EF4-FFF2-40B4-BE49-F238E27FC236}">
                    <a16:creationId xmlns:a16="http://schemas.microsoft.com/office/drawing/2014/main" id="{BD1E294A-DAA8-08CC-A28A-A85AFDD035BF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5" name="pg2439">
                <a:extLst>
                  <a:ext uri="{FF2B5EF4-FFF2-40B4-BE49-F238E27FC236}">
                    <a16:creationId xmlns:a16="http://schemas.microsoft.com/office/drawing/2014/main" id="{E6BE00B1-BF39-D27E-3201-8D016D172191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6" name="pg2440">
                <a:extLst>
                  <a:ext uri="{FF2B5EF4-FFF2-40B4-BE49-F238E27FC236}">
                    <a16:creationId xmlns:a16="http://schemas.microsoft.com/office/drawing/2014/main" id="{917925EA-6C61-1E96-5ADA-5F56B7C11D44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7" name="pg2441">
                <a:extLst>
                  <a:ext uri="{FF2B5EF4-FFF2-40B4-BE49-F238E27FC236}">
                    <a16:creationId xmlns:a16="http://schemas.microsoft.com/office/drawing/2014/main" id="{F9E6BB13-DF9E-2E2D-6716-88A519EEE2FE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8" name="pg2442">
                <a:extLst>
                  <a:ext uri="{FF2B5EF4-FFF2-40B4-BE49-F238E27FC236}">
                    <a16:creationId xmlns:a16="http://schemas.microsoft.com/office/drawing/2014/main" id="{14B01EAF-0DD1-334F-74F4-F51C3E6D3166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9" name="pg2443">
                <a:extLst>
                  <a:ext uri="{FF2B5EF4-FFF2-40B4-BE49-F238E27FC236}">
                    <a16:creationId xmlns:a16="http://schemas.microsoft.com/office/drawing/2014/main" id="{EE61F230-0B07-8D1D-D11F-03A2CF8B0D84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0" name="pg2444">
                <a:extLst>
                  <a:ext uri="{FF2B5EF4-FFF2-40B4-BE49-F238E27FC236}">
                    <a16:creationId xmlns:a16="http://schemas.microsoft.com/office/drawing/2014/main" id="{272070CA-C360-B392-08EA-E50224E22C56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1" name="pg2445">
                <a:extLst>
                  <a:ext uri="{FF2B5EF4-FFF2-40B4-BE49-F238E27FC236}">
                    <a16:creationId xmlns:a16="http://schemas.microsoft.com/office/drawing/2014/main" id="{73804F62-F4FE-CC77-5B67-B2AD454B37E3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2" name="pg2446">
                <a:extLst>
                  <a:ext uri="{FF2B5EF4-FFF2-40B4-BE49-F238E27FC236}">
                    <a16:creationId xmlns:a16="http://schemas.microsoft.com/office/drawing/2014/main" id="{468757A5-7C31-A594-07AE-992CC9FEE9FC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3" name="pg2447">
                <a:extLst>
                  <a:ext uri="{FF2B5EF4-FFF2-40B4-BE49-F238E27FC236}">
                    <a16:creationId xmlns:a16="http://schemas.microsoft.com/office/drawing/2014/main" id="{895A5E74-E822-10C1-FD98-909451605DE6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4" name="pg2448">
                <a:extLst>
                  <a:ext uri="{FF2B5EF4-FFF2-40B4-BE49-F238E27FC236}">
                    <a16:creationId xmlns:a16="http://schemas.microsoft.com/office/drawing/2014/main" id="{EBC63D51-D610-D59C-E376-3E1FA5D5D5FD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5" name="pg2449">
                <a:extLst>
                  <a:ext uri="{FF2B5EF4-FFF2-40B4-BE49-F238E27FC236}">
                    <a16:creationId xmlns:a16="http://schemas.microsoft.com/office/drawing/2014/main" id="{50CC4752-BFFB-FD0E-82B1-01F6C0676D5B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6" name="pg2450">
                <a:extLst>
                  <a:ext uri="{FF2B5EF4-FFF2-40B4-BE49-F238E27FC236}">
                    <a16:creationId xmlns:a16="http://schemas.microsoft.com/office/drawing/2014/main" id="{8149B181-EF5E-532E-4257-BB875DC40DCE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7" name="pg2451">
                <a:extLst>
                  <a:ext uri="{FF2B5EF4-FFF2-40B4-BE49-F238E27FC236}">
                    <a16:creationId xmlns:a16="http://schemas.microsoft.com/office/drawing/2014/main" id="{6233E142-6C77-E426-68C8-185FEFC1EA22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8" name="pg2452">
                <a:extLst>
                  <a:ext uri="{FF2B5EF4-FFF2-40B4-BE49-F238E27FC236}">
                    <a16:creationId xmlns:a16="http://schemas.microsoft.com/office/drawing/2014/main" id="{D1A4D5B8-920F-4EDD-0CDC-EBA81B122750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9" name="pg2453">
                <a:extLst>
                  <a:ext uri="{FF2B5EF4-FFF2-40B4-BE49-F238E27FC236}">
                    <a16:creationId xmlns:a16="http://schemas.microsoft.com/office/drawing/2014/main" id="{3103595F-6B93-51C8-2E6C-35F904C0B4A5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0" name="pg2454">
                <a:extLst>
                  <a:ext uri="{FF2B5EF4-FFF2-40B4-BE49-F238E27FC236}">
                    <a16:creationId xmlns:a16="http://schemas.microsoft.com/office/drawing/2014/main" id="{163E2F04-CFA6-AECB-525D-D9E91ECE3F81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1" name="pg2455">
                <a:extLst>
                  <a:ext uri="{FF2B5EF4-FFF2-40B4-BE49-F238E27FC236}">
                    <a16:creationId xmlns:a16="http://schemas.microsoft.com/office/drawing/2014/main" id="{C905418F-D0B6-565E-9675-FCDABA8F5F74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2" name="pg2456">
                <a:extLst>
                  <a:ext uri="{FF2B5EF4-FFF2-40B4-BE49-F238E27FC236}">
                    <a16:creationId xmlns:a16="http://schemas.microsoft.com/office/drawing/2014/main" id="{4B602E41-19B2-BD32-3690-7E0E54231C16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3" name="pg2457">
                <a:extLst>
                  <a:ext uri="{FF2B5EF4-FFF2-40B4-BE49-F238E27FC236}">
                    <a16:creationId xmlns:a16="http://schemas.microsoft.com/office/drawing/2014/main" id="{75945A33-D9FC-0783-C8B7-6E2F5333E665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4" name="pg2458">
                <a:extLst>
                  <a:ext uri="{FF2B5EF4-FFF2-40B4-BE49-F238E27FC236}">
                    <a16:creationId xmlns:a16="http://schemas.microsoft.com/office/drawing/2014/main" id="{0D943304-4974-1713-ADBC-D076C8494C7E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5" name="pg2459">
                <a:extLst>
                  <a:ext uri="{FF2B5EF4-FFF2-40B4-BE49-F238E27FC236}">
                    <a16:creationId xmlns:a16="http://schemas.microsoft.com/office/drawing/2014/main" id="{2657EE77-F5D4-47FF-D5D3-EF7E88DEC84F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6" name="pg2460">
                <a:extLst>
                  <a:ext uri="{FF2B5EF4-FFF2-40B4-BE49-F238E27FC236}">
                    <a16:creationId xmlns:a16="http://schemas.microsoft.com/office/drawing/2014/main" id="{7C050D1A-6442-9F7A-0551-E4D6578E1F4C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7" name="pg2461">
                <a:extLst>
                  <a:ext uri="{FF2B5EF4-FFF2-40B4-BE49-F238E27FC236}">
                    <a16:creationId xmlns:a16="http://schemas.microsoft.com/office/drawing/2014/main" id="{8D962AF4-6F61-8719-F5E7-6AA0BEBE5B3F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8" name="pg2462">
                <a:extLst>
                  <a:ext uri="{FF2B5EF4-FFF2-40B4-BE49-F238E27FC236}">
                    <a16:creationId xmlns:a16="http://schemas.microsoft.com/office/drawing/2014/main" id="{77BF3E07-5505-640B-8CF9-B65718D03A12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9" name="pg2463">
                <a:extLst>
                  <a:ext uri="{FF2B5EF4-FFF2-40B4-BE49-F238E27FC236}">
                    <a16:creationId xmlns:a16="http://schemas.microsoft.com/office/drawing/2014/main" id="{3F9CCC34-9723-E00F-C0A4-ABFB94C236A8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0" name="pg2464">
                <a:extLst>
                  <a:ext uri="{FF2B5EF4-FFF2-40B4-BE49-F238E27FC236}">
                    <a16:creationId xmlns:a16="http://schemas.microsoft.com/office/drawing/2014/main" id="{FC550B71-EB04-D998-DE61-229CBBDCF204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1" name="pg2465">
                <a:extLst>
                  <a:ext uri="{FF2B5EF4-FFF2-40B4-BE49-F238E27FC236}">
                    <a16:creationId xmlns:a16="http://schemas.microsoft.com/office/drawing/2014/main" id="{E5144AA1-5F62-78C1-7D33-D1FEBC730116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2" name="pg2466">
                <a:extLst>
                  <a:ext uri="{FF2B5EF4-FFF2-40B4-BE49-F238E27FC236}">
                    <a16:creationId xmlns:a16="http://schemas.microsoft.com/office/drawing/2014/main" id="{D391B9BC-685D-06A7-CB8A-E886DDD4FE57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3" name="pg2467">
                <a:extLst>
                  <a:ext uri="{FF2B5EF4-FFF2-40B4-BE49-F238E27FC236}">
                    <a16:creationId xmlns:a16="http://schemas.microsoft.com/office/drawing/2014/main" id="{89787E75-F02F-0E19-0752-36E568A29707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4" name="pg2468">
                <a:extLst>
                  <a:ext uri="{FF2B5EF4-FFF2-40B4-BE49-F238E27FC236}">
                    <a16:creationId xmlns:a16="http://schemas.microsoft.com/office/drawing/2014/main" id="{3BB19A75-6E78-0D98-B142-0569AFD6234E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5" name="pg2469">
                <a:extLst>
                  <a:ext uri="{FF2B5EF4-FFF2-40B4-BE49-F238E27FC236}">
                    <a16:creationId xmlns:a16="http://schemas.microsoft.com/office/drawing/2014/main" id="{C493EA1E-5670-95EB-2867-61DF4053A21A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6" name="pg2470">
                <a:extLst>
                  <a:ext uri="{FF2B5EF4-FFF2-40B4-BE49-F238E27FC236}">
                    <a16:creationId xmlns:a16="http://schemas.microsoft.com/office/drawing/2014/main" id="{7D4B695D-0C81-5BFA-E8EA-4F76C8AA919A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7" name="pg2471">
                <a:extLst>
                  <a:ext uri="{FF2B5EF4-FFF2-40B4-BE49-F238E27FC236}">
                    <a16:creationId xmlns:a16="http://schemas.microsoft.com/office/drawing/2014/main" id="{B4CBE829-C8AA-8B3C-3F71-2DB71244D5BD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8" name="pg2472">
                <a:extLst>
                  <a:ext uri="{FF2B5EF4-FFF2-40B4-BE49-F238E27FC236}">
                    <a16:creationId xmlns:a16="http://schemas.microsoft.com/office/drawing/2014/main" id="{8719ADC3-24FA-08B1-6C29-8F7509C5AD8D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9" name="pg2473">
                <a:extLst>
                  <a:ext uri="{FF2B5EF4-FFF2-40B4-BE49-F238E27FC236}">
                    <a16:creationId xmlns:a16="http://schemas.microsoft.com/office/drawing/2014/main" id="{EF570ACD-DB42-1E88-09DC-5E0EA8098265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0" name="pg2474">
                <a:extLst>
                  <a:ext uri="{FF2B5EF4-FFF2-40B4-BE49-F238E27FC236}">
                    <a16:creationId xmlns:a16="http://schemas.microsoft.com/office/drawing/2014/main" id="{8F69A27D-7399-A893-2F74-5143D4AE3158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1" name="pg2475">
                <a:extLst>
                  <a:ext uri="{FF2B5EF4-FFF2-40B4-BE49-F238E27FC236}">
                    <a16:creationId xmlns:a16="http://schemas.microsoft.com/office/drawing/2014/main" id="{0383AEE6-ABA4-6D6E-F66E-B5534550B65E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2" name="pg2476">
                <a:extLst>
                  <a:ext uri="{FF2B5EF4-FFF2-40B4-BE49-F238E27FC236}">
                    <a16:creationId xmlns:a16="http://schemas.microsoft.com/office/drawing/2014/main" id="{9D7D3D09-88AA-D110-FE6E-CB32B0C49918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3" name="pg2477">
                <a:extLst>
                  <a:ext uri="{FF2B5EF4-FFF2-40B4-BE49-F238E27FC236}">
                    <a16:creationId xmlns:a16="http://schemas.microsoft.com/office/drawing/2014/main" id="{F75636DC-C591-E17C-E557-1472C29E41DF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4" name="pg2478">
                <a:extLst>
                  <a:ext uri="{FF2B5EF4-FFF2-40B4-BE49-F238E27FC236}">
                    <a16:creationId xmlns:a16="http://schemas.microsoft.com/office/drawing/2014/main" id="{38DC2C90-253A-7BFA-778C-8FF7BE6EC32B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5" name="pg2479">
                <a:extLst>
                  <a:ext uri="{FF2B5EF4-FFF2-40B4-BE49-F238E27FC236}">
                    <a16:creationId xmlns:a16="http://schemas.microsoft.com/office/drawing/2014/main" id="{02ED9B5E-E466-1F3D-C1AB-C29184376642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6" name="pg2480">
                <a:extLst>
                  <a:ext uri="{FF2B5EF4-FFF2-40B4-BE49-F238E27FC236}">
                    <a16:creationId xmlns:a16="http://schemas.microsoft.com/office/drawing/2014/main" id="{E5CA76D9-D654-9212-6CBF-1E8F194605DE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7" name="pg2481">
                <a:extLst>
                  <a:ext uri="{FF2B5EF4-FFF2-40B4-BE49-F238E27FC236}">
                    <a16:creationId xmlns:a16="http://schemas.microsoft.com/office/drawing/2014/main" id="{624AFF59-EF4F-4A60-CAD9-C5169521ABBB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8" name="pg2482">
                <a:extLst>
                  <a:ext uri="{FF2B5EF4-FFF2-40B4-BE49-F238E27FC236}">
                    <a16:creationId xmlns:a16="http://schemas.microsoft.com/office/drawing/2014/main" id="{1B1F4B89-52CD-DEBF-8A0B-21473CA15A80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9" name="pg2483">
                <a:extLst>
                  <a:ext uri="{FF2B5EF4-FFF2-40B4-BE49-F238E27FC236}">
                    <a16:creationId xmlns:a16="http://schemas.microsoft.com/office/drawing/2014/main" id="{D992C291-D026-E033-ED87-D37D548069BF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0" name="pg2484">
                <a:extLst>
                  <a:ext uri="{FF2B5EF4-FFF2-40B4-BE49-F238E27FC236}">
                    <a16:creationId xmlns:a16="http://schemas.microsoft.com/office/drawing/2014/main" id="{7CDD16C0-BAEA-FBB9-ECC1-1F4175ED2F6B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1" name="pg2485">
                <a:extLst>
                  <a:ext uri="{FF2B5EF4-FFF2-40B4-BE49-F238E27FC236}">
                    <a16:creationId xmlns:a16="http://schemas.microsoft.com/office/drawing/2014/main" id="{02B61D57-7598-55F7-BE7E-9F02635883F0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2" name="pg2486">
                <a:extLst>
                  <a:ext uri="{FF2B5EF4-FFF2-40B4-BE49-F238E27FC236}">
                    <a16:creationId xmlns:a16="http://schemas.microsoft.com/office/drawing/2014/main" id="{71FBD6DD-EC29-7BEF-C7AD-79E1B44860AC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3" name="pg2487">
                <a:extLst>
                  <a:ext uri="{FF2B5EF4-FFF2-40B4-BE49-F238E27FC236}">
                    <a16:creationId xmlns:a16="http://schemas.microsoft.com/office/drawing/2014/main" id="{3BE6974E-C37A-4E3C-F63D-D3E5061879CD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4" name="pg2488">
                <a:extLst>
                  <a:ext uri="{FF2B5EF4-FFF2-40B4-BE49-F238E27FC236}">
                    <a16:creationId xmlns:a16="http://schemas.microsoft.com/office/drawing/2014/main" id="{9F1786EB-0993-A2A8-F539-06985AF49F9E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5" name="pg2489">
                <a:extLst>
                  <a:ext uri="{FF2B5EF4-FFF2-40B4-BE49-F238E27FC236}">
                    <a16:creationId xmlns:a16="http://schemas.microsoft.com/office/drawing/2014/main" id="{515DB910-860F-A978-69D0-A5C165590EE3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6" name="pg2490">
                <a:extLst>
                  <a:ext uri="{FF2B5EF4-FFF2-40B4-BE49-F238E27FC236}">
                    <a16:creationId xmlns:a16="http://schemas.microsoft.com/office/drawing/2014/main" id="{773C2C3D-22CD-A10C-2032-A1DE1EB195EB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7" name="pg2491">
                <a:extLst>
                  <a:ext uri="{FF2B5EF4-FFF2-40B4-BE49-F238E27FC236}">
                    <a16:creationId xmlns:a16="http://schemas.microsoft.com/office/drawing/2014/main" id="{6D5CF0E0-F95F-5E14-F2F3-9C99394CDC92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8" name="pg2492">
                <a:extLst>
                  <a:ext uri="{FF2B5EF4-FFF2-40B4-BE49-F238E27FC236}">
                    <a16:creationId xmlns:a16="http://schemas.microsoft.com/office/drawing/2014/main" id="{3883A4D6-AC71-EF77-451F-989A26CD2894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9" name="pg2493">
                <a:extLst>
                  <a:ext uri="{FF2B5EF4-FFF2-40B4-BE49-F238E27FC236}">
                    <a16:creationId xmlns:a16="http://schemas.microsoft.com/office/drawing/2014/main" id="{AD3A1312-3834-D217-69C3-4919F252CCA4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0" name="pg2494">
                <a:extLst>
                  <a:ext uri="{FF2B5EF4-FFF2-40B4-BE49-F238E27FC236}">
                    <a16:creationId xmlns:a16="http://schemas.microsoft.com/office/drawing/2014/main" id="{30A6346E-3D8E-792A-1098-661B3C309CFB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1" name="pg2495">
                <a:extLst>
                  <a:ext uri="{FF2B5EF4-FFF2-40B4-BE49-F238E27FC236}">
                    <a16:creationId xmlns:a16="http://schemas.microsoft.com/office/drawing/2014/main" id="{14E6D28F-D6BB-2F0F-A723-FD947FDC8277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2" name="pg2496">
                <a:extLst>
                  <a:ext uri="{FF2B5EF4-FFF2-40B4-BE49-F238E27FC236}">
                    <a16:creationId xmlns:a16="http://schemas.microsoft.com/office/drawing/2014/main" id="{A552360C-4E4F-EA72-07F7-2DA35F4E7DE8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3" name="pg2497">
                <a:extLst>
                  <a:ext uri="{FF2B5EF4-FFF2-40B4-BE49-F238E27FC236}">
                    <a16:creationId xmlns:a16="http://schemas.microsoft.com/office/drawing/2014/main" id="{B64DF738-2ECA-03F6-74BC-7D2BD16E5128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4" name="pg2498">
                <a:extLst>
                  <a:ext uri="{FF2B5EF4-FFF2-40B4-BE49-F238E27FC236}">
                    <a16:creationId xmlns:a16="http://schemas.microsoft.com/office/drawing/2014/main" id="{DDDEDAA8-C3B4-0798-1FF6-A09F61DE7DA4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5" name="pg2499">
                <a:extLst>
                  <a:ext uri="{FF2B5EF4-FFF2-40B4-BE49-F238E27FC236}">
                    <a16:creationId xmlns:a16="http://schemas.microsoft.com/office/drawing/2014/main" id="{A5536EF9-DD02-AE31-977F-3DF91225542B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6" name="pg2500">
                <a:extLst>
                  <a:ext uri="{FF2B5EF4-FFF2-40B4-BE49-F238E27FC236}">
                    <a16:creationId xmlns:a16="http://schemas.microsoft.com/office/drawing/2014/main" id="{37BBAA2B-A1E0-FF66-69C2-CFDF9F8E6000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7" name="pg2501">
                <a:extLst>
                  <a:ext uri="{FF2B5EF4-FFF2-40B4-BE49-F238E27FC236}">
                    <a16:creationId xmlns:a16="http://schemas.microsoft.com/office/drawing/2014/main" id="{76831F93-98DB-BD29-C505-6AA49C8A2E54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8" name="pg2502">
                <a:extLst>
                  <a:ext uri="{FF2B5EF4-FFF2-40B4-BE49-F238E27FC236}">
                    <a16:creationId xmlns:a16="http://schemas.microsoft.com/office/drawing/2014/main" id="{5E989D61-6C59-E95A-62BF-BD2929A7E1B3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9" name="pg2503">
                <a:extLst>
                  <a:ext uri="{FF2B5EF4-FFF2-40B4-BE49-F238E27FC236}">
                    <a16:creationId xmlns:a16="http://schemas.microsoft.com/office/drawing/2014/main" id="{D562EFDA-71EA-4E1C-873A-CB92BE929DE9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0" name="pg2504">
                <a:extLst>
                  <a:ext uri="{FF2B5EF4-FFF2-40B4-BE49-F238E27FC236}">
                    <a16:creationId xmlns:a16="http://schemas.microsoft.com/office/drawing/2014/main" id="{3C6EB11D-1412-28B8-0706-BDD4A4160796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1" name="pg2505">
                <a:extLst>
                  <a:ext uri="{FF2B5EF4-FFF2-40B4-BE49-F238E27FC236}">
                    <a16:creationId xmlns:a16="http://schemas.microsoft.com/office/drawing/2014/main" id="{89999E3F-C913-D1EA-A088-12CC6C1AEA8D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2" name="pg2506">
                <a:extLst>
                  <a:ext uri="{FF2B5EF4-FFF2-40B4-BE49-F238E27FC236}">
                    <a16:creationId xmlns:a16="http://schemas.microsoft.com/office/drawing/2014/main" id="{BC55ECEF-2598-E9A4-F25C-31D2DC126F11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3" name="pg2507">
                <a:extLst>
                  <a:ext uri="{FF2B5EF4-FFF2-40B4-BE49-F238E27FC236}">
                    <a16:creationId xmlns:a16="http://schemas.microsoft.com/office/drawing/2014/main" id="{7B854BBB-5234-7C18-8261-2441CAE2F4B2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4" name="pg2508">
                <a:extLst>
                  <a:ext uri="{FF2B5EF4-FFF2-40B4-BE49-F238E27FC236}">
                    <a16:creationId xmlns:a16="http://schemas.microsoft.com/office/drawing/2014/main" id="{E7BB6686-E527-C7EC-1CF9-1C709011A557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5" name="pg2509">
                <a:extLst>
                  <a:ext uri="{FF2B5EF4-FFF2-40B4-BE49-F238E27FC236}">
                    <a16:creationId xmlns:a16="http://schemas.microsoft.com/office/drawing/2014/main" id="{9DB7720A-6D1F-8E8B-887F-727C81ED851C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6" name="pg2510">
                <a:extLst>
                  <a:ext uri="{FF2B5EF4-FFF2-40B4-BE49-F238E27FC236}">
                    <a16:creationId xmlns:a16="http://schemas.microsoft.com/office/drawing/2014/main" id="{71197D6C-DD56-1672-9211-3756F2173471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7" name="pg2511">
                <a:extLst>
                  <a:ext uri="{FF2B5EF4-FFF2-40B4-BE49-F238E27FC236}">
                    <a16:creationId xmlns:a16="http://schemas.microsoft.com/office/drawing/2014/main" id="{ED322315-FF09-6E2D-4AAD-3C1F773D33F3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8" name="pg2512">
                <a:extLst>
                  <a:ext uri="{FF2B5EF4-FFF2-40B4-BE49-F238E27FC236}">
                    <a16:creationId xmlns:a16="http://schemas.microsoft.com/office/drawing/2014/main" id="{5874AF4B-A6B4-F27F-D68B-53B2D5D01BD3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9" name="pg2513">
                <a:extLst>
                  <a:ext uri="{FF2B5EF4-FFF2-40B4-BE49-F238E27FC236}">
                    <a16:creationId xmlns:a16="http://schemas.microsoft.com/office/drawing/2014/main" id="{FC8450D1-B512-A688-4052-C04C8159B82E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0" name="pg2514">
                <a:extLst>
                  <a:ext uri="{FF2B5EF4-FFF2-40B4-BE49-F238E27FC236}">
                    <a16:creationId xmlns:a16="http://schemas.microsoft.com/office/drawing/2014/main" id="{A0233359-0A82-0AF7-CDF2-5D930BAFBE33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1" name="pg2515">
                <a:extLst>
                  <a:ext uri="{FF2B5EF4-FFF2-40B4-BE49-F238E27FC236}">
                    <a16:creationId xmlns:a16="http://schemas.microsoft.com/office/drawing/2014/main" id="{A98676E2-5543-4053-D805-FE0DBF74A9D7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2" name="pg2516">
                <a:extLst>
                  <a:ext uri="{FF2B5EF4-FFF2-40B4-BE49-F238E27FC236}">
                    <a16:creationId xmlns:a16="http://schemas.microsoft.com/office/drawing/2014/main" id="{0461DEA6-E959-8DE5-A021-40648500967B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3" name="pg2517">
                <a:extLst>
                  <a:ext uri="{FF2B5EF4-FFF2-40B4-BE49-F238E27FC236}">
                    <a16:creationId xmlns:a16="http://schemas.microsoft.com/office/drawing/2014/main" id="{1C966EDF-007D-762E-F62A-3DA7A128E2D4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4" name="pg2518">
                <a:extLst>
                  <a:ext uri="{FF2B5EF4-FFF2-40B4-BE49-F238E27FC236}">
                    <a16:creationId xmlns:a16="http://schemas.microsoft.com/office/drawing/2014/main" id="{76D253FF-BE80-3D9F-3843-03EE39ADB177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5" name="pg2519">
                <a:extLst>
                  <a:ext uri="{FF2B5EF4-FFF2-40B4-BE49-F238E27FC236}">
                    <a16:creationId xmlns:a16="http://schemas.microsoft.com/office/drawing/2014/main" id="{77BFEE38-D906-4AF4-10F0-ADE891590E05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6" name="pg2520">
                <a:extLst>
                  <a:ext uri="{FF2B5EF4-FFF2-40B4-BE49-F238E27FC236}">
                    <a16:creationId xmlns:a16="http://schemas.microsoft.com/office/drawing/2014/main" id="{96CD501B-20A5-51E5-53E3-3973E719F218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7" name="pg2521">
                <a:extLst>
                  <a:ext uri="{FF2B5EF4-FFF2-40B4-BE49-F238E27FC236}">
                    <a16:creationId xmlns:a16="http://schemas.microsoft.com/office/drawing/2014/main" id="{64E40CA7-C3FE-D806-6464-CD70F3280F54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8" name="pg2522">
                <a:extLst>
                  <a:ext uri="{FF2B5EF4-FFF2-40B4-BE49-F238E27FC236}">
                    <a16:creationId xmlns:a16="http://schemas.microsoft.com/office/drawing/2014/main" id="{2357FDA6-D05A-9690-D47E-48B761C8B5B5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9" name="pg2523">
                <a:extLst>
                  <a:ext uri="{FF2B5EF4-FFF2-40B4-BE49-F238E27FC236}">
                    <a16:creationId xmlns:a16="http://schemas.microsoft.com/office/drawing/2014/main" id="{1B8A3BFB-8012-811D-E92F-589D325A594B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0" name="pg2524">
                <a:extLst>
                  <a:ext uri="{FF2B5EF4-FFF2-40B4-BE49-F238E27FC236}">
                    <a16:creationId xmlns:a16="http://schemas.microsoft.com/office/drawing/2014/main" id="{4A9FE436-1075-C586-9877-7C9C6F8F6A8A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1" name="pg2525">
                <a:extLst>
                  <a:ext uri="{FF2B5EF4-FFF2-40B4-BE49-F238E27FC236}">
                    <a16:creationId xmlns:a16="http://schemas.microsoft.com/office/drawing/2014/main" id="{1DB1C7E2-184B-2485-E386-8F48CFDB9ECC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2" name="pg2526">
                <a:extLst>
                  <a:ext uri="{FF2B5EF4-FFF2-40B4-BE49-F238E27FC236}">
                    <a16:creationId xmlns:a16="http://schemas.microsoft.com/office/drawing/2014/main" id="{130B2F82-5140-9A97-147B-B60234A5E411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3" name="pg2527">
                <a:extLst>
                  <a:ext uri="{FF2B5EF4-FFF2-40B4-BE49-F238E27FC236}">
                    <a16:creationId xmlns:a16="http://schemas.microsoft.com/office/drawing/2014/main" id="{91B8940B-22A8-C9E9-2AAB-C95863A9F733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4" name="pg2528">
                <a:extLst>
                  <a:ext uri="{FF2B5EF4-FFF2-40B4-BE49-F238E27FC236}">
                    <a16:creationId xmlns:a16="http://schemas.microsoft.com/office/drawing/2014/main" id="{D11823D1-C496-AE8D-3A48-A672C0CF1CBE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5" name="pg2529">
                <a:extLst>
                  <a:ext uri="{FF2B5EF4-FFF2-40B4-BE49-F238E27FC236}">
                    <a16:creationId xmlns:a16="http://schemas.microsoft.com/office/drawing/2014/main" id="{02D99A11-8C44-98D9-2403-05E8DD6A36CD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6" name="pg2530">
                <a:extLst>
                  <a:ext uri="{FF2B5EF4-FFF2-40B4-BE49-F238E27FC236}">
                    <a16:creationId xmlns:a16="http://schemas.microsoft.com/office/drawing/2014/main" id="{3F378C13-9B7A-AD8A-30D7-188363419817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7" name="pg2531">
                <a:extLst>
                  <a:ext uri="{FF2B5EF4-FFF2-40B4-BE49-F238E27FC236}">
                    <a16:creationId xmlns:a16="http://schemas.microsoft.com/office/drawing/2014/main" id="{22E87FA1-1281-6F33-4E42-F8CFC51D6874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8" name="pg2532">
                <a:extLst>
                  <a:ext uri="{FF2B5EF4-FFF2-40B4-BE49-F238E27FC236}">
                    <a16:creationId xmlns:a16="http://schemas.microsoft.com/office/drawing/2014/main" id="{5B5E41E5-D539-6323-4C5A-43CAC18EF91E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9" name="pg2533">
                <a:extLst>
                  <a:ext uri="{FF2B5EF4-FFF2-40B4-BE49-F238E27FC236}">
                    <a16:creationId xmlns:a16="http://schemas.microsoft.com/office/drawing/2014/main" id="{39704482-A638-E20C-667A-ACED4020D1F2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0" name="pg2534">
                <a:extLst>
                  <a:ext uri="{FF2B5EF4-FFF2-40B4-BE49-F238E27FC236}">
                    <a16:creationId xmlns:a16="http://schemas.microsoft.com/office/drawing/2014/main" id="{F261E8FE-E6BA-48AE-4AC9-E61BA3D22645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1" name="pg2535">
                <a:extLst>
                  <a:ext uri="{FF2B5EF4-FFF2-40B4-BE49-F238E27FC236}">
                    <a16:creationId xmlns:a16="http://schemas.microsoft.com/office/drawing/2014/main" id="{3FF5A10C-D048-4FA6-88B5-3A02FBE1074B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2" name="pg2536">
                <a:extLst>
                  <a:ext uri="{FF2B5EF4-FFF2-40B4-BE49-F238E27FC236}">
                    <a16:creationId xmlns:a16="http://schemas.microsoft.com/office/drawing/2014/main" id="{63B2456F-7DB1-BDA7-E9DB-2EAC8BEFF572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3" name="pg2537">
                <a:extLst>
                  <a:ext uri="{FF2B5EF4-FFF2-40B4-BE49-F238E27FC236}">
                    <a16:creationId xmlns:a16="http://schemas.microsoft.com/office/drawing/2014/main" id="{85D180BD-47F3-22C8-2328-A88E7D97B270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4" name="pg2538">
                <a:extLst>
                  <a:ext uri="{FF2B5EF4-FFF2-40B4-BE49-F238E27FC236}">
                    <a16:creationId xmlns:a16="http://schemas.microsoft.com/office/drawing/2014/main" id="{CFA7F873-862F-B06B-6692-A3C7CE39FEF9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5" name="pg2539">
                <a:extLst>
                  <a:ext uri="{FF2B5EF4-FFF2-40B4-BE49-F238E27FC236}">
                    <a16:creationId xmlns:a16="http://schemas.microsoft.com/office/drawing/2014/main" id="{8E87CA2F-04D2-D4DE-7667-4491860CDAF1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6" name="pg2540">
                <a:extLst>
                  <a:ext uri="{FF2B5EF4-FFF2-40B4-BE49-F238E27FC236}">
                    <a16:creationId xmlns:a16="http://schemas.microsoft.com/office/drawing/2014/main" id="{2F752E0B-0CE1-4CED-C29E-1E08A8095333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7" name="pg2541">
                <a:extLst>
                  <a:ext uri="{FF2B5EF4-FFF2-40B4-BE49-F238E27FC236}">
                    <a16:creationId xmlns:a16="http://schemas.microsoft.com/office/drawing/2014/main" id="{FFDE128F-D6B2-C874-3B92-5EB66DD2CDB3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8" name="pg2542">
                <a:extLst>
                  <a:ext uri="{FF2B5EF4-FFF2-40B4-BE49-F238E27FC236}">
                    <a16:creationId xmlns:a16="http://schemas.microsoft.com/office/drawing/2014/main" id="{AD3A0B46-9C7C-CB35-F3CD-13ECEBAF6E52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9" name="pg2543">
                <a:extLst>
                  <a:ext uri="{FF2B5EF4-FFF2-40B4-BE49-F238E27FC236}">
                    <a16:creationId xmlns:a16="http://schemas.microsoft.com/office/drawing/2014/main" id="{E80EA689-7DBC-D857-E316-72E2951C84B3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0" name="pg2544">
                <a:extLst>
                  <a:ext uri="{FF2B5EF4-FFF2-40B4-BE49-F238E27FC236}">
                    <a16:creationId xmlns:a16="http://schemas.microsoft.com/office/drawing/2014/main" id="{C55A581B-E33D-734C-A8BE-4FF31A894607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1" name="pg2545">
                <a:extLst>
                  <a:ext uri="{FF2B5EF4-FFF2-40B4-BE49-F238E27FC236}">
                    <a16:creationId xmlns:a16="http://schemas.microsoft.com/office/drawing/2014/main" id="{9DBACB6A-CCF8-575F-1B61-019FE80B64D0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2" name="pg2546">
                <a:extLst>
                  <a:ext uri="{FF2B5EF4-FFF2-40B4-BE49-F238E27FC236}">
                    <a16:creationId xmlns:a16="http://schemas.microsoft.com/office/drawing/2014/main" id="{8373B4AF-82BB-00CC-F27A-D0E4F1852A35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3" name="pg2547">
                <a:extLst>
                  <a:ext uri="{FF2B5EF4-FFF2-40B4-BE49-F238E27FC236}">
                    <a16:creationId xmlns:a16="http://schemas.microsoft.com/office/drawing/2014/main" id="{08065E50-B86B-BAC2-A026-1B36E6CCF55C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4" name="pg2548">
                <a:extLst>
                  <a:ext uri="{FF2B5EF4-FFF2-40B4-BE49-F238E27FC236}">
                    <a16:creationId xmlns:a16="http://schemas.microsoft.com/office/drawing/2014/main" id="{745AE16C-2300-7B27-C8EF-B748F123E05E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5" name="pg2549">
                <a:extLst>
                  <a:ext uri="{FF2B5EF4-FFF2-40B4-BE49-F238E27FC236}">
                    <a16:creationId xmlns:a16="http://schemas.microsoft.com/office/drawing/2014/main" id="{62DD713D-F109-AEC0-DAE0-B0477613653E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6" name="pg2550">
                <a:extLst>
                  <a:ext uri="{FF2B5EF4-FFF2-40B4-BE49-F238E27FC236}">
                    <a16:creationId xmlns:a16="http://schemas.microsoft.com/office/drawing/2014/main" id="{7FF51886-A82B-67AD-4BDB-B14DEEA40C16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7" name="pg2551">
                <a:extLst>
                  <a:ext uri="{FF2B5EF4-FFF2-40B4-BE49-F238E27FC236}">
                    <a16:creationId xmlns:a16="http://schemas.microsoft.com/office/drawing/2014/main" id="{E65FA69B-D460-7080-DA4A-B79EE034CAC4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8" name="pg2552">
                <a:extLst>
                  <a:ext uri="{FF2B5EF4-FFF2-40B4-BE49-F238E27FC236}">
                    <a16:creationId xmlns:a16="http://schemas.microsoft.com/office/drawing/2014/main" id="{6A00D951-99A9-2518-A14E-831AC52FCD90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9" name="pg2553">
                <a:extLst>
                  <a:ext uri="{FF2B5EF4-FFF2-40B4-BE49-F238E27FC236}">
                    <a16:creationId xmlns:a16="http://schemas.microsoft.com/office/drawing/2014/main" id="{7CBBF49A-F803-8D06-ACB0-6579E2144E43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0" name="pg2554">
                <a:extLst>
                  <a:ext uri="{FF2B5EF4-FFF2-40B4-BE49-F238E27FC236}">
                    <a16:creationId xmlns:a16="http://schemas.microsoft.com/office/drawing/2014/main" id="{7B4A3FC0-F9FE-1DB3-49C6-5F98A9075715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1" name="pg2555">
                <a:extLst>
                  <a:ext uri="{FF2B5EF4-FFF2-40B4-BE49-F238E27FC236}">
                    <a16:creationId xmlns:a16="http://schemas.microsoft.com/office/drawing/2014/main" id="{F186220A-D40A-1BA6-8833-59DA690109BE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2" name="pg2556">
                <a:extLst>
                  <a:ext uri="{FF2B5EF4-FFF2-40B4-BE49-F238E27FC236}">
                    <a16:creationId xmlns:a16="http://schemas.microsoft.com/office/drawing/2014/main" id="{74664984-7D0C-60BE-F9C4-1B8D66F8546B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3" name="pg2557">
                <a:extLst>
                  <a:ext uri="{FF2B5EF4-FFF2-40B4-BE49-F238E27FC236}">
                    <a16:creationId xmlns:a16="http://schemas.microsoft.com/office/drawing/2014/main" id="{A1A22708-4802-60B9-3BCA-726147C1FB37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4" name="pg2558">
                <a:extLst>
                  <a:ext uri="{FF2B5EF4-FFF2-40B4-BE49-F238E27FC236}">
                    <a16:creationId xmlns:a16="http://schemas.microsoft.com/office/drawing/2014/main" id="{E45CF796-70C5-FB10-C405-FF19E183A1F9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5" name="pg2559">
                <a:extLst>
                  <a:ext uri="{FF2B5EF4-FFF2-40B4-BE49-F238E27FC236}">
                    <a16:creationId xmlns:a16="http://schemas.microsoft.com/office/drawing/2014/main" id="{70DB86A0-8388-4C9F-F528-45B533CF628D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6" name="pg2560">
                <a:extLst>
                  <a:ext uri="{FF2B5EF4-FFF2-40B4-BE49-F238E27FC236}">
                    <a16:creationId xmlns:a16="http://schemas.microsoft.com/office/drawing/2014/main" id="{5C802562-A4D7-0C1E-DFEF-1404119FB3AD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7" name="pg2561">
                <a:extLst>
                  <a:ext uri="{FF2B5EF4-FFF2-40B4-BE49-F238E27FC236}">
                    <a16:creationId xmlns:a16="http://schemas.microsoft.com/office/drawing/2014/main" id="{81E13625-B7CC-0C57-1779-82ABEBBAF14B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8" name="pg2562">
                <a:extLst>
                  <a:ext uri="{FF2B5EF4-FFF2-40B4-BE49-F238E27FC236}">
                    <a16:creationId xmlns:a16="http://schemas.microsoft.com/office/drawing/2014/main" id="{FA4C7AAB-A08F-7DB8-70FF-DEB214D5F8BA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9" name="pg2563">
                <a:extLst>
                  <a:ext uri="{FF2B5EF4-FFF2-40B4-BE49-F238E27FC236}">
                    <a16:creationId xmlns:a16="http://schemas.microsoft.com/office/drawing/2014/main" id="{FFBB09A2-39EE-9D95-6A3E-B6AB87BBEAFA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0" name="pg2564">
                <a:extLst>
                  <a:ext uri="{FF2B5EF4-FFF2-40B4-BE49-F238E27FC236}">
                    <a16:creationId xmlns:a16="http://schemas.microsoft.com/office/drawing/2014/main" id="{2E89EBEC-58FF-B9E8-6F09-1AC3856E33BA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1" name="pg2565">
                <a:extLst>
                  <a:ext uri="{FF2B5EF4-FFF2-40B4-BE49-F238E27FC236}">
                    <a16:creationId xmlns:a16="http://schemas.microsoft.com/office/drawing/2014/main" id="{4460C2D6-C7F9-20C1-4072-9ECEE9A93D08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2" name="pg2566">
                <a:extLst>
                  <a:ext uri="{FF2B5EF4-FFF2-40B4-BE49-F238E27FC236}">
                    <a16:creationId xmlns:a16="http://schemas.microsoft.com/office/drawing/2014/main" id="{1E78E433-36F7-85B1-4276-A8434BFF752F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3" name="pg2567">
                <a:extLst>
                  <a:ext uri="{FF2B5EF4-FFF2-40B4-BE49-F238E27FC236}">
                    <a16:creationId xmlns:a16="http://schemas.microsoft.com/office/drawing/2014/main" id="{D7A1A72D-3F96-D36C-B823-B7AE3057BAEC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4" name="pg2568">
                <a:extLst>
                  <a:ext uri="{FF2B5EF4-FFF2-40B4-BE49-F238E27FC236}">
                    <a16:creationId xmlns:a16="http://schemas.microsoft.com/office/drawing/2014/main" id="{C30AC9E9-246B-C1CF-2B6C-30B2813BE98B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5" name="pg2569">
                <a:extLst>
                  <a:ext uri="{FF2B5EF4-FFF2-40B4-BE49-F238E27FC236}">
                    <a16:creationId xmlns:a16="http://schemas.microsoft.com/office/drawing/2014/main" id="{683EEA2D-2BE1-E498-1CF5-11C6204E5289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6" name="pg2570">
                <a:extLst>
                  <a:ext uri="{FF2B5EF4-FFF2-40B4-BE49-F238E27FC236}">
                    <a16:creationId xmlns:a16="http://schemas.microsoft.com/office/drawing/2014/main" id="{BD9B18A4-3031-E667-15C9-10DB3FA6941B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7" name="pg2571">
                <a:extLst>
                  <a:ext uri="{FF2B5EF4-FFF2-40B4-BE49-F238E27FC236}">
                    <a16:creationId xmlns:a16="http://schemas.microsoft.com/office/drawing/2014/main" id="{5620B8B4-A5A1-73A9-29A8-A909DC80757F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8" name="pg2572">
                <a:extLst>
                  <a:ext uri="{FF2B5EF4-FFF2-40B4-BE49-F238E27FC236}">
                    <a16:creationId xmlns:a16="http://schemas.microsoft.com/office/drawing/2014/main" id="{D7884684-BCB6-4DBC-43E9-031A8873A1AB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9" name="pg2573">
                <a:extLst>
                  <a:ext uri="{FF2B5EF4-FFF2-40B4-BE49-F238E27FC236}">
                    <a16:creationId xmlns:a16="http://schemas.microsoft.com/office/drawing/2014/main" id="{BD1F57F8-B8B9-55AA-42E9-011581043458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0" name="pg2574">
                <a:extLst>
                  <a:ext uri="{FF2B5EF4-FFF2-40B4-BE49-F238E27FC236}">
                    <a16:creationId xmlns:a16="http://schemas.microsoft.com/office/drawing/2014/main" id="{9613D2C0-86E8-F54E-AEF7-D9D7508968DB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1" name="pg2575">
                <a:extLst>
                  <a:ext uri="{FF2B5EF4-FFF2-40B4-BE49-F238E27FC236}">
                    <a16:creationId xmlns:a16="http://schemas.microsoft.com/office/drawing/2014/main" id="{53326270-D599-DCC3-2405-511BAF657ED4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2" name="pg2576">
                <a:extLst>
                  <a:ext uri="{FF2B5EF4-FFF2-40B4-BE49-F238E27FC236}">
                    <a16:creationId xmlns:a16="http://schemas.microsoft.com/office/drawing/2014/main" id="{5563A091-37FC-DF88-4DFF-FE653F0725D7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3" name="pg2577">
                <a:extLst>
                  <a:ext uri="{FF2B5EF4-FFF2-40B4-BE49-F238E27FC236}">
                    <a16:creationId xmlns:a16="http://schemas.microsoft.com/office/drawing/2014/main" id="{A9A72531-6847-1498-584A-090C30042FDA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4" name="pg2578">
                <a:extLst>
                  <a:ext uri="{FF2B5EF4-FFF2-40B4-BE49-F238E27FC236}">
                    <a16:creationId xmlns:a16="http://schemas.microsoft.com/office/drawing/2014/main" id="{8E5D85F5-FF0A-84B9-B07F-BF054B1D6449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5" name="pg2579">
                <a:extLst>
                  <a:ext uri="{FF2B5EF4-FFF2-40B4-BE49-F238E27FC236}">
                    <a16:creationId xmlns:a16="http://schemas.microsoft.com/office/drawing/2014/main" id="{3EDCA4F5-1FD8-C985-4D57-A4357DBB0D9C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6" name="pg2580">
                <a:extLst>
                  <a:ext uri="{FF2B5EF4-FFF2-40B4-BE49-F238E27FC236}">
                    <a16:creationId xmlns:a16="http://schemas.microsoft.com/office/drawing/2014/main" id="{DCE4EA49-485B-A467-8143-9A7FAB0832EF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7" name="pg2581">
                <a:extLst>
                  <a:ext uri="{FF2B5EF4-FFF2-40B4-BE49-F238E27FC236}">
                    <a16:creationId xmlns:a16="http://schemas.microsoft.com/office/drawing/2014/main" id="{F6FFC1DA-9CA6-C72C-62B6-9D8A4F4297B9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8" name="pg2582">
                <a:extLst>
                  <a:ext uri="{FF2B5EF4-FFF2-40B4-BE49-F238E27FC236}">
                    <a16:creationId xmlns:a16="http://schemas.microsoft.com/office/drawing/2014/main" id="{703FE6CB-D9CF-39C6-F5B1-AAF2D38EA6FF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9" name="pg2583">
                <a:extLst>
                  <a:ext uri="{FF2B5EF4-FFF2-40B4-BE49-F238E27FC236}">
                    <a16:creationId xmlns:a16="http://schemas.microsoft.com/office/drawing/2014/main" id="{AEAA918B-C699-6C48-ADA7-6023FAFA43C9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0" name="pg2584">
                <a:extLst>
                  <a:ext uri="{FF2B5EF4-FFF2-40B4-BE49-F238E27FC236}">
                    <a16:creationId xmlns:a16="http://schemas.microsoft.com/office/drawing/2014/main" id="{2B04EF8B-6952-625E-BC11-E8465C1DA247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1" name="pg2585">
                <a:extLst>
                  <a:ext uri="{FF2B5EF4-FFF2-40B4-BE49-F238E27FC236}">
                    <a16:creationId xmlns:a16="http://schemas.microsoft.com/office/drawing/2014/main" id="{3B7231B2-E065-4106-1A92-1E13348C6320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2" name="pg2586">
                <a:extLst>
                  <a:ext uri="{FF2B5EF4-FFF2-40B4-BE49-F238E27FC236}">
                    <a16:creationId xmlns:a16="http://schemas.microsoft.com/office/drawing/2014/main" id="{AF659A86-4B67-0F58-76FF-24D2D1309D57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3" name="pg2587">
                <a:extLst>
                  <a:ext uri="{FF2B5EF4-FFF2-40B4-BE49-F238E27FC236}">
                    <a16:creationId xmlns:a16="http://schemas.microsoft.com/office/drawing/2014/main" id="{42E0B9B6-CC41-0100-41D6-4B3D3C03FAE4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4" name="pg2588">
                <a:extLst>
                  <a:ext uri="{FF2B5EF4-FFF2-40B4-BE49-F238E27FC236}">
                    <a16:creationId xmlns:a16="http://schemas.microsoft.com/office/drawing/2014/main" id="{729985CA-C35D-FAB5-1334-1713F4F8C49C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5" name="pg2589">
                <a:extLst>
                  <a:ext uri="{FF2B5EF4-FFF2-40B4-BE49-F238E27FC236}">
                    <a16:creationId xmlns:a16="http://schemas.microsoft.com/office/drawing/2014/main" id="{0E5802E0-C541-746C-3620-398CFFA18197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6" name="pg2590">
                <a:extLst>
                  <a:ext uri="{FF2B5EF4-FFF2-40B4-BE49-F238E27FC236}">
                    <a16:creationId xmlns:a16="http://schemas.microsoft.com/office/drawing/2014/main" id="{9F613FD0-4673-C445-7ABA-7FC7CF3EC736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7" name="pg2591">
                <a:extLst>
                  <a:ext uri="{FF2B5EF4-FFF2-40B4-BE49-F238E27FC236}">
                    <a16:creationId xmlns:a16="http://schemas.microsoft.com/office/drawing/2014/main" id="{EB973F47-34BC-8BE5-2DAD-B74F127421A8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8" name="pg2592">
                <a:extLst>
                  <a:ext uri="{FF2B5EF4-FFF2-40B4-BE49-F238E27FC236}">
                    <a16:creationId xmlns:a16="http://schemas.microsoft.com/office/drawing/2014/main" id="{554BEFFB-9990-B849-EDA7-DD21E5C461C0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9" name="pg2593">
                <a:extLst>
                  <a:ext uri="{FF2B5EF4-FFF2-40B4-BE49-F238E27FC236}">
                    <a16:creationId xmlns:a16="http://schemas.microsoft.com/office/drawing/2014/main" id="{67109A36-73E9-7B40-2CBD-A125EB9CB693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0" name="pg2594">
                <a:extLst>
                  <a:ext uri="{FF2B5EF4-FFF2-40B4-BE49-F238E27FC236}">
                    <a16:creationId xmlns:a16="http://schemas.microsoft.com/office/drawing/2014/main" id="{5713E256-7969-170C-9A43-409B562C7DB3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1" name="pg2595">
                <a:extLst>
                  <a:ext uri="{FF2B5EF4-FFF2-40B4-BE49-F238E27FC236}">
                    <a16:creationId xmlns:a16="http://schemas.microsoft.com/office/drawing/2014/main" id="{26DC8103-D630-A520-8A13-CC94D1700D23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2" name="pg2596">
                <a:extLst>
                  <a:ext uri="{FF2B5EF4-FFF2-40B4-BE49-F238E27FC236}">
                    <a16:creationId xmlns:a16="http://schemas.microsoft.com/office/drawing/2014/main" id="{0DA13B9E-BA49-5457-BB74-303A1BE5DAB2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3" name="pg2597">
                <a:extLst>
                  <a:ext uri="{FF2B5EF4-FFF2-40B4-BE49-F238E27FC236}">
                    <a16:creationId xmlns:a16="http://schemas.microsoft.com/office/drawing/2014/main" id="{FB4A5465-B95E-6B63-47B0-6DEE16539571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4" name="pg2598">
                <a:extLst>
                  <a:ext uri="{FF2B5EF4-FFF2-40B4-BE49-F238E27FC236}">
                    <a16:creationId xmlns:a16="http://schemas.microsoft.com/office/drawing/2014/main" id="{508B97BD-F153-AAF7-2053-904276FEF551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5" name="pg2599">
                <a:extLst>
                  <a:ext uri="{FF2B5EF4-FFF2-40B4-BE49-F238E27FC236}">
                    <a16:creationId xmlns:a16="http://schemas.microsoft.com/office/drawing/2014/main" id="{824F54B4-0D84-5A66-0BF6-CAE38AF5354B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6" name="pg2600">
                <a:extLst>
                  <a:ext uri="{FF2B5EF4-FFF2-40B4-BE49-F238E27FC236}">
                    <a16:creationId xmlns:a16="http://schemas.microsoft.com/office/drawing/2014/main" id="{C599CC4D-9124-7ADF-ACE4-687579E95667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7" name="pg2601">
                <a:extLst>
                  <a:ext uri="{FF2B5EF4-FFF2-40B4-BE49-F238E27FC236}">
                    <a16:creationId xmlns:a16="http://schemas.microsoft.com/office/drawing/2014/main" id="{221F952F-9C92-311A-A49A-A07B5833F8B0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8" name="pg2602">
                <a:extLst>
                  <a:ext uri="{FF2B5EF4-FFF2-40B4-BE49-F238E27FC236}">
                    <a16:creationId xmlns:a16="http://schemas.microsoft.com/office/drawing/2014/main" id="{EDBE13EB-0764-EFB2-F477-83F2D17E3DF8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9" name="pg2603">
                <a:extLst>
                  <a:ext uri="{FF2B5EF4-FFF2-40B4-BE49-F238E27FC236}">
                    <a16:creationId xmlns:a16="http://schemas.microsoft.com/office/drawing/2014/main" id="{CBB70D0E-D35C-72A7-E19E-4E451C749554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0" name="pg2604">
                <a:extLst>
                  <a:ext uri="{FF2B5EF4-FFF2-40B4-BE49-F238E27FC236}">
                    <a16:creationId xmlns:a16="http://schemas.microsoft.com/office/drawing/2014/main" id="{444D8556-C17E-6ADE-FD97-0590A46C8717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1" name="pg2605">
                <a:extLst>
                  <a:ext uri="{FF2B5EF4-FFF2-40B4-BE49-F238E27FC236}">
                    <a16:creationId xmlns:a16="http://schemas.microsoft.com/office/drawing/2014/main" id="{6F2BFDA9-753E-6035-11EE-9BEBD30CB64A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2" name="pg2606">
                <a:extLst>
                  <a:ext uri="{FF2B5EF4-FFF2-40B4-BE49-F238E27FC236}">
                    <a16:creationId xmlns:a16="http://schemas.microsoft.com/office/drawing/2014/main" id="{6AE336D0-8C54-4B0D-EB17-3440AE9A35FA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3" name="pg2607">
                <a:extLst>
                  <a:ext uri="{FF2B5EF4-FFF2-40B4-BE49-F238E27FC236}">
                    <a16:creationId xmlns:a16="http://schemas.microsoft.com/office/drawing/2014/main" id="{C4B4D872-8210-B6B3-2E78-0042AE63E3D4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4" name="pg2608">
                <a:extLst>
                  <a:ext uri="{FF2B5EF4-FFF2-40B4-BE49-F238E27FC236}">
                    <a16:creationId xmlns:a16="http://schemas.microsoft.com/office/drawing/2014/main" id="{55DA6DA0-A162-ED33-10C5-AAF4788A2B5D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5" name="pg2609">
                <a:extLst>
                  <a:ext uri="{FF2B5EF4-FFF2-40B4-BE49-F238E27FC236}">
                    <a16:creationId xmlns:a16="http://schemas.microsoft.com/office/drawing/2014/main" id="{25C37F5D-0A02-0724-3787-17678008DAF8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6" name="pg2610">
                <a:extLst>
                  <a:ext uri="{FF2B5EF4-FFF2-40B4-BE49-F238E27FC236}">
                    <a16:creationId xmlns:a16="http://schemas.microsoft.com/office/drawing/2014/main" id="{AC765F40-81CE-A439-4AA5-60B3158A75DC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7" name="pg2611">
                <a:extLst>
                  <a:ext uri="{FF2B5EF4-FFF2-40B4-BE49-F238E27FC236}">
                    <a16:creationId xmlns:a16="http://schemas.microsoft.com/office/drawing/2014/main" id="{814258BA-44CE-47D3-DAA3-E690A9064D79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8" name="pg2612">
                <a:extLst>
                  <a:ext uri="{FF2B5EF4-FFF2-40B4-BE49-F238E27FC236}">
                    <a16:creationId xmlns:a16="http://schemas.microsoft.com/office/drawing/2014/main" id="{B5F2D542-CF4D-36BC-5568-C6B1DB25FF12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9" name="pg2613">
                <a:extLst>
                  <a:ext uri="{FF2B5EF4-FFF2-40B4-BE49-F238E27FC236}">
                    <a16:creationId xmlns:a16="http://schemas.microsoft.com/office/drawing/2014/main" id="{3D827D46-4D48-6A19-77AE-D5AD24C7B448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0" name="pg2614">
                <a:extLst>
                  <a:ext uri="{FF2B5EF4-FFF2-40B4-BE49-F238E27FC236}">
                    <a16:creationId xmlns:a16="http://schemas.microsoft.com/office/drawing/2014/main" id="{31B4248E-1B99-2EDD-879E-FCBF6E4F865F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1" name="pg2615">
                <a:extLst>
                  <a:ext uri="{FF2B5EF4-FFF2-40B4-BE49-F238E27FC236}">
                    <a16:creationId xmlns:a16="http://schemas.microsoft.com/office/drawing/2014/main" id="{6E3B6704-53E8-71F6-C330-000377A51F5B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2" name="pg2616">
                <a:extLst>
                  <a:ext uri="{FF2B5EF4-FFF2-40B4-BE49-F238E27FC236}">
                    <a16:creationId xmlns:a16="http://schemas.microsoft.com/office/drawing/2014/main" id="{05009942-9360-199C-93AD-D64620EC7F32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3" name="pg2617">
                <a:extLst>
                  <a:ext uri="{FF2B5EF4-FFF2-40B4-BE49-F238E27FC236}">
                    <a16:creationId xmlns:a16="http://schemas.microsoft.com/office/drawing/2014/main" id="{6CAEC0D1-D13D-D929-7451-15F191E3B975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4" name="pg2618">
                <a:extLst>
                  <a:ext uri="{FF2B5EF4-FFF2-40B4-BE49-F238E27FC236}">
                    <a16:creationId xmlns:a16="http://schemas.microsoft.com/office/drawing/2014/main" id="{ABBABEC0-A64D-BAC4-8B15-3B8190283F7F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5" name="pg2619">
                <a:extLst>
                  <a:ext uri="{FF2B5EF4-FFF2-40B4-BE49-F238E27FC236}">
                    <a16:creationId xmlns:a16="http://schemas.microsoft.com/office/drawing/2014/main" id="{5F0350FB-169B-426E-D230-7B436F213173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6" name="pg2620">
                <a:extLst>
                  <a:ext uri="{FF2B5EF4-FFF2-40B4-BE49-F238E27FC236}">
                    <a16:creationId xmlns:a16="http://schemas.microsoft.com/office/drawing/2014/main" id="{8B9893ED-A1DA-EB1A-0DBC-F57AD133DDCA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7" name="pg2621">
                <a:extLst>
                  <a:ext uri="{FF2B5EF4-FFF2-40B4-BE49-F238E27FC236}">
                    <a16:creationId xmlns:a16="http://schemas.microsoft.com/office/drawing/2014/main" id="{B129E4CF-4C40-9CF0-5ADD-9B2E278D8E75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8" name="pg2622">
                <a:extLst>
                  <a:ext uri="{FF2B5EF4-FFF2-40B4-BE49-F238E27FC236}">
                    <a16:creationId xmlns:a16="http://schemas.microsoft.com/office/drawing/2014/main" id="{5C5FC67B-F5B5-5B21-159B-F27779C578CC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9" name="pg2623">
                <a:extLst>
                  <a:ext uri="{FF2B5EF4-FFF2-40B4-BE49-F238E27FC236}">
                    <a16:creationId xmlns:a16="http://schemas.microsoft.com/office/drawing/2014/main" id="{6E8FFAEB-B770-5AED-A260-6119DD17D9B3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0" name="pg2624">
                <a:extLst>
                  <a:ext uri="{FF2B5EF4-FFF2-40B4-BE49-F238E27FC236}">
                    <a16:creationId xmlns:a16="http://schemas.microsoft.com/office/drawing/2014/main" id="{A28DD625-16CB-5E70-6B07-16123F308148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1" name="pg2625">
                <a:extLst>
                  <a:ext uri="{FF2B5EF4-FFF2-40B4-BE49-F238E27FC236}">
                    <a16:creationId xmlns:a16="http://schemas.microsoft.com/office/drawing/2014/main" id="{762A8B64-50CC-FFF9-B8C4-D1E9B49CF56D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2" name="pg2626">
                <a:extLst>
                  <a:ext uri="{FF2B5EF4-FFF2-40B4-BE49-F238E27FC236}">
                    <a16:creationId xmlns:a16="http://schemas.microsoft.com/office/drawing/2014/main" id="{F3BDC0C2-828D-1D21-4305-337705ED2624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3" name="pg2627">
                <a:extLst>
                  <a:ext uri="{FF2B5EF4-FFF2-40B4-BE49-F238E27FC236}">
                    <a16:creationId xmlns:a16="http://schemas.microsoft.com/office/drawing/2014/main" id="{4D246816-8DFD-57C6-FB1F-39C4649CFCE7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4" name="pg2628">
                <a:extLst>
                  <a:ext uri="{FF2B5EF4-FFF2-40B4-BE49-F238E27FC236}">
                    <a16:creationId xmlns:a16="http://schemas.microsoft.com/office/drawing/2014/main" id="{05ED4836-B3B1-F14A-C69B-F00DE2AC5789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5" name="pg2629">
                <a:extLst>
                  <a:ext uri="{FF2B5EF4-FFF2-40B4-BE49-F238E27FC236}">
                    <a16:creationId xmlns:a16="http://schemas.microsoft.com/office/drawing/2014/main" id="{0BF3086E-231D-DAD3-21C8-883C2A5329C0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6" name="pg2630">
                <a:extLst>
                  <a:ext uri="{FF2B5EF4-FFF2-40B4-BE49-F238E27FC236}">
                    <a16:creationId xmlns:a16="http://schemas.microsoft.com/office/drawing/2014/main" id="{2B5294B3-3FEB-20C5-DF33-473C084FA439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7" name="pg2631">
                <a:extLst>
                  <a:ext uri="{FF2B5EF4-FFF2-40B4-BE49-F238E27FC236}">
                    <a16:creationId xmlns:a16="http://schemas.microsoft.com/office/drawing/2014/main" id="{187B93A6-604A-0A72-846A-218C8A0484A9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8" name="pg2632">
                <a:extLst>
                  <a:ext uri="{FF2B5EF4-FFF2-40B4-BE49-F238E27FC236}">
                    <a16:creationId xmlns:a16="http://schemas.microsoft.com/office/drawing/2014/main" id="{B74D0BCA-7F5D-BD46-C10F-9291343049E7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9" name="pg2633">
                <a:extLst>
                  <a:ext uri="{FF2B5EF4-FFF2-40B4-BE49-F238E27FC236}">
                    <a16:creationId xmlns:a16="http://schemas.microsoft.com/office/drawing/2014/main" id="{24D3054B-1EF8-E417-28D4-85E8601251F3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0" name="pg2634">
                <a:extLst>
                  <a:ext uri="{FF2B5EF4-FFF2-40B4-BE49-F238E27FC236}">
                    <a16:creationId xmlns:a16="http://schemas.microsoft.com/office/drawing/2014/main" id="{68658150-643E-7C8E-109D-A5BC85BCD5F0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1" name="pg2635">
                <a:extLst>
                  <a:ext uri="{FF2B5EF4-FFF2-40B4-BE49-F238E27FC236}">
                    <a16:creationId xmlns:a16="http://schemas.microsoft.com/office/drawing/2014/main" id="{7D668ADC-771A-3CE7-51A1-8FEC917D5101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2" name="pg2636">
                <a:extLst>
                  <a:ext uri="{FF2B5EF4-FFF2-40B4-BE49-F238E27FC236}">
                    <a16:creationId xmlns:a16="http://schemas.microsoft.com/office/drawing/2014/main" id="{363902AF-84DD-8E81-1048-1EDE109C88D8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3" name="pg2637">
                <a:extLst>
                  <a:ext uri="{FF2B5EF4-FFF2-40B4-BE49-F238E27FC236}">
                    <a16:creationId xmlns:a16="http://schemas.microsoft.com/office/drawing/2014/main" id="{5D6EC111-10CD-0EFC-4162-EA25C093F121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4" name="pg2638">
                <a:extLst>
                  <a:ext uri="{FF2B5EF4-FFF2-40B4-BE49-F238E27FC236}">
                    <a16:creationId xmlns:a16="http://schemas.microsoft.com/office/drawing/2014/main" id="{2AE6B29A-7B59-BC13-74A1-525005D5F2D5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5" name="pg2639">
                <a:extLst>
                  <a:ext uri="{FF2B5EF4-FFF2-40B4-BE49-F238E27FC236}">
                    <a16:creationId xmlns:a16="http://schemas.microsoft.com/office/drawing/2014/main" id="{6D6071C5-7068-76A2-C5FD-F82D01FB37D0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6" name="pg2640">
                <a:extLst>
                  <a:ext uri="{FF2B5EF4-FFF2-40B4-BE49-F238E27FC236}">
                    <a16:creationId xmlns:a16="http://schemas.microsoft.com/office/drawing/2014/main" id="{A2D9F0E3-750D-4D3B-4762-546B54DCA95E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7" name="pg2641">
                <a:extLst>
                  <a:ext uri="{FF2B5EF4-FFF2-40B4-BE49-F238E27FC236}">
                    <a16:creationId xmlns:a16="http://schemas.microsoft.com/office/drawing/2014/main" id="{95811B0A-786D-34DA-55DA-A11FF711EA7A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8" name="pg2642">
                <a:extLst>
                  <a:ext uri="{FF2B5EF4-FFF2-40B4-BE49-F238E27FC236}">
                    <a16:creationId xmlns:a16="http://schemas.microsoft.com/office/drawing/2014/main" id="{C1758150-D37B-AB6A-0A98-CD343B36013E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9" name="pg2643">
                <a:extLst>
                  <a:ext uri="{FF2B5EF4-FFF2-40B4-BE49-F238E27FC236}">
                    <a16:creationId xmlns:a16="http://schemas.microsoft.com/office/drawing/2014/main" id="{CC1C5C81-9768-C73B-F474-C3048ABA3840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0" name="pg2644">
                <a:extLst>
                  <a:ext uri="{FF2B5EF4-FFF2-40B4-BE49-F238E27FC236}">
                    <a16:creationId xmlns:a16="http://schemas.microsoft.com/office/drawing/2014/main" id="{FE79BFE9-0C37-E484-C825-71B0F321666E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1" name="pg2645">
                <a:extLst>
                  <a:ext uri="{FF2B5EF4-FFF2-40B4-BE49-F238E27FC236}">
                    <a16:creationId xmlns:a16="http://schemas.microsoft.com/office/drawing/2014/main" id="{52BB4FB9-A3ED-0677-48AD-D9CD28847E25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2" name="pg2646">
                <a:extLst>
                  <a:ext uri="{FF2B5EF4-FFF2-40B4-BE49-F238E27FC236}">
                    <a16:creationId xmlns:a16="http://schemas.microsoft.com/office/drawing/2014/main" id="{0B57D644-18AD-0908-339D-13E8B3E5E4D0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3" name="pg2647">
                <a:extLst>
                  <a:ext uri="{FF2B5EF4-FFF2-40B4-BE49-F238E27FC236}">
                    <a16:creationId xmlns:a16="http://schemas.microsoft.com/office/drawing/2014/main" id="{51D50DF1-E25D-C47D-D700-F0E49A33E8D7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4" name="pg2648">
                <a:extLst>
                  <a:ext uri="{FF2B5EF4-FFF2-40B4-BE49-F238E27FC236}">
                    <a16:creationId xmlns:a16="http://schemas.microsoft.com/office/drawing/2014/main" id="{B64B814F-BF5E-9DE9-3493-0D0A2B80301A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5" name="pg2649">
                <a:extLst>
                  <a:ext uri="{FF2B5EF4-FFF2-40B4-BE49-F238E27FC236}">
                    <a16:creationId xmlns:a16="http://schemas.microsoft.com/office/drawing/2014/main" id="{971B0406-4458-33C9-C0E1-ED193297E59D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6" name="pg2650">
                <a:extLst>
                  <a:ext uri="{FF2B5EF4-FFF2-40B4-BE49-F238E27FC236}">
                    <a16:creationId xmlns:a16="http://schemas.microsoft.com/office/drawing/2014/main" id="{EBF8BA7A-EF28-05A4-DCC3-FD205C657FB0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7" name="pg2651">
                <a:extLst>
                  <a:ext uri="{FF2B5EF4-FFF2-40B4-BE49-F238E27FC236}">
                    <a16:creationId xmlns:a16="http://schemas.microsoft.com/office/drawing/2014/main" id="{8B8D9616-B4AE-4CF0-2D8F-3A553675A3D3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8" name="pg2652">
                <a:extLst>
                  <a:ext uri="{FF2B5EF4-FFF2-40B4-BE49-F238E27FC236}">
                    <a16:creationId xmlns:a16="http://schemas.microsoft.com/office/drawing/2014/main" id="{86F23910-9CD3-2F25-8680-3F5594EE34F9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9" name="pg2653">
                <a:extLst>
                  <a:ext uri="{FF2B5EF4-FFF2-40B4-BE49-F238E27FC236}">
                    <a16:creationId xmlns:a16="http://schemas.microsoft.com/office/drawing/2014/main" id="{F8C8BAEA-2B01-3069-3CE4-D35543D50D28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0" name="pg2654">
                <a:extLst>
                  <a:ext uri="{FF2B5EF4-FFF2-40B4-BE49-F238E27FC236}">
                    <a16:creationId xmlns:a16="http://schemas.microsoft.com/office/drawing/2014/main" id="{F4FE5A34-1ACE-F11C-1A53-7F283F7E3481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1" name="pg2655">
                <a:extLst>
                  <a:ext uri="{FF2B5EF4-FFF2-40B4-BE49-F238E27FC236}">
                    <a16:creationId xmlns:a16="http://schemas.microsoft.com/office/drawing/2014/main" id="{6A35CCCF-61A8-1B07-5B7B-18ED910AA9E0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2" name="pg2656">
                <a:extLst>
                  <a:ext uri="{FF2B5EF4-FFF2-40B4-BE49-F238E27FC236}">
                    <a16:creationId xmlns:a16="http://schemas.microsoft.com/office/drawing/2014/main" id="{88368037-0994-D08E-6B47-60D4B18B6311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3" name="pg2657">
                <a:extLst>
                  <a:ext uri="{FF2B5EF4-FFF2-40B4-BE49-F238E27FC236}">
                    <a16:creationId xmlns:a16="http://schemas.microsoft.com/office/drawing/2014/main" id="{5CF3D747-79DE-CF17-E194-800C2A92317F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4" name="pg2658">
                <a:extLst>
                  <a:ext uri="{FF2B5EF4-FFF2-40B4-BE49-F238E27FC236}">
                    <a16:creationId xmlns:a16="http://schemas.microsoft.com/office/drawing/2014/main" id="{D97AF65C-4F92-A462-A8C5-261BEA4D1F14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5" name="pg2659">
                <a:extLst>
                  <a:ext uri="{FF2B5EF4-FFF2-40B4-BE49-F238E27FC236}">
                    <a16:creationId xmlns:a16="http://schemas.microsoft.com/office/drawing/2014/main" id="{7D2BB42F-B8E3-CE67-AA4E-8CF8F85417D0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6" name="pg2660">
                <a:extLst>
                  <a:ext uri="{FF2B5EF4-FFF2-40B4-BE49-F238E27FC236}">
                    <a16:creationId xmlns:a16="http://schemas.microsoft.com/office/drawing/2014/main" id="{C8DD86B9-CEA8-0ADA-2C68-7B718D2CB1EA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7" name="pg2661">
                <a:extLst>
                  <a:ext uri="{FF2B5EF4-FFF2-40B4-BE49-F238E27FC236}">
                    <a16:creationId xmlns:a16="http://schemas.microsoft.com/office/drawing/2014/main" id="{4AE9BDB0-E737-0E2E-6C14-8328A16A6489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8" name="pg2662">
                <a:extLst>
                  <a:ext uri="{FF2B5EF4-FFF2-40B4-BE49-F238E27FC236}">
                    <a16:creationId xmlns:a16="http://schemas.microsoft.com/office/drawing/2014/main" id="{D7A7D240-7C0F-9269-564D-A338BF5B0EA1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9" name="pg2663">
                <a:extLst>
                  <a:ext uri="{FF2B5EF4-FFF2-40B4-BE49-F238E27FC236}">
                    <a16:creationId xmlns:a16="http://schemas.microsoft.com/office/drawing/2014/main" id="{612039C2-6E32-3266-6253-8AC5723FCBF9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0" name="pg2664">
                <a:extLst>
                  <a:ext uri="{FF2B5EF4-FFF2-40B4-BE49-F238E27FC236}">
                    <a16:creationId xmlns:a16="http://schemas.microsoft.com/office/drawing/2014/main" id="{F9E44E5C-4427-9A38-66DD-5AE5F7D665E6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1" name="pg2665">
                <a:extLst>
                  <a:ext uri="{FF2B5EF4-FFF2-40B4-BE49-F238E27FC236}">
                    <a16:creationId xmlns:a16="http://schemas.microsoft.com/office/drawing/2014/main" id="{8ACB4EAF-4B9E-6FD1-9836-18C663A33217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2" name="pg2666">
                <a:extLst>
                  <a:ext uri="{FF2B5EF4-FFF2-40B4-BE49-F238E27FC236}">
                    <a16:creationId xmlns:a16="http://schemas.microsoft.com/office/drawing/2014/main" id="{FD53B93C-6D34-362C-0424-85592CA06540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6">
                  <a:alpha val="100000"/>
                </a:srgbClr>
              </a:solidFill>
              <a:ln w="5420" cap="flat">
                <a:solidFill>
                  <a:srgbClr val="3A58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3" name="pg2667">
                <a:extLst>
                  <a:ext uri="{FF2B5EF4-FFF2-40B4-BE49-F238E27FC236}">
                    <a16:creationId xmlns:a16="http://schemas.microsoft.com/office/drawing/2014/main" id="{523E2174-EF1E-6182-6D43-EA73FA977DE9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4" name="pg2668">
                <a:extLst>
                  <a:ext uri="{FF2B5EF4-FFF2-40B4-BE49-F238E27FC236}">
                    <a16:creationId xmlns:a16="http://schemas.microsoft.com/office/drawing/2014/main" id="{B57D4964-171B-7168-4D79-6514968F07D8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5" name="pg2669">
                <a:extLst>
                  <a:ext uri="{FF2B5EF4-FFF2-40B4-BE49-F238E27FC236}">
                    <a16:creationId xmlns:a16="http://schemas.microsoft.com/office/drawing/2014/main" id="{4FDED3C2-9052-9865-9021-2C4734FBBA61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6" name="pg2670">
                <a:extLst>
                  <a:ext uri="{FF2B5EF4-FFF2-40B4-BE49-F238E27FC236}">
                    <a16:creationId xmlns:a16="http://schemas.microsoft.com/office/drawing/2014/main" id="{838E37A5-FC6D-33DC-2179-181C5FC426C4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7" name="pg2671">
                <a:extLst>
                  <a:ext uri="{FF2B5EF4-FFF2-40B4-BE49-F238E27FC236}">
                    <a16:creationId xmlns:a16="http://schemas.microsoft.com/office/drawing/2014/main" id="{145DC74D-3245-8DFB-652C-F99CB8E1E372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8" name="pg2672">
                <a:extLst>
                  <a:ext uri="{FF2B5EF4-FFF2-40B4-BE49-F238E27FC236}">
                    <a16:creationId xmlns:a16="http://schemas.microsoft.com/office/drawing/2014/main" id="{5733D06E-FBE6-C005-2782-DCD8EB1C5D12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9" name="pg2673">
                <a:extLst>
                  <a:ext uri="{FF2B5EF4-FFF2-40B4-BE49-F238E27FC236}">
                    <a16:creationId xmlns:a16="http://schemas.microsoft.com/office/drawing/2014/main" id="{A8380B03-8940-0BC5-DEE2-213DD9D4B8A3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0" name="pg2674">
                <a:extLst>
                  <a:ext uri="{FF2B5EF4-FFF2-40B4-BE49-F238E27FC236}">
                    <a16:creationId xmlns:a16="http://schemas.microsoft.com/office/drawing/2014/main" id="{8B6E75F9-0855-5272-27FE-55E18CA05754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1" name="pg2675">
                <a:extLst>
                  <a:ext uri="{FF2B5EF4-FFF2-40B4-BE49-F238E27FC236}">
                    <a16:creationId xmlns:a16="http://schemas.microsoft.com/office/drawing/2014/main" id="{35653373-BC03-E1C6-1105-3A4500CEC1D4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2" name="pg2676">
                <a:extLst>
                  <a:ext uri="{FF2B5EF4-FFF2-40B4-BE49-F238E27FC236}">
                    <a16:creationId xmlns:a16="http://schemas.microsoft.com/office/drawing/2014/main" id="{9937733B-D9DE-BD09-2A5B-585D98348EFE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3" name="pg2677">
                <a:extLst>
                  <a:ext uri="{FF2B5EF4-FFF2-40B4-BE49-F238E27FC236}">
                    <a16:creationId xmlns:a16="http://schemas.microsoft.com/office/drawing/2014/main" id="{B95908F0-C605-E564-387F-B3418A60CCBA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4" name="pg2678">
                <a:extLst>
                  <a:ext uri="{FF2B5EF4-FFF2-40B4-BE49-F238E27FC236}">
                    <a16:creationId xmlns:a16="http://schemas.microsoft.com/office/drawing/2014/main" id="{6A24F03E-51F0-B3C8-6087-130F6B85305D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5" name="pg2679">
                <a:extLst>
                  <a:ext uri="{FF2B5EF4-FFF2-40B4-BE49-F238E27FC236}">
                    <a16:creationId xmlns:a16="http://schemas.microsoft.com/office/drawing/2014/main" id="{986C11F2-CDA8-57CC-886F-0F40199BA89C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6" name="pg2680">
                <a:extLst>
                  <a:ext uri="{FF2B5EF4-FFF2-40B4-BE49-F238E27FC236}">
                    <a16:creationId xmlns:a16="http://schemas.microsoft.com/office/drawing/2014/main" id="{5F609EA0-5FE8-4DF8-2F12-7AE421920EE3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7" name="pg2681">
                <a:extLst>
                  <a:ext uri="{FF2B5EF4-FFF2-40B4-BE49-F238E27FC236}">
                    <a16:creationId xmlns:a16="http://schemas.microsoft.com/office/drawing/2014/main" id="{2C6EED85-0B85-583D-1B11-924D0C61DB06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8" name="pg2682">
                <a:extLst>
                  <a:ext uri="{FF2B5EF4-FFF2-40B4-BE49-F238E27FC236}">
                    <a16:creationId xmlns:a16="http://schemas.microsoft.com/office/drawing/2014/main" id="{130AD443-11DE-D4BE-1327-B22D77514754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9" name="pg2683">
                <a:extLst>
                  <a:ext uri="{FF2B5EF4-FFF2-40B4-BE49-F238E27FC236}">
                    <a16:creationId xmlns:a16="http://schemas.microsoft.com/office/drawing/2014/main" id="{787A522D-EB55-C903-83FA-C9B9F38407A2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0" name="pg2684">
                <a:extLst>
                  <a:ext uri="{FF2B5EF4-FFF2-40B4-BE49-F238E27FC236}">
                    <a16:creationId xmlns:a16="http://schemas.microsoft.com/office/drawing/2014/main" id="{B20D7405-6D88-6737-1514-FCB06A8EF59E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1" name="pg2685">
                <a:extLst>
                  <a:ext uri="{FF2B5EF4-FFF2-40B4-BE49-F238E27FC236}">
                    <a16:creationId xmlns:a16="http://schemas.microsoft.com/office/drawing/2014/main" id="{7ADF2C90-29AA-9C7F-20AC-66C9258F4694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2" name="pg2686">
                <a:extLst>
                  <a:ext uri="{FF2B5EF4-FFF2-40B4-BE49-F238E27FC236}">
                    <a16:creationId xmlns:a16="http://schemas.microsoft.com/office/drawing/2014/main" id="{C0408A5F-DD00-F8B9-7FD4-3E7EC8F85026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3" name="pg2687">
                <a:extLst>
                  <a:ext uri="{FF2B5EF4-FFF2-40B4-BE49-F238E27FC236}">
                    <a16:creationId xmlns:a16="http://schemas.microsoft.com/office/drawing/2014/main" id="{FE84A99B-2070-0123-57FD-BB349F7FA9F3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4" name="pg2688">
                <a:extLst>
                  <a:ext uri="{FF2B5EF4-FFF2-40B4-BE49-F238E27FC236}">
                    <a16:creationId xmlns:a16="http://schemas.microsoft.com/office/drawing/2014/main" id="{27D28D0B-8B6E-48E9-08E7-DA179A390F98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5" name="pg2689">
                <a:extLst>
                  <a:ext uri="{FF2B5EF4-FFF2-40B4-BE49-F238E27FC236}">
                    <a16:creationId xmlns:a16="http://schemas.microsoft.com/office/drawing/2014/main" id="{5299414A-C63B-BCA0-B248-8FFE2A4AE6DE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6" name="pg2690">
                <a:extLst>
                  <a:ext uri="{FF2B5EF4-FFF2-40B4-BE49-F238E27FC236}">
                    <a16:creationId xmlns:a16="http://schemas.microsoft.com/office/drawing/2014/main" id="{4321C83F-18C2-6823-DAD9-C8E787F4B53F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7" name="pg2691">
                <a:extLst>
                  <a:ext uri="{FF2B5EF4-FFF2-40B4-BE49-F238E27FC236}">
                    <a16:creationId xmlns:a16="http://schemas.microsoft.com/office/drawing/2014/main" id="{26340B17-9212-28C1-7939-1E2388B00DDA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8" name="pg2692">
                <a:extLst>
                  <a:ext uri="{FF2B5EF4-FFF2-40B4-BE49-F238E27FC236}">
                    <a16:creationId xmlns:a16="http://schemas.microsoft.com/office/drawing/2014/main" id="{ADC88FD8-002E-0E77-B56B-2AAC6EAAC3C2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9" name="pg2693">
                <a:extLst>
                  <a:ext uri="{FF2B5EF4-FFF2-40B4-BE49-F238E27FC236}">
                    <a16:creationId xmlns:a16="http://schemas.microsoft.com/office/drawing/2014/main" id="{AABF6CD9-30C6-D6F5-4EC6-1B8C368EF41C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0" name="pg2694">
                <a:extLst>
                  <a:ext uri="{FF2B5EF4-FFF2-40B4-BE49-F238E27FC236}">
                    <a16:creationId xmlns:a16="http://schemas.microsoft.com/office/drawing/2014/main" id="{DE93D34E-5C9F-C667-93C0-741CA5EFA595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1" name="pg2695">
                <a:extLst>
                  <a:ext uri="{FF2B5EF4-FFF2-40B4-BE49-F238E27FC236}">
                    <a16:creationId xmlns:a16="http://schemas.microsoft.com/office/drawing/2014/main" id="{4F54E276-A2EB-E746-00A7-FB9F5FFB2924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2" name="pg2696">
                <a:extLst>
                  <a:ext uri="{FF2B5EF4-FFF2-40B4-BE49-F238E27FC236}">
                    <a16:creationId xmlns:a16="http://schemas.microsoft.com/office/drawing/2014/main" id="{A1F3B9C9-15E1-A34E-1BB7-22D0A8232644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3" name="pg2697">
                <a:extLst>
                  <a:ext uri="{FF2B5EF4-FFF2-40B4-BE49-F238E27FC236}">
                    <a16:creationId xmlns:a16="http://schemas.microsoft.com/office/drawing/2014/main" id="{19EFCE51-82AE-0A58-6BED-6FF6896C36B5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4" name="pg2698">
                <a:extLst>
                  <a:ext uri="{FF2B5EF4-FFF2-40B4-BE49-F238E27FC236}">
                    <a16:creationId xmlns:a16="http://schemas.microsoft.com/office/drawing/2014/main" id="{79AD8EAA-FF43-684F-0879-48B741D434C7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5" name="pg2699">
                <a:extLst>
                  <a:ext uri="{FF2B5EF4-FFF2-40B4-BE49-F238E27FC236}">
                    <a16:creationId xmlns:a16="http://schemas.microsoft.com/office/drawing/2014/main" id="{52609749-6D8C-55CD-86D9-C739E918932C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6" name="pg2700">
                <a:extLst>
                  <a:ext uri="{FF2B5EF4-FFF2-40B4-BE49-F238E27FC236}">
                    <a16:creationId xmlns:a16="http://schemas.microsoft.com/office/drawing/2014/main" id="{2C3C91DC-407B-C5AA-716F-534FFEF6C175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7" name="pg2701">
                <a:extLst>
                  <a:ext uri="{FF2B5EF4-FFF2-40B4-BE49-F238E27FC236}">
                    <a16:creationId xmlns:a16="http://schemas.microsoft.com/office/drawing/2014/main" id="{B57ACD53-C033-7BA2-D9A2-E08795A06AE2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8" name="pg2702">
                <a:extLst>
                  <a:ext uri="{FF2B5EF4-FFF2-40B4-BE49-F238E27FC236}">
                    <a16:creationId xmlns:a16="http://schemas.microsoft.com/office/drawing/2014/main" id="{D625C50A-6357-DECA-B99A-90948BACDE04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9" name="pg2703">
                <a:extLst>
                  <a:ext uri="{FF2B5EF4-FFF2-40B4-BE49-F238E27FC236}">
                    <a16:creationId xmlns:a16="http://schemas.microsoft.com/office/drawing/2014/main" id="{DCC2AE31-C64E-5F6D-753D-A3B9F3D39F8B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0" name="pg2704">
                <a:extLst>
                  <a:ext uri="{FF2B5EF4-FFF2-40B4-BE49-F238E27FC236}">
                    <a16:creationId xmlns:a16="http://schemas.microsoft.com/office/drawing/2014/main" id="{8D76E144-3F7F-B943-B87A-91A829727ED5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1" name="pg2705">
                <a:extLst>
                  <a:ext uri="{FF2B5EF4-FFF2-40B4-BE49-F238E27FC236}">
                    <a16:creationId xmlns:a16="http://schemas.microsoft.com/office/drawing/2014/main" id="{7AC570ED-E716-DF3A-97EA-D2D4181F077A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2" name="pg2706">
                <a:extLst>
                  <a:ext uri="{FF2B5EF4-FFF2-40B4-BE49-F238E27FC236}">
                    <a16:creationId xmlns:a16="http://schemas.microsoft.com/office/drawing/2014/main" id="{3C0B99B6-7290-141B-FBDE-CB18012FB78F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3" name="pg2707">
                <a:extLst>
                  <a:ext uri="{FF2B5EF4-FFF2-40B4-BE49-F238E27FC236}">
                    <a16:creationId xmlns:a16="http://schemas.microsoft.com/office/drawing/2014/main" id="{7B25A74B-054F-8063-DE00-800163F91418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4" name="pg2708">
                <a:extLst>
                  <a:ext uri="{FF2B5EF4-FFF2-40B4-BE49-F238E27FC236}">
                    <a16:creationId xmlns:a16="http://schemas.microsoft.com/office/drawing/2014/main" id="{94B7A893-0613-28D4-7BF8-A1609F533682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5" name="pg2709">
                <a:extLst>
                  <a:ext uri="{FF2B5EF4-FFF2-40B4-BE49-F238E27FC236}">
                    <a16:creationId xmlns:a16="http://schemas.microsoft.com/office/drawing/2014/main" id="{11AD93E6-AE27-62FB-805C-A0EA07D3B128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6" name="pg2710">
                <a:extLst>
                  <a:ext uri="{FF2B5EF4-FFF2-40B4-BE49-F238E27FC236}">
                    <a16:creationId xmlns:a16="http://schemas.microsoft.com/office/drawing/2014/main" id="{1AA001DC-80E4-5ECB-9135-C63260A27D00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7" name="pg2711">
                <a:extLst>
                  <a:ext uri="{FF2B5EF4-FFF2-40B4-BE49-F238E27FC236}">
                    <a16:creationId xmlns:a16="http://schemas.microsoft.com/office/drawing/2014/main" id="{703A9EF2-66C2-F4BC-A733-B1D0187FED85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8" name="pg2712">
                <a:extLst>
                  <a:ext uri="{FF2B5EF4-FFF2-40B4-BE49-F238E27FC236}">
                    <a16:creationId xmlns:a16="http://schemas.microsoft.com/office/drawing/2014/main" id="{2F91C6C8-5993-92F2-9F85-4F0F3C5F01D5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9" name="pg2713">
                <a:extLst>
                  <a:ext uri="{FF2B5EF4-FFF2-40B4-BE49-F238E27FC236}">
                    <a16:creationId xmlns:a16="http://schemas.microsoft.com/office/drawing/2014/main" id="{9F9C0229-79AD-30B0-5603-873F8CD71538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0" name="pg2714">
                <a:extLst>
                  <a:ext uri="{FF2B5EF4-FFF2-40B4-BE49-F238E27FC236}">
                    <a16:creationId xmlns:a16="http://schemas.microsoft.com/office/drawing/2014/main" id="{7ADC523A-5609-38F7-1CC5-7099D5BE54FD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1" name="pg2715">
                <a:extLst>
                  <a:ext uri="{FF2B5EF4-FFF2-40B4-BE49-F238E27FC236}">
                    <a16:creationId xmlns:a16="http://schemas.microsoft.com/office/drawing/2014/main" id="{9143443E-B2E5-A504-DA28-A98ABFD26A7E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2" name="pg2716">
                <a:extLst>
                  <a:ext uri="{FF2B5EF4-FFF2-40B4-BE49-F238E27FC236}">
                    <a16:creationId xmlns:a16="http://schemas.microsoft.com/office/drawing/2014/main" id="{25B3C20D-0383-1578-E95F-F01AC22D3416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3" name="pg2717">
                <a:extLst>
                  <a:ext uri="{FF2B5EF4-FFF2-40B4-BE49-F238E27FC236}">
                    <a16:creationId xmlns:a16="http://schemas.microsoft.com/office/drawing/2014/main" id="{F23D8A29-1ECA-ADEC-4614-91B4A5D66F0F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4" name="pg2718">
                <a:extLst>
                  <a:ext uri="{FF2B5EF4-FFF2-40B4-BE49-F238E27FC236}">
                    <a16:creationId xmlns:a16="http://schemas.microsoft.com/office/drawing/2014/main" id="{64B9B75B-0778-CAB6-2CE6-8F6876BB619B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5" name="pg2719">
                <a:extLst>
                  <a:ext uri="{FF2B5EF4-FFF2-40B4-BE49-F238E27FC236}">
                    <a16:creationId xmlns:a16="http://schemas.microsoft.com/office/drawing/2014/main" id="{50EAA5E4-3CBE-77E4-BE65-0571435DB3BC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6" name="pg2720">
                <a:extLst>
                  <a:ext uri="{FF2B5EF4-FFF2-40B4-BE49-F238E27FC236}">
                    <a16:creationId xmlns:a16="http://schemas.microsoft.com/office/drawing/2014/main" id="{01B20A18-9985-64F8-9166-B8470074FCD6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7" name="pg2721">
                <a:extLst>
                  <a:ext uri="{FF2B5EF4-FFF2-40B4-BE49-F238E27FC236}">
                    <a16:creationId xmlns:a16="http://schemas.microsoft.com/office/drawing/2014/main" id="{9BFE0D7F-6B18-0724-AF75-95DC33A7BEF9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8" name="pg2722">
                <a:extLst>
                  <a:ext uri="{FF2B5EF4-FFF2-40B4-BE49-F238E27FC236}">
                    <a16:creationId xmlns:a16="http://schemas.microsoft.com/office/drawing/2014/main" id="{05A625BE-6721-5BF0-4DF7-CC804B6A1CD0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9" name="pg2723">
                <a:extLst>
                  <a:ext uri="{FF2B5EF4-FFF2-40B4-BE49-F238E27FC236}">
                    <a16:creationId xmlns:a16="http://schemas.microsoft.com/office/drawing/2014/main" id="{5AF44138-4E5F-096A-FE3D-568890135045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0" name="pg2724">
                <a:extLst>
                  <a:ext uri="{FF2B5EF4-FFF2-40B4-BE49-F238E27FC236}">
                    <a16:creationId xmlns:a16="http://schemas.microsoft.com/office/drawing/2014/main" id="{2C95D50A-B50D-ABE4-8726-6C1D8A02B24B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1" name="pg2725">
                <a:extLst>
                  <a:ext uri="{FF2B5EF4-FFF2-40B4-BE49-F238E27FC236}">
                    <a16:creationId xmlns:a16="http://schemas.microsoft.com/office/drawing/2014/main" id="{D5856FEE-4ACC-4000-EE58-8D71BDC0A44B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2" name="pg2726">
                <a:extLst>
                  <a:ext uri="{FF2B5EF4-FFF2-40B4-BE49-F238E27FC236}">
                    <a16:creationId xmlns:a16="http://schemas.microsoft.com/office/drawing/2014/main" id="{EE03ED75-90AB-8521-ABAA-280CDED1E5B9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3" name="pg2727">
                <a:extLst>
                  <a:ext uri="{FF2B5EF4-FFF2-40B4-BE49-F238E27FC236}">
                    <a16:creationId xmlns:a16="http://schemas.microsoft.com/office/drawing/2014/main" id="{742A5B0A-82F6-74C5-1B7F-74F987C7D5F2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4" name="pg2728">
                <a:extLst>
                  <a:ext uri="{FF2B5EF4-FFF2-40B4-BE49-F238E27FC236}">
                    <a16:creationId xmlns:a16="http://schemas.microsoft.com/office/drawing/2014/main" id="{8ED4673F-A8B1-334A-345D-EA8E50DA34F4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5" name="pg2729">
                <a:extLst>
                  <a:ext uri="{FF2B5EF4-FFF2-40B4-BE49-F238E27FC236}">
                    <a16:creationId xmlns:a16="http://schemas.microsoft.com/office/drawing/2014/main" id="{D9833DD3-D74E-FC5E-0271-2E1AE34E7D97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6" name="pg2730">
                <a:extLst>
                  <a:ext uri="{FF2B5EF4-FFF2-40B4-BE49-F238E27FC236}">
                    <a16:creationId xmlns:a16="http://schemas.microsoft.com/office/drawing/2014/main" id="{02F3C5DB-6567-AD0F-1221-854770FBC12F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7" name="pg2731">
                <a:extLst>
                  <a:ext uri="{FF2B5EF4-FFF2-40B4-BE49-F238E27FC236}">
                    <a16:creationId xmlns:a16="http://schemas.microsoft.com/office/drawing/2014/main" id="{2DDBF4BA-B7EB-9909-4913-E1E0B8AEF3CE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8" name="pg2732">
                <a:extLst>
                  <a:ext uri="{FF2B5EF4-FFF2-40B4-BE49-F238E27FC236}">
                    <a16:creationId xmlns:a16="http://schemas.microsoft.com/office/drawing/2014/main" id="{F6E32121-198C-27F1-1A70-0F65BA611706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9" name="pg2733">
                <a:extLst>
                  <a:ext uri="{FF2B5EF4-FFF2-40B4-BE49-F238E27FC236}">
                    <a16:creationId xmlns:a16="http://schemas.microsoft.com/office/drawing/2014/main" id="{EE9E252A-AC65-3CCD-56D8-6A59DEEA5A26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0" name="pg2734">
                <a:extLst>
                  <a:ext uri="{FF2B5EF4-FFF2-40B4-BE49-F238E27FC236}">
                    <a16:creationId xmlns:a16="http://schemas.microsoft.com/office/drawing/2014/main" id="{B6EB2B25-F2F5-5A10-819E-EBE32DE7BC95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1" name="pg2735">
                <a:extLst>
                  <a:ext uri="{FF2B5EF4-FFF2-40B4-BE49-F238E27FC236}">
                    <a16:creationId xmlns:a16="http://schemas.microsoft.com/office/drawing/2014/main" id="{16FAB0B7-1810-0FF1-456A-28FCB4F33EBC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2" name="pg2736">
                <a:extLst>
                  <a:ext uri="{FF2B5EF4-FFF2-40B4-BE49-F238E27FC236}">
                    <a16:creationId xmlns:a16="http://schemas.microsoft.com/office/drawing/2014/main" id="{5C59EAD7-5043-A86C-2E7C-FA7EC866E3C9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3" name="pg2737">
                <a:extLst>
                  <a:ext uri="{FF2B5EF4-FFF2-40B4-BE49-F238E27FC236}">
                    <a16:creationId xmlns:a16="http://schemas.microsoft.com/office/drawing/2014/main" id="{CAC1B3C0-90EF-EAA7-B588-86595B7554B9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4" name="pg2738">
                <a:extLst>
                  <a:ext uri="{FF2B5EF4-FFF2-40B4-BE49-F238E27FC236}">
                    <a16:creationId xmlns:a16="http://schemas.microsoft.com/office/drawing/2014/main" id="{F850935D-A640-C455-014F-1B6FF886C9D0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5" name="pg2739">
                <a:extLst>
                  <a:ext uri="{FF2B5EF4-FFF2-40B4-BE49-F238E27FC236}">
                    <a16:creationId xmlns:a16="http://schemas.microsoft.com/office/drawing/2014/main" id="{13528606-A312-620B-755A-6BD5C5B36261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6" name="pg2740">
                <a:extLst>
                  <a:ext uri="{FF2B5EF4-FFF2-40B4-BE49-F238E27FC236}">
                    <a16:creationId xmlns:a16="http://schemas.microsoft.com/office/drawing/2014/main" id="{416B44AE-C5B6-D96E-332D-82CED5DFC27C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7" name="pg2741">
                <a:extLst>
                  <a:ext uri="{FF2B5EF4-FFF2-40B4-BE49-F238E27FC236}">
                    <a16:creationId xmlns:a16="http://schemas.microsoft.com/office/drawing/2014/main" id="{3B118E4B-96DB-373D-45AE-AFD7D3676786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8" name="pg2742">
                <a:extLst>
                  <a:ext uri="{FF2B5EF4-FFF2-40B4-BE49-F238E27FC236}">
                    <a16:creationId xmlns:a16="http://schemas.microsoft.com/office/drawing/2014/main" id="{1632E651-F399-CD62-C292-611538259739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9" name="pg2743">
                <a:extLst>
                  <a:ext uri="{FF2B5EF4-FFF2-40B4-BE49-F238E27FC236}">
                    <a16:creationId xmlns:a16="http://schemas.microsoft.com/office/drawing/2014/main" id="{780FFAF4-8C7A-1B3A-0DD2-8D3343645E9A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8">
                  <a:alpha val="100000"/>
                </a:srgbClr>
              </a:solidFill>
              <a:ln w="5420" cap="flat">
                <a:solidFill>
                  <a:srgbClr val="3A5B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0" name="pg2744">
                <a:extLst>
                  <a:ext uri="{FF2B5EF4-FFF2-40B4-BE49-F238E27FC236}">
                    <a16:creationId xmlns:a16="http://schemas.microsoft.com/office/drawing/2014/main" id="{236C2595-0C36-42A9-E153-2BE567270A1B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1" name="pg2745">
                <a:extLst>
                  <a:ext uri="{FF2B5EF4-FFF2-40B4-BE49-F238E27FC236}">
                    <a16:creationId xmlns:a16="http://schemas.microsoft.com/office/drawing/2014/main" id="{0B87503F-7927-27E8-7184-6F656050F476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2" name="pg2746">
                <a:extLst>
                  <a:ext uri="{FF2B5EF4-FFF2-40B4-BE49-F238E27FC236}">
                    <a16:creationId xmlns:a16="http://schemas.microsoft.com/office/drawing/2014/main" id="{F516AFE8-8234-FA3C-95FB-C078C7BB0A8A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3" name="pg2747">
                <a:extLst>
                  <a:ext uri="{FF2B5EF4-FFF2-40B4-BE49-F238E27FC236}">
                    <a16:creationId xmlns:a16="http://schemas.microsoft.com/office/drawing/2014/main" id="{984EC6EC-CBCB-FEA3-8BFD-25FCAD868C18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4" name="pg2748">
                <a:extLst>
                  <a:ext uri="{FF2B5EF4-FFF2-40B4-BE49-F238E27FC236}">
                    <a16:creationId xmlns:a16="http://schemas.microsoft.com/office/drawing/2014/main" id="{5069C501-BB52-75E2-74F9-20A2573482D5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5" name="pg2749">
                <a:extLst>
                  <a:ext uri="{FF2B5EF4-FFF2-40B4-BE49-F238E27FC236}">
                    <a16:creationId xmlns:a16="http://schemas.microsoft.com/office/drawing/2014/main" id="{3DD0FD81-4078-BA63-DDEA-13E2BEA4C683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6" name="pg2750">
                <a:extLst>
                  <a:ext uri="{FF2B5EF4-FFF2-40B4-BE49-F238E27FC236}">
                    <a16:creationId xmlns:a16="http://schemas.microsoft.com/office/drawing/2014/main" id="{69DC89A8-2F60-5F77-D3AA-1BA278536D79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7" name="pg2751">
                <a:extLst>
                  <a:ext uri="{FF2B5EF4-FFF2-40B4-BE49-F238E27FC236}">
                    <a16:creationId xmlns:a16="http://schemas.microsoft.com/office/drawing/2014/main" id="{2F9AFB09-79C0-0002-EBA4-52E0B968BBCF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8" name="pg2752">
                <a:extLst>
                  <a:ext uri="{FF2B5EF4-FFF2-40B4-BE49-F238E27FC236}">
                    <a16:creationId xmlns:a16="http://schemas.microsoft.com/office/drawing/2014/main" id="{9F306E6F-D9C2-647E-90DD-949918117901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9" name="pg2753">
                <a:extLst>
                  <a:ext uri="{FF2B5EF4-FFF2-40B4-BE49-F238E27FC236}">
                    <a16:creationId xmlns:a16="http://schemas.microsoft.com/office/drawing/2014/main" id="{30A6BB21-C573-0BEF-8474-0079B5A268EF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0" name="pg2754">
                <a:extLst>
                  <a:ext uri="{FF2B5EF4-FFF2-40B4-BE49-F238E27FC236}">
                    <a16:creationId xmlns:a16="http://schemas.microsoft.com/office/drawing/2014/main" id="{AD29287B-C565-BC52-03DC-06D580F6073C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1" name="pg2755">
                <a:extLst>
                  <a:ext uri="{FF2B5EF4-FFF2-40B4-BE49-F238E27FC236}">
                    <a16:creationId xmlns:a16="http://schemas.microsoft.com/office/drawing/2014/main" id="{E73D58B8-3990-6511-0073-83C0225218FC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2" name="pg2756">
                <a:extLst>
                  <a:ext uri="{FF2B5EF4-FFF2-40B4-BE49-F238E27FC236}">
                    <a16:creationId xmlns:a16="http://schemas.microsoft.com/office/drawing/2014/main" id="{0FE346E5-B2E0-A8F2-26B0-9E0D16EF1C4A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3" name="pg2757">
                <a:extLst>
                  <a:ext uri="{FF2B5EF4-FFF2-40B4-BE49-F238E27FC236}">
                    <a16:creationId xmlns:a16="http://schemas.microsoft.com/office/drawing/2014/main" id="{2E4664CD-581D-6F26-BA45-B6D06C6378B2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4" name="pg2758">
                <a:extLst>
                  <a:ext uri="{FF2B5EF4-FFF2-40B4-BE49-F238E27FC236}">
                    <a16:creationId xmlns:a16="http://schemas.microsoft.com/office/drawing/2014/main" id="{B08D7B29-42C4-197F-5883-CEBA4D35F1FF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5" name="pg2759">
                <a:extLst>
                  <a:ext uri="{FF2B5EF4-FFF2-40B4-BE49-F238E27FC236}">
                    <a16:creationId xmlns:a16="http://schemas.microsoft.com/office/drawing/2014/main" id="{741A7290-AF71-63CF-55CA-91067719E055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6" name="pg2760">
                <a:extLst>
                  <a:ext uri="{FF2B5EF4-FFF2-40B4-BE49-F238E27FC236}">
                    <a16:creationId xmlns:a16="http://schemas.microsoft.com/office/drawing/2014/main" id="{A6D01154-B662-54F2-D7AA-8C294423A88B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7" name="pg2761">
                <a:extLst>
                  <a:ext uri="{FF2B5EF4-FFF2-40B4-BE49-F238E27FC236}">
                    <a16:creationId xmlns:a16="http://schemas.microsoft.com/office/drawing/2014/main" id="{2F23D1F0-5C61-44BE-FF14-B3D8F13B2436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8" name="pg2762">
                <a:extLst>
                  <a:ext uri="{FF2B5EF4-FFF2-40B4-BE49-F238E27FC236}">
                    <a16:creationId xmlns:a16="http://schemas.microsoft.com/office/drawing/2014/main" id="{29E482E7-A66E-BDF4-16D3-5EFD4E05E425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9" name="pg2763">
                <a:extLst>
                  <a:ext uri="{FF2B5EF4-FFF2-40B4-BE49-F238E27FC236}">
                    <a16:creationId xmlns:a16="http://schemas.microsoft.com/office/drawing/2014/main" id="{74136425-A465-B894-9CB4-3289C923D592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0" name="pg2764">
                <a:extLst>
                  <a:ext uri="{FF2B5EF4-FFF2-40B4-BE49-F238E27FC236}">
                    <a16:creationId xmlns:a16="http://schemas.microsoft.com/office/drawing/2014/main" id="{BEABB976-FC68-35CB-9F9A-9541DEB09708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1" name="pg2765">
                <a:extLst>
                  <a:ext uri="{FF2B5EF4-FFF2-40B4-BE49-F238E27FC236}">
                    <a16:creationId xmlns:a16="http://schemas.microsoft.com/office/drawing/2014/main" id="{5534DF5B-AA0B-5101-654B-ED991595D6BF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2" name="pg2766">
                <a:extLst>
                  <a:ext uri="{FF2B5EF4-FFF2-40B4-BE49-F238E27FC236}">
                    <a16:creationId xmlns:a16="http://schemas.microsoft.com/office/drawing/2014/main" id="{DC71CE90-54A2-A25E-91F1-35B262FD1884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3" name="pg2767">
                <a:extLst>
                  <a:ext uri="{FF2B5EF4-FFF2-40B4-BE49-F238E27FC236}">
                    <a16:creationId xmlns:a16="http://schemas.microsoft.com/office/drawing/2014/main" id="{0E9C049F-7EE0-DB09-CDFB-EB97DE9438CC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4" name="pg2768">
                <a:extLst>
                  <a:ext uri="{FF2B5EF4-FFF2-40B4-BE49-F238E27FC236}">
                    <a16:creationId xmlns:a16="http://schemas.microsoft.com/office/drawing/2014/main" id="{F100CFD9-01CD-9F04-3EBC-856F25B1102E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5" name="pg2769">
                <a:extLst>
                  <a:ext uri="{FF2B5EF4-FFF2-40B4-BE49-F238E27FC236}">
                    <a16:creationId xmlns:a16="http://schemas.microsoft.com/office/drawing/2014/main" id="{7E88E8C3-CE43-B7FF-0DDA-C14D43E44620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6" name="pg2770">
                <a:extLst>
                  <a:ext uri="{FF2B5EF4-FFF2-40B4-BE49-F238E27FC236}">
                    <a16:creationId xmlns:a16="http://schemas.microsoft.com/office/drawing/2014/main" id="{C190FA2D-763B-0795-D84E-446CBB158C8D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7" name="pg2771">
                <a:extLst>
                  <a:ext uri="{FF2B5EF4-FFF2-40B4-BE49-F238E27FC236}">
                    <a16:creationId xmlns:a16="http://schemas.microsoft.com/office/drawing/2014/main" id="{130F28B5-0745-166D-B3F0-4BF35039B81E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8" name="pg2772">
                <a:extLst>
                  <a:ext uri="{FF2B5EF4-FFF2-40B4-BE49-F238E27FC236}">
                    <a16:creationId xmlns:a16="http://schemas.microsoft.com/office/drawing/2014/main" id="{BE9872E0-4CC7-BE1C-7BB9-9D0F4C012B67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9" name="pg2773">
                <a:extLst>
                  <a:ext uri="{FF2B5EF4-FFF2-40B4-BE49-F238E27FC236}">
                    <a16:creationId xmlns:a16="http://schemas.microsoft.com/office/drawing/2014/main" id="{4F2066CE-DF4C-60AA-9A93-7755299797D7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0" name="pg2774">
                <a:extLst>
                  <a:ext uri="{FF2B5EF4-FFF2-40B4-BE49-F238E27FC236}">
                    <a16:creationId xmlns:a16="http://schemas.microsoft.com/office/drawing/2014/main" id="{731E2A15-6FD2-E19D-FCD0-351D84B861EF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1" name="pg2775">
                <a:extLst>
                  <a:ext uri="{FF2B5EF4-FFF2-40B4-BE49-F238E27FC236}">
                    <a16:creationId xmlns:a16="http://schemas.microsoft.com/office/drawing/2014/main" id="{58E865C8-B15D-CD02-7270-BEF9301542E7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2" name="pg2776">
                <a:extLst>
                  <a:ext uri="{FF2B5EF4-FFF2-40B4-BE49-F238E27FC236}">
                    <a16:creationId xmlns:a16="http://schemas.microsoft.com/office/drawing/2014/main" id="{29C8310D-D4FB-9650-4FE6-C246062F4144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3" name="pg2777">
                <a:extLst>
                  <a:ext uri="{FF2B5EF4-FFF2-40B4-BE49-F238E27FC236}">
                    <a16:creationId xmlns:a16="http://schemas.microsoft.com/office/drawing/2014/main" id="{4961D690-DF25-0A3E-67C2-D736974F656F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4" name="pg2778">
                <a:extLst>
                  <a:ext uri="{FF2B5EF4-FFF2-40B4-BE49-F238E27FC236}">
                    <a16:creationId xmlns:a16="http://schemas.microsoft.com/office/drawing/2014/main" id="{45CF2F6B-8BFA-3A01-1632-30E8CAD97B3D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5" name="pg2779">
                <a:extLst>
                  <a:ext uri="{FF2B5EF4-FFF2-40B4-BE49-F238E27FC236}">
                    <a16:creationId xmlns:a16="http://schemas.microsoft.com/office/drawing/2014/main" id="{EEB1D4E4-B205-314E-E9D9-3705585CF4BD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6" name="pg2780">
                <a:extLst>
                  <a:ext uri="{FF2B5EF4-FFF2-40B4-BE49-F238E27FC236}">
                    <a16:creationId xmlns:a16="http://schemas.microsoft.com/office/drawing/2014/main" id="{ED00AA38-0381-E81B-90B7-C6EE2031D1A9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7" name="pg2781">
                <a:extLst>
                  <a:ext uri="{FF2B5EF4-FFF2-40B4-BE49-F238E27FC236}">
                    <a16:creationId xmlns:a16="http://schemas.microsoft.com/office/drawing/2014/main" id="{ED1E3339-F88C-92EE-5F7B-F044661FDB3C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8" name="pg2782">
                <a:extLst>
                  <a:ext uri="{FF2B5EF4-FFF2-40B4-BE49-F238E27FC236}">
                    <a16:creationId xmlns:a16="http://schemas.microsoft.com/office/drawing/2014/main" id="{04C83E4B-5CE1-6F1C-9757-C4E833AB204B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9" name="pg2783">
                <a:extLst>
                  <a:ext uri="{FF2B5EF4-FFF2-40B4-BE49-F238E27FC236}">
                    <a16:creationId xmlns:a16="http://schemas.microsoft.com/office/drawing/2014/main" id="{37C52154-F3F3-E41B-0C89-62A3093BCB5F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0" name="pg2784">
                <a:extLst>
                  <a:ext uri="{FF2B5EF4-FFF2-40B4-BE49-F238E27FC236}">
                    <a16:creationId xmlns:a16="http://schemas.microsoft.com/office/drawing/2014/main" id="{F6F87DAB-A9DD-10F0-49DF-64D12F8880DB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1" name="pg2785">
                <a:extLst>
                  <a:ext uri="{FF2B5EF4-FFF2-40B4-BE49-F238E27FC236}">
                    <a16:creationId xmlns:a16="http://schemas.microsoft.com/office/drawing/2014/main" id="{E3F97659-4EF5-D59D-A203-3D96F61CF015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2" name="pg2786">
                <a:extLst>
                  <a:ext uri="{FF2B5EF4-FFF2-40B4-BE49-F238E27FC236}">
                    <a16:creationId xmlns:a16="http://schemas.microsoft.com/office/drawing/2014/main" id="{B62C07B0-A3D9-70B7-9242-8C810EE93B67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3" name="pg2787">
                <a:extLst>
                  <a:ext uri="{FF2B5EF4-FFF2-40B4-BE49-F238E27FC236}">
                    <a16:creationId xmlns:a16="http://schemas.microsoft.com/office/drawing/2014/main" id="{895EB0D1-B21C-7207-EB07-4F9813CFB3D4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4" name="pg2788">
                <a:extLst>
                  <a:ext uri="{FF2B5EF4-FFF2-40B4-BE49-F238E27FC236}">
                    <a16:creationId xmlns:a16="http://schemas.microsoft.com/office/drawing/2014/main" id="{8B6557A1-49E5-9A1E-D882-40FCB92D06D3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5" name="pg2789">
                <a:extLst>
                  <a:ext uri="{FF2B5EF4-FFF2-40B4-BE49-F238E27FC236}">
                    <a16:creationId xmlns:a16="http://schemas.microsoft.com/office/drawing/2014/main" id="{1E94F9FB-6C2B-F9B4-A592-023ADC598B46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6" name="pg2790">
                <a:extLst>
                  <a:ext uri="{FF2B5EF4-FFF2-40B4-BE49-F238E27FC236}">
                    <a16:creationId xmlns:a16="http://schemas.microsoft.com/office/drawing/2014/main" id="{2CDDE535-896D-E9CE-5724-8FCC81CABC9E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7" name="pg2791">
                <a:extLst>
                  <a:ext uri="{FF2B5EF4-FFF2-40B4-BE49-F238E27FC236}">
                    <a16:creationId xmlns:a16="http://schemas.microsoft.com/office/drawing/2014/main" id="{F18FBA7C-ECED-B833-7ED3-B81380A04740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8" name="pg2792">
                <a:extLst>
                  <a:ext uri="{FF2B5EF4-FFF2-40B4-BE49-F238E27FC236}">
                    <a16:creationId xmlns:a16="http://schemas.microsoft.com/office/drawing/2014/main" id="{D1022007-B8CA-9334-9432-A8D595037BEF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9" name="pg2793">
                <a:extLst>
                  <a:ext uri="{FF2B5EF4-FFF2-40B4-BE49-F238E27FC236}">
                    <a16:creationId xmlns:a16="http://schemas.microsoft.com/office/drawing/2014/main" id="{C31B98E9-08B4-FD4D-FA86-0A140BED2C85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0" name="pg2794">
                <a:extLst>
                  <a:ext uri="{FF2B5EF4-FFF2-40B4-BE49-F238E27FC236}">
                    <a16:creationId xmlns:a16="http://schemas.microsoft.com/office/drawing/2014/main" id="{EC5888F0-767C-DE07-20A9-B732A6B48889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1" name="pg2795">
                <a:extLst>
                  <a:ext uri="{FF2B5EF4-FFF2-40B4-BE49-F238E27FC236}">
                    <a16:creationId xmlns:a16="http://schemas.microsoft.com/office/drawing/2014/main" id="{616A3ADB-4511-7843-2794-9DADFD2C1647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2" name="pg2796">
                <a:extLst>
                  <a:ext uri="{FF2B5EF4-FFF2-40B4-BE49-F238E27FC236}">
                    <a16:creationId xmlns:a16="http://schemas.microsoft.com/office/drawing/2014/main" id="{ECD69B4C-559E-7F9A-FDA4-7DE1A254CB31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3" name="pg2797">
                <a:extLst>
                  <a:ext uri="{FF2B5EF4-FFF2-40B4-BE49-F238E27FC236}">
                    <a16:creationId xmlns:a16="http://schemas.microsoft.com/office/drawing/2014/main" id="{04CC124F-1911-3954-D3B5-2EB4C7EC052C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4" name="pg2798">
                <a:extLst>
                  <a:ext uri="{FF2B5EF4-FFF2-40B4-BE49-F238E27FC236}">
                    <a16:creationId xmlns:a16="http://schemas.microsoft.com/office/drawing/2014/main" id="{C671269D-B528-3C79-570E-2DFF5659B57B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5" name="pg2799">
                <a:extLst>
                  <a:ext uri="{FF2B5EF4-FFF2-40B4-BE49-F238E27FC236}">
                    <a16:creationId xmlns:a16="http://schemas.microsoft.com/office/drawing/2014/main" id="{90A6EC53-CA5A-BE9E-4209-500133A73247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6" name="pg2800">
                <a:extLst>
                  <a:ext uri="{FF2B5EF4-FFF2-40B4-BE49-F238E27FC236}">
                    <a16:creationId xmlns:a16="http://schemas.microsoft.com/office/drawing/2014/main" id="{22A4D8F1-4502-E09A-9752-9D59A50308B1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7" name="pg2801">
                <a:extLst>
                  <a:ext uri="{FF2B5EF4-FFF2-40B4-BE49-F238E27FC236}">
                    <a16:creationId xmlns:a16="http://schemas.microsoft.com/office/drawing/2014/main" id="{83D5FC13-1935-2C1A-A218-7ADD3FF64380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8" name="pg2802">
                <a:extLst>
                  <a:ext uri="{FF2B5EF4-FFF2-40B4-BE49-F238E27FC236}">
                    <a16:creationId xmlns:a16="http://schemas.microsoft.com/office/drawing/2014/main" id="{E2EAB221-4394-0F26-9676-9BD347A9D809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9" name="pg2803">
                <a:extLst>
                  <a:ext uri="{FF2B5EF4-FFF2-40B4-BE49-F238E27FC236}">
                    <a16:creationId xmlns:a16="http://schemas.microsoft.com/office/drawing/2014/main" id="{6DB2201B-0EF6-D63C-2571-DB63D8F452A9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0" name="pg2804">
                <a:extLst>
                  <a:ext uri="{FF2B5EF4-FFF2-40B4-BE49-F238E27FC236}">
                    <a16:creationId xmlns:a16="http://schemas.microsoft.com/office/drawing/2014/main" id="{92579530-A2CB-3761-6AD3-E184ADDE397B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1" name="pg2805">
                <a:extLst>
                  <a:ext uri="{FF2B5EF4-FFF2-40B4-BE49-F238E27FC236}">
                    <a16:creationId xmlns:a16="http://schemas.microsoft.com/office/drawing/2014/main" id="{C8DA4F71-FFC8-43FC-AB74-0022E7293139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2" name="pg2806">
                <a:extLst>
                  <a:ext uri="{FF2B5EF4-FFF2-40B4-BE49-F238E27FC236}">
                    <a16:creationId xmlns:a16="http://schemas.microsoft.com/office/drawing/2014/main" id="{34F22B82-08E6-699E-326B-DE3081162AD6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3" name="pg2807">
                <a:extLst>
                  <a:ext uri="{FF2B5EF4-FFF2-40B4-BE49-F238E27FC236}">
                    <a16:creationId xmlns:a16="http://schemas.microsoft.com/office/drawing/2014/main" id="{9F81D6A2-7CCA-047B-C642-7CF4FF997B36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4" name="pg2808">
                <a:extLst>
                  <a:ext uri="{FF2B5EF4-FFF2-40B4-BE49-F238E27FC236}">
                    <a16:creationId xmlns:a16="http://schemas.microsoft.com/office/drawing/2014/main" id="{23B2F560-7901-E2FF-4C3D-4E5728BBDC17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5" name="pg2809">
                <a:extLst>
                  <a:ext uri="{FF2B5EF4-FFF2-40B4-BE49-F238E27FC236}">
                    <a16:creationId xmlns:a16="http://schemas.microsoft.com/office/drawing/2014/main" id="{6BD7C683-5B42-098C-E806-3856F6FDAE88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6" name="pg2810">
                <a:extLst>
                  <a:ext uri="{FF2B5EF4-FFF2-40B4-BE49-F238E27FC236}">
                    <a16:creationId xmlns:a16="http://schemas.microsoft.com/office/drawing/2014/main" id="{C01ABB82-0039-6EAE-9988-59041733F061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7" name="pg2811">
                <a:extLst>
                  <a:ext uri="{FF2B5EF4-FFF2-40B4-BE49-F238E27FC236}">
                    <a16:creationId xmlns:a16="http://schemas.microsoft.com/office/drawing/2014/main" id="{172D6C7F-74CD-FAF0-83AA-05517FF5DF58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8" name="pg2812">
                <a:extLst>
                  <a:ext uri="{FF2B5EF4-FFF2-40B4-BE49-F238E27FC236}">
                    <a16:creationId xmlns:a16="http://schemas.microsoft.com/office/drawing/2014/main" id="{83BCF96F-AD8D-8F6A-E207-4402266938C5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A">
                  <a:alpha val="100000"/>
                </a:srgbClr>
              </a:solidFill>
              <a:ln w="5420" cap="flat">
                <a:solidFill>
                  <a:srgbClr val="395B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9" name="pg2813">
                <a:extLst>
                  <a:ext uri="{FF2B5EF4-FFF2-40B4-BE49-F238E27FC236}">
                    <a16:creationId xmlns:a16="http://schemas.microsoft.com/office/drawing/2014/main" id="{BFEC65BF-AA01-FB1B-C87F-17617C5D56E8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0" name="pg2814">
                <a:extLst>
                  <a:ext uri="{FF2B5EF4-FFF2-40B4-BE49-F238E27FC236}">
                    <a16:creationId xmlns:a16="http://schemas.microsoft.com/office/drawing/2014/main" id="{FFF959FD-3011-BD89-A89E-474AE1500078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1" name="pg2815">
                <a:extLst>
                  <a:ext uri="{FF2B5EF4-FFF2-40B4-BE49-F238E27FC236}">
                    <a16:creationId xmlns:a16="http://schemas.microsoft.com/office/drawing/2014/main" id="{7EB5A3C5-3330-69D0-C9CB-7389296DD651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2" name="pg2816">
                <a:extLst>
                  <a:ext uri="{FF2B5EF4-FFF2-40B4-BE49-F238E27FC236}">
                    <a16:creationId xmlns:a16="http://schemas.microsoft.com/office/drawing/2014/main" id="{FA583962-59F3-2015-0709-9DB39FAE03FE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3" name="pg2817">
                <a:extLst>
                  <a:ext uri="{FF2B5EF4-FFF2-40B4-BE49-F238E27FC236}">
                    <a16:creationId xmlns:a16="http://schemas.microsoft.com/office/drawing/2014/main" id="{9AD11AED-6993-6C67-213F-F31D1A8C3911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4" name="pg2818">
                <a:extLst>
                  <a:ext uri="{FF2B5EF4-FFF2-40B4-BE49-F238E27FC236}">
                    <a16:creationId xmlns:a16="http://schemas.microsoft.com/office/drawing/2014/main" id="{11CF4B40-531C-6A1D-1C1E-6C2A97877211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5" name="pg2819">
                <a:extLst>
                  <a:ext uri="{FF2B5EF4-FFF2-40B4-BE49-F238E27FC236}">
                    <a16:creationId xmlns:a16="http://schemas.microsoft.com/office/drawing/2014/main" id="{66ACF9EB-DB5D-AB41-FBC7-81263127CB78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6" name="pg2820">
                <a:extLst>
                  <a:ext uri="{FF2B5EF4-FFF2-40B4-BE49-F238E27FC236}">
                    <a16:creationId xmlns:a16="http://schemas.microsoft.com/office/drawing/2014/main" id="{D364FEBB-35EF-D0C3-3655-C6B4266FFFC9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7" name="pg2821">
                <a:extLst>
                  <a:ext uri="{FF2B5EF4-FFF2-40B4-BE49-F238E27FC236}">
                    <a16:creationId xmlns:a16="http://schemas.microsoft.com/office/drawing/2014/main" id="{84F209FA-8DE8-A1E8-F9B8-DDFECEEF98FB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8" name="pg2822">
                <a:extLst>
                  <a:ext uri="{FF2B5EF4-FFF2-40B4-BE49-F238E27FC236}">
                    <a16:creationId xmlns:a16="http://schemas.microsoft.com/office/drawing/2014/main" id="{C2159BFD-26F6-A0AA-F365-7636AD907842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9" name="pg2823">
                <a:extLst>
                  <a:ext uri="{FF2B5EF4-FFF2-40B4-BE49-F238E27FC236}">
                    <a16:creationId xmlns:a16="http://schemas.microsoft.com/office/drawing/2014/main" id="{6D19F8F8-43BF-448E-D628-F3123862E9D1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0" name="pg2824">
                <a:extLst>
                  <a:ext uri="{FF2B5EF4-FFF2-40B4-BE49-F238E27FC236}">
                    <a16:creationId xmlns:a16="http://schemas.microsoft.com/office/drawing/2014/main" id="{7ABE8EF2-8D33-590E-7134-2DFEEA58328D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1" name="pg2825">
                <a:extLst>
                  <a:ext uri="{FF2B5EF4-FFF2-40B4-BE49-F238E27FC236}">
                    <a16:creationId xmlns:a16="http://schemas.microsoft.com/office/drawing/2014/main" id="{603AADDA-D956-7EF2-E8C5-13B8629D7E39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2" name="pg2826">
                <a:extLst>
                  <a:ext uri="{FF2B5EF4-FFF2-40B4-BE49-F238E27FC236}">
                    <a16:creationId xmlns:a16="http://schemas.microsoft.com/office/drawing/2014/main" id="{1EC6481D-0532-FC99-08B4-D26E7258C188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3" name="pg2827">
                <a:extLst>
                  <a:ext uri="{FF2B5EF4-FFF2-40B4-BE49-F238E27FC236}">
                    <a16:creationId xmlns:a16="http://schemas.microsoft.com/office/drawing/2014/main" id="{84CBA3AA-8102-89AC-E189-B4FE62EAD64F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4" name="pg2828">
                <a:extLst>
                  <a:ext uri="{FF2B5EF4-FFF2-40B4-BE49-F238E27FC236}">
                    <a16:creationId xmlns:a16="http://schemas.microsoft.com/office/drawing/2014/main" id="{93BAAC8F-791D-B234-3F07-6BB75F633E8A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5" name="pg2829">
                <a:extLst>
                  <a:ext uri="{FF2B5EF4-FFF2-40B4-BE49-F238E27FC236}">
                    <a16:creationId xmlns:a16="http://schemas.microsoft.com/office/drawing/2014/main" id="{38EBDF20-E706-E57A-BF59-04B2F9B1FC50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6" name="pg2830">
                <a:extLst>
                  <a:ext uri="{FF2B5EF4-FFF2-40B4-BE49-F238E27FC236}">
                    <a16:creationId xmlns:a16="http://schemas.microsoft.com/office/drawing/2014/main" id="{8C8CCBC2-D50C-D113-1267-F9DE2CF188F2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7" name="pg2831">
                <a:extLst>
                  <a:ext uri="{FF2B5EF4-FFF2-40B4-BE49-F238E27FC236}">
                    <a16:creationId xmlns:a16="http://schemas.microsoft.com/office/drawing/2014/main" id="{9FF96D39-4DC2-F52A-9CDC-1F336613E5B7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8" name="pg2832">
                <a:extLst>
                  <a:ext uri="{FF2B5EF4-FFF2-40B4-BE49-F238E27FC236}">
                    <a16:creationId xmlns:a16="http://schemas.microsoft.com/office/drawing/2014/main" id="{4E578E26-4894-5000-D532-8D34DA0E1E1D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9" name="pg2833">
                <a:extLst>
                  <a:ext uri="{FF2B5EF4-FFF2-40B4-BE49-F238E27FC236}">
                    <a16:creationId xmlns:a16="http://schemas.microsoft.com/office/drawing/2014/main" id="{EDAC627D-2D37-4078-025D-3B298B04ED9C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0" name="pg2834">
                <a:extLst>
                  <a:ext uri="{FF2B5EF4-FFF2-40B4-BE49-F238E27FC236}">
                    <a16:creationId xmlns:a16="http://schemas.microsoft.com/office/drawing/2014/main" id="{3355EC8E-9136-9743-893C-0492ECE67407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1" name="pg2835">
                <a:extLst>
                  <a:ext uri="{FF2B5EF4-FFF2-40B4-BE49-F238E27FC236}">
                    <a16:creationId xmlns:a16="http://schemas.microsoft.com/office/drawing/2014/main" id="{E612A061-D50D-F58F-D663-71663488C225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2" name="pg2836">
                <a:extLst>
                  <a:ext uri="{FF2B5EF4-FFF2-40B4-BE49-F238E27FC236}">
                    <a16:creationId xmlns:a16="http://schemas.microsoft.com/office/drawing/2014/main" id="{A21F7E4C-9FE6-C7BF-231E-F83FFE19063E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3" name="pg2837">
                <a:extLst>
                  <a:ext uri="{FF2B5EF4-FFF2-40B4-BE49-F238E27FC236}">
                    <a16:creationId xmlns:a16="http://schemas.microsoft.com/office/drawing/2014/main" id="{4218845E-1A7A-3E03-165F-CFC7F7CC248E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4" name="pg2838">
                <a:extLst>
                  <a:ext uri="{FF2B5EF4-FFF2-40B4-BE49-F238E27FC236}">
                    <a16:creationId xmlns:a16="http://schemas.microsoft.com/office/drawing/2014/main" id="{524E80FB-2BCF-D587-C0AA-9234A1EC14F1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5" name="pg2839">
                <a:extLst>
                  <a:ext uri="{FF2B5EF4-FFF2-40B4-BE49-F238E27FC236}">
                    <a16:creationId xmlns:a16="http://schemas.microsoft.com/office/drawing/2014/main" id="{0F6CA882-8E11-9065-29E3-16BE8CB4EC23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6" name="pg2840">
                <a:extLst>
                  <a:ext uri="{FF2B5EF4-FFF2-40B4-BE49-F238E27FC236}">
                    <a16:creationId xmlns:a16="http://schemas.microsoft.com/office/drawing/2014/main" id="{75909471-5832-05D8-1CB7-8A9B758E1A23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7" name="pg2841">
                <a:extLst>
                  <a:ext uri="{FF2B5EF4-FFF2-40B4-BE49-F238E27FC236}">
                    <a16:creationId xmlns:a16="http://schemas.microsoft.com/office/drawing/2014/main" id="{FA2B0D2D-95C9-15AB-73D2-2C59F981805B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8" name="pg2842">
                <a:extLst>
                  <a:ext uri="{FF2B5EF4-FFF2-40B4-BE49-F238E27FC236}">
                    <a16:creationId xmlns:a16="http://schemas.microsoft.com/office/drawing/2014/main" id="{B8169C1B-5A00-30CC-05A7-A321D61376B0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9" name="pg2843">
                <a:extLst>
                  <a:ext uri="{FF2B5EF4-FFF2-40B4-BE49-F238E27FC236}">
                    <a16:creationId xmlns:a16="http://schemas.microsoft.com/office/drawing/2014/main" id="{4BCE20DC-F256-7DFA-9366-65B83EB145F0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0" name="pg2844">
                <a:extLst>
                  <a:ext uri="{FF2B5EF4-FFF2-40B4-BE49-F238E27FC236}">
                    <a16:creationId xmlns:a16="http://schemas.microsoft.com/office/drawing/2014/main" id="{800C7DB5-6DE3-D125-F878-7527C12A2BCD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1" name="pg2845">
                <a:extLst>
                  <a:ext uri="{FF2B5EF4-FFF2-40B4-BE49-F238E27FC236}">
                    <a16:creationId xmlns:a16="http://schemas.microsoft.com/office/drawing/2014/main" id="{838B0480-590A-3432-B3D9-C66B8B12D04D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2" name="pg2846">
                <a:extLst>
                  <a:ext uri="{FF2B5EF4-FFF2-40B4-BE49-F238E27FC236}">
                    <a16:creationId xmlns:a16="http://schemas.microsoft.com/office/drawing/2014/main" id="{904DDCE8-CE17-33D8-8343-1F2FC12E1158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3" name="pg2847">
                <a:extLst>
                  <a:ext uri="{FF2B5EF4-FFF2-40B4-BE49-F238E27FC236}">
                    <a16:creationId xmlns:a16="http://schemas.microsoft.com/office/drawing/2014/main" id="{C21617D5-FAED-7498-D1F9-934D82571D17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4" name="pg2848">
                <a:extLst>
                  <a:ext uri="{FF2B5EF4-FFF2-40B4-BE49-F238E27FC236}">
                    <a16:creationId xmlns:a16="http://schemas.microsoft.com/office/drawing/2014/main" id="{9D016946-57FC-E479-3BF7-458D7BCE9301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5" name="pg2849">
                <a:extLst>
                  <a:ext uri="{FF2B5EF4-FFF2-40B4-BE49-F238E27FC236}">
                    <a16:creationId xmlns:a16="http://schemas.microsoft.com/office/drawing/2014/main" id="{7E759101-0F34-8FB6-239F-DF3BA5154801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6" name="pg2850">
                <a:extLst>
                  <a:ext uri="{FF2B5EF4-FFF2-40B4-BE49-F238E27FC236}">
                    <a16:creationId xmlns:a16="http://schemas.microsoft.com/office/drawing/2014/main" id="{6037987E-67F1-6D70-C218-58DEE718BA94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7" name="pg2851">
                <a:extLst>
                  <a:ext uri="{FF2B5EF4-FFF2-40B4-BE49-F238E27FC236}">
                    <a16:creationId xmlns:a16="http://schemas.microsoft.com/office/drawing/2014/main" id="{8E848E36-D822-54FB-E16E-A451C971BC41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8" name="pg2852">
                <a:extLst>
                  <a:ext uri="{FF2B5EF4-FFF2-40B4-BE49-F238E27FC236}">
                    <a16:creationId xmlns:a16="http://schemas.microsoft.com/office/drawing/2014/main" id="{5FD78FBD-6F00-F1B3-37D3-60CEB19A41C2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9" name="pg2853">
                <a:extLst>
                  <a:ext uri="{FF2B5EF4-FFF2-40B4-BE49-F238E27FC236}">
                    <a16:creationId xmlns:a16="http://schemas.microsoft.com/office/drawing/2014/main" id="{07DEC3FC-DF26-9DD4-BA5E-E20C6515A9DE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0" name="pg2854">
                <a:extLst>
                  <a:ext uri="{FF2B5EF4-FFF2-40B4-BE49-F238E27FC236}">
                    <a16:creationId xmlns:a16="http://schemas.microsoft.com/office/drawing/2014/main" id="{9E6D845E-10C5-A2FE-8B8A-0441E5984BDF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1" name="pg2855">
                <a:extLst>
                  <a:ext uri="{FF2B5EF4-FFF2-40B4-BE49-F238E27FC236}">
                    <a16:creationId xmlns:a16="http://schemas.microsoft.com/office/drawing/2014/main" id="{C0FDD225-1B2F-6265-973E-B5DC6EC815CB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2" name="pg2856">
                <a:extLst>
                  <a:ext uri="{FF2B5EF4-FFF2-40B4-BE49-F238E27FC236}">
                    <a16:creationId xmlns:a16="http://schemas.microsoft.com/office/drawing/2014/main" id="{32D4DB0C-FDF1-8826-CB47-27A906D90E84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3" name="pg2857">
                <a:extLst>
                  <a:ext uri="{FF2B5EF4-FFF2-40B4-BE49-F238E27FC236}">
                    <a16:creationId xmlns:a16="http://schemas.microsoft.com/office/drawing/2014/main" id="{8B94A192-D282-20A3-9BFC-57CB8D04A979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4" name="pg2858">
                <a:extLst>
                  <a:ext uri="{FF2B5EF4-FFF2-40B4-BE49-F238E27FC236}">
                    <a16:creationId xmlns:a16="http://schemas.microsoft.com/office/drawing/2014/main" id="{403002DB-30E0-22FA-9662-84A04E3E1789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5" name="pg2859">
                <a:extLst>
                  <a:ext uri="{FF2B5EF4-FFF2-40B4-BE49-F238E27FC236}">
                    <a16:creationId xmlns:a16="http://schemas.microsoft.com/office/drawing/2014/main" id="{EF8B230F-CC32-C6B2-BFF3-132CF5771362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6" name="pg2860">
                <a:extLst>
                  <a:ext uri="{FF2B5EF4-FFF2-40B4-BE49-F238E27FC236}">
                    <a16:creationId xmlns:a16="http://schemas.microsoft.com/office/drawing/2014/main" id="{47D8ECA7-2C9D-41A6-04EF-EBEB5EA9DFD8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7" name="pg2861">
                <a:extLst>
                  <a:ext uri="{FF2B5EF4-FFF2-40B4-BE49-F238E27FC236}">
                    <a16:creationId xmlns:a16="http://schemas.microsoft.com/office/drawing/2014/main" id="{A8E01439-CC84-3437-DDDC-528229B39652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8" name="pg2862">
                <a:extLst>
                  <a:ext uri="{FF2B5EF4-FFF2-40B4-BE49-F238E27FC236}">
                    <a16:creationId xmlns:a16="http://schemas.microsoft.com/office/drawing/2014/main" id="{4F9751FC-3EA9-FE13-8D16-6FBC0D3C5DFC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9" name="pg2863">
                <a:extLst>
                  <a:ext uri="{FF2B5EF4-FFF2-40B4-BE49-F238E27FC236}">
                    <a16:creationId xmlns:a16="http://schemas.microsoft.com/office/drawing/2014/main" id="{DBC79476-204E-9C27-FE8E-AD058F5598AD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0" name="pg2864">
                <a:extLst>
                  <a:ext uri="{FF2B5EF4-FFF2-40B4-BE49-F238E27FC236}">
                    <a16:creationId xmlns:a16="http://schemas.microsoft.com/office/drawing/2014/main" id="{5D4AD21A-7033-D0E8-2580-4C0091DC67A0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1" name="pg2865">
                <a:extLst>
                  <a:ext uri="{FF2B5EF4-FFF2-40B4-BE49-F238E27FC236}">
                    <a16:creationId xmlns:a16="http://schemas.microsoft.com/office/drawing/2014/main" id="{63C15500-ACA7-38DD-7649-7709DD4E47B6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2" name="pg2866">
                <a:extLst>
                  <a:ext uri="{FF2B5EF4-FFF2-40B4-BE49-F238E27FC236}">
                    <a16:creationId xmlns:a16="http://schemas.microsoft.com/office/drawing/2014/main" id="{7CBD2949-04D6-7F15-0463-DDE4DC2FCAEE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3" name="pg2867">
                <a:extLst>
                  <a:ext uri="{FF2B5EF4-FFF2-40B4-BE49-F238E27FC236}">
                    <a16:creationId xmlns:a16="http://schemas.microsoft.com/office/drawing/2014/main" id="{0E015B0E-B07F-EE94-F598-3F26D05ADFB4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4" name="pg2868">
                <a:extLst>
                  <a:ext uri="{FF2B5EF4-FFF2-40B4-BE49-F238E27FC236}">
                    <a16:creationId xmlns:a16="http://schemas.microsoft.com/office/drawing/2014/main" id="{18E8FA80-3C0C-3349-2CB6-ED8967FF8809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5" name="pg2869">
                <a:extLst>
                  <a:ext uri="{FF2B5EF4-FFF2-40B4-BE49-F238E27FC236}">
                    <a16:creationId xmlns:a16="http://schemas.microsoft.com/office/drawing/2014/main" id="{C0F211D3-1506-916E-3366-E74ADEF34EA9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6" name="pg2870">
                <a:extLst>
                  <a:ext uri="{FF2B5EF4-FFF2-40B4-BE49-F238E27FC236}">
                    <a16:creationId xmlns:a16="http://schemas.microsoft.com/office/drawing/2014/main" id="{ADDBCF81-A383-AD74-E8A1-87759634EE04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7" name="pg2871">
                <a:extLst>
                  <a:ext uri="{FF2B5EF4-FFF2-40B4-BE49-F238E27FC236}">
                    <a16:creationId xmlns:a16="http://schemas.microsoft.com/office/drawing/2014/main" id="{829514D1-866E-92AA-6F6D-D53638288CD8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8" name="pg2872">
                <a:extLst>
                  <a:ext uri="{FF2B5EF4-FFF2-40B4-BE49-F238E27FC236}">
                    <a16:creationId xmlns:a16="http://schemas.microsoft.com/office/drawing/2014/main" id="{C70980C5-BB11-9AEA-9DFA-16D0BDD6D807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9" name="pg2873">
                <a:extLst>
                  <a:ext uri="{FF2B5EF4-FFF2-40B4-BE49-F238E27FC236}">
                    <a16:creationId xmlns:a16="http://schemas.microsoft.com/office/drawing/2014/main" id="{2F1C792A-76FB-ADA4-C9CF-4CC339DDE072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0" name="pg2874">
                <a:extLst>
                  <a:ext uri="{FF2B5EF4-FFF2-40B4-BE49-F238E27FC236}">
                    <a16:creationId xmlns:a16="http://schemas.microsoft.com/office/drawing/2014/main" id="{52BE93F3-69A7-568D-2B2B-6E58B5BCDA9D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1" name="pg2875">
                <a:extLst>
                  <a:ext uri="{FF2B5EF4-FFF2-40B4-BE49-F238E27FC236}">
                    <a16:creationId xmlns:a16="http://schemas.microsoft.com/office/drawing/2014/main" id="{037AC923-DD4D-0D46-DFDE-985EB15A5D81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2" name="pg2876">
                <a:extLst>
                  <a:ext uri="{FF2B5EF4-FFF2-40B4-BE49-F238E27FC236}">
                    <a16:creationId xmlns:a16="http://schemas.microsoft.com/office/drawing/2014/main" id="{FC5DA1E1-F9FC-C8A1-07D2-EE9207EF65BF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3" name="pg2877">
                <a:extLst>
                  <a:ext uri="{FF2B5EF4-FFF2-40B4-BE49-F238E27FC236}">
                    <a16:creationId xmlns:a16="http://schemas.microsoft.com/office/drawing/2014/main" id="{A76EBCF8-CA22-DE85-7557-3D32C9DBEC6D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4" name="pg2878">
                <a:extLst>
                  <a:ext uri="{FF2B5EF4-FFF2-40B4-BE49-F238E27FC236}">
                    <a16:creationId xmlns:a16="http://schemas.microsoft.com/office/drawing/2014/main" id="{6A76367B-339E-41D4-E116-02B6BABA263A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5" name="pg2879">
                <a:extLst>
                  <a:ext uri="{FF2B5EF4-FFF2-40B4-BE49-F238E27FC236}">
                    <a16:creationId xmlns:a16="http://schemas.microsoft.com/office/drawing/2014/main" id="{EB88BA64-3FA6-5E8B-2B84-C932F6DF6D9E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6" name="pg2880">
                <a:extLst>
                  <a:ext uri="{FF2B5EF4-FFF2-40B4-BE49-F238E27FC236}">
                    <a16:creationId xmlns:a16="http://schemas.microsoft.com/office/drawing/2014/main" id="{5597ED09-4A03-7012-B732-8279E8A21E7A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7" name="pg2881">
                <a:extLst>
                  <a:ext uri="{FF2B5EF4-FFF2-40B4-BE49-F238E27FC236}">
                    <a16:creationId xmlns:a16="http://schemas.microsoft.com/office/drawing/2014/main" id="{868DB36F-4D29-55D5-F789-EECDC80AC2D7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8" name="pg2882">
                <a:extLst>
                  <a:ext uri="{FF2B5EF4-FFF2-40B4-BE49-F238E27FC236}">
                    <a16:creationId xmlns:a16="http://schemas.microsoft.com/office/drawing/2014/main" id="{BDA8535A-FCEB-4244-7B00-74416759FF89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9" name="pg2883">
                <a:extLst>
                  <a:ext uri="{FF2B5EF4-FFF2-40B4-BE49-F238E27FC236}">
                    <a16:creationId xmlns:a16="http://schemas.microsoft.com/office/drawing/2014/main" id="{85A349A8-0A0D-20FD-AC24-166C5EA8F21E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0" name="pg2884">
                <a:extLst>
                  <a:ext uri="{FF2B5EF4-FFF2-40B4-BE49-F238E27FC236}">
                    <a16:creationId xmlns:a16="http://schemas.microsoft.com/office/drawing/2014/main" id="{5C354D09-7279-F7B3-DF2D-061CFF4E9990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1" name="pg2885">
                <a:extLst>
                  <a:ext uri="{FF2B5EF4-FFF2-40B4-BE49-F238E27FC236}">
                    <a16:creationId xmlns:a16="http://schemas.microsoft.com/office/drawing/2014/main" id="{46D803BC-72E6-F598-F347-B05FAE740750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2" name="pg2886">
                <a:extLst>
                  <a:ext uri="{FF2B5EF4-FFF2-40B4-BE49-F238E27FC236}">
                    <a16:creationId xmlns:a16="http://schemas.microsoft.com/office/drawing/2014/main" id="{6E42E13A-C2E7-BBE9-6E39-B27B90E91699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3" name="pg2887">
                <a:extLst>
                  <a:ext uri="{FF2B5EF4-FFF2-40B4-BE49-F238E27FC236}">
                    <a16:creationId xmlns:a16="http://schemas.microsoft.com/office/drawing/2014/main" id="{E5520A3D-F2E6-CD59-1B48-FB788071E786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4" name="pg2888">
                <a:extLst>
                  <a:ext uri="{FF2B5EF4-FFF2-40B4-BE49-F238E27FC236}">
                    <a16:creationId xmlns:a16="http://schemas.microsoft.com/office/drawing/2014/main" id="{A33DA772-2193-68E6-332B-007414FF8655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5" name="pg2889">
                <a:extLst>
                  <a:ext uri="{FF2B5EF4-FFF2-40B4-BE49-F238E27FC236}">
                    <a16:creationId xmlns:a16="http://schemas.microsoft.com/office/drawing/2014/main" id="{622D37F3-DB33-CDD9-C1E0-EC6750159708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6" name="pg2890">
                <a:extLst>
                  <a:ext uri="{FF2B5EF4-FFF2-40B4-BE49-F238E27FC236}">
                    <a16:creationId xmlns:a16="http://schemas.microsoft.com/office/drawing/2014/main" id="{DB7B6449-8DCE-6FC4-FA83-F716DAFBFD41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7" name="pg2891">
                <a:extLst>
                  <a:ext uri="{FF2B5EF4-FFF2-40B4-BE49-F238E27FC236}">
                    <a16:creationId xmlns:a16="http://schemas.microsoft.com/office/drawing/2014/main" id="{77F65F94-5ECA-EE99-5317-E74CC9AC4CBA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8" name="pg2892">
                <a:extLst>
                  <a:ext uri="{FF2B5EF4-FFF2-40B4-BE49-F238E27FC236}">
                    <a16:creationId xmlns:a16="http://schemas.microsoft.com/office/drawing/2014/main" id="{A326E00A-9F43-B0DF-4573-7DC832463709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9" name="pg2893">
                <a:extLst>
                  <a:ext uri="{FF2B5EF4-FFF2-40B4-BE49-F238E27FC236}">
                    <a16:creationId xmlns:a16="http://schemas.microsoft.com/office/drawing/2014/main" id="{259EC501-451C-AD00-4B03-3EA4BDE0C8AB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0" name="pg2894">
                <a:extLst>
                  <a:ext uri="{FF2B5EF4-FFF2-40B4-BE49-F238E27FC236}">
                    <a16:creationId xmlns:a16="http://schemas.microsoft.com/office/drawing/2014/main" id="{5C61323C-09E7-AE13-F79E-F8ACB000A52E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1" name="pg2895">
                <a:extLst>
                  <a:ext uri="{FF2B5EF4-FFF2-40B4-BE49-F238E27FC236}">
                    <a16:creationId xmlns:a16="http://schemas.microsoft.com/office/drawing/2014/main" id="{48F92091-5E2D-302D-8C90-E58029885FCF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2" name="pg2896">
                <a:extLst>
                  <a:ext uri="{FF2B5EF4-FFF2-40B4-BE49-F238E27FC236}">
                    <a16:creationId xmlns:a16="http://schemas.microsoft.com/office/drawing/2014/main" id="{3436D8ED-7DEE-526F-ED6F-73041B217096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3" name="pg2897">
                <a:extLst>
                  <a:ext uri="{FF2B5EF4-FFF2-40B4-BE49-F238E27FC236}">
                    <a16:creationId xmlns:a16="http://schemas.microsoft.com/office/drawing/2014/main" id="{A8C83291-F239-9251-68D4-C589CC173AAC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4" name="pg2898">
                <a:extLst>
                  <a:ext uri="{FF2B5EF4-FFF2-40B4-BE49-F238E27FC236}">
                    <a16:creationId xmlns:a16="http://schemas.microsoft.com/office/drawing/2014/main" id="{7E7C0CE2-0D20-4B82-0D5C-64F7618DB344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5" name="pg2899">
                <a:extLst>
                  <a:ext uri="{FF2B5EF4-FFF2-40B4-BE49-F238E27FC236}">
                    <a16:creationId xmlns:a16="http://schemas.microsoft.com/office/drawing/2014/main" id="{64E28CF6-7071-057E-0198-D57222CA9417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6" name="pg2900">
                <a:extLst>
                  <a:ext uri="{FF2B5EF4-FFF2-40B4-BE49-F238E27FC236}">
                    <a16:creationId xmlns:a16="http://schemas.microsoft.com/office/drawing/2014/main" id="{933323E7-C84C-5429-8AC8-9040AB22DFD4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7" name="pg2901">
                <a:extLst>
                  <a:ext uri="{FF2B5EF4-FFF2-40B4-BE49-F238E27FC236}">
                    <a16:creationId xmlns:a16="http://schemas.microsoft.com/office/drawing/2014/main" id="{9BD68486-9F0B-1D0A-CCF1-7F1CE2E20390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8" name="pg2902">
                <a:extLst>
                  <a:ext uri="{FF2B5EF4-FFF2-40B4-BE49-F238E27FC236}">
                    <a16:creationId xmlns:a16="http://schemas.microsoft.com/office/drawing/2014/main" id="{DEF9EF6D-B5C9-4A88-3D16-8D442E72320C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9" name="pg2903">
                <a:extLst>
                  <a:ext uri="{FF2B5EF4-FFF2-40B4-BE49-F238E27FC236}">
                    <a16:creationId xmlns:a16="http://schemas.microsoft.com/office/drawing/2014/main" id="{66C60596-0C7E-995E-516E-CA47DF1909CE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0" name="pg2904">
                <a:extLst>
                  <a:ext uri="{FF2B5EF4-FFF2-40B4-BE49-F238E27FC236}">
                    <a16:creationId xmlns:a16="http://schemas.microsoft.com/office/drawing/2014/main" id="{6C43885F-ADE7-F4BA-F061-C1D39B9280C6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1" name="pg2905">
                <a:extLst>
                  <a:ext uri="{FF2B5EF4-FFF2-40B4-BE49-F238E27FC236}">
                    <a16:creationId xmlns:a16="http://schemas.microsoft.com/office/drawing/2014/main" id="{A3A51B53-63AE-4350-27CB-5D3733F9BE32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2" name="pg2906">
                <a:extLst>
                  <a:ext uri="{FF2B5EF4-FFF2-40B4-BE49-F238E27FC236}">
                    <a16:creationId xmlns:a16="http://schemas.microsoft.com/office/drawing/2014/main" id="{3A2FE6D6-984A-E9F6-EE01-1608A58BB1BA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3" name="pg2907">
                <a:extLst>
                  <a:ext uri="{FF2B5EF4-FFF2-40B4-BE49-F238E27FC236}">
                    <a16:creationId xmlns:a16="http://schemas.microsoft.com/office/drawing/2014/main" id="{4ED8A6C3-92CA-49D5-735C-8E8F74B3F371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4" name="pg2908">
                <a:extLst>
                  <a:ext uri="{FF2B5EF4-FFF2-40B4-BE49-F238E27FC236}">
                    <a16:creationId xmlns:a16="http://schemas.microsoft.com/office/drawing/2014/main" id="{B0C618EE-C08E-DF1C-F321-BBC82C12CB3F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5" name="pg2909">
                <a:extLst>
                  <a:ext uri="{FF2B5EF4-FFF2-40B4-BE49-F238E27FC236}">
                    <a16:creationId xmlns:a16="http://schemas.microsoft.com/office/drawing/2014/main" id="{50C6B64C-315B-5D83-3565-D5A899203962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6" name="pg2910">
                <a:extLst>
                  <a:ext uri="{FF2B5EF4-FFF2-40B4-BE49-F238E27FC236}">
                    <a16:creationId xmlns:a16="http://schemas.microsoft.com/office/drawing/2014/main" id="{54FCDD0F-9317-53E8-10C2-5258889604BC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7" name="pg2911">
                <a:extLst>
                  <a:ext uri="{FF2B5EF4-FFF2-40B4-BE49-F238E27FC236}">
                    <a16:creationId xmlns:a16="http://schemas.microsoft.com/office/drawing/2014/main" id="{94711D23-16AD-FC50-07F3-B055E7375FCD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8" name="pg2912">
                <a:extLst>
                  <a:ext uri="{FF2B5EF4-FFF2-40B4-BE49-F238E27FC236}">
                    <a16:creationId xmlns:a16="http://schemas.microsoft.com/office/drawing/2014/main" id="{7A74EBEF-006E-1374-D260-F422C0B46534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9" name="pg2913">
                <a:extLst>
                  <a:ext uri="{FF2B5EF4-FFF2-40B4-BE49-F238E27FC236}">
                    <a16:creationId xmlns:a16="http://schemas.microsoft.com/office/drawing/2014/main" id="{B1FC8576-5B7F-233E-8C8A-933A6C2C363D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0" name="pg2914">
                <a:extLst>
                  <a:ext uri="{FF2B5EF4-FFF2-40B4-BE49-F238E27FC236}">
                    <a16:creationId xmlns:a16="http://schemas.microsoft.com/office/drawing/2014/main" id="{9FA75A6C-4CC2-075A-99BB-DF527BAF2FBA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1" name="pg2915">
                <a:extLst>
                  <a:ext uri="{FF2B5EF4-FFF2-40B4-BE49-F238E27FC236}">
                    <a16:creationId xmlns:a16="http://schemas.microsoft.com/office/drawing/2014/main" id="{2F518977-EEF3-1CD8-01A9-E638A8237B2E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2" name="pg2916">
                <a:extLst>
                  <a:ext uri="{FF2B5EF4-FFF2-40B4-BE49-F238E27FC236}">
                    <a16:creationId xmlns:a16="http://schemas.microsoft.com/office/drawing/2014/main" id="{34ED5D72-F0A7-DA53-01C5-2CBF62AD7DEB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3" name="pg2917">
                <a:extLst>
                  <a:ext uri="{FF2B5EF4-FFF2-40B4-BE49-F238E27FC236}">
                    <a16:creationId xmlns:a16="http://schemas.microsoft.com/office/drawing/2014/main" id="{439494F5-A3B1-5FE0-B0A8-3D7D851AEC10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4" name="pg2918">
                <a:extLst>
                  <a:ext uri="{FF2B5EF4-FFF2-40B4-BE49-F238E27FC236}">
                    <a16:creationId xmlns:a16="http://schemas.microsoft.com/office/drawing/2014/main" id="{D06CD148-5BC5-940E-36F0-7DFA4DA08715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5" name="pg2919">
                <a:extLst>
                  <a:ext uri="{FF2B5EF4-FFF2-40B4-BE49-F238E27FC236}">
                    <a16:creationId xmlns:a16="http://schemas.microsoft.com/office/drawing/2014/main" id="{C4661A45-BC31-C5DD-DE67-950A4D498F84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6" name="pg2920">
                <a:extLst>
                  <a:ext uri="{FF2B5EF4-FFF2-40B4-BE49-F238E27FC236}">
                    <a16:creationId xmlns:a16="http://schemas.microsoft.com/office/drawing/2014/main" id="{FEDCF6AB-A43F-F5CD-0D9A-42BD0EC1AB97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7" name="pg2921">
                <a:extLst>
                  <a:ext uri="{FF2B5EF4-FFF2-40B4-BE49-F238E27FC236}">
                    <a16:creationId xmlns:a16="http://schemas.microsoft.com/office/drawing/2014/main" id="{8E99D084-7583-03EC-5BB2-5DCE8844D096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8" name="pg2922">
                <a:extLst>
                  <a:ext uri="{FF2B5EF4-FFF2-40B4-BE49-F238E27FC236}">
                    <a16:creationId xmlns:a16="http://schemas.microsoft.com/office/drawing/2014/main" id="{21BBD762-573C-71E5-F4ED-5AB6A0C00E56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9" name="pg2923">
                <a:extLst>
                  <a:ext uri="{FF2B5EF4-FFF2-40B4-BE49-F238E27FC236}">
                    <a16:creationId xmlns:a16="http://schemas.microsoft.com/office/drawing/2014/main" id="{C9DB755A-8BCF-B1D5-6BB6-9336CF2B89A2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0" name="pg2924">
                <a:extLst>
                  <a:ext uri="{FF2B5EF4-FFF2-40B4-BE49-F238E27FC236}">
                    <a16:creationId xmlns:a16="http://schemas.microsoft.com/office/drawing/2014/main" id="{013E673E-8C9C-594D-C3DA-CA5481C61341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1" name="pg2925">
                <a:extLst>
                  <a:ext uri="{FF2B5EF4-FFF2-40B4-BE49-F238E27FC236}">
                    <a16:creationId xmlns:a16="http://schemas.microsoft.com/office/drawing/2014/main" id="{BE010F14-844B-9B19-576D-174E57BA1475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2" name="pg2926">
                <a:extLst>
                  <a:ext uri="{FF2B5EF4-FFF2-40B4-BE49-F238E27FC236}">
                    <a16:creationId xmlns:a16="http://schemas.microsoft.com/office/drawing/2014/main" id="{BF18A2E4-3717-CB5A-88D4-4FF6C995A18D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3" name="pg2927">
                <a:extLst>
                  <a:ext uri="{FF2B5EF4-FFF2-40B4-BE49-F238E27FC236}">
                    <a16:creationId xmlns:a16="http://schemas.microsoft.com/office/drawing/2014/main" id="{5AAF51A2-B08A-09A5-04A2-BD54CCA88A64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4" name="pg2928">
                <a:extLst>
                  <a:ext uri="{FF2B5EF4-FFF2-40B4-BE49-F238E27FC236}">
                    <a16:creationId xmlns:a16="http://schemas.microsoft.com/office/drawing/2014/main" id="{755A3200-B919-09E2-0D96-BFA3EC7D4402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5" name="pg2929">
                <a:extLst>
                  <a:ext uri="{FF2B5EF4-FFF2-40B4-BE49-F238E27FC236}">
                    <a16:creationId xmlns:a16="http://schemas.microsoft.com/office/drawing/2014/main" id="{337E80B8-A510-CF5F-3B84-576E0AA3C2BB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6" name="pg2930">
                <a:extLst>
                  <a:ext uri="{FF2B5EF4-FFF2-40B4-BE49-F238E27FC236}">
                    <a16:creationId xmlns:a16="http://schemas.microsoft.com/office/drawing/2014/main" id="{6B3C56AD-7B88-A3B5-AEBB-E3699DC502F9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7" name="pg2931">
                <a:extLst>
                  <a:ext uri="{FF2B5EF4-FFF2-40B4-BE49-F238E27FC236}">
                    <a16:creationId xmlns:a16="http://schemas.microsoft.com/office/drawing/2014/main" id="{612C7F31-5A0F-C633-D1ED-BCE96B41CA4B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8" name="pg2932">
                <a:extLst>
                  <a:ext uri="{FF2B5EF4-FFF2-40B4-BE49-F238E27FC236}">
                    <a16:creationId xmlns:a16="http://schemas.microsoft.com/office/drawing/2014/main" id="{190BC093-8357-04C1-D98C-4383FA5500B8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9" name="pg2933">
                <a:extLst>
                  <a:ext uri="{FF2B5EF4-FFF2-40B4-BE49-F238E27FC236}">
                    <a16:creationId xmlns:a16="http://schemas.microsoft.com/office/drawing/2014/main" id="{7FC4960E-550F-6A0D-52BF-C39AF7708C86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0" name="pg2934">
                <a:extLst>
                  <a:ext uri="{FF2B5EF4-FFF2-40B4-BE49-F238E27FC236}">
                    <a16:creationId xmlns:a16="http://schemas.microsoft.com/office/drawing/2014/main" id="{E6DA1577-D4D0-3DC6-A672-FB662861F018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1" name="pg2935">
                <a:extLst>
                  <a:ext uri="{FF2B5EF4-FFF2-40B4-BE49-F238E27FC236}">
                    <a16:creationId xmlns:a16="http://schemas.microsoft.com/office/drawing/2014/main" id="{1F62FD91-88E7-256B-2833-1EAEA3D508CA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2" name="pg2936">
                <a:extLst>
                  <a:ext uri="{FF2B5EF4-FFF2-40B4-BE49-F238E27FC236}">
                    <a16:creationId xmlns:a16="http://schemas.microsoft.com/office/drawing/2014/main" id="{B2FBDD53-234A-66E1-42EF-324261ED9F5E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3" name="pg2937">
                <a:extLst>
                  <a:ext uri="{FF2B5EF4-FFF2-40B4-BE49-F238E27FC236}">
                    <a16:creationId xmlns:a16="http://schemas.microsoft.com/office/drawing/2014/main" id="{FE626605-0069-1565-5FFE-CB1A646EE142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4" name="pg2938">
                <a:extLst>
                  <a:ext uri="{FF2B5EF4-FFF2-40B4-BE49-F238E27FC236}">
                    <a16:creationId xmlns:a16="http://schemas.microsoft.com/office/drawing/2014/main" id="{7DAB665B-2FF2-8713-65FF-5FE367C57688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5" name="pg2939">
                <a:extLst>
                  <a:ext uri="{FF2B5EF4-FFF2-40B4-BE49-F238E27FC236}">
                    <a16:creationId xmlns:a16="http://schemas.microsoft.com/office/drawing/2014/main" id="{73362DFA-17A7-92BD-C5FB-CDE45D563413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6" name="pg2940">
                <a:extLst>
                  <a:ext uri="{FF2B5EF4-FFF2-40B4-BE49-F238E27FC236}">
                    <a16:creationId xmlns:a16="http://schemas.microsoft.com/office/drawing/2014/main" id="{DDFA19D2-A332-A510-5DA3-6E1636333058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7" name="pg2941">
                <a:extLst>
                  <a:ext uri="{FF2B5EF4-FFF2-40B4-BE49-F238E27FC236}">
                    <a16:creationId xmlns:a16="http://schemas.microsoft.com/office/drawing/2014/main" id="{68D2EC51-830F-DAB7-E6F6-A7257A807EC7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8" name="pg2942">
                <a:extLst>
                  <a:ext uri="{FF2B5EF4-FFF2-40B4-BE49-F238E27FC236}">
                    <a16:creationId xmlns:a16="http://schemas.microsoft.com/office/drawing/2014/main" id="{1D3DD912-F289-1C06-E264-023DA9EFFDBC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9" name="pg2943">
                <a:extLst>
                  <a:ext uri="{FF2B5EF4-FFF2-40B4-BE49-F238E27FC236}">
                    <a16:creationId xmlns:a16="http://schemas.microsoft.com/office/drawing/2014/main" id="{12E1BF1F-ADDB-F754-A694-C92DFD076B60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0" name="pg2944">
                <a:extLst>
                  <a:ext uri="{FF2B5EF4-FFF2-40B4-BE49-F238E27FC236}">
                    <a16:creationId xmlns:a16="http://schemas.microsoft.com/office/drawing/2014/main" id="{2DF00DF6-CEAB-8500-9761-17A3E941680C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1" name="pg2945">
                <a:extLst>
                  <a:ext uri="{FF2B5EF4-FFF2-40B4-BE49-F238E27FC236}">
                    <a16:creationId xmlns:a16="http://schemas.microsoft.com/office/drawing/2014/main" id="{88761119-F973-8F41-8E96-B28FBDB5C558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2" name="pg2946">
                <a:extLst>
                  <a:ext uri="{FF2B5EF4-FFF2-40B4-BE49-F238E27FC236}">
                    <a16:creationId xmlns:a16="http://schemas.microsoft.com/office/drawing/2014/main" id="{D05D15F2-F05B-5332-0060-1927D8FA92B9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3" name="pg2947">
                <a:extLst>
                  <a:ext uri="{FF2B5EF4-FFF2-40B4-BE49-F238E27FC236}">
                    <a16:creationId xmlns:a16="http://schemas.microsoft.com/office/drawing/2014/main" id="{D1E717CA-3EDF-E970-322B-ED3C2E82D35B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4" name="pg2948">
                <a:extLst>
                  <a:ext uri="{FF2B5EF4-FFF2-40B4-BE49-F238E27FC236}">
                    <a16:creationId xmlns:a16="http://schemas.microsoft.com/office/drawing/2014/main" id="{D994BA05-019A-69E3-FA53-1695BA277B86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5" name="pg2949">
                <a:extLst>
                  <a:ext uri="{FF2B5EF4-FFF2-40B4-BE49-F238E27FC236}">
                    <a16:creationId xmlns:a16="http://schemas.microsoft.com/office/drawing/2014/main" id="{7EA9D5E7-4B66-F92C-5067-F329E3DFE132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6" name="pg2950">
                <a:extLst>
                  <a:ext uri="{FF2B5EF4-FFF2-40B4-BE49-F238E27FC236}">
                    <a16:creationId xmlns:a16="http://schemas.microsoft.com/office/drawing/2014/main" id="{6899DAAB-176F-AB0E-FE8B-C088BE552642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7" name="pg2951">
                <a:extLst>
                  <a:ext uri="{FF2B5EF4-FFF2-40B4-BE49-F238E27FC236}">
                    <a16:creationId xmlns:a16="http://schemas.microsoft.com/office/drawing/2014/main" id="{4371D2F0-6411-5DA4-F6AE-EF0BE279E437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8" name="pg2952">
                <a:extLst>
                  <a:ext uri="{FF2B5EF4-FFF2-40B4-BE49-F238E27FC236}">
                    <a16:creationId xmlns:a16="http://schemas.microsoft.com/office/drawing/2014/main" id="{246579CE-867C-80B9-DD8B-750E36C9A16F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9" name="pg2953">
                <a:extLst>
                  <a:ext uri="{FF2B5EF4-FFF2-40B4-BE49-F238E27FC236}">
                    <a16:creationId xmlns:a16="http://schemas.microsoft.com/office/drawing/2014/main" id="{732D402F-987B-3BDA-2A1D-07D96EB226E5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0" name="pg2954">
                <a:extLst>
                  <a:ext uri="{FF2B5EF4-FFF2-40B4-BE49-F238E27FC236}">
                    <a16:creationId xmlns:a16="http://schemas.microsoft.com/office/drawing/2014/main" id="{834123D6-B005-41FB-A12C-094BF21561A6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1" name="pg2955">
                <a:extLst>
                  <a:ext uri="{FF2B5EF4-FFF2-40B4-BE49-F238E27FC236}">
                    <a16:creationId xmlns:a16="http://schemas.microsoft.com/office/drawing/2014/main" id="{6C30C003-A5DF-E362-DF4D-4F6104B74632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2" name="pg2956">
                <a:extLst>
                  <a:ext uri="{FF2B5EF4-FFF2-40B4-BE49-F238E27FC236}">
                    <a16:creationId xmlns:a16="http://schemas.microsoft.com/office/drawing/2014/main" id="{93072C16-2259-1C5A-7EBA-853DDBB0C1EB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3" name="pg2957">
                <a:extLst>
                  <a:ext uri="{FF2B5EF4-FFF2-40B4-BE49-F238E27FC236}">
                    <a16:creationId xmlns:a16="http://schemas.microsoft.com/office/drawing/2014/main" id="{B256A0CC-4F2B-4880-C463-E83D290C4062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4" name="pg2958">
                <a:extLst>
                  <a:ext uri="{FF2B5EF4-FFF2-40B4-BE49-F238E27FC236}">
                    <a16:creationId xmlns:a16="http://schemas.microsoft.com/office/drawing/2014/main" id="{25933055-BECE-92EF-AF84-4E4649F289CB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5" name="pg2959">
                <a:extLst>
                  <a:ext uri="{FF2B5EF4-FFF2-40B4-BE49-F238E27FC236}">
                    <a16:creationId xmlns:a16="http://schemas.microsoft.com/office/drawing/2014/main" id="{F74DB143-4664-E378-8355-C6BCB63BD4A1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6" name="pg2960">
                <a:extLst>
                  <a:ext uri="{FF2B5EF4-FFF2-40B4-BE49-F238E27FC236}">
                    <a16:creationId xmlns:a16="http://schemas.microsoft.com/office/drawing/2014/main" id="{343DA147-365B-6E7A-FCB7-837B568A7E6C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7" name="pg2961">
                <a:extLst>
                  <a:ext uri="{FF2B5EF4-FFF2-40B4-BE49-F238E27FC236}">
                    <a16:creationId xmlns:a16="http://schemas.microsoft.com/office/drawing/2014/main" id="{FD0FB169-5CFE-CE11-A637-2198A8902C20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8" name="pg2962">
                <a:extLst>
                  <a:ext uri="{FF2B5EF4-FFF2-40B4-BE49-F238E27FC236}">
                    <a16:creationId xmlns:a16="http://schemas.microsoft.com/office/drawing/2014/main" id="{F8E13066-48D9-EB2F-BAC2-AE8EC890C9C9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9" name="pg2963">
                <a:extLst>
                  <a:ext uri="{FF2B5EF4-FFF2-40B4-BE49-F238E27FC236}">
                    <a16:creationId xmlns:a16="http://schemas.microsoft.com/office/drawing/2014/main" id="{B92C5B01-AAEF-59DF-2F48-E1AF479CF1E7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0" name="pg2964">
                <a:extLst>
                  <a:ext uri="{FF2B5EF4-FFF2-40B4-BE49-F238E27FC236}">
                    <a16:creationId xmlns:a16="http://schemas.microsoft.com/office/drawing/2014/main" id="{4F647442-B416-63CA-2267-382FA7095A0B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1" name="pg2965">
                <a:extLst>
                  <a:ext uri="{FF2B5EF4-FFF2-40B4-BE49-F238E27FC236}">
                    <a16:creationId xmlns:a16="http://schemas.microsoft.com/office/drawing/2014/main" id="{ECA7A774-ED9A-B341-1292-408386A28D94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2" name="pg2966">
                <a:extLst>
                  <a:ext uri="{FF2B5EF4-FFF2-40B4-BE49-F238E27FC236}">
                    <a16:creationId xmlns:a16="http://schemas.microsoft.com/office/drawing/2014/main" id="{547FEFDE-CC69-D1B3-BCA5-5B54680B86BC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3" name="pg2967">
                <a:extLst>
                  <a:ext uri="{FF2B5EF4-FFF2-40B4-BE49-F238E27FC236}">
                    <a16:creationId xmlns:a16="http://schemas.microsoft.com/office/drawing/2014/main" id="{823B069F-9277-1F70-2A5F-4128D9A2AADF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4" name="pg2968">
                <a:extLst>
                  <a:ext uri="{FF2B5EF4-FFF2-40B4-BE49-F238E27FC236}">
                    <a16:creationId xmlns:a16="http://schemas.microsoft.com/office/drawing/2014/main" id="{5FDBE58B-969A-0209-8E02-4D64AA573B26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5" name="pg2969">
                <a:extLst>
                  <a:ext uri="{FF2B5EF4-FFF2-40B4-BE49-F238E27FC236}">
                    <a16:creationId xmlns:a16="http://schemas.microsoft.com/office/drawing/2014/main" id="{507C5EAC-023E-B463-A2EA-2081243BC4D8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6" name="pg2970">
                <a:extLst>
                  <a:ext uri="{FF2B5EF4-FFF2-40B4-BE49-F238E27FC236}">
                    <a16:creationId xmlns:a16="http://schemas.microsoft.com/office/drawing/2014/main" id="{78CBBD1B-923F-0B78-6E47-AF3E539ABAFF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7" name="pg2971">
                <a:extLst>
                  <a:ext uri="{FF2B5EF4-FFF2-40B4-BE49-F238E27FC236}">
                    <a16:creationId xmlns:a16="http://schemas.microsoft.com/office/drawing/2014/main" id="{7C423CF3-90E8-E858-5232-6802B495FD0E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8" name="pg2972">
                <a:extLst>
                  <a:ext uri="{FF2B5EF4-FFF2-40B4-BE49-F238E27FC236}">
                    <a16:creationId xmlns:a16="http://schemas.microsoft.com/office/drawing/2014/main" id="{A45CA87B-DC45-8234-88E4-E88CC392012D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9" name="pg2973">
                <a:extLst>
                  <a:ext uri="{FF2B5EF4-FFF2-40B4-BE49-F238E27FC236}">
                    <a16:creationId xmlns:a16="http://schemas.microsoft.com/office/drawing/2014/main" id="{663F91AF-F649-85FF-7D3D-FD718799C496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0" name="pg2974">
                <a:extLst>
                  <a:ext uri="{FF2B5EF4-FFF2-40B4-BE49-F238E27FC236}">
                    <a16:creationId xmlns:a16="http://schemas.microsoft.com/office/drawing/2014/main" id="{6FD2F89F-E1B3-E185-7C8E-9612F180CC48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1" name="pg2975">
                <a:extLst>
                  <a:ext uri="{FF2B5EF4-FFF2-40B4-BE49-F238E27FC236}">
                    <a16:creationId xmlns:a16="http://schemas.microsoft.com/office/drawing/2014/main" id="{BB9DB96A-D590-D990-5870-92DF462259AD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2" name="pg2976">
                <a:extLst>
                  <a:ext uri="{FF2B5EF4-FFF2-40B4-BE49-F238E27FC236}">
                    <a16:creationId xmlns:a16="http://schemas.microsoft.com/office/drawing/2014/main" id="{45806C4D-F547-97C3-773D-925D68975340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3" name="pg2977">
                <a:extLst>
                  <a:ext uri="{FF2B5EF4-FFF2-40B4-BE49-F238E27FC236}">
                    <a16:creationId xmlns:a16="http://schemas.microsoft.com/office/drawing/2014/main" id="{B2147387-FD79-C434-DF05-2D017C86E939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4" name="pg2978">
                <a:extLst>
                  <a:ext uri="{FF2B5EF4-FFF2-40B4-BE49-F238E27FC236}">
                    <a16:creationId xmlns:a16="http://schemas.microsoft.com/office/drawing/2014/main" id="{AA084487-0606-BCFD-B443-477506CBDE56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5" name="pg2979">
                <a:extLst>
                  <a:ext uri="{FF2B5EF4-FFF2-40B4-BE49-F238E27FC236}">
                    <a16:creationId xmlns:a16="http://schemas.microsoft.com/office/drawing/2014/main" id="{9EA257FA-986E-C3F5-BE37-30FF134B9034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6" name="pg2980">
                <a:extLst>
                  <a:ext uri="{FF2B5EF4-FFF2-40B4-BE49-F238E27FC236}">
                    <a16:creationId xmlns:a16="http://schemas.microsoft.com/office/drawing/2014/main" id="{F53F59D2-6FA3-1B67-3112-A8BCDF788523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7" name="pg2981">
                <a:extLst>
                  <a:ext uri="{FF2B5EF4-FFF2-40B4-BE49-F238E27FC236}">
                    <a16:creationId xmlns:a16="http://schemas.microsoft.com/office/drawing/2014/main" id="{49C9B3C1-F55A-5DC8-8105-4D3D4BFADBAB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8" name="pg2982">
                <a:extLst>
                  <a:ext uri="{FF2B5EF4-FFF2-40B4-BE49-F238E27FC236}">
                    <a16:creationId xmlns:a16="http://schemas.microsoft.com/office/drawing/2014/main" id="{5D5BCC0D-51BC-6B74-6803-4A9AB2D7A7DD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9" name="pg2983">
                <a:extLst>
                  <a:ext uri="{FF2B5EF4-FFF2-40B4-BE49-F238E27FC236}">
                    <a16:creationId xmlns:a16="http://schemas.microsoft.com/office/drawing/2014/main" id="{293ABFF3-953D-F34D-6252-6E8A6D1BCDA1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0" name="pg2984">
                <a:extLst>
                  <a:ext uri="{FF2B5EF4-FFF2-40B4-BE49-F238E27FC236}">
                    <a16:creationId xmlns:a16="http://schemas.microsoft.com/office/drawing/2014/main" id="{6ABD5F03-4D89-88CB-C1E3-42B0BCC93FCC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1" name="pg2985">
                <a:extLst>
                  <a:ext uri="{FF2B5EF4-FFF2-40B4-BE49-F238E27FC236}">
                    <a16:creationId xmlns:a16="http://schemas.microsoft.com/office/drawing/2014/main" id="{CFC0D5DE-92C8-A845-64E6-28470C121905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2" name="pg2986">
                <a:extLst>
                  <a:ext uri="{FF2B5EF4-FFF2-40B4-BE49-F238E27FC236}">
                    <a16:creationId xmlns:a16="http://schemas.microsoft.com/office/drawing/2014/main" id="{9C850486-E8D7-F5BD-CD37-F362FEFFD89C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3" name="pg2987">
                <a:extLst>
                  <a:ext uri="{FF2B5EF4-FFF2-40B4-BE49-F238E27FC236}">
                    <a16:creationId xmlns:a16="http://schemas.microsoft.com/office/drawing/2014/main" id="{636AF832-9FB8-CD44-82C6-483F8F3EE7BF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4" name="pg2988">
                <a:extLst>
                  <a:ext uri="{FF2B5EF4-FFF2-40B4-BE49-F238E27FC236}">
                    <a16:creationId xmlns:a16="http://schemas.microsoft.com/office/drawing/2014/main" id="{1A3F8BF3-F6FB-BA9A-A5BE-29CF903B3689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5" name="pg2989">
                <a:extLst>
                  <a:ext uri="{FF2B5EF4-FFF2-40B4-BE49-F238E27FC236}">
                    <a16:creationId xmlns:a16="http://schemas.microsoft.com/office/drawing/2014/main" id="{BD8C5D36-483F-BBE7-C156-591DA59D01ED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6" name="pg2990">
                <a:extLst>
                  <a:ext uri="{FF2B5EF4-FFF2-40B4-BE49-F238E27FC236}">
                    <a16:creationId xmlns:a16="http://schemas.microsoft.com/office/drawing/2014/main" id="{EC6AE11C-FFAA-455E-5156-7AC29EA3BCB8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7" name="pg2991">
                <a:extLst>
                  <a:ext uri="{FF2B5EF4-FFF2-40B4-BE49-F238E27FC236}">
                    <a16:creationId xmlns:a16="http://schemas.microsoft.com/office/drawing/2014/main" id="{24314E76-17FD-1169-E8F3-448BCAA073CB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8" name="pg2992">
                <a:extLst>
                  <a:ext uri="{FF2B5EF4-FFF2-40B4-BE49-F238E27FC236}">
                    <a16:creationId xmlns:a16="http://schemas.microsoft.com/office/drawing/2014/main" id="{A1EB5DB1-AB8B-BB16-9834-E02E1A780700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9" name="pg2993">
                <a:extLst>
                  <a:ext uri="{FF2B5EF4-FFF2-40B4-BE49-F238E27FC236}">
                    <a16:creationId xmlns:a16="http://schemas.microsoft.com/office/drawing/2014/main" id="{0633952A-2302-9049-B3E7-56F6EB31561C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0" name="pg2994">
                <a:extLst>
                  <a:ext uri="{FF2B5EF4-FFF2-40B4-BE49-F238E27FC236}">
                    <a16:creationId xmlns:a16="http://schemas.microsoft.com/office/drawing/2014/main" id="{43460B13-8514-AE72-7F75-3CED75F5F6B0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1" name="pg2995">
                <a:extLst>
                  <a:ext uri="{FF2B5EF4-FFF2-40B4-BE49-F238E27FC236}">
                    <a16:creationId xmlns:a16="http://schemas.microsoft.com/office/drawing/2014/main" id="{C400250E-0E39-98EA-70D2-CA7F6E8EEA24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2" name="pg2996">
                <a:extLst>
                  <a:ext uri="{FF2B5EF4-FFF2-40B4-BE49-F238E27FC236}">
                    <a16:creationId xmlns:a16="http://schemas.microsoft.com/office/drawing/2014/main" id="{A78FB102-E895-B4E9-424F-4B9795250EC7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3" name="pg2997">
                <a:extLst>
                  <a:ext uri="{FF2B5EF4-FFF2-40B4-BE49-F238E27FC236}">
                    <a16:creationId xmlns:a16="http://schemas.microsoft.com/office/drawing/2014/main" id="{C972BAB8-EEBF-3A1B-8198-107DEA0FC5A8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4" name="pg2998">
                <a:extLst>
                  <a:ext uri="{FF2B5EF4-FFF2-40B4-BE49-F238E27FC236}">
                    <a16:creationId xmlns:a16="http://schemas.microsoft.com/office/drawing/2014/main" id="{C9BE54DA-FCA4-529F-B6F1-AC06DB53D59F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5" name="pg2999">
                <a:extLst>
                  <a:ext uri="{FF2B5EF4-FFF2-40B4-BE49-F238E27FC236}">
                    <a16:creationId xmlns:a16="http://schemas.microsoft.com/office/drawing/2014/main" id="{11D6E9FA-B2BB-6636-93CF-98A7CB633208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6" name="pg3000">
                <a:extLst>
                  <a:ext uri="{FF2B5EF4-FFF2-40B4-BE49-F238E27FC236}">
                    <a16:creationId xmlns:a16="http://schemas.microsoft.com/office/drawing/2014/main" id="{AAE5BB88-29C4-1C04-BDB4-B1ED83FFC846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7" name="pg3001">
                <a:extLst>
                  <a:ext uri="{FF2B5EF4-FFF2-40B4-BE49-F238E27FC236}">
                    <a16:creationId xmlns:a16="http://schemas.microsoft.com/office/drawing/2014/main" id="{E4379A2E-17E8-FC03-43FE-9E0BAECE7A9E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8" name="pg3002">
                <a:extLst>
                  <a:ext uri="{FF2B5EF4-FFF2-40B4-BE49-F238E27FC236}">
                    <a16:creationId xmlns:a16="http://schemas.microsoft.com/office/drawing/2014/main" id="{7997CB28-E599-3C21-A834-E8105CCA94C7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9" name="pg3003">
                <a:extLst>
                  <a:ext uri="{FF2B5EF4-FFF2-40B4-BE49-F238E27FC236}">
                    <a16:creationId xmlns:a16="http://schemas.microsoft.com/office/drawing/2014/main" id="{F107A39B-2A84-A814-EF0C-B563EAF44C36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0" name="pg3004">
                <a:extLst>
                  <a:ext uri="{FF2B5EF4-FFF2-40B4-BE49-F238E27FC236}">
                    <a16:creationId xmlns:a16="http://schemas.microsoft.com/office/drawing/2014/main" id="{2CF8516B-55DF-F36F-6466-7B3DD5165A7B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1" name="pg3005">
                <a:extLst>
                  <a:ext uri="{FF2B5EF4-FFF2-40B4-BE49-F238E27FC236}">
                    <a16:creationId xmlns:a16="http://schemas.microsoft.com/office/drawing/2014/main" id="{FC74A0A8-1EA8-033C-67F5-77ADE8DB514F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2" name="pg3006">
                <a:extLst>
                  <a:ext uri="{FF2B5EF4-FFF2-40B4-BE49-F238E27FC236}">
                    <a16:creationId xmlns:a16="http://schemas.microsoft.com/office/drawing/2014/main" id="{46CA05C3-7E66-4B01-DB3A-C5FCC7D3FF1D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3" name="pg3007">
                <a:extLst>
                  <a:ext uri="{FF2B5EF4-FFF2-40B4-BE49-F238E27FC236}">
                    <a16:creationId xmlns:a16="http://schemas.microsoft.com/office/drawing/2014/main" id="{DE1EB008-D419-5F30-4BF0-2EDEA203BB4E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4" name="pg3008">
                <a:extLst>
                  <a:ext uri="{FF2B5EF4-FFF2-40B4-BE49-F238E27FC236}">
                    <a16:creationId xmlns:a16="http://schemas.microsoft.com/office/drawing/2014/main" id="{0428435D-EC4C-B088-C1F9-86FDA4C71FCB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5" name="pg3009">
                <a:extLst>
                  <a:ext uri="{FF2B5EF4-FFF2-40B4-BE49-F238E27FC236}">
                    <a16:creationId xmlns:a16="http://schemas.microsoft.com/office/drawing/2014/main" id="{B41338A7-ED74-BA43-8EE0-2AACC6A466D9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6" name="pg3010">
                <a:extLst>
                  <a:ext uri="{FF2B5EF4-FFF2-40B4-BE49-F238E27FC236}">
                    <a16:creationId xmlns:a16="http://schemas.microsoft.com/office/drawing/2014/main" id="{EF242CE0-93E0-6F25-A00C-64063CB36E1B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7" name="pg3011">
                <a:extLst>
                  <a:ext uri="{FF2B5EF4-FFF2-40B4-BE49-F238E27FC236}">
                    <a16:creationId xmlns:a16="http://schemas.microsoft.com/office/drawing/2014/main" id="{60FA0C84-13B0-81DD-9C9E-40D3711FADF9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8" name="pg3012">
                <a:extLst>
                  <a:ext uri="{FF2B5EF4-FFF2-40B4-BE49-F238E27FC236}">
                    <a16:creationId xmlns:a16="http://schemas.microsoft.com/office/drawing/2014/main" id="{0F63493F-9F23-2B0E-0C48-AA72E7138FF2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9" name="pg3013">
                <a:extLst>
                  <a:ext uri="{FF2B5EF4-FFF2-40B4-BE49-F238E27FC236}">
                    <a16:creationId xmlns:a16="http://schemas.microsoft.com/office/drawing/2014/main" id="{C793EC4A-0087-63AE-F709-394178DC31F2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0" name="pg3014">
                <a:extLst>
                  <a:ext uri="{FF2B5EF4-FFF2-40B4-BE49-F238E27FC236}">
                    <a16:creationId xmlns:a16="http://schemas.microsoft.com/office/drawing/2014/main" id="{2C2C3087-EECE-FD89-10CF-3E8C69E6062B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1" name="pg3015">
                <a:extLst>
                  <a:ext uri="{FF2B5EF4-FFF2-40B4-BE49-F238E27FC236}">
                    <a16:creationId xmlns:a16="http://schemas.microsoft.com/office/drawing/2014/main" id="{8F99D8C5-7335-04BC-E0B4-DA25DCAFCA00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2" name="pg3016">
                <a:extLst>
                  <a:ext uri="{FF2B5EF4-FFF2-40B4-BE49-F238E27FC236}">
                    <a16:creationId xmlns:a16="http://schemas.microsoft.com/office/drawing/2014/main" id="{17BC23F3-C5D2-F487-A865-AC9D57D87168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3" name="pg3017">
                <a:extLst>
                  <a:ext uri="{FF2B5EF4-FFF2-40B4-BE49-F238E27FC236}">
                    <a16:creationId xmlns:a16="http://schemas.microsoft.com/office/drawing/2014/main" id="{AF2927D2-7C68-8754-7310-D34D834101C2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4" name="pg3018">
                <a:extLst>
                  <a:ext uri="{FF2B5EF4-FFF2-40B4-BE49-F238E27FC236}">
                    <a16:creationId xmlns:a16="http://schemas.microsoft.com/office/drawing/2014/main" id="{7C962DE8-42D9-305C-5132-5DA598F2BCAA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5" name="pg3019">
                <a:extLst>
                  <a:ext uri="{FF2B5EF4-FFF2-40B4-BE49-F238E27FC236}">
                    <a16:creationId xmlns:a16="http://schemas.microsoft.com/office/drawing/2014/main" id="{3EDD3804-34AE-F88A-4E83-B73E60736C53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6" name="pg3020">
                <a:extLst>
                  <a:ext uri="{FF2B5EF4-FFF2-40B4-BE49-F238E27FC236}">
                    <a16:creationId xmlns:a16="http://schemas.microsoft.com/office/drawing/2014/main" id="{3FAA3A8D-7980-3C23-E1B0-DA2AB28DA27B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7" name="pg3021">
                <a:extLst>
                  <a:ext uri="{FF2B5EF4-FFF2-40B4-BE49-F238E27FC236}">
                    <a16:creationId xmlns:a16="http://schemas.microsoft.com/office/drawing/2014/main" id="{55B8E390-60DE-CD2C-0086-E6C5D03F939C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8" name="pg3022">
                <a:extLst>
                  <a:ext uri="{FF2B5EF4-FFF2-40B4-BE49-F238E27FC236}">
                    <a16:creationId xmlns:a16="http://schemas.microsoft.com/office/drawing/2014/main" id="{A73FF3D7-181A-497F-3109-F7A0ABCE6398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9" name="pg3023">
                <a:extLst>
                  <a:ext uri="{FF2B5EF4-FFF2-40B4-BE49-F238E27FC236}">
                    <a16:creationId xmlns:a16="http://schemas.microsoft.com/office/drawing/2014/main" id="{BC773C2E-5046-B909-7662-D80F81052B27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0" name="pg3024">
                <a:extLst>
                  <a:ext uri="{FF2B5EF4-FFF2-40B4-BE49-F238E27FC236}">
                    <a16:creationId xmlns:a16="http://schemas.microsoft.com/office/drawing/2014/main" id="{BBA089A5-BE80-3A15-6001-7F1B631A8510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1" name="pg3025">
                <a:extLst>
                  <a:ext uri="{FF2B5EF4-FFF2-40B4-BE49-F238E27FC236}">
                    <a16:creationId xmlns:a16="http://schemas.microsoft.com/office/drawing/2014/main" id="{413D8A7E-4EEB-174A-D06C-9C5D2ACCB904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2" name="pg3026">
                <a:extLst>
                  <a:ext uri="{FF2B5EF4-FFF2-40B4-BE49-F238E27FC236}">
                    <a16:creationId xmlns:a16="http://schemas.microsoft.com/office/drawing/2014/main" id="{8AAA44EC-803E-2138-30B7-19D9E9100284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3" name="pg3027">
                <a:extLst>
                  <a:ext uri="{FF2B5EF4-FFF2-40B4-BE49-F238E27FC236}">
                    <a16:creationId xmlns:a16="http://schemas.microsoft.com/office/drawing/2014/main" id="{4B0AF31E-EF3A-3017-CB20-BFC743EDB835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4" name="pg3028">
                <a:extLst>
                  <a:ext uri="{FF2B5EF4-FFF2-40B4-BE49-F238E27FC236}">
                    <a16:creationId xmlns:a16="http://schemas.microsoft.com/office/drawing/2014/main" id="{A32DA089-3EA3-34AE-EA8B-603D11D8CF18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5" name="pg3029">
                <a:extLst>
                  <a:ext uri="{FF2B5EF4-FFF2-40B4-BE49-F238E27FC236}">
                    <a16:creationId xmlns:a16="http://schemas.microsoft.com/office/drawing/2014/main" id="{05F46385-1C44-8C70-C596-C16C731AF954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6" name="pg3030">
                <a:extLst>
                  <a:ext uri="{FF2B5EF4-FFF2-40B4-BE49-F238E27FC236}">
                    <a16:creationId xmlns:a16="http://schemas.microsoft.com/office/drawing/2014/main" id="{9CD43C1C-F775-7D3E-A422-6E380A8A059E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7" name="pg3031">
                <a:extLst>
                  <a:ext uri="{FF2B5EF4-FFF2-40B4-BE49-F238E27FC236}">
                    <a16:creationId xmlns:a16="http://schemas.microsoft.com/office/drawing/2014/main" id="{8C2C25F0-A1A0-E48D-4BBA-436A364F62CE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8" name="pg3032">
                <a:extLst>
                  <a:ext uri="{FF2B5EF4-FFF2-40B4-BE49-F238E27FC236}">
                    <a16:creationId xmlns:a16="http://schemas.microsoft.com/office/drawing/2014/main" id="{4014D017-53FD-E4A9-E477-063DFF4FDB14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9" name="pg3033">
                <a:extLst>
                  <a:ext uri="{FF2B5EF4-FFF2-40B4-BE49-F238E27FC236}">
                    <a16:creationId xmlns:a16="http://schemas.microsoft.com/office/drawing/2014/main" id="{FE2C436A-7031-3A9E-BF35-63AFEF231939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0" name="pg3034">
                <a:extLst>
                  <a:ext uri="{FF2B5EF4-FFF2-40B4-BE49-F238E27FC236}">
                    <a16:creationId xmlns:a16="http://schemas.microsoft.com/office/drawing/2014/main" id="{01236622-30A5-0933-D2D7-68720D3936AF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1" name="pg3035">
                <a:extLst>
                  <a:ext uri="{FF2B5EF4-FFF2-40B4-BE49-F238E27FC236}">
                    <a16:creationId xmlns:a16="http://schemas.microsoft.com/office/drawing/2014/main" id="{4761F6F9-819E-CD9D-A1E9-209DC73E3E36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2" name="pg3036">
                <a:extLst>
                  <a:ext uri="{FF2B5EF4-FFF2-40B4-BE49-F238E27FC236}">
                    <a16:creationId xmlns:a16="http://schemas.microsoft.com/office/drawing/2014/main" id="{00B12F67-FE8D-4B8A-3891-9ACD671A7ACF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3" name="pg3037">
                <a:extLst>
                  <a:ext uri="{FF2B5EF4-FFF2-40B4-BE49-F238E27FC236}">
                    <a16:creationId xmlns:a16="http://schemas.microsoft.com/office/drawing/2014/main" id="{B2676771-9A2A-B402-A1D8-C48408F51038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4" name="pg3038">
                <a:extLst>
                  <a:ext uri="{FF2B5EF4-FFF2-40B4-BE49-F238E27FC236}">
                    <a16:creationId xmlns:a16="http://schemas.microsoft.com/office/drawing/2014/main" id="{56E94957-CEAE-A598-146F-AD2EF09D1C44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5" name="pg3039">
                <a:extLst>
                  <a:ext uri="{FF2B5EF4-FFF2-40B4-BE49-F238E27FC236}">
                    <a16:creationId xmlns:a16="http://schemas.microsoft.com/office/drawing/2014/main" id="{3856A9F9-2AA8-D164-1354-59208A3981A1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6" name="pg3040">
                <a:extLst>
                  <a:ext uri="{FF2B5EF4-FFF2-40B4-BE49-F238E27FC236}">
                    <a16:creationId xmlns:a16="http://schemas.microsoft.com/office/drawing/2014/main" id="{7CA9E635-F3D2-FA26-4323-E3995E1240EF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7" name="pg3041">
                <a:extLst>
                  <a:ext uri="{FF2B5EF4-FFF2-40B4-BE49-F238E27FC236}">
                    <a16:creationId xmlns:a16="http://schemas.microsoft.com/office/drawing/2014/main" id="{3C01B7E6-733A-CC10-3A19-22194AC0A521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8" name="pg3042">
                <a:extLst>
                  <a:ext uri="{FF2B5EF4-FFF2-40B4-BE49-F238E27FC236}">
                    <a16:creationId xmlns:a16="http://schemas.microsoft.com/office/drawing/2014/main" id="{C6BEB373-CE1E-FFA6-A370-7C3B2A9F1BED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9" name="pg3043">
                <a:extLst>
                  <a:ext uri="{FF2B5EF4-FFF2-40B4-BE49-F238E27FC236}">
                    <a16:creationId xmlns:a16="http://schemas.microsoft.com/office/drawing/2014/main" id="{CBE6D268-93E6-0331-89DC-37CD328D341D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0" name="pg3044">
                <a:extLst>
                  <a:ext uri="{FF2B5EF4-FFF2-40B4-BE49-F238E27FC236}">
                    <a16:creationId xmlns:a16="http://schemas.microsoft.com/office/drawing/2014/main" id="{F2C9043F-91D0-5403-CE67-A1A75E62D585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1" name="pg3045">
                <a:extLst>
                  <a:ext uri="{FF2B5EF4-FFF2-40B4-BE49-F238E27FC236}">
                    <a16:creationId xmlns:a16="http://schemas.microsoft.com/office/drawing/2014/main" id="{322517FB-149E-F839-E910-E02AF146BDE2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2" name="pg3046">
                <a:extLst>
                  <a:ext uri="{FF2B5EF4-FFF2-40B4-BE49-F238E27FC236}">
                    <a16:creationId xmlns:a16="http://schemas.microsoft.com/office/drawing/2014/main" id="{5D24F9DA-6B61-3E59-A06D-83340DF40028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3" name="pg3047">
                <a:extLst>
                  <a:ext uri="{FF2B5EF4-FFF2-40B4-BE49-F238E27FC236}">
                    <a16:creationId xmlns:a16="http://schemas.microsoft.com/office/drawing/2014/main" id="{0AEA19AC-CB87-6686-BCD9-390CB1BBDC30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4" name="pg3048">
                <a:extLst>
                  <a:ext uri="{FF2B5EF4-FFF2-40B4-BE49-F238E27FC236}">
                    <a16:creationId xmlns:a16="http://schemas.microsoft.com/office/drawing/2014/main" id="{E80D0125-982D-16E9-6B75-EEF0C7BC10B5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5" name="pg3049">
                <a:extLst>
                  <a:ext uri="{FF2B5EF4-FFF2-40B4-BE49-F238E27FC236}">
                    <a16:creationId xmlns:a16="http://schemas.microsoft.com/office/drawing/2014/main" id="{A8DDB193-EDE3-6CE0-7DC3-1B2744AF428A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6" name="pg3050">
                <a:extLst>
                  <a:ext uri="{FF2B5EF4-FFF2-40B4-BE49-F238E27FC236}">
                    <a16:creationId xmlns:a16="http://schemas.microsoft.com/office/drawing/2014/main" id="{67033558-267C-6763-ABBC-ED50B62CE373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7" name="pg3051">
                <a:extLst>
                  <a:ext uri="{FF2B5EF4-FFF2-40B4-BE49-F238E27FC236}">
                    <a16:creationId xmlns:a16="http://schemas.microsoft.com/office/drawing/2014/main" id="{35143721-3DD3-46E1-365D-6AAA0479B963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8" name="pg3052">
                <a:extLst>
                  <a:ext uri="{FF2B5EF4-FFF2-40B4-BE49-F238E27FC236}">
                    <a16:creationId xmlns:a16="http://schemas.microsoft.com/office/drawing/2014/main" id="{8B13FDA9-BF7A-EB9E-31AD-514D43124894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9" name="pg3053">
                <a:extLst>
                  <a:ext uri="{FF2B5EF4-FFF2-40B4-BE49-F238E27FC236}">
                    <a16:creationId xmlns:a16="http://schemas.microsoft.com/office/drawing/2014/main" id="{D3152574-646D-6C2B-9F47-982E17174D0F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0" name="pg3054">
                <a:extLst>
                  <a:ext uri="{FF2B5EF4-FFF2-40B4-BE49-F238E27FC236}">
                    <a16:creationId xmlns:a16="http://schemas.microsoft.com/office/drawing/2014/main" id="{91D88A99-A87B-ABE6-FB12-74EF5B43A56F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1" name="pg3055">
                <a:extLst>
                  <a:ext uri="{FF2B5EF4-FFF2-40B4-BE49-F238E27FC236}">
                    <a16:creationId xmlns:a16="http://schemas.microsoft.com/office/drawing/2014/main" id="{AE699A41-0491-27A6-4549-CE0C2E4BFA4A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2" name="pg3056">
                <a:extLst>
                  <a:ext uri="{FF2B5EF4-FFF2-40B4-BE49-F238E27FC236}">
                    <a16:creationId xmlns:a16="http://schemas.microsoft.com/office/drawing/2014/main" id="{D02C7FBA-10EE-3697-54BA-9F9943C9124B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3" name="pg3057">
                <a:extLst>
                  <a:ext uri="{FF2B5EF4-FFF2-40B4-BE49-F238E27FC236}">
                    <a16:creationId xmlns:a16="http://schemas.microsoft.com/office/drawing/2014/main" id="{FCDA42E9-6E8E-21DA-FB72-8CFABAD40F8C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4" name="pg3058">
                <a:extLst>
                  <a:ext uri="{FF2B5EF4-FFF2-40B4-BE49-F238E27FC236}">
                    <a16:creationId xmlns:a16="http://schemas.microsoft.com/office/drawing/2014/main" id="{6CB8906C-7B7A-54A3-E6B9-52AD988D3D20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5" name="pg3059">
                <a:extLst>
                  <a:ext uri="{FF2B5EF4-FFF2-40B4-BE49-F238E27FC236}">
                    <a16:creationId xmlns:a16="http://schemas.microsoft.com/office/drawing/2014/main" id="{CA152829-1F6A-3FC9-231F-E1121CA35071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6" name="pg3060">
                <a:extLst>
                  <a:ext uri="{FF2B5EF4-FFF2-40B4-BE49-F238E27FC236}">
                    <a16:creationId xmlns:a16="http://schemas.microsoft.com/office/drawing/2014/main" id="{D34507E6-DC1C-6C5E-D4BF-25A9FD84FDEF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7" name="pg3061">
                <a:extLst>
                  <a:ext uri="{FF2B5EF4-FFF2-40B4-BE49-F238E27FC236}">
                    <a16:creationId xmlns:a16="http://schemas.microsoft.com/office/drawing/2014/main" id="{E677C851-9912-290C-4E1A-8DDDBC6E84EC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8" name="pg3062">
                <a:extLst>
                  <a:ext uri="{FF2B5EF4-FFF2-40B4-BE49-F238E27FC236}">
                    <a16:creationId xmlns:a16="http://schemas.microsoft.com/office/drawing/2014/main" id="{3B5FA264-C781-5CC6-77A5-D39736460F0D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9" name="pg3063">
                <a:extLst>
                  <a:ext uri="{FF2B5EF4-FFF2-40B4-BE49-F238E27FC236}">
                    <a16:creationId xmlns:a16="http://schemas.microsoft.com/office/drawing/2014/main" id="{260F4B80-D6FA-5145-7AC0-FA28F2EF436D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0" name="pg3064">
                <a:extLst>
                  <a:ext uri="{FF2B5EF4-FFF2-40B4-BE49-F238E27FC236}">
                    <a16:creationId xmlns:a16="http://schemas.microsoft.com/office/drawing/2014/main" id="{DDA88A57-FDD4-B88D-1A80-95A917DCE11E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1" name="pg3065">
                <a:extLst>
                  <a:ext uri="{FF2B5EF4-FFF2-40B4-BE49-F238E27FC236}">
                    <a16:creationId xmlns:a16="http://schemas.microsoft.com/office/drawing/2014/main" id="{17531DC8-4778-5D01-2307-B792379C2014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2" name="pg3066">
                <a:extLst>
                  <a:ext uri="{FF2B5EF4-FFF2-40B4-BE49-F238E27FC236}">
                    <a16:creationId xmlns:a16="http://schemas.microsoft.com/office/drawing/2014/main" id="{811758E7-68A4-082F-35FF-6A347C30D946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3" name="pg3067">
                <a:extLst>
                  <a:ext uri="{FF2B5EF4-FFF2-40B4-BE49-F238E27FC236}">
                    <a16:creationId xmlns:a16="http://schemas.microsoft.com/office/drawing/2014/main" id="{724ABBE9-0BCB-BB84-6AEC-5251F74B1B3A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4" name="pg3068">
                <a:extLst>
                  <a:ext uri="{FF2B5EF4-FFF2-40B4-BE49-F238E27FC236}">
                    <a16:creationId xmlns:a16="http://schemas.microsoft.com/office/drawing/2014/main" id="{23B804DF-76A1-AF99-62A2-296AE89740D3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5" name="pg3069">
                <a:extLst>
                  <a:ext uri="{FF2B5EF4-FFF2-40B4-BE49-F238E27FC236}">
                    <a16:creationId xmlns:a16="http://schemas.microsoft.com/office/drawing/2014/main" id="{4B61933D-DA29-AF02-CFAC-F349B7684F49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6" name="pg3070">
                <a:extLst>
                  <a:ext uri="{FF2B5EF4-FFF2-40B4-BE49-F238E27FC236}">
                    <a16:creationId xmlns:a16="http://schemas.microsoft.com/office/drawing/2014/main" id="{84CAF40B-A7F6-DBFE-11D5-3E0060584963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7" name="pg3071">
                <a:extLst>
                  <a:ext uri="{FF2B5EF4-FFF2-40B4-BE49-F238E27FC236}">
                    <a16:creationId xmlns:a16="http://schemas.microsoft.com/office/drawing/2014/main" id="{AAC3C655-10BD-B900-B46F-297FFD375AAE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8" name="pg3072">
                <a:extLst>
                  <a:ext uri="{FF2B5EF4-FFF2-40B4-BE49-F238E27FC236}">
                    <a16:creationId xmlns:a16="http://schemas.microsoft.com/office/drawing/2014/main" id="{22C0124E-5200-5751-90B4-01683DA803CF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9" name="pg3073">
                <a:extLst>
                  <a:ext uri="{FF2B5EF4-FFF2-40B4-BE49-F238E27FC236}">
                    <a16:creationId xmlns:a16="http://schemas.microsoft.com/office/drawing/2014/main" id="{5F882710-C03A-CAF7-C38A-A220CF788EE5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0" name="pg3074">
                <a:extLst>
                  <a:ext uri="{FF2B5EF4-FFF2-40B4-BE49-F238E27FC236}">
                    <a16:creationId xmlns:a16="http://schemas.microsoft.com/office/drawing/2014/main" id="{636385D2-E81D-CDBB-8173-15972AC09217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1" name="pg3075">
                <a:extLst>
                  <a:ext uri="{FF2B5EF4-FFF2-40B4-BE49-F238E27FC236}">
                    <a16:creationId xmlns:a16="http://schemas.microsoft.com/office/drawing/2014/main" id="{E547F45B-343E-F3E0-A837-A38BC0ED06F4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2" name="pg3076">
                <a:extLst>
                  <a:ext uri="{FF2B5EF4-FFF2-40B4-BE49-F238E27FC236}">
                    <a16:creationId xmlns:a16="http://schemas.microsoft.com/office/drawing/2014/main" id="{7AFBB0BC-FB3F-0BB1-B0FF-426CADA8E3E0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3" name="pg3077">
                <a:extLst>
                  <a:ext uri="{FF2B5EF4-FFF2-40B4-BE49-F238E27FC236}">
                    <a16:creationId xmlns:a16="http://schemas.microsoft.com/office/drawing/2014/main" id="{7D46B781-10E6-386D-EF84-7858B1C11C06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4" name="pg3078">
                <a:extLst>
                  <a:ext uri="{FF2B5EF4-FFF2-40B4-BE49-F238E27FC236}">
                    <a16:creationId xmlns:a16="http://schemas.microsoft.com/office/drawing/2014/main" id="{9C0AB332-0CD1-625E-EB30-BA000F3C8111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5" name="pg3079">
                <a:extLst>
                  <a:ext uri="{FF2B5EF4-FFF2-40B4-BE49-F238E27FC236}">
                    <a16:creationId xmlns:a16="http://schemas.microsoft.com/office/drawing/2014/main" id="{8A8742B8-81B7-311C-0AF3-0ABE58E3CC5B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6" name="pg3080">
                <a:extLst>
                  <a:ext uri="{FF2B5EF4-FFF2-40B4-BE49-F238E27FC236}">
                    <a16:creationId xmlns:a16="http://schemas.microsoft.com/office/drawing/2014/main" id="{178E4769-FF54-7712-ABBB-2A538D32DE59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7" name="pg3081">
                <a:extLst>
                  <a:ext uri="{FF2B5EF4-FFF2-40B4-BE49-F238E27FC236}">
                    <a16:creationId xmlns:a16="http://schemas.microsoft.com/office/drawing/2014/main" id="{A64329E7-B376-2508-44FD-FFA6171ED651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8" name="pg3082">
                <a:extLst>
                  <a:ext uri="{FF2B5EF4-FFF2-40B4-BE49-F238E27FC236}">
                    <a16:creationId xmlns:a16="http://schemas.microsoft.com/office/drawing/2014/main" id="{B565EACC-FA2B-2E34-28B3-8F6DAF802F6D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9" name="pg3083">
                <a:extLst>
                  <a:ext uri="{FF2B5EF4-FFF2-40B4-BE49-F238E27FC236}">
                    <a16:creationId xmlns:a16="http://schemas.microsoft.com/office/drawing/2014/main" id="{BBB720E3-0A86-1436-2BA8-A5B292C1FB8F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0" name="pg3084">
                <a:extLst>
                  <a:ext uri="{FF2B5EF4-FFF2-40B4-BE49-F238E27FC236}">
                    <a16:creationId xmlns:a16="http://schemas.microsoft.com/office/drawing/2014/main" id="{4F0DC7D5-29B3-E22B-D066-B95FEC337958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1" name="pg3085">
                <a:extLst>
                  <a:ext uri="{FF2B5EF4-FFF2-40B4-BE49-F238E27FC236}">
                    <a16:creationId xmlns:a16="http://schemas.microsoft.com/office/drawing/2014/main" id="{CCEEFD82-0AC9-900E-77A6-AC7383FE78C0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2" name="pg3086">
                <a:extLst>
                  <a:ext uri="{FF2B5EF4-FFF2-40B4-BE49-F238E27FC236}">
                    <a16:creationId xmlns:a16="http://schemas.microsoft.com/office/drawing/2014/main" id="{A26C7B16-EF3C-B6E9-914B-F10B2FBC593D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3" name="pg3087">
                <a:extLst>
                  <a:ext uri="{FF2B5EF4-FFF2-40B4-BE49-F238E27FC236}">
                    <a16:creationId xmlns:a16="http://schemas.microsoft.com/office/drawing/2014/main" id="{D9CD3AE2-3990-4B95-3AD9-208577AC4C37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4" name="pg3088">
                <a:extLst>
                  <a:ext uri="{FF2B5EF4-FFF2-40B4-BE49-F238E27FC236}">
                    <a16:creationId xmlns:a16="http://schemas.microsoft.com/office/drawing/2014/main" id="{AB40382B-3866-97B4-23E6-C630877FFAED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5" name="pg3089">
                <a:extLst>
                  <a:ext uri="{FF2B5EF4-FFF2-40B4-BE49-F238E27FC236}">
                    <a16:creationId xmlns:a16="http://schemas.microsoft.com/office/drawing/2014/main" id="{A6A60120-2DF6-C776-CBDD-B20BAC97C454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6" name="pg3090">
                <a:extLst>
                  <a:ext uri="{FF2B5EF4-FFF2-40B4-BE49-F238E27FC236}">
                    <a16:creationId xmlns:a16="http://schemas.microsoft.com/office/drawing/2014/main" id="{67B5114C-778D-1F8A-B16B-718EB2881E1E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7" name="pg3091">
                <a:extLst>
                  <a:ext uri="{FF2B5EF4-FFF2-40B4-BE49-F238E27FC236}">
                    <a16:creationId xmlns:a16="http://schemas.microsoft.com/office/drawing/2014/main" id="{C60809C4-DC7C-04FB-8BF0-ED638C3A6E6B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8" name="pg3092">
                <a:extLst>
                  <a:ext uri="{FF2B5EF4-FFF2-40B4-BE49-F238E27FC236}">
                    <a16:creationId xmlns:a16="http://schemas.microsoft.com/office/drawing/2014/main" id="{ABF293F7-1F8E-AD7D-3A12-53BFD8B08500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9" name="pg3093">
                <a:extLst>
                  <a:ext uri="{FF2B5EF4-FFF2-40B4-BE49-F238E27FC236}">
                    <a16:creationId xmlns:a16="http://schemas.microsoft.com/office/drawing/2014/main" id="{9CBBD479-11B1-0B86-F60D-5A703A7D1996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0" name="pg3094">
                <a:extLst>
                  <a:ext uri="{FF2B5EF4-FFF2-40B4-BE49-F238E27FC236}">
                    <a16:creationId xmlns:a16="http://schemas.microsoft.com/office/drawing/2014/main" id="{0D54D9AF-C86C-D36E-19D4-461A966503F6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1" name="pg3095">
                <a:extLst>
                  <a:ext uri="{FF2B5EF4-FFF2-40B4-BE49-F238E27FC236}">
                    <a16:creationId xmlns:a16="http://schemas.microsoft.com/office/drawing/2014/main" id="{F374A082-EB92-3175-352C-501096FC69DC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2" name="pg3096">
                <a:extLst>
                  <a:ext uri="{FF2B5EF4-FFF2-40B4-BE49-F238E27FC236}">
                    <a16:creationId xmlns:a16="http://schemas.microsoft.com/office/drawing/2014/main" id="{71C24C26-01BD-1A39-B447-473E2FA90DBF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3" name="pg3097">
                <a:extLst>
                  <a:ext uri="{FF2B5EF4-FFF2-40B4-BE49-F238E27FC236}">
                    <a16:creationId xmlns:a16="http://schemas.microsoft.com/office/drawing/2014/main" id="{A12FF22D-2DA9-B779-9EEA-6F329C088B69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4" name="pg3098">
                <a:extLst>
                  <a:ext uri="{FF2B5EF4-FFF2-40B4-BE49-F238E27FC236}">
                    <a16:creationId xmlns:a16="http://schemas.microsoft.com/office/drawing/2014/main" id="{2B478707-F8D1-E452-8225-C1FF4CB0CFB1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5" name="pg3099">
                <a:extLst>
                  <a:ext uri="{FF2B5EF4-FFF2-40B4-BE49-F238E27FC236}">
                    <a16:creationId xmlns:a16="http://schemas.microsoft.com/office/drawing/2014/main" id="{2F85E9BF-7101-3288-90DB-32613A36385B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6" name="pg3100">
                <a:extLst>
                  <a:ext uri="{FF2B5EF4-FFF2-40B4-BE49-F238E27FC236}">
                    <a16:creationId xmlns:a16="http://schemas.microsoft.com/office/drawing/2014/main" id="{E883F823-2507-7055-9A3A-0182D2788CAD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7" name="pg3101">
                <a:extLst>
                  <a:ext uri="{FF2B5EF4-FFF2-40B4-BE49-F238E27FC236}">
                    <a16:creationId xmlns:a16="http://schemas.microsoft.com/office/drawing/2014/main" id="{ABE39331-E252-875D-BE71-7D25727B3626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8" name="pg3102">
                <a:extLst>
                  <a:ext uri="{FF2B5EF4-FFF2-40B4-BE49-F238E27FC236}">
                    <a16:creationId xmlns:a16="http://schemas.microsoft.com/office/drawing/2014/main" id="{D99B2C29-97B7-B0C6-FCD4-11E97697FDF0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9" name="pg3103">
                <a:extLst>
                  <a:ext uri="{FF2B5EF4-FFF2-40B4-BE49-F238E27FC236}">
                    <a16:creationId xmlns:a16="http://schemas.microsoft.com/office/drawing/2014/main" id="{AAEA8F38-3A90-23F4-1EA8-9AB932448DB9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0" name="pg3104">
                <a:extLst>
                  <a:ext uri="{FF2B5EF4-FFF2-40B4-BE49-F238E27FC236}">
                    <a16:creationId xmlns:a16="http://schemas.microsoft.com/office/drawing/2014/main" id="{1CEAEB40-CCD9-87CD-442C-A0974783B9B8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1" name="pg3105">
                <a:extLst>
                  <a:ext uri="{FF2B5EF4-FFF2-40B4-BE49-F238E27FC236}">
                    <a16:creationId xmlns:a16="http://schemas.microsoft.com/office/drawing/2014/main" id="{2568A68C-EFEA-5CD6-4ACC-3704C492E018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2" name="pg3106">
                <a:extLst>
                  <a:ext uri="{FF2B5EF4-FFF2-40B4-BE49-F238E27FC236}">
                    <a16:creationId xmlns:a16="http://schemas.microsoft.com/office/drawing/2014/main" id="{3F0262FF-956A-572D-1385-C01259780F9A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3" name="pg3107">
                <a:extLst>
                  <a:ext uri="{FF2B5EF4-FFF2-40B4-BE49-F238E27FC236}">
                    <a16:creationId xmlns:a16="http://schemas.microsoft.com/office/drawing/2014/main" id="{5EB62B78-B6B9-7B11-5BAB-0D3B92E64CAB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4" name="pg3108">
                <a:extLst>
                  <a:ext uri="{FF2B5EF4-FFF2-40B4-BE49-F238E27FC236}">
                    <a16:creationId xmlns:a16="http://schemas.microsoft.com/office/drawing/2014/main" id="{8A9610E2-D948-85BE-EEDF-904151221696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5" name="pg3109">
                <a:extLst>
                  <a:ext uri="{FF2B5EF4-FFF2-40B4-BE49-F238E27FC236}">
                    <a16:creationId xmlns:a16="http://schemas.microsoft.com/office/drawing/2014/main" id="{F36A67E7-EF14-ECBA-3E92-4540CB5BFB39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6" name="pg3110">
                <a:extLst>
                  <a:ext uri="{FF2B5EF4-FFF2-40B4-BE49-F238E27FC236}">
                    <a16:creationId xmlns:a16="http://schemas.microsoft.com/office/drawing/2014/main" id="{90A5811C-09AE-C7C2-A1D7-1673386C90C8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7" name="pg3111">
                <a:extLst>
                  <a:ext uri="{FF2B5EF4-FFF2-40B4-BE49-F238E27FC236}">
                    <a16:creationId xmlns:a16="http://schemas.microsoft.com/office/drawing/2014/main" id="{F85876F4-5255-F030-AD02-DFE771211B2D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8" name="pg3112">
                <a:extLst>
                  <a:ext uri="{FF2B5EF4-FFF2-40B4-BE49-F238E27FC236}">
                    <a16:creationId xmlns:a16="http://schemas.microsoft.com/office/drawing/2014/main" id="{36B1264D-A7A3-58AD-4134-E5BA16A339D1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9" name="pg3113">
                <a:extLst>
                  <a:ext uri="{FF2B5EF4-FFF2-40B4-BE49-F238E27FC236}">
                    <a16:creationId xmlns:a16="http://schemas.microsoft.com/office/drawing/2014/main" id="{4B0CC1A5-0A36-054E-B2F7-45B133B186CC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0" name="pg3114">
                <a:extLst>
                  <a:ext uri="{FF2B5EF4-FFF2-40B4-BE49-F238E27FC236}">
                    <a16:creationId xmlns:a16="http://schemas.microsoft.com/office/drawing/2014/main" id="{C84CB550-5953-1BEF-579A-548BF6D988F4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1" name="pg3115">
                <a:extLst>
                  <a:ext uri="{FF2B5EF4-FFF2-40B4-BE49-F238E27FC236}">
                    <a16:creationId xmlns:a16="http://schemas.microsoft.com/office/drawing/2014/main" id="{72A67660-1C1C-02E0-72DF-FCD400F26253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2" name="pg3116">
                <a:extLst>
                  <a:ext uri="{FF2B5EF4-FFF2-40B4-BE49-F238E27FC236}">
                    <a16:creationId xmlns:a16="http://schemas.microsoft.com/office/drawing/2014/main" id="{F418C734-3CAE-76D0-149A-ACE47753B211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3" name="pg3117">
                <a:extLst>
                  <a:ext uri="{FF2B5EF4-FFF2-40B4-BE49-F238E27FC236}">
                    <a16:creationId xmlns:a16="http://schemas.microsoft.com/office/drawing/2014/main" id="{FAC00946-EA12-EE9E-8A9A-2C529131C75F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4" name="pg3118">
                <a:extLst>
                  <a:ext uri="{FF2B5EF4-FFF2-40B4-BE49-F238E27FC236}">
                    <a16:creationId xmlns:a16="http://schemas.microsoft.com/office/drawing/2014/main" id="{E231FB72-8E27-AEEB-D828-8958E0BC881A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5" name="pg3119">
                <a:extLst>
                  <a:ext uri="{FF2B5EF4-FFF2-40B4-BE49-F238E27FC236}">
                    <a16:creationId xmlns:a16="http://schemas.microsoft.com/office/drawing/2014/main" id="{DA408778-659C-01E2-DACC-6D03F735E7B3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6" name="pg3120">
                <a:extLst>
                  <a:ext uri="{FF2B5EF4-FFF2-40B4-BE49-F238E27FC236}">
                    <a16:creationId xmlns:a16="http://schemas.microsoft.com/office/drawing/2014/main" id="{ECF6C7BC-FB13-6E51-1EB7-9C99A6CBEE4A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7" name="pg3121">
                <a:extLst>
                  <a:ext uri="{FF2B5EF4-FFF2-40B4-BE49-F238E27FC236}">
                    <a16:creationId xmlns:a16="http://schemas.microsoft.com/office/drawing/2014/main" id="{73365CDC-99A7-F77B-8EA7-3367C3A3C5DD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8" name="pg3122">
                <a:extLst>
                  <a:ext uri="{FF2B5EF4-FFF2-40B4-BE49-F238E27FC236}">
                    <a16:creationId xmlns:a16="http://schemas.microsoft.com/office/drawing/2014/main" id="{5174B4F9-2EB7-1A77-2431-3FBA0BE891E0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9" name="pg3123">
                <a:extLst>
                  <a:ext uri="{FF2B5EF4-FFF2-40B4-BE49-F238E27FC236}">
                    <a16:creationId xmlns:a16="http://schemas.microsoft.com/office/drawing/2014/main" id="{0628A1BB-15C8-EB40-5BBF-E227B4FE6FB5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0" name="pg3124">
                <a:extLst>
                  <a:ext uri="{FF2B5EF4-FFF2-40B4-BE49-F238E27FC236}">
                    <a16:creationId xmlns:a16="http://schemas.microsoft.com/office/drawing/2014/main" id="{091EB744-1811-6F4E-E5A4-CD6FBACE45B9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1" name="pg3125">
                <a:extLst>
                  <a:ext uri="{FF2B5EF4-FFF2-40B4-BE49-F238E27FC236}">
                    <a16:creationId xmlns:a16="http://schemas.microsoft.com/office/drawing/2014/main" id="{A4E7A3FC-F0F8-ACF4-DC7A-406B57A83FB4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2" name="pg3126">
                <a:extLst>
                  <a:ext uri="{FF2B5EF4-FFF2-40B4-BE49-F238E27FC236}">
                    <a16:creationId xmlns:a16="http://schemas.microsoft.com/office/drawing/2014/main" id="{91B663A1-9D62-5459-1018-BF37CBE53D2B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3" name="pg3127">
                <a:extLst>
                  <a:ext uri="{FF2B5EF4-FFF2-40B4-BE49-F238E27FC236}">
                    <a16:creationId xmlns:a16="http://schemas.microsoft.com/office/drawing/2014/main" id="{1534C185-8210-C673-508A-FF31EB720166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4" name="pg3128">
                <a:extLst>
                  <a:ext uri="{FF2B5EF4-FFF2-40B4-BE49-F238E27FC236}">
                    <a16:creationId xmlns:a16="http://schemas.microsoft.com/office/drawing/2014/main" id="{9840CDFF-749E-D525-FA72-B12AEFE7044B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5" name="pg3129">
                <a:extLst>
                  <a:ext uri="{FF2B5EF4-FFF2-40B4-BE49-F238E27FC236}">
                    <a16:creationId xmlns:a16="http://schemas.microsoft.com/office/drawing/2014/main" id="{EF3ED58E-7BCF-FF95-5FEC-67372F727F70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6" name="pg3130">
                <a:extLst>
                  <a:ext uri="{FF2B5EF4-FFF2-40B4-BE49-F238E27FC236}">
                    <a16:creationId xmlns:a16="http://schemas.microsoft.com/office/drawing/2014/main" id="{292D022E-9769-307E-393B-ED31BD4BFF0A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7" name="pg3131">
                <a:extLst>
                  <a:ext uri="{FF2B5EF4-FFF2-40B4-BE49-F238E27FC236}">
                    <a16:creationId xmlns:a16="http://schemas.microsoft.com/office/drawing/2014/main" id="{1FB7ABC6-3E44-369F-6705-98397AEA3E50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8" name="pg3132">
                <a:extLst>
                  <a:ext uri="{FF2B5EF4-FFF2-40B4-BE49-F238E27FC236}">
                    <a16:creationId xmlns:a16="http://schemas.microsoft.com/office/drawing/2014/main" id="{9AC2DAB8-A5F6-19F3-0D5C-F5D00B1CA963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9" name="pg3133">
                <a:extLst>
                  <a:ext uri="{FF2B5EF4-FFF2-40B4-BE49-F238E27FC236}">
                    <a16:creationId xmlns:a16="http://schemas.microsoft.com/office/drawing/2014/main" id="{D2C20CEB-173A-12E0-218F-AD5F253B8317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0" name="pg3134">
                <a:extLst>
                  <a:ext uri="{FF2B5EF4-FFF2-40B4-BE49-F238E27FC236}">
                    <a16:creationId xmlns:a16="http://schemas.microsoft.com/office/drawing/2014/main" id="{ADA2BD9F-D15B-5373-FEEC-DDF605B225F4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1" name="pg3135">
                <a:extLst>
                  <a:ext uri="{FF2B5EF4-FFF2-40B4-BE49-F238E27FC236}">
                    <a16:creationId xmlns:a16="http://schemas.microsoft.com/office/drawing/2014/main" id="{2FB6CD26-7330-4855-42F7-368DD1C1A6D0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2" name="pg3136">
                <a:extLst>
                  <a:ext uri="{FF2B5EF4-FFF2-40B4-BE49-F238E27FC236}">
                    <a16:creationId xmlns:a16="http://schemas.microsoft.com/office/drawing/2014/main" id="{83D2653B-ECA2-927F-2138-F3501112850E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3" name="pg3137">
                <a:extLst>
                  <a:ext uri="{FF2B5EF4-FFF2-40B4-BE49-F238E27FC236}">
                    <a16:creationId xmlns:a16="http://schemas.microsoft.com/office/drawing/2014/main" id="{522F0A7A-7C83-DD1E-A3F8-C02A390D16D8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4" name="pg3138">
                <a:extLst>
                  <a:ext uri="{FF2B5EF4-FFF2-40B4-BE49-F238E27FC236}">
                    <a16:creationId xmlns:a16="http://schemas.microsoft.com/office/drawing/2014/main" id="{2DAA5CDA-9DD1-EB8B-692E-702CEE70648E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5" name="pg3139">
                <a:extLst>
                  <a:ext uri="{FF2B5EF4-FFF2-40B4-BE49-F238E27FC236}">
                    <a16:creationId xmlns:a16="http://schemas.microsoft.com/office/drawing/2014/main" id="{00F2014B-216C-542D-0782-0D05A2CAEBCB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6" name="pg3140">
                <a:extLst>
                  <a:ext uri="{FF2B5EF4-FFF2-40B4-BE49-F238E27FC236}">
                    <a16:creationId xmlns:a16="http://schemas.microsoft.com/office/drawing/2014/main" id="{AAFEFDE5-254F-ED9B-641D-769C3615B40B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7" name="pg3141">
                <a:extLst>
                  <a:ext uri="{FF2B5EF4-FFF2-40B4-BE49-F238E27FC236}">
                    <a16:creationId xmlns:a16="http://schemas.microsoft.com/office/drawing/2014/main" id="{28084594-14BD-968F-8329-785675D40E2D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8" name="pg3142">
                <a:extLst>
                  <a:ext uri="{FF2B5EF4-FFF2-40B4-BE49-F238E27FC236}">
                    <a16:creationId xmlns:a16="http://schemas.microsoft.com/office/drawing/2014/main" id="{D2BB9F8F-0C80-C829-6D33-7AD6972D66C8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9" name="pg3143">
                <a:extLst>
                  <a:ext uri="{FF2B5EF4-FFF2-40B4-BE49-F238E27FC236}">
                    <a16:creationId xmlns:a16="http://schemas.microsoft.com/office/drawing/2014/main" id="{70CC1153-73BC-E795-56FD-188645DCF6A8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0" name="pg3144">
                <a:extLst>
                  <a:ext uri="{FF2B5EF4-FFF2-40B4-BE49-F238E27FC236}">
                    <a16:creationId xmlns:a16="http://schemas.microsoft.com/office/drawing/2014/main" id="{8C56CB1D-C0C3-AF2A-F1E2-B6385A4BD6EA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1" name="pg3145">
                <a:extLst>
                  <a:ext uri="{FF2B5EF4-FFF2-40B4-BE49-F238E27FC236}">
                    <a16:creationId xmlns:a16="http://schemas.microsoft.com/office/drawing/2014/main" id="{6EF10EB4-0AA1-923E-205F-DE12612C18B3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2" name="pg3146">
                <a:extLst>
                  <a:ext uri="{FF2B5EF4-FFF2-40B4-BE49-F238E27FC236}">
                    <a16:creationId xmlns:a16="http://schemas.microsoft.com/office/drawing/2014/main" id="{87BADE65-DA73-D26A-CADB-4135F39311BA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3" name="pg3147">
                <a:extLst>
                  <a:ext uri="{FF2B5EF4-FFF2-40B4-BE49-F238E27FC236}">
                    <a16:creationId xmlns:a16="http://schemas.microsoft.com/office/drawing/2014/main" id="{174BA31B-5C46-24FE-7DD9-7963DE96512D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4" name="pg3148">
                <a:extLst>
                  <a:ext uri="{FF2B5EF4-FFF2-40B4-BE49-F238E27FC236}">
                    <a16:creationId xmlns:a16="http://schemas.microsoft.com/office/drawing/2014/main" id="{73B4A384-90DA-184C-0F65-71AC252B531D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5" name="pg3149">
                <a:extLst>
                  <a:ext uri="{FF2B5EF4-FFF2-40B4-BE49-F238E27FC236}">
                    <a16:creationId xmlns:a16="http://schemas.microsoft.com/office/drawing/2014/main" id="{434686A4-5548-E041-6B6A-CA3519EA1ABE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6" name="pg3150">
                <a:extLst>
                  <a:ext uri="{FF2B5EF4-FFF2-40B4-BE49-F238E27FC236}">
                    <a16:creationId xmlns:a16="http://schemas.microsoft.com/office/drawing/2014/main" id="{0B7839D5-D296-434A-E0A7-F3F59117E05B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7" name="pg3151">
                <a:extLst>
                  <a:ext uri="{FF2B5EF4-FFF2-40B4-BE49-F238E27FC236}">
                    <a16:creationId xmlns:a16="http://schemas.microsoft.com/office/drawing/2014/main" id="{17BFCD90-E065-9C57-60CC-F20467459E94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8" name="pg3152">
                <a:extLst>
                  <a:ext uri="{FF2B5EF4-FFF2-40B4-BE49-F238E27FC236}">
                    <a16:creationId xmlns:a16="http://schemas.microsoft.com/office/drawing/2014/main" id="{689AB140-E946-F4A1-DA05-FC89F29CF40E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9" name="pg3153">
                <a:extLst>
                  <a:ext uri="{FF2B5EF4-FFF2-40B4-BE49-F238E27FC236}">
                    <a16:creationId xmlns:a16="http://schemas.microsoft.com/office/drawing/2014/main" id="{0F8738D8-7B31-1708-35D3-B71604A04B2C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0" name="pg3154">
                <a:extLst>
                  <a:ext uri="{FF2B5EF4-FFF2-40B4-BE49-F238E27FC236}">
                    <a16:creationId xmlns:a16="http://schemas.microsoft.com/office/drawing/2014/main" id="{7AE06C50-82FF-924A-0E65-1DAB241175A4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1" name="pg3155">
                <a:extLst>
                  <a:ext uri="{FF2B5EF4-FFF2-40B4-BE49-F238E27FC236}">
                    <a16:creationId xmlns:a16="http://schemas.microsoft.com/office/drawing/2014/main" id="{90A53FA9-3FDB-9E55-0304-93D95CF0874D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2" name="pg3156">
                <a:extLst>
                  <a:ext uri="{FF2B5EF4-FFF2-40B4-BE49-F238E27FC236}">
                    <a16:creationId xmlns:a16="http://schemas.microsoft.com/office/drawing/2014/main" id="{8F1E093D-0DEA-1D0A-A5E0-DB8417DA60D4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3" name="pg3157">
                <a:extLst>
                  <a:ext uri="{FF2B5EF4-FFF2-40B4-BE49-F238E27FC236}">
                    <a16:creationId xmlns:a16="http://schemas.microsoft.com/office/drawing/2014/main" id="{FCD6F315-F199-6A29-485D-2E7E6D031EC0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4" name="pg3158">
                <a:extLst>
                  <a:ext uri="{FF2B5EF4-FFF2-40B4-BE49-F238E27FC236}">
                    <a16:creationId xmlns:a16="http://schemas.microsoft.com/office/drawing/2014/main" id="{E1E5EC6B-9D43-2FBC-1985-ECEE6FD69734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5" name="pg3159">
                <a:extLst>
                  <a:ext uri="{FF2B5EF4-FFF2-40B4-BE49-F238E27FC236}">
                    <a16:creationId xmlns:a16="http://schemas.microsoft.com/office/drawing/2014/main" id="{519AA701-37B1-9CC3-637D-78790543816C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6" name="pg3160">
                <a:extLst>
                  <a:ext uri="{FF2B5EF4-FFF2-40B4-BE49-F238E27FC236}">
                    <a16:creationId xmlns:a16="http://schemas.microsoft.com/office/drawing/2014/main" id="{999B49E3-20A1-C71E-367C-2EEB8D4B57DA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7" name="pg3161">
                <a:extLst>
                  <a:ext uri="{FF2B5EF4-FFF2-40B4-BE49-F238E27FC236}">
                    <a16:creationId xmlns:a16="http://schemas.microsoft.com/office/drawing/2014/main" id="{28A3AAE0-B5C7-27CB-F69C-3D2B082371C5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8" name="pg3162">
                <a:extLst>
                  <a:ext uri="{FF2B5EF4-FFF2-40B4-BE49-F238E27FC236}">
                    <a16:creationId xmlns:a16="http://schemas.microsoft.com/office/drawing/2014/main" id="{58730AA1-A952-F9DB-BBEE-D9576C1388C6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9" name="pg3163">
                <a:extLst>
                  <a:ext uri="{FF2B5EF4-FFF2-40B4-BE49-F238E27FC236}">
                    <a16:creationId xmlns:a16="http://schemas.microsoft.com/office/drawing/2014/main" id="{4C50A31D-BEC9-7908-D6B7-5DD48595A2AE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0" name="pg3164">
                <a:extLst>
                  <a:ext uri="{FF2B5EF4-FFF2-40B4-BE49-F238E27FC236}">
                    <a16:creationId xmlns:a16="http://schemas.microsoft.com/office/drawing/2014/main" id="{F6DCC6A5-CD1F-F36A-6698-35BE1AEAA752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1" name="pg3165">
                <a:extLst>
                  <a:ext uri="{FF2B5EF4-FFF2-40B4-BE49-F238E27FC236}">
                    <a16:creationId xmlns:a16="http://schemas.microsoft.com/office/drawing/2014/main" id="{1740F36E-57AC-7F5E-CA66-6B9EEAAC8114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2" name="pg3166">
                <a:extLst>
                  <a:ext uri="{FF2B5EF4-FFF2-40B4-BE49-F238E27FC236}">
                    <a16:creationId xmlns:a16="http://schemas.microsoft.com/office/drawing/2014/main" id="{42119CA0-C7D5-0CA5-CBF0-49405609EF29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3" name="pg3167">
                <a:extLst>
                  <a:ext uri="{FF2B5EF4-FFF2-40B4-BE49-F238E27FC236}">
                    <a16:creationId xmlns:a16="http://schemas.microsoft.com/office/drawing/2014/main" id="{B6F0032D-34E3-62FE-B235-D91E06C477AA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4" name="pg3168">
                <a:extLst>
                  <a:ext uri="{FF2B5EF4-FFF2-40B4-BE49-F238E27FC236}">
                    <a16:creationId xmlns:a16="http://schemas.microsoft.com/office/drawing/2014/main" id="{BE201D1D-2E51-DC1F-CD74-C52DCE29EAF6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5" name="pg3169">
                <a:extLst>
                  <a:ext uri="{FF2B5EF4-FFF2-40B4-BE49-F238E27FC236}">
                    <a16:creationId xmlns:a16="http://schemas.microsoft.com/office/drawing/2014/main" id="{D1419E87-6A49-E453-8F8B-DA4626C41F3D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6" name="pg3170">
                <a:extLst>
                  <a:ext uri="{FF2B5EF4-FFF2-40B4-BE49-F238E27FC236}">
                    <a16:creationId xmlns:a16="http://schemas.microsoft.com/office/drawing/2014/main" id="{2E6352C4-D549-9BF5-EBAF-B089F1E5E5B2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7" name="pg3171">
                <a:extLst>
                  <a:ext uri="{FF2B5EF4-FFF2-40B4-BE49-F238E27FC236}">
                    <a16:creationId xmlns:a16="http://schemas.microsoft.com/office/drawing/2014/main" id="{E187A309-077E-689B-9AEC-591E716299BB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8" name="pg3172">
                <a:extLst>
                  <a:ext uri="{FF2B5EF4-FFF2-40B4-BE49-F238E27FC236}">
                    <a16:creationId xmlns:a16="http://schemas.microsoft.com/office/drawing/2014/main" id="{B3B428D5-471A-E76A-672A-54265FA70C0D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9" name="pg3173">
                <a:extLst>
                  <a:ext uri="{FF2B5EF4-FFF2-40B4-BE49-F238E27FC236}">
                    <a16:creationId xmlns:a16="http://schemas.microsoft.com/office/drawing/2014/main" id="{A7A72F33-F9CC-1D01-AC7C-B0F0A9F406CD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0" name="pg3174">
                <a:extLst>
                  <a:ext uri="{FF2B5EF4-FFF2-40B4-BE49-F238E27FC236}">
                    <a16:creationId xmlns:a16="http://schemas.microsoft.com/office/drawing/2014/main" id="{1D1858CF-CE32-CC17-9C3D-D89FA992CFC1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1" name="pg3175">
                <a:extLst>
                  <a:ext uri="{FF2B5EF4-FFF2-40B4-BE49-F238E27FC236}">
                    <a16:creationId xmlns:a16="http://schemas.microsoft.com/office/drawing/2014/main" id="{0465FDA2-C23A-1A02-076B-C535AF851BB4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2" name="pg3176">
                <a:extLst>
                  <a:ext uri="{FF2B5EF4-FFF2-40B4-BE49-F238E27FC236}">
                    <a16:creationId xmlns:a16="http://schemas.microsoft.com/office/drawing/2014/main" id="{59D419F3-E014-4B1C-FBBF-014F0A2E42A9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3" name="pg3177">
                <a:extLst>
                  <a:ext uri="{FF2B5EF4-FFF2-40B4-BE49-F238E27FC236}">
                    <a16:creationId xmlns:a16="http://schemas.microsoft.com/office/drawing/2014/main" id="{10BA1697-04AC-7E5A-D48E-C1D1AEDDCB41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4" name="pg3178">
                <a:extLst>
                  <a:ext uri="{FF2B5EF4-FFF2-40B4-BE49-F238E27FC236}">
                    <a16:creationId xmlns:a16="http://schemas.microsoft.com/office/drawing/2014/main" id="{8BDEBC70-2DB9-A151-4853-0E7CF8932E4E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5" name="pg3179">
                <a:extLst>
                  <a:ext uri="{FF2B5EF4-FFF2-40B4-BE49-F238E27FC236}">
                    <a16:creationId xmlns:a16="http://schemas.microsoft.com/office/drawing/2014/main" id="{43228A6F-7970-A9DB-085A-C7C72229501E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6" name="pg3180">
                <a:extLst>
                  <a:ext uri="{FF2B5EF4-FFF2-40B4-BE49-F238E27FC236}">
                    <a16:creationId xmlns:a16="http://schemas.microsoft.com/office/drawing/2014/main" id="{5C6A07F5-3AE2-4808-07FB-087B45474703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7" name="pg3181">
                <a:extLst>
                  <a:ext uri="{FF2B5EF4-FFF2-40B4-BE49-F238E27FC236}">
                    <a16:creationId xmlns:a16="http://schemas.microsoft.com/office/drawing/2014/main" id="{2AEE508A-206C-B9B0-3F4E-1974AABC77F1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8" name="pg3182">
                <a:extLst>
                  <a:ext uri="{FF2B5EF4-FFF2-40B4-BE49-F238E27FC236}">
                    <a16:creationId xmlns:a16="http://schemas.microsoft.com/office/drawing/2014/main" id="{1065FF3C-187E-371B-4258-4EF72DA7CB61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9" name="pg3183">
                <a:extLst>
                  <a:ext uri="{FF2B5EF4-FFF2-40B4-BE49-F238E27FC236}">
                    <a16:creationId xmlns:a16="http://schemas.microsoft.com/office/drawing/2014/main" id="{40C8EF9F-9625-09A0-5B1A-3F08B746A7E0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0" name="pg3184">
                <a:extLst>
                  <a:ext uri="{FF2B5EF4-FFF2-40B4-BE49-F238E27FC236}">
                    <a16:creationId xmlns:a16="http://schemas.microsoft.com/office/drawing/2014/main" id="{EA6EAF75-7ECA-E07E-3BB3-68AA4E6F8D90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1" name="pg3185">
                <a:extLst>
                  <a:ext uri="{FF2B5EF4-FFF2-40B4-BE49-F238E27FC236}">
                    <a16:creationId xmlns:a16="http://schemas.microsoft.com/office/drawing/2014/main" id="{14A5996A-FD3D-5E50-46C3-15E1F59D1B33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2" name="pg3186">
                <a:extLst>
                  <a:ext uri="{FF2B5EF4-FFF2-40B4-BE49-F238E27FC236}">
                    <a16:creationId xmlns:a16="http://schemas.microsoft.com/office/drawing/2014/main" id="{C5423940-62F8-5A41-0686-60843E25AA01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3" name="pg3187">
                <a:extLst>
                  <a:ext uri="{FF2B5EF4-FFF2-40B4-BE49-F238E27FC236}">
                    <a16:creationId xmlns:a16="http://schemas.microsoft.com/office/drawing/2014/main" id="{43E55A10-CB2C-194E-D1E6-D072AC937764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4" name="pg3188">
                <a:extLst>
                  <a:ext uri="{FF2B5EF4-FFF2-40B4-BE49-F238E27FC236}">
                    <a16:creationId xmlns:a16="http://schemas.microsoft.com/office/drawing/2014/main" id="{2AECCAD0-2B4C-2F90-464B-6BA5A4D53B22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5" name="pg3189">
                <a:extLst>
                  <a:ext uri="{FF2B5EF4-FFF2-40B4-BE49-F238E27FC236}">
                    <a16:creationId xmlns:a16="http://schemas.microsoft.com/office/drawing/2014/main" id="{AE4BA5F4-C9C8-8955-D909-6E8FA098CD23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6" name="pg3190">
                <a:extLst>
                  <a:ext uri="{FF2B5EF4-FFF2-40B4-BE49-F238E27FC236}">
                    <a16:creationId xmlns:a16="http://schemas.microsoft.com/office/drawing/2014/main" id="{7E9435C9-2CF5-4FCF-9890-C8679915A055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7" name="pg3191">
                <a:extLst>
                  <a:ext uri="{FF2B5EF4-FFF2-40B4-BE49-F238E27FC236}">
                    <a16:creationId xmlns:a16="http://schemas.microsoft.com/office/drawing/2014/main" id="{BFF30E7D-7205-B0CD-252E-EDEAFA7F2DD2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8" name="pg3192">
                <a:extLst>
                  <a:ext uri="{FF2B5EF4-FFF2-40B4-BE49-F238E27FC236}">
                    <a16:creationId xmlns:a16="http://schemas.microsoft.com/office/drawing/2014/main" id="{8E0DECBF-3EA1-F9C3-2EA7-C6A353B85076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9" name="pg3193">
                <a:extLst>
                  <a:ext uri="{FF2B5EF4-FFF2-40B4-BE49-F238E27FC236}">
                    <a16:creationId xmlns:a16="http://schemas.microsoft.com/office/drawing/2014/main" id="{9CEF8FE8-020C-D400-E9AB-2BF8D7A1772B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0" name="pg3194">
                <a:extLst>
                  <a:ext uri="{FF2B5EF4-FFF2-40B4-BE49-F238E27FC236}">
                    <a16:creationId xmlns:a16="http://schemas.microsoft.com/office/drawing/2014/main" id="{2407AA7A-D45F-EE43-E93D-65447939F0CE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1" name="pg3195">
                <a:extLst>
                  <a:ext uri="{FF2B5EF4-FFF2-40B4-BE49-F238E27FC236}">
                    <a16:creationId xmlns:a16="http://schemas.microsoft.com/office/drawing/2014/main" id="{A1ECA437-6069-BD7A-AEC4-352068748B15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2" name="pg3196">
                <a:extLst>
                  <a:ext uri="{FF2B5EF4-FFF2-40B4-BE49-F238E27FC236}">
                    <a16:creationId xmlns:a16="http://schemas.microsoft.com/office/drawing/2014/main" id="{C1CF663E-27EF-30A7-4C82-1743CD9A1771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3" name="pg3197">
                <a:extLst>
                  <a:ext uri="{FF2B5EF4-FFF2-40B4-BE49-F238E27FC236}">
                    <a16:creationId xmlns:a16="http://schemas.microsoft.com/office/drawing/2014/main" id="{CC2B6C0A-D4BC-6B9C-851D-BFF677F2CA14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4" name="pg3198">
                <a:extLst>
                  <a:ext uri="{FF2B5EF4-FFF2-40B4-BE49-F238E27FC236}">
                    <a16:creationId xmlns:a16="http://schemas.microsoft.com/office/drawing/2014/main" id="{C36DFFAA-E831-6437-6EA5-D94CFEA6F5DA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5" name="pg3199">
                <a:extLst>
                  <a:ext uri="{FF2B5EF4-FFF2-40B4-BE49-F238E27FC236}">
                    <a16:creationId xmlns:a16="http://schemas.microsoft.com/office/drawing/2014/main" id="{B987224E-BE26-6B15-BE06-DB8C49A17E73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6" name="pg3200">
                <a:extLst>
                  <a:ext uri="{FF2B5EF4-FFF2-40B4-BE49-F238E27FC236}">
                    <a16:creationId xmlns:a16="http://schemas.microsoft.com/office/drawing/2014/main" id="{57FCB192-67D3-3567-2C76-3B24843F9847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7" name="pg3201">
                <a:extLst>
                  <a:ext uri="{FF2B5EF4-FFF2-40B4-BE49-F238E27FC236}">
                    <a16:creationId xmlns:a16="http://schemas.microsoft.com/office/drawing/2014/main" id="{573CB412-F626-02AE-4FB4-911467FBC76E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8" name="pg3202">
                <a:extLst>
                  <a:ext uri="{FF2B5EF4-FFF2-40B4-BE49-F238E27FC236}">
                    <a16:creationId xmlns:a16="http://schemas.microsoft.com/office/drawing/2014/main" id="{AED196FD-8C70-F407-5E50-8822FCEE6150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9" name="pg3203">
                <a:extLst>
                  <a:ext uri="{FF2B5EF4-FFF2-40B4-BE49-F238E27FC236}">
                    <a16:creationId xmlns:a16="http://schemas.microsoft.com/office/drawing/2014/main" id="{A9BFDF85-A4D8-8105-3B70-14A6FC68EDC4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0" name="pg3204">
                <a:extLst>
                  <a:ext uri="{FF2B5EF4-FFF2-40B4-BE49-F238E27FC236}">
                    <a16:creationId xmlns:a16="http://schemas.microsoft.com/office/drawing/2014/main" id="{02338E0F-A85E-87FA-B613-76EF7A77EE6D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1" name="pg3205">
                <a:extLst>
                  <a:ext uri="{FF2B5EF4-FFF2-40B4-BE49-F238E27FC236}">
                    <a16:creationId xmlns:a16="http://schemas.microsoft.com/office/drawing/2014/main" id="{7C4C0367-D828-9DEE-01AF-50B54378ED77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2" name="pg3206">
                <a:extLst>
                  <a:ext uri="{FF2B5EF4-FFF2-40B4-BE49-F238E27FC236}">
                    <a16:creationId xmlns:a16="http://schemas.microsoft.com/office/drawing/2014/main" id="{B09FD7C4-B9E4-D998-06E7-DC9E4EBD81A8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3" name="pg3207">
                <a:extLst>
                  <a:ext uri="{FF2B5EF4-FFF2-40B4-BE49-F238E27FC236}">
                    <a16:creationId xmlns:a16="http://schemas.microsoft.com/office/drawing/2014/main" id="{40B395C3-7957-224D-4851-BCD766B8BAD8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4" name="pg3208">
                <a:extLst>
                  <a:ext uri="{FF2B5EF4-FFF2-40B4-BE49-F238E27FC236}">
                    <a16:creationId xmlns:a16="http://schemas.microsoft.com/office/drawing/2014/main" id="{2237C19B-DB26-8690-AF57-BE74DBD4C33D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5" name="pg3209">
                <a:extLst>
                  <a:ext uri="{FF2B5EF4-FFF2-40B4-BE49-F238E27FC236}">
                    <a16:creationId xmlns:a16="http://schemas.microsoft.com/office/drawing/2014/main" id="{953D0404-ADF7-4E96-D76A-245C23BDD7B2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6" name="pg3210">
                <a:extLst>
                  <a:ext uri="{FF2B5EF4-FFF2-40B4-BE49-F238E27FC236}">
                    <a16:creationId xmlns:a16="http://schemas.microsoft.com/office/drawing/2014/main" id="{30CE847C-7084-981F-3AC4-8738F80A8AD9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7" name="pg3211">
                <a:extLst>
                  <a:ext uri="{FF2B5EF4-FFF2-40B4-BE49-F238E27FC236}">
                    <a16:creationId xmlns:a16="http://schemas.microsoft.com/office/drawing/2014/main" id="{D4271EE9-180C-B648-2093-EB74AEAE318A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8" name="pg3212">
                <a:extLst>
                  <a:ext uri="{FF2B5EF4-FFF2-40B4-BE49-F238E27FC236}">
                    <a16:creationId xmlns:a16="http://schemas.microsoft.com/office/drawing/2014/main" id="{9B5A766F-1F1A-52C1-9B22-5D903BF06ACD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9" name="pg3213">
                <a:extLst>
                  <a:ext uri="{FF2B5EF4-FFF2-40B4-BE49-F238E27FC236}">
                    <a16:creationId xmlns:a16="http://schemas.microsoft.com/office/drawing/2014/main" id="{107FB184-0FC3-8040-6A61-A680D8B4DADF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0" name="pg3214">
                <a:extLst>
                  <a:ext uri="{FF2B5EF4-FFF2-40B4-BE49-F238E27FC236}">
                    <a16:creationId xmlns:a16="http://schemas.microsoft.com/office/drawing/2014/main" id="{2AE0066F-A5B6-94E5-501A-7C7DF5549179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1" name="pg3215">
                <a:extLst>
                  <a:ext uri="{FF2B5EF4-FFF2-40B4-BE49-F238E27FC236}">
                    <a16:creationId xmlns:a16="http://schemas.microsoft.com/office/drawing/2014/main" id="{63796717-B6F6-ACC8-CED6-75A37C2CA109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2" name="pg3216">
                <a:extLst>
                  <a:ext uri="{FF2B5EF4-FFF2-40B4-BE49-F238E27FC236}">
                    <a16:creationId xmlns:a16="http://schemas.microsoft.com/office/drawing/2014/main" id="{21E3FAE5-F684-253B-3DF7-C52118747ECF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3" name="pg3217">
                <a:extLst>
                  <a:ext uri="{FF2B5EF4-FFF2-40B4-BE49-F238E27FC236}">
                    <a16:creationId xmlns:a16="http://schemas.microsoft.com/office/drawing/2014/main" id="{68021256-F8A6-0864-9B13-2F60D5338509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4" name="pg3218">
                <a:extLst>
                  <a:ext uri="{FF2B5EF4-FFF2-40B4-BE49-F238E27FC236}">
                    <a16:creationId xmlns:a16="http://schemas.microsoft.com/office/drawing/2014/main" id="{09EB11F0-FFFB-AA7D-DCC9-7BE4A6167F45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5" name="pg3219">
                <a:extLst>
                  <a:ext uri="{FF2B5EF4-FFF2-40B4-BE49-F238E27FC236}">
                    <a16:creationId xmlns:a16="http://schemas.microsoft.com/office/drawing/2014/main" id="{71F1B9C6-E4AC-CA32-0505-8BFA6450E7D6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6" name="pg3220">
                <a:extLst>
                  <a:ext uri="{FF2B5EF4-FFF2-40B4-BE49-F238E27FC236}">
                    <a16:creationId xmlns:a16="http://schemas.microsoft.com/office/drawing/2014/main" id="{CED18682-D1B6-69FB-8A8E-B1C3D2771110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7" name="pg3221">
                <a:extLst>
                  <a:ext uri="{FF2B5EF4-FFF2-40B4-BE49-F238E27FC236}">
                    <a16:creationId xmlns:a16="http://schemas.microsoft.com/office/drawing/2014/main" id="{473D8821-8DD7-9F4E-F0B1-9F4C130325B5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8" name="pg3222">
                <a:extLst>
                  <a:ext uri="{FF2B5EF4-FFF2-40B4-BE49-F238E27FC236}">
                    <a16:creationId xmlns:a16="http://schemas.microsoft.com/office/drawing/2014/main" id="{1F905A6A-5307-6FFD-C91D-7B00EDECDA00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9" name="pg3223">
                <a:extLst>
                  <a:ext uri="{FF2B5EF4-FFF2-40B4-BE49-F238E27FC236}">
                    <a16:creationId xmlns:a16="http://schemas.microsoft.com/office/drawing/2014/main" id="{8B834BB0-82F0-405A-F9C5-15856C6572CB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0" name="pg3224">
                <a:extLst>
                  <a:ext uri="{FF2B5EF4-FFF2-40B4-BE49-F238E27FC236}">
                    <a16:creationId xmlns:a16="http://schemas.microsoft.com/office/drawing/2014/main" id="{C0C922AB-7054-97E1-B81D-CD6E3EA920B1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1" name="pg3225">
                <a:extLst>
                  <a:ext uri="{FF2B5EF4-FFF2-40B4-BE49-F238E27FC236}">
                    <a16:creationId xmlns:a16="http://schemas.microsoft.com/office/drawing/2014/main" id="{AE1E32AA-5376-FC01-0E3C-9BFF7E91F10B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2" name="pg3226">
                <a:extLst>
                  <a:ext uri="{FF2B5EF4-FFF2-40B4-BE49-F238E27FC236}">
                    <a16:creationId xmlns:a16="http://schemas.microsoft.com/office/drawing/2014/main" id="{1EC7674A-DA6E-9320-CA7D-ECB9F76ACBDF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3" name="pg3227">
                <a:extLst>
                  <a:ext uri="{FF2B5EF4-FFF2-40B4-BE49-F238E27FC236}">
                    <a16:creationId xmlns:a16="http://schemas.microsoft.com/office/drawing/2014/main" id="{A9EC3507-4F15-1C7F-59D5-A59A86196A0F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4" name="pg3228">
                <a:extLst>
                  <a:ext uri="{FF2B5EF4-FFF2-40B4-BE49-F238E27FC236}">
                    <a16:creationId xmlns:a16="http://schemas.microsoft.com/office/drawing/2014/main" id="{0354B268-4F00-B50F-5E64-41F6AF60762D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5" name="pg3229">
                <a:extLst>
                  <a:ext uri="{FF2B5EF4-FFF2-40B4-BE49-F238E27FC236}">
                    <a16:creationId xmlns:a16="http://schemas.microsoft.com/office/drawing/2014/main" id="{B1D6EED8-787B-1AF4-EAEA-B56DE70DDCEF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6" name="pg3230">
                <a:extLst>
                  <a:ext uri="{FF2B5EF4-FFF2-40B4-BE49-F238E27FC236}">
                    <a16:creationId xmlns:a16="http://schemas.microsoft.com/office/drawing/2014/main" id="{E4591B50-D60C-542D-C000-11C0A421ED55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7" name="pg3231">
                <a:extLst>
                  <a:ext uri="{FF2B5EF4-FFF2-40B4-BE49-F238E27FC236}">
                    <a16:creationId xmlns:a16="http://schemas.microsoft.com/office/drawing/2014/main" id="{55418BA1-5173-0866-92CB-C3397954BAA0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8" name="pg3232">
                <a:extLst>
                  <a:ext uri="{FF2B5EF4-FFF2-40B4-BE49-F238E27FC236}">
                    <a16:creationId xmlns:a16="http://schemas.microsoft.com/office/drawing/2014/main" id="{0D658768-91A2-4F05-D654-54A5D2B5D03C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9" name="pg3233">
                <a:extLst>
                  <a:ext uri="{FF2B5EF4-FFF2-40B4-BE49-F238E27FC236}">
                    <a16:creationId xmlns:a16="http://schemas.microsoft.com/office/drawing/2014/main" id="{B5D1A876-81FD-306F-5DF8-578557A0417A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0" name="pg3234">
                <a:extLst>
                  <a:ext uri="{FF2B5EF4-FFF2-40B4-BE49-F238E27FC236}">
                    <a16:creationId xmlns:a16="http://schemas.microsoft.com/office/drawing/2014/main" id="{028C7D3C-0C24-1899-69CF-E5E1DF2A1D2B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1" name="pg3235">
                <a:extLst>
                  <a:ext uri="{FF2B5EF4-FFF2-40B4-BE49-F238E27FC236}">
                    <a16:creationId xmlns:a16="http://schemas.microsoft.com/office/drawing/2014/main" id="{0DF2C594-C49C-B27C-FA8A-8F74D359E64D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2" name="pg3236">
                <a:extLst>
                  <a:ext uri="{FF2B5EF4-FFF2-40B4-BE49-F238E27FC236}">
                    <a16:creationId xmlns:a16="http://schemas.microsoft.com/office/drawing/2014/main" id="{DB11D245-3149-06A2-925E-FCC0F73CED58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3" name="pg3237">
                <a:extLst>
                  <a:ext uri="{FF2B5EF4-FFF2-40B4-BE49-F238E27FC236}">
                    <a16:creationId xmlns:a16="http://schemas.microsoft.com/office/drawing/2014/main" id="{B741CA25-A70A-E06B-45E7-05E29E4F3766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4" name="pg3238">
                <a:extLst>
                  <a:ext uri="{FF2B5EF4-FFF2-40B4-BE49-F238E27FC236}">
                    <a16:creationId xmlns:a16="http://schemas.microsoft.com/office/drawing/2014/main" id="{3A274C85-A711-30DE-6B13-CB8FD0FB9A79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5" name="pg3239">
                <a:extLst>
                  <a:ext uri="{FF2B5EF4-FFF2-40B4-BE49-F238E27FC236}">
                    <a16:creationId xmlns:a16="http://schemas.microsoft.com/office/drawing/2014/main" id="{64F94148-3B64-3EAF-951B-1C00654E73A2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6" name="pg3240">
                <a:extLst>
                  <a:ext uri="{FF2B5EF4-FFF2-40B4-BE49-F238E27FC236}">
                    <a16:creationId xmlns:a16="http://schemas.microsoft.com/office/drawing/2014/main" id="{4BD901D4-448A-10C5-64EE-BB0F57DA4943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7" name="pg3241">
                <a:extLst>
                  <a:ext uri="{FF2B5EF4-FFF2-40B4-BE49-F238E27FC236}">
                    <a16:creationId xmlns:a16="http://schemas.microsoft.com/office/drawing/2014/main" id="{58942623-7796-3006-3E5E-2FD4360BAD4D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8" name="pg3242">
                <a:extLst>
                  <a:ext uri="{FF2B5EF4-FFF2-40B4-BE49-F238E27FC236}">
                    <a16:creationId xmlns:a16="http://schemas.microsoft.com/office/drawing/2014/main" id="{B8852751-C63D-5DAF-821D-66C6064C0E40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9" name="pg3243">
                <a:extLst>
                  <a:ext uri="{FF2B5EF4-FFF2-40B4-BE49-F238E27FC236}">
                    <a16:creationId xmlns:a16="http://schemas.microsoft.com/office/drawing/2014/main" id="{80269018-864C-C157-7917-D07AD36C09F9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0" name="pg3244">
                <a:extLst>
                  <a:ext uri="{FF2B5EF4-FFF2-40B4-BE49-F238E27FC236}">
                    <a16:creationId xmlns:a16="http://schemas.microsoft.com/office/drawing/2014/main" id="{07D46684-0C5A-4C18-4E13-EA91E81AAEDB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1" name="pg3245">
                <a:extLst>
                  <a:ext uri="{FF2B5EF4-FFF2-40B4-BE49-F238E27FC236}">
                    <a16:creationId xmlns:a16="http://schemas.microsoft.com/office/drawing/2014/main" id="{8B3074C6-0743-C2E3-D301-AB89B2A64365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2" name="pg3246">
                <a:extLst>
                  <a:ext uri="{FF2B5EF4-FFF2-40B4-BE49-F238E27FC236}">
                    <a16:creationId xmlns:a16="http://schemas.microsoft.com/office/drawing/2014/main" id="{F7245038-2CF0-F1BF-74E7-1F1C65331A72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3" name="pg3247">
                <a:extLst>
                  <a:ext uri="{FF2B5EF4-FFF2-40B4-BE49-F238E27FC236}">
                    <a16:creationId xmlns:a16="http://schemas.microsoft.com/office/drawing/2014/main" id="{48F0F6BF-3CA7-406E-0044-A64070BB97FA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4" name="pg3248">
                <a:extLst>
                  <a:ext uri="{FF2B5EF4-FFF2-40B4-BE49-F238E27FC236}">
                    <a16:creationId xmlns:a16="http://schemas.microsoft.com/office/drawing/2014/main" id="{E56700E6-9B14-D769-D25A-AE905CC5C147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5" name="pg3249">
                <a:extLst>
                  <a:ext uri="{FF2B5EF4-FFF2-40B4-BE49-F238E27FC236}">
                    <a16:creationId xmlns:a16="http://schemas.microsoft.com/office/drawing/2014/main" id="{B45B99F9-8D0A-044B-8331-330394C8B4DC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6" name="pg3250">
                <a:extLst>
                  <a:ext uri="{FF2B5EF4-FFF2-40B4-BE49-F238E27FC236}">
                    <a16:creationId xmlns:a16="http://schemas.microsoft.com/office/drawing/2014/main" id="{F49670E0-9196-5406-9E65-F053753F12F0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7" name="pg3251">
                <a:extLst>
                  <a:ext uri="{FF2B5EF4-FFF2-40B4-BE49-F238E27FC236}">
                    <a16:creationId xmlns:a16="http://schemas.microsoft.com/office/drawing/2014/main" id="{F6187037-99E6-E439-8FE0-9C84AA4E0262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8" name="pg3252">
                <a:extLst>
                  <a:ext uri="{FF2B5EF4-FFF2-40B4-BE49-F238E27FC236}">
                    <a16:creationId xmlns:a16="http://schemas.microsoft.com/office/drawing/2014/main" id="{5EFD752D-7276-2061-4990-ECFF682C1F65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9" name="pg3253">
                <a:extLst>
                  <a:ext uri="{FF2B5EF4-FFF2-40B4-BE49-F238E27FC236}">
                    <a16:creationId xmlns:a16="http://schemas.microsoft.com/office/drawing/2014/main" id="{BAEC1AEA-5DBB-7594-9FDC-D19AC450C93B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0" name="pg3254">
                <a:extLst>
                  <a:ext uri="{FF2B5EF4-FFF2-40B4-BE49-F238E27FC236}">
                    <a16:creationId xmlns:a16="http://schemas.microsoft.com/office/drawing/2014/main" id="{4A06284D-E3FE-24E3-AD3D-3836C3A2082A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1" name="pg3255">
                <a:extLst>
                  <a:ext uri="{FF2B5EF4-FFF2-40B4-BE49-F238E27FC236}">
                    <a16:creationId xmlns:a16="http://schemas.microsoft.com/office/drawing/2014/main" id="{CDB68229-3CE5-194F-BDBA-D744311A3D2A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2" name="pg3256">
                <a:extLst>
                  <a:ext uri="{FF2B5EF4-FFF2-40B4-BE49-F238E27FC236}">
                    <a16:creationId xmlns:a16="http://schemas.microsoft.com/office/drawing/2014/main" id="{0E217908-9E73-39D5-F6B2-6DCDE8C65B62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3" name="pg3257">
                <a:extLst>
                  <a:ext uri="{FF2B5EF4-FFF2-40B4-BE49-F238E27FC236}">
                    <a16:creationId xmlns:a16="http://schemas.microsoft.com/office/drawing/2014/main" id="{EA683EE2-8DE6-E8A2-58B4-C87C86C42CAD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4" name="pg3258">
                <a:extLst>
                  <a:ext uri="{FF2B5EF4-FFF2-40B4-BE49-F238E27FC236}">
                    <a16:creationId xmlns:a16="http://schemas.microsoft.com/office/drawing/2014/main" id="{AE330AB7-2B7D-378F-3C21-C24F319ECD0B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5" name="pg3259">
                <a:extLst>
                  <a:ext uri="{FF2B5EF4-FFF2-40B4-BE49-F238E27FC236}">
                    <a16:creationId xmlns:a16="http://schemas.microsoft.com/office/drawing/2014/main" id="{19FCDE3B-A502-8D77-6EDC-173CDF9B46D8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6" name="pg3260">
                <a:extLst>
                  <a:ext uri="{FF2B5EF4-FFF2-40B4-BE49-F238E27FC236}">
                    <a16:creationId xmlns:a16="http://schemas.microsoft.com/office/drawing/2014/main" id="{B5130596-DA73-0A95-9861-AFA40CE5B063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7" name="pg3261">
                <a:extLst>
                  <a:ext uri="{FF2B5EF4-FFF2-40B4-BE49-F238E27FC236}">
                    <a16:creationId xmlns:a16="http://schemas.microsoft.com/office/drawing/2014/main" id="{1589C6CE-56A3-6AF5-06A9-D274AF600EEB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8" name="pg3262">
                <a:extLst>
                  <a:ext uri="{FF2B5EF4-FFF2-40B4-BE49-F238E27FC236}">
                    <a16:creationId xmlns:a16="http://schemas.microsoft.com/office/drawing/2014/main" id="{1B44D3BE-C818-A80D-A81B-4363C2975247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9" name="pg3263">
                <a:extLst>
                  <a:ext uri="{FF2B5EF4-FFF2-40B4-BE49-F238E27FC236}">
                    <a16:creationId xmlns:a16="http://schemas.microsoft.com/office/drawing/2014/main" id="{F01C5122-CCBF-F894-A3CB-B26E14ABAC74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0" name="pg3264">
                <a:extLst>
                  <a:ext uri="{FF2B5EF4-FFF2-40B4-BE49-F238E27FC236}">
                    <a16:creationId xmlns:a16="http://schemas.microsoft.com/office/drawing/2014/main" id="{D006DA34-594B-A5A2-A247-EA1C9810BCE1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1" name="pg3265">
                <a:extLst>
                  <a:ext uri="{FF2B5EF4-FFF2-40B4-BE49-F238E27FC236}">
                    <a16:creationId xmlns:a16="http://schemas.microsoft.com/office/drawing/2014/main" id="{46113CCA-C56A-DADC-CE2F-7579BE1F07C7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2" name="pg3266">
                <a:extLst>
                  <a:ext uri="{FF2B5EF4-FFF2-40B4-BE49-F238E27FC236}">
                    <a16:creationId xmlns:a16="http://schemas.microsoft.com/office/drawing/2014/main" id="{88137F42-9017-26BB-EC1A-A89452A4776A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3" name="pg3267">
                <a:extLst>
                  <a:ext uri="{FF2B5EF4-FFF2-40B4-BE49-F238E27FC236}">
                    <a16:creationId xmlns:a16="http://schemas.microsoft.com/office/drawing/2014/main" id="{7E3F20CF-6BBB-F7B6-88D4-C7119F55A52F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4" name="pg3268">
                <a:extLst>
                  <a:ext uri="{FF2B5EF4-FFF2-40B4-BE49-F238E27FC236}">
                    <a16:creationId xmlns:a16="http://schemas.microsoft.com/office/drawing/2014/main" id="{A28112DA-9E91-0F42-F44B-F72EAEE80871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5" name="pg3269">
                <a:extLst>
                  <a:ext uri="{FF2B5EF4-FFF2-40B4-BE49-F238E27FC236}">
                    <a16:creationId xmlns:a16="http://schemas.microsoft.com/office/drawing/2014/main" id="{91EB07DB-E5C0-C39F-DC01-5C30913AE424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6" name="pg3270">
                <a:extLst>
                  <a:ext uri="{FF2B5EF4-FFF2-40B4-BE49-F238E27FC236}">
                    <a16:creationId xmlns:a16="http://schemas.microsoft.com/office/drawing/2014/main" id="{3963F567-999E-55EE-F50F-070F69222E50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7" name="pg3271">
                <a:extLst>
                  <a:ext uri="{FF2B5EF4-FFF2-40B4-BE49-F238E27FC236}">
                    <a16:creationId xmlns:a16="http://schemas.microsoft.com/office/drawing/2014/main" id="{9C11E71A-603C-224F-B702-E6CD8B2D4980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8" name="pg3272">
                <a:extLst>
                  <a:ext uri="{FF2B5EF4-FFF2-40B4-BE49-F238E27FC236}">
                    <a16:creationId xmlns:a16="http://schemas.microsoft.com/office/drawing/2014/main" id="{032B57F2-8A67-4DE8-A350-7173E94B4BEE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9" name="pg3273">
                <a:extLst>
                  <a:ext uri="{FF2B5EF4-FFF2-40B4-BE49-F238E27FC236}">
                    <a16:creationId xmlns:a16="http://schemas.microsoft.com/office/drawing/2014/main" id="{FC87B1EF-AEF0-A651-4520-1F06E294677B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0" name="pg3274">
                <a:extLst>
                  <a:ext uri="{FF2B5EF4-FFF2-40B4-BE49-F238E27FC236}">
                    <a16:creationId xmlns:a16="http://schemas.microsoft.com/office/drawing/2014/main" id="{BB5AE66D-E105-1F61-1D3E-738004FAE18E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1" name="pg3275">
                <a:extLst>
                  <a:ext uri="{FF2B5EF4-FFF2-40B4-BE49-F238E27FC236}">
                    <a16:creationId xmlns:a16="http://schemas.microsoft.com/office/drawing/2014/main" id="{14227965-EA2A-C977-9BF2-179A105EA51D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2" name="pg3276">
                <a:extLst>
                  <a:ext uri="{FF2B5EF4-FFF2-40B4-BE49-F238E27FC236}">
                    <a16:creationId xmlns:a16="http://schemas.microsoft.com/office/drawing/2014/main" id="{2838848D-39A3-BAA2-D80F-5B4427AC53AA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3" name="pg3277">
                <a:extLst>
                  <a:ext uri="{FF2B5EF4-FFF2-40B4-BE49-F238E27FC236}">
                    <a16:creationId xmlns:a16="http://schemas.microsoft.com/office/drawing/2014/main" id="{1153BA3E-F66B-08DF-BCCB-4F05C63D5E47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4" name="pg3278">
                <a:extLst>
                  <a:ext uri="{FF2B5EF4-FFF2-40B4-BE49-F238E27FC236}">
                    <a16:creationId xmlns:a16="http://schemas.microsoft.com/office/drawing/2014/main" id="{FE55C9A1-75B1-C3F5-5120-D563EFBE0917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5" name="pg3279">
                <a:extLst>
                  <a:ext uri="{FF2B5EF4-FFF2-40B4-BE49-F238E27FC236}">
                    <a16:creationId xmlns:a16="http://schemas.microsoft.com/office/drawing/2014/main" id="{78D15614-7076-406F-B70A-30F13E2A93AD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6" name="pg3280">
                <a:extLst>
                  <a:ext uri="{FF2B5EF4-FFF2-40B4-BE49-F238E27FC236}">
                    <a16:creationId xmlns:a16="http://schemas.microsoft.com/office/drawing/2014/main" id="{FA9A62EC-D60A-8B5C-9BB7-122A0403281B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7" name="pg3281">
                <a:extLst>
                  <a:ext uri="{FF2B5EF4-FFF2-40B4-BE49-F238E27FC236}">
                    <a16:creationId xmlns:a16="http://schemas.microsoft.com/office/drawing/2014/main" id="{CDC7D9EE-6CF8-3E8E-EBB5-2B8900CEF177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8" name="pg3282">
                <a:extLst>
                  <a:ext uri="{FF2B5EF4-FFF2-40B4-BE49-F238E27FC236}">
                    <a16:creationId xmlns:a16="http://schemas.microsoft.com/office/drawing/2014/main" id="{0854D2BF-B779-6B49-08D5-1F6BF44A49AD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9" name="pg3283">
                <a:extLst>
                  <a:ext uri="{FF2B5EF4-FFF2-40B4-BE49-F238E27FC236}">
                    <a16:creationId xmlns:a16="http://schemas.microsoft.com/office/drawing/2014/main" id="{4069102B-FF3B-D179-67AA-1A8C5CF896B2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0" name="pg3284">
                <a:extLst>
                  <a:ext uri="{FF2B5EF4-FFF2-40B4-BE49-F238E27FC236}">
                    <a16:creationId xmlns:a16="http://schemas.microsoft.com/office/drawing/2014/main" id="{005CCD3A-25A5-61EB-6B53-60AB51170BA1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1" name="pg3285">
                <a:extLst>
                  <a:ext uri="{FF2B5EF4-FFF2-40B4-BE49-F238E27FC236}">
                    <a16:creationId xmlns:a16="http://schemas.microsoft.com/office/drawing/2014/main" id="{4571A3F1-04D2-C253-A468-8601D2EEF2CD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2" name="pg3286">
                <a:extLst>
                  <a:ext uri="{FF2B5EF4-FFF2-40B4-BE49-F238E27FC236}">
                    <a16:creationId xmlns:a16="http://schemas.microsoft.com/office/drawing/2014/main" id="{6BA7E733-897A-EFBA-2EC0-172360471610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3" name="pg3287">
                <a:extLst>
                  <a:ext uri="{FF2B5EF4-FFF2-40B4-BE49-F238E27FC236}">
                    <a16:creationId xmlns:a16="http://schemas.microsoft.com/office/drawing/2014/main" id="{F32FEEDC-285E-E3FF-3CF1-B38CAC17F266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4" name="pg3288">
                <a:extLst>
                  <a:ext uri="{FF2B5EF4-FFF2-40B4-BE49-F238E27FC236}">
                    <a16:creationId xmlns:a16="http://schemas.microsoft.com/office/drawing/2014/main" id="{0256DEED-337A-0449-F8D9-9B528A6460DF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5" name="pg3289">
                <a:extLst>
                  <a:ext uri="{FF2B5EF4-FFF2-40B4-BE49-F238E27FC236}">
                    <a16:creationId xmlns:a16="http://schemas.microsoft.com/office/drawing/2014/main" id="{5650BFCE-7AB3-1712-ED96-86BB4D3E2C43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6" name="pg3290">
                <a:extLst>
                  <a:ext uri="{FF2B5EF4-FFF2-40B4-BE49-F238E27FC236}">
                    <a16:creationId xmlns:a16="http://schemas.microsoft.com/office/drawing/2014/main" id="{BAE068F4-2F23-67C2-2A2D-EC4425AD72CF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7" name="pg3291">
                <a:extLst>
                  <a:ext uri="{FF2B5EF4-FFF2-40B4-BE49-F238E27FC236}">
                    <a16:creationId xmlns:a16="http://schemas.microsoft.com/office/drawing/2014/main" id="{5D7338E3-452A-5FD2-4DE7-BC757005BB38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8" name="pg3292">
                <a:extLst>
                  <a:ext uri="{FF2B5EF4-FFF2-40B4-BE49-F238E27FC236}">
                    <a16:creationId xmlns:a16="http://schemas.microsoft.com/office/drawing/2014/main" id="{92765024-E32C-68D1-120C-BBD014551E13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9" name="pg3293">
                <a:extLst>
                  <a:ext uri="{FF2B5EF4-FFF2-40B4-BE49-F238E27FC236}">
                    <a16:creationId xmlns:a16="http://schemas.microsoft.com/office/drawing/2014/main" id="{08558F14-674B-A9B6-448B-E75446ACA531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0" name="pg3294">
                <a:extLst>
                  <a:ext uri="{FF2B5EF4-FFF2-40B4-BE49-F238E27FC236}">
                    <a16:creationId xmlns:a16="http://schemas.microsoft.com/office/drawing/2014/main" id="{FF12B270-BDF6-422B-D2E1-AA5B444DDD9C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1" name="pg3295">
                <a:extLst>
                  <a:ext uri="{FF2B5EF4-FFF2-40B4-BE49-F238E27FC236}">
                    <a16:creationId xmlns:a16="http://schemas.microsoft.com/office/drawing/2014/main" id="{95702D30-34F2-FF27-FEC6-D23662450C34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2" name="pg3296">
                <a:extLst>
                  <a:ext uri="{FF2B5EF4-FFF2-40B4-BE49-F238E27FC236}">
                    <a16:creationId xmlns:a16="http://schemas.microsoft.com/office/drawing/2014/main" id="{311B316B-D2E0-751D-2DEA-0AF61E0E258F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3" name="pg3297">
                <a:extLst>
                  <a:ext uri="{FF2B5EF4-FFF2-40B4-BE49-F238E27FC236}">
                    <a16:creationId xmlns:a16="http://schemas.microsoft.com/office/drawing/2014/main" id="{37B0A546-5A71-0FA0-54D2-B3C8B6DFB1C2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4" name="pg3298">
                <a:extLst>
                  <a:ext uri="{FF2B5EF4-FFF2-40B4-BE49-F238E27FC236}">
                    <a16:creationId xmlns:a16="http://schemas.microsoft.com/office/drawing/2014/main" id="{06701C1B-57C1-5F57-6112-614110620527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5" name="pg3299">
                <a:extLst>
                  <a:ext uri="{FF2B5EF4-FFF2-40B4-BE49-F238E27FC236}">
                    <a16:creationId xmlns:a16="http://schemas.microsoft.com/office/drawing/2014/main" id="{0E88CDF7-F1C1-E07D-972F-CC164F8CB12B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6" name="pg3300">
                <a:extLst>
                  <a:ext uri="{FF2B5EF4-FFF2-40B4-BE49-F238E27FC236}">
                    <a16:creationId xmlns:a16="http://schemas.microsoft.com/office/drawing/2014/main" id="{1ACF103C-DE09-D400-ADA5-A3622F7072A1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7" name="pg3301">
                <a:extLst>
                  <a:ext uri="{FF2B5EF4-FFF2-40B4-BE49-F238E27FC236}">
                    <a16:creationId xmlns:a16="http://schemas.microsoft.com/office/drawing/2014/main" id="{E43AD234-A94D-C9AA-311F-18575A6D67F6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8" name="pg3302">
                <a:extLst>
                  <a:ext uri="{FF2B5EF4-FFF2-40B4-BE49-F238E27FC236}">
                    <a16:creationId xmlns:a16="http://schemas.microsoft.com/office/drawing/2014/main" id="{53D7D0DB-7044-1E07-3149-D449DCFC58EC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9" name="pg3303">
                <a:extLst>
                  <a:ext uri="{FF2B5EF4-FFF2-40B4-BE49-F238E27FC236}">
                    <a16:creationId xmlns:a16="http://schemas.microsoft.com/office/drawing/2014/main" id="{BFC51124-17FB-B723-E24A-7528D180D641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0" name="pg3304">
                <a:extLst>
                  <a:ext uri="{FF2B5EF4-FFF2-40B4-BE49-F238E27FC236}">
                    <a16:creationId xmlns:a16="http://schemas.microsoft.com/office/drawing/2014/main" id="{AD9D9D36-EF96-7B5F-BA97-C7983065BC4F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1" name="pg3305">
                <a:extLst>
                  <a:ext uri="{FF2B5EF4-FFF2-40B4-BE49-F238E27FC236}">
                    <a16:creationId xmlns:a16="http://schemas.microsoft.com/office/drawing/2014/main" id="{3236A37E-D7BF-BC6D-D1CB-1C7928D49766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2" name="pg3306">
                <a:extLst>
                  <a:ext uri="{FF2B5EF4-FFF2-40B4-BE49-F238E27FC236}">
                    <a16:creationId xmlns:a16="http://schemas.microsoft.com/office/drawing/2014/main" id="{1E4E4E79-D803-543E-07EC-4CBFDF6F3F92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3" name="pg3307">
                <a:extLst>
                  <a:ext uri="{FF2B5EF4-FFF2-40B4-BE49-F238E27FC236}">
                    <a16:creationId xmlns:a16="http://schemas.microsoft.com/office/drawing/2014/main" id="{7996D43C-9C5D-92E2-F4E2-852040137D0B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4" name="pg3308">
                <a:extLst>
                  <a:ext uri="{FF2B5EF4-FFF2-40B4-BE49-F238E27FC236}">
                    <a16:creationId xmlns:a16="http://schemas.microsoft.com/office/drawing/2014/main" id="{010C5AAA-0361-80B9-C93B-84A0B68AC630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5" name="pg3309">
                <a:extLst>
                  <a:ext uri="{FF2B5EF4-FFF2-40B4-BE49-F238E27FC236}">
                    <a16:creationId xmlns:a16="http://schemas.microsoft.com/office/drawing/2014/main" id="{D470EB51-0960-6719-19A6-0DC5F96E086A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6" name="pg3310">
                <a:extLst>
                  <a:ext uri="{FF2B5EF4-FFF2-40B4-BE49-F238E27FC236}">
                    <a16:creationId xmlns:a16="http://schemas.microsoft.com/office/drawing/2014/main" id="{167C0C00-08E1-B61A-7B31-31B626843F95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7" name="pg3311">
                <a:extLst>
                  <a:ext uri="{FF2B5EF4-FFF2-40B4-BE49-F238E27FC236}">
                    <a16:creationId xmlns:a16="http://schemas.microsoft.com/office/drawing/2014/main" id="{DDE7FCBE-5EF5-9C55-42C3-F43B1121045F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8" name="pg3312">
                <a:extLst>
                  <a:ext uri="{FF2B5EF4-FFF2-40B4-BE49-F238E27FC236}">
                    <a16:creationId xmlns:a16="http://schemas.microsoft.com/office/drawing/2014/main" id="{A1C8947C-45AD-8255-D69E-3F2EC4ADF160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9" name="pg3313">
                <a:extLst>
                  <a:ext uri="{FF2B5EF4-FFF2-40B4-BE49-F238E27FC236}">
                    <a16:creationId xmlns:a16="http://schemas.microsoft.com/office/drawing/2014/main" id="{EFC203CE-7183-E01C-FC20-3FB4AA2C417B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0" name="pg3314">
                <a:extLst>
                  <a:ext uri="{FF2B5EF4-FFF2-40B4-BE49-F238E27FC236}">
                    <a16:creationId xmlns:a16="http://schemas.microsoft.com/office/drawing/2014/main" id="{A4A977C8-9069-AB59-7032-5BDD9CAFD1B0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1" name="pg3315">
                <a:extLst>
                  <a:ext uri="{FF2B5EF4-FFF2-40B4-BE49-F238E27FC236}">
                    <a16:creationId xmlns:a16="http://schemas.microsoft.com/office/drawing/2014/main" id="{2BBA9F6B-1578-B7D0-8ED8-10836697FFF8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2" name="pg3316">
                <a:extLst>
                  <a:ext uri="{FF2B5EF4-FFF2-40B4-BE49-F238E27FC236}">
                    <a16:creationId xmlns:a16="http://schemas.microsoft.com/office/drawing/2014/main" id="{6920F585-9529-0DBC-C43E-87CBF7936CF3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3" name="pg3317">
                <a:extLst>
                  <a:ext uri="{FF2B5EF4-FFF2-40B4-BE49-F238E27FC236}">
                    <a16:creationId xmlns:a16="http://schemas.microsoft.com/office/drawing/2014/main" id="{D7247C0C-473D-3BA8-D7E4-54804F62180F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4" name="pg3318">
                <a:extLst>
                  <a:ext uri="{FF2B5EF4-FFF2-40B4-BE49-F238E27FC236}">
                    <a16:creationId xmlns:a16="http://schemas.microsoft.com/office/drawing/2014/main" id="{AD2A2A64-C65D-D3CA-5B24-9B449ED20DE7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5" name="pg3319">
                <a:extLst>
                  <a:ext uri="{FF2B5EF4-FFF2-40B4-BE49-F238E27FC236}">
                    <a16:creationId xmlns:a16="http://schemas.microsoft.com/office/drawing/2014/main" id="{179B525E-F618-394E-0375-6DA486E6D0F5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6" name="pg3320">
                <a:extLst>
                  <a:ext uri="{FF2B5EF4-FFF2-40B4-BE49-F238E27FC236}">
                    <a16:creationId xmlns:a16="http://schemas.microsoft.com/office/drawing/2014/main" id="{3F87B0F3-52A0-6771-3631-1299B9EE7569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7" name="pg3321">
                <a:extLst>
                  <a:ext uri="{FF2B5EF4-FFF2-40B4-BE49-F238E27FC236}">
                    <a16:creationId xmlns:a16="http://schemas.microsoft.com/office/drawing/2014/main" id="{E93ED6B0-CE04-F7D1-0DE1-432DC97BA6BC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8" name="pg3322">
                <a:extLst>
                  <a:ext uri="{FF2B5EF4-FFF2-40B4-BE49-F238E27FC236}">
                    <a16:creationId xmlns:a16="http://schemas.microsoft.com/office/drawing/2014/main" id="{59C83994-86DF-6E48-A4EC-18511F950B14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9" name="pg3323">
                <a:extLst>
                  <a:ext uri="{FF2B5EF4-FFF2-40B4-BE49-F238E27FC236}">
                    <a16:creationId xmlns:a16="http://schemas.microsoft.com/office/drawing/2014/main" id="{5A149FB4-A9E5-C852-746E-E86EC96B7B54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0" name="pg3324">
                <a:extLst>
                  <a:ext uri="{FF2B5EF4-FFF2-40B4-BE49-F238E27FC236}">
                    <a16:creationId xmlns:a16="http://schemas.microsoft.com/office/drawing/2014/main" id="{A565046A-8E1C-D466-04C0-26F61732AEA9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1" name="pg3325">
                <a:extLst>
                  <a:ext uri="{FF2B5EF4-FFF2-40B4-BE49-F238E27FC236}">
                    <a16:creationId xmlns:a16="http://schemas.microsoft.com/office/drawing/2014/main" id="{C115FF5A-A5E0-3E04-4604-888CF4BEF2A3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2" name="pg3326">
                <a:extLst>
                  <a:ext uri="{FF2B5EF4-FFF2-40B4-BE49-F238E27FC236}">
                    <a16:creationId xmlns:a16="http://schemas.microsoft.com/office/drawing/2014/main" id="{7FE4BC61-DF45-755D-F118-4D84D80669A0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3" name="pg3327">
                <a:extLst>
                  <a:ext uri="{FF2B5EF4-FFF2-40B4-BE49-F238E27FC236}">
                    <a16:creationId xmlns:a16="http://schemas.microsoft.com/office/drawing/2014/main" id="{C9A52713-75CA-82DA-3C4F-AE559A7F8327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4" name="pg3328">
                <a:extLst>
                  <a:ext uri="{FF2B5EF4-FFF2-40B4-BE49-F238E27FC236}">
                    <a16:creationId xmlns:a16="http://schemas.microsoft.com/office/drawing/2014/main" id="{25211BC9-9DD2-670A-3348-7F9DCE69833A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5" name="pg3329">
                <a:extLst>
                  <a:ext uri="{FF2B5EF4-FFF2-40B4-BE49-F238E27FC236}">
                    <a16:creationId xmlns:a16="http://schemas.microsoft.com/office/drawing/2014/main" id="{F0569B22-2945-64CD-E8B7-4CAB4A049373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6" name="pg3330">
                <a:extLst>
                  <a:ext uri="{FF2B5EF4-FFF2-40B4-BE49-F238E27FC236}">
                    <a16:creationId xmlns:a16="http://schemas.microsoft.com/office/drawing/2014/main" id="{3E24A312-6A4A-28C0-6449-B84B78F336DD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7" name="pg3331">
                <a:extLst>
                  <a:ext uri="{FF2B5EF4-FFF2-40B4-BE49-F238E27FC236}">
                    <a16:creationId xmlns:a16="http://schemas.microsoft.com/office/drawing/2014/main" id="{FBA9A15B-B283-467D-857D-62DF2AC39949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8" name="pg3332">
                <a:extLst>
                  <a:ext uri="{FF2B5EF4-FFF2-40B4-BE49-F238E27FC236}">
                    <a16:creationId xmlns:a16="http://schemas.microsoft.com/office/drawing/2014/main" id="{5A8B075C-D605-DCA2-C6AD-905D5EA8DDC7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9" name="pg3333">
                <a:extLst>
                  <a:ext uri="{FF2B5EF4-FFF2-40B4-BE49-F238E27FC236}">
                    <a16:creationId xmlns:a16="http://schemas.microsoft.com/office/drawing/2014/main" id="{58E8CD74-1C88-7DE9-D313-3D3E98A307FF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0" name="pg3334">
                <a:extLst>
                  <a:ext uri="{FF2B5EF4-FFF2-40B4-BE49-F238E27FC236}">
                    <a16:creationId xmlns:a16="http://schemas.microsoft.com/office/drawing/2014/main" id="{81C7695F-D47B-F63F-489F-C0C1E83C6BDB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1" name="pg3335">
                <a:extLst>
                  <a:ext uri="{FF2B5EF4-FFF2-40B4-BE49-F238E27FC236}">
                    <a16:creationId xmlns:a16="http://schemas.microsoft.com/office/drawing/2014/main" id="{8C818DAC-8451-253E-E141-89325F4D7EE2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2" name="pg3336">
                <a:extLst>
                  <a:ext uri="{FF2B5EF4-FFF2-40B4-BE49-F238E27FC236}">
                    <a16:creationId xmlns:a16="http://schemas.microsoft.com/office/drawing/2014/main" id="{372EC8D4-D222-9EF8-322C-28DA6E8BF2A2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3" name="pg3337">
                <a:extLst>
                  <a:ext uri="{FF2B5EF4-FFF2-40B4-BE49-F238E27FC236}">
                    <a16:creationId xmlns:a16="http://schemas.microsoft.com/office/drawing/2014/main" id="{749D7565-45E2-F882-BB87-27AA02FFE15C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4" name="pg3338">
                <a:extLst>
                  <a:ext uri="{FF2B5EF4-FFF2-40B4-BE49-F238E27FC236}">
                    <a16:creationId xmlns:a16="http://schemas.microsoft.com/office/drawing/2014/main" id="{8A4ABF83-9943-EAE2-0FCE-6E2E6EF0D6F2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5" name="pg3339">
                <a:extLst>
                  <a:ext uri="{FF2B5EF4-FFF2-40B4-BE49-F238E27FC236}">
                    <a16:creationId xmlns:a16="http://schemas.microsoft.com/office/drawing/2014/main" id="{DE5CC4CB-E029-7C94-1A41-BB517FB1E38C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6" name="pg3340">
                <a:extLst>
                  <a:ext uri="{FF2B5EF4-FFF2-40B4-BE49-F238E27FC236}">
                    <a16:creationId xmlns:a16="http://schemas.microsoft.com/office/drawing/2014/main" id="{197DCE10-7D4D-D244-052A-D92024AA3FF8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7" name="pg3341">
                <a:extLst>
                  <a:ext uri="{FF2B5EF4-FFF2-40B4-BE49-F238E27FC236}">
                    <a16:creationId xmlns:a16="http://schemas.microsoft.com/office/drawing/2014/main" id="{545B832A-781A-9953-4028-DC7408B8CA67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8" name="pg3342">
                <a:extLst>
                  <a:ext uri="{FF2B5EF4-FFF2-40B4-BE49-F238E27FC236}">
                    <a16:creationId xmlns:a16="http://schemas.microsoft.com/office/drawing/2014/main" id="{9AEC6A31-61A1-12C2-D886-9E918513E148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9" name="pg3343">
                <a:extLst>
                  <a:ext uri="{FF2B5EF4-FFF2-40B4-BE49-F238E27FC236}">
                    <a16:creationId xmlns:a16="http://schemas.microsoft.com/office/drawing/2014/main" id="{C8E4C3B4-2610-CB63-E0FE-97DBB6C76D4C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0" name="pg3344">
                <a:extLst>
                  <a:ext uri="{FF2B5EF4-FFF2-40B4-BE49-F238E27FC236}">
                    <a16:creationId xmlns:a16="http://schemas.microsoft.com/office/drawing/2014/main" id="{3180DBC6-4CF2-BFE3-7AC6-D9B64FACCBFC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1" name="pg3345">
                <a:extLst>
                  <a:ext uri="{FF2B5EF4-FFF2-40B4-BE49-F238E27FC236}">
                    <a16:creationId xmlns:a16="http://schemas.microsoft.com/office/drawing/2014/main" id="{3E4C167C-3EAE-C77E-2E6A-429FD3205473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2" name="pg3346">
                <a:extLst>
                  <a:ext uri="{FF2B5EF4-FFF2-40B4-BE49-F238E27FC236}">
                    <a16:creationId xmlns:a16="http://schemas.microsoft.com/office/drawing/2014/main" id="{C743E7A3-BDEB-F0EF-E32C-DA423B064880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3" name="pg3347">
                <a:extLst>
                  <a:ext uri="{FF2B5EF4-FFF2-40B4-BE49-F238E27FC236}">
                    <a16:creationId xmlns:a16="http://schemas.microsoft.com/office/drawing/2014/main" id="{1E33D10E-74F7-A893-BA9A-26F1AB98C8C2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4" name="pg3348">
                <a:extLst>
                  <a:ext uri="{FF2B5EF4-FFF2-40B4-BE49-F238E27FC236}">
                    <a16:creationId xmlns:a16="http://schemas.microsoft.com/office/drawing/2014/main" id="{70398849-9712-6BB7-E602-9818CEFB7DD1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5" name="pg3349">
                <a:extLst>
                  <a:ext uri="{FF2B5EF4-FFF2-40B4-BE49-F238E27FC236}">
                    <a16:creationId xmlns:a16="http://schemas.microsoft.com/office/drawing/2014/main" id="{0ABFF543-4F7C-9FF5-3DB0-D29D89FAF747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6" name="pg3350">
                <a:extLst>
                  <a:ext uri="{FF2B5EF4-FFF2-40B4-BE49-F238E27FC236}">
                    <a16:creationId xmlns:a16="http://schemas.microsoft.com/office/drawing/2014/main" id="{B463DFF3-023F-3EDF-2D84-440C5D02032D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7" name="pg3351">
                <a:extLst>
                  <a:ext uri="{FF2B5EF4-FFF2-40B4-BE49-F238E27FC236}">
                    <a16:creationId xmlns:a16="http://schemas.microsoft.com/office/drawing/2014/main" id="{4D873A48-5E91-EF9A-FC2C-EA21CDE0C212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8" name="pg3352">
                <a:extLst>
                  <a:ext uri="{FF2B5EF4-FFF2-40B4-BE49-F238E27FC236}">
                    <a16:creationId xmlns:a16="http://schemas.microsoft.com/office/drawing/2014/main" id="{DE70DE7C-3962-3EB1-2AF2-42FA28A0A363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9" name="pg3353">
                <a:extLst>
                  <a:ext uri="{FF2B5EF4-FFF2-40B4-BE49-F238E27FC236}">
                    <a16:creationId xmlns:a16="http://schemas.microsoft.com/office/drawing/2014/main" id="{F5729F6B-1E6B-1EF9-AF96-01A6F4CDFDB7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0" name="pg3354">
                <a:extLst>
                  <a:ext uri="{FF2B5EF4-FFF2-40B4-BE49-F238E27FC236}">
                    <a16:creationId xmlns:a16="http://schemas.microsoft.com/office/drawing/2014/main" id="{5D408555-BC48-8CF4-9669-41BB669EA85E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1" name="pg3355">
                <a:extLst>
                  <a:ext uri="{FF2B5EF4-FFF2-40B4-BE49-F238E27FC236}">
                    <a16:creationId xmlns:a16="http://schemas.microsoft.com/office/drawing/2014/main" id="{EC19F92A-61F2-15D6-7949-D62C29960081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2" name="pg3356">
                <a:extLst>
                  <a:ext uri="{FF2B5EF4-FFF2-40B4-BE49-F238E27FC236}">
                    <a16:creationId xmlns:a16="http://schemas.microsoft.com/office/drawing/2014/main" id="{B572FF4B-DA63-B5C3-042A-3EF28125044D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3" name="pg3357">
                <a:extLst>
                  <a:ext uri="{FF2B5EF4-FFF2-40B4-BE49-F238E27FC236}">
                    <a16:creationId xmlns:a16="http://schemas.microsoft.com/office/drawing/2014/main" id="{794FF446-5228-A94D-AB4F-3150C1330E4C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4" name="pg3358">
                <a:extLst>
                  <a:ext uri="{FF2B5EF4-FFF2-40B4-BE49-F238E27FC236}">
                    <a16:creationId xmlns:a16="http://schemas.microsoft.com/office/drawing/2014/main" id="{C3598F28-95AE-1D87-E215-E6B9875F4661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5" name="pg3359">
                <a:extLst>
                  <a:ext uri="{FF2B5EF4-FFF2-40B4-BE49-F238E27FC236}">
                    <a16:creationId xmlns:a16="http://schemas.microsoft.com/office/drawing/2014/main" id="{A0A64C0A-C57A-6DD5-0730-2B1A4A388C8C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6" name="pg3360">
                <a:extLst>
                  <a:ext uri="{FF2B5EF4-FFF2-40B4-BE49-F238E27FC236}">
                    <a16:creationId xmlns:a16="http://schemas.microsoft.com/office/drawing/2014/main" id="{4B5413DC-AAD1-FCBB-69D2-2CCAD5371803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7" name="pg3361">
                <a:extLst>
                  <a:ext uri="{FF2B5EF4-FFF2-40B4-BE49-F238E27FC236}">
                    <a16:creationId xmlns:a16="http://schemas.microsoft.com/office/drawing/2014/main" id="{C4849061-7CB3-9E50-B3C3-60A1D0997E20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8" name="pg3362">
                <a:extLst>
                  <a:ext uri="{FF2B5EF4-FFF2-40B4-BE49-F238E27FC236}">
                    <a16:creationId xmlns:a16="http://schemas.microsoft.com/office/drawing/2014/main" id="{40D12F9C-92AC-DF4B-33F3-5769B3A534C6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9" name="pg3363">
                <a:extLst>
                  <a:ext uri="{FF2B5EF4-FFF2-40B4-BE49-F238E27FC236}">
                    <a16:creationId xmlns:a16="http://schemas.microsoft.com/office/drawing/2014/main" id="{6FA0108F-808E-1C8A-A959-4F7BD8E23BD9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0" name="pg3364">
                <a:extLst>
                  <a:ext uri="{FF2B5EF4-FFF2-40B4-BE49-F238E27FC236}">
                    <a16:creationId xmlns:a16="http://schemas.microsoft.com/office/drawing/2014/main" id="{FEF408A4-D71F-88B4-49D9-B78974AA9145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1" name="pg3365">
                <a:extLst>
                  <a:ext uri="{FF2B5EF4-FFF2-40B4-BE49-F238E27FC236}">
                    <a16:creationId xmlns:a16="http://schemas.microsoft.com/office/drawing/2014/main" id="{695114D1-873D-EBD8-5DB9-994AD911680B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2" name="pg3366">
                <a:extLst>
                  <a:ext uri="{FF2B5EF4-FFF2-40B4-BE49-F238E27FC236}">
                    <a16:creationId xmlns:a16="http://schemas.microsoft.com/office/drawing/2014/main" id="{DCAD84CF-E36A-7BE1-7726-02B5B22AA44F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3" name="pg3367">
                <a:extLst>
                  <a:ext uri="{FF2B5EF4-FFF2-40B4-BE49-F238E27FC236}">
                    <a16:creationId xmlns:a16="http://schemas.microsoft.com/office/drawing/2014/main" id="{FB2604BB-1C32-4FA9-DCCB-1BA2522DF1B1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4" name="pg3368">
                <a:extLst>
                  <a:ext uri="{FF2B5EF4-FFF2-40B4-BE49-F238E27FC236}">
                    <a16:creationId xmlns:a16="http://schemas.microsoft.com/office/drawing/2014/main" id="{FADBFC90-5C85-64E6-E8D7-5238955000C9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5" name="pg3369">
                <a:extLst>
                  <a:ext uri="{FF2B5EF4-FFF2-40B4-BE49-F238E27FC236}">
                    <a16:creationId xmlns:a16="http://schemas.microsoft.com/office/drawing/2014/main" id="{EB04A73C-D5AA-AB6F-A01A-CC24CA3F1639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6" name="pg3370">
                <a:extLst>
                  <a:ext uri="{FF2B5EF4-FFF2-40B4-BE49-F238E27FC236}">
                    <a16:creationId xmlns:a16="http://schemas.microsoft.com/office/drawing/2014/main" id="{F18DC9C9-50D0-22F3-C6C0-1BEA8040D7DF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7" name="pg3371">
                <a:extLst>
                  <a:ext uri="{FF2B5EF4-FFF2-40B4-BE49-F238E27FC236}">
                    <a16:creationId xmlns:a16="http://schemas.microsoft.com/office/drawing/2014/main" id="{61D0DAA5-1E1E-4748-A573-5165C2ED31E1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8" name="pg3372">
                <a:extLst>
                  <a:ext uri="{FF2B5EF4-FFF2-40B4-BE49-F238E27FC236}">
                    <a16:creationId xmlns:a16="http://schemas.microsoft.com/office/drawing/2014/main" id="{441F8AFF-314B-AF3B-3E91-356A81F0A766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9" name="pg3373">
                <a:extLst>
                  <a:ext uri="{FF2B5EF4-FFF2-40B4-BE49-F238E27FC236}">
                    <a16:creationId xmlns:a16="http://schemas.microsoft.com/office/drawing/2014/main" id="{50CB8978-181B-51B4-B46A-4939132073D2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0" name="pg3374">
                <a:extLst>
                  <a:ext uri="{FF2B5EF4-FFF2-40B4-BE49-F238E27FC236}">
                    <a16:creationId xmlns:a16="http://schemas.microsoft.com/office/drawing/2014/main" id="{CEB150CD-4329-C8C5-A58E-7F921DFC3C45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1" name="pg3375">
                <a:extLst>
                  <a:ext uri="{FF2B5EF4-FFF2-40B4-BE49-F238E27FC236}">
                    <a16:creationId xmlns:a16="http://schemas.microsoft.com/office/drawing/2014/main" id="{25893661-9DED-BDA6-4B26-7D51C27F600C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2" name="pg3376">
                <a:extLst>
                  <a:ext uri="{FF2B5EF4-FFF2-40B4-BE49-F238E27FC236}">
                    <a16:creationId xmlns:a16="http://schemas.microsoft.com/office/drawing/2014/main" id="{FC7EACDA-7F9E-6C41-B1A8-A9C46A5AAD03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3" name="pg3377">
                <a:extLst>
                  <a:ext uri="{FF2B5EF4-FFF2-40B4-BE49-F238E27FC236}">
                    <a16:creationId xmlns:a16="http://schemas.microsoft.com/office/drawing/2014/main" id="{2438189A-20E5-2472-4779-43EA299FE06D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4" name="pg3378">
                <a:extLst>
                  <a:ext uri="{FF2B5EF4-FFF2-40B4-BE49-F238E27FC236}">
                    <a16:creationId xmlns:a16="http://schemas.microsoft.com/office/drawing/2014/main" id="{6B2BE06F-C01B-5D88-29D8-4F431347D7B2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5" name="pg3379">
                <a:extLst>
                  <a:ext uri="{FF2B5EF4-FFF2-40B4-BE49-F238E27FC236}">
                    <a16:creationId xmlns:a16="http://schemas.microsoft.com/office/drawing/2014/main" id="{C1758D8E-E4F2-0899-B154-E84E6DF5A67B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6" name="pg3380">
                <a:extLst>
                  <a:ext uri="{FF2B5EF4-FFF2-40B4-BE49-F238E27FC236}">
                    <a16:creationId xmlns:a16="http://schemas.microsoft.com/office/drawing/2014/main" id="{0ECC02F6-042A-9288-5214-07BC26B44CF1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7" name="pg3381">
                <a:extLst>
                  <a:ext uri="{FF2B5EF4-FFF2-40B4-BE49-F238E27FC236}">
                    <a16:creationId xmlns:a16="http://schemas.microsoft.com/office/drawing/2014/main" id="{258DF6B1-875C-B15D-09CD-D66E8819C250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8" name="pg3382">
                <a:extLst>
                  <a:ext uri="{FF2B5EF4-FFF2-40B4-BE49-F238E27FC236}">
                    <a16:creationId xmlns:a16="http://schemas.microsoft.com/office/drawing/2014/main" id="{A5ED5DD8-F8A0-6E6E-12E0-E01E8605799D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9" name="pg3383">
                <a:extLst>
                  <a:ext uri="{FF2B5EF4-FFF2-40B4-BE49-F238E27FC236}">
                    <a16:creationId xmlns:a16="http://schemas.microsoft.com/office/drawing/2014/main" id="{2708DCBC-F18C-756E-E506-451BD83699AB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0" name="pg3384">
                <a:extLst>
                  <a:ext uri="{FF2B5EF4-FFF2-40B4-BE49-F238E27FC236}">
                    <a16:creationId xmlns:a16="http://schemas.microsoft.com/office/drawing/2014/main" id="{872A0DEF-4E61-D1AF-F055-3DF6FBE7525A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1" name="pg3385">
                <a:extLst>
                  <a:ext uri="{FF2B5EF4-FFF2-40B4-BE49-F238E27FC236}">
                    <a16:creationId xmlns:a16="http://schemas.microsoft.com/office/drawing/2014/main" id="{60255CDF-1B2A-13DF-3262-C5CD27E9AA92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2" name="pg3386">
                <a:extLst>
                  <a:ext uri="{FF2B5EF4-FFF2-40B4-BE49-F238E27FC236}">
                    <a16:creationId xmlns:a16="http://schemas.microsoft.com/office/drawing/2014/main" id="{8B5252C2-BF61-BF22-35FA-F6D6404897EF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3" name="pg3387">
                <a:extLst>
                  <a:ext uri="{FF2B5EF4-FFF2-40B4-BE49-F238E27FC236}">
                    <a16:creationId xmlns:a16="http://schemas.microsoft.com/office/drawing/2014/main" id="{69CA3042-0634-0AB4-1556-1B916420FACC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4" name="pg3388">
                <a:extLst>
                  <a:ext uri="{FF2B5EF4-FFF2-40B4-BE49-F238E27FC236}">
                    <a16:creationId xmlns:a16="http://schemas.microsoft.com/office/drawing/2014/main" id="{F98DE8A0-D537-79FF-6352-0E42A1731148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5" name="pg3389">
                <a:extLst>
                  <a:ext uri="{FF2B5EF4-FFF2-40B4-BE49-F238E27FC236}">
                    <a16:creationId xmlns:a16="http://schemas.microsoft.com/office/drawing/2014/main" id="{89CC13A5-4C46-71C3-ADD6-2E4797108D86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6" name="pg3390">
                <a:extLst>
                  <a:ext uri="{FF2B5EF4-FFF2-40B4-BE49-F238E27FC236}">
                    <a16:creationId xmlns:a16="http://schemas.microsoft.com/office/drawing/2014/main" id="{81A15188-42A3-FFF7-6252-0A613F5132AF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7" name="pg3391">
                <a:extLst>
                  <a:ext uri="{FF2B5EF4-FFF2-40B4-BE49-F238E27FC236}">
                    <a16:creationId xmlns:a16="http://schemas.microsoft.com/office/drawing/2014/main" id="{DB48D54A-7C21-EE30-C18C-9E92D529FF96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8" name="pg3392">
                <a:extLst>
                  <a:ext uri="{FF2B5EF4-FFF2-40B4-BE49-F238E27FC236}">
                    <a16:creationId xmlns:a16="http://schemas.microsoft.com/office/drawing/2014/main" id="{590DF6FE-7E03-7369-AAAD-6127970F7D04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9" name="pg3393">
                <a:extLst>
                  <a:ext uri="{FF2B5EF4-FFF2-40B4-BE49-F238E27FC236}">
                    <a16:creationId xmlns:a16="http://schemas.microsoft.com/office/drawing/2014/main" id="{53AFFDDF-462A-2B02-43B0-BCD9E6028D5B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0" name="pg3394">
                <a:extLst>
                  <a:ext uri="{FF2B5EF4-FFF2-40B4-BE49-F238E27FC236}">
                    <a16:creationId xmlns:a16="http://schemas.microsoft.com/office/drawing/2014/main" id="{53A82132-4889-9C2D-941A-DE2F247F8FB2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1" name="pg3395">
                <a:extLst>
                  <a:ext uri="{FF2B5EF4-FFF2-40B4-BE49-F238E27FC236}">
                    <a16:creationId xmlns:a16="http://schemas.microsoft.com/office/drawing/2014/main" id="{D0A28BC0-6D19-6DC8-D188-13741096B3E2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2" name="pg3396">
                <a:extLst>
                  <a:ext uri="{FF2B5EF4-FFF2-40B4-BE49-F238E27FC236}">
                    <a16:creationId xmlns:a16="http://schemas.microsoft.com/office/drawing/2014/main" id="{969D2B2E-5749-9AF4-7A28-6C142D7CE3CC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3" name="pg3397">
                <a:extLst>
                  <a:ext uri="{FF2B5EF4-FFF2-40B4-BE49-F238E27FC236}">
                    <a16:creationId xmlns:a16="http://schemas.microsoft.com/office/drawing/2014/main" id="{97F5D17A-EC07-FA92-6050-05082D787A87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4" name="pg3398">
                <a:extLst>
                  <a:ext uri="{FF2B5EF4-FFF2-40B4-BE49-F238E27FC236}">
                    <a16:creationId xmlns:a16="http://schemas.microsoft.com/office/drawing/2014/main" id="{98AC54EB-4448-D13F-F73D-FC9CE8F24470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5" name="pg3399">
                <a:extLst>
                  <a:ext uri="{FF2B5EF4-FFF2-40B4-BE49-F238E27FC236}">
                    <a16:creationId xmlns:a16="http://schemas.microsoft.com/office/drawing/2014/main" id="{A7729171-418C-B232-1E5D-824909694458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6" name="pg3400">
                <a:extLst>
                  <a:ext uri="{FF2B5EF4-FFF2-40B4-BE49-F238E27FC236}">
                    <a16:creationId xmlns:a16="http://schemas.microsoft.com/office/drawing/2014/main" id="{D3B8D112-0A47-841A-0C30-A4EE0D660B88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7" name="pg3401">
                <a:extLst>
                  <a:ext uri="{FF2B5EF4-FFF2-40B4-BE49-F238E27FC236}">
                    <a16:creationId xmlns:a16="http://schemas.microsoft.com/office/drawing/2014/main" id="{77DAA591-5FE2-3FD0-2DD2-5D26B4EBCC04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8" name="pg3402">
                <a:extLst>
                  <a:ext uri="{FF2B5EF4-FFF2-40B4-BE49-F238E27FC236}">
                    <a16:creationId xmlns:a16="http://schemas.microsoft.com/office/drawing/2014/main" id="{F9BB250C-E644-6AAD-A390-B44EDC1F3922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9" name="pg3403">
                <a:extLst>
                  <a:ext uri="{FF2B5EF4-FFF2-40B4-BE49-F238E27FC236}">
                    <a16:creationId xmlns:a16="http://schemas.microsoft.com/office/drawing/2014/main" id="{71737F54-F566-4F60-58EC-173E008F8302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0" name="pg3404">
                <a:extLst>
                  <a:ext uri="{FF2B5EF4-FFF2-40B4-BE49-F238E27FC236}">
                    <a16:creationId xmlns:a16="http://schemas.microsoft.com/office/drawing/2014/main" id="{252E2316-C374-DD9D-EAFA-F44358521096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1" name="pg3405">
                <a:extLst>
                  <a:ext uri="{FF2B5EF4-FFF2-40B4-BE49-F238E27FC236}">
                    <a16:creationId xmlns:a16="http://schemas.microsoft.com/office/drawing/2014/main" id="{852393E0-8B54-5E5D-DE01-A75CA8B36FB6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2" name="pg3406">
                <a:extLst>
                  <a:ext uri="{FF2B5EF4-FFF2-40B4-BE49-F238E27FC236}">
                    <a16:creationId xmlns:a16="http://schemas.microsoft.com/office/drawing/2014/main" id="{FE080846-2331-EBB8-F3D7-A50FC38A9F91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3" name="pg3407">
                <a:extLst>
                  <a:ext uri="{FF2B5EF4-FFF2-40B4-BE49-F238E27FC236}">
                    <a16:creationId xmlns:a16="http://schemas.microsoft.com/office/drawing/2014/main" id="{B1CBC3F3-06F5-28A1-4F90-29937CED7BEE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4" name="pg3408">
                <a:extLst>
                  <a:ext uri="{FF2B5EF4-FFF2-40B4-BE49-F238E27FC236}">
                    <a16:creationId xmlns:a16="http://schemas.microsoft.com/office/drawing/2014/main" id="{A0B903A9-5B96-6E2F-C956-3D17C4D89B2E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5" name="pg3409">
                <a:extLst>
                  <a:ext uri="{FF2B5EF4-FFF2-40B4-BE49-F238E27FC236}">
                    <a16:creationId xmlns:a16="http://schemas.microsoft.com/office/drawing/2014/main" id="{53BCCAD0-6D74-F6F2-754F-5C070B779796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6" name="pg3410">
                <a:extLst>
                  <a:ext uri="{FF2B5EF4-FFF2-40B4-BE49-F238E27FC236}">
                    <a16:creationId xmlns:a16="http://schemas.microsoft.com/office/drawing/2014/main" id="{8F94F207-B5AD-DE27-C190-DBCFF5F36AD3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7" name="pg3411">
                <a:extLst>
                  <a:ext uri="{FF2B5EF4-FFF2-40B4-BE49-F238E27FC236}">
                    <a16:creationId xmlns:a16="http://schemas.microsoft.com/office/drawing/2014/main" id="{F662B6D5-951B-B904-0523-F31F97DAED4D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8" name="pg3412">
                <a:extLst>
                  <a:ext uri="{FF2B5EF4-FFF2-40B4-BE49-F238E27FC236}">
                    <a16:creationId xmlns:a16="http://schemas.microsoft.com/office/drawing/2014/main" id="{5ADF70DD-52CF-5FA0-0AE1-E8B62376A4D1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9" name="pg3413">
                <a:extLst>
                  <a:ext uri="{FF2B5EF4-FFF2-40B4-BE49-F238E27FC236}">
                    <a16:creationId xmlns:a16="http://schemas.microsoft.com/office/drawing/2014/main" id="{3627E4FA-C3C2-3FC0-0DD2-C72F52823FD7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0" name="pg3414">
                <a:extLst>
                  <a:ext uri="{FF2B5EF4-FFF2-40B4-BE49-F238E27FC236}">
                    <a16:creationId xmlns:a16="http://schemas.microsoft.com/office/drawing/2014/main" id="{2C286846-78B8-D4F0-FA57-483F7CC30B52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1" name="pg3415">
                <a:extLst>
                  <a:ext uri="{FF2B5EF4-FFF2-40B4-BE49-F238E27FC236}">
                    <a16:creationId xmlns:a16="http://schemas.microsoft.com/office/drawing/2014/main" id="{94A7E8B0-CAEB-2194-5082-C85C377469FB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2" name="pg3416">
                <a:extLst>
                  <a:ext uri="{FF2B5EF4-FFF2-40B4-BE49-F238E27FC236}">
                    <a16:creationId xmlns:a16="http://schemas.microsoft.com/office/drawing/2014/main" id="{5ED080D4-7411-EF74-FA10-9575D4AB47E3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3" name="pg3417">
                <a:extLst>
                  <a:ext uri="{FF2B5EF4-FFF2-40B4-BE49-F238E27FC236}">
                    <a16:creationId xmlns:a16="http://schemas.microsoft.com/office/drawing/2014/main" id="{751C30F5-B622-9F23-B28F-80D633168AB8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4" name="pg3418">
                <a:extLst>
                  <a:ext uri="{FF2B5EF4-FFF2-40B4-BE49-F238E27FC236}">
                    <a16:creationId xmlns:a16="http://schemas.microsoft.com/office/drawing/2014/main" id="{09AAD4F3-259C-1DC6-EC2A-2833AA027DAE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5" name="pg3419">
                <a:extLst>
                  <a:ext uri="{FF2B5EF4-FFF2-40B4-BE49-F238E27FC236}">
                    <a16:creationId xmlns:a16="http://schemas.microsoft.com/office/drawing/2014/main" id="{59CE247D-6461-402E-43C6-2408A38974A5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6" name="pg3420">
                <a:extLst>
                  <a:ext uri="{FF2B5EF4-FFF2-40B4-BE49-F238E27FC236}">
                    <a16:creationId xmlns:a16="http://schemas.microsoft.com/office/drawing/2014/main" id="{B0056B79-7F2C-A9D4-8311-32049B6F05A4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7" name="pg3421">
                <a:extLst>
                  <a:ext uri="{FF2B5EF4-FFF2-40B4-BE49-F238E27FC236}">
                    <a16:creationId xmlns:a16="http://schemas.microsoft.com/office/drawing/2014/main" id="{F9E4C822-8900-1ACC-DB39-27067AB01919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8" name="pg3422">
                <a:extLst>
                  <a:ext uri="{FF2B5EF4-FFF2-40B4-BE49-F238E27FC236}">
                    <a16:creationId xmlns:a16="http://schemas.microsoft.com/office/drawing/2014/main" id="{F4E57617-5D69-AE21-B3D0-08EFC8848822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9" name="pg3423">
                <a:extLst>
                  <a:ext uri="{FF2B5EF4-FFF2-40B4-BE49-F238E27FC236}">
                    <a16:creationId xmlns:a16="http://schemas.microsoft.com/office/drawing/2014/main" id="{A1E92986-631F-4AAA-A9EE-E885362F9E16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0" name="pg3424">
                <a:extLst>
                  <a:ext uri="{FF2B5EF4-FFF2-40B4-BE49-F238E27FC236}">
                    <a16:creationId xmlns:a16="http://schemas.microsoft.com/office/drawing/2014/main" id="{BFC4FA58-04E3-1D54-64C1-9DC14E341775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1" name="pg3425">
                <a:extLst>
                  <a:ext uri="{FF2B5EF4-FFF2-40B4-BE49-F238E27FC236}">
                    <a16:creationId xmlns:a16="http://schemas.microsoft.com/office/drawing/2014/main" id="{0D582E60-D3AF-F34E-BCF4-E54F63FC375A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2" name="pg3426">
                <a:extLst>
                  <a:ext uri="{FF2B5EF4-FFF2-40B4-BE49-F238E27FC236}">
                    <a16:creationId xmlns:a16="http://schemas.microsoft.com/office/drawing/2014/main" id="{843CB1DC-0335-2C62-9084-D57B9995F8AA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3" name="pg3427">
                <a:extLst>
                  <a:ext uri="{FF2B5EF4-FFF2-40B4-BE49-F238E27FC236}">
                    <a16:creationId xmlns:a16="http://schemas.microsoft.com/office/drawing/2014/main" id="{97FFACF0-A688-F1F4-F2C1-9D743519B313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4" name="pg3428">
                <a:extLst>
                  <a:ext uri="{FF2B5EF4-FFF2-40B4-BE49-F238E27FC236}">
                    <a16:creationId xmlns:a16="http://schemas.microsoft.com/office/drawing/2014/main" id="{DC09965C-6D7F-14B6-2A0F-329D45756D78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5" name="pg3429">
                <a:extLst>
                  <a:ext uri="{FF2B5EF4-FFF2-40B4-BE49-F238E27FC236}">
                    <a16:creationId xmlns:a16="http://schemas.microsoft.com/office/drawing/2014/main" id="{6FB034A5-014E-3C50-D7F2-8BDA47357E12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6" name="pg3430">
                <a:extLst>
                  <a:ext uri="{FF2B5EF4-FFF2-40B4-BE49-F238E27FC236}">
                    <a16:creationId xmlns:a16="http://schemas.microsoft.com/office/drawing/2014/main" id="{74633064-97FF-0047-624E-EEF4643684CD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7" name="pg3431">
                <a:extLst>
                  <a:ext uri="{FF2B5EF4-FFF2-40B4-BE49-F238E27FC236}">
                    <a16:creationId xmlns:a16="http://schemas.microsoft.com/office/drawing/2014/main" id="{4E9F8E04-5412-8A84-1A64-C2FFAB09B834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8" name="pg3432">
                <a:extLst>
                  <a:ext uri="{FF2B5EF4-FFF2-40B4-BE49-F238E27FC236}">
                    <a16:creationId xmlns:a16="http://schemas.microsoft.com/office/drawing/2014/main" id="{5E4AB14F-16BB-A5BF-19EF-17120B72FDCF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9" name="pg3433">
                <a:extLst>
                  <a:ext uri="{FF2B5EF4-FFF2-40B4-BE49-F238E27FC236}">
                    <a16:creationId xmlns:a16="http://schemas.microsoft.com/office/drawing/2014/main" id="{7675A069-27B9-3E7E-CA8F-242000F15AF8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0" name="pg3434">
                <a:extLst>
                  <a:ext uri="{FF2B5EF4-FFF2-40B4-BE49-F238E27FC236}">
                    <a16:creationId xmlns:a16="http://schemas.microsoft.com/office/drawing/2014/main" id="{D32CCAFC-3CEA-95FA-5D09-262E53B269B6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1" name="pg3435">
                <a:extLst>
                  <a:ext uri="{FF2B5EF4-FFF2-40B4-BE49-F238E27FC236}">
                    <a16:creationId xmlns:a16="http://schemas.microsoft.com/office/drawing/2014/main" id="{B030D3EC-B6E0-5F5A-DB83-72D4CF3EFBA8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2" name="pg3436">
                <a:extLst>
                  <a:ext uri="{FF2B5EF4-FFF2-40B4-BE49-F238E27FC236}">
                    <a16:creationId xmlns:a16="http://schemas.microsoft.com/office/drawing/2014/main" id="{796722CA-A2AE-76B0-A84F-AF7B327773DA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3" name="pg3437">
                <a:extLst>
                  <a:ext uri="{FF2B5EF4-FFF2-40B4-BE49-F238E27FC236}">
                    <a16:creationId xmlns:a16="http://schemas.microsoft.com/office/drawing/2014/main" id="{9AA0AB1F-F946-622A-2053-08A35C96CF86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4" name="pg3438">
                <a:extLst>
                  <a:ext uri="{FF2B5EF4-FFF2-40B4-BE49-F238E27FC236}">
                    <a16:creationId xmlns:a16="http://schemas.microsoft.com/office/drawing/2014/main" id="{139D9A8E-337C-9D27-567B-74C990534A3D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5" name="pg3439">
                <a:extLst>
                  <a:ext uri="{FF2B5EF4-FFF2-40B4-BE49-F238E27FC236}">
                    <a16:creationId xmlns:a16="http://schemas.microsoft.com/office/drawing/2014/main" id="{68167FBC-E9C0-5595-EBC4-598A4EBF985D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6" name="pg3440">
                <a:extLst>
                  <a:ext uri="{FF2B5EF4-FFF2-40B4-BE49-F238E27FC236}">
                    <a16:creationId xmlns:a16="http://schemas.microsoft.com/office/drawing/2014/main" id="{0CCAF4C7-3AF8-6E8A-D009-82589644989E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7" name="pg3441">
                <a:extLst>
                  <a:ext uri="{FF2B5EF4-FFF2-40B4-BE49-F238E27FC236}">
                    <a16:creationId xmlns:a16="http://schemas.microsoft.com/office/drawing/2014/main" id="{C898BF35-D818-63BA-CF1A-1CB8586D05F3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8" name="pg3442">
                <a:extLst>
                  <a:ext uri="{FF2B5EF4-FFF2-40B4-BE49-F238E27FC236}">
                    <a16:creationId xmlns:a16="http://schemas.microsoft.com/office/drawing/2014/main" id="{602674FB-0665-ADC4-9C74-49B58849EC8B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9" name="pg3443">
                <a:extLst>
                  <a:ext uri="{FF2B5EF4-FFF2-40B4-BE49-F238E27FC236}">
                    <a16:creationId xmlns:a16="http://schemas.microsoft.com/office/drawing/2014/main" id="{2788BAD0-E6E4-AAAC-5307-98439D363A40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0" name="pg3444">
                <a:extLst>
                  <a:ext uri="{FF2B5EF4-FFF2-40B4-BE49-F238E27FC236}">
                    <a16:creationId xmlns:a16="http://schemas.microsoft.com/office/drawing/2014/main" id="{5595380D-BB82-C225-149A-F66351C7ABD3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1" name="pg3445">
                <a:extLst>
                  <a:ext uri="{FF2B5EF4-FFF2-40B4-BE49-F238E27FC236}">
                    <a16:creationId xmlns:a16="http://schemas.microsoft.com/office/drawing/2014/main" id="{E0A8CC18-DAE0-A4C6-0D50-0234A083DCE6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2" name="pg3446">
                <a:extLst>
                  <a:ext uri="{FF2B5EF4-FFF2-40B4-BE49-F238E27FC236}">
                    <a16:creationId xmlns:a16="http://schemas.microsoft.com/office/drawing/2014/main" id="{E3172E63-51CC-F514-1737-1118579FCB29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3" name="pg3447">
                <a:extLst>
                  <a:ext uri="{FF2B5EF4-FFF2-40B4-BE49-F238E27FC236}">
                    <a16:creationId xmlns:a16="http://schemas.microsoft.com/office/drawing/2014/main" id="{25C98E75-1B4C-CE4A-1F61-9D4B1948EF82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4" name="pg3448">
                <a:extLst>
                  <a:ext uri="{FF2B5EF4-FFF2-40B4-BE49-F238E27FC236}">
                    <a16:creationId xmlns:a16="http://schemas.microsoft.com/office/drawing/2014/main" id="{E53D53D2-9309-AEEE-0AF9-55458A38183F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5" name="pg3449">
                <a:extLst>
                  <a:ext uri="{FF2B5EF4-FFF2-40B4-BE49-F238E27FC236}">
                    <a16:creationId xmlns:a16="http://schemas.microsoft.com/office/drawing/2014/main" id="{B8B9A930-C499-5BF5-05A5-9AED15E9233B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6" name="pg3450">
                <a:extLst>
                  <a:ext uri="{FF2B5EF4-FFF2-40B4-BE49-F238E27FC236}">
                    <a16:creationId xmlns:a16="http://schemas.microsoft.com/office/drawing/2014/main" id="{6375615A-C0A6-D419-536C-A0E8A3A28AC2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7" name="pg3451">
                <a:extLst>
                  <a:ext uri="{FF2B5EF4-FFF2-40B4-BE49-F238E27FC236}">
                    <a16:creationId xmlns:a16="http://schemas.microsoft.com/office/drawing/2014/main" id="{34A34094-EFA5-BBED-1A56-C19F1B1B85BC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8" name="pg3452">
                <a:extLst>
                  <a:ext uri="{FF2B5EF4-FFF2-40B4-BE49-F238E27FC236}">
                    <a16:creationId xmlns:a16="http://schemas.microsoft.com/office/drawing/2014/main" id="{10F06927-FAD9-5855-21D0-235C1CAF6C9E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9" name="pg3453">
                <a:extLst>
                  <a:ext uri="{FF2B5EF4-FFF2-40B4-BE49-F238E27FC236}">
                    <a16:creationId xmlns:a16="http://schemas.microsoft.com/office/drawing/2014/main" id="{D5D9B24A-7D3A-6E2B-6A09-B8AB85B5F555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0" name="pg3454">
                <a:extLst>
                  <a:ext uri="{FF2B5EF4-FFF2-40B4-BE49-F238E27FC236}">
                    <a16:creationId xmlns:a16="http://schemas.microsoft.com/office/drawing/2014/main" id="{37E34912-A52C-DDEC-8498-68E98D252D8E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1" name="pg3455">
                <a:extLst>
                  <a:ext uri="{FF2B5EF4-FFF2-40B4-BE49-F238E27FC236}">
                    <a16:creationId xmlns:a16="http://schemas.microsoft.com/office/drawing/2014/main" id="{D64C987F-7C72-7C9F-C891-009CD2853CB6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2" name="pg3456">
                <a:extLst>
                  <a:ext uri="{FF2B5EF4-FFF2-40B4-BE49-F238E27FC236}">
                    <a16:creationId xmlns:a16="http://schemas.microsoft.com/office/drawing/2014/main" id="{D731E276-C776-558A-DEC7-7C97D93F56D6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3" name="pg3457">
                <a:extLst>
                  <a:ext uri="{FF2B5EF4-FFF2-40B4-BE49-F238E27FC236}">
                    <a16:creationId xmlns:a16="http://schemas.microsoft.com/office/drawing/2014/main" id="{C9EA65E9-088A-CB49-EBB4-19A8C05B24B5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4" name="pg3458">
                <a:extLst>
                  <a:ext uri="{FF2B5EF4-FFF2-40B4-BE49-F238E27FC236}">
                    <a16:creationId xmlns:a16="http://schemas.microsoft.com/office/drawing/2014/main" id="{FE23A6CE-508D-FC56-00B8-410A5727B42C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5" name="pg3459">
                <a:extLst>
                  <a:ext uri="{FF2B5EF4-FFF2-40B4-BE49-F238E27FC236}">
                    <a16:creationId xmlns:a16="http://schemas.microsoft.com/office/drawing/2014/main" id="{CBF372FB-EB4D-7289-9AED-93301E4800B4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6" name="pg3460">
                <a:extLst>
                  <a:ext uri="{FF2B5EF4-FFF2-40B4-BE49-F238E27FC236}">
                    <a16:creationId xmlns:a16="http://schemas.microsoft.com/office/drawing/2014/main" id="{2335E08E-61EA-14C8-5369-5854A076C7C9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7" name="pg3461">
                <a:extLst>
                  <a:ext uri="{FF2B5EF4-FFF2-40B4-BE49-F238E27FC236}">
                    <a16:creationId xmlns:a16="http://schemas.microsoft.com/office/drawing/2014/main" id="{2D04443A-C215-A451-11EF-AB409634A0DC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8" name="pg3462">
                <a:extLst>
                  <a:ext uri="{FF2B5EF4-FFF2-40B4-BE49-F238E27FC236}">
                    <a16:creationId xmlns:a16="http://schemas.microsoft.com/office/drawing/2014/main" id="{F673FE72-54B6-DD2A-2A18-B0364341CBF8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9" name="pg3463">
                <a:extLst>
                  <a:ext uri="{FF2B5EF4-FFF2-40B4-BE49-F238E27FC236}">
                    <a16:creationId xmlns:a16="http://schemas.microsoft.com/office/drawing/2014/main" id="{BB97598D-5FE8-961B-A86E-F8DDCF5611D0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0" name="pg3464">
                <a:extLst>
                  <a:ext uri="{FF2B5EF4-FFF2-40B4-BE49-F238E27FC236}">
                    <a16:creationId xmlns:a16="http://schemas.microsoft.com/office/drawing/2014/main" id="{FD36DB9A-84EA-D22D-716D-9FB5FBD3B077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1" name="pg3465">
                <a:extLst>
                  <a:ext uri="{FF2B5EF4-FFF2-40B4-BE49-F238E27FC236}">
                    <a16:creationId xmlns:a16="http://schemas.microsoft.com/office/drawing/2014/main" id="{C4CB18CC-3CAC-9623-D012-BEC5DD8DFD74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2" name="pg3466">
                <a:extLst>
                  <a:ext uri="{FF2B5EF4-FFF2-40B4-BE49-F238E27FC236}">
                    <a16:creationId xmlns:a16="http://schemas.microsoft.com/office/drawing/2014/main" id="{C1C86035-06A3-749C-6ACD-6C733462A99D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3" name="pg3467">
                <a:extLst>
                  <a:ext uri="{FF2B5EF4-FFF2-40B4-BE49-F238E27FC236}">
                    <a16:creationId xmlns:a16="http://schemas.microsoft.com/office/drawing/2014/main" id="{78734AD0-821D-4598-A810-B7B3F713C81A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4" name="pg3468">
                <a:extLst>
                  <a:ext uri="{FF2B5EF4-FFF2-40B4-BE49-F238E27FC236}">
                    <a16:creationId xmlns:a16="http://schemas.microsoft.com/office/drawing/2014/main" id="{8BDB5246-A1B3-D4E8-92ED-C1485AA3DD08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5" name="pg3469">
                <a:extLst>
                  <a:ext uri="{FF2B5EF4-FFF2-40B4-BE49-F238E27FC236}">
                    <a16:creationId xmlns:a16="http://schemas.microsoft.com/office/drawing/2014/main" id="{6B1A06EB-8C4A-5E6C-E465-B59BD4BFFE5E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6" name="pg3470">
                <a:extLst>
                  <a:ext uri="{FF2B5EF4-FFF2-40B4-BE49-F238E27FC236}">
                    <a16:creationId xmlns:a16="http://schemas.microsoft.com/office/drawing/2014/main" id="{64F7C79D-06E6-B163-1C80-A5E65E13F442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7" name="pg3471">
                <a:extLst>
                  <a:ext uri="{FF2B5EF4-FFF2-40B4-BE49-F238E27FC236}">
                    <a16:creationId xmlns:a16="http://schemas.microsoft.com/office/drawing/2014/main" id="{FFCB0E88-B631-4795-80B8-5943881A8C30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8" name="pg3472">
                <a:extLst>
                  <a:ext uri="{FF2B5EF4-FFF2-40B4-BE49-F238E27FC236}">
                    <a16:creationId xmlns:a16="http://schemas.microsoft.com/office/drawing/2014/main" id="{61DEA307-DB61-1D2F-D7BE-1C3C9BBD9991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9" name="pg3473">
                <a:extLst>
                  <a:ext uri="{FF2B5EF4-FFF2-40B4-BE49-F238E27FC236}">
                    <a16:creationId xmlns:a16="http://schemas.microsoft.com/office/drawing/2014/main" id="{4C74DF06-31DA-C1AD-5D60-1FF1380E39F4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0" name="pg3474">
                <a:extLst>
                  <a:ext uri="{FF2B5EF4-FFF2-40B4-BE49-F238E27FC236}">
                    <a16:creationId xmlns:a16="http://schemas.microsoft.com/office/drawing/2014/main" id="{B0B60D80-C3A3-A351-7C76-CDF631B50A42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1" name="pg3475">
                <a:extLst>
                  <a:ext uri="{FF2B5EF4-FFF2-40B4-BE49-F238E27FC236}">
                    <a16:creationId xmlns:a16="http://schemas.microsoft.com/office/drawing/2014/main" id="{BF3A28F9-4177-5FA5-8B56-DBEEDB0DC58C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2" name="pg3476">
                <a:extLst>
                  <a:ext uri="{FF2B5EF4-FFF2-40B4-BE49-F238E27FC236}">
                    <a16:creationId xmlns:a16="http://schemas.microsoft.com/office/drawing/2014/main" id="{9BF0FC85-44D6-C589-09D7-40C320B5C11D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3" name="pg3477">
                <a:extLst>
                  <a:ext uri="{FF2B5EF4-FFF2-40B4-BE49-F238E27FC236}">
                    <a16:creationId xmlns:a16="http://schemas.microsoft.com/office/drawing/2014/main" id="{206D23D8-17B1-DBF6-683C-2454AD1E8B51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4" name="pg3478">
                <a:extLst>
                  <a:ext uri="{FF2B5EF4-FFF2-40B4-BE49-F238E27FC236}">
                    <a16:creationId xmlns:a16="http://schemas.microsoft.com/office/drawing/2014/main" id="{1309EB03-CDD9-3E1A-E954-0CDD4FA6CEB7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5" name="pg3479">
                <a:extLst>
                  <a:ext uri="{FF2B5EF4-FFF2-40B4-BE49-F238E27FC236}">
                    <a16:creationId xmlns:a16="http://schemas.microsoft.com/office/drawing/2014/main" id="{F34331FC-D190-60CD-5B4A-3603DB495254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6" name="pg3480">
                <a:extLst>
                  <a:ext uri="{FF2B5EF4-FFF2-40B4-BE49-F238E27FC236}">
                    <a16:creationId xmlns:a16="http://schemas.microsoft.com/office/drawing/2014/main" id="{91F43A76-EDBE-F105-4B4B-56BD9657B03B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7" name="pg3481">
                <a:extLst>
                  <a:ext uri="{FF2B5EF4-FFF2-40B4-BE49-F238E27FC236}">
                    <a16:creationId xmlns:a16="http://schemas.microsoft.com/office/drawing/2014/main" id="{12FEE311-B40A-8884-4915-39F4A6AD5855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8" name="pg3482">
                <a:extLst>
                  <a:ext uri="{FF2B5EF4-FFF2-40B4-BE49-F238E27FC236}">
                    <a16:creationId xmlns:a16="http://schemas.microsoft.com/office/drawing/2014/main" id="{3B90600E-C32A-43D2-8091-44FCDF42F8F4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9" name="pg3483">
                <a:extLst>
                  <a:ext uri="{FF2B5EF4-FFF2-40B4-BE49-F238E27FC236}">
                    <a16:creationId xmlns:a16="http://schemas.microsoft.com/office/drawing/2014/main" id="{30AD1731-CB19-C9BF-D487-5C3BBAFDC953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0" name="pg3484">
                <a:extLst>
                  <a:ext uri="{FF2B5EF4-FFF2-40B4-BE49-F238E27FC236}">
                    <a16:creationId xmlns:a16="http://schemas.microsoft.com/office/drawing/2014/main" id="{016C6A91-375A-82FD-AA70-5468E44AA326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1" name="pg3485">
                <a:extLst>
                  <a:ext uri="{FF2B5EF4-FFF2-40B4-BE49-F238E27FC236}">
                    <a16:creationId xmlns:a16="http://schemas.microsoft.com/office/drawing/2014/main" id="{206491CF-260F-1A1E-1F73-D16CCCBFD9BC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2" name="pg3486">
                <a:extLst>
                  <a:ext uri="{FF2B5EF4-FFF2-40B4-BE49-F238E27FC236}">
                    <a16:creationId xmlns:a16="http://schemas.microsoft.com/office/drawing/2014/main" id="{280EF446-2828-0290-DC92-625F2FA27407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3" name="pg3487">
                <a:extLst>
                  <a:ext uri="{FF2B5EF4-FFF2-40B4-BE49-F238E27FC236}">
                    <a16:creationId xmlns:a16="http://schemas.microsoft.com/office/drawing/2014/main" id="{34B9503A-4934-4385-08BF-C123BC17B9B9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4" name="pg3488">
                <a:extLst>
                  <a:ext uri="{FF2B5EF4-FFF2-40B4-BE49-F238E27FC236}">
                    <a16:creationId xmlns:a16="http://schemas.microsoft.com/office/drawing/2014/main" id="{2C3A92BD-15CF-6522-C811-9316513B0D9F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5" name="pg3489">
                <a:extLst>
                  <a:ext uri="{FF2B5EF4-FFF2-40B4-BE49-F238E27FC236}">
                    <a16:creationId xmlns:a16="http://schemas.microsoft.com/office/drawing/2014/main" id="{CCCF7A9B-69DD-0AEC-EE8C-1C18B09AD742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6" name="pg3490">
                <a:extLst>
                  <a:ext uri="{FF2B5EF4-FFF2-40B4-BE49-F238E27FC236}">
                    <a16:creationId xmlns:a16="http://schemas.microsoft.com/office/drawing/2014/main" id="{724A39D4-4207-9A89-11DC-AEC99014E4A4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7" name="pg3491">
                <a:extLst>
                  <a:ext uri="{FF2B5EF4-FFF2-40B4-BE49-F238E27FC236}">
                    <a16:creationId xmlns:a16="http://schemas.microsoft.com/office/drawing/2014/main" id="{C4771F5D-F328-6EA7-E6DE-7D7738492F5A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8" name="pg3492">
                <a:extLst>
                  <a:ext uri="{FF2B5EF4-FFF2-40B4-BE49-F238E27FC236}">
                    <a16:creationId xmlns:a16="http://schemas.microsoft.com/office/drawing/2014/main" id="{1EA5EDE0-8075-25DE-43F1-800C130EC067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9" name="pg3493">
                <a:extLst>
                  <a:ext uri="{FF2B5EF4-FFF2-40B4-BE49-F238E27FC236}">
                    <a16:creationId xmlns:a16="http://schemas.microsoft.com/office/drawing/2014/main" id="{CB6FCA4F-C1C1-BFB6-F82F-D920B7CEA1D1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0" name="pg3494">
                <a:extLst>
                  <a:ext uri="{FF2B5EF4-FFF2-40B4-BE49-F238E27FC236}">
                    <a16:creationId xmlns:a16="http://schemas.microsoft.com/office/drawing/2014/main" id="{08D5061E-1908-B2B4-74CF-2E6F3EF2A89C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1" name="pg3495">
                <a:extLst>
                  <a:ext uri="{FF2B5EF4-FFF2-40B4-BE49-F238E27FC236}">
                    <a16:creationId xmlns:a16="http://schemas.microsoft.com/office/drawing/2014/main" id="{CB288470-E415-C463-0C41-134B39DBBF66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2" name="pg3496">
                <a:extLst>
                  <a:ext uri="{FF2B5EF4-FFF2-40B4-BE49-F238E27FC236}">
                    <a16:creationId xmlns:a16="http://schemas.microsoft.com/office/drawing/2014/main" id="{46A7E509-3127-9BAF-F9A7-AC0770BA7105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3" name="pg3497">
                <a:extLst>
                  <a:ext uri="{FF2B5EF4-FFF2-40B4-BE49-F238E27FC236}">
                    <a16:creationId xmlns:a16="http://schemas.microsoft.com/office/drawing/2014/main" id="{679BF5BA-77AE-4C3C-A973-AC5D290B436A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4" name="pg3498">
                <a:extLst>
                  <a:ext uri="{FF2B5EF4-FFF2-40B4-BE49-F238E27FC236}">
                    <a16:creationId xmlns:a16="http://schemas.microsoft.com/office/drawing/2014/main" id="{62997E66-814A-9737-5370-F369CB758AC5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5" name="pg3499">
                <a:extLst>
                  <a:ext uri="{FF2B5EF4-FFF2-40B4-BE49-F238E27FC236}">
                    <a16:creationId xmlns:a16="http://schemas.microsoft.com/office/drawing/2014/main" id="{8B6F0662-2FA9-359A-EF10-DE42FF334583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6" name="pg3500">
                <a:extLst>
                  <a:ext uri="{FF2B5EF4-FFF2-40B4-BE49-F238E27FC236}">
                    <a16:creationId xmlns:a16="http://schemas.microsoft.com/office/drawing/2014/main" id="{A13CE37E-3C06-3B00-DECE-099F20759970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7" name="pg3501">
                <a:extLst>
                  <a:ext uri="{FF2B5EF4-FFF2-40B4-BE49-F238E27FC236}">
                    <a16:creationId xmlns:a16="http://schemas.microsoft.com/office/drawing/2014/main" id="{62C0FE69-F156-9CCE-AA12-D4CB5CADDDC2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8" name="pg3502">
                <a:extLst>
                  <a:ext uri="{FF2B5EF4-FFF2-40B4-BE49-F238E27FC236}">
                    <a16:creationId xmlns:a16="http://schemas.microsoft.com/office/drawing/2014/main" id="{9212437C-2844-3782-585B-052C43F936FC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9" name="pg3503">
                <a:extLst>
                  <a:ext uri="{FF2B5EF4-FFF2-40B4-BE49-F238E27FC236}">
                    <a16:creationId xmlns:a16="http://schemas.microsoft.com/office/drawing/2014/main" id="{14F4FF8E-75BB-6F8D-7D9D-D9390AF04EC4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0" name="pg3504">
                <a:extLst>
                  <a:ext uri="{FF2B5EF4-FFF2-40B4-BE49-F238E27FC236}">
                    <a16:creationId xmlns:a16="http://schemas.microsoft.com/office/drawing/2014/main" id="{BB72DE2D-A4C1-7612-8019-FBF773AAE8D7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1" name="pg3505">
                <a:extLst>
                  <a:ext uri="{FF2B5EF4-FFF2-40B4-BE49-F238E27FC236}">
                    <a16:creationId xmlns:a16="http://schemas.microsoft.com/office/drawing/2014/main" id="{5372A72D-F221-DD7E-8B09-2BD0415C3E12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2" name="pg3506">
                <a:extLst>
                  <a:ext uri="{FF2B5EF4-FFF2-40B4-BE49-F238E27FC236}">
                    <a16:creationId xmlns:a16="http://schemas.microsoft.com/office/drawing/2014/main" id="{33A7729F-28BF-6FEF-3F64-EDE8FDAAA117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3" name="pg3507">
                <a:extLst>
                  <a:ext uri="{FF2B5EF4-FFF2-40B4-BE49-F238E27FC236}">
                    <a16:creationId xmlns:a16="http://schemas.microsoft.com/office/drawing/2014/main" id="{9253EF4F-12A4-4747-832A-2D74A12E8A71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4" name="pg3508">
                <a:extLst>
                  <a:ext uri="{FF2B5EF4-FFF2-40B4-BE49-F238E27FC236}">
                    <a16:creationId xmlns:a16="http://schemas.microsoft.com/office/drawing/2014/main" id="{298587D8-464D-1BAA-1E50-7BF9FFC3E1E7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5" name="pg3509">
                <a:extLst>
                  <a:ext uri="{FF2B5EF4-FFF2-40B4-BE49-F238E27FC236}">
                    <a16:creationId xmlns:a16="http://schemas.microsoft.com/office/drawing/2014/main" id="{A3CC7034-DD6B-0D83-A8DE-CCDA5F6803AD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6" name="pg3510">
                <a:extLst>
                  <a:ext uri="{FF2B5EF4-FFF2-40B4-BE49-F238E27FC236}">
                    <a16:creationId xmlns:a16="http://schemas.microsoft.com/office/drawing/2014/main" id="{AB4CB938-63E6-F11F-8813-E8CFB8FCD835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7" name="pg3511">
                <a:extLst>
                  <a:ext uri="{FF2B5EF4-FFF2-40B4-BE49-F238E27FC236}">
                    <a16:creationId xmlns:a16="http://schemas.microsoft.com/office/drawing/2014/main" id="{51F29819-FF64-4642-54E6-D77EF067D0AF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8" name="pg3512">
                <a:extLst>
                  <a:ext uri="{FF2B5EF4-FFF2-40B4-BE49-F238E27FC236}">
                    <a16:creationId xmlns:a16="http://schemas.microsoft.com/office/drawing/2014/main" id="{087EC317-BB38-DD27-5AA7-9C0347ED5C67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9" name="pg3513">
                <a:extLst>
                  <a:ext uri="{FF2B5EF4-FFF2-40B4-BE49-F238E27FC236}">
                    <a16:creationId xmlns:a16="http://schemas.microsoft.com/office/drawing/2014/main" id="{E6597A6E-35EE-4D88-8432-AF7E63A5CCBC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0" name="pg3514">
                <a:extLst>
                  <a:ext uri="{FF2B5EF4-FFF2-40B4-BE49-F238E27FC236}">
                    <a16:creationId xmlns:a16="http://schemas.microsoft.com/office/drawing/2014/main" id="{F8BAA462-BF20-AC43-CAB3-BB4AA4A008E6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1" name="pg3515">
                <a:extLst>
                  <a:ext uri="{FF2B5EF4-FFF2-40B4-BE49-F238E27FC236}">
                    <a16:creationId xmlns:a16="http://schemas.microsoft.com/office/drawing/2014/main" id="{FBBE2F1E-8403-F0AC-7BD4-0CAC955A0E64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2" name="pg3516">
                <a:extLst>
                  <a:ext uri="{FF2B5EF4-FFF2-40B4-BE49-F238E27FC236}">
                    <a16:creationId xmlns:a16="http://schemas.microsoft.com/office/drawing/2014/main" id="{FA2F792B-5C07-A7A4-0D12-A6E1EC3D976B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3" name="pg3517">
                <a:extLst>
                  <a:ext uri="{FF2B5EF4-FFF2-40B4-BE49-F238E27FC236}">
                    <a16:creationId xmlns:a16="http://schemas.microsoft.com/office/drawing/2014/main" id="{EF503A78-DCA8-2349-6363-6D46A5258949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4" name="pg3518">
                <a:extLst>
                  <a:ext uri="{FF2B5EF4-FFF2-40B4-BE49-F238E27FC236}">
                    <a16:creationId xmlns:a16="http://schemas.microsoft.com/office/drawing/2014/main" id="{E2AAD951-DE6F-76A2-0417-2E550A60091C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5" name="pg3519">
                <a:extLst>
                  <a:ext uri="{FF2B5EF4-FFF2-40B4-BE49-F238E27FC236}">
                    <a16:creationId xmlns:a16="http://schemas.microsoft.com/office/drawing/2014/main" id="{293225D3-8527-14EF-DA23-A0F2E856088D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6" name="pg3520">
                <a:extLst>
                  <a:ext uri="{FF2B5EF4-FFF2-40B4-BE49-F238E27FC236}">
                    <a16:creationId xmlns:a16="http://schemas.microsoft.com/office/drawing/2014/main" id="{47A40E63-F9C9-5A9B-5580-A12524BB8A13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7" name="pg3521">
                <a:extLst>
                  <a:ext uri="{FF2B5EF4-FFF2-40B4-BE49-F238E27FC236}">
                    <a16:creationId xmlns:a16="http://schemas.microsoft.com/office/drawing/2014/main" id="{22450F5A-78DA-AA17-6AF2-882AC5B5815C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8" name="pg3522">
                <a:extLst>
                  <a:ext uri="{FF2B5EF4-FFF2-40B4-BE49-F238E27FC236}">
                    <a16:creationId xmlns:a16="http://schemas.microsoft.com/office/drawing/2014/main" id="{C8AC936A-F906-6D38-C163-FA8312E58247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9" name="pg3523">
                <a:extLst>
                  <a:ext uri="{FF2B5EF4-FFF2-40B4-BE49-F238E27FC236}">
                    <a16:creationId xmlns:a16="http://schemas.microsoft.com/office/drawing/2014/main" id="{DBB321FC-17E4-DB73-F403-A2F4CFFDC223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0" name="pg3524">
                <a:extLst>
                  <a:ext uri="{FF2B5EF4-FFF2-40B4-BE49-F238E27FC236}">
                    <a16:creationId xmlns:a16="http://schemas.microsoft.com/office/drawing/2014/main" id="{EC46B8DD-331A-B2EA-BF79-8E6768B398FA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1" name="pg3525">
                <a:extLst>
                  <a:ext uri="{FF2B5EF4-FFF2-40B4-BE49-F238E27FC236}">
                    <a16:creationId xmlns:a16="http://schemas.microsoft.com/office/drawing/2014/main" id="{9321291B-816C-379A-B8A8-5DA0FA391232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2" name="pg3526">
                <a:extLst>
                  <a:ext uri="{FF2B5EF4-FFF2-40B4-BE49-F238E27FC236}">
                    <a16:creationId xmlns:a16="http://schemas.microsoft.com/office/drawing/2014/main" id="{34212D80-DD45-E7C9-9C6A-15E506010106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3" name="pg3527">
                <a:extLst>
                  <a:ext uri="{FF2B5EF4-FFF2-40B4-BE49-F238E27FC236}">
                    <a16:creationId xmlns:a16="http://schemas.microsoft.com/office/drawing/2014/main" id="{5C7FBEA7-2CA5-263A-6E03-5CE62363E3E2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4" name="pg3528">
                <a:extLst>
                  <a:ext uri="{FF2B5EF4-FFF2-40B4-BE49-F238E27FC236}">
                    <a16:creationId xmlns:a16="http://schemas.microsoft.com/office/drawing/2014/main" id="{0F8AF840-D92C-7673-34AB-FC1B8E4FA340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5" name="pg3529">
                <a:extLst>
                  <a:ext uri="{FF2B5EF4-FFF2-40B4-BE49-F238E27FC236}">
                    <a16:creationId xmlns:a16="http://schemas.microsoft.com/office/drawing/2014/main" id="{4D01FF59-278A-4B81-5EFE-3E07FAD2630B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6" name="pg3530">
                <a:extLst>
                  <a:ext uri="{FF2B5EF4-FFF2-40B4-BE49-F238E27FC236}">
                    <a16:creationId xmlns:a16="http://schemas.microsoft.com/office/drawing/2014/main" id="{FF9607F7-1AB7-97C6-F3EC-DFA3D5B98299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7" name="pg3531">
                <a:extLst>
                  <a:ext uri="{FF2B5EF4-FFF2-40B4-BE49-F238E27FC236}">
                    <a16:creationId xmlns:a16="http://schemas.microsoft.com/office/drawing/2014/main" id="{2ADC8FED-8D59-10B1-93E0-737E1E833B43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8" name="pg3532">
                <a:extLst>
                  <a:ext uri="{FF2B5EF4-FFF2-40B4-BE49-F238E27FC236}">
                    <a16:creationId xmlns:a16="http://schemas.microsoft.com/office/drawing/2014/main" id="{24AFDB3A-0BD1-9C94-C902-7728CEE5CB42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9" name="pg3533">
                <a:extLst>
                  <a:ext uri="{FF2B5EF4-FFF2-40B4-BE49-F238E27FC236}">
                    <a16:creationId xmlns:a16="http://schemas.microsoft.com/office/drawing/2014/main" id="{C0C25029-3C42-B393-A990-51CF13932CE3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0" name="pg3534">
                <a:extLst>
                  <a:ext uri="{FF2B5EF4-FFF2-40B4-BE49-F238E27FC236}">
                    <a16:creationId xmlns:a16="http://schemas.microsoft.com/office/drawing/2014/main" id="{097A56EC-C606-AFDF-CAFD-E478E8BDBDE2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1" name="pg3535">
                <a:extLst>
                  <a:ext uri="{FF2B5EF4-FFF2-40B4-BE49-F238E27FC236}">
                    <a16:creationId xmlns:a16="http://schemas.microsoft.com/office/drawing/2014/main" id="{AC7A3539-5D1A-075D-1AAE-31BF20B1B596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2" name="pg3536">
                <a:extLst>
                  <a:ext uri="{FF2B5EF4-FFF2-40B4-BE49-F238E27FC236}">
                    <a16:creationId xmlns:a16="http://schemas.microsoft.com/office/drawing/2014/main" id="{580C2D19-62E8-C9CF-A400-A48B5619138E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3" name="pg3537">
                <a:extLst>
                  <a:ext uri="{FF2B5EF4-FFF2-40B4-BE49-F238E27FC236}">
                    <a16:creationId xmlns:a16="http://schemas.microsoft.com/office/drawing/2014/main" id="{766060F6-3CB7-4EFA-B5D4-175B4DF67026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4" name="pg3538">
                <a:extLst>
                  <a:ext uri="{FF2B5EF4-FFF2-40B4-BE49-F238E27FC236}">
                    <a16:creationId xmlns:a16="http://schemas.microsoft.com/office/drawing/2014/main" id="{4334C28A-AB2F-0724-D22F-A0FEB6601A7C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5" name="pg3539">
                <a:extLst>
                  <a:ext uri="{FF2B5EF4-FFF2-40B4-BE49-F238E27FC236}">
                    <a16:creationId xmlns:a16="http://schemas.microsoft.com/office/drawing/2014/main" id="{0DEDA4CD-DBD9-D140-BB9C-AD10FEDEC4EC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6" name="pg3540">
                <a:extLst>
                  <a:ext uri="{FF2B5EF4-FFF2-40B4-BE49-F238E27FC236}">
                    <a16:creationId xmlns:a16="http://schemas.microsoft.com/office/drawing/2014/main" id="{2630980D-BEB3-BEC3-1F87-60054D66707D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7" name="pg3541">
                <a:extLst>
                  <a:ext uri="{FF2B5EF4-FFF2-40B4-BE49-F238E27FC236}">
                    <a16:creationId xmlns:a16="http://schemas.microsoft.com/office/drawing/2014/main" id="{13F3970E-287D-573D-50BA-7A9937DB3BC4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8" name="pg3542">
                <a:extLst>
                  <a:ext uri="{FF2B5EF4-FFF2-40B4-BE49-F238E27FC236}">
                    <a16:creationId xmlns:a16="http://schemas.microsoft.com/office/drawing/2014/main" id="{057BEE92-FE81-DC30-629C-1793B541F1A0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9" name="pg3543">
                <a:extLst>
                  <a:ext uri="{FF2B5EF4-FFF2-40B4-BE49-F238E27FC236}">
                    <a16:creationId xmlns:a16="http://schemas.microsoft.com/office/drawing/2014/main" id="{064EB43C-638D-EC8F-D4FC-67D66F4372FC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0" name="pg3544">
                <a:extLst>
                  <a:ext uri="{FF2B5EF4-FFF2-40B4-BE49-F238E27FC236}">
                    <a16:creationId xmlns:a16="http://schemas.microsoft.com/office/drawing/2014/main" id="{BBA581CA-B83F-9CEB-1F58-997D7B1CA32E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E">
                  <a:alpha val="100000"/>
                </a:srgbClr>
              </a:solidFill>
              <a:ln w="5420" cap="flat">
                <a:solidFill>
                  <a:srgbClr val="3A68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1" name="pg3545">
                <a:extLst>
                  <a:ext uri="{FF2B5EF4-FFF2-40B4-BE49-F238E27FC236}">
                    <a16:creationId xmlns:a16="http://schemas.microsoft.com/office/drawing/2014/main" id="{D180F2BA-9E1D-2B3C-2EEB-EE792ED63588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2" name="pg3546">
                <a:extLst>
                  <a:ext uri="{FF2B5EF4-FFF2-40B4-BE49-F238E27FC236}">
                    <a16:creationId xmlns:a16="http://schemas.microsoft.com/office/drawing/2014/main" id="{BFCA4C66-C3FB-0499-869D-7C05574AB047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3" name="pg3547">
                <a:extLst>
                  <a:ext uri="{FF2B5EF4-FFF2-40B4-BE49-F238E27FC236}">
                    <a16:creationId xmlns:a16="http://schemas.microsoft.com/office/drawing/2014/main" id="{3D274F05-68BF-841B-2A80-1A8CF65BF980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4" name="pg3548">
                <a:extLst>
                  <a:ext uri="{FF2B5EF4-FFF2-40B4-BE49-F238E27FC236}">
                    <a16:creationId xmlns:a16="http://schemas.microsoft.com/office/drawing/2014/main" id="{9EDE09C0-926E-A947-9A31-B9DC07371B4A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5" name="pg3549">
                <a:extLst>
                  <a:ext uri="{FF2B5EF4-FFF2-40B4-BE49-F238E27FC236}">
                    <a16:creationId xmlns:a16="http://schemas.microsoft.com/office/drawing/2014/main" id="{A159F997-A349-B5E4-3FD8-AF96F00BECB9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6" name="pg3550">
                <a:extLst>
                  <a:ext uri="{FF2B5EF4-FFF2-40B4-BE49-F238E27FC236}">
                    <a16:creationId xmlns:a16="http://schemas.microsoft.com/office/drawing/2014/main" id="{988A4645-06F9-76C1-4817-994DA2046562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7" name="pg3551">
                <a:extLst>
                  <a:ext uri="{FF2B5EF4-FFF2-40B4-BE49-F238E27FC236}">
                    <a16:creationId xmlns:a16="http://schemas.microsoft.com/office/drawing/2014/main" id="{C21E9818-A2B7-4E15-81BE-34C760D5FCF7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8" name="pg3552">
                <a:extLst>
                  <a:ext uri="{FF2B5EF4-FFF2-40B4-BE49-F238E27FC236}">
                    <a16:creationId xmlns:a16="http://schemas.microsoft.com/office/drawing/2014/main" id="{1C98F5F2-8791-3EFC-551F-FD83D9625970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9" name="pg3553">
                <a:extLst>
                  <a:ext uri="{FF2B5EF4-FFF2-40B4-BE49-F238E27FC236}">
                    <a16:creationId xmlns:a16="http://schemas.microsoft.com/office/drawing/2014/main" id="{5ED21EA3-B83A-6E11-1365-CA59928D82A7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0" name="pg3554">
                <a:extLst>
                  <a:ext uri="{FF2B5EF4-FFF2-40B4-BE49-F238E27FC236}">
                    <a16:creationId xmlns:a16="http://schemas.microsoft.com/office/drawing/2014/main" id="{6DE7063F-AEBE-8642-1C59-A159C79B4D34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1" name="pg3555">
                <a:extLst>
                  <a:ext uri="{FF2B5EF4-FFF2-40B4-BE49-F238E27FC236}">
                    <a16:creationId xmlns:a16="http://schemas.microsoft.com/office/drawing/2014/main" id="{7186E895-4B06-D3B0-70A6-9C5448EB16A4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2" name="pg3556">
                <a:extLst>
                  <a:ext uri="{FF2B5EF4-FFF2-40B4-BE49-F238E27FC236}">
                    <a16:creationId xmlns:a16="http://schemas.microsoft.com/office/drawing/2014/main" id="{FCA6E5C4-3933-BCE1-FE55-B1CE5C1E1520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3" name="pg3557">
                <a:extLst>
                  <a:ext uri="{FF2B5EF4-FFF2-40B4-BE49-F238E27FC236}">
                    <a16:creationId xmlns:a16="http://schemas.microsoft.com/office/drawing/2014/main" id="{20BEBED8-7F8F-DC54-C6C2-6BAF1D7CD583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4" name="pg3558">
                <a:extLst>
                  <a:ext uri="{FF2B5EF4-FFF2-40B4-BE49-F238E27FC236}">
                    <a16:creationId xmlns:a16="http://schemas.microsoft.com/office/drawing/2014/main" id="{B31FF189-6DF2-7206-2B05-18935B5DC01C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5" name="pg3559">
                <a:extLst>
                  <a:ext uri="{FF2B5EF4-FFF2-40B4-BE49-F238E27FC236}">
                    <a16:creationId xmlns:a16="http://schemas.microsoft.com/office/drawing/2014/main" id="{4D6B617E-7AF7-27F8-08D3-E81C5D4642F9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6" name="pg3560">
                <a:extLst>
                  <a:ext uri="{FF2B5EF4-FFF2-40B4-BE49-F238E27FC236}">
                    <a16:creationId xmlns:a16="http://schemas.microsoft.com/office/drawing/2014/main" id="{C93C25F9-E70D-CDF9-4CCE-171DBCECB007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7" name="pg3561">
                <a:extLst>
                  <a:ext uri="{FF2B5EF4-FFF2-40B4-BE49-F238E27FC236}">
                    <a16:creationId xmlns:a16="http://schemas.microsoft.com/office/drawing/2014/main" id="{B2161CAB-BC5E-4F62-FB89-BF0FF130AD8C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8" name="pg3562">
                <a:extLst>
                  <a:ext uri="{FF2B5EF4-FFF2-40B4-BE49-F238E27FC236}">
                    <a16:creationId xmlns:a16="http://schemas.microsoft.com/office/drawing/2014/main" id="{1E5E5CD2-F5CE-3B52-139C-C90C999B3C07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9" name="pg3563">
                <a:extLst>
                  <a:ext uri="{FF2B5EF4-FFF2-40B4-BE49-F238E27FC236}">
                    <a16:creationId xmlns:a16="http://schemas.microsoft.com/office/drawing/2014/main" id="{CE8237C9-EABA-7910-8EF3-65F597802FA2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0" name="pg3564">
                <a:extLst>
                  <a:ext uri="{FF2B5EF4-FFF2-40B4-BE49-F238E27FC236}">
                    <a16:creationId xmlns:a16="http://schemas.microsoft.com/office/drawing/2014/main" id="{29E598E8-C58A-6D41-2921-12597C4C7DAA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1" name="pg3565">
                <a:extLst>
                  <a:ext uri="{FF2B5EF4-FFF2-40B4-BE49-F238E27FC236}">
                    <a16:creationId xmlns:a16="http://schemas.microsoft.com/office/drawing/2014/main" id="{3196318C-8DB1-CA3F-E665-CE62A5A6353B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2" name="pg3566">
                <a:extLst>
                  <a:ext uri="{FF2B5EF4-FFF2-40B4-BE49-F238E27FC236}">
                    <a16:creationId xmlns:a16="http://schemas.microsoft.com/office/drawing/2014/main" id="{F6F1DBA7-EBC7-8924-3B39-19185EA29DFE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3" name="pg3567">
                <a:extLst>
                  <a:ext uri="{FF2B5EF4-FFF2-40B4-BE49-F238E27FC236}">
                    <a16:creationId xmlns:a16="http://schemas.microsoft.com/office/drawing/2014/main" id="{AA41C0F8-D95B-9F44-A145-D8F86789A05A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4" name="pg3568">
                <a:extLst>
                  <a:ext uri="{FF2B5EF4-FFF2-40B4-BE49-F238E27FC236}">
                    <a16:creationId xmlns:a16="http://schemas.microsoft.com/office/drawing/2014/main" id="{682FF94A-B400-7116-D7A8-034205020178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5" name="pg3569">
                <a:extLst>
                  <a:ext uri="{FF2B5EF4-FFF2-40B4-BE49-F238E27FC236}">
                    <a16:creationId xmlns:a16="http://schemas.microsoft.com/office/drawing/2014/main" id="{888BC79A-BC53-0B7A-FAC8-AA2946D7F527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6" name="pg3570">
                <a:extLst>
                  <a:ext uri="{FF2B5EF4-FFF2-40B4-BE49-F238E27FC236}">
                    <a16:creationId xmlns:a16="http://schemas.microsoft.com/office/drawing/2014/main" id="{099D79FB-1617-53EE-EC83-EB2DE7532679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7" name="pg3571">
                <a:extLst>
                  <a:ext uri="{FF2B5EF4-FFF2-40B4-BE49-F238E27FC236}">
                    <a16:creationId xmlns:a16="http://schemas.microsoft.com/office/drawing/2014/main" id="{5E37133C-8094-31A7-0682-B8681CA88A05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8" name="pg3572">
                <a:extLst>
                  <a:ext uri="{FF2B5EF4-FFF2-40B4-BE49-F238E27FC236}">
                    <a16:creationId xmlns:a16="http://schemas.microsoft.com/office/drawing/2014/main" id="{213A3E69-D01E-8F94-6ABA-0F2E90558A7A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9" name="pg3573">
                <a:extLst>
                  <a:ext uri="{FF2B5EF4-FFF2-40B4-BE49-F238E27FC236}">
                    <a16:creationId xmlns:a16="http://schemas.microsoft.com/office/drawing/2014/main" id="{794E91F8-914A-12C2-D4C0-F97D1ADDCDAA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E">
                  <a:alpha val="100000"/>
                </a:srgbClr>
              </a:solidFill>
              <a:ln w="5420" cap="flat">
                <a:solidFill>
                  <a:srgbClr val="3A68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0" name="pg3574">
                <a:extLst>
                  <a:ext uri="{FF2B5EF4-FFF2-40B4-BE49-F238E27FC236}">
                    <a16:creationId xmlns:a16="http://schemas.microsoft.com/office/drawing/2014/main" id="{83107693-4C6B-CB8B-BFBD-8032070C4AF0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1" name="pg3575">
                <a:extLst>
                  <a:ext uri="{FF2B5EF4-FFF2-40B4-BE49-F238E27FC236}">
                    <a16:creationId xmlns:a16="http://schemas.microsoft.com/office/drawing/2014/main" id="{B3572099-E705-F8E8-104E-2DABBC71013D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2" name="pg3576">
                <a:extLst>
                  <a:ext uri="{FF2B5EF4-FFF2-40B4-BE49-F238E27FC236}">
                    <a16:creationId xmlns:a16="http://schemas.microsoft.com/office/drawing/2014/main" id="{DC14A311-15A7-DF23-A01F-33CCDE12D1BC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3" name="pg3577">
                <a:extLst>
                  <a:ext uri="{FF2B5EF4-FFF2-40B4-BE49-F238E27FC236}">
                    <a16:creationId xmlns:a16="http://schemas.microsoft.com/office/drawing/2014/main" id="{A202013C-E0BC-7777-9469-A0EE383644B5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4" name="pg3578">
                <a:extLst>
                  <a:ext uri="{FF2B5EF4-FFF2-40B4-BE49-F238E27FC236}">
                    <a16:creationId xmlns:a16="http://schemas.microsoft.com/office/drawing/2014/main" id="{EB11D862-C99F-15C4-7D3E-E5F12A87B405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5" name="pg3579">
                <a:extLst>
                  <a:ext uri="{FF2B5EF4-FFF2-40B4-BE49-F238E27FC236}">
                    <a16:creationId xmlns:a16="http://schemas.microsoft.com/office/drawing/2014/main" id="{560BF993-895E-F1A9-858C-90A544916A2E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6" name="pg3580">
                <a:extLst>
                  <a:ext uri="{FF2B5EF4-FFF2-40B4-BE49-F238E27FC236}">
                    <a16:creationId xmlns:a16="http://schemas.microsoft.com/office/drawing/2014/main" id="{F39B6960-101B-F4B6-9378-A004425AF7AE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7" name="pg3581">
                <a:extLst>
                  <a:ext uri="{FF2B5EF4-FFF2-40B4-BE49-F238E27FC236}">
                    <a16:creationId xmlns:a16="http://schemas.microsoft.com/office/drawing/2014/main" id="{6F76AFA3-6798-79A5-27DB-AB0F1C0F24B6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8" name="pg3582">
                <a:extLst>
                  <a:ext uri="{FF2B5EF4-FFF2-40B4-BE49-F238E27FC236}">
                    <a16:creationId xmlns:a16="http://schemas.microsoft.com/office/drawing/2014/main" id="{995A434B-ED2C-B59E-4DDB-A9FF2135A819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9" name="pg3583">
                <a:extLst>
                  <a:ext uri="{FF2B5EF4-FFF2-40B4-BE49-F238E27FC236}">
                    <a16:creationId xmlns:a16="http://schemas.microsoft.com/office/drawing/2014/main" id="{7D73CF84-6CCD-78F8-951B-A36478D9A555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0" name="pg3584">
                <a:extLst>
                  <a:ext uri="{FF2B5EF4-FFF2-40B4-BE49-F238E27FC236}">
                    <a16:creationId xmlns:a16="http://schemas.microsoft.com/office/drawing/2014/main" id="{DEEA2823-C892-90AA-7603-C99832B2A226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1" name="pg3585">
                <a:extLst>
                  <a:ext uri="{FF2B5EF4-FFF2-40B4-BE49-F238E27FC236}">
                    <a16:creationId xmlns:a16="http://schemas.microsoft.com/office/drawing/2014/main" id="{8D01601F-5BFE-FA22-4121-3D598AE03E3B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2" name="pg3586">
                <a:extLst>
                  <a:ext uri="{FF2B5EF4-FFF2-40B4-BE49-F238E27FC236}">
                    <a16:creationId xmlns:a16="http://schemas.microsoft.com/office/drawing/2014/main" id="{A92FCBB3-9F8C-5D4F-226E-FBBEC8426FF3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3" name="pg3587">
                <a:extLst>
                  <a:ext uri="{FF2B5EF4-FFF2-40B4-BE49-F238E27FC236}">
                    <a16:creationId xmlns:a16="http://schemas.microsoft.com/office/drawing/2014/main" id="{5C472B6C-0E92-8679-4CBD-F8CA3DC14DC6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4" name="pg3588">
                <a:extLst>
                  <a:ext uri="{FF2B5EF4-FFF2-40B4-BE49-F238E27FC236}">
                    <a16:creationId xmlns:a16="http://schemas.microsoft.com/office/drawing/2014/main" id="{B514C4A4-1E42-BFCA-849A-D8B032848E9F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5" name="pg3589">
                <a:extLst>
                  <a:ext uri="{FF2B5EF4-FFF2-40B4-BE49-F238E27FC236}">
                    <a16:creationId xmlns:a16="http://schemas.microsoft.com/office/drawing/2014/main" id="{35032FD3-05B7-38D7-CF88-B7D4940A1192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6" name="pg3590">
                <a:extLst>
                  <a:ext uri="{FF2B5EF4-FFF2-40B4-BE49-F238E27FC236}">
                    <a16:creationId xmlns:a16="http://schemas.microsoft.com/office/drawing/2014/main" id="{66886495-FC01-5E3F-6342-8645D5EC37DC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7" name="pg3591">
                <a:extLst>
                  <a:ext uri="{FF2B5EF4-FFF2-40B4-BE49-F238E27FC236}">
                    <a16:creationId xmlns:a16="http://schemas.microsoft.com/office/drawing/2014/main" id="{DCA01D72-18C9-6210-44F7-BC7FD48E8A28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8" name="pg3592">
                <a:extLst>
                  <a:ext uri="{FF2B5EF4-FFF2-40B4-BE49-F238E27FC236}">
                    <a16:creationId xmlns:a16="http://schemas.microsoft.com/office/drawing/2014/main" id="{B8730CE5-484D-1FF3-C96F-25A7DC7BD9B1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9" name="pg3593">
                <a:extLst>
                  <a:ext uri="{FF2B5EF4-FFF2-40B4-BE49-F238E27FC236}">
                    <a16:creationId xmlns:a16="http://schemas.microsoft.com/office/drawing/2014/main" id="{CDC0EDC7-5BEB-5CA7-B6A1-15523AB20779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0" name="pg3594">
                <a:extLst>
                  <a:ext uri="{FF2B5EF4-FFF2-40B4-BE49-F238E27FC236}">
                    <a16:creationId xmlns:a16="http://schemas.microsoft.com/office/drawing/2014/main" id="{09C1BB13-8683-4A00-3748-89FAD617D3D3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1" name="pg3595">
                <a:extLst>
                  <a:ext uri="{FF2B5EF4-FFF2-40B4-BE49-F238E27FC236}">
                    <a16:creationId xmlns:a16="http://schemas.microsoft.com/office/drawing/2014/main" id="{0369EF2E-889E-D8C4-829D-A98C5A6567A3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2" name="pg3596">
                <a:extLst>
                  <a:ext uri="{FF2B5EF4-FFF2-40B4-BE49-F238E27FC236}">
                    <a16:creationId xmlns:a16="http://schemas.microsoft.com/office/drawing/2014/main" id="{F6EFB728-F03E-9E71-20AE-DEF7C9D58134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3" name="pg3597">
                <a:extLst>
                  <a:ext uri="{FF2B5EF4-FFF2-40B4-BE49-F238E27FC236}">
                    <a16:creationId xmlns:a16="http://schemas.microsoft.com/office/drawing/2014/main" id="{3E8F518B-A026-DD5B-8E8D-5167D075B825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4" name="pg3598">
                <a:extLst>
                  <a:ext uri="{FF2B5EF4-FFF2-40B4-BE49-F238E27FC236}">
                    <a16:creationId xmlns:a16="http://schemas.microsoft.com/office/drawing/2014/main" id="{0D0F71B0-F286-CDC7-CCE0-0E5CACA44398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5" name="pg3599">
                <a:extLst>
                  <a:ext uri="{FF2B5EF4-FFF2-40B4-BE49-F238E27FC236}">
                    <a16:creationId xmlns:a16="http://schemas.microsoft.com/office/drawing/2014/main" id="{A1053CC7-5447-4D63-8478-237DCAF32EB6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6" name="pg3600">
                <a:extLst>
                  <a:ext uri="{FF2B5EF4-FFF2-40B4-BE49-F238E27FC236}">
                    <a16:creationId xmlns:a16="http://schemas.microsoft.com/office/drawing/2014/main" id="{81D9F1EC-C7CE-36B2-B2AF-11CF9855E221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7" name="pg3601">
                <a:extLst>
                  <a:ext uri="{FF2B5EF4-FFF2-40B4-BE49-F238E27FC236}">
                    <a16:creationId xmlns:a16="http://schemas.microsoft.com/office/drawing/2014/main" id="{05D5587C-F901-729E-E292-79189223C9EA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8" name="pg3602">
                <a:extLst>
                  <a:ext uri="{FF2B5EF4-FFF2-40B4-BE49-F238E27FC236}">
                    <a16:creationId xmlns:a16="http://schemas.microsoft.com/office/drawing/2014/main" id="{3DD2005A-48DD-CA3E-F0FC-D9EB611A3ED5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9" name="pg3603">
                <a:extLst>
                  <a:ext uri="{FF2B5EF4-FFF2-40B4-BE49-F238E27FC236}">
                    <a16:creationId xmlns:a16="http://schemas.microsoft.com/office/drawing/2014/main" id="{7C132333-8DC3-2C25-4076-BCD358F13365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0" name="pg3604">
                <a:extLst>
                  <a:ext uri="{FF2B5EF4-FFF2-40B4-BE49-F238E27FC236}">
                    <a16:creationId xmlns:a16="http://schemas.microsoft.com/office/drawing/2014/main" id="{BDAD2863-B5D0-DA1D-7F4C-D41E096B2770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1" name="pg3605">
                <a:extLst>
                  <a:ext uri="{FF2B5EF4-FFF2-40B4-BE49-F238E27FC236}">
                    <a16:creationId xmlns:a16="http://schemas.microsoft.com/office/drawing/2014/main" id="{631011EB-496B-676F-13A7-83E2A14A76E0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2" name="pg3606">
                <a:extLst>
                  <a:ext uri="{FF2B5EF4-FFF2-40B4-BE49-F238E27FC236}">
                    <a16:creationId xmlns:a16="http://schemas.microsoft.com/office/drawing/2014/main" id="{E5A06E2B-85BC-0306-3E44-C1957EDC6F64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3" name="pg3607">
                <a:extLst>
                  <a:ext uri="{FF2B5EF4-FFF2-40B4-BE49-F238E27FC236}">
                    <a16:creationId xmlns:a16="http://schemas.microsoft.com/office/drawing/2014/main" id="{26A270E4-2762-3502-C718-600E17FBCEBC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4" name="pg3608">
                <a:extLst>
                  <a:ext uri="{FF2B5EF4-FFF2-40B4-BE49-F238E27FC236}">
                    <a16:creationId xmlns:a16="http://schemas.microsoft.com/office/drawing/2014/main" id="{8451D978-DBF0-8C88-83F9-2ED9A2CC545A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5" name="pg3609">
                <a:extLst>
                  <a:ext uri="{FF2B5EF4-FFF2-40B4-BE49-F238E27FC236}">
                    <a16:creationId xmlns:a16="http://schemas.microsoft.com/office/drawing/2014/main" id="{19D7C1C2-C711-B93D-5FDD-4A315C9E5514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6" name="pg3610">
                <a:extLst>
                  <a:ext uri="{FF2B5EF4-FFF2-40B4-BE49-F238E27FC236}">
                    <a16:creationId xmlns:a16="http://schemas.microsoft.com/office/drawing/2014/main" id="{764D8623-320A-BEB8-C5B3-1FA1F2DE4F4F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7" name="pg3611">
                <a:extLst>
                  <a:ext uri="{FF2B5EF4-FFF2-40B4-BE49-F238E27FC236}">
                    <a16:creationId xmlns:a16="http://schemas.microsoft.com/office/drawing/2014/main" id="{CC871583-4CBB-14B0-78B2-11741114EB9B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8" name="pg3612">
                <a:extLst>
                  <a:ext uri="{FF2B5EF4-FFF2-40B4-BE49-F238E27FC236}">
                    <a16:creationId xmlns:a16="http://schemas.microsoft.com/office/drawing/2014/main" id="{6400A9E7-DF5D-97CE-DC45-D3600773D34A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9" name="pg3613">
                <a:extLst>
                  <a:ext uri="{FF2B5EF4-FFF2-40B4-BE49-F238E27FC236}">
                    <a16:creationId xmlns:a16="http://schemas.microsoft.com/office/drawing/2014/main" id="{6D6B9909-6595-0F57-3333-604EAF4CC450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0" name="pg3614">
                <a:extLst>
                  <a:ext uri="{FF2B5EF4-FFF2-40B4-BE49-F238E27FC236}">
                    <a16:creationId xmlns:a16="http://schemas.microsoft.com/office/drawing/2014/main" id="{8E88A25C-2C6A-0443-7A8F-CD93C36E8A12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1" name="pg3615">
                <a:extLst>
                  <a:ext uri="{FF2B5EF4-FFF2-40B4-BE49-F238E27FC236}">
                    <a16:creationId xmlns:a16="http://schemas.microsoft.com/office/drawing/2014/main" id="{B473D699-1E8F-BFE9-022F-B7F52F18ADE3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2" name="pg3616">
                <a:extLst>
                  <a:ext uri="{FF2B5EF4-FFF2-40B4-BE49-F238E27FC236}">
                    <a16:creationId xmlns:a16="http://schemas.microsoft.com/office/drawing/2014/main" id="{172AFE3D-3DD8-CB0A-15FB-6CE1D442F1B0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3" name="pg3617">
                <a:extLst>
                  <a:ext uri="{FF2B5EF4-FFF2-40B4-BE49-F238E27FC236}">
                    <a16:creationId xmlns:a16="http://schemas.microsoft.com/office/drawing/2014/main" id="{5479C9E6-52F1-0838-2280-6FB166584FE4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4" name="pg3618">
                <a:extLst>
                  <a:ext uri="{FF2B5EF4-FFF2-40B4-BE49-F238E27FC236}">
                    <a16:creationId xmlns:a16="http://schemas.microsoft.com/office/drawing/2014/main" id="{0739BC78-6550-CAE4-B1F3-FD9291A30F67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5" name="pg3619">
                <a:extLst>
                  <a:ext uri="{FF2B5EF4-FFF2-40B4-BE49-F238E27FC236}">
                    <a16:creationId xmlns:a16="http://schemas.microsoft.com/office/drawing/2014/main" id="{B0CB6839-8614-93D0-B8AD-FE9AD37D6C6D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6" name="pg3620">
                <a:extLst>
                  <a:ext uri="{FF2B5EF4-FFF2-40B4-BE49-F238E27FC236}">
                    <a16:creationId xmlns:a16="http://schemas.microsoft.com/office/drawing/2014/main" id="{0FC507BB-ECF0-D95B-71C3-3AD9AA591885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7" name="pg3621">
                <a:extLst>
                  <a:ext uri="{FF2B5EF4-FFF2-40B4-BE49-F238E27FC236}">
                    <a16:creationId xmlns:a16="http://schemas.microsoft.com/office/drawing/2014/main" id="{7E10189E-3C60-00F1-88C1-96ECF5079CE8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8" name="pg3622">
                <a:extLst>
                  <a:ext uri="{FF2B5EF4-FFF2-40B4-BE49-F238E27FC236}">
                    <a16:creationId xmlns:a16="http://schemas.microsoft.com/office/drawing/2014/main" id="{A0295CA7-AE96-CDBE-5A99-B42822E103EB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9" name="pg3623">
                <a:extLst>
                  <a:ext uri="{FF2B5EF4-FFF2-40B4-BE49-F238E27FC236}">
                    <a16:creationId xmlns:a16="http://schemas.microsoft.com/office/drawing/2014/main" id="{F4E05274-30C1-0D61-BBB8-8B02AFEE9ED2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0" name="pg3624">
                <a:extLst>
                  <a:ext uri="{FF2B5EF4-FFF2-40B4-BE49-F238E27FC236}">
                    <a16:creationId xmlns:a16="http://schemas.microsoft.com/office/drawing/2014/main" id="{DE3C482B-7EFD-1077-3C74-7503B7B81C12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1" name="pg3625">
                <a:extLst>
                  <a:ext uri="{FF2B5EF4-FFF2-40B4-BE49-F238E27FC236}">
                    <a16:creationId xmlns:a16="http://schemas.microsoft.com/office/drawing/2014/main" id="{B3B2D8C8-A51E-4EFC-3206-48462F8E2C1F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2" name="pg3626">
                <a:extLst>
                  <a:ext uri="{FF2B5EF4-FFF2-40B4-BE49-F238E27FC236}">
                    <a16:creationId xmlns:a16="http://schemas.microsoft.com/office/drawing/2014/main" id="{20C8AC47-2C66-A914-318A-FB1FD5875CE1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3" name="pg3627">
                <a:extLst>
                  <a:ext uri="{FF2B5EF4-FFF2-40B4-BE49-F238E27FC236}">
                    <a16:creationId xmlns:a16="http://schemas.microsoft.com/office/drawing/2014/main" id="{033359F1-E773-E023-378A-E39437F5E6A1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4" name="pg3628">
                <a:extLst>
                  <a:ext uri="{FF2B5EF4-FFF2-40B4-BE49-F238E27FC236}">
                    <a16:creationId xmlns:a16="http://schemas.microsoft.com/office/drawing/2014/main" id="{642CBD1C-AD14-1170-E21A-9D7973690405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5" name="pg3629">
                <a:extLst>
                  <a:ext uri="{FF2B5EF4-FFF2-40B4-BE49-F238E27FC236}">
                    <a16:creationId xmlns:a16="http://schemas.microsoft.com/office/drawing/2014/main" id="{08BFFD5F-4519-EF4D-9AED-81369AF28041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6" name="pg3630">
                <a:extLst>
                  <a:ext uri="{FF2B5EF4-FFF2-40B4-BE49-F238E27FC236}">
                    <a16:creationId xmlns:a16="http://schemas.microsoft.com/office/drawing/2014/main" id="{3C7D2803-F32A-8957-63F3-CCF0FDD19CFA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7" name="pg3631">
                <a:extLst>
                  <a:ext uri="{FF2B5EF4-FFF2-40B4-BE49-F238E27FC236}">
                    <a16:creationId xmlns:a16="http://schemas.microsoft.com/office/drawing/2014/main" id="{F5D4CB55-06B7-0103-13CB-B2AD32B04597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8" name="pg3632">
                <a:extLst>
                  <a:ext uri="{FF2B5EF4-FFF2-40B4-BE49-F238E27FC236}">
                    <a16:creationId xmlns:a16="http://schemas.microsoft.com/office/drawing/2014/main" id="{3C973DB5-1CFF-C42D-ACE4-57B5091A3C19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9" name="pg3633">
                <a:extLst>
                  <a:ext uri="{FF2B5EF4-FFF2-40B4-BE49-F238E27FC236}">
                    <a16:creationId xmlns:a16="http://schemas.microsoft.com/office/drawing/2014/main" id="{CA4406AC-9F3E-CCFA-FE17-1181C57EDC22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0" name="pg3634">
                <a:extLst>
                  <a:ext uri="{FF2B5EF4-FFF2-40B4-BE49-F238E27FC236}">
                    <a16:creationId xmlns:a16="http://schemas.microsoft.com/office/drawing/2014/main" id="{1E07780D-5AE9-01A6-19A6-A3CC3A9F458A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1" name="pg3635">
                <a:extLst>
                  <a:ext uri="{FF2B5EF4-FFF2-40B4-BE49-F238E27FC236}">
                    <a16:creationId xmlns:a16="http://schemas.microsoft.com/office/drawing/2014/main" id="{F9F6946E-40ED-E052-7767-C6F426C978D8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2" name="pg3636">
                <a:extLst>
                  <a:ext uri="{FF2B5EF4-FFF2-40B4-BE49-F238E27FC236}">
                    <a16:creationId xmlns:a16="http://schemas.microsoft.com/office/drawing/2014/main" id="{24C25A8B-7905-D78F-68A4-28C28E2FC339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3" name="pg3637">
                <a:extLst>
                  <a:ext uri="{FF2B5EF4-FFF2-40B4-BE49-F238E27FC236}">
                    <a16:creationId xmlns:a16="http://schemas.microsoft.com/office/drawing/2014/main" id="{0B01925C-E650-6E62-6F2A-978C1383D8AB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4" name="pg3638">
                <a:extLst>
                  <a:ext uri="{FF2B5EF4-FFF2-40B4-BE49-F238E27FC236}">
                    <a16:creationId xmlns:a16="http://schemas.microsoft.com/office/drawing/2014/main" id="{4FCE7FA0-3CB3-83F7-0683-7E69F81215F9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5" name="pg3639">
                <a:extLst>
                  <a:ext uri="{FF2B5EF4-FFF2-40B4-BE49-F238E27FC236}">
                    <a16:creationId xmlns:a16="http://schemas.microsoft.com/office/drawing/2014/main" id="{E6A78186-8A98-D615-15F1-DA4191064C2D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6" name="pg3640">
                <a:extLst>
                  <a:ext uri="{FF2B5EF4-FFF2-40B4-BE49-F238E27FC236}">
                    <a16:creationId xmlns:a16="http://schemas.microsoft.com/office/drawing/2014/main" id="{21903756-764A-102A-C0C5-28DB3880BD7F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7" name="pg3641">
                <a:extLst>
                  <a:ext uri="{FF2B5EF4-FFF2-40B4-BE49-F238E27FC236}">
                    <a16:creationId xmlns:a16="http://schemas.microsoft.com/office/drawing/2014/main" id="{DBB12DC3-36BF-E0E6-0ED4-C0DADA8C4005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8" name="pg3642">
                <a:extLst>
                  <a:ext uri="{FF2B5EF4-FFF2-40B4-BE49-F238E27FC236}">
                    <a16:creationId xmlns:a16="http://schemas.microsoft.com/office/drawing/2014/main" id="{EF9362F6-47C2-468E-A84E-74DB5BB13B25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9" name="pg3643">
                <a:extLst>
                  <a:ext uri="{FF2B5EF4-FFF2-40B4-BE49-F238E27FC236}">
                    <a16:creationId xmlns:a16="http://schemas.microsoft.com/office/drawing/2014/main" id="{1FF30A2A-59E9-2FA8-E696-F139BF029178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0" name="pg3644">
                <a:extLst>
                  <a:ext uri="{FF2B5EF4-FFF2-40B4-BE49-F238E27FC236}">
                    <a16:creationId xmlns:a16="http://schemas.microsoft.com/office/drawing/2014/main" id="{98E50CBA-6D5D-BDE4-EA6C-5C0C865ED291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1" name="pg3645">
                <a:extLst>
                  <a:ext uri="{FF2B5EF4-FFF2-40B4-BE49-F238E27FC236}">
                    <a16:creationId xmlns:a16="http://schemas.microsoft.com/office/drawing/2014/main" id="{6BDCB607-FE53-751A-AD90-8FAFD9FCE999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2" name="pg3646">
                <a:extLst>
                  <a:ext uri="{FF2B5EF4-FFF2-40B4-BE49-F238E27FC236}">
                    <a16:creationId xmlns:a16="http://schemas.microsoft.com/office/drawing/2014/main" id="{F514BBAD-63C3-734B-6046-3AD64872D95A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3" name="pg3647">
                <a:extLst>
                  <a:ext uri="{FF2B5EF4-FFF2-40B4-BE49-F238E27FC236}">
                    <a16:creationId xmlns:a16="http://schemas.microsoft.com/office/drawing/2014/main" id="{7C98D1BA-7C58-C680-EC5A-67DAC9D956E4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4" name="pg3648">
                <a:extLst>
                  <a:ext uri="{FF2B5EF4-FFF2-40B4-BE49-F238E27FC236}">
                    <a16:creationId xmlns:a16="http://schemas.microsoft.com/office/drawing/2014/main" id="{631CA478-B959-75B6-4C48-408FB4AD3B85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5" name="pg3649">
                <a:extLst>
                  <a:ext uri="{FF2B5EF4-FFF2-40B4-BE49-F238E27FC236}">
                    <a16:creationId xmlns:a16="http://schemas.microsoft.com/office/drawing/2014/main" id="{60072C94-ABA2-241D-5DC4-725506FD7D20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6" name="pg3650">
                <a:extLst>
                  <a:ext uri="{FF2B5EF4-FFF2-40B4-BE49-F238E27FC236}">
                    <a16:creationId xmlns:a16="http://schemas.microsoft.com/office/drawing/2014/main" id="{2A353E8B-DD2D-434D-DB53-604E292F9430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7" name="pg3651">
                <a:extLst>
                  <a:ext uri="{FF2B5EF4-FFF2-40B4-BE49-F238E27FC236}">
                    <a16:creationId xmlns:a16="http://schemas.microsoft.com/office/drawing/2014/main" id="{FB425A1B-B237-AB63-046F-3720BDDC37B7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8" name="pg3652">
                <a:extLst>
                  <a:ext uri="{FF2B5EF4-FFF2-40B4-BE49-F238E27FC236}">
                    <a16:creationId xmlns:a16="http://schemas.microsoft.com/office/drawing/2014/main" id="{0A215900-449F-595A-2ECD-9B25F209FB5A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9" name="pg3653">
                <a:extLst>
                  <a:ext uri="{FF2B5EF4-FFF2-40B4-BE49-F238E27FC236}">
                    <a16:creationId xmlns:a16="http://schemas.microsoft.com/office/drawing/2014/main" id="{471E2E60-0428-EA41-8981-A9D8E06E5692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0" name="pg3654">
                <a:extLst>
                  <a:ext uri="{FF2B5EF4-FFF2-40B4-BE49-F238E27FC236}">
                    <a16:creationId xmlns:a16="http://schemas.microsoft.com/office/drawing/2014/main" id="{91422DA7-97A9-B7E8-4815-B16927F51B35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1" name="pg3655">
                <a:extLst>
                  <a:ext uri="{FF2B5EF4-FFF2-40B4-BE49-F238E27FC236}">
                    <a16:creationId xmlns:a16="http://schemas.microsoft.com/office/drawing/2014/main" id="{EE0A98F7-BB37-0495-AB8F-9C73D0B77B9E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2" name="pg3656">
                <a:extLst>
                  <a:ext uri="{FF2B5EF4-FFF2-40B4-BE49-F238E27FC236}">
                    <a16:creationId xmlns:a16="http://schemas.microsoft.com/office/drawing/2014/main" id="{D94F0FB1-5F71-C766-C99B-7AA9CE563F30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3" name="pg3657">
                <a:extLst>
                  <a:ext uri="{FF2B5EF4-FFF2-40B4-BE49-F238E27FC236}">
                    <a16:creationId xmlns:a16="http://schemas.microsoft.com/office/drawing/2014/main" id="{D7DC9F9A-274F-6A7F-136D-7F701EA138CC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4" name="pg3658">
                <a:extLst>
                  <a:ext uri="{FF2B5EF4-FFF2-40B4-BE49-F238E27FC236}">
                    <a16:creationId xmlns:a16="http://schemas.microsoft.com/office/drawing/2014/main" id="{1927312D-60DA-36BC-41C9-D432952ED3B9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5" name="pg3659">
                <a:extLst>
                  <a:ext uri="{FF2B5EF4-FFF2-40B4-BE49-F238E27FC236}">
                    <a16:creationId xmlns:a16="http://schemas.microsoft.com/office/drawing/2014/main" id="{24D2993C-8287-8A45-B4D0-2403F57FB2D7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6" name="pg3660">
                <a:extLst>
                  <a:ext uri="{FF2B5EF4-FFF2-40B4-BE49-F238E27FC236}">
                    <a16:creationId xmlns:a16="http://schemas.microsoft.com/office/drawing/2014/main" id="{C7B9F1D2-1AA3-1226-3AB5-2C3A944F3E42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7" name="pg3661">
                <a:extLst>
                  <a:ext uri="{FF2B5EF4-FFF2-40B4-BE49-F238E27FC236}">
                    <a16:creationId xmlns:a16="http://schemas.microsoft.com/office/drawing/2014/main" id="{DD64D092-94E9-A5AA-1B49-58B97404456A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8" name="pg3662">
                <a:extLst>
                  <a:ext uri="{FF2B5EF4-FFF2-40B4-BE49-F238E27FC236}">
                    <a16:creationId xmlns:a16="http://schemas.microsoft.com/office/drawing/2014/main" id="{750C7600-D668-3D29-CCCA-A61DB8348609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9" name="pg3663">
                <a:extLst>
                  <a:ext uri="{FF2B5EF4-FFF2-40B4-BE49-F238E27FC236}">
                    <a16:creationId xmlns:a16="http://schemas.microsoft.com/office/drawing/2014/main" id="{A8E218C9-588F-D57A-5B4D-786184F28714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0" name="pg3664">
                <a:extLst>
                  <a:ext uri="{FF2B5EF4-FFF2-40B4-BE49-F238E27FC236}">
                    <a16:creationId xmlns:a16="http://schemas.microsoft.com/office/drawing/2014/main" id="{CA26A181-9109-F4EF-5F11-57C666C40720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1" name="pg3665">
                <a:extLst>
                  <a:ext uri="{FF2B5EF4-FFF2-40B4-BE49-F238E27FC236}">
                    <a16:creationId xmlns:a16="http://schemas.microsoft.com/office/drawing/2014/main" id="{31E43949-667B-FDA2-5978-58470018FE0A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2" name="pg3666">
                <a:extLst>
                  <a:ext uri="{FF2B5EF4-FFF2-40B4-BE49-F238E27FC236}">
                    <a16:creationId xmlns:a16="http://schemas.microsoft.com/office/drawing/2014/main" id="{D7F4554B-0F36-EB71-703A-BFA47530E6E8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3" name="pg3667">
                <a:extLst>
                  <a:ext uri="{FF2B5EF4-FFF2-40B4-BE49-F238E27FC236}">
                    <a16:creationId xmlns:a16="http://schemas.microsoft.com/office/drawing/2014/main" id="{F8900E19-CB81-DA7D-1FE3-4DEED001622D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4" name="pg3668">
                <a:extLst>
                  <a:ext uri="{FF2B5EF4-FFF2-40B4-BE49-F238E27FC236}">
                    <a16:creationId xmlns:a16="http://schemas.microsoft.com/office/drawing/2014/main" id="{51ABFE92-BDF7-B860-8A99-7ED9105E7BB1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5" name="pg3669">
                <a:extLst>
                  <a:ext uri="{FF2B5EF4-FFF2-40B4-BE49-F238E27FC236}">
                    <a16:creationId xmlns:a16="http://schemas.microsoft.com/office/drawing/2014/main" id="{7422FB4D-7654-7B76-45D0-B0E044B51F82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6" name="pg3670">
                <a:extLst>
                  <a:ext uri="{FF2B5EF4-FFF2-40B4-BE49-F238E27FC236}">
                    <a16:creationId xmlns:a16="http://schemas.microsoft.com/office/drawing/2014/main" id="{C0EE6968-19EF-F902-A6C4-B4650C302A25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7" name="pg3671">
                <a:extLst>
                  <a:ext uri="{FF2B5EF4-FFF2-40B4-BE49-F238E27FC236}">
                    <a16:creationId xmlns:a16="http://schemas.microsoft.com/office/drawing/2014/main" id="{F91E0224-7C0C-DE4C-0CD4-7A1E6015CBA0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8" name="pg3672">
                <a:extLst>
                  <a:ext uri="{FF2B5EF4-FFF2-40B4-BE49-F238E27FC236}">
                    <a16:creationId xmlns:a16="http://schemas.microsoft.com/office/drawing/2014/main" id="{DED4534F-E496-11BA-8967-F02BDB58EAAA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9" name="pg3673">
                <a:extLst>
                  <a:ext uri="{FF2B5EF4-FFF2-40B4-BE49-F238E27FC236}">
                    <a16:creationId xmlns:a16="http://schemas.microsoft.com/office/drawing/2014/main" id="{73D4A901-B750-C6FD-E587-D66A9060F9AC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0" name="pg3674">
                <a:extLst>
                  <a:ext uri="{FF2B5EF4-FFF2-40B4-BE49-F238E27FC236}">
                    <a16:creationId xmlns:a16="http://schemas.microsoft.com/office/drawing/2014/main" id="{2C592698-BE34-AA99-9A86-B6073B4C6A96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1" name="pg3675">
                <a:extLst>
                  <a:ext uri="{FF2B5EF4-FFF2-40B4-BE49-F238E27FC236}">
                    <a16:creationId xmlns:a16="http://schemas.microsoft.com/office/drawing/2014/main" id="{5E7E9CD4-6DC0-1D37-C053-90765F39384A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2" name="pg3676">
                <a:extLst>
                  <a:ext uri="{FF2B5EF4-FFF2-40B4-BE49-F238E27FC236}">
                    <a16:creationId xmlns:a16="http://schemas.microsoft.com/office/drawing/2014/main" id="{108388D9-0A87-71E6-60C9-4FA46AAC8EF9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3" name="pg3677">
                <a:extLst>
                  <a:ext uri="{FF2B5EF4-FFF2-40B4-BE49-F238E27FC236}">
                    <a16:creationId xmlns:a16="http://schemas.microsoft.com/office/drawing/2014/main" id="{752FEFE1-4D49-8F16-63F1-D64E27CE99DD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4" name="pg3678">
                <a:extLst>
                  <a:ext uri="{FF2B5EF4-FFF2-40B4-BE49-F238E27FC236}">
                    <a16:creationId xmlns:a16="http://schemas.microsoft.com/office/drawing/2014/main" id="{98D72D11-B5E2-9FC0-F8FE-7662B25098BA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5" name="pg3679">
                <a:extLst>
                  <a:ext uri="{FF2B5EF4-FFF2-40B4-BE49-F238E27FC236}">
                    <a16:creationId xmlns:a16="http://schemas.microsoft.com/office/drawing/2014/main" id="{19473D85-C884-5634-601F-AC8E8BA30129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6" name="pg3680">
                <a:extLst>
                  <a:ext uri="{FF2B5EF4-FFF2-40B4-BE49-F238E27FC236}">
                    <a16:creationId xmlns:a16="http://schemas.microsoft.com/office/drawing/2014/main" id="{09B47FA4-1668-38D5-1C37-6C21F002E620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7" name="pg3681">
                <a:extLst>
                  <a:ext uri="{FF2B5EF4-FFF2-40B4-BE49-F238E27FC236}">
                    <a16:creationId xmlns:a16="http://schemas.microsoft.com/office/drawing/2014/main" id="{A2AB46A4-1006-949A-2E4A-CE717774E4E4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8" name="pg3682">
                <a:extLst>
                  <a:ext uri="{FF2B5EF4-FFF2-40B4-BE49-F238E27FC236}">
                    <a16:creationId xmlns:a16="http://schemas.microsoft.com/office/drawing/2014/main" id="{20E6EEC2-CB8D-3605-22B5-29E536D7132F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9" name="pg3683">
                <a:extLst>
                  <a:ext uri="{FF2B5EF4-FFF2-40B4-BE49-F238E27FC236}">
                    <a16:creationId xmlns:a16="http://schemas.microsoft.com/office/drawing/2014/main" id="{3EAACF3A-096B-6328-0BB5-49EACEC9B9C7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0" name="pg3684">
                <a:extLst>
                  <a:ext uri="{FF2B5EF4-FFF2-40B4-BE49-F238E27FC236}">
                    <a16:creationId xmlns:a16="http://schemas.microsoft.com/office/drawing/2014/main" id="{6791F910-634D-129B-9E8E-E3253B4BB47D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1" name="pg3685">
                <a:extLst>
                  <a:ext uri="{FF2B5EF4-FFF2-40B4-BE49-F238E27FC236}">
                    <a16:creationId xmlns:a16="http://schemas.microsoft.com/office/drawing/2014/main" id="{093C2395-CDDC-C39C-DEC2-6F9A5F83EB82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2" name="pg3686">
                <a:extLst>
                  <a:ext uri="{FF2B5EF4-FFF2-40B4-BE49-F238E27FC236}">
                    <a16:creationId xmlns:a16="http://schemas.microsoft.com/office/drawing/2014/main" id="{49C05992-1E64-A93F-569C-05DAA87F7069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3" name="pg3687">
                <a:extLst>
                  <a:ext uri="{FF2B5EF4-FFF2-40B4-BE49-F238E27FC236}">
                    <a16:creationId xmlns:a16="http://schemas.microsoft.com/office/drawing/2014/main" id="{1A351110-910C-4892-9F91-E4EE1E310B17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4" name="pg3688">
                <a:extLst>
                  <a:ext uri="{FF2B5EF4-FFF2-40B4-BE49-F238E27FC236}">
                    <a16:creationId xmlns:a16="http://schemas.microsoft.com/office/drawing/2014/main" id="{295B6FDE-662C-4B00-BE8C-5A0DC6697C38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5" name="pg3689">
                <a:extLst>
                  <a:ext uri="{FF2B5EF4-FFF2-40B4-BE49-F238E27FC236}">
                    <a16:creationId xmlns:a16="http://schemas.microsoft.com/office/drawing/2014/main" id="{61BE3C74-FCD5-B198-AF50-0A17202DAF51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6" name="pg3690">
                <a:extLst>
                  <a:ext uri="{FF2B5EF4-FFF2-40B4-BE49-F238E27FC236}">
                    <a16:creationId xmlns:a16="http://schemas.microsoft.com/office/drawing/2014/main" id="{6C832DDA-691E-DEFF-D0B6-E379376FE7E8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7" name="pg3691">
                <a:extLst>
                  <a:ext uri="{FF2B5EF4-FFF2-40B4-BE49-F238E27FC236}">
                    <a16:creationId xmlns:a16="http://schemas.microsoft.com/office/drawing/2014/main" id="{9F874E34-9848-47DD-C37B-85E2CC4E8048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8" name="pg3692">
                <a:extLst>
                  <a:ext uri="{FF2B5EF4-FFF2-40B4-BE49-F238E27FC236}">
                    <a16:creationId xmlns:a16="http://schemas.microsoft.com/office/drawing/2014/main" id="{F718E3EC-888F-55DD-17B3-CB0D52C74F67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9" name="pg3693">
                <a:extLst>
                  <a:ext uri="{FF2B5EF4-FFF2-40B4-BE49-F238E27FC236}">
                    <a16:creationId xmlns:a16="http://schemas.microsoft.com/office/drawing/2014/main" id="{0385484C-2834-1337-D1F8-FEA8472B9DAF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0" name="pg3694">
                <a:extLst>
                  <a:ext uri="{FF2B5EF4-FFF2-40B4-BE49-F238E27FC236}">
                    <a16:creationId xmlns:a16="http://schemas.microsoft.com/office/drawing/2014/main" id="{E3A1D707-F34F-4CD3-ED9A-9C43518F16F4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1" name="pg3695">
                <a:extLst>
                  <a:ext uri="{FF2B5EF4-FFF2-40B4-BE49-F238E27FC236}">
                    <a16:creationId xmlns:a16="http://schemas.microsoft.com/office/drawing/2014/main" id="{D667024F-401E-82F4-2B1C-CC7DA23D423A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2" name="pg3696">
                <a:extLst>
                  <a:ext uri="{FF2B5EF4-FFF2-40B4-BE49-F238E27FC236}">
                    <a16:creationId xmlns:a16="http://schemas.microsoft.com/office/drawing/2014/main" id="{78CF4C8E-B5C7-EBE4-119F-B6CC09F39A20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3" name="pg3697">
                <a:extLst>
                  <a:ext uri="{FF2B5EF4-FFF2-40B4-BE49-F238E27FC236}">
                    <a16:creationId xmlns:a16="http://schemas.microsoft.com/office/drawing/2014/main" id="{602822FD-8F69-295F-C3AA-9421277A7824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4" name="pg3698">
                <a:extLst>
                  <a:ext uri="{FF2B5EF4-FFF2-40B4-BE49-F238E27FC236}">
                    <a16:creationId xmlns:a16="http://schemas.microsoft.com/office/drawing/2014/main" id="{7C4DE54A-5C3F-DF04-9A6B-7B925B7DC379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5" name="pg3699">
                <a:extLst>
                  <a:ext uri="{FF2B5EF4-FFF2-40B4-BE49-F238E27FC236}">
                    <a16:creationId xmlns:a16="http://schemas.microsoft.com/office/drawing/2014/main" id="{5A9A5E3E-7EEF-2375-8273-715E77F6794C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6" name="pg3700">
                <a:extLst>
                  <a:ext uri="{FF2B5EF4-FFF2-40B4-BE49-F238E27FC236}">
                    <a16:creationId xmlns:a16="http://schemas.microsoft.com/office/drawing/2014/main" id="{6A72D245-591B-1DF3-A16E-9231FBC88C4E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7" name="pg3701">
                <a:extLst>
                  <a:ext uri="{FF2B5EF4-FFF2-40B4-BE49-F238E27FC236}">
                    <a16:creationId xmlns:a16="http://schemas.microsoft.com/office/drawing/2014/main" id="{6A14D7DB-2D77-73AB-C4BB-FEF4EB9F2707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8" name="pg3702">
                <a:extLst>
                  <a:ext uri="{FF2B5EF4-FFF2-40B4-BE49-F238E27FC236}">
                    <a16:creationId xmlns:a16="http://schemas.microsoft.com/office/drawing/2014/main" id="{02E4136F-27FB-0E7C-35B6-105379943583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9" name="pg3703">
                <a:extLst>
                  <a:ext uri="{FF2B5EF4-FFF2-40B4-BE49-F238E27FC236}">
                    <a16:creationId xmlns:a16="http://schemas.microsoft.com/office/drawing/2014/main" id="{1403BDAC-609F-F791-453C-BF36EEA4CFB1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0" name="pg3704">
                <a:extLst>
                  <a:ext uri="{FF2B5EF4-FFF2-40B4-BE49-F238E27FC236}">
                    <a16:creationId xmlns:a16="http://schemas.microsoft.com/office/drawing/2014/main" id="{43F2C600-15A5-E282-A9EC-DCD984AD1BB5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1" name="pg3705">
                <a:extLst>
                  <a:ext uri="{FF2B5EF4-FFF2-40B4-BE49-F238E27FC236}">
                    <a16:creationId xmlns:a16="http://schemas.microsoft.com/office/drawing/2014/main" id="{6E22564C-49DB-82D9-0424-B48508F1375D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2" name="pg3706">
                <a:extLst>
                  <a:ext uri="{FF2B5EF4-FFF2-40B4-BE49-F238E27FC236}">
                    <a16:creationId xmlns:a16="http://schemas.microsoft.com/office/drawing/2014/main" id="{6C23CEB3-7319-506D-59AD-C132513BC1E4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3" name="pg3707">
                <a:extLst>
                  <a:ext uri="{FF2B5EF4-FFF2-40B4-BE49-F238E27FC236}">
                    <a16:creationId xmlns:a16="http://schemas.microsoft.com/office/drawing/2014/main" id="{E528F658-7CA0-EDB4-FD95-108857F6DC0A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4" name="pg3708">
                <a:extLst>
                  <a:ext uri="{FF2B5EF4-FFF2-40B4-BE49-F238E27FC236}">
                    <a16:creationId xmlns:a16="http://schemas.microsoft.com/office/drawing/2014/main" id="{694ADAEF-B84B-A0CB-A23D-0713AECD819B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5" name="pg3709">
                <a:extLst>
                  <a:ext uri="{FF2B5EF4-FFF2-40B4-BE49-F238E27FC236}">
                    <a16:creationId xmlns:a16="http://schemas.microsoft.com/office/drawing/2014/main" id="{AA132B81-AA64-C42F-E7F5-37310D071D30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6" name="pg3710">
                <a:extLst>
                  <a:ext uri="{FF2B5EF4-FFF2-40B4-BE49-F238E27FC236}">
                    <a16:creationId xmlns:a16="http://schemas.microsoft.com/office/drawing/2014/main" id="{618B553A-11E1-BB56-9590-063F62F15EA6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7" name="pg3711">
                <a:extLst>
                  <a:ext uri="{FF2B5EF4-FFF2-40B4-BE49-F238E27FC236}">
                    <a16:creationId xmlns:a16="http://schemas.microsoft.com/office/drawing/2014/main" id="{8D78EEC7-4EEE-EF1A-C914-8E8A2F3DF8EF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8" name="pg3712">
                <a:extLst>
                  <a:ext uri="{FF2B5EF4-FFF2-40B4-BE49-F238E27FC236}">
                    <a16:creationId xmlns:a16="http://schemas.microsoft.com/office/drawing/2014/main" id="{94811FDB-6F28-B9E5-D954-A0D448637A3B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9" name="pg3713">
                <a:extLst>
                  <a:ext uri="{FF2B5EF4-FFF2-40B4-BE49-F238E27FC236}">
                    <a16:creationId xmlns:a16="http://schemas.microsoft.com/office/drawing/2014/main" id="{1D78A182-6FAA-1FA1-B215-EE5B841FDE31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0" name="pg3714">
                <a:extLst>
                  <a:ext uri="{FF2B5EF4-FFF2-40B4-BE49-F238E27FC236}">
                    <a16:creationId xmlns:a16="http://schemas.microsoft.com/office/drawing/2014/main" id="{0F85FA3E-97F2-546A-7513-C23AA17B2D3A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1" name="pg3715">
                <a:extLst>
                  <a:ext uri="{FF2B5EF4-FFF2-40B4-BE49-F238E27FC236}">
                    <a16:creationId xmlns:a16="http://schemas.microsoft.com/office/drawing/2014/main" id="{E158DE1E-B869-2DA1-A18B-CAC53B6FA2A7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2" name="pg3716">
                <a:extLst>
                  <a:ext uri="{FF2B5EF4-FFF2-40B4-BE49-F238E27FC236}">
                    <a16:creationId xmlns:a16="http://schemas.microsoft.com/office/drawing/2014/main" id="{7E4F7AAA-E781-DF21-A7C2-BE5ADA9DDFFC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3" name="pg3717">
                <a:extLst>
                  <a:ext uri="{FF2B5EF4-FFF2-40B4-BE49-F238E27FC236}">
                    <a16:creationId xmlns:a16="http://schemas.microsoft.com/office/drawing/2014/main" id="{BFC6D0BC-16C9-FA97-78DF-7EF13851DB26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4" name="pg3718">
                <a:extLst>
                  <a:ext uri="{FF2B5EF4-FFF2-40B4-BE49-F238E27FC236}">
                    <a16:creationId xmlns:a16="http://schemas.microsoft.com/office/drawing/2014/main" id="{61B7CA00-6035-4DDA-22B5-FEB480122937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5" name="pg3719">
                <a:extLst>
                  <a:ext uri="{FF2B5EF4-FFF2-40B4-BE49-F238E27FC236}">
                    <a16:creationId xmlns:a16="http://schemas.microsoft.com/office/drawing/2014/main" id="{D014CD9B-97DC-FACB-ADC3-8DCED1AAD8D8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6" name="pg3720">
                <a:extLst>
                  <a:ext uri="{FF2B5EF4-FFF2-40B4-BE49-F238E27FC236}">
                    <a16:creationId xmlns:a16="http://schemas.microsoft.com/office/drawing/2014/main" id="{8E89370B-E499-6C74-8788-74089E4E4124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7" name="pg3721">
                <a:extLst>
                  <a:ext uri="{FF2B5EF4-FFF2-40B4-BE49-F238E27FC236}">
                    <a16:creationId xmlns:a16="http://schemas.microsoft.com/office/drawing/2014/main" id="{56884C94-CF53-7039-AA51-6DDD230031D0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8" name="pg3722">
                <a:extLst>
                  <a:ext uri="{FF2B5EF4-FFF2-40B4-BE49-F238E27FC236}">
                    <a16:creationId xmlns:a16="http://schemas.microsoft.com/office/drawing/2014/main" id="{0D9B791D-F33B-A353-E00C-220AAD08E339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9" name="pg3723">
                <a:extLst>
                  <a:ext uri="{FF2B5EF4-FFF2-40B4-BE49-F238E27FC236}">
                    <a16:creationId xmlns:a16="http://schemas.microsoft.com/office/drawing/2014/main" id="{37F667A0-1E88-37A1-8350-1046312CFC0F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0" name="pg3724">
                <a:extLst>
                  <a:ext uri="{FF2B5EF4-FFF2-40B4-BE49-F238E27FC236}">
                    <a16:creationId xmlns:a16="http://schemas.microsoft.com/office/drawing/2014/main" id="{A2299548-3AE5-93FB-F769-486C92BF49CA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1" name="pg3725">
                <a:extLst>
                  <a:ext uri="{FF2B5EF4-FFF2-40B4-BE49-F238E27FC236}">
                    <a16:creationId xmlns:a16="http://schemas.microsoft.com/office/drawing/2014/main" id="{F28ECB57-A061-E0D3-1D18-B2AD718319A4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2" name="pg3726">
                <a:extLst>
                  <a:ext uri="{FF2B5EF4-FFF2-40B4-BE49-F238E27FC236}">
                    <a16:creationId xmlns:a16="http://schemas.microsoft.com/office/drawing/2014/main" id="{10E5E6C3-275A-CF86-0994-1B3B344A0360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3" name="pg3727">
                <a:extLst>
                  <a:ext uri="{FF2B5EF4-FFF2-40B4-BE49-F238E27FC236}">
                    <a16:creationId xmlns:a16="http://schemas.microsoft.com/office/drawing/2014/main" id="{41063698-0D06-FD6E-3E61-B09AB274522D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4" name="pg3728">
                <a:extLst>
                  <a:ext uri="{FF2B5EF4-FFF2-40B4-BE49-F238E27FC236}">
                    <a16:creationId xmlns:a16="http://schemas.microsoft.com/office/drawing/2014/main" id="{DDBBF77A-9BE6-CC65-9397-364D7ED6A3FD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5" name="pg3729">
                <a:extLst>
                  <a:ext uri="{FF2B5EF4-FFF2-40B4-BE49-F238E27FC236}">
                    <a16:creationId xmlns:a16="http://schemas.microsoft.com/office/drawing/2014/main" id="{E7F420AB-2E3E-12B3-080F-FFAF853AD1B9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6" name="pg3730">
                <a:extLst>
                  <a:ext uri="{FF2B5EF4-FFF2-40B4-BE49-F238E27FC236}">
                    <a16:creationId xmlns:a16="http://schemas.microsoft.com/office/drawing/2014/main" id="{77696A2C-D780-FEE2-AD9D-9D12496FB544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7" name="pg3731">
                <a:extLst>
                  <a:ext uri="{FF2B5EF4-FFF2-40B4-BE49-F238E27FC236}">
                    <a16:creationId xmlns:a16="http://schemas.microsoft.com/office/drawing/2014/main" id="{21FD5719-C38E-4DEB-7B99-6E064D4EDDA0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8" name="pg3732">
                <a:extLst>
                  <a:ext uri="{FF2B5EF4-FFF2-40B4-BE49-F238E27FC236}">
                    <a16:creationId xmlns:a16="http://schemas.microsoft.com/office/drawing/2014/main" id="{AB6AB1B3-2185-199A-E186-174EEE77D5A9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9" name="pg3733">
                <a:extLst>
                  <a:ext uri="{FF2B5EF4-FFF2-40B4-BE49-F238E27FC236}">
                    <a16:creationId xmlns:a16="http://schemas.microsoft.com/office/drawing/2014/main" id="{21986470-F51E-936D-0AE7-82C38FA472EC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0" name="pg3734">
                <a:extLst>
                  <a:ext uri="{FF2B5EF4-FFF2-40B4-BE49-F238E27FC236}">
                    <a16:creationId xmlns:a16="http://schemas.microsoft.com/office/drawing/2014/main" id="{7C430711-BCF6-DCD5-12EF-D6FBBA3ED355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1" name="pg3735">
                <a:extLst>
                  <a:ext uri="{FF2B5EF4-FFF2-40B4-BE49-F238E27FC236}">
                    <a16:creationId xmlns:a16="http://schemas.microsoft.com/office/drawing/2014/main" id="{0BBF4857-B59B-39F1-3916-DA01C278FD5A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2" name="pg3736">
                <a:extLst>
                  <a:ext uri="{FF2B5EF4-FFF2-40B4-BE49-F238E27FC236}">
                    <a16:creationId xmlns:a16="http://schemas.microsoft.com/office/drawing/2014/main" id="{D1405137-9C1D-442C-C47A-41A048D45222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3" name="pg3737">
                <a:extLst>
                  <a:ext uri="{FF2B5EF4-FFF2-40B4-BE49-F238E27FC236}">
                    <a16:creationId xmlns:a16="http://schemas.microsoft.com/office/drawing/2014/main" id="{88D78847-A05E-9EE5-ACA0-D5313E25634A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4" name="pg3738">
                <a:extLst>
                  <a:ext uri="{FF2B5EF4-FFF2-40B4-BE49-F238E27FC236}">
                    <a16:creationId xmlns:a16="http://schemas.microsoft.com/office/drawing/2014/main" id="{FFA1DF8F-F9E6-07E7-8A52-8DC286099785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5" name="pg3739">
                <a:extLst>
                  <a:ext uri="{FF2B5EF4-FFF2-40B4-BE49-F238E27FC236}">
                    <a16:creationId xmlns:a16="http://schemas.microsoft.com/office/drawing/2014/main" id="{E5259AA9-305F-3CC1-2C8A-1E4BDBC08EEE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6" name="pg3740">
                <a:extLst>
                  <a:ext uri="{FF2B5EF4-FFF2-40B4-BE49-F238E27FC236}">
                    <a16:creationId xmlns:a16="http://schemas.microsoft.com/office/drawing/2014/main" id="{43BE17EC-B110-BFBF-C636-963C8CD35A38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7" name="pg3741">
                <a:extLst>
                  <a:ext uri="{FF2B5EF4-FFF2-40B4-BE49-F238E27FC236}">
                    <a16:creationId xmlns:a16="http://schemas.microsoft.com/office/drawing/2014/main" id="{95CE61C1-D479-C2E9-E63C-B03959F6D49E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8" name="pg3742">
                <a:extLst>
                  <a:ext uri="{FF2B5EF4-FFF2-40B4-BE49-F238E27FC236}">
                    <a16:creationId xmlns:a16="http://schemas.microsoft.com/office/drawing/2014/main" id="{B9EED432-D63D-6906-F526-763D57960C14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9" name="pg3743">
                <a:extLst>
                  <a:ext uri="{FF2B5EF4-FFF2-40B4-BE49-F238E27FC236}">
                    <a16:creationId xmlns:a16="http://schemas.microsoft.com/office/drawing/2014/main" id="{B161F0DC-EEC3-B216-6312-62825D7A6F1D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0" name="pg3744">
                <a:extLst>
                  <a:ext uri="{FF2B5EF4-FFF2-40B4-BE49-F238E27FC236}">
                    <a16:creationId xmlns:a16="http://schemas.microsoft.com/office/drawing/2014/main" id="{EACCBEAA-3ACE-40E5-5C27-9275E5B228A2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1" name="pg3745">
                <a:extLst>
                  <a:ext uri="{FF2B5EF4-FFF2-40B4-BE49-F238E27FC236}">
                    <a16:creationId xmlns:a16="http://schemas.microsoft.com/office/drawing/2014/main" id="{09507BE8-5703-48BD-7F7D-2B487209E3C5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2" name="pg3746">
                <a:extLst>
                  <a:ext uri="{FF2B5EF4-FFF2-40B4-BE49-F238E27FC236}">
                    <a16:creationId xmlns:a16="http://schemas.microsoft.com/office/drawing/2014/main" id="{EF58B510-6A6C-CF2B-A28E-961B65C3B18D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3" name="pg3747">
                <a:extLst>
                  <a:ext uri="{FF2B5EF4-FFF2-40B4-BE49-F238E27FC236}">
                    <a16:creationId xmlns:a16="http://schemas.microsoft.com/office/drawing/2014/main" id="{5FB54148-ADEF-8751-CC27-14F6EDD7E966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4" name="pg3748">
                <a:extLst>
                  <a:ext uri="{FF2B5EF4-FFF2-40B4-BE49-F238E27FC236}">
                    <a16:creationId xmlns:a16="http://schemas.microsoft.com/office/drawing/2014/main" id="{D750E842-6AFC-64D0-B35C-83C3D172F447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5" name="pg3749">
                <a:extLst>
                  <a:ext uri="{FF2B5EF4-FFF2-40B4-BE49-F238E27FC236}">
                    <a16:creationId xmlns:a16="http://schemas.microsoft.com/office/drawing/2014/main" id="{9AC72BF7-195E-4B7E-533C-83D6AC7B39F6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6" name="pg3750">
                <a:extLst>
                  <a:ext uri="{FF2B5EF4-FFF2-40B4-BE49-F238E27FC236}">
                    <a16:creationId xmlns:a16="http://schemas.microsoft.com/office/drawing/2014/main" id="{A2E6D49A-1FF3-D0F1-6D3D-58271AE1476C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7" name="pg3751">
                <a:extLst>
                  <a:ext uri="{FF2B5EF4-FFF2-40B4-BE49-F238E27FC236}">
                    <a16:creationId xmlns:a16="http://schemas.microsoft.com/office/drawing/2014/main" id="{17C22A04-E4B5-0831-9A3B-27542E8877A9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8" name="pg3752">
                <a:extLst>
                  <a:ext uri="{FF2B5EF4-FFF2-40B4-BE49-F238E27FC236}">
                    <a16:creationId xmlns:a16="http://schemas.microsoft.com/office/drawing/2014/main" id="{E855BAC3-33EE-32DC-E17D-DB9DEC9DDE24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9" name="pg3753">
                <a:extLst>
                  <a:ext uri="{FF2B5EF4-FFF2-40B4-BE49-F238E27FC236}">
                    <a16:creationId xmlns:a16="http://schemas.microsoft.com/office/drawing/2014/main" id="{F0D40AF1-D233-C623-74E8-183D04045D9D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0" name="pg3754">
                <a:extLst>
                  <a:ext uri="{FF2B5EF4-FFF2-40B4-BE49-F238E27FC236}">
                    <a16:creationId xmlns:a16="http://schemas.microsoft.com/office/drawing/2014/main" id="{92DE1A7C-D21C-D2D7-EAA4-F6D87CA14797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1" name="pg3755">
                <a:extLst>
                  <a:ext uri="{FF2B5EF4-FFF2-40B4-BE49-F238E27FC236}">
                    <a16:creationId xmlns:a16="http://schemas.microsoft.com/office/drawing/2014/main" id="{35E34339-54DF-AF87-5AC9-429389FDFE2B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2" name="pg3756">
                <a:extLst>
                  <a:ext uri="{FF2B5EF4-FFF2-40B4-BE49-F238E27FC236}">
                    <a16:creationId xmlns:a16="http://schemas.microsoft.com/office/drawing/2014/main" id="{24F76182-FA5D-D840-04EF-714B0CCA39EC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3" name="pg3757">
                <a:extLst>
                  <a:ext uri="{FF2B5EF4-FFF2-40B4-BE49-F238E27FC236}">
                    <a16:creationId xmlns:a16="http://schemas.microsoft.com/office/drawing/2014/main" id="{9A5C5606-7A7A-CB8B-CC0F-1197F78D06F9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4" name="pg3758">
                <a:extLst>
                  <a:ext uri="{FF2B5EF4-FFF2-40B4-BE49-F238E27FC236}">
                    <a16:creationId xmlns:a16="http://schemas.microsoft.com/office/drawing/2014/main" id="{DFBB6B03-8547-3EC2-6F90-179D21535FDC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5" name="pg3759">
                <a:extLst>
                  <a:ext uri="{FF2B5EF4-FFF2-40B4-BE49-F238E27FC236}">
                    <a16:creationId xmlns:a16="http://schemas.microsoft.com/office/drawing/2014/main" id="{16E5D9FB-1A4F-87B5-76ED-D7BE4BF07DC2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6" name="pg3760">
                <a:extLst>
                  <a:ext uri="{FF2B5EF4-FFF2-40B4-BE49-F238E27FC236}">
                    <a16:creationId xmlns:a16="http://schemas.microsoft.com/office/drawing/2014/main" id="{95D39AA8-A70B-5C28-AD02-73FC2B289732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7" name="pg3761">
                <a:extLst>
                  <a:ext uri="{FF2B5EF4-FFF2-40B4-BE49-F238E27FC236}">
                    <a16:creationId xmlns:a16="http://schemas.microsoft.com/office/drawing/2014/main" id="{CA1F3B79-C0FB-F6F8-29C4-E4DA012E6EEF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8" name="pg3762">
                <a:extLst>
                  <a:ext uri="{FF2B5EF4-FFF2-40B4-BE49-F238E27FC236}">
                    <a16:creationId xmlns:a16="http://schemas.microsoft.com/office/drawing/2014/main" id="{541033A0-FE4A-3711-E7F4-B3F7077C38D9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9" name="pg3763">
                <a:extLst>
                  <a:ext uri="{FF2B5EF4-FFF2-40B4-BE49-F238E27FC236}">
                    <a16:creationId xmlns:a16="http://schemas.microsoft.com/office/drawing/2014/main" id="{5A149D6F-870A-7B05-450D-A733DFF67378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0" name="pg3764">
                <a:extLst>
                  <a:ext uri="{FF2B5EF4-FFF2-40B4-BE49-F238E27FC236}">
                    <a16:creationId xmlns:a16="http://schemas.microsoft.com/office/drawing/2014/main" id="{E44E4B83-C6BF-F311-E7E8-A85CA680F5EC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1" name="pg3765">
                <a:extLst>
                  <a:ext uri="{FF2B5EF4-FFF2-40B4-BE49-F238E27FC236}">
                    <a16:creationId xmlns:a16="http://schemas.microsoft.com/office/drawing/2014/main" id="{42A4CD98-C74B-1FF1-4B43-B6DE19E2C907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2" name="pg3766">
                <a:extLst>
                  <a:ext uri="{FF2B5EF4-FFF2-40B4-BE49-F238E27FC236}">
                    <a16:creationId xmlns:a16="http://schemas.microsoft.com/office/drawing/2014/main" id="{8C64BD9F-A278-C1D4-2763-81E8AEE3EBBF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3" name="pg3767">
                <a:extLst>
                  <a:ext uri="{FF2B5EF4-FFF2-40B4-BE49-F238E27FC236}">
                    <a16:creationId xmlns:a16="http://schemas.microsoft.com/office/drawing/2014/main" id="{9C4339F1-98C9-29F1-9C6B-79D7719EC820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4" name="pg3768">
                <a:extLst>
                  <a:ext uri="{FF2B5EF4-FFF2-40B4-BE49-F238E27FC236}">
                    <a16:creationId xmlns:a16="http://schemas.microsoft.com/office/drawing/2014/main" id="{A3D28851-745C-0F55-F840-4000E55A5955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5" name="pg3769">
                <a:extLst>
                  <a:ext uri="{FF2B5EF4-FFF2-40B4-BE49-F238E27FC236}">
                    <a16:creationId xmlns:a16="http://schemas.microsoft.com/office/drawing/2014/main" id="{29794D3A-FBDC-2241-4E14-0BB4A7A43331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6" name="pg3770">
                <a:extLst>
                  <a:ext uri="{FF2B5EF4-FFF2-40B4-BE49-F238E27FC236}">
                    <a16:creationId xmlns:a16="http://schemas.microsoft.com/office/drawing/2014/main" id="{0B7295D9-E635-D276-3893-57EF3F21FD8E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7" name="pg3771">
                <a:extLst>
                  <a:ext uri="{FF2B5EF4-FFF2-40B4-BE49-F238E27FC236}">
                    <a16:creationId xmlns:a16="http://schemas.microsoft.com/office/drawing/2014/main" id="{46BC5B92-6CE1-A57D-18F0-6783528F4C82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8" name="pg3772">
                <a:extLst>
                  <a:ext uri="{FF2B5EF4-FFF2-40B4-BE49-F238E27FC236}">
                    <a16:creationId xmlns:a16="http://schemas.microsoft.com/office/drawing/2014/main" id="{A24D0E9F-E211-E5AF-35B6-1CEA4E9C4511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9" name="pg3773">
                <a:extLst>
                  <a:ext uri="{FF2B5EF4-FFF2-40B4-BE49-F238E27FC236}">
                    <a16:creationId xmlns:a16="http://schemas.microsoft.com/office/drawing/2014/main" id="{8B81DDDB-089B-6D74-573F-0F1FCE7D9DEC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0" name="pg3774">
                <a:extLst>
                  <a:ext uri="{FF2B5EF4-FFF2-40B4-BE49-F238E27FC236}">
                    <a16:creationId xmlns:a16="http://schemas.microsoft.com/office/drawing/2014/main" id="{841C14ED-22BB-14B5-A826-274E42045AEB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1" name="pg3775">
                <a:extLst>
                  <a:ext uri="{FF2B5EF4-FFF2-40B4-BE49-F238E27FC236}">
                    <a16:creationId xmlns:a16="http://schemas.microsoft.com/office/drawing/2014/main" id="{BE4F3765-C43D-BF12-802D-4BE6D4556D73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2" name="pg3776">
                <a:extLst>
                  <a:ext uri="{FF2B5EF4-FFF2-40B4-BE49-F238E27FC236}">
                    <a16:creationId xmlns:a16="http://schemas.microsoft.com/office/drawing/2014/main" id="{4043B0A0-4A2D-0963-5B37-0A7DD8DAE343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3" name="pg3777">
                <a:extLst>
                  <a:ext uri="{FF2B5EF4-FFF2-40B4-BE49-F238E27FC236}">
                    <a16:creationId xmlns:a16="http://schemas.microsoft.com/office/drawing/2014/main" id="{610A88CD-E309-2ACF-EB75-75430489A1DC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4" name="pg3778">
                <a:extLst>
                  <a:ext uri="{FF2B5EF4-FFF2-40B4-BE49-F238E27FC236}">
                    <a16:creationId xmlns:a16="http://schemas.microsoft.com/office/drawing/2014/main" id="{CD4E9134-8CCB-E951-22AB-029833921A4B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5" name="pg3779">
                <a:extLst>
                  <a:ext uri="{FF2B5EF4-FFF2-40B4-BE49-F238E27FC236}">
                    <a16:creationId xmlns:a16="http://schemas.microsoft.com/office/drawing/2014/main" id="{7B6F5EA0-19CE-14A8-620E-FCA34AD3C7CB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6" name="pg3780">
                <a:extLst>
                  <a:ext uri="{FF2B5EF4-FFF2-40B4-BE49-F238E27FC236}">
                    <a16:creationId xmlns:a16="http://schemas.microsoft.com/office/drawing/2014/main" id="{97AAF2D1-B9CA-E8CC-4B51-4AF28E66E52C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7" name="pg3781">
                <a:extLst>
                  <a:ext uri="{FF2B5EF4-FFF2-40B4-BE49-F238E27FC236}">
                    <a16:creationId xmlns:a16="http://schemas.microsoft.com/office/drawing/2014/main" id="{17C19069-2717-2177-68AF-096470626161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8" name="pg3782">
                <a:extLst>
                  <a:ext uri="{FF2B5EF4-FFF2-40B4-BE49-F238E27FC236}">
                    <a16:creationId xmlns:a16="http://schemas.microsoft.com/office/drawing/2014/main" id="{518CB699-0269-2945-D536-F73D85CB1FD1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9" name="pg3783">
                <a:extLst>
                  <a:ext uri="{FF2B5EF4-FFF2-40B4-BE49-F238E27FC236}">
                    <a16:creationId xmlns:a16="http://schemas.microsoft.com/office/drawing/2014/main" id="{02EF9559-D21C-AC9E-347C-D2D8D813E3FE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0" name="pg3784">
                <a:extLst>
                  <a:ext uri="{FF2B5EF4-FFF2-40B4-BE49-F238E27FC236}">
                    <a16:creationId xmlns:a16="http://schemas.microsoft.com/office/drawing/2014/main" id="{4FA99FA0-CA78-DD4E-C901-8446470432FC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1" name="pg3785">
                <a:extLst>
                  <a:ext uri="{FF2B5EF4-FFF2-40B4-BE49-F238E27FC236}">
                    <a16:creationId xmlns:a16="http://schemas.microsoft.com/office/drawing/2014/main" id="{B4F87DA4-0171-2CA0-BE34-FE7FC152B73B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2" name="pg3786">
                <a:extLst>
                  <a:ext uri="{FF2B5EF4-FFF2-40B4-BE49-F238E27FC236}">
                    <a16:creationId xmlns:a16="http://schemas.microsoft.com/office/drawing/2014/main" id="{668750A8-10CC-39A4-8C70-4FD249EB9EA3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3" name="pg3787">
                <a:extLst>
                  <a:ext uri="{FF2B5EF4-FFF2-40B4-BE49-F238E27FC236}">
                    <a16:creationId xmlns:a16="http://schemas.microsoft.com/office/drawing/2014/main" id="{08E22ED5-FE92-250D-382A-9EB5A46A5F60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4" name="pg3788">
                <a:extLst>
                  <a:ext uri="{FF2B5EF4-FFF2-40B4-BE49-F238E27FC236}">
                    <a16:creationId xmlns:a16="http://schemas.microsoft.com/office/drawing/2014/main" id="{7B95F843-14D7-1466-C761-E03563EAE546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5" name="pg3789">
                <a:extLst>
                  <a:ext uri="{FF2B5EF4-FFF2-40B4-BE49-F238E27FC236}">
                    <a16:creationId xmlns:a16="http://schemas.microsoft.com/office/drawing/2014/main" id="{E53A6616-D3BB-75B4-7DB6-69068F300CED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6" name="pg3790">
                <a:extLst>
                  <a:ext uri="{FF2B5EF4-FFF2-40B4-BE49-F238E27FC236}">
                    <a16:creationId xmlns:a16="http://schemas.microsoft.com/office/drawing/2014/main" id="{DEF62B7E-D5BA-4DE2-C172-BCFD26BA68F7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7" name="pg3791">
                <a:extLst>
                  <a:ext uri="{FF2B5EF4-FFF2-40B4-BE49-F238E27FC236}">
                    <a16:creationId xmlns:a16="http://schemas.microsoft.com/office/drawing/2014/main" id="{C50CFE42-705D-A52D-9BA6-483B6CE81DBE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8" name="pg3792">
                <a:extLst>
                  <a:ext uri="{FF2B5EF4-FFF2-40B4-BE49-F238E27FC236}">
                    <a16:creationId xmlns:a16="http://schemas.microsoft.com/office/drawing/2014/main" id="{C347693A-F0F2-F2D6-5D49-F3E674A60FD0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9" name="pg3793">
                <a:extLst>
                  <a:ext uri="{FF2B5EF4-FFF2-40B4-BE49-F238E27FC236}">
                    <a16:creationId xmlns:a16="http://schemas.microsoft.com/office/drawing/2014/main" id="{34B25238-7EF6-C426-AC68-DDD6157F1F15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0" name="pg3794">
                <a:extLst>
                  <a:ext uri="{FF2B5EF4-FFF2-40B4-BE49-F238E27FC236}">
                    <a16:creationId xmlns:a16="http://schemas.microsoft.com/office/drawing/2014/main" id="{86AFBA08-B0E4-0742-7B72-2CD0AF720BF7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1" name="pg3795">
                <a:extLst>
                  <a:ext uri="{FF2B5EF4-FFF2-40B4-BE49-F238E27FC236}">
                    <a16:creationId xmlns:a16="http://schemas.microsoft.com/office/drawing/2014/main" id="{BB169AF0-0941-98CC-E850-F4CB4EEA84AF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2" name="pg3796">
                <a:extLst>
                  <a:ext uri="{FF2B5EF4-FFF2-40B4-BE49-F238E27FC236}">
                    <a16:creationId xmlns:a16="http://schemas.microsoft.com/office/drawing/2014/main" id="{B762229D-5E1E-C987-F2C4-5D158B2557ED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3" name="pg3797">
                <a:extLst>
                  <a:ext uri="{FF2B5EF4-FFF2-40B4-BE49-F238E27FC236}">
                    <a16:creationId xmlns:a16="http://schemas.microsoft.com/office/drawing/2014/main" id="{08011ED7-5EED-1A3B-C6AF-FD6C4E2B8241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4" name="pg3798">
                <a:extLst>
                  <a:ext uri="{FF2B5EF4-FFF2-40B4-BE49-F238E27FC236}">
                    <a16:creationId xmlns:a16="http://schemas.microsoft.com/office/drawing/2014/main" id="{C167FEE8-947E-3EF2-8134-AFD9C0117C7B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5" name="pg3799">
                <a:extLst>
                  <a:ext uri="{FF2B5EF4-FFF2-40B4-BE49-F238E27FC236}">
                    <a16:creationId xmlns:a16="http://schemas.microsoft.com/office/drawing/2014/main" id="{3EF64A5B-C766-F700-CD0A-CC52E14F5793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6" name="pg3800">
                <a:extLst>
                  <a:ext uri="{FF2B5EF4-FFF2-40B4-BE49-F238E27FC236}">
                    <a16:creationId xmlns:a16="http://schemas.microsoft.com/office/drawing/2014/main" id="{E9B12BE1-D2A2-83F9-2EB7-E0740ACCE109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7" name="pg3801">
                <a:extLst>
                  <a:ext uri="{FF2B5EF4-FFF2-40B4-BE49-F238E27FC236}">
                    <a16:creationId xmlns:a16="http://schemas.microsoft.com/office/drawing/2014/main" id="{E481D844-189E-0B44-EE78-5C7B1CAC21B6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8" name="pg3802">
                <a:extLst>
                  <a:ext uri="{FF2B5EF4-FFF2-40B4-BE49-F238E27FC236}">
                    <a16:creationId xmlns:a16="http://schemas.microsoft.com/office/drawing/2014/main" id="{A468DC4E-FBD3-A60D-48E4-E4384B413A06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9" name="pg3803">
                <a:extLst>
                  <a:ext uri="{FF2B5EF4-FFF2-40B4-BE49-F238E27FC236}">
                    <a16:creationId xmlns:a16="http://schemas.microsoft.com/office/drawing/2014/main" id="{73500B01-4A0E-9D21-0490-B69548EC0E50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0" name="pg3804">
                <a:extLst>
                  <a:ext uri="{FF2B5EF4-FFF2-40B4-BE49-F238E27FC236}">
                    <a16:creationId xmlns:a16="http://schemas.microsoft.com/office/drawing/2014/main" id="{116D4416-77E2-787D-D952-2B5D02F55A7C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1" name="pg3805">
                <a:extLst>
                  <a:ext uri="{FF2B5EF4-FFF2-40B4-BE49-F238E27FC236}">
                    <a16:creationId xmlns:a16="http://schemas.microsoft.com/office/drawing/2014/main" id="{2789118C-9611-AF29-0D38-4A2CD3944890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2" name="pg3806">
                <a:extLst>
                  <a:ext uri="{FF2B5EF4-FFF2-40B4-BE49-F238E27FC236}">
                    <a16:creationId xmlns:a16="http://schemas.microsoft.com/office/drawing/2014/main" id="{9426E1D9-B728-95AB-CD5F-32AFA1CDD0E3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3" name="pg3807">
                <a:extLst>
                  <a:ext uri="{FF2B5EF4-FFF2-40B4-BE49-F238E27FC236}">
                    <a16:creationId xmlns:a16="http://schemas.microsoft.com/office/drawing/2014/main" id="{786B4DA8-CF9C-5BC8-75D6-0BF3A61815BC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4" name="pg3808">
                <a:extLst>
                  <a:ext uri="{FF2B5EF4-FFF2-40B4-BE49-F238E27FC236}">
                    <a16:creationId xmlns:a16="http://schemas.microsoft.com/office/drawing/2014/main" id="{62BB0C61-A908-D6EA-708C-75AC0BE803EE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5" name="pg3809">
                <a:extLst>
                  <a:ext uri="{FF2B5EF4-FFF2-40B4-BE49-F238E27FC236}">
                    <a16:creationId xmlns:a16="http://schemas.microsoft.com/office/drawing/2014/main" id="{F40BD93C-E55C-FEFF-5112-564F042B59CE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6" name="pg3810">
                <a:extLst>
                  <a:ext uri="{FF2B5EF4-FFF2-40B4-BE49-F238E27FC236}">
                    <a16:creationId xmlns:a16="http://schemas.microsoft.com/office/drawing/2014/main" id="{023EE9A1-8BA1-62E8-FF25-86270F41C9B8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7" name="pg3811">
                <a:extLst>
                  <a:ext uri="{FF2B5EF4-FFF2-40B4-BE49-F238E27FC236}">
                    <a16:creationId xmlns:a16="http://schemas.microsoft.com/office/drawing/2014/main" id="{F7664553-B0E9-2CE1-F43C-711C9AB13DB8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8" name="pg3812">
                <a:extLst>
                  <a:ext uri="{FF2B5EF4-FFF2-40B4-BE49-F238E27FC236}">
                    <a16:creationId xmlns:a16="http://schemas.microsoft.com/office/drawing/2014/main" id="{A3CD1690-FE89-D17E-4A4B-AFF8742ED9C6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9" name="pg3813">
                <a:extLst>
                  <a:ext uri="{FF2B5EF4-FFF2-40B4-BE49-F238E27FC236}">
                    <a16:creationId xmlns:a16="http://schemas.microsoft.com/office/drawing/2014/main" id="{6736DCEE-F772-24BC-6D63-BA21F91E6BBD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0" name="pg3814">
                <a:extLst>
                  <a:ext uri="{FF2B5EF4-FFF2-40B4-BE49-F238E27FC236}">
                    <a16:creationId xmlns:a16="http://schemas.microsoft.com/office/drawing/2014/main" id="{672F76BA-41C3-321C-CC84-5CB2EBDCAD1B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1" name="pg3815">
                <a:extLst>
                  <a:ext uri="{FF2B5EF4-FFF2-40B4-BE49-F238E27FC236}">
                    <a16:creationId xmlns:a16="http://schemas.microsoft.com/office/drawing/2014/main" id="{6F63D7DB-FA31-2709-1D54-6A0E66E0E7C2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2" name="pg3816">
                <a:extLst>
                  <a:ext uri="{FF2B5EF4-FFF2-40B4-BE49-F238E27FC236}">
                    <a16:creationId xmlns:a16="http://schemas.microsoft.com/office/drawing/2014/main" id="{F1BBBDE0-DD24-024D-09A2-6E46C016225C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3" name="pg3817">
                <a:extLst>
                  <a:ext uri="{FF2B5EF4-FFF2-40B4-BE49-F238E27FC236}">
                    <a16:creationId xmlns:a16="http://schemas.microsoft.com/office/drawing/2014/main" id="{ACB4EEAA-F72E-3092-34F8-F55041CD3A84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4" name="pg3818">
                <a:extLst>
                  <a:ext uri="{FF2B5EF4-FFF2-40B4-BE49-F238E27FC236}">
                    <a16:creationId xmlns:a16="http://schemas.microsoft.com/office/drawing/2014/main" id="{6016A762-FAD6-53D4-FD22-F94556DD756E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5" name="pg3819">
                <a:extLst>
                  <a:ext uri="{FF2B5EF4-FFF2-40B4-BE49-F238E27FC236}">
                    <a16:creationId xmlns:a16="http://schemas.microsoft.com/office/drawing/2014/main" id="{CC085D1F-6948-D69F-2A1D-8DD71DFDB710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6" name="pg3820">
                <a:extLst>
                  <a:ext uri="{FF2B5EF4-FFF2-40B4-BE49-F238E27FC236}">
                    <a16:creationId xmlns:a16="http://schemas.microsoft.com/office/drawing/2014/main" id="{50DC1280-3D8A-5EC0-1743-DE2B6475AC8C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7" name="pg3821">
                <a:extLst>
                  <a:ext uri="{FF2B5EF4-FFF2-40B4-BE49-F238E27FC236}">
                    <a16:creationId xmlns:a16="http://schemas.microsoft.com/office/drawing/2014/main" id="{881BED28-5D76-2273-7737-2AAEEBA4738D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8" name="pg3822">
                <a:extLst>
                  <a:ext uri="{FF2B5EF4-FFF2-40B4-BE49-F238E27FC236}">
                    <a16:creationId xmlns:a16="http://schemas.microsoft.com/office/drawing/2014/main" id="{D6DC879C-53AE-E9FD-10C5-275C614EF7B3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9" name="pg3823">
                <a:extLst>
                  <a:ext uri="{FF2B5EF4-FFF2-40B4-BE49-F238E27FC236}">
                    <a16:creationId xmlns:a16="http://schemas.microsoft.com/office/drawing/2014/main" id="{255AB467-86EE-84DF-AD90-AECF41E360FD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0" name="pg3824">
                <a:extLst>
                  <a:ext uri="{FF2B5EF4-FFF2-40B4-BE49-F238E27FC236}">
                    <a16:creationId xmlns:a16="http://schemas.microsoft.com/office/drawing/2014/main" id="{F6BD0DE6-344D-9CA1-5F1B-90D1350A35E9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1" name="pg3825">
                <a:extLst>
                  <a:ext uri="{FF2B5EF4-FFF2-40B4-BE49-F238E27FC236}">
                    <a16:creationId xmlns:a16="http://schemas.microsoft.com/office/drawing/2014/main" id="{BC691AD2-F057-FE0D-6D60-C9FF1FA4BDD6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2" name="pg3826">
                <a:extLst>
                  <a:ext uri="{FF2B5EF4-FFF2-40B4-BE49-F238E27FC236}">
                    <a16:creationId xmlns:a16="http://schemas.microsoft.com/office/drawing/2014/main" id="{AC36827E-8D97-0973-90DB-14BADF5A3B85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3" name="pg3827">
                <a:extLst>
                  <a:ext uri="{FF2B5EF4-FFF2-40B4-BE49-F238E27FC236}">
                    <a16:creationId xmlns:a16="http://schemas.microsoft.com/office/drawing/2014/main" id="{B4406096-0850-8E7C-50D7-706EDF21843F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4" name="pg3828">
                <a:extLst>
                  <a:ext uri="{FF2B5EF4-FFF2-40B4-BE49-F238E27FC236}">
                    <a16:creationId xmlns:a16="http://schemas.microsoft.com/office/drawing/2014/main" id="{34C2AABA-F8D1-01C0-7FC0-17469725F186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5" name="pg3829">
                <a:extLst>
                  <a:ext uri="{FF2B5EF4-FFF2-40B4-BE49-F238E27FC236}">
                    <a16:creationId xmlns:a16="http://schemas.microsoft.com/office/drawing/2014/main" id="{8AC6D112-AD5C-2698-9254-08959387B490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6" name="pg3830">
                <a:extLst>
                  <a:ext uri="{FF2B5EF4-FFF2-40B4-BE49-F238E27FC236}">
                    <a16:creationId xmlns:a16="http://schemas.microsoft.com/office/drawing/2014/main" id="{BAC439FA-FA91-0D6B-6A3B-D40172BECA06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7" name="pg3831">
                <a:extLst>
                  <a:ext uri="{FF2B5EF4-FFF2-40B4-BE49-F238E27FC236}">
                    <a16:creationId xmlns:a16="http://schemas.microsoft.com/office/drawing/2014/main" id="{339D8FE4-1B61-6BF6-992E-19BEB569B00F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8" name="pg3832">
                <a:extLst>
                  <a:ext uri="{FF2B5EF4-FFF2-40B4-BE49-F238E27FC236}">
                    <a16:creationId xmlns:a16="http://schemas.microsoft.com/office/drawing/2014/main" id="{7CB347DA-C5D0-7C92-93AE-A65EFBF52F7E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9" name="pg3833">
                <a:extLst>
                  <a:ext uri="{FF2B5EF4-FFF2-40B4-BE49-F238E27FC236}">
                    <a16:creationId xmlns:a16="http://schemas.microsoft.com/office/drawing/2014/main" id="{AD70BB53-822C-AB9F-A91F-A4AFCE4D3716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0" name="pg3834">
                <a:extLst>
                  <a:ext uri="{FF2B5EF4-FFF2-40B4-BE49-F238E27FC236}">
                    <a16:creationId xmlns:a16="http://schemas.microsoft.com/office/drawing/2014/main" id="{04C1576A-587B-020B-E00D-04A556B93828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1" name="pg3835">
                <a:extLst>
                  <a:ext uri="{FF2B5EF4-FFF2-40B4-BE49-F238E27FC236}">
                    <a16:creationId xmlns:a16="http://schemas.microsoft.com/office/drawing/2014/main" id="{4AE2EC82-5B45-0E29-6B40-E3C6F8DC2893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2" name="pg3836">
                <a:extLst>
                  <a:ext uri="{FF2B5EF4-FFF2-40B4-BE49-F238E27FC236}">
                    <a16:creationId xmlns:a16="http://schemas.microsoft.com/office/drawing/2014/main" id="{C58FBFAC-66B5-36FF-FAF5-73D914C2D3CF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3" name="pg3837">
                <a:extLst>
                  <a:ext uri="{FF2B5EF4-FFF2-40B4-BE49-F238E27FC236}">
                    <a16:creationId xmlns:a16="http://schemas.microsoft.com/office/drawing/2014/main" id="{67B9F901-8F4B-1189-0ED9-AC8BCFBC16AE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4" name="pg3838">
                <a:extLst>
                  <a:ext uri="{FF2B5EF4-FFF2-40B4-BE49-F238E27FC236}">
                    <a16:creationId xmlns:a16="http://schemas.microsoft.com/office/drawing/2014/main" id="{94416E81-825B-2739-F62D-BFF3993A9663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5" name="pg3839">
                <a:extLst>
                  <a:ext uri="{FF2B5EF4-FFF2-40B4-BE49-F238E27FC236}">
                    <a16:creationId xmlns:a16="http://schemas.microsoft.com/office/drawing/2014/main" id="{4B5D5B0A-3D9C-D24E-34AB-E316286DC245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6" name="pg3840">
                <a:extLst>
                  <a:ext uri="{FF2B5EF4-FFF2-40B4-BE49-F238E27FC236}">
                    <a16:creationId xmlns:a16="http://schemas.microsoft.com/office/drawing/2014/main" id="{0CABA4C6-6245-FFA6-BBC8-B7C5B44081CD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7" name="pg3841">
                <a:extLst>
                  <a:ext uri="{FF2B5EF4-FFF2-40B4-BE49-F238E27FC236}">
                    <a16:creationId xmlns:a16="http://schemas.microsoft.com/office/drawing/2014/main" id="{F2C4409F-B9E6-FBEE-2C89-01CFEBC828B0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8" name="pg3842">
                <a:extLst>
                  <a:ext uri="{FF2B5EF4-FFF2-40B4-BE49-F238E27FC236}">
                    <a16:creationId xmlns:a16="http://schemas.microsoft.com/office/drawing/2014/main" id="{B0667D6C-AA8C-C6F6-EAF2-58536BE450CD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9" name="pg3843">
                <a:extLst>
                  <a:ext uri="{FF2B5EF4-FFF2-40B4-BE49-F238E27FC236}">
                    <a16:creationId xmlns:a16="http://schemas.microsoft.com/office/drawing/2014/main" id="{C1A818FB-2D25-A017-ECAB-9C24FF82AC0D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0" name="pg3844">
                <a:extLst>
                  <a:ext uri="{FF2B5EF4-FFF2-40B4-BE49-F238E27FC236}">
                    <a16:creationId xmlns:a16="http://schemas.microsoft.com/office/drawing/2014/main" id="{4DD57D70-C755-CED3-79EB-7F114E761151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1" name="pg3845">
                <a:extLst>
                  <a:ext uri="{FF2B5EF4-FFF2-40B4-BE49-F238E27FC236}">
                    <a16:creationId xmlns:a16="http://schemas.microsoft.com/office/drawing/2014/main" id="{E559110E-A7E1-835B-53BB-0573F43DB1B7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2" name="pg3846">
                <a:extLst>
                  <a:ext uri="{FF2B5EF4-FFF2-40B4-BE49-F238E27FC236}">
                    <a16:creationId xmlns:a16="http://schemas.microsoft.com/office/drawing/2014/main" id="{52C0A214-461D-73F7-C0C8-B8B7DF2ADA51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3" name="pg3847">
                <a:extLst>
                  <a:ext uri="{FF2B5EF4-FFF2-40B4-BE49-F238E27FC236}">
                    <a16:creationId xmlns:a16="http://schemas.microsoft.com/office/drawing/2014/main" id="{D1226055-2612-F6BD-41A3-0CE90755956D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4" name="pg3848">
                <a:extLst>
                  <a:ext uri="{FF2B5EF4-FFF2-40B4-BE49-F238E27FC236}">
                    <a16:creationId xmlns:a16="http://schemas.microsoft.com/office/drawing/2014/main" id="{3EDE1F63-8FF5-A4A0-E194-F0665FE1C9B9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5" name="pg3849">
                <a:extLst>
                  <a:ext uri="{FF2B5EF4-FFF2-40B4-BE49-F238E27FC236}">
                    <a16:creationId xmlns:a16="http://schemas.microsoft.com/office/drawing/2014/main" id="{8B011126-8234-F6B5-5642-20ED35A540CE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6" name="pg3850">
                <a:extLst>
                  <a:ext uri="{FF2B5EF4-FFF2-40B4-BE49-F238E27FC236}">
                    <a16:creationId xmlns:a16="http://schemas.microsoft.com/office/drawing/2014/main" id="{02DECDA2-3835-9DFE-0861-16EB93482E9E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7" name="pg3851">
                <a:extLst>
                  <a:ext uri="{FF2B5EF4-FFF2-40B4-BE49-F238E27FC236}">
                    <a16:creationId xmlns:a16="http://schemas.microsoft.com/office/drawing/2014/main" id="{7B8CCE5F-641B-8ECB-E98C-3F08C85EB8B7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8" name="pg3852">
                <a:extLst>
                  <a:ext uri="{FF2B5EF4-FFF2-40B4-BE49-F238E27FC236}">
                    <a16:creationId xmlns:a16="http://schemas.microsoft.com/office/drawing/2014/main" id="{B9327849-C075-07D3-D077-036173B1DDD0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9" name="pg3853">
                <a:extLst>
                  <a:ext uri="{FF2B5EF4-FFF2-40B4-BE49-F238E27FC236}">
                    <a16:creationId xmlns:a16="http://schemas.microsoft.com/office/drawing/2014/main" id="{A415A31B-2F0F-2C2B-D33A-90028D7B0AD4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0" name="pg3854">
                <a:extLst>
                  <a:ext uri="{FF2B5EF4-FFF2-40B4-BE49-F238E27FC236}">
                    <a16:creationId xmlns:a16="http://schemas.microsoft.com/office/drawing/2014/main" id="{1F54D269-A1A7-6E2B-CC03-F3ACAE027DBB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1" name="pg3855">
                <a:extLst>
                  <a:ext uri="{FF2B5EF4-FFF2-40B4-BE49-F238E27FC236}">
                    <a16:creationId xmlns:a16="http://schemas.microsoft.com/office/drawing/2014/main" id="{E8F4CACA-4DA3-BA44-5E68-9C4A9BB0CF53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2" name="pg3856">
                <a:extLst>
                  <a:ext uri="{FF2B5EF4-FFF2-40B4-BE49-F238E27FC236}">
                    <a16:creationId xmlns:a16="http://schemas.microsoft.com/office/drawing/2014/main" id="{88CBBC52-73DB-C42B-D6CD-02B6BEF08709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3" name="pg3857">
                <a:extLst>
                  <a:ext uri="{FF2B5EF4-FFF2-40B4-BE49-F238E27FC236}">
                    <a16:creationId xmlns:a16="http://schemas.microsoft.com/office/drawing/2014/main" id="{2ADA5372-2CD0-6EE9-AB4F-96656900F93E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4" name="pg3858">
                <a:extLst>
                  <a:ext uri="{FF2B5EF4-FFF2-40B4-BE49-F238E27FC236}">
                    <a16:creationId xmlns:a16="http://schemas.microsoft.com/office/drawing/2014/main" id="{460F4C95-0300-2D29-4C1F-A95A369CA3A5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5" name="pg3859">
                <a:extLst>
                  <a:ext uri="{FF2B5EF4-FFF2-40B4-BE49-F238E27FC236}">
                    <a16:creationId xmlns:a16="http://schemas.microsoft.com/office/drawing/2014/main" id="{40EADE2E-32B9-9D92-ADD2-04AFD4A2960A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6" name="pg3860">
                <a:extLst>
                  <a:ext uri="{FF2B5EF4-FFF2-40B4-BE49-F238E27FC236}">
                    <a16:creationId xmlns:a16="http://schemas.microsoft.com/office/drawing/2014/main" id="{0C73D881-B4EA-306E-BD22-49BB43B179E7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7" name="pg3861">
                <a:extLst>
                  <a:ext uri="{FF2B5EF4-FFF2-40B4-BE49-F238E27FC236}">
                    <a16:creationId xmlns:a16="http://schemas.microsoft.com/office/drawing/2014/main" id="{9578CF80-CFF3-3DD1-A1AB-167E6F1F9EC6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8" name="pg3862">
                <a:extLst>
                  <a:ext uri="{FF2B5EF4-FFF2-40B4-BE49-F238E27FC236}">
                    <a16:creationId xmlns:a16="http://schemas.microsoft.com/office/drawing/2014/main" id="{5066A3E2-88C5-1F5A-4D36-BD46694CC721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9" name="pg3863">
                <a:extLst>
                  <a:ext uri="{FF2B5EF4-FFF2-40B4-BE49-F238E27FC236}">
                    <a16:creationId xmlns:a16="http://schemas.microsoft.com/office/drawing/2014/main" id="{FE27170E-BAEC-9E1B-2D6C-F12954B3544F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0" name="pg3864">
                <a:extLst>
                  <a:ext uri="{FF2B5EF4-FFF2-40B4-BE49-F238E27FC236}">
                    <a16:creationId xmlns:a16="http://schemas.microsoft.com/office/drawing/2014/main" id="{C6105896-8B77-18AE-A671-905711BEBC5C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1" name="pg3865">
                <a:extLst>
                  <a:ext uri="{FF2B5EF4-FFF2-40B4-BE49-F238E27FC236}">
                    <a16:creationId xmlns:a16="http://schemas.microsoft.com/office/drawing/2014/main" id="{CE21E82F-F21B-197A-9D87-3D60D0868C3A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2" name="pg3866">
                <a:extLst>
                  <a:ext uri="{FF2B5EF4-FFF2-40B4-BE49-F238E27FC236}">
                    <a16:creationId xmlns:a16="http://schemas.microsoft.com/office/drawing/2014/main" id="{1D6497A8-076E-87EB-A796-D45BE102E13C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3" name="pg3867">
                <a:extLst>
                  <a:ext uri="{FF2B5EF4-FFF2-40B4-BE49-F238E27FC236}">
                    <a16:creationId xmlns:a16="http://schemas.microsoft.com/office/drawing/2014/main" id="{06085F28-4AF2-02D8-9F29-2F7668099D98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4" name="pg3868">
                <a:extLst>
                  <a:ext uri="{FF2B5EF4-FFF2-40B4-BE49-F238E27FC236}">
                    <a16:creationId xmlns:a16="http://schemas.microsoft.com/office/drawing/2014/main" id="{3C7F3F50-4C1C-7A32-4B90-04DEB57C97B8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5" name="pg3869">
                <a:extLst>
                  <a:ext uri="{FF2B5EF4-FFF2-40B4-BE49-F238E27FC236}">
                    <a16:creationId xmlns:a16="http://schemas.microsoft.com/office/drawing/2014/main" id="{C4E1F9D8-19F6-611F-5664-E4E9AB1C211E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6" name="pg3870">
                <a:extLst>
                  <a:ext uri="{FF2B5EF4-FFF2-40B4-BE49-F238E27FC236}">
                    <a16:creationId xmlns:a16="http://schemas.microsoft.com/office/drawing/2014/main" id="{8520006F-0331-FEC4-95C8-E552A8A6B46B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7" name="pg3871">
                <a:extLst>
                  <a:ext uri="{FF2B5EF4-FFF2-40B4-BE49-F238E27FC236}">
                    <a16:creationId xmlns:a16="http://schemas.microsoft.com/office/drawing/2014/main" id="{5A658D77-3AF4-4C25-4CC5-5778786AF650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8" name="pg3872">
                <a:extLst>
                  <a:ext uri="{FF2B5EF4-FFF2-40B4-BE49-F238E27FC236}">
                    <a16:creationId xmlns:a16="http://schemas.microsoft.com/office/drawing/2014/main" id="{42DDA729-2AAB-8BCD-5047-ED303FD972A8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9" name="pg3873">
                <a:extLst>
                  <a:ext uri="{FF2B5EF4-FFF2-40B4-BE49-F238E27FC236}">
                    <a16:creationId xmlns:a16="http://schemas.microsoft.com/office/drawing/2014/main" id="{3E398829-DD5D-6729-4A3E-8FA5C3AC4717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0" name="pg3874">
                <a:extLst>
                  <a:ext uri="{FF2B5EF4-FFF2-40B4-BE49-F238E27FC236}">
                    <a16:creationId xmlns:a16="http://schemas.microsoft.com/office/drawing/2014/main" id="{F2F40984-F798-CC43-D433-6597DE8BE139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1" name="pg3875">
                <a:extLst>
                  <a:ext uri="{FF2B5EF4-FFF2-40B4-BE49-F238E27FC236}">
                    <a16:creationId xmlns:a16="http://schemas.microsoft.com/office/drawing/2014/main" id="{2CFDE922-2A7D-8ADF-D05E-7E7246A35979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2" name="pg3876">
                <a:extLst>
                  <a:ext uri="{FF2B5EF4-FFF2-40B4-BE49-F238E27FC236}">
                    <a16:creationId xmlns:a16="http://schemas.microsoft.com/office/drawing/2014/main" id="{A981827E-6B43-524F-1CE9-06C570D7D166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3" name="pg3877">
                <a:extLst>
                  <a:ext uri="{FF2B5EF4-FFF2-40B4-BE49-F238E27FC236}">
                    <a16:creationId xmlns:a16="http://schemas.microsoft.com/office/drawing/2014/main" id="{19FE3BEA-1B23-E76A-9C57-3D4DDFDA6DE7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4" name="pg3878">
                <a:extLst>
                  <a:ext uri="{FF2B5EF4-FFF2-40B4-BE49-F238E27FC236}">
                    <a16:creationId xmlns:a16="http://schemas.microsoft.com/office/drawing/2014/main" id="{FD6DDA31-25A2-49B2-3ECB-82C5F407BFDE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5" name="pg3879">
                <a:extLst>
                  <a:ext uri="{FF2B5EF4-FFF2-40B4-BE49-F238E27FC236}">
                    <a16:creationId xmlns:a16="http://schemas.microsoft.com/office/drawing/2014/main" id="{468D3A82-ED9E-6173-2838-E313B483ABA6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6" name="pg3880">
                <a:extLst>
                  <a:ext uri="{FF2B5EF4-FFF2-40B4-BE49-F238E27FC236}">
                    <a16:creationId xmlns:a16="http://schemas.microsoft.com/office/drawing/2014/main" id="{4134DF01-C3FA-0CD9-6210-69C7963FB7AB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7" name="pg3881">
                <a:extLst>
                  <a:ext uri="{FF2B5EF4-FFF2-40B4-BE49-F238E27FC236}">
                    <a16:creationId xmlns:a16="http://schemas.microsoft.com/office/drawing/2014/main" id="{48A35F3E-F554-8B93-41BD-83EC1BA80B88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8" name="pg3882">
                <a:extLst>
                  <a:ext uri="{FF2B5EF4-FFF2-40B4-BE49-F238E27FC236}">
                    <a16:creationId xmlns:a16="http://schemas.microsoft.com/office/drawing/2014/main" id="{6BCB0406-302A-19C6-902C-6B97348595C4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9" name="pg3883">
                <a:extLst>
                  <a:ext uri="{FF2B5EF4-FFF2-40B4-BE49-F238E27FC236}">
                    <a16:creationId xmlns:a16="http://schemas.microsoft.com/office/drawing/2014/main" id="{ED8949CB-096C-9225-CDF9-EBF0ED224E53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0" name="pg3884">
                <a:extLst>
                  <a:ext uri="{FF2B5EF4-FFF2-40B4-BE49-F238E27FC236}">
                    <a16:creationId xmlns:a16="http://schemas.microsoft.com/office/drawing/2014/main" id="{E6EBB0FE-9A0C-5E84-1305-68F999DBBAAB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1" name="pg3885">
                <a:extLst>
                  <a:ext uri="{FF2B5EF4-FFF2-40B4-BE49-F238E27FC236}">
                    <a16:creationId xmlns:a16="http://schemas.microsoft.com/office/drawing/2014/main" id="{48B76931-ECEE-DB04-F7AC-E2A56CB4BFCC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2" name="pg3886">
                <a:extLst>
                  <a:ext uri="{FF2B5EF4-FFF2-40B4-BE49-F238E27FC236}">
                    <a16:creationId xmlns:a16="http://schemas.microsoft.com/office/drawing/2014/main" id="{FC928689-1E8B-F6BE-4AF4-109C5BA85CD2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3" name="pg3887">
                <a:extLst>
                  <a:ext uri="{FF2B5EF4-FFF2-40B4-BE49-F238E27FC236}">
                    <a16:creationId xmlns:a16="http://schemas.microsoft.com/office/drawing/2014/main" id="{669EB916-CD27-58E8-F796-3F4EC0ABBB00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4" name="pg3888">
                <a:extLst>
                  <a:ext uri="{FF2B5EF4-FFF2-40B4-BE49-F238E27FC236}">
                    <a16:creationId xmlns:a16="http://schemas.microsoft.com/office/drawing/2014/main" id="{242C476E-537A-C63A-8311-B4AB534D3979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5" name="pg3889">
                <a:extLst>
                  <a:ext uri="{FF2B5EF4-FFF2-40B4-BE49-F238E27FC236}">
                    <a16:creationId xmlns:a16="http://schemas.microsoft.com/office/drawing/2014/main" id="{0369BC37-2997-A71B-3CE5-76CF1BAE4E02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6" name="pg3890">
                <a:extLst>
                  <a:ext uri="{FF2B5EF4-FFF2-40B4-BE49-F238E27FC236}">
                    <a16:creationId xmlns:a16="http://schemas.microsoft.com/office/drawing/2014/main" id="{D96AE4F3-ED2E-683C-CDC3-E74AFA29931C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7" name="pg3891">
                <a:extLst>
                  <a:ext uri="{FF2B5EF4-FFF2-40B4-BE49-F238E27FC236}">
                    <a16:creationId xmlns:a16="http://schemas.microsoft.com/office/drawing/2014/main" id="{9344AE68-06F8-5143-CE15-D9472577B837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8" name="pg3892">
                <a:extLst>
                  <a:ext uri="{FF2B5EF4-FFF2-40B4-BE49-F238E27FC236}">
                    <a16:creationId xmlns:a16="http://schemas.microsoft.com/office/drawing/2014/main" id="{82D4BDBA-5842-5E33-F377-95E639192969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9" name="pg3893">
                <a:extLst>
                  <a:ext uri="{FF2B5EF4-FFF2-40B4-BE49-F238E27FC236}">
                    <a16:creationId xmlns:a16="http://schemas.microsoft.com/office/drawing/2014/main" id="{04EA6B42-C551-A620-466F-B9D3375A82C5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0" name="pg3894">
                <a:extLst>
                  <a:ext uri="{FF2B5EF4-FFF2-40B4-BE49-F238E27FC236}">
                    <a16:creationId xmlns:a16="http://schemas.microsoft.com/office/drawing/2014/main" id="{E9E71C8E-BAC0-DFD8-E6FD-B94D03029B48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1" name="pg3895">
                <a:extLst>
                  <a:ext uri="{FF2B5EF4-FFF2-40B4-BE49-F238E27FC236}">
                    <a16:creationId xmlns:a16="http://schemas.microsoft.com/office/drawing/2014/main" id="{D8F1DBEE-7A46-5B9C-81EF-EBED27DF58D7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2" name="pg3896">
                <a:extLst>
                  <a:ext uri="{FF2B5EF4-FFF2-40B4-BE49-F238E27FC236}">
                    <a16:creationId xmlns:a16="http://schemas.microsoft.com/office/drawing/2014/main" id="{05021BBC-27D2-17F6-1DD6-F531A7269DC2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3" name="pg3897">
                <a:extLst>
                  <a:ext uri="{FF2B5EF4-FFF2-40B4-BE49-F238E27FC236}">
                    <a16:creationId xmlns:a16="http://schemas.microsoft.com/office/drawing/2014/main" id="{130DB4B4-0148-2175-51D7-88EC92F29221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4" name="pg3898">
                <a:extLst>
                  <a:ext uri="{FF2B5EF4-FFF2-40B4-BE49-F238E27FC236}">
                    <a16:creationId xmlns:a16="http://schemas.microsoft.com/office/drawing/2014/main" id="{F2663333-67E2-32B4-FEDE-A6A61FF78812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5" name="pg3899">
                <a:extLst>
                  <a:ext uri="{FF2B5EF4-FFF2-40B4-BE49-F238E27FC236}">
                    <a16:creationId xmlns:a16="http://schemas.microsoft.com/office/drawing/2014/main" id="{A0A89B0F-4DB1-EFFD-2E66-A450DD19A02A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6" name="pg3900">
                <a:extLst>
                  <a:ext uri="{FF2B5EF4-FFF2-40B4-BE49-F238E27FC236}">
                    <a16:creationId xmlns:a16="http://schemas.microsoft.com/office/drawing/2014/main" id="{CEABD1BA-0F36-7F7E-B5B6-03805E33B63C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7" name="pg3901">
                <a:extLst>
                  <a:ext uri="{FF2B5EF4-FFF2-40B4-BE49-F238E27FC236}">
                    <a16:creationId xmlns:a16="http://schemas.microsoft.com/office/drawing/2014/main" id="{D2183E34-0871-C43C-EC4B-8361C97715E6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8" name="pg3902">
                <a:extLst>
                  <a:ext uri="{FF2B5EF4-FFF2-40B4-BE49-F238E27FC236}">
                    <a16:creationId xmlns:a16="http://schemas.microsoft.com/office/drawing/2014/main" id="{0F914F3B-29A2-53F5-BD0A-F4C5F55BF15D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9" name="pg3903">
                <a:extLst>
                  <a:ext uri="{FF2B5EF4-FFF2-40B4-BE49-F238E27FC236}">
                    <a16:creationId xmlns:a16="http://schemas.microsoft.com/office/drawing/2014/main" id="{95AF6046-22DF-ED07-D6DC-801E78D5BD7D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0" name="pg3904">
                <a:extLst>
                  <a:ext uri="{FF2B5EF4-FFF2-40B4-BE49-F238E27FC236}">
                    <a16:creationId xmlns:a16="http://schemas.microsoft.com/office/drawing/2014/main" id="{0A5668D6-2307-ABBB-F292-CB3FC2356225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1" name="pg3905">
                <a:extLst>
                  <a:ext uri="{FF2B5EF4-FFF2-40B4-BE49-F238E27FC236}">
                    <a16:creationId xmlns:a16="http://schemas.microsoft.com/office/drawing/2014/main" id="{B779C638-A2DE-117C-0032-AF8B07E7F8E3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2" name="pg3906">
                <a:extLst>
                  <a:ext uri="{FF2B5EF4-FFF2-40B4-BE49-F238E27FC236}">
                    <a16:creationId xmlns:a16="http://schemas.microsoft.com/office/drawing/2014/main" id="{CF782A7D-2B2B-FEA8-92A1-E2CD0CEC8A2C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3" name="pg3907">
                <a:extLst>
                  <a:ext uri="{FF2B5EF4-FFF2-40B4-BE49-F238E27FC236}">
                    <a16:creationId xmlns:a16="http://schemas.microsoft.com/office/drawing/2014/main" id="{5C310B7F-2354-B5AA-5901-DC8F2712AAAB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4" name="pg3908">
                <a:extLst>
                  <a:ext uri="{FF2B5EF4-FFF2-40B4-BE49-F238E27FC236}">
                    <a16:creationId xmlns:a16="http://schemas.microsoft.com/office/drawing/2014/main" id="{3E01C7AE-E630-0FC7-7181-EABA55954B5E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5" name="pg3909">
                <a:extLst>
                  <a:ext uri="{FF2B5EF4-FFF2-40B4-BE49-F238E27FC236}">
                    <a16:creationId xmlns:a16="http://schemas.microsoft.com/office/drawing/2014/main" id="{0E13AA58-171E-CA57-56E3-6DF16B343354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6" name="pg3910">
                <a:extLst>
                  <a:ext uri="{FF2B5EF4-FFF2-40B4-BE49-F238E27FC236}">
                    <a16:creationId xmlns:a16="http://schemas.microsoft.com/office/drawing/2014/main" id="{83CB714C-C321-C903-7516-A4E3EFE4DF34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7" name="pg3911">
                <a:extLst>
                  <a:ext uri="{FF2B5EF4-FFF2-40B4-BE49-F238E27FC236}">
                    <a16:creationId xmlns:a16="http://schemas.microsoft.com/office/drawing/2014/main" id="{13D70EEC-5A41-EE2E-0405-908C5ACD68BB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8" name="pg3912">
                <a:extLst>
                  <a:ext uri="{FF2B5EF4-FFF2-40B4-BE49-F238E27FC236}">
                    <a16:creationId xmlns:a16="http://schemas.microsoft.com/office/drawing/2014/main" id="{369976F0-282C-172A-438F-91FDCDB28CC4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9" name="pg3913">
                <a:extLst>
                  <a:ext uri="{FF2B5EF4-FFF2-40B4-BE49-F238E27FC236}">
                    <a16:creationId xmlns:a16="http://schemas.microsoft.com/office/drawing/2014/main" id="{8E51CB7C-9B58-9507-3E9B-05ED48DE5017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0" name="pg3914">
                <a:extLst>
                  <a:ext uri="{FF2B5EF4-FFF2-40B4-BE49-F238E27FC236}">
                    <a16:creationId xmlns:a16="http://schemas.microsoft.com/office/drawing/2014/main" id="{EC4C3528-9A01-0D84-61E8-E7119A392A3F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1" name="pg3915">
                <a:extLst>
                  <a:ext uri="{FF2B5EF4-FFF2-40B4-BE49-F238E27FC236}">
                    <a16:creationId xmlns:a16="http://schemas.microsoft.com/office/drawing/2014/main" id="{09168236-0638-36F5-12F8-50C088979113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2" name="pg3916">
                <a:extLst>
                  <a:ext uri="{FF2B5EF4-FFF2-40B4-BE49-F238E27FC236}">
                    <a16:creationId xmlns:a16="http://schemas.microsoft.com/office/drawing/2014/main" id="{6810877F-6250-F294-8D36-A7758ACADEE5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3" name="pg3917">
                <a:extLst>
                  <a:ext uri="{FF2B5EF4-FFF2-40B4-BE49-F238E27FC236}">
                    <a16:creationId xmlns:a16="http://schemas.microsoft.com/office/drawing/2014/main" id="{958EA694-5EF6-0087-F94A-C5BBB01DA32D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4" name="pg3918">
                <a:extLst>
                  <a:ext uri="{FF2B5EF4-FFF2-40B4-BE49-F238E27FC236}">
                    <a16:creationId xmlns:a16="http://schemas.microsoft.com/office/drawing/2014/main" id="{3D8402BE-DFBC-34F3-8B98-564A014E3537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5" name="pg3919">
                <a:extLst>
                  <a:ext uri="{FF2B5EF4-FFF2-40B4-BE49-F238E27FC236}">
                    <a16:creationId xmlns:a16="http://schemas.microsoft.com/office/drawing/2014/main" id="{6D7965B1-B739-F598-7D49-CA4CFB131684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6" name="pg3920">
                <a:extLst>
                  <a:ext uri="{FF2B5EF4-FFF2-40B4-BE49-F238E27FC236}">
                    <a16:creationId xmlns:a16="http://schemas.microsoft.com/office/drawing/2014/main" id="{93958622-5692-9411-FAA1-F69B5F53742F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7" name="pg3921">
                <a:extLst>
                  <a:ext uri="{FF2B5EF4-FFF2-40B4-BE49-F238E27FC236}">
                    <a16:creationId xmlns:a16="http://schemas.microsoft.com/office/drawing/2014/main" id="{3B8D9638-6942-2EEF-5362-51043C1288A8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8" name="pg3922">
                <a:extLst>
                  <a:ext uri="{FF2B5EF4-FFF2-40B4-BE49-F238E27FC236}">
                    <a16:creationId xmlns:a16="http://schemas.microsoft.com/office/drawing/2014/main" id="{DB9F437A-2419-85C0-6405-2EA2BD48EA1D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9" name="pg3923">
                <a:extLst>
                  <a:ext uri="{FF2B5EF4-FFF2-40B4-BE49-F238E27FC236}">
                    <a16:creationId xmlns:a16="http://schemas.microsoft.com/office/drawing/2014/main" id="{9DE04E46-3165-9AF8-9EB1-3C9AA5AE006B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0" name="pt3924">
                <a:extLst>
                  <a:ext uri="{FF2B5EF4-FFF2-40B4-BE49-F238E27FC236}">
                    <a16:creationId xmlns:a16="http://schemas.microsoft.com/office/drawing/2014/main" id="{3EB04AE3-9FB5-EF5B-1094-47FA133D0878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3497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1" name="pt3925">
                <a:extLst>
                  <a:ext uri="{FF2B5EF4-FFF2-40B4-BE49-F238E27FC236}">
                    <a16:creationId xmlns:a16="http://schemas.microsoft.com/office/drawing/2014/main" id="{40D95EE9-FECB-1EA4-7040-D996D3A4F8B7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3A61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2" name="pt3926">
                <a:extLst>
                  <a:ext uri="{FF2B5EF4-FFF2-40B4-BE49-F238E27FC236}">
                    <a16:creationId xmlns:a16="http://schemas.microsoft.com/office/drawing/2014/main" id="{7C96B2FF-FCE7-DD31-CF29-2ECFA7CEE6B1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3960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3" name="pt3927">
                <a:extLst>
                  <a:ext uri="{FF2B5EF4-FFF2-40B4-BE49-F238E27FC236}">
                    <a16:creationId xmlns:a16="http://schemas.microsoft.com/office/drawing/2014/main" id="{CA3A5DFC-B35C-DD09-B87B-8F9D0AF4EA4C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3A6D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4" name="pt3928">
                <a:extLst>
                  <a:ext uri="{FF2B5EF4-FFF2-40B4-BE49-F238E27FC236}">
                    <a16:creationId xmlns:a16="http://schemas.microsoft.com/office/drawing/2014/main" id="{1E2D842D-17EE-EFC5-2043-397BDE3EF7D8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3A589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5" name="pt3929">
                <a:extLst>
                  <a:ext uri="{FF2B5EF4-FFF2-40B4-BE49-F238E27FC236}">
                    <a16:creationId xmlns:a16="http://schemas.microsoft.com/office/drawing/2014/main" id="{6BBB36DB-1FA9-0D89-BBE8-C3B03FB890D3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6" name="pt3930">
                <a:extLst>
                  <a:ext uri="{FF2B5EF4-FFF2-40B4-BE49-F238E27FC236}">
                    <a16:creationId xmlns:a16="http://schemas.microsoft.com/office/drawing/2014/main" id="{5C8777F3-9755-8378-31B4-F69C374D60A2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3A69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7" name="pt3931">
                <a:extLst>
                  <a:ext uri="{FF2B5EF4-FFF2-40B4-BE49-F238E27FC236}">
                    <a16:creationId xmlns:a16="http://schemas.microsoft.com/office/drawing/2014/main" id="{4209F548-9549-D8EE-F643-B211CD5296D8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92F5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8" name="pt3932">
                <a:extLst>
                  <a:ext uri="{FF2B5EF4-FFF2-40B4-BE49-F238E27FC236}">
                    <a16:creationId xmlns:a16="http://schemas.microsoft.com/office/drawing/2014/main" id="{A672272E-F9CF-4AC5-74DA-4085C405E9B6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3B3B6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9" name="pt3933">
                <a:extLst>
                  <a:ext uri="{FF2B5EF4-FFF2-40B4-BE49-F238E27FC236}">
                    <a16:creationId xmlns:a16="http://schemas.microsoft.com/office/drawing/2014/main" id="{2DA1AD6B-5A03-36C1-A729-811D2C16BFEE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5CC7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0" name="pt3934">
                <a:extLst>
                  <a:ext uri="{FF2B5EF4-FFF2-40B4-BE49-F238E27FC236}">
                    <a16:creationId xmlns:a16="http://schemas.microsoft.com/office/drawing/2014/main" id="{5C9BD539-605B-CCFC-D308-D638A3E317FF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395D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1" name="pt3935">
                <a:extLst>
                  <a:ext uri="{FF2B5EF4-FFF2-40B4-BE49-F238E27FC236}">
                    <a16:creationId xmlns:a16="http://schemas.microsoft.com/office/drawing/2014/main" id="{8C0023B0-9578-F118-3BCA-DDCC3B6541D3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3984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2" name="pt3936">
                <a:extLst>
                  <a:ext uri="{FF2B5EF4-FFF2-40B4-BE49-F238E27FC236}">
                    <a16:creationId xmlns:a16="http://schemas.microsoft.com/office/drawing/2014/main" id="{0F2CB261-7F83-896C-B179-6F765CD5027A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3A589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3" name="pt3937">
                <a:extLst>
                  <a:ext uri="{FF2B5EF4-FFF2-40B4-BE49-F238E27FC236}">
                    <a16:creationId xmlns:a16="http://schemas.microsoft.com/office/drawing/2014/main" id="{A1240361-5751-EE36-E874-09B4F720B6FC}"/>
                  </a:ext>
                </a:extLst>
              </p:cNvPr>
              <p:cNvSpPr/>
              <p:nvPr/>
            </p:nvSpPr>
            <p:spPr>
              <a:xfrm>
                <a:off x="3118737" y="4784820"/>
                <a:ext cx="63202" cy="63202"/>
              </a:xfrm>
              <a:prstGeom prst="ellipse">
                <a:avLst/>
              </a:prstGeom>
              <a:solidFill>
                <a:srgbClr val="49AD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4" name="pt3938">
                <a:extLst>
                  <a:ext uri="{FF2B5EF4-FFF2-40B4-BE49-F238E27FC236}">
                    <a16:creationId xmlns:a16="http://schemas.microsoft.com/office/drawing/2014/main" id="{1796F38C-A86F-D7D6-7010-3324E03B3518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3A69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5" name="pt3939">
                <a:extLst>
                  <a:ext uri="{FF2B5EF4-FFF2-40B4-BE49-F238E27FC236}">
                    <a16:creationId xmlns:a16="http://schemas.microsoft.com/office/drawing/2014/main" id="{479B1A38-D950-C26A-5362-353B47A6C84A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60CD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6" name="pt3940">
                <a:extLst>
                  <a:ext uri="{FF2B5EF4-FFF2-40B4-BE49-F238E27FC236}">
                    <a16:creationId xmlns:a16="http://schemas.microsoft.com/office/drawing/2014/main" id="{19AC85A6-A3F6-B10D-250D-B9FC49D6F6CE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3A61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7" name="pt3941">
                <a:extLst>
                  <a:ext uri="{FF2B5EF4-FFF2-40B4-BE49-F238E27FC236}">
                    <a16:creationId xmlns:a16="http://schemas.microsoft.com/office/drawing/2014/main" id="{C6F3AFF3-765C-B5B9-3F24-CD4A89A628FC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3B518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8" name="pt3942">
                <a:extLst>
                  <a:ext uri="{FF2B5EF4-FFF2-40B4-BE49-F238E27FC236}">
                    <a16:creationId xmlns:a16="http://schemas.microsoft.com/office/drawing/2014/main" id="{6A5D1091-415A-51F6-FFCB-2F46B21255BA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3A75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9" name="pt3943">
                <a:extLst>
                  <a:ext uri="{FF2B5EF4-FFF2-40B4-BE49-F238E27FC236}">
                    <a16:creationId xmlns:a16="http://schemas.microsoft.com/office/drawing/2014/main" id="{F3A7EB94-615A-8417-EC08-82D6888C84C5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76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0" name="pt3944">
                <a:extLst>
                  <a:ext uri="{FF2B5EF4-FFF2-40B4-BE49-F238E27FC236}">
                    <a16:creationId xmlns:a16="http://schemas.microsoft.com/office/drawing/2014/main" id="{51317E95-FD31-8FE7-861D-9D89A333AC5D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3A68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1" name="pt3945">
                <a:extLst>
                  <a:ext uri="{FF2B5EF4-FFF2-40B4-BE49-F238E27FC236}">
                    <a16:creationId xmlns:a16="http://schemas.microsoft.com/office/drawing/2014/main" id="{12DDECD4-091E-7DCF-502C-2B9E2A7932E9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3982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2" name="pt3946">
                <a:extLst>
                  <a:ext uri="{FF2B5EF4-FFF2-40B4-BE49-F238E27FC236}">
                    <a16:creationId xmlns:a16="http://schemas.microsoft.com/office/drawing/2014/main" id="{14BFF87F-56A2-E2D9-5D4D-6BE51DE9A199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3960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3" name="pt3947">
                <a:extLst>
                  <a:ext uri="{FF2B5EF4-FFF2-40B4-BE49-F238E27FC236}">
                    <a16:creationId xmlns:a16="http://schemas.microsoft.com/office/drawing/2014/main" id="{E0B61515-2FE1-EC7E-F5DD-7A101546A86E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C437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4" name="pt3948">
                <a:extLst>
                  <a:ext uri="{FF2B5EF4-FFF2-40B4-BE49-F238E27FC236}">
                    <a16:creationId xmlns:a16="http://schemas.microsoft.com/office/drawing/2014/main" id="{1AE0F5FE-0D41-61BB-15C4-4872FE2A20F9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3A62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5" name="pt3949">
                <a:extLst>
                  <a:ext uri="{FF2B5EF4-FFF2-40B4-BE49-F238E27FC236}">
                    <a16:creationId xmlns:a16="http://schemas.microsoft.com/office/drawing/2014/main" id="{ED09B015-EC4C-4A59-26CE-3D6B9B318D22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C487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6" name="pt3950">
                <a:extLst>
                  <a:ext uri="{FF2B5EF4-FFF2-40B4-BE49-F238E27FC236}">
                    <a16:creationId xmlns:a16="http://schemas.microsoft.com/office/drawing/2014/main" id="{EC9AD7D6-9451-0EE9-10C6-2716112E3EB0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3A669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7" name="pt3951">
                <a:extLst>
                  <a:ext uri="{FF2B5EF4-FFF2-40B4-BE49-F238E27FC236}">
                    <a16:creationId xmlns:a16="http://schemas.microsoft.com/office/drawing/2014/main" id="{D416AAAA-17F1-9B67-C1A2-2E2FE5B49F3D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3984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8" name="pt3952">
                <a:extLst>
                  <a:ext uri="{FF2B5EF4-FFF2-40B4-BE49-F238E27FC236}">
                    <a16:creationId xmlns:a16="http://schemas.microsoft.com/office/drawing/2014/main" id="{0CF868E4-920C-C691-B2C9-3D1F7836639C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3A69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9" name="pt3953">
                <a:extLst>
                  <a:ext uri="{FF2B5EF4-FFF2-40B4-BE49-F238E27FC236}">
                    <a16:creationId xmlns:a16="http://schemas.microsoft.com/office/drawing/2014/main" id="{87241EB8-69E9-CD47-0B98-D74C3B3FCE5F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3A6B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0" name="pt3954">
                <a:extLst>
                  <a:ext uri="{FF2B5EF4-FFF2-40B4-BE49-F238E27FC236}">
                    <a16:creationId xmlns:a16="http://schemas.microsoft.com/office/drawing/2014/main" id="{4BB62DED-7213-D0FA-3DC0-C8C936B94D22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1" name="pt3955">
                <a:extLst>
                  <a:ext uri="{FF2B5EF4-FFF2-40B4-BE49-F238E27FC236}">
                    <a16:creationId xmlns:a16="http://schemas.microsoft.com/office/drawing/2014/main" id="{9B6E6FFE-6515-966B-95E1-CA2A642AAB15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395E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2" name="pt3956">
                <a:extLst>
                  <a:ext uri="{FF2B5EF4-FFF2-40B4-BE49-F238E27FC236}">
                    <a16:creationId xmlns:a16="http://schemas.microsoft.com/office/drawing/2014/main" id="{1C6A997D-19F1-098E-A798-6E0160C249CA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3B508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3" name="pt3957">
                <a:extLst>
                  <a:ext uri="{FF2B5EF4-FFF2-40B4-BE49-F238E27FC236}">
                    <a16:creationId xmlns:a16="http://schemas.microsoft.com/office/drawing/2014/main" id="{F6468B9F-460C-D6E9-845C-995FCF9B1B9E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960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4" name="pt3958">
                <a:extLst>
                  <a:ext uri="{FF2B5EF4-FFF2-40B4-BE49-F238E27FC236}">
                    <a16:creationId xmlns:a16="http://schemas.microsoft.com/office/drawing/2014/main" id="{EB670007-EFAB-4696-6E11-9D1BD96041D8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3A69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5" name="pt3959">
                <a:extLst>
                  <a:ext uri="{FF2B5EF4-FFF2-40B4-BE49-F238E27FC236}">
                    <a16:creationId xmlns:a16="http://schemas.microsoft.com/office/drawing/2014/main" id="{7A97A9FA-2D2D-2365-4E4E-69EB652553E3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3B518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6" name="pt3960">
                <a:extLst>
                  <a:ext uri="{FF2B5EF4-FFF2-40B4-BE49-F238E27FC236}">
                    <a16:creationId xmlns:a16="http://schemas.microsoft.com/office/drawing/2014/main" id="{2EE6F0BA-98DD-46C7-547C-75927735BA8E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7" name="pt3961">
                <a:extLst>
                  <a:ext uri="{FF2B5EF4-FFF2-40B4-BE49-F238E27FC236}">
                    <a16:creationId xmlns:a16="http://schemas.microsoft.com/office/drawing/2014/main" id="{FE132AD4-1F0B-B422-2053-A85DDF1D5292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92F5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8" name="pl3962">
                <a:extLst>
                  <a:ext uri="{FF2B5EF4-FFF2-40B4-BE49-F238E27FC236}">
                    <a16:creationId xmlns:a16="http://schemas.microsoft.com/office/drawing/2014/main" id="{7B0E614D-9AD0-FFAB-7C8B-F692CA30F1B6}"/>
                  </a:ext>
                </a:extLst>
              </p:cNvPr>
              <p:cNvSpPr/>
              <p:nvPr/>
            </p:nvSpPr>
            <p:spPr>
              <a:xfrm>
                <a:off x="2850462" y="4909128"/>
                <a:ext cx="52351" cy="84400"/>
              </a:xfrm>
              <a:custGeom>
                <a:avLst/>
                <a:gdLst/>
                <a:ahLst/>
                <a:cxnLst/>
                <a:rect l="0" t="0" r="0" b="0"/>
                <a:pathLst>
                  <a:path w="52351" h="84400">
                    <a:moveTo>
                      <a:pt x="0" y="0"/>
                    </a:moveTo>
                    <a:lnTo>
                      <a:pt x="52351" y="8440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9" name="pl3963">
                <a:extLst>
                  <a:ext uri="{FF2B5EF4-FFF2-40B4-BE49-F238E27FC236}">
                    <a16:creationId xmlns:a16="http://schemas.microsoft.com/office/drawing/2014/main" id="{896B310D-E231-C204-FE68-D99AC6C02B61}"/>
                  </a:ext>
                </a:extLst>
              </p:cNvPr>
              <p:cNvSpPr/>
              <p:nvPr/>
            </p:nvSpPr>
            <p:spPr>
              <a:xfrm>
                <a:off x="3511657" y="4762446"/>
                <a:ext cx="53673" cy="82418"/>
              </a:xfrm>
              <a:custGeom>
                <a:avLst/>
                <a:gdLst/>
                <a:ahLst/>
                <a:cxnLst/>
                <a:rect l="0" t="0" r="0" b="0"/>
                <a:pathLst>
                  <a:path w="53673" h="82418">
                    <a:moveTo>
                      <a:pt x="0" y="0"/>
                    </a:moveTo>
                    <a:lnTo>
                      <a:pt x="53673" y="82418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0" name="pl3964">
                <a:extLst>
                  <a:ext uri="{FF2B5EF4-FFF2-40B4-BE49-F238E27FC236}">
                    <a16:creationId xmlns:a16="http://schemas.microsoft.com/office/drawing/2014/main" id="{42DA712C-C9E9-75BE-634A-4C8FD09CCC51}"/>
                  </a:ext>
                </a:extLst>
              </p:cNvPr>
              <p:cNvSpPr/>
              <p:nvPr/>
            </p:nvSpPr>
            <p:spPr>
              <a:xfrm>
                <a:off x="4513396" y="4609209"/>
                <a:ext cx="54430" cy="79690"/>
              </a:xfrm>
              <a:custGeom>
                <a:avLst/>
                <a:gdLst/>
                <a:ahLst/>
                <a:cxnLst/>
                <a:rect l="0" t="0" r="0" b="0"/>
                <a:pathLst>
                  <a:path w="54430" h="79690">
                    <a:moveTo>
                      <a:pt x="0" y="0"/>
                    </a:moveTo>
                    <a:lnTo>
                      <a:pt x="54430" y="7969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1" name="pl3965">
                <a:extLst>
                  <a:ext uri="{FF2B5EF4-FFF2-40B4-BE49-F238E27FC236}">
                    <a16:creationId xmlns:a16="http://schemas.microsoft.com/office/drawing/2014/main" id="{45E7ABD6-0BCE-7135-7B3D-A58F16DB2642}"/>
                  </a:ext>
                </a:extLst>
              </p:cNvPr>
              <p:cNvSpPr/>
              <p:nvPr/>
            </p:nvSpPr>
            <p:spPr>
              <a:xfrm>
                <a:off x="5509823" y="3047368"/>
                <a:ext cx="163081" cy="11328"/>
              </a:xfrm>
              <a:custGeom>
                <a:avLst/>
                <a:gdLst/>
                <a:ahLst/>
                <a:cxnLst/>
                <a:rect l="0" t="0" r="0" b="0"/>
                <a:pathLst>
                  <a:path w="163081" h="11328">
                    <a:moveTo>
                      <a:pt x="0" y="0"/>
                    </a:moveTo>
                    <a:lnTo>
                      <a:pt x="163081" y="11328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2" name="pl3966">
                <a:extLst>
                  <a:ext uri="{FF2B5EF4-FFF2-40B4-BE49-F238E27FC236}">
                    <a16:creationId xmlns:a16="http://schemas.microsoft.com/office/drawing/2014/main" id="{CBDC6C9C-A0E2-19C0-88E4-BE49E34A135D}"/>
                  </a:ext>
                </a:extLst>
              </p:cNvPr>
              <p:cNvSpPr/>
              <p:nvPr/>
            </p:nvSpPr>
            <p:spPr>
              <a:xfrm>
                <a:off x="5746896" y="2860157"/>
                <a:ext cx="77231" cy="63986"/>
              </a:xfrm>
              <a:custGeom>
                <a:avLst/>
                <a:gdLst/>
                <a:ahLst/>
                <a:cxnLst/>
                <a:rect l="0" t="0" r="0" b="0"/>
                <a:pathLst>
                  <a:path w="77231" h="63986">
                    <a:moveTo>
                      <a:pt x="0" y="0"/>
                    </a:moveTo>
                    <a:lnTo>
                      <a:pt x="77231" y="6398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3" name="pg3967">
                <a:extLst>
                  <a:ext uri="{FF2B5EF4-FFF2-40B4-BE49-F238E27FC236}">
                    <a16:creationId xmlns:a16="http://schemas.microsoft.com/office/drawing/2014/main" id="{4C65CCA3-07BF-4C16-39BF-3CCA1FB7BBB8}"/>
                  </a:ext>
                </a:extLst>
              </p:cNvPr>
              <p:cNvSpPr/>
              <p:nvPr/>
            </p:nvSpPr>
            <p:spPr>
              <a:xfrm>
                <a:off x="2291946" y="4760424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4" name="tx3968">
                <a:extLst>
                  <a:ext uri="{FF2B5EF4-FFF2-40B4-BE49-F238E27FC236}">
                    <a16:creationId xmlns:a16="http://schemas.microsoft.com/office/drawing/2014/main" id="{EAF8894D-9664-F0B6-66B9-5BA46357CE6B}"/>
                  </a:ext>
                </a:extLst>
              </p:cNvPr>
              <p:cNvSpPr/>
              <p:nvPr/>
            </p:nvSpPr>
            <p:spPr>
              <a:xfrm>
                <a:off x="2337666" y="4806144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24165" name="pg3969">
                <a:extLst>
                  <a:ext uri="{FF2B5EF4-FFF2-40B4-BE49-F238E27FC236}">
                    <a16:creationId xmlns:a16="http://schemas.microsoft.com/office/drawing/2014/main" id="{5B921895-1239-4FCA-7662-CE5CEA9B3CAF}"/>
                  </a:ext>
                </a:extLst>
              </p:cNvPr>
              <p:cNvSpPr/>
              <p:nvPr/>
            </p:nvSpPr>
            <p:spPr>
              <a:xfrm>
                <a:off x="2960823" y="4613749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2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6" name="tx3970">
                <a:extLst>
                  <a:ext uri="{FF2B5EF4-FFF2-40B4-BE49-F238E27FC236}">
                    <a16:creationId xmlns:a16="http://schemas.microsoft.com/office/drawing/2014/main" id="{A60E4890-21F7-E09D-8352-765D44EE261C}"/>
                  </a:ext>
                </a:extLst>
              </p:cNvPr>
              <p:cNvSpPr/>
              <p:nvPr/>
            </p:nvSpPr>
            <p:spPr>
              <a:xfrm>
                <a:off x="3006543" y="4659469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24167" name="pg3971">
                <a:extLst>
                  <a:ext uri="{FF2B5EF4-FFF2-40B4-BE49-F238E27FC236}">
                    <a16:creationId xmlns:a16="http://schemas.microsoft.com/office/drawing/2014/main" id="{3CC05BE8-C31D-5DC2-AAC3-401A2F2E0914}"/>
                  </a:ext>
                </a:extLst>
              </p:cNvPr>
              <p:cNvSpPr/>
              <p:nvPr/>
            </p:nvSpPr>
            <p:spPr>
              <a:xfrm>
                <a:off x="3970425" y="4460312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1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2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8" name="tx3972">
                <a:extLst>
                  <a:ext uri="{FF2B5EF4-FFF2-40B4-BE49-F238E27FC236}">
                    <a16:creationId xmlns:a16="http://schemas.microsoft.com/office/drawing/2014/main" id="{607AC77E-740C-B087-F7B0-0EF467978B20}"/>
                  </a:ext>
                </a:extLst>
              </p:cNvPr>
              <p:cNvSpPr/>
              <p:nvPr/>
            </p:nvSpPr>
            <p:spPr>
              <a:xfrm>
                <a:off x="4016145" y="4506032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24169" name="pg3973">
                <a:extLst>
                  <a:ext uri="{FF2B5EF4-FFF2-40B4-BE49-F238E27FC236}">
                    <a16:creationId xmlns:a16="http://schemas.microsoft.com/office/drawing/2014/main" id="{23BA3A4D-6200-01A2-22EC-8ACA98130DC2}"/>
                  </a:ext>
                </a:extLst>
              </p:cNvPr>
              <p:cNvSpPr/>
              <p:nvPr/>
            </p:nvSpPr>
            <p:spPr>
              <a:xfrm>
                <a:off x="4928081" y="2951351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2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0" name="tx3974">
                <a:extLst>
                  <a:ext uri="{FF2B5EF4-FFF2-40B4-BE49-F238E27FC236}">
                    <a16:creationId xmlns:a16="http://schemas.microsoft.com/office/drawing/2014/main" id="{A431DD58-BE6B-7721-0E22-984E7784F335}"/>
                  </a:ext>
                </a:extLst>
              </p:cNvPr>
              <p:cNvSpPr/>
              <p:nvPr/>
            </p:nvSpPr>
            <p:spPr>
              <a:xfrm>
                <a:off x="4973801" y="2997071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24171" name="pg3975">
                <a:extLst>
                  <a:ext uri="{FF2B5EF4-FFF2-40B4-BE49-F238E27FC236}">
                    <a16:creationId xmlns:a16="http://schemas.microsoft.com/office/drawing/2014/main" id="{49F7B9E4-48AE-E1B8-4F4F-1501201CAB40}"/>
                  </a:ext>
                </a:extLst>
              </p:cNvPr>
              <p:cNvSpPr/>
              <p:nvPr/>
            </p:nvSpPr>
            <p:spPr>
              <a:xfrm>
                <a:off x="5289413" y="2668224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2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2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2" name="tx3976">
                <a:extLst>
                  <a:ext uri="{FF2B5EF4-FFF2-40B4-BE49-F238E27FC236}">
                    <a16:creationId xmlns:a16="http://schemas.microsoft.com/office/drawing/2014/main" id="{BFD59636-3290-FB0A-D911-89DF94B17282}"/>
                  </a:ext>
                </a:extLst>
              </p:cNvPr>
              <p:cNvSpPr/>
              <p:nvPr/>
            </p:nvSpPr>
            <p:spPr>
              <a:xfrm>
                <a:off x="5335133" y="2713944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24173" name="rc3977">
                <a:extLst>
                  <a:ext uri="{FF2B5EF4-FFF2-40B4-BE49-F238E27FC236}">
                    <a16:creationId xmlns:a16="http://schemas.microsoft.com/office/drawing/2014/main" id="{87D3AC93-41DC-8FD3-8AD0-AC9E47E5ADEC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4" name="tx3978">
                <a:extLst>
                  <a:ext uri="{FF2B5EF4-FFF2-40B4-BE49-F238E27FC236}">
                    <a16:creationId xmlns:a16="http://schemas.microsoft.com/office/drawing/2014/main" id="{1464F19C-FFDD-EE37-8162-4FB9C0D0B904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24175" name="tx3979">
                <a:extLst>
                  <a:ext uri="{FF2B5EF4-FFF2-40B4-BE49-F238E27FC236}">
                    <a16:creationId xmlns:a16="http://schemas.microsoft.com/office/drawing/2014/main" id="{B0981E3C-E993-BB7E-051B-018788D011C4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176" name="tx3980">
                <a:extLst>
                  <a:ext uri="{FF2B5EF4-FFF2-40B4-BE49-F238E27FC236}">
                    <a16:creationId xmlns:a16="http://schemas.microsoft.com/office/drawing/2014/main" id="{BBC2B48B-847F-1936-C552-BF3ECE440E2C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177" name="tx3981">
                <a:extLst>
                  <a:ext uri="{FF2B5EF4-FFF2-40B4-BE49-F238E27FC236}">
                    <a16:creationId xmlns:a16="http://schemas.microsoft.com/office/drawing/2014/main" id="{D37E8D07-A974-41E3-8B64-97430E4E956D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24178" name="tx3982">
                <a:extLst>
                  <a:ext uri="{FF2B5EF4-FFF2-40B4-BE49-F238E27FC236}">
                    <a16:creationId xmlns:a16="http://schemas.microsoft.com/office/drawing/2014/main" id="{CB4C1D7B-4173-6BA7-A74A-D047463E3351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179" name="tx3983">
                <a:extLst>
                  <a:ext uri="{FF2B5EF4-FFF2-40B4-BE49-F238E27FC236}">
                    <a16:creationId xmlns:a16="http://schemas.microsoft.com/office/drawing/2014/main" id="{7AF6D1D3-15C5-4018-1A1A-D91C466CCD17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180" name="tx3984">
                <a:extLst>
                  <a:ext uri="{FF2B5EF4-FFF2-40B4-BE49-F238E27FC236}">
                    <a16:creationId xmlns:a16="http://schemas.microsoft.com/office/drawing/2014/main" id="{8012DD4D-C92F-4C86-4D8F-CE2902ACFF13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24181" name="tx3985">
                <a:extLst>
                  <a:ext uri="{FF2B5EF4-FFF2-40B4-BE49-F238E27FC236}">
                    <a16:creationId xmlns:a16="http://schemas.microsoft.com/office/drawing/2014/main" id="{38D7AF95-8F63-941A-07B9-5AE65D5ECB67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182" name="tx3986">
                <a:extLst>
                  <a:ext uri="{FF2B5EF4-FFF2-40B4-BE49-F238E27FC236}">
                    <a16:creationId xmlns:a16="http://schemas.microsoft.com/office/drawing/2014/main" id="{572BC13C-5297-D99B-9B35-85D659449A83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183" name="tx3987">
                <a:extLst>
                  <a:ext uri="{FF2B5EF4-FFF2-40B4-BE49-F238E27FC236}">
                    <a16:creationId xmlns:a16="http://schemas.microsoft.com/office/drawing/2014/main" id="{633A041C-68A1-33AD-8E54-43F307128365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24184" name="tx3988">
                <a:extLst>
                  <a:ext uri="{FF2B5EF4-FFF2-40B4-BE49-F238E27FC236}">
                    <a16:creationId xmlns:a16="http://schemas.microsoft.com/office/drawing/2014/main" id="{2123FD2E-B163-E41B-135E-898926B5BFDA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185" name="tx3989">
                <a:extLst>
                  <a:ext uri="{FF2B5EF4-FFF2-40B4-BE49-F238E27FC236}">
                    <a16:creationId xmlns:a16="http://schemas.microsoft.com/office/drawing/2014/main" id="{93DF9660-ED8F-3B45-EA7E-D722890D1012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186" name="tx3990">
                <a:extLst>
                  <a:ext uri="{FF2B5EF4-FFF2-40B4-BE49-F238E27FC236}">
                    <a16:creationId xmlns:a16="http://schemas.microsoft.com/office/drawing/2014/main" id="{1DF48921-63C0-9AF6-2F3D-E9ED928B9C31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24187" name="tx3991">
                <a:extLst>
                  <a:ext uri="{FF2B5EF4-FFF2-40B4-BE49-F238E27FC236}">
                    <a16:creationId xmlns:a16="http://schemas.microsoft.com/office/drawing/2014/main" id="{DE901E3D-E519-74C2-7D89-1F7411CCDF71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188" name="tx3992">
                <a:extLst>
                  <a:ext uri="{FF2B5EF4-FFF2-40B4-BE49-F238E27FC236}">
                    <a16:creationId xmlns:a16="http://schemas.microsoft.com/office/drawing/2014/main" id="{E10849E1-BF6E-8F81-7F45-5138F0A1C7F8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4189" name="pl3993">
                <a:extLst>
                  <a:ext uri="{FF2B5EF4-FFF2-40B4-BE49-F238E27FC236}">
                    <a16:creationId xmlns:a16="http://schemas.microsoft.com/office/drawing/2014/main" id="{71C0C22B-83D0-9D9E-D107-8923C13B4306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0" name="pl3994">
                <a:extLst>
                  <a:ext uri="{FF2B5EF4-FFF2-40B4-BE49-F238E27FC236}">
                    <a16:creationId xmlns:a16="http://schemas.microsoft.com/office/drawing/2014/main" id="{2E74E16C-3138-F995-CFC1-B3E04639DF36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1" name="pl3995">
                <a:extLst>
                  <a:ext uri="{FF2B5EF4-FFF2-40B4-BE49-F238E27FC236}">
                    <a16:creationId xmlns:a16="http://schemas.microsoft.com/office/drawing/2014/main" id="{EFA1565E-A193-408E-CB39-B884DD8C731D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2" name="pl3996">
                <a:extLst>
                  <a:ext uri="{FF2B5EF4-FFF2-40B4-BE49-F238E27FC236}">
                    <a16:creationId xmlns:a16="http://schemas.microsoft.com/office/drawing/2014/main" id="{E9005C58-0AE6-7DBD-45F4-437D96B7BC35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3" name="pl3997">
                <a:extLst>
                  <a:ext uri="{FF2B5EF4-FFF2-40B4-BE49-F238E27FC236}">
                    <a16:creationId xmlns:a16="http://schemas.microsoft.com/office/drawing/2014/main" id="{B6E7C4D1-911C-BF7A-84CB-B5FBDE09C2AD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4" name="pl3998">
                <a:extLst>
                  <a:ext uri="{FF2B5EF4-FFF2-40B4-BE49-F238E27FC236}">
                    <a16:creationId xmlns:a16="http://schemas.microsoft.com/office/drawing/2014/main" id="{A51F1481-E957-871A-7EF5-778AAFA41F1D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5" name="pl3999">
                <a:extLst>
                  <a:ext uri="{FF2B5EF4-FFF2-40B4-BE49-F238E27FC236}">
                    <a16:creationId xmlns:a16="http://schemas.microsoft.com/office/drawing/2014/main" id="{9B7D4AEB-6755-5521-3B13-B11E9E1E362C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6" name="pl4000">
                <a:extLst>
                  <a:ext uri="{FF2B5EF4-FFF2-40B4-BE49-F238E27FC236}">
                    <a16:creationId xmlns:a16="http://schemas.microsoft.com/office/drawing/2014/main" id="{11805178-5C83-73B6-E326-1E0D0D68E01E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7" name="pl4001">
                <a:extLst>
                  <a:ext uri="{FF2B5EF4-FFF2-40B4-BE49-F238E27FC236}">
                    <a16:creationId xmlns:a16="http://schemas.microsoft.com/office/drawing/2014/main" id="{30A83850-2344-CEEC-8DB9-AF158EB69FF4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8" name="pl4002">
                <a:extLst>
                  <a:ext uri="{FF2B5EF4-FFF2-40B4-BE49-F238E27FC236}">
                    <a16:creationId xmlns:a16="http://schemas.microsoft.com/office/drawing/2014/main" id="{CBB264A4-0DF6-61F8-4587-A18EB9FE2265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9" name="pl4003">
                <a:extLst>
                  <a:ext uri="{FF2B5EF4-FFF2-40B4-BE49-F238E27FC236}">
                    <a16:creationId xmlns:a16="http://schemas.microsoft.com/office/drawing/2014/main" id="{02BCE12E-F65C-C087-15DA-D99AD96703E3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0" name="pl4004">
                <a:extLst>
                  <a:ext uri="{FF2B5EF4-FFF2-40B4-BE49-F238E27FC236}">
                    <a16:creationId xmlns:a16="http://schemas.microsoft.com/office/drawing/2014/main" id="{DC162C88-9C78-C46F-F53E-1ED6D19F294B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1" name="pl4005">
                <a:extLst>
                  <a:ext uri="{FF2B5EF4-FFF2-40B4-BE49-F238E27FC236}">
                    <a16:creationId xmlns:a16="http://schemas.microsoft.com/office/drawing/2014/main" id="{D267F0AE-1611-BA72-EF17-352AE0544564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2" name="tx4006">
                <a:extLst>
                  <a:ext uri="{FF2B5EF4-FFF2-40B4-BE49-F238E27FC236}">
                    <a16:creationId xmlns:a16="http://schemas.microsoft.com/office/drawing/2014/main" id="{8ED72B55-0BE3-6F8E-B5BB-4345AE7A8DD1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24203" name="tx4007">
                <a:extLst>
                  <a:ext uri="{FF2B5EF4-FFF2-40B4-BE49-F238E27FC236}">
                    <a16:creationId xmlns:a16="http://schemas.microsoft.com/office/drawing/2014/main" id="{33144CA2-D6A2-133C-9041-F074AFC8EBBD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04" name="tx4008">
                <a:extLst>
                  <a:ext uri="{FF2B5EF4-FFF2-40B4-BE49-F238E27FC236}">
                    <a16:creationId xmlns:a16="http://schemas.microsoft.com/office/drawing/2014/main" id="{9E22B9BA-1568-4F65-21A3-03D34155AFF4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205" name="tx4009">
                <a:extLst>
                  <a:ext uri="{FF2B5EF4-FFF2-40B4-BE49-F238E27FC236}">
                    <a16:creationId xmlns:a16="http://schemas.microsoft.com/office/drawing/2014/main" id="{B6CA94E2-8A47-80CE-45D1-F3882D405DC5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24206" name="tx4010">
                <a:extLst>
                  <a:ext uri="{FF2B5EF4-FFF2-40B4-BE49-F238E27FC236}">
                    <a16:creationId xmlns:a16="http://schemas.microsoft.com/office/drawing/2014/main" id="{590DC0BA-2911-C10A-5542-124431DDE9E8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07" name="tx4011">
                <a:extLst>
                  <a:ext uri="{FF2B5EF4-FFF2-40B4-BE49-F238E27FC236}">
                    <a16:creationId xmlns:a16="http://schemas.microsoft.com/office/drawing/2014/main" id="{72986ED5-7539-EEFB-282E-A12582543B5E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208" name="tx4012">
                <a:extLst>
                  <a:ext uri="{FF2B5EF4-FFF2-40B4-BE49-F238E27FC236}">
                    <a16:creationId xmlns:a16="http://schemas.microsoft.com/office/drawing/2014/main" id="{B1AB4920-F78F-03BD-B098-D4DE719F7225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24209" name="tx4013">
                <a:extLst>
                  <a:ext uri="{FF2B5EF4-FFF2-40B4-BE49-F238E27FC236}">
                    <a16:creationId xmlns:a16="http://schemas.microsoft.com/office/drawing/2014/main" id="{FA93E7DB-83D2-3F12-0628-58EF343A5F06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10" name="tx4014">
                <a:extLst>
                  <a:ext uri="{FF2B5EF4-FFF2-40B4-BE49-F238E27FC236}">
                    <a16:creationId xmlns:a16="http://schemas.microsoft.com/office/drawing/2014/main" id="{3FBDF6FA-782D-2323-37C9-62ACE0527D1F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211" name="tx4015">
                <a:extLst>
                  <a:ext uri="{FF2B5EF4-FFF2-40B4-BE49-F238E27FC236}">
                    <a16:creationId xmlns:a16="http://schemas.microsoft.com/office/drawing/2014/main" id="{B2A23856-C664-7560-D850-1F035613AF1F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24212" name="tx4016">
                <a:extLst>
                  <a:ext uri="{FF2B5EF4-FFF2-40B4-BE49-F238E27FC236}">
                    <a16:creationId xmlns:a16="http://schemas.microsoft.com/office/drawing/2014/main" id="{42FF575E-7712-490B-45E1-6B4F73E1103A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13" name="tx4017">
                <a:extLst>
                  <a:ext uri="{FF2B5EF4-FFF2-40B4-BE49-F238E27FC236}">
                    <a16:creationId xmlns:a16="http://schemas.microsoft.com/office/drawing/2014/main" id="{CF1FB6EF-B96E-7E59-7CA5-B319102CF47C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214" name="tx4018">
                <a:extLst>
                  <a:ext uri="{FF2B5EF4-FFF2-40B4-BE49-F238E27FC236}">
                    <a16:creationId xmlns:a16="http://schemas.microsoft.com/office/drawing/2014/main" id="{85D9041A-8BBE-4EB1-3799-7843F669F9E7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24215" name="tx4019">
                <a:extLst>
                  <a:ext uri="{FF2B5EF4-FFF2-40B4-BE49-F238E27FC236}">
                    <a16:creationId xmlns:a16="http://schemas.microsoft.com/office/drawing/2014/main" id="{5384CB27-8B25-C57F-2F20-5F18D744FD08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16" name="tx4020">
                <a:extLst>
                  <a:ext uri="{FF2B5EF4-FFF2-40B4-BE49-F238E27FC236}">
                    <a16:creationId xmlns:a16="http://schemas.microsoft.com/office/drawing/2014/main" id="{C880E604-A20E-4068-6413-EE14572CE783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217" name="tx4021">
                <a:extLst>
                  <a:ext uri="{FF2B5EF4-FFF2-40B4-BE49-F238E27FC236}">
                    <a16:creationId xmlns:a16="http://schemas.microsoft.com/office/drawing/2014/main" id="{4A3A9D55-A4AD-B10E-BFEE-2A941D427023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24218" name="tx4022">
                <a:extLst>
                  <a:ext uri="{FF2B5EF4-FFF2-40B4-BE49-F238E27FC236}">
                    <a16:creationId xmlns:a16="http://schemas.microsoft.com/office/drawing/2014/main" id="{48F58744-34D3-D32B-14A4-270944459919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19" name="tx4023">
                <a:extLst>
                  <a:ext uri="{FF2B5EF4-FFF2-40B4-BE49-F238E27FC236}">
                    <a16:creationId xmlns:a16="http://schemas.microsoft.com/office/drawing/2014/main" id="{80AF52F5-4BFF-3F84-B4D2-BF5E272E07DC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220" name="tx4024">
                <a:extLst>
                  <a:ext uri="{FF2B5EF4-FFF2-40B4-BE49-F238E27FC236}">
                    <a16:creationId xmlns:a16="http://schemas.microsoft.com/office/drawing/2014/main" id="{56046B82-E6BA-D61C-F753-C30B95B42436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24221" name="tx4025">
                <a:extLst>
                  <a:ext uri="{FF2B5EF4-FFF2-40B4-BE49-F238E27FC236}">
                    <a16:creationId xmlns:a16="http://schemas.microsoft.com/office/drawing/2014/main" id="{89DFE1A8-3495-E29A-4D1B-8ADFA2D18E2C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22" name="tx4026">
                <a:extLst>
                  <a:ext uri="{FF2B5EF4-FFF2-40B4-BE49-F238E27FC236}">
                    <a16:creationId xmlns:a16="http://schemas.microsoft.com/office/drawing/2014/main" id="{C469E624-A6BD-D73B-B869-7E201B911344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223" name="tx4027">
                <a:extLst>
                  <a:ext uri="{FF2B5EF4-FFF2-40B4-BE49-F238E27FC236}">
                    <a16:creationId xmlns:a16="http://schemas.microsoft.com/office/drawing/2014/main" id="{EA02A81F-C7EB-74E8-BD4A-975CBD5E68DA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24224" name="tx4028">
                <a:extLst>
                  <a:ext uri="{FF2B5EF4-FFF2-40B4-BE49-F238E27FC236}">
                    <a16:creationId xmlns:a16="http://schemas.microsoft.com/office/drawing/2014/main" id="{C2617421-B401-1375-9AE8-FE01F0C51832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25" name="tx4029">
                <a:extLst>
                  <a:ext uri="{FF2B5EF4-FFF2-40B4-BE49-F238E27FC236}">
                    <a16:creationId xmlns:a16="http://schemas.microsoft.com/office/drawing/2014/main" id="{DC883B1A-1C29-AA86-C3FF-C0CD90CDA2B8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4226" name="tx4030">
                <a:extLst>
                  <a:ext uri="{FF2B5EF4-FFF2-40B4-BE49-F238E27FC236}">
                    <a16:creationId xmlns:a16="http://schemas.microsoft.com/office/drawing/2014/main" id="{7C6170A2-D1CF-9F75-05D1-4CA2A3762D57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24227" name="tx4031">
                <a:extLst>
                  <a:ext uri="{FF2B5EF4-FFF2-40B4-BE49-F238E27FC236}">
                    <a16:creationId xmlns:a16="http://schemas.microsoft.com/office/drawing/2014/main" id="{AC1AF3DE-A157-A1EA-8AA4-E9C5FE602167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24228" name="rc4032">
                <a:extLst>
                  <a:ext uri="{FF2B5EF4-FFF2-40B4-BE49-F238E27FC236}">
                    <a16:creationId xmlns:a16="http://schemas.microsoft.com/office/drawing/2014/main" id="{8F91E6E0-1CF3-E382-DAB4-176D9A4A333C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9" name="tx4033">
                <a:extLst>
                  <a:ext uri="{FF2B5EF4-FFF2-40B4-BE49-F238E27FC236}">
                    <a16:creationId xmlns:a16="http://schemas.microsoft.com/office/drawing/2014/main" id="{5709FB68-691D-DEF5-5DA3-3BEBF19EF125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24230" name="tx4034">
                <a:extLst>
                  <a:ext uri="{FF2B5EF4-FFF2-40B4-BE49-F238E27FC236}">
                    <a16:creationId xmlns:a16="http://schemas.microsoft.com/office/drawing/2014/main" id="{2F60F9D4-3CE5-D43C-8D4B-43D5B998DAB0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24231" name="pic4035">
                <a:extLst>
                  <a:ext uri="{FF2B5EF4-FFF2-40B4-BE49-F238E27FC236}">
                    <a16:creationId xmlns:a16="http://schemas.microsoft.com/office/drawing/2014/main" id="{BF4D9AE6-DBAB-B44D-8517-7F24B7CD105C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24232" name="pl4036">
                <a:extLst>
                  <a:ext uri="{FF2B5EF4-FFF2-40B4-BE49-F238E27FC236}">
                    <a16:creationId xmlns:a16="http://schemas.microsoft.com/office/drawing/2014/main" id="{0F5E6B1A-758B-397C-83C2-3C8EFE2DFED0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3" name="pl4037">
                <a:extLst>
                  <a:ext uri="{FF2B5EF4-FFF2-40B4-BE49-F238E27FC236}">
                    <a16:creationId xmlns:a16="http://schemas.microsoft.com/office/drawing/2014/main" id="{1CFC1C32-4BC0-8140-E362-B0F098CEFA7D}"/>
                  </a:ext>
                </a:extLst>
              </p:cNvPr>
              <p:cNvSpPr/>
              <p:nvPr/>
            </p:nvSpPr>
            <p:spPr>
              <a:xfrm>
                <a:off x="6928496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4" name="pl4038">
                <a:extLst>
                  <a:ext uri="{FF2B5EF4-FFF2-40B4-BE49-F238E27FC236}">
                    <a16:creationId xmlns:a16="http://schemas.microsoft.com/office/drawing/2014/main" id="{85DAF964-92CA-6FCF-608F-3E21D08864BD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5" name="pl4039">
                <a:extLst>
                  <a:ext uri="{FF2B5EF4-FFF2-40B4-BE49-F238E27FC236}">
                    <a16:creationId xmlns:a16="http://schemas.microsoft.com/office/drawing/2014/main" id="{5ABED7D3-5913-CB66-A1D0-1D53F3DEABE0}"/>
                  </a:ext>
                </a:extLst>
              </p:cNvPr>
              <p:cNvSpPr/>
              <p:nvPr/>
            </p:nvSpPr>
            <p:spPr>
              <a:xfrm>
                <a:off x="6928496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6" name="pl4040">
                <a:extLst>
                  <a:ext uri="{FF2B5EF4-FFF2-40B4-BE49-F238E27FC236}">
                    <a16:creationId xmlns:a16="http://schemas.microsoft.com/office/drawing/2014/main" id="{1F4E0864-C495-CC6C-1E47-EDB05E410518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7" name="pl4041">
                <a:extLst>
                  <a:ext uri="{FF2B5EF4-FFF2-40B4-BE49-F238E27FC236}">
                    <a16:creationId xmlns:a16="http://schemas.microsoft.com/office/drawing/2014/main" id="{B6BBAD2B-5564-4B7B-BD79-D078EA6F976C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8" name="pl4042">
                <a:extLst>
                  <a:ext uri="{FF2B5EF4-FFF2-40B4-BE49-F238E27FC236}">
                    <a16:creationId xmlns:a16="http://schemas.microsoft.com/office/drawing/2014/main" id="{F6363909-2DC4-B3D2-DA55-5A8DA86BF94F}"/>
                  </a:ext>
                </a:extLst>
              </p:cNvPr>
              <p:cNvSpPr/>
              <p:nvPr/>
            </p:nvSpPr>
            <p:spPr>
              <a:xfrm>
                <a:off x="6752931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9" name="pl4043">
                <a:extLst>
                  <a:ext uri="{FF2B5EF4-FFF2-40B4-BE49-F238E27FC236}">
                    <a16:creationId xmlns:a16="http://schemas.microsoft.com/office/drawing/2014/main" id="{C3600B8E-4CEF-AFB7-74C7-A1AD94C25CC5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0" name="pl4044">
                <a:extLst>
                  <a:ext uri="{FF2B5EF4-FFF2-40B4-BE49-F238E27FC236}">
                    <a16:creationId xmlns:a16="http://schemas.microsoft.com/office/drawing/2014/main" id="{CF865F87-9DE1-F0EC-DB9B-D7FF51C92EF2}"/>
                  </a:ext>
                </a:extLst>
              </p:cNvPr>
              <p:cNvSpPr/>
              <p:nvPr/>
            </p:nvSpPr>
            <p:spPr>
              <a:xfrm>
                <a:off x="6752931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1" name="pl4045">
                <a:extLst>
                  <a:ext uri="{FF2B5EF4-FFF2-40B4-BE49-F238E27FC236}">
                    <a16:creationId xmlns:a16="http://schemas.microsoft.com/office/drawing/2014/main" id="{9753A443-5D3A-9234-23DE-29C6A19AA04A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2" name="tx4046">
                <a:extLst>
                  <a:ext uri="{FF2B5EF4-FFF2-40B4-BE49-F238E27FC236}">
                    <a16:creationId xmlns:a16="http://schemas.microsoft.com/office/drawing/2014/main" id="{7E8E79CF-9A71-E96C-7101-4FAF2568E24C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0.00</a:t>
                </a:r>
              </a:p>
            </p:txBody>
          </p:sp>
          <p:sp>
            <p:nvSpPr>
              <p:cNvPr id="24243" name="tx4047">
                <a:extLst>
                  <a:ext uri="{FF2B5EF4-FFF2-40B4-BE49-F238E27FC236}">
                    <a16:creationId xmlns:a16="http://schemas.microsoft.com/office/drawing/2014/main" id="{E3A2015B-3B72-9450-E6DD-55B779D3800C}"/>
                  </a:ext>
                </a:extLst>
              </p:cNvPr>
              <p:cNvSpPr/>
              <p:nvPr/>
            </p:nvSpPr>
            <p:spPr>
              <a:xfrm>
                <a:off x="7041976" y="4446917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0.01</a:t>
                </a:r>
              </a:p>
            </p:txBody>
          </p:sp>
          <p:sp>
            <p:nvSpPr>
              <p:cNvPr id="24244" name="tx4048">
                <a:extLst>
                  <a:ext uri="{FF2B5EF4-FFF2-40B4-BE49-F238E27FC236}">
                    <a16:creationId xmlns:a16="http://schemas.microsoft.com/office/drawing/2014/main" id="{1B94A501-5D86-926B-3238-0D3ADFEE4B5C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0.02</a:t>
                </a:r>
              </a:p>
            </p:txBody>
          </p:sp>
          <p:sp>
            <p:nvSpPr>
              <p:cNvPr id="24245" name="tx4049">
                <a:extLst>
                  <a:ext uri="{FF2B5EF4-FFF2-40B4-BE49-F238E27FC236}">
                    <a16:creationId xmlns:a16="http://schemas.microsoft.com/office/drawing/2014/main" id="{6EF03C96-0449-7699-08E4-06DA4C2AA294}"/>
                  </a:ext>
                </a:extLst>
              </p:cNvPr>
              <p:cNvSpPr/>
              <p:nvPr/>
            </p:nvSpPr>
            <p:spPr>
              <a:xfrm>
                <a:off x="7041976" y="3900105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0.03</a:t>
                </a:r>
              </a:p>
            </p:txBody>
          </p:sp>
          <p:sp>
            <p:nvSpPr>
              <p:cNvPr id="24246" name="tx4050">
                <a:extLst>
                  <a:ext uri="{FF2B5EF4-FFF2-40B4-BE49-F238E27FC236}">
                    <a16:creationId xmlns:a16="http://schemas.microsoft.com/office/drawing/2014/main" id="{F211B288-BC12-7D37-E06E-842671EBFFE1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0.04</a:t>
                </a:r>
              </a:p>
            </p:txBody>
          </p:sp>
        </p:grpSp>
        <p:grpSp>
          <p:nvGrpSpPr>
            <p:cNvPr id="19540" name="Group 19539">
              <a:extLst>
                <a:ext uri="{FF2B5EF4-FFF2-40B4-BE49-F238E27FC236}">
                  <a16:creationId xmlns:a16="http://schemas.microsoft.com/office/drawing/2014/main" id="{0ADE32D4-32E4-0EBF-EE46-D5F65EDCDE83}"/>
                </a:ext>
              </a:extLst>
            </p:cNvPr>
            <p:cNvGrpSpPr/>
            <p:nvPr/>
          </p:nvGrpSpPr>
          <p:grpSpPr>
            <a:xfrm>
              <a:off x="11539729" y="16962120"/>
              <a:ext cx="1842945" cy="1728216"/>
              <a:chOff x="2483768" y="1853932"/>
              <a:chExt cx="3967904" cy="3667707"/>
            </a:xfrm>
          </p:grpSpPr>
          <p:sp>
            <p:nvSpPr>
              <p:cNvPr id="19551" name="rc5">
                <a:extLst>
                  <a:ext uri="{FF2B5EF4-FFF2-40B4-BE49-F238E27FC236}">
                    <a16:creationId xmlns:a16="http://schemas.microsoft.com/office/drawing/2014/main" id="{F7F2B674-A18C-8F63-C34A-BD0B2E10C25C}"/>
                  </a:ext>
                </a:extLst>
              </p:cNvPr>
              <p:cNvSpPr/>
              <p:nvPr/>
            </p:nvSpPr>
            <p:spPr>
              <a:xfrm>
                <a:off x="2483768" y="1859855"/>
                <a:ext cx="3967903" cy="3657377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2" name="pg29">
                <a:extLst>
                  <a:ext uri="{FF2B5EF4-FFF2-40B4-BE49-F238E27FC236}">
                    <a16:creationId xmlns:a16="http://schemas.microsoft.com/office/drawing/2014/main" id="{897558F0-B238-84BF-6AC8-5BEF77BE4D87}"/>
                  </a:ext>
                </a:extLst>
              </p:cNvPr>
              <p:cNvSpPr/>
              <p:nvPr/>
            </p:nvSpPr>
            <p:spPr>
              <a:xfrm>
                <a:off x="408979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3" name="pg30">
                <a:extLst>
                  <a:ext uri="{FF2B5EF4-FFF2-40B4-BE49-F238E27FC236}">
                    <a16:creationId xmlns:a16="http://schemas.microsoft.com/office/drawing/2014/main" id="{2707697D-F909-0D51-6167-30C3A0C81C1A}"/>
                  </a:ext>
                </a:extLst>
              </p:cNvPr>
              <p:cNvSpPr/>
              <p:nvPr/>
            </p:nvSpPr>
            <p:spPr>
              <a:xfrm>
                <a:off x="4171236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4" name="pg31">
                <a:extLst>
                  <a:ext uri="{FF2B5EF4-FFF2-40B4-BE49-F238E27FC236}">
                    <a16:creationId xmlns:a16="http://schemas.microsoft.com/office/drawing/2014/main" id="{7B4616E6-A877-EE81-5CCD-D76608A6BF45}"/>
                  </a:ext>
                </a:extLst>
              </p:cNvPr>
              <p:cNvSpPr/>
              <p:nvPr/>
            </p:nvSpPr>
            <p:spPr>
              <a:xfrm>
                <a:off x="425267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5" name="pg32">
                <a:extLst>
                  <a:ext uri="{FF2B5EF4-FFF2-40B4-BE49-F238E27FC236}">
                    <a16:creationId xmlns:a16="http://schemas.microsoft.com/office/drawing/2014/main" id="{69A942EE-D4E1-B5AE-AD99-484BD16531C0}"/>
                  </a:ext>
                </a:extLst>
              </p:cNvPr>
              <p:cNvSpPr/>
              <p:nvPr/>
            </p:nvSpPr>
            <p:spPr>
              <a:xfrm>
                <a:off x="4334110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6" name="pg33">
                <a:extLst>
                  <a:ext uri="{FF2B5EF4-FFF2-40B4-BE49-F238E27FC236}">
                    <a16:creationId xmlns:a16="http://schemas.microsoft.com/office/drawing/2014/main" id="{8152E5B6-F43C-B51A-71B1-4F0BAAF93674}"/>
                  </a:ext>
                </a:extLst>
              </p:cNvPr>
              <p:cNvSpPr/>
              <p:nvPr/>
            </p:nvSpPr>
            <p:spPr>
              <a:xfrm>
                <a:off x="4415547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7" name="pg34">
                <a:extLst>
                  <a:ext uri="{FF2B5EF4-FFF2-40B4-BE49-F238E27FC236}">
                    <a16:creationId xmlns:a16="http://schemas.microsoft.com/office/drawing/2014/main" id="{DEDC9F2C-67C4-6E1C-73EF-9953BC2AF431}"/>
                  </a:ext>
                </a:extLst>
              </p:cNvPr>
              <p:cNvSpPr/>
              <p:nvPr/>
            </p:nvSpPr>
            <p:spPr>
              <a:xfrm>
                <a:off x="449698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8" name="pg35">
                <a:extLst>
                  <a:ext uri="{FF2B5EF4-FFF2-40B4-BE49-F238E27FC236}">
                    <a16:creationId xmlns:a16="http://schemas.microsoft.com/office/drawing/2014/main" id="{694BB964-55E9-CA8B-B314-A13692DF50D9}"/>
                  </a:ext>
                </a:extLst>
              </p:cNvPr>
              <p:cNvSpPr/>
              <p:nvPr/>
            </p:nvSpPr>
            <p:spPr>
              <a:xfrm>
                <a:off x="457842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9" name="pg36">
                <a:extLst>
                  <a:ext uri="{FF2B5EF4-FFF2-40B4-BE49-F238E27FC236}">
                    <a16:creationId xmlns:a16="http://schemas.microsoft.com/office/drawing/2014/main" id="{779AFC0E-DBDD-84DC-5A08-FD7628B590E5}"/>
                  </a:ext>
                </a:extLst>
              </p:cNvPr>
              <p:cNvSpPr/>
              <p:nvPr/>
            </p:nvSpPr>
            <p:spPr>
              <a:xfrm>
                <a:off x="465985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0" name="pg37">
                <a:extLst>
                  <a:ext uri="{FF2B5EF4-FFF2-40B4-BE49-F238E27FC236}">
                    <a16:creationId xmlns:a16="http://schemas.microsoft.com/office/drawing/2014/main" id="{8B85996B-7E5A-092C-B3C6-9DAEBA30F109}"/>
                  </a:ext>
                </a:extLst>
              </p:cNvPr>
              <p:cNvSpPr/>
              <p:nvPr/>
            </p:nvSpPr>
            <p:spPr>
              <a:xfrm>
                <a:off x="506704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1" name="pg38">
                <a:extLst>
                  <a:ext uri="{FF2B5EF4-FFF2-40B4-BE49-F238E27FC236}">
                    <a16:creationId xmlns:a16="http://schemas.microsoft.com/office/drawing/2014/main" id="{188A3BE7-CB6F-70A9-D161-4A446FAEF4D9}"/>
                  </a:ext>
                </a:extLst>
              </p:cNvPr>
              <p:cNvSpPr/>
              <p:nvPr/>
            </p:nvSpPr>
            <p:spPr>
              <a:xfrm>
                <a:off x="514848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2" name="pg39">
                <a:extLst>
                  <a:ext uri="{FF2B5EF4-FFF2-40B4-BE49-F238E27FC236}">
                    <a16:creationId xmlns:a16="http://schemas.microsoft.com/office/drawing/2014/main" id="{344D4A7C-E3D4-B9AC-3E88-8BB0909096E2}"/>
                  </a:ext>
                </a:extLst>
              </p:cNvPr>
              <p:cNvSpPr/>
              <p:nvPr/>
            </p:nvSpPr>
            <p:spPr>
              <a:xfrm>
                <a:off x="522991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3" name="pg40">
                <a:extLst>
                  <a:ext uri="{FF2B5EF4-FFF2-40B4-BE49-F238E27FC236}">
                    <a16:creationId xmlns:a16="http://schemas.microsoft.com/office/drawing/2014/main" id="{28976B63-1845-A77F-361B-CC73431C45BB}"/>
                  </a:ext>
                </a:extLst>
              </p:cNvPr>
              <p:cNvSpPr/>
              <p:nvPr/>
            </p:nvSpPr>
            <p:spPr>
              <a:xfrm>
                <a:off x="5311355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4" name="pg41">
                <a:extLst>
                  <a:ext uri="{FF2B5EF4-FFF2-40B4-BE49-F238E27FC236}">
                    <a16:creationId xmlns:a16="http://schemas.microsoft.com/office/drawing/2014/main" id="{A25A1471-DF90-FBBE-0328-6CA540F971CA}"/>
                  </a:ext>
                </a:extLst>
              </p:cNvPr>
              <p:cNvSpPr/>
              <p:nvPr/>
            </p:nvSpPr>
            <p:spPr>
              <a:xfrm>
                <a:off x="539279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5" name="pg42">
                <a:extLst>
                  <a:ext uri="{FF2B5EF4-FFF2-40B4-BE49-F238E27FC236}">
                    <a16:creationId xmlns:a16="http://schemas.microsoft.com/office/drawing/2014/main" id="{8308EF06-E23F-3F46-0C4D-04A11DD6F6E8}"/>
                  </a:ext>
                </a:extLst>
              </p:cNvPr>
              <p:cNvSpPr/>
              <p:nvPr/>
            </p:nvSpPr>
            <p:spPr>
              <a:xfrm>
                <a:off x="368261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6" name="pg43">
                <a:extLst>
                  <a:ext uri="{FF2B5EF4-FFF2-40B4-BE49-F238E27FC236}">
                    <a16:creationId xmlns:a16="http://schemas.microsoft.com/office/drawing/2014/main" id="{066421B6-E787-D6CE-63D9-CA74CAE8CE20}"/>
                  </a:ext>
                </a:extLst>
              </p:cNvPr>
              <p:cNvSpPr/>
              <p:nvPr/>
            </p:nvSpPr>
            <p:spPr>
              <a:xfrm>
                <a:off x="376405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7" name="pg44">
                <a:extLst>
                  <a:ext uri="{FF2B5EF4-FFF2-40B4-BE49-F238E27FC236}">
                    <a16:creationId xmlns:a16="http://schemas.microsoft.com/office/drawing/2014/main" id="{5B9FFBC1-D10A-E020-4667-065887B5705B}"/>
                  </a:ext>
                </a:extLst>
              </p:cNvPr>
              <p:cNvSpPr/>
              <p:nvPr/>
            </p:nvSpPr>
            <p:spPr>
              <a:xfrm>
                <a:off x="384548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8" name="pg45">
                <a:extLst>
                  <a:ext uri="{FF2B5EF4-FFF2-40B4-BE49-F238E27FC236}">
                    <a16:creationId xmlns:a16="http://schemas.microsoft.com/office/drawing/2014/main" id="{E80389DA-EEC9-28A4-34E5-4460A70B4AA2}"/>
                  </a:ext>
                </a:extLst>
              </p:cNvPr>
              <p:cNvSpPr/>
              <p:nvPr/>
            </p:nvSpPr>
            <p:spPr>
              <a:xfrm>
                <a:off x="392692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9" name="pg46">
                <a:extLst>
                  <a:ext uri="{FF2B5EF4-FFF2-40B4-BE49-F238E27FC236}">
                    <a16:creationId xmlns:a16="http://schemas.microsoft.com/office/drawing/2014/main" id="{BEBC8E98-43D5-9B63-AA5B-7DADC09AA2B5}"/>
                  </a:ext>
                </a:extLst>
              </p:cNvPr>
              <p:cNvSpPr/>
              <p:nvPr/>
            </p:nvSpPr>
            <p:spPr>
              <a:xfrm>
                <a:off x="400836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0" name="pg47">
                <a:extLst>
                  <a:ext uri="{FF2B5EF4-FFF2-40B4-BE49-F238E27FC236}">
                    <a16:creationId xmlns:a16="http://schemas.microsoft.com/office/drawing/2014/main" id="{4A987E83-41ED-2BF3-A0D6-D49A6C9529A4}"/>
                  </a:ext>
                </a:extLst>
              </p:cNvPr>
              <p:cNvSpPr/>
              <p:nvPr/>
            </p:nvSpPr>
            <p:spPr>
              <a:xfrm>
                <a:off x="408979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1" name="pg48">
                <a:extLst>
                  <a:ext uri="{FF2B5EF4-FFF2-40B4-BE49-F238E27FC236}">
                    <a16:creationId xmlns:a16="http://schemas.microsoft.com/office/drawing/2014/main" id="{B35A70A1-AE5F-2C32-22CE-D657C8D8A55D}"/>
                  </a:ext>
                </a:extLst>
              </p:cNvPr>
              <p:cNvSpPr/>
              <p:nvPr/>
            </p:nvSpPr>
            <p:spPr>
              <a:xfrm>
                <a:off x="4171236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2" name="pg49">
                <a:extLst>
                  <a:ext uri="{FF2B5EF4-FFF2-40B4-BE49-F238E27FC236}">
                    <a16:creationId xmlns:a16="http://schemas.microsoft.com/office/drawing/2014/main" id="{76FE37E3-CD2F-217A-53A4-4190CD08A5CC}"/>
                  </a:ext>
                </a:extLst>
              </p:cNvPr>
              <p:cNvSpPr/>
              <p:nvPr/>
            </p:nvSpPr>
            <p:spPr>
              <a:xfrm>
                <a:off x="425267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3" name="pg50">
                <a:extLst>
                  <a:ext uri="{FF2B5EF4-FFF2-40B4-BE49-F238E27FC236}">
                    <a16:creationId xmlns:a16="http://schemas.microsoft.com/office/drawing/2014/main" id="{BBFB3B23-7DE8-C2FB-CCF0-98090DBDF61E}"/>
                  </a:ext>
                </a:extLst>
              </p:cNvPr>
              <p:cNvSpPr/>
              <p:nvPr/>
            </p:nvSpPr>
            <p:spPr>
              <a:xfrm>
                <a:off x="433411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4" name="pg51">
                <a:extLst>
                  <a:ext uri="{FF2B5EF4-FFF2-40B4-BE49-F238E27FC236}">
                    <a16:creationId xmlns:a16="http://schemas.microsoft.com/office/drawing/2014/main" id="{5E9A0226-7CFC-2432-189E-DA7477917B56}"/>
                  </a:ext>
                </a:extLst>
              </p:cNvPr>
              <p:cNvSpPr/>
              <p:nvPr/>
            </p:nvSpPr>
            <p:spPr>
              <a:xfrm>
                <a:off x="441554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5" name="pg52">
                <a:extLst>
                  <a:ext uri="{FF2B5EF4-FFF2-40B4-BE49-F238E27FC236}">
                    <a16:creationId xmlns:a16="http://schemas.microsoft.com/office/drawing/2014/main" id="{BA7BC7D6-71F9-C4FF-7598-700ECD530EE6}"/>
                  </a:ext>
                </a:extLst>
              </p:cNvPr>
              <p:cNvSpPr/>
              <p:nvPr/>
            </p:nvSpPr>
            <p:spPr>
              <a:xfrm>
                <a:off x="449698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6" name="pg53">
                <a:extLst>
                  <a:ext uri="{FF2B5EF4-FFF2-40B4-BE49-F238E27FC236}">
                    <a16:creationId xmlns:a16="http://schemas.microsoft.com/office/drawing/2014/main" id="{55DAFC50-631D-CD66-AEEC-9A9EFA66E0E6}"/>
                  </a:ext>
                </a:extLst>
              </p:cNvPr>
              <p:cNvSpPr/>
              <p:nvPr/>
            </p:nvSpPr>
            <p:spPr>
              <a:xfrm>
                <a:off x="457842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7" name="pg54">
                <a:extLst>
                  <a:ext uri="{FF2B5EF4-FFF2-40B4-BE49-F238E27FC236}">
                    <a16:creationId xmlns:a16="http://schemas.microsoft.com/office/drawing/2014/main" id="{8A577034-FDCD-9765-A058-2C40A0E55C55}"/>
                  </a:ext>
                </a:extLst>
              </p:cNvPr>
              <p:cNvSpPr/>
              <p:nvPr/>
            </p:nvSpPr>
            <p:spPr>
              <a:xfrm>
                <a:off x="498560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8" name="pg55">
                <a:extLst>
                  <a:ext uri="{FF2B5EF4-FFF2-40B4-BE49-F238E27FC236}">
                    <a16:creationId xmlns:a16="http://schemas.microsoft.com/office/drawing/2014/main" id="{8362AAED-CDBF-F7CB-DBE0-7E8DFE2AF030}"/>
                  </a:ext>
                </a:extLst>
              </p:cNvPr>
              <p:cNvSpPr/>
              <p:nvPr/>
            </p:nvSpPr>
            <p:spPr>
              <a:xfrm>
                <a:off x="506704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9" name="pg56">
                <a:extLst>
                  <a:ext uri="{FF2B5EF4-FFF2-40B4-BE49-F238E27FC236}">
                    <a16:creationId xmlns:a16="http://schemas.microsoft.com/office/drawing/2014/main" id="{D5E44C33-7EA1-7737-BDD2-F5F962021FA7}"/>
                  </a:ext>
                </a:extLst>
              </p:cNvPr>
              <p:cNvSpPr/>
              <p:nvPr/>
            </p:nvSpPr>
            <p:spPr>
              <a:xfrm>
                <a:off x="514848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0" name="pg57">
                <a:extLst>
                  <a:ext uri="{FF2B5EF4-FFF2-40B4-BE49-F238E27FC236}">
                    <a16:creationId xmlns:a16="http://schemas.microsoft.com/office/drawing/2014/main" id="{07B56876-5B3B-34EA-8789-22B10A82089E}"/>
                  </a:ext>
                </a:extLst>
              </p:cNvPr>
              <p:cNvSpPr/>
              <p:nvPr/>
            </p:nvSpPr>
            <p:spPr>
              <a:xfrm>
                <a:off x="522991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1" name="pg58">
                <a:extLst>
                  <a:ext uri="{FF2B5EF4-FFF2-40B4-BE49-F238E27FC236}">
                    <a16:creationId xmlns:a16="http://schemas.microsoft.com/office/drawing/2014/main" id="{34A8C239-7583-4D4E-46E4-25837A7D51F5}"/>
                  </a:ext>
                </a:extLst>
              </p:cNvPr>
              <p:cNvSpPr/>
              <p:nvPr/>
            </p:nvSpPr>
            <p:spPr>
              <a:xfrm>
                <a:off x="5311355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2" name="pg59">
                <a:extLst>
                  <a:ext uri="{FF2B5EF4-FFF2-40B4-BE49-F238E27FC236}">
                    <a16:creationId xmlns:a16="http://schemas.microsoft.com/office/drawing/2014/main" id="{5D52F1A3-D329-5B25-C3CC-60FD7801C0CA}"/>
                  </a:ext>
                </a:extLst>
              </p:cNvPr>
              <p:cNvSpPr/>
              <p:nvPr/>
            </p:nvSpPr>
            <p:spPr>
              <a:xfrm>
                <a:off x="539279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3" name="pg60">
                <a:extLst>
                  <a:ext uri="{FF2B5EF4-FFF2-40B4-BE49-F238E27FC236}">
                    <a16:creationId xmlns:a16="http://schemas.microsoft.com/office/drawing/2014/main" id="{EC930F9A-5230-C82F-2CC3-58CE652FF967}"/>
                  </a:ext>
                </a:extLst>
              </p:cNvPr>
              <p:cNvSpPr/>
              <p:nvPr/>
            </p:nvSpPr>
            <p:spPr>
              <a:xfrm>
                <a:off x="360117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4" name="pg61">
                <a:extLst>
                  <a:ext uri="{FF2B5EF4-FFF2-40B4-BE49-F238E27FC236}">
                    <a16:creationId xmlns:a16="http://schemas.microsoft.com/office/drawing/2014/main" id="{6FACBAE4-F691-C569-AD93-7C888399A194}"/>
                  </a:ext>
                </a:extLst>
              </p:cNvPr>
              <p:cNvSpPr/>
              <p:nvPr/>
            </p:nvSpPr>
            <p:spPr>
              <a:xfrm>
                <a:off x="368261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5" name="pg62">
                <a:extLst>
                  <a:ext uri="{FF2B5EF4-FFF2-40B4-BE49-F238E27FC236}">
                    <a16:creationId xmlns:a16="http://schemas.microsoft.com/office/drawing/2014/main" id="{6998EC77-9DAE-6338-2B48-F0F1D93D3650}"/>
                  </a:ext>
                </a:extLst>
              </p:cNvPr>
              <p:cNvSpPr/>
              <p:nvPr/>
            </p:nvSpPr>
            <p:spPr>
              <a:xfrm>
                <a:off x="376405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6" name="pg63">
                <a:extLst>
                  <a:ext uri="{FF2B5EF4-FFF2-40B4-BE49-F238E27FC236}">
                    <a16:creationId xmlns:a16="http://schemas.microsoft.com/office/drawing/2014/main" id="{806E0B54-07CF-106E-D0CC-53D98B4029CF}"/>
                  </a:ext>
                </a:extLst>
              </p:cNvPr>
              <p:cNvSpPr/>
              <p:nvPr/>
            </p:nvSpPr>
            <p:spPr>
              <a:xfrm>
                <a:off x="384548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7" name="pg64">
                <a:extLst>
                  <a:ext uri="{FF2B5EF4-FFF2-40B4-BE49-F238E27FC236}">
                    <a16:creationId xmlns:a16="http://schemas.microsoft.com/office/drawing/2014/main" id="{7F8D22F2-FAAC-0813-975C-23CA3F6A78AE}"/>
                  </a:ext>
                </a:extLst>
              </p:cNvPr>
              <p:cNvSpPr/>
              <p:nvPr/>
            </p:nvSpPr>
            <p:spPr>
              <a:xfrm>
                <a:off x="392692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8" name="pg65">
                <a:extLst>
                  <a:ext uri="{FF2B5EF4-FFF2-40B4-BE49-F238E27FC236}">
                    <a16:creationId xmlns:a16="http://schemas.microsoft.com/office/drawing/2014/main" id="{239092D9-B9C5-EE86-1A3A-C2DD3259C8CB}"/>
                  </a:ext>
                </a:extLst>
              </p:cNvPr>
              <p:cNvSpPr/>
              <p:nvPr/>
            </p:nvSpPr>
            <p:spPr>
              <a:xfrm>
                <a:off x="400836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9" name="pg66">
                <a:extLst>
                  <a:ext uri="{FF2B5EF4-FFF2-40B4-BE49-F238E27FC236}">
                    <a16:creationId xmlns:a16="http://schemas.microsoft.com/office/drawing/2014/main" id="{6703ECD3-A17B-A37E-FEF5-9D115ED14700}"/>
                  </a:ext>
                </a:extLst>
              </p:cNvPr>
              <p:cNvSpPr/>
              <p:nvPr/>
            </p:nvSpPr>
            <p:spPr>
              <a:xfrm>
                <a:off x="408979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0" name="pg67">
                <a:extLst>
                  <a:ext uri="{FF2B5EF4-FFF2-40B4-BE49-F238E27FC236}">
                    <a16:creationId xmlns:a16="http://schemas.microsoft.com/office/drawing/2014/main" id="{3E699C02-2B3E-C6CF-03A2-923D152FDC3F}"/>
                  </a:ext>
                </a:extLst>
              </p:cNvPr>
              <p:cNvSpPr/>
              <p:nvPr/>
            </p:nvSpPr>
            <p:spPr>
              <a:xfrm>
                <a:off x="417123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1" name="pg68">
                <a:extLst>
                  <a:ext uri="{FF2B5EF4-FFF2-40B4-BE49-F238E27FC236}">
                    <a16:creationId xmlns:a16="http://schemas.microsoft.com/office/drawing/2014/main" id="{7E1F6E16-25FE-B605-C458-488E0CAAA844}"/>
                  </a:ext>
                </a:extLst>
              </p:cNvPr>
              <p:cNvSpPr/>
              <p:nvPr/>
            </p:nvSpPr>
            <p:spPr>
              <a:xfrm>
                <a:off x="425267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2" name="pg69">
                <a:extLst>
                  <a:ext uri="{FF2B5EF4-FFF2-40B4-BE49-F238E27FC236}">
                    <a16:creationId xmlns:a16="http://schemas.microsoft.com/office/drawing/2014/main" id="{59C19D74-48BC-F4B2-693B-B92BFE577878}"/>
                  </a:ext>
                </a:extLst>
              </p:cNvPr>
              <p:cNvSpPr/>
              <p:nvPr/>
            </p:nvSpPr>
            <p:spPr>
              <a:xfrm>
                <a:off x="433411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3" name="pg70">
                <a:extLst>
                  <a:ext uri="{FF2B5EF4-FFF2-40B4-BE49-F238E27FC236}">
                    <a16:creationId xmlns:a16="http://schemas.microsoft.com/office/drawing/2014/main" id="{C166B748-167A-F9FA-2C14-09AE5FF4F0DE}"/>
                  </a:ext>
                </a:extLst>
              </p:cNvPr>
              <p:cNvSpPr/>
              <p:nvPr/>
            </p:nvSpPr>
            <p:spPr>
              <a:xfrm>
                <a:off x="441554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4" name="pg71">
                <a:extLst>
                  <a:ext uri="{FF2B5EF4-FFF2-40B4-BE49-F238E27FC236}">
                    <a16:creationId xmlns:a16="http://schemas.microsoft.com/office/drawing/2014/main" id="{187E4764-FBCF-468B-1EE4-815A35EE93C6}"/>
                  </a:ext>
                </a:extLst>
              </p:cNvPr>
              <p:cNvSpPr/>
              <p:nvPr/>
            </p:nvSpPr>
            <p:spPr>
              <a:xfrm>
                <a:off x="449698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5" name="pg72">
                <a:extLst>
                  <a:ext uri="{FF2B5EF4-FFF2-40B4-BE49-F238E27FC236}">
                    <a16:creationId xmlns:a16="http://schemas.microsoft.com/office/drawing/2014/main" id="{8CF3D2F7-F3C9-BBEF-30B2-AB40C0CC04C4}"/>
                  </a:ext>
                </a:extLst>
              </p:cNvPr>
              <p:cNvSpPr/>
              <p:nvPr/>
            </p:nvSpPr>
            <p:spPr>
              <a:xfrm>
                <a:off x="490417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6" name="pg73">
                <a:extLst>
                  <a:ext uri="{FF2B5EF4-FFF2-40B4-BE49-F238E27FC236}">
                    <a16:creationId xmlns:a16="http://schemas.microsoft.com/office/drawing/2014/main" id="{DDBE47F2-E846-27AF-B3EF-C00F776F1335}"/>
                  </a:ext>
                </a:extLst>
              </p:cNvPr>
              <p:cNvSpPr/>
              <p:nvPr/>
            </p:nvSpPr>
            <p:spPr>
              <a:xfrm>
                <a:off x="498560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7" name="pg74">
                <a:extLst>
                  <a:ext uri="{FF2B5EF4-FFF2-40B4-BE49-F238E27FC236}">
                    <a16:creationId xmlns:a16="http://schemas.microsoft.com/office/drawing/2014/main" id="{B4C862ED-E280-B7AE-A0EC-3D4BE7AD167C}"/>
                  </a:ext>
                </a:extLst>
              </p:cNvPr>
              <p:cNvSpPr/>
              <p:nvPr/>
            </p:nvSpPr>
            <p:spPr>
              <a:xfrm>
                <a:off x="506704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8" name="pg75">
                <a:extLst>
                  <a:ext uri="{FF2B5EF4-FFF2-40B4-BE49-F238E27FC236}">
                    <a16:creationId xmlns:a16="http://schemas.microsoft.com/office/drawing/2014/main" id="{AFB3D0EB-21D2-450D-5FE8-3DF17FE0B7B9}"/>
                  </a:ext>
                </a:extLst>
              </p:cNvPr>
              <p:cNvSpPr/>
              <p:nvPr/>
            </p:nvSpPr>
            <p:spPr>
              <a:xfrm>
                <a:off x="514848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9" name="pg76">
                <a:extLst>
                  <a:ext uri="{FF2B5EF4-FFF2-40B4-BE49-F238E27FC236}">
                    <a16:creationId xmlns:a16="http://schemas.microsoft.com/office/drawing/2014/main" id="{32ABF66D-CE32-63E6-1184-A36FD8EF124B}"/>
                  </a:ext>
                </a:extLst>
              </p:cNvPr>
              <p:cNvSpPr/>
              <p:nvPr/>
            </p:nvSpPr>
            <p:spPr>
              <a:xfrm>
                <a:off x="522991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0" name="pg77">
                <a:extLst>
                  <a:ext uri="{FF2B5EF4-FFF2-40B4-BE49-F238E27FC236}">
                    <a16:creationId xmlns:a16="http://schemas.microsoft.com/office/drawing/2014/main" id="{9B47D08C-2DD9-B350-E407-B632F8B94FA8}"/>
                  </a:ext>
                </a:extLst>
              </p:cNvPr>
              <p:cNvSpPr/>
              <p:nvPr/>
            </p:nvSpPr>
            <p:spPr>
              <a:xfrm>
                <a:off x="5311355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1" name="pg78">
                <a:extLst>
                  <a:ext uri="{FF2B5EF4-FFF2-40B4-BE49-F238E27FC236}">
                    <a16:creationId xmlns:a16="http://schemas.microsoft.com/office/drawing/2014/main" id="{71C3932F-AD22-A887-05E9-87D1332AE991}"/>
                  </a:ext>
                </a:extLst>
              </p:cNvPr>
              <p:cNvSpPr/>
              <p:nvPr/>
            </p:nvSpPr>
            <p:spPr>
              <a:xfrm>
                <a:off x="539279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2" name="pg79">
                <a:extLst>
                  <a:ext uri="{FF2B5EF4-FFF2-40B4-BE49-F238E27FC236}">
                    <a16:creationId xmlns:a16="http://schemas.microsoft.com/office/drawing/2014/main" id="{AE78428F-EF6E-DDC0-561C-0A70D474BC5D}"/>
                  </a:ext>
                </a:extLst>
              </p:cNvPr>
              <p:cNvSpPr/>
              <p:nvPr/>
            </p:nvSpPr>
            <p:spPr>
              <a:xfrm>
                <a:off x="343830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3" name="pg80">
                <a:extLst>
                  <a:ext uri="{FF2B5EF4-FFF2-40B4-BE49-F238E27FC236}">
                    <a16:creationId xmlns:a16="http://schemas.microsoft.com/office/drawing/2014/main" id="{40754030-C3A7-8FDB-B87F-4CC0D9A09064}"/>
                  </a:ext>
                </a:extLst>
              </p:cNvPr>
              <p:cNvSpPr/>
              <p:nvPr/>
            </p:nvSpPr>
            <p:spPr>
              <a:xfrm>
                <a:off x="351973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4" name="pg81">
                <a:extLst>
                  <a:ext uri="{FF2B5EF4-FFF2-40B4-BE49-F238E27FC236}">
                    <a16:creationId xmlns:a16="http://schemas.microsoft.com/office/drawing/2014/main" id="{F4E53AFC-2244-E432-E184-143368B759DD}"/>
                  </a:ext>
                </a:extLst>
              </p:cNvPr>
              <p:cNvSpPr/>
              <p:nvPr/>
            </p:nvSpPr>
            <p:spPr>
              <a:xfrm>
                <a:off x="360117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5" name="pg82">
                <a:extLst>
                  <a:ext uri="{FF2B5EF4-FFF2-40B4-BE49-F238E27FC236}">
                    <a16:creationId xmlns:a16="http://schemas.microsoft.com/office/drawing/2014/main" id="{AA896FAC-A9DE-7045-3D47-690142421607}"/>
                  </a:ext>
                </a:extLst>
              </p:cNvPr>
              <p:cNvSpPr/>
              <p:nvPr/>
            </p:nvSpPr>
            <p:spPr>
              <a:xfrm>
                <a:off x="368261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6" name="pg83">
                <a:extLst>
                  <a:ext uri="{FF2B5EF4-FFF2-40B4-BE49-F238E27FC236}">
                    <a16:creationId xmlns:a16="http://schemas.microsoft.com/office/drawing/2014/main" id="{91FBEA59-DB3F-B2E9-E256-D22897E475C9}"/>
                  </a:ext>
                </a:extLst>
              </p:cNvPr>
              <p:cNvSpPr/>
              <p:nvPr/>
            </p:nvSpPr>
            <p:spPr>
              <a:xfrm>
                <a:off x="376405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7" name="pg84">
                <a:extLst>
                  <a:ext uri="{FF2B5EF4-FFF2-40B4-BE49-F238E27FC236}">
                    <a16:creationId xmlns:a16="http://schemas.microsoft.com/office/drawing/2014/main" id="{BB67EAAC-5559-6F99-C969-E460888E7771}"/>
                  </a:ext>
                </a:extLst>
              </p:cNvPr>
              <p:cNvSpPr/>
              <p:nvPr/>
            </p:nvSpPr>
            <p:spPr>
              <a:xfrm>
                <a:off x="384548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8" name="pg85">
                <a:extLst>
                  <a:ext uri="{FF2B5EF4-FFF2-40B4-BE49-F238E27FC236}">
                    <a16:creationId xmlns:a16="http://schemas.microsoft.com/office/drawing/2014/main" id="{2A31AFC3-7FD1-3093-5475-D8482855DC71}"/>
                  </a:ext>
                </a:extLst>
              </p:cNvPr>
              <p:cNvSpPr/>
              <p:nvPr/>
            </p:nvSpPr>
            <p:spPr>
              <a:xfrm>
                <a:off x="392692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9" name="pg86">
                <a:extLst>
                  <a:ext uri="{FF2B5EF4-FFF2-40B4-BE49-F238E27FC236}">
                    <a16:creationId xmlns:a16="http://schemas.microsoft.com/office/drawing/2014/main" id="{64CE043A-1363-5B15-FB8D-40FF45D4A40B}"/>
                  </a:ext>
                </a:extLst>
              </p:cNvPr>
              <p:cNvSpPr/>
              <p:nvPr/>
            </p:nvSpPr>
            <p:spPr>
              <a:xfrm>
                <a:off x="400836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0" name="pg87">
                <a:extLst>
                  <a:ext uri="{FF2B5EF4-FFF2-40B4-BE49-F238E27FC236}">
                    <a16:creationId xmlns:a16="http://schemas.microsoft.com/office/drawing/2014/main" id="{D7F55AFE-34FC-75A9-45B8-AFF2D2328CCF}"/>
                  </a:ext>
                </a:extLst>
              </p:cNvPr>
              <p:cNvSpPr/>
              <p:nvPr/>
            </p:nvSpPr>
            <p:spPr>
              <a:xfrm>
                <a:off x="408979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1" name="pg88">
                <a:extLst>
                  <a:ext uri="{FF2B5EF4-FFF2-40B4-BE49-F238E27FC236}">
                    <a16:creationId xmlns:a16="http://schemas.microsoft.com/office/drawing/2014/main" id="{0052DB6D-727D-73B8-2E8D-F6101FD05E14}"/>
                  </a:ext>
                </a:extLst>
              </p:cNvPr>
              <p:cNvSpPr/>
              <p:nvPr/>
            </p:nvSpPr>
            <p:spPr>
              <a:xfrm>
                <a:off x="417123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2" name="pg89">
                <a:extLst>
                  <a:ext uri="{FF2B5EF4-FFF2-40B4-BE49-F238E27FC236}">
                    <a16:creationId xmlns:a16="http://schemas.microsoft.com/office/drawing/2014/main" id="{11D01A71-9B65-880F-C4E4-0DDD9DA067A2}"/>
                  </a:ext>
                </a:extLst>
              </p:cNvPr>
              <p:cNvSpPr/>
              <p:nvPr/>
            </p:nvSpPr>
            <p:spPr>
              <a:xfrm>
                <a:off x="425267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3" name="pg90">
                <a:extLst>
                  <a:ext uri="{FF2B5EF4-FFF2-40B4-BE49-F238E27FC236}">
                    <a16:creationId xmlns:a16="http://schemas.microsoft.com/office/drawing/2014/main" id="{D8CC58D7-EEB3-D341-7B24-4488A5C2F33E}"/>
                  </a:ext>
                </a:extLst>
              </p:cNvPr>
              <p:cNvSpPr/>
              <p:nvPr/>
            </p:nvSpPr>
            <p:spPr>
              <a:xfrm>
                <a:off x="433411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4" name="pg91">
                <a:extLst>
                  <a:ext uri="{FF2B5EF4-FFF2-40B4-BE49-F238E27FC236}">
                    <a16:creationId xmlns:a16="http://schemas.microsoft.com/office/drawing/2014/main" id="{EFF2BA5A-FCDF-AF9E-8EA5-1604580CB78C}"/>
                  </a:ext>
                </a:extLst>
              </p:cNvPr>
              <p:cNvSpPr/>
              <p:nvPr/>
            </p:nvSpPr>
            <p:spPr>
              <a:xfrm>
                <a:off x="482273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5" name="pg92">
                <a:extLst>
                  <a:ext uri="{FF2B5EF4-FFF2-40B4-BE49-F238E27FC236}">
                    <a16:creationId xmlns:a16="http://schemas.microsoft.com/office/drawing/2014/main" id="{1CF2E102-FD5E-987A-1F10-AE696F4A06A5}"/>
                  </a:ext>
                </a:extLst>
              </p:cNvPr>
              <p:cNvSpPr/>
              <p:nvPr/>
            </p:nvSpPr>
            <p:spPr>
              <a:xfrm>
                <a:off x="490417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6" name="pg93">
                <a:extLst>
                  <a:ext uri="{FF2B5EF4-FFF2-40B4-BE49-F238E27FC236}">
                    <a16:creationId xmlns:a16="http://schemas.microsoft.com/office/drawing/2014/main" id="{7FC6CC82-18E7-5460-AA66-E74D85FBBD84}"/>
                  </a:ext>
                </a:extLst>
              </p:cNvPr>
              <p:cNvSpPr/>
              <p:nvPr/>
            </p:nvSpPr>
            <p:spPr>
              <a:xfrm>
                <a:off x="498560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7" name="pg94">
                <a:extLst>
                  <a:ext uri="{FF2B5EF4-FFF2-40B4-BE49-F238E27FC236}">
                    <a16:creationId xmlns:a16="http://schemas.microsoft.com/office/drawing/2014/main" id="{DD438B1B-1009-0BC2-DEA1-10FE7FA8BFD4}"/>
                  </a:ext>
                </a:extLst>
              </p:cNvPr>
              <p:cNvSpPr/>
              <p:nvPr/>
            </p:nvSpPr>
            <p:spPr>
              <a:xfrm>
                <a:off x="506704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8" name="pg95">
                <a:extLst>
                  <a:ext uri="{FF2B5EF4-FFF2-40B4-BE49-F238E27FC236}">
                    <a16:creationId xmlns:a16="http://schemas.microsoft.com/office/drawing/2014/main" id="{300ADB35-26E7-4E7F-9C3A-20CD60A34767}"/>
                  </a:ext>
                </a:extLst>
              </p:cNvPr>
              <p:cNvSpPr/>
              <p:nvPr/>
            </p:nvSpPr>
            <p:spPr>
              <a:xfrm>
                <a:off x="514848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9" name="pg96">
                <a:extLst>
                  <a:ext uri="{FF2B5EF4-FFF2-40B4-BE49-F238E27FC236}">
                    <a16:creationId xmlns:a16="http://schemas.microsoft.com/office/drawing/2014/main" id="{1C4FF80F-AECE-0AE6-7F2B-E07AF8FD874A}"/>
                  </a:ext>
                </a:extLst>
              </p:cNvPr>
              <p:cNvSpPr/>
              <p:nvPr/>
            </p:nvSpPr>
            <p:spPr>
              <a:xfrm>
                <a:off x="522991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0" name="pg97">
                <a:extLst>
                  <a:ext uri="{FF2B5EF4-FFF2-40B4-BE49-F238E27FC236}">
                    <a16:creationId xmlns:a16="http://schemas.microsoft.com/office/drawing/2014/main" id="{E74D0D77-F665-39B0-07A0-B512B0DE9FAB}"/>
                  </a:ext>
                </a:extLst>
              </p:cNvPr>
              <p:cNvSpPr/>
              <p:nvPr/>
            </p:nvSpPr>
            <p:spPr>
              <a:xfrm>
                <a:off x="327542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1" name="pg98">
                <a:extLst>
                  <a:ext uri="{FF2B5EF4-FFF2-40B4-BE49-F238E27FC236}">
                    <a16:creationId xmlns:a16="http://schemas.microsoft.com/office/drawing/2014/main" id="{69D537D7-B1A7-8C3B-07F4-3C7159267E2F}"/>
                  </a:ext>
                </a:extLst>
              </p:cNvPr>
              <p:cNvSpPr/>
              <p:nvPr/>
            </p:nvSpPr>
            <p:spPr>
              <a:xfrm>
                <a:off x="335686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2" name="pg99">
                <a:extLst>
                  <a:ext uri="{FF2B5EF4-FFF2-40B4-BE49-F238E27FC236}">
                    <a16:creationId xmlns:a16="http://schemas.microsoft.com/office/drawing/2014/main" id="{712C065D-63F5-A8EC-5945-0F859A0BD886}"/>
                  </a:ext>
                </a:extLst>
              </p:cNvPr>
              <p:cNvSpPr/>
              <p:nvPr/>
            </p:nvSpPr>
            <p:spPr>
              <a:xfrm>
                <a:off x="343830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3" name="pg100">
                <a:extLst>
                  <a:ext uri="{FF2B5EF4-FFF2-40B4-BE49-F238E27FC236}">
                    <a16:creationId xmlns:a16="http://schemas.microsoft.com/office/drawing/2014/main" id="{26987695-A875-B9AC-9E3B-1BB3FC55C412}"/>
                  </a:ext>
                </a:extLst>
              </p:cNvPr>
              <p:cNvSpPr/>
              <p:nvPr/>
            </p:nvSpPr>
            <p:spPr>
              <a:xfrm>
                <a:off x="351973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4" name="pg101">
                <a:extLst>
                  <a:ext uri="{FF2B5EF4-FFF2-40B4-BE49-F238E27FC236}">
                    <a16:creationId xmlns:a16="http://schemas.microsoft.com/office/drawing/2014/main" id="{A9AC397B-34C1-501C-6755-210F7D359656}"/>
                  </a:ext>
                </a:extLst>
              </p:cNvPr>
              <p:cNvSpPr/>
              <p:nvPr/>
            </p:nvSpPr>
            <p:spPr>
              <a:xfrm>
                <a:off x="360117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5" name="pg102">
                <a:extLst>
                  <a:ext uri="{FF2B5EF4-FFF2-40B4-BE49-F238E27FC236}">
                    <a16:creationId xmlns:a16="http://schemas.microsoft.com/office/drawing/2014/main" id="{FCF7D5F9-0FE8-A51A-3672-28F2713A0081}"/>
                  </a:ext>
                </a:extLst>
              </p:cNvPr>
              <p:cNvSpPr/>
              <p:nvPr/>
            </p:nvSpPr>
            <p:spPr>
              <a:xfrm>
                <a:off x="368261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6" name="pg103">
                <a:extLst>
                  <a:ext uri="{FF2B5EF4-FFF2-40B4-BE49-F238E27FC236}">
                    <a16:creationId xmlns:a16="http://schemas.microsoft.com/office/drawing/2014/main" id="{646DEE97-1958-E4A4-8DDB-417A9E51040B}"/>
                  </a:ext>
                </a:extLst>
              </p:cNvPr>
              <p:cNvSpPr/>
              <p:nvPr/>
            </p:nvSpPr>
            <p:spPr>
              <a:xfrm>
                <a:off x="376405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7" name="pg104">
                <a:extLst>
                  <a:ext uri="{FF2B5EF4-FFF2-40B4-BE49-F238E27FC236}">
                    <a16:creationId xmlns:a16="http://schemas.microsoft.com/office/drawing/2014/main" id="{D03EC2A4-8E2C-6A82-2E7A-3581C3DD6EC2}"/>
                  </a:ext>
                </a:extLst>
              </p:cNvPr>
              <p:cNvSpPr/>
              <p:nvPr/>
            </p:nvSpPr>
            <p:spPr>
              <a:xfrm>
                <a:off x="384548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8" name="pg105">
                <a:extLst>
                  <a:ext uri="{FF2B5EF4-FFF2-40B4-BE49-F238E27FC236}">
                    <a16:creationId xmlns:a16="http://schemas.microsoft.com/office/drawing/2014/main" id="{2DDA769C-1255-207F-7BFC-7681E1C5A90A}"/>
                  </a:ext>
                </a:extLst>
              </p:cNvPr>
              <p:cNvSpPr/>
              <p:nvPr/>
            </p:nvSpPr>
            <p:spPr>
              <a:xfrm>
                <a:off x="392692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9" name="pg106">
                <a:extLst>
                  <a:ext uri="{FF2B5EF4-FFF2-40B4-BE49-F238E27FC236}">
                    <a16:creationId xmlns:a16="http://schemas.microsoft.com/office/drawing/2014/main" id="{4CF8644E-A55C-2089-9C4F-1457385E2891}"/>
                  </a:ext>
                </a:extLst>
              </p:cNvPr>
              <p:cNvSpPr/>
              <p:nvPr/>
            </p:nvSpPr>
            <p:spPr>
              <a:xfrm>
                <a:off x="400836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0" name="pg107">
                <a:extLst>
                  <a:ext uri="{FF2B5EF4-FFF2-40B4-BE49-F238E27FC236}">
                    <a16:creationId xmlns:a16="http://schemas.microsoft.com/office/drawing/2014/main" id="{0A599E3F-F454-4F08-AAEC-42DCCCE31EB6}"/>
                  </a:ext>
                </a:extLst>
              </p:cNvPr>
              <p:cNvSpPr/>
              <p:nvPr/>
            </p:nvSpPr>
            <p:spPr>
              <a:xfrm>
                <a:off x="408979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1" name="pg108">
                <a:extLst>
                  <a:ext uri="{FF2B5EF4-FFF2-40B4-BE49-F238E27FC236}">
                    <a16:creationId xmlns:a16="http://schemas.microsoft.com/office/drawing/2014/main" id="{7104A674-E3B1-4FEA-F1CD-94E9CC8641A3}"/>
                  </a:ext>
                </a:extLst>
              </p:cNvPr>
              <p:cNvSpPr/>
              <p:nvPr/>
            </p:nvSpPr>
            <p:spPr>
              <a:xfrm>
                <a:off x="417123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2" name="pg109">
                <a:extLst>
                  <a:ext uri="{FF2B5EF4-FFF2-40B4-BE49-F238E27FC236}">
                    <a16:creationId xmlns:a16="http://schemas.microsoft.com/office/drawing/2014/main" id="{C824D5C5-80DB-9999-9107-04E0443E55E4}"/>
                  </a:ext>
                </a:extLst>
              </p:cNvPr>
              <p:cNvSpPr/>
              <p:nvPr/>
            </p:nvSpPr>
            <p:spPr>
              <a:xfrm>
                <a:off x="425267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3" name="pg110">
                <a:extLst>
                  <a:ext uri="{FF2B5EF4-FFF2-40B4-BE49-F238E27FC236}">
                    <a16:creationId xmlns:a16="http://schemas.microsoft.com/office/drawing/2014/main" id="{71E68A2F-6B8D-668A-2FA6-ED856732A79D}"/>
                  </a:ext>
                </a:extLst>
              </p:cNvPr>
              <p:cNvSpPr/>
              <p:nvPr/>
            </p:nvSpPr>
            <p:spPr>
              <a:xfrm>
                <a:off x="433411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4" name="pg111">
                <a:extLst>
                  <a:ext uri="{FF2B5EF4-FFF2-40B4-BE49-F238E27FC236}">
                    <a16:creationId xmlns:a16="http://schemas.microsoft.com/office/drawing/2014/main" id="{9EC53BE3-9BDD-EEB2-2339-4A68E80244FE}"/>
                  </a:ext>
                </a:extLst>
              </p:cNvPr>
              <p:cNvSpPr/>
              <p:nvPr/>
            </p:nvSpPr>
            <p:spPr>
              <a:xfrm>
                <a:off x="441554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5" name="pg112">
                <a:extLst>
                  <a:ext uri="{FF2B5EF4-FFF2-40B4-BE49-F238E27FC236}">
                    <a16:creationId xmlns:a16="http://schemas.microsoft.com/office/drawing/2014/main" id="{31C969F0-4C6A-E5EE-2871-847107D2A5A9}"/>
                  </a:ext>
                </a:extLst>
              </p:cNvPr>
              <p:cNvSpPr/>
              <p:nvPr/>
            </p:nvSpPr>
            <p:spPr>
              <a:xfrm>
                <a:off x="449698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6" name="pg113">
                <a:extLst>
                  <a:ext uri="{FF2B5EF4-FFF2-40B4-BE49-F238E27FC236}">
                    <a16:creationId xmlns:a16="http://schemas.microsoft.com/office/drawing/2014/main" id="{D4F19767-C5BB-55D0-2252-7CB7A8E474DB}"/>
                  </a:ext>
                </a:extLst>
              </p:cNvPr>
              <p:cNvSpPr/>
              <p:nvPr/>
            </p:nvSpPr>
            <p:spPr>
              <a:xfrm>
                <a:off x="457842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7" name="pg114">
                <a:extLst>
                  <a:ext uri="{FF2B5EF4-FFF2-40B4-BE49-F238E27FC236}">
                    <a16:creationId xmlns:a16="http://schemas.microsoft.com/office/drawing/2014/main" id="{F8FB9923-8C8D-8831-A796-F36ADA92C8EE}"/>
                  </a:ext>
                </a:extLst>
              </p:cNvPr>
              <p:cNvSpPr/>
              <p:nvPr/>
            </p:nvSpPr>
            <p:spPr>
              <a:xfrm>
                <a:off x="474129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8" name="pg115">
                <a:extLst>
                  <a:ext uri="{FF2B5EF4-FFF2-40B4-BE49-F238E27FC236}">
                    <a16:creationId xmlns:a16="http://schemas.microsoft.com/office/drawing/2014/main" id="{0B65D428-B849-9060-7035-163A0E1D4C31}"/>
                  </a:ext>
                </a:extLst>
              </p:cNvPr>
              <p:cNvSpPr/>
              <p:nvPr/>
            </p:nvSpPr>
            <p:spPr>
              <a:xfrm>
                <a:off x="482273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9" name="pg116">
                <a:extLst>
                  <a:ext uri="{FF2B5EF4-FFF2-40B4-BE49-F238E27FC236}">
                    <a16:creationId xmlns:a16="http://schemas.microsoft.com/office/drawing/2014/main" id="{32A81470-4277-6F1E-6D40-67F32066E43A}"/>
                  </a:ext>
                </a:extLst>
              </p:cNvPr>
              <p:cNvSpPr/>
              <p:nvPr/>
            </p:nvSpPr>
            <p:spPr>
              <a:xfrm>
                <a:off x="490417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0" name="pg117">
                <a:extLst>
                  <a:ext uri="{FF2B5EF4-FFF2-40B4-BE49-F238E27FC236}">
                    <a16:creationId xmlns:a16="http://schemas.microsoft.com/office/drawing/2014/main" id="{CDE1FCA1-6F40-5CEB-EC64-2D013E9940DE}"/>
                  </a:ext>
                </a:extLst>
              </p:cNvPr>
              <p:cNvSpPr/>
              <p:nvPr/>
            </p:nvSpPr>
            <p:spPr>
              <a:xfrm>
                <a:off x="498560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1" name="pg118">
                <a:extLst>
                  <a:ext uri="{FF2B5EF4-FFF2-40B4-BE49-F238E27FC236}">
                    <a16:creationId xmlns:a16="http://schemas.microsoft.com/office/drawing/2014/main" id="{DF1C3195-14FB-CBC2-BEDF-DF41C20125DD}"/>
                  </a:ext>
                </a:extLst>
              </p:cNvPr>
              <p:cNvSpPr/>
              <p:nvPr/>
            </p:nvSpPr>
            <p:spPr>
              <a:xfrm>
                <a:off x="506704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2" name="pg119">
                <a:extLst>
                  <a:ext uri="{FF2B5EF4-FFF2-40B4-BE49-F238E27FC236}">
                    <a16:creationId xmlns:a16="http://schemas.microsoft.com/office/drawing/2014/main" id="{9822ECA6-3162-A158-442A-FDB5C825E1F0}"/>
                  </a:ext>
                </a:extLst>
              </p:cNvPr>
              <p:cNvSpPr/>
              <p:nvPr/>
            </p:nvSpPr>
            <p:spPr>
              <a:xfrm>
                <a:off x="514848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3" name="pg120">
                <a:extLst>
                  <a:ext uri="{FF2B5EF4-FFF2-40B4-BE49-F238E27FC236}">
                    <a16:creationId xmlns:a16="http://schemas.microsoft.com/office/drawing/2014/main" id="{2E253A07-F26D-8A52-2464-261C24D5C391}"/>
                  </a:ext>
                </a:extLst>
              </p:cNvPr>
              <p:cNvSpPr/>
              <p:nvPr/>
            </p:nvSpPr>
            <p:spPr>
              <a:xfrm>
                <a:off x="522991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4" name="pg121">
                <a:extLst>
                  <a:ext uri="{FF2B5EF4-FFF2-40B4-BE49-F238E27FC236}">
                    <a16:creationId xmlns:a16="http://schemas.microsoft.com/office/drawing/2014/main" id="{34D0F313-89E3-4C8D-4CA7-0EDE68E89E12}"/>
                  </a:ext>
                </a:extLst>
              </p:cNvPr>
              <p:cNvSpPr/>
              <p:nvPr/>
            </p:nvSpPr>
            <p:spPr>
              <a:xfrm>
                <a:off x="327542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5" name="pg122">
                <a:extLst>
                  <a:ext uri="{FF2B5EF4-FFF2-40B4-BE49-F238E27FC236}">
                    <a16:creationId xmlns:a16="http://schemas.microsoft.com/office/drawing/2014/main" id="{09C29DEF-2EEE-8C26-CAD3-FAA4E11C5221}"/>
                  </a:ext>
                </a:extLst>
              </p:cNvPr>
              <p:cNvSpPr/>
              <p:nvPr/>
            </p:nvSpPr>
            <p:spPr>
              <a:xfrm>
                <a:off x="335686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6" name="pg123">
                <a:extLst>
                  <a:ext uri="{FF2B5EF4-FFF2-40B4-BE49-F238E27FC236}">
                    <a16:creationId xmlns:a16="http://schemas.microsoft.com/office/drawing/2014/main" id="{DC71C521-71DF-C550-F5F7-CB0700A98EE7}"/>
                  </a:ext>
                </a:extLst>
              </p:cNvPr>
              <p:cNvSpPr/>
              <p:nvPr/>
            </p:nvSpPr>
            <p:spPr>
              <a:xfrm>
                <a:off x="343830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7" name="pg124">
                <a:extLst>
                  <a:ext uri="{FF2B5EF4-FFF2-40B4-BE49-F238E27FC236}">
                    <a16:creationId xmlns:a16="http://schemas.microsoft.com/office/drawing/2014/main" id="{57C27140-8E59-ABD1-F302-422C19B5EEB6}"/>
                  </a:ext>
                </a:extLst>
              </p:cNvPr>
              <p:cNvSpPr/>
              <p:nvPr/>
            </p:nvSpPr>
            <p:spPr>
              <a:xfrm>
                <a:off x="351973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8" name="pg125">
                <a:extLst>
                  <a:ext uri="{FF2B5EF4-FFF2-40B4-BE49-F238E27FC236}">
                    <a16:creationId xmlns:a16="http://schemas.microsoft.com/office/drawing/2014/main" id="{1DEACE39-A8DF-932B-0FF2-01C26C51DBB2}"/>
                  </a:ext>
                </a:extLst>
              </p:cNvPr>
              <p:cNvSpPr/>
              <p:nvPr/>
            </p:nvSpPr>
            <p:spPr>
              <a:xfrm>
                <a:off x="360117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9" name="pg126">
                <a:extLst>
                  <a:ext uri="{FF2B5EF4-FFF2-40B4-BE49-F238E27FC236}">
                    <a16:creationId xmlns:a16="http://schemas.microsoft.com/office/drawing/2014/main" id="{8C1E9F07-2080-1131-ABA3-3448F3380948}"/>
                  </a:ext>
                </a:extLst>
              </p:cNvPr>
              <p:cNvSpPr/>
              <p:nvPr/>
            </p:nvSpPr>
            <p:spPr>
              <a:xfrm>
                <a:off x="368261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0" name="pg127">
                <a:extLst>
                  <a:ext uri="{FF2B5EF4-FFF2-40B4-BE49-F238E27FC236}">
                    <a16:creationId xmlns:a16="http://schemas.microsoft.com/office/drawing/2014/main" id="{775D9377-77EB-0AEB-96A5-2C985CD66C7E}"/>
                  </a:ext>
                </a:extLst>
              </p:cNvPr>
              <p:cNvSpPr/>
              <p:nvPr/>
            </p:nvSpPr>
            <p:spPr>
              <a:xfrm>
                <a:off x="376405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1" name="pg128">
                <a:extLst>
                  <a:ext uri="{FF2B5EF4-FFF2-40B4-BE49-F238E27FC236}">
                    <a16:creationId xmlns:a16="http://schemas.microsoft.com/office/drawing/2014/main" id="{BFB81A49-7097-011C-8992-FC8D3E54CE37}"/>
                  </a:ext>
                </a:extLst>
              </p:cNvPr>
              <p:cNvSpPr/>
              <p:nvPr/>
            </p:nvSpPr>
            <p:spPr>
              <a:xfrm>
                <a:off x="384548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2" name="pg129">
                <a:extLst>
                  <a:ext uri="{FF2B5EF4-FFF2-40B4-BE49-F238E27FC236}">
                    <a16:creationId xmlns:a16="http://schemas.microsoft.com/office/drawing/2014/main" id="{72371D12-DE1F-376D-DC06-711994799B6D}"/>
                  </a:ext>
                </a:extLst>
              </p:cNvPr>
              <p:cNvSpPr/>
              <p:nvPr/>
            </p:nvSpPr>
            <p:spPr>
              <a:xfrm>
                <a:off x="392692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3" name="pg130">
                <a:extLst>
                  <a:ext uri="{FF2B5EF4-FFF2-40B4-BE49-F238E27FC236}">
                    <a16:creationId xmlns:a16="http://schemas.microsoft.com/office/drawing/2014/main" id="{BC15D6C7-0E0D-EF90-2C00-8DF95EC59E22}"/>
                  </a:ext>
                </a:extLst>
              </p:cNvPr>
              <p:cNvSpPr/>
              <p:nvPr/>
            </p:nvSpPr>
            <p:spPr>
              <a:xfrm>
                <a:off x="400836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4" name="pg131">
                <a:extLst>
                  <a:ext uri="{FF2B5EF4-FFF2-40B4-BE49-F238E27FC236}">
                    <a16:creationId xmlns:a16="http://schemas.microsoft.com/office/drawing/2014/main" id="{42078663-EBB4-43C2-F8F5-AB629F614F20}"/>
                  </a:ext>
                </a:extLst>
              </p:cNvPr>
              <p:cNvSpPr/>
              <p:nvPr/>
            </p:nvSpPr>
            <p:spPr>
              <a:xfrm>
                <a:off x="408979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5" name="pg132">
                <a:extLst>
                  <a:ext uri="{FF2B5EF4-FFF2-40B4-BE49-F238E27FC236}">
                    <a16:creationId xmlns:a16="http://schemas.microsoft.com/office/drawing/2014/main" id="{874DBAD1-D30D-1D58-6365-2FF0E49079A2}"/>
                  </a:ext>
                </a:extLst>
              </p:cNvPr>
              <p:cNvSpPr/>
              <p:nvPr/>
            </p:nvSpPr>
            <p:spPr>
              <a:xfrm>
                <a:off x="417123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6" name="pg133">
                <a:extLst>
                  <a:ext uri="{FF2B5EF4-FFF2-40B4-BE49-F238E27FC236}">
                    <a16:creationId xmlns:a16="http://schemas.microsoft.com/office/drawing/2014/main" id="{92344FC8-6049-5604-4B62-2959FA981436}"/>
                  </a:ext>
                </a:extLst>
              </p:cNvPr>
              <p:cNvSpPr/>
              <p:nvPr/>
            </p:nvSpPr>
            <p:spPr>
              <a:xfrm>
                <a:off x="425267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7" name="pg134">
                <a:extLst>
                  <a:ext uri="{FF2B5EF4-FFF2-40B4-BE49-F238E27FC236}">
                    <a16:creationId xmlns:a16="http://schemas.microsoft.com/office/drawing/2014/main" id="{19F00C0E-72E1-A009-BE92-D2240DE54BC3}"/>
                  </a:ext>
                </a:extLst>
              </p:cNvPr>
              <p:cNvSpPr/>
              <p:nvPr/>
            </p:nvSpPr>
            <p:spPr>
              <a:xfrm>
                <a:off x="433411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8" name="pg135">
                <a:extLst>
                  <a:ext uri="{FF2B5EF4-FFF2-40B4-BE49-F238E27FC236}">
                    <a16:creationId xmlns:a16="http://schemas.microsoft.com/office/drawing/2014/main" id="{0CE6D3AA-C8DE-C86C-E54D-E21591BC457A}"/>
                  </a:ext>
                </a:extLst>
              </p:cNvPr>
              <p:cNvSpPr/>
              <p:nvPr/>
            </p:nvSpPr>
            <p:spPr>
              <a:xfrm>
                <a:off x="441554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9" name="pg136">
                <a:extLst>
                  <a:ext uri="{FF2B5EF4-FFF2-40B4-BE49-F238E27FC236}">
                    <a16:creationId xmlns:a16="http://schemas.microsoft.com/office/drawing/2014/main" id="{8B702B05-36DC-238A-721B-727CFB4CDD28}"/>
                  </a:ext>
                </a:extLst>
              </p:cNvPr>
              <p:cNvSpPr/>
              <p:nvPr/>
            </p:nvSpPr>
            <p:spPr>
              <a:xfrm>
                <a:off x="449698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0" name="pg137">
                <a:extLst>
                  <a:ext uri="{FF2B5EF4-FFF2-40B4-BE49-F238E27FC236}">
                    <a16:creationId xmlns:a16="http://schemas.microsoft.com/office/drawing/2014/main" id="{905EC81C-1C07-A459-43A5-F207AF0AF7E9}"/>
                  </a:ext>
                </a:extLst>
              </p:cNvPr>
              <p:cNvSpPr/>
              <p:nvPr/>
            </p:nvSpPr>
            <p:spPr>
              <a:xfrm>
                <a:off x="457842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1" name="pg138">
                <a:extLst>
                  <a:ext uri="{FF2B5EF4-FFF2-40B4-BE49-F238E27FC236}">
                    <a16:creationId xmlns:a16="http://schemas.microsoft.com/office/drawing/2014/main" id="{44C78195-D5A0-7AC7-499B-51A9A2DB9B84}"/>
                  </a:ext>
                </a:extLst>
              </p:cNvPr>
              <p:cNvSpPr/>
              <p:nvPr/>
            </p:nvSpPr>
            <p:spPr>
              <a:xfrm>
                <a:off x="465985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2" name="pg139">
                <a:extLst>
                  <a:ext uri="{FF2B5EF4-FFF2-40B4-BE49-F238E27FC236}">
                    <a16:creationId xmlns:a16="http://schemas.microsoft.com/office/drawing/2014/main" id="{391A3687-AF84-C157-2843-33B6D528F923}"/>
                  </a:ext>
                </a:extLst>
              </p:cNvPr>
              <p:cNvSpPr/>
              <p:nvPr/>
            </p:nvSpPr>
            <p:spPr>
              <a:xfrm>
                <a:off x="474129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3" name="pg140">
                <a:extLst>
                  <a:ext uri="{FF2B5EF4-FFF2-40B4-BE49-F238E27FC236}">
                    <a16:creationId xmlns:a16="http://schemas.microsoft.com/office/drawing/2014/main" id="{7F4E0F82-1836-EBE4-FC0F-8FA0316B48C9}"/>
                  </a:ext>
                </a:extLst>
              </p:cNvPr>
              <p:cNvSpPr/>
              <p:nvPr/>
            </p:nvSpPr>
            <p:spPr>
              <a:xfrm>
                <a:off x="482273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4" name="pg141">
                <a:extLst>
                  <a:ext uri="{FF2B5EF4-FFF2-40B4-BE49-F238E27FC236}">
                    <a16:creationId xmlns:a16="http://schemas.microsoft.com/office/drawing/2014/main" id="{67BD853F-52A5-15DC-9722-F1A6F2FB2028}"/>
                  </a:ext>
                </a:extLst>
              </p:cNvPr>
              <p:cNvSpPr/>
              <p:nvPr/>
            </p:nvSpPr>
            <p:spPr>
              <a:xfrm>
                <a:off x="490417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5" name="pg142">
                <a:extLst>
                  <a:ext uri="{FF2B5EF4-FFF2-40B4-BE49-F238E27FC236}">
                    <a16:creationId xmlns:a16="http://schemas.microsoft.com/office/drawing/2014/main" id="{B27C0DA2-D63B-7F3A-69C4-E7F56CBF6358}"/>
                  </a:ext>
                </a:extLst>
              </p:cNvPr>
              <p:cNvSpPr/>
              <p:nvPr/>
            </p:nvSpPr>
            <p:spPr>
              <a:xfrm>
                <a:off x="498560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6" name="pg143">
                <a:extLst>
                  <a:ext uri="{FF2B5EF4-FFF2-40B4-BE49-F238E27FC236}">
                    <a16:creationId xmlns:a16="http://schemas.microsoft.com/office/drawing/2014/main" id="{8A2E4F0F-5B41-B429-17CF-BDB24BBAB5E5}"/>
                  </a:ext>
                </a:extLst>
              </p:cNvPr>
              <p:cNvSpPr/>
              <p:nvPr/>
            </p:nvSpPr>
            <p:spPr>
              <a:xfrm>
                <a:off x="506704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7" name="pg144">
                <a:extLst>
                  <a:ext uri="{FF2B5EF4-FFF2-40B4-BE49-F238E27FC236}">
                    <a16:creationId xmlns:a16="http://schemas.microsoft.com/office/drawing/2014/main" id="{1DBE3BDC-4F52-F371-852D-2BFDDB2BF478}"/>
                  </a:ext>
                </a:extLst>
              </p:cNvPr>
              <p:cNvSpPr/>
              <p:nvPr/>
            </p:nvSpPr>
            <p:spPr>
              <a:xfrm>
                <a:off x="514848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8" name="pg145">
                <a:extLst>
                  <a:ext uri="{FF2B5EF4-FFF2-40B4-BE49-F238E27FC236}">
                    <a16:creationId xmlns:a16="http://schemas.microsoft.com/office/drawing/2014/main" id="{8E020350-2128-7A1E-6300-9AD351F7AF0C}"/>
                  </a:ext>
                </a:extLst>
              </p:cNvPr>
              <p:cNvSpPr/>
              <p:nvPr/>
            </p:nvSpPr>
            <p:spPr>
              <a:xfrm>
                <a:off x="327542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9" name="pg146">
                <a:extLst>
                  <a:ext uri="{FF2B5EF4-FFF2-40B4-BE49-F238E27FC236}">
                    <a16:creationId xmlns:a16="http://schemas.microsoft.com/office/drawing/2014/main" id="{83397884-5485-89C9-44A5-1957816FD1D0}"/>
                  </a:ext>
                </a:extLst>
              </p:cNvPr>
              <p:cNvSpPr/>
              <p:nvPr/>
            </p:nvSpPr>
            <p:spPr>
              <a:xfrm>
                <a:off x="335686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0" name="pg147">
                <a:extLst>
                  <a:ext uri="{FF2B5EF4-FFF2-40B4-BE49-F238E27FC236}">
                    <a16:creationId xmlns:a16="http://schemas.microsoft.com/office/drawing/2014/main" id="{F89085F2-D7C4-E768-7579-DCE7A7E69564}"/>
                  </a:ext>
                </a:extLst>
              </p:cNvPr>
              <p:cNvSpPr/>
              <p:nvPr/>
            </p:nvSpPr>
            <p:spPr>
              <a:xfrm>
                <a:off x="343830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1" name="pg148">
                <a:extLst>
                  <a:ext uri="{FF2B5EF4-FFF2-40B4-BE49-F238E27FC236}">
                    <a16:creationId xmlns:a16="http://schemas.microsoft.com/office/drawing/2014/main" id="{E11A7F4B-C75B-0A29-C344-C3ADD67464C9}"/>
                  </a:ext>
                </a:extLst>
              </p:cNvPr>
              <p:cNvSpPr/>
              <p:nvPr/>
            </p:nvSpPr>
            <p:spPr>
              <a:xfrm>
                <a:off x="351973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2" name="pg149">
                <a:extLst>
                  <a:ext uri="{FF2B5EF4-FFF2-40B4-BE49-F238E27FC236}">
                    <a16:creationId xmlns:a16="http://schemas.microsoft.com/office/drawing/2014/main" id="{F3290CCC-B968-E895-9485-D77EC2E9D6A2}"/>
                  </a:ext>
                </a:extLst>
              </p:cNvPr>
              <p:cNvSpPr/>
              <p:nvPr/>
            </p:nvSpPr>
            <p:spPr>
              <a:xfrm>
                <a:off x="360117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3" name="pg150">
                <a:extLst>
                  <a:ext uri="{FF2B5EF4-FFF2-40B4-BE49-F238E27FC236}">
                    <a16:creationId xmlns:a16="http://schemas.microsoft.com/office/drawing/2014/main" id="{18E33490-1925-16C0-452B-BC49DD89085C}"/>
                  </a:ext>
                </a:extLst>
              </p:cNvPr>
              <p:cNvSpPr/>
              <p:nvPr/>
            </p:nvSpPr>
            <p:spPr>
              <a:xfrm>
                <a:off x="368261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4" name="pg151">
                <a:extLst>
                  <a:ext uri="{FF2B5EF4-FFF2-40B4-BE49-F238E27FC236}">
                    <a16:creationId xmlns:a16="http://schemas.microsoft.com/office/drawing/2014/main" id="{13B84A85-5343-D872-51E8-3579FD17A5FE}"/>
                  </a:ext>
                </a:extLst>
              </p:cNvPr>
              <p:cNvSpPr/>
              <p:nvPr/>
            </p:nvSpPr>
            <p:spPr>
              <a:xfrm>
                <a:off x="376405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5" name="pg152">
                <a:extLst>
                  <a:ext uri="{FF2B5EF4-FFF2-40B4-BE49-F238E27FC236}">
                    <a16:creationId xmlns:a16="http://schemas.microsoft.com/office/drawing/2014/main" id="{5B07BEBF-0504-432F-38AA-240D6749F031}"/>
                  </a:ext>
                </a:extLst>
              </p:cNvPr>
              <p:cNvSpPr/>
              <p:nvPr/>
            </p:nvSpPr>
            <p:spPr>
              <a:xfrm>
                <a:off x="384548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6" name="pg153">
                <a:extLst>
                  <a:ext uri="{FF2B5EF4-FFF2-40B4-BE49-F238E27FC236}">
                    <a16:creationId xmlns:a16="http://schemas.microsoft.com/office/drawing/2014/main" id="{BBD25E7D-72E0-06D2-AF52-7C7AB7980FE0}"/>
                  </a:ext>
                </a:extLst>
              </p:cNvPr>
              <p:cNvSpPr/>
              <p:nvPr/>
            </p:nvSpPr>
            <p:spPr>
              <a:xfrm>
                <a:off x="392692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7" name="pg154">
                <a:extLst>
                  <a:ext uri="{FF2B5EF4-FFF2-40B4-BE49-F238E27FC236}">
                    <a16:creationId xmlns:a16="http://schemas.microsoft.com/office/drawing/2014/main" id="{0BCF29D0-C6EB-2DFA-DF69-2EF27FF6A77F}"/>
                  </a:ext>
                </a:extLst>
              </p:cNvPr>
              <p:cNvSpPr/>
              <p:nvPr/>
            </p:nvSpPr>
            <p:spPr>
              <a:xfrm>
                <a:off x="400836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8" name="pg155">
                <a:extLst>
                  <a:ext uri="{FF2B5EF4-FFF2-40B4-BE49-F238E27FC236}">
                    <a16:creationId xmlns:a16="http://schemas.microsoft.com/office/drawing/2014/main" id="{670F88DE-6AD1-7A03-65D7-940F57DCACBC}"/>
                  </a:ext>
                </a:extLst>
              </p:cNvPr>
              <p:cNvSpPr/>
              <p:nvPr/>
            </p:nvSpPr>
            <p:spPr>
              <a:xfrm>
                <a:off x="408979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9" name="pg156">
                <a:extLst>
                  <a:ext uri="{FF2B5EF4-FFF2-40B4-BE49-F238E27FC236}">
                    <a16:creationId xmlns:a16="http://schemas.microsoft.com/office/drawing/2014/main" id="{684AA7F6-9781-9056-B943-5B300C571E1B}"/>
                  </a:ext>
                </a:extLst>
              </p:cNvPr>
              <p:cNvSpPr/>
              <p:nvPr/>
            </p:nvSpPr>
            <p:spPr>
              <a:xfrm>
                <a:off x="417123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0" name="pg157">
                <a:extLst>
                  <a:ext uri="{FF2B5EF4-FFF2-40B4-BE49-F238E27FC236}">
                    <a16:creationId xmlns:a16="http://schemas.microsoft.com/office/drawing/2014/main" id="{9BC19DF7-32AD-792C-ED6C-B666BCDE9A24}"/>
                  </a:ext>
                </a:extLst>
              </p:cNvPr>
              <p:cNvSpPr/>
              <p:nvPr/>
            </p:nvSpPr>
            <p:spPr>
              <a:xfrm>
                <a:off x="425267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1" name="pg158">
                <a:extLst>
                  <a:ext uri="{FF2B5EF4-FFF2-40B4-BE49-F238E27FC236}">
                    <a16:creationId xmlns:a16="http://schemas.microsoft.com/office/drawing/2014/main" id="{6EDA6F58-87F9-D5FB-5169-AAC87101877C}"/>
                  </a:ext>
                </a:extLst>
              </p:cNvPr>
              <p:cNvSpPr/>
              <p:nvPr/>
            </p:nvSpPr>
            <p:spPr>
              <a:xfrm>
                <a:off x="433411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2" name="pg159">
                <a:extLst>
                  <a:ext uri="{FF2B5EF4-FFF2-40B4-BE49-F238E27FC236}">
                    <a16:creationId xmlns:a16="http://schemas.microsoft.com/office/drawing/2014/main" id="{22723E8D-A16E-0E91-34C4-0DC9C7ABC65D}"/>
                  </a:ext>
                </a:extLst>
              </p:cNvPr>
              <p:cNvSpPr/>
              <p:nvPr/>
            </p:nvSpPr>
            <p:spPr>
              <a:xfrm>
                <a:off x="441554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3" name="pg160">
                <a:extLst>
                  <a:ext uri="{FF2B5EF4-FFF2-40B4-BE49-F238E27FC236}">
                    <a16:creationId xmlns:a16="http://schemas.microsoft.com/office/drawing/2014/main" id="{087D8BD2-8E06-79B1-6D4E-F03F35E9D6C3}"/>
                  </a:ext>
                </a:extLst>
              </p:cNvPr>
              <p:cNvSpPr/>
              <p:nvPr/>
            </p:nvSpPr>
            <p:spPr>
              <a:xfrm>
                <a:off x="449698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4" name="pg161">
                <a:extLst>
                  <a:ext uri="{FF2B5EF4-FFF2-40B4-BE49-F238E27FC236}">
                    <a16:creationId xmlns:a16="http://schemas.microsoft.com/office/drawing/2014/main" id="{53991BE3-7431-E436-6B91-827D69B8D58E}"/>
                  </a:ext>
                </a:extLst>
              </p:cNvPr>
              <p:cNvSpPr/>
              <p:nvPr/>
            </p:nvSpPr>
            <p:spPr>
              <a:xfrm>
                <a:off x="457842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5" name="pg162">
                <a:extLst>
                  <a:ext uri="{FF2B5EF4-FFF2-40B4-BE49-F238E27FC236}">
                    <a16:creationId xmlns:a16="http://schemas.microsoft.com/office/drawing/2014/main" id="{3C56CC1F-698F-B99C-D1CC-6E4E26C7B3B1}"/>
                  </a:ext>
                </a:extLst>
              </p:cNvPr>
              <p:cNvSpPr/>
              <p:nvPr/>
            </p:nvSpPr>
            <p:spPr>
              <a:xfrm>
                <a:off x="465985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6" name="pg163">
                <a:extLst>
                  <a:ext uri="{FF2B5EF4-FFF2-40B4-BE49-F238E27FC236}">
                    <a16:creationId xmlns:a16="http://schemas.microsoft.com/office/drawing/2014/main" id="{37B252F9-568F-9FD6-EE19-9C6FFC39B770}"/>
                  </a:ext>
                </a:extLst>
              </p:cNvPr>
              <p:cNvSpPr/>
              <p:nvPr/>
            </p:nvSpPr>
            <p:spPr>
              <a:xfrm>
                <a:off x="474129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7" name="pg164">
                <a:extLst>
                  <a:ext uri="{FF2B5EF4-FFF2-40B4-BE49-F238E27FC236}">
                    <a16:creationId xmlns:a16="http://schemas.microsoft.com/office/drawing/2014/main" id="{25BACAE7-986D-1A6E-33B3-49D43E83677D}"/>
                  </a:ext>
                </a:extLst>
              </p:cNvPr>
              <p:cNvSpPr/>
              <p:nvPr/>
            </p:nvSpPr>
            <p:spPr>
              <a:xfrm>
                <a:off x="482273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8" name="pg165">
                <a:extLst>
                  <a:ext uri="{FF2B5EF4-FFF2-40B4-BE49-F238E27FC236}">
                    <a16:creationId xmlns:a16="http://schemas.microsoft.com/office/drawing/2014/main" id="{BF5E49B3-82B2-7644-B574-0F716D526F31}"/>
                  </a:ext>
                </a:extLst>
              </p:cNvPr>
              <p:cNvSpPr/>
              <p:nvPr/>
            </p:nvSpPr>
            <p:spPr>
              <a:xfrm>
                <a:off x="490417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9" name="pg166">
                <a:extLst>
                  <a:ext uri="{FF2B5EF4-FFF2-40B4-BE49-F238E27FC236}">
                    <a16:creationId xmlns:a16="http://schemas.microsoft.com/office/drawing/2014/main" id="{5C3EBEB2-323D-BD02-3E50-4B975D6F98CC}"/>
                  </a:ext>
                </a:extLst>
              </p:cNvPr>
              <p:cNvSpPr/>
              <p:nvPr/>
            </p:nvSpPr>
            <p:spPr>
              <a:xfrm>
                <a:off x="498560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0" name="pg167">
                <a:extLst>
                  <a:ext uri="{FF2B5EF4-FFF2-40B4-BE49-F238E27FC236}">
                    <a16:creationId xmlns:a16="http://schemas.microsoft.com/office/drawing/2014/main" id="{A645BE95-6A26-5426-0F0F-408FE0AC98CC}"/>
                  </a:ext>
                </a:extLst>
              </p:cNvPr>
              <p:cNvSpPr/>
              <p:nvPr/>
            </p:nvSpPr>
            <p:spPr>
              <a:xfrm>
                <a:off x="506704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1" name="pg168">
                <a:extLst>
                  <a:ext uri="{FF2B5EF4-FFF2-40B4-BE49-F238E27FC236}">
                    <a16:creationId xmlns:a16="http://schemas.microsoft.com/office/drawing/2014/main" id="{E7A79142-B6E4-A038-5C6A-F3B9814BB5ED}"/>
                  </a:ext>
                </a:extLst>
              </p:cNvPr>
              <p:cNvSpPr/>
              <p:nvPr/>
            </p:nvSpPr>
            <p:spPr>
              <a:xfrm>
                <a:off x="303111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2" name="pg169">
                <a:extLst>
                  <a:ext uri="{FF2B5EF4-FFF2-40B4-BE49-F238E27FC236}">
                    <a16:creationId xmlns:a16="http://schemas.microsoft.com/office/drawing/2014/main" id="{2CBCCC5E-986F-D349-7BA0-494904332CDF}"/>
                  </a:ext>
                </a:extLst>
              </p:cNvPr>
              <p:cNvSpPr/>
              <p:nvPr/>
            </p:nvSpPr>
            <p:spPr>
              <a:xfrm>
                <a:off x="311255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3" name="pg170">
                <a:extLst>
                  <a:ext uri="{FF2B5EF4-FFF2-40B4-BE49-F238E27FC236}">
                    <a16:creationId xmlns:a16="http://schemas.microsoft.com/office/drawing/2014/main" id="{4CF8599A-3D80-8C11-0E88-0204AED14A36}"/>
                  </a:ext>
                </a:extLst>
              </p:cNvPr>
              <p:cNvSpPr/>
              <p:nvPr/>
            </p:nvSpPr>
            <p:spPr>
              <a:xfrm>
                <a:off x="327542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4" name="pg171">
                <a:extLst>
                  <a:ext uri="{FF2B5EF4-FFF2-40B4-BE49-F238E27FC236}">
                    <a16:creationId xmlns:a16="http://schemas.microsoft.com/office/drawing/2014/main" id="{160E8E79-E76F-F9AB-D29F-36094A2F64A2}"/>
                  </a:ext>
                </a:extLst>
              </p:cNvPr>
              <p:cNvSpPr/>
              <p:nvPr/>
            </p:nvSpPr>
            <p:spPr>
              <a:xfrm>
                <a:off x="335686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5" name="pg172">
                <a:extLst>
                  <a:ext uri="{FF2B5EF4-FFF2-40B4-BE49-F238E27FC236}">
                    <a16:creationId xmlns:a16="http://schemas.microsoft.com/office/drawing/2014/main" id="{8D8FEA88-4E3C-A60D-615E-75F94E3E96D8}"/>
                  </a:ext>
                </a:extLst>
              </p:cNvPr>
              <p:cNvSpPr/>
              <p:nvPr/>
            </p:nvSpPr>
            <p:spPr>
              <a:xfrm>
                <a:off x="343830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6" name="pg173">
                <a:extLst>
                  <a:ext uri="{FF2B5EF4-FFF2-40B4-BE49-F238E27FC236}">
                    <a16:creationId xmlns:a16="http://schemas.microsoft.com/office/drawing/2014/main" id="{8453F6FB-78DE-BFBE-7775-4CA249303300}"/>
                  </a:ext>
                </a:extLst>
              </p:cNvPr>
              <p:cNvSpPr/>
              <p:nvPr/>
            </p:nvSpPr>
            <p:spPr>
              <a:xfrm>
                <a:off x="351973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7" name="pg174">
                <a:extLst>
                  <a:ext uri="{FF2B5EF4-FFF2-40B4-BE49-F238E27FC236}">
                    <a16:creationId xmlns:a16="http://schemas.microsoft.com/office/drawing/2014/main" id="{A0520E25-ECC5-2EC5-7899-C24620CAF3AB}"/>
                  </a:ext>
                </a:extLst>
              </p:cNvPr>
              <p:cNvSpPr/>
              <p:nvPr/>
            </p:nvSpPr>
            <p:spPr>
              <a:xfrm>
                <a:off x="360117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8" name="pg175">
                <a:extLst>
                  <a:ext uri="{FF2B5EF4-FFF2-40B4-BE49-F238E27FC236}">
                    <a16:creationId xmlns:a16="http://schemas.microsoft.com/office/drawing/2014/main" id="{FF6CD1AE-1726-A2E0-AD8E-C15B3A01176D}"/>
                  </a:ext>
                </a:extLst>
              </p:cNvPr>
              <p:cNvSpPr/>
              <p:nvPr/>
            </p:nvSpPr>
            <p:spPr>
              <a:xfrm>
                <a:off x="368261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9" name="pg176">
                <a:extLst>
                  <a:ext uri="{FF2B5EF4-FFF2-40B4-BE49-F238E27FC236}">
                    <a16:creationId xmlns:a16="http://schemas.microsoft.com/office/drawing/2014/main" id="{70E917CB-828A-495A-4DFC-BBFF427E6D1B}"/>
                  </a:ext>
                </a:extLst>
              </p:cNvPr>
              <p:cNvSpPr/>
              <p:nvPr/>
            </p:nvSpPr>
            <p:spPr>
              <a:xfrm>
                <a:off x="376405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0" name="pg177">
                <a:extLst>
                  <a:ext uri="{FF2B5EF4-FFF2-40B4-BE49-F238E27FC236}">
                    <a16:creationId xmlns:a16="http://schemas.microsoft.com/office/drawing/2014/main" id="{F27AB491-9B6C-5E48-E3FD-6D29DD79E36E}"/>
                  </a:ext>
                </a:extLst>
              </p:cNvPr>
              <p:cNvSpPr/>
              <p:nvPr/>
            </p:nvSpPr>
            <p:spPr>
              <a:xfrm>
                <a:off x="384548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1" name="pg178">
                <a:extLst>
                  <a:ext uri="{FF2B5EF4-FFF2-40B4-BE49-F238E27FC236}">
                    <a16:creationId xmlns:a16="http://schemas.microsoft.com/office/drawing/2014/main" id="{F75189A1-B2DB-7479-10EA-4FBFE2795F42}"/>
                  </a:ext>
                </a:extLst>
              </p:cNvPr>
              <p:cNvSpPr/>
              <p:nvPr/>
            </p:nvSpPr>
            <p:spPr>
              <a:xfrm>
                <a:off x="408979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2" name="pg179">
                <a:extLst>
                  <a:ext uri="{FF2B5EF4-FFF2-40B4-BE49-F238E27FC236}">
                    <a16:creationId xmlns:a16="http://schemas.microsoft.com/office/drawing/2014/main" id="{910B81AB-8161-0E26-73D1-0CB944D30AB6}"/>
                  </a:ext>
                </a:extLst>
              </p:cNvPr>
              <p:cNvSpPr/>
              <p:nvPr/>
            </p:nvSpPr>
            <p:spPr>
              <a:xfrm>
                <a:off x="417123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3" name="pg180">
                <a:extLst>
                  <a:ext uri="{FF2B5EF4-FFF2-40B4-BE49-F238E27FC236}">
                    <a16:creationId xmlns:a16="http://schemas.microsoft.com/office/drawing/2014/main" id="{CCE0E4FD-DE10-B086-E269-35A18D3FB2A5}"/>
                  </a:ext>
                </a:extLst>
              </p:cNvPr>
              <p:cNvSpPr/>
              <p:nvPr/>
            </p:nvSpPr>
            <p:spPr>
              <a:xfrm>
                <a:off x="425267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4" name="pg181">
                <a:extLst>
                  <a:ext uri="{FF2B5EF4-FFF2-40B4-BE49-F238E27FC236}">
                    <a16:creationId xmlns:a16="http://schemas.microsoft.com/office/drawing/2014/main" id="{04D7E344-FB38-129D-2F16-34C2401D7C8D}"/>
                  </a:ext>
                </a:extLst>
              </p:cNvPr>
              <p:cNvSpPr/>
              <p:nvPr/>
            </p:nvSpPr>
            <p:spPr>
              <a:xfrm>
                <a:off x="433411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5" name="pg182">
                <a:extLst>
                  <a:ext uri="{FF2B5EF4-FFF2-40B4-BE49-F238E27FC236}">
                    <a16:creationId xmlns:a16="http://schemas.microsoft.com/office/drawing/2014/main" id="{6B4F3553-2090-D6EE-582E-6E9F5400F8D9}"/>
                  </a:ext>
                </a:extLst>
              </p:cNvPr>
              <p:cNvSpPr/>
              <p:nvPr/>
            </p:nvSpPr>
            <p:spPr>
              <a:xfrm>
                <a:off x="441554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6" name="pg183">
                <a:extLst>
                  <a:ext uri="{FF2B5EF4-FFF2-40B4-BE49-F238E27FC236}">
                    <a16:creationId xmlns:a16="http://schemas.microsoft.com/office/drawing/2014/main" id="{D08C92CE-0402-487C-80CF-42349565608E}"/>
                  </a:ext>
                </a:extLst>
              </p:cNvPr>
              <p:cNvSpPr/>
              <p:nvPr/>
            </p:nvSpPr>
            <p:spPr>
              <a:xfrm>
                <a:off x="449698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7" name="pg184">
                <a:extLst>
                  <a:ext uri="{FF2B5EF4-FFF2-40B4-BE49-F238E27FC236}">
                    <a16:creationId xmlns:a16="http://schemas.microsoft.com/office/drawing/2014/main" id="{1A4DF697-4FB9-C07C-D1C3-05E47E866AC4}"/>
                  </a:ext>
                </a:extLst>
              </p:cNvPr>
              <p:cNvSpPr/>
              <p:nvPr/>
            </p:nvSpPr>
            <p:spPr>
              <a:xfrm>
                <a:off x="457842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8" name="pg185">
                <a:extLst>
                  <a:ext uri="{FF2B5EF4-FFF2-40B4-BE49-F238E27FC236}">
                    <a16:creationId xmlns:a16="http://schemas.microsoft.com/office/drawing/2014/main" id="{02334200-9D45-5705-FD97-9450C63408BA}"/>
                  </a:ext>
                </a:extLst>
              </p:cNvPr>
              <p:cNvSpPr/>
              <p:nvPr/>
            </p:nvSpPr>
            <p:spPr>
              <a:xfrm>
                <a:off x="465985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9" name="pg186">
                <a:extLst>
                  <a:ext uri="{FF2B5EF4-FFF2-40B4-BE49-F238E27FC236}">
                    <a16:creationId xmlns:a16="http://schemas.microsoft.com/office/drawing/2014/main" id="{DDADBBFE-C9B7-4D67-0E03-885777961DE7}"/>
                  </a:ext>
                </a:extLst>
              </p:cNvPr>
              <p:cNvSpPr/>
              <p:nvPr/>
            </p:nvSpPr>
            <p:spPr>
              <a:xfrm>
                <a:off x="474129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0" name="pg187">
                <a:extLst>
                  <a:ext uri="{FF2B5EF4-FFF2-40B4-BE49-F238E27FC236}">
                    <a16:creationId xmlns:a16="http://schemas.microsoft.com/office/drawing/2014/main" id="{0DE00BF2-65CA-0EDD-BF12-F4874E831EE1}"/>
                  </a:ext>
                </a:extLst>
              </p:cNvPr>
              <p:cNvSpPr/>
              <p:nvPr/>
            </p:nvSpPr>
            <p:spPr>
              <a:xfrm>
                <a:off x="482273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1" name="pg188">
                <a:extLst>
                  <a:ext uri="{FF2B5EF4-FFF2-40B4-BE49-F238E27FC236}">
                    <a16:creationId xmlns:a16="http://schemas.microsoft.com/office/drawing/2014/main" id="{E835F507-7ED7-CF78-7698-4B435FB05953}"/>
                  </a:ext>
                </a:extLst>
              </p:cNvPr>
              <p:cNvSpPr/>
              <p:nvPr/>
            </p:nvSpPr>
            <p:spPr>
              <a:xfrm>
                <a:off x="490417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2" name="pg189">
                <a:extLst>
                  <a:ext uri="{FF2B5EF4-FFF2-40B4-BE49-F238E27FC236}">
                    <a16:creationId xmlns:a16="http://schemas.microsoft.com/office/drawing/2014/main" id="{69A872B9-9F6F-B42D-8ECB-251E025E4214}"/>
                  </a:ext>
                </a:extLst>
              </p:cNvPr>
              <p:cNvSpPr/>
              <p:nvPr/>
            </p:nvSpPr>
            <p:spPr>
              <a:xfrm>
                <a:off x="498560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3" name="pg190">
                <a:extLst>
                  <a:ext uri="{FF2B5EF4-FFF2-40B4-BE49-F238E27FC236}">
                    <a16:creationId xmlns:a16="http://schemas.microsoft.com/office/drawing/2014/main" id="{5DA019C5-F220-B5E9-D1BB-DA6B6D5489F9}"/>
                  </a:ext>
                </a:extLst>
              </p:cNvPr>
              <p:cNvSpPr/>
              <p:nvPr/>
            </p:nvSpPr>
            <p:spPr>
              <a:xfrm>
                <a:off x="294967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4" name="pg191">
                <a:extLst>
                  <a:ext uri="{FF2B5EF4-FFF2-40B4-BE49-F238E27FC236}">
                    <a16:creationId xmlns:a16="http://schemas.microsoft.com/office/drawing/2014/main" id="{A85F1E21-CA3A-48D8-2BD3-5B1E0B0F9DD7}"/>
                  </a:ext>
                </a:extLst>
              </p:cNvPr>
              <p:cNvSpPr/>
              <p:nvPr/>
            </p:nvSpPr>
            <p:spPr>
              <a:xfrm>
                <a:off x="303111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5" name="pg192">
                <a:extLst>
                  <a:ext uri="{FF2B5EF4-FFF2-40B4-BE49-F238E27FC236}">
                    <a16:creationId xmlns:a16="http://schemas.microsoft.com/office/drawing/2014/main" id="{E7ADF64D-DD3C-4493-1B7E-238A7E8739B4}"/>
                  </a:ext>
                </a:extLst>
              </p:cNvPr>
              <p:cNvSpPr/>
              <p:nvPr/>
            </p:nvSpPr>
            <p:spPr>
              <a:xfrm>
                <a:off x="311255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6" name="pg193">
                <a:extLst>
                  <a:ext uri="{FF2B5EF4-FFF2-40B4-BE49-F238E27FC236}">
                    <a16:creationId xmlns:a16="http://schemas.microsoft.com/office/drawing/2014/main" id="{2BF66D7E-A8E9-D86D-589D-52E72E103611}"/>
                  </a:ext>
                </a:extLst>
              </p:cNvPr>
              <p:cNvSpPr/>
              <p:nvPr/>
            </p:nvSpPr>
            <p:spPr>
              <a:xfrm>
                <a:off x="319399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7" name="pg194">
                <a:extLst>
                  <a:ext uri="{FF2B5EF4-FFF2-40B4-BE49-F238E27FC236}">
                    <a16:creationId xmlns:a16="http://schemas.microsoft.com/office/drawing/2014/main" id="{B07CF9ED-8A13-DE1D-0F1D-05A058E2D749}"/>
                  </a:ext>
                </a:extLst>
              </p:cNvPr>
              <p:cNvSpPr/>
              <p:nvPr/>
            </p:nvSpPr>
            <p:spPr>
              <a:xfrm>
                <a:off x="327542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8" name="pg195">
                <a:extLst>
                  <a:ext uri="{FF2B5EF4-FFF2-40B4-BE49-F238E27FC236}">
                    <a16:creationId xmlns:a16="http://schemas.microsoft.com/office/drawing/2014/main" id="{2A3E09E9-649D-D1D6-21D2-40D1FE05848E}"/>
                  </a:ext>
                </a:extLst>
              </p:cNvPr>
              <p:cNvSpPr/>
              <p:nvPr/>
            </p:nvSpPr>
            <p:spPr>
              <a:xfrm>
                <a:off x="335686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9" name="pg196">
                <a:extLst>
                  <a:ext uri="{FF2B5EF4-FFF2-40B4-BE49-F238E27FC236}">
                    <a16:creationId xmlns:a16="http://schemas.microsoft.com/office/drawing/2014/main" id="{1ACD8248-4203-96A1-3088-EFEEDB9D1CE7}"/>
                  </a:ext>
                </a:extLst>
              </p:cNvPr>
              <p:cNvSpPr/>
              <p:nvPr/>
            </p:nvSpPr>
            <p:spPr>
              <a:xfrm>
                <a:off x="343830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0" name="pg197">
                <a:extLst>
                  <a:ext uri="{FF2B5EF4-FFF2-40B4-BE49-F238E27FC236}">
                    <a16:creationId xmlns:a16="http://schemas.microsoft.com/office/drawing/2014/main" id="{A2C3EDA5-B952-30A9-A134-070DF7E4848E}"/>
                  </a:ext>
                </a:extLst>
              </p:cNvPr>
              <p:cNvSpPr/>
              <p:nvPr/>
            </p:nvSpPr>
            <p:spPr>
              <a:xfrm>
                <a:off x="351973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1" name="pg198">
                <a:extLst>
                  <a:ext uri="{FF2B5EF4-FFF2-40B4-BE49-F238E27FC236}">
                    <a16:creationId xmlns:a16="http://schemas.microsoft.com/office/drawing/2014/main" id="{B61BD48A-F5EE-AC7B-9EBC-FFE2F2E5B192}"/>
                  </a:ext>
                </a:extLst>
              </p:cNvPr>
              <p:cNvSpPr/>
              <p:nvPr/>
            </p:nvSpPr>
            <p:spPr>
              <a:xfrm>
                <a:off x="360117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2" name="pg199">
                <a:extLst>
                  <a:ext uri="{FF2B5EF4-FFF2-40B4-BE49-F238E27FC236}">
                    <a16:creationId xmlns:a16="http://schemas.microsoft.com/office/drawing/2014/main" id="{7142A060-B3FA-0CB5-B614-4427D05FCDF3}"/>
                  </a:ext>
                </a:extLst>
              </p:cNvPr>
              <p:cNvSpPr/>
              <p:nvPr/>
            </p:nvSpPr>
            <p:spPr>
              <a:xfrm>
                <a:off x="368261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3" name="pg200">
                <a:extLst>
                  <a:ext uri="{FF2B5EF4-FFF2-40B4-BE49-F238E27FC236}">
                    <a16:creationId xmlns:a16="http://schemas.microsoft.com/office/drawing/2014/main" id="{64345F08-B8AB-056B-F4A5-2CE859E07A53}"/>
                  </a:ext>
                </a:extLst>
              </p:cNvPr>
              <p:cNvSpPr/>
              <p:nvPr/>
            </p:nvSpPr>
            <p:spPr>
              <a:xfrm>
                <a:off x="376405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4" name="pg201">
                <a:extLst>
                  <a:ext uri="{FF2B5EF4-FFF2-40B4-BE49-F238E27FC236}">
                    <a16:creationId xmlns:a16="http://schemas.microsoft.com/office/drawing/2014/main" id="{8E88A78F-3A28-EC37-2AFA-15DB53427481}"/>
                  </a:ext>
                </a:extLst>
              </p:cNvPr>
              <p:cNvSpPr/>
              <p:nvPr/>
            </p:nvSpPr>
            <p:spPr>
              <a:xfrm>
                <a:off x="384548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5" name="pg202">
                <a:extLst>
                  <a:ext uri="{FF2B5EF4-FFF2-40B4-BE49-F238E27FC236}">
                    <a16:creationId xmlns:a16="http://schemas.microsoft.com/office/drawing/2014/main" id="{841BFF02-AC71-265D-380C-9CCFCBDE46E5}"/>
                  </a:ext>
                </a:extLst>
              </p:cNvPr>
              <p:cNvSpPr/>
              <p:nvPr/>
            </p:nvSpPr>
            <p:spPr>
              <a:xfrm>
                <a:off x="417123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6" name="pg203">
                <a:extLst>
                  <a:ext uri="{FF2B5EF4-FFF2-40B4-BE49-F238E27FC236}">
                    <a16:creationId xmlns:a16="http://schemas.microsoft.com/office/drawing/2014/main" id="{AB7CF651-72DD-9570-FEB7-2141E94D4BBB}"/>
                  </a:ext>
                </a:extLst>
              </p:cNvPr>
              <p:cNvSpPr/>
              <p:nvPr/>
            </p:nvSpPr>
            <p:spPr>
              <a:xfrm>
                <a:off x="425267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7" name="pg204">
                <a:extLst>
                  <a:ext uri="{FF2B5EF4-FFF2-40B4-BE49-F238E27FC236}">
                    <a16:creationId xmlns:a16="http://schemas.microsoft.com/office/drawing/2014/main" id="{24CEB66B-7EB1-B3F4-7053-4699993A5DDB}"/>
                  </a:ext>
                </a:extLst>
              </p:cNvPr>
              <p:cNvSpPr/>
              <p:nvPr/>
            </p:nvSpPr>
            <p:spPr>
              <a:xfrm>
                <a:off x="433411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8" name="pg205">
                <a:extLst>
                  <a:ext uri="{FF2B5EF4-FFF2-40B4-BE49-F238E27FC236}">
                    <a16:creationId xmlns:a16="http://schemas.microsoft.com/office/drawing/2014/main" id="{1D2790E7-1089-2C19-4E1A-14A50213B870}"/>
                  </a:ext>
                </a:extLst>
              </p:cNvPr>
              <p:cNvSpPr/>
              <p:nvPr/>
            </p:nvSpPr>
            <p:spPr>
              <a:xfrm>
                <a:off x="441554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9" name="pg206">
                <a:extLst>
                  <a:ext uri="{FF2B5EF4-FFF2-40B4-BE49-F238E27FC236}">
                    <a16:creationId xmlns:a16="http://schemas.microsoft.com/office/drawing/2014/main" id="{3212EAD0-0B90-294E-9B4A-BD46394513B6}"/>
                  </a:ext>
                </a:extLst>
              </p:cNvPr>
              <p:cNvSpPr/>
              <p:nvPr/>
            </p:nvSpPr>
            <p:spPr>
              <a:xfrm>
                <a:off x="449698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0" name="pg207">
                <a:extLst>
                  <a:ext uri="{FF2B5EF4-FFF2-40B4-BE49-F238E27FC236}">
                    <a16:creationId xmlns:a16="http://schemas.microsoft.com/office/drawing/2014/main" id="{B275B274-626B-5E06-E661-6B29A30A3545}"/>
                  </a:ext>
                </a:extLst>
              </p:cNvPr>
              <p:cNvSpPr/>
              <p:nvPr/>
            </p:nvSpPr>
            <p:spPr>
              <a:xfrm>
                <a:off x="457842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1" name="pg208">
                <a:extLst>
                  <a:ext uri="{FF2B5EF4-FFF2-40B4-BE49-F238E27FC236}">
                    <a16:creationId xmlns:a16="http://schemas.microsoft.com/office/drawing/2014/main" id="{B681E456-FCEB-B22B-17A2-09ECCA205102}"/>
                  </a:ext>
                </a:extLst>
              </p:cNvPr>
              <p:cNvSpPr/>
              <p:nvPr/>
            </p:nvSpPr>
            <p:spPr>
              <a:xfrm>
                <a:off x="465985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2" name="pg209">
                <a:extLst>
                  <a:ext uri="{FF2B5EF4-FFF2-40B4-BE49-F238E27FC236}">
                    <a16:creationId xmlns:a16="http://schemas.microsoft.com/office/drawing/2014/main" id="{B4205E87-EEE5-0CD3-1D3F-3971E72F6701}"/>
                  </a:ext>
                </a:extLst>
              </p:cNvPr>
              <p:cNvSpPr/>
              <p:nvPr/>
            </p:nvSpPr>
            <p:spPr>
              <a:xfrm>
                <a:off x="474129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3" name="pg210">
                <a:extLst>
                  <a:ext uri="{FF2B5EF4-FFF2-40B4-BE49-F238E27FC236}">
                    <a16:creationId xmlns:a16="http://schemas.microsoft.com/office/drawing/2014/main" id="{C7AC902D-A109-4825-9FA3-46C9CA4682CC}"/>
                  </a:ext>
                </a:extLst>
              </p:cNvPr>
              <p:cNvSpPr/>
              <p:nvPr/>
            </p:nvSpPr>
            <p:spPr>
              <a:xfrm>
                <a:off x="482273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4" name="pg211">
                <a:extLst>
                  <a:ext uri="{FF2B5EF4-FFF2-40B4-BE49-F238E27FC236}">
                    <a16:creationId xmlns:a16="http://schemas.microsoft.com/office/drawing/2014/main" id="{0D35F477-97B8-1A6B-05FC-E33CFA2421D5}"/>
                  </a:ext>
                </a:extLst>
              </p:cNvPr>
              <p:cNvSpPr/>
              <p:nvPr/>
            </p:nvSpPr>
            <p:spPr>
              <a:xfrm>
                <a:off x="490417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5" name="pg212">
                <a:extLst>
                  <a:ext uri="{FF2B5EF4-FFF2-40B4-BE49-F238E27FC236}">
                    <a16:creationId xmlns:a16="http://schemas.microsoft.com/office/drawing/2014/main" id="{6CFB0635-29F7-B3E0-7DD3-F0254E8C0709}"/>
                  </a:ext>
                </a:extLst>
              </p:cNvPr>
              <p:cNvSpPr/>
              <p:nvPr/>
            </p:nvSpPr>
            <p:spPr>
              <a:xfrm>
                <a:off x="286824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6" name="pg213">
                <a:extLst>
                  <a:ext uri="{FF2B5EF4-FFF2-40B4-BE49-F238E27FC236}">
                    <a16:creationId xmlns:a16="http://schemas.microsoft.com/office/drawing/2014/main" id="{AF93AC5B-F71A-0767-528A-BFC3BE0103D6}"/>
                  </a:ext>
                </a:extLst>
              </p:cNvPr>
              <p:cNvSpPr/>
              <p:nvPr/>
            </p:nvSpPr>
            <p:spPr>
              <a:xfrm>
                <a:off x="294967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7" name="pg214">
                <a:extLst>
                  <a:ext uri="{FF2B5EF4-FFF2-40B4-BE49-F238E27FC236}">
                    <a16:creationId xmlns:a16="http://schemas.microsoft.com/office/drawing/2014/main" id="{BC3E5902-D6BC-5D6E-A421-5CBD6B6A4296}"/>
                  </a:ext>
                </a:extLst>
              </p:cNvPr>
              <p:cNvSpPr/>
              <p:nvPr/>
            </p:nvSpPr>
            <p:spPr>
              <a:xfrm>
                <a:off x="303111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8" name="pg215">
                <a:extLst>
                  <a:ext uri="{FF2B5EF4-FFF2-40B4-BE49-F238E27FC236}">
                    <a16:creationId xmlns:a16="http://schemas.microsoft.com/office/drawing/2014/main" id="{94F0B096-78D4-B624-E952-97BF4A2AE4B2}"/>
                  </a:ext>
                </a:extLst>
              </p:cNvPr>
              <p:cNvSpPr/>
              <p:nvPr/>
            </p:nvSpPr>
            <p:spPr>
              <a:xfrm>
                <a:off x="311255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9" name="pg216">
                <a:extLst>
                  <a:ext uri="{FF2B5EF4-FFF2-40B4-BE49-F238E27FC236}">
                    <a16:creationId xmlns:a16="http://schemas.microsoft.com/office/drawing/2014/main" id="{19190B06-1F35-9350-6723-F1AF2F46ED03}"/>
                  </a:ext>
                </a:extLst>
              </p:cNvPr>
              <p:cNvSpPr/>
              <p:nvPr/>
            </p:nvSpPr>
            <p:spPr>
              <a:xfrm>
                <a:off x="319399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0" name="pg217">
                <a:extLst>
                  <a:ext uri="{FF2B5EF4-FFF2-40B4-BE49-F238E27FC236}">
                    <a16:creationId xmlns:a16="http://schemas.microsoft.com/office/drawing/2014/main" id="{5195B073-8611-E68C-021A-D3C97D5FEEF9}"/>
                  </a:ext>
                </a:extLst>
              </p:cNvPr>
              <p:cNvSpPr/>
              <p:nvPr/>
            </p:nvSpPr>
            <p:spPr>
              <a:xfrm>
                <a:off x="327542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1" name="pg218">
                <a:extLst>
                  <a:ext uri="{FF2B5EF4-FFF2-40B4-BE49-F238E27FC236}">
                    <a16:creationId xmlns:a16="http://schemas.microsoft.com/office/drawing/2014/main" id="{DBA250C1-1433-21A7-2AF2-8382EC091D75}"/>
                  </a:ext>
                </a:extLst>
              </p:cNvPr>
              <p:cNvSpPr/>
              <p:nvPr/>
            </p:nvSpPr>
            <p:spPr>
              <a:xfrm>
                <a:off x="335686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2" name="pg219">
                <a:extLst>
                  <a:ext uri="{FF2B5EF4-FFF2-40B4-BE49-F238E27FC236}">
                    <a16:creationId xmlns:a16="http://schemas.microsoft.com/office/drawing/2014/main" id="{3EF7F4EE-40A9-F86C-C0F9-D28E6237A625}"/>
                  </a:ext>
                </a:extLst>
              </p:cNvPr>
              <p:cNvSpPr/>
              <p:nvPr/>
            </p:nvSpPr>
            <p:spPr>
              <a:xfrm>
                <a:off x="343830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3" name="pg220">
                <a:extLst>
                  <a:ext uri="{FF2B5EF4-FFF2-40B4-BE49-F238E27FC236}">
                    <a16:creationId xmlns:a16="http://schemas.microsoft.com/office/drawing/2014/main" id="{A025CB61-BEBE-CC9F-3DA3-98C95BD4FC9B}"/>
                  </a:ext>
                </a:extLst>
              </p:cNvPr>
              <p:cNvSpPr/>
              <p:nvPr/>
            </p:nvSpPr>
            <p:spPr>
              <a:xfrm>
                <a:off x="351973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4" name="pg221">
                <a:extLst>
                  <a:ext uri="{FF2B5EF4-FFF2-40B4-BE49-F238E27FC236}">
                    <a16:creationId xmlns:a16="http://schemas.microsoft.com/office/drawing/2014/main" id="{1CB58A23-4B48-79E8-5121-6CBC77E7210A}"/>
                  </a:ext>
                </a:extLst>
              </p:cNvPr>
              <p:cNvSpPr/>
              <p:nvPr/>
            </p:nvSpPr>
            <p:spPr>
              <a:xfrm>
                <a:off x="360117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5" name="pg222">
                <a:extLst>
                  <a:ext uri="{FF2B5EF4-FFF2-40B4-BE49-F238E27FC236}">
                    <a16:creationId xmlns:a16="http://schemas.microsoft.com/office/drawing/2014/main" id="{E0B896BC-03DA-395C-907E-BD86E167574E}"/>
                  </a:ext>
                </a:extLst>
              </p:cNvPr>
              <p:cNvSpPr/>
              <p:nvPr/>
            </p:nvSpPr>
            <p:spPr>
              <a:xfrm>
                <a:off x="368261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6" name="pg223">
                <a:extLst>
                  <a:ext uri="{FF2B5EF4-FFF2-40B4-BE49-F238E27FC236}">
                    <a16:creationId xmlns:a16="http://schemas.microsoft.com/office/drawing/2014/main" id="{182A2BB1-23C9-F77E-63FE-20F3072F4057}"/>
                  </a:ext>
                </a:extLst>
              </p:cNvPr>
              <p:cNvSpPr/>
              <p:nvPr/>
            </p:nvSpPr>
            <p:spPr>
              <a:xfrm>
                <a:off x="376405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7" name="pg224">
                <a:extLst>
                  <a:ext uri="{FF2B5EF4-FFF2-40B4-BE49-F238E27FC236}">
                    <a16:creationId xmlns:a16="http://schemas.microsoft.com/office/drawing/2014/main" id="{7032DDEE-8D55-121A-44E6-B00744BF6CF6}"/>
                  </a:ext>
                </a:extLst>
              </p:cNvPr>
              <p:cNvSpPr/>
              <p:nvPr/>
            </p:nvSpPr>
            <p:spPr>
              <a:xfrm>
                <a:off x="384548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8" name="pg225">
                <a:extLst>
                  <a:ext uri="{FF2B5EF4-FFF2-40B4-BE49-F238E27FC236}">
                    <a16:creationId xmlns:a16="http://schemas.microsoft.com/office/drawing/2014/main" id="{2ED31EE6-A953-F844-25DE-860A65D5F2C5}"/>
                  </a:ext>
                </a:extLst>
              </p:cNvPr>
              <p:cNvSpPr/>
              <p:nvPr/>
            </p:nvSpPr>
            <p:spPr>
              <a:xfrm>
                <a:off x="417123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9" name="pg226">
                <a:extLst>
                  <a:ext uri="{FF2B5EF4-FFF2-40B4-BE49-F238E27FC236}">
                    <a16:creationId xmlns:a16="http://schemas.microsoft.com/office/drawing/2014/main" id="{A3846C30-5300-EED3-B3F9-6F28F0EE2A0B}"/>
                  </a:ext>
                </a:extLst>
              </p:cNvPr>
              <p:cNvSpPr/>
              <p:nvPr/>
            </p:nvSpPr>
            <p:spPr>
              <a:xfrm>
                <a:off x="425267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0" name="pg227">
                <a:extLst>
                  <a:ext uri="{FF2B5EF4-FFF2-40B4-BE49-F238E27FC236}">
                    <a16:creationId xmlns:a16="http://schemas.microsoft.com/office/drawing/2014/main" id="{E3A4A4B9-50B7-FBE3-9A5B-BCDFC62FEAF9}"/>
                  </a:ext>
                </a:extLst>
              </p:cNvPr>
              <p:cNvSpPr/>
              <p:nvPr/>
            </p:nvSpPr>
            <p:spPr>
              <a:xfrm>
                <a:off x="433411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1" name="pg228">
                <a:extLst>
                  <a:ext uri="{FF2B5EF4-FFF2-40B4-BE49-F238E27FC236}">
                    <a16:creationId xmlns:a16="http://schemas.microsoft.com/office/drawing/2014/main" id="{9A01BA8A-1CB7-521F-08A1-371E1D8E4855}"/>
                  </a:ext>
                </a:extLst>
              </p:cNvPr>
              <p:cNvSpPr/>
              <p:nvPr/>
            </p:nvSpPr>
            <p:spPr>
              <a:xfrm>
                <a:off x="441554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2" name="pg229">
                <a:extLst>
                  <a:ext uri="{FF2B5EF4-FFF2-40B4-BE49-F238E27FC236}">
                    <a16:creationId xmlns:a16="http://schemas.microsoft.com/office/drawing/2014/main" id="{12E9A440-82A1-6965-FA86-85C8F5E171B8}"/>
                  </a:ext>
                </a:extLst>
              </p:cNvPr>
              <p:cNvSpPr/>
              <p:nvPr/>
            </p:nvSpPr>
            <p:spPr>
              <a:xfrm>
                <a:off x="449698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3" name="pg230">
                <a:extLst>
                  <a:ext uri="{FF2B5EF4-FFF2-40B4-BE49-F238E27FC236}">
                    <a16:creationId xmlns:a16="http://schemas.microsoft.com/office/drawing/2014/main" id="{53ED0107-F81A-DC70-A796-FADA885899CE}"/>
                  </a:ext>
                </a:extLst>
              </p:cNvPr>
              <p:cNvSpPr/>
              <p:nvPr/>
            </p:nvSpPr>
            <p:spPr>
              <a:xfrm>
                <a:off x="457842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4" name="pg231">
                <a:extLst>
                  <a:ext uri="{FF2B5EF4-FFF2-40B4-BE49-F238E27FC236}">
                    <a16:creationId xmlns:a16="http://schemas.microsoft.com/office/drawing/2014/main" id="{06A2ED66-C138-60B2-E19F-F1EB5A1E4A12}"/>
                  </a:ext>
                </a:extLst>
              </p:cNvPr>
              <p:cNvSpPr/>
              <p:nvPr/>
            </p:nvSpPr>
            <p:spPr>
              <a:xfrm>
                <a:off x="465985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5" name="pg232">
                <a:extLst>
                  <a:ext uri="{FF2B5EF4-FFF2-40B4-BE49-F238E27FC236}">
                    <a16:creationId xmlns:a16="http://schemas.microsoft.com/office/drawing/2014/main" id="{F4FC1D25-2E5F-041E-FB05-7E671E4605F4}"/>
                  </a:ext>
                </a:extLst>
              </p:cNvPr>
              <p:cNvSpPr/>
              <p:nvPr/>
            </p:nvSpPr>
            <p:spPr>
              <a:xfrm>
                <a:off x="474129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6" name="pg233">
                <a:extLst>
                  <a:ext uri="{FF2B5EF4-FFF2-40B4-BE49-F238E27FC236}">
                    <a16:creationId xmlns:a16="http://schemas.microsoft.com/office/drawing/2014/main" id="{AC630B39-CBCF-3BD9-E566-1AD9A0ED65CD}"/>
                  </a:ext>
                </a:extLst>
              </p:cNvPr>
              <p:cNvSpPr/>
              <p:nvPr/>
            </p:nvSpPr>
            <p:spPr>
              <a:xfrm>
                <a:off x="482273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7" name="pg234">
                <a:extLst>
                  <a:ext uri="{FF2B5EF4-FFF2-40B4-BE49-F238E27FC236}">
                    <a16:creationId xmlns:a16="http://schemas.microsoft.com/office/drawing/2014/main" id="{37E7105E-3982-20BF-6F26-1344FF2BF7F4}"/>
                  </a:ext>
                </a:extLst>
              </p:cNvPr>
              <p:cNvSpPr/>
              <p:nvPr/>
            </p:nvSpPr>
            <p:spPr>
              <a:xfrm>
                <a:off x="278680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8" name="pg235">
                <a:extLst>
                  <a:ext uri="{FF2B5EF4-FFF2-40B4-BE49-F238E27FC236}">
                    <a16:creationId xmlns:a16="http://schemas.microsoft.com/office/drawing/2014/main" id="{0A9AD0DF-8839-5AF8-D2C7-0FE41F839E75}"/>
                  </a:ext>
                </a:extLst>
              </p:cNvPr>
              <p:cNvSpPr/>
              <p:nvPr/>
            </p:nvSpPr>
            <p:spPr>
              <a:xfrm>
                <a:off x="286824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9" name="pg236">
                <a:extLst>
                  <a:ext uri="{FF2B5EF4-FFF2-40B4-BE49-F238E27FC236}">
                    <a16:creationId xmlns:a16="http://schemas.microsoft.com/office/drawing/2014/main" id="{C9C856CC-8080-720F-B744-083F1E2AB4EA}"/>
                  </a:ext>
                </a:extLst>
              </p:cNvPr>
              <p:cNvSpPr/>
              <p:nvPr/>
            </p:nvSpPr>
            <p:spPr>
              <a:xfrm>
                <a:off x="294967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0" name="pg237">
                <a:extLst>
                  <a:ext uri="{FF2B5EF4-FFF2-40B4-BE49-F238E27FC236}">
                    <a16:creationId xmlns:a16="http://schemas.microsoft.com/office/drawing/2014/main" id="{4E0C5548-D5E5-FE55-E00C-4B7899BA0499}"/>
                  </a:ext>
                </a:extLst>
              </p:cNvPr>
              <p:cNvSpPr/>
              <p:nvPr/>
            </p:nvSpPr>
            <p:spPr>
              <a:xfrm>
                <a:off x="303111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1" name="pg238">
                <a:extLst>
                  <a:ext uri="{FF2B5EF4-FFF2-40B4-BE49-F238E27FC236}">
                    <a16:creationId xmlns:a16="http://schemas.microsoft.com/office/drawing/2014/main" id="{0B212C9E-6428-43ED-0ABE-E5B034085D8C}"/>
                  </a:ext>
                </a:extLst>
              </p:cNvPr>
              <p:cNvSpPr/>
              <p:nvPr/>
            </p:nvSpPr>
            <p:spPr>
              <a:xfrm>
                <a:off x="311255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2" name="pg239">
                <a:extLst>
                  <a:ext uri="{FF2B5EF4-FFF2-40B4-BE49-F238E27FC236}">
                    <a16:creationId xmlns:a16="http://schemas.microsoft.com/office/drawing/2014/main" id="{2C62187E-063D-F5DE-754B-35CD7D813B9E}"/>
                  </a:ext>
                </a:extLst>
              </p:cNvPr>
              <p:cNvSpPr/>
              <p:nvPr/>
            </p:nvSpPr>
            <p:spPr>
              <a:xfrm>
                <a:off x="319399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3" name="pg240">
                <a:extLst>
                  <a:ext uri="{FF2B5EF4-FFF2-40B4-BE49-F238E27FC236}">
                    <a16:creationId xmlns:a16="http://schemas.microsoft.com/office/drawing/2014/main" id="{DA075272-66FA-EA61-C720-F62E164E6D1A}"/>
                  </a:ext>
                </a:extLst>
              </p:cNvPr>
              <p:cNvSpPr/>
              <p:nvPr/>
            </p:nvSpPr>
            <p:spPr>
              <a:xfrm>
                <a:off x="327542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4" name="pg241">
                <a:extLst>
                  <a:ext uri="{FF2B5EF4-FFF2-40B4-BE49-F238E27FC236}">
                    <a16:creationId xmlns:a16="http://schemas.microsoft.com/office/drawing/2014/main" id="{B4243B56-54F1-7B41-841D-0531D11454A8}"/>
                  </a:ext>
                </a:extLst>
              </p:cNvPr>
              <p:cNvSpPr/>
              <p:nvPr/>
            </p:nvSpPr>
            <p:spPr>
              <a:xfrm>
                <a:off x="335686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5" name="pg242">
                <a:extLst>
                  <a:ext uri="{FF2B5EF4-FFF2-40B4-BE49-F238E27FC236}">
                    <a16:creationId xmlns:a16="http://schemas.microsoft.com/office/drawing/2014/main" id="{C5B1C324-6744-27C8-E8D1-7C0ECC8CA55C}"/>
                  </a:ext>
                </a:extLst>
              </p:cNvPr>
              <p:cNvSpPr/>
              <p:nvPr/>
            </p:nvSpPr>
            <p:spPr>
              <a:xfrm>
                <a:off x="343830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6" name="pg243">
                <a:extLst>
                  <a:ext uri="{FF2B5EF4-FFF2-40B4-BE49-F238E27FC236}">
                    <a16:creationId xmlns:a16="http://schemas.microsoft.com/office/drawing/2014/main" id="{B71DBAE8-BDD7-A83B-B262-FD41A2F6F463}"/>
                  </a:ext>
                </a:extLst>
              </p:cNvPr>
              <p:cNvSpPr/>
              <p:nvPr/>
            </p:nvSpPr>
            <p:spPr>
              <a:xfrm>
                <a:off x="351973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7" name="pg244">
                <a:extLst>
                  <a:ext uri="{FF2B5EF4-FFF2-40B4-BE49-F238E27FC236}">
                    <a16:creationId xmlns:a16="http://schemas.microsoft.com/office/drawing/2014/main" id="{4E4FB3E7-E238-8D3A-0FD2-7410E58AE632}"/>
                  </a:ext>
                </a:extLst>
              </p:cNvPr>
              <p:cNvSpPr/>
              <p:nvPr/>
            </p:nvSpPr>
            <p:spPr>
              <a:xfrm>
                <a:off x="360117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8" name="pg245">
                <a:extLst>
                  <a:ext uri="{FF2B5EF4-FFF2-40B4-BE49-F238E27FC236}">
                    <a16:creationId xmlns:a16="http://schemas.microsoft.com/office/drawing/2014/main" id="{49BA1A94-D050-6178-C5C1-1AC195B8C15F}"/>
                  </a:ext>
                </a:extLst>
              </p:cNvPr>
              <p:cNvSpPr/>
              <p:nvPr/>
            </p:nvSpPr>
            <p:spPr>
              <a:xfrm>
                <a:off x="368261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9" name="pg246">
                <a:extLst>
                  <a:ext uri="{FF2B5EF4-FFF2-40B4-BE49-F238E27FC236}">
                    <a16:creationId xmlns:a16="http://schemas.microsoft.com/office/drawing/2014/main" id="{9B09F142-B5E9-BF9F-F289-24543FE9BC0B}"/>
                  </a:ext>
                </a:extLst>
              </p:cNvPr>
              <p:cNvSpPr/>
              <p:nvPr/>
            </p:nvSpPr>
            <p:spPr>
              <a:xfrm>
                <a:off x="376405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0" name="pg247">
                <a:extLst>
                  <a:ext uri="{FF2B5EF4-FFF2-40B4-BE49-F238E27FC236}">
                    <a16:creationId xmlns:a16="http://schemas.microsoft.com/office/drawing/2014/main" id="{2A707C65-8384-59F2-5D21-672E5B35953E}"/>
                  </a:ext>
                </a:extLst>
              </p:cNvPr>
              <p:cNvSpPr/>
              <p:nvPr/>
            </p:nvSpPr>
            <p:spPr>
              <a:xfrm>
                <a:off x="384548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1" name="pg248">
                <a:extLst>
                  <a:ext uri="{FF2B5EF4-FFF2-40B4-BE49-F238E27FC236}">
                    <a16:creationId xmlns:a16="http://schemas.microsoft.com/office/drawing/2014/main" id="{F987E01B-EBC8-DF16-6683-3638EFA8BBB8}"/>
                  </a:ext>
                </a:extLst>
              </p:cNvPr>
              <p:cNvSpPr/>
              <p:nvPr/>
            </p:nvSpPr>
            <p:spPr>
              <a:xfrm>
                <a:off x="392692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2" name="pg249">
                <a:extLst>
                  <a:ext uri="{FF2B5EF4-FFF2-40B4-BE49-F238E27FC236}">
                    <a16:creationId xmlns:a16="http://schemas.microsoft.com/office/drawing/2014/main" id="{03C64F20-62FF-2FEE-0035-19BA1C89A340}"/>
                  </a:ext>
                </a:extLst>
              </p:cNvPr>
              <p:cNvSpPr/>
              <p:nvPr/>
            </p:nvSpPr>
            <p:spPr>
              <a:xfrm>
                <a:off x="425267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3" name="pg250">
                <a:extLst>
                  <a:ext uri="{FF2B5EF4-FFF2-40B4-BE49-F238E27FC236}">
                    <a16:creationId xmlns:a16="http://schemas.microsoft.com/office/drawing/2014/main" id="{2D649281-ECFC-73D4-BEEA-ADC2FB036180}"/>
                  </a:ext>
                </a:extLst>
              </p:cNvPr>
              <p:cNvSpPr/>
              <p:nvPr/>
            </p:nvSpPr>
            <p:spPr>
              <a:xfrm>
                <a:off x="433411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4" name="pg251">
                <a:extLst>
                  <a:ext uri="{FF2B5EF4-FFF2-40B4-BE49-F238E27FC236}">
                    <a16:creationId xmlns:a16="http://schemas.microsoft.com/office/drawing/2014/main" id="{DF097B3D-F7CC-CDA7-C2BC-1604CD01CCF6}"/>
                  </a:ext>
                </a:extLst>
              </p:cNvPr>
              <p:cNvSpPr/>
              <p:nvPr/>
            </p:nvSpPr>
            <p:spPr>
              <a:xfrm>
                <a:off x="441554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5" name="pg252">
                <a:extLst>
                  <a:ext uri="{FF2B5EF4-FFF2-40B4-BE49-F238E27FC236}">
                    <a16:creationId xmlns:a16="http://schemas.microsoft.com/office/drawing/2014/main" id="{7434801A-1CBD-2813-7AD9-C9EDF618E536}"/>
                  </a:ext>
                </a:extLst>
              </p:cNvPr>
              <p:cNvSpPr/>
              <p:nvPr/>
            </p:nvSpPr>
            <p:spPr>
              <a:xfrm>
                <a:off x="449698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6" name="pg253">
                <a:extLst>
                  <a:ext uri="{FF2B5EF4-FFF2-40B4-BE49-F238E27FC236}">
                    <a16:creationId xmlns:a16="http://schemas.microsoft.com/office/drawing/2014/main" id="{B223735D-1281-9FB3-B86D-8C91BD013B86}"/>
                  </a:ext>
                </a:extLst>
              </p:cNvPr>
              <p:cNvSpPr/>
              <p:nvPr/>
            </p:nvSpPr>
            <p:spPr>
              <a:xfrm>
                <a:off x="457842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7" name="pg254">
                <a:extLst>
                  <a:ext uri="{FF2B5EF4-FFF2-40B4-BE49-F238E27FC236}">
                    <a16:creationId xmlns:a16="http://schemas.microsoft.com/office/drawing/2014/main" id="{58C60DDE-663D-B7BB-AD07-CC354DE8215C}"/>
                  </a:ext>
                </a:extLst>
              </p:cNvPr>
              <p:cNvSpPr/>
              <p:nvPr/>
            </p:nvSpPr>
            <p:spPr>
              <a:xfrm>
                <a:off x="465985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8" name="pg255">
                <a:extLst>
                  <a:ext uri="{FF2B5EF4-FFF2-40B4-BE49-F238E27FC236}">
                    <a16:creationId xmlns:a16="http://schemas.microsoft.com/office/drawing/2014/main" id="{841D9BA4-8686-8FEB-810F-799873AD61BB}"/>
                  </a:ext>
                </a:extLst>
              </p:cNvPr>
              <p:cNvSpPr/>
              <p:nvPr/>
            </p:nvSpPr>
            <p:spPr>
              <a:xfrm>
                <a:off x="474129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9" name="pg256">
                <a:extLst>
                  <a:ext uri="{FF2B5EF4-FFF2-40B4-BE49-F238E27FC236}">
                    <a16:creationId xmlns:a16="http://schemas.microsoft.com/office/drawing/2014/main" id="{36012D83-5360-931F-0875-EF9574F7ECB3}"/>
                  </a:ext>
                </a:extLst>
              </p:cNvPr>
              <p:cNvSpPr/>
              <p:nvPr/>
            </p:nvSpPr>
            <p:spPr>
              <a:xfrm>
                <a:off x="278680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0" name="pg257">
                <a:extLst>
                  <a:ext uri="{FF2B5EF4-FFF2-40B4-BE49-F238E27FC236}">
                    <a16:creationId xmlns:a16="http://schemas.microsoft.com/office/drawing/2014/main" id="{52095489-2072-873C-F003-16523B2E2A86}"/>
                  </a:ext>
                </a:extLst>
              </p:cNvPr>
              <p:cNvSpPr/>
              <p:nvPr/>
            </p:nvSpPr>
            <p:spPr>
              <a:xfrm>
                <a:off x="286824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1" name="pg258">
                <a:extLst>
                  <a:ext uri="{FF2B5EF4-FFF2-40B4-BE49-F238E27FC236}">
                    <a16:creationId xmlns:a16="http://schemas.microsoft.com/office/drawing/2014/main" id="{D185C825-BEAA-72A2-E026-BA59B7DAE24C}"/>
                  </a:ext>
                </a:extLst>
              </p:cNvPr>
              <p:cNvSpPr/>
              <p:nvPr/>
            </p:nvSpPr>
            <p:spPr>
              <a:xfrm>
                <a:off x="294967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2" name="pg259">
                <a:extLst>
                  <a:ext uri="{FF2B5EF4-FFF2-40B4-BE49-F238E27FC236}">
                    <a16:creationId xmlns:a16="http://schemas.microsoft.com/office/drawing/2014/main" id="{B13AC769-448E-18F2-7115-F4E04958FEB4}"/>
                  </a:ext>
                </a:extLst>
              </p:cNvPr>
              <p:cNvSpPr/>
              <p:nvPr/>
            </p:nvSpPr>
            <p:spPr>
              <a:xfrm>
                <a:off x="303111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3" name="pg260">
                <a:extLst>
                  <a:ext uri="{FF2B5EF4-FFF2-40B4-BE49-F238E27FC236}">
                    <a16:creationId xmlns:a16="http://schemas.microsoft.com/office/drawing/2014/main" id="{A90FDCF8-E965-CD85-1A8F-2F7DB0539A14}"/>
                  </a:ext>
                </a:extLst>
              </p:cNvPr>
              <p:cNvSpPr/>
              <p:nvPr/>
            </p:nvSpPr>
            <p:spPr>
              <a:xfrm>
                <a:off x="311255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4" name="pg261">
                <a:extLst>
                  <a:ext uri="{FF2B5EF4-FFF2-40B4-BE49-F238E27FC236}">
                    <a16:creationId xmlns:a16="http://schemas.microsoft.com/office/drawing/2014/main" id="{39F456ED-E4C7-C50C-84ED-BC0FF16F45DA}"/>
                  </a:ext>
                </a:extLst>
              </p:cNvPr>
              <p:cNvSpPr/>
              <p:nvPr/>
            </p:nvSpPr>
            <p:spPr>
              <a:xfrm>
                <a:off x="319399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5" name="pg262">
                <a:extLst>
                  <a:ext uri="{FF2B5EF4-FFF2-40B4-BE49-F238E27FC236}">
                    <a16:creationId xmlns:a16="http://schemas.microsoft.com/office/drawing/2014/main" id="{789EFDE4-7D5D-4090-6B37-A780785C7A0C}"/>
                  </a:ext>
                </a:extLst>
              </p:cNvPr>
              <p:cNvSpPr/>
              <p:nvPr/>
            </p:nvSpPr>
            <p:spPr>
              <a:xfrm>
                <a:off x="327542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6" name="pg263">
                <a:extLst>
                  <a:ext uri="{FF2B5EF4-FFF2-40B4-BE49-F238E27FC236}">
                    <a16:creationId xmlns:a16="http://schemas.microsoft.com/office/drawing/2014/main" id="{817D02E6-BE63-6ED8-CE4D-D0CC41124476}"/>
                  </a:ext>
                </a:extLst>
              </p:cNvPr>
              <p:cNvSpPr/>
              <p:nvPr/>
            </p:nvSpPr>
            <p:spPr>
              <a:xfrm>
                <a:off x="335686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7" name="pg264">
                <a:extLst>
                  <a:ext uri="{FF2B5EF4-FFF2-40B4-BE49-F238E27FC236}">
                    <a16:creationId xmlns:a16="http://schemas.microsoft.com/office/drawing/2014/main" id="{6336B855-7339-150F-96D3-568E73C45E15}"/>
                  </a:ext>
                </a:extLst>
              </p:cNvPr>
              <p:cNvSpPr/>
              <p:nvPr/>
            </p:nvSpPr>
            <p:spPr>
              <a:xfrm>
                <a:off x="343830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8" name="pg265">
                <a:extLst>
                  <a:ext uri="{FF2B5EF4-FFF2-40B4-BE49-F238E27FC236}">
                    <a16:creationId xmlns:a16="http://schemas.microsoft.com/office/drawing/2014/main" id="{30657B80-57AB-54B4-ABBF-B70C9C974EF7}"/>
                  </a:ext>
                </a:extLst>
              </p:cNvPr>
              <p:cNvSpPr/>
              <p:nvPr/>
            </p:nvSpPr>
            <p:spPr>
              <a:xfrm>
                <a:off x="351973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9" name="pg266">
                <a:extLst>
                  <a:ext uri="{FF2B5EF4-FFF2-40B4-BE49-F238E27FC236}">
                    <a16:creationId xmlns:a16="http://schemas.microsoft.com/office/drawing/2014/main" id="{640D748B-8950-B9C2-D3EE-7F1938AB4198}"/>
                  </a:ext>
                </a:extLst>
              </p:cNvPr>
              <p:cNvSpPr/>
              <p:nvPr/>
            </p:nvSpPr>
            <p:spPr>
              <a:xfrm>
                <a:off x="360117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0" name="pg267">
                <a:extLst>
                  <a:ext uri="{FF2B5EF4-FFF2-40B4-BE49-F238E27FC236}">
                    <a16:creationId xmlns:a16="http://schemas.microsoft.com/office/drawing/2014/main" id="{4B47CFFB-155B-AA5F-678A-BBC1D1E473F9}"/>
                  </a:ext>
                </a:extLst>
              </p:cNvPr>
              <p:cNvSpPr/>
              <p:nvPr/>
            </p:nvSpPr>
            <p:spPr>
              <a:xfrm>
                <a:off x="368261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1" name="pg268">
                <a:extLst>
                  <a:ext uri="{FF2B5EF4-FFF2-40B4-BE49-F238E27FC236}">
                    <a16:creationId xmlns:a16="http://schemas.microsoft.com/office/drawing/2014/main" id="{CAC9EB4C-623E-70E8-DEC7-5A5116E237FC}"/>
                  </a:ext>
                </a:extLst>
              </p:cNvPr>
              <p:cNvSpPr/>
              <p:nvPr/>
            </p:nvSpPr>
            <p:spPr>
              <a:xfrm>
                <a:off x="376405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2" name="pg269">
                <a:extLst>
                  <a:ext uri="{FF2B5EF4-FFF2-40B4-BE49-F238E27FC236}">
                    <a16:creationId xmlns:a16="http://schemas.microsoft.com/office/drawing/2014/main" id="{1593356A-1D51-9944-F2DE-C4DD48F25E9B}"/>
                  </a:ext>
                </a:extLst>
              </p:cNvPr>
              <p:cNvSpPr/>
              <p:nvPr/>
            </p:nvSpPr>
            <p:spPr>
              <a:xfrm>
                <a:off x="384548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3" name="pg270">
                <a:extLst>
                  <a:ext uri="{FF2B5EF4-FFF2-40B4-BE49-F238E27FC236}">
                    <a16:creationId xmlns:a16="http://schemas.microsoft.com/office/drawing/2014/main" id="{922F97CD-13B9-CDE8-535A-7D8D440A1860}"/>
                  </a:ext>
                </a:extLst>
              </p:cNvPr>
              <p:cNvSpPr/>
              <p:nvPr/>
            </p:nvSpPr>
            <p:spPr>
              <a:xfrm>
                <a:off x="392692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4" name="pg271">
                <a:extLst>
                  <a:ext uri="{FF2B5EF4-FFF2-40B4-BE49-F238E27FC236}">
                    <a16:creationId xmlns:a16="http://schemas.microsoft.com/office/drawing/2014/main" id="{F062D403-21E1-AFB6-FFE6-118421926772}"/>
                  </a:ext>
                </a:extLst>
              </p:cNvPr>
              <p:cNvSpPr/>
              <p:nvPr/>
            </p:nvSpPr>
            <p:spPr>
              <a:xfrm>
                <a:off x="425267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5" name="pg272">
                <a:extLst>
                  <a:ext uri="{FF2B5EF4-FFF2-40B4-BE49-F238E27FC236}">
                    <a16:creationId xmlns:a16="http://schemas.microsoft.com/office/drawing/2014/main" id="{3DF251CD-4333-359B-6DD3-E8B7147D60AB}"/>
                  </a:ext>
                </a:extLst>
              </p:cNvPr>
              <p:cNvSpPr/>
              <p:nvPr/>
            </p:nvSpPr>
            <p:spPr>
              <a:xfrm>
                <a:off x="433411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6" name="pg273">
                <a:extLst>
                  <a:ext uri="{FF2B5EF4-FFF2-40B4-BE49-F238E27FC236}">
                    <a16:creationId xmlns:a16="http://schemas.microsoft.com/office/drawing/2014/main" id="{73B80F77-7F1C-7C89-4EA1-3C73B6A840CD}"/>
                  </a:ext>
                </a:extLst>
              </p:cNvPr>
              <p:cNvSpPr/>
              <p:nvPr/>
            </p:nvSpPr>
            <p:spPr>
              <a:xfrm>
                <a:off x="441554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7" name="pg274">
                <a:extLst>
                  <a:ext uri="{FF2B5EF4-FFF2-40B4-BE49-F238E27FC236}">
                    <a16:creationId xmlns:a16="http://schemas.microsoft.com/office/drawing/2014/main" id="{756D7BAB-B4AE-023A-5234-14E80304CD99}"/>
                  </a:ext>
                </a:extLst>
              </p:cNvPr>
              <p:cNvSpPr/>
              <p:nvPr/>
            </p:nvSpPr>
            <p:spPr>
              <a:xfrm>
                <a:off x="449698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8" name="pg275">
                <a:extLst>
                  <a:ext uri="{FF2B5EF4-FFF2-40B4-BE49-F238E27FC236}">
                    <a16:creationId xmlns:a16="http://schemas.microsoft.com/office/drawing/2014/main" id="{A0994F3C-61B9-9DBF-79ED-7A5FE533CF98}"/>
                  </a:ext>
                </a:extLst>
              </p:cNvPr>
              <p:cNvSpPr/>
              <p:nvPr/>
            </p:nvSpPr>
            <p:spPr>
              <a:xfrm>
                <a:off x="457842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9" name="pg276">
                <a:extLst>
                  <a:ext uri="{FF2B5EF4-FFF2-40B4-BE49-F238E27FC236}">
                    <a16:creationId xmlns:a16="http://schemas.microsoft.com/office/drawing/2014/main" id="{A60B5D0E-05B3-6A83-84ED-797B625813AB}"/>
                  </a:ext>
                </a:extLst>
              </p:cNvPr>
              <p:cNvSpPr/>
              <p:nvPr/>
            </p:nvSpPr>
            <p:spPr>
              <a:xfrm>
                <a:off x="465985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0" name="pg277">
                <a:extLst>
                  <a:ext uri="{FF2B5EF4-FFF2-40B4-BE49-F238E27FC236}">
                    <a16:creationId xmlns:a16="http://schemas.microsoft.com/office/drawing/2014/main" id="{6386F6BB-F97D-A1EA-090D-68C00CDEB6EF}"/>
                  </a:ext>
                </a:extLst>
              </p:cNvPr>
              <p:cNvSpPr/>
              <p:nvPr/>
            </p:nvSpPr>
            <p:spPr>
              <a:xfrm>
                <a:off x="270536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1" name="pg278">
                <a:extLst>
                  <a:ext uri="{FF2B5EF4-FFF2-40B4-BE49-F238E27FC236}">
                    <a16:creationId xmlns:a16="http://schemas.microsoft.com/office/drawing/2014/main" id="{CBB3C276-CFB0-F124-8175-8B859FB27B8F}"/>
                  </a:ext>
                </a:extLst>
              </p:cNvPr>
              <p:cNvSpPr/>
              <p:nvPr/>
            </p:nvSpPr>
            <p:spPr>
              <a:xfrm>
                <a:off x="278680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2" name="pg279">
                <a:extLst>
                  <a:ext uri="{FF2B5EF4-FFF2-40B4-BE49-F238E27FC236}">
                    <a16:creationId xmlns:a16="http://schemas.microsoft.com/office/drawing/2014/main" id="{27A7C418-156E-91FF-6DE0-35CE6E6C2FCB}"/>
                  </a:ext>
                </a:extLst>
              </p:cNvPr>
              <p:cNvSpPr/>
              <p:nvPr/>
            </p:nvSpPr>
            <p:spPr>
              <a:xfrm>
                <a:off x="286824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3" name="pg280">
                <a:extLst>
                  <a:ext uri="{FF2B5EF4-FFF2-40B4-BE49-F238E27FC236}">
                    <a16:creationId xmlns:a16="http://schemas.microsoft.com/office/drawing/2014/main" id="{6D9FBA64-D587-5AFA-4E42-175618A18C7B}"/>
                  </a:ext>
                </a:extLst>
              </p:cNvPr>
              <p:cNvSpPr/>
              <p:nvPr/>
            </p:nvSpPr>
            <p:spPr>
              <a:xfrm>
                <a:off x="294967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4" name="pg281">
                <a:extLst>
                  <a:ext uri="{FF2B5EF4-FFF2-40B4-BE49-F238E27FC236}">
                    <a16:creationId xmlns:a16="http://schemas.microsoft.com/office/drawing/2014/main" id="{B8520C10-72FE-1EA4-F22B-1CF523DDE4FD}"/>
                  </a:ext>
                </a:extLst>
              </p:cNvPr>
              <p:cNvSpPr/>
              <p:nvPr/>
            </p:nvSpPr>
            <p:spPr>
              <a:xfrm>
                <a:off x="303111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5" name="pg282">
                <a:extLst>
                  <a:ext uri="{FF2B5EF4-FFF2-40B4-BE49-F238E27FC236}">
                    <a16:creationId xmlns:a16="http://schemas.microsoft.com/office/drawing/2014/main" id="{7181DE67-7FC0-737F-A2B9-1DAF97BF2FFF}"/>
                  </a:ext>
                </a:extLst>
              </p:cNvPr>
              <p:cNvSpPr/>
              <p:nvPr/>
            </p:nvSpPr>
            <p:spPr>
              <a:xfrm>
                <a:off x="311255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6" name="pg283">
                <a:extLst>
                  <a:ext uri="{FF2B5EF4-FFF2-40B4-BE49-F238E27FC236}">
                    <a16:creationId xmlns:a16="http://schemas.microsoft.com/office/drawing/2014/main" id="{6476DF35-27CF-EED1-AFA0-368A44977E91}"/>
                  </a:ext>
                </a:extLst>
              </p:cNvPr>
              <p:cNvSpPr/>
              <p:nvPr/>
            </p:nvSpPr>
            <p:spPr>
              <a:xfrm>
                <a:off x="319399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7" name="pg284">
                <a:extLst>
                  <a:ext uri="{FF2B5EF4-FFF2-40B4-BE49-F238E27FC236}">
                    <a16:creationId xmlns:a16="http://schemas.microsoft.com/office/drawing/2014/main" id="{4A85A217-E9B8-D4D0-02F1-CFF20810456E}"/>
                  </a:ext>
                </a:extLst>
              </p:cNvPr>
              <p:cNvSpPr/>
              <p:nvPr/>
            </p:nvSpPr>
            <p:spPr>
              <a:xfrm>
                <a:off x="327542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8" name="pg285">
                <a:extLst>
                  <a:ext uri="{FF2B5EF4-FFF2-40B4-BE49-F238E27FC236}">
                    <a16:creationId xmlns:a16="http://schemas.microsoft.com/office/drawing/2014/main" id="{6DC2C36E-2522-241B-81C9-1573F76AFE07}"/>
                  </a:ext>
                </a:extLst>
              </p:cNvPr>
              <p:cNvSpPr/>
              <p:nvPr/>
            </p:nvSpPr>
            <p:spPr>
              <a:xfrm>
                <a:off x="335686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9" name="pg286">
                <a:extLst>
                  <a:ext uri="{FF2B5EF4-FFF2-40B4-BE49-F238E27FC236}">
                    <a16:creationId xmlns:a16="http://schemas.microsoft.com/office/drawing/2014/main" id="{3ACF11F0-B6A2-8531-867F-6976B05430E4}"/>
                  </a:ext>
                </a:extLst>
              </p:cNvPr>
              <p:cNvSpPr/>
              <p:nvPr/>
            </p:nvSpPr>
            <p:spPr>
              <a:xfrm>
                <a:off x="343830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0" name="pg287">
                <a:extLst>
                  <a:ext uri="{FF2B5EF4-FFF2-40B4-BE49-F238E27FC236}">
                    <a16:creationId xmlns:a16="http://schemas.microsoft.com/office/drawing/2014/main" id="{6549BB08-A566-7793-44D8-8F80C9DD2CAF}"/>
                  </a:ext>
                </a:extLst>
              </p:cNvPr>
              <p:cNvSpPr/>
              <p:nvPr/>
            </p:nvSpPr>
            <p:spPr>
              <a:xfrm>
                <a:off x="351973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1" name="pg288">
                <a:extLst>
                  <a:ext uri="{FF2B5EF4-FFF2-40B4-BE49-F238E27FC236}">
                    <a16:creationId xmlns:a16="http://schemas.microsoft.com/office/drawing/2014/main" id="{8B2F8977-833D-B883-C47F-881BFB81FB68}"/>
                  </a:ext>
                </a:extLst>
              </p:cNvPr>
              <p:cNvSpPr/>
              <p:nvPr/>
            </p:nvSpPr>
            <p:spPr>
              <a:xfrm>
                <a:off x="360117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2" name="pg289">
                <a:extLst>
                  <a:ext uri="{FF2B5EF4-FFF2-40B4-BE49-F238E27FC236}">
                    <a16:creationId xmlns:a16="http://schemas.microsoft.com/office/drawing/2014/main" id="{5904042A-6559-F055-FE70-F7574BEAE242}"/>
                  </a:ext>
                </a:extLst>
              </p:cNvPr>
              <p:cNvSpPr/>
              <p:nvPr/>
            </p:nvSpPr>
            <p:spPr>
              <a:xfrm>
                <a:off x="368261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3" name="pg290">
                <a:extLst>
                  <a:ext uri="{FF2B5EF4-FFF2-40B4-BE49-F238E27FC236}">
                    <a16:creationId xmlns:a16="http://schemas.microsoft.com/office/drawing/2014/main" id="{8FBCFA78-A575-F382-7BCF-3340FF80F265}"/>
                  </a:ext>
                </a:extLst>
              </p:cNvPr>
              <p:cNvSpPr/>
              <p:nvPr/>
            </p:nvSpPr>
            <p:spPr>
              <a:xfrm>
                <a:off x="376405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4" name="pg291">
                <a:extLst>
                  <a:ext uri="{FF2B5EF4-FFF2-40B4-BE49-F238E27FC236}">
                    <a16:creationId xmlns:a16="http://schemas.microsoft.com/office/drawing/2014/main" id="{8D00629A-E899-93E3-A8FF-8DF1C2E08FFF}"/>
                  </a:ext>
                </a:extLst>
              </p:cNvPr>
              <p:cNvSpPr/>
              <p:nvPr/>
            </p:nvSpPr>
            <p:spPr>
              <a:xfrm>
                <a:off x="384548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5" name="pg292">
                <a:extLst>
                  <a:ext uri="{FF2B5EF4-FFF2-40B4-BE49-F238E27FC236}">
                    <a16:creationId xmlns:a16="http://schemas.microsoft.com/office/drawing/2014/main" id="{78FD6851-8EE1-2989-2440-E2CDDAF48559}"/>
                  </a:ext>
                </a:extLst>
              </p:cNvPr>
              <p:cNvSpPr/>
              <p:nvPr/>
            </p:nvSpPr>
            <p:spPr>
              <a:xfrm>
                <a:off x="392692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6" name="pg293">
                <a:extLst>
                  <a:ext uri="{FF2B5EF4-FFF2-40B4-BE49-F238E27FC236}">
                    <a16:creationId xmlns:a16="http://schemas.microsoft.com/office/drawing/2014/main" id="{416B003D-9D9A-7B05-BE93-F4011B9ECAF2}"/>
                  </a:ext>
                </a:extLst>
              </p:cNvPr>
              <p:cNvSpPr/>
              <p:nvPr/>
            </p:nvSpPr>
            <p:spPr>
              <a:xfrm>
                <a:off x="400836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7" name="pg294">
                <a:extLst>
                  <a:ext uri="{FF2B5EF4-FFF2-40B4-BE49-F238E27FC236}">
                    <a16:creationId xmlns:a16="http://schemas.microsoft.com/office/drawing/2014/main" id="{41667A03-6DF1-2D03-A61D-7982FEFD9428}"/>
                  </a:ext>
                </a:extLst>
              </p:cNvPr>
              <p:cNvSpPr/>
              <p:nvPr/>
            </p:nvSpPr>
            <p:spPr>
              <a:xfrm>
                <a:off x="425267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8" name="pg295">
                <a:extLst>
                  <a:ext uri="{FF2B5EF4-FFF2-40B4-BE49-F238E27FC236}">
                    <a16:creationId xmlns:a16="http://schemas.microsoft.com/office/drawing/2014/main" id="{E7269E38-0E63-CA0D-98A4-F9157543B5F4}"/>
                  </a:ext>
                </a:extLst>
              </p:cNvPr>
              <p:cNvSpPr/>
              <p:nvPr/>
            </p:nvSpPr>
            <p:spPr>
              <a:xfrm>
                <a:off x="433411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9" name="pg296">
                <a:extLst>
                  <a:ext uri="{FF2B5EF4-FFF2-40B4-BE49-F238E27FC236}">
                    <a16:creationId xmlns:a16="http://schemas.microsoft.com/office/drawing/2014/main" id="{3208EAB8-9720-02E8-7A6C-9527320F346E}"/>
                  </a:ext>
                </a:extLst>
              </p:cNvPr>
              <p:cNvSpPr/>
              <p:nvPr/>
            </p:nvSpPr>
            <p:spPr>
              <a:xfrm>
                <a:off x="441554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0" name="pg297">
                <a:extLst>
                  <a:ext uri="{FF2B5EF4-FFF2-40B4-BE49-F238E27FC236}">
                    <a16:creationId xmlns:a16="http://schemas.microsoft.com/office/drawing/2014/main" id="{0EC66A08-F71E-E167-BDAE-4635B40259F7}"/>
                  </a:ext>
                </a:extLst>
              </p:cNvPr>
              <p:cNvSpPr/>
              <p:nvPr/>
            </p:nvSpPr>
            <p:spPr>
              <a:xfrm>
                <a:off x="449698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1" name="pg298">
                <a:extLst>
                  <a:ext uri="{FF2B5EF4-FFF2-40B4-BE49-F238E27FC236}">
                    <a16:creationId xmlns:a16="http://schemas.microsoft.com/office/drawing/2014/main" id="{EFE97B0F-9237-245D-9B42-95F0956B91B4}"/>
                  </a:ext>
                </a:extLst>
              </p:cNvPr>
              <p:cNvSpPr/>
              <p:nvPr/>
            </p:nvSpPr>
            <p:spPr>
              <a:xfrm>
                <a:off x="457842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2" name="pg299">
                <a:extLst>
                  <a:ext uri="{FF2B5EF4-FFF2-40B4-BE49-F238E27FC236}">
                    <a16:creationId xmlns:a16="http://schemas.microsoft.com/office/drawing/2014/main" id="{829F1FCB-C6C8-2AF8-E092-9F8AD9EC222B}"/>
                  </a:ext>
                </a:extLst>
              </p:cNvPr>
              <p:cNvSpPr/>
              <p:nvPr/>
            </p:nvSpPr>
            <p:spPr>
              <a:xfrm>
                <a:off x="465985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3" name="pg300">
                <a:extLst>
                  <a:ext uri="{FF2B5EF4-FFF2-40B4-BE49-F238E27FC236}">
                    <a16:creationId xmlns:a16="http://schemas.microsoft.com/office/drawing/2014/main" id="{D740611A-9D1C-0E02-22E7-12524E44CD74}"/>
                  </a:ext>
                </a:extLst>
              </p:cNvPr>
              <p:cNvSpPr/>
              <p:nvPr/>
            </p:nvSpPr>
            <p:spPr>
              <a:xfrm>
                <a:off x="270536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4" name="pg301">
                <a:extLst>
                  <a:ext uri="{FF2B5EF4-FFF2-40B4-BE49-F238E27FC236}">
                    <a16:creationId xmlns:a16="http://schemas.microsoft.com/office/drawing/2014/main" id="{D257F7FF-05AB-4465-EC37-8A9F3F05318E}"/>
                  </a:ext>
                </a:extLst>
              </p:cNvPr>
              <p:cNvSpPr/>
              <p:nvPr/>
            </p:nvSpPr>
            <p:spPr>
              <a:xfrm>
                <a:off x="278680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5" name="pg302">
                <a:extLst>
                  <a:ext uri="{FF2B5EF4-FFF2-40B4-BE49-F238E27FC236}">
                    <a16:creationId xmlns:a16="http://schemas.microsoft.com/office/drawing/2014/main" id="{06E8A684-DCA8-40CA-291E-60A830D896BC}"/>
                  </a:ext>
                </a:extLst>
              </p:cNvPr>
              <p:cNvSpPr/>
              <p:nvPr/>
            </p:nvSpPr>
            <p:spPr>
              <a:xfrm>
                <a:off x="286824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6" name="pg303">
                <a:extLst>
                  <a:ext uri="{FF2B5EF4-FFF2-40B4-BE49-F238E27FC236}">
                    <a16:creationId xmlns:a16="http://schemas.microsoft.com/office/drawing/2014/main" id="{83ADC3B9-A37C-1BBB-085A-25D86B942500}"/>
                  </a:ext>
                </a:extLst>
              </p:cNvPr>
              <p:cNvSpPr/>
              <p:nvPr/>
            </p:nvSpPr>
            <p:spPr>
              <a:xfrm>
                <a:off x="294967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7" name="pg304">
                <a:extLst>
                  <a:ext uri="{FF2B5EF4-FFF2-40B4-BE49-F238E27FC236}">
                    <a16:creationId xmlns:a16="http://schemas.microsoft.com/office/drawing/2014/main" id="{3BB23F28-E6D1-0779-2EE9-7EE0E8C41AB8}"/>
                  </a:ext>
                </a:extLst>
              </p:cNvPr>
              <p:cNvSpPr/>
              <p:nvPr/>
            </p:nvSpPr>
            <p:spPr>
              <a:xfrm>
                <a:off x="303111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8" name="pg305">
                <a:extLst>
                  <a:ext uri="{FF2B5EF4-FFF2-40B4-BE49-F238E27FC236}">
                    <a16:creationId xmlns:a16="http://schemas.microsoft.com/office/drawing/2014/main" id="{8DDF17ED-D97D-46C8-AD32-8A7D3A744D31}"/>
                  </a:ext>
                </a:extLst>
              </p:cNvPr>
              <p:cNvSpPr/>
              <p:nvPr/>
            </p:nvSpPr>
            <p:spPr>
              <a:xfrm>
                <a:off x="311255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9" name="pg306">
                <a:extLst>
                  <a:ext uri="{FF2B5EF4-FFF2-40B4-BE49-F238E27FC236}">
                    <a16:creationId xmlns:a16="http://schemas.microsoft.com/office/drawing/2014/main" id="{94E60D06-60DB-0ED9-3260-7929BF369300}"/>
                  </a:ext>
                </a:extLst>
              </p:cNvPr>
              <p:cNvSpPr/>
              <p:nvPr/>
            </p:nvSpPr>
            <p:spPr>
              <a:xfrm>
                <a:off x="319399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0" name="pg307">
                <a:extLst>
                  <a:ext uri="{FF2B5EF4-FFF2-40B4-BE49-F238E27FC236}">
                    <a16:creationId xmlns:a16="http://schemas.microsoft.com/office/drawing/2014/main" id="{D1431797-7E4D-A2E4-49C1-6A0F7C5365D5}"/>
                  </a:ext>
                </a:extLst>
              </p:cNvPr>
              <p:cNvSpPr/>
              <p:nvPr/>
            </p:nvSpPr>
            <p:spPr>
              <a:xfrm>
                <a:off x="327542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1" name="pg308">
                <a:extLst>
                  <a:ext uri="{FF2B5EF4-FFF2-40B4-BE49-F238E27FC236}">
                    <a16:creationId xmlns:a16="http://schemas.microsoft.com/office/drawing/2014/main" id="{40D3C44E-3E60-2C75-1283-A975083E5E75}"/>
                  </a:ext>
                </a:extLst>
              </p:cNvPr>
              <p:cNvSpPr/>
              <p:nvPr/>
            </p:nvSpPr>
            <p:spPr>
              <a:xfrm>
                <a:off x="335686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2" name="pg309">
                <a:extLst>
                  <a:ext uri="{FF2B5EF4-FFF2-40B4-BE49-F238E27FC236}">
                    <a16:creationId xmlns:a16="http://schemas.microsoft.com/office/drawing/2014/main" id="{FAE547AB-39D1-E6D5-9835-36A4E201BEA1}"/>
                  </a:ext>
                </a:extLst>
              </p:cNvPr>
              <p:cNvSpPr/>
              <p:nvPr/>
            </p:nvSpPr>
            <p:spPr>
              <a:xfrm>
                <a:off x="343830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3" name="pg310">
                <a:extLst>
                  <a:ext uri="{FF2B5EF4-FFF2-40B4-BE49-F238E27FC236}">
                    <a16:creationId xmlns:a16="http://schemas.microsoft.com/office/drawing/2014/main" id="{008DBBE1-6201-0B98-3CB1-54D000372F08}"/>
                  </a:ext>
                </a:extLst>
              </p:cNvPr>
              <p:cNvSpPr/>
              <p:nvPr/>
            </p:nvSpPr>
            <p:spPr>
              <a:xfrm>
                <a:off x="351973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4" name="pg311">
                <a:extLst>
                  <a:ext uri="{FF2B5EF4-FFF2-40B4-BE49-F238E27FC236}">
                    <a16:creationId xmlns:a16="http://schemas.microsoft.com/office/drawing/2014/main" id="{114482FC-C8CA-107F-A527-9217D1FA310B}"/>
                  </a:ext>
                </a:extLst>
              </p:cNvPr>
              <p:cNvSpPr/>
              <p:nvPr/>
            </p:nvSpPr>
            <p:spPr>
              <a:xfrm>
                <a:off x="360117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5" name="pg312">
                <a:extLst>
                  <a:ext uri="{FF2B5EF4-FFF2-40B4-BE49-F238E27FC236}">
                    <a16:creationId xmlns:a16="http://schemas.microsoft.com/office/drawing/2014/main" id="{812401DB-22FA-2DA1-726C-1626C17466BA}"/>
                  </a:ext>
                </a:extLst>
              </p:cNvPr>
              <p:cNvSpPr/>
              <p:nvPr/>
            </p:nvSpPr>
            <p:spPr>
              <a:xfrm>
                <a:off x="368261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6" name="pg313">
                <a:extLst>
                  <a:ext uri="{FF2B5EF4-FFF2-40B4-BE49-F238E27FC236}">
                    <a16:creationId xmlns:a16="http://schemas.microsoft.com/office/drawing/2014/main" id="{5689FD23-A2F2-9904-3DC2-96BA45EAD1E2}"/>
                  </a:ext>
                </a:extLst>
              </p:cNvPr>
              <p:cNvSpPr/>
              <p:nvPr/>
            </p:nvSpPr>
            <p:spPr>
              <a:xfrm>
                <a:off x="376405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7" name="pg314">
                <a:extLst>
                  <a:ext uri="{FF2B5EF4-FFF2-40B4-BE49-F238E27FC236}">
                    <a16:creationId xmlns:a16="http://schemas.microsoft.com/office/drawing/2014/main" id="{1B2D75C2-5CC2-254F-7382-057CC3FE5B4C}"/>
                  </a:ext>
                </a:extLst>
              </p:cNvPr>
              <p:cNvSpPr/>
              <p:nvPr/>
            </p:nvSpPr>
            <p:spPr>
              <a:xfrm>
                <a:off x="384548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8" name="pg315">
                <a:extLst>
                  <a:ext uri="{FF2B5EF4-FFF2-40B4-BE49-F238E27FC236}">
                    <a16:creationId xmlns:a16="http://schemas.microsoft.com/office/drawing/2014/main" id="{C920F885-C76F-76FB-72B4-AD71DE04061D}"/>
                  </a:ext>
                </a:extLst>
              </p:cNvPr>
              <p:cNvSpPr/>
              <p:nvPr/>
            </p:nvSpPr>
            <p:spPr>
              <a:xfrm>
                <a:off x="392692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9" name="pg316">
                <a:extLst>
                  <a:ext uri="{FF2B5EF4-FFF2-40B4-BE49-F238E27FC236}">
                    <a16:creationId xmlns:a16="http://schemas.microsoft.com/office/drawing/2014/main" id="{76BAB084-6BD0-2E9A-83A1-647AB1E0465C}"/>
                  </a:ext>
                </a:extLst>
              </p:cNvPr>
              <p:cNvSpPr/>
              <p:nvPr/>
            </p:nvSpPr>
            <p:spPr>
              <a:xfrm>
                <a:off x="400836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0" name="pg317">
                <a:extLst>
                  <a:ext uri="{FF2B5EF4-FFF2-40B4-BE49-F238E27FC236}">
                    <a16:creationId xmlns:a16="http://schemas.microsoft.com/office/drawing/2014/main" id="{466D02D9-7715-6616-EF93-8203A049CD43}"/>
                  </a:ext>
                </a:extLst>
              </p:cNvPr>
              <p:cNvSpPr/>
              <p:nvPr/>
            </p:nvSpPr>
            <p:spPr>
              <a:xfrm>
                <a:off x="408979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1" name="pg318">
                <a:extLst>
                  <a:ext uri="{FF2B5EF4-FFF2-40B4-BE49-F238E27FC236}">
                    <a16:creationId xmlns:a16="http://schemas.microsoft.com/office/drawing/2014/main" id="{55394799-7AE7-1FA7-E3A4-EAB391E2F151}"/>
                  </a:ext>
                </a:extLst>
              </p:cNvPr>
              <p:cNvSpPr/>
              <p:nvPr/>
            </p:nvSpPr>
            <p:spPr>
              <a:xfrm>
                <a:off x="433411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2" name="pg319">
                <a:extLst>
                  <a:ext uri="{FF2B5EF4-FFF2-40B4-BE49-F238E27FC236}">
                    <a16:creationId xmlns:a16="http://schemas.microsoft.com/office/drawing/2014/main" id="{71FD1BF9-DAA4-653D-FE7F-EED9EC9C5AEB}"/>
                  </a:ext>
                </a:extLst>
              </p:cNvPr>
              <p:cNvSpPr/>
              <p:nvPr/>
            </p:nvSpPr>
            <p:spPr>
              <a:xfrm>
                <a:off x="441554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3" name="pg320">
                <a:extLst>
                  <a:ext uri="{FF2B5EF4-FFF2-40B4-BE49-F238E27FC236}">
                    <a16:creationId xmlns:a16="http://schemas.microsoft.com/office/drawing/2014/main" id="{C83F1118-516A-829C-3DE3-87EDC2B06083}"/>
                  </a:ext>
                </a:extLst>
              </p:cNvPr>
              <p:cNvSpPr/>
              <p:nvPr/>
            </p:nvSpPr>
            <p:spPr>
              <a:xfrm>
                <a:off x="449698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4" name="pg321">
                <a:extLst>
                  <a:ext uri="{FF2B5EF4-FFF2-40B4-BE49-F238E27FC236}">
                    <a16:creationId xmlns:a16="http://schemas.microsoft.com/office/drawing/2014/main" id="{D6396DA9-0FE0-C257-04FD-A7C9F091F560}"/>
                  </a:ext>
                </a:extLst>
              </p:cNvPr>
              <p:cNvSpPr/>
              <p:nvPr/>
            </p:nvSpPr>
            <p:spPr>
              <a:xfrm>
                <a:off x="457842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5" name="pg322">
                <a:extLst>
                  <a:ext uri="{FF2B5EF4-FFF2-40B4-BE49-F238E27FC236}">
                    <a16:creationId xmlns:a16="http://schemas.microsoft.com/office/drawing/2014/main" id="{EF62DB3B-7174-C243-8369-F23B2435CEFB}"/>
                  </a:ext>
                </a:extLst>
              </p:cNvPr>
              <p:cNvSpPr/>
              <p:nvPr/>
            </p:nvSpPr>
            <p:spPr>
              <a:xfrm>
                <a:off x="465985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6" name="pg323">
                <a:extLst>
                  <a:ext uri="{FF2B5EF4-FFF2-40B4-BE49-F238E27FC236}">
                    <a16:creationId xmlns:a16="http://schemas.microsoft.com/office/drawing/2014/main" id="{8D8E1654-BD23-6BCB-BF35-9F3A378AD031}"/>
                  </a:ext>
                </a:extLst>
              </p:cNvPr>
              <p:cNvSpPr/>
              <p:nvPr/>
            </p:nvSpPr>
            <p:spPr>
              <a:xfrm>
                <a:off x="270536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7" name="pg324">
                <a:extLst>
                  <a:ext uri="{FF2B5EF4-FFF2-40B4-BE49-F238E27FC236}">
                    <a16:creationId xmlns:a16="http://schemas.microsoft.com/office/drawing/2014/main" id="{5B045819-D48A-7A6A-1255-F3888E7F2814}"/>
                  </a:ext>
                </a:extLst>
              </p:cNvPr>
              <p:cNvSpPr/>
              <p:nvPr/>
            </p:nvSpPr>
            <p:spPr>
              <a:xfrm>
                <a:off x="278680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8" name="pg325">
                <a:extLst>
                  <a:ext uri="{FF2B5EF4-FFF2-40B4-BE49-F238E27FC236}">
                    <a16:creationId xmlns:a16="http://schemas.microsoft.com/office/drawing/2014/main" id="{2CC04139-BAAE-FF0E-F495-FA56E00B2EFE}"/>
                  </a:ext>
                </a:extLst>
              </p:cNvPr>
              <p:cNvSpPr/>
              <p:nvPr/>
            </p:nvSpPr>
            <p:spPr>
              <a:xfrm>
                <a:off x="286824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9" name="pg326">
                <a:extLst>
                  <a:ext uri="{FF2B5EF4-FFF2-40B4-BE49-F238E27FC236}">
                    <a16:creationId xmlns:a16="http://schemas.microsoft.com/office/drawing/2014/main" id="{EE17C5B1-24A4-292D-10DE-EB78E76CB1EE}"/>
                  </a:ext>
                </a:extLst>
              </p:cNvPr>
              <p:cNvSpPr/>
              <p:nvPr/>
            </p:nvSpPr>
            <p:spPr>
              <a:xfrm>
                <a:off x="294967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0" name="pg327">
                <a:extLst>
                  <a:ext uri="{FF2B5EF4-FFF2-40B4-BE49-F238E27FC236}">
                    <a16:creationId xmlns:a16="http://schemas.microsoft.com/office/drawing/2014/main" id="{71639B14-FBFD-CC95-4361-1706F3A31E2C}"/>
                  </a:ext>
                </a:extLst>
              </p:cNvPr>
              <p:cNvSpPr/>
              <p:nvPr/>
            </p:nvSpPr>
            <p:spPr>
              <a:xfrm>
                <a:off x="303111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1" name="pg328">
                <a:extLst>
                  <a:ext uri="{FF2B5EF4-FFF2-40B4-BE49-F238E27FC236}">
                    <a16:creationId xmlns:a16="http://schemas.microsoft.com/office/drawing/2014/main" id="{CBA999F8-9C59-A326-A6E2-A6DD33B9161B}"/>
                  </a:ext>
                </a:extLst>
              </p:cNvPr>
              <p:cNvSpPr/>
              <p:nvPr/>
            </p:nvSpPr>
            <p:spPr>
              <a:xfrm>
                <a:off x="311255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2" name="pg329">
                <a:extLst>
                  <a:ext uri="{FF2B5EF4-FFF2-40B4-BE49-F238E27FC236}">
                    <a16:creationId xmlns:a16="http://schemas.microsoft.com/office/drawing/2014/main" id="{64741090-15AC-A7FA-46D3-1A0D910B461E}"/>
                  </a:ext>
                </a:extLst>
              </p:cNvPr>
              <p:cNvSpPr/>
              <p:nvPr/>
            </p:nvSpPr>
            <p:spPr>
              <a:xfrm>
                <a:off x="319399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3" name="pg330">
                <a:extLst>
                  <a:ext uri="{FF2B5EF4-FFF2-40B4-BE49-F238E27FC236}">
                    <a16:creationId xmlns:a16="http://schemas.microsoft.com/office/drawing/2014/main" id="{C2405EA4-DB66-9A2B-A15F-ECF9D0C7DFE4}"/>
                  </a:ext>
                </a:extLst>
              </p:cNvPr>
              <p:cNvSpPr/>
              <p:nvPr/>
            </p:nvSpPr>
            <p:spPr>
              <a:xfrm>
                <a:off x="327542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4" name="pg331">
                <a:extLst>
                  <a:ext uri="{FF2B5EF4-FFF2-40B4-BE49-F238E27FC236}">
                    <a16:creationId xmlns:a16="http://schemas.microsoft.com/office/drawing/2014/main" id="{D245FA6F-5D67-EEF4-8E75-66FB3237A23F}"/>
                  </a:ext>
                </a:extLst>
              </p:cNvPr>
              <p:cNvSpPr/>
              <p:nvPr/>
            </p:nvSpPr>
            <p:spPr>
              <a:xfrm>
                <a:off x="335686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5" name="pg332">
                <a:extLst>
                  <a:ext uri="{FF2B5EF4-FFF2-40B4-BE49-F238E27FC236}">
                    <a16:creationId xmlns:a16="http://schemas.microsoft.com/office/drawing/2014/main" id="{CEC74144-5C27-60D4-A806-6637FB0FBE68}"/>
                  </a:ext>
                </a:extLst>
              </p:cNvPr>
              <p:cNvSpPr/>
              <p:nvPr/>
            </p:nvSpPr>
            <p:spPr>
              <a:xfrm>
                <a:off x="343830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6" name="pg333">
                <a:extLst>
                  <a:ext uri="{FF2B5EF4-FFF2-40B4-BE49-F238E27FC236}">
                    <a16:creationId xmlns:a16="http://schemas.microsoft.com/office/drawing/2014/main" id="{0040A56C-0D8B-2F89-5E0B-D61A422B99A4}"/>
                  </a:ext>
                </a:extLst>
              </p:cNvPr>
              <p:cNvSpPr/>
              <p:nvPr/>
            </p:nvSpPr>
            <p:spPr>
              <a:xfrm>
                <a:off x="351973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7" name="pg334">
                <a:extLst>
                  <a:ext uri="{FF2B5EF4-FFF2-40B4-BE49-F238E27FC236}">
                    <a16:creationId xmlns:a16="http://schemas.microsoft.com/office/drawing/2014/main" id="{66ABF16D-91D1-0AFC-0353-ED3AF90CD3C3}"/>
                  </a:ext>
                </a:extLst>
              </p:cNvPr>
              <p:cNvSpPr/>
              <p:nvPr/>
            </p:nvSpPr>
            <p:spPr>
              <a:xfrm>
                <a:off x="360117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8" name="pg335">
                <a:extLst>
                  <a:ext uri="{FF2B5EF4-FFF2-40B4-BE49-F238E27FC236}">
                    <a16:creationId xmlns:a16="http://schemas.microsoft.com/office/drawing/2014/main" id="{417E76B3-D8AF-D55E-5FF6-003AB17638D0}"/>
                  </a:ext>
                </a:extLst>
              </p:cNvPr>
              <p:cNvSpPr/>
              <p:nvPr/>
            </p:nvSpPr>
            <p:spPr>
              <a:xfrm>
                <a:off x="368261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9" name="pg336">
                <a:extLst>
                  <a:ext uri="{FF2B5EF4-FFF2-40B4-BE49-F238E27FC236}">
                    <a16:creationId xmlns:a16="http://schemas.microsoft.com/office/drawing/2014/main" id="{12312136-87C1-B695-6F4F-BAEA766FCC4B}"/>
                  </a:ext>
                </a:extLst>
              </p:cNvPr>
              <p:cNvSpPr/>
              <p:nvPr/>
            </p:nvSpPr>
            <p:spPr>
              <a:xfrm>
                <a:off x="376405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0" name="pg337">
                <a:extLst>
                  <a:ext uri="{FF2B5EF4-FFF2-40B4-BE49-F238E27FC236}">
                    <a16:creationId xmlns:a16="http://schemas.microsoft.com/office/drawing/2014/main" id="{297A9873-55AE-9640-7E3F-75CE6D93A9B4}"/>
                  </a:ext>
                </a:extLst>
              </p:cNvPr>
              <p:cNvSpPr/>
              <p:nvPr/>
            </p:nvSpPr>
            <p:spPr>
              <a:xfrm>
                <a:off x="384548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1" name="pg338">
                <a:extLst>
                  <a:ext uri="{FF2B5EF4-FFF2-40B4-BE49-F238E27FC236}">
                    <a16:creationId xmlns:a16="http://schemas.microsoft.com/office/drawing/2014/main" id="{AE085772-465C-CD67-F985-8D5F6A8F3AEE}"/>
                  </a:ext>
                </a:extLst>
              </p:cNvPr>
              <p:cNvSpPr/>
              <p:nvPr/>
            </p:nvSpPr>
            <p:spPr>
              <a:xfrm>
                <a:off x="392692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2" name="pg339">
                <a:extLst>
                  <a:ext uri="{FF2B5EF4-FFF2-40B4-BE49-F238E27FC236}">
                    <a16:creationId xmlns:a16="http://schemas.microsoft.com/office/drawing/2014/main" id="{B7F3B3BC-B549-65B7-0658-7B817CF49430}"/>
                  </a:ext>
                </a:extLst>
              </p:cNvPr>
              <p:cNvSpPr/>
              <p:nvPr/>
            </p:nvSpPr>
            <p:spPr>
              <a:xfrm>
                <a:off x="400836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3" name="pg340">
                <a:extLst>
                  <a:ext uri="{FF2B5EF4-FFF2-40B4-BE49-F238E27FC236}">
                    <a16:creationId xmlns:a16="http://schemas.microsoft.com/office/drawing/2014/main" id="{87B43B20-AEE6-0876-5180-A30E9DC20DE5}"/>
                  </a:ext>
                </a:extLst>
              </p:cNvPr>
              <p:cNvSpPr/>
              <p:nvPr/>
            </p:nvSpPr>
            <p:spPr>
              <a:xfrm>
                <a:off x="408979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4" name="pg341">
                <a:extLst>
                  <a:ext uri="{FF2B5EF4-FFF2-40B4-BE49-F238E27FC236}">
                    <a16:creationId xmlns:a16="http://schemas.microsoft.com/office/drawing/2014/main" id="{CEDC61AF-B848-168A-15DB-2EB45EAAB781}"/>
                  </a:ext>
                </a:extLst>
              </p:cNvPr>
              <p:cNvSpPr/>
              <p:nvPr/>
            </p:nvSpPr>
            <p:spPr>
              <a:xfrm>
                <a:off x="425267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5" name="pg342">
                <a:extLst>
                  <a:ext uri="{FF2B5EF4-FFF2-40B4-BE49-F238E27FC236}">
                    <a16:creationId xmlns:a16="http://schemas.microsoft.com/office/drawing/2014/main" id="{DDC49A09-8EC2-25FE-D34F-E81601B8A07F}"/>
                  </a:ext>
                </a:extLst>
              </p:cNvPr>
              <p:cNvSpPr/>
              <p:nvPr/>
            </p:nvSpPr>
            <p:spPr>
              <a:xfrm>
                <a:off x="433411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6" name="pg343">
                <a:extLst>
                  <a:ext uri="{FF2B5EF4-FFF2-40B4-BE49-F238E27FC236}">
                    <a16:creationId xmlns:a16="http://schemas.microsoft.com/office/drawing/2014/main" id="{E83402BA-34F5-B7AA-0363-C560D9C81ABB}"/>
                  </a:ext>
                </a:extLst>
              </p:cNvPr>
              <p:cNvSpPr/>
              <p:nvPr/>
            </p:nvSpPr>
            <p:spPr>
              <a:xfrm>
                <a:off x="441554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7" name="pg344">
                <a:extLst>
                  <a:ext uri="{FF2B5EF4-FFF2-40B4-BE49-F238E27FC236}">
                    <a16:creationId xmlns:a16="http://schemas.microsoft.com/office/drawing/2014/main" id="{BABA9482-A925-57FB-488D-3405842836C4}"/>
                  </a:ext>
                </a:extLst>
              </p:cNvPr>
              <p:cNvSpPr/>
              <p:nvPr/>
            </p:nvSpPr>
            <p:spPr>
              <a:xfrm>
                <a:off x="449698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8" name="pg345">
                <a:extLst>
                  <a:ext uri="{FF2B5EF4-FFF2-40B4-BE49-F238E27FC236}">
                    <a16:creationId xmlns:a16="http://schemas.microsoft.com/office/drawing/2014/main" id="{6C5B1A8D-9316-88FD-A633-BD256D298EE2}"/>
                  </a:ext>
                </a:extLst>
              </p:cNvPr>
              <p:cNvSpPr/>
              <p:nvPr/>
            </p:nvSpPr>
            <p:spPr>
              <a:xfrm>
                <a:off x="457842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9" name="pg346">
                <a:extLst>
                  <a:ext uri="{FF2B5EF4-FFF2-40B4-BE49-F238E27FC236}">
                    <a16:creationId xmlns:a16="http://schemas.microsoft.com/office/drawing/2014/main" id="{F2656DCC-463F-7DBE-426C-DB3352A24587}"/>
                  </a:ext>
                </a:extLst>
              </p:cNvPr>
              <p:cNvSpPr/>
              <p:nvPr/>
            </p:nvSpPr>
            <p:spPr>
              <a:xfrm>
                <a:off x="465985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0" name="pg347">
                <a:extLst>
                  <a:ext uri="{FF2B5EF4-FFF2-40B4-BE49-F238E27FC236}">
                    <a16:creationId xmlns:a16="http://schemas.microsoft.com/office/drawing/2014/main" id="{967B34E3-0C4B-AD37-5192-4DB97E5FB032}"/>
                  </a:ext>
                </a:extLst>
              </p:cNvPr>
              <p:cNvSpPr/>
              <p:nvPr/>
            </p:nvSpPr>
            <p:spPr>
              <a:xfrm>
                <a:off x="278680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1" name="pg348">
                <a:extLst>
                  <a:ext uri="{FF2B5EF4-FFF2-40B4-BE49-F238E27FC236}">
                    <a16:creationId xmlns:a16="http://schemas.microsoft.com/office/drawing/2014/main" id="{EE08DBDC-590A-C394-A42F-0080980CAC68}"/>
                  </a:ext>
                </a:extLst>
              </p:cNvPr>
              <p:cNvSpPr/>
              <p:nvPr/>
            </p:nvSpPr>
            <p:spPr>
              <a:xfrm>
                <a:off x="286824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2" name="pg349">
                <a:extLst>
                  <a:ext uri="{FF2B5EF4-FFF2-40B4-BE49-F238E27FC236}">
                    <a16:creationId xmlns:a16="http://schemas.microsoft.com/office/drawing/2014/main" id="{ED3B1426-DC90-011B-D279-61028396A159}"/>
                  </a:ext>
                </a:extLst>
              </p:cNvPr>
              <p:cNvSpPr/>
              <p:nvPr/>
            </p:nvSpPr>
            <p:spPr>
              <a:xfrm>
                <a:off x="294967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3" name="pg350">
                <a:extLst>
                  <a:ext uri="{FF2B5EF4-FFF2-40B4-BE49-F238E27FC236}">
                    <a16:creationId xmlns:a16="http://schemas.microsoft.com/office/drawing/2014/main" id="{2EC1E7FC-8764-004A-544A-32F18D04369F}"/>
                  </a:ext>
                </a:extLst>
              </p:cNvPr>
              <p:cNvSpPr/>
              <p:nvPr/>
            </p:nvSpPr>
            <p:spPr>
              <a:xfrm>
                <a:off x="303111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4" name="pg351">
                <a:extLst>
                  <a:ext uri="{FF2B5EF4-FFF2-40B4-BE49-F238E27FC236}">
                    <a16:creationId xmlns:a16="http://schemas.microsoft.com/office/drawing/2014/main" id="{068C8233-B6EE-0453-87A1-DDBA1061BBEE}"/>
                  </a:ext>
                </a:extLst>
              </p:cNvPr>
              <p:cNvSpPr/>
              <p:nvPr/>
            </p:nvSpPr>
            <p:spPr>
              <a:xfrm>
                <a:off x="311255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5" name="pg352">
                <a:extLst>
                  <a:ext uri="{FF2B5EF4-FFF2-40B4-BE49-F238E27FC236}">
                    <a16:creationId xmlns:a16="http://schemas.microsoft.com/office/drawing/2014/main" id="{8AA489C5-F4A4-7D39-16EA-C5CC0CAF250C}"/>
                  </a:ext>
                </a:extLst>
              </p:cNvPr>
              <p:cNvSpPr/>
              <p:nvPr/>
            </p:nvSpPr>
            <p:spPr>
              <a:xfrm>
                <a:off x="319399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6" name="pg353">
                <a:extLst>
                  <a:ext uri="{FF2B5EF4-FFF2-40B4-BE49-F238E27FC236}">
                    <a16:creationId xmlns:a16="http://schemas.microsoft.com/office/drawing/2014/main" id="{A67DAEA3-D40F-F902-31F8-A5775EF44788}"/>
                  </a:ext>
                </a:extLst>
              </p:cNvPr>
              <p:cNvSpPr/>
              <p:nvPr/>
            </p:nvSpPr>
            <p:spPr>
              <a:xfrm>
                <a:off x="327542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7" name="pg354">
                <a:extLst>
                  <a:ext uri="{FF2B5EF4-FFF2-40B4-BE49-F238E27FC236}">
                    <a16:creationId xmlns:a16="http://schemas.microsoft.com/office/drawing/2014/main" id="{293F9E1D-42E4-473A-9E2B-E0C2CC5AAAB5}"/>
                  </a:ext>
                </a:extLst>
              </p:cNvPr>
              <p:cNvSpPr/>
              <p:nvPr/>
            </p:nvSpPr>
            <p:spPr>
              <a:xfrm>
                <a:off x="335686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8" name="pg355">
                <a:extLst>
                  <a:ext uri="{FF2B5EF4-FFF2-40B4-BE49-F238E27FC236}">
                    <a16:creationId xmlns:a16="http://schemas.microsoft.com/office/drawing/2014/main" id="{BA168D2E-F069-6926-BF44-2CE10114DD39}"/>
                  </a:ext>
                </a:extLst>
              </p:cNvPr>
              <p:cNvSpPr/>
              <p:nvPr/>
            </p:nvSpPr>
            <p:spPr>
              <a:xfrm>
                <a:off x="343830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9" name="pg356">
                <a:extLst>
                  <a:ext uri="{FF2B5EF4-FFF2-40B4-BE49-F238E27FC236}">
                    <a16:creationId xmlns:a16="http://schemas.microsoft.com/office/drawing/2014/main" id="{DBCD2FD7-13F9-529E-379A-7AEE5209A50B}"/>
                  </a:ext>
                </a:extLst>
              </p:cNvPr>
              <p:cNvSpPr/>
              <p:nvPr/>
            </p:nvSpPr>
            <p:spPr>
              <a:xfrm>
                <a:off x="351973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0" name="pg357">
                <a:extLst>
                  <a:ext uri="{FF2B5EF4-FFF2-40B4-BE49-F238E27FC236}">
                    <a16:creationId xmlns:a16="http://schemas.microsoft.com/office/drawing/2014/main" id="{9406F76A-03FD-E805-5CF0-676AD8808570}"/>
                  </a:ext>
                </a:extLst>
              </p:cNvPr>
              <p:cNvSpPr/>
              <p:nvPr/>
            </p:nvSpPr>
            <p:spPr>
              <a:xfrm>
                <a:off x="360117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1" name="pg358">
                <a:extLst>
                  <a:ext uri="{FF2B5EF4-FFF2-40B4-BE49-F238E27FC236}">
                    <a16:creationId xmlns:a16="http://schemas.microsoft.com/office/drawing/2014/main" id="{6C7E6504-878B-56A7-81BA-03C7DAC97071}"/>
                  </a:ext>
                </a:extLst>
              </p:cNvPr>
              <p:cNvSpPr/>
              <p:nvPr/>
            </p:nvSpPr>
            <p:spPr>
              <a:xfrm>
                <a:off x="368261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2" name="pg359">
                <a:extLst>
                  <a:ext uri="{FF2B5EF4-FFF2-40B4-BE49-F238E27FC236}">
                    <a16:creationId xmlns:a16="http://schemas.microsoft.com/office/drawing/2014/main" id="{6FE887EC-1F71-A67D-5965-FA03729B6473}"/>
                  </a:ext>
                </a:extLst>
              </p:cNvPr>
              <p:cNvSpPr/>
              <p:nvPr/>
            </p:nvSpPr>
            <p:spPr>
              <a:xfrm>
                <a:off x="376405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3" name="pg360">
                <a:extLst>
                  <a:ext uri="{FF2B5EF4-FFF2-40B4-BE49-F238E27FC236}">
                    <a16:creationId xmlns:a16="http://schemas.microsoft.com/office/drawing/2014/main" id="{266E0C56-A351-2E09-C3F9-B2C4E011E423}"/>
                  </a:ext>
                </a:extLst>
              </p:cNvPr>
              <p:cNvSpPr/>
              <p:nvPr/>
            </p:nvSpPr>
            <p:spPr>
              <a:xfrm>
                <a:off x="384548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4" name="pg361">
                <a:extLst>
                  <a:ext uri="{FF2B5EF4-FFF2-40B4-BE49-F238E27FC236}">
                    <a16:creationId xmlns:a16="http://schemas.microsoft.com/office/drawing/2014/main" id="{351017D4-6728-D1ED-25E4-B1D530CFF742}"/>
                  </a:ext>
                </a:extLst>
              </p:cNvPr>
              <p:cNvSpPr/>
              <p:nvPr/>
            </p:nvSpPr>
            <p:spPr>
              <a:xfrm>
                <a:off x="392692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5" name="pg362">
                <a:extLst>
                  <a:ext uri="{FF2B5EF4-FFF2-40B4-BE49-F238E27FC236}">
                    <a16:creationId xmlns:a16="http://schemas.microsoft.com/office/drawing/2014/main" id="{43A17255-4CF2-C95B-2997-51A2943E0DD6}"/>
                  </a:ext>
                </a:extLst>
              </p:cNvPr>
              <p:cNvSpPr/>
              <p:nvPr/>
            </p:nvSpPr>
            <p:spPr>
              <a:xfrm>
                <a:off x="400836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6" name="pg363">
                <a:extLst>
                  <a:ext uri="{FF2B5EF4-FFF2-40B4-BE49-F238E27FC236}">
                    <a16:creationId xmlns:a16="http://schemas.microsoft.com/office/drawing/2014/main" id="{F971B30E-679F-2606-2769-3E2F3053A981}"/>
                  </a:ext>
                </a:extLst>
              </p:cNvPr>
              <p:cNvSpPr/>
              <p:nvPr/>
            </p:nvSpPr>
            <p:spPr>
              <a:xfrm>
                <a:off x="408979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7" name="pg364">
                <a:extLst>
                  <a:ext uri="{FF2B5EF4-FFF2-40B4-BE49-F238E27FC236}">
                    <a16:creationId xmlns:a16="http://schemas.microsoft.com/office/drawing/2014/main" id="{0BCDE7CA-A323-92D8-90BB-C22349395B26}"/>
                  </a:ext>
                </a:extLst>
              </p:cNvPr>
              <p:cNvSpPr/>
              <p:nvPr/>
            </p:nvSpPr>
            <p:spPr>
              <a:xfrm>
                <a:off x="417123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8" name="pg365">
                <a:extLst>
                  <a:ext uri="{FF2B5EF4-FFF2-40B4-BE49-F238E27FC236}">
                    <a16:creationId xmlns:a16="http://schemas.microsoft.com/office/drawing/2014/main" id="{37C8D433-2A80-75A2-79C1-9000CD0C7B6F}"/>
                  </a:ext>
                </a:extLst>
              </p:cNvPr>
              <p:cNvSpPr/>
              <p:nvPr/>
            </p:nvSpPr>
            <p:spPr>
              <a:xfrm>
                <a:off x="425267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9" name="pg366">
                <a:extLst>
                  <a:ext uri="{FF2B5EF4-FFF2-40B4-BE49-F238E27FC236}">
                    <a16:creationId xmlns:a16="http://schemas.microsoft.com/office/drawing/2014/main" id="{A1E58E5B-FB5A-5F06-56A0-FE27D7813EEC}"/>
                  </a:ext>
                </a:extLst>
              </p:cNvPr>
              <p:cNvSpPr/>
              <p:nvPr/>
            </p:nvSpPr>
            <p:spPr>
              <a:xfrm>
                <a:off x="433411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0" name="pg367">
                <a:extLst>
                  <a:ext uri="{FF2B5EF4-FFF2-40B4-BE49-F238E27FC236}">
                    <a16:creationId xmlns:a16="http://schemas.microsoft.com/office/drawing/2014/main" id="{15B0FD4A-F2AE-E930-6BE0-85436C6B262C}"/>
                  </a:ext>
                </a:extLst>
              </p:cNvPr>
              <p:cNvSpPr/>
              <p:nvPr/>
            </p:nvSpPr>
            <p:spPr>
              <a:xfrm>
                <a:off x="441554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1" name="pg368">
                <a:extLst>
                  <a:ext uri="{FF2B5EF4-FFF2-40B4-BE49-F238E27FC236}">
                    <a16:creationId xmlns:a16="http://schemas.microsoft.com/office/drawing/2014/main" id="{C5900DC6-C526-0941-9F07-BA994C8CE40B}"/>
                  </a:ext>
                </a:extLst>
              </p:cNvPr>
              <p:cNvSpPr/>
              <p:nvPr/>
            </p:nvSpPr>
            <p:spPr>
              <a:xfrm>
                <a:off x="449698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2" name="pg369">
                <a:extLst>
                  <a:ext uri="{FF2B5EF4-FFF2-40B4-BE49-F238E27FC236}">
                    <a16:creationId xmlns:a16="http://schemas.microsoft.com/office/drawing/2014/main" id="{6CF8A3A8-9420-E72F-0EAA-D97BF2C5221F}"/>
                  </a:ext>
                </a:extLst>
              </p:cNvPr>
              <p:cNvSpPr/>
              <p:nvPr/>
            </p:nvSpPr>
            <p:spPr>
              <a:xfrm>
                <a:off x="457842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3" name="pg370">
                <a:extLst>
                  <a:ext uri="{FF2B5EF4-FFF2-40B4-BE49-F238E27FC236}">
                    <a16:creationId xmlns:a16="http://schemas.microsoft.com/office/drawing/2014/main" id="{46EAC43E-BFD1-DFEC-CAE5-B23471E3C34A}"/>
                  </a:ext>
                </a:extLst>
              </p:cNvPr>
              <p:cNvSpPr/>
              <p:nvPr/>
            </p:nvSpPr>
            <p:spPr>
              <a:xfrm>
                <a:off x="465985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4" name="pg371">
                <a:extLst>
                  <a:ext uri="{FF2B5EF4-FFF2-40B4-BE49-F238E27FC236}">
                    <a16:creationId xmlns:a16="http://schemas.microsoft.com/office/drawing/2014/main" id="{D8F48ED7-227B-D72C-958B-82E4169CF5B6}"/>
                  </a:ext>
                </a:extLst>
              </p:cNvPr>
              <p:cNvSpPr/>
              <p:nvPr/>
            </p:nvSpPr>
            <p:spPr>
              <a:xfrm>
                <a:off x="286824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5" name="pg372">
                <a:extLst>
                  <a:ext uri="{FF2B5EF4-FFF2-40B4-BE49-F238E27FC236}">
                    <a16:creationId xmlns:a16="http://schemas.microsoft.com/office/drawing/2014/main" id="{5640FBB7-F1C1-5DE5-4344-11F676C543A4}"/>
                  </a:ext>
                </a:extLst>
              </p:cNvPr>
              <p:cNvSpPr/>
              <p:nvPr/>
            </p:nvSpPr>
            <p:spPr>
              <a:xfrm>
                <a:off x="294967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6" name="pg373">
                <a:extLst>
                  <a:ext uri="{FF2B5EF4-FFF2-40B4-BE49-F238E27FC236}">
                    <a16:creationId xmlns:a16="http://schemas.microsoft.com/office/drawing/2014/main" id="{D34E05B6-0946-A3A6-7060-E1E80A3EDA9B}"/>
                  </a:ext>
                </a:extLst>
              </p:cNvPr>
              <p:cNvSpPr/>
              <p:nvPr/>
            </p:nvSpPr>
            <p:spPr>
              <a:xfrm>
                <a:off x="303111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7" name="pg374">
                <a:extLst>
                  <a:ext uri="{FF2B5EF4-FFF2-40B4-BE49-F238E27FC236}">
                    <a16:creationId xmlns:a16="http://schemas.microsoft.com/office/drawing/2014/main" id="{5C49BD04-7C7A-9C22-20B7-BF6B1809A40C}"/>
                  </a:ext>
                </a:extLst>
              </p:cNvPr>
              <p:cNvSpPr/>
              <p:nvPr/>
            </p:nvSpPr>
            <p:spPr>
              <a:xfrm>
                <a:off x="311255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8" name="pg375">
                <a:extLst>
                  <a:ext uri="{FF2B5EF4-FFF2-40B4-BE49-F238E27FC236}">
                    <a16:creationId xmlns:a16="http://schemas.microsoft.com/office/drawing/2014/main" id="{B34D6F00-DC21-81AB-E7DD-DDB1883C5EF7}"/>
                  </a:ext>
                </a:extLst>
              </p:cNvPr>
              <p:cNvSpPr/>
              <p:nvPr/>
            </p:nvSpPr>
            <p:spPr>
              <a:xfrm>
                <a:off x="319399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9" name="pg376">
                <a:extLst>
                  <a:ext uri="{FF2B5EF4-FFF2-40B4-BE49-F238E27FC236}">
                    <a16:creationId xmlns:a16="http://schemas.microsoft.com/office/drawing/2014/main" id="{A0CE3221-053F-8F57-F582-ADE63662F3AE}"/>
                  </a:ext>
                </a:extLst>
              </p:cNvPr>
              <p:cNvSpPr/>
              <p:nvPr/>
            </p:nvSpPr>
            <p:spPr>
              <a:xfrm>
                <a:off x="327542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0" name="pg377">
                <a:extLst>
                  <a:ext uri="{FF2B5EF4-FFF2-40B4-BE49-F238E27FC236}">
                    <a16:creationId xmlns:a16="http://schemas.microsoft.com/office/drawing/2014/main" id="{C41D616B-266B-4C54-FD23-C4DE2EB6AFCF}"/>
                  </a:ext>
                </a:extLst>
              </p:cNvPr>
              <p:cNvSpPr/>
              <p:nvPr/>
            </p:nvSpPr>
            <p:spPr>
              <a:xfrm>
                <a:off x="335686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1" name="pg378">
                <a:extLst>
                  <a:ext uri="{FF2B5EF4-FFF2-40B4-BE49-F238E27FC236}">
                    <a16:creationId xmlns:a16="http://schemas.microsoft.com/office/drawing/2014/main" id="{E750D136-BB36-A8E4-2E7A-38DE6A20262C}"/>
                  </a:ext>
                </a:extLst>
              </p:cNvPr>
              <p:cNvSpPr/>
              <p:nvPr/>
            </p:nvSpPr>
            <p:spPr>
              <a:xfrm>
                <a:off x="343830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2" name="pg379">
                <a:extLst>
                  <a:ext uri="{FF2B5EF4-FFF2-40B4-BE49-F238E27FC236}">
                    <a16:creationId xmlns:a16="http://schemas.microsoft.com/office/drawing/2014/main" id="{4583D9ED-F176-2837-03CF-CB6343C9569F}"/>
                  </a:ext>
                </a:extLst>
              </p:cNvPr>
              <p:cNvSpPr/>
              <p:nvPr/>
            </p:nvSpPr>
            <p:spPr>
              <a:xfrm>
                <a:off x="351973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3" name="pg380">
                <a:extLst>
                  <a:ext uri="{FF2B5EF4-FFF2-40B4-BE49-F238E27FC236}">
                    <a16:creationId xmlns:a16="http://schemas.microsoft.com/office/drawing/2014/main" id="{340FC967-87AC-9F67-F04F-8E6CD8566F6A}"/>
                  </a:ext>
                </a:extLst>
              </p:cNvPr>
              <p:cNvSpPr/>
              <p:nvPr/>
            </p:nvSpPr>
            <p:spPr>
              <a:xfrm>
                <a:off x="360117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4" name="pg381">
                <a:extLst>
                  <a:ext uri="{FF2B5EF4-FFF2-40B4-BE49-F238E27FC236}">
                    <a16:creationId xmlns:a16="http://schemas.microsoft.com/office/drawing/2014/main" id="{EB2310F2-2980-223E-3C56-815E79ED00F4}"/>
                  </a:ext>
                </a:extLst>
              </p:cNvPr>
              <p:cNvSpPr/>
              <p:nvPr/>
            </p:nvSpPr>
            <p:spPr>
              <a:xfrm>
                <a:off x="368261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5" name="pg382">
                <a:extLst>
                  <a:ext uri="{FF2B5EF4-FFF2-40B4-BE49-F238E27FC236}">
                    <a16:creationId xmlns:a16="http://schemas.microsoft.com/office/drawing/2014/main" id="{49FB965D-F262-1E83-F188-4F71B7214F3B}"/>
                  </a:ext>
                </a:extLst>
              </p:cNvPr>
              <p:cNvSpPr/>
              <p:nvPr/>
            </p:nvSpPr>
            <p:spPr>
              <a:xfrm>
                <a:off x="376405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6" name="pg383">
                <a:extLst>
                  <a:ext uri="{FF2B5EF4-FFF2-40B4-BE49-F238E27FC236}">
                    <a16:creationId xmlns:a16="http://schemas.microsoft.com/office/drawing/2014/main" id="{5682F32C-39A7-154D-0996-2A773111D485}"/>
                  </a:ext>
                </a:extLst>
              </p:cNvPr>
              <p:cNvSpPr/>
              <p:nvPr/>
            </p:nvSpPr>
            <p:spPr>
              <a:xfrm>
                <a:off x="384548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7" name="pg384">
                <a:extLst>
                  <a:ext uri="{FF2B5EF4-FFF2-40B4-BE49-F238E27FC236}">
                    <a16:creationId xmlns:a16="http://schemas.microsoft.com/office/drawing/2014/main" id="{B0D23AB6-DB3C-9025-72FC-AF8D0FDDD813}"/>
                  </a:ext>
                </a:extLst>
              </p:cNvPr>
              <p:cNvSpPr/>
              <p:nvPr/>
            </p:nvSpPr>
            <p:spPr>
              <a:xfrm>
                <a:off x="392692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8" name="pg385">
                <a:extLst>
                  <a:ext uri="{FF2B5EF4-FFF2-40B4-BE49-F238E27FC236}">
                    <a16:creationId xmlns:a16="http://schemas.microsoft.com/office/drawing/2014/main" id="{F45D5D05-17DF-785F-D0A4-C994B42C1D3B}"/>
                  </a:ext>
                </a:extLst>
              </p:cNvPr>
              <p:cNvSpPr/>
              <p:nvPr/>
            </p:nvSpPr>
            <p:spPr>
              <a:xfrm>
                <a:off x="400836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9" name="pg386">
                <a:extLst>
                  <a:ext uri="{FF2B5EF4-FFF2-40B4-BE49-F238E27FC236}">
                    <a16:creationId xmlns:a16="http://schemas.microsoft.com/office/drawing/2014/main" id="{3ACA6C92-BED5-8472-04F8-7BD7B2858591}"/>
                  </a:ext>
                </a:extLst>
              </p:cNvPr>
              <p:cNvSpPr/>
              <p:nvPr/>
            </p:nvSpPr>
            <p:spPr>
              <a:xfrm>
                <a:off x="408979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0" name="pg387">
                <a:extLst>
                  <a:ext uri="{FF2B5EF4-FFF2-40B4-BE49-F238E27FC236}">
                    <a16:creationId xmlns:a16="http://schemas.microsoft.com/office/drawing/2014/main" id="{362AC03C-9860-F26E-23DA-24F07F5A0151}"/>
                  </a:ext>
                </a:extLst>
              </p:cNvPr>
              <p:cNvSpPr/>
              <p:nvPr/>
            </p:nvSpPr>
            <p:spPr>
              <a:xfrm>
                <a:off x="417123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1" name="pg388">
                <a:extLst>
                  <a:ext uri="{FF2B5EF4-FFF2-40B4-BE49-F238E27FC236}">
                    <a16:creationId xmlns:a16="http://schemas.microsoft.com/office/drawing/2014/main" id="{E1295833-1CDC-AC8D-0051-1771C52B7FE2}"/>
                  </a:ext>
                </a:extLst>
              </p:cNvPr>
              <p:cNvSpPr/>
              <p:nvPr/>
            </p:nvSpPr>
            <p:spPr>
              <a:xfrm>
                <a:off x="425267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2" name="pg389">
                <a:extLst>
                  <a:ext uri="{FF2B5EF4-FFF2-40B4-BE49-F238E27FC236}">
                    <a16:creationId xmlns:a16="http://schemas.microsoft.com/office/drawing/2014/main" id="{92820B95-ACE4-1A56-DA10-43AED3AAACCD}"/>
                  </a:ext>
                </a:extLst>
              </p:cNvPr>
              <p:cNvSpPr/>
              <p:nvPr/>
            </p:nvSpPr>
            <p:spPr>
              <a:xfrm>
                <a:off x="433411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3" name="pg390">
                <a:extLst>
                  <a:ext uri="{FF2B5EF4-FFF2-40B4-BE49-F238E27FC236}">
                    <a16:creationId xmlns:a16="http://schemas.microsoft.com/office/drawing/2014/main" id="{954E00B1-771E-DE87-8E19-FEB66AF906B1}"/>
                  </a:ext>
                </a:extLst>
              </p:cNvPr>
              <p:cNvSpPr/>
              <p:nvPr/>
            </p:nvSpPr>
            <p:spPr>
              <a:xfrm>
                <a:off x="441554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4" name="pg391">
                <a:extLst>
                  <a:ext uri="{FF2B5EF4-FFF2-40B4-BE49-F238E27FC236}">
                    <a16:creationId xmlns:a16="http://schemas.microsoft.com/office/drawing/2014/main" id="{2D0C94D0-B74E-48E9-CFD1-079988166315}"/>
                  </a:ext>
                </a:extLst>
              </p:cNvPr>
              <p:cNvSpPr/>
              <p:nvPr/>
            </p:nvSpPr>
            <p:spPr>
              <a:xfrm>
                <a:off x="449698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5" name="pg392">
                <a:extLst>
                  <a:ext uri="{FF2B5EF4-FFF2-40B4-BE49-F238E27FC236}">
                    <a16:creationId xmlns:a16="http://schemas.microsoft.com/office/drawing/2014/main" id="{05913C63-8A9E-909A-3E59-41A38675B453}"/>
                  </a:ext>
                </a:extLst>
              </p:cNvPr>
              <p:cNvSpPr/>
              <p:nvPr/>
            </p:nvSpPr>
            <p:spPr>
              <a:xfrm>
                <a:off x="457842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6" name="pg393">
                <a:extLst>
                  <a:ext uri="{FF2B5EF4-FFF2-40B4-BE49-F238E27FC236}">
                    <a16:creationId xmlns:a16="http://schemas.microsoft.com/office/drawing/2014/main" id="{C884064F-3771-04DE-7C10-242C1859F1CB}"/>
                  </a:ext>
                </a:extLst>
              </p:cNvPr>
              <p:cNvSpPr/>
              <p:nvPr/>
            </p:nvSpPr>
            <p:spPr>
              <a:xfrm>
                <a:off x="286824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7" name="pg394">
                <a:extLst>
                  <a:ext uri="{FF2B5EF4-FFF2-40B4-BE49-F238E27FC236}">
                    <a16:creationId xmlns:a16="http://schemas.microsoft.com/office/drawing/2014/main" id="{E2056784-B805-8643-69B8-FACA833749FE}"/>
                  </a:ext>
                </a:extLst>
              </p:cNvPr>
              <p:cNvSpPr/>
              <p:nvPr/>
            </p:nvSpPr>
            <p:spPr>
              <a:xfrm>
                <a:off x="294967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8" name="pg395">
                <a:extLst>
                  <a:ext uri="{FF2B5EF4-FFF2-40B4-BE49-F238E27FC236}">
                    <a16:creationId xmlns:a16="http://schemas.microsoft.com/office/drawing/2014/main" id="{7F037BDA-26B5-B32B-B397-F59794CE3437}"/>
                  </a:ext>
                </a:extLst>
              </p:cNvPr>
              <p:cNvSpPr/>
              <p:nvPr/>
            </p:nvSpPr>
            <p:spPr>
              <a:xfrm>
                <a:off x="303111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9" name="pg396">
                <a:extLst>
                  <a:ext uri="{FF2B5EF4-FFF2-40B4-BE49-F238E27FC236}">
                    <a16:creationId xmlns:a16="http://schemas.microsoft.com/office/drawing/2014/main" id="{FB66839E-377D-83B4-9AD9-63DCDE23F092}"/>
                  </a:ext>
                </a:extLst>
              </p:cNvPr>
              <p:cNvSpPr/>
              <p:nvPr/>
            </p:nvSpPr>
            <p:spPr>
              <a:xfrm>
                <a:off x="311255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0" name="pg397">
                <a:extLst>
                  <a:ext uri="{FF2B5EF4-FFF2-40B4-BE49-F238E27FC236}">
                    <a16:creationId xmlns:a16="http://schemas.microsoft.com/office/drawing/2014/main" id="{18DB5B19-E7E5-1CDF-4BBA-3B3E9E3D95D9}"/>
                  </a:ext>
                </a:extLst>
              </p:cNvPr>
              <p:cNvSpPr/>
              <p:nvPr/>
            </p:nvSpPr>
            <p:spPr>
              <a:xfrm>
                <a:off x="319399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1" name="pg398">
                <a:extLst>
                  <a:ext uri="{FF2B5EF4-FFF2-40B4-BE49-F238E27FC236}">
                    <a16:creationId xmlns:a16="http://schemas.microsoft.com/office/drawing/2014/main" id="{679E5AAB-9ED2-C755-8FD2-DAD02B28585A}"/>
                  </a:ext>
                </a:extLst>
              </p:cNvPr>
              <p:cNvSpPr/>
              <p:nvPr/>
            </p:nvSpPr>
            <p:spPr>
              <a:xfrm>
                <a:off x="327542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2" name="pg399">
                <a:extLst>
                  <a:ext uri="{FF2B5EF4-FFF2-40B4-BE49-F238E27FC236}">
                    <a16:creationId xmlns:a16="http://schemas.microsoft.com/office/drawing/2014/main" id="{A1535AEC-E022-75CD-2B98-743FACAEF471}"/>
                  </a:ext>
                </a:extLst>
              </p:cNvPr>
              <p:cNvSpPr/>
              <p:nvPr/>
            </p:nvSpPr>
            <p:spPr>
              <a:xfrm>
                <a:off x="335686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3" name="pg400">
                <a:extLst>
                  <a:ext uri="{FF2B5EF4-FFF2-40B4-BE49-F238E27FC236}">
                    <a16:creationId xmlns:a16="http://schemas.microsoft.com/office/drawing/2014/main" id="{8D4E40DE-D962-5F89-C93C-2CB5A7D1B9F7}"/>
                  </a:ext>
                </a:extLst>
              </p:cNvPr>
              <p:cNvSpPr/>
              <p:nvPr/>
            </p:nvSpPr>
            <p:spPr>
              <a:xfrm>
                <a:off x="343830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4" name="pg401">
                <a:extLst>
                  <a:ext uri="{FF2B5EF4-FFF2-40B4-BE49-F238E27FC236}">
                    <a16:creationId xmlns:a16="http://schemas.microsoft.com/office/drawing/2014/main" id="{BA2CE248-D332-D44D-105C-30792648A98B}"/>
                  </a:ext>
                </a:extLst>
              </p:cNvPr>
              <p:cNvSpPr/>
              <p:nvPr/>
            </p:nvSpPr>
            <p:spPr>
              <a:xfrm>
                <a:off x="351973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5" name="pg402">
                <a:extLst>
                  <a:ext uri="{FF2B5EF4-FFF2-40B4-BE49-F238E27FC236}">
                    <a16:creationId xmlns:a16="http://schemas.microsoft.com/office/drawing/2014/main" id="{5041754A-B5AA-3554-CA06-BC141617BD01}"/>
                  </a:ext>
                </a:extLst>
              </p:cNvPr>
              <p:cNvSpPr/>
              <p:nvPr/>
            </p:nvSpPr>
            <p:spPr>
              <a:xfrm>
                <a:off x="360117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6" name="pg403">
                <a:extLst>
                  <a:ext uri="{FF2B5EF4-FFF2-40B4-BE49-F238E27FC236}">
                    <a16:creationId xmlns:a16="http://schemas.microsoft.com/office/drawing/2014/main" id="{7F2D62AA-DCDA-94BC-70D8-EEECF091E33D}"/>
                  </a:ext>
                </a:extLst>
              </p:cNvPr>
              <p:cNvSpPr/>
              <p:nvPr/>
            </p:nvSpPr>
            <p:spPr>
              <a:xfrm>
                <a:off x="368261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7" name="pg404">
                <a:extLst>
                  <a:ext uri="{FF2B5EF4-FFF2-40B4-BE49-F238E27FC236}">
                    <a16:creationId xmlns:a16="http://schemas.microsoft.com/office/drawing/2014/main" id="{A884C6F3-B2A7-C5C0-0EA5-273E334AD548}"/>
                  </a:ext>
                </a:extLst>
              </p:cNvPr>
              <p:cNvSpPr/>
              <p:nvPr/>
            </p:nvSpPr>
            <p:spPr>
              <a:xfrm>
                <a:off x="376405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8" name="pg405">
                <a:extLst>
                  <a:ext uri="{FF2B5EF4-FFF2-40B4-BE49-F238E27FC236}">
                    <a16:creationId xmlns:a16="http://schemas.microsoft.com/office/drawing/2014/main" id="{B697CAAC-6343-DE65-F23F-74A50F592213}"/>
                  </a:ext>
                </a:extLst>
              </p:cNvPr>
              <p:cNvSpPr/>
              <p:nvPr/>
            </p:nvSpPr>
            <p:spPr>
              <a:xfrm>
                <a:off x="384548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9" name="pg406">
                <a:extLst>
                  <a:ext uri="{FF2B5EF4-FFF2-40B4-BE49-F238E27FC236}">
                    <a16:creationId xmlns:a16="http://schemas.microsoft.com/office/drawing/2014/main" id="{59CD9D4A-04B9-CD76-6432-E81636C6A21C}"/>
                  </a:ext>
                </a:extLst>
              </p:cNvPr>
              <p:cNvSpPr/>
              <p:nvPr/>
            </p:nvSpPr>
            <p:spPr>
              <a:xfrm>
                <a:off x="392692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0" name="pg407">
                <a:extLst>
                  <a:ext uri="{FF2B5EF4-FFF2-40B4-BE49-F238E27FC236}">
                    <a16:creationId xmlns:a16="http://schemas.microsoft.com/office/drawing/2014/main" id="{4E6896DA-3964-0BAE-D799-CC3DF0175551}"/>
                  </a:ext>
                </a:extLst>
              </p:cNvPr>
              <p:cNvSpPr/>
              <p:nvPr/>
            </p:nvSpPr>
            <p:spPr>
              <a:xfrm>
                <a:off x="400836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1" name="pg408">
                <a:extLst>
                  <a:ext uri="{FF2B5EF4-FFF2-40B4-BE49-F238E27FC236}">
                    <a16:creationId xmlns:a16="http://schemas.microsoft.com/office/drawing/2014/main" id="{0F48B6E7-4AD4-5D11-AB16-F106F88F02C4}"/>
                  </a:ext>
                </a:extLst>
              </p:cNvPr>
              <p:cNvSpPr/>
              <p:nvPr/>
            </p:nvSpPr>
            <p:spPr>
              <a:xfrm>
                <a:off x="408979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2" name="pg409">
                <a:extLst>
                  <a:ext uri="{FF2B5EF4-FFF2-40B4-BE49-F238E27FC236}">
                    <a16:creationId xmlns:a16="http://schemas.microsoft.com/office/drawing/2014/main" id="{485F52CB-F886-15EE-ACC3-C3FDB7CE5690}"/>
                  </a:ext>
                </a:extLst>
              </p:cNvPr>
              <p:cNvSpPr/>
              <p:nvPr/>
            </p:nvSpPr>
            <p:spPr>
              <a:xfrm>
                <a:off x="417123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3" name="pg410">
                <a:extLst>
                  <a:ext uri="{FF2B5EF4-FFF2-40B4-BE49-F238E27FC236}">
                    <a16:creationId xmlns:a16="http://schemas.microsoft.com/office/drawing/2014/main" id="{EF55702C-BE15-2996-32F6-5B3878051149}"/>
                  </a:ext>
                </a:extLst>
              </p:cNvPr>
              <p:cNvSpPr/>
              <p:nvPr/>
            </p:nvSpPr>
            <p:spPr>
              <a:xfrm>
                <a:off x="425267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4" name="pg411">
                <a:extLst>
                  <a:ext uri="{FF2B5EF4-FFF2-40B4-BE49-F238E27FC236}">
                    <a16:creationId xmlns:a16="http://schemas.microsoft.com/office/drawing/2014/main" id="{EF6EAC92-1A1A-C351-63A1-FC3139DD1DE0}"/>
                  </a:ext>
                </a:extLst>
              </p:cNvPr>
              <p:cNvSpPr/>
              <p:nvPr/>
            </p:nvSpPr>
            <p:spPr>
              <a:xfrm>
                <a:off x="433411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5" name="pg412">
                <a:extLst>
                  <a:ext uri="{FF2B5EF4-FFF2-40B4-BE49-F238E27FC236}">
                    <a16:creationId xmlns:a16="http://schemas.microsoft.com/office/drawing/2014/main" id="{7D0D0BE4-56C6-873C-ABFC-BE1369CEEA5C}"/>
                  </a:ext>
                </a:extLst>
              </p:cNvPr>
              <p:cNvSpPr/>
              <p:nvPr/>
            </p:nvSpPr>
            <p:spPr>
              <a:xfrm>
                <a:off x="441554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6" name="pg413">
                <a:extLst>
                  <a:ext uri="{FF2B5EF4-FFF2-40B4-BE49-F238E27FC236}">
                    <a16:creationId xmlns:a16="http://schemas.microsoft.com/office/drawing/2014/main" id="{A07E4640-A01D-3EF8-797C-FE21E50A4F07}"/>
                  </a:ext>
                </a:extLst>
              </p:cNvPr>
              <p:cNvSpPr/>
              <p:nvPr/>
            </p:nvSpPr>
            <p:spPr>
              <a:xfrm>
                <a:off x="449698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7" name="pg414">
                <a:extLst>
                  <a:ext uri="{FF2B5EF4-FFF2-40B4-BE49-F238E27FC236}">
                    <a16:creationId xmlns:a16="http://schemas.microsoft.com/office/drawing/2014/main" id="{9D8CAFB8-C0B5-EA5F-CFDB-DF146A00650A}"/>
                  </a:ext>
                </a:extLst>
              </p:cNvPr>
              <p:cNvSpPr/>
              <p:nvPr/>
            </p:nvSpPr>
            <p:spPr>
              <a:xfrm>
                <a:off x="303111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8" name="pg415">
                <a:extLst>
                  <a:ext uri="{FF2B5EF4-FFF2-40B4-BE49-F238E27FC236}">
                    <a16:creationId xmlns:a16="http://schemas.microsoft.com/office/drawing/2014/main" id="{0BA9CA8B-85D7-345B-4AA0-9CB1EB141839}"/>
                  </a:ext>
                </a:extLst>
              </p:cNvPr>
              <p:cNvSpPr/>
              <p:nvPr/>
            </p:nvSpPr>
            <p:spPr>
              <a:xfrm>
                <a:off x="311255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9" name="pg416">
                <a:extLst>
                  <a:ext uri="{FF2B5EF4-FFF2-40B4-BE49-F238E27FC236}">
                    <a16:creationId xmlns:a16="http://schemas.microsoft.com/office/drawing/2014/main" id="{B7CECAA8-8C7E-F343-0C13-646DEB862321}"/>
                  </a:ext>
                </a:extLst>
              </p:cNvPr>
              <p:cNvSpPr/>
              <p:nvPr/>
            </p:nvSpPr>
            <p:spPr>
              <a:xfrm>
                <a:off x="319399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0" name="pg417">
                <a:extLst>
                  <a:ext uri="{FF2B5EF4-FFF2-40B4-BE49-F238E27FC236}">
                    <a16:creationId xmlns:a16="http://schemas.microsoft.com/office/drawing/2014/main" id="{57FEECE8-2190-A2BB-318E-8F31A0E2A249}"/>
                  </a:ext>
                </a:extLst>
              </p:cNvPr>
              <p:cNvSpPr/>
              <p:nvPr/>
            </p:nvSpPr>
            <p:spPr>
              <a:xfrm>
                <a:off x="327542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1" name="pg418">
                <a:extLst>
                  <a:ext uri="{FF2B5EF4-FFF2-40B4-BE49-F238E27FC236}">
                    <a16:creationId xmlns:a16="http://schemas.microsoft.com/office/drawing/2014/main" id="{0BD9925B-4583-892A-3334-BD8A0D7C2EBB}"/>
                  </a:ext>
                </a:extLst>
              </p:cNvPr>
              <p:cNvSpPr/>
              <p:nvPr/>
            </p:nvSpPr>
            <p:spPr>
              <a:xfrm>
                <a:off x="335686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2" name="pg419">
                <a:extLst>
                  <a:ext uri="{FF2B5EF4-FFF2-40B4-BE49-F238E27FC236}">
                    <a16:creationId xmlns:a16="http://schemas.microsoft.com/office/drawing/2014/main" id="{3D4231F8-3B08-1287-A608-8FA2E35054CE}"/>
                  </a:ext>
                </a:extLst>
              </p:cNvPr>
              <p:cNvSpPr/>
              <p:nvPr/>
            </p:nvSpPr>
            <p:spPr>
              <a:xfrm>
                <a:off x="343830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3" name="pg420">
                <a:extLst>
                  <a:ext uri="{FF2B5EF4-FFF2-40B4-BE49-F238E27FC236}">
                    <a16:creationId xmlns:a16="http://schemas.microsoft.com/office/drawing/2014/main" id="{C46C1892-79F2-7CB9-EFBB-F37FED380430}"/>
                  </a:ext>
                </a:extLst>
              </p:cNvPr>
              <p:cNvSpPr/>
              <p:nvPr/>
            </p:nvSpPr>
            <p:spPr>
              <a:xfrm>
                <a:off x="351973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4" name="pg421">
                <a:extLst>
                  <a:ext uri="{FF2B5EF4-FFF2-40B4-BE49-F238E27FC236}">
                    <a16:creationId xmlns:a16="http://schemas.microsoft.com/office/drawing/2014/main" id="{049FA060-3799-E5B8-FD20-4AB17883ECCC}"/>
                  </a:ext>
                </a:extLst>
              </p:cNvPr>
              <p:cNvSpPr/>
              <p:nvPr/>
            </p:nvSpPr>
            <p:spPr>
              <a:xfrm>
                <a:off x="360117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5" name="pg422">
                <a:extLst>
                  <a:ext uri="{FF2B5EF4-FFF2-40B4-BE49-F238E27FC236}">
                    <a16:creationId xmlns:a16="http://schemas.microsoft.com/office/drawing/2014/main" id="{BF538DC9-7A04-9B0B-ED99-FA35273F5C1A}"/>
                  </a:ext>
                </a:extLst>
              </p:cNvPr>
              <p:cNvSpPr/>
              <p:nvPr/>
            </p:nvSpPr>
            <p:spPr>
              <a:xfrm>
                <a:off x="368261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6" name="pg423">
                <a:extLst>
                  <a:ext uri="{FF2B5EF4-FFF2-40B4-BE49-F238E27FC236}">
                    <a16:creationId xmlns:a16="http://schemas.microsoft.com/office/drawing/2014/main" id="{D5684B7B-8992-644E-E69D-F7B68181E132}"/>
                  </a:ext>
                </a:extLst>
              </p:cNvPr>
              <p:cNvSpPr/>
              <p:nvPr/>
            </p:nvSpPr>
            <p:spPr>
              <a:xfrm>
                <a:off x="376405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7" name="pg424">
                <a:extLst>
                  <a:ext uri="{FF2B5EF4-FFF2-40B4-BE49-F238E27FC236}">
                    <a16:creationId xmlns:a16="http://schemas.microsoft.com/office/drawing/2014/main" id="{E463E1CB-871A-F36D-CB8D-C6D1A7AD7C56}"/>
                  </a:ext>
                </a:extLst>
              </p:cNvPr>
              <p:cNvSpPr/>
              <p:nvPr/>
            </p:nvSpPr>
            <p:spPr>
              <a:xfrm>
                <a:off x="384548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8" name="pg425">
                <a:extLst>
                  <a:ext uri="{FF2B5EF4-FFF2-40B4-BE49-F238E27FC236}">
                    <a16:creationId xmlns:a16="http://schemas.microsoft.com/office/drawing/2014/main" id="{48CA297D-277C-1176-E0B5-A3E1720BDF47}"/>
                  </a:ext>
                </a:extLst>
              </p:cNvPr>
              <p:cNvSpPr/>
              <p:nvPr/>
            </p:nvSpPr>
            <p:spPr>
              <a:xfrm>
                <a:off x="392692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9" name="pg426">
                <a:extLst>
                  <a:ext uri="{FF2B5EF4-FFF2-40B4-BE49-F238E27FC236}">
                    <a16:creationId xmlns:a16="http://schemas.microsoft.com/office/drawing/2014/main" id="{53A89FAB-7883-13E9-51BA-4A2D63D88313}"/>
                  </a:ext>
                </a:extLst>
              </p:cNvPr>
              <p:cNvSpPr/>
              <p:nvPr/>
            </p:nvSpPr>
            <p:spPr>
              <a:xfrm>
                <a:off x="400836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0" name="pg427">
                <a:extLst>
                  <a:ext uri="{FF2B5EF4-FFF2-40B4-BE49-F238E27FC236}">
                    <a16:creationId xmlns:a16="http://schemas.microsoft.com/office/drawing/2014/main" id="{2336A3A1-8C53-2E6B-956F-8A20550DADC2}"/>
                  </a:ext>
                </a:extLst>
              </p:cNvPr>
              <p:cNvSpPr/>
              <p:nvPr/>
            </p:nvSpPr>
            <p:spPr>
              <a:xfrm>
                <a:off x="408979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1" name="pg428">
                <a:extLst>
                  <a:ext uri="{FF2B5EF4-FFF2-40B4-BE49-F238E27FC236}">
                    <a16:creationId xmlns:a16="http://schemas.microsoft.com/office/drawing/2014/main" id="{F884A817-B7FE-66A5-0082-8DD50E0DEE23}"/>
                  </a:ext>
                </a:extLst>
              </p:cNvPr>
              <p:cNvSpPr/>
              <p:nvPr/>
            </p:nvSpPr>
            <p:spPr>
              <a:xfrm>
                <a:off x="417123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2" name="pg429">
                <a:extLst>
                  <a:ext uri="{FF2B5EF4-FFF2-40B4-BE49-F238E27FC236}">
                    <a16:creationId xmlns:a16="http://schemas.microsoft.com/office/drawing/2014/main" id="{9814D8CD-6571-DF4B-E27B-A3E0152E3943}"/>
                  </a:ext>
                </a:extLst>
              </p:cNvPr>
              <p:cNvSpPr/>
              <p:nvPr/>
            </p:nvSpPr>
            <p:spPr>
              <a:xfrm>
                <a:off x="425267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3" name="pg430">
                <a:extLst>
                  <a:ext uri="{FF2B5EF4-FFF2-40B4-BE49-F238E27FC236}">
                    <a16:creationId xmlns:a16="http://schemas.microsoft.com/office/drawing/2014/main" id="{C0DCB15B-C9CC-A163-E83E-3C3BA26B82C5}"/>
                  </a:ext>
                </a:extLst>
              </p:cNvPr>
              <p:cNvSpPr/>
              <p:nvPr/>
            </p:nvSpPr>
            <p:spPr>
              <a:xfrm>
                <a:off x="433411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4" name="pg431">
                <a:extLst>
                  <a:ext uri="{FF2B5EF4-FFF2-40B4-BE49-F238E27FC236}">
                    <a16:creationId xmlns:a16="http://schemas.microsoft.com/office/drawing/2014/main" id="{5CB4E5F8-BB61-4E51-B27B-8D42D9DC83C7}"/>
                  </a:ext>
                </a:extLst>
              </p:cNvPr>
              <p:cNvSpPr/>
              <p:nvPr/>
            </p:nvSpPr>
            <p:spPr>
              <a:xfrm>
                <a:off x="441554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5" name="pg432">
                <a:extLst>
                  <a:ext uri="{FF2B5EF4-FFF2-40B4-BE49-F238E27FC236}">
                    <a16:creationId xmlns:a16="http://schemas.microsoft.com/office/drawing/2014/main" id="{0582DCB5-8890-F7CE-4E0D-5D880124A8E1}"/>
                  </a:ext>
                </a:extLst>
              </p:cNvPr>
              <p:cNvSpPr/>
              <p:nvPr/>
            </p:nvSpPr>
            <p:spPr>
              <a:xfrm>
                <a:off x="311255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6" name="pg433">
                <a:extLst>
                  <a:ext uri="{FF2B5EF4-FFF2-40B4-BE49-F238E27FC236}">
                    <a16:creationId xmlns:a16="http://schemas.microsoft.com/office/drawing/2014/main" id="{29989FE6-CD2E-D9C3-D700-F1D5916E7194}"/>
                  </a:ext>
                </a:extLst>
              </p:cNvPr>
              <p:cNvSpPr/>
              <p:nvPr/>
            </p:nvSpPr>
            <p:spPr>
              <a:xfrm>
                <a:off x="319399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7" name="pg434">
                <a:extLst>
                  <a:ext uri="{FF2B5EF4-FFF2-40B4-BE49-F238E27FC236}">
                    <a16:creationId xmlns:a16="http://schemas.microsoft.com/office/drawing/2014/main" id="{C8518ACA-C5B1-EBC7-2D65-E58B69C27321}"/>
                  </a:ext>
                </a:extLst>
              </p:cNvPr>
              <p:cNvSpPr/>
              <p:nvPr/>
            </p:nvSpPr>
            <p:spPr>
              <a:xfrm>
                <a:off x="327542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8" name="pg435">
                <a:extLst>
                  <a:ext uri="{FF2B5EF4-FFF2-40B4-BE49-F238E27FC236}">
                    <a16:creationId xmlns:a16="http://schemas.microsoft.com/office/drawing/2014/main" id="{1F33A475-95DD-9CE5-B8DA-CA0A77D34685}"/>
                  </a:ext>
                </a:extLst>
              </p:cNvPr>
              <p:cNvSpPr/>
              <p:nvPr/>
            </p:nvSpPr>
            <p:spPr>
              <a:xfrm>
                <a:off x="335686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9" name="pg436">
                <a:extLst>
                  <a:ext uri="{FF2B5EF4-FFF2-40B4-BE49-F238E27FC236}">
                    <a16:creationId xmlns:a16="http://schemas.microsoft.com/office/drawing/2014/main" id="{29BA9088-92FD-3482-69C4-58D1EBEAFA55}"/>
                  </a:ext>
                </a:extLst>
              </p:cNvPr>
              <p:cNvSpPr/>
              <p:nvPr/>
            </p:nvSpPr>
            <p:spPr>
              <a:xfrm>
                <a:off x="343830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0" name="pg437">
                <a:extLst>
                  <a:ext uri="{FF2B5EF4-FFF2-40B4-BE49-F238E27FC236}">
                    <a16:creationId xmlns:a16="http://schemas.microsoft.com/office/drawing/2014/main" id="{31C8F30B-0D9F-8F06-C8EC-0276015014BA}"/>
                  </a:ext>
                </a:extLst>
              </p:cNvPr>
              <p:cNvSpPr/>
              <p:nvPr/>
            </p:nvSpPr>
            <p:spPr>
              <a:xfrm>
                <a:off x="351973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1" name="pg438">
                <a:extLst>
                  <a:ext uri="{FF2B5EF4-FFF2-40B4-BE49-F238E27FC236}">
                    <a16:creationId xmlns:a16="http://schemas.microsoft.com/office/drawing/2014/main" id="{C99369F6-0506-3686-399B-B847CEA6587D}"/>
                  </a:ext>
                </a:extLst>
              </p:cNvPr>
              <p:cNvSpPr/>
              <p:nvPr/>
            </p:nvSpPr>
            <p:spPr>
              <a:xfrm>
                <a:off x="360117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2" name="pg439">
                <a:extLst>
                  <a:ext uri="{FF2B5EF4-FFF2-40B4-BE49-F238E27FC236}">
                    <a16:creationId xmlns:a16="http://schemas.microsoft.com/office/drawing/2014/main" id="{33D0E481-3135-0D22-EC94-9409590AD841}"/>
                  </a:ext>
                </a:extLst>
              </p:cNvPr>
              <p:cNvSpPr/>
              <p:nvPr/>
            </p:nvSpPr>
            <p:spPr>
              <a:xfrm>
                <a:off x="368261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3" name="pg440">
                <a:extLst>
                  <a:ext uri="{FF2B5EF4-FFF2-40B4-BE49-F238E27FC236}">
                    <a16:creationId xmlns:a16="http://schemas.microsoft.com/office/drawing/2014/main" id="{0100AAC9-23A7-86F2-F165-79331CF55CAD}"/>
                  </a:ext>
                </a:extLst>
              </p:cNvPr>
              <p:cNvSpPr/>
              <p:nvPr/>
            </p:nvSpPr>
            <p:spPr>
              <a:xfrm>
                <a:off x="376405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4" name="pg441">
                <a:extLst>
                  <a:ext uri="{FF2B5EF4-FFF2-40B4-BE49-F238E27FC236}">
                    <a16:creationId xmlns:a16="http://schemas.microsoft.com/office/drawing/2014/main" id="{3B97DB25-88DC-5851-FD99-B8C85C8F5FAC}"/>
                  </a:ext>
                </a:extLst>
              </p:cNvPr>
              <p:cNvSpPr/>
              <p:nvPr/>
            </p:nvSpPr>
            <p:spPr>
              <a:xfrm>
                <a:off x="384548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5" name="pg442">
                <a:extLst>
                  <a:ext uri="{FF2B5EF4-FFF2-40B4-BE49-F238E27FC236}">
                    <a16:creationId xmlns:a16="http://schemas.microsoft.com/office/drawing/2014/main" id="{4F0F453F-8E62-B607-8DE5-FF7E53DEA1D3}"/>
                  </a:ext>
                </a:extLst>
              </p:cNvPr>
              <p:cNvSpPr/>
              <p:nvPr/>
            </p:nvSpPr>
            <p:spPr>
              <a:xfrm>
                <a:off x="392692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6" name="pg443">
                <a:extLst>
                  <a:ext uri="{FF2B5EF4-FFF2-40B4-BE49-F238E27FC236}">
                    <a16:creationId xmlns:a16="http://schemas.microsoft.com/office/drawing/2014/main" id="{3856F9BB-1B43-1479-9E1A-8C46153EB30B}"/>
                  </a:ext>
                </a:extLst>
              </p:cNvPr>
              <p:cNvSpPr/>
              <p:nvPr/>
            </p:nvSpPr>
            <p:spPr>
              <a:xfrm>
                <a:off x="400836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7" name="pg444">
                <a:extLst>
                  <a:ext uri="{FF2B5EF4-FFF2-40B4-BE49-F238E27FC236}">
                    <a16:creationId xmlns:a16="http://schemas.microsoft.com/office/drawing/2014/main" id="{5F4F18A8-506E-F855-920C-07685A63FC1B}"/>
                  </a:ext>
                </a:extLst>
              </p:cNvPr>
              <p:cNvSpPr/>
              <p:nvPr/>
            </p:nvSpPr>
            <p:spPr>
              <a:xfrm>
                <a:off x="408979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8" name="pg445">
                <a:extLst>
                  <a:ext uri="{FF2B5EF4-FFF2-40B4-BE49-F238E27FC236}">
                    <a16:creationId xmlns:a16="http://schemas.microsoft.com/office/drawing/2014/main" id="{BAE27EA7-A2F7-D61A-A1F5-30EBB8E484E0}"/>
                  </a:ext>
                </a:extLst>
              </p:cNvPr>
              <p:cNvSpPr/>
              <p:nvPr/>
            </p:nvSpPr>
            <p:spPr>
              <a:xfrm>
                <a:off x="417123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9" name="pg446">
                <a:extLst>
                  <a:ext uri="{FF2B5EF4-FFF2-40B4-BE49-F238E27FC236}">
                    <a16:creationId xmlns:a16="http://schemas.microsoft.com/office/drawing/2014/main" id="{198B430A-C30C-7418-4044-DA48D422200A}"/>
                  </a:ext>
                </a:extLst>
              </p:cNvPr>
              <p:cNvSpPr/>
              <p:nvPr/>
            </p:nvSpPr>
            <p:spPr>
              <a:xfrm>
                <a:off x="425267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0" name="pg447">
                <a:extLst>
                  <a:ext uri="{FF2B5EF4-FFF2-40B4-BE49-F238E27FC236}">
                    <a16:creationId xmlns:a16="http://schemas.microsoft.com/office/drawing/2014/main" id="{C4D330E7-734B-1EBA-D977-30F48A8735EB}"/>
                  </a:ext>
                </a:extLst>
              </p:cNvPr>
              <p:cNvSpPr/>
              <p:nvPr/>
            </p:nvSpPr>
            <p:spPr>
              <a:xfrm>
                <a:off x="433411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1" name="pg448">
                <a:extLst>
                  <a:ext uri="{FF2B5EF4-FFF2-40B4-BE49-F238E27FC236}">
                    <a16:creationId xmlns:a16="http://schemas.microsoft.com/office/drawing/2014/main" id="{67FD7D48-66E4-D5A8-D6F9-6050C5CC60B7}"/>
                  </a:ext>
                </a:extLst>
              </p:cNvPr>
              <p:cNvSpPr/>
              <p:nvPr/>
            </p:nvSpPr>
            <p:spPr>
              <a:xfrm>
                <a:off x="319399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2" name="pg449">
                <a:extLst>
                  <a:ext uri="{FF2B5EF4-FFF2-40B4-BE49-F238E27FC236}">
                    <a16:creationId xmlns:a16="http://schemas.microsoft.com/office/drawing/2014/main" id="{2952A970-F4FC-6AE9-2F44-AA53C88F78C2}"/>
                  </a:ext>
                </a:extLst>
              </p:cNvPr>
              <p:cNvSpPr/>
              <p:nvPr/>
            </p:nvSpPr>
            <p:spPr>
              <a:xfrm>
                <a:off x="327542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3" name="pg450">
                <a:extLst>
                  <a:ext uri="{FF2B5EF4-FFF2-40B4-BE49-F238E27FC236}">
                    <a16:creationId xmlns:a16="http://schemas.microsoft.com/office/drawing/2014/main" id="{62F10708-01F6-088E-89BF-74FB7820CFD5}"/>
                  </a:ext>
                </a:extLst>
              </p:cNvPr>
              <p:cNvSpPr/>
              <p:nvPr/>
            </p:nvSpPr>
            <p:spPr>
              <a:xfrm>
                <a:off x="335686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4" name="pg451">
                <a:extLst>
                  <a:ext uri="{FF2B5EF4-FFF2-40B4-BE49-F238E27FC236}">
                    <a16:creationId xmlns:a16="http://schemas.microsoft.com/office/drawing/2014/main" id="{B00CCEDE-5BCE-A1B7-FDB7-91AE97E7A1BE}"/>
                  </a:ext>
                </a:extLst>
              </p:cNvPr>
              <p:cNvSpPr/>
              <p:nvPr/>
            </p:nvSpPr>
            <p:spPr>
              <a:xfrm>
                <a:off x="343830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5" name="pg452">
                <a:extLst>
                  <a:ext uri="{FF2B5EF4-FFF2-40B4-BE49-F238E27FC236}">
                    <a16:creationId xmlns:a16="http://schemas.microsoft.com/office/drawing/2014/main" id="{9E8D6768-BA38-E98E-ABC6-229D638017B8}"/>
                  </a:ext>
                </a:extLst>
              </p:cNvPr>
              <p:cNvSpPr/>
              <p:nvPr/>
            </p:nvSpPr>
            <p:spPr>
              <a:xfrm>
                <a:off x="351973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6" name="pg453">
                <a:extLst>
                  <a:ext uri="{FF2B5EF4-FFF2-40B4-BE49-F238E27FC236}">
                    <a16:creationId xmlns:a16="http://schemas.microsoft.com/office/drawing/2014/main" id="{0697A164-ECC8-D440-FD9A-94A02E41457D}"/>
                  </a:ext>
                </a:extLst>
              </p:cNvPr>
              <p:cNvSpPr/>
              <p:nvPr/>
            </p:nvSpPr>
            <p:spPr>
              <a:xfrm>
                <a:off x="360117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7" name="pg454">
                <a:extLst>
                  <a:ext uri="{FF2B5EF4-FFF2-40B4-BE49-F238E27FC236}">
                    <a16:creationId xmlns:a16="http://schemas.microsoft.com/office/drawing/2014/main" id="{0CFDF30B-A9F6-1CFB-B23C-8F919A5972A5}"/>
                  </a:ext>
                </a:extLst>
              </p:cNvPr>
              <p:cNvSpPr/>
              <p:nvPr/>
            </p:nvSpPr>
            <p:spPr>
              <a:xfrm>
                <a:off x="368261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8" name="pg455">
                <a:extLst>
                  <a:ext uri="{FF2B5EF4-FFF2-40B4-BE49-F238E27FC236}">
                    <a16:creationId xmlns:a16="http://schemas.microsoft.com/office/drawing/2014/main" id="{F5FF7344-4A66-22EF-6B98-204A87666459}"/>
                  </a:ext>
                </a:extLst>
              </p:cNvPr>
              <p:cNvSpPr/>
              <p:nvPr/>
            </p:nvSpPr>
            <p:spPr>
              <a:xfrm>
                <a:off x="376405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9" name="pg456">
                <a:extLst>
                  <a:ext uri="{FF2B5EF4-FFF2-40B4-BE49-F238E27FC236}">
                    <a16:creationId xmlns:a16="http://schemas.microsoft.com/office/drawing/2014/main" id="{FF3F7B0F-2144-6D7A-800D-9CF56E853EB7}"/>
                  </a:ext>
                </a:extLst>
              </p:cNvPr>
              <p:cNvSpPr/>
              <p:nvPr/>
            </p:nvSpPr>
            <p:spPr>
              <a:xfrm>
                <a:off x="384548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0" name="pg457">
                <a:extLst>
                  <a:ext uri="{FF2B5EF4-FFF2-40B4-BE49-F238E27FC236}">
                    <a16:creationId xmlns:a16="http://schemas.microsoft.com/office/drawing/2014/main" id="{C1C07D92-636D-D683-736B-BC0EAFDFFE34}"/>
                  </a:ext>
                </a:extLst>
              </p:cNvPr>
              <p:cNvSpPr/>
              <p:nvPr/>
            </p:nvSpPr>
            <p:spPr>
              <a:xfrm>
                <a:off x="392692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1" name="pg458">
                <a:extLst>
                  <a:ext uri="{FF2B5EF4-FFF2-40B4-BE49-F238E27FC236}">
                    <a16:creationId xmlns:a16="http://schemas.microsoft.com/office/drawing/2014/main" id="{72D1D433-001E-14F3-D046-B4BEADF840B3}"/>
                  </a:ext>
                </a:extLst>
              </p:cNvPr>
              <p:cNvSpPr/>
              <p:nvPr/>
            </p:nvSpPr>
            <p:spPr>
              <a:xfrm>
                <a:off x="400836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2" name="pg459">
                <a:extLst>
                  <a:ext uri="{FF2B5EF4-FFF2-40B4-BE49-F238E27FC236}">
                    <a16:creationId xmlns:a16="http://schemas.microsoft.com/office/drawing/2014/main" id="{0333A6D6-3EB4-5EFA-4A5A-5AF82B2CE2F2}"/>
                  </a:ext>
                </a:extLst>
              </p:cNvPr>
              <p:cNvSpPr/>
              <p:nvPr/>
            </p:nvSpPr>
            <p:spPr>
              <a:xfrm>
                <a:off x="408979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3" name="pg460">
                <a:extLst>
                  <a:ext uri="{FF2B5EF4-FFF2-40B4-BE49-F238E27FC236}">
                    <a16:creationId xmlns:a16="http://schemas.microsoft.com/office/drawing/2014/main" id="{F0E8DBB7-334A-0A06-FB63-29E633546D51}"/>
                  </a:ext>
                </a:extLst>
              </p:cNvPr>
              <p:cNvSpPr/>
              <p:nvPr/>
            </p:nvSpPr>
            <p:spPr>
              <a:xfrm>
                <a:off x="417123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4" name="pg461">
                <a:extLst>
                  <a:ext uri="{FF2B5EF4-FFF2-40B4-BE49-F238E27FC236}">
                    <a16:creationId xmlns:a16="http://schemas.microsoft.com/office/drawing/2014/main" id="{57C7DEB1-D259-6280-C541-3A633A5AB286}"/>
                  </a:ext>
                </a:extLst>
              </p:cNvPr>
              <p:cNvSpPr/>
              <p:nvPr/>
            </p:nvSpPr>
            <p:spPr>
              <a:xfrm>
                <a:off x="425267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5" name="pg462">
                <a:extLst>
                  <a:ext uri="{FF2B5EF4-FFF2-40B4-BE49-F238E27FC236}">
                    <a16:creationId xmlns:a16="http://schemas.microsoft.com/office/drawing/2014/main" id="{4ED1E806-90FB-A297-12AB-DDA78D1B23D8}"/>
                  </a:ext>
                </a:extLst>
              </p:cNvPr>
              <p:cNvSpPr/>
              <p:nvPr/>
            </p:nvSpPr>
            <p:spPr>
              <a:xfrm>
                <a:off x="433411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6" name="pg463">
                <a:extLst>
                  <a:ext uri="{FF2B5EF4-FFF2-40B4-BE49-F238E27FC236}">
                    <a16:creationId xmlns:a16="http://schemas.microsoft.com/office/drawing/2014/main" id="{D2AB7486-4C79-F91F-8A0E-019AE0C70B50}"/>
                  </a:ext>
                </a:extLst>
              </p:cNvPr>
              <p:cNvSpPr/>
              <p:nvPr/>
            </p:nvSpPr>
            <p:spPr>
              <a:xfrm>
                <a:off x="286824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7" name="pg464">
                <a:extLst>
                  <a:ext uri="{FF2B5EF4-FFF2-40B4-BE49-F238E27FC236}">
                    <a16:creationId xmlns:a16="http://schemas.microsoft.com/office/drawing/2014/main" id="{59F3EC8E-D589-6899-D6E5-42EE122BDF5D}"/>
                  </a:ext>
                </a:extLst>
              </p:cNvPr>
              <p:cNvSpPr/>
              <p:nvPr/>
            </p:nvSpPr>
            <p:spPr>
              <a:xfrm>
                <a:off x="294967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8" name="pg465">
                <a:extLst>
                  <a:ext uri="{FF2B5EF4-FFF2-40B4-BE49-F238E27FC236}">
                    <a16:creationId xmlns:a16="http://schemas.microsoft.com/office/drawing/2014/main" id="{7C358799-338F-E62C-2D57-2B0D804F7C61}"/>
                  </a:ext>
                </a:extLst>
              </p:cNvPr>
              <p:cNvSpPr/>
              <p:nvPr/>
            </p:nvSpPr>
            <p:spPr>
              <a:xfrm>
                <a:off x="303111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9" name="pg466">
                <a:extLst>
                  <a:ext uri="{FF2B5EF4-FFF2-40B4-BE49-F238E27FC236}">
                    <a16:creationId xmlns:a16="http://schemas.microsoft.com/office/drawing/2014/main" id="{62B14DB5-F651-A18A-B7E9-2A40D4161893}"/>
                  </a:ext>
                </a:extLst>
              </p:cNvPr>
              <p:cNvSpPr/>
              <p:nvPr/>
            </p:nvSpPr>
            <p:spPr>
              <a:xfrm>
                <a:off x="311255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0" name="pg467">
                <a:extLst>
                  <a:ext uri="{FF2B5EF4-FFF2-40B4-BE49-F238E27FC236}">
                    <a16:creationId xmlns:a16="http://schemas.microsoft.com/office/drawing/2014/main" id="{70914198-D0C6-A3A4-DBAB-1AB1D63AD56B}"/>
                  </a:ext>
                </a:extLst>
              </p:cNvPr>
              <p:cNvSpPr/>
              <p:nvPr/>
            </p:nvSpPr>
            <p:spPr>
              <a:xfrm>
                <a:off x="319399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1" name="pg468">
                <a:extLst>
                  <a:ext uri="{FF2B5EF4-FFF2-40B4-BE49-F238E27FC236}">
                    <a16:creationId xmlns:a16="http://schemas.microsoft.com/office/drawing/2014/main" id="{BD7D9C80-204C-5560-F40D-D5476DC75B4A}"/>
                  </a:ext>
                </a:extLst>
              </p:cNvPr>
              <p:cNvSpPr/>
              <p:nvPr/>
            </p:nvSpPr>
            <p:spPr>
              <a:xfrm>
                <a:off x="327542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2" name="pg469">
                <a:extLst>
                  <a:ext uri="{FF2B5EF4-FFF2-40B4-BE49-F238E27FC236}">
                    <a16:creationId xmlns:a16="http://schemas.microsoft.com/office/drawing/2014/main" id="{3149B818-A8B4-5F8B-8784-D01BF9A2DA6F}"/>
                  </a:ext>
                </a:extLst>
              </p:cNvPr>
              <p:cNvSpPr/>
              <p:nvPr/>
            </p:nvSpPr>
            <p:spPr>
              <a:xfrm>
                <a:off x="335686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3" name="pg470">
                <a:extLst>
                  <a:ext uri="{FF2B5EF4-FFF2-40B4-BE49-F238E27FC236}">
                    <a16:creationId xmlns:a16="http://schemas.microsoft.com/office/drawing/2014/main" id="{D230C42C-A221-1849-AD40-2D9D7CB53755}"/>
                  </a:ext>
                </a:extLst>
              </p:cNvPr>
              <p:cNvSpPr/>
              <p:nvPr/>
            </p:nvSpPr>
            <p:spPr>
              <a:xfrm>
                <a:off x="343830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4" name="pg471">
                <a:extLst>
                  <a:ext uri="{FF2B5EF4-FFF2-40B4-BE49-F238E27FC236}">
                    <a16:creationId xmlns:a16="http://schemas.microsoft.com/office/drawing/2014/main" id="{8C817A34-0351-1F12-E021-20196ADFD078}"/>
                  </a:ext>
                </a:extLst>
              </p:cNvPr>
              <p:cNvSpPr/>
              <p:nvPr/>
            </p:nvSpPr>
            <p:spPr>
              <a:xfrm>
                <a:off x="351973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5" name="pg472">
                <a:extLst>
                  <a:ext uri="{FF2B5EF4-FFF2-40B4-BE49-F238E27FC236}">
                    <a16:creationId xmlns:a16="http://schemas.microsoft.com/office/drawing/2014/main" id="{45A53107-36E1-39A0-FF47-B0E2173A6059}"/>
                  </a:ext>
                </a:extLst>
              </p:cNvPr>
              <p:cNvSpPr/>
              <p:nvPr/>
            </p:nvSpPr>
            <p:spPr>
              <a:xfrm>
                <a:off x="360117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6" name="pg473">
                <a:extLst>
                  <a:ext uri="{FF2B5EF4-FFF2-40B4-BE49-F238E27FC236}">
                    <a16:creationId xmlns:a16="http://schemas.microsoft.com/office/drawing/2014/main" id="{BA6450C2-6A32-CAEE-24A6-8E09D73709AC}"/>
                  </a:ext>
                </a:extLst>
              </p:cNvPr>
              <p:cNvSpPr/>
              <p:nvPr/>
            </p:nvSpPr>
            <p:spPr>
              <a:xfrm>
                <a:off x="368261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7" name="pg474">
                <a:extLst>
                  <a:ext uri="{FF2B5EF4-FFF2-40B4-BE49-F238E27FC236}">
                    <a16:creationId xmlns:a16="http://schemas.microsoft.com/office/drawing/2014/main" id="{E5A94730-C71E-D335-3321-788D782EC9B1}"/>
                  </a:ext>
                </a:extLst>
              </p:cNvPr>
              <p:cNvSpPr/>
              <p:nvPr/>
            </p:nvSpPr>
            <p:spPr>
              <a:xfrm>
                <a:off x="376405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8" name="pg475">
                <a:extLst>
                  <a:ext uri="{FF2B5EF4-FFF2-40B4-BE49-F238E27FC236}">
                    <a16:creationId xmlns:a16="http://schemas.microsoft.com/office/drawing/2014/main" id="{DAE9417B-374F-13B9-CC75-D647FF11B52E}"/>
                  </a:ext>
                </a:extLst>
              </p:cNvPr>
              <p:cNvSpPr/>
              <p:nvPr/>
            </p:nvSpPr>
            <p:spPr>
              <a:xfrm>
                <a:off x="384548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9" name="pg476">
                <a:extLst>
                  <a:ext uri="{FF2B5EF4-FFF2-40B4-BE49-F238E27FC236}">
                    <a16:creationId xmlns:a16="http://schemas.microsoft.com/office/drawing/2014/main" id="{CB44BF1B-A75A-C50E-077B-2A2C0A6EC47C}"/>
                  </a:ext>
                </a:extLst>
              </p:cNvPr>
              <p:cNvSpPr/>
              <p:nvPr/>
            </p:nvSpPr>
            <p:spPr>
              <a:xfrm>
                <a:off x="392692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0" name="pg477">
                <a:extLst>
                  <a:ext uri="{FF2B5EF4-FFF2-40B4-BE49-F238E27FC236}">
                    <a16:creationId xmlns:a16="http://schemas.microsoft.com/office/drawing/2014/main" id="{78D28B1E-2C65-8C75-7F8E-AD3C5D6F86B2}"/>
                  </a:ext>
                </a:extLst>
              </p:cNvPr>
              <p:cNvSpPr/>
              <p:nvPr/>
            </p:nvSpPr>
            <p:spPr>
              <a:xfrm>
                <a:off x="400836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1" name="pg478">
                <a:extLst>
                  <a:ext uri="{FF2B5EF4-FFF2-40B4-BE49-F238E27FC236}">
                    <a16:creationId xmlns:a16="http://schemas.microsoft.com/office/drawing/2014/main" id="{D21768AB-FC5C-AB1E-9E72-729B5F686633}"/>
                  </a:ext>
                </a:extLst>
              </p:cNvPr>
              <p:cNvSpPr/>
              <p:nvPr/>
            </p:nvSpPr>
            <p:spPr>
              <a:xfrm>
                <a:off x="408979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2" name="pg479">
                <a:extLst>
                  <a:ext uri="{FF2B5EF4-FFF2-40B4-BE49-F238E27FC236}">
                    <a16:creationId xmlns:a16="http://schemas.microsoft.com/office/drawing/2014/main" id="{C0180E46-58B0-6A9F-84E5-D46ECF77E806}"/>
                  </a:ext>
                </a:extLst>
              </p:cNvPr>
              <p:cNvSpPr/>
              <p:nvPr/>
            </p:nvSpPr>
            <p:spPr>
              <a:xfrm>
                <a:off x="417123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3" name="pg480">
                <a:extLst>
                  <a:ext uri="{FF2B5EF4-FFF2-40B4-BE49-F238E27FC236}">
                    <a16:creationId xmlns:a16="http://schemas.microsoft.com/office/drawing/2014/main" id="{06DDEC0D-DD53-9372-215F-A22A60DA6DC9}"/>
                  </a:ext>
                </a:extLst>
              </p:cNvPr>
              <p:cNvSpPr/>
              <p:nvPr/>
            </p:nvSpPr>
            <p:spPr>
              <a:xfrm>
                <a:off x="425267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4" name="pg481">
                <a:extLst>
                  <a:ext uri="{FF2B5EF4-FFF2-40B4-BE49-F238E27FC236}">
                    <a16:creationId xmlns:a16="http://schemas.microsoft.com/office/drawing/2014/main" id="{5895C0E2-619B-13CC-2AE0-0EF4B3461A3D}"/>
                  </a:ext>
                </a:extLst>
              </p:cNvPr>
              <p:cNvSpPr/>
              <p:nvPr/>
            </p:nvSpPr>
            <p:spPr>
              <a:xfrm>
                <a:off x="278680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5" name="pg482">
                <a:extLst>
                  <a:ext uri="{FF2B5EF4-FFF2-40B4-BE49-F238E27FC236}">
                    <a16:creationId xmlns:a16="http://schemas.microsoft.com/office/drawing/2014/main" id="{3323FB8A-35AD-7B02-A975-27A0606DC0F1}"/>
                  </a:ext>
                </a:extLst>
              </p:cNvPr>
              <p:cNvSpPr/>
              <p:nvPr/>
            </p:nvSpPr>
            <p:spPr>
              <a:xfrm>
                <a:off x="286824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6" name="pg483">
                <a:extLst>
                  <a:ext uri="{FF2B5EF4-FFF2-40B4-BE49-F238E27FC236}">
                    <a16:creationId xmlns:a16="http://schemas.microsoft.com/office/drawing/2014/main" id="{FA274035-F897-5B8E-DD2D-B78E39BF4232}"/>
                  </a:ext>
                </a:extLst>
              </p:cNvPr>
              <p:cNvSpPr/>
              <p:nvPr/>
            </p:nvSpPr>
            <p:spPr>
              <a:xfrm>
                <a:off x="294967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7" name="pg484">
                <a:extLst>
                  <a:ext uri="{FF2B5EF4-FFF2-40B4-BE49-F238E27FC236}">
                    <a16:creationId xmlns:a16="http://schemas.microsoft.com/office/drawing/2014/main" id="{F964A925-7C80-08F1-C3FC-48BC0CEA6C8C}"/>
                  </a:ext>
                </a:extLst>
              </p:cNvPr>
              <p:cNvSpPr/>
              <p:nvPr/>
            </p:nvSpPr>
            <p:spPr>
              <a:xfrm>
                <a:off x="303111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8" name="pg485">
                <a:extLst>
                  <a:ext uri="{FF2B5EF4-FFF2-40B4-BE49-F238E27FC236}">
                    <a16:creationId xmlns:a16="http://schemas.microsoft.com/office/drawing/2014/main" id="{622F0214-80B0-4BE9-11A3-E20689B90EB3}"/>
                  </a:ext>
                </a:extLst>
              </p:cNvPr>
              <p:cNvSpPr/>
              <p:nvPr/>
            </p:nvSpPr>
            <p:spPr>
              <a:xfrm>
                <a:off x="311255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9" name="pg486">
                <a:extLst>
                  <a:ext uri="{FF2B5EF4-FFF2-40B4-BE49-F238E27FC236}">
                    <a16:creationId xmlns:a16="http://schemas.microsoft.com/office/drawing/2014/main" id="{092111E0-1B52-0EF4-1123-E7750675563C}"/>
                  </a:ext>
                </a:extLst>
              </p:cNvPr>
              <p:cNvSpPr/>
              <p:nvPr/>
            </p:nvSpPr>
            <p:spPr>
              <a:xfrm>
                <a:off x="319399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0" name="pg487">
                <a:extLst>
                  <a:ext uri="{FF2B5EF4-FFF2-40B4-BE49-F238E27FC236}">
                    <a16:creationId xmlns:a16="http://schemas.microsoft.com/office/drawing/2014/main" id="{412DF43B-54FD-A099-8197-05DE6BEA3299}"/>
                  </a:ext>
                </a:extLst>
              </p:cNvPr>
              <p:cNvSpPr/>
              <p:nvPr/>
            </p:nvSpPr>
            <p:spPr>
              <a:xfrm>
                <a:off x="327542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1" name="pg488">
                <a:extLst>
                  <a:ext uri="{FF2B5EF4-FFF2-40B4-BE49-F238E27FC236}">
                    <a16:creationId xmlns:a16="http://schemas.microsoft.com/office/drawing/2014/main" id="{C78C9198-B0F1-6439-0020-7AF851BAD869}"/>
                  </a:ext>
                </a:extLst>
              </p:cNvPr>
              <p:cNvSpPr/>
              <p:nvPr/>
            </p:nvSpPr>
            <p:spPr>
              <a:xfrm>
                <a:off x="335686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2" name="pg489">
                <a:extLst>
                  <a:ext uri="{FF2B5EF4-FFF2-40B4-BE49-F238E27FC236}">
                    <a16:creationId xmlns:a16="http://schemas.microsoft.com/office/drawing/2014/main" id="{E6A8F4A5-2BBD-36D9-D3E3-94FFBF552E48}"/>
                  </a:ext>
                </a:extLst>
              </p:cNvPr>
              <p:cNvSpPr/>
              <p:nvPr/>
            </p:nvSpPr>
            <p:spPr>
              <a:xfrm>
                <a:off x="343830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3" name="pg490">
                <a:extLst>
                  <a:ext uri="{FF2B5EF4-FFF2-40B4-BE49-F238E27FC236}">
                    <a16:creationId xmlns:a16="http://schemas.microsoft.com/office/drawing/2014/main" id="{B6EB182C-786C-96A9-989E-CABA0C1B155F}"/>
                  </a:ext>
                </a:extLst>
              </p:cNvPr>
              <p:cNvSpPr/>
              <p:nvPr/>
            </p:nvSpPr>
            <p:spPr>
              <a:xfrm>
                <a:off x="351973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4" name="pg491">
                <a:extLst>
                  <a:ext uri="{FF2B5EF4-FFF2-40B4-BE49-F238E27FC236}">
                    <a16:creationId xmlns:a16="http://schemas.microsoft.com/office/drawing/2014/main" id="{FA4EDDC9-120D-E7B8-B034-1DF033355493}"/>
                  </a:ext>
                </a:extLst>
              </p:cNvPr>
              <p:cNvSpPr/>
              <p:nvPr/>
            </p:nvSpPr>
            <p:spPr>
              <a:xfrm>
                <a:off x="360117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5" name="pg492">
                <a:extLst>
                  <a:ext uri="{FF2B5EF4-FFF2-40B4-BE49-F238E27FC236}">
                    <a16:creationId xmlns:a16="http://schemas.microsoft.com/office/drawing/2014/main" id="{94AC32D5-BEF1-FF64-ABDE-60C09436E45E}"/>
                  </a:ext>
                </a:extLst>
              </p:cNvPr>
              <p:cNvSpPr/>
              <p:nvPr/>
            </p:nvSpPr>
            <p:spPr>
              <a:xfrm>
                <a:off x="368261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6" name="pg493">
                <a:extLst>
                  <a:ext uri="{FF2B5EF4-FFF2-40B4-BE49-F238E27FC236}">
                    <a16:creationId xmlns:a16="http://schemas.microsoft.com/office/drawing/2014/main" id="{B328D860-156D-9AE7-BAF5-5C573C2E9DC9}"/>
                  </a:ext>
                </a:extLst>
              </p:cNvPr>
              <p:cNvSpPr/>
              <p:nvPr/>
            </p:nvSpPr>
            <p:spPr>
              <a:xfrm>
                <a:off x="376405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7" name="pg494">
                <a:extLst>
                  <a:ext uri="{FF2B5EF4-FFF2-40B4-BE49-F238E27FC236}">
                    <a16:creationId xmlns:a16="http://schemas.microsoft.com/office/drawing/2014/main" id="{7F969501-1EBF-DFDD-51B8-C8C6908DA95C}"/>
                  </a:ext>
                </a:extLst>
              </p:cNvPr>
              <p:cNvSpPr/>
              <p:nvPr/>
            </p:nvSpPr>
            <p:spPr>
              <a:xfrm>
                <a:off x="384548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8" name="pg495">
                <a:extLst>
                  <a:ext uri="{FF2B5EF4-FFF2-40B4-BE49-F238E27FC236}">
                    <a16:creationId xmlns:a16="http://schemas.microsoft.com/office/drawing/2014/main" id="{A2FD41F0-20D9-1732-67F8-67EF458702FC}"/>
                  </a:ext>
                </a:extLst>
              </p:cNvPr>
              <p:cNvSpPr/>
              <p:nvPr/>
            </p:nvSpPr>
            <p:spPr>
              <a:xfrm>
                <a:off x="392692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9" name="pg496">
                <a:extLst>
                  <a:ext uri="{FF2B5EF4-FFF2-40B4-BE49-F238E27FC236}">
                    <a16:creationId xmlns:a16="http://schemas.microsoft.com/office/drawing/2014/main" id="{C85512A3-63D2-1469-24CA-98144B453CB9}"/>
                  </a:ext>
                </a:extLst>
              </p:cNvPr>
              <p:cNvSpPr/>
              <p:nvPr/>
            </p:nvSpPr>
            <p:spPr>
              <a:xfrm>
                <a:off x="400836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0" name="pg497">
                <a:extLst>
                  <a:ext uri="{FF2B5EF4-FFF2-40B4-BE49-F238E27FC236}">
                    <a16:creationId xmlns:a16="http://schemas.microsoft.com/office/drawing/2014/main" id="{9FE5B2C9-25A4-E0BD-9695-176F30BD7762}"/>
                  </a:ext>
                </a:extLst>
              </p:cNvPr>
              <p:cNvSpPr/>
              <p:nvPr/>
            </p:nvSpPr>
            <p:spPr>
              <a:xfrm>
                <a:off x="408979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1" name="pg498">
                <a:extLst>
                  <a:ext uri="{FF2B5EF4-FFF2-40B4-BE49-F238E27FC236}">
                    <a16:creationId xmlns:a16="http://schemas.microsoft.com/office/drawing/2014/main" id="{17FA82DC-E1F8-1EEF-C148-4C041DD5016B}"/>
                  </a:ext>
                </a:extLst>
              </p:cNvPr>
              <p:cNvSpPr/>
              <p:nvPr/>
            </p:nvSpPr>
            <p:spPr>
              <a:xfrm>
                <a:off x="417123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2" name="pg499">
                <a:extLst>
                  <a:ext uri="{FF2B5EF4-FFF2-40B4-BE49-F238E27FC236}">
                    <a16:creationId xmlns:a16="http://schemas.microsoft.com/office/drawing/2014/main" id="{E80A66D1-D473-0534-33DC-229D68C889FD}"/>
                  </a:ext>
                </a:extLst>
              </p:cNvPr>
              <p:cNvSpPr/>
              <p:nvPr/>
            </p:nvSpPr>
            <p:spPr>
              <a:xfrm>
                <a:off x="425267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3" name="pg500">
                <a:extLst>
                  <a:ext uri="{FF2B5EF4-FFF2-40B4-BE49-F238E27FC236}">
                    <a16:creationId xmlns:a16="http://schemas.microsoft.com/office/drawing/2014/main" id="{B64AC989-BA7D-5D21-5221-5421B37EE1B2}"/>
                  </a:ext>
                </a:extLst>
              </p:cNvPr>
              <p:cNvSpPr/>
              <p:nvPr/>
            </p:nvSpPr>
            <p:spPr>
              <a:xfrm>
                <a:off x="278680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4" name="pg501">
                <a:extLst>
                  <a:ext uri="{FF2B5EF4-FFF2-40B4-BE49-F238E27FC236}">
                    <a16:creationId xmlns:a16="http://schemas.microsoft.com/office/drawing/2014/main" id="{738BE3FD-368F-53A3-5EC0-4AFC208256CD}"/>
                  </a:ext>
                </a:extLst>
              </p:cNvPr>
              <p:cNvSpPr/>
              <p:nvPr/>
            </p:nvSpPr>
            <p:spPr>
              <a:xfrm>
                <a:off x="286824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5" name="pg502">
                <a:extLst>
                  <a:ext uri="{FF2B5EF4-FFF2-40B4-BE49-F238E27FC236}">
                    <a16:creationId xmlns:a16="http://schemas.microsoft.com/office/drawing/2014/main" id="{45CFDFDC-E956-F827-0E30-441F83427BA6}"/>
                  </a:ext>
                </a:extLst>
              </p:cNvPr>
              <p:cNvSpPr/>
              <p:nvPr/>
            </p:nvSpPr>
            <p:spPr>
              <a:xfrm>
                <a:off x="294967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6" name="pg503">
                <a:extLst>
                  <a:ext uri="{FF2B5EF4-FFF2-40B4-BE49-F238E27FC236}">
                    <a16:creationId xmlns:a16="http://schemas.microsoft.com/office/drawing/2014/main" id="{93C06271-1D53-8F29-8F27-59C9C413F579}"/>
                  </a:ext>
                </a:extLst>
              </p:cNvPr>
              <p:cNvSpPr/>
              <p:nvPr/>
            </p:nvSpPr>
            <p:spPr>
              <a:xfrm>
                <a:off x="303111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7" name="pg504">
                <a:extLst>
                  <a:ext uri="{FF2B5EF4-FFF2-40B4-BE49-F238E27FC236}">
                    <a16:creationId xmlns:a16="http://schemas.microsoft.com/office/drawing/2014/main" id="{2798ACAF-EFA0-BA8B-0E3D-0462814E72BA}"/>
                  </a:ext>
                </a:extLst>
              </p:cNvPr>
              <p:cNvSpPr/>
              <p:nvPr/>
            </p:nvSpPr>
            <p:spPr>
              <a:xfrm>
                <a:off x="311255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8" name="pg505">
                <a:extLst>
                  <a:ext uri="{FF2B5EF4-FFF2-40B4-BE49-F238E27FC236}">
                    <a16:creationId xmlns:a16="http://schemas.microsoft.com/office/drawing/2014/main" id="{AE7B9196-0A5B-8278-7B81-39BEED093037}"/>
                  </a:ext>
                </a:extLst>
              </p:cNvPr>
              <p:cNvSpPr/>
              <p:nvPr/>
            </p:nvSpPr>
            <p:spPr>
              <a:xfrm>
                <a:off x="319399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9" name="pg506">
                <a:extLst>
                  <a:ext uri="{FF2B5EF4-FFF2-40B4-BE49-F238E27FC236}">
                    <a16:creationId xmlns:a16="http://schemas.microsoft.com/office/drawing/2014/main" id="{AFBDE8CD-7F5F-C511-88B0-F3C668C7D7BB}"/>
                  </a:ext>
                </a:extLst>
              </p:cNvPr>
              <p:cNvSpPr/>
              <p:nvPr/>
            </p:nvSpPr>
            <p:spPr>
              <a:xfrm>
                <a:off x="327542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0" name="pg507">
                <a:extLst>
                  <a:ext uri="{FF2B5EF4-FFF2-40B4-BE49-F238E27FC236}">
                    <a16:creationId xmlns:a16="http://schemas.microsoft.com/office/drawing/2014/main" id="{A993A1B4-E3C5-02AD-2326-0E32B29FCAA4}"/>
                  </a:ext>
                </a:extLst>
              </p:cNvPr>
              <p:cNvSpPr/>
              <p:nvPr/>
            </p:nvSpPr>
            <p:spPr>
              <a:xfrm>
                <a:off x="335686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1" name="pg508">
                <a:extLst>
                  <a:ext uri="{FF2B5EF4-FFF2-40B4-BE49-F238E27FC236}">
                    <a16:creationId xmlns:a16="http://schemas.microsoft.com/office/drawing/2014/main" id="{9714593A-028A-06FF-8A8A-F2F772A0334F}"/>
                  </a:ext>
                </a:extLst>
              </p:cNvPr>
              <p:cNvSpPr/>
              <p:nvPr/>
            </p:nvSpPr>
            <p:spPr>
              <a:xfrm>
                <a:off x="343830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2" name="pg509">
                <a:extLst>
                  <a:ext uri="{FF2B5EF4-FFF2-40B4-BE49-F238E27FC236}">
                    <a16:creationId xmlns:a16="http://schemas.microsoft.com/office/drawing/2014/main" id="{F69B2E31-1436-5123-3467-1D4DED9D8371}"/>
                  </a:ext>
                </a:extLst>
              </p:cNvPr>
              <p:cNvSpPr/>
              <p:nvPr/>
            </p:nvSpPr>
            <p:spPr>
              <a:xfrm>
                <a:off x="351973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3" name="pg510">
                <a:extLst>
                  <a:ext uri="{FF2B5EF4-FFF2-40B4-BE49-F238E27FC236}">
                    <a16:creationId xmlns:a16="http://schemas.microsoft.com/office/drawing/2014/main" id="{71716F03-A1D3-4A81-E520-57729F89F50A}"/>
                  </a:ext>
                </a:extLst>
              </p:cNvPr>
              <p:cNvSpPr/>
              <p:nvPr/>
            </p:nvSpPr>
            <p:spPr>
              <a:xfrm>
                <a:off x="360117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4" name="pg511">
                <a:extLst>
                  <a:ext uri="{FF2B5EF4-FFF2-40B4-BE49-F238E27FC236}">
                    <a16:creationId xmlns:a16="http://schemas.microsoft.com/office/drawing/2014/main" id="{77F7CA8D-48E7-EDAF-E85A-CB7F79557337}"/>
                  </a:ext>
                </a:extLst>
              </p:cNvPr>
              <p:cNvSpPr/>
              <p:nvPr/>
            </p:nvSpPr>
            <p:spPr>
              <a:xfrm>
                <a:off x="368261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5" name="pg512">
                <a:extLst>
                  <a:ext uri="{FF2B5EF4-FFF2-40B4-BE49-F238E27FC236}">
                    <a16:creationId xmlns:a16="http://schemas.microsoft.com/office/drawing/2014/main" id="{AD353DCF-9F76-2BF8-DBDE-BE141B9038B7}"/>
                  </a:ext>
                </a:extLst>
              </p:cNvPr>
              <p:cNvSpPr/>
              <p:nvPr/>
            </p:nvSpPr>
            <p:spPr>
              <a:xfrm>
                <a:off x="376405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6" name="pg513">
                <a:extLst>
                  <a:ext uri="{FF2B5EF4-FFF2-40B4-BE49-F238E27FC236}">
                    <a16:creationId xmlns:a16="http://schemas.microsoft.com/office/drawing/2014/main" id="{CBD86379-E210-9A43-D38F-6E0A14A7CBDF}"/>
                  </a:ext>
                </a:extLst>
              </p:cNvPr>
              <p:cNvSpPr/>
              <p:nvPr/>
            </p:nvSpPr>
            <p:spPr>
              <a:xfrm>
                <a:off x="384548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7" name="pg514">
                <a:extLst>
                  <a:ext uri="{FF2B5EF4-FFF2-40B4-BE49-F238E27FC236}">
                    <a16:creationId xmlns:a16="http://schemas.microsoft.com/office/drawing/2014/main" id="{BAE6E63B-2B58-894A-47FF-C09EBF5D787D}"/>
                  </a:ext>
                </a:extLst>
              </p:cNvPr>
              <p:cNvSpPr/>
              <p:nvPr/>
            </p:nvSpPr>
            <p:spPr>
              <a:xfrm>
                <a:off x="392692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8" name="pg515">
                <a:extLst>
                  <a:ext uri="{FF2B5EF4-FFF2-40B4-BE49-F238E27FC236}">
                    <a16:creationId xmlns:a16="http://schemas.microsoft.com/office/drawing/2014/main" id="{2D01E3ED-7374-F524-FC24-3B8A4AD80FF6}"/>
                  </a:ext>
                </a:extLst>
              </p:cNvPr>
              <p:cNvSpPr/>
              <p:nvPr/>
            </p:nvSpPr>
            <p:spPr>
              <a:xfrm>
                <a:off x="400836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9" name="pg516">
                <a:extLst>
                  <a:ext uri="{FF2B5EF4-FFF2-40B4-BE49-F238E27FC236}">
                    <a16:creationId xmlns:a16="http://schemas.microsoft.com/office/drawing/2014/main" id="{A6469296-748E-53E7-08BE-83C77D50100A}"/>
                  </a:ext>
                </a:extLst>
              </p:cNvPr>
              <p:cNvSpPr/>
              <p:nvPr/>
            </p:nvSpPr>
            <p:spPr>
              <a:xfrm>
                <a:off x="408979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0" name="pg517">
                <a:extLst>
                  <a:ext uri="{FF2B5EF4-FFF2-40B4-BE49-F238E27FC236}">
                    <a16:creationId xmlns:a16="http://schemas.microsoft.com/office/drawing/2014/main" id="{E85AB8EB-DBFF-46C9-2FD1-F0E847338C2D}"/>
                  </a:ext>
                </a:extLst>
              </p:cNvPr>
              <p:cNvSpPr/>
              <p:nvPr/>
            </p:nvSpPr>
            <p:spPr>
              <a:xfrm>
                <a:off x="417123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1" name="pg518">
                <a:extLst>
                  <a:ext uri="{FF2B5EF4-FFF2-40B4-BE49-F238E27FC236}">
                    <a16:creationId xmlns:a16="http://schemas.microsoft.com/office/drawing/2014/main" id="{FDE08674-C393-DF79-F691-CF7833E65D9A}"/>
                  </a:ext>
                </a:extLst>
              </p:cNvPr>
              <p:cNvSpPr/>
              <p:nvPr/>
            </p:nvSpPr>
            <p:spPr>
              <a:xfrm>
                <a:off x="278680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2" name="pg519">
                <a:extLst>
                  <a:ext uri="{FF2B5EF4-FFF2-40B4-BE49-F238E27FC236}">
                    <a16:creationId xmlns:a16="http://schemas.microsoft.com/office/drawing/2014/main" id="{6F522E89-6501-84B0-698C-2D012166C164}"/>
                  </a:ext>
                </a:extLst>
              </p:cNvPr>
              <p:cNvSpPr/>
              <p:nvPr/>
            </p:nvSpPr>
            <p:spPr>
              <a:xfrm>
                <a:off x="286824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3" name="pg520">
                <a:extLst>
                  <a:ext uri="{FF2B5EF4-FFF2-40B4-BE49-F238E27FC236}">
                    <a16:creationId xmlns:a16="http://schemas.microsoft.com/office/drawing/2014/main" id="{4CD9DD91-181A-5309-3052-D04151D7C4DC}"/>
                  </a:ext>
                </a:extLst>
              </p:cNvPr>
              <p:cNvSpPr/>
              <p:nvPr/>
            </p:nvSpPr>
            <p:spPr>
              <a:xfrm>
                <a:off x="294967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4" name="pg521">
                <a:extLst>
                  <a:ext uri="{FF2B5EF4-FFF2-40B4-BE49-F238E27FC236}">
                    <a16:creationId xmlns:a16="http://schemas.microsoft.com/office/drawing/2014/main" id="{F73FA8A7-C5F5-5D89-CF8A-9BF7076EA7BB}"/>
                  </a:ext>
                </a:extLst>
              </p:cNvPr>
              <p:cNvSpPr/>
              <p:nvPr/>
            </p:nvSpPr>
            <p:spPr>
              <a:xfrm>
                <a:off x="303111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5" name="pg522">
                <a:extLst>
                  <a:ext uri="{FF2B5EF4-FFF2-40B4-BE49-F238E27FC236}">
                    <a16:creationId xmlns:a16="http://schemas.microsoft.com/office/drawing/2014/main" id="{66E883CB-9E53-296F-B017-682A634334BE}"/>
                  </a:ext>
                </a:extLst>
              </p:cNvPr>
              <p:cNvSpPr/>
              <p:nvPr/>
            </p:nvSpPr>
            <p:spPr>
              <a:xfrm>
                <a:off x="311255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6" name="pg523">
                <a:extLst>
                  <a:ext uri="{FF2B5EF4-FFF2-40B4-BE49-F238E27FC236}">
                    <a16:creationId xmlns:a16="http://schemas.microsoft.com/office/drawing/2014/main" id="{32148E5B-B4CE-6F36-CE35-B1D805C6F475}"/>
                  </a:ext>
                </a:extLst>
              </p:cNvPr>
              <p:cNvSpPr/>
              <p:nvPr/>
            </p:nvSpPr>
            <p:spPr>
              <a:xfrm>
                <a:off x="319399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7" name="pg524">
                <a:extLst>
                  <a:ext uri="{FF2B5EF4-FFF2-40B4-BE49-F238E27FC236}">
                    <a16:creationId xmlns:a16="http://schemas.microsoft.com/office/drawing/2014/main" id="{E0D19574-5CB3-0880-7A0F-7E44426D8BD8}"/>
                  </a:ext>
                </a:extLst>
              </p:cNvPr>
              <p:cNvSpPr/>
              <p:nvPr/>
            </p:nvSpPr>
            <p:spPr>
              <a:xfrm>
                <a:off x="327542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8" name="pg525">
                <a:extLst>
                  <a:ext uri="{FF2B5EF4-FFF2-40B4-BE49-F238E27FC236}">
                    <a16:creationId xmlns:a16="http://schemas.microsoft.com/office/drawing/2014/main" id="{AF9007DD-AB44-BB8A-0F7E-3648B19F369B}"/>
                  </a:ext>
                </a:extLst>
              </p:cNvPr>
              <p:cNvSpPr/>
              <p:nvPr/>
            </p:nvSpPr>
            <p:spPr>
              <a:xfrm>
                <a:off x="335686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9" name="pg526">
                <a:extLst>
                  <a:ext uri="{FF2B5EF4-FFF2-40B4-BE49-F238E27FC236}">
                    <a16:creationId xmlns:a16="http://schemas.microsoft.com/office/drawing/2014/main" id="{F28CCA1F-2A9D-6351-CA77-FF4615ABCF62}"/>
                  </a:ext>
                </a:extLst>
              </p:cNvPr>
              <p:cNvSpPr/>
              <p:nvPr/>
            </p:nvSpPr>
            <p:spPr>
              <a:xfrm>
                <a:off x="343830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0" name="pg527">
                <a:extLst>
                  <a:ext uri="{FF2B5EF4-FFF2-40B4-BE49-F238E27FC236}">
                    <a16:creationId xmlns:a16="http://schemas.microsoft.com/office/drawing/2014/main" id="{A1EEDCEA-049D-B1A0-7A45-4B76B01E1CAC}"/>
                  </a:ext>
                </a:extLst>
              </p:cNvPr>
              <p:cNvSpPr/>
              <p:nvPr/>
            </p:nvSpPr>
            <p:spPr>
              <a:xfrm>
                <a:off x="351973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1" name="pg528">
                <a:extLst>
                  <a:ext uri="{FF2B5EF4-FFF2-40B4-BE49-F238E27FC236}">
                    <a16:creationId xmlns:a16="http://schemas.microsoft.com/office/drawing/2014/main" id="{DCEB2B94-FB4A-7D01-AF12-02684E04994F}"/>
                  </a:ext>
                </a:extLst>
              </p:cNvPr>
              <p:cNvSpPr/>
              <p:nvPr/>
            </p:nvSpPr>
            <p:spPr>
              <a:xfrm>
                <a:off x="360117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2" name="pg529">
                <a:extLst>
                  <a:ext uri="{FF2B5EF4-FFF2-40B4-BE49-F238E27FC236}">
                    <a16:creationId xmlns:a16="http://schemas.microsoft.com/office/drawing/2014/main" id="{EF8448A5-488B-01E7-9672-183E6E7709D0}"/>
                  </a:ext>
                </a:extLst>
              </p:cNvPr>
              <p:cNvSpPr/>
              <p:nvPr/>
            </p:nvSpPr>
            <p:spPr>
              <a:xfrm>
                <a:off x="368261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3" name="pg530">
                <a:extLst>
                  <a:ext uri="{FF2B5EF4-FFF2-40B4-BE49-F238E27FC236}">
                    <a16:creationId xmlns:a16="http://schemas.microsoft.com/office/drawing/2014/main" id="{70E1F4F1-088B-5909-8AB0-4AB781252FB2}"/>
                  </a:ext>
                </a:extLst>
              </p:cNvPr>
              <p:cNvSpPr/>
              <p:nvPr/>
            </p:nvSpPr>
            <p:spPr>
              <a:xfrm>
                <a:off x="376405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4" name="pg531">
                <a:extLst>
                  <a:ext uri="{FF2B5EF4-FFF2-40B4-BE49-F238E27FC236}">
                    <a16:creationId xmlns:a16="http://schemas.microsoft.com/office/drawing/2014/main" id="{1A240536-98AF-94FD-ABC0-124E520E37A3}"/>
                  </a:ext>
                </a:extLst>
              </p:cNvPr>
              <p:cNvSpPr/>
              <p:nvPr/>
            </p:nvSpPr>
            <p:spPr>
              <a:xfrm>
                <a:off x="384548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5" name="pg532">
                <a:extLst>
                  <a:ext uri="{FF2B5EF4-FFF2-40B4-BE49-F238E27FC236}">
                    <a16:creationId xmlns:a16="http://schemas.microsoft.com/office/drawing/2014/main" id="{0D3C3F7C-B973-9398-B87A-E33DA146AFC6}"/>
                  </a:ext>
                </a:extLst>
              </p:cNvPr>
              <p:cNvSpPr/>
              <p:nvPr/>
            </p:nvSpPr>
            <p:spPr>
              <a:xfrm>
                <a:off x="392692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6" name="pg533">
                <a:extLst>
                  <a:ext uri="{FF2B5EF4-FFF2-40B4-BE49-F238E27FC236}">
                    <a16:creationId xmlns:a16="http://schemas.microsoft.com/office/drawing/2014/main" id="{33E6B87B-4291-27BB-9D9B-5ACAA0C16C69}"/>
                  </a:ext>
                </a:extLst>
              </p:cNvPr>
              <p:cNvSpPr/>
              <p:nvPr/>
            </p:nvSpPr>
            <p:spPr>
              <a:xfrm>
                <a:off x="400836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7" name="pg534">
                <a:extLst>
                  <a:ext uri="{FF2B5EF4-FFF2-40B4-BE49-F238E27FC236}">
                    <a16:creationId xmlns:a16="http://schemas.microsoft.com/office/drawing/2014/main" id="{B23C34E1-74F1-7DFA-E316-DA4773C1FE6C}"/>
                  </a:ext>
                </a:extLst>
              </p:cNvPr>
              <p:cNvSpPr/>
              <p:nvPr/>
            </p:nvSpPr>
            <p:spPr>
              <a:xfrm>
                <a:off x="408979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8" name="pg535">
                <a:extLst>
                  <a:ext uri="{FF2B5EF4-FFF2-40B4-BE49-F238E27FC236}">
                    <a16:creationId xmlns:a16="http://schemas.microsoft.com/office/drawing/2014/main" id="{C278A7A2-5EF9-0734-B55A-D9143822FA0E}"/>
                  </a:ext>
                </a:extLst>
              </p:cNvPr>
              <p:cNvSpPr/>
              <p:nvPr/>
            </p:nvSpPr>
            <p:spPr>
              <a:xfrm>
                <a:off x="286824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9" name="pg536">
                <a:extLst>
                  <a:ext uri="{FF2B5EF4-FFF2-40B4-BE49-F238E27FC236}">
                    <a16:creationId xmlns:a16="http://schemas.microsoft.com/office/drawing/2014/main" id="{A82AA535-6A04-D0CA-EC4C-E03BF2ECB3BB}"/>
                  </a:ext>
                </a:extLst>
              </p:cNvPr>
              <p:cNvSpPr/>
              <p:nvPr/>
            </p:nvSpPr>
            <p:spPr>
              <a:xfrm>
                <a:off x="294967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0" name="pg537">
                <a:extLst>
                  <a:ext uri="{FF2B5EF4-FFF2-40B4-BE49-F238E27FC236}">
                    <a16:creationId xmlns:a16="http://schemas.microsoft.com/office/drawing/2014/main" id="{38B11663-11FF-50B6-7770-AC4FDF252ED4}"/>
                  </a:ext>
                </a:extLst>
              </p:cNvPr>
              <p:cNvSpPr/>
              <p:nvPr/>
            </p:nvSpPr>
            <p:spPr>
              <a:xfrm>
                <a:off x="303111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1" name="pg538">
                <a:extLst>
                  <a:ext uri="{FF2B5EF4-FFF2-40B4-BE49-F238E27FC236}">
                    <a16:creationId xmlns:a16="http://schemas.microsoft.com/office/drawing/2014/main" id="{906658E9-919C-72D1-FD99-CC7D9DBCC71F}"/>
                  </a:ext>
                </a:extLst>
              </p:cNvPr>
              <p:cNvSpPr/>
              <p:nvPr/>
            </p:nvSpPr>
            <p:spPr>
              <a:xfrm>
                <a:off x="311255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2" name="pg539">
                <a:extLst>
                  <a:ext uri="{FF2B5EF4-FFF2-40B4-BE49-F238E27FC236}">
                    <a16:creationId xmlns:a16="http://schemas.microsoft.com/office/drawing/2014/main" id="{EF80123E-7139-3561-90E9-FE1C4EC0D19A}"/>
                  </a:ext>
                </a:extLst>
              </p:cNvPr>
              <p:cNvSpPr/>
              <p:nvPr/>
            </p:nvSpPr>
            <p:spPr>
              <a:xfrm>
                <a:off x="319399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3" name="pg540">
                <a:extLst>
                  <a:ext uri="{FF2B5EF4-FFF2-40B4-BE49-F238E27FC236}">
                    <a16:creationId xmlns:a16="http://schemas.microsoft.com/office/drawing/2014/main" id="{A6FE442A-D499-6E1A-A45D-D3D8FE95AB40}"/>
                  </a:ext>
                </a:extLst>
              </p:cNvPr>
              <p:cNvSpPr/>
              <p:nvPr/>
            </p:nvSpPr>
            <p:spPr>
              <a:xfrm>
                <a:off x="327542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4" name="pg541">
                <a:extLst>
                  <a:ext uri="{FF2B5EF4-FFF2-40B4-BE49-F238E27FC236}">
                    <a16:creationId xmlns:a16="http://schemas.microsoft.com/office/drawing/2014/main" id="{EF1530B7-3044-C45A-467F-40A54E37F641}"/>
                  </a:ext>
                </a:extLst>
              </p:cNvPr>
              <p:cNvSpPr/>
              <p:nvPr/>
            </p:nvSpPr>
            <p:spPr>
              <a:xfrm>
                <a:off x="335686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5" name="pg542">
                <a:extLst>
                  <a:ext uri="{FF2B5EF4-FFF2-40B4-BE49-F238E27FC236}">
                    <a16:creationId xmlns:a16="http://schemas.microsoft.com/office/drawing/2014/main" id="{391F1128-0905-733C-6236-E5B81ED67F9B}"/>
                  </a:ext>
                </a:extLst>
              </p:cNvPr>
              <p:cNvSpPr/>
              <p:nvPr/>
            </p:nvSpPr>
            <p:spPr>
              <a:xfrm>
                <a:off x="343830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6" name="pg543">
                <a:extLst>
                  <a:ext uri="{FF2B5EF4-FFF2-40B4-BE49-F238E27FC236}">
                    <a16:creationId xmlns:a16="http://schemas.microsoft.com/office/drawing/2014/main" id="{B0ADCE2A-29D3-DCFE-FC87-F77A82F0B935}"/>
                  </a:ext>
                </a:extLst>
              </p:cNvPr>
              <p:cNvSpPr/>
              <p:nvPr/>
            </p:nvSpPr>
            <p:spPr>
              <a:xfrm>
                <a:off x="351973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7" name="pg544">
                <a:extLst>
                  <a:ext uri="{FF2B5EF4-FFF2-40B4-BE49-F238E27FC236}">
                    <a16:creationId xmlns:a16="http://schemas.microsoft.com/office/drawing/2014/main" id="{3725D7D5-417B-4A2F-E784-A381BC9C4A93}"/>
                  </a:ext>
                </a:extLst>
              </p:cNvPr>
              <p:cNvSpPr/>
              <p:nvPr/>
            </p:nvSpPr>
            <p:spPr>
              <a:xfrm>
                <a:off x="360117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8" name="pg545">
                <a:extLst>
                  <a:ext uri="{FF2B5EF4-FFF2-40B4-BE49-F238E27FC236}">
                    <a16:creationId xmlns:a16="http://schemas.microsoft.com/office/drawing/2014/main" id="{5A071372-4DC6-A3E9-438E-77CED9CAA8CE}"/>
                  </a:ext>
                </a:extLst>
              </p:cNvPr>
              <p:cNvSpPr/>
              <p:nvPr/>
            </p:nvSpPr>
            <p:spPr>
              <a:xfrm>
                <a:off x="368261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9" name="pg546">
                <a:extLst>
                  <a:ext uri="{FF2B5EF4-FFF2-40B4-BE49-F238E27FC236}">
                    <a16:creationId xmlns:a16="http://schemas.microsoft.com/office/drawing/2014/main" id="{71B3995B-5E8D-935C-1DFF-68A99A1FF1DF}"/>
                  </a:ext>
                </a:extLst>
              </p:cNvPr>
              <p:cNvSpPr/>
              <p:nvPr/>
            </p:nvSpPr>
            <p:spPr>
              <a:xfrm>
                <a:off x="376405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0" name="pg547">
                <a:extLst>
                  <a:ext uri="{FF2B5EF4-FFF2-40B4-BE49-F238E27FC236}">
                    <a16:creationId xmlns:a16="http://schemas.microsoft.com/office/drawing/2014/main" id="{08D6733A-F684-4306-4696-CB3E1B09378B}"/>
                  </a:ext>
                </a:extLst>
              </p:cNvPr>
              <p:cNvSpPr/>
              <p:nvPr/>
            </p:nvSpPr>
            <p:spPr>
              <a:xfrm>
                <a:off x="384548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1" name="pg548">
                <a:extLst>
                  <a:ext uri="{FF2B5EF4-FFF2-40B4-BE49-F238E27FC236}">
                    <a16:creationId xmlns:a16="http://schemas.microsoft.com/office/drawing/2014/main" id="{2B0D676A-C559-CDFC-6C5B-3E1C3A79B904}"/>
                  </a:ext>
                </a:extLst>
              </p:cNvPr>
              <p:cNvSpPr/>
              <p:nvPr/>
            </p:nvSpPr>
            <p:spPr>
              <a:xfrm>
                <a:off x="392692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2" name="pg549">
                <a:extLst>
                  <a:ext uri="{FF2B5EF4-FFF2-40B4-BE49-F238E27FC236}">
                    <a16:creationId xmlns:a16="http://schemas.microsoft.com/office/drawing/2014/main" id="{22FCF1DF-33EB-024E-636D-D13B6667380A}"/>
                  </a:ext>
                </a:extLst>
              </p:cNvPr>
              <p:cNvSpPr/>
              <p:nvPr/>
            </p:nvSpPr>
            <p:spPr>
              <a:xfrm>
                <a:off x="400836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3" name="pg550">
                <a:extLst>
                  <a:ext uri="{FF2B5EF4-FFF2-40B4-BE49-F238E27FC236}">
                    <a16:creationId xmlns:a16="http://schemas.microsoft.com/office/drawing/2014/main" id="{5E1ED7FC-80A9-44A1-EFD0-80CCD86DDFD8}"/>
                  </a:ext>
                </a:extLst>
              </p:cNvPr>
              <p:cNvSpPr/>
              <p:nvPr/>
            </p:nvSpPr>
            <p:spPr>
              <a:xfrm>
                <a:off x="311255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4" name="pg551">
                <a:extLst>
                  <a:ext uri="{FF2B5EF4-FFF2-40B4-BE49-F238E27FC236}">
                    <a16:creationId xmlns:a16="http://schemas.microsoft.com/office/drawing/2014/main" id="{BF898CF0-36E6-98DF-24C3-66B5CDF07C90}"/>
                  </a:ext>
                </a:extLst>
              </p:cNvPr>
              <p:cNvSpPr/>
              <p:nvPr/>
            </p:nvSpPr>
            <p:spPr>
              <a:xfrm>
                <a:off x="319399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5" name="pg552">
                <a:extLst>
                  <a:ext uri="{FF2B5EF4-FFF2-40B4-BE49-F238E27FC236}">
                    <a16:creationId xmlns:a16="http://schemas.microsoft.com/office/drawing/2014/main" id="{6E3EFF90-E7CF-265E-718A-DBE292CD420B}"/>
                  </a:ext>
                </a:extLst>
              </p:cNvPr>
              <p:cNvSpPr/>
              <p:nvPr/>
            </p:nvSpPr>
            <p:spPr>
              <a:xfrm>
                <a:off x="327542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6" name="pg553">
                <a:extLst>
                  <a:ext uri="{FF2B5EF4-FFF2-40B4-BE49-F238E27FC236}">
                    <a16:creationId xmlns:a16="http://schemas.microsoft.com/office/drawing/2014/main" id="{B05DBD28-CFCB-116C-8F40-24630F395C87}"/>
                  </a:ext>
                </a:extLst>
              </p:cNvPr>
              <p:cNvSpPr/>
              <p:nvPr/>
            </p:nvSpPr>
            <p:spPr>
              <a:xfrm>
                <a:off x="335686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7" name="pg554">
                <a:extLst>
                  <a:ext uri="{FF2B5EF4-FFF2-40B4-BE49-F238E27FC236}">
                    <a16:creationId xmlns:a16="http://schemas.microsoft.com/office/drawing/2014/main" id="{DF18223D-DD57-1F8E-139B-78577E6173A5}"/>
                  </a:ext>
                </a:extLst>
              </p:cNvPr>
              <p:cNvSpPr/>
              <p:nvPr/>
            </p:nvSpPr>
            <p:spPr>
              <a:xfrm>
                <a:off x="343830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8" name="pg555">
                <a:extLst>
                  <a:ext uri="{FF2B5EF4-FFF2-40B4-BE49-F238E27FC236}">
                    <a16:creationId xmlns:a16="http://schemas.microsoft.com/office/drawing/2014/main" id="{9745C247-A36F-CD21-F638-536296861BEA}"/>
                  </a:ext>
                </a:extLst>
              </p:cNvPr>
              <p:cNvSpPr/>
              <p:nvPr/>
            </p:nvSpPr>
            <p:spPr>
              <a:xfrm>
                <a:off x="3519738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9" name="pg556">
                <a:extLst>
                  <a:ext uri="{FF2B5EF4-FFF2-40B4-BE49-F238E27FC236}">
                    <a16:creationId xmlns:a16="http://schemas.microsoft.com/office/drawing/2014/main" id="{8B6710AE-CA53-E064-1D25-B31A3E82C0B6}"/>
                  </a:ext>
                </a:extLst>
              </p:cNvPr>
              <p:cNvSpPr/>
              <p:nvPr/>
            </p:nvSpPr>
            <p:spPr>
              <a:xfrm>
                <a:off x="3601176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0" name="pg557">
                <a:extLst>
                  <a:ext uri="{FF2B5EF4-FFF2-40B4-BE49-F238E27FC236}">
                    <a16:creationId xmlns:a16="http://schemas.microsoft.com/office/drawing/2014/main" id="{EB9AABCF-0B5E-936E-3C20-EF9688470CC4}"/>
                  </a:ext>
                </a:extLst>
              </p:cNvPr>
              <p:cNvSpPr/>
              <p:nvPr/>
            </p:nvSpPr>
            <p:spPr>
              <a:xfrm>
                <a:off x="368261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1" name="pg558">
                <a:extLst>
                  <a:ext uri="{FF2B5EF4-FFF2-40B4-BE49-F238E27FC236}">
                    <a16:creationId xmlns:a16="http://schemas.microsoft.com/office/drawing/2014/main" id="{BF7176F5-128A-AD68-15E6-96639694AC88}"/>
                  </a:ext>
                </a:extLst>
              </p:cNvPr>
              <p:cNvSpPr/>
              <p:nvPr/>
            </p:nvSpPr>
            <p:spPr>
              <a:xfrm>
                <a:off x="376405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2" name="pg559">
                <a:extLst>
                  <a:ext uri="{FF2B5EF4-FFF2-40B4-BE49-F238E27FC236}">
                    <a16:creationId xmlns:a16="http://schemas.microsoft.com/office/drawing/2014/main" id="{0140D77F-7350-4481-C68A-728F40B5DB09}"/>
                  </a:ext>
                </a:extLst>
              </p:cNvPr>
              <p:cNvSpPr/>
              <p:nvPr/>
            </p:nvSpPr>
            <p:spPr>
              <a:xfrm>
                <a:off x="384548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3" name="pg560">
                <a:extLst>
                  <a:ext uri="{FF2B5EF4-FFF2-40B4-BE49-F238E27FC236}">
                    <a16:creationId xmlns:a16="http://schemas.microsoft.com/office/drawing/2014/main" id="{37066DFD-C5C3-F193-5013-F242C0A30083}"/>
                  </a:ext>
                </a:extLst>
              </p:cNvPr>
              <p:cNvSpPr/>
              <p:nvPr/>
            </p:nvSpPr>
            <p:spPr>
              <a:xfrm>
                <a:off x="392692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4" name="pg561">
                <a:extLst>
                  <a:ext uri="{FF2B5EF4-FFF2-40B4-BE49-F238E27FC236}">
                    <a16:creationId xmlns:a16="http://schemas.microsoft.com/office/drawing/2014/main" id="{30BED298-C816-9E19-DD55-AFE257849101}"/>
                  </a:ext>
                </a:extLst>
              </p:cNvPr>
              <p:cNvSpPr/>
              <p:nvPr/>
            </p:nvSpPr>
            <p:spPr>
              <a:xfrm>
                <a:off x="400836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5" name="pg562">
                <a:extLst>
                  <a:ext uri="{FF2B5EF4-FFF2-40B4-BE49-F238E27FC236}">
                    <a16:creationId xmlns:a16="http://schemas.microsoft.com/office/drawing/2014/main" id="{845D68CC-8079-660D-0C90-9F08FBE15946}"/>
                  </a:ext>
                </a:extLst>
              </p:cNvPr>
              <p:cNvSpPr/>
              <p:nvPr/>
            </p:nvSpPr>
            <p:spPr>
              <a:xfrm>
                <a:off x="327542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6" name="pg563">
                <a:extLst>
                  <a:ext uri="{FF2B5EF4-FFF2-40B4-BE49-F238E27FC236}">
                    <a16:creationId xmlns:a16="http://schemas.microsoft.com/office/drawing/2014/main" id="{2C324988-AD9F-EBC9-F41E-2236488EA375}"/>
                  </a:ext>
                </a:extLst>
              </p:cNvPr>
              <p:cNvSpPr/>
              <p:nvPr/>
            </p:nvSpPr>
            <p:spPr>
              <a:xfrm>
                <a:off x="335686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7" name="pg564">
                <a:extLst>
                  <a:ext uri="{FF2B5EF4-FFF2-40B4-BE49-F238E27FC236}">
                    <a16:creationId xmlns:a16="http://schemas.microsoft.com/office/drawing/2014/main" id="{8C6A6094-CFBB-867C-7B8D-BCDBE376AA28}"/>
                  </a:ext>
                </a:extLst>
              </p:cNvPr>
              <p:cNvSpPr/>
              <p:nvPr/>
            </p:nvSpPr>
            <p:spPr>
              <a:xfrm>
                <a:off x="343830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8" name="pg565">
                <a:extLst>
                  <a:ext uri="{FF2B5EF4-FFF2-40B4-BE49-F238E27FC236}">
                    <a16:creationId xmlns:a16="http://schemas.microsoft.com/office/drawing/2014/main" id="{6C970A8D-F09A-F853-56A1-7D9B9C72A5AB}"/>
                  </a:ext>
                </a:extLst>
              </p:cNvPr>
              <p:cNvSpPr/>
              <p:nvPr/>
            </p:nvSpPr>
            <p:spPr>
              <a:xfrm>
                <a:off x="3519738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9" name="pg566">
                <a:extLst>
                  <a:ext uri="{FF2B5EF4-FFF2-40B4-BE49-F238E27FC236}">
                    <a16:creationId xmlns:a16="http://schemas.microsoft.com/office/drawing/2014/main" id="{4B208688-E722-FD0B-CE09-D72522359944}"/>
                  </a:ext>
                </a:extLst>
              </p:cNvPr>
              <p:cNvSpPr/>
              <p:nvPr/>
            </p:nvSpPr>
            <p:spPr>
              <a:xfrm>
                <a:off x="3601176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0" name="pg567">
                <a:extLst>
                  <a:ext uri="{FF2B5EF4-FFF2-40B4-BE49-F238E27FC236}">
                    <a16:creationId xmlns:a16="http://schemas.microsoft.com/office/drawing/2014/main" id="{B8FCB264-7313-9BC3-859A-3194A3A258DB}"/>
                  </a:ext>
                </a:extLst>
              </p:cNvPr>
              <p:cNvSpPr/>
              <p:nvPr/>
            </p:nvSpPr>
            <p:spPr>
              <a:xfrm>
                <a:off x="3682613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1" name="pg568">
                <a:extLst>
                  <a:ext uri="{FF2B5EF4-FFF2-40B4-BE49-F238E27FC236}">
                    <a16:creationId xmlns:a16="http://schemas.microsoft.com/office/drawing/2014/main" id="{12EDEB15-2F38-2D63-955C-F762C8C79AE1}"/>
                  </a:ext>
                </a:extLst>
              </p:cNvPr>
              <p:cNvSpPr/>
              <p:nvPr/>
            </p:nvSpPr>
            <p:spPr>
              <a:xfrm>
                <a:off x="3764050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2" name="pg569">
                <a:extLst>
                  <a:ext uri="{FF2B5EF4-FFF2-40B4-BE49-F238E27FC236}">
                    <a16:creationId xmlns:a16="http://schemas.microsoft.com/office/drawing/2014/main" id="{0164770E-6619-2464-970D-D43A132A012A}"/>
                  </a:ext>
                </a:extLst>
              </p:cNvPr>
              <p:cNvSpPr/>
              <p:nvPr/>
            </p:nvSpPr>
            <p:spPr>
              <a:xfrm>
                <a:off x="384548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3" name="pg570">
                <a:extLst>
                  <a:ext uri="{FF2B5EF4-FFF2-40B4-BE49-F238E27FC236}">
                    <a16:creationId xmlns:a16="http://schemas.microsoft.com/office/drawing/2014/main" id="{E269078D-C23A-7CA7-4251-44AB1E1CD962}"/>
                  </a:ext>
                </a:extLst>
              </p:cNvPr>
              <p:cNvSpPr/>
              <p:nvPr/>
            </p:nvSpPr>
            <p:spPr>
              <a:xfrm>
                <a:off x="392692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4" name="pg571">
                <a:extLst>
                  <a:ext uri="{FF2B5EF4-FFF2-40B4-BE49-F238E27FC236}">
                    <a16:creationId xmlns:a16="http://schemas.microsoft.com/office/drawing/2014/main" id="{43DC9780-4310-1851-BB2C-D8BEE17C6B20}"/>
                  </a:ext>
                </a:extLst>
              </p:cNvPr>
              <p:cNvSpPr/>
              <p:nvPr/>
            </p:nvSpPr>
            <p:spPr>
              <a:xfrm>
                <a:off x="400836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5" name="pg572">
                <a:extLst>
                  <a:ext uri="{FF2B5EF4-FFF2-40B4-BE49-F238E27FC236}">
                    <a16:creationId xmlns:a16="http://schemas.microsoft.com/office/drawing/2014/main" id="{F597C5F2-27A3-A50C-8AE9-EEFBB5CD7CAF}"/>
                  </a:ext>
                </a:extLst>
              </p:cNvPr>
              <p:cNvSpPr/>
              <p:nvPr/>
            </p:nvSpPr>
            <p:spPr>
              <a:xfrm>
                <a:off x="335686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6" name="pg573">
                <a:extLst>
                  <a:ext uri="{FF2B5EF4-FFF2-40B4-BE49-F238E27FC236}">
                    <a16:creationId xmlns:a16="http://schemas.microsoft.com/office/drawing/2014/main" id="{9BBA9E97-A8D7-0BF8-9DD2-822F2CA01711}"/>
                  </a:ext>
                </a:extLst>
              </p:cNvPr>
              <p:cNvSpPr/>
              <p:nvPr/>
            </p:nvSpPr>
            <p:spPr>
              <a:xfrm>
                <a:off x="343830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7" name="pg574">
                <a:extLst>
                  <a:ext uri="{FF2B5EF4-FFF2-40B4-BE49-F238E27FC236}">
                    <a16:creationId xmlns:a16="http://schemas.microsoft.com/office/drawing/2014/main" id="{73F4D2A9-B633-068C-7AC1-26CA057FBC88}"/>
                  </a:ext>
                </a:extLst>
              </p:cNvPr>
              <p:cNvSpPr/>
              <p:nvPr/>
            </p:nvSpPr>
            <p:spPr>
              <a:xfrm>
                <a:off x="3519738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8" name="pg575">
                <a:extLst>
                  <a:ext uri="{FF2B5EF4-FFF2-40B4-BE49-F238E27FC236}">
                    <a16:creationId xmlns:a16="http://schemas.microsoft.com/office/drawing/2014/main" id="{FC12BD8B-BA57-65A2-E5A9-B7D70447D9FC}"/>
                  </a:ext>
                </a:extLst>
              </p:cNvPr>
              <p:cNvSpPr/>
              <p:nvPr/>
            </p:nvSpPr>
            <p:spPr>
              <a:xfrm>
                <a:off x="3601176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9" name="pg576">
                <a:extLst>
                  <a:ext uri="{FF2B5EF4-FFF2-40B4-BE49-F238E27FC236}">
                    <a16:creationId xmlns:a16="http://schemas.microsoft.com/office/drawing/2014/main" id="{BC7876C4-D489-8C56-67AA-A6334652541E}"/>
                  </a:ext>
                </a:extLst>
              </p:cNvPr>
              <p:cNvSpPr/>
              <p:nvPr/>
            </p:nvSpPr>
            <p:spPr>
              <a:xfrm>
                <a:off x="3682613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0" name="pg577">
                <a:extLst>
                  <a:ext uri="{FF2B5EF4-FFF2-40B4-BE49-F238E27FC236}">
                    <a16:creationId xmlns:a16="http://schemas.microsoft.com/office/drawing/2014/main" id="{5A71CE4F-2E02-C50D-F261-1EBA7D3F0705}"/>
                  </a:ext>
                </a:extLst>
              </p:cNvPr>
              <p:cNvSpPr/>
              <p:nvPr/>
            </p:nvSpPr>
            <p:spPr>
              <a:xfrm>
                <a:off x="3764050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1" name="pg578">
                <a:extLst>
                  <a:ext uri="{FF2B5EF4-FFF2-40B4-BE49-F238E27FC236}">
                    <a16:creationId xmlns:a16="http://schemas.microsoft.com/office/drawing/2014/main" id="{796D06C3-9630-9899-DEBD-AF299A5C4904}"/>
                  </a:ext>
                </a:extLst>
              </p:cNvPr>
              <p:cNvSpPr/>
              <p:nvPr/>
            </p:nvSpPr>
            <p:spPr>
              <a:xfrm>
                <a:off x="3845487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2" name="pg579">
                <a:extLst>
                  <a:ext uri="{FF2B5EF4-FFF2-40B4-BE49-F238E27FC236}">
                    <a16:creationId xmlns:a16="http://schemas.microsoft.com/office/drawing/2014/main" id="{EC93F792-C35E-3668-3DEC-C94601B53AB9}"/>
                  </a:ext>
                </a:extLst>
              </p:cNvPr>
              <p:cNvSpPr/>
              <p:nvPr/>
            </p:nvSpPr>
            <p:spPr>
              <a:xfrm>
                <a:off x="392692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3" name="pg580">
                <a:extLst>
                  <a:ext uri="{FF2B5EF4-FFF2-40B4-BE49-F238E27FC236}">
                    <a16:creationId xmlns:a16="http://schemas.microsoft.com/office/drawing/2014/main" id="{7B047CE0-D525-8397-C5FD-76A2DFE7334D}"/>
                  </a:ext>
                </a:extLst>
              </p:cNvPr>
              <p:cNvSpPr/>
              <p:nvPr/>
            </p:nvSpPr>
            <p:spPr>
              <a:xfrm>
                <a:off x="400836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4" name="pg581">
                <a:extLst>
                  <a:ext uri="{FF2B5EF4-FFF2-40B4-BE49-F238E27FC236}">
                    <a16:creationId xmlns:a16="http://schemas.microsoft.com/office/drawing/2014/main" id="{772F51CA-5772-3218-8D6D-D3D325072666}"/>
                  </a:ext>
                </a:extLst>
              </p:cNvPr>
              <p:cNvSpPr/>
              <p:nvPr/>
            </p:nvSpPr>
            <p:spPr>
              <a:xfrm>
                <a:off x="343830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5" name="pg582">
                <a:extLst>
                  <a:ext uri="{FF2B5EF4-FFF2-40B4-BE49-F238E27FC236}">
                    <a16:creationId xmlns:a16="http://schemas.microsoft.com/office/drawing/2014/main" id="{C2BCC538-3F97-29E6-F5D4-FB1BBFE150A8}"/>
                  </a:ext>
                </a:extLst>
              </p:cNvPr>
              <p:cNvSpPr/>
              <p:nvPr/>
            </p:nvSpPr>
            <p:spPr>
              <a:xfrm>
                <a:off x="351973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6" name="pg583">
                <a:extLst>
                  <a:ext uri="{FF2B5EF4-FFF2-40B4-BE49-F238E27FC236}">
                    <a16:creationId xmlns:a16="http://schemas.microsoft.com/office/drawing/2014/main" id="{2D6A1C1F-8B68-49CB-61D7-5CB649526724}"/>
                  </a:ext>
                </a:extLst>
              </p:cNvPr>
              <p:cNvSpPr/>
              <p:nvPr/>
            </p:nvSpPr>
            <p:spPr>
              <a:xfrm>
                <a:off x="3601176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7" name="pg584">
                <a:extLst>
                  <a:ext uri="{FF2B5EF4-FFF2-40B4-BE49-F238E27FC236}">
                    <a16:creationId xmlns:a16="http://schemas.microsoft.com/office/drawing/2014/main" id="{9AF78771-DD13-3FE3-4DD7-4073189D63FD}"/>
                  </a:ext>
                </a:extLst>
              </p:cNvPr>
              <p:cNvSpPr/>
              <p:nvPr/>
            </p:nvSpPr>
            <p:spPr>
              <a:xfrm>
                <a:off x="3682613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8" name="pg585">
                <a:extLst>
                  <a:ext uri="{FF2B5EF4-FFF2-40B4-BE49-F238E27FC236}">
                    <a16:creationId xmlns:a16="http://schemas.microsoft.com/office/drawing/2014/main" id="{4F77D605-9272-9283-6CAD-650294D87183}"/>
                  </a:ext>
                </a:extLst>
              </p:cNvPr>
              <p:cNvSpPr/>
              <p:nvPr/>
            </p:nvSpPr>
            <p:spPr>
              <a:xfrm>
                <a:off x="3764050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9" name="pg586">
                <a:extLst>
                  <a:ext uri="{FF2B5EF4-FFF2-40B4-BE49-F238E27FC236}">
                    <a16:creationId xmlns:a16="http://schemas.microsoft.com/office/drawing/2014/main" id="{00EB2CD7-4390-F807-503F-B1C3F61F191A}"/>
                  </a:ext>
                </a:extLst>
              </p:cNvPr>
              <p:cNvSpPr/>
              <p:nvPr/>
            </p:nvSpPr>
            <p:spPr>
              <a:xfrm>
                <a:off x="3845487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0" name="pg587">
                <a:extLst>
                  <a:ext uri="{FF2B5EF4-FFF2-40B4-BE49-F238E27FC236}">
                    <a16:creationId xmlns:a16="http://schemas.microsoft.com/office/drawing/2014/main" id="{DCB8EF53-4FCE-DE76-DD2B-14915FBAA2D5}"/>
                  </a:ext>
                </a:extLst>
              </p:cNvPr>
              <p:cNvSpPr/>
              <p:nvPr/>
            </p:nvSpPr>
            <p:spPr>
              <a:xfrm>
                <a:off x="3926924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1" name="pg588">
                <a:extLst>
                  <a:ext uri="{FF2B5EF4-FFF2-40B4-BE49-F238E27FC236}">
                    <a16:creationId xmlns:a16="http://schemas.microsoft.com/office/drawing/2014/main" id="{A7D29874-EED6-227C-63B1-CEB67100C246}"/>
                  </a:ext>
                </a:extLst>
              </p:cNvPr>
              <p:cNvSpPr/>
              <p:nvPr/>
            </p:nvSpPr>
            <p:spPr>
              <a:xfrm>
                <a:off x="400836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2" name="pg589">
                <a:extLst>
                  <a:ext uri="{FF2B5EF4-FFF2-40B4-BE49-F238E27FC236}">
                    <a16:creationId xmlns:a16="http://schemas.microsoft.com/office/drawing/2014/main" id="{F40BE987-2ED7-E177-22B7-93ED1A39623D}"/>
                  </a:ext>
                </a:extLst>
              </p:cNvPr>
              <p:cNvSpPr/>
              <p:nvPr/>
            </p:nvSpPr>
            <p:spPr>
              <a:xfrm>
                <a:off x="408979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3" name="pg590">
                <a:extLst>
                  <a:ext uri="{FF2B5EF4-FFF2-40B4-BE49-F238E27FC236}">
                    <a16:creationId xmlns:a16="http://schemas.microsoft.com/office/drawing/2014/main" id="{597EF1FC-6B03-63E6-DE7F-10A6E47D5E36}"/>
                  </a:ext>
                </a:extLst>
              </p:cNvPr>
              <p:cNvSpPr/>
              <p:nvPr/>
            </p:nvSpPr>
            <p:spPr>
              <a:xfrm>
                <a:off x="3682613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4" name="pg591">
                <a:extLst>
                  <a:ext uri="{FF2B5EF4-FFF2-40B4-BE49-F238E27FC236}">
                    <a16:creationId xmlns:a16="http://schemas.microsoft.com/office/drawing/2014/main" id="{22731639-B827-B8FD-17D8-37932F1A97F1}"/>
                  </a:ext>
                </a:extLst>
              </p:cNvPr>
              <p:cNvSpPr/>
              <p:nvPr/>
            </p:nvSpPr>
            <p:spPr>
              <a:xfrm>
                <a:off x="3764050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5" name="pg592">
                <a:extLst>
                  <a:ext uri="{FF2B5EF4-FFF2-40B4-BE49-F238E27FC236}">
                    <a16:creationId xmlns:a16="http://schemas.microsoft.com/office/drawing/2014/main" id="{85C2A70A-6BC3-D3C5-8652-5A2A77CD89DF}"/>
                  </a:ext>
                </a:extLst>
              </p:cNvPr>
              <p:cNvSpPr/>
              <p:nvPr/>
            </p:nvSpPr>
            <p:spPr>
              <a:xfrm>
                <a:off x="3845487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6" name="pg593">
                <a:extLst>
                  <a:ext uri="{FF2B5EF4-FFF2-40B4-BE49-F238E27FC236}">
                    <a16:creationId xmlns:a16="http://schemas.microsoft.com/office/drawing/2014/main" id="{CB7674FE-1E5E-5F3B-4C6C-6E59B809EB85}"/>
                  </a:ext>
                </a:extLst>
              </p:cNvPr>
              <p:cNvSpPr/>
              <p:nvPr/>
            </p:nvSpPr>
            <p:spPr>
              <a:xfrm>
                <a:off x="3926924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7" name="pg594">
                <a:extLst>
                  <a:ext uri="{FF2B5EF4-FFF2-40B4-BE49-F238E27FC236}">
                    <a16:creationId xmlns:a16="http://schemas.microsoft.com/office/drawing/2014/main" id="{E37FCB4B-5204-8BDD-375E-BAEFDB161BE1}"/>
                  </a:ext>
                </a:extLst>
              </p:cNvPr>
              <p:cNvSpPr/>
              <p:nvPr/>
            </p:nvSpPr>
            <p:spPr>
              <a:xfrm>
                <a:off x="4008361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8" name="pg595">
                <a:extLst>
                  <a:ext uri="{FF2B5EF4-FFF2-40B4-BE49-F238E27FC236}">
                    <a16:creationId xmlns:a16="http://schemas.microsoft.com/office/drawing/2014/main" id="{2CBBDD6B-5FF8-3545-5747-F30F1CF73D6F}"/>
                  </a:ext>
                </a:extLst>
              </p:cNvPr>
              <p:cNvSpPr/>
              <p:nvPr/>
            </p:nvSpPr>
            <p:spPr>
              <a:xfrm>
                <a:off x="4089798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9" name="pg596">
                <a:extLst>
                  <a:ext uri="{FF2B5EF4-FFF2-40B4-BE49-F238E27FC236}">
                    <a16:creationId xmlns:a16="http://schemas.microsoft.com/office/drawing/2014/main" id="{E3114232-80B0-675A-A9A8-CF744B353743}"/>
                  </a:ext>
                </a:extLst>
              </p:cNvPr>
              <p:cNvSpPr/>
              <p:nvPr/>
            </p:nvSpPr>
            <p:spPr>
              <a:xfrm>
                <a:off x="327542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0" name="pg597">
                <a:extLst>
                  <a:ext uri="{FF2B5EF4-FFF2-40B4-BE49-F238E27FC236}">
                    <a16:creationId xmlns:a16="http://schemas.microsoft.com/office/drawing/2014/main" id="{1451241D-E1B8-5F88-3F5A-0DF5B708F93F}"/>
                  </a:ext>
                </a:extLst>
              </p:cNvPr>
              <p:cNvSpPr/>
              <p:nvPr/>
            </p:nvSpPr>
            <p:spPr>
              <a:xfrm>
                <a:off x="3601176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1" name="pg598">
                <a:extLst>
                  <a:ext uri="{FF2B5EF4-FFF2-40B4-BE49-F238E27FC236}">
                    <a16:creationId xmlns:a16="http://schemas.microsoft.com/office/drawing/2014/main" id="{F8CE5022-48F2-4B40-53E3-07326E30E21B}"/>
                  </a:ext>
                </a:extLst>
              </p:cNvPr>
              <p:cNvSpPr/>
              <p:nvPr/>
            </p:nvSpPr>
            <p:spPr>
              <a:xfrm>
                <a:off x="3682613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2" name="pg599">
                <a:extLst>
                  <a:ext uri="{FF2B5EF4-FFF2-40B4-BE49-F238E27FC236}">
                    <a16:creationId xmlns:a16="http://schemas.microsoft.com/office/drawing/2014/main" id="{5A2E5CB4-FDBC-7034-38C8-5EC2EB4B1B21}"/>
                  </a:ext>
                </a:extLst>
              </p:cNvPr>
              <p:cNvSpPr/>
              <p:nvPr/>
            </p:nvSpPr>
            <p:spPr>
              <a:xfrm>
                <a:off x="3764050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3" name="pg600">
                <a:extLst>
                  <a:ext uri="{FF2B5EF4-FFF2-40B4-BE49-F238E27FC236}">
                    <a16:creationId xmlns:a16="http://schemas.microsoft.com/office/drawing/2014/main" id="{0E702E80-F29B-8458-3EB7-EDC82120018F}"/>
                  </a:ext>
                </a:extLst>
              </p:cNvPr>
              <p:cNvSpPr/>
              <p:nvPr/>
            </p:nvSpPr>
            <p:spPr>
              <a:xfrm>
                <a:off x="384548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4" name="pg601">
                <a:extLst>
                  <a:ext uri="{FF2B5EF4-FFF2-40B4-BE49-F238E27FC236}">
                    <a16:creationId xmlns:a16="http://schemas.microsoft.com/office/drawing/2014/main" id="{099E75F8-06EB-765B-7646-BC09159A2C38}"/>
                  </a:ext>
                </a:extLst>
              </p:cNvPr>
              <p:cNvSpPr/>
              <p:nvPr/>
            </p:nvSpPr>
            <p:spPr>
              <a:xfrm>
                <a:off x="3926924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5" name="pg602">
                <a:extLst>
                  <a:ext uri="{FF2B5EF4-FFF2-40B4-BE49-F238E27FC236}">
                    <a16:creationId xmlns:a16="http://schemas.microsoft.com/office/drawing/2014/main" id="{9FBFFFE8-366B-2A11-DCCF-D0DBDDCF501B}"/>
                  </a:ext>
                </a:extLst>
              </p:cNvPr>
              <p:cNvSpPr/>
              <p:nvPr/>
            </p:nvSpPr>
            <p:spPr>
              <a:xfrm>
                <a:off x="4008361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6" name="pg603">
                <a:extLst>
                  <a:ext uri="{FF2B5EF4-FFF2-40B4-BE49-F238E27FC236}">
                    <a16:creationId xmlns:a16="http://schemas.microsoft.com/office/drawing/2014/main" id="{35E68643-0979-BF18-4ABF-C309A0CEC5DC}"/>
                  </a:ext>
                </a:extLst>
              </p:cNvPr>
              <p:cNvSpPr/>
              <p:nvPr/>
            </p:nvSpPr>
            <p:spPr>
              <a:xfrm>
                <a:off x="4089798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7" name="pg604">
                <a:extLst>
                  <a:ext uri="{FF2B5EF4-FFF2-40B4-BE49-F238E27FC236}">
                    <a16:creationId xmlns:a16="http://schemas.microsoft.com/office/drawing/2014/main" id="{BA3123B5-208E-59D7-18D0-CEC158E2331E}"/>
                  </a:ext>
                </a:extLst>
              </p:cNvPr>
              <p:cNvSpPr/>
              <p:nvPr/>
            </p:nvSpPr>
            <p:spPr>
              <a:xfrm>
                <a:off x="319399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8" name="pg605">
                <a:extLst>
                  <a:ext uri="{FF2B5EF4-FFF2-40B4-BE49-F238E27FC236}">
                    <a16:creationId xmlns:a16="http://schemas.microsoft.com/office/drawing/2014/main" id="{A66937EE-A39B-5CD7-DB3D-C476902211F6}"/>
                  </a:ext>
                </a:extLst>
              </p:cNvPr>
              <p:cNvSpPr/>
              <p:nvPr/>
            </p:nvSpPr>
            <p:spPr>
              <a:xfrm>
                <a:off x="327542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9" name="pg606">
                <a:extLst>
                  <a:ext uri="{FF2B5EF4-FFF2-40B4-BE49-F238E27FC236}">
                    <a16:creationId xmlns:a16="http://schemas.microsoft.com/office/drawing/2014/main" id="{09A356E7-C2A1-576F-86CE-7212F849E344}"/>
                  </a:ext>
                </a:extLst>
              </p:cNvPr>
              <p:cNvSpPr/>
              <p:nvPr/>
            </p:nvSpPr>
            <p:spPr>
              <a:xfrm>
                <a:off x="335686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0" name="pg607">
                <a:extLst>
                  <a:ext uri="{FF2B5EF4-FFF2-40B4-BE49-F238E27FC236}">
                    <a16:creationId xmlns:a16="http://schemas.microsoft.com/office/drawing/2014/main" id="{2F0C86EE-F91F-22C2-F682-8F2428470F20}"/>
                  </a:ext>
                </a:extLst>
              </p:cNvPr>
              <p:cNvSpPr/>
              <p:nvPr/>
            </p:nvSpPr>
            <p:spPr>
              <a:xfrm>
                <a:off x="343830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1" name="pg608">
                <a:extLst>
                  <a:ext uri="{FF2B5EF4-FFF2-40B4-BE49-F238E27FC236}">
                    <a16:creationId xmlns:a16="http://schemas.microsoft.com/office/drawing/2014/main" id="{24050336-6732-D8A1-67D8-C6AD66380BA7}"/>
                  </a:ext>
                </a:extLst>
              </p:cNvPr>
              <p:cNvSpPr/>
              <p:nvPr/>
            </p:nvSpPr>
            <p:spPr>
              <a:xfrm>
                <a:off x="351973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2" name="pg609">
                <a:extLst>
                  <a:ext uri="{FF2B5EF4-FFF2-40B4-BE49-F238E27FC236}">
                    <a16:creationId xmlns:a16="http://schemas.microsoft.com/office/drawing/2014/main" id="{36F49C53-F33E-EC91-2F16-836C86F0AE15}"/>
                  </a:ext>
                </a:extLst>
              </p:cNvPr>
              <p:cNvSpPr/>
              <p:nvPr/>
            </p:nvSpPr>
            <p:spPr>
              <a:xfrm>
                <a:off x="3601176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3" name="pg610">
                <a:extLst>
                  <a:ext uri="{FF2B5EF4-FFF2-40B4-BE49-F238E27FC236}">
                    <a16:creationId xmlns:a16="http://schemas.microsoft.com/office/drawing/2014/main" id="{17FD2BAB-B89F-AE66-DE56-2313D5D53FAA}"/>
                  </a:ext>
                </a:extLst>
              </p:cNvPr>
              <p:cNvSpPr/>
              <p:nvPr/>
            </p:nvSpPr>
            <p:spPr>
              <a:xfrm>
                <a:off x="3682613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4" name="pg611">
                <a:extLst>
                  <a:ext uri="{FF2B5EF4-FFF2-40B4-BE49-F238E27FC236}">
                    <a16:creationId xmlns:a16="http://schemas.microsoft.com/office/drawing/2014/main" id="{BE34557E-9283-F7CD-9E84-DE92E212DA45}"/>
                  </a:ext>
                </a:extLst>
              </p:cNvPr>
              <p:cNvSpPr/>
              <p:nvPr/>
            </p:nvSpPr>
            <p:spPr>
              <a:xfrm>
                <a:off x="376405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5" name="pg612">
                <a:extLst>
                  <a:ext uri="{FF2B5EF4-FFF2-40B4-BE49-F238E27FC236}">
                    <a16:creationId xmlns:a16="http://schemas.microsoft.com/office/drawing/2014/main" id="{E6B7310B-7579-D301-433B-AF307846577D}"/>
                  </a:ext>
                </a:extLst>
              </p:cNvPr>
              <p:cNvSpPr/>
              <p:nvPr/>
            </p:nvSpPr>
            <p:spPr>
              <a:xfrm>
                <a:off x="384548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6" name="pg613">
                <a:extLst>
                  <a:ext uri="{FF2B5EF4-FFF2-40B4-BE49-F238E27FC236}">
                    <a16:creationId xmlns:a16="http://schemas.microsoft.com/office/drawing/2014/main" id="{DD8291F5-69B9-7E98-2B4B-7F3504DA7890}"/>
                  </a:ext>
                </a:extLst>
              </p:cNvPr>
              <p:cNvSpPr/>
              <p:nvPr/>
            </p:nvSpPr>
            <p:spPr>
              <a:xfrm>
                <a:off x="392692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7" name="pg614">
                <a:extLst>
                  <a:ext uri="{FF2B5EF4-FFF2-40B4-BE49-F238E27FC236}">
                    <a16:creationId xmlns:a16="http://schemas.microsoft.com/office/drawing/2014/main" id="{65B0780D-849B-4CAC-97C3-46F74C009632}"/>
                  </a:ext>
                </a:extLst>
              </p:cNvPr>
              <p:cNvSpPr/>
              <p:nvPr/>
            </p:nvSpPr>
            <p:spPr>
              <a:xfrm>
                <a:off x="400836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8" name="pg615">
                <a:extLst>
                  <a:ext uri="{FF2B5EF4-FFF2-40B4-BE49-F238E27FC236}">
                    <a16:creationId xmlns:a16="http://schemas.microsoft.com/office/drawing/2014/main" id="{5CA3E3CC-D62B-3CDF-E9E4-1498993BB098}"/>
                  </a:ext>
                </a:extLst>
              </p:cNvPr>
              <p:cNvSpPr/>
              <p:nvPr/>
            </p:nvSpPr>
            <p:spPr>
              <a:xfrm>
                <a:off x="408979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9" name="pg616">
                <a:extLst>
                  <a:ext uri="{FF2B5EF4-FFF2-40B4-BE49-F238E27FC236}">
                    <a16:creationId xmlns:a16="http://schemas.microsoft.com/office/drawing/2014/main" id="{C5C6E49F-D91C-D381-6423-45A2EB314D99}"/>
                  </a:ext>
                </a:extLst>
              </p:cNvPr>
              <p:cNvSpPr/>
              <p:nvPr/>
            </p:nvSpPr>
            <p:spPr>
              <a:xfrm>
                <a:off x="311255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0" name="pg617">
                <a:extLst>
                  <a:ext uri="{FF2B5EF4-FFF2-40B4-BE49-F238E27FC236}">
                    <a16:creationId xmlns:a16="http://schemas.microsoft.com/office/drawing/2014/main" id="{B9B2B8BF-3144-4AC6-4819-C6704D9522B2}"/>
                  </a:ext>
                </a:extLst>
              </p:cNvPr>
              <p:cNvSpPr/>
              <p:nvPr/>
            </p:nvSpPr>
            <p:spPr>
              <a:xfrm>
                <a:off x="319399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1" name="pg618">
                <a:extLst>
                  <a:ext uri="{FF2B5EF4-FFF2-40B4-BE49-F238E27FC236}">
                    <a16:creationId xmlns:a16="http://schemas.microsoft.com/office/drawing/2014/main" id="{C2A66285-C4AD-1AF7-154B-A7217E3D28C0}"/>
                  </a:ext>
                </a:extLst>
              </p:cNvPr>
              <p:cNvSpPr/>
              <p:nvPr/>
            </p:nvSpPr>
            <p:spPr>
              <a:xfrm>
                <a:off x="327542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2" name="pg619">
                <a:extLst>
                  <a:ext uri="{FF2B5EF4-FFF2-40B4-BE49-F238E27FC236}">
                    <a16:creationId xmlns:a16="http://schemas.microsoft.com/office/drawing/2014/main" id="{F3F0B744-3C87-C907-A142-396F763BFAB9}"/>
                  </a:ext>
                </a:extLst>
              </p:cNvPr>
              <p:cNvSpPr/>
              <p:nvPr/>
            </p:nvSpPr>
            <p:spPr>
              <a:xfrm>
                <a:off x="335686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3" name="pg620">
                <a:extLst>
                  <a:ext uri="{FF2B5EF4-FFF2-40B4-BE49-F238E27FC236}">
                    <a16:creationId xmlns:a16="http://schemas.microsoft.com/office/drawing/2014/main" id="{554E4C95-E17D-BA86-0EEC-55A9EC31C3EB}"/>
                  </a:ext>
                </a:extLst>
              </p:cNvPr>
              <p:cNvSpPr/>
              <p:nvPr/>
            </p:nvSpPr>
            <p:spPr>
              <a:xfrm>
                <a:off x="343830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4" name="pg621">
                <a:extLst>
                  <a:ext uri="{FF2B5EF4-FFF2-40B4-BE49-F238E27FC236}">
                    <a16:creationId xmlns:a16="http://schemas.microsoft.com/office/drawing/2014/main" id="{AF5A9997-4967-40E4-E02B-FB5050C70A52}"/>
                  </a:ext>
                </a:extLst>
              </p:cNvPr>
              <p:cNvSpPr/>
              <p:nvPr/>
            </p:nvSpPr>
            <p:spPr>
              <a:xfrm>
                <a:off x="351973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5" name="pg622">
                <a:extLst>
                  <a:ext uri="{FF2B5EF4-FFF2-40B4-BE49-F238E27FC236}">
                    <a16:creationId xmlns:a16="http://schemas.microsoft.com/office/drawing/2014/main" id="{70629564-987C-3AD6-03F1-BC0217D180FF}"/>
                  </a:ext>
                </a:extLst>
              </p:cNvPr>
              <p:cNvSpPr/>
              <p:nvPr/>
            </p:nvSpPr>
            <p:spPr>
              <a:xfrm>
                <a:off x="360117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6" name="pg623">
                <a:extLst>
                  <a:ext uri="{FF2B5EF4-FFF2-40B4-BE49-F238E27FC236}">
                    <a16:creationId xmlns:a16="http://schemas.microsoft.com/office/drawing/2014/main" id="{60395761-9F01-2BB1-8ED9-BF4CA9231ED6}"/>
                  </a:ext>
                </a:extLst>
              </p:cNvPr>
              <p:cNvSpPr/>
              <p:nvPr/>
            </p:nvSpPr>
            <p:spPr>
              <a:xfrm>
                <a:off x="368261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7" name="pg624">
                <a:extLst>
                  <a:ext uri="{FF2B5EF4-FFF2-40B4-BE49-F238E27FC236}">
                    <a16:creationId xmlns:a16="http://schemas.microsoft.com/office/drawing/2014/main" id="{DBC7B0E5-E504-7DCB-0029-7FEC52AA5558}"/>
                  </a:ext>
                </a:extLst>
              </p:cNvPr>
              <p:cNvSpPr/>
              <p:nvPr/>
            </p:nvSpPr>
            <p:spPr>
              <a:xfrm>
                <a:off x="376405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8" name="pg625">
                <a:extLst>
                  <a:ext uri="{FF2B5EF4-FFF2-40B4-BE49-F238E27FC236}">
                    <a16:creationId xmlns:a16="http://schemas.microsoft.com/office/drawing/2014/main" id="{F2151CC9-2C66-CCA9-9749-43216E2D4C0C}"/>
                  </a:ext>
                </a:extLst>
              </p:cNvPr>
              <p:cNvSpPr/>
              <p:nvPr/>
            </p:nvSpPr>
            <p:spPr>
              <a:xfrm>
                <a:off x="384548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9" name="pg626">
                <a:extLst>
                  <a:ext uri="{FF2B5EF4-FFF2-40B4-BE49-F238E27FC236}">
                    <a16:creationId xmlns:a16="http://schemas.microsoft.com/office/drawing/2014/main" id="{225A87C4-DC5E-8CC5-031A-DAE1DC66C88D}"/>
                  </a:ext>
                </a:extLst>
              </p:cNvPr>
              <p:cNvSpPr/>
              <p:nvPr/>
            </p:nvSpPr>
            <p:spPr>
              <a:xfrm>
                <a:off x="392692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0" name="pg627">
                <a:extLst>
                  <a:ext uri="{FF2B5EF4-FFF2-40B4-BE49-F238E27FC236}">
                    <a16:creationId xmlns:a16="http://schemas.microsoft.com/office/drawing/2014/main" id="{BB7FFC80-1D2D-B7DB-C144-5DF0F50A1E8E}"/>
                  </a:ext>
                </a:extLst>
              </p:cNvPr>
              <p:cNvSpPr/>
              <p:nvPr/>
            </p:nvSpPr>
            <p:spPr>
              <a:xfrm>
                <a:off x="400836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1" name="pg628">
                <a:extLst>
                  <a:ext uri="{FF2B5EF4-FFF2-40B4-BE49-F238E27FC236}">
                    <a16:creationId xmlns:a16="http://schemas.microsoft.com/office/drawing/2014/main" id="{4FF3177F-95F1-6521-F2AC-34368026448D}"/>
                  </a:ext>
                </a:extLst>
              </p:cNvPr>
              <p:cNvSpPr/>
              <p:nvPr/>
            </p:nvSpPr>
            <p:spPr>
              <a:xfrm>
                <a:off x="408979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2" name="pg629">
                <a:extLst>
                  <a:ext uri="{FF2B5EF4-FFF2-40B4-BE49-F238E27FC236}">
                    <a16:creationId xmlns:a16="http://schemas.microsoft.com/office/drawing/2014/main" id="{D9FCA282-1508-C7C1-637D-E9897C0033BB}"/>
                  </a:ext>
                </a:extLst>
              </p:cNvPr>
              <p:cNvSpPr/>
              <p:nvPr/>
            </p:nvSpPr>
            <p:spPr>
              <a:xfrm>
                <a:off x="417123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3" name="pg630">
                <a:extLst>
                  <a:ext uri="{FF2B5EF4-FFF2-40B4-BE49-F238E27FC236}">
                    <a16:creationId xmlns:a16="http://schemas.microsoft.com/office/drawing/2014/main" id="{1E743907-61BE-1531-5351-B31802568F81}"/>
                  </a:ext>
                </a:extLst>
              </p:cNvPr>
              <p:cNvSpPr/>
              <p:nvPr/>
            </p:nvSpPr>
            <p:spPr>
              <a:xfrm>
                <a:off x="311255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4" name="pg631">
                <a:extLst>
                  <a:ext uri="{FF2B5EF4-FFF2-40B4-BE49-F238E27FC236}">
                    <a16:creationId xmlns:a16="http://schemas.microsoft.com/office/drawing/2014/main" id="{1E54188C-309C-F105-820D-0F6297A152C5}"/>
                  </a:ext>
                </a:extLst>
              </p:cNvPr>
              <p:cNvSpPr/>
              <p:nvPr/>
            </p:nvSpPr>
            <p:spPr>
              <a:xfrm>
                <a:off x="319399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5" name="pg632">
                <a:extLst>
                  <a:ext uri="{FF2B5EF4-FFF2-40B4-BE49-F238E27FC236}">
                    <a16:creationId xmlns:a16="http://schemas.microsoft.com/office/drawing/2014/main" id="{5FE8F2A1-A6FE-9A84-0D48-C7B36071D594}"/>
                  </a:ext>
                </a:extLst>
              </p:cNvPr>
              <p:cNvSpPr/>
              <p:nvPr/>
            </p:nvSpPr>
            <p:spPr>
              <a:xfrm>
                <a:off x="327542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6" name="pg633">
                <a:extLst>
                  <a:ext uri="{FF2B5EF4-FFF2-40B4-BE49-F238E27FC236}">
                    <a16:creationId xmlns:a16="http://schemas.microsoft.com/office/drawing/2014/main" id="{31FD50DD-C759-1C20-246A-AFA58FA885CC}"/>
                  </a:ext>
                </a:extLst>
              </p:cNvPr>
              <p:cNvSpPr/>
              <p:nvPr/>
            </p:nvSpPr>
            <p:spPr>
              <a:xfrm>
                <a:off x="335686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7" name="pg634">
                <a:extLst>
                  <a:ext uri="{FF2B5EF4-FFF2-40B4-BE49-F238E27FC236}">
                    <a16:creationId xmlns:a16="http://schemas.microsoft.com/office/drawing/2014/main" id="{0A75C280-E35E-4F2B-33C4-AC41BBDC9F57}"/>
                  </a:ext>
                </a:extLst>
              </p:cNvPr>
              <p:cNvSpPr/>
              <p:nvPr/>
            </p:nvSpPr>
            <p:spPr>
              <a:xfrm>
                <a:off x="343830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8" name="pg635">
                <a:extLst>
                  <a:ext uri="{FF2B5EF4-FFF2-40B4-BE49-F238E27FC236}">
                    <a16:creationId xmlns:a16="http://schemas.microsoft.com/office/drawing/2014/main" id="{F7ADC3E3-722A-77E6-3511-E1F9E40CB699}"/>
                  </a:ext>
                </a:extLst>
              </p:cNvPr>
              <p:cNvSpPr/>
              <p:nvPr/>
            </p:nvSpPr>
            <p:spPr>
              <a:xfrm>
                <a:off x="351973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9" name="pg636">
                <a:extLst>
                  <a:ext uri="{FF2B5EF4-FFF2-40B4-BE49-F238E27FC236}">
                    <a16:creationId xmlns:a16="http://schemas.microsoft.com/office/drawing/2014/main" id="{37A3134C-DA5E-6E22-D35D-D5C4B5601E59}"/>
                  </a:ext>
                </a:extLst>
              </p:cNvPr>
              <p:cNvSpPr/>
              <p:nvPr/>
            </p:nvSpPr>
            <p:spPr>
              <a:xfrm>
                <a:off x="360117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0" name="pg637">
                <a:extLst>
                  <a:ext uri="{FF2B5EF4-FFF2-40B4-BE49-F238E27FC236}">
                    <a16:creationId xmlns:a16="http://schemas.microsoft.com/office/drawing/2014/main" id="{1E5B230D-FD84-CD80-B4DE-2B9E84073A5C}"/>
                  </a:ext>
                </a:extLst>
              </p:cNvPr>
              <p:cNvSpPr/>
              <p:nvPr/>
            </p:nvSpPr>
            <p:spPr>
              <a:xfrm>
                <a:off x="368261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1" name="pg638">
                <a:extLst>
                  <a:ext uri="{FF2B5EF4-FFF2-40B4-BE49-F238E27FC236}">
                    <a16:creationId xmlns:a16="http://schemas.microsoft.com/office/drawing/2014/main" id="{D5AF29FF-5AC1-7CF5-E4AD-24798B34592B}"/>
                  </a:ext>
                </a:extLst>
              </p:cNvPr>
              <p:cNvSpPr/>
              <p:nvPr/>
            </p:nvSpPr>
            <p:spPr>
              <a:xfrm>
                <a:off x="376405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2" name="pg639">
                <a:extLst>
                  <a:ext uri="{FF2B5EF4-FFF2-40B4-BE49-F238E27FC236}">
                    <a16:creationId xmlns:a16="http://schemas.microsoft.com/office/drawing/2014/main" id="{DF642007-44E0-E08D-E52B-2483D650D60B}"/>
                  </a:ext>
                </a:extLst>
              </p:cNvPr>
              <p:cNvSpPr/>
              <p:nvPr/>
            </p:nvSpPr>
            <p:spPr>
              <a:xfrm>
                <a:off x="384548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3" name="pg640">
                <a:extLst>
                  <a:ext uri="{FF2B5EF4-FFF2-40B4-BE49-F238E27FC236}">
                    <a16:creationId xmlns:a16="http://schemas.microsoft.com/office/drawing/2014/main" id="{6C17194C-E62A-7465-A3B3-08E87CAB7EE3}"/>
                  </a:ext>
                </a:extLst>
              </p:cNvPr>
              <p:cNvSpPr/>
              <p:nvPr/>
            </p:nvSpPr>
            <p:spPr>
              <a:xfrm>
                <a:off x="392692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4" name="pg641">
                <a:extLst>
                  <a:ext uri="{FF2B5EF4-FFF2-40B4-BE49-F238E27FC236}">
                    <a16:creationId xmlns:a16="http://schemas.microsoft.com/office/drawing/2014/main" id="{E4B67CA2-6DBB-0808-6887-9E38E54D0BFC}"/>
                  </a:ext>
                </a:extLst>
              </p:cNvPr>
              <p:cNvSpPr/>
              <p:nvPr/>
            </p:nvSpPr>
            <p:spPr>
              <a:xfrm>
                <a:off x="400836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5" name="pg642">
                <a:extLst>
                  <a:ext uri="{FF2B5EF4-FFF2-40B4-BE49-F238E27FC236}">
                    <a16:creationId xmlns:a16="http://schemas.microsoft.com/office/drawing/2014/main" id="{85824EAB-2895-DDD3-F715-86DB0BE40CC9}"/>
                  </a:ext>
                </a:extLst>
              </p:cNvPr>
              <p:cNvSpPr/>
              <p:nvPr/>
            </p:nvSpPr>
            <p:spPr>
              <a:xfrm>
                <a:off x="408979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6" name="pg643">
                <a:extLst>
                  <a:ext uri="{FF2B5EF4-FFF2-40B4-BE49-F238E27FC236}">
                    <a16:creationId xmlns:a16="http://schemas.microsoft.com/office/drawing/2014/main" id="{C54E4F50-7423-B1D3-5250-15F7B6C17A8A}"/>
                  </a:ext>
                </a:extLst>
              </p:cNvPr>
              <p:cNvSpPr/>
              <p:nvPr/>
            </p:nvSpPr>
            <p:spPr>
              <a:xfrm>
                <a:off x="417123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7" name="pg644">
                <a:extLst>
                  <a:ext uri="{FF2B5EF4-FFF2-40B4-BE49-F238E27FC236}">
                    <a16:creationId xmlns:a16="http://schemas.microsoft.com/office/drawing/2014/main" id="{F52A3502-3594-E105-58F5-AD8AAECE3259}"/>
                  </a:ext>
                </a:extLst>
              </p:cNvPr>
              <p:cNvSpPr/>
              <p:nvPr/>
            </p:nvSpPr>
            <p:spPr>
              <a:xfrm>
                <a:off x="425267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8" name="pg645">
                <a:extLst>
                  <a:ext uri="{FF2B5EF4-FFF2-40B4-BE49-F238E27FC236}">
                    <a16:creationId xmlns:a16="http://schemas.microsoft.com/office/drawing/2014/main" id="{85F7B127-781D-D582-C65E-D427F08B2A9B}"/>
                  </a:ext>
                </a:extLst>
              </p:cNvPr>
              <p:cNvSpPr/>
              <p:nvPr/>
            </p:nvSpPr>
            <p:spPr>
              <a:xfrm>
                <a:off x="311255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9" name="pg646">
                <a:extLst>
                  <a:ext uri="{FF2B5EF4-FFF2-40B4-BE49-F238E27FC236}">
                    <a16:creationId xmlns:a16="http://schemas.microsoft.com/office/drawing/2014/main" id="{AD56413E-3B6E-D74F-E08A-095459285C52}"/>
                  </a:ext>
                </a:extLst>
              </p:cNvPr>
              <p:cNvSpPr/>
              <p:nvPr/>
            </p:nvSpPr>
            <p:spPr>
              <a:xfrm>
                <a:off x="319399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0" name="pg647">
                <a:extLst>
                  <a:ext uri="{FF2B5EF4-FFF2-40B4-BE49-F238E27FC236}">
                    <a16:creationId xmlns:a16="http://schemas.microsoft.com/office/drawing/2014/main" id="{11F2DFF5-5A3D-72D0-95A7-CB0A8D70DD41}"/>
                  </a:ext>
                </a:extLst>
              </p:cNvPr>
              <p:cNvSpPr/>
              <p:nvPr/>
            </p:nvSpPr>
            <p:spPr>
              <a:xfrm>
                <a:off x="327542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1" name="pg648">
                <a:extLst>
                  <a:ext uri="{FF2B5EF4-FFF2-40B4-BE49-F238E27FC236}">
                    <a16:creationId xmlns:a16="http://schemas.microsoft.com/office/drawing/2014/main" id="{6D21B4EE-CADA-DF01-CCA5-8CAA7B65F28B}"/>
                  </a:ext>
                </a:extLst>
              </p:cNvPr>
              <p:cNvSpPr/>
              <p:nvPr/>
            </p:nvSpPr>
            <p:spPr>
              <a:xfrm>
                <a:off x="335686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2" name="pg649">
                <a:extLst>
                  <a:ext uri="{FF2B5EF4-FFF2-40B4-BE49-F238E27FC236}">
                    <a16:creationId xmlns:a16="http://schemas.microsoft.com/office/drawing/2014/main" id="{BE1B328D-8825-81CC-C293-2A4D64E74064}"/>
                  </a:ext>
                </a:extLst>
              </p:cNvPr>
              <p:cNvSpPr/>
              <p:nvPr/>
            </p:nvSpPr>
            <p:spPr>
              <a:xfrm>
                <a:off x="343830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3" name="pg650">
                <a:extLst>
                  <a:ext uri="{FF2B5EF4-FFF2-40B4-BE49-F238E27FC236}">
                    <a16:creationId xmlns:a16="http://schemas.microsoft.com/office/drawing/2014/main" id="{A2DC35DC-94F2-47DE-FD25-36FD47E1BAC8}"/>
                  </a:ext>
                </a:extLst>
              </p:cNvPr>
              <p:cNvSpPr/>
              <p:nvPr/>
            </p:nvSpPr>
            <p:spPr>
              <a:xfrm>
                <a:off x="351973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4" name="pg651">
                <a:extLst>
                  <a:ext uri="{FF2B5EF4-FFF2-40B4-BE49-F238E27FC236}">
                    <a16:creationId xmlns:a16="http://schemas.microsoft.com/office/drawing/2014/main" id="{0B38D2B3-5EBD-7713-380E-28A084961472}"/>
                  </a:ext>
                </a:extLst>
              </p:cNvPr>
              <p:cNvSpPr/>
              <p:nvPr/>
            </p:nvSpPr>
            <p:spPr>
              <a:xfrm>
                <a:off x="360117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5" name="pg652">
                <a:extLst>
                  <a:ext uri="{FF2B5EF4-FFF2-40B4-BE49-F238E27FC236}">
                    <a16:creationId xmlns:a16="http://schemas.microsoft.com/office/drawing/2014/main" id="{47772452-C285-FAC8-98FB-9B2A2B59AA74}"/>
                  </a:ext>
                </a:extLst>
              </p:cNvPr>
              <p:cNvSpPr/>
              <p:nvPr/>
            </p:nvSpPr>
            <p:spPr>
              <a:xfrm>
                <a:off x="368261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6" name="pg653">
                <a:extLst>
                  <a:ext uri="{FF2B5EF4-FFF2-40B4-BE49-F238E27FC236}">
                    <a16:creationId xmlns:a16="http://schemas.microsoft.com/office/drawing/2014/main" id="{9D146E59-8333-B595-2E79-791BDAA14B9F}"/>
                  </a:ext>
                </a:extLst>
              </p:cNvPr>
              <p:cNvSpPr/>
              <p:nvPr/>
            </p:nvSpPr>
            <p:spPr>
              <a:xfrm>
                <a:off x="376405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7" name="pg654">
                <a:extLst>
                  <a:ext uri="{FF2B5EF4-FFF2-40B4-BE49-F238E27FC236}">
                    <a16:creationId xmlns:a16="http://schemas.microsoft.com/office/drawing/2014/main" id="{6400425C-6060-FE55-FCF8-15C4E16AB3C5}"/>
                  </a:ext>
                </a:extLst>
              </p:cNvPr>
              <p:cNvSpPr/>
              <p:nvPr/>
            </p:nvSpPr>
            <p:spPr>
              <a:xfrm>
                <a:off x="384548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8" name="pg655">
                <a:extLst>
                  <a:ext uri="{FF2B5EF4-FFF2-40B4-BE49-F238E27FC236}">
                    <a16:creationId xmlns:a16="http://schemas.microsoft.com/office/drawing/2014/main" id="{F4437623-F865-279B-1130-1C58359C04B0}"/>
                  </a:ext>
                </a:extLst>
              </p:cNvPr>
              <p:cNvSpPr/>
              <p:nvPr/>
            </p:nvSpPr>
            <p:spPr>
              <a:xfrm>
                <a:off x="392692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9" name="pg656">
                <a:extLst>
                  <a:ext uri="{FF2B5EF4-FFF2-40B4-BE49-F238E27FC236}">
                    <a16:creationId xmlns:a16="http://schemas.microsoft.com/office/drawing/2014/main" id="{775E08E2-5D13-E696-F9A3-11179E5AFB6F}"/>
                  </a:ext>
                </a:extLst>
              </p:cNvPr>
              <p:cNvSpPr/>
              <p:nvPr/>
            </p:nvSpPr>
            <p:spPr>
              <a:xfrm>
                <a:off x="400836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0" name="pg657">
                <a:extLst>
                  <a:ext uri="{FF2B5EF4-FFF2-40B4-BE49-F238E27FC236}">
                    <a16:creationId xmlns:a16="http://schemas.microsoft.com/office/drawing/2014/main" id="{FD0518DD-AAE6-DD9A-DE6F-F56B2859835E}"/>
                  </a:ext>
                </a:extLst>
              </p:cNvPr>
              <p:cNvSpPr/>
              <p:nvPr/>
            </p:nvSpPr>
            <p:spPr>
              <a:xfrm>
                <a:off x="408979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1" name="pg658">
                <a:extLst>
                  <a:ext uri="{FF2B5EF4-FFF2-40B4-BE49-F238E27FC236}">
                    <a16:creationId xmlns:a16="http://schemas.microsoft.com/office/drawing/2014/main" id="{CA5EC305-854B-99A1-6A16-C3E848FFC41C}"/>
                  </a:ext>
                </a:extLst>
              </p:cNvPr>
              <p:cNvSpPr/>
              <p:nvPr/>
            </p:nvSpPr>
            <p:spPr>
              <a:xfrm>
                <a:off x="417123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2" name="pg659">
                <a:extLst>
                  <a:ext uri="{FF2B5EF4-FFF2-40B4-BE49-F238E27FC236}">
                    <a16:creationId xmlns:a16="http://schemas.microsoft.com/office/drawing/2014/main" id="{7355602B-56EA-A6FB-F6DC-C62F7348D341}"/>
                  </a:ext>
                </a:extLst>
              </p:cNvPr>
              <p:cNvSpPr/>
              <p:nvPr/>
            </p:nvSpPr>
            <p:spPr>
              <a:xfrm>
                <a:off x="425267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3" name="pg660">
                <a:extLst>
                  <a:ext uri="{FF2B5EF4-FFF2-40B4-BE49-F238E27FC236}">
                    <a16:creationId xmlns:a16="http://schemas.microsoft.com/office/drawing/2014/main" id="{1059D4E1-75E7-C963-2F44-82CC5DF60807}"/>
                  </a:ext>
                </a:extLst>
              </p:cNvPr>
              <p:cNvSpPr/>
              <p:nvPr/>
            </p:nvSpPr>
            <p:spPr>
              <a:xfrm>
                <a:off x="5284534" y="1853932"/>
                <a:ext cx="27605" cy="141906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4" name="pg661">
                <a:extLst>
                  <a:ext uri="{FF2B5EF4-FFF2-40B4-BE49-F238E27FC236}">
                    <a16:creationId xmlns:a16="http://schemas.microsoft.com/office/drawing/2014/main" id="{83EAE702-132D-9A8A-3F2F-D00E740ED499}"/>
                  </a:ext>
                </a:extLst>
              </p:cNvPr>
              <p:cNvSpPr/>
              <p:nvPr/>
            </p:nvSpPr>
            <p:spPr>
              <a:xfrm>
                <a:off x="4217860" y="1853932"/>
                <a:ext cx="1042192" cy="937770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5" name="pg662">
                <a:extLst>
                  <a:ext uri="{FF2B5EF4-FFF2-40B4-BE49-F238E27FC236}">
                    <a16:creationId xmlns:a16="http://schemas.microsoft.com/office/drawing/2014/main" id="{7EE19442-ED8B-B5A4-9F19-43EB06F09DDC}"/>
                  </a:ext>
                </a:extLst>
              </p:cNvPr>
              <p:cNvSpPr/>
              <p:nvPr/>
            </p:nvSpPr>
            <p:spPr>
              <a:xfrm>
                <a:off x="2490532" y="1853932"/>
                <a:ext cx="2088998" cy="3657377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6" name="pg663">
                <a:extLst>
                  <a:ext uri="{FF2B5EF4-FFF2-40B4-BE49-F238E27FC236}">
                    <a16:creationId xmlns:a16="http://schemas.microsoft.com/office/drawing/2014/main" id="{E5D31D64-90C3-E609-C549-3AD3F6A149AC}"/>
                  </a:ext>
                </a:extLst>
              </p:cNvPr>
              <p:cNvSpPr/>
              <p:nvPr/>
            </p:nvSpPr>
            <p:spPr>
              <a:xfrm>
                <a:off x="5159228" y="2035019"/>
                <a:ext cx="108453" cy="203932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7" name="pg664">
                <a:extLst>
                  <a:ext uri="{FF2B5EF4-FFF2-40B4-BE49-F238E27FC236}">
                    <a16:creationId xmlns:a16="http://schemas.microsoft.com/office/drawing/2014/main" id="{0A8D5E77-C8B8-11F7-8346-1CDF1E5A8A81}"/>
                  </a:ext>
                </a:extLst>
              </p:cNvPr>
              <p:cNvSpPr/>
              <p:nvPr/>
            </p:nvSpPr>
            <p:spPr>
              <a:xfrm>
                <a:off x="4325772" y="3395883"/>
                <a:ext cx="207830" cy="400294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8" name="pt665">
                <a:extLst>
                  <a:ext uri="{FF2B5EF4-FFF2-40B4-BE49-F238E27FC236}">
                    <a16:creationId xmlns:a16="http://schemas.microsoft.com/office/drawing/2014/main" id="{1411A5E8-34AF-F4C7-C7BB-1A1EC092855D}"/>
                  </a:ext>
                </a:extLst>
              </p:cNvPr>
              <p:cNvSpPr/>
              <p:nvPr/>
            </p:nvSpPr>
            <p:spPr>
              <a:xfrm>
                <a:off x="4042131" y="3963949"/>
                <a:ext cx="144506" cy="144506"/>
              </a:xfrm>
              <a:prstGeom prst="ellipse">
                <a:avLst/>
              </a:prstGeom>
              <a:solidFill>
                <a:srgbClr val="3A6D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9" name="pt666">
                <a:extLst>
                  <a:ext uri="{FF2B5EF4-FFF2-40B4-BE49-F238E27FC236}">
                    <a16:creationId xmlns:a16="http://schemas.microsoft.com/office/drawing/2014/main" id="{0674C6E9-50D4-8392-1D45-8829613E410D}"/>
                  </a:ext>
                </a:extLst>
              </p:cNvPr>
              <p:cNvSpPr/>
              <p:nvPr/>
            </p:nvSpPr>
            <p:spPr>
              <a:xfrm>
                <a:off x="4598279" y="2594972"/>
                <a:ext cx="144506" cy="144506"/>
              </a:xfrm>
              <a:prstGeom prst="ellipse">
                <a:avLst/>
              </a:prstGeom>
              <a:solidFill>
                <a:srgbClr val="3A7E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0" name="pt667">
                <a:extLst>
                  <a:ext uri="{FF2B5EF4-FFF2-40B4-BE49-F238E27FC236}">
                    <a16:creationId xmlns:a16="http://schemas.microsoft.com/office/drawing/2014/main" id="{479355E8-D803-DF3A-B141-B678436C2F4E}"/>
                  </a:ext>
                </a:extLst>
              </p:cNvPr>
              <p:cNvSpPr/>
              <p:nvPr/>
            </p:nvSpPr>
            <p:spPr>
              <a:xfrm>
                <a:off x="3322535" y="4403436"/>
                <a:ext cx="144506" cy="144506"/>
              </a:xfrm>
              <a:prstGeom prst="ellipse">
                <a:avLst/>
              </a:prstGeom>
              <a:solidFill>
                <a:srgbClr val="5CC7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1" name="pt668">
                <a:extLst>
                  <a:ext uri="{FF2B5EF4-FFF2-40B4-BE49-F238E27FC236}">
                    <a16:creationId xmlns:a16="http://schemas.microsoft.com/office/drawing/2014/main" id="{24D6F286-3591-97E1-1B25-CCCD76EA7D9C}"/>
                  </a:ext>
                </a:extLst>
              </p:cNvPr>
              <p:cNvSpPr/>
              <p:nvPr/>
            </p:nvSpPr>
            <p:spPr>
              <a:xfrm>
                <a:off x="4150995" y="2255653"/>
                <a:ext cx="144506" cy="144506"/>
              </a:xfrm>
              <a:prstGeom prst="ellipse">
                <a:avLst/>
              </a:prstGeom>
              <a:solidFill>
                <a:srgbClr val="60CD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2" name="pt669">
                <a:extLst>
                  <a:ext uri="{FF2B5EF4-FFF2-40B4-BE49-F238E27FC236}">
                    <a16:creationId xmlns:a16="http://schemas.microsoft.com/office/drawing/2014/main" id="{DEFD7388-084D-EFA6-6B9C-0E4CB86D6F27}"/>
                  </a:ext>
                </a:extLst>
              </p:cNvPr>
              <p:cNvSpPr/>
              <p:nvPr/>
            </p:nvSpPr>
            <p:spPr>
              <a:xfrm>
                <a:off x="3069870" y="3287113"/>
                <a:ext cx="144506" cy="144506"/>
              </a:xfrm>
              <a:prstGeom prst="ellipse">
                <a:avLst/>
              </a:prstGeom>
              <a:solidFill>
                <a:srgbClr val="76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3" name="pt670">
                <a:extLst>
                  <a:ext uri="{FF2B5EF4-FFF2-40B4-BE49-F238E27FC236}">
                    <a16:creationId xmlns:a16="http://schemas.microsoft.com/office/drawing/2014/main" id="{87584E41-B6A5-7EFA-F139-325B150CF7B6}"/>
                  </a:ext>
                </a:extLst>
              </p:cNvPr>
              <p:cNvSpPr/>
              <p:nvPr/>
            </p:nvSpPr>
            <p:spPr>
              <a:xfrm>
                <a:off x="3424033" y="3595128"/>
                <a:ext cx="245632" cy="252276"/>
              </a:xfrm>
              <a:prstGeom prst="ellipse">
                <a:avLst/>
              </a:prstGeom>
              <a:solidFill>
                <a:srgbClr val="B1E6C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4" name="pt671">
                <a:extLst>
                  <a:ext uri="{FF2B5EF4-FFF2-40B4-BE49-F238E27FC236}">
                    <a16:creationId xmlns:a16="http://schemas.microsoft.com/office/drawing/2014/main" id="{5C0058F7-B6D0-573A-CE3E-F4A63EBBFB2C}"/>
                  </a:ext>
                </a:extLst>
              </p:cNvPr>
              <p:cNvSpPr/>
              <p:nvPr/>
            </p:nvSpPr>
            <p:spPr>
              <a:xfrm>
                <a:off x="3396282" y="4283877"/>
                <a:ext cx="245632" cy="252276"/>
              </a:xfrm>
              <a:prstGeom prst="ellipse">
                <a:avLst/>
              </a:prstGeom>
              <a:solidFill>
                <a:srgbClr val="389B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5" name="pt672">
                <a:extLst>
                  <a:ext uri="{FF2B5EF4-FFF2-40B4-BE49-F238E27FC236}">
                    <a16:creationId xmlns:a16="http://schemas.microsoft.com/office/drawing/2014/main" id="{BC31D61F-39F5-9F96-8CEB-F3F7ED923E27}"/>
                  </a:ext>
                </a:extLst>
              </p:cNvPr>
              <p:cNvSpPr/>
              <p:nvPr/>
            </p:nvSpPr>
            <p:spPr>
              <a:xfrm>
                <a:off x="3295432" y="4376333"/>
                <a:ext cx="245632" cy="252276"/>
              </a:xfrm>
              <a:prstGeom prst="ellipse">
                <a:avLst/>
              </a:prstGeom>
              <a:solidFill>
                <a:srgbClr val="5CC7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6" name="pg673">
                <a:extLst>
                  <a:ext uri="{FF2B5EF4-FFF2-40B4-BE49-F238E27FC236}">
                    <a16:creationId xmlns:a16="http://schemas.microsoft.com/office/drawing/2014/main" id="{8F16841F-7D56-03E4-C44C-ED5BBD8E393F}"/>
                  </a:ext>
                </a:extLst>
              </p:cNvPr>
              <p:cNvSpPr/>
              <p:nvPr/>
            </p:nvSpPr>
            <p:spPr>
              <a:xfrm>
                <a:off x="3241457" y="3539977"/>
                <a:ext cx="267615" cy="231762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7" name="pl674">
                <a:extLst>
                  <a:ext uri="{FF2B5EF4-FFF2-40B4-BE49-F238E27FC236}">
                    <a16:creationId xmlns:a16="http://schemas.microsoft.com/office/drawing/2014/main" id="{894C56EE-59FE-CE84-8562-D8445B831B5B}"/>
                  </a:ext>
                </a:extLst>
              </p:cNvPr>
              <p:cNvSpPr/>
              <p:nvPr/>
            </p:nvSpPr>
            <p:spPr>
              <a:xfrm>
                <a:off x="3536967" y="3324744"/>
                <a:ext cx="1087493" cy="365181"/>
              </a:xfrm>
              <a:custGeom>
                <a:avLst/>
                <a:gdLst/>
                <a:ahLst/>
                <a:cxnLst/>
                <a:rect l="0" t="0" r="0" b="0"/>
                <a:pathLst>
                  <a:path w="1087493" h="365181">
                    <a:moveTo>
                      <a:pt x="1087493" y="0"/>
                    </a:moveTo>
                    <a:lnTo>
                      <a:pt x="0" y="36518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8" name="pl675">
                <a:extLst>
                  <a:ext uri="{FF2B5EF4-FFF2-40B4-BE49-F238E27FC236}">
                    <a16:creationId xmlns:a16="http://schemas.microsoft.com/office/drawing/2014/main" id="{7227BDB7-06AA-A846-E153-CD522BD81AA8}"/>
                  </a:ext>
                </a:extLst>
              </p:cNvPr>
              <p:cNvSpPr/>
              <p:nvPr/>
            </p:nvSpPr>
            <p:spPr>
              <a:xfrm>
                <a:off x="3558456" y="3825356"/>
                <a:ext cx="1196426" cy="536787"/>
              </a:xfrm>
              <a:custGeom>
                <a:avLst/>
                <a:gdLst/>
                <a:ahLst/>
                <a:cxnLst/>
                <a:rect l="0" t="0" r="0" b="0"/>
                <a:pathLst>
                  <a:path w="1246170" h="552083">
                    <a:moveTo>
                      <a:pt x="1246170" y="0"/>
                    </a:moveTo>
                    <a:lnTo>
                      <a:pt x="0" y="55208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9" name="rc683">
                <a:extLst>
                  <a:ext uri="{FF2B5EF4-FFF2-40B4-BE49-F238E27FC236}">
                    <a16:creationId xmlns:a16="http://schemas.microsoft.com/office/drawing/2014/main" id="{0AB24371-E8CA-498B-274F-AB968A6B6AA1}"/>
                  </a:ext>
                </a:extLst>
              </p:cNvPr>
              <p:cNvSpPr/>
              <p:nvPr/>
            </p:nvSpPr>
            <p:spPr>
              <a:xfrm>
                <a:off x="2483768" y="1859855"/>
                <a:ext cx="3967904" cy="3657377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9541" name="pg681">
              <a:extLst>
                <a:ext uri="{FF2B5EF4-FFF2-40B4-BE49-F238E27FC236}">
                  <a16:creationId xmlns:a16="http://schemas.microsoft.com/office/drawing/2014/main" id="{4D776E65-9D12-841B-EF3B-FF9FB1C85DD1}"/>
                </a:ext>
              </a:extLst>
            </p:cNvPr>
            <p:cNvSpPr/>
            <p:nvPr/>
          </p:nvSpPr>
          <p:spPr>
            <a:xfrm>
              <a:off x="12563872" y="17567920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S1-LOLA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9542" name="pg683">
              <a:extLst>
                <a:ext uri="{FF2B5EF4-FFF2-40B4-BE49-F238E27FC236}">
                  <a16:creationId xmlns:a16="http://schemas.microsoft.com/office/drawing/2014/main" id="{230BCEC0-816D-9487-736B-389F6B362104}"/>
                </a:ext>
              </a:extLst>
            </p:cNvPr>
            <p:cNvSpPr/>
            <p:nvPr/>
          </p:nvSpPr>
          <p:spPr>
            <a:xfrm>
              <a:off x="12563872" y="17855952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S2-DEBY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9543" name="pl674">
              <a:extLst>
                <a:ext uri="{FF2B5EF4-FFF2-40B4-BE49-F238E27FC236}">
                  <a16:creationId xmlns:a16="http://schemas.microsoft.com/office/drawing/2014/main" id="{B12D8C16-38B8-15DF-86CC-8661ADBE640A}"/>
                </a:ext>
              </a:extLst>
            </p:cNvPr>
            <p:cNvSpPr/>
            <p:nvPr/>
          </p:nvSpPr>
          <p:spPr>
            <a:xfrm flipV="1">
              <a:off x="12001506" y="18213367"/>
              <a:ext cx="346343" cy="28803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4" name="pl677">
              <a:extLst>
                <a:ext uri="{FF2B5EF4-FFF2-40B4-BE49-F238E27FC236}">
                  <a16:creationId xmlns:a16="http://schemas.microsoft.com/office/drawing/2014/main" id="{0A5777D6-5206-B1FE-9A38-8F61D5A0F4C5}"/>
                </a:ext>
              </a:extLst>
            </p:cNvPr>
            <p:cNvSpPr/>
            <p:nvPr/>
          </p:nvSpPr>
          <p:spPr>
            <a:xfrm>
              <a:off x="11960353" y="17364457"/>
              <a:ext cx="45719" cy="428121"/>
            </a:xfrm>
            <a:custGeom>
              <a:avLst/>
              <a:gdLst/>
              <a:ahLst/>
              <a:cxnLst/>
              <a:rect l="0" t="0" r="0" b="0"/>
              <a:pathLst>
                <a:path w="1087496" h="365184">
                  <a:moveTo>
                    <a:pt x="1087496" y="0"/>
                  </a:moveTo>
                  <a:lnTo>
                    <a:pt x="0" y="3651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5" name="pg681">
              <a:extLst>
                <a:ext uri="{FF2B5EF4-FFF2-40B4-BE49-F238E27FC236}">
                  <a16:creationId xmlns:a16="http://schemas.microsoft.com/office/drawing/2014/main" id="{E18D837C-D213-1FAE-9E67-73E339F4B5B5}"/>
                </a:ext>
              </a:extLst>
            </p:cNvPr>
            <p:cNvSpPr/>
            <p:nvPr/>
          </p:nvSpPr>
          <p:spPr>
            <a:xfrm>
              <a:off x="11603736" y="17218152"/>
              <a:ext cx="699244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Lewisetta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9546" name="pg679">
              <a:extLst>
                <a:ext uri="{FF2B5EF4-FFF2-40B4-BE49-F238E27FC236}">
                  <a16:creationId xmlns:a16="http://schemas.microsoft.com/office/drawing/2014/main" id="{E4A18F4E-B685-252D-1281-B566B6274556}"/>
                </a:ext>
              </a:extLst>
            </p:cNvPr>
            <p:cNvSpPr/>
            <p:nvPr/>
          </p:nvSpPr>
          <p:spPr>
            <a:xfrm>
              <a:off x="12307825" y="18434304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9547" name="Rectangle 19546">
              <a:extLst>
                <a:ext uri="{FF2B5EF4-FFF2-40B4-BE49-F238E27FC236}">
                  <a16:creationId xmlns:a16="http://schemas.microsoft.com/office/drawing/2014/main" id="{96039453-F97E-AF8C-0EB5-03F60D7FC2DF}"/>
                </a:ext>
              </a:extLst>
            </p:cNvPr>
            <p:cNvSpPr/>
            <p:nvPr/>
          </p:nvSpPr>
          <p:spPr>
            <a:xfrm>
              <a:off x="14061232" y="17897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548" name="Straight Connector 19547">
              <a:extLst>
                <a:ext uri="{FF2B5EF4-FFF2-40B4-BE49-F238E27FC236}">
                  <a16:creationId xmlns:a16="http://schemas.microsoft.com/office/drawing/2014/main" id="{19DCB9AC-BE00-CE53-B0C5-95294CDB2DB3}"/>
                </a:ext>
              </a:extLst>
            </p:cNvPr>
            <p:cNvCxnSpPr>
              <a:cxnSpLocks/>
            </p:cNvCxnSpPr>
            <p:nvPr/>
          </p:nvCxnSpPr>
          <p:spPr>
            <a:xfrm>
              <a:off x="13382674" y="16961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549" name="Straight Connector 19548">
              <a:extLst>
                <a:ext uri="{FF2B5EF4-FFF2-40B4-BE49-F238E27FC236}">
                  <a16:creationId xmlns:a16="http://schemas.microsoft.com/office/drawing/2014/main" id="{DF8E2620-3CBF-013F-647B-C903EB893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82674" y="18401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9550" name="Picture 19549">
              <a:extLst>
                <a:ext uri="{FF2B5EF4-FFF2-40B4-BE49-F238E27FC236}">
                  <a16:creationId xmlns:a16="http://schemas.microsoft.com/office/drawing/2014/main" id="{683E42F8-9086-7A91-C607-E6F703FB2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686671" y="16882365"/>
              <a:ext cx="1799263" cy="84869"/>
            </a:xfrm>
            <a:prstGeom prst="rect">
              <a:avLst/>
            </a:prstGeom>
          </p:spPr>
        </p:pic>
      </p:grpSp>
      <p:pic>
        <p:nvPicPr>
          <p:cNvPr id="28961" name="Picture 28960" descr="A white background with black dots&#10;&#10;AI-generated content may be incorrect.">
            <a:extLst>
              <a:ext uri="{FF2B5EF4-FFF2-40B4-BE49-F238E27FC236}">
                <a16:creationId xmlns:a16="http://schemas.microsoft.com/office/drawing/2014/main" id="{82A9A318-696D-121A-725C-F2F7F0ABC9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9496" y="12653316"/>
            <a:ext cx="990600" cy="1240343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468281A-74AE-7855-8E16-A45CFD24AA5B}"/>
              </a:ext>
            </a:extLst>
          </p:cNvPr>
          <p:cNvGrpSpPr/>
          <p:nvPr/>
        </p:nvGrpSpPr>
        <p:grpSpPr>
          <a:xfrm>
            <a:off x="9365886" y="16453864"/>
            <a:ext cx="5696709" cy="3668271"/>
            <a:chOff x="10872217" y="16777713"/>
            <a:chExt cx="5696709" cy="3668271"/>
          </a:xfrm>
        </p:grpSpPr>
        <p:grpSp>
          <p:nvGrpSpPr>
            <p:cNvPr id="3" name="Content Placeholder 2">
              <a:extLst>
                <a:ext uri="{FF2B5EF4-FFF2-40B4-BE49-F238E27FC236}">
                  <a16:creationId xmlns:a16="http://schemas.microsoft.com/office/drawing/2014/main" id="{A621391C-8298-C7BC-E9A1-203E72CF4828}"/>
                </a:ext>
              </a:extLst>
            </p:cNvPr>
            <p:cNvGrpSpPr/>
            <p:nvPr/>
          </p:nvGrpSpPr>
          <p:grpSpPr>
            <a:xfrm>
              <a:off x="10872217" y="16777713"/>
              <a:ext cx="5696709" cy="3668271"/>
              <a:chOff x="1723645" y="2354586"/>
              <a:chExt cx="5696709" cy="3671080"/>
            </a:xfrm>
          </p:grpSpPr>
          <p:sp>
            <p:nvSpPr>
              <p:cNvPr id="666" name="rc5">
                <a:extLst>
                  <a:ext uri="{FF2B5EF4-FFF2-40B4-BE49-F238E27FC236}">
                    <a16:creationId xmlns:a16="http://schemas.microsoft.com/office/drawing/2014/main" id="{67224208-F028-5F30-7B2C-F67D9FA5397E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7" name="pl6">
                <a:extLst>
                  <a:ext uri="{FF2B5EF4-FFF2-40B4-BE49-F238E27FC236}">
                    <a16:creationId xmlns:a16="http://schemas.microsoft.com/office/drawing/2014/main" id="{1A715A17-13A8-FB3D-2196-EE8404C7DD57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8" name="pl7">
                <a:extLst>
                  <a:ext uri="{FF2B5EF4-FFF2-40B4-BE49-F238E27FC236}">
                    <a16:creationId xmlns:a16="http://schemas.microsoft.com/office/drawing/2014/main" id="{9B9BE7CC-B868-EA1C-8913-DDE823894693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9" name="pl8">
                <a:extLst>
                  <a:ext uri="{FF2B5EF4-FFF2-40B4-BE49-F238E27FC236}">
                    <a16:creationId xmlns:a16="http://schemas.microsoft.com/office/drawing/2014/main" id="{61B21CD4-9976-E55E-36E1-120B120BE129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0" name="pl9">
                <a:extLst>
                  <a:ext uri="{FF2B5EF4-FFF2-40B4-BE49-F238E27FC236}">
                    <a16:creationId xmlns:a16="http://schemas.microsoft.com/office/drawing/2014/main" id="{3DD2789B-AAF5-92AD-AFD9-834037F46268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1" name="pl10">
                <a:extLst>
                  <a:ext uri="{FF2B5EF4-FFF2-40B4-BE49-F238E27FC236}">
                    <a16:creationId xmlns:a16="http://schemas.microsoft.com/office/drawing/2014/main" id="{F90EDE95-0DEB-07E5-BABC-3EA16A42FF88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2" name="pl11">
                <a:extLst>
                  <a:ext uri="{FF2B5EF4-FFF2-40B4-BE49-F238E27FC236}">
                    <a16:creationId xmlns:a16="http://schemas.microsoft.com/office/drawing/2014/main" id="{A3E20D7F-3949-079E-CCEE-D2DB132A76A9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3" name="pl12">
                <a:extLst>
                  <a:ext uri="{FF2B5EF4-FFF2-40B4-BE49-F238E27FC236}">
                    <a16:creationId xmlns:a16="http://schemas.microsoft.com/office/drawing/2014/main" id="{B05DC280-35E8-D17C-8687-B9BBFD88A688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4" name="pl13">
                <a:extLst>
                  <a:ext uri="{FF2B5EF4-FFF2-40B4-BE49-F238E27FC236}">
                    <a16:creationId xmlns:a16="http://schemas.microsoft.com/office/drawing/2014/main" id="{06D19894-96A0-C097-3554-CCEB4EBE7060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5" name="pl14">
                <a:extLst>
                  <a:ext uri="{FF2B5EF4-FFF2-40B4-BE49-F238E27FC236}">
                    <a16:creationId xmlns:a16="http://schemas.microsoft.com/office/drawing/2014/main" id="{5212B8E2-15CD-BF6E-4289-7B79C8A16A3A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6" name="pl15">
                <a:extLst>
                  <a:ext uri="{FF2B5EF4-FFF2-40B4-BE49-F238E27FC236}">
                    <a16:creationId xmlns:a16="http://schemas.microsoft.com/office/drawing/2014/main" id="{C62F1464-A388-D02F-442D-4F2B1FDA7278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7" name="pl16">
                <a:extLst>
                  <a:ext uri="{FF2B5EF4-FFF2-40B4-BE49-F238E27FC236}">
                    <a16:creationId xmlns:a16="http://schemas.microsoft.com/office/drawing/2014/main" id="{08F02709-4E62-75C0-3339-1FA455FD72AA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8" name="pl17">
                <a:extLst>
                  <a:ext uri="{FF2B5EF4-FFF2-40B4-BE49-F238E27FC236}">
                    <a16:creationId xmlns:a16="http://schemas.microsoft.com/office/drawing/2014/main" id="{83C734A4-962C-EED5-C9CA-0972BB651CFA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9" name="pl18">
                <a:extLst>
                  <a:ext uri="{FF2B5EF4-FFF2-40B4-BE49-F238E27FC236}">
                    <a16:creationId xmlns:a16="http://schemas.microsoft.com/office/drawing/2014/main" id="{F8DDE01C-0696-A8B8-6541-6F3A988E6B6D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0" name="pg19">
                <a:extLst>
                  <a:ext uri="{FF2B5EF4-FFF2-40B4-BE49-F238E27FC236}">
                    <a16:creationId xmlns:a16="http://schemas.microsoft.com/office/drawing/2014/main" id="{0F2B1484-CD13-60FA-AAFD-073D7C54CDD5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1" name="pg20">
                <a:extLst>
                  <a:ext uri="{FF2B5EF4-FFF2-40B4-BE49-F238E27FC236}">
                    <a16:creationId xmlns:a16="http://schemas.microsoft.com/office/drawing/2014/main" id="{892258FC-62C0-B177-4F38-6819D965F98A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2" name="pg21">
                <a:extLst>
                  <a:ext uri="{FF2B5EF4-FFF2-40B4-BE49-F238E27FC236}">
                    <a16:creationId xmlns:a16="http://schemas.microsoft.com/office/drawing/2014/main" id="{97F9D543-EB4C-4D58-1A4A-D89DF3A69689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3" name="pg22">
                <a:extLst>
                  <a:ext uri="{FF2B5EF4-FFF2-40B4-BE49-F238E27FC236}">
                    <a16:creationId xmlns:a16="http://schemas.microsoft.com/office/drawing/2014/main" id="{4CC662C2-B8AE-D481-175B-51BE763E0043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4" name="pg23">
                <a:extLst>
                  <a:ext uri="{FF2B5EF4-FFF2-40B4-BE49-F238E27FC236}">
                    <a16:creationId xmlns:a16="http://schemas.microsoft.com/office/drawing/2014/main" id="{0B902940-6593-3579-7377-F75C869CAE1B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5" name="pg24">
                <a:extLst>
                  <a:ext uri="{FF2B5EF4-FFF2-40B4-BE49-F238E27FC236}">
                    <a16:creationId xmlns:a16="http://schemas.microsoft.com/office/drawing/2014/main" id="{A531EDFE-F994-40CC-6973-DAE34849573C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6" name="pg25">
                <a:extLst>
                  <a:ext uri="{FF2B5EF4-FFF2-40B4-BE49-F238E27FC236}">
                    <a16:creationId xmlns:a16="http://schemas.microsoft.com/office/drawing/2014/main" id="{96B793C6-9EFF-B796-D9E4-19C6E0DFBB30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7" name="pg26">
                <a:extLst>
                  <a:ext uri="{FF2B5EF4-FFF2-40B4-BE49-F238E27FC236}">
                    <a16:creationId xmlns:a16="http://schemas.microsoft.com/office/drawing/2014/main" id="{6E9DE7D7-A1AD-2035-470C-6FF4E6A79C63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8" name="pg27">
                <a:extLst>
                  <a:ext uri="{FF2B5EF4-FFF2-40B4-BE49-F238E27FC236}">
                    <a16:creationId xmlns:a16="http://schemas.microsoft.com/office/drawing/2014/main" id="{BA85AFA1-59BD-7E64-AE2D-24153D7A7669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9" name="pg28">
                <a:extLst>
                  <a:ext uri="{FF2B5EF4-FFF2-40B4-BE49-F238E27FC236}">
                    <a16:creationId xmlns:a16="http://schemas.microsoft.com/office/drawing/2014/main" id="{EA7F8824-177C-BC37-A2ED-8639CFA1785C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0" name="pg29">
                <a:extLst>
                  <a:ext uri="{FF2B5EF4-FFF2-40B4-BE49-F238E27FC236}">
                    <a16:creationId xmlns:a16="http://schemas.microsoft.com/office/drawing/2014/main" id="{C913D51E-8931-BD47-9454-FCE30B2BFAE3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1" name="pg30">
                <a:extLst>
                  <a:ext uri="{FF2B5EF4-FFF2-40B4-BE49-F238E27FC236}">
                    <a16:creationId xmlns:a16="http://schemas.microsoft.com/office/drawing/2014/main" id="{68C1F2F4-8BEA-3FD2-A140-2CFDBE66ADCE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2" name="pg31">
                <a:extLst>
                  <a:ext uri="{FF2B5EF4-FFF2-40B4-BE49-F238E27FC236}">
                    <a16:creationId xmlns:a16="http://schemas.microsoft.com/office/drawing/2014/main" id="{14DAD537-E890-8A38-A5EB-B59E9E24FF06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3" name="pg32">
                <a:extLst>
                  <a:ext uri="{FF2B5EF4-FFF2-40B4-BE49-F238E27FC236}">
                    <a16:creationId xmlns:a16="http://schemas.microsoft.com/office/drawing/2014/main" id="{238BA1C1-C663-F98C-0A7E-F104FD942F42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4" name="pg33">
                <a:extLst>
                  <a:ext uri="{FF2B5EF4-FFF2-40B4-BE49-F238E27FC236}">
                    <a16:creationId xmlns:a16="http://schemas.microsoft.com/office/drawing/2014/main" id="{E7FC0B05-A56B-36BE-3F3C-59895663621D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5" name="pg34">
                <a:extLst>
                  <a:ext uri="{FF2B5EF4-FFF2-40B4-BE49-F238E27FC236}">
                    <a16:creationId xmlns:a16="http://schemas.microsoft.com/office/drawing/2014/main" id="{F526CAD7-19B6-3D0D-BDD9-2CE1D36A0DC2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6" name="pg35">
                <a:extLst>
                  <a:ext uri="{FF2B5EF4-FFF2-40B4-BE49-F238E27FC236}">
                    <a16:creationId xmlns:a16="http://schemas.microsoft.com/office/drawing/2014/main" id="{61A2BAC9-EC0F-79AA-72FD-64776C74146D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7" name="pg36">
                <a:extLst>
                  <a:ext uri="{FF2B5EF4-FFF2-40B4-BE49-F238E27FC236}">
                    <a16:creationId xmlns:a16="http://schemas.microsoft.com/office/drawing/2014/main" id="{C5BC929A-1AC1-88AE-1E3A-87B8778C8FE1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8" name="pg37">
                <a:extLst>
                  <a:ext uri="{FF2B5EF4-FFF2-40B4-BE49-F238E27FC236}">
                    <a16:creationId xmlns:a16="http://schemas.microsoft.com/office/drawing/2014/main" id="{B37B991E-0CEA-1ECB-D2F6-21ED6DAA081C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9" name="pg38">
                <a:extLst>
                  <a:ext uri="{FF2B5EF4-FFF2-40B4-BE49-F238E27FC236}">
                    <a16:creationId xmlns:a16="http://schemas.microsoft.com/office/drawing/2014/main" id="{F89B5EFC-5EE4-C4B6-B310-863A80B734FA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0" name="pg39">
                <a:extLst>
                  <a:ext uri="{FF2B5EF4-FFF2-40B4-BE49-F238E27FC236}">
                    <a16:creationId xmlns:a16="http://schemas.microsoft.com/office/drawing/2014/main" id="{427A39F3-4069-E0BB-E08F-71CE9591A721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1" name="pg40">
                <a:extLst>
                  <a:ext uri="{FF2B5EF4-FFF2-40B4-BE49-F238E27FC236}">
                    <a16:creationId xmlns:a16="http://schemas.microsoft.com/office/drawing/2014/main" id="{4EEF7BCD-0A18-4844-63D2-4D2DB7A8E483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2" name="pg41">
                <a:extLst>
                  <a:ext uri="{FF2B5EF4-FFF2-40B4-BE49-F238E27FC236}">
                    <a16:creationId xmlns:a16="http://schemas.microsoft.com/office/drawing/2014/main" id="{47021B12-5228-ED0C-F5A4-F8451AC3B1BC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3" name="pg42">
                <a:extLst>
                  <a:ext uri="{FF2B5EF4-FFF2-40B4-BE49-F238E27FC236}">
                    <a16:creationId xmlns:a16="http://schemas.microsoft.com/office/drawing/2014/main" id="{7C7D0827-2D71-4EE0-F29B-FBD9CCEC7A4C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4" name="pg43">
                <a:extLst>
                  <a:ext uri="{FF2B5EF4-FFF2-40B4-BE49-F238E27FC236}">
                    <a16:creationId xmlns:a16="http://schemas.microsoft.com/office/drawing/2014/main" id="{1A14AA57-5E30-8ABE-705F-859932D5ABE4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5" name="pg44">
                <a:extLst>
                  <a:ext uri="{FF2B5EF4-FFF2-40B4-BE49-F238E27FC236}">
                    <a16:creationId xmlns:a16="http://schemas.microsoft.com/office/drawing/2014/main" id="{22CD1A50-3C51-9FAF-7EA5-2C3A0A816FB5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6" name="pg45">
                <a:extLst>
                  <a:ext uri="{FF2B5EF4-FFF2-40B4-BE49-F238E27FC236}">
                    <a16:creationId xmlns:a16="http://schemas.microsoft.com/office/drawing/2014/main" id="{529C99E3-9D80-66C5-5BC6-42AD3B5DD19F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7" name="pg46">
                <a:extLst>
                  <a:ext uri="{FF2B5EF4-FFF2-40B4-BE49-F238E27FC236}">
                    <a16:creationId xmlns:a16="http://schemas.microsoft.com/office/drawing/2014/main" id="{C6DA60D9-0D8F-0AB0-3FC0-6A0F5EBB889D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8" name="pg47">
                <a:extLst>
                  <a:ext uri="{FF2B5EF4-FFF2-40B4-BE49-F238E27FC236}">
                    <a16:creationId xmlns:a16="http://schemas.microsoft.com/office/drawing/2014/main" id="{63583EC3-ECBE-7C75-2C55-BAC48E6A6AA9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9" name="pg48">
                <a:extLst>
                  <a:ext uri="{FF2B5EF4-FFF2-40B4-BE49-F238E27FC236}">
                    <a16:creationId xmlns:a16="http://schemas.microsoft.com/office/drawing/2014/main" id="{1845A24E-A361-3BD9-0564-4C4E38D141B3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0" name="pg49">
                <a:extLst>
                  <a:ext uri="{FF2B5EF4-FFF2-40B4-BE49-F238E27FC236}">
                    <a16:creationId xmlns:a16="http://schemas.microsoft.com/office/drawing/2014/main" id="{82DAAF05-C634-1FD5-9688-EC85390D2901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1" name="pg50">
                <a:extLst>
                  <a:ext uri="{FF2B5EF4-FFF2-40B4-BE49-F238E27FC236}">
                    <a16:creationId xmlns:a16="http://schemas.microsoft.com/office/drawing/2014/main" id="{64170B8D-C8D4-5533-D3FE-57C5EF7C9732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2" name="pg51">
                <a:extLst>
                  <a:ext uri="{FF2B5EF4-FFF2-40B4-BE49-F238E27FC236}">
                    <a16:creationId xmlns:a16="http://schemas.microsoft.com/office/drawing/2014/main" id="{BA7DF5F4-AE12-F0AD-A6D1-EED18273B039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3" name="pg52">
                <a:extLst>
                  <a:ext uri="{FF2B5EF4-FFF2-40B4-BE49-F238E27FC236}">
                    <a16:creationId xmlns:a16="http://schemas.microsoft.com/office/drawing/2014/main" id="{70CCD7A8-37B1-4AEB-8883-A5533D7E8B9C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4" name="pg53">
                <a:extLst>
                  <a:ext uri="{FF2B5EF4-FFF2-40B4-BE49-F238E27FC236}">
                    <a16:creationId xmlns:a16="http://schemas.microsoft.com/office/drawing/2014/main" id="{CF9F2108-7820-A4A8-049D-8E8DE3D4040A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5" name="pg54">
                <a:extLst>
                  <a:ext uri="{FF2B5EF4-FFF2-40B4-BE49-F238E27FC236}">
                    <a16:creationId xmlns:a16="http://schemas.microsoft.com/office/drawing/2014/main" id="{C7376A5C-B2BC-CA6B-9985-1B40E9B10EB4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6" name="pg55">
                <a:extLst>
                  <a:ext uri="{FF2B5EF4-FFF2-40B4-BE49-F238E27FC236}">
                    <a16:creationId xmlns:a16="http://schemas.microsoft.com/office/drawing/2014/main" id="{9AD81511-3298-15E7-ECB6-96E1AF0A37AC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7" name="pg56">
                <a:extLst>
                  <a:ext uri="{FF2B5EF4-FFF2-40B4-BE49-F238E27FC236}">
                    <a16:creationId xmlns:a16="http://schemas.microsoft.com/office/drawing/2014/main" id="{BA5FEAA0-9DDE-BF86-2BD4-5B3214B84BDD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8" name="pg57">
                <a:extLst>
                  <a:ext uri="{FF2B5EF4-FFF2-40B4-BE49-F238E27FC236}">
                    <a16:creationId xmlns:a16="http://schemas.microsoft.com/office/drawing/2014/main" id="{A0AAB7E7-1199-4375-678C-1E6DC6135142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9" name="pg58">
                <a:extLst>
                  <a:ext uri="{FF2B5EF4-FFF2-40B4-BE49-F238E27FC236}">
                    <a16:creationId xmlns:a16="http://schemas.microsoft.com/office/drawing/2014/main" id="{69539F04-A120-CECB-3615-E244A3D58999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0" name="pg59">
                <a:extLst>
                  <a:ext uri="{FF2B5EF4-FFF2-40B4-BE49-F238E27FC236}">
                    <a16:creationId xmlns:a16="http://schemas.microsoft.com/office/drawing/2014/main" id="{0615EAB7-F03F-E47A-44CB-F0355C936765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1" name="pg60">
                <a:extLst>
                  <a:ext uri="{FF2B5EF4-FFF2-40B4-BE49-F238E27FC236}">
                    <a16:creationId xmlns:a16="http://schemas.microsoft.com/office/drawing/2014/main" id="{BD4EFA2D-926E-6762-D833-0EC92C68D9C7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2" name="pg61">
                <a:extLst>
                  <a:ext uri="{FF2B5EF4-FFF2-40B4-BE49-F238E27FC236}">
                    <a16:creationId xmlns:a16="http://schemas.microsoft.com/office/drawing/2014/main" id="{806C6497-CB93-4D79-FBEB-A14539948039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3" name="pg62">
                <a:extLst>
                  <a:ext uri="{FF2B5EF4-FFF2-40B4-BE49-F238E27FC236}">
                    <a16:creationId xmlns:a16="http://schemas.microsoft.com/office/drawing/2014/main" id="{C2CFC0E1-344A-4794-2C38-574C9290D393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4" name="pg63">
                <a:extLst>
                  <a:ext uri="{FF2B5EF4-FFF2-40B4-BE49-F238E27FC236}">
                    <a16:creationId xmlns:a16="http://schemas.microsoft.com/office/drawing/2014/main" id="{33702837-B0C7-804C-12D7-E002ED5588C2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5" name="pg64">
                <a:extLst>
                  <a:ext uri="{FF2B5EF4-FFF2-40B4-BE49-F238E27FC236}">
                    <a16:creationId xmlns:a16="http://schemas.microsoft.com/office/drawing/2014/main" id="{25FD0C14-307B-9417-87F8-97D83B9E4966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6" name="pg65">
                <a:extLst>
                  <a:ext uri="{FF2B5EF4-FFF2-40B4-BE49-F238E27FC236}">
                    <a16:creationId xmlns:a16="http://schemas.microsoft.com/office/drawing/2014/main" id="{629942EF-838B-3572-DD2F-3CED5C5CBC97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7" name="pg66">
                <a:extLst>
                  <a:ext uri="{FF2B5EF4-FFF2-40B4-BE49-F238E27FC236}">
                    <a16:creationId xmlns:a16="http://schemas.microsoft.com/office/drawing/2014/main" id="{D9A77420-A3E2-C5DE-1C24-4D34A6D9A4C2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8" name="pg67">
                <a:extLst>
                  <a:ext uri="{FF2B5EF4-FFF2-40B4-BE49-F238E27FC236}">
                    <a16:creationId xmlns:a16="http://schemas.microsoft.com/office/drawing/2014/main" id="{C110D955-7969-BCFD-C5B2-4D802ED9EE76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9" name="pg68">
                <a:extLst>
                  <a:ext uri="{FF2B5EF4-FFF2-40B4-BE49-F238E27FC236}">
                    <a16:creationId xmlns:a16="http://schemas.microsoft.com/office/drawing/2014/main" id="{81389B79-68E1-7563-4949-37C67D2971F5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0" name="pg69">
                <a:extLst>
                  <a:ext uri="{FF2B5EF4-FFF2-40B4-BE49-F238E27FC236}">
                    <a16:creationId xmlns:a16="http://schemas.microsoft.com/office/drawing/2014/main" id="{2A455175-2F0E-3FF7-5ECC-ED31EF2B293C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1" name="pg70">
                <a:extLst>
                  <a:ext uri="{FF2B5EF4-FFF2-40B4-BE49-F238E27FC236}">
                    <a16:creationId xmlns:a16="http://schemas.microsoft.com/office/drawing/2014/main" id="{2D82B9A0-6D0B-EC54-31CD-D243295C53BC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2" name="pg71">
                <a:extLst>
                  <a:ext uri="{FF2B5EF4-FFF2-40B4-BE49-F238E27FC236}">
                    <a16:creationId xmlns:a16="http://schemas.microsoft.com/office/drawing/2014/main" id="{1F13831C-2246-3827-4231-E9CC3E2562AE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3" name="pg72">
                <a:extLst>
                  <a:ext uri="{FF2B5EF4-FFF2-40B4-BE49-F238E27FC236}">
                    <a16:creationId xmlns:a16="http://schemas.microsoft.com/office/drawing/2014/main" id="{DF28E576-9097-8D27-D195-35A0FCD1480D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4" name="pg73">
                <a:extLst>
                  <a:ext uri="{FF2B5EF4-FFF2-40B4-BE49-F238E27FC236}">
                    <a16:creationId xmlns:a16="http://schemas.microsoft.com/office/drawing/2014/main" id="{50906316-D702-6333-12C5-D8F790B68C7A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5" name="pg74">
                <a:extLst>
                  <a:ext uri="{FF2B5EF4-FFF2-40B4-BE49-F238E27FC236}">
                    <a16:creationId xmlns:a16="http://schemas.microsoft.com/office/drawing/2014/main" id="{9D1FB0BF-3D05-182E-F4E2-D082C7F9A21F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6" name="pg75">
                <a:extLst>
                  <a:ext uri="{FF2B5EF4-FFF2-40B4-BE49-F238E27FC236}">
                    <a16:creationId xmlns:a16="http://schemas.microsoft.com/office/drawing/2014/main" id="{A5C85917-FB2B-7F78-1C9D-A0BA2F23A736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7" name="pg76">
                <a:extLst>
                  <a:ext uri="{FF2B5EF4-FFF2-40B4-BE49-F238E27FC236}">
                    <a16:creationId xmlns:a16="http://schemas.microsoft.com/office/drawing/2014/main" id="{2D4A5B00-E146-6147-ED03-DEE1B0565E3D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8" name="pg77">
                <a:extLst>
                  <a:ext uri="{FF2B5EF4-FFF2-40B4-BE49-F238E27FC236}">
                    <a16:creationId xmlns:a16="http://schemas.microsoft.com/office/drawing/2014/main" id="{1D40B945-D8B2-0AE0-B19F-5199D2D1A1C3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9" name="pg78">
                <a:extLst>
                  <a:ext uri="{FF2B5EF4-FFF2-40B4-BE49-F238E27FC236}">
                    <a16:creationId xmlns:a16="http://schemas.microsoft.com/office/drawing/2014/main" id="{E9F63AE1-8153-79C7-69E9-7A18AF76482D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0" name="pg79">
                <a:extLst>
                  <a:ext uri="{FF2B5EF4-FFF2-40B4-BE49-F238E27FC236}">
                    <a16:creationId xmlns:a16="http://schemas.microsoft.com/office/drawing/2014/main" id="{AE23F2D7-2299-D985-853B-A6F51FAE194C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1" name="pg80">
                <a:extLst>
                  <a:ext uri="{FF2B5EF4-FFF2-40B4-BE49-F238E27FC236}">
                    <a16:creationId xmlns:a16="http://schemas.microsoft.com/office/drawing/2014/main" id="{65E0A2F3-23C5-C669-6AC1-6A7E401BD4AC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2" name="pg81">
                <a:extLst>
                  <a:ext uri="{FF2B5EF4-FFF2-40B4-BE49-F238E27FC236}">
                    <a16:creationId xmlns:a16="http://schemas.microsoft.com/office/drawing/2014/main" id="{96D5EBC5-0233-A07C-B194-821C31689504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3" name="pg82">
                <a:extLst>
                  <a:ext uri="{FF2B5EF4-FFF2-40B4-BE49-F238E27FC236}">
                    <a16:creationId xmlns:a16="http://schemas.microsoft.com/office/drawing/2014/main" id="{D0F7C522-75C7-395F-3255-B83B46093A41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4" name="pg83">
                <a:extLst>
                  <a:ext uri="{FF2B5EF4-FFF2-40B4-BE49-F238E27FC236}">
                    <a16:creationId xmlns:a16="http://schemas.microsoft.com/office/drawing/2014/main" id="{38998D79-56A4-BAE4-38D0-A9D97A9CDBF8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5" name="pg84">
                <a:extLst>
                  <a:ext uri="{FF2B5EF4-FFF2-40B4-BE49-F238E27FC236}">
                    <a16:creationId xmlns:a16="http://schemas.microsoft.com/office/drawing/2014/main" id="{B50D619D-852A-D5CF-083A-426D385901BD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6" name="pg85">
                <a:extLst>
                  <a:ext uri="{FF2B5EF4-FFF2-40B4-BE49-F238E27FC236}">
                    <a16:creationId xmlns:a16="http://schemas.microsoft.com/office/drawing/2014/main" id="{A5D9A2FF-40AA-2AAD-D674-B136312E938B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7" name="pg86">
                <a:extLst>
                  <a:ext uri="{FF2B5EF4-FFF2-40B4-BE49-F238E27FC236}">
                    <a16:creationId xmlns:a16="http://schemas.microsoft.com/office/drawing/2014/main" id="{90793847-1CF8-C434-2FDB-4F31E7B6CDDB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8" name="pg87">
                <a:extLst>
                  <a:ext uri="{FF2B5EF4-FFF2-40B4-BE49-F238E27FC236}">
                    <a16:creationId xmlns:a16="http://schemas.microsoft.com/office/drawing/2014/main" id="{1E92D2D1-5412-C4B6-5464-409B6FF0DD56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9" name="pg88">
                <a:extLst>
                  <a:ext uri="{FF2B5EF4-FFF2-40B4-BE49-F238E27FC236}">
                    <a16:creationId xmlns:a16="http://schemas.microsoft.com/office/drawing/2014/main" id="{929FA14B-AFC0-7308-BD90-04C82ED5B95C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0" name="pg89">
                <a:extLst>
                  <a:ext uri="{FF2B5EF4-FFF2-40B4-BE49-F238E27FC236}">
                    <a16:creationId xmlns:a16="http://schemas.microsoft.com/office/drawing/2014/main" id="{97B45081-779D-EA7D-7F40-3E2CD069C095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1" name="pg90">
                <a:extLst>
                  <a:ext uri="{FF2B5EF4-FFF2-40B4-BE49-F238E27FC236}">
                    <a16:creationId xmlns:a16="http://schemas.microsoft.com/office/drawing/2014/main" id="{2C819DD3-18E6-A800-3931-D12FF87F8E32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2" name="pg91">
                <a:extLst>
                  <a:ext uri="{FF2B5EF4-FFF2-40B4-BE49-F238E27FC236}">
                    <a16:creationId xmlns:a16="http://schemas.microsoft.com/office/drawing/2014/main" id="{EAE5EEA5-9706-A152-FA9E-8D686756B67E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3" name="pg92">
                <a:extLst>
                  <a:ext uri="{FF2B5EF4-FFF2-40B4-BE49-F238E27FC236}">
                    <a16:creationId xmlns:a16="http://schemas.microsoft.com/office/drawing/2014/main" id="{F081595B-1853-A58C-186D-5A5E8D0F597C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4" name="pg93">
                <a:extLst>
                  <a:ext uri="{FF2B5EF4-FFF2-40B4-BE49-F238E27FC236}">
                    <a16:creationId xmlns:a16="http://schemas.microsoft.com/office/drawing/2014/main" id="{8C9AE8A1-4DDF-4A69-D36F-4FCB1A323D2E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5" name="pg94">
                <a:extLst>
                  <a:ext uri="{FF2B5EF4-FFF2-40B4-BE49-F238E27FC236}">
                    <a16:creationId xmlns:a16="http://schemas.microsoft.com/office/drawing/2014/main" id="{7F68BB22-8281-7DA3-BA13-8DB8B0E7E2E9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6" name="pg95">
                <a:extLst>
                  <a:ext uri="{FF2B5EF4-FFF2-40B4-BE49-F238E27FC236}">
                    <a16:creationId xmlns:a16="http://schemas.microsoft.com/office/drawing/2014/main" id="{5A8E9211-1013-EB02-BFE6-78ECA69BD131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7" name="pg96">
                <a:extLst>
                  <a:ext uri="{FF2B5EF4-FFF2-40B4-BE49-F238E27FC236}">
                    <a16:creationId xmlns:a16="http://schemas.microsoft.com/office/drawing/2014/main" id="{15988C8C-6D44-B4FB-BC9B-69FE55AF4715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8" name="pg97">
                <a:extLst>
                  <a:ext uri="{FF2B5EF4-FFF2-40B4-BE49-F238E27FC236}">
                    <a16:creationId xmlns:a16="http://schemas.microsoft.com/office/drawing/2014/main" id="{347B9A4F-DE6A-9CFC-EA3C-61FCF31E67B7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9" name="pg98">
                <a:extLst>
                  <a:ext uri="{FF2B5EF4-FFF2-40B4-BE49-F238E27FC236}">
                    <a16:creationId xmlns:a16="http://schemas.microsoft.com/office/drawing/2014/main" id="{1A73A4B2-13BE-29CC-D286-2A17D3CDA552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0" name="pg99">
                <a:extLst>
                  <a:ext uri="{FF2B5EF4-FFF2-40B4-BE49-F238E27FC236}">
                    <a16:creationId xmlns:a16="http://schemas.microsoft.com/office/drawing/2014/main" id="{8C83BAB3-27EA-79AC-990F-5275688AF4BB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1" name="pg100">
                <a:extLst>
                  <a:ext uri="{FF2B5EF4-FFF2-40B4-BE49-F238E27FC236}">
                    <a16:creationId xmlns:a16="http://schemas.microsoft.com/office/drawing/2014/main" id="{F95E31C3-378F-F015-27FE-5655A211C5B7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2" name="pg101">
                <a:extLst>
                  <a:ext uri="{FF2B5EF4-FFF2-40B4-BE49-F238E27FC236}">
                    <a16:creationId xmlns:a16="http://schemas.microsoft.com/office/drawing/2014/main" id="{E8E1A736-8EAC-DB93-4DFD-084979D3902B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3" name="pg102">
                <a:extLst>
                  <a:ext uri="{FF2B5EF4-FFF2-40B4-BE49-F238E27FC236}">
                    <a16:creationId xmlns:a16="http://schemas.microsoft.com/office/drawing/2014/main" id="{0DC4CFC5-8509-3DA2-A151-9294B76737A8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4" name="pg103">
                <a:extLst>
                  <a:ext uri="{FF2B5EF4-FFF2-40B4-BE49-F238E27FC236}">
                    <a16:creationId xmlns:a16="http://schemas.microsoft.com/office/drawing/2014/main" id="{C94FD70B-4A42-4B6D-7F44-7BA1F96AE072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5" name="pg104">
                <a:extLst>
                  <a:ext uri="{FF2B5EF4-FFF2-40B4-BE49-F238E27FC236}">
                    <a16:creationId xmlns:a16="http://schemas.microsoft.com/office/drawing/2014/main" id="{DDFF883F-3145-8173-DAA8-7B699AE9446C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6" name="pg105">
                <a:extLst>
                  <a:ext uri="{FF2B5EF4-FFF2-40B4-BE49-F238E27FC236}">
                    <a16:creationId xmlns:a16="http://schemas.microsoft.com/office/drawing/2014/main" id="{826C59FB-32BE-1CFB-C852-FADA19D69887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7" name="pg106">
                <a:extLst>
                  <a:ext uri="{FF2B5EF4-FFF2-40B4-BE49-F238E27FC236}">
                    <a16:creationId xmlns:a16="http://schemas.microsoft.com/office/drawing/2014/main" id="{9D980727-A24F-5E47-4453-6B760E32EAC2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8" name="pg107">
                <a:extLst>
                  <a:ext uri="{FF2B5EF4-FFF2-40B4-BE49-F238E27FC236}">
                    <a16:creationId xmlns:a16="http://schemas.microsoft.com/office/drawing/2014/main" id="{072142BB-6491-675A-468C-0BDDFD442196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9" name="pg108">
                <a:extLst>
                  <a:ext uri="{FF2B5EF4-FFF2-40B4-BE49-F238E27FC236}">
                    <a16:creationId xmlns:a16="http://schemas.microsoft.com/office/drawing/2014/main" id="{9A079B8B-B1A2-403C-0C45-A8BB5DBCFC30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0" name="pg109">
                <a:extLst>
                  <a:ext uri="{FF2B5EF4-FFF2-40B4-BE49-F238E27FC236}">
                    <a16:creationId xmlns:a16="http://schemas.microsoft.com/office/drawing/2014/main" id="{73D4D1F1-8CD6-C6F9-B8D6-80D0E15433CA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1" name="pg110">
                <a:extLst>
                  <a:ext uri="{FF2B5EF4-FFF2-40B4-BE49-F238E27FC236}">
                    <a16:creationId xmlns:a16="http://schemas.microsoft.com/office/drawing/2014/main" id="{9FEC08C2-066A-2BFB-F70A-06631B333B2C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2" name="pg111">
                <a:extLst>
                  <a:ext uri="{FF2B5EF4-FFF2-40B4-BE49-F238E27FC236}">
                    <a16:creationId xmlns:a16="http://schemas.microsoft.com/office/drawing/2014/main" id="{D21746EA-9A99-70BF-0666-0893E5925E26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3" name="pg112">
                <a:extLst>
                  <a:ext uri="{FF2B5EF4-FFF2-40B4-BE49-F238E27FC236}">
                    <a16:creationId xmlns:a16="http://schemas.microsoft.com/office/drawing/2014/main" id="{F4A3A6F6-6A1C-80FB-30EF-9BBBD5720EB0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4" name="pg113">
                <a:extLst>
                  <a:ext uri="{FF2B5EF4-FFF2-40B4-BE49-F238E27FC236}">
                    <a16:creationId xmlns:a16="http://schemas.microsoft.com/office/drawing/2014/main" id="{09A2AAD6-7F3A-CDA0-6B2E-E0393B058B7D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5" name="pg114">
                <a:extLst>
                  <a:ext uri="{FF2B5EF4-FFF2-40B4-BE49-F238E27FC236}">
                    <a16:creationId xmlns:a16="http://schemas.microsoft.com/office/drawing/2014/main" id="{1EDBB4CE-44C9-017D-EFC0-A18BC55F57DE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6" name="pg115">
                <a:extLst>
                  <a:ext uri="{FF2B5EF4-FFF2-40B4-BE49-F238E27FC236}">
                    <a16:creationId xmlns:a16="http://schemas.microsoft.com/office/drawing/2014/main" id="{26C27BB5-268E-527A-FDC3-A083D813EFC7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7" name="pg116">
                <a:extLst>
                  <a:ext uri="{FF2B5EF4-FFF2-40B4-BE49-F238E27FC236}">
                    <a16:creationId xmlns:a16="http://schemas.microsoft.com/office/drawing/2014/main" id="{47355D45-0E3A-A769-145E-495E36F2058B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8" name="pg117">
                <a:extLst>
                  <a:ext uri="{FF2B5EF4-FFF2-40B4-BE49-F238E27FC236}">
                    <a16:creationId xmlns:a16="http://schemas.microsoft.com/office/drawing/2014/main" id="{4FA660EC-7087-F0F5-98FE-AAC92A356319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9" name="pg118">
                <a:extLst>
                  <a:ext uri="{FF2B5EF4-FFF2-40B4-BE49-F238E27FC236}">
                    <a16:creationId xmlns:a16="http://schemas.microsoft.com/office/drawing/2014/main" id="{49B3EBCF-2138-E763-46B6-7B914D52FD94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0" name="pg119">
                <a:extLst>
                  <a:ext uri="{FF2B5EF4-FFF2-40B4-BE49-F238E27FC236}">
                    <a16:creationId xmlns:a16="http://schemas.microsoft.com/office/drawing/2014/main" id="{2D67A953-AE38-03CB-E2E6-BFF879DCF601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1" name="pg120">
                <a:extLst>
                  <a:ext uri="{FF2B5EF4-FFF2-40B4-BE49-F238E27FC236}">
                    <a16:creationId xmlns:a16="http://schemas.microsoft.com/office/drawing/2014/main" id="{1D7195EF-3F6C-40CF-88EB-55BB614B76F4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2" name="pg121">
                <a:extLst>
                  <a:ext uri="{FF2B5EF4-FFF2-40B4-BE49-F238E27FC236}">
                    <a16:creationId xmlns:a16="http://schemas.microsoft.com/office/drawing/2014/main" id="{C63C68F7-455A-2473-F54C-B7CB702A49E0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3" name="pg122">
                <a:extLst>
                  <a:ext uri="{FF2B5EF4-FFF2-40B4-BE49-F238E27FC236}">
                    <a16:creationId xmlns:a16="http://schemas.microsoft.com/office/drawing/2014/main" id="{70F2B2D7-D3B9-323E-FD5A-7B3295909A3D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4" name="pg123">
                <a:extLst>
                  <a:ext uri="{FF2B5EF4-FFF2-40B4-BE49-F238E27FC236}">
                    <a16:creationId xmlns:a16="http://schemas.microsoft.com/office/drawing/2014/main" id="{ED8747C7-C3AC-88D9-CECF-E015E11D347A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5" name="pg124">
                <a:extLst>
                  <a:ext uri="{FF2B5EF4-FFF2-40B4-BE49-F238E27FC236}">
                    <a16:creationId xmlns:a16="http://schemas.microsoft.com/office/drawing/2014/main" id="{8FB13E4D-2D2E-B99A-7E46-6FA321D8E028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6" name="pg125">
                <a:extLst>
                  <a:ext uri="{FF2B5EF4-FFF2-40B4-BE49-F238E27FC236}">
                    <a16:creationId xmlns:a16="http://schemas.microsoft.com/office/drawing/2014/main" id="{3210E138-FD30-E484-DE83-48108BF8A3D9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7" name="pg126">
                <a:extLst>
                  <a:ext uri="{FF2B5EF4-FFF2-40B4-BE49-F238E27FC236}">
                    <a16:creationId xmlns:a16="http://schemas.microsoft.com/office/drawing/2014/main" id="{CDB27109-BE65-E63C-9491-B3FB2390FCB4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8" name="pg127">
                <a:extLst>
                  <a:ext uri="{FF2B5EF4-FFF2-40B4-BE49-F238E27FC236}">
                    <a16:creationId xmlns:a16="http://schemas.microsoft.com/office/drawing/2014/main" id="{E244F303-F8C4-1929-3245-A27E84095614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9" name="pg128">
                <a:extLst>
                  <a:ext uri="{FF2B5EF4-FFF2-40B4-BE49-F238E27FC236}">
                    <a16:creationId xmlns:a16="http://schemas.microsoft.com/office/drawing/2014/main" id="{A54C187C-E9F5-F486-3B22-C945DC1901DC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0" name="pg129">
                <a:extLst>
                  <a:ext uri="{FF2B5EF4-FFF2-40B4-BE49-F238E27FC236}">
                    <a16:creationId xmlns:a16="http://schemas.microsoft.com/office/drawing/2014/main" id="{E770732F-56B2-C1CA-1D91-A66D6EDFD10F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1" name="pg130">
                <a:extLst>
                  <a:ext uri="{FF2B5EF4-FFF2-40B4-BE49-F238E27FC236}">
                    <a16:creationId xmlns:a16="http://schemas.microsoft.com/office/drawing/2014/main" id="{EAC38A98-21A1-7451-3BE5-F4AA7D63C03F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2" name="pg131">
                <a:extLst>
                  <a:ext uri="{FF2B5EF4-FFF2-40B4-BE49-F238E27FC236}">
                    <a16:creationId xmlns:a16="http://schemas.microsoft.com/office/drawing/2014/main" id="{ED48B226-5C30-95F2-D865-64739461D51C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3" name="pg132">
                <a:extLst>
                  <a:ext uri="{FF2B5EF4-FFF2-40B4-BE49-F238E27FC236}">
                    <a16:creationId xmlns:a16="http://schemas.microsoft.com/office/drawing/2014/main" id="{2490827C-6861-96D7-0C8D-5285D89E0AAD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4" name="pg133">
                <a:extLst>
                  <a:ext uri="{FF2B5EF4-FFF2-40B4-BE49-F238E27FC236}">
                    <a16:creationId xmlns:a16="http://schemas.microsoft.com/office/drawing/2014/main" id="{71A59BAD-4BBC-453D-451A-472D803700FD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5" name="pg134">
                <a:extLst>
                  <a:ext uri="{FF2B5EF4-FFF2-40B4-BE49-F238E27FC236}">
                    <a16:creationId xmlns:a16="http://schemas.microsoft.com/office/drawing/2014/main" id="{D80F7D44-C2E2-3929-4108-3B17F62EA805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6" name="pg135">
                <a:extLst>
                  <a:ext uri="{FF2B5EF4-FFF2-40B4-BE49-F238E27FC236}">
                    <a16:creationId xmlns:a16="http://schemas.microsoft.com/office/drawing/2014/main" id="{072353DF-FE72-8EEA-9EDF-7DD0EDC765B6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7" name="pg136">
                <a:extLst>
                  <a:ext uri="{FF2B5EF4-FFF2-40B4-BE49-F238E27FC236}">
                    <a16:creationId xmlns:a16="http://schemas.microsoft.com/office/drawing/2014/main" id="{09EAF3B1-DBA8-C91E-2609-2029801B10A1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8" name="pg137">
                <a:extLst>
                  <a:ext uri="{FF2B5EF4-FFF2-40B4-BE49-F238E27FC236}">
                    <a16:creationId xmlns:a16="http://schemas.microsoft.com/office/drawing/2014/main" id="{94F51BF7-0D02-7A01-2115-6EDF6F4D40F6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9" name="pg138">
                <a:extLst>
                  <a:ext uri="{FF2B5EF4-FFF2-40B4-BE49-F238E27FC236}">
                    <a16:creationId xmlns:a16="http://schemas.microsoft.com/office/drawing/2014/main" id="{16D7287B-540A-F719-7F31-878906315D3B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0" name="pg139">
                <a:extLst>
                  <a:ext uri="{FF2B5EF4-FFF2-40B4-BE49-F238E27FC236}">
                    <a16:creationId xmlns:a16="http://schemas.microsoft.com/office/drawing/2014/main" id="{29AA2D2E-2EBA-CD85-03B0-28731F94F274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1" name="pg140">
                <a:extLst>
                  <a:ext uri="{FF2B5EF4-FFF2-40B4-BE49-F238E27FC236}">
                    <a16:creationId xmlns:a16="http://schemas.microsoft.com/office/drawing/2014/main" id="{8DC0BEE1-1249-67E7-6CDD-D267594093E8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2" name="pg141">
                <a:extLst>
                  <a:ext uri="{FF2B5EF4-FFF2-40B4-BE49-F238E27FC236}">
                    <a16:creationId xmlns:a16="http://schemas.microsoft.com/office/drawing/2014/main" id="{F984D7BF-49CC-3A7E-4DB7-8F9366B12236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3" name="pg142">
                <a:extLst>
                  <a:ext uri="{FF2B5EF4-FFF2-40B4-BE49-F238E27FC236}">
                    <a16:creationId xmlns:a16="http://schemas.microsoft.com/office/drawing/2014/main" id="{543DAEFD-2738-263F-FDD6-9F2541FEE577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4" name="pg143">
                <a:extLst>
                  <a:ext uri="{FF2B5EF4-FFF2-40B4-BE49-F238E27FC236}">
                    <a16:creationId xmlns:a16="http://schemas.microsoft.com/office/drawing/2014/main" id="{F6FEDFD3-34C9-A2FC-2489-A53C786A8862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5" name="pg144">
                <a:extLst>
                  <a:ext uri="{FF2B5EF4-FFF2-40B4-BE49-F238E27FC236}">
                    <a16:creationId xmlns:a16="http://schemas.microsoft.com/office/drawing/2014/main" id="{ED2D29E1-E854-D1EF-E1A6-6B2D32F01C32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6" name="pg145">
                <a:extLst>
                  <a:ext uri="{FF2B5EF4-FFF2-40B4-BE49-F238E27FC236}">
                    <a16:creationId xmlns:a16="http://schemas.microsoft.com/office/drawing/2014/main" id="{26FDD6E2-97ED-AAB6-F5BC-4AB30C128F31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7" name="pg146">
                <a:extLst>
                  <a:ext uri="{FF2B5EF4-FFF2-40B4-BE49-F238E27FC236}">
                    <a16:creationId xmlns:a16="http://schemas.microsoft.com/office/drawing/2014/main" id="{87EBCC89-40AA-F7B1-3E39-E11A2762B93A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8" name="pg147">
                <a:extLst>
                  <a:ext uri="{FF2B5EF4-FFF2-40B4-BE49-F238E27FC236}">
                    <a16:creationId xmlns:a16="http://schemas.microsoft.com/office/drawing/2014/main" id="{19709DA3-DA35-D009-4C10-D8702B1BDBD5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9" name="pg148">
                <a:extLst>
                  <a:ext uri="{FF2B5EF4-FFF2-40B4-BE49-F238E27FC236}">
                    <a16:creationId xmlns:a16="http://schemas.microsoft.com/office/drawing/2014/main" id="{C62ED884-FFF3-34A2-0A55-751B2BBDE6E8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0" name="pg149">
                <a:extLst>
                  <a:ext uri="{FF2B5EF4-FFF2-40B4-BE49-F238E27FC236}">
                    <a16:creationId xmlns:a16="http://schemas.microsoft.com/office/drawing/2014/main" id="{DF69FE2F-4AEA-2A8A-1D29-DA9F28C31871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1" name="pg150">
                <a:extLst>
                  <a:ext uri="{FF2B5EF4-FFF2-40B4-BE49-F238E27FC236}">
                    <a16:creationId xmlns:a16="http://schemas.microsoft.com/office/drawing/2014/main" id="{FAD9C9B8-9971-BDA4-B692-A6C89C8C945B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2" name="pg151">
                <a:extLst>
                  <a:ext uri="{FF2B5EF4-FFF2-40B4-BE49-F238E27FC236}">
                    <a16:creationId xmlns:a16="http://schemas.microsoft.com/office/drawing/2014/main" id="{F98F8801-CC99-2A3B-BB18-837726D39F8E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3" name="pg152">
                <a:extLst>
                  <a:ext uri="{FF2B5EF4-FFF2-40B4-BE49-F238E27FC236}">
                    <a16:creationId xmlns:a16="http://schemas.microsoft.com/office/drawing/2014/main" id="{6192FB03-4B67-F61D-7012-F73D7320F8A8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4" name="pg153">
                <a:extLst>
                  <a:ext uri="{FF2B5EF4-FFF2-40B4-BE49-F238E27FC236}">
                    <a16:creationId xmlns:a16="http://schemas.microsoft.com/office/drawing/2014/main" id="{ACB28C55-3C74-94D1-C155-919B4788337F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5" name="pg154">
                <a:extLst>
                  <a:ext uri="{FF2B5EF4-FFF2-40B4-BE49-F238E27FC236}">
                    <a16:creationId xmlns:a16="http://schemas.microsoft.com/office/drawing/2014/main" id="{F512C68E-127E-F59A-EFDD-7322A1190895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6" name="pg155">
                <a:extLst>
                  <a:ext uri="{FF2B5EF4-FFF2-40B4-BE49-F238E27FC236}">
                    <a16:creationId xmlns:a16="http://schemas.microsoft.com/office/drawing/2014/main" id="{38EC13A8-BFA9-205B-56E7-0F8D8F6FB926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7" name="pg156">
                <a:extLst>
                  <a:ext uri="{FF2B5EF4-FFF2-40B4-BE49-F238E27FC236}">
                    <a16:creationId xmlns:a16="http://schemas.microsoft.com/office/drawing/2014/main" id="{0708A778-9161-3BCC-B75E-DBA6D83197A7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8" name="pg157">
                <a:extLst>
                  <a:ext uri="{FF2B5EF4-FFF2-40B4-BE49-F238E27FC236}">
                    <a16:creationId xmlns:a16="http://schemas.microsoft.com/office/drawing/2014/main" id="{233E36CD-D5D7-B9C9-7960-587835693CED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9" name="pg158">
                <a:extLst>
                  <a:ext uri="{FF2B5EF4-FFF2-40B4-BE49-F238E27FC236}">
                    <a16:creationId xmlns:a16="http://schemas.microsoft.com/office/drawing/2014/main" id="{137417CD-9EB4-4B2F-044F-89439845B3BC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0" name="pg159">
                <a:extLst>
                  <a:ext uri="{FF2B5EF4-FFF2-40B4-BE49-F238E27FC236}">
                    <a16:creationId xmlns:a16="http://schemas.microsoft.com/office/drawing/2014/main" id="{67360703-A00B-3495-D49E-6B5D33FFC5B8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1" name="pg160">
                <a:extLst>
                  <a:ext uri="{FF2B5EF4-FFF2-40B4-BE49-F238E27FC236}">
                    <a16:creationId xmlns:a16="http://schemas.microsoft.com/office/drawing/2014/main" id="{1B55165F-8F6D-C0CD-FB15-108714F54FF1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2" name="pg161">
                <a:extLst>
                  <a:ext uri="{FF2B5EF4-FFF2-40B4-BE49-F238E27FC236}">
                    <a16:creationId xmlns:a16="http://schemas.microsoft.com/office/drawing/2014/main" id="{C7722EBC-8CCD-B5B7-3E8D-A8E7D5EBA856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3" name="pg162">
                <a:extLst>
                  <a:ext uri="{FF2B5EF4-FFF2-40B4-BE49-F238E27FC236}">
                    <a16:creationId xmlns:a16="http://schemas.microsoft.com/office/drawing/2014/main" id="{C6A87F24-14AC-ACA6-C935-9CE4379894D9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4" name="pg163">
                <a:extLst>
                  <a:ext uri="{FF2B5EF4-FFF2-40B4-BE49-F238E27FC236}">
                    <a16:creationId xmlns:a16="http://schemas.microsoft.com/office/drawing/2014/main" id="{D5AAF1C8-4707-F690-10BC-7545E575EE90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5" name="pg164">
                <a:extLst>
                  <a:ext uri="{FF2B5EF4-FFF2-40B4-BE49-F238E27FC236}">
                    <a16:creationId xmlns:a16="http://schemas.microsoft.com/office/drawing/2014/main" id="{B6466185-7CBF-9C54-9D09-CBD21D0F2006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6" name="pg165">
                <a:extLst>
                  <a:ext uri="{FF2B5EF4-FFF2-40B4-BE49-F238E27FC236}">
                    <a16:creationId xmlns:a16="http://schemas.microsoft.com/office/drawing/2014/main" id="{7BBDDAC6-6745-E81E-DBEC-C6FD480A02C6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7" name="pg166">
                <a:extLst>
                  <a:ext uri="{FF2B5EF4-FFF2-40B4-BE49-F238E27FC236}">
                    <a16:creationId xmlns:a16="http://schemas.microsoft.com/office/drawing/2014/main" id="{6DC4600E-756A-471B-7C72-DF3A227DAA80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8" name="pg167">
                <a:extLst>
                  <a:ext uri="{FF2B5EF4-FFF2-40B4-BE49-F238E27FC236}">
                    <a16:creationId xmlns:a16="http://schemas.microsoft.com/office/drawing/2014/main" id="{D18CA9A1-3B85-8F0A-96CE-59A01F0CC1E8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9" name="pg168">
                <a:extLst>
                  <a:ext uri="{FF2B5EF4-FFF2-40B4-BE49-F238E27FC236}">
                    <a16:creationId xmlns:a16="http://schemas.microsoft.com/office/drawing/2014/main" id="{7BD65348-F1FE-B7F4-B8FF-5E18656BB701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0" name="pg169">
                <a:extLst>
                  <a:ext uri="{FF2B5EF4-FFF2-40B4-BE49-F238E27FC236}">
                    <a16:creationId xmlns:a16="http://schemas.microsoft.com/office/drawing/2014/main" id="{4375127F-E736-30A1-9E1C-BA8ECFE4A4B7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1" name="pg170">
                <a:extLst>
                  <a:ext uri="{FF2B5EF4-FFF2-40B4-BE49-F238E27FC236}">
                    <a16:creationId xmlns:a16="http://schemas.microsoft.com/office/drawing/2014/main" id="{680244CF-AEF6-717C-C8F7-1A77C762BCEB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2" name="pg171">
                <a:extLst>
                  <a:ext uri="{FF2B5EF4-FFF2-40B4-BE49-F238E27FC236}">
                    <a16:creationId xmlns:a16="http://schemas.microsoft.com/office/drawing/2014/main" id="{A53D78DA-EEE6-05F8-782D-2E2DE0D1D348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3" name="pg172">
                <a:extLst>
                  <a:ext uri="{FF2B5EF4-FFF2-40B4-BE49-F238E27FC236}">
                    <a16:creationId xmlns:a16="http://schemas.microsoft.com/office/drawing/2014/main" id="{735D5332-BD9B-9FB9-26A0-C6E0CE5C6D78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4" name="pg173">
                <a:extLst>
                  <a:ext uri="{FF2B5EF4-FFF2-40B4-BE49-F238E27FC236}">
                    <a16:creationId xmlns:a16="http://schemas.microsoft.com/office/drawing/2014/main" id="{C1B915D9-EEE8-5A1B-4A98-4A8D2F6E4966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5" name="pg174">
                <a:extLst>
                  <a:ext uri="{FF2B5EF4-FFF2-40B4-BE49-F238E27FC236}">
                    <a16:creationId xmlns:a16="http://schemas.microsoft.com/office/drawing/2014/main" id="{0E56276F-8EC4-7854-174E-54A72C36C5A6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6" name="pg175">
                <a:extLst>
                  <a:ext uri="{FF2B5EF4-FFF2-40B4-BE49-F238E27FC236}">
                    <a16:creationId xmlns:a16="http://schemas.microsoft.com/office/drawing/2014/main" id="{B9370CF5-3081-FC97-03A3-88FDA2016B86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7" name="pg176">
                <a:extLst>
                  <a:ext uri="{FF2B5EF4-FFF2-40B4-BE49-F238E27FC236}">
                    <a16:creationId xmlns:a16="http://schemas.microsoft.com/office/drawing/2014/main" id="{172C0DF4-0B9C-53EA-9D12-751F80E71668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8" name="pg177">
                <a:extLst>
                  <a:ext uri="{FF2B5EF4-FFF2-40B4-BE49-F238E27FC236}">
                    <a16:creationId xmlns:a16="http://schemas.microsoft.com/office/drawing/2014/main" id="{D43FB46B-DEA7-FD41-E6C7-D734212F248D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9" name="pg178">
                <a:extLst>
                  <a:ext uri="{FF2B5EF4-FFF2-40B4-BE49-F238E27FC236}">
                    <a16:creationId xmlns:a16="http://schemas.microsoft.com/office/drawing/2014/main" id="{09BB7C18-9AE2-79EE-BBB0-6C1A59DC8D28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0" name="pg179">
                <a:extLst>
                  <a:ext uri="{FF2B5EF4-FFF2-40B4-BE49-F238E27FC236}">
                    <a16:creationId xmlns:a16="http://schemas.microsoft.com/office/drawing/2014/main" id="{80A36A4E-C0AF-1A08-2E66-C337D0C9D27F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1" name="pg180">
                <a:extLst>
                  <a:ext uri="{FF2B5EF4-FFF2-40B4-BE49-F238E27FC236}">
                    <a16:creationId xmlns:a16="http://schemas.microsoft.com/office/drawing/2014/main" id="{80EDB664-067B-E1CC-57D4-D9AA6CD051F0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2" name="pg181">
                <a:extLst>
                  <a:ext uri="{FF2B5EF4-FFF2-40B4-BE49-F238E27FC236}">
                    <a16:creationId xmlns:a16="http://schemas.microsoft.com/office/drawing/2014/main" id="{BAB5A5B3-C50B-F832-332F-20D75CC43707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3" name="pg182">
                <a:extLst>
                  <a:ext uri="{FF2B5EF4-FFF2-40B4-BE49-F238E27FC236}">
                    <a16:creationId xmlns:a16="http://schemas.microsoft.com/office/drawing/2014/main" id="{BC45D106-1674-3CE7-7A9F-558EB8FDE604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4" name="pg183">
                <a:extLst>
                  <a:ext uri="{FF2B5EF4-FFF2-40B4-BE49-F238E27FC236}">
                    <a16:creationId xmlns:a16="http://schemas.microsoft.com/office/drawing/2014/main" id="{B4F32984-7BAF-C10A-8DDA-6EA913B47446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5" name="pg184">
                <a:extLst>
                  <a:ext uri="{FF2B5EF4-FFF2-40B4-BE49-F238E27FC236}">
                    <a16:creationId xmlns:a16="http://schemas.microsoft.com/office/drawing/2014/main" id="{08FA9F7F-33F6-972C-93EC-626087248AED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6" name="pg185">
                <a:extLst>
                  <a:ext uri="{FF2B5EF4-FFF2-40B4-BE49-F238E27FC236}">
                    <a16:creationId xmlns:a16="http://schemas.microsoft.com/office/drawing/2014/main" id="{0A70C078-7CDE-D702-0DA9-7A19C295BEE4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7" name="pg186">
                <a:extLst>
                  <a:ext uri="{FF2B5EF4-FFF2-40B4-BE49-F238E27FC236}">
                    <a16:creationId xmlns:a16="http://schemas.microsoft.com/office/drawing/2014/main" id="{333DDD7A-762F-8D4D-92F2-723AACC7B97D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8" name="pg187">
                <a:extLst>
                  <a:ext uri="{FF2B5EF4-FFF2-40B4-BE49-F238E27FC236}">
                    <a16:creationId xmlns:a16="http://schemas.microsoft.com/office/drawing/2014/main" id="{9AD3606A-8715-E4BE-F351-EE7FDC63E518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9" name="pg188">
                <a:extLst>
                  <a:ext uri="{FF2B5EF4-FFF2-40B4-BE49-F238E27FC236}">
                    <a16:creationId xmlns:a16="http://schemas.microsoft.com/office/drawing/2014/main" id="{E5CC93A7-1400-E824-696E-8AA4BA3107E1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0" name="pg189">
                <a:extLst>
                  <a:ext uri="{FF2B5EF4-FFF2-40B4-BE49-F238E27FC236}">
                    <a16:creationId xmlns:a16="http://schemas.microsoft.com/office/drawing/2014/main" id="{EE90B2B7-1FC4-E96B-E063-FD58B230F702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1" name="pg190">
                <a:extLst>
                  <a:ext uri="{FF2B5EF4-FFF2-40B4-BE49-F238E27FC236}">
                    <a16:creationId xmlns:a16="http://schemas.microsoft.com/office/drawing/2014/main" id="{3E27D6B4-F912-0685-E181-F7C8D46CAF8F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2" name="pg191">
                <a:extLst>
                  <a:ext uri="{FF2B5EF4-FFF2-40B4-BE49-F238E27FC236}">
                    <a16:creationId xmlns:a16="http://schemas.microsoft.com/office/drawing/2014/main" id="{A8969C74-04DD-F9BD-95E4-67267BD196DD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3" name="pg192">
                <a:extLst>
                  <a:ext uri="{FF2B5EF4-FFF2-40B4-BE49-F238E27FC236}">
                    <a16:creationId xmlns:a16="http://schemas.microsoft.com/office/drawing/2014/main" id="{EE58EDDB-2434-4701-EBF4-FE686D315525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4" name="pg193">
                <a:extLst>
                  <a:ext uri="{FF2B5EF4-FFF2-40B4-BE49-F238E27FC236}">
                    <a16:creationId xmlns:a16="http://schemas.microsoft.com/office/drawing/2014/main" id="{48106400-2874-5FB5-D148-F848AFE473ED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5" name="pg194">
                <a:extLst>
                  <a:ext uri="{FF2B5EF4-FFF2-40B4-BE49-F238E27FC236}">
                    <a16:creationId xmlns:a16="http://schemas.microsoft.com/office/drawing/2014/main" id="{CACD8EF5-2030-C19C-C118-52CE64938A3C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6" name="pg195">
                <a:extLst>
                  <a:ext uri="{FF2B5EF4-FFF2-40B4-BE49-F238E27FC236}">
                    <a16:creationId xmlns:a16="http://schemas.microsoft.com/office/drawing/2014/main" id="{291FA678-1FA3-B142-EDA7-6AFAF30D3633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7" name="pg196">
                <a:extLst>
                  <a:ext uri="{FF2B5EF4-FFF2-40B4-BE49-F238E27FC236}">
                    <a16:creationId xmlns:a16="http://schemas.microsoft.com/office/drawing/2014/main" id="{B6F5C92F-477E-2B2D-E872-07DCC7FF345A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8" name="pg197">
                <a:extLst>
                  <a:ext uri="{FF2B5EF4-FFF2-40B4-BE49-F238E27FC236}">
                    <a16:creationId xmlns:a16="http://schemas.microsoft.com/office/drawing/2014/main" id="{40C6CA4D-A53E-B24F-BE23-33AEC78E9218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9" name="pg198">
                <a:extLst>
                  <a:ext uri="{FF2B5EF4-FFF2-40B4-BE49-F238E27FC236}">
                    <a16:creationId xmlns:a16="http://schemas.microsoft.com/office/drawing/2014/main" id="{D09340B8-0AB2-F7F2-825C-5B3F0734F3F8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0" name="pg199">
                <a:extLst>
                  <a:ext uri="{FF2B5EF4-FFF2-40B4-BE49-F238E27FC236}">
                    <a16:creationId xmlns:a16="http://schemas.microsoft.com/office/drawing/2014/main" id="{6CCB3862-67B9-C1B4-043D-2A02601AEEF8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1" name="pg200">
                <a:extLst>
                  <a:ext uri="{FF2B5EF4-FFF2-40B4-BE49-F238E27FC236}">
                    <a16:creationId xmlns:a16="http://schemas.microsoft.com/office/drawing/2014/main" id="{5015250F-C9DD-D27B-BCC6-001EFACC9004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2" name="pg201">
                <a:extLst>
                  <a:ext uri="{FF2B5EF4-FFF2-40B4-BE49-F238E27FC236}">
                    <a16:creationId xmlns:a16="http://schemas.microsoft.com/office/drawing/2014/main" id="{1E022697-FFC4-62C3-315A-A25414FA4FDE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3" name="pg202">
                <a:extLst>
                  <a:ext uri="{FF2B5EF4-FFF2-40B4-BE49-F238E27FC236}">
                    <a16:creationId xmlns:a16="http://schemas.microsoft.com/office/drawing/2014/main" id="{F45346F3-D600-B80E-E176-6E6E4C35CDD6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4" name="pg203">
                <a:extLst>
                  <a:ext uri="{FF2B5EF4-FFF2-40B4-BE49-F238E27FC236}">
                    <a16:creationId xmlns:a16="http://schemas.microsoft.com/office/drawing/2014/main" id="{34DA6526-9B95-8EA1-CD15-EF24D1852E9D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5" name="pg204">
                <a:extLst>
                  <a:ext uri="{FF2B5EF4-FFF2-40B4-BE49-F238E27FC236}">
                    <a16:creationId xmlns:a16="http://schemas.microsoft.com/office/drawing/2014/main" id="{0CEE5FD5-AB13-FCA7-74E6-CD60FF945AD5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6" name="pg205">
                <a:extLst>
                  <a:ext uri="{FF2B5EF4-FFF2-40B4-BE49-F238E27FC236}">
                    <a16:creationId xmlns:a16="http://schemas.microsoft.com/office/drawing/2014/main" id="{D0D54F24-F88D-57D9-C3F5-94CBD6D165CC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7" name="pg206">
                <a:extLst>
                  <a:ext uri="{FF2B5EF4-FFF2-40B4-BE49-F238E27FC236}">
                    <a16:creationId xmlns:a16="http://schemas.microsoft.com/office/drawing/2014/main" id="{14607778-F597-774F-B524-07779AF4908B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8" name="pg207">
                <a:extLst>
                  <a:ext uri="{FF2B5EF4-FFF2-40B4-BE49-F238E27FC236}">
                    <a16:creationId xmlns:a16="http://schemas.microsoft.com/office/drawing/2014/main" id="{B2D155CC-AA14-CAE2-702D-974D52F01C46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9" name="pg208">
                <a:extLst>
                  <a:ext uri="{FF2B5EF4-FFF2-40B4-BE49-F238E27FC236}">
                    <a16:creationId xmlns:a16="http://schemas.microsoft.com/office/drawing/2014/main" id="{6D55E85B-5B48-B44E-62CF-BE6B3A325372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0" name="pg209">
                <a:extLst>
                  <a:ext uri="{FF2B5EF4-FFF2-40B4-BE49-F238E27FC236}">
                    <a16:creationId xmlns:a16="http://schemas.microsoft.com/office/drawing/2014/main" id="{7920AFF8-DE2E-3D5D-92A9-B990BB7A7664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1" name="pg210">
                <a:extLst>
                  <a:ext uri="{FF2B5EF4-FFF2-40B4-BE49-F238E27FC236}">
                    <a16:creationId xmlns:a16="http://schemas.microsoft.com/office/drawing/2014/main" id="{672DD25C-722A-F664-E8DE-DAC5BD68CC5D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2" name="pg211">
                <a:extLst>
                  <a:ext uri="{FF2B5EF4-FFF2-40B4-BE49-F238E27FC236}">
                    <a16:creationId xmlns:a16="http://schemas.microsoft.com/office/drawing/2014/main" id="{17999849-4982-BBC1-5106-B8EADE0C278A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3" name="pg212">
                <a:extLst>
                  <a:ext uri="{FF2B5EF4-FFF2-40B4-BE49-F238E27FC236}">
                    <a16:creationId xmlns:a16="http://schemas.microsoft.com/office/drawing/2014/main" id="{2C0D7FE0-34F5-784D-2B9D-5887E141376F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4" name="pg213">
                <a:extLst>
                  <a:ext uri="{FF2B5EF4-FFF2-40B4-BE49-F238E27FC236}">
                    <a16:creationId xmlns:a16="http://schemas.microsoft.com/office/drawing/2014/main" id="{CBD21629-ED08-F251-97B2-F3B390A8BDEF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5" name="pg214">
                <a:extLst>
                  <a:ext uri="{FF2B5EF4-FFF2-40B4-BE49-F238E27FC236}">
                    <a16:creationId xmlns:a16="http://schemas.microsoft.com/office/drawing/2014/main" id="{10552C67-3E5E-ACF4-B0CA-F192FB3E3F68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" name="pg215">
                <a:extLst>
                  <a:ext uri="{FF2B5EF4-FFF2-40B4-BE49-F238E27FC236}">
                    <a16:creationId xmlns:a16="http://schemas.microsoft.com/office/drawing/2014/main" id="{C4C3B163-9D52-618F-A817-72F48EFCA37D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" name="pg216">
                <a:extLst>
                  <a:ext uri="{FF2B5EF4-FFF2-40B4-BE49-F238E27FC236}">
                    <a16:creationId xmlns:a16="http://schemas.microsoft.com/office/drawing/2014/main" id="{5CB0A4EA-ED64-7F6B-9A68-FA5A13F63D70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" name="pg217">
                <a:extLst>
                  <a:ext uri="{FF2B5EF4-FFF2-40B4-BE49-F238E27FC236}">
                    <a16:creationId xmlns:a16="http://schemas.microsoft.com/office/drawing/2014/main" id="{43E1EE27-8301-F952-1553-85ACA9BC4325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" name="pg218">
                <a:extLst>
                  <a:ext uri="{FF2B5EF4-FFF2-40B4-BE49-F238E27FC236}">
                    <a16:creationId xmlns:a16="http://schemas.microsoft.com/office/drawing/2014/main" id="{BC05EE1D-9E92-6DCD-79EF-90632A4141D7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0" name="pg219">
                <a:extLst>
                  <a:ext uri="{FF2B5EF4-FFF2-40B4-BE49-F238E27FC236}">
                    <a16:creationId xmlns:a16="http://schemas.microsoft.com/office/drawing/2014/main" id="{B53BAC84-E794-BF1F-D47B-24FCB703BCC1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1" name="pg220">
                <a:extLst>
                  <a:ext uri="{FF2B5EF4-FFF2-40B4-BE49-F238E27FC236}">
                    <a16:creationId xmlns:a16="http://schemas.microsoft.com/office/drawing/2014/main" id="{EF3676C5-D292-3319-FA74-6EAFE51E00BA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2" name="pg221">
                <a:extLst>
                  <a:ext uri="{FF2B5EF4-FFF2-40B4-BE49-F238E27FC236}">
                    <a16:creationId xmlns:a16="http://schemas.microsoft.com/office/drawing/2014/main" id="{C09DA14C-FF3A-27A0-5784-622D3E77CFE8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3" name="pg222">
                <a:extLst>
                  <a:ext uri="{FF2B5EF4-FFF2-40B4-BE49-F238E27FC236}">
                    <a16:creationId xmlns:a16="http://schemas.microsoft.com/office/drawing/2014/main" id="{6BDBCEC7-4263-3B96-2A61-3514BB45A493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4" name="pg223">
                <a:extLst>
                  <a:ext uri="{FF2B5EF4-FFF2-40B4-BE49-F238E27FC236}">
                    <a16:creationId xmlns:a16="http://schemas.microsoft.com/office/drawing/2014/main" id="{9E787D02-0DED-94A5-985F-40225E0DB2BC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5" name="pg224">
                <a:extLst>
                  <a:ext uri="{FF2B5EF4-FFF2-40B4-BE49-F238E27FC236}">
                    <a16:creationId xmlns:a16="http://schemas.microsoft.com/office/drawing/2014/main" id="{3B5ABD96-47DA-58CD-C999-182998FB05F2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6" name="pg225">
                <a:extLst>
                  <a:ext uri="{FF2B5EF4-FFF2-40B4-BE49-F238E27FC236}">
                    <a16:creationId xmlns:a16="http://schemas.microsoft.com/office/drawing/2014/main" id="{8E6F24B4-9FC7-61F0-2859-4652882224D4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7" name="pg226">
                <a:extLst>
                  <a:ext uri="{FF2B5EF4-FFF2-40B4-BE49-F238E27FC236}">
                    <a16:creationId xmlns:a16="http://schemas.microsoft.com/office/drawing/2014/main" id="{E202A5D1-703B-7A4C-C947-F31DF74720D7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8" name="pg227">
                <a:extLst>
                  <a:ext uri="{FF2B5EF4-FFF2-40B4-BE49-F238E27FC236}">
                    <a16:creationId xmlns:a16="http://schemas.microsoft.com/office/drawing/2014/main" id="{3CAA021D-1F4F-6ECC-A9E4-AE7772ADE16C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9" name="pg228">
                <a:extLst>
                  <a:ext uri="{FF2B5EF4-FFF2-40B4-BE49-F238E27FC236}">
                    <a16:creationId xmlns:a16="http://schemas.microsoft.com/office/drawing/2014/main" id="{71448CC4-D6FC-0513-DA2D-BACA25C77392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0" name="pg229">
                <a:extLst>
                  <a:ext uri="{FF2B5EF4-FFF2-40B4-BE49-F238E27FC236}">
                    <a16:creationId xmlns:a16="http://schemas.microsoft.com/office/drawing/2014/main" id="{BB7C1D26-CBDA-87CB-EC77-C335189BEEB9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1" name="pg230">
                <a:extLst>
                  <a:ext uri="{FF2B5EF4-FFF2-40B4-BE49-F238E27FC236}">
                    <a16:creationId xmlns:a16="http://schemas.microsoft.com/office/drawing/2014/main" id="{876EB5D3-FB14-59E6-CB03-ECDB2D321A89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2" name="pg231">
                <a:extLst>
                  <a:ext uri="{FF2B5EF4-FFF2-40B4-BE49-F238E27FC236}">
                    <a16:creationId xmlns:a16="http://schemas.microsoft.com/office/drawing/2014/main" id="{C6568DEB-C224-B9F3-224D-98EC2C33AFD8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3" name="pg232">
                <a:extLst>
                  <a:ext uri="{FF2B5EF4-FFF2-40B4-BE49-F238E27FC236}">
                    <a16:creationId xmlns:a16="http://schemas.microsoft.com/office/drawing/2014/main" id="{3865851F-6D5C-7752-B0D7-8DA3FE4486CF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4" name="pg233">
                <a:extLst>
                  <a:ext uri="{FF2B5EF4-FFF2-40B4-BE49-F238E27FC236}">
                    <a16:creationId xmlns:a16="http://schemas.microsoft.com/office/drawing/2014/main" id="{24C17958-BD03-EC6A-BB6C-0FE34F66EAE7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5" name="pg234">
                <a:extLst>
                  <a:ext uri="{FF2B5EF4-FFF2-40B4-BE49-F238E27FC236}">
                    <a16:creationId xmlns:a16="http://schemas.microsoft.com/office/drawing/2014/main" id="{392B0C58-7076-0FD4-83AD-5B778528F181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6" name="pg235">
                <a:extLst>
                  <a:ext uri="{FF2B5EF4-FFF2-40B4-BE49-F238E27FC236}">
                    <a16:creationId xmlns:a16="http://schemas.microsoft.com/office/drawing/2014/main" id="{301E2D39-D51F-ECD9-C7BC-8A6592A73BF3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7" name="pg236">
                <a:extLst>
                  <a:ext uri="{FF2B5EF4-FFF2-40B4-BE49-F238E27FC236}">
                    <a16:creationId xmlns:a16="http://schemas.microsoft.com/office/drawing/2014/main" id="{5FBF3727-7280-2ED7-E134-D0C1EEB3DBCA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8" name="pg237">
                <a:extLst>
                  <a:ext uri="{FF2B5EF4-FFF2-40B4-BE49-F238E27FC236}">
                    <a16:creationId xmlns:a16="http://schemas.microsoft.com/office/drawing/2014/main" id="{6C4F57DD-1945-2237-00E6-BA5F44F307D1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9" name="pg238">
                <a:extLst>
                  <a:ext uri="{FF2B5EF4-FFF2-40B4-BE49-F238E27FC236}">
                    <a16:creationId xmlns:a16="http://schemas.microsoft.com/office/drawing/2014/main" id="{446A3CD8-441C-C456-E8BB-EA05BD14437E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0" name="pg239">
                <a:extLst>
                  <a:ext uri="{FF2B5EF4-FFF2-40B4-BE49-F238E27FC236}">
                    <a16:creationId xmlns:a16="http://schemas.microsoft.com/office/drawing/2014/main" id="{C4FB901F-77E5-630C-430E-417D12469D83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1" name="pg240">
                <a:extLst>
                  <a:ext uri="{FF2B5EF4-FFF2-40B4-BE49-F238E27FC236}">
                    <a16:creationId xmlns:a16="http://schemas.microsoft.com/office/drawing/2014/main" id="{8FC3C12C-5289-E741-7D83-83F214DE7595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2" name="pg241">
                <a:extLst>
                  <a:ext uri="{FF2B5EF4-FFF2-40B4-BE49-F238E27FC236}">
                    <a16:creationId xmlns:a16="http://schemas.microsoft.com/office/drawing/2014/main" id="{74CAF019-DC56-0E5A-FD0E-FB1068E19C60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3" name="pg242">
                <a:extLst>
                  <a:ext uri="{FF2B5EF4-FFF2-40B4-BE49-F238E27FC236}">
                    <a16:creationId xmlns:a16="http://schemas.microsoft.com/office/drawing/2014/main" id="{3939D77C-6E6A-73E9-8C2E-D03982933725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4" name="pg243">
                <a:extLst>
                  <a:ext uri="{FF2B5EF4-FFF2-40B4-BE49-F238E27FC236}">
                    <a16:creationId xmlns:a16="http://schemas.microsoft.com/office/drawing/2014/main" id="{5919DBA4-0E59-9A7D-0827-E8C6B0400AB9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5" name="pg244">
                <a:extLst>
                  <a:ext uri="{FF2B5EF4-FFF2-40B4-BE49-F238E27FC236}">
                    <a16:creationId xmlns:a16="http://schemas.microsoft.com/office/drawing/2014/main" id="{8099A53C-E359-BBE4-980C-EB6F1A3142CF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6" name="pg245">
                <a:extLst>
                  <a:ext uri="{FF2B5EF4-FFF2-40B4-BE49-F238E27FC236}">
                    <a16:creationId xmlns:a16="http://schemas.microsoft.com/office/drawing/2014/main" id="{3154A20F-84F4-35D1-937A-8C800B279906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7" name="pg246">
                <a:extLst>
                  <a:ext uri="{FF2B5EF4-FFF2-40B4-BE49-F238E27FC236}">
                    <a16:creationId xmlns:a16="http://schemas.microsoft.com/office/drawing/2014/main" id="{0952E218-15D9-DE56-1318-5E1E876E3F7B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8" name="pg247">
                <a:extLst>
                  <a:ext uri="{FF2B5EF4-FFF2-40B4-BE49-F238E27FC236}">
                    <a16:creationId xmlns:a16="http://schemas.microsoft.com/office/drawing/2014/main" id="{22F71005-F20A-0507-894B-7C0CD4EEA6AB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9" name="pg248">
                <a:extLst>
                  <a:ext uri="{FF2B5EF4-FFF2-40B4-BE49-F238E27FC236}">
                    <a16:creationId xmlns:a16="http://schemas.microsoft.com/office/drawing/2014/main" id="{D216AE8C-5033-EE84-804B-96B14B7B29EB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0" name="pg249">
                <a:extLst>
                  <a:ext uri="{FF2B5EF4-FFF2-40B4-BE49-F238E27FC236}">
                    <a16:creationId xmlns:a16="http://schemas.microsoft.com/office/drawing/2014/main" id="{2FB66412-8385-AD8D-6A93-B3D5EE9701C4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1" name="pg250">
                <a:extLst>
                  <a:ext uri="{FF2B5EF4-FFF2-40B4-BE49-F238E27FC236}">
                    <a16:creationId xmlns:a16="http://schemas.microsoft.com/office/drawing/2014/main" id="{A44F000D-D180-2A1F-508D-DBC810A9EED3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2" name="pg251">
                <a:extLst>
                  <a:ext uri="{FF2B5EF4-FFF2-40B4-BE49-F238E27FC236}">
                    <a16:creationId xmlns:a16="http://schemas.microsoft.com/office/drawing/2014/main" id="{9A5B4600-73F5-5B9E-8F4F-5F5935616DE5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3" name="pg252">
                <a:extLst>
                  <a:ext uri="{FF2B5EF4-FFF2-40B4-BE49-F238E27FC236}">
                    <a16:creationId xmlns:a16="http://schemas.microsoft.com/office/drawing/2014/main" id="{EC648A08-9ADA-5351-8D85-39A72F872CA1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4" name="pg253">
                <a:extLst>
                  <a:ext uri="{FF2B5EF4-FFF2-40B4-BE49-F238E27FC236}">
                    <a16:creationId xmlns:a16="http://schemas.microsoft.com/office/drawing/2014/main" id="{022BEC8F-4042-3726-B9DB-A56688350C7E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5" name="pg254">
                <a:extLst>
                  <a:ext uri="{FF2B5EF4-FFF2-40B4-BE49-F238E27FC236}">
                    <a16:creationId xmlns:a16="http://schemas.microsoft.com/office/drawing/2014/main" id="{89EA0D81-6305-A237-2F26-138A8BE65F63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6" name="pg255">
                <a:extLst>
                  <a:ext uri="{FF2B5EF4-FFF2-40B4-BE49-F238E27FC236}">
                    <a16:creationId xmlns:a16="http://schemas.microsoft.com/office/drawing/2014/main" id="{E8383B51-A73E-BC60-03BD-67EBC25A1C50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7" name="pg256">
                <a:extLst>
                  <a:ext uri="{FF2B5EF4-FFF2-40B4-BE49-F238E27FC236}">
                    <a16:creationId xmlns:a16="http://schemas.microsoft.com/office/drawing/2014/main" id="{91196020-D62D-EFBA-2C12-12B5F0B2B960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8" name="pg257">
                <a:extLst>
                  <a:ext uri="{FF2B5EF4-FFF2-40B4-BE49-F238E27FC236}">
                    <a16:creationId xmlns:a16="http://schemas.microsoft.com/office/drawing/2014/main" id="{A188AC14-C952-C904-B9A7-57627458C796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9" name="pg258">
                <a:extLst>
                  <a:ext uri="{FF2B5EF4-FFF2-40B4-BE49-F238E27FC236}">
                    <a16:creationId xmlns:a16="http://schemas.microsoft.com/office/drawing/2014/main" id="{90B4EE32-D668-7FCF-43C5-77BC9856BCAA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0" name="pg259">
                <a:extLst>
                  <a:ext uri="{FF2B5EF4-FFF2-40B4-BE49-F238E27FC236}">
                    <a16:creationId xmlns:a16="http://schemas.microsoft.com/office/drawing/2014/main" id="{53D21BF7-1A19-137E-E3A1-BF964187EDBC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1" name="pg260">
                <a:extLst>
                  <a:ext uri="{FF2B5EF4-FFF2-40B4-BE49-F238E27FC236}">
                    <a16:creationId xmlns:a16="http://schemas.microsoft.com/office/drawing/2014/main" id="{FEFD3502-C458-E11C-F7A1-D0A2A88440A4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2" name="pg261">
                <a:extLst>
                  <a:ext uri="{FF2B5EF4-FFF2-40B4-BE49-F238E27FC236}">
                    <a16:creationId xmlns:a16="http://schemas.microsoft.com/office/drawing/2014/main" id="{2F7A29A3-1240-7B6E-24A1-1E46D1E8ECA1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3" name="pg262">
                <a:extLst>
                  <a:ext uri="{FF2B5EF4-FFF2-40B4-BE49-F238E27FC236}">
                    <a16:creationId xmlns:a16="http://schemas.microsoft.com/office/drawing/2014/main" id="{075745D8-EF40-3CEA-6A0B-1484E21C3906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4" name="pg263">
                <a:extLst>
                  <a:ext uri="{FF2B5EF4-FFF2-40B4-BE49-F238E27FC236}">
                    <a16:creationId xmlns:a16="http://schemas.microsoft.com/office/drawing/2014/main" id="{CC10E2C4-2177-7C15-F7FB-0FC5C869BCCB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5" name="pg264">
                <a:extLst>
                  <a:ext uri="{FF2B5EF4-FFF2-40B4-BE49-F238E27FC236}">
                    <a16:creationId xmlns:a16="http://schemas.microsoft.com/office/drawing/2014/main" id="{7B3EF338-E2FD-3887-4573-A639D3AFC3C2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6" name="pg265">
                <a:extLst>
                  <a:ext uri="{FF2B5EF4-FFF2-40B4-BE49-F238E27FC236}">
                    <a16:creationId xmlns:a16="http://schemas.microsoft.com/office/drawing/2014/main" id="{C01F0731-5207-F26B-3DF6-C9F87A221FFD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7" name="pg266">
                <a:extLst>
                  <a:ext uri="{FF2B5EF4-FFF2-40B4-BE49-F238E27FC236}">
                    <a16:creationId xmlns:a16="http://schemas.microsoft.com/office/drawing/2014/main" id="{5C43CFD9-BDDB-917E-E935-DE1C44E3C3B4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8" name="pg267">
                <a:extLst>
                  <a:ext uri="{FF2B5EF4-FFF2-40B4-BE49-F238E27FC236}">
                    <a16:creationId xmlns:a16="http://schemas.microsoft.com/office/drawing/2014/main" id="{147C176D-5306-1B7C-1AEF-F711FB2145F2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9" name="pg268">
                <a:extLst>
                  <a:ext uri="{FF2B5EF4-FFF2-40B4-BE49-F238E27FC236}">
                    <a16:creationId xmlns:a16="http://schemas.microsoft.com/office/drawing/2014/main" id="{6FC5343D-A1AE-7E53-4BD6-08E56BB12E64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0" name="pg269">
                <a:extLst>
                  <a:ext uri="{FF2B5EF4-FFF2-40B4-BE49-F238E27FC236}">
                    <a16:creationId xmlns:a16="http://schemas.microsoft.com/office/drawing/2014/main" id="{E3668479-4EA8-F491-22CE-C9723654973E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1" name="pg270">
                <a:extLst>
                  <a:ext uri="{FF2B5EF4-FFF2-40B4-BE49-F238E27FC236}">
                    <a16:creationId xmlns:a16="http://schemas.microsoft.com/office/drawing/2014/main" id="{C752DC66-AC65-6385-0127-32F1E2C1B59F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2" name="pg271">
                <a:extLst>
                  <a:ext uri="{FF2B5EF4-FFF2-40B4-BE49-F238E27FC236}">
                    <a16:creationId xmlns:a16="http://schemas.microsoft.com/office/drawing/2014/main" id="{9464543D-F899-E0D5-BB19-9AA49364A7E5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3" name="pg272">
                <a:extLst>
                  <a:ext uri="{FF2B5EF4-FFF2-40B4-BE49-F238E27FC236}">
                    <a16:creationId xmlns:a16="http://schemas.microsoft.com/office/drawing/2014/main" id="{097A2367-9C9C-FEAE-4D59-022A3FBCB20E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4" name="pg273">
                <a:extLst>
                  <a:ext uri="{FF2B5EF4-FFF2-40B4-BE49-F238E27FC236}">
                    <a16:creationId xmlns:a16="http://schemas.microsoft.com/office/drawing/2014/main" id="{03A67645-0DBC-0055-BB13-16B42753F081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5" name="pg274">
                <a:extLst>
                  <a:ext uri="{FF2B5EF4-FFF2-40B4-BE49-F238E27FC236}">
                    <a16:creationId xmlns:a16="http://schemas.microsoft.com/office/drawing/2014/main" id="{39A3D240-BAE3-48A1-2821-61FDF9B9B403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6" name="pg275">
                <a:extLst>
                  <a:ext uri="{FF2B5EF4-FFF2-40B4-BE49-F238E27FC236}">
                    <a16:creationId xmlns:a16="http://schemas.microsoft.com/office/drawing/2014/main" id="{06BCD754-3735-0FAE-70C1-971210EDE42C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7" name="pg276">
                <a:extLst>
                  <a:ext uri="{FF2B5EF4-FFF2-40B4-BE49-F238E27FC236}">
                    <a16:creationId xmlns:a16="http://schemas.microsoft.com/office/drawing/2014/main" id="{34364CD0-957A-E8C8-CDBE-8E81E66B1F9E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8" name="pg277">
                <a:extLst>
                  <a:ext uri="{FF2B5EF4-FFF2-40B4-BE49-F238E27FC236}">
                    <a16:creationId xmlns:a16="http://schemas.microsoft.com/office/drawing/2014/main" id="{454BC5A0-5ABA-DEB9-71F0-C3B215341085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9" name="pg278">
                <a:extLst>
                  <a:ext uri="{FF2B5EF4-FFF2-40B4-BE49-F238E27FC236}">
                    <a16:creationId xmlns:a16="http://schemas.microsoft.com/office/drawing/2014/main" id="{9C5FBD1A-616F-7035-1987-3DDBDBE10F10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0" name="pg279">
                <a:extLst>
                  <a:ext uri="{FF2B5EF4-FFF2-40B4-BE49-F238E27FC236}">
                    <a16:creationId xmlns:a16="http://schemas.microsoft.com/office/drawing/2014/main" id="{7BCAC113-78A3-B616-0293-49F84A30D482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1" name="pg280">
                <a:extLst>
                  <a:ext uri="{FF2B5EF4-FFF2-40B4-BE49-F238E27FC236}">
                    <a16:creationId xmlns:a16="http://schemas.microsoft.com/office/drawing/2014/main" id="{E0DFD4A1-3499-6876-B5FD-3833A187C981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2" name="pg281">
                <a:extLst>
                  <a:ext uri="{FF2B5EF4-FFF2-40B4-BE49-F238E27FC236}">
                    <a16:creationId xmlns:a16="http://schemas.microsoft.com/office/drawing/2014/main" id="{DC610E37-E4D1-9354-F69E-239F6CB7FE67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3" name="pg282">
                <a:extLst>
                  <a:ext uri="{FF2B5EF4-FFF2-40B4-BE49-F238E27FC236}">
                    <a16:creationId xmlns:a16="http://schemas.microsoft.com/office/drawing/2014/main" id="{6A844057-24D8-2D57-2714-C001E2FE1D87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" name="pg283">
                <a:extLst>
                  <a:ext uri="{FF2B5EF4-FFF2-40B4-BE49-F238E27FC236}">
                    <a16:creationId xmlns:a16="http://schemas.microsoft.com/office/drawing/2014/main" id="{CA007176-D26D-3F99-9830-0CC4181F8E0E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" name="pg284">
                <a:extLst>
                  <a:ext uri="{FF2B5EF4-FFF2-40B4-BE49-F238E27FC236}">
                    <a16:creationId xmlns:a16="http://schemas.microsoft.com/office/drawing/2014/main" id="{A7EB54DA-335C-CA92-F4C7-9AB80063C583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" name="pg285">
                <a:extLst>
                  <a:ext uri="{FF2B5EF4-FFF2-40B4-BE49-F238E27FC236}">
                    <a16:creationId xmlns:a16="http://schemas.microsoft.com/office/drawing/2014/main" id="{AB3963D6-25C7-2850-6E39-B9BCA3171287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" name="pg286">
                <a:extLst>
                  <a:ext uri="{FF2B5EF4-FFF2-40B4-BE49-F238E27FC236}">
                    <a16:creationId xmlns:a16="http://schemas.microsoft.com/office/drawing/2014/main" id="{73028F1C-B22B-EAB7-E14F-32522259815F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" name="pg287">
                <a:extLst>
                  <a:ext uri="{FF2B5EF4-FFF2-40B4-BE49-F238E27FC236}">
                    <a16:creationId xmlns:a16="http://schemas.microsoft.com/office/drawing/2014/main" id="{12460AFD-9A50-7EE3-865A-19E8A020839B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" name="pg288">
                <a:extLst>
                  <a:ext uri="{FF2B5EF4-FFF2-40B4-BE49-F238E27FC236}">
                    <a16:creationId xmlns:a16="http://schemas.microsoft.com/office/drawing/2014/main" id="{BF2A7569-9018-31B1-102B-07283DBAF1D7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" name="pg289">
                <a:extLst>
                  <a:ext uri="{FF2B5EF4-FFF2-40B4-BE49-F238E27FC236}">
                    <a16:creationId xmlns:a16="http://schemas.microsoft.com/office/drawing/2014/main" id="{8AB0D3F9-5B09-FE4F-9180-2AE4DB0331D9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" name="pg290">
                <a:extLst>
                  <a:ext uri="{FF2B5EF4-FFF2-40B4-BE49-F238E27FC236}">
                    <a16:creationId xmlns:a16="http://schemas.microsoft.com/office/drawing/2014/main" id="{10B29941-2E91-6B68-7FDF-FA8626E3452F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" name="pg291">
                <a:extLst>
                  <a:ext uri="{FF2B5EF4-FFF2-40B4-BE49-F238E27FC236}">
                    <a16:creationId xmlns:a16="http://schemas.microsoft.com/office/drawing/2014/main" id="{FC443B48-D5FC-5736-3EF4-3AEBF8B51693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" name="pg292">
                <a:extLst>
                  <a:ext uri="{FF2B5EF4-FFF2-40B4-BE49-F238E27FC236}">
                    <a16:creationId xmlns:a16="http://schemas.microsoft.com/office/drawing/2014/main" id="{573EF9D6-84AF-5F03-2921-2212F4B269F2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" name="pg293">
                <a:extLst>
                  <a:ext uri="{FF2B5EF4-FFF2-40B4-BE49-F238E27FC236}">
                    <a16:creationId xmlns:a16="http://schemas.microsoft.com/office/drawing/2014/main" id="{12806AA1-BE61-9F85-942E-25E726352A31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" name="pg294">
                <a:extLst>
                  <a:ext uri="{FF2B5EF4-FFF2-40B4-BE49-F238E27FC236}">
                    <a16:creationId xmlns:a16="http://schemas.microsoft.com/office/drawing/2014/main" id="{1B6E73F6-383F-6FD6-879A-9C3940BA74D4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" name="pg295">
                <a:extLst>
                  <a:ext uri="{FF2B5EF4-FFF2-40B4-BE49-F238E27FC236}">
                    <a16:creationId xmlns:a16="http://schemas.microsoft.com/office/drawing/2014/main" id="{951222D5-AED8-62BC-071E-EA0D03F74DD9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" name="pg296">
                <a:extLst>
                  <a:ext uri="{FF2B5EF4-FFF2-40B4-BE49-F238E27FC236}">
                    <a16:creationId xmlns:a16="http://schemas.microsoft.com/office/drawing/2014/main" id="{9A06BE86-EFC8-0596-14D4-3AF76826D635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" name="pg297">
                <a:extLst>
                  <a:ext uri="{FF2B5EF4-FFF2-40B4-BE49-F238E27FC236}">
                    <a16:creationId xmlns:a16="http://schemas.microsoft.com/office/drawing/2014/main" id="{881C7B6B-3938-65DA-5A8C-950F44831CEC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" name="pg298">
                <a:extLst>
                  <a:ext uri="{FF2B5EF4-FFF2-40B4-BE49-F238E27FC236}">
                    <a16:creationId xmlns:a16="http://schemas.microsoft.com/office/drawing/2014/main" id="{B6CF0A2B-FB8B-73B3-7C35-4AF9A2887D67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" name="pg299">
                <a:extLst>
                  <a:ext uri="{FF2B5EF4-FFF2-40B4-BE49-F238E27FC236}">
                    <a16:creationId xmlns:a16="http://schemas.microsoft.com/office/drawing/2014/main" id="{F385EC9E-5994-D416-FD5C-7551C437F436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" name="pg300">
                <a:extLst>
                  <a:ext uri="{FF2B5EF4-FFF2-40B4-BE49-F238E27FC236}">
                    <a16:creationId xmlns:a16="http://schemas.microsoft.com/office/drawing/2014/main" id="{01392F8A-90FA-E8C8-2668-7F1DE95E5C0A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" name="pg301">
                <a:extLst>
                  <a:ext uri="{FF2B5EF4-FFF2-40B4-BE49-F238E27FC236}">
                    <a16:creationId xmlns:a16="http://schemas.microsoft.com/office/drawing/2014/main" id="{F1AB02DE-2A00-413A-9BCF-4CB9B3676C3B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" name="pg302">
                <a:extLst>
                  <a:ext uri="{FF2B5EF4-FFF2-40B4-BE49-F238E27FC236}">
                    <a16:creationId xmlns:a16="http://schemas.microsoft.com/office/drawing/2014/main" id="{D71D48CB-E68D-21C7-6A5D-A97F37746C54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" name="pg303">
                <a:extLst>
                  <a:ext uri="{FF2B5EF4-FFF2-40B4-BE49-F238E27FC236}">
                    <a16:creationId xmlns:a16="http://schemas.microsoft.com/office/drawing/2014/main" id="{AE788EEA-16D8-6200-A9B0-1B119810A766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" name="pg304">
                <a:extLst>
                  <a:ext uri="{FF2B5EF4-FFF2-40B4-BE49-F238E27FC236}">
                    <a16:creationId xmlns:a16="http://schemas.microsoft.com/office/drawing/2014/main" id="{E7C8D42B-6152-F38B-A684-E4CEED02829D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" name="pg305">
                <a:extLst>
                  <a:ext uri="{FF2B5EF4-FFF2-40B4-BE49-F238E27FC236}">
                    <a16:creationId xmlns:a16="http://schemas.microsoft.com/office/drawing/2014/main" id="{D88C2E7E-14A2-FDDA-A51B-C79989F21F3D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" name="pg306">
                <a:extLst>
                  <a:ext uri="{FF2B5EF4-FFF2-40B4-BE49-F238E27FC236}">
                    <a16:creationId xmlns:a16="http://schemas.microsoft.com/office/drawing/2014/main" id="{BD0DAA37-C4AD-4331-4A63-73DD229EC3F5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" name="pg307">
                <a:extLst>
                  <a:ext uri="{FF2B5EF4-FFF2-40B4-BE49-F238E27FC236}">
                    <a16:creationId xmlns:a16="http://schemas.microsoft.com/office/drawing/2014/main" id="{E6BE089E-CF5D-C242-643E-577026E83201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" name="pg308">
                <a:extLst>
                  <a:ext uri="{FF2B5EF4-FFF2-40B4-BE49-F238E27FC236}">
                    <a16:creationId xmlns:a16="http://schemas.microsoft.com/office/drawing/2014/main" id="{A9C9112F-37C1-82C1-34DC-E93058482316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" name="pg309">
                <a:extLst>
                  <a:ext uri="{FF2B5EF4-FFF2-40B4-BE49-F238E27FC236}">
                    <a16:creationId xmlns:a16="http://schemas.microsoft.com/office/drawing/2014/main" id="{D1C652A4-235D-88C6-3D96-A4A5E74EA4F0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" name="pg310">
                <a:extLst>
                  <a:ext uri="{FF2B5EF4-FFF2-40B4-BE49-F238E27FC236}">
                    <a16:creationId xmlns:a16="http://schemas.microsoft.com/office/drawing/2014/main" id="{7BF2C5EE-68E4-B275-98E3-EBA09BF1C695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" name="pg311">
                <a:extLst>
                  <a:ext uri="{FF2B5EF4-FFF2-40B4-BE49-F238E27FC236}">
                    <a16:creationId xmlns:a16="http://schemas.microsoft.com/office/drawing/2014/main" id="{887DC4AF-443E-45D5-EBA2-5F7094C27F76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" name="pg312">
                <a:extLst>
                  <a:ext uri="{FF2B5EF4-FFF2-40B4-BE49-F238E27FC236}">
                    <a16:creationId xmlns:a16="http://schemas.microsoft.com/office/drawing/2014/main" id="{56D00455-6D7C-DE45-0DC6-5C6826A2BA3D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" name="pg313">
                <a:extLst>
                  <a:ext uri="{FF2B5EF4-FFF2-40B4-BE49-F238E27FC236}">
                    <a16:creationId xmlns:a16="http://schemas.microsoft.com/office/drawing/2014/main" id="{ABD7FA5B-8241-E967-59A4-5D7A88533A5C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" name="pg314">
                <a:extLst>
                  <a:ext uri="{FF2B5EF4-FFF2-40B4-BE49-F238E27FC236}">
                    <a16:creationId xmlns:a16="http://schemas.microsoft.com/office/drawing/2014/main" id="{89F0FB91-0A4C-8964-4BEE-09FAC8756874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" name="pg315">
                <a:extLst>
                  <a:ext uri="{FF2B5EF4-FFF2-40B4-BE49-F238E27FC236}">
                    <a16:creationId xmlns:a16="http://schemas.microsoft.com/office/drawing/2014/main" id="{A27F1C46-298F-6501-8BF8-65A843414E49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" name="pg316">
                <a:extLst>
                  <a:ext uri="{FF2B5EF4-FFF2-40B4-BE49-F238E27FC236}">
                    <a16:creationId xmlns:a16="http://schemas.microsoft.com/office/drawing/2014/main" id="{84401801-B941-C987-FBE2-9CF8CA6358E4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" name="pg317">
                <a:extLst>
                  <a:ext uri="{FF2B5EF4-FFF2-40B4-BE49-F238E27FC236}">
                    <a16:creationId xmlns:a16="http://schemas.microsoft.com/office/drawing/2014/main" id="{8717032E-2B7D-C1A7-54B8-AB288E699C22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" name="pg318">
                <a:extLst>
                  <a:ext uri="{FF2B5EF4-FFF2-40B4-BE49-F238E27FC236}">
                    <a16:creationId xmlns:a16="http://schemas.microsoft.com/office/drawing/2014/main" id="{D59C401E-E01D-D5C7-B84C-80430E9152F1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" name="pg319">
                <a:extLst>
                  <a:ext uri="{FF2B5EF4-FFF2-40B4-BE49-F238E27FC236}">
                    <a16:creationId xmlns:a16="http://schemas.microsoft.com/office/drawing/2014/main" id="{03271808-316D-9177-0373-11155555C57B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" name="pg320">
                <a:extLst>
                  <a:ext uri="{FF2B5EF4-FFF2-40B4-BE49-F238E27FC236}">
                    <a16:creationId xmlns:a16="http://schemas.microsoft.com/office/drawing/2014/main" id="{F893E791-3147-554D-A679-8DDA661BE5A8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" name="pg321">
                <a:extLst>
                  <a:ext uri="{FF2B5EF4-FFF2-40B4-BE49-F238E27FC236}">
                    <a16:creationId xmlns:a16="http://schemas.microsoft.com/office/drawing/2014/main" id="{FCA50613-D9CB-C38B-24FE-CA2207AC27F9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" name="pg322">
                <a:extLst>
                  <a:ext uri="{FF2B5EF4-FFF2-40B4-BE49-F238E27FC236}">
                    <a16:creationId xmlns:a16="http://schemas.microsoft.com/office/drawing/2014/main" id="{8CD58EC5-0240-AEF3-F7C3-41AAF2893495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" name="pg323">
                <a:extLst>
                  <a:ext uri="{FF2B5EF4-FFF2-40B4-BE49-F238E27FC236}">
                    <a16:creationId xmlns:a16="http://schemas.microsoft.com/office/drawing/2014/main" id="{7315F1E9-B313-7056-1B9E-E19C2975CD67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" name="pg324">
                <a:extLst>
                  <a:ext uri="{FF2B5EF4-FFF2-40B4-BE49-F238E27FC236}">
                    <a16:creationId xmlns:a16="http://schemas.microsoft.com/office/drawing/2014/main" id="{4BEDC280-3139-0CD4-EA5B-1F15E953ACDD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" name="pg325">
                <a:extLst>
                  <a:ext uri="{FF2B5EF4-FFF2-40B4-BE49-F238E27FC236}">
                    <a16:creationId xmlns:a16="http://schemas.microsoft.com/office/drawing/2014/main" id="{73E63E13-FD7A-D767-6B46-80F5C5354B4B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" name="pg326">
                <a:extLst>
                  <a:ext uri="{FF2B5EF4-FFF2-40B4-BE49-F238E27FC236}">
                    <a16:creationId xmlns:a16="http://schemas.microsoft.com/office/drawing/2014/main" id="{0DC71272-D9F7-0E53-C7B3-F8DA9CC97583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" name="pg327">
                <a:extLst>
                  <a:ext uri="{FF2B5EF4-FFF2-40B4-BE49-F238E27FC236}">
                    <a16:creationId xmlns:a16="http://schemas.microsoft.com/office/drawing/2014/main" id="{1AED7151-4EC5-1F99-6709-DB0DC0A4769A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" name="pg328">
                <a:extLst>
                  <a:ext uri="{FF2B5EF4-FFF2-40B4-BE49-F238E27FC236}">
                    <a16:creationId xmlns:a16="http://schemas.microsoft.com/office/drawing/2014/main" id="{D35D3072-6B59-A655-C91A-83ABE9CD95F1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" name="pg329">
                <a:extLst>
                  <a:ext uri="{FF2B5EF4-FFF2-40B4-BE49-F238E27FC236}">
                    <a16:creationId xmlns:a16="http://schemas.microsoft.com/office/drawing/2014/main" id="{E1EC3469-2719-1219-723A-DC6CEF8CF33D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" name="pg330">
                <a:extLst>
                  <a:ext uri="{FF2B5EF4-FFF2-40B4-BE49-F238E27FC236}">
                    <a16:creationId xmlns:a16="http://schemas.microsoft.com/office/drawing/2014/main" id="{3C5AD05E-FC03-AE18-7B78-813856635902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" name="pg331">
                <a:extLst>
                  <a:ext uri="{FF2B5EF4-FFF2-40B4-BE49-F238E27FC236}">
                    <a16:creationId xmlns:a16="http://schemas.microsoft.com/office/drawing/2014/main" id="{0DEA8096-B510-3D47-ED28-474450D6BDBA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" name="pg332">
                <a:extLst>
                  <a:ext uri="{FF2B5EF4-FFF2-40B4-BE49-F238E27FC236}">
                    <a16:creationId xmlns:a16="http://schemas.microsoft.com/office/drawing/2014/main" id="{1BFCE3F4-0C2D-9CF5-9C8B-0CEF59DEBBE4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" name="pg333">
                <a:extLst>
                  <a:ext uri="{FF2B5EF4-FFF2-40B4-BE49-F238E27FC236}">
                    <a16:creationId xmlns:a16="http://schemas.microsoft.com/office/drawing/2014/main" id="{8B9EE161-CF44-C5FF-A174-FB34F032D774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" name="pg334">
                <a:extLst>
                  <a:ext uri="{FF2B5EF4-FFF2-40B4-BE49-F238E27FC236}">
                    <a16:creationId xmlns:a16="http://schemas.microsoft.com/office/drawing/2014/main" id="{DBCBA784-0399-F29F-E5B1-C46BB29F83C6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" name="pg335">
                <a:extLst>
                  <a:ext uri="{FF2B5EF4-FFF2-40B4-BE49-F238E27FC236}">
                    <a16:creationId xmlns:a16="http://schemas.microsoft.com/office/drawing/2014/main" id="{9CA7FA5F-6250-368C-6975-62F473FA32DA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" name="pg336">
                <a:extLst>
                  <a:ext uri="{FF2B5EF4-FFF2-40B4-BE49-F238E27FC236}">
                    <a16:creationId xmlns:a16="http://schemas.microsoft.com/office/drawing/2014/main" id="{068C36D8-E567-2ACB-C251-D568AAD37ABA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" name="pg337">
                <a:extLst>
                  <a:ext uri="{FF2B5EF4-FFF2-40B4-BE49-F238E27FC236}">
                    <a16:creationId xmlns:a16="http://schemas.microsoft.com/office/drawing/2014/main" id="{53F06D79-EC2C-9491-311F-9C771B7529E6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" name="pg338">
                <a:extLst>
                  <a:ext uri="{FF2B5EF4-FFF2-40B4-BE49-F238E27FC236}">
                    <a16:creationId xmlns:a16="http://schemas.microsoft.com/office/drawing/2014/main" id="{BF82B420-E84D-1A8D-1B32-258B5697ACCD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" name="pg339">
                <a:extLst>
                  <a:ext uri="{FF2B5EF4-FFF2-40B4-BE49-F238E27FC236}">
                    <a16:creationId xmlns:a16="http://schemas.microsoft.com/office/drawing/2014/main" id="{09D0B054-7F7D-270C-032A-0C1CE134E67D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" name="pg340">
                <a:extLst>
                  <a:ext uri="{FF2B5EF4-FFF2-40B4-BE49-F238E27FC236}">
                    <a16:creationId xmlns:a16="http://schemas.microsoft.com/office/drawing/2014/main" id="{878571DA-68FC-4121-D6AB-2434E80758B6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" name="pg341">
                <a:extLst>
                  <a:ext uri="{FF2B5EF4-FFF2-40B4-BE49-F238E27FC236}">
                    <a16:creationId xmlns:a16="http://schemas.microsoft.com/office/drawing/2014/main" id="{4AA02DE6-EEDC-1626-4B60-8A7270A4AD44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" name="pg342">
                <a:extLst>
                  <a:ext uri="{FF2B5EF4-FFF2-40B4-BE49-F238E27FC236}">
                    <a16:creationId xmlns:a16="http://schemas.microsoft.com/office/drawing/2014/main" id="{356FA4CE-F47B-C582-0A50-72CF35C9A700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" name="pg343">
                <a:extLst>
                  <a:ext uri="{FF2B5EF4-FFF2-40B4-BE49-F238E27FC236}">
                    <a16:creationId xmlns:a16="http://schemas.microsoft.com/office/drawing/2014/main" id="{703B8629-1F19-B7D2-5045-B355BD5AEF95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" name="pg344">
                <a:extLst>
                  <a:ext uri="{FF2B5EF4-FFF2-40B4-BE49-F238E27FC236}">
                    <a16:creationId xmlns:a16="http://schemas.microsoft.com/office/drawing/2014/main" id="{0D0F0DAB-1AB9-4088-45E6-9302A4D0C5D0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" name="pg345">
                <a:extLst>
                  <a:ext uri="{FF2B5EF4-FFF2-40B4-BE49-F238E27FC236}">
                    <a16:creationId xmlns:a16="http://schemas.microsoft.com/office/drawing/2014/main" id="{75933E96-5934-335F-4A95-E609C0DF3FF0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" name="pg346">
                <a:extLst>
                  <a:ext uri="{FF2B5EF4-FFF2-40B4-BE49-F238E27FC236}">
                    <a16:creationId xmlns:a16="http://schemas.microsoft.com/office/drawing/2014/main" id="{0D09DE9B-AD11-B1F0-AB9A-9D3BCBB0CA18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" name="pg347">
                <a:extLst>
                  <a:ext uri="{FF2B5EF4-FFF2-40B4-BE49-F238E27FC236}">
                    <a16:creationId xmlns:a16="http://schemas.microsoft.com/office/drawing/2014/main" id="{4638D3D3-29B4-D85E-048C-1D6977121ACF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" name="pg348">
                <a:extLst>
                  <a:ext uri="{FF2B5EF4-FFF2-40B4-BE49-F238E27FC236}">
                    <a16:creationId xmlns:a16="http://schemas.microsoft.com/office/drawing/2014/main" id="{58E115AC-080E-3864-1A61-93162E58AF02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" name="pg349">
                <a:extLst>
                  <a:ext uri="{FF2B5EF4-FFF2-40B4-BE49-F238E27FC236}">
                    <a16:creationId xmlns:a16="http://schemas.microsoft.com/office/drawing/2014/main" id="{7BD5AE7E-A018-6D51-559B-84C44E6FA5DA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" name="pg350">
                <a:extLst>
                  <a:ext uri="{FF2B5EF4-FFF2-40B4-BE49-F238E27FC236}">
                    <a16:creationId xmlns:a16="http://schemas.microsoft.com/office/drawing/2014/main" id="{1D3F0DE1-106C-7994-6F45-B9686A47E7BB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" name="pg351">
                <a:extLst>
                  <a:ext uri="{FF2B5EF4-FFF2-40B4-BE49-F238E27FC236}">
                    <a16:creationId xmlns:a16="http://schemas.microsoft.com/office/drawing/2014/main" id="{A661DE68-1944-E756-FB03-8B2FB275972A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" name="pg352">
                <a:extLst>
                  <a:ext uri="{FF2B5EF4-FFF2-40B4-BE49-F238E27FC236}">
                    <a16:creationId xmlns:a16="http://schemas.microsoft.com/office/drawing/2014/main" id="{5DC5029D-71D0-383E-F2E5-84377A6A1671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" name="pg353">
                <a:extLst>
                  <a:ext uri="{FF2B5EF4-FFF2-40B4-BE49-F238E27FC236}">
                    <a16:creationId xmlns:a16="http://schemas.microsoft.com/office/drawing/2014/main" id="{59BDC82C-AAEE-5CFA-79CB-10FF96C105A2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" name="pg354">
                <a:extLst>
                  <a:ext uri="{FF2B5EF4-FFF2-40B4-BE49-F238E27FC236}">
                    <a16:creationId xmlns:a16="http://schemas.microsoft.com/office/drawing/2014/main" id="{68787EF6-8888-30A7-BA15-569B87F30A9E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" name="pg355">
                <a:extLst>
                  <a:ext uri="{FF2B5EF4-FFF2-40B4-BE49-F238E27FC236}">
                    <a16:creationId xmlns:a16="http://schemas.microsoft.com/office/drawing/2014/main" id="{63ECBDFC-7D56-2D20-BB8A-245E6FA5D9AC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" name="pg356">
                <a:extLst>
                  <a:ext uri="{FF2B5EF4-FFF2-40B4-BE49-F238E27FC236}">
                    <a16:creationId xmlns:a16="http://schemas.microsoft.com/office/drawing/2014/main" id="{7970AF9A-60BA-2B04-08DD-801BB370351D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" name="pg357">
                <a:extLst>
                  <a:ext uri="{FF2B5EF4-FFF2-40B4-BE49-F238E27FC236}">
                    <a16:creationId xmlns:a16="http://schemas.microsoft.com/office/drawing/2014/main" id="{319A4342-CC2A-97E6-5C7B-C596DE32B4E6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" name="pg358">
                <a:extLst>
                  <a:ext uri="{FF2B5EF4-FFF2-40B4-BE49-F238E27FC236}">
                    <a16:creationId xmlns:a16="http://schemas.microsoft.com/office/drawing/2014/main" id="{D60450CE-2BD5-5FE0-447F-DF323594AA26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" name="pg359">
                <a:extLst>
                  <a:ext uri="{FF2B5EF4-FFF2-40B4-BE49-F238E27FC236}">
                    <a16:creationId xmlns:a16="http://schemas.microsoft.com/office/drawing/2014/main" id="{9868E66C-7561-58E2-B2D4-DA7324BAC8EC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" name="pg360">
                <a:extLst>
                  <a:ext uri="{FF2B5EF4-FFF2-40B4-BE49-F238E27FC236}">
                    <a16:creationId xmlns:a16="http://schemas.microsoft.com/office/drawing/2014/main" id="{17BE9E68-15E0-04AB-C802-3FA8B1280CD1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" name="pg361">
                <a:extLst>
                  <a:ext uri="{FF2B5EF4-FFF2-40B4-BE49-F238E27FC236}">
                    <a16:creationId xmlns:a16="http://schemas.microsoft.com/office/drawing/2014/main" id="{4D7850AC-D5CC-60E9-4DE2-0BF6BD719344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" name="pg362">
                <a:extLst>
                  <a:ext uri="{FF2B5EF4-FFF2-40B4-BE49-F238E27FC236}">
                    <a16:creationId xmlns:a16="http://schemas.microsoft.com/office/drawing/2014/main" id="{E9E775B1-4D86-A3E9-8B11-599996780A89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" name="pg363">
                <a:extLst>
                  <a:ext uri="{FF2B5EF4-FFF2-40B4-BE49-F238E27FC236}">
                    <a16:creationId xmlns:a16="http://schemas.microsoft.com/office/drawing/2014/main" id="{36A548DD-68D2-45E0-07D0-C45988932927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" name="pg364">
                <a:extLst>
                  <a:ext uri="{FF2B5EF4-FFF2-40B4-BE49-F238E27FC236}">
                    <a16:creationId xmlns:a16="http://schemas.microsoft.com/office/drawing/2014/main" id="{562646BC-0E1D-8037-2618-88F38EBBFC47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" name="pg365">
                <a:extLst>
                  <a:ext uri="{FF2B5EF4-FFF2-40B4-BE49-F238E27FC236}">
                    <a16:creationId xmlns:a16="http://schemas.microsoft.com/office/drawing/2014/main" id="{3CA5A3EB-2BA9-87CD-7144-FBA763A6FDBF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" name="pg366">
                <a:extLst>
                  <a:ext uri="{FF2B5EF4-FFF2-40B4-BE49-F238E27FC236}">
                    <a16:creationId xmlns:a16="http://schemas.microsoft.com/office/drawing/2014/main" id="{054680E4-F296-65F1-B899-9789CFB1ADEE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" name="pg367">
                <a:extLst>
                  <a:ext uri="{FF2B5EF4-FFF2-40B4-BE49-F238E27FC236}">
                    <a16:creationId xmlns:a16="http://schemas.microsoft.com/office/drawing/2014/main" id="{A1F290A4-E791-8E0A-2B2F-BD146A0A3A37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" name="pg368">
                <a:extLst>
                  <a:ext uri="{FF2B5EF4-FFF2-40B4-BE49-F238E27FC236}">
                    <a16:creationId xmlns:a16="http://schemas.microsoft.com/office/drawing/2014/main" id="{7F157B1D-BA14-1BBF-5E25-DBA3D554F66B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" name="pg369">
                <a:extLst>
                  <a:ext uri="{FF2B5EF4-FFF2-40B4-BE49-F238E27FC236}">
                    <a16:creationId xmlns:a16="http://schemas.microsoft.com/office/drawing/2014/main" id="{A45E8AB2-E773-ADCC-4A25-9B3E58BCBAEE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" name="pg370">
                <a:extLst>
                  <a:ext uri="{FF2B5EF4-FFF2-40B4-BE49-F238E27FC236}">
                    <a16:creationId xmlns:a16="http://schemas.microsoft.com/office/drawing/2014/main" id="{F2097B00-B9D7-8EAB-461A-7E3359D433E9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" name="pg371">
                <a:extLst>
                  <a:ext uri="{FF2B5EF4-FFF2-40B4-BE49-F238E27FC236}">
                    <a16:creationId xmlns:a16="http://schemas.microsoft.com/office/drawing/2014/main" id="{9C2C4D96-4694-349E-7285-CC8916E6FDB7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" name="pg372">
                <a:extLst>
                  <a:ext uri="{FF2B5EF4-FFF2-40B4-BE49-F238E27FC236}">
                    <a16:creationId xmlns:a16="http://schemas.microsoft.com/office/drawing/2014/main" id="{59935426-9CB4-2A25-C6AF-D3AEFB9B19FD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" name="pg373">
                <a:extLst>
                  <a:ext uri="{FF2B5EF4-FFF2-40B4-BE49-F238E27FC236}">
                    <a16:creationId xmlns:a16="http://schemas.microsoft.com/office/drawing/2014/main" id="{B68306EA-B71C-22E8-9433-B6EDB7CE1059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" name="pg374">
                <a:extLst>
                  <a:ext uri="{FF2B5EF4-FFF2-40B4-BE49-F238E27FC236}">
                    <a16:creationId xmlns:a16="http://schemas.microsoft.com/office/drawing/2014/main" id="{7751DFC9-84DA-262F-9959-C5A449E012B3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" name="pg375">
                <a:extLst>
                  <a:ext uri="{FF2B5EF4-FFF2-40B4-BE49-F238E27FC236}">
                    <a16:creationId xmlns:a16="http://schemas.microsoft.com/office/drawing/2014/main" id="{CF2180D0-4F63-EA0A-9B05-64636AA3C247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" name="pg376">
                <a:extLst>
                  <a:ext uri="{FF2B5EF4-FFF2-40B4-BE49-F238E27FC236}">
                    <a16:creationId xmlns:a16="http://schemas.microsoft.com/office/drawing/2014/main" id="{4BC41DA0-F09F-4AF4-77C3-5A9D42F7FC58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" name="pg377">
                <a:extLst>
                  <a:ext uri="{FF2B5EF4-FFF2-40B4-BE49-F238E27FC236}">
                    <a16:creationId xmlns:a16="http://schemas.microsoft.com/office/drawing/2014/main" id="{2EB64621-AEE3-BC88-2D9F-A1EC57C73CC4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" name="pg378">
                <a:extLst>
                  <a:ext uri="{FF2B5EF4-FFF2-40B4-BE49-F238E27FC236}">
                    <a16:creationId xmlns:a16="http://schemas.microsoft.com/office/drawing/2014/main" id="{79F25787-8944-90F3-7D38-382CDB1B0954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" name="pg379">
                <a:extLst>
                  <a:ext uri="{FF2B5EF4-FFF2-40B4-BE49-F238E27FC236}">
                    <a16:creationId xmlns:a16="http://schemas.microsoft.com/office/drawing/2014/main" id="{BDC9E489-5F62-D4B6-BFAA-E5CFFE7A624A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" name="pg380">
                <a:extLst>
                  <a:ext uri="{FF2B5EF4-FFF2-40B4-BE49-F238E27FC236}">
                    <a16:creationId xmlns:a16="http://schemas.microsoft.com/office/drawing/2014/main" id="{AF9E6320-3039-1228-F979-8608177AAB77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" name="pg381">
                <a:extLst>
                  <a:ext uri="{FF2B5EF4-FFF2-40B4-BE49-F238E27FC236}">
                    <a16:creationId xmlns:a16="http://schemas.microsoft.com/office/drawing/2014/main" id="{25492E42-279C-97E0-B64B-7D56E71ECD7D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" name="pg382">
                <a:extLst>
                  <a:ext uri="{FF2B5EF4-FFF2-40B4-BE49-F238E27FC236}">
                    <a16:creationId xmlns:a16="http://schemas.microsoft.com/office/drawing/2014/main" id="{35D7DB9D-213A-B1F1-8C88-80585166B464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" name="pg383">
                <a:extLst>
                  <a:ext uri="{FF2B5EF4-FFF2-40B4-BE49-F238E27FC236}">
                    <a16:creationId xmlns:a16="http://schemas.microsoft.com/office/drawing/2014/main" id="{DEB44962-1865-E359-8894-B8A619733F6C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" name="pg384">
                <a:extLst>
                  <a:ext uri="{FF2B5EF4-FFF2-40B4-BE49-F238E27FC236}">
                    <a16:creationId xmlns:a16="http://schemas.microsoft.com/office/drawing/2014/main" id="{68BF43B0-3257-718B-5471-1B79FADC21B3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" name="pg385">
                <a:extLst>
                  <a:ext uri="{FF2B5EF4-FFF2-40B4-BE49-F238E27FC236}">
                    <a16:creationId xmlns:a16="http://schemas.microsoft.com/office/drawing/2014/main" id="{ABAEEEEC-FCE6-D7BA-F941-F3477B9591C3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" name="pg386">
                <a:extLst>
                  <a:ext uri="{FF2B5EF4-FFF2-40B4-BE49-F238E27FC236}">
                    <a16:creationId xmlns:a16="http://schemas.microsoft.com/office/drawing/2014/main" id="{5E0CEC22-7F89-7AB0-89CD-CD27B71949B6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" name="pg387">
                <a:extLst>
                  <a:ext uri="{FF2B5EF4-FFF2-40B4-BE49-F238E27FC236}">
                    <a16:creationId xmlns:a16="http://schemas.microsoft.com/office/drawing/2014/main" id="{D888FC1E-9871-DDB9-8E92-A58D96D88AD0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" name="pg388">
                <a:extLst>
                  <a:ext uri="{FF2B5EF4-FFF2-40B4-BE49-F238E27FC236}">
                    <a16:creationId xmlns:a16="http://schemas.microsoft.com/office/drawing/2014/main" id="{ACD5474E-B267-A674-2C19-D74DAC78E3A4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" name="pg389">
                <a:extLst>
                  <a:ext uri="{FF2B5EF4-FFF2-40B4-BE49-F238E27FC236}">
                    <a16:creationId xmlns:a16="http://schemas.microsoft.com/office/drawing/2014/main" id="{87CA1F3B-607A-1F46-CC29-F971195F3283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" name="pg390">
                <a:extLst>
                  <a:ext uri="{FF2B5EF4-FFF2-40B4-BE49-F238E27FC236}">
                    <a16:creationId xmlns:a16="http://schemas.microsoft.com/office/drawing/2014/main" id="{992AD8F4-7F7D-3384-8044-E26E58281DA6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" name="pg391">
                <a:extLst>
                  <a:ext uri="{FF2B5EF4-FFF2-40B4-BE49-F238E27FC236}">
                    <a16:creationId xmlns:a16="http://schemas.microsoft.com/office/drawing/2014/main" id="{A99024EF-C429-A3C6-C7B3-8147169AAC37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" name="pg392">
                <a:extLst>
                  <a:ext uri="{FF2B5EF4-FFF2-40B4-BE49-F238E27FC236}">
                    <a16:creationId xmlns:a16="http://schemas.microsoft.com/office/drawing/2014/main" id="{5882A6D5-064E-0080-13FE-1DB755BDA746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" name="pg393">
                <a:extLst>
                  <a:ext uri="{FF2B5EF4-FFF2-40B4-BE49-F238E27FC236}">
                    <a16:creationId xmlns:a16="http://schemas.microsoft.com/office/drawing/2014/main" id="{62DB79E5-ADB3-AE04-B46B-0A53F75754BD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" name="pg394">
                <a:extLst>
                  <a:ext uri="{FF2B5EF4-FFF2-40B4-BE49-F238E27FC236}">
                    <a16:creationId xmlns:a16="http://schemas.microsoft.com/office/drawing/2014/main" id="{C9A926A2-8D42-BD0A-2ACC-1C8D516B7357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" name="pg395">
                <a:extLst>
                  <a:ext uri="{FF2B5EF4-FFF2-40B4-BE49-F238E27FC236}">
                    <a16:creationId xmlns:a16="http://schemas.microsoft.com/office/drawing/2014/main" id="{7B24BD50-4356-8728-C3CA-462872661AC6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" name="pg396">
                <a:extLst>
                  <a:ext uri="{FF2B5EF4-FFF2-40B4-BE49-F238E27FC236}">
                    <a16:creationId xmlns:a16="http://schemas.microsoft.com/office/drawing/2014/main" id="{B61E4835-8553-06D9-C105-CB25DEE5CC67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" name="pg397">
                <a:extLst>
                  <a:ext uri="{FF2B5EF4-FFF2-40B4-BE49-F238E27FC236}">
                    <a16:creationId xmlns:a16="http://schemas.microsoft.com/office/drawing/2014/main" id="{1A26B50A-8C87-9F2A-D0F7-44BB0BF20154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" name="pg398">
                <a:extLst>
                  <a:ext uri="{FF2B5EF4-FFF2-40B4-BE49-F238E27FC236}">
                    <a16:creationId xmlns:a16="http://schemas.microsoft.com/office/drawing/2014/main" id="{283B5BC8-7F96-5B7F-4FBE-16B77BC328AF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" name="pg399">
                <a:extLst>
                  <a:ext uri="{FF2B5EF4-FFF2-40B4-BE49-F238E27FC236}">
                    <a16:creationId xmlns:a16="http://schemas.microsoft.com/office/drawing/2014/main" id="{3109510F-454F-F895-E4AD-32B937089E32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" name="pg400">
                <a:extLst>
                  <a:ext uri="{FF2B5EF4-FFF2-40B4-BE49-F238E27FC236}">
                    <a16:creationId xmlns:a16="http://schemas.microsoft.com/office/drawing/2014/main" id="{6F8C0321-A63A-8C37-B582-5B2C2D0729B2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" name="pg401">
                <a:extLst>
                  <a:ext uri="{FF2B5EF4-FFF2-40B4-BE49-F238E27FC236}">
                    <a16:creationId xmlns:a16="http://schemas.microsoft.com/office/drawing/2014/main" id="{1955A262-9DCE-2554-EE5F-69B795D1FF0D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" name="pg402">
                <a:extLst>
                  <a:ext uri="{FF2B5EF4-FFF2-40B4-BE49-F238E27FC236}">
                    <a16:creationId xmlns:a16="http://schemas.microsoft.com/office/drawing/2014/main" id="{53010C65-9257-69D0-2E31-DECC57E11A3D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" name="pg403">
                <a:extLst>
                  <a:ext uri="{FF2B5EF4-FFF2-40B4-BE49-F238E27FC236}">
                    <a16:creationId xmlns:a16="http://schemas.microsoft.com/office/drawing/2014/main" id="{83BD218B-DE17-4695-46F6-66A76DB0FD6B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" name="pg404">
                <a:extLst>
                  <a:ext uri="{FF2B5EF4-FFF2-40B4-BE49-F238E27FC236}">
                    <a16:creationId xmlns:a16="http://schemas.microsoft.com/office/drawing/2014/main" id="{3D55C524-A562-6B24-FC31-DB037F13E97B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" name="pg405">
                <a:extLst>
                  <a:ext uri="{FF2B5EF4-FFF2-40B4-BE49-F238E27FC236}">
                    <a16:creationId xmlns:a16="http://schemas.microsoft.com/office/drawing/2014/main" id="{1F246C90-7097-0009-9DC7-4D7051F2BFF8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" name="pg406">
                <a:extLst>
                  <a:ext uri="{FF2B5EF4-FFF2-40B4-BE49-F238E27FC236}">
                    <a16:creationId xmlns:a16="http://schemas.microsoft.com/office/drawing/2014/main" id="{14950629-FBBD-2F0F-F348-C1AC3D5378E3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" name="pg407">
                <a:extLst>
                  <a:ext uri="{FF2B5EF4-FFF2-40B4-BE49-F238E27FC236}">
                    <a16:creationId xmlns:a16="http://schemas.microsoft.com/office/drawing/2014/main" id="{4D042594-EAE2-A8E0-44B1-069C880D5CD2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" name="pg408">
                <a:extLst>
                  <a:ext uri="{FF2B5EF4-FFF2-40B4-BE49-F238E27FC236}">
                    <a16:creationId xmlns:a16="http://schemas.microsoft.com/office/drawing/2014/main" id="{D3410CEC-BFC8-E5C3-B0C0-A28F8E7AAB5E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" name="pg409">
                <a:extLst>
                  <a:ext uri="{FF2B5EF4-FFF2-40B4-BE49-F238E27FC236}">
                    <a16:creationId xmlns:a16="http://schemas.microsoft.com/office/drawing/2014/main" id="{1BA962B8-E926-0435-E754-92338E7FB130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" name="pg410">
                <a:extLst>
                  <a:ext uri="{FF2B5EF4-FFF2-40B4-BE49-F238E27FC236}">
                    <a16:creationId xmlns:a16="http://schemas.microsoft.com/office/drawing/2014/main" id="{E5C5C09A-FFD3-1F83-B384-1190FE5573C4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" name="pg411">
                <a:extLst>
                  <a:ext uri="{FF2B5EF4-FFF2-40B4-BE49-F238E27FC236}">
                    <a16:creationId xmlns:a16="http://schemas.microsoft.com/office/drawing/2014/main" id="{682533A8-9388-66C5-6407-022164B9388A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" name="pg412">
                <a:extLst>
                  <a:ext uri="{FF2B5EF4-FFF2-40B4-BE49-F238E27FC236}">
                    <a16:creationId xmlns:a16="http://schemas.microsoft.com/office/drawing/2014/main" id="{1309372C-319B-534B-D120-41DC7CD44B7D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" name="pg413">
                <a:extLst>
                  <a:ext uri="{FF2B5EF4-FFF2-40B4-BE49-F238E27FC236}">
                    <a16:creationId xmlns:a16="http://schemas.microsoft.com/office/drawing/2014/main" id="{CB0A0C15-BACA-8A56-AFFD-66435623F6FE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" name="pg414">
                <a:extLst>
                  <a:ext uri="{FF2B5EF4-FFF2-40B4-BE49-F238E27FC236}">
                    <a16:creationId xmlns:a16="http://schemas.microsoft.com/office/drawing/2014/main" id="{9CA11B38-B39A-AD19-E3EF-3DC69932A4F8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" name="pg415">
                <a:extLst>
                  <a:ext uri="{FF2B5EF4-FFF2-40B4-BE49-F238E27FC236}">
                    <a16:creationId xmlns:a16="http://schemas.microsoft.com/office/drawing/2014/main" id="{8942DD96-24E5-8CFC-31BF-B7E9FCE02860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" name="pg416">
                <a:extLst>
                  <a:ext uri="{FF2B5EF4-FFF2-40B4-BE49-F238E27FC236}">
                    <a16:creationId xmlns:a16="http://schemas.microsoft.com/office/drawing/2014/main" id="{8F06560B-9956-633A-ED99-17C74BBA6071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" name="pg417">
                <a:extLst>
                  <a:ext uri="{FF2B5EF4-FFF2-40B4-BE49-F238E27FC236}">
                    <a16:creationId xmlns:a16="http://schemas.microsoft.com/office/drawing/2014/main" id="{669DD8B2-2D74-401E-F92D-852038D9FF24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" name="pg418">
                <a:extLst>
                  <a:ext uri="{FF2B5EF4-FFF2-40B4-BE49-F238E27FC236}">
                    <a16:creationId xmlns:a16="http://schemas.microsoft.com/office/drawing/2014/main" id="{22657765-2A6E-C677-45BB-706F04E67687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" name="pg419">
                <a:extLst>
                  <a:ext uri="{FF2B5EF4-FFF2-40B4-BE49-F238E27FC236}">
                    <a16:creationId xmlns:a16="http://schemas.microsoft.com/office/drawing/2014/main" id="{62B6BBD2-A65B-F603-707B-B1B9DE644964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" name="pg420">
                <a:extLst>
                  <a:ext uri="{FF2B5EF4-FFF2-40B4-BE49-F238E27FC236}">
                    <a16:creationId xmlns:a16="http://schemas.microsoft.com/office/drawing/2014/main" id="{0DB088E2-131C-0E7E-CA8C-18C7C73A05DF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" name="pg421">
                <a:extLst>
                  <a:ext uri="{FF2B5EF4-FFF2-40B4-BE49-F238E27FC236}">
                    <a16:creationId xmlns:a16="http://schemas.microsoft.com/office/drawing/2014/main" id="{92B66F20-D45E-37C6-720F-0F6974987B07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" name="pg422">
                <a:extLst>
                  <a:ext uri="{FF2B5EF4-FFF2-40B4-BE49-F238E27FC236}">
                    <a16:creationId xmlns:a16="http://schemas.microsoft.com/office/drawing/2014/main" id="{D8F79CEA-DFE8-379E-1890-680EA132DFFF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" name="pg423">
                <a:extLst>
                  <a:ext uri="{FF2B5EF4-FFF2-40B4-BE49-F238E27FC236}">
                    <a16:creationId xmlns:a16="http://schemas.microsoft.com/office/drawing/2014/main" id="{456090AD-02FE-A70E-05AC-521F7E738CCA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" name="pg424">
                <a:extLst>
                  <a:ext uri="{FF2B5EF4-FFF2-40B4-BE49-F238E27FC236}">
                    <a16:creationId xmlns:a16="http://schemas.microsoft.com/office/drawing/2014/main" id="{5440D6BC-E91C-5343-9566-C65998DEDAC5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" name="pg425">
                <a:extLst>
                  <a:ext uri="{FF2B5EF4-FFF2-40B4-BE49-F238E27FC236}">
                    <a16:creationId xmlns:a16="http://schemas.microsoft.com/office/drawing/2014/main" id="{B9BFACED-382B-8DE5-C772-A1A826C50F44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" name="pg426">
                <a:extLst>
                  <a:ext uri="{FF2B5EF4-FFF2-40B4-BE49-F238E27FC236}">
                    <a16:creationId xmlns:a16="http://schemas.microsoft.com/office/drawing/2014/main" id="{31334064-E765-FD77-14B3-CE0287BA4A1D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" name="pg427">
                <a:extLst>
                  <a:ext uri="{FF2B5EF4-FFF2-40B4-BE49-F238E27FC236}">
                    <a16:creationId xmlns:a16="http://schemas.microsoft.com/office/drawing/2014/main" id="{9B06852C-FBB3-AE3F-6C92-50F0E0B412D4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" name="pg428">
                <a:extLst>
                  <a:ext uri="{FF2B5EF4-FFF2-40B4-BE49-F238E27FC236}">
                    <a16:creationId xmlns:a16="http://schemas.microsoft.com/office/drawing/2014/main" id="{B8018523-BB70-10F1-5246-D336BFAB2033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" name="pg429">
                <a:extLst>
                  <a:ext uri="{FF2B5EF4-FFF2-40B4-BE49-F238E27FC236}">
                    <a16:creationId xmlns:a16="http://schemas.microsoft.com/office/drawing/2014/main" id="{855AE228-BD72-34DF-9BE9-90EB8D192B4C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" name="pg430">
                <a:extLst>
                  <a:ext uri="{FF2B5EF4-FFF2-40B4-BE49-F238E27FC236}">
                    <a16:creationId xmlns:a16="http://schemas.microsoft.com/office/drawing/2014/main" id="{7E86B140-5124-7C37-8CFE-C95DFCA13853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" name="pg431">
                <a:extLst>
                  <a:ext uri="{FF2B5EF4-FFF2-40B4-BE49-F238E27FC236}">
                    <a16:creationId xmlns:a16="http://schemas.microsoft.com/office/drawing/2014/main" id="{7F9E05C4-CDB8-0BF9-5368-4BD5F05FEC5E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" name="pg432">
                <a:extLst>
                  <a:ext uri="{FF2B5EF4-FFF2-40B4-BE49-F238E27FC236}">
                    <a16:creationId xmlns:a16="http://schemas.microsoft.com/office/drawing/2014/main" id="{86F1A228-71B0-2AF9-FDDA-C31083D473E2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" name="pg433">
                <a:extLst>
                  <a:ext uri="{FF2B5EF4-FFF2-40B4-BE49-F238E27FC236}">
                    <a16:creationId xmlns:a16="http://schemas.microsoft.com/office/drawing/2014/main" id="{6B4D4476-A720-A62C-3599-A447CBC982A6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" name="pg434">
                <a:extLst>
                  <a:ext uri="{FF2B5EF4-FFF2-40B4-BE49-F238E27FC236}">
                    <a16:creationId xmlns:a16="http://schemas.microsoft.com/office/drawing/2014/main" id="{E2DF1609-3C74-B5F6-B7B7-FD87ED47DE7E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" name="pg435">
                <a:extLst>
                  <a:ext uri="{FF2B5EF4-FFF2-40B4-BE49-F238E27FC236}">
                    <a16:creationId xmlns:a16="http://schemas.microsoft.com/office/drawing/2014/main" id="{19FD05BA-5053-02B9-A740-D86BB621F54F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" name="pg436">
                <a:extLst>
                  <a:ext uri="{FF2B5EF4-FFF2-40B4-BE49-F238E27FC236}">
                    <a16:creationId xmlns:a16="http://schemas.microsoft.com/office/drawing/2014/main" id="{0B76EDD1-077D-1361-8D26-D22464ACD413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" name="pg437">
                <a:extLst>
                  <a:ext uri="{FF2B5EF4-FFF2-40B4-BE49-F238E27FC236}">
                    <a16:creationId xmlns:a16="http://schemas.microsoft.com/office/drawing/2014/main" id="{0B99CE0E-6763-D8D2-4E5B-D05415659E4E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" name="pg438">
                <a:extLst>
                  <a:ext uri="{FF2B5EF4-FFF2-40B4-BE49-F238E27FC236}">
                    <a16:creationId xmlns:a16="http://schemas.microsoft.com/office/drawing/2014/main" id="{54D6C49A-6A5B-2FAC-B5D3-A66E221EB0E7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" name="pg439">
                <a:extLst>
                  <a:ext uri="{FF2B5EF4-FFF2-40B4-BE49-F238E27FC236}">
                    <a16:creationId xmlns:a16="http://schemas.microsoft.com/office/drawing/2014/main" id="{09E204FF-7C8F-3AB0-D24D-5C6E3AD5614F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" name="pg440">
                <a:extLst>
                  <a:ext uri="{FF2B5EF4-FFF2-40B4-BE49-F238E27FC236}">
                    <a16:creationId xmlns:a16="http://schemas.microsoft.com/office/drawing/2014/main" id="{BF69531F-4FFC-1C61-CD47-981A7177DA8A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" name="pg441">
                <a:extLst>
                  <a:ext uri="{FF2B5EF4-FFF2-40B4-BE49-F238E27FC236}">
                    <a16:creationId xmlns:a16="http://schemas.microsoft.com/office/drawing/2014/main" id="{E1E9A119-FF99-6229-1DDF-7A596BB1D496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" name="pg442">
                <a:extLst>
                  <a:ext uri="{FF2B5EF4-FFF2-40B4-BE49-F238E27FC236}">
                    <a16:creationId xmlns:a16="http://schemas.microsoft.com/office/drawing/2014/main" id="{C9BC1AB5-BFD8-A5A1-DE4E-574A4C59A333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" name="pg443">
                <a:extLst>
                  <a:ext uri="{FF2B5EF4-FFF2-40B4-BE49-F238E27FC236}">
                    <a16:creationId xmlns:a16="http://schemas.microsoft.com/office/drawing/2014/main" id="{8441B2E4-A6B9-5F7D-DABE-57C56D96CD2F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" name="pg444">
                <a:extLst>
                  <a:ext uri="{FF2B5EF4-FFF2-40B4-BE49-F238E27FC236}">
                    <a16:creationId xmlns:a16="http://schemas.microsoft.com/office/drawing/2014/main" id="{91300C1A-E2B6-E483-C44D-EE33D5F3316D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" name="pg445">
                <a:extLst>
                  <a:ext uri="{FF2B5EF4-FFF2-40B4-BE49-F238E27FC236}">
                    <a16:creationId xmlns:a16="http://schemas.microsoft.com/office/drawing/2014/main" id="{F6E684BD-7A67-EF77-FAF3-6B975492B0C9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" name="pg446">
                <a:extLst>
                  <a:ext uri="{FF2B5EF4-FFF2-40B4-BE49-F238E27FC236}">
                    <a16:creationId xmlns:a16="http://schemas.microsoft.com/office/drawing/2014/main" id="{727D8BEF-4255-F787-D322-409EF992065B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" name="pg447">
                <a:extLst>
                  <a:ext uri="{FF2B5EF4-FFF2-40B4-BE49-F238E27FC236}">
                    <a16:creationId xmlns:a16="http://schemas.microsoft.com/office/drawing/2014/main" id="{0611242F-D0E2-9ADF-645B-8CFE099A71B0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" name="pg448">
                <a:extLst>
                  <a:ext uri="{FF2B5EF4-FFF2-40B4-BE49-F238E27FC236}">
                    <a16:creationId xmlns:a16="http://schemas.microsoft.com/office/drawing/2014/main" id="{0C2F9204-97FD-EA4F-FF3E-54A7F76BD027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" name="pg449">
                <a:extLst>
                  <a:ext uri="{FF2B5EF4-FFF2-40B4-BE49-F238E27FC236}">
                    <a16:creationId xmlns:a16="http://schemas.microsoft.com/office/drawing/2014/main" id="{7FE5A85F-7144-91A4-BCA9-F55E4117A462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" name="pg450">
                <a:extLst>
                  <a:ext uri="{FF2B5EF4-FFF2-40B4-BE49-F238E27FC236}">
                    <a16:creationId xmlns:a16="http://schemas.microsoft.com/office/drawing/2014/main" id="{CA670456-B2B9-F8AA-F174-3BDC5FB0D4A6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" name="pg451">
                <a:extLst>
                  <a:ext uri="{FF2B5EF4-FFF2-40B4-BE49-F238E27FC236}">
                    <a16:creationId xmlns:a16="http://schemas.microsoft.com/office/drawing/2014/main" id="{37C3780D-3426-27D6-A0E3-E1265D34BB62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" name="pg452">
                <a:extLst>
                  <a:ext uri="{FF2B5EF4-FFF2-40B4-BE49-F238E27FC236}">
                    <a16:creationId xmlns:a16="http://schemas.microsoft.com/office/drawing/2014/main" id="{5B286256-FE60-26DF-F038-EB2454E71150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" name="pg453">
                <a:extLst>
                  <a:ext uri="{FF2B5EF4-FFF2-40B4-BE49-F238E27FC236}">
                    <a16:creationId xmlns:a16="http://schemas.microsoft.com/office/drawing/2014/main" id="{7B577B7E-1DE2-6531-8D17-DEA39A7D6FD5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" name="pg454">
                <a:extLst>
                  <a:ext uri="{FF2B5EF4-FFF2-40B4-BE49-F238E27FC236}">
                    <a16:creationId xmlns:a16="http://schemas.microsoft.com/office/drawing/2014/main" id="{7F0AC964-572F-6856-9EEC-86A857297237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" name="pg455">
                <a:extLst>
                  <a:ext uri="{FF2B5EF4-FFF2-40B4-BE49-F238E27FC236}">
                    <a16:creationId xmlns:a16="http://schemas.microsoft.com/office/drawing/2014/main" id="{3F54D445-1FDB-BB77-1C13-D06C17AD1CF6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" name="pg456">
                <a:extLst>
                  <a:ext uri="{FF2B5EF4-FFF2-40B4-BE49-F238E27FC236}">
                    <a16:creationId xmlns:a16="http://schemas.microsoft.com/office/drawing/2014/main" id="{276933A9-2ED3-0036-7FD8-4FB9F2EE46EC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" name="pg457">
                <a:extLst>
                  <a:ext uri="{FF2B5EF4-FFF2-40B4-BE49-F238E27FC236}">
                    <a16:creationId xmlns:a16="http://schemas.microsoft.com/office/drawing/2014/main" id="{97EA1DBA-C032-FB8D-740D-F1F7828E1192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" name="pg458">
                <a:extLst>
                  <a:ext uri="{FF2B5EF4-FFF2-40B4-BE49-F238E27FC236}">
                    <a16:creationId xmlns:a16="http://schemas.microsoft.com/office/drawing/2014/main" id="{6E70500B-3B56-14D8-6B58-7D5EFAABB8F7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" name="pg459">
                <a:extLst>
                  <a:ext uri="{FF2B5EF4-FFF2-40B4-BE49-F238E27FC236}">
                    <a16:creationId xmlns:a16="http://schemas.microsoft.com/office/drawing/2014/main" id="{C6EF1CC0-53F4-5A7D-B2AC-D64F5CDB2C8C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" name="pg460">
                <a:extLst>
                  <a:ext uri="{FF2B5EF4-FFF2-40B4-BE49-F238E27FC236}">
                    <a16:creationId xmlns:a16="http://schemas.microsoft.com/office/drawing/2014/main" id="{F77A7CB4-A3C1-4D0F-7A8C-AF685F6F96FB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" name="pg461">
                <a:extLst>
                  <a:ext uri="{FF2B5EF4-FFF2-40B4-BE49-F238E27FC236}">
                    <a16:creationId xmlns:a16="http://schemas.microsoft.com/office/drawing/2014/main" id="{AD61ABEA-D81E-04D0-71E6-33CDD3094CE7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" name="pg462">
                <a:extLst>
                  <a:ext uri="{FF2B5EF4-FFF2-40B4-BE49-F238E27FC236}">
                    <a16:creationId xmlns:a16="http://schemas.microsoft.com/office/drawing/2014/main" id="{B8A975C2-99B9-CD95-A279-A4081FD0AC8C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" name="pg463">
                <a:extLst>
                  <a:ext uri="{FF2B5EF4-FFF2-40B4-BE49-F238E27FC236}">
                    <a16:creationId xmlns:a16="http://schemas.microsoft.com/office/drawing/2014/main" id="{1D4007A3-263A-78B3-D759-B301705192C1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" name="pg464">
                <a:extLst>
                  <a:ext uri="{FF2B5EF4-FFF2-40B4-BE49-F238E27FC236}">
                    <a16:creationId xmlns:a16="http://schemas.microsoft.com/office/drawing/2014/main" id="{FC1EEF84-F597-73A8-07AE-A673E20B897E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" name="pg465">
                <a:extLst>
                  <a:ext uri="{FF2B5EF4-FFF2-40B4-BE49-F238E27FC236}">
                    <a16:creationId xmlns:a16="http://schemas.microsoft.com/office/drawing/2014/main" id="{8B13DABA-CBD4-54B5-36B6-DD6F3E91679E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" name="pg466">
                <a:extLst>
                  <a:ext uri="{FF2B5EF4-FFF2-40B4-BE49-F238E27FC236}">
                    <a16:creationId xmlns:a16="http://schemas.microsoft.com/office/drawing/2014/main" id="{9D4F52A6-01E9-BF7F-56C0-7693D2B164EB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" name="pg467">
                <a:extLst>
                  <a:ext uri="{FF2B5EF4-FFF2-40B4-BE49-F238E27FC236}">
                    <a16:creationId xmlns:a16="http://schemas.microsoft.com/office/drawing/2014/main" id="{72324C4A-DC5D-AC6F-91E1-6F9860F3338D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" name="pg468">
                <a:extLst>
                  <a:ext uri="{FF2B5EF4-FFF2-40B4-BE49-F238E27FC236}">
                    <a16:creationId xmlns:a16="http://schemas.microsoft.com/office/drawing/2014/main" id="{353E331B-93F3-2FCE-95F7-4406D4C843DC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" name="pg469">
                <a:extLst>
                  <a:ext uri="{FF2B5EF4-FFF2-40B4-BE49-F238E27FC236}">
                    <a16:creationId xmlns:a16="http://schemas.microsoft.com/office/drawing/2014/main" id="{4747A1B6-B70D-981E-55FF-3A1B2F6768E9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" name="pg470">
                <a:extLst>
                  <a:ext uri="{FF2B5EF4-FFF2-40B4-BE49-F238E27FC236}">
                    <a16:creationId xmlns:a16="http://schemas.microsoft.com/office/drawing/2014/main" id="{F5067DA0-6818-5280-B24C-242B534DBC38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" name="pg471">
                <a:extLst>
                  <a:ext uri="{FF2B5EF4-FFF2-40B4-BE49-F238E27FC236}">
                    <a16:creationId xmlns:a16="http://schemas.microsoft.com/office/drawing/2014/main" id="{8DF956C6-0AA1-6195-CDFB-1BAE9DE683B4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" name="pg472">
                <a:extLst>
                  <a:ext uri="{FF2B5EF4-FFF2-40B4-BE49-F238E27FC236}">
                    <a16:creationId xmlns:a16="http://schemas.microsoft.com/office/drawing/2014/main" id="{2DA8F49F-C84A-342F-C409-2DE1CA4E2DD3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" name="pg473">
                <a:extLst>
                  <a:ext uri="{FF2B5EF4-FFF2-40B4-BE49-F238E27FC236}">
                    <a16:creationId xmlns:a16="http://schemas.microsoft.com/office/drawing/2014/main" id="{0275B5B6-F0F5-8851-BDC1-ACE85E550389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" name="pg474">
                <a:extLst>
                  <a:ext uri="{FF2B5EF4-FFF2-40B4-BE49-F238E27FC236}">
                    <a16:creationId xmlns:a16="http://schemas.microsoft.com/office/drawing/2014/main" id="{92EEBF6E-6F17-CCF3-8EF1-677C7A6A37E0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" name="pg475">
                <a:extLst>
                  <a:ext uri="{FF2B5EF4-FFF2-40B4-BE49-F238E27FC236}">
                    <a16:creationId xmlns:a16="http://schemas.microsoft.com/office/drawing/2014/main" id="{62810ED7-40E3-3F27-06C1-8FE164202D9D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" name="pg476">
                <a:extLst>
                  <a:ext uri="{FF2B5EF4-FFF2-40B4-BE49-F238E27FC236}">
                    <a16:creationId xmlns:a16="http://schemas.microsoft.com/office/drawing/2014/main" id="{07B5A8B5-BF5B-BCC6-F731-A48530FD6D0E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" name="pg477">
                <a:extLst>
                  <a:ext uri="{FF2B5EF4-FFF2-40B4-BE49-F238E27FC236}">
                    <a16:creationId xmlns:a16="http://schemas.microsoft.com/office/drawing/2014/main" id="{90E57D39-59AA-2B37-0A71-BDA125AAE0D3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" name="pg478">
                <a:extLst>
                  <a:ext uri="{FF2B5EF4-FFF2-40B4-BE49-F238E27FC236}">
                    <a16:creationId xmlns:a16="http://schemas.microsoft.com/office/drawing/2014/main" id="{A42F106C-60EF-1DBE-36B7-8F763639CFE7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" name="pg479">
                <a:extLst>
                  <a:ext uri="{FF2B5EF4-FFF2-40B4-BE49-F238E27FC236}">
                    <a16:creationId xmlns:a16="http://schemas.microsoft.com/office/drawing/2014/main" id="{D2622FF8-3E3A-6932-89C2-AD73A9F43C1F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" name="pg480">
                <a:extLst>
                  <a:ext uri="{FF2B5EF4-FFF2-40B4-BE49-F238E27FC236}">
                    <a16:creationId xmlns:a16="http://schemas.microsoft.com/office/drawing/2014/main" id="{DCCA9548-CCEE-0F93-0B65-A49E4FDF1E55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" name="pg481">
                <a:extLst>
                  <a:ext uri="{FF2B5EF4-FFF2-40B4-BE49-F238E27FC236}">
                    <a16:creationId xmlns:a16="http://schemas.microsoft.com/office/drawing/2014/main" id="{131840B2-6684-EDED-921E-8DAD070A88AF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" name="pg482">
                <a:extLst>
                  <a:ext uri="{FF2B5EF4-FFF2-40B4-BE49-F238E27FC236}">
                    <a16:creationId xmlns:a16="http://schemas.microsoft.com/office/drawing/2014/main" id="{60AD1237-D4CF-ACDA-2445-2CB65E090DD5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" name="pg483">
                <a:extLst>
                  <a:ext uri="{FF2B5EF4-FFF2-40B4-BE49-F238E27FC236}">
                    <a16:creationId xmlns:a16="http://schemas.microsoft.com/office/drawing/2014/main" id="{61F01BD9-0F3D-F93D-1F67-30336EB85500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" name="pg484">
                <a:extLst>
                  <a:ext uri="{FF2B5EF4-FFF2-40B4-BE49-F238E27FC236}">
                    <a16:creationId xmlns:a16="http://schemas.microsoft.com/office/drawing/2014/main" id="{1E5C48D1-EFC2-2300-A12D-5CEC5AFEC391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" name="pg485">
                <a:extLst>
                  <a:ext uri="{FF2B5EF4-FFF2-40B4-BE49-F238E27FC236}">
                    <a16:creationId xmlns:a16="http://schemas.microsoft.com/office/drawing/2014/main" id="{07D5C95D-CD3E-E9A3-DC36-FC7832D171FB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" name="pg486">
                <a:extLst>
                  <a:ext uri="{FF2B5EF4-FFF2-40B4-BE49-F238E27FC236}">
                    <a16:creationId xmlns:a16="http://schemas.microsoft.com/office/drawing/2014/main" id="{17C3A785-E048-66C9-23AE-AEEB6CA6250F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" name="pg487">
                <a:extLst>
                  <a:ext uri="{FF2B5EF4-FFF2-40B4-BE49-F238E27FC236}">
                    <a16:creationId xmlns:a16="http://schemas.microsoft.com/office/drawing/2014/main" id="{542C8B75-0596-A792-E207-6492976B4682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" name="pg488">
                <a:extLst>
                  <a:ext uri="{FF2B5EF4-FFF2-40B4-BE49-F238E27FC236}">
                    <a16:creationId xmlns:a16="http://schemas.microsoft.com/office/drawing/2014/main" id="{2087826A-0DCC-B228-8E4D-E967E70A2DB4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" name="pg489">
                <a:extLst>
                  <a:ext uri="{FF2B5EF4-FFF2-40B4-BE49-F238E27FC236}">
                    <a16:creationId xmlns:a16="http://schemas.microsoft.com/office/drawing/2014/main" id="{7A6F54A1-3178-E942-EFCF-28CC5F07D1F6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" name="pg490">
                <a:extLst>
                  <a:ext uri="{FF2B5EF4-FFF2-40B4-BE49-F238E27FC236}">
                    <a16:creationId xmlns:a16="http://schemas.microsoft.com/office/drawing/2014/main" id="{E9F052B1-30B8-C085-6979-686F4A045E23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" name="pg491">
                <a:extLst>
                  <a:ext uri="{FF2B5EF4-FFF2-40B4-BE49-F238E27FC236}">
                    <a16:creationId xmlns:a16="http://schemas.microsoft.com/office/drawing/2014/main" id="{9F27CA4E-CB45-F253-5EC6-84D1A29AB70D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" name="pg492">
                <a:extLst>
                  <a:ext uri="{FF2B5EF4-FFF2-40B4-BE49-F238E27FC236}">
                    <a16:creationId xmlns:a16="http://schemas.microsoft.com/office/drawing/2014/main" id="{5B351848-ABE7-9F12-7D0A-20746A3D526D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" name="pg493">
                <a:extLst>
                  <a:ext uri="{FF2B5EF4-FFF2-40B4-BE49-F238E27FC236}">
                    <a16:creationId xmlns:a16="http://schemas.microsoft.com/office/drawing/2014/main" id="{2278F8FC-84C6-4EA6-8593-EC198DA757B3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" name="pg494">
                <a:extLst>
                  <a:ext uri="{FF2B5EF4-FFF2-40B4-BE49-F238E27FC236}">
                    <a16:creationId xmlns:a16="http://schemas.microsoft.com/office/drawing/2014/main" id="{65CC48D4-2756-3FD4-65BE-67D3B99D2AA2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" name="pg495">
                <a:extLst>
                  <a:ext uri="{FF2B5EF4-FFF2-40B4-BE49-F238E27FC236}">
                    <a16:creationId xmlns:a16="http://schemas.microsoft.com/office/drawing/2014/main" id="{090EA1CB-A92C-4A60-3472-C02AEA14379A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" name="pg496">
                <a:extLst>
                  <a:ext uri="{FF2B5EF4-FFF2-40B4-BE49-F238E27FC236}">
                    <a16:creationId xmlns:a16="http://schemas.microsoft.com/office/drawing/2014/main" id="{3351A276-2D3C-6D43-FCD0-3E450F321FBB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" name="pg497">
                <a:extLst>
                  <a:ext uri="{FF2B5EF4-FFF2-40B4-BE49-F238E27FC236}">
                    <a16:creationId xmlns:a16="http://schemas.microsoft.com/office/drawing/2014/main" id="{628D1B41-5EE4-5367-7FF6-F18A913CE78E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" name="pg498">
                <a:extLst>
                  <a:ext uri="{FF2B5EF4-FFF2-40B4-BE49-F238E27FC236}">
                    <a16:creationId xmlns:a16="http://schemas.microsoft.com/office/drawing/2014/main" id="{B0F639CD-D06A-A47E-B7D4-068F7CED1895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" name="pg499">
                <a:extLst>
                  <a:ext uri="{FF2B5EF4-FFF2-40B4-BE49-F238E27FC236}">
                    <a16:creationId xmlns:a16="http://schemas.microsoft.com/office/drawing/2014/main" id="{76C2F5E1-87CB-8E24-8BEC-20B40FCAE687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" name="pg500">
                <a:extLst>
                  <a:ext uri="{FF2B5EF4-FFF2-40B4-BE49-F238E27FC236}">
                    <a16:creationId xmlns:a16="http://schemas.microsoft.com/office/drawing/2014/main" id="{966ED9C1-1DA6-9C55-CCFD-129B06D41FF6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" name="pg501">
                <a:extLst>
                  <a:ext uri="{FF2B5EF4-FFF2-40B4-BE49-F238E27FC236}">
                    <a16:creationId xmlns:a16="http://schemas.microsoft.com/office/drawing/2014/main" id="{648CC32D-977E-FBE6-CEFE-7FE0A3471D4C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" name="pg502">
                <a:extLst>
                  <a:ext uri="{FF2B5EF4-FFF2-40B4-BE49-F238E27FC236}">
                    <a16:creationId xmlns:a16="http://schemas.microsoft.com/office/drawing/2014/main" id="{B922C89A-BB54-05A7-5524-8267B346BDDA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" name="pg503">
                <a:extLst>
                  <a:ext uri="{FF2B5EF4-FFF2-40B4-BE49-F238E27FC236}">
                    <a16:creationId xmlns:a16="http://schemas.microsoft.com/office/drawing/2014/main" id="{D348B24C-0EEC-D67B-1ABD-E6A7644E4AB7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" name="pg504">
                <a:extLst>
                  <a:ext uri="{FF2B5EF4-FFF2-40B4-BE49-F238E27FC236}">
                    <a16:creationId xmlns:a16="http://schemas.microsoft.com/office/drawing/2014/main" id="{11B54E05-427B-1D3D-A3C4-036E5EC96BD2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" name="pg505">
                <a:extLst>
                  <a:ext uri="{FF2B5EF4-FFF2-40B4-BE49-F238E27FC236}">
                    <a16:creationId xmlns:a16="http://schemas.microsoft.com/office/drawing/2014/main" id="{E0D4F840-1A1D-0D5F-359A-301C46219955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" name="pg506">
                <a:extLst>
                  <a:ext uri="{FF2B5EF4-FFF2-40B4-BE49-F238E27FC236}">
                    <a16:creationId xmlns:a16="http://schemas.microsoft.com/office/drawing/2014/main" id="{4E59FAFE-0F75-35AA-0D80-173BDE6CCC73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" name="pg507">
                <a:extLst>
                  <a:ext uri="{FF2B5EF4-FFF2-40B4-BE49-F238E27FC236}">
                    <a16:creationId xmlns:a16="http://schemas.microsoft.com/office/drawing/2014/main" id="{2FFD246F-9ED7-31D7-22B2-C3480F940AF5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" name="pg508">
                <a:extLst>
                  <a:ext uri="{FF2B5EF4-FFF2-40B4-BE49-F238E27FC236}">
                    <a16:creationId xmlns:a16="http://schemas.microsoft.com/office/drawing/2014/main" id="{5E670FB4-8C85-7E5D-A2E2-AAF1ED9DD23B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" name="pg509">
                <a:extLst>
                  <a:ext uri="{FF2B5EF4-FFF2-40B4-BE49-F238E27FC236}">
                    <a16:creationId xmlns:a16="http://schemas.microsoft.com/office/drawing/2014/main" id="{AFF3C4E0-59A8-3A5C-696B-8B7137AA8939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" name="pg510">
                <a:extLst>
                  <a:ext uri="{FF2B5EF4-FFF2-40B4-BE49-F238E27FC236}">
                    <a16:creationId xmlns:a16="http://schemas.microsoft.com/office/drawing/2014/main" id="{210E4281-3E40-6ABE-FCFA-5600FEE73096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" name="pg511">
                <a:extLst>
                  <a:ext uri="{FF2B5EF4-FFF2-40B4-BE49-F238E27FC236}">
                    <a16:creationId xmlns:a16="http://schemas.microsoft.com/office/drawing/2014/main" id="{8CA108B0-64B1-F7FB-2A57-A5979CFE9146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" name="pg512">
                <a:extLst>
                  <a:ext uri="{FF2B5EF4-FFF2-40B4-BE49-F238E27FC236}">
                    <a16:creationId xmlns:a16="http://schemas.microsoft.com/office/drawing/2014/main" id="{B87F7B47-96AC-9023-88FA-A283CCD114B6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" name="pg513">
                <a:extLst>
                  <a:ext uri="{FF2B5EF4-FFF2-40B4-BE49-F238E27FC236}">
                    <a16:creationId xmlns:a16="http://schemas.microsoft.com/office/drawing/2014/main" id="{122DC219-493E-9333-3EB5-4A9AD704DD1E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" name="pg514">
                <a:extLst>
                  <a:ext uri="{FF2B5EF4-FFF2-40B4-BE49-F238E27FC236}">
                    <a16:creationId xmlns:a16="http://schemas.microsoft.com/office/drawing/2014/main" id="{EAFC03E5-4BE6-954C-98E8-52A7835FA218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" name="pg515">
                <a:extLst>
                  <a:ext uri="{FF2B5EF4-FFF2-40B4-BE49-F238E27FC236}">
                    <a16:creationId xmlns:a16="http://schemas.microsoft.com/office/drawing/2014/main" id="{147EA301-358A-2830-8B3E-09CD6752EC92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" name="pg516">
                <a:extLst>
                  <a:ext uri="{FF2B5EF4-FFF2-40B4-BE49-F238E27FC236}">
                    <a16:creationId xmlns:a16="http://schemas.microsoft.com/office/drawing/2014/main" id="{003B13DD-F251-643F-89FD-B2ECEA5EFE07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" name="pg517">
                <a:extLst>
                  <a:ext uri="{FF2B5EF4-FFF2-40B4-BE49-F238E27FC236}">
                    <a16:creationId xmlns:a16="http://schemas.microsoft.com/office/drawing/2014/main" id="{5391005E-5039-3B96-F2B4-FD7F4CE3387C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" name="pg518">
                <a:extLst>
                  <a:ext uri="{FF2B5EF4-FFF2-40B4-BE49-F238E27FC236}">
                    <a16:creationId xmlns:a16="http://schemas.microsoft.com/office/drawing/2014/main" id="{F8CF27CB-C8FE-DD75-8C90-D347D5C2C1F2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" name="pg519">
                <a:extLst>
                  <a:ext uri="{FF2B5EF4-FFF2-40B4-BE49-F238E27FC236}">
                    <a16:creationId xmlns:a16="http://schemas.microsoft.com/office/drawing/2014/main" id="{71345230-567B-74D9-C5D1-417FAF295331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" name="pg520">
                <a:extLst>
                  <a:ext uri="{FF2B5EF4-FFF2-40B4-BE49-F238E27FC236}">
                    <a16:creationId xmlns:a16="http://schemas.microsoft.com/office/drawing/2014/main" id="{9BFBD160-B7E5-1F65-5303-38252A63AA3D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" name="pg521">
                <a:extLst>
                  <a:ext uri="{FF2B5EF4-FFF2-40B4-BE49-F238E27FC236}">
                    <a16:creationId xmlns:a16="http://schemas.microsoft.com/office/drawing/2014/main" id="{9B7E7EEE-5962-F004-F834-7074BC25574B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" name="pg522">
                <a:extLst>
                  <a:ext uri="{FF2B5EF4-FFF2-40B4-BE49-F238E27FC236}">
                    <a16:creationId xmlns:a16="http://schemas.microsoft.com/office/drawing/2014/main" id="{3FD415F9-2349-2997-E18A-81E44A68370A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" name="pg523">
                <a:extLst>
                  <a:ext uri="{FF2B5EF4-FFF2-40B4-BE49-F238E27FC236}">
                    <a16:creationId xmlns:a16="http://schemas.microsoft.com/office/drawing/2014/main" id="{67B90BCB-3579-E1E1-BAC7-60A85C7B8E21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" name="pg524">
                <a:extLst>
                  <a:ext uri="{FF2B5EF4-FFF2-40B4-BE49-F238E27FC236}">
                    <a16:creationId xmlns:a16="http://schemas.microsoft.com/office/drawing/2014/main" id="{E22EA4B1-B310-8C29-9171-CB4E2E903E09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" name="pg525">
                <a:extLst>
                  <a:ext uri="{FF2B5EF4-FFF2-40B4-BE49-F238E27FC236}">
                    <a16:creationId xmlns:a16="http://schemas.microsoft.com/office/drawing/2014/main" id="{B05CDAAF-2C13-B4D6-52F5-6EFB9D74F86E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" name="pg526">
                <a:extLst>
                  <a:ext uri="{FF2B5EF4-FFF2-40B4-BE49-F238E27FC236}">
                    <a16:creationId xmlns:a16="http://schemas.microsoft.com/office/drawing/2014/main" id="{79F7BDF5-E106-AD29-540A-46C22F27A1BE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" name="pg527">
                <a:extLst>
                  <a:ext uri="{FF2B5EF4-FFF2-40B4-BE49-F238E27FC236}">
                    <a16:creationId xmlns:a16="http://schemas.microsoft.com/office/drawing/2014/main" id="{DA0F6635-4C58-AA30-B4F9-8558B864732C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" name="pg528">
                <a:extLst>
                  <a:ext uri="{FF2B5EF4-FFF2-40B4-BE49-F238E27FC236}">
                    <a16:creationId xmlns:a16="http://schemas.microsoft.com/office/drawing/2014/main" id="{EE7F1053-7ECE-59DE-44F2-5845E7F43A70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" name="pg529">
                <a:extLst>
                  <a:ext uri="{FF2B5EF4-FFF2-40B4-BE49-F238E27FC236}">
                    <a16:creationId xmlns:a16="http://schemas.microsoft.com/office/drawing/2014/main" id="{EFE2A31C-79E0-D2B9-9576-932AA0AA2E08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" name="pg530">
                <a:extLst>
                  <a:ext uri="{FF2B5EF4-FFF2-40B4-BE49-F238E27FC236}">
                    <a16:creationId xmlns:a16="http://schemas.microsoft.com/office/drawing/2014/main" id="{02726745-D108-D50D-0F73-7CB72B2C8F08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" name="pg531">
                <a:extLst>
                  <a:ext uri="{FF2B5EF4-FFF2-40B4-BE49-F238E27FC236}">
                    <a16:creationId xmlns:a16="http://schemas.microsoft.com/office/drawing/2014/main" id="{452F30D1-83C1-1557-81D6-92F0E9FE0562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" name="pg532">
                <a:extLst>
                  <a:ext uri="{FF2B5EF4-FFF2-40B4-BE49-F238E27FC236}">
                    <a16:creationId xmlns:a16="http://schemas.microsoft.com/office/drawing/2014/main" id="{9BCEF14D-801B-D72D-A359-9D1EDEA6B899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" name="pg533">
                <a:extLst>
                  <a:ext uri="{FF2B5EF4-FFF2-40B4-BE49-F238E27FC236}">
                    <a16:creationId xmlns:a16="http://schemas.microsoft.com/office/drawing/2014/main" id="{A0D94C96-2AF4-C716-BC84-21898876882B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" name="pg534">
                <a:extLst>
                  <a:ext uri="{FF2B5EF4-FFF2-40B4-BE49-F238E27FC236}">
                    <a16:creationId xmlns:a16="http://schemas.microsoft.com/office/drawing/2014/main" id="{AA38B166-0762-3187-3A7C-2FF161EBDB87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" name="pg535">
                <a:extLst>
                  <a:ext uri="{FF2B5EF4-FFF2-40B4-BE49-F238E27FC236}">
                    <a16:creationId xmlns:a16="http://schemas.microsoft.com/office/drawing/2014/main" id="{D148C4A0-78CF-9C01-1DE6-82AF73BBACA7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" name="pg536">
                <a:extLst>
                  <a:ext uri="{FF2B5EF4-FFF2-40B4-BE49-F238E27FC236}">
                    <a16:creationId xmlns:a16="http://schemas.microsoft.com/office/drawing/2014/main" id="{37EA9B0F-2E07-FC1B-C093-C37D6AC742C9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" name="pg537">
                <a:extLst>
                  <a:ext uri="{FF2B5EF4-FFF2-40B4-BE49-F238E27FC236}">
                    <a16:creationId xmlns:a16="http://schemas.microsoft.com/office/drawing/2014/main" id="{D74179F0-FE07-DF02-4DB2-03F58070127D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" name="pg538">
                <a:extLst>
                  <a:ext uri="{FF2B5EF4-FFF2-40B4-BE49-F238E27FC236}">
                    <a16:creationId xmlns:a16="http://schemas.microsoft.com/office/drawing/2014/main" id="{9FC3E15E-58B1-32EB-77C8-B54E622D505C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" name="pg539">
                <a:extLst>
                  <a:ext uri="{FF2B5EF4-FFF2-40B4-BE49-F238E27FC236}">
                    <a16:creationId xmlns:a16="http://schemas.microsoft.com/office/drawing/2014/main" id="{9070870B-DECC-FD79-6185-AD0047EB432A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" name="pg540">
                <a:extLst>
                  <a:ext uri="{FF2B5EF4-FFF2-40B4-BE49-F238E27FC236}">
                    <a16:creationId xmlns:a16="http://schemas.microsoft.com/office/drawing/2014/main" id="{4F01E9D9-10E1-37C4-D19A-4B115D77AC55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" name="pg541">
                <a:extLst>
                  <a:ext uri="{FF2B5EF4-FFF2-40B4-BE49-F238E27FC236}">
                    <a16:creationId xmlns:a16="http://schemas.microsoft.com/office/drawing/2014/main" id="{0FF5C500-F45B-5E7D-BB34-C7C8123B9326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" name="pg542">
                <a:extLst>
                  <a:ext uri="{FF2B5EF4-FFF2-40B4-BE49-F238E27FC236}">
                    <a16:creationId xmlns:a16="http://schemas.microsoft.com/office/drawing/2014/main" id="{156D6222-140D-29EF-F6B4-C17171C37473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" name="pg543">
                <a:extLst>
                  <a:ext uri="{FF2B5EF4-FFF2-40B4-BE49-F238E27FC236}">
                    <a16:creationId xmlns:a16="http://schemas.microsoft.com/office/drawing/2014/main" id="{E0650A7E-97B7-F917-9238-93E839747374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" name="pg544">
                <a:extLst>
                  <a:ext uri="{FF2B5EF4-FFF2-40B4-BE49-F238E27FC236}">
                    <a16:creationId xmlns:a16="http://schemas.microsoft.com/office/drawing/2014/main" id="{FBA104F8-87DE-2F2F-9813-75FA346CCC43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" name="pg545">
                <a:extLst>
                  <a:ext uri="{FF2B5EF4-FFF2-40B4-BE49-F238E27FC236}">
                    <a16:creationId xmlns:a16="http://schemas.microsoft.com/office/drawing/2014/main" id="{F8BB51CE-6FCD-2D0B-EDC5-36DC1A878F88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" name="pg546">
                <a:extLst>
                  <a:ext uri="{FF2B5EF4-FFF2-40B4-BE49-F238E27FC236}">
                    <a16:creationId xmlns:a16="http://schemas.microsoft.com/office/drawing/2014/main" id="{D002B921-21E8-D9A1-253D-71011E185627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" name="pg547">
                <a:extLst>
                  <a:ext uri="{FF2B5EF4-FFF2-40B4-BE49-F238E27FC236}">
                    <a16:creationId xmlns:a16="http://schemas.microsoft.com/office/drawing/2014/main" id="{B44F21BC-2AAC-0975-C7FF-E58B809C0722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" name="pg548">
                <a:extLst>
                  <a:ext uri="{FF2B5EF4-FFF2-40B4-BE49-F238E27FC236}">
                    <a16:creationId xmlns:a16="http://schemas.microsoft.com/office/drawing/2014/main" id="{12C96B31-76FF-3170-C25E-AF81DE6DB9A6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" name="pg549">
                <a:extLst>
                  <a:ext uri="{FF2B5EF4-FFF2-40B4-BE49-F238E27FC236}">
                    <a16:creationId xmlns:a16="http://schemas.microsoft.com/office/drawing/2014/main" id="{E087256B-1606-96E6-E4B8-984D8EDD447B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" name="pg550">
                <a:extLst>
                  <a:ext uri="{FF2B5EF4-FFF2-40B4-BE49-F238E27FC236}">
                    <a16:creationId xmlns:a16="http://schemas.microsoft.com/office/drawing/2014/main" id="{78E121E5-02C1-D407-71B7-ADBF2A1988C7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" name="pg551">
                <a:extLst>
                  <a:ext uri="{FF2B5EF4-FFF2-40B4-BE49-F238E27FC236}">
                    <a16:creationId xmlns:a16="http://schemas.microsoft.com/office/drawing/2014/main" id="{A0700550-5BFD-6034-0D48-675E3B763817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" name="pg552">
                <a:extLst>
                  <a:ext uri="{FF2B5EF4-FFF2-40B4-BE49-F238E27FC236}">
                    <a16:creationId xmlns:a16="http://schemas.microsoft.com/office/drawing/2014/main" id="{D11ADA4B-51B2-0E21-FB07-27965228D255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" name="pg553">
                <a:extLst>
                  <a:ext uri="{FF2B5EF4-FFF2-40B4-BE49-F238E27FC236}">
                    <a16:creationId xmlns:a16="http://schemas.microsoft.com/office/drawing/2014/main" id="{0173BA6F-46C1-6F4E-7B8D-7FE40FFE229F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" name="pg554">
                <a:extLst>
                  <a:ext uri="{FF2B5EF4-FFF2-40B4-BE49-F238E27FC236}">
                    <a16:creationId xmlns:a16="http://schemas.microsoft.com/office/drawing/2014/main" id="{96267EA7-4B6D-E173-FCBF-7210748BEAFA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" name="pg555">
                <a:extLst>
                  <a:ext uri="{FF2B5EF4-FFF2-40B4-BE49-F238E27FC236}">
                    <a16:creationId xmlns:a16="http://schemas.microsoft.com/office/drawing/2014/main" id="{27D101BE-A267-AC0F-323E-11D6DD8ED0F5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" name="pg556">
                <a:extLst>
                  <a:ext uri="{FF2B5EF4-FFF2-40B4-BE49-F238E27FC236}">
                    <a16:creationId xmlns:a16="http://schemas.microsoft.com/office/drawing/2014/main" id="{4C384820-0B34-C8CF-9E9F-5A58D8EC4A0B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" name="pg557">
                <a:extLst>
                  <a:ext uri="{FF2B5EF4-FFF2-40B4-BE49-F238E27FC236}">
                    <a16:creationId xmlns:a16="http://schemas.microsoft.com/office/drawing/2014/main" id="{C764D9A2-6A9C-09D9-2768-286B001A60BC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" name="pg558">
                <a:extLst>
                  <a:ext uri="{FF2B5EF4-FFF2-40B4-BE49-F238E27FC236}">
                    <a16:creationId xmlns:a16="http://schemas.microsoft.com/office/drawing/2014/main" id="{E8613568-2A88-5BFD-7B8E-C211C00A1D57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" name="pg559">
                <a:extLst>
                  <a:ext uri="{FF2B5EF4-FFF2-40B4-BE49-F238E27FC236}">
                    <a16:creationId xmlns:a16="http://schemas.microsoft.com/office/drawing/2014/main" id="{29CF5E19-869D-92F1-F75A-F56237C5F58E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" name="pg560">
                <a:extLst>
                  <a:ext uri="{FF2B5EF4-FFF2-40B4-BE49-F238E27FC236}">
                    <a16:creationId xmlns:a16="http://schemas.microsoft.com/office/drawing/2014/main" id="{B0D5D4A5-587C-D1BC-CE2C-6F6641901F18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" name="pg561">
                <a:extLst>
                  <a:ext uri="{FF2B5EF4-FFF2-40B4-BE49-F238E27FC236}">
                    <a16:creationId xmlns:a16="http://schemas.microsoft.com/office/drawing/2014/main" id="{C2376440-AAA9-193B-BD82-0A81C7E94078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" name="pg562">
                <a:extLst>
                  <a:ext uri="{FF2B5EF4-FFF2-40B4-BE49-F238E27FC236}">
                    <a16:creationId xmlns:a16="http://schemas.microsoft.com/office/drawing/2014/main" id="{DB0CB5FD-149C-473A-32D0-8AF55C9BE738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" name="pg563">
                <a:extLst>
                  <a:ext uri="{FF2B5EF4-FFF2-40B4-BE49-F238E27FC236}">
                    <a16:creationId xmlns:a16="http://schemas.microsoft.com/office/drawing/2014/main" id="{DC22A907-B6C3-3C18-9C71-0B891D130BFA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" name="pg564">
                <a:extLst>
                  <a:ext uri="{FF2B5EF4-FFF2-40B4-BE49-F238E27FC236}">
                    <a16:creationId xmlns:a16="http://schemas.microsoft.com/office/drawing/2014/main" id="{9F355F16-EADC-4A46-395C-7B471715B7D1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" name="pg565">
                <a:extLst>
                  <a:ext uri="{FF2B5EF4-FFF2-40B4-BE49-F238E27FC236}">
                    <a16:creationId xmlns:a16="http://schemas.microsoft.com/office/drawing/2014/main" id="{DA7E2BCF-BD23-D5C6-3CD6-D0ADA32D0901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" name="pg566">
                <a:extLst>
                  <a:ext uri="{FF2B5EF4-FFF2-40B4-BE49-F238E27FC236}">
                    <a16:creationId xmlns:a16="http://schemas.microsoft.com/office/drawing/2014/main" id="{C9CE8B45-E421-FAEB-E4C9-A4D2E8DC5016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" name="pg567">
                <a:extLst>
                  <a:ext uri="{FF2B5EF4-FFF2-40B4-BE49-F238E27FC236}">
                    <a16:creationId xmlns:a16="http://schemas.microsoft.com/office/drawing/2014/main" id="{4AD44E91-9C7F-BCA6-33CF-193D51D61490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" name="pg568">
                <a:extLst>
                  <a:ext uri="{FF2B5EF4-FFF2-40B4-BE49-F238E27FC236}">
                    <a16:creationId xmlns:a16="http://schemas.microsoft.com/office/drawing/2014/main" id="{8293A5C1-AC46-D319-08F0-1E1F5F406B97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" name="pg569">
                <a:extLst>
                  <a:ext uri="{FF2B5EF4-FFF2-40B4-BE49-F238E27FC236}">
                    <a16:creationId xmlns:a16="http://schemas.microsoft.com/office/drawing/2014/main" id="{D0F6E272-12E5-BE25-8610-317C15D315B1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" name="pg570">
                <a:extLst>
                  <a:ext uri="{FF2B5EF4-FFF2-40B4-BE49-F238E27FC236}">
                    <a16:creationId xmlns:a16="http://schemas.microsoft.com/office/drawing/2014/main" id="{EE003C33-1C8A-714B-3732-56667F5094F0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" name="pg571">
                <a:extLst>
                  <a:ext uri="{FF2B5EF4-FFF2-40B4-BE49-F238E27FC236}">
                    <a16:creationId xmlns:a16="http://schemas.microsoft.com/office/drawing/2014/main" id="{96F5956A-0670-2C90-CD3B-D9AEEA03B8FA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" name="pg572">
                <a:extLst>
                  <a:ext uri="{FF2B5EF4-FFF2-40B4-BE49-F238E27FC236}">
                    <a16:creationId xmlns:a16="http://schemas.microsoft.com/office/drawing/2014/main" id="{8A1E835D-D199-805B-3A06-257D53BF6420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" name="pg573">
                <a:extLst>
                  <a:ext uri="{FF2B5EF4-FFF2-40B4-BE49-F238E27FC236}">
                    <a16:creationId xmlns:a16="http://schemas.microsoft.com/office/drawing/2014/main" id="{F08ACCED-5E88-9E12-9451-EC48EA15FFE5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" name="pg574">
                <a:extLst>
                  <a:ext uri="{FF2B5EF4-FFF2-40B4-BE49-F238E27FC236}">
                    <a16:creationId xmlns:a16="http://schemas.microsoft.com/office/drawing/2014/main" id="{8431DC50-2427-C5AD-1E1B-DE40ED9113C1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" name="pg575">
                <a:extLst>
                  <a:ext uri="{FF2B5EF4-FFF2-40B4-BE49-F238E27FC236}">
                    <a16:creationId xmlns:a16="http://schemas.microsoft.com/office/drawing/2014/main" id="{5BCC1986-453A-A602-BED3-E4C41C10B5AE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" name="pg576">
                <a:extLst>
                  <a:ext uri="{FF2B5EF4-FFF2-40B4-BE49-F238E27FC236}">
                    <a16:creationId xmlns:a16="http://schemas.microsoft.com/office/drawing/2014/main" id="{EE4E1BBA-E4A2-28BB-C37F-C3858B87F2AC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" name="pg577">
                <a:extLst>
                  <a:ext uri="{FF2B5EF4-FFF2-40B4-BE49-F238E27FC236}">
                    <a16:creationId xmlns:a16="http://schemas.microsoft.com/office/drawing/2014/main" id="{9EEC9E7C-4E77-4B3D-C408-9BA0F007C5DB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" name="pg578">
                <a:extLst>
                  <a:ext uri="{FF2B5EF4-FFF2-40B4-BE49-F238E27FC236}">
                    <a16:creationId xmlns:a16="http://schemas.microsoft.com/office/drawing/2014/main" id="{553A193D-B48D-366E-FA09-E12E59FA272D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" name="pg579">
                <a:extLst>
                  <a:ext uri="{FF2B5EF4-FFF2-40B4-BE49-F238E27FC236}">
                    <a16:creationId xmlns:a16="http://schemas.microsoft.com/office/drawing/2014/main" id="{56DAD444-6B32-6AD8-4BDE-C8A72758C141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" name="pg580">
                <a:extLst>
                  <a:ext uri="{FF2B5EF4-FFF2-40B4-BE49-F238E27FC236}">
                    <a16:creationId xmlns:a16="http://schemas.microsoft.com/office/drawing/2014/main" id="{BD1D35C4-0C59-8C03-9B46-607DB096EA62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" name="pg581">
                <a:extLst>
                  <a:ext uri="{FF2B5EF4-FFF2-40B4-BE49-F238E27FC236}">
                    <a16:creationId xmlns:a16="http://schemas.microsoft.com/office/drawing/2014/main" id="{F86CF0D9-ACB9-9ED0-6AA0-40FA0EB19B87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" name="pg582">
                <a:extLst>
                  <a:ext uri="{FF2B5EF4-FFF2-40B4-BE49-F238E27FC236}">
                    <a16:creationId xmlns:a16="http://schemas.microsoft.com/office/drawing/2014/main" id="{EFADB1F3-BB04-ECA8-E0AA-4C39ECC7B036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" name="pg583">
                <a:extLst>
                  <a:ext uri="{FF2B5EF4-FFF2-40B4-BE49-F238E27FC236}">
                    <a16:creationId xmlns:a16="http://schemas.microsoft.com/office/drawing/2014/main" id="{95263461-4B3D-72B1-010A-C1B486AA7D47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" name="pg584">
                <a:extLst>
                  <a:ext uri="{FF2B5EF4-FFF2-40B4-BE49-F238E27FC236}">
                    <a16:creationId xmlns:a16="http://schemas.microsoft.com/office/drawing/2014/main" id="{4B03D569-C1F2-97AC-B500-C0F9679B1F82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" name="pg585">
                <a:extLst>
                  <a:ext uri="{FF2B5EF4-FFF2-40B4-BE49-F238E27FC236}">
                    <a16:creationId xmlns:a16="http://schemas.microsoft.com/office/drawing/2014/main" id="{CC58C218-E57A-9F9D-3947-6EFAD7A31FEE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" name="pg586">
                <a:extLst>
                  <a:ext uri="{FF2B5EF4-FFF2-40B4-BE49-F238E27FC236}">
                    <a16:creationId xmlns:a16="http://schemas.microsoft.com/office/drawing/2014/main" id="{4EDEE3C9-A996-6387-793A-7B69F9448131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" name="pg587">
                <a:extLst>
                  <a:ext uri="{FF2B5EF4-FFF2-40B4-BE49-F238E27FC236}">
                    <a16:creationId xmlns:a16="http://schemas.microsoft.com/office/drawing/2014/main" id="{6F7AB472-1D71-34F5-A85B-0A9383174122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" name="pg588">
                <a:extLst>
                  <a:ext uri="{FF2B5EF4-FFF2-40B4-BE49-F238E27FC236}">
                    <a16:creationId xmlns:a16="http://schemas.microsoft.com/office/drawing/2014/main" id="{BD709984-34E2-C0FB-B020-4F3BF5E3515E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" name="pg589">
                <a:extLst>
                  <a:ext uri="{FF2B5EF4-FFF2-40B4-BE49-F238E27FC236}">
                    <a16:creationId xmlns:a16="http://schemas.microsoft.com/office/drawing/2014/main" id="{0A170899-068B-E7F4-EC89-5A87E696AEE0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" name="pg590">
                <a:extLst>
                  <a:ext uri="{FF2B5EF4-FFF2-40B4-BE49-F238E27FC236}">
                    <a16:creationId xmlns:a16="http://schemas.microsoft.com/office/drawing/2014/main" id="{A64B7BEF-53E3-2439-A270-C0D5F32C7BA2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" name="pg591">
                <a:extLst>
                  <a:ext uri="{FF2B5EF4-FFF2-40B4-BE49-F238E27FC236}">
                    <a16:creationId xmlns:a16="http://schemas.microsoft.com/office/drawing/2014/main" id="{3A37F418-D671-4F83-52D0-6FDDB5B6EE4B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" name="pg592">
                <a:extLst>
                  <a:ext uri="{FF2B5EF4-FFF2-40B4-BE49-F238E27FC236}">
                    <a16:creationId xmlns:a16="http://schemas.microsoft.com/office/drawing/2014/main" id="{A80A0511-674E-CF2D-E97B-B03FDAE7FB6D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" name="pg593">
                <a:extLst>
                  <a:ext uri="{FF2B5EF4-FFF2-40B4-BE49-F238E27FC236}">
                    <a16:creationId xmlns:a16="http://schemas.microsoft.com/office/drawing/2014/main" id="{A6DDA8E2-C9ED-3898-37FD-2FEEE305DC41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" name="pg594">
                <a:extLst>
                  <a:ext uri="{FF2B5EF4-FFF2-40B4-BE49-F238E27FC236}">
                    <a16:creationId xmlns:a16="http://schemas.microsoft.com/office/drawing/2014/main" id="{E2ABE49D-84E3-7A85-CAFF-BF0A4DD6F55F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" name="pg595">
                <a:extLst>
                  <a:ext uri="{FF2B5EF4-FFF2-40B4-BE49-F238E27FC236}">
                    <a16:creationId xmlns:a16="http://schemas.microsoft.com/office/drawing/2014/main" id="{016E0DB7-178E-944E-5511-AB60D8792579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" name="pg596">
                <a:extLst>
                  <a:ext uri="{FF2B5EF4-FFF2-40B4-BE49-F238E27FC236}">
                    <a16:creationId xmlns:a16="http://schemas.microsoft.com/office/drawing/2014/main" id="{234EAE89-2B89-213F-7D1F-107DF917F394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" name="pg597">
                <a:extLst>
                  <a:ext uri="{FF2B5EF4-FFF2-40B4-BE49-F238E27FC236}">
                    <a16:creationId xmlns:a16="http://schemas.microsoft.com/office/drawing/2014/main" id="{16171654-C898-41EF-8417-52E138C76C5F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" name="pg598">
                <a:extLst>
                  <a:ext uri="{FF2B5EF4-FFF2-40B4-BE49-F238E27FC236}">
                    <a16:creationId xmlns:a16="http://schemas.microsoft.com/office/drawing/2014/main" id="{D616C934-EBAE-18FA-2BEA-FAE995873AF6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" name="pg599">
                <a:extLst>
                  <a:ext uri="{FF2B5EF4-FFF2-40B4-BE49-F238E27FC236}">
                    <a16:creationId xmlns:a16="http://schemas.microsoft.com/office/drawing/2014/main" id="{E9785B1E-1570-1BEE-2212-387BCEF1B3F9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" name="pg600">
                <a:extLst>
                  <a:ext uri="{FF2B5EF4-FFF2-40B4-BE49-F238E27FC236}">
                    <a16:creationId xmlns:a16="http://schemas.microsoft.com/office/drawing/2014/main" id="{244EFCF0-F61E-F18C-D994-5F1F63EE987A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" name="pg601">
                <a:extLst>
                  <a:ext uri="{FF2B5EF4-FFF2-40B4-BE49-F238E27FC236}">
                    <a16:creationId xmlns:a16="http://schemas.microsoft.com/office/drawing/2014/main" id="{6AF48CA9-6047-E654-D9DE-2CCFCD3A6465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" name="pg602">
                <a:extLst>
                  <a:ext uri="{FF2B5EF4-FFF2-40B4-BE49-F238E27FC236}">
                    <a16:creationId xmlns:a16="http://schemas.microsoft.com/office/drawing/2014/main" id="{A2ADFC0E-7DDE-7C30-83BE-D13C4C41B3F4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" name="pg603">
                <a:extLst>
                  <a:ext uri="{FF2B5EF4-FFF2-40B4-BE49-F238E27FC236}">
                    <a16:creationId xmlns:a16="http://schemas.microsoft.com/office/drawing/2014/main" id="{9C0239E5-573C-37F8-5B2A-E1D2E38151BC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" name="pg604">
                <a:extLst>
                  <a:ext uri="{FF2B5EF4-FFF2-40B4-BE49-F238E27FC236}">
                    <a16:creationId xmlns:a16="http://schemas.microsoft.com/office/drawing/2014/main" id="{C888E538-56FA-66F2-4E43-4C3808124F8E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" name="pg605">
                <a:extLst>
                  <a:ext uri="{FF2B5EF4-FFF2-40B4-BE49-F238E27FC236}">
                    <a16:creationId xmlns:a16="http://schemas.microsoft.com/office/drawing/2014/main" id="{4AA385D1-F2F9-7913-7524-D53F5C4308E2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" name="pg606">
                <a:extLst>
                  <a:ext uri="{FF2B5EF4-FFF2-40B4-BE49-F238E27FC236}">
                    <a16:creationId xmlns:a16="http://schemas.microsoft.com/office/drawing/2014/main" id="{D44D4422-95A6-9C33-6DE5-8451AEA7D1BB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" name="pg607">
                <a:extLst>
                  <a:ext uri="{FF2B5EF4-FFF2-40B4-BE49-F238E27FC236}">
                    <a16:creationId xmlns:a16="http://schemas.microsoft.com/office/drawing/2014/main" id="{7304210A-A759-10ED-B441-A9F3D41DB560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" name="pg608">
                <a:extLst>
                  <a:ext uri="{FF2B5EF4-FFF2-40B4-BE49-F238E27FC236}">
                    <a16:creationId xmlns:a16="http://schemas.microsoft.com/office/drawing/2014/main" id="{A5613870-B8B1-9F0D-A646-FAF397A55364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" name="pg609">
                <a:extLst>
                  <a:ext uri="{FF2B5EF4-FFF2-40B4-BE49-F238E27FC236}">
                    <a16:creationId xmlns:a16="http://schemas.microsoft.com/office/drawing/2014/main" id="{BBD8B01A-F5E3-4512-D625-9B0D411A99C2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" name="pg610">
                <a:extLst>
                  <a:ext uri="{FF2B5EF4-FFF2-40B4-BE49-F238E27FC236}">
                    <a16:creationId xmlns:a16="http://schemas.microsoft.com/office/drawing/2014/main" id="{E48068F6-F3B6-FAE7-A013-75F7E13DE7A2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" name="pg611">
                <a:extLst>
                  <a:ext uri="{FF2B5EF4-FFF2-40B4-BE49-F238E27FC236}">
                    <a16:creationId xmlns:a16="http://schemas.microsoft.com/office/drawing/2014/main" id="{A05E1EA3-E0DC-D3AD-368C-41A1CC282C35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" name="pg612">
                <a:extLst>
                  <a:ext uri="{FF2B5EF4-FFF2-40B4-BE49-F238E27FC236}">
                    <a16:creationId xmlns:a16="http://schemas.microsoft.com/office/drawing/2014/main" id="{FADA949E-CB7F-6C43-484C-901A31BA6E20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" name="pg613">
                <a:extLst>
                  <a:ext uri="{FF2B5EF4-FFF2-40B4-BE49-F238E27FC236}">
                    <a16:creationId xmlns:a16="http://schemas.microsoft.com/office/drawing/2014/main" id="{8DA1491C-CF9B-E99B-0ECA-C7C5A8E9CA53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" name="pg614">
                <a:extLst>
                  <a:ext uri="{FF2B5EF4-FFF2-40B4-BE49-F238E27FC236}">
                    <a16:creationId xmlns:a16="http://schemas.microsoft.com/office/drawing/2014/main" id="{4BC3B02B-A6BE-AAB3-B417-D80A19D13CA4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" name="pg615">
                <a:extLst>
                  <a:ext uri="{FF2B5EF4-FFF2-40B4-BE49-F238E27FC236}">
                    <a16:creationId xmlns:a16="http://schemas.microsoft.com/office/drawing/2014/main" id="{7BA1B9E1-5C8B-56FC-CF3C-090E8B0EE8EE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" name="pg616">
                <a:extLst>
                  <a:ext uri="{FF2B5EF4-FFF2-40B4-BE49-F238E27FC236}">
                    <a16:creationId xmlns:a16="http://schemas.microsoft.com/office/drawing/2014/main" id="{06B53B24-207E-5E15-0122-94E58F5FEEBE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" name="pg617">
                <a:extLst>
                  <a:ext uri="{FF2B5EF4-FFF2-40B4-BE49-F238E27FC236}">
                    <a16:creationId xmlns:a16="http://schemas.microsoft.com/office/drawing/2014/main" id="{61CFB606-989C-4AE1-9267-7BACA12311A3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" name="pg618">
                <a:extLst>
                  <a:ext uri="{FF2B5EF4-FFF2-40B4-BE49-F238E27FC236}">
                    <a16:creationId xmlns:a16="http://schemas.microsoft.com/office/drawing/2014/main" id="{D7C8E05C-94F5-CB67-228E-528743BF22AC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" name="pg619">
                <a:extLst>
                  <a:ext uri="{FF2B5EF4-FFF2-40B4-BE49-F238E27FC236}">
                    <a16:creationId xmlns:a16="http://schemas.microsoft.com/office/drawing/2014/main" id="{66AB90EC-4A96-2C4B-194F-8A233057F3FF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" name="pg620">
                <a:extLst>
                  <a:ext uri="{FF2B5EF4-FFF2-40B4-BE49-F238E27FC236}">
                    <a16:creationId xmlns:a16="http://schemas.microsoft.com/office/drawing/2014/main" id="{7785EEF5-8CB2-C601-DF0B-02D5947B16B4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" name="pg621">
                <a:extLst>
                  <a:ext uri="{FF2B5EF4-FFF2-40B4-BE49-F238E27FC236}">
                    <a16:creationId xmlns:a16="http://schemas.microsoft.com/office/drawing/2014/main" id="{43A28762-88CF-6D95-B926-AEF71B718F5D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" name="pg622">
                <a:extLst>
                  <a:ext uri="{FF2B5EF4-FFF2-40B4-BE49-F238E27FC236}">
                    <a16:creationId xmlns:a16="http://schemas.microsoft.com/office/drawing/2014/main" id="{DA3C1AED-4D57-B500-932A-D9338D659B5A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" name="pg623">
                <a:extLst>
                  <a:ext uri="{FF2B5EF4-FFF2-40B4-BE49-F238E27FC236}">
                    <a16:creationId xmlns:a16="http://schemas.microsoft.com/office/drawing/2014/main" id="{06937F4E-86B0-1240-67FD-B701561BB94F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" name="pg624">
                <a:extLst>
                  <a:ext uri="{FF2B5EF4-FFF2-40B4-BE49-F238E27FC236}">
                    <a16:creationId xmlns:a16="http://schemas.microsoft.com/office/drawing/2014/main" id="{EFD82478-CB03-C94C-F1E6-E2F795EF1F18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" name="pg625">
                <a:extLst>
                  <a:ext uri="{FF2B5EF4-FFF2-40B4-BE49-F238E27FC236}">
                    <a16:creationId xmlns:a16="http://schemas.microsoft.com/office/drawing/2014/main" id="{FFE11854-7988-8B8E-3D05-1C9D96BE9420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" name="pg626">
                <a:extLst>
                  <a:ext uri="{FF2B5EF4-FFF2-40B4-BE49-F238E27FC236}">
                    <a16:creationId xmlns:a16="http://schemas.microsoft.com/office/drawing/2014/main" id="{297A87D0-7B2A-DC61-BDFF-072B68C12AF1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" name="pg627">
                <a:extLst>
                  <a:ext uri="{FF2B5EF4-FFF2-40B4-BE49-F238E27FC236}">
                    <a16:creationId xmlns:a16="http://schemas.microsoft.com/office/drawing/2014/main" id="{DE206981-AAAE-569D-E8FD-13067853D0EF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" name="pg628">
                <a:extLst>
                  <a:ext uri="{FF2B5EF4-FFF2-40B4-BE49-F238E27FC236}">
                    <a16:creationId xmlns:a16="http://schemas.microsoft.com/office/drawing/2014/main" id="{8D61B700-D380-86EF-3025-3DFA914C8C09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" name="pg629">
                <a:extLst>
                  <a:ext uri="{FF2B5EF4-FFF2-40B4-BE49-F238E27FC236}">
                    <a16:creationId xmlns:a16="http://schemas.microsoft.com/office/drawing/2014/main" id="{F2F69E67-112C-AE99-4DF4-6548CC46BD66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" name="pg630">
                <a:extLst>
                  <a:ext uri="{FF2B5EF4-FFF2-40B4-BE49-F238E27FC236}">
                    <a16:creationId xmlns:a16="http://schemas.microsoft.com/office/drawing/2014/main" id="{6B146388-54D8-28E2-B3ED-9C35C8AC6940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" name="pg631">
                <a:extLst>
                  <a:ext uri="{FF2B5EF4-FFF2-40B4-BE49-F238E27FC236}">
                    <a16:creationId xmlns:a16="http://schemas.microsoft.com/office/drawing/2014/main" id="{7525740F-A6F0-FFDB-6396-D4A2E0186AFC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" name="pg632">
                <a:extLst>
                  <a:ext uri="{FF2B5EF4-FFF2-40B4-BE49-F238E27FC236}">
                    <a16:creationId xmlns:a16="http://schemas.microsoft.com/office/drawing/2014/main" id="{A036803F-566B-652D-8A55-BD0BCD555475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" name="pg633">
                <a:extLst>
                  <a:ext uri="{FF2B5EF4-FFF2-40B4-BE49-F238E27FC236}">
                    <a16:creationId xmlns:a16="http://schemas.microsoft.com/office/drawing/2014/main" id="{BB711DBD-981A-A238-90F8-209BE9B979FE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" name="pg634">
                <a:extLst>
                  <a:ext uri="{FF2B5EF4-FFF2-40B4-BE49-F238E27FC236}">
                    <a16:creationId xmlns:a16="http://schemas.microsoft.com/office/drawing/2014/main" id="{0CCFEE85-5AE6-28C8-84F7-1D18AFDBB85E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" name="pg635">
                <a:extLst>
                  <a:ext uri="{FF2B5EF4-FFF2-40B4-BE49-F238E27FC236}">
                    <a16:creationId xmlns:a16="http://schemas.microsoft.com/office/drawing/2014/main" id="{8EE84233-6646-6A46-F4DF-889328452E9A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" name="pg636">
                <a:extLst>
                  <a:ext uri="{FF2B5EF4-FFF2-40B4-BE49-F238E27FC236}">
                    <a16:creationId xmlns:a16="http://schemas.microsoft.com/office/drawing/2014/main" id="{AE0583EC-CAA9-9A6D-AC9D-660D2071155D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" name="pg637">
                <a:extLst>
                  <a:ext uri="{FF2B5EF4-FFF2-40B4-BE49-F238E27FC236}">
                    <a16:creationId xmlns:a16="http://schemas.microsoft.com/office/drawing/2014/main" id="{1B5CC4A7-D2EB-B5BF-3736-474F9890B06D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" name="pg638">
                <a:extLst>
                  <a:ext uri="{FF2B5EF4-FFF2-40B4-BE49-F238E27FC236}">
                    <a16:creationId xmlns:a16="http://schemas.microsoft.com/office/drawing/2014/main" id="{57F0EDD9-66A0-CD28-4F2B-E9E467FDF5F8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" name="pg639">
                <a:extLst>
                  <a:ext uri="{FF2B5EF4-FFF2-40B4-BE49-F238E27FC236}">
                    <a16:creationId xmlns:a16="http://schemas.microsoft.com/office/drawing/2014/main" id="{95FA44FF-5C1C-A5BB-A579-097E02A72530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" name="pg640">
                <a:extLst>
                  <a:ext uri="{FF2B5EF4-FFF2-40B4-BE49-F238E27FC236}">
                    <a16:creationId xmlns:a16="http://schemas.microsoft.com/office/drawing/2014/main" id="{D7D87CA5-4AA9-ED8E-1BFD-C89B4D3ED56A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" name="pg641">
                <a:extLst>
                  <a:ext uri="{FF2B5EF4-FFF2-40B4-BE49-F238E27FC236}">
                    <a16:creationId xmlns:a16="http://schemas.microsoft.com/office/drawing/2014/main" id="{60827E7E-12D0-4465-E135-AB76CE52420D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" name="pg642">
                <a:extLst>
                  <a:ext uri="{FF2B5EF4-FFF2-40B4-BE49-F238E27FC236}">
                    <a16:creationId xmlns:a16="http://schemas.microsoft.com/office/drawing/2014/main" id="{15FCBEF4-6136-6153-3541-AE480EA2E669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" name="pg643">
                <a:extLst>
                  <a:ext uri="{FF2B5EF4-FFF2-40B4-BE49-F238E27FC236}">
                    <a16:creationId xmlns:a16="http://schemas.microsoft.com/office/drawing/2014/main" id="{91FA0BF4-64FD-1955-6821-325FACA97E2F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" name="pg644">
                <a:extLst>
                  <a:ext uri="{FF2B5EF4-FFF2-40B4-BE49-F238E27FC236}">
                    <a16:creationId xmlns:a16="http://schemas.microsoft.com/office/drawing/2014/main" id="{36DA4DAE-C74A-C850-D604-0EC1A40ABCBC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" name="pg645">
                <a:extLst>
                  <a:ext uri="{FF2B5EF4-FFF2-40B4-BE49-F238E27FC236}">
                    <a16:creationId xmlns:a16="http://schemas.microsoft.com/office/drawing/2014/main" id="{AC035B21-1ED8-EBFD-7983-1602662BE51B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" name="pg646">
                <a:extLst>
                  <a:ext uri="{FF2B5EF4-FFF2-40B4-BE49-F238E27FC236}">
                    <a16:creationId xmlns:a16="http://schemas.microsoft.com/office/drawing/2014/main" id="{C420EE1C-FBEF-82A9-D109-68B5AC9FDC86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" name="pg647">
                <a:extLst>
                  <a:ext uri="{FF2B5EF4-FFF2-40B4-BE49-F238E27FC236}">
                    <a16:creationId xmlns:a16="http://schemas.microsoft.com/office/drawing/2014/main" id="{6FFBE006-E6F9-63CC-8FA2-8E95345E8A37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" name="pg648">
                <a:extLst>
                  <a:ext uri="{FF2B5EF4-FFF2-40B4-BE49-F238E27FC236}">
                    <a16:creationId xmlns:a16="http://schemas.microsoft.com/office/drawing/2014/main" id="{6E141A31-47F7-CB04-D445-4F452241CD3B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" name="pg649">
                <a:extLst>
                  <a:ext uri="{FF2B5EF4-FFF2-40B4-BE49-F238E27FC236}">
                    <a16:creationId xmlns:a16="http://schemas.microsoft.com/office/drawing/2014/main" id="{92862632-7F65-4EAA-CF7F-BCDEB8AB2011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" name="pg650">
                <a:extLst>
                  <a:ext uri="{FF2B5EF4-FFF2-40B4-BE49-F238E27FC236}">
                    <a16:creationId xmlns:a16="http://schemas.microsoft.com/office/drawing/2014/main" id="{69A551C4-955A-C9C3-52D1-2E23BD024115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" name="pg651">
                <a:extLst>
                  <a:ext uri="{FF2B5EF4-FFF2-40B4-BE49-F238E27FC236}">
                    <a16:creationId xmlns:a16="http://schemas.microsoft.com/office/drawing/2014/main" id="{2FA21582-1002-4415-4CC5-34751EFB707C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" name="pg652">
                <a:extLst>
                  <a:ext uri="{FF2B5EF4-FFF2-40B4-BE49-F238E27FC236}">
                    <a16:creationId xmlns:a16="http://schemas.microsoft.com/office/drawing/2014/main" id="{DE20FADB-9C0B-A8D4-E0E1-7D85EE114DFE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" name="pg653">
                <a:extLst>
                  <a:ext uri="{FF2B5EF4-FFF2-40B4-BE49-F238E27FC236}">
                    <a16:creationId xmlns:a16="http://schemas.microsoft.com/office/drawing/2014/main" id="{771D9361-8D6F-EC08-23D1-3E1F43836D29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" name="pg654">
                <a:extLst>
                  <a:ext uri="{FF2B5EF4-FFF2-40B4-BE49-F238E27FC236}">
                    <a16:creationId xmlns:a16="http://schemas.microsoft.com/office/drawing/2014/main" id="{2136DE31-8AB3-3991-2D34-6505DD75D8D1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" name="pg655">
                <a:extLst>
                  <a:ext uri="{FF2B5EF4-FFF2-40B4-BE49-F238E27FC236}">
                    <a16:creationId xmlns:a16="http://schemas.microsoft.com/office/drawing/2014/main" id="{69699E34-ED88-7595-4E57-A92096B54ACC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" name="pg656">
                <a:extLst>
                  <a:ext uri="{FF2B5EF4-FFF2-40B4-BE49-F238E27FC236}">
                    <a16:creationId xmlns:a16="http://schemas.microsoft.com/office/drawing/2014/main" id="{831B2B3A-D7D4-8A9F-A0F6-664CEFBD2C5C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" name="pg657">
                <a:extLst>
                  <a:ext uri="{FF2B5EF4-FFF2-40B4-BE49-F238E27FC236}">
                    <a16:creationId xmlns:a16="http://schemas.microsoft.com/office/drawing/2014/main" id="{EC021D48-33AF-9952-B2B8-7D3A9831A3FA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" name="pg658">
                <a:extLst>
                  <a:ext uri="{FF2B5EF4-FFF2-40B4-BE49-F238E27FC236}">
                    <a16:creationId xmlns:a16="http://schemas.microsoft.com/office/drawing/2014/main" id="{C8C21DA7-5734-51B2-68AB-76BD29A0043E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" name="pg659">
                <a:extLst>
                  <a:ext uri="{FF2B5EF4-FFF2-40B4-BE49-F238E27FC236}">
                    <a16:creationId xmlns:a16="http://schemas.microsoft.com/office/drawing/2014/main" id="{05E1718E-E8F0-D58C-C2F2-AFA80987970A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" name="pg660">
                <a:extLst>
                  <a:ext uri="{FF2B5EF4-FFF2-40B4-BE49-F238E27FC236}">
                    <a16:creationId xmlns:a16="http://schemas.microsoft.com/office/drawing/2014/main" id="{9498749D-39FE-7AF8-6A05-4C7B3253D7E0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" name="pg661">
                <a:extLst>
                  <a:ext uri="{FF2B5EF4-FFF2-40B4-BE49-F238E27FC236}">
                    <a16:creationId xmlns:a16="http://schemas.microsoft.com/office/drawing/2014/main" id="{A49D071A-EE8A-5B5B-FA0F-DD551F4EBA16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" name="pg662">
                <a:extLst>
                  <a:ext uri="{FF2B5EF4-FFF2-40B4-BE49-F238E27FC236}">
                    <a16:creationId xmlns:a16="http://schemas.microsoft.com/office/drawing/2014/main" id="{F215B06C-39BC-C584-4138-378ABA8E86C0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" name="pg663">
                <a:extLst>
                  <a:ext uri="{FF2B5EF4-FFF2-40B4-BE49-F238E27FC236}">
                    <a16:creationId xmlns:a16="http://schemas.microsoft.com/office/drawing/2014/main" id="{F4616238-5805-4B9F-ADF5-2ADE9B333EAF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" name="pg664">
                <a:extLst>
                  <a:ext uri="{FF2B5EF4-FFF2-40B4-BE49-F238E27FC236}">
                    <a16:creationId xmlns:a16="http://schemas.microsoft.com/office/drawing/2014/main" id="{8F947976-3717-A33A-F7DB-2FAABD415CB9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" name="pg665">
                <a:extLst>
                  <a:ext uri="{FF2B5EF4-FFF2-40B4-BE49-F238E27FC236}">
                    <a16:creationId xmlns:a16="http://schemas.microsoft.com/office/drawing/2014/main" id="{13A9FB00-B970-C10F-7446-B5327DF64EA9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" name="pg666">
                <a:extLst>
                  <a:ext uri="{FF2B5EF4-FFF2-40B4-BE49-F238E27FC236}">
                    <a16:creationId xmlns:a16="http://schemas.microsoft.com/office/drawing/2014/main" id="{2D2F1DA2-A121-0987-1A5C-23BCD436EA18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" name="pg667">
                <a:extLst>
                  <a:ext uri="{FF2B5EF4-FFF2-40B4-BE49-F238E27FC236}">
                    <a16:creationId xmlns:a16="http://schemas.microsoft.com/office/drawing/2014/main" id="{FCAC8B8D-6D9C-1414-F34A-4BFCD4E782A1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" name="pg668">
                <a:extLst>
                  <a:ext uri="{FF2B5EF4-FFF2-40B4-BE49-F238E27FC236}">
                    <a16:creationId xmlns:a16="http://schemas.microsoft.com/office/drawing/2014/main" id="{E120F1BD-2CCF-D4AB-7BB9-4A0C46B98356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" name="pg669">
                <a:extLst>
                  <a:ext uri="{FF2B5EF4-FFF2-40B4-BE49-F238E27FC236}">
                    <a16:creationId xmlns:a16="http://schemas.microsoft.com/office/drawing/2014/main" id="{7064AB2A-E8D7-C15D-E593-B274F1F994F3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" name="pg670">
                <a:extLst>
                  <a:ext uri="{FF2B5EF4-FFF2-40B4-BE49-F238E27FC236}">
                    <a16:creationId xmlns:a16="http://schemas.microsoft.com/office/drawing/2014/main" id="{083FBDF2-1F31-CA1B-A25B-9E14A5ED6AAA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" name="pg671">
                <a:extLst>
                  <a:ext uri="{FF2B5EF4-FFF2-40B4-BE49-F238E27FC236}">
                    <a16:creationId xmlns:a16="http://schemas.microsoft.com/office/drawing/2014/main" id="{C5D0E07B-647B-7366-11BC-D832110555F8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" name="pg672">
                <a:extLst>
                  <a:ext uri="{FF2B5EF4-FFF2-40B4-BE49-F238E27FC236}">
                    <a16:creationId xmlns:a16="http://schemas.microsoft.com/office/drawing/2014/main" id="{AB959071-2CE6-0B0B-BFC9-F205B037EB11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" name="pg673">
                <a:extLst>
                  <a:ext uri="{FF2B5EF4-FFF2-40B4-BE49-F238E27FC236}">
                    <a16:creationId xmlns:a16="http://schemas.microsoft.com/office/drawing/2014/main" id="{E28E87B5-8A0D-7FF6-B426-B12620267A76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" name="pg674">
                <a:extLst>
                  <a:ext uri="{FF2B5EF4-FFF2-40B4-BE49-F238E27FC236}">
                    <a16:creationId xmlns:a16="http://schemas.microsoft.com/office/drawing/2014/main" id="{F294B8E3-77EB-E67A-1213-A6E19A41E1BE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" name="pg675">
                <a:extLst>
                  <a:ext uri="{FF2B5EF4-FFF2-40B4-BE49-F238E27FC236}">
                    <a16:creationId xmlns:a16="http://schemas.microsoft.com/office/drawing/2014/main" id="{DB82E201-9328-478F-083C-8FD2FC7BEF9A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" name="pg676">
                <a:extLst>
                  <a:ext uri="{FF2B5EF4-FFF2-40B4-BE49-F238E27FC236}">
                    <a16:creationId xmlns:a16="http://schemas.microsoft.com/office/drawing/2014/main" id="{D477E73B-2564-6385-A3F9-5EA9BEF85D55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" name="pg677">
                <a:extLst>
                  <a:ext uri="{FF2B5EF4-FFF2-40B4-BE49-F238E27FC236}">
                    <a16:creationId xmlns:a16="http://schemas.microsoft.com/office/drawing/2014/main" id="{82B0CB4E-69CE-14A4-7B7B-4EA07C7C4898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" name="pg678">
                <a:extLst>
                  <a:ext uri="{FF2B5EF4-FFF2-40B4-BE49-F238E27FC236}">
                    <a16:creationId xmlns:a16="http://schemas.microsoft.com/office/drawing/2014/main" id="{87B21D9F-1B9E-3386-558A-61CCCFB93B49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" name="pg679">
                <a:extLst>
                  <a:ext uri="{FF2B5EF4-FFF2-40B4-BE49-F238E27FC236}">
                    <a16:creationId xmlns:a16="http://schemas.microsoft.com/office/drawing/2014/main" id="{AEC3EDAE-2EA8-2ED7-75AF-2D4CD19B3444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" name="pg680">
                <a:extLst>
                  <a:ext uri="{FF2B5EF4-FFF2-40B4-BE49-F238E27FC236}">
                    <a16:creationId xmlns:a16="http://schemas.microsoft.com/office/drawing/2014/main" id="{E8BA25D3-8625-EA92-EAF3-075C93E707B4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" name="pg681">
                <a:extLst>
                  <a:ext uri="{FF2B5EF4-FFF2-40B4-BE49-F238E27FC236}">
                    <a16:creationId xmlns:a16="http://schemas.microsoft.com/office/drawing/2014/main" id="{698B319E-5830-9230-C9A6-7FAA60CF0EFC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" name="pg682">
                <a:extLst>
                  <a:ext uri="{FF2B5EF4-FFF2-40B4-BE49-F238E27FC236}">
                    <a16:creationId xmlns:a16="http://schemas.microsoft.com/office/drawing/2014/main" id="{377270F0-5AEB-1B85-48FE-93DDE89B948B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" name="pg683">
                <a:extLst>
                  <a:ext uri="{FF2B5EF4-FFF2-40B4-BE49-F238E27FC236}">
                    <a16:creationId xmlns:a16="http://schemas.microsoft.com/office/drawing/2014/main" id="{2C01E323-DB6C-1EC0-007F-B091553B015E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" name="pg684">
                <a:extLst>
                  <a:ext uri="{FF2B5EF4-FFF2-40B4-BE49-F238E27FC236}">
                    <a16:creationId xmlns:a16="http://schemas.microsoft.com/office/drawing/2014/main" id="{37C3DDC9-8C7E-E41E-E890-8C8390706EFB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" name="pg685">
                <a:extLst>
                  <a:ext uri="{FF2B5EF4-FFF2-40B4-BE49-F238E27FC236}">
                    <a16:creationId xmlns:a16="http://schemas.microsoft.com/office/drawing/2014/main" id="{E2E7E915-9BAC-4767-92B3-0FD37D4EFD61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" name="pg686">
                <a:extLst>
                  <a:ext uri="{FF2B5EF4-FFF2-40B4-BE49-F238E27FC236}">
                    <a16:creationId xmlns:a16="http://schemas.microsoft.com/office/drawing/2014/main" id="{4EFC7A57-C426-2578-41E6-4D2BAFDE5650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" name="pg687">
                <a:extLst>
                  <a:ext uri="{FF2B5EF4-FFF2-40B4-BE49-F238E27FC236}">
                    <a16:creationId xmlns:a16="http://schemas.microsoft.com/office/drawing/2014/main" id="{9CD22B11-11E2-A54D-46C1-215DFC59ABB1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" name="pg688">
                <a:extLst>
                  <a:ext uri="{FF2B5EF4-FFF2-40B4-BE49-F238E27FC236}">
                    <a16:creationId xmlns:a16="http://schemas.microsoft.com/office/drawing/2014/main" id="{AF9C88CD-AD6B-FB5E-4144-C0AC18B26C22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" name="pg689">
                <a:extLst>
                  <a:ext uri="{FF2B5EF4-FFF2-40B4-BE49-F238E27FC236}">
                    <a16:creationId xmlns:a16="http://schemas.microsoft.com/office/drawing/2014/main" id="{A5D66F61-E1A7-6802-764C-3B2C46CD7615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" name="pg690">
                <a:extLst>
                  <a:ext uri="{FF2B5EF4-FFF2-40B4-BE49-F238E27FC236}">
                    <a16:creationId xmlns:a16="http://schemas.microsoft.com/office/drawing/2014/main" id="{6C2DDC34-94F9-E6CA-7B48-AC8011914774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" name="pg691">
                <a:extLst>
                  <a:ext uri="{FF2B5EF4-FFF2-40B4-BE49-F238E27FC236}">
                    <a16:creationId xmlns:a16="http://schemas.microsoft.com/office/drawing/2014/main" id="{9D93FE75-4031-B3F3-0833-337275CC75F2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" name="pg692">
                <a:extLst>
                  <a:ext uri="{FF2B5EF4-FFF2-40B4-BE49-F238E27FC236}">
                    <a16:creationId xmlns:a16="http://schemas.microsoft.com/office/drawing/2014/main" id="{EC8EBC45-B110-0876-92AC-C70A8E9D4C3F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" name="pg693">
                <a:extLst>
                  <a:ext uri="{FF2B5EF4-FFF2-40B4-BE49-F238E27FC236}">
                    <a16:creationId xmlns:a16="http://schemas.microsoft.com/office/drawing/2014/main" id="{EF71ABCE-CF17-3B3E-D1B4-66171F8A0B11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" name="pg694">
                <a:extLst>
                  <a:ext uri="{FF2B5EF4-FFF2-40B4-BE49-F238E27FC236}">
                    <a16:creationId xmlns:a16="http://schemas.microsoft.com/office/drawing/2014/main" id="{38FFF69B-ECC5-3ADD-3FB3-894F86870A1D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" name="pg695">
                <a:extLst>
                  <a:ext uri="{FF2B5EF4-FFF2-40B4-BE49-F238E27FC236}">
                    <a16:creationId xmlns:a16="http://schemas.microsoft.com/office/drawing/2014/main" id="{936FB8B6-BE09-E46E-552E-36B2E9618141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" name="pg696">
                <a:extLst>
                  <a:ext uri="{FF2B5EF4-FFF2-40B4-BE49-F238E27FC236}">
                    <a16:creationId xmlns:a16="http://schemas.microsoft.com/office/drawing/2014/main" id="{A1C38915-2A83-25E8-7577-26CB0E8CB247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" name="pg697">
                <a:extLst>
                  <a:ext uri="{FF2B5EF4-FFF2-40B4-BE49-F238E27FC236}">
                    <a16:creationId xmlns:a16="http://schemas.microsoft.com/office/drawing/2014/main" id="{E35E82CA-3B39-D8CF-6D99-C7D372659E78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" name="pg698">
                <a:extLst>
                  <a:ext uri="{FF2B5EF4-FFF2-40B4-BE49-F238E27FC236}">
                    <a16:creationId xmlns:a16="http://schemas.microsoft.com/office/drawing/2014/main" id="{52AD41CA-B1F5-F937-49D4-1F0BB5707738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" name="pg699">
                <a:extLst>
                  <a:ext uri="{FF2B5EF4-FFF2-40B4-BE49-F238E27FC236}">
                    <a16:creationId xmlns:a16="http://schemas.microsoft.com/office/drawing/2014/main" id="{7211849B-918A-FBB1-EE5C-1FB47594FD76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" name="pg700">
                <a:extLst>
                  <a:ext uri="{FF2B5EF4-FFF2-40B4-BE49-F238E27FC236}">
                    <a16:creationId xmlns:a16="http://schemas.microsoft.com/office/drawing/2014/main" id="{3282E9D8-B5B8-F47E-AE7D-A73320437BF0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" name="pg701">
                <a:extLst>
                  <a:ext uri="{FF2B5EF4-FFF2-40B4-BE49-F238E27FC236}">
                    <a16:creationId xmlns:a16="http://schemas.microsoft.com/office/drawing/2014/main" id="{DCCAFA8D-2834-6255-00C3-21450F887006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" name="pg702">
                <a:extLst>
                  <a:ext uri="{FF2B5EF4-FFF2-40B4-BE49-F238E27FC236}">
                    <a16:creationId xmlns:a16="http://schemas.microsoft.com/office/drawing/2014/main" id="{A868CC1D-420F-830C-FDF5-34EB78CEB7FE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" name="pg703">
                <a:extLst>
                  <a:ext uri="{FF2B5EF4-FFF2-40B4-BE49-F238E27FC236}">
                    <a16:creationId xmlns:a16="http://schemas.microsoft.com/office/drawing/2014/main" id="{28E72482-CD80-D2C8-4F58-88F11E3606E3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" name="pg704">
                <a:extLst>
                  <a:ext uri="{FF2B5EF4-FFF2-40B4-BE49-F238E27FC236}">
                    <a16:creationId xmlns:a16="http://schemas.microsoft.com/office/drawing/2014/main" id="{62A2EA13-EC84-06E6-0091-E5ECBCEB6247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" name="pg705">
                <a:extLst>
                  <a:ext uri="{FF2B5EF4-FFF2-40B4-BE49-F238E27FC236}">
                    <a16:creationId xmlns:a16="http://schemas.microsoft.com/office/drawing/2014/main" id="{C7EAA66E-8859-5AE1-9E50-CE2E564317EF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" name="pg706">
                <a:extLst>
                  <a:ext uri="{FF2B5EF4-FFF2-40B4-BE49-F238E27FC236}">
                    <a16:creationId xmlns:a16="http://schemas.microsoft.com/office/drawing/2014/main" id="{00FC58AC-30AA-F776-EAE4-7610835A62F3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" name="pg707">
                <a:extLst>
                  <a:ext uri="{FF2B5EF4-FFF2-40B4-BE49-F238E27FC236}">
                    <a16:creationId xmlns:a16="http://schemas.microsoft.com/office/drawing/2014/main" id="{9C5AD8B2-84D8-ED62-421C-B49FBC59266F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" name="pg708">
                <a:extLst>
                  <a:ext uri="{FF2B5EF4-FFF2-40B4-BE49-F238E27FC236}">
                    <a16:creationId xmlns:a16="http://schemas.microsoft.com/office/drawing/2014/main" id="{8C546E2F-4CF2-6702-7D57-A4F997605DDC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" name="pg709">
                <a:extLst>
                  <a:ext uri="{FF2B5EF4-FFF2-40B4-BE49-F238E27FC236}">
                    <a16:creationId xmlns:a16="http://schemas.microsoft.com/office/drawing/2014/main" id="{10EEF93F-9AB4-C6C1-758C-3DE76B85F8F1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" name="pg710">
                <a:extLst>
                  <a:ext uri="{FF2B5EF4-FFF2-40B4-BE49-F238E27FC236}">
                    <a16:creationId xmlns:a16="http://schemas.microsoft.com/office/drawing/2014/main" id="{C3D626A2-D7C9-8987-F44A-280E7E975EAC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" name="pg711">
                <a:extLst>
                  <a:ext uri="{FF2B5EF4-FFF2-40B4-BE49-F238E27FC236}">
                    <a16:creationId xmlns:a16="http://schemas.microsoft.com/office/drawing/2014/main" id="{78D22809-4F01-FE6B-495B-A35CDCD0F708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" name="pg712">
                <a:extLst>
                  <a:ext uri="{FF2B5EF4-FFF2-40B4-BE49-F238E27FC236}">
                    <a16:creationId xmlns:a16="http://schemas.microsoft.com/office/drawing/2014/main" id="{5906833A-FBD9-0781-0881-66678424DB3E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" name="pg713">
                <a:extLst>
                  <a:ext uri="{FF2B5EF4-FFF2-40B4-BE49-F238E27FC236}">
                    <a16:creationId xmlns:a16="http://schemas.microsoft.com/office/drawing/2014/main" id="{2FF06D79-ED6A-AFF0-09A9-003B7C3C0513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" name="pg714">
                <a:extLst>
                  <a:ext uri="{FF2B5EF4-FFF2-40B4-BE49-F238E27FC236}">
                    <a16:creationId xmlns:a16="http://schemas.microsoft.com/office/drawing/2014/main" id="{72E8919D-B028-A512-FD1F-C079D3A9277A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" name="pg715">
                <a:extLst>
                  <a:ext uri="{FF2B5EF4-FFF2-40B4-BE49-F238E27FC236}">
                    <a16:creationId xmlns:a16="http://schemas.microsoft.com/office/drawing/2014/main" id="{E1080F3E-7738-197D-58F6-40478B7F5C55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" name="pg716">
                <a:extLst>
                  <a:ext uri="{FF2B5EF4-FFF2-40B4-BE49-F238E27FC236}">
                    <a16:creationId xmlns:a16="http://schemas.microsoft.com/office/drawing/2014/main" id="{B20C7A81-9441-D6D3-97A8-0DE3FF60F114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" name="pg717">
                <a:extLst>
                  <a:ext uri="{FF2B5EF4-FFF2-40B4-BE49-F238E27FC236}">
                    <a16:creationId xmlns:a16="http://schemas.microsoft.com/office/drawing/2014/main" id="{917E06C9-8341-6C6F-069D-92F246B3BCC0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" name="pg718">
                <a:extLst>
                  <a:ext uri="{FF2B5EF4-FFF2-40B4-BE49-F238E27FC236}">
                    <a16:creationId xmlns:a16="http://schemas.microsoft.com/office/drawing/2014/main" id="{1D931AF0-718C-3607-5118-B86851B23F03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" name="pg719">
                <a:extLst>
                  <a:ext uri="{FF2B5EF4-FFF2-40B4-BE49-F238E27FC236}">
                    <a16:creationId xmlns:a16="http://schemas.microsoft.com/office/drawing/2014/main" id="{0CF8F6FA-A8A9-20D7-7302-AF31C1637F8C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" name="pg720">
                <a:extLst>
                  <a:ext uri="{FF2B5EF4-FFF2-40B4-BE49-F238E27FC236}">
                    <a16:creationId xmlns:a16="http://schemas.microsoft.com/office/drawing/2014/main" id="{47C56D0F-3125-BF4E-82D1-B02E4170E6FA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" name="pg721">
                <a:extLst>
                  <a:ext uri="{FF2B5EF4-FFF2-40B4-BE49-F238E27FC236}">
                    <a16:creationId xmlns:a16="http://schemas.microsoft.com/office/drawing/2014/main" id="{0FCB9045-B96F-07C5-860B-21B0F6E01C95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" name="pg722">
                <a:extLst>
                  <a:ext uri="{FF2B5EF4-FFF2-40B4-BE49-F238E27FC236}">
                    <a16:creationId xmlns:a16="http://schemas.microsoft.com/office/drawing/2014/main" id="{424CFD06-BFF0-89EE-8FA0-A7DB06100C25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" name="pg723">
                <a:extLst>
                  <a:ext uri="{FF2B5EF4-FFF2-40B4-BE49-F238E27FC236}">
                    <a16:creationId xmlns:a16="http://schemas.microsoft.com/office/drawing/2014/main" id="{D1C257B4-7EAA-A582-7BB3-77C66664467E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" name="pg724">
                <a:extLst>
                  <a:ext uri="{FF2B5EF4-FFF2-40B4-BE49-F238E27FC236}">
                    <a16:creationId xmlns:a16="http://schemas.microsoft.com/office/drawing/2014/main" id="{552E6AC6-08A0-D58B-F7B1-920483531AAA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" name="pg725">
                <a:extLst>
                  <a:ext uri="{FF2B5EF4-FFF2-40B4-BE49-F238E27FC236}">
                    <a16:creationId xmlns:a16="http://schemas.microsoft.com/office/drawing/2014/main" id="{785D5912-B707-5770-612B-3EED8976A07A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" name="pg726">
                <a:extLst>
                  <a:ext uri="{FF2B5EF4-FFF2-40B4-BE49-F238E27FC236}">
                    <a16:creationId xmlns:a16="http://schemas.microsoft.com/office/drawing/2014/main" id="{C1741A95-CE98-7814-FF7F-6D1FADA01AD6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" name="pg727">
                <a:extLst>
                  <a:ext uri="{FF2B5EF4-FFF2-40B4-BE49-F238E27FC236}">
                    <a16:creationId xmlns:a16="http://schemas.microsoft.com/office/drawing/2014/main" id="{BAE29E6C-BBB6-801B-1986-38199F851B3C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" name="pg728">
                <a:extLst>
                  <a:ext uri="{FF2B5EF4-FFF2-40B4-BE49-F238E27FC236}">
                    <a16:creationId xmlns:a16="http://schemas.microsoft.com/office/drawing/2014/main" id="{94FFCB37-2D41-1D62-ED62-841152A446D6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" name="pg729">
                <a:extLst>
                  <a:ext uri="{FF2B5EF4-FFF2-40B4-BE49-F238E27FC236}">
                    <a16:creationId xmlns:a16="http://schemas.microsoft.com/office/drawing/2014/main" id="{22759DDC-217F-03C2-F613-08F2CA25998F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" name="pg730">
                <a:extLst>
                  <a:ext uri="{FF2B5EF4-FFF2-40B4-BE49-F238E27FC236}">
                    <a16:creationId xmlns:a16="http://schemas.microsoft.com/office/drawing/2014/main" id="{D45CBA6F-68E4-9F00-4C62-BB253E20D71A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" name="pg731">
                <a:extLst>
                  <a:ext uri="{FF2B5EF4-FFF2-40B4-BE49-F238E27FC236}">
                    <a16:creationId xmlns:a16="http://schemas.microsoft.com/office/drawing/2014/main" id="{6D75F7CE-0D95-A19E-BC97-0B6E19C5FA10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" name="pg732">
                <a:extLst>
                  <a:ext uri="{FF2B5EF4-FFF2-40B4-BE49-F238E27FC236}">
                    <a16:creationId xmlns:a16="http://schemas.microsoft.com/office/drawing/2014/main" id="{9B393699-2F71-4B14-8DD4-E510973943AD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" name="pg733">
                <a:extLst>
                  <a:ext uri="{FF2B5EF4-FFF2-40B4-BE49-F238E27FC236}">
                    <a16:creationId xmlns:a16="http://schemas.microsoft.com/office/drawing/2014/main" id="{DA7620A5-4BD2-A089-2BD0-6D15699B75C4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" name="pg734">
                <a:extLst>
                  <a:ext uri="{FF2B5EF4-FFF2-40B4-BE49-F238E27FC236}">
                    <a16:creationId xmlns:a16="http://schemas.microsoft.com/office/drawing/2014/main" id="{87332B6E-8C2C-AE5A-67B5-85DA26217754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" name="pg735">
                <a:extLst>
                  <a:ext uri="{FF2B5EF4-FFF2-40B4-BE49-F238E27FC236}">
                    <a16:creationId xmlns:a16="http://schemas.microsoft.com/office/drawing/2014/main" id="{6303C732-0E12-F003-DD69-4D1F4B975573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" name="pg736">
                <a:extLst>
                  <a:ext uri="{FF2B5EF4-FFF2-40B4-BE49-F238E27FC236}">
                    <a16:creationId xmlns:a16="http://schemas.microsoft.com/office/drawing/2014/main" id="{906394F6-49F4-860D-9316-4162641DAB5F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" name="pg737">
                <a:extLst>
                  <a:ext uri="{FF2B5EF4-FFF2-40B4-BE49-F238E27FC236}">
                    <a16:creationId xmlns:a16="http://schemas.microsoft.com/office/drawing/2014/main" id="{0CA536FF-F4D1-1D9F-9AB1-840D91600B5A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" name="pg738">
                <a:extLst>
                  <a:ext uri="{FF2B5EF4-FFF2-40B4-BE49-F238E27FC236}">
                    <a16:creationId xmlns:a16="http://schemas.microsoft.com/office/drawing/2014/main" id="{3E5FA366-3151-B121-7AE5-C94D75150A00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" name="pg739">
                <a:extLst>
                  <a:ext uri="{FF2B5EF4-FFF2-40B4-BE49-F238E27FC236}">
                    <a16:creationId xmlns:a16="http://schemas.microsoft.com/office/drawing/2014/main" id="{14AA311A-30D0-69D5-9E50-065C60F34D44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" name="pg740">
                <a:extLst>
                  <a:ext uri="{FF2B5EF4-FFF2-40B4-BE49-F238E27FC236}">
                    <a16:creationId xmlns:a16="http://schemas.microsoft.com/office/drawing/2014/main" id="{A17DD406-9A92-D8A1-DE7F-13F2554A0EB4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" name="pg741">
                <a:extLst>
                  <a:ext uri="{FF2B5EF4-FFF2-40B4-BE49-F238E27FC236}">
                    <a16:creationId xmlns:a16="http://schemas.microsoft.com/office/drawing/2014/main" id="{8E9B6FD4-46BA-FB46-BA8B-D5BF7616BD62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" name="pg742">
                <a:extLst>
                  <a:ext uri="{FF2B5EF4-FFF2-40B4-BE49-F238E27FC236}">
                    <a16:creationId xmlns:a16="http://schemas.microsoft.com/office/drawing/2014/main" id="{5E3DA77C-69D1-707D-D139-08A9E23DEF80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" name="pg743">
                <a:extLst>
                  <a:ext uri="{FF2B5EF4-FFF2-40B4-BE49-F238E27FC236}">
                    <a16:creationId xmlns:a16="http://schemas.microsoft.com/office/drawing/2014/main" id="{E02CA1B8-2972-F5C4-79D6-A16A5788F915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" name="pg744">
                <a:extLst>
                  <a:ext uri="{FF2B5EF4-FFF2-40B4-BE49-F238E27FC236}">
                    <a16:creationId xmlns:a16="http://schemas.microsoft.com/office/drawing/2014/main" id="{49E4229E-D38C-1853-14A6-8410FE8DDD0C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" name="pg745">
                <a:extLst>
                  <a:ext uri="{FF2B5EF4-FFF2-40B4-BE49-F238E27FC236}">
                    <a16:creationId xmlns:a16="http://schemas.microsoft.com/office/drawing/2014/main" id="{375FDEC5-8DDA-972D-48C5-C4E88EDC2658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" name="pg746">
                <a:extLst>
                  <a:ext uri="{FF2B5EF4-FFF2-40B4-BE49-F238E27FC236}">
                    <a16:creationId xmlns:a16="http://schemas.microsoft.com/office/drawing/2014/main" id="{3456ECB4-7993-2276-5871-71F8D8495615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" name="pg747">
                <a:extLst>
                  <a:ext uri="{FF2B5EF4-FFF2-40B4-BE49-F238E27FC236}">
                    <a16:creationId xmlns:a16="http://schemas.microsoft.com/office/drawing/2014/main" id="{BBF083AB-2A6F-2307-A27A-B1528723651A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" name="pg748">
                <a:extLst>
                  <a:ext uri="{FF2B5EF4-FFF2-40B4-BE49-F238E27FC236}">
                    <a16:creationId xmlns:a16="http://schemas.microsoft.com/office/drawing/2014/main" id="{82AE26E1-ECD9-983B-4B94-ECB16CF63262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" name="pg749">
                <a:extLst>
                  <a:ext uri="{FF2B5EF4-FFF2-40B4-BE49-F238E27FC236}">
                    <a16:creationId xmlns:a16="http://schemas.microsoft.com/office/drawing/2014/main" id="{CF1B83A7-C29B-396D-EEA1-6FA8D5657B87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" name="pg750">
                <a:extLst>
                  <a:ext uri="{FF2B5EF4-FFF2-40B4-BE49-F238E27FC236}">
                    <a16:creationId xmlns:a16="http://schemas.microsoft.com/office/drawing/2014/main" id="{96C10BB5-B932-A226-045C-D590CFEC0C7D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" name="pg751">
                <a:extLst>
                  <a:ext uri="{FF2B5EF4-FFF2-40B4-BE49-F238E27FC236}">
                    <a16:creationId xmlns:a16="http://schemas.microsoft.com/office/drawing/2014/main" id="{428910C3-6DF3-D249-84BB-E0184925F02F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" name="pg752">
                <a:extLst>
                  <a:ext uri="{FF2B5EF4-FFF2-40B4-BE49-F238E27FC236}">
                    <a16:creationId xmlns:a16="http://schemas.microsoft.com/office/drawing/2014/main" id="{DEE4B05C-2CF9-BAF1-2BD5-1EBEAEC7166E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" name="pg753">
                <a:extLst>
                  <a:ext uri="{FF2B5EF4-FFF2-40B4-BE49-F238E27FC236}">
                    <a16:creationId xmlns:a16="http://schemas.microsoft.com/office/drawing/2014/main" id="{46C6EAF6-9F19-3F3F-23F1-4BC62EA553F1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" name="pg754">
                <a:extLst>
                  <a:ext uri="{FF2B5EF4-FFF2-40B4-BE49-F238E27FC236}">
                    <a16:creationId xmlns:a16="http://schemas.microsoft.com/office/drawing/2014/main" id="{766A3D08-CEFF-B8D6-87F9-2D3940C840A3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" name="pg755">
                <a:extLst>
                  <a:ext uri="{FF2B5EF4-FFF2-40B4-BE49-F238E27FC236}">
                    <a16:creationId xmlns:a16="http://schemas.microsoft.com/office/drawing/2014/main" id="{BCE4B473-19B1-40B3-7482-9DB24C656049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" name="pg756">
                <a:extLst>
                  <a:ext uri="{FF2B5EF4-FFF2-40B4-BE49-F238E27FC236}">
                    <a16:creationId xmlns:a16="http://schemas.microsoft.com/office/drawing/2014/main" id="{0804D466-C18D-7C22-7CA9-CEB27E7B1DB4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" name="pg757">
                <a:extLst>
                  <a:ext uri="{FF2B5EF4-FFF2-40B4-BE49-F238E27FC236}">
                    <a16:creationId xmlns:a16="http://schemas.microsoft.com/office/drawing/2014/main" id="{E8658DA3-2B82-72BB-0679-1D11B56C2799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" name="pg758">
                <a:extLst>
                  <a:ext uri="{FF2B5EF4-FFF2-40B4-BE49-F238E27FC236}">
                    <a16:creationId xmlns:a16="http://schemas.microsoft.com/office/drawing/2014/main" id="{5B2B27DD-7957-8A16-65F4-37D8DE6AE138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" name="pg759">
                <a:extLst>
                  <a:ext uri="{FF2B5EF4-FFF2-40B4-BE49-F238E27FC236}">
                    <a16:creationId xmlns:a16="http://schemas.microsoft.com/office/drawing/2014/main" id="{C9225F7C-04D2-7604-8F2D-0F013BC90B99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" name="pg760">
                <a:extLst>
                  <a:ext uri="{FF2B5EF4-FFF2-40B4-BE49-F238E27FC236}">
                    <a16:creationId xmlns:a16="http://schemas.microsoft.com/office/drawing/2014/main" id="{8FD6AE6A-2627-268A-A65A-67ECFF60E032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" name="pg761">
                <a:extLst>
                  <a:ext uri="{FF2B5EF4-FFF2-40B4-BE49-F238E27FC236}">
                    <a16:creationId xmlns:a16="http://schemas.microsoft.com/office/drawing/2014/main" id="{C6B6A2C2-11D2-65FA-E411-938B4B862992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" name="pg762">
                <a:extLst>
                  <a:ext uri="{FF2B5EF4-FFF2-40B4-BE49-F238E27FC236}">
                    <a16:creationId xmlns:a16="http://schemas.microsoft.com/office/drawing/2014/main" id="{EA007EB0-C0FF-251D-E441-0CE0B27ABC3C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" name="pg763">
                <a:extLst>
                  <a:ext uri="{FF2B5EF4-FFF2-40B4-BE49-F238E27FC236}">
                    <a16:creationId xmlns:a16="http://schemas.microsoft.com/office/drawing/2014/main" id="{9CC59DFA-46E4-F280-E809-6952BDFBD8DB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" name="pg764">
                <a:extLst>
                  <a:ext uri="{FF2B5EF4-FFF2-40B4-BE49-F238E27FC236}">
                    <a16:creationId xmlns:a16="http://schemas.microsoft.com/office/drawing/2014/main" id="{8A4F287C-5183-BB04-5828-9A5D6C31C43A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" name="pg765">
                <a:extLst>
                  <a:ext uri="{FF2B5EF4-FFF2-40B4-BE49-F238E27FC236}">
                    <a16:creationId xmlns:a16="http://schemas.microsoft.com/office/drawing/2014/main" id="{25DEB27F-C97C-84A3-C2B5-C8D0E4C78B0B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" name="pg766">
                <a:extLst>
                  <a:ext uri="{FF2B5EF4-FFF2-40B4-BE49-F238E27FC236}">
                    <a16:creationId xmlns:a16="http://schemas.microsoft.com/office/drawing/2014/main" id="{83B31FAD-E2CA-D61C-3230-966DF9C8B5C0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" name="pg767">
                <a:extLst>
                  <a:ext uri="{FF2B5EF4-FFF2-40B4-BE49-F238E27FC236}">
                    <a16:creationId xmlns:a16="http://schemas.microsoft.com/office/drawing/2014/main" id="{22C35795-0BC6-8E55-9C7B-AFD97AABC58B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" name="pg768">
                <a:extLst>
                  <a:ext uri="{FF2B5EF4-FFF2-40B4-BE49-F238E27FC236}">
                    <a16:creationId xmlns:a16="http://schemas.microsoft.com/office/drawing/2014/main" id="{682231AE-939C-41B0-C9E2-FD1D20C4BB37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" name="pg769">
                <a:extLst>
                  <a:ext uri="{FF2B5EF4-FFF2-40B4-BE49-F238E27FC236}">
                    <a16:creationId xmlns:a16="http://schemas.microsoft.com/office/drawing/2014/main" id="{E068AD7F-86CB-BA99-E749-6BB428C600AA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" name="pg770">
                <a:extLst>
                  <a:ext uri="{FF2B5EF4-FFF2-40B4-BE49-F238E27FC236}">
                    <a16:creationId xmlns:a16="http://schemas.microsoft.com/office/drawing/2014/main" id="{36A6F71D-30A4-237F-AA29-538F81BBAF83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" name="pg771">
                <a:extLst>
                  <a:ext uri="{FF2B5EF4-FFF2-40B4-BE49-F238E27FC236}">
                    <a16:creationId xmlns:a16="http://schemas.microsoft.com/office/drawing/2014/main" id="{19754F5C-AA71-06AE-657A-21FAB5B3C6F6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" name="pg772">
                <a:extLst>
                  <a:ext uri="{FF2B5EF4-FFF2-40B4-BE49-F238E27FC236}">
                    <a16:creationId xmlns:a16="http://schemas.microsoft.com/office/drawing/2014/main" id="{D683CEC0-8D87-8F0A-25C6-C9217B502782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" name="pg773">
                <a:extLst>
                  <a:ext uri="{FF2B5EF4-FFF2-40B4-BE49-F238E27FC236}">
                    <a16:creationId xmlns:a16="http://schemas.microsoft.com/office/drawing/2014/main" id="{B71E3933-9E18-5F17-C03C-E33578676F89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" name="pg774">
                <a:extLst>
                  <a:ext uri="{FF2B5EF4-FFF2-40B4-BE49-F238E27FC236}">
                    <a16:creationId xmlns:a16="http://schemas.microsoft.com/office/drawing/2014/main" id="{83F17BC5-1DF8-EB2C-31F3-5137808DB2AF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" name="pg775">
                <a:extLst>
                  <a:ext uri="{FF2B5EF4-FFF2-40B4-BE49-F238E27FC236}">
                    <a16:creationId xmlns:a16="http://schemas.microsoft.com/office/drawing/2014/main" id="{66F9A5C6-A9C1-4D96-A388-38A7881369AF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" name="pg776">
                <a:extLst>
                  <a:ext uri="{FF2B5EF4-FFF2-40B4-BE49-F238E27FC236}">
                    <a16:creationId xmlns:a16="http://schemas.microsoft.com/office/drawing/2014/main" id="{F03F0D8E-2C7B-3686-B5A0-945653171FC6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" name="pg777">
                <a:extLst>
                  <a:ext uri="{FF2B5EF4-FFF2-40B4-BE49-F238E27FC236}">
                    <a16:creationId xmlns:a16="http://schemas.microsoft.com/office/drawing/2014/main" id="{51485E31-B9C9-0FE0-7E27-2806E59A19FB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" name="pg778">
                <a:extLst>
                  <a:ext uri="{FF2B5EF4-FFF2-40B4-BE49-F238E27FC236}">
                    <a16:creationId xmlns:a16="http://schemas.microsoft.com/office/drawing/2014/main" id="{DFBCD9EE-1387-DD37-8316-1EC5664C4A77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" name="pg779">
                <a:extLst>
                  <a:ext uri="{FF2B5EF4-FFF2-40B4-BE49-F238E27FC236}">
                    <a16:creationId xmlns:a16="http://schemas.microsoft.com/office/drawing/2014/main" id="{03200F84-ADEF-7577-6D15-F32181810A3B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" name="pg780">
                <a:extLst>
                  <a:ext uri="{FF2B5EF4-FFF2-40B4-BE49-F238E27FC236}">
                    <a16:creationId xmlns:a16="http://schemas.microsoft.com/office/drawing/2014/main" id="{46683FA6-AD61-B004-3352-14A336DC2485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" name="pg781">
                <a:extLst>
                  <a:ext uri="{FF2B5EF4-FFF2-40B4-BE49-F238E27FC236}">
                    <a16:creationId xmlns:a16="http://schemas.microsoft.com/office/drawing/2014/main" id="{8CCF9A56-EB8F-A6F7-CE7C-BB52FF027253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" name="pg782">
                <a:extLst>
                  <a:ext uri="{FF2B5EF4-FFF2-40B4-BE49-F238E27FC236}">
                    <a16:creationId xmlns:a16="http://schemas.microsoft.com/office/drawing/2014/main" id="{BE4A7728-3B0A-A43F-0C69-362D10BC3744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" name="pg783">
                <a:extLst>
                  <a:ext uri="{FF2B5EF4-FFF2-40B4-BE49-F238E27FC236}">
                    <a16:creationId xmlns:a16="http://schemas.microsoft.com/office/drawing/2014/main" id="{D338D11D-B196-DADE-5FCD-6691580B0FE2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" name="pg784">
                <a:extLst>
                  <a:ext uri="{FF2B5EF4-FFF2-40B4-BE49-F238E27FC236}">
                    <a16:creationId xmlns:a16="http://schemas.microsoft.com/office/drawing/2014/main" id="{CDFAD858-5126-CAC4-3DFA-C86B6D7BEA4D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" name="pg785">
                <a:extLst>
                  <a:ext uri="{FF2B5EF4-FFF2-40B4-BE49-F238E27FC236}">
                    <a16:creationId xmlns:a16="http://schemas.microsoft.com/office/drawing/2014/main" id="{1BB52467-A471-6F07-49A4-705DB3DD17A8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" name="pg786">
                <a:extLst>
                  <a:ext uri="{FF2B5EF4-FFF2-40B4-BE49-F238E27FC236}">
                    <a16:creationId xmlns:a16="http://schemas.microsoft.com/office/drawing/2014/main" id="{AF4E10E6-BC7C-00C0-7E94-87D08C4DD4D6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" name="pg787">
                <a:extLst>
                  <a:ext uri="{FF2B5EF4-FFF2-40B4-BE49-F238E27FC236}">
                    <a16:creationId xmlns:a16="http://schemas.microsoft.com/office/drawing/2014/main" id="{D7E102B5-B670-E713-86BE-DA315BE0690F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" name="pg788">
                <a:extLst>
                  <a:ext uri="{FF2B5EF4-FFF2-40B4-BE49-F238E27FC236}">
                    <a16:creationId xmlns:a16="http://schemas.microsoft.com/office/drawing/2014/main" id="{9A09D105-7616-6D6B-F852-DEC0908D84D0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" name="pg789">
                <a:extLst>
                  <a:ext uri="{FF2B5EF4-FFF2-40B4-BE49-F238E27FC236}">
                    <a16:creationId xmlns:a16="http://schemas.microsoft.com/office/drawing/2014/main" id="{BEF00B68-8F5F-0967-7D89-54BF4571E47C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" name="pg790">
                <a:extLst>
                  <a:ext uri="{FF2B5EF4-FFF2-40B4-BE49-F238E27FC236}">
                    <a16:creationId xmlns:a16="http://schemas.microsoft.com/office/drawing/2014/main" id="{4BDB5DB2-C6BC-9E79-82E3-441CCACF5699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" name="pg791">
                <a:extLst>
                  <a:ext uri="{FF2B5EF4-FFF2-40B4-BE49-F238E27FC236}">
                    <a16:creationId xmlns:a16="http://schemas.microsoft.com/office/drawing/2014/main" id="{779CC18A-B14D-411A-297C-A29B1B369EEA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" name="pg792">
                <a:extLst>
                  <a:ext uri="{FF2B5EF4-FFF2-40B4-BE49-F238E27FC236}">
                    <a16:creationId xmlns:a16="http://schemas.microsoft.com/office/drawing/2014/main" id="{FBFA036F-82B7-1007-B55D-73C2555313E7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" name="pg793">
                <a:extLst>
                  <a:ext uri="{FF2B5EF4-FFF2-40B4-BE49-F238E27FC236}">
                    <a16:creationId xmlns:a16="http://schemas.microsoft.com/office/drawing/2014/main" id="{49653269-0283-F8D4-4390-65645C0D0CA0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6B8">
                  <a:alpha val="100000"/>
                </a:srgbClr>
              </a:solidFill>
              <a:ln w="5420" cap="flat">
                <a:solidFill>
                  <a:srgbClr val="7F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" name="pg794">
                <a:extLst>
                  <a:ext uri="{FF2B5EF4-FFF2-40B4-BE49-F238E27FC236}">
                    <a16:creationId xmlns:a16="http://schemas.microsoft.com/office/drawing/2014/main" id="{EC9B1FAF-F459-35D9-42F6-7852D6CEA23F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" name="pg795">
                <a:extLst>
                  <a:ext uri="{FF2B5EF4-FFF2-40B4-BE49-F238E27FC236}">
                    <a16:creationId xmlns:a16="http://schemas.microsoft.com/office/drawing/2014/main" id="{1FC6DB7E-8A34-6245-BEE3-8C356E1B89F6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" name="pg796">
                <a:extLst>
                  <a:ext uri="{FF2B5EF4-FFF2-40B4-BE49-F238E27FC236}">
                    <a16:creationId xmlns:a16="http://schemas.microsoft.com/office/drawing/2014/main" id="{55981404-1F08-C1F7-F8EC-1389E4FFAE72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" name="pg797">
                <a:extLst>
                  <a:ext uri="{FF2B5EF4-FFF2-40B4-BE49-F238E27FC236}">
                    <a16:creationId xmlns:a16="http://schemas.microsoft.com/office/drawing/2014/main" id="{FD4D6070-AA2F-60CE-FC78-F89B6E7A837F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" name="pg798">
                <a:extLst>
                  <a:ext uri="{FF2B5EF4-FFF2-40B4-BE49-F238E27FC236}">
                    <a16:creationId xmlns:a16="http://schemas.microsoft.com/office/drawing/2014/main" id="{76604F7A-4024-E067-AA06-BF36EB1AE50B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" name="pg799">
                <a:extLst>
                  <a:ext uri="{FF2B5EF4-FFF2-40B4-BE49-F238E27FC236}">
                    <a16:creationId xmlns:a16="http://schemas.microsoft.com/office/drawing/2014/main" id="{946B284B-99D7-238A-D56D-001B12BBEEB8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" name="pg800">
                <a:extLst>
                  <a:ext uri="{FF2B5EF4-FFF2-40B4-BE49-F238E27FC236}">
                    <a16:creationId xmlns:a16="http://schemas.microsoft.com/office/drawing/2014/main" id="{7451D434-C749-D25D-8E46-B4EBF1E58EE8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" name="pg801">
                <a:extLst>
                  <a:ext uri="{FF2B5EF4-FFF2-40B4-BE49-F238E27FC236}">
                    <a16:creationId xmlns:a16="http://schemas.microsoft.com/office/drawing/2014/main" id="{50DDDB6A-1D50-4977-CD8C-D484CC5EDD2C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" name="pg802">
                <a:extLst>
                  <a:ext uri="{FF2B5EF4-FFF2-40B4-BE49-F238E27FC236}">
                    <a16:creationId xmlns:a16="http://schemas.microsoft.com/office/drawing/2014/main" id="{2DBF573E-A16B-28C7-8A55-245815211CCA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" name="pg803">
                <a:extLst>
                  <a:ext uri="{FF2B5EF4-FFF2-40B4-BE49-F238E27FC236}">
                    <a16:creationId xmlns:a16="http://schemas.microsoft.com/office/drawing/2014/main" id="{B5A0B09E-DDD4-7AFE-A91F-35D3FF85D038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" name="pg804">
                <a:extLst>
                  <a:ext uri="{FF2B5EF4-FFF2-40B4-BE49-F238E27FC236}">
                    <a16:creationId xmlns:a16="http://schemas.microsoft.com/office/drawing/2014/main" id="{6A0946E2-6C42-2B87-1063-76BD0E5EC033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" name="pg805">
                <a:extLst>
                  <a:ext uri="{FF2B5EF4-FFF2-40B4-BE49-F238E27FC236}">
                    <a16:creationId xmlns:a16="http://schemas.microsoft.com/office/drawing/2014/main" id="{65B9C54F-2436-6920-8E1E-478ED658AAFE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" name="pg806">
                <a:extLst>
                  <a:ext uri="{FF2B5EF4-FFF2-40B4-BE49-F238E27FC236}">
                    <a16:creationId xmlns:a16="http://schemas.microsoft.com/office/drawing/2014/main" id="{578611B9-FA45-667E-289B-43D0C8675D81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" name="pg807">
                <a:extLst>
                  <a:ext uri="{FF2B5EF4-FFF2-40B4-BE49-F238E27FC236}">
                    <a16:creationId xmlns:a16="http://schemas.microsoft.com/office/drawing/2014/main" id="{2B8ED87C-8795-AB92-2C2B-518E66DB5C44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" name="pg808">
                <a:extLst>
                  <a:ext uri="{FF2B5EF4-FFF2-40B4-BE49-F238E27FC236}">
                    <a16:creationId xmlns:a16="http://schemas.microsoft.com/office/drawing/2014/main" id="{EA32D84A-1F5D-09D4-955D-927359B7BE18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" name="pg809">
                <a:extLst>
                  <a:ext uri="{FF2B5EF4-FFF2-40B4-BE49-F238E27FC236}">
                    <a16:creationId xmlns:a16="http://schemas.microsoft.com/office/drawing/2014/main" id="{9B02BAB1-C442-F7C3-FEC4-AC48640146FD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" name="pg810">
                <a:extLst>
                  <a:ext uri="{FF2B5EF4-FFF2-40B4-BE49-F238E27FC236}">
                    <a16:creationId xmlns:a16="http://schemas.microsoft.com/office/drawing/2014/main" id="{94BFEECA-2732-F9A6-7AF5-40BB1879E070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" name="pg811">
                <a:extLst>
                  <a:ext uri="{FF2B5EF4-FFF2-40B4-BE49-F238E27FC236}">
                    <a16:creationId xmlns:a16="http://schemas.microsoft.com/office/drawing/2014/main" id="{8115917E-DBC0-8A13-DC24-7AA15765A5C1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3" name="pg812">
                <a:extLst>
                  <a:ext uri="{FF2B5EF4-FFF2-40B4-BE49-F238E27FC236}">
                    <a16:creationId xmlns:a16="http://schemas.microsoft.com/office/drawing/2014/main" id="{5488523B-2882-BACA-63DF-5B00DE0DD3FB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" name="pg813">
                <a:extLst>
                  <a:ext uri="{FF2B5EF4-FFF2-40B4-BE49-F238E27FC236}">
                    <a16:creationId xmlns:a16="http://schemas.microsoft.com/office/drawing/2014/main" id="{4AE40374-4562-908D-D5EC-F2D689462212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" name="pg814">
                <a:extLst>
                  <a:ext uri="{FF2B5EF4-FFF2-40B4-BE49-F238E27FC236}">
                    <a16:creationId xmlns:a16="http://schemas.microsoft.com/office/drawing/2014/main" id="{3E59BDB9-19AC-15DF-F243-AB4C9EAFFD12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6" name="pg815">
                <a:extLst>
                  <a:ext uri="{FF2B5EF4-FFF2-40B4-BE49-F238E27FC236}">
                    <a16:creationId xmlns:a16="http://schemas.microsoft.com/office/drawing/2014/main" id="{3BCFA625-C0BE-75CB-F4D0-87DD1FA0DF13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7" name="pg816">
                <a:extLst>
                  <a:ext uri="{FF2B5EF4-FFF2-40B4-BE49-F238E27FC236}">
                    <a16:creationId xmlns:a16="http://schemas.microsoft.com/office/drawing/2014/main" id="{EDC80F6B-4B5E-EF59-E5C9-984A071F3C14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" name="pg817">
                <a:extLst>
                  <a:ext uri="{FF2B5EF4-FFF2-40B4-BE49-F238E27FC236}">
                    <a16:creationId xmlns:a16="http://schemas.microsoft.com/office/drawing/2014/main" id="{94168B30-768D-D111-8174-184840207D6D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" name="pg818">
                <a:extLst>
                  <a:ext uri="{FF2B5EF4-FFF2-40B4-BE49-F238E27FC236}">
                    <a16:creationId xmlns:a16="http://schemas.microsoft.com/office/drawing/2014/main" id="{46A69AA6-64D5-FACE-F806-E842419E4990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0" name="pg819">
                <a:extLst>
                  <a:ext uri="{FF2B5EF4-FFF2-40B4-BE49-F238E27FC236}">
                    <a16:creationId xmlns:a16="http://schemas.microsoft.com/office/drawing/2014/main" id="{F8850097-AA61-BBFD-2AF6-1023523B8373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1" name="pg820">
                <a:extLst>
                  <a:ext uri="{FF2B5EF4-FFF2-40B4-BE49-F238E27FC236}">
                    <a16:creationId xmlns:a16="http://schemas.microsoft.com/office/drawing/2014/main" id="{860A2C9C-0DF7-774E-7754-DC68BFD4EEFB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2" name="pg821">
                <a:extLst>
                  <a:ext uri="{FF2B5EF4-FFF2-40B4-BE49-F238E27FC236}">
                    <a16:creationId xmlns:a16="http://schemas.microsoft.com/office/drawing/2014/main" id="{FBC3AAFB-C820-40F1-AC21-68A1BDCD62B4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3" name="pg822">
                <a:extLst>
                  <a:ext uri="{FF2B5EF4-FFF2-40B4-BE49-F238E27FC236}">
                    <a16:creationId xmlns:a16="http://schemas.microsoft.com/office/drawing/2014/main" id="{0CB88BFF-7924-90DA-BA62-1F337BA40313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4" name="pg823">
                <a:extLst>
                  <a:ext uri="{FF2B5EF4-FFF2-40B4-BE49-F238E27FC236}">
                    <a16:creationId xmlns:a16="http://schemas.microsoft.com/office/drawing/2014/main" id="{4C000192-5517-B2DC-021C-4EDF0E66ED46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5" name="pg824">
                <a:extLst>
                  <a:ext uri="{FF2B5EF4-FFF2-40B4-BE49-F238E27FC236}">
                    <a16:creationId xmlns:a16="http://schemas.microsoft.com/office/drawing/2014/main" id="{A9EC2044-0C8E-5073-7BBC-9FBD450823E2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6" name="pg825">
                <a:extLst>
                  <a:ext uri="{FF2B5EF4-FFF2-40B4-BE49-F238E27FC236}">
                    <a16:creationId xmlns:a16="http://schemas.microsoft.com/office/drawing/2014/main" id="{24721D14-E2C9-160F-9F71-1319CBD590C9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7" name="pg826">
                <a:extLst>
                  <a:ext uri="{FF2B5EF4-FFF2-40B4-BE49-F238E27FC236}">
                    <a16:creationId xmlns:a16="http://schemas.microsoft.com/office/drawing/2014/main" id="{C851DF4E-5CC4-AE62-E779-A8C213C7D43D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8" name="pg827">
                <a:extLst>
                  <a:ext uri="{FF2B5EF4-FFF2-40B4-BE49-F238E27FC236}">
                    <a16:creationId xmlns:a16="http://schemas.microsoft.com/office/drawing/2014/main" id="{21F302F0-7DF8-D9D7-96D8-470F804F7626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9" name="pg828">
                <a:extLst>
                  <a:ext uri="{FF2B5EF4-FFF2-40B4-BE49-F238E27FC236}">
                    <a16:creationId xmlns:a16="http://schemas.microsoft.com/office/drawing/2014/main" id="{D653F2DB-C8B0-2EB9-6954-3C8A8A4A4713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0" name="pg829">
                <a:extLst>
                  <a:ext uri="{FF2B5EF4-FFF2-40B4-BE49-F238E27FC236}">
                    <a16:creationId xmlns:a16="http://schemas.microsoft.com/office/drawing/2014/main" id="{0C0FC844-44E7-F228-D228-DED100DA9828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1" name="pg830">
                <a:extLst>
                  <a:ext uri="{FF2B5EF4-FFF2-40B4-BE49-F238E27FC236}">
                    <a16:creationId xmlns:a16="http://schemas.microsoft.com/office/drawing/2014/main" id="{1246566C-A8AB-A8DE-D756-108732C0071F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2" name="pg831">
                <a:extLst>
                  <a:ext uri="{FF2B5EF4-FFF2-40B4-BE49-F238E27FC236}">
                    <a16:creationId xmlns:a16="http://schemas.microsoft.com/office/drawing/2014/main" id="{F92DE2B3-A9F9-A98C-D82B-9A33BFB743BC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3" name="pg832">
                <a:extLst>
                  <a:ext uri="{FF2B5EF4-FFF2-40B4-BE49-F238E27FC236}">
                    <a16:creationId xmlns:a16="http://schemas.microsoft.com/office/drawing/2014/main" id="{6175B7D5-E2B4-19A5-C357-5C77D481D9BB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4" name="pg833">
                <a:extLst>
                  <a:ext uri="{FF2B5EF4-FFF2-40B4-BE49-F238E27FC236}">
                    <a16:creationId xmlns:a16="http://schemas.microsoft.com/office/drawing/2014/main" id="{5F11828D-5A6C-C72E-350E-4CB34A9D5FE8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5" name="pg834">
                <a:extLst>
                  <a:ext uri="{FF2B5EF4-FFF2-40B4-BE49-F238E27FC236}">
                    <a16:creationId xmlns:a16="http://schemas.microsoft.com/office/drawing/2014/main" id="{1CF92A8D-163D-40D8-9A44-5408EEAE7140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6" name="pg835">
                <a:extLst>
                  <a:ext uri="{FF2B5EF4-FFF2-40B4-BE49-F238E27FC236}">
                    <a16:creationId xmlns:a16="http://schemas.microsoft.com/office/drawing/2014/main" id="{6D5115AD-FBDD-4F7B-DCCA-029E64C60FAF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7" name="pg836">
                <a:extLst>
                  <a:ext uri="{FF2B5EF4-FFF2-40B4-BE49-F238E27FC236}">
                    <a16:creationId xmlns:a16="http://schemas.microsoft.com/office/drawing/2014/main" id="{23D6F57F-1AB1-359E-A283-8F24AF29A739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8" name="pg837">
                <a:extLst>
                  <a:ext uri="{FF2B5EF4-FFF2-40B4-BE49-F238E27FC236}">
                    <a16:creationId xmlns:a16="http://schemas.microsoft.com/office/drawing/2014/main" id="{2A6BACBA-6F33-CA6E-6A0A-E31F700E3C14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9" name="pg838">
                <a:extLst>
                  <a:ext uri="{FF2B5EF4-FFF2-40B4-BE49-F238E27FC236}">
                    <a16:creationId xmlns:a16="http://schemas.microsoft.com/office/drawing/2014/main" id="{36BF1816-1D68-2AF1-91E1-7FAEF1EA1C64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0" name="pg839">
                <a:extLst>
                  <a:ext uri="{FF2B5EF4-FFF2-40B4-BE49-F238E27FC236}">
                    <a16:creationId xmlns:a16="http://schemas.microsoft.com/office/drawing/2014/main" id="{508DFDF0-F522-58AD-E3CF-6A5DF2543B0F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1" name="pg840">
                <a:extLst>
                  <a:ext uri="{FF2B5EF4-FFF2-40B4-BE49-F238E27FC236}">
                    <a16:creationId xmlns:a16="http://schemas.microsoft.com/office/drawing/2014/main" id="{4EF73EFF-118C-71C8-6D64-0737D29FA5F2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2" name="pg841">
                <a:extLst>
                  <a:ext uri="{FF2B5EF4-FFF2-40B4-BE49-F238E27FC236}">
                    <a16:creationId xmlns:a16="http://schemas.microsoft.com/office/drawing/2014/main" id="{B7F37A94-0949-B820-B9E9-571A8B172481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3" name="pg842">
                <a:extLst>
                  <a:ext uri="{FF2B5EF4-FFF2-40B4-BE49-F238E27FC236}">
                    <a16:creationId xmlns:a16="http://schemas.microsoft.com/office/drawing/2014/main" id="{7820677D-025B-9E8E-3DF7-229BB872320B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4" name="pg843">
                <a:extLst>
                  <a:ext uri="{FF2B5EF4-FFF2-40B4-BE49-F238E27FC236}">
                    <a16:creationId xmlns:a16="http://schemas.microsoft.com/office/drawing/2014/main" id="{3998559D-2601-64B3-CAE0-D36A11E4539C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5" name="pg844">
                <a:extLst>
                  <a:ext uri="{FF2B5EF4-FFF2-40B4-BE49-F238E27FC236}">
                    <a16:creationId xmlns:a16="http://schemas.microsoft.com/office/drawing/2014/main" id="{EE5762D6-D2E2-266C-C7B5-723492372F74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6" name="pg845">
                <a:extLst>
                  <a:ext uri="{FF2B5EF4-FFF2-40B4-BE49-F238E27FC236}">
                    <a16:creationId xmlns:a16="http://schemas.microsoft.com/office/drawing/2014/main" id="{0000E04F-F3A2-26E1-13EB-82C5B75EF2ED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7" name="pg846">
                <a:extLst>
                  <a:ext uri="{FF2B5EF4-FFF2-40B4-BE49-F238E27FC236}">
                    <a16:creationId xmlns:a16="http://schemas.microsoft.com/office/drawing/2014/main" id="{1AB38845-9BDB-F3EF-9D2D-A781A6D1CD7F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8" name="pg847">
                <a:extLst>
                  <a:ext uri="{FF2B5EF4-FFF2-40B4-BE49-F238E27FC236}">
                    <a16:creationId xmlns:a16="http://schemas.microsoft.com/office/drawing/2014/main" id="{6545790A-123D-5FAF-51BF-C72883282345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9" name="pg848">
                <a:extLst>
                  <a:ext uri="{FF2B5EF4-FFF2-40B4-BE49-F238E27FC236}">
                    <a16:creationId xmlns:a16="http://schemas.microsoft.com/office/drawing/2014/main" id="{4F4A55BE-11A1-4F02-4E61-04F2992CA921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0" name="pg849">
                <a:extLst>
                  <a:ext uri="{FF2B5EF4-FFF2-40B4-BE49-F238E27FC236}">
                    <a16:creationId xmlns:a16="http://schemas.microsoft.com/office/drawing/2014/main" id="{39ED642A-ABC5-A79B-12AB-00B74C21B923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1" name="pg850">
                <a:extLst>
                  <a:ext uri="{FF2B5EF4-FFF2-40B4-BE49-F238E27FC236}">
                    <a16:creationId xmlns:a16="http://schemas.microsoft.com/office/drawing/2014/main" id="{605E1460-822A-C981-BD1C-0F21E35A4171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2" name="pg851">
                <a:extLst>
                  <a:ext uri="{FF2B5EF4-FFF2-40B4-BE49-F238E27FC236}">
                    <a16:creationId xmlns:a16="http://schemas.microsoft.com/office/drawing/2014/main" id="{E93AB1A8-8749-5919-6DDA-F91F4ED1D0A5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3" name="pg852">
                <a:extLst>
                  <a:ext uri="{FF2B5EF4-FFF2-40B4-BE49-F238E27FC236}">
                    <a16:creationId xmlns:a16="http://schemas.microsoft.com/office/drawing/2014/main" id="{92EA5D68-731F-4168-3384-FBCDAD055C62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4" name="pg853">
                <a:extLst>
                  <a:ext uri="{FF2B5EF4-FFF2-40B4-BE49-F238E27FC236}">
                    <a16:creationId xmlns:a16="http://schemas.microsoft.com/office/drawing/2014/main" id="{FDBEE8FF-3D3B-2447-3FA0-937C141101DF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5" name="pg854">
                <a:extLst>
                  <a:ext uri="{FF2B5EF4-FFF2-40B4-BE49-F238E27FC236}">
                    <a16:creationId xmlns:a16="http://schemas.microsoft.com/office/drawing/2014/main" id="{689FE031-051E-F972-0553-66531A4927DB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6" name="pg855">
                <a:extLst>
                  <a:ext uri="{FF2B5EF4-FFF2-40B4-BE49-F238E27FC236}">
                    <a16:creationId xmlns:a16="http://schemas.microsoft.com/office/drawing/2014/main" id="{BE2D8D31-0FD2-AABB-808B-C77C21F8F0DE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7" name="pg856">
                <a:extLst>
                  <a:ext uri="{FF2B5EF4-FFF2-40B4-BE49-F238E27FC236}">
                    <a16:creationId xmlns:a16="http://schemas.microsoft.com/office/drawing/2014/main" id="{079D49EB-7B41-F26E-A8DA-9C1244FF3361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8" name="pg857">
                <a:extLst>
                  <a:ext uri="{FF2B5EF4-FFF2-40B4-BE49-F238E27FC236}">
                    <a16:creationId xmlns:a16="http://schemas.microsoft.com/office/drawing/2014/main" id="{FE0BE559-DA5B-EF53-9923-CE842393E068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9" name="pg858">
                <a:extLst>
                  <a:ext uri="{FF2B5EF4-FFF2-40B4-BE49-F238E27FC236}">
                    <a16:creationId xmlns:a16="http://schemas.microsoft.com/office/drawing/2014/main" id="{BDE6AE28-08DD-4CCC-A95F-D143E44749EA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0" name="pg859">
                <a:extLst>
                  <a:ext uri="{FF2B5EF4-FFF2-40B4-BE49-F238E27FC236}">
                    <a16:creationId xmlns:a16="http://schemas.microsoft.com/office/drawing/2014/main" id="{D2C9198D-10FB-C3C6-12A3-C02ED3EEF315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1" name="pg860">
                <a:extLst>
                  <a:ext uri="{FF2B5EF4-FFF2-40B4-BE49-F238E27FC236}">
                    <a16:creationId xmlns:a16="http://schemas.microsoft.com/office/drawing/2014/main" id="{ACA764C5-7CB2-A35A-E261-7A848DE65ACB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2" name="pg861">
                <a:extLst>
                  <a:ext uri="{FF2B5EF4-FFF2-40B4-BE49-F238E27FC236}">
                    <a16:creationId xmlns:a16="http://schemas.microsoft.com/office/drawing/2014/main" id="{80D8E1EF-6BAF-AEEC-429B-681167A937D8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3" name="pg862">
                <a:extLst>
                  <a:ext uri="{FF2B5EF4-FFF2-40B4-BE49-F238E27FC236}">
                    <a16:creationId xmlns:a16="http://schemas.microsoft.com/office/drawing/2014/main" id="{BA1159DE-1982-6BAD-5416-52D17B72E3EE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4" name="pg863">
                <a:extLst>
                  <a:ext uri="{FF2B5EF4-FFF2-40B4-BE49-F238E27FC236}">
                    <a16:creationId xmlns:a16="http://schemas.microsoft.com/office/drawing/2014/main" id="{3899C807-4168-1062-F9DB-6A8F55D7817C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5" name="pg864">
                <a:extLst>
                  <a:ext uri="{FF2B5EF4-FFF2-40B4-BE49-F238E27FC236}">
                    <a16:creationId xmlns:a16="http://schemas.microsoft.com/office/drawing/2014/main" id="{5BD5FE8D-C306-8F0B-78AA-C324120B915A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6" name="pg865">
                <a:extLst>
                  <a:ext uri="{FF2B5EF4-FFF2-40B4-BE49-F238E27FC236}">
                    <a16:creationId xmlns:a16="http://schemas.microsoft.com/office/drawing/2014/main" id="{8A921441-CFB8-86B8-BDF7-40C7448E0DBC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7" name="pg866">
                <a:extLst>
                  <a:ext uri="{FF2B5EF4-FFF2-40B4-BE49-F238E27FC236}">
                    <a16:creationId xmlns:a16="http://schemas.microsoft.com/office/drawing/2014/main" id="{BF794F64-B092-A88F-86BD-1619B3872C2C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8" name="pg867">
                <a:extLst>
                  <a:ext uri="{FF2B5EF4-FFF2-40B4-BE49-F238E27FC236}">
                    <a16:creationId xmlns:a16="http://schemas.microsoft.com/office/drawing/2014/main" id="{14111380-5D2F-5BA8-CECF-617410DD9C12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9" name="pg868">
                <a:extLst>
                  <a:ext uri="{FF2B5EF4-FFF2-40B4-BE49-F238E27FC236}">
                    <a16:creationId xmlns:a16="http://schemas.microsoft.com/office/drawing/2014/main" id="{8FE82EDA-0A95-AD93-878E-41E6A149D4C2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0" name="pg869">
                <a:extLst>
                  <a:ext uri="{FF2B5EF4-FFF2-40B4-BE49-F238E27FC236}">
                    <a16:creationId xmlns:a16="http://schemas.microsoft.com/office/drawing/2014/main" id="{D3EBC2D2-4144-E501-50E5-75D13E3A2A76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1" name="pg870">
                <a:extLst>
                  <a:ext uri="{FF2B5EF4-FFF2-40B4-BE49-F238E27FC236}">
                    <a16:creationId xmlns:a16="http://schemas.microsoft.com/office/drawing/2014/main" id="{A8DCCC73-8746-1F8A-B4C1-72868037A4D1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2" name="pg871">
                <a:extLst>
                  <a:ext uri="{FF2B5EF4-FFF2-40B4-BE49-F238E27FC236}">
                    <a16:creationId xmlns:a16="http://schemas.microsoft.com/office/drawing/2014/main" id="{FDA65FC3-0E2F-06C6-2FED-0851F96F3A81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3" name="pg872">
                <a:extLst>
                  <a:ext uri="{FF2B5EF4-FFF2-40B4-BE49-F238E27FC236}">
                    <a16:creationId xmlns:a16="http://schemas.microsoft.com/office/drawing/2014/main" id="{652B1ACF-1CFF-ECDF-D53F-A70634DD673F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4" name="pg873">
                <a:extLst>
                  <a:ext uri="{FF2B5EF4-FFF2-40B4-BE49-F238E27FC236}">
                    <a16:creationId xmlns:a16="http://schemas.microsoft.com/office/drawing/2014/main" id="{034D9143-0A70-56E3-8B47-F634911BFD12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5" name="pg874">
                <a:extLst>
                  <a:ext uri="{FF2B5EF4-FFF2-40B4-BE49-F238E27FC236}">
                    <a16:creationId xmlns:a16="http://schemas.microsoft.com/office/drawing/2014/main" id="{F6B81B7D-097D-72FE-138F-11E9DFC5A63A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6" name="pg875">
                <a:extLst>
                  <a:ext uri="{FF2B5EF4-FFF2-40B4-BE49-F238E27FC236}">
                    <a16:creationId xmlns:a16="http://schemas.microsoft.com/office/drawing/2014/main" id="{63852D2C-812E-EF33-C8F2-E3A37221E193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7" name="pg876">
                <a:extLst>
                  <a:ext uri="{FF2B5EF4-FFF2-40B4-BE49-F238E27FC236}">
                    <a16:creationId xmlns:a16="http://schemas.microsoft.com/office/drawing/2014/main" id="{3C4AFE08-6AF8-DF4B-E7EB-BC08ABE35730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8" name="pg877">
                <a:extLst>
                  <a:ext uri="{FF2B5EF4-FFF2-40B4-BE49-F238E27FC236}">
                    <a16:creationId xmlns:a16="http://schemas.microsoft.com/office/drawing/2014/main" id="{1B2752F8-3EEB-3EC2-AD94-374DBDFAAE03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9" name="pg878">
                <a:extLst>
                  <a:ext uri="{FF2B5EF4-FFF2-40B4-BE49-F238E27FC236}">
                    <a16:creationId xmlns:a16="http://schemas.microsoft.com/office/drawing/2014/main" id="{16A15EF7-959B-C9BF-9A74-BB6D4F17521A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0" name="pg879">
                <a:extLst>
                  <a:ext uri="{FF2B5EF4-FFF2-40B4-BE49-F238E27FC236}">
                    <a16:creationId xmlns:a16="http://schemas.microsoft.com/office/drawing/2014/main" id="{86C6293E-CB22-75F4-6B5F-52DE7D81B9FD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1" name="pg880">
                <a:extLst>
                  <a:ext uri="{FF2B5EF4-FFF2-40B4-BE49-F238E27FC236}">
                    <a16:creationId xmlns:a16="http://schemas.microsoft.com/office/drawing/2014/main" id="{426E32C6-29DB-018E-10E3-15C3D9D2C1FF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2" name="pg881">
                <a:extLst>
                  <a:ext uri="{FF2B5EF4-FFF2-40B4-BE49-F238E27FC236}">
                    <a16:creationId xmlns:a16="http://schemas.microsoft.com/office/drawing/2014/main" id="{1F990EA6-1B2E-8552-2F77-429E48EADC59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3" name="pg882">
                <a:extLst>
                  <a:ext uri="{FF2B5EF4-FFF2-40B4-BE49-F238E27FC236}">
                    <a16:creationId xmlns:a16="http://schemas.microsoft.com/office/drawing/2014/main" id="{52DF7814-7C98-104A-D9F8-3E9756FB4923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4" name="pg883">
                <a:extLst>
                  <a:ext uri="{FF2B5EF4-FFF2-40B4-BE49-F238E27FC236}">
                    <a16:creationId xmlns:a16="http://schemas.microsoft.com/office/drawing/2014/main" id="{6E99A525-DF31-F553-F907-FA60698ED980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5" name="pg884">
                <a:extLst>
                  <a:ext uri="{FF2B5EF4-FFF2-40B4-BE49-F238E27FC236}">
                    <a16:creationId xmlns:a16="http://schemas.microsoft.com/office/drawing/2014/main" id="{180A7EBA-4841-D7F7-B250-43A926AC5A22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6" name="pg885">
                <a:extLst>
                  <a:ext uri="{FF2B5EF4-FFF2-40B4-BE49-F238E27FC236}">
                    <a16:creationId xmlns:a16="http://schemas.microsoft.com/office/drawing/2014/main" id="{5B74DC04-E766-ED9F-7CA2-CB4054A901AF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7" name="pg886">
                <a:extLst>
                  <a:ext uri="{FF2B5EF4-FFF2-40B4-BE49-F238E27FC236}">
                    <a16:creationId xmlns:a16="http://schemas.microsoft.com/office/drawing/2014/main" id="{40657A77-9684-2226-4759-9DD53546D13F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8" name="pg887">
                <a:extLst>
                  <a:ext uri="{FF2B5EF4-FFF2-40B4-BE49-F238E27FC236}">
                    <a16:creationId xmlns:a16="http://schemas.microsoft.com/office/drawing/2014/main" id="{A6B72FE3-5785-6A4D-28E7-42AC1C171DEC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9" name="pg888">
                <a:extLst>
                  <a:ext uri="{FF2B5EF4-FFF2-40B4-BE49-F238E27FC236}">
                    <a16:creationId xmlns:a16="http://schemas.microsoft.com/office/drawing/2014/main" id="{91F0EA4C-9345-A7A8-BD32-936391F05D22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0" name="pg889">
                <a:extLst>
                  <a:ext uri="{FF2B5EF4-FFF2-40B4-BE49-F238E27FC236}">
                    <a16:creationId xmlns:a16="http://schemas.microsoft.com/office/drawing/2014/main" id="{6EA12B79-5FB0-F900-5443-647CF4634778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1" name="pg890">
                <a:extLst>
                  <a:ext uri="{FF2B5EF4-FFF2-40B4-BE49-F238E27FC236}">
                    <a16:creationId xmlns:a16="http://schemas.microsoft.com/office/drawing/2014/main" id="{60F54EE4-2099-3AB4-A9D1-F55F509865CB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2" name="pg891">
                <a:extLst>
                  <a:ext uri="{FF2B5EF4-FFF2-40B4-BE49-F238E27FC236}">
                    <a16:creationId xmlns:a16="http://schemas.microsoft.com/office/drawing/2014/main" id="{6A05ACB1-1423-61D6-6AA2-A2710E0E9414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3" name="pg892">
                <a:extLst>
                  <a:ext uri="{FF2B5EF4-FFF2-40B4-BE49-F238E27FC236}">
                    <a16:creationId xmlns:a16="http://schemas.microsoft.com/office/drawing/2014/main" id="{DD6AC0EA-5EA4-5D6D-EA2B-B12AC1B48969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4" name="pg893">
                <a:extLst>
                  <a:ext uri="{FF2B5EF4-FFF2-40B4-BE49-F238E27FC236}">
                    <a16:creationId xmlns:a16="http://schemas.microsoft.com/office/drawing/2014/main" id="{11BB1EE7-C45A-7F90-DE8C-9B1FF040D7C2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5" name="pg894">
                <a:extLst>
                  <a:ext uri="{FF2B5EF4-FFF2-40B4-BE49-F238E27FC236}">
                    <a16:creationId xmlns:a16="http://schemas.microsoft.com/office/drawing/2014/main" id="{ACECD463-AA3C-48B4-1262-3D30D27AE9D2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6" name="pg895">
                <a:extLst>
                  <a:ext uri="{FF2B5EF4-FFF2-40B4-BE49-F238E27FC236}">
                    <a16:creationId xmlns:a16="http://schemas.microsoft.com/office/drawing/2014/main" id="{96DA6BFE-8A43-753C-1F1B-BA295959B1EA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7" name="pg896">
                <a:extLst>
                  <a:ext uri="{FF2B5EF4-FFF2-40B4-BE49-F238E27FC236}">
                    <a16:creationId xmlns:a16="http://schemas.microsoft.com/office/drawing/2014/main" id="{50B7F59C-7A7C-BF77-2B20-F17C89F15B1D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8" name="pg897">
                <a:extLst>
                  <a:ext uri="{FF2B5EF4-FFF2-40B4-BE49-F238E27FC236}">
                    <a16:creationId xmlns:a16="http://schemas.microsoft.com/office/drawing/2014/main" id="{43929885-63EE-5505-4A14-16F7B69866CC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9" name="pg898">
                <a:extLst>
                  <a:ext uri="{FF2B5EF4-FFF2-40B4-BE49-F238E27FC236}">
                    <a16:creationId xmlns:a16="http://schemas.microsoft.com/office/drawing/2014/main" id="{57C2289B-4DE4-C529-D59E-A0B97518D2E9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0" name="pg899">
                <a:extLst>
                  <a:ext uri="{FF2B5EF4-FFF2-40B4-BE49-F238E27FC236}">
                    <a16:creationId xmlns:a16="http://schemas.microsoft.com/office/drawing/2014/main" id="{8F968C68-747F-668E-FFD5-CD3534FB87A0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1" name="pg900">
                <a:extLst>
                  <a:ext uri="{FF2B5EF4-FFF2-40B4-BE49-F238E27FC236}">
                    <a16:creationId xmlns:a16="http://schemas.microsoft.com/office/drawing/2014/main" id="{8A152B00-2D17-576C-D4B1-A71741FC4A93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2" name="pg901">
                <a:extLst>
                  <a:ext uri="{FF2B5EF4-FFF2-40B4-BE49-F238E27FC236}">
                    <a16:creationId xmlns:a16="http://schemas.microsoft.com/office/drawing/2014/main" id="{5EA596A0-2B62-7D72-CBF7-36EF73FC9DF9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3" name="pg902">
                <a:extLst>
                  <a:ext uri="{FF2B5EF4-FFF2-40B4-BE49-F238E27FC236}">
                    <a16:creationId xmlns:a16="http://schemas.microsoft.com/office/drawing/2014/main" id="{15F78951-AAB6-797F-3E3D-761324ACA9FF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4" name="pg903">
                <a:extLst>
                  <a:ext uri="{FF2B5EF4-FFF2-40B4-BE49-F238E27FC236}">
                    <a16:creationId xmlns:a16="http://schemas.microsoft.com/office/drawing/2014/main" id="{2C5DD355-B0C8-7677-2B07-FDCBCB66B729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5" name="pg904">
                <a:extLst>
                  <a:ext uri="{FF2B5EF4-FFF2-40B4-BE49-F238E27FC236}">
                    <a16:creationId xmlns:a16="http://schemas.microsoft.com/office/drawing/2014/main" id="{BC72F613-CF44-AD1A-7CBB-15D63F83D519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6" name="pg905">
                <a:extLst>
                  <a:ext uri="{FF2B5EF4-FFF2-40B4-BE49-F238E27FC236}">
                    <a16:creationId xmlns:a16="http://schemas.microsoft.com/office/drawing/2014/main" id="{37E8A638-CCA8-9588-2047-6681BD8A71EC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7" name="pg906">
                <a:extLst>
                  <a:ext uri="{FF2B5EF4-FFF2-40B4-BE49-F238E27FC236}">
                    <a16:creationId xmlns:a16="http://schemas.microsoft.com/office/drawing/2014/main" id="{95A757A2-8E7B-6C92-C097-DA486EB7C560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8" name="pg907">
                <a:extLst>
                  <a:ext uri="{FF2B5EF4-FFF2-40B4-BE49-F238E27FC236}">
                    <a16:creationId xmlns:a16="http://schemas.microsoft.com/office/drawing/2014/main" id="{DA52C78D-08D4-8314-0988-F1549957A1B2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9" name="pg908">
                <a:extLst>
                  <a:ext uri="{FF2B5EF4-FFF2-40B4-BE49-F238E27FC236}">
                    <a16:creationId xmlns:a16="http://schemas.microsoft.com/office/drawing/2014/main" id="{58115335-9D30-E338-845F-B459199A842C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0" name="pg909">
                <a:extLst>
                  <a:ext uri="{FF2B5EF4-FFF2-40B4-BE49-F238E27FC236}">
                    <a16:creationId xmlns:a16="http://schemas.microsoft.com/office/drawing/2014/main" id="{19286DF5-2013-E7D0-9351-F92043620669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1" name="pg910">
                <a:extLst>
                  <a:ext uri="{FF2B5EF4-FFF2-40B4-BE49-F238E27FC236}">
                    <a16:creationId xmlns:a16="http://schemas.microsoft.com/office/drawing/2014/main" id="{D630E9D5-865D-9C60-F5B4-95CAA1129318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2" name="pg911">
                <a:extLst>
                  <a:ext uri="{FF2B5EF4-FFF2-40B4-BE49-F238E27FC236}">
                    <a16:creationId xmlns:a16="http://schemas.microsoft.com/office/drawing/2014/main" id="{49C90E9F-DD7D-8322-EA45-8A929982FA16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3" name="pg912">
                <a:extLst>
                  <a:ext uri="{FF2B5EF4-FFF2-40B4-BE49-F238E27FC236}">
                    <a16:creationId xmlns:a16="http://schemas.microsoft.com/office/drawing/2014/main" id="{F02ABFA5-349A-0733-D4F2-1A65E90D5319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4" name="pg913">
                <a:extLst>
                  <a:ext uri="{FF2B5EF4-FFF2-40B4-BE49-F238E27FC236}">
                    <a16:creationId xmlns:a16="http://schemas.microsoft.com/office/drawing/2014/main" id="{42028D38-6D84-40D9-B227-3BA780ED1124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5" name="pg914">
                <a:extLst>
                  <a:ext uri="{FF2B5EF4-FFF2-40B4-BE49-F238E27FC236}">
                    <a16:creationId xmlns:a16="http://schemas.microsoft.com/office/drawing/2014/main" id="{19F516A9-1169-F9CE-C7A6-27DAACD03B38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6" name="pg915">
                <a:extLst>
                  <a:ext uri="{FF2B5EF4-FFF2-40B4-BE49-F238E27FC236}">
                    <a16:creationId xmlns:a16="http://schemas.microsoft.com/office/drawing/2014/main" id="{152BC0A8-E572-6C1D-856C-B5E483669A80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7" name="pg916">
                <a:extLst>
                  <a:ext uri="{FF2B5EF4-FFF2-40B4-BE49-F238E27FC236}">
                    <a16:creationId xmlns:a16="http://schemas.microsoft.com/office/drawing/2014/main" id="{E03668F1-04FE-A82C-A9A4-54C9B410B4F4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8" name="pg917">
                <a:extLst>
                  <a:ext uri="{FF2B5EF4-FFF2-40B4-BE49-F238E27FC236}">
                    <a16:creationId xmlns:a16="http://schemas.microsoft.com/office/drawing/2014/main" id="{7879EAE1-7354-3FEF-C4BF-9687EECF7651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9" name="pg918">
                <a:extLst>
                  <a:ext uri="{FF2B5EF4-FFF2-40B4-BE49-F238E27FC236}">
                    <a16:creationId xmlns:a16="http://schemas.microsoft.com/office/drawing/2014/main" id="{3559F614-A842-EDE7-F501-C98B951B1624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0" name="pg919">
                <a:extLst>
                  <a:ext uri="{FF2B5EF4-FFF2-40B4-BE49-F238E27FC236}">
                    <a16:creationId xmlns:a16="http://schemas.microsoft.com/office/drawing/2014/main" id="{E2D71862-7674-51DA-4D5C-2ABD0BB31604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1" name="pg920">
                <a:extLst>
                  <a:ext uri="{FF2B5EF4-FFF2-40B4-BE49-F238E27FC236}">
                    <a16:creationId xmlns:a16="http://schemas.microsoft.com/office/drawing/2014/main" id="{661CFB8B-39EB-B705-5852-567906C4886A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2" name="pg921">
                <a:extLst>
                  <a:ext uri="{FF2B5EF4-FFF2-40B4-BE49-F238E27FC236}">
                    <a16:creationId xmlns:a16="http://schemas.microsoft.com/office/drawing/2014/main" id="{3E983684-6643-620A-B705-A1B5E0EBC208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3" name="pg922">
                <a:extLst>
                  <a:ext uri="{FF2B5EF4-FFF2-40B4-BE49-F238E27FC236}">
                    <a16:creationId xmlns:a16="http://schemas.microsoft.com/office/drawing/2014/main" id="{71BDE31D-7F82-1D15-47B0-254F6319C76C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4" name="pg923">
                <a:extLst>
                  <a:ext uri="{FF2B5EF4-FFF2-40B4-BE49-F238E27FC236}">
                    <a16:creationId xmlns:a16="http://schemas.microsoft.com/office/drawing/2014/main" id="{2B73F27A-C2E8-D016-8872-DFC071512338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5" name="pg924">
                <a:extLst>
                  <a:ext uri="{FF2B5EF4-FFF2-40B4-BE49-F238E27FC236}">
                    <a16:creationId xmlns:a16="http://schemas.microsoft.com/office/drawing/2014/main" id="{4069D942-83AC-1580-A003-331C96613E65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6" name="pg925">
                <a:extLst>
                  <a:ext uri="{FF2B5EF4-FFF2-40B4-BE49-F238E27FC236}">
                    <a16:creationId xmlns:a16="http://schemas.microsoft.com/office/drawing/2014/main" id="{B99C867C-5D38-7C82-0D95-49F328A62986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7" name="pg926">
                <a:extLst>
                  <a:ext uri="{FF2B5EF4-FFF2-40B4-BE49-F238E27FC236}">
                    <a16:creationId xmlns:a16="http://schemas.microsoft.com/office/drawing/2014/main" id="{7018365D-CB26-7043-EE39-46387C0F8987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8" name="pg927">
                <a:extLst>
                  <a:ext uri="{FF2B5EF4-FFF2-40B4-BE49-F238E27FC236}">
                    <a16:creationId xmlns:a16="http://schemas.microsoft.com/office/drawing/2014/main" id="{1E5CB0FD-56B9-FFAF-9D37-2EC0EB7F48B9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9" name="pg928">
                <a:extLst>
                  <a:ext uri="{FF2B5EF4-FFF2-40B4-BE49-F238E27FC236}">
                    <a16:creationId xmlns:a16="http://schemas.microsoft.com/office/drawing/2014/main" id="{5435CD99-47D3-D6E1-50FC-538434232E52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0" name="pg929">
                <a:extLst>
                  <a:ext uri="{FF2B5EF4-FFF2-40B4-BE49-F238E27FC236}">
                    <a16:creationId xmlns:a16="http://schemas.microsoft.com/office/drawing/2014/main" id="{1215F493-03FA-4E03-9614-DE5B5FDCF6B1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1" name="pg930">
                <a:extLst>
                  <a:ext uri="{FF2B5EF4-FFF2-40B4-BE49-F238E27FC236}">
                    <a16:creationId xmlns:a16="http://schemas.microsoft.com/office/drawing/2014/main" id="{AE8FA561-A8C3-095E-6737-CF4087175B79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2" name="pg931">
                <a:extLst>
                  <a:ext uri="{FF2B5EF4-FFF2-40B4-BE49-F238E27FC236}">
                    <a16:creationId xmlns:a16="http://schemas.microsoft.com/office/drawing/2014/main" id="{49EE3827-5511-7EDE-8ADA-0742A9248648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3" name="pg932">
                <a:extLst>
                  <a:ext uri="{FF2B5EF4-FFF2-40B4-BE49-F238E27FC236}">
                    <a16:creationId xmlns:a16="http://schemas.microsoft.com/office/drawing/2014/main" id="{28F03116-45F5-288C-3875-74A0F3E606B0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4" name="pg933">
                <a:extLst>
                  <a:ext uri="{FF2B5EF4-FFF2-40B4-BE49-F238E27FC236}">
                    <a16:creationId xmlns:a16="http://schemas.microsoft.com/office/drawing/2014/main" id="{FA1DD3DC-2072-DF33-8F27-E864ECDFB297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5" name="pg934">
                <a:extLst>
                  <a:ext uri="{FF2B5EF4-FFF2-40B4-BE49-F238E27FC236}">
                    <a16:creationId xmlns:a16="http://schemas.microsoft.com/office/drawing/2014/main" id="{F1EFDAD6-D7EB-8413-41F8-09B3D1761C91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6" name="pg935">
                <a:extLst>
                  <a:ext uri="{FF2B5EF4-FFF2-40B4-BE49-F238E27FC236}">
                    <a16:creationId xmlns:a16="http://schemas.microsoft.com/office/drawing/2014/main" id="{83919CB2-72C5-027F-6FB7-78BDC34A533B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7" name="pg936">
                <a:extLst>
                  <a:ext uri="{FF2B5EF4-FFF2-40B4-BE49-F238E27FC236}">
                    <a16:creationId xmlns:a16="http://schemas.microsoft.com/office/drawing/2014/main" id="{0420EB43-4960-A166-7548-CD242B9E1470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8" name="pg937">
                <a:extLst>
                  <a:ext uri="{FF2B5EF4-FFF2-40B4-BE49-F238E27FC236}">
                    <a16:creationId xmlns:a16="http://schemas.microsoft.com/office/drawing/2014/main" id="{2680C8C7-F67B-E1B8-F8EE-93397710858E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9" name="pg938">
                <a:extLst>
                  <a:ext uri="{FF2B5EF4-FFF2-40B4-BE49-F238E27FC236}">
                    <a16:creationId xmlns:a16="http://schemas.microsoft.com/office/drawing/2014/main" id="{63CA940E-5FF9-9F1F-86A6-C679B757C8B8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0" name="pg939">
                <a:extLst>
                  <a:ext uri="{FF2B5EF4-FFF2-40B4-BE49-F238E27FC236}">
                    <a16:creationId xmlns:a16="http://schemas.microsoft.com/office/drawing/2014/main" id="{CA10102B-FDEF-1058-3E02-DD575733BEE0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1" name="pg940">
                <a:extLst>
                  <a:ext uri="{FF2B5EF4-FFF2-40B4-BE49-F238E27FC236}">
                    <a16:creationId xmlns:a16="http://schemas.microsoft.com/office/drawing/2014/main" id="{CB2F8A1C-83A2-424A-12A5-A4712B7C9344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2" name="pg941">
                <a:extLst>
                  <a:ext uri="{FF2B5EF4-FFF2-40B4-BE49-F238E27FC236}">
                    <a16:creationId xmlns:a16="http://schemas.microsoft.com/office/drawing/2014/main" id="{4AD037AE-A9CD-2538-FDD5-01E378E4E75B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3" name="pg942">
                <a:extLst>
                  <a:ext uri="{FF2B5EF4-FFF2-40B4-BE49-F238E27FC236}">
                    <a16:creationId xmlns:a16="http://schemas.microsoft.com/office/drawing/2014/main" id="{3982F264-406B-0445-4CF2-F70A5E585D2E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4" name="pg943">
                <a:extLst>
                  <a:ext uri="{FF2B5EF4-FFF2-40B4-BE49-F238E27FC236}">
                    <a16:creationId xmlns:a16="http://schemas.microsoft.com/office/drawing/2014/main" id="{EBEE50F6-E140-32FA-1A6C-5A2FFED20D7B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5" name="pg944">
                <a:extLst>
                  <a:ext uri="{FF2B5EF4-FFF2-40B4-BE49-F238E27FC236}">
                    <a16:creationId xmlns:a16="http://schemas.microsoft.com/office/drawing/2014/main" id="{6CFFCB7C-F2F4-E36B-4FAA-48F47DCB9A8A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6" name="pg945">
                <a:extLst>
                  <a:ext uri="{FF2B5EF4-FFF2-40B4-BE49-F238E27FC236}">
                    <a16:creationId xmlns:a16="http://schemas.microsoft.com/office/drawing/2014/main" id="{5024EC00-7BBD-3C79-2ECC-49F7B5E25F4A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7" name="pg946">
                <a:extLst>
                  <a:ext uri="{FF2B5EF4-FFF2-40B4-BE49-F238E27FC236}">
                    <a16:creationId xmlns:a16="http://schemas.microsoft.com/office/drawing/2014/main" id="{A6E2C3B4-E064-BFD4-D4B1-90371531A4B3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8" name="pg947">
                <a:extLst>
                  <a:ext uri="{FF2B5EF4-FFF2-40B4-BE49-F238E27FC236}">
                    <a16:creationId xmlns:a16="http://schemas.microsoft.com/office/drawing/2014/main" id="{10DAB0FF-C87A-0EF6-66AB-B9C5B591B897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9" name="pg948">
                <a:extLst>
                  <a:ext uri="{FF2B5EF4-FFF2-40B4-BE49-F238E27FC236}">
                    <a16:creationId xmlns:a16="http://schemas.microsoft.com/office/drawing/2014/main" id="{C8A4223E-A583-1829-BFD4-BF457ED169C6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0" name="pg949">
                <a:extLst>
                  <a:ext uri="{FF2B5EF4-FFF2-40B4-BE49-F238E27FC236}">
                    <a16:creationId xmlns:a16="http://schemas.microsoft.com/office/drawing/2014/main" id="{E1D86B01-F6D3-8701-926F-7BAEDF512FC4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1" name="pg950">
                <a:extLst>
                  <a:ext uri="{FF2B5EF4-FFF2-40B4-BE49-F238E27FC236}">
                    <a16:creationId xmlns:a16="http://schemas.microsoft.com/office/drawing/2014/main" id="{302215D3-911E-71F6-B5CE-EF4CD81C105C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2" name="pg951">
                <a:extLst>
                  <a:ext uri="{FF2B5EF4-FFF2-40B4-BE49-F238E27FC236}">
                    <a16:creationId xmlns:a16="http://schemas.microsoft.com/office/drawing/2014/main" id="{265713DA-BB3D-2EFB-6CB2-DA092F2F7A85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3" name="pg952">
                <a:extLst>
                  <a:ext uri="{FF2B5EF4-FFF2-40B4-BE49-F238E27FC236}">
                    <a16:creationId xmlns:a16="http://schemas.microsoft.com/office/drawing/2014/main" id="{B4577435-8F15-3C48-A248-864486E356B7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4" name="pg953">
                <a:extLst>
                  <a:ext uri="{FF2B5EF4-FFF2-40B4-BE49-F238E27FC236}">
                    <a16:creationId xmlns:a16="http://schemas.microsoft.com/office/drawing/2014/main" id="{127F194D-AE84-E14A-63D6-72E1C0D5FDB4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5" name="pg954">
                <a:extLst>
                  <a:ext uri="{FF2B5EF4-FFF2-40B4-BE49-F238E27FC236}">
                    <a16:creationId xmlns:a16="http://schemas.microsoft.com/office/drawing/2014/main" id="{C8869C5C-0990-16BA-A8D8-D87AD13D363A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6" name="pg955">
                <a:extLst>
                  <a:ext uri="{FF2B5EF4-FFF2-40B4-BE49-F238E27FC236}">
                    <a16:creationId xmlns:a16="http://schemas.microsoft.com/office/drawing/2014/main" id="{DD691465-809A-7A97-5F0B-68194C48E30F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7" name="pg956">
                <a:extLst>
                  <a:ext uri="{FF2B5EF4-FFF2-40B4-BE49-F238E27FC236}">
                    <a16:creationId xmlns:a16="http://schemas.microsoft.com/office/drawing/2014/main" id="{02E9DAED-8D4A-8C5D-A29D-ECC4AB7317D3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8" name="pg957">
                <a:extLst>
                  <a:ext uri="{FF2B5EF4-FFF2-40B4-BE49-F238E27FC236}">
                    <a16:creationId xmlns:a16="http://schemas.microsoft.com/office/drawing/2014/main" id="{4D3BC810-3736-C4D9-991F-195C10A027C9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9" name="pg958">
                <a:extLst>
                  <a:ext uri="{FF2B5EF4-FFF2-40B4-BE49-F238E27FC236}">
                    <a16:creationId xmlns:a16="http://schemas.microsoft.com/office/drawing/2014/main" id="{6A51F403-3155-0C62-8432-6D439B1C2C57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0" name="pg959">
                <a:extLst>
                  <a:ext uri="{FF2B5EF4-FFF2-40B4-BE49-F238E27FC236}">
                    <a16:creationId xmlns:a16="http://schemas.microsoft.com/office/drawing/2014/main" id="{613E35F1-8AB1-4628-C096-C728682B6A48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1" name="pg960">
                <a:extLst>
                  <a:ext uri="{FF2B5EF4-FFF2-40B4-BE49-F238E27FC236}">
                    <a16:creationId xmlns:a16="http://schemas.microsoft.com/office/drawing/2014/main" id="{AC9FC095-1761-7AD4-6300-9D0243774D72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2" name="pg961">
                <a:extLst>
                  <a:ext uri="{FF2B5EF4-FFF2-40B4-BE49-F238E27FC236}">
                    <a16:creationId xmlns:a16="http://schemas.microsoft.com/office/drawing/2014/main" id="{B6AEF8EF-6016-D409-45EA-9EC114C8B364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3" name="pg962">
                <a:extLst>
                  <a:ext uri="{FF2B5EF4-FFF2-40B4-BE49-F238E27FC236}">
                    <a16:creationId xmlns:a16="http://schemas.microsoft.com/office/drawing/2014/main" id="{5F96F86A-4934-D939-FBFA-803894B92C58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4" name="pg963">
                <a:extLst>
                  <a:ext uri="{FF2B5EF4-FFF2-40B4-BE49-F238E27FC236}">
                    <a16:creationId xmlns:a16="http://schemas.microsoft.com/office/drawing/2014/main" id="{1B5F0348-D620-CB6F-4CF1-6064A71B6090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5" name="pg964">
                <a:extLst>
                  <a:ext uri="{FF2B5EF4-FFF2-40B4-BE49-F238E27FC236}">
                    <a16:creationId xmlns:a16="http://schemas.microsoft.com/office/drawing/2014/main" id="{98EECB14-7196-67E1-3EC0-F1B90E787D4D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6" name="pg965">
                <a:extLst>
                  <a:ext uri="{FF2B5EF4-FFF2-40B4-BE49-F238E27FC236}">
                    <a16:creationId xmlns:a16="http://schemas.microsoft.com/office/drawing/2014/main" id="{695AD94B-5D9D-474B-333F-4835CFA89B1E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7" name="pg966">
                <a:extLst>
                  <a:ext uri="{FF2B5EF4-FFF2-40B4-BE49-F238E27FC236}">
                    <a16:creationId xmlns:a16="http://schemas.microsoft.com/office/drawing/2014/main" id="{9584F81B-E5A0-23A3-E7EA-5D5C9C839D36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8" name="pg967">
                <a:extLst>
                  <a:ext uri="{FF2B5EF4-FFF2-40B4-BE49-F238E27FC236}">
                    <a16:creationId xmlns:a16="http://schemas.microsoft.com/office/drawing/2014/main" id="{4FCA0E78-ED69-1A1F-0144-AE4958BAED5C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9" name="pg968">
                <a:extLst>
                  <a:ext uri="{FF2B5EF4-FFF2-40B4-BE49-F238E27FC236}">
                    <a16:creationId xmlns:a16="http://schemas.microsoft.com/office/drawing/2014/main" id="{D1DB1312-88AA-7979-D33B-A03ECB278285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0" name="pg969">
                <a:extLst>
                  <a:ext uri="{FF2B5EF4-FFF2-40B4-BE49-F238E27FC236}">
                    <a16:creationId xmlns:a16="http://schemas.microsoft.com/office/drawing/2014/main" id="{BE99ADC7-9033-9A7D-88F5-F5BD7D0372AD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1" name="pg970">
                <a:extLst>
                  <a:ext uri="{FF2B5EF4-FFF2-40B4-BE49-F238E27FC236}">
                    <a16:creationId xmlns:a16="http://schemas.microsoft.com/office/drawing/2014/main" id="{90E77C61-2DA3-FC3E-9961-E912CE8F9404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2" name="pg971">
                <a:extLst>
                  <a:ext uri="{FF2B5EF4-FFF2-40B4-BE49-F238E27FC236}">
                    <a16:creationId xmlns:a16="http://schemas.microsoft.com/office/drawing/2014/main" id="{D9F42359-574D-13DB-29A1-0B779F1A01DC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3" name="pg972">
                <a:extLst>
                  <a:ext uri="{FF2B5EF4-FFF2-40B4-BE49-F238E27FC236}">
                    <a16:creationId xmlns:a16="http://schemas.microsoft.com/office/drawing/2014/main" id="{F1314E57-C532-E596-4054-F7125A370AEB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4" name="pg973">
                <a:extLst>
                  <a:ext uri="{FF2B5EF4-FFF2-40B4-BE49-F238E27FC236}">
                    <a16:creationId xmlns:a16="http://schemas.microsoft.com/office/drawing/2014/main" id="{95D4A656-8A94-5C0A-A9AE-03FBA1432997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5" name="pg974">
                <a:extLst>
                  <a:ext uri="{FF2B5EF4-FFF2-40B4-BE49-F238E27FC236}">
                    <a16:creationId xmlns:a16="http://schemas.microsoft.com/office/drawing/2014/main" id="{41A20879-774C-430D-AE9E-4B52B7B60881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6" name="pg975">
                <a:extLst>
                  <a:ext uri="{FF2B5EF4-FFF2-40B4-BE49-F238E27FC236}">
                    <a16:creationId xmlns:a16="http://schemas.microsoft.com/office/drawing/2014/main" id="{F4590FB0-B77D-8606-D469-1ABA01396BEF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7" name="pg976">
                <a:extLst>
                  <a:ext uri="{FF2B5EF4-FFF2-40B4-BE49-F238E27FC236}">
                    <a16:creationId xmlns:a16="http://schemas.microsoft.com/office/drawing/2014/main" id="{D461C79B-6CD9-F019-5C59-1FE298612B02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8" name="pg977">
                <a:extLst>
                  <a:ext uri="{FF2B5EF4-FFF2-40B4-BE49-F238E27FC236}">
                    <a16:creationId xmlns:a16="http://schemas.microsoft.com/office/drawing/2014/main" id="{CFB212E2-61E8-AFC7-2AAF-F6E2F64D0C2C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9" name="pg978">
                <a:extLst>
                  <a:ext uri="{FF2B5EF4-FFF2-40B4-BE49-F238E27FC236}">
                    <a16:creationId xmlns:a16="http://schemas.microsoft.com/office/drawing/2014/main" id="{CE1E7A45-81B2-C3AB-964F-9D6FC77C9E54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0" name="pg979">
                <a:extLst>
                  <a:ext uri="{FF2B5EF4-FFF2-40B4-BE49-F238E27FC236}">
                    <a16:creationId xmlns:a16="http://schemas.microsoft.com/office/drawing/2014/main" id="{41101E4F-7F18-13FF-396D-EADE81CF8335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1" name="pg980">
                <a:extLst>
                  <a:ext uri="{FF2B5EF4-FFF2-40B4-BE49-F238E27FC236}">
                    <a16:creationId xmlns:a16="http://schemas.microsoft.com/office/drawing/2014/main" id="{414C1B46-0FF5-CF95-5B56-B1DE8911D5AB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2" name="pg981">
                <a:extLst>
                  <a:ext uri="{FF2B5EF4-FFF2-40B4-BE49-F238E27FC236}">
                    <a16:creationId xmlns:a16="http://schemas.microsoft.com/office/drawing/2014/main" id="{63C0F7BB-E662-51BE-FE08-0055C96D4C4F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3" name="pg982">
                <a:extLst>
                  <a:ext uri="{FF2B5EF4-FFF2-40B4-BE49-F238E27FC236}">
                    <a16:creationId xmlns:a16="http://schemas.microsoft.com/office/drawing/2014/main" id="{FBEF137E-C50D-2848-7FAF-DD2F85DE9CB7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4" name="pg983">
                <a:extLst>
                  <a:ext uri="{FF2B5EF4-FFF2-40B4-BE49-F238E27FC236}">
                    <a16:creationId xmlns:a16="http://schemas.microsoft.com/office/drawing/2014/main" id="{E26D2830-36C4-7DED-C652-44B0CB3A7085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5" name="pg984">
                <a:extLst>
                  <a:ext uri="{FF2B5EF4-FFF2-40B4-BE49-F238E27FC236}">
                    <a16:creationId xmlns:a16="http://schemas.microsoft.com/office/drawing/2014/main" id="{19A1115E-E329-767B-ABBB-36C8BDA7691D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6" name="pg985">
                <a:extLst>
                  <a:ext uri="{FF2B5EF4-FFF2-40B4-BE49-F238E27FC236}">
                    <a16:creationId xmlns:a16="http://schemas.microsoft.com/office/drawing/2014/main" id="{C1C59981-DDA3-3F5D-321A-F4AF0DFA77C3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7" name="pg986">
                <a:extLst>
                  <a:ext uri="{FF2B5EF4-FFF2-40B4-BE49-F238E27FC236}">
                    <a16:creationId xmlns:a16="http://schemas.microsoft.com/office/drawing/2014/main" id="{006BA65E-D778-4873-A6A7-7D6C5A6FF465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8" name="pg987">
                <a:extLst>
                  <a:ext uri="{FF2B5EF4-FFF2-40B4-BE49-F238E27FC236}">
                    <a16:creationId xmlns:a16="http://schemas.microsoft.com/office/drawing/2014/main" id="{96170814-CBDF-5DC5-12E2-5875057936EB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9" name="pg988">
                <a:extLst>
                  <a:ext uri="{FF2B5EF4-FFF2-40B4-BE49-F238E27FC236}">
                    <a16:creationId xmlns:a16="http://schemas.microsoft.com/office/drawing/2014/main" id="{FCEE3C2A-9CC8-320F-BCA1-BF16256C4779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1AF">
                  <a:alpha val="100000"/>
                </a:srgbClr>
              </a:solidFill>
              <a:ln w="5420" cap="flat">
                <a:solidFill>
                  <a:srgbClr val="69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0" name="pg989">
                <a:extLst>
                  <a:ext uri="{FF2B5EF4-FFF2-40B4-BE49-F238E27FC236}">
                    <a16:creationId xmlns:a16="http://schemas.microsoft.com/office/drawing/2014/main" id="{260F5CB4-177D-E840-555C-0F6820D1B78B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1" name="pg990">
                <a:extLst>
                  <a:ext uri="{FF2B5EF4-FFF2-40B4-BE49-F238E27FC236}">
                    <a16:creationId xmlns:a16="http://schemas.microsoft.com/office/drawing/2014/main" id="{08EFCF09-8FFC-6D69-4950-D41B73CE1C8F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2" name="pg991">
                <a:extLst>
                  <a:ext uri="{FF2B5EF4-FFF2-40B4-BE49-F238E27FC236}">
                    <a16:creationId xmlns:a16="http://schemas.microsoft.com/office/drawing/2014/main" id="{57C9AA3F-3CBB-6B52-475B-1125D135EA97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3" name="pg992">
                <a:extLst>
                  <a:ext uri="{FF2B5EF4-FFF2-40B4-BE49-F238E27FC236}">
                    <a16:creationId xmlns:a16="http://schemas.microsoft.com/office/drawing/2014/main" id="{3BF5324A-9861-1A06-76F5-32433FCE36A8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4" name="pg993">
                <a:extLst>
                  <a:ext uri="{FF2B5EF4-FFF2-40B4-BE49-F238E27FC236}">
                    <a16:creationId xmlns:a16="http://schemas.microsoft.com/office/drawing/2014/main" id="{2D04DADD-553B-4927-EE52-075A4AAC7369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5" name="pg994">
                <a:extLst>
                  <a:ext uri="{FF2B5EF4-FFF2-40B4-BE49-F238E27FC236}">
                    <a16:creationId xmlns:a16="http://schemas.microsoft.com/office/drawing/2014/main" id="{6285354D-8EA9-78D7-038C-002AE7CF3C3D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6" name="pg995">
                <a:extLst>
                  <a:ext uri="{FF2B5EF4-FFF2-40B4-BE49-F238E27FC236}">
                    <a16:creationId xmlns:a16="http://schemas.microsoft.com/office/drawing/2014/main" id="{773D073C-9CA5-C9AE-53F3-3401F1B53809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7" name="pg996">
                <a:extLst>
                  <a:ext uri="{FF2B5EF4-FFF2-40B4-BE49-F238E27FC236}">
                    <a16:creationId xmlns:a16="http://schemas.microsoft.com/office/drawing/2014/main" id="{C20A074C-AA97-0A80-BAC1-658DCCE56D5D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8" name="pg997">
                <a:extLst>
                  <a:ext uri="{FF2B5EF4-FFF2-40B4-BE49-F238E27FC236}">
                    <a16:creationId xmlns:a16="http://schemas.microsoft.com/office/drawing/2014/main" id="{BDD6570D-C3A8-C924-3339-5DE7A59998B6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9" name="pg998">
                <a:extLst>
                  <a:ext uri="{FF2B5EF4-FFF2-40B4-BE49-F238E27FC236}">
                    <a16:creationId xmlns:a16="http://schemas.microsoft.com/office/drawing/2014/main" id="{FCAEA1C0-E419-5DED-E38F-B9A19199588F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0" name="pg999">
                <a:extLst>
                  <a:ext uri="{FF2B5EF4-FFF2-40B4-BE49-F238E27FC236}">
                    <a16:creationId xmlns:a16="http://schemas.microsoft.com/office/drawing/2014/main" id="{D6F563DC-88A9-A482-2FA1-66789B6CCEBF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1" name="pg1000">
                <a:extLst>
                  <a:ext uri="{FF2B5EF4-FFF2-40B4-BE49-F238E27FC236}">
                    <a16:creationId xmlns:a16="http://schemas.microsoft.com/office/drawing/2014/main" id="{C0831AFE-720C-F29F-F444-1F0096769376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2" name="pg1001">
                <a:extLst>
                  <a:ext uri="{FF2B5EF4-FFF2-40B4-BE49-F238E27FC236}">
                    <a16:creationId xmlns:a16="http://schemas.microsoft.com/office/drawing/2014/main" id="{C992C230-C257-CA1C-ECEC-B7CEB9966CF3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3" name="pg1002">
                <a:extLst>
                  <a:ext uri="{FF2B5EF4-FFF2-40B4-BE49-F238E27FC236}">
                    <a16:creationId xmlns:a16="http://schemas.microsoft.com/office/drawing/2014/main" id="{44B35548-E9AC-288D-70AE-AC527E5299BB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4" name="pg1003">
                <a:extLst>
                  <a:ext uri="{FF2B5EF4-FFF2-40B4-BE49-F238E27FC236}">
                    <a16:creationId xmlns:a16="http://schemas.microsoft.com/office/drawing/2014/main" id="{3053C81E-7F69-7E92-3C0F-1525430B2CB3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5" name="pg1004">
                <a:extLst>
                  <a:ext uri="{FF2B5EF4-FFF2-40B4-BE49-F238E27FC236}">
                    <a16:creationId xmlns:a16="http://schemas.microsoft.com/office/drawing/2014/main" id="{94D82C00-BD4A-C919-BE34-377EF59665EB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6" name="pg1005">
                <a:extLst>
                  <a:ext uri="{FF2B5EF4-FFF2-40B4-BE49-F238E27FC236}">
                    <a16:creationId xmlns:a16="http://schemas.microsoft.com/office/drawing/2014/main" id="{9C0AF35A-B574-BBA3-01CC-7D9C4F9AFC62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7" name="pg1006">
                <a:extLst>
                  <a:ext uri="{FF2B5EF4-FFF2-40B4-BE49-F238E27FC236}">
                    <a16:creationId xmlns:a16="http://schemas.microsoft.com/office/drawing/2014/main" id="{981C31BE-6B09-7BBC-202A-CEB5835A6EEC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8" name="pg1007">
                <a:extLst>
                  <a:ext uri="{FF2B5EF4-FFF2-40B4-BE49-F238E27FC236}">
                    <a16:creationId xmlns:a16="http://schemas.microsoft.com/office/drawing/2014/main" id="{2C0770F7-79EF-32E3-2B09-CC0D065FB6EC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9" name="pg1008">
                <a:extLst>
                  <a:ext uri="{FF2B5EF4-FFF2-40B4-BE49-F238E27FC236}">
                    <a16:creationId xmlns:a16="http://schemas.microsoft.com/office/drawing/2014/main" id="{5E231E78-0A1B-8F90-68D4-9FE856B52877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0" name="pg1009">
                <a:extLst>
                  <a:ext uri="{FF2B5EF4-FFF2-40B4-BE49-F238E27FC236}">
                    <a16:creationId xmlns:a16="http://schemas.microsoft.com/office/drawing/2014/main" id="{39C63F2D-3B79-1FCA-855F-D68FE6FB03EC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1" name="pg1010">
                <a:extLst>
                  <a:ext uri="{FF2B5EF4-FFF2-40B4-BE49-F238E27FC236}">
                    <a16:creationId xmlns:a16="http://schemas.microsoft.com/office/drawing/2014/main" id="{11CE97D0-C41B-33F3-5E03-5802421A5492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2" name="pg1011">
                <a:extLst>
                  <a:ext uri="{FF2B5EF4-FFF2-40B4-BE49-F238E27FC236}">
                    <a16:creationId xmlns:a16="http://schemas.microsoft.com/office/drawing/2014/main" id="{24B5672A-3DD1-696A-2FDD-C8D77E4AFD51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3" name="pg1012">
                <a:extLst>
                  <a:ext uri="{FF2B5EF4-FFF2-40B4-BE49-F238E27FC236}">
                    <a16:creationId xmlns:a16="http://schemas.microsoft.com/office/drawing/2014/main" id="{BDB5213A-D7E4-B679-BED1-72CE1D85F655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4" name="pg1013">
                <a:extLst>
                  <a:ext uri="{FF2B5EF4-FFF2-40B4-BE49-F238E27FC236}">
                    <a16:creationId xmlns:a16="http://schemas.microsoft.com/office/drawing/2014/main" id="{DB65F2F5-9C96-A8BE-2F24-DF7735489E50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5" name="pg1014">
                <a:extLst>
                  <a:ext uri="{FF2B5EF4-FFF2-40B4-BE49-F238E27FC236}">
                    <a16:creationId xmlns:a16="http://schemas.microsoft.com/office/drawing/2014/main" id="{AC986C9E-D97D-A78F-7337-EFC7D1CA86C2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6" name="pg1015">
                <a:extLst>
                  <a:ext uri="{FF2B5EF4-FFF2-40B4-BE49-F238E27FC236}">
                    <a16:creationId xmlns:a16="http://schemas.microsoft.com/office/drawing/2014/main" id="{7613CEA9-3B08-3D50-7175-CA4DC6265841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7" name="pg1016">
                <a:extLst>
                  <a:ext uri="{FF2B5EF4-FFF2-40B4-BE49-F238E27FC236}">
                    <a16:creationId xmlns:a16="http://schemas.microsoft.com/office/drawing/2014/main" id="{F02E8038-F0B3-CC46-0219-D2A627A5D1E7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8" name="pg1017">
                <a:extLst>
                  <a:ext uri="{FF2B5EF4-FFF2-40B4-BE49-F238E27FC236}">
                    <a16:creationId xmlns:a16="http://schemas.microsoft.com/office/drawing/2014/main" id="{7E087572-BA8C-7486-0BA1-D3E318C7FA98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9" name="pg1018">
                <a:extLst>
                  <a:ext uri="{FF2B5EF4-FFF2-40B4-BE49-F238E27FC236}">
                    <a16:creationId xmlns:a16="http://schemas.microsoft.com/office/drawing/2014/main" id="{1336D027-922E-8169-2FD3-8477FE47B918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0" name="pg1019">
                <a:extLst>
                  <a:ext uri="{FF2B5EF4-FFF2-40B4-BE49-F238E27FC236}">
                    <a16:creationId xmlns:a16="http://schemas.microsoft.com/office/drawing/2014/main" id="{2B720E77-066F-497D-E4CA-034B022EA2BA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1" name="pg1020">
                <a:extLst>
                  <a:ext uri="{FF2B5EF4-FFF2-40B4-BE49-F238E27FC236}">
                    <a16:creationId xmlns:a16="http://schemas.microsoft.com/office/drawing/2014/main" id="{A6E627F9-F684-7179-4296-57FA915360AF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2" name="pg1021">
                <a:extLst>
                  <a:ext uri="{FF2B5EF4-FFF2-40B4-BE49-F238E27FC236}">
                    <a16:creationId xmlns:a16="http://schemas.microsoft.com/office/drawing/2014/main" id="{EF9FFA12-EA25-CF6E-22EE-460601C15951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3" name="pg1022">
                <a:extLst>
                  <a:ext uri="{FF2B5EF4-FFF2-40B4-BE49-F238E27FC236}">
                    <a16:creationId xmlns:a16="http://schemas.microsoft.com/office/drawing/2014/main" id="{AE599000-29F2-A83B-8455-A8FB571E5610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4" name="pg1023">
                <a:extLst>
                  <a:ext uri="{FF2B5EF4-FFF2-40B4-BE49-F238E27FC236}">
                    <a16:creationId xmlns:a16="http://schemas.microsoft.com/office/drawing/2014/main" id="{1C51F08A-D13F-1BA7-C0D7-A42931B0C0D2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5" name="pg1024">
                <a:extLst>
                  <a:ext uri="{FF2B5EF4-FFF2-40B4-BE49-F238E27FC236}">
                    <a16:creationId xmlns:a16="http://schemas.microsoft.com/office/drawing/2014/main" id="{3D9CD7D3-A30B-2F9F-0373-C71533D0386F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6" name="pg1025">
                <a:extLst>
                  <a:ext uri="{FF2B5EF4-FFF2-40B4-BE49-F238E27FC236}">
                    <a16:creationId xmlns:a16="http://schemas.microsoft.com/office/drawing/2014/main" id="{14B828B9-D2C9-757F-AD22-000F127C3C69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7" name="pg1026">
                <a:extLst>
                  <a:ext uri="{FF2B5EF4-FFF2-40B4-BE49-F238E27FC236}">
                    <a16:creationId xmlns:a16="http://schemas.microsoft.com/office/drawing/2014/main" id="{5EA71F4B-5A09-9950-B9ED-773D00F8B14D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8" name="pg1027">
                <a:extLst>
                  <a:ext uri="{FF2B5EF4-FFF2-40B4-BE49-F238E27FC236}">
                    <a16:creationId xmlns:a16="http://schemas.microsoft.com/office/drawing/2014/main" id="{F97728D3-D18C-C5E9-51B5-E8829584D6FA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9" name="pg1028">
                <a:extLst>
                  <a:ext uri="{FF2B5EF4-FFF2-40B4-BE49-F238E27FC236}">
                    <a16:creationId xmlns:a16="http://schemas.microsoft.com/office/drawing/2014/main" id="{AFBE49FE-7FDA-DFC9-2814-9B56D9F9F471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0" name="pg1029">
                <a:extLst>
                  <a:ext uri="{FF2B5EF4-FFF2-40B4-BE49-F238E27FC236}">
                    <a16:creationId xmlns:a16="http://schemas.microsoft.com/office/drawing/2014/main" id="{000E83F7-ED9C-68E0-D93A-0988193268CF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1" name="pg1030">
                <a:extLst>
                  <a:ext uri="{FF2B5EF4-FFF2-40B4-BE49-F238E27FC236}">
                    <a16:creationId xmlns:a16="http://schemas.microsoft.com/office/drawing/2014/main" id="{2EE67B13-6401-3340-6AEB-94ACA7E09DB0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2" name="pg1031">
                <a:extLst>
                  <a:ext uri="{FF2B5EF4-FFF2-40B4-BE49-F238E27FC236}">
                    <a16:creationId xmlns:a16="http://schemas.microsoft.com/office/drawing/2014/main" id="{BD311BC9-536F-537C-DF2F-9C928379CDFA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3" name="pg1032">
                <a:extLst>
                  <a:ext uri="{FF2B5EF4-FFF2-40B4-BE49-F238E27FC236}">
                    <a16:creationId xmlns:a16="http://schemas.microsoft.com/office/drawing/2014/main" id="{1D5E9048-15CE-42BD-767F-DE888761CF1B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4" name="pg1033">
                <a:extLst>
                  <a:ext uri="{FF2B5EF4-FFF2-40B4-BE49-F238E27FC236}">
                    <a16:creationId xmlns:a16="http://schemas.microsoft.com/office/drawing/2014/main" id="{CEB5A431-DD68-3E8D-8FE3-D61B4378EE79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5" name="pg1034">
                <a:extLst>
                  <a:ext uri="{FF2B5EF4-FFF2-40B4-BE49-F238E27FC236}">
                    <a16:creationId xmlns:a16="http://schemas.microsoft.com/office/drawing/2014/main" id="{299D5058-17D6-E12E-C509-33B0BED09384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6" name="pg1035">
                <a:extLst>
                  <a:ext uri="{FF2B5EF4-FFF2-40B4-BE49-F238E27FC236}">
                    <a16:creationId xmlns:a16="http://schemas.microsoft.com/office/drawing/2014/main" id="{B1B578D4-081B-D09D-31C1-A1A205E82C3B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7" name="pg1036">
                <a:extLst>
                  <a:ext uri="{FF2B5EF4-FFF2-40B4-BE49-F238E27FC236}">
                    <a16:creationId xmlns:a16="http://schemas.microsoft.com/office/drawing/2014/main" id="{59C0812A-A3B5-4E08-A1EC-92D16F7E9577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8" name="pg1037">
                <a:extLst>
                  <a:ext uri="{FF2B5EF4-FFF2-40B4-BE49-F238E27FC236}">
                    <a16:creationId xmlns:a16="http://schemas.microsoft.com/office/drawing/2014/main" id="{1AF4FE90-18D9-D751-8BEC-9DDD3B6A911C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9" name="pg1038">
                <a:extLst>
                  <a:ext uri="{FF2B5EF4-FFF2-40B4-BE49-F238E27FC236}">
                    <a16:creationId xmlns:a16="http://schemas.microsoft.com/office/drawing/2014/main" id="{DA5E6CDC-1914-7AC4-0666-66681DDA16A2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0" name="pg1039">
                <a:extLst>
                  <a:ext uri="{FF2B5EF4-FFF2-40B4-BE49-F238E27FC236}">
                    <a16:creationId xmlns:a16="http://schemas.microsoft.com/office/drawing/2014/main" id="{FC6E1BF2-93A0-94AF-5927-14792E06D931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1" name="pg1040">
                <a:extLst>
                  <a:ext uri="{FF2B5EF4-FFF2-40B4-BE49-F238E27FC236}">
                    <a16:creationId xmlns:a16="http://schemas.microsoft.com/office/drawing/2014/main" id="{91CD7CA3-A79D-C806-DC4E-64CBA14F3BF3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2" name="pg1041">
                <a:extLst>
                  <a:ext uri="{FF2B5EF4-FFF2-40B4-BE49-F238E27FC236}">
                    <a16:creationId xmlns:a16="http://schemas.microsoft.com/office/drawing/2014/main" id="{EF9A040F-FD6F-7B0E-C4A0-2B11EAD3F350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3" name="pg1042">
                <a:extLst>
                  <a:ext uri="{FF2B5EF4-FFF2-40B4-BE49-F238E27FC236}">
                    <a16:creationId xmlns:a16="http://schemas.microsoft.com/office/drawing/2014/main" id="{164D373D-F02B-BB36-44C3-2E525BB8CDE7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4" name="pg1043">
                <a:extLst>
                  <a:ext uri="{FF2B5EF4-FFF2-40B4-BE49-F238E27FC236}">
                    <a16:creationId xmlns:a16="http://schemas.microsoft.com/office/drawing/2014/main" id="{DD692354-558B-C56B-A2CB-2A5EBF6934CC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5" name="pg1044">
                <a:extLst>
                  <a:ext uri="{FF2B5EF4-FFF2-40B4-BE49-F238E27FC236}">
                    <a16:creationId xmlns:a16="http://schemas.microsoft.com/office/drawing/2014/main" id="{0193D1DA-B8A4-0DC0-A4A7-59208D5C9A92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6" name="pg1045">
                <a:extLst>
                  <a:ext uri="{FF2B5EF4-FFF2-40B4-BE49-F238E27FC236}">
                    <a16:creationId xmlns:a16="http://schemas.microsoft.com/office/drawing/2014/main" id="{5E62AE57-D9C2-9274-750C-E7A3D4D4C64E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7" name="pg1046">
                <a:extLst>
                  <a:ext uri="{FF2B5EF4-FFF2-40B4-BE49-F238E27FC236}">
                    <a16:creationId xmlns:a16="http://schemas.microsoft.com/office/drawing/2014/main" id="{C403F7EC-9E08-2C68-9D68-36138AFD1023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8" name="pg1047">
                <a:extLst>
                  <a:ext uri="{FF2B5EF4-FFF2-40B4-BE49-F238E27FC236}">
                    <a16:creationId xmlns:a16="http://schemas.microsoft.com/office/drawing/2014/main" id="{4F8BF41B-80FF-607A-720D-7CFF89C8FB15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9" name="pg1048">
                <a:extLst>
                  <a:ext uri="{FF2B5EF4-FFF2-40B4-BE49-F238E27FC236}">
                    <a16:creationId xmlns:a16="http://schemas.microsoft.com/office/drawing/2014/main" id="{1D268AE4-3DCB-A565-786B-53CC4DD6C446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0" name="pg1049">
                <a:extLst>
                  <a:ext uri="{FF2B5EF4-FFF2-40B4-BE49-F238E27FC236}">
                    <a16:creationId xmlns:a16="http://schemas.microsoft.com/office/drawing/2014/main" id="{24EAE4E5-7442-9340-8AF6-E72E9EE507C5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1" name="pg1050">
                <a:extLst>
                  <a:ext uri="{FF2B5EF4-FFF2-40B4-BE49-F238E27FC236}">
                    <a16:creationId xmlns:a16="http://schemas.microsoft.com/office/drawing/2014/main" id="{C69F1C32-71BA-54AC-37B8-1BEC04FB0B9B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2" name="pg1051">
                <a:extLst>
                  <a:ext uri="{FF2B5EF4-FFF2-40B4-BE49-F238E27FC236}">
                    <a16:creationId xmlns:a16="http://schemas.microsoft.com/office/drawing/2014/main" id="{4FFB51DC-FFC1-413A-AF7C-B27F33CE2B6A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3" name="pg1052">
                <a:extLst>
                  <a:ext uri="{FF2B5EF4-FFF2-40B4-BE49-F238E27FC236}">
                    <a16:creationId xmlns:a16="http://schemas.microsoft.com/office/drawing/2014/main" id="{EE790DAB-F227-5D60-056F-483C640D8E80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4" name="pg1053">
                <a:extLst>
                  <a:ext uri="{FF2B5EF4-FFF2-40B4-BE49-F238E27FC236}">
                    <a16:creationId xmlns:a16="http://schemas.microsoft.com/office/drawing/2014/main" id="{B3507434-575C-66C5-A087-DB9A1F257A84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5" name="pg1054">
                <a:extLst>
                  <a:ext uri="{FF2B5EF4-FFF2-40B4-BE49-F238E27FC236}">
                    <a16:creationId xmlns:a16="http://schemas.microsoft.com/office/drawing/2014/main" id="{20A60512-FD6B-7A7D-4908-BA7F1D83AC6E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6" name="pg1055">
                <a:extLst>
                  <a:ext uri="{FF2B5EF4-FFF2-40B4-BE49-F238E27FC236}">
                    <a16:creationId xmlns:a16="http://schemas.microsoft.com/office/drawing/2014/main" id="{97D23662-27D9-3B3C-9CE2-8455766C6373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7" name="pg1056">
                <a:extLst>
                  <a:ext uri="{FF2B5EF4-FFF2-40B4-BE49-F238E27FC236}">
                    <a16:creationId xmlns:a16="http://schemas.microsoft.com/office/drawing/2014/main" id="{DE93733C-2F86-A2A1-D97F-809CC6351A07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8" name="pg1057">
                <a:extLst>
                  <a:ext uri="{FF2B5EF4-FFF2-40B4-BE49-F238E27FC236}">
                    <a16:creationId xmlns:a16="http://schemas.microsoft.com/office/drawing/2014/main" id="{733E371D-4C30-6A51-5865-4C9F44857F08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9" name="pg1058">
                <a:extLst>
                  <a:ext uri="{FF2B5EF4-FFF2-40B4-BE49-F238E27FC236}">
                    <a16:creationId xmlns:a16="http://schemas.microsoft.com/office/drawing/2014/main" id="{4E9EF1EE-9B9F-F483-B29A-663FDA8F245D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0" name="pg1059">
                <a:extLst>
                  <a:ext uri="{FF2B5EF4-FFF2-40B4-BE49-F238E27FC236}">
                    <a16:creationId xmlns:a16="http://schemas.microsoft.com/office/drawing/2014/main" id="{2B4F203D-ED53-CACD-F039-FAD9424AEADD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1" name="pg1060">
                <a:extLst>
                  <a:ext uri="{FF2B5EF4-FFF2-40B4-BE49-F238E27FC236}">
                    <a16:creationId xmlns:a16="http://schemas.microsoft.com/office/drawing/2014/main" id="{59F00520-15BC-EE39-4DD8-8598BC8ABA0D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2" name="pg1061">
                <a:extLst>
                  <a:ext uri="{FF2B5EF4-FFF2-40B4-BE49-F238E27FC236}">
                    <a16:creationId xmlns:a16="http://schemas.microsoft.com/office/drawing/2014/main" id="{5989ACA4-5D65-F73D-E37F-DA24EB814EC7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3" name="pg1062">
                <a:extLst>
                  <a:ext uri="{FF2B5EF4-FFF2-40B4-BE49-F238E27FC236}">
                    <a16:creationId xmlns:a16="http://schemas.microsoft.com/office/drawing/2014/main" id="{7751E751-0BA1-9D10-8D4E-FD4F35662B6E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4" name="pg1063">
                <a:extLst>
                  <a:ext uri="{FF2B5EF4-FFF2-40B4-BE49-F238E27FC236}">
                    <a16:creationId xmlns:a16="http://schemas.microsoft.com/office/drawing/2014/main" id="{F486EA27-F093-D033-FF55-307508C8A76F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5" name="pg1064">
                <a:extLst>
                  <a:ext uri="{FF2B5EF4-FFF2-40B4-BE49-F238E27FC236}">
                    <a16:creationId xmlns:a16="http://schemas.microsoft.com/office/drawing/2014/main" id="{AD9F7038-C5D8-95DD-EF75-73F610808037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6" name="pg1065">
                <a:extLst>
                  <a:ext uri="{FF2B5EF4-FFF2-40B4-BE49-F238E27FC236}">
                    <a16:creationId xmlns:a16="http://schemas.microsoft.com/office/drawing/2014/main" id="{14F57B49-7430-B472-B98D-8988AD0D31E2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7" name="pg1066">
                <a:extLst>
                  <a:ext uri="{FF2B5EF4-FFF2-40B4-BE49-F238E27FC236}">
                    <a16:creationId xmlns:a16="http://schemas.microsoft.com/office/drawing/2014/main" id="{B654E8F6-8EE9-C6B3-0363-847F02DA6B90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8" name="pg1067">
                <a:extLst>
                  <a:ext uri="{FF2B5EF4-FFF2-40B4-BE49-F238E27FC236}">
                    <a16:creationId xmlns:a16="http://schemas.microsoft.com/office/drawing/2014/main" id="{8E8F6AA9-A324-6665-678C-0AF5CB720541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9" name="pg1068">
                <a:extLst>
                  <a:ext uri="{FF2B5EF4-FFF2-40B4-BE49-F238E27FC236}">
                    <a16:creationId xmlns:a16="http://schemas.microsoft.com/office/drawing/2014/main" id="{4D994C60-CF85-B0F0-BB85-69E922A5C2A2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0" name="pg1069">
                <a:extLst>
                  <a:ext uri="{FF2B5EF4-FFF2-40B4-BE49-F238E27FC236}">
                    <a16:creationId xmlns:a16="http://schemas.microsoft.com/office/drawing/2014/main" id="{4BC7A6C3-286E-0975-42BC-E6EADCDAA06B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1" name="pg1070">
                <a:extLst>
                  <a:ext uri="{FF2B5EF4-FFF2-40B4-BE49-F238E27FC236}">
                    <a16:creationId xmlns:a16="http://schemas.microsoft.com/office/drawing/2014/main" id="{AE0808E4-DEAB-63D0-B743-6F8C2A61D6DB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2" name="pg1071">
                <a:extLst>
                  <a:ext uri="{FF2B5EF4-FFF2-40B4-BE49-F238E27FC236}">
                    <a16:creationId xmlns:a16="http://schemas.microsoft.com/office/drawing/2014/main" id="{81DFF6B8-B1C8-3748-8124-2745B1B4B5CA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3" name="pg1072">
                <a:extLst>
                  <a:ext uri="{FF2B5EF4-FFF2-40B4-BE49-F238E27FC236}">
                    <a16:creationId xmlns:a16="http://schemas.microsoft.com/office/drawing/2014/main" id="{CCEA9970-503D-0282-A6A2-B9D448F942D4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4" name="pg1073">
                <a:extLst>
                  <a:ext uri="{FF2B5EF4-FFF2-40B4-BE49-F238E27FC236}">
                    <a16:creationId xmlns:a16="http://schemas.microsoft.com/office/drawing/2014/main" id="{85E41EB0-5C27-2C67-ED1C-CCADB831A831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5" name="pg1074">
                <a:extLst>
                  <a:ext uri="{FF2B5EF4-FFF2-40B4-BE49-F238E27FC236}">
                    <a16:creationId xmlns:a16="http://schemas.microsoft.com/office/drawing/2014/main" id="{96A32045-E8BE-9C62-C2A5-FF8F3B054313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6" name="pg1075">
                <a:extLst>
                  <a:ext uri="{FF2B5EF4-FFF2-40B4-BE49-F238E27FC236}">
                    <a16:creationId xmlns:a16="http://schemas.microsoft.com/office/drawing/2014/main" id="{ED0A6539-57EF-202C-9E37-B7554019221B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7" name="pg1076">
                <a:extLst>
                  <a:ext uri="{FF2B5EF4-FFF2-40B4-BE49-F238E27FC236}">
                    <a16:creationId xmlns:a16="http://schemas.microsoft.com/office/drawing/2014/main" id="{D6A37037-5844-F2B8-10D4-2F3FAD859B73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8" name="pg1077">
                <a:extLst>
                  <a:ext uri="{FF2B5EF4-FFF2-40B4-BE49-F238E27FC236}">
                    <a16:creationId xmlns:a16="http://schemas.microsoft.com/office/drawing/2014/main" id="{49440C32-AC79-62CF-EC24-4CBD94A02DF0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9" name="pg1078">
                <a:extLst>
                  <a:ext uri="{FF2B5EF4-FFF2-40B4-BE49-F238E27FC236}">
                    <a16:creationId xmlns:a16="http://schemas.microsoft.com/office/drawing/2014/main" id="{4641D8F8-258A-08BD-F93E-722725FEA3D6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0" name="pg1079">
                <a:extLst>
                  <a:ext uri="{FF2B5EF4-FFF2-40B4-BE49-F238E27FC236}">
                    <a16:creationId xmlns:a16="http://schemas.microsoft.com/office/drawing/2014/main" id="{57D498FC-3ED7-F099-E4D6-423543CCE9C0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1" name="pg1080">
                <a:extLst>
                  <a:ext uri="{FF2B5EF4-FFF2-40B4-BE49-F238E27FC236}">
                    <a16:creationId xmlns:a16="http://schemas.microsoft.com/office/drawing/2014/main" id="{FDCA4183-E669-FBF4-8DEC-FCDDCE4A795F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2" name="pg1081">
                <a:extLst>
                  <a:ext uri="{FF2B5EF4-FFF2-40B4-BE49-F238E27FC236}">
                    <a16:creationId xmlns:a16="http://schemas.microsoft.com/office/drawing/2014/main" id="{74F35FD9-31A6-C265-7544-517EA96415D8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3" name="pg1082">
                <a:extLst>
                  <a:ext uri="{FF2B5EF4-FFF2-40B4-BE49-F238E27FC236}">
                    <a16:creationId xmlns:a16="http://schemas.microsoft.com/office/drawing/2014/main" id="{BBA02821-35F2-8D6F-8676-2B1C8C68C43E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4" name="pg1083">
                <a:extLst>
                  <a:ext uri="{FF2B5EF4-FFF2-40B4-BE49-F238E27FC236}">
                    <a16:creationId xmlns:a16="http://schemas.microsoft.com/office/drawing/2014/main" id="{CB9D7048-19F8-5812-5B4E-26D886604AF5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5" name="pg1084">
                <a:extLst>
                  <a:ext uri="{FF2B5EF4-FFF2-40B4-BE49-F238E27FC236}">
                    <a16:creationId xmlns:a16="http://schemas.microsoft.com/office/drawing/2014/main" id="{BDD79671-5BF5-FAF1-AF22-9E0F16C8BC59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6" name="pg1085">
                <a:extLst>
                  <a:ext uri="{FF2B5EF4-FFF2-40B4-BE49-F238E27FC236}">
                    <a16:creationId xmlns:a16="http://schemas.microsoft.com/office/drawing/2014/main" id="{54B6F2FE-E259-BBBE-A2F8-96C1A6EE2F36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7" name="pg1086">
                <a:extLst>
                  <a:ext uri="{FF2B5EF4-FFF2-40B4-BE49-F238E27FC236}">
                    <a16:creationId xmlns:a16="http://schemas.microsoft.com/office/drawing/2014/main" id="{1DD504B0-8F7E-E8D3-E908-C7A8D8B36F96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8" name="pg1087">
                <a:extLst>
                  <a:ext uri="{FF2B5EF4-FFF2-40B4-BE49-F238E27FC236}">
                    <a16:creationId xmlns:a16="http://schemas.microsoft.com/office/drawing/2014/main" id="{3E098BC8-AE9D-30F9-EE0A-DEE2BB8FF702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9" name="pg1088">
                <a:extLst>
                  <a:ext uri="{FF2B5EF4-FFF2-40B4-BE49-F238E27FC236}">
                    <a16:creationId xmlns:a16="http://schemas.microsoft.com/office/drawing/2014/main" id="{ACD9E73F-1845-877C-F200-648CCCD74353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0" name="pg1089">
                <a:extLst>
                  <a:ext uri="{FF2B5EF4-FFF2-40B4-BE49-F238E27FC236}">
                    <a16:creationId xmlns:a16="http://schemas.microsoft.com/office/drawing/2014/main" id="{B3CFBA80-0D12-00A3-F9DA-2FFB712F4F10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1" name="pg1090">
                <a:extLst>
                  <a:ext uri="{FF2B5EF4-FFF2-40B4-BE49-F238E27FC236}">
                    <a16:creationId xmlns:a16="http://schemas.microsoft.com/office/drawing/2014/main" id="{4F5028CF-4C3D-C051-C4C4-66E5BD242E0C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2" name="pg1091">
                <a:extLst>
                  <a:ext uri="{FF2B5EF4-FFF2-40B4-BE49-F238E27FC236}">
                    <a16:creationId xmlns:a16="http://schemas.microsoft.com/office/drawing/2014/main" id="{8D0ED099-BA0B-7D78-CB0C-AD41ABF97862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3" name="pg1092">
                <a:extLst>
                  <a:ext uri="{FF2B5EF4-FFF2-40B4-BE49-F238E27FC236}">
                    <a16:creationId xmlns:a16="http://schemas.microsoft.com/office/drawing/2014/main" id="{C6D1E44E-DD4A-E689-FCD5-E26334528439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4" name="pg1093">
                <a:extLst>
                  <a:ext uri="{FF2B5EF4-FFF2-40B4-BE49-F238E27FC236}">
                    <a16:creationId xmlns:a16="http://schemas.microsoft.com/office/drawing/2014/main" id="{D17DFE4F-57BB-EEB1-E007-AF243AD07F8A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5" name="pg1094">
                <a:extLst>
                  <a:ext uri="{FF2B5EF4-FFF2-40B4-BE49-F238E27FC236}">
                    <a16:creationId xmlns:a16="http://schemas.microsoft.com/office/drawing/2014/main" id="{FD20766E-74B2-6D04-A1F4-356406CA90EB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6" name="pg1095">
                <a:extLst>
                  <a:ext uri="{FF2B5EF4-FFF2-40B4-BE49-F238E27FC236}">
                    <a16:creationId xmlns:a16="http://schemas.microsoft.com/office/drawing/2014/main" id="{2E3C904E-4A85-9F58-1398-E238E515B587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7" name="pg1096">
                <a:extLst>
                  <a:ext uri="{FF2B5EF4-FFF2-40B4-BE49-F238E27FC236}">
                    <a16:creationId xmlns:a16="http://schemas.microsoft.com/office/drawing/2014/main" id="{94BBA8E8-91BC-F6E3-B734-5861E9EDBBA1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8" name="pg1097">
                <a:extLst>
                  <a:ext uri="{FF2B5EF4-FFF2-40B4-BE49-F238E27FC236}">
                    <a16:creationId xmlns:a16="http://schemas.microsoft.com/office/drawing/2014/main" id="{4C42D36E-814E-9DED-ABE7-A132AA7BB4A9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9" name="pg1098">
                <a:extLst>
                  <a:ext uri="{FF2B5EF4-FFF2-40B4-BE49-F238E27FC236}">
                    <a16:creationId xmlns:a16="http://schemas.microsoft.com/office/drawing/2014/main" id="{57B22183-27F5-7C76-EA99-509632C5ED25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0" name="pg1099">
                <a:extLst>
                  <a:ext uri="{FF2B5EF4-FFF2-40B4-BE49-F238E27FC236}">
                    <a16:creationId xmlns:a16="http://schemas.microsoft.com/office/drawing/2014/main" id="{1DFAC7CB-4F8B-0422-D2D7-340F0FBC7834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1" name="pg1100">
                <a:extLst>
                  <a:ext uri="{FF2B5EF4-FFF2-40B4-BE49-F238E27FC236}">
                    <a16:creationId xmlns:a16="http://schemas.microsoft.com/office/drawing/2014/main" id="{44F9856B-0158-8465-25F3-3F6ABDF68E1D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2" name="pg1101">
                <a:extLst>
                  <a:ext uri="{FF2B5EF4-FFF2-40B4-BE49-F238E27FC236}">
                    <a16:creationId xmlns:a16="http://schemas.microsoft.com/office/drawing/2014/main" id="{B2EF0AF9-8F50-6EE7-74C6-7B72F7A1DAE8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3" name="pg1102">
                <a:extLst>
                  <a:ext uri="{FF2B5EF4-FFF2-40B4-BE49-F238E27FC236}">
                    <a16:creationId xmlns:a16="http://schemas.microsoft.com/office/drawing/2014/main" id="{8FA74D24-56A1-E583-291B-77B3A88D5ACC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4" name="pg1103">
                <a:extLst>
                  <a:ext uri="{FF2B5EF4-FFF2-40B4-BE49-F238E27FC236}">
                    <a16:creationId xmlns:a16="http://schemas.microsoft.com/office/drawing/2014/main" id="{F5AFAC2E-1B0B-B772-AB25-CBF54CD3290E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5" name="pg1104">
                <a:extLst>
                  <a:ext uri="{FF2B5EF4-FFF2-40B4-BE49-F238E27FC236}">
                    <a16:creationId xmlns:a16="http://schemas.microsoft.com/office/drawing/2014/main" id="{52D37524-D753-22F5-4E64-FE5F0B274F42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6" name="pg1105">
                <a:extLst>
                  <a:ext uri="{FF2B5EF4-FFF2-40B4-BE49-F238E27FC236}">
                    <a16:creationId xmlns:a16="http://schemas.microsoft.com/office/drawing/2014/main" id="{DC9B10D8-ED49-9B9F-1A12-41331DCC4484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7" name="pg1106">
                <a:extLst>
                  <a:ext uri="{FF2B5EF4-FFF2-40B4-BE49-F238E27FC236}">
                    <a16:creationId xmlns:a16="http://schemas.microsoft.com/office/drawing/2014/main" id="{CA6816E2-A381-6C76-3499-2EC5590A1D35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8" name="pg1107">
                <a:extLst>
                  <a:ext uri="{FF2B5EF4-FFF2-40B4-BE49-F238E27FC236}">
                    <a16:creationId xmlns:a16="http://schemas.microsoft.com/office/drawing/2014/main" id="{68EA9F4B-9741-53C6-5A28-03DDB9F74D63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9" name="pg1108">
                <a:extLst>
                  <a:ext uri="{FF2B5EF4-FFF2-40B4-BE49-F238E27FC236}">
                    <a16:creationId xmlns:a16="http://schemas.microsoft.com/office/drawing/2014/main" id="{0A86A253-E349-DB00-6526-B474222AE19F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0" name="pg1109">
                <a:extLst>
                  <a:ext uri="{FF2B5EF4-FFF2-40B4-BE49-F238E27FC236}">
                    <a16:creationId xmlns:a16="http://schemas.microsoft.com/office/drawing/2014/main" id="{A5F1E122-FDA2-8A99-FCA7-5DABE4A8F94E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1" name="pg1110">
                <a:extLst>
                  <a:ext uri="{FF2B5EF4-FFF2-40B4-BE49-F238E27FC236}">
                    <a16:creationId xmlns:a16="http://schemas.microsoft.com/office/drawing/2014/main" id="{DA4C29EA-220E-7BC2-5F75-908C58306788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2" name="pg1111">
                <a:extLst>
                  <a:ext uri="{FF2B5EF4-FFF2-40B4-BE49-F238E27FC236}">
                    <a16:creationId xmlns:a16="http://schemas.microsoft.com/office/drawing/2014/main" id="{96875DAC-A67F-B6D2-34C5-79DAA38FF842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3" name="pg1112">
                <a:extLst>
                  <a:ext uri="{FF2B5EF4-FFF2-40B4-BE49-F238E27FC236}">
                    <a16:creationId xmlns:a16="http://schemas.microsoft.com/office/drawing/2014/main" id="{86D8A325-E0CA-EB4B-BADE-AE943B6C57F2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4" name="pg1113">
                <a:extLst>
                  <a:ext uri="{FF2B5EF4-FFF2-40B4-BE49-F238E27FC236}">
                    <a16:creationId xmlns:a16="http://schemas.microsoft.com/office/drawing/2014/main" id="{5ACBA8A2-1B41-DDD1-9369-8B0EEFA6D75B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5" name="pg1114">
                <a:extLst>
                  <a:ext uri="{FF2B5EF4-FFF2-40B4-BE49-F238E27FC236}">
                    <a16:creationId xmlns:a16="http://schemas.microsoft.com/office/drawing/2014/main" id="{978CF8DF-2D52-DF6B-12F1-B27B365C6B8D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6" name="pg1115">
                <a:extLst>
                  <a:ext uri="{FF2B5EF4-FFF2-40B4-BE49-F238E27FC236}">
                    <a16:creationId xmlns:a16="http://schemas.microsoft.com/office/drawing/2014/main" id="{C3A41DC3-DB36-E428-A9AF-A4B5A93121D4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7" name="pg1116">
                <a:extLst>
                  <a:ext uri="{FF2B5EF4-FFF2-40B4-BE49-F238E27FC236}">
                    <a16:creationId xmlns:a16="http://schemas.microsoft.com/office/drawing/2014/main" id="{8F8F7E1A-79A6-D6F8-1EAC-0248239B3B83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8" name="pg1117">
                <a:extLst>
                  <a:ext uri="{FF2B5EF4-FFF2-40B4-BE49-F238E27FC236}">
                    <a16:creationId xmlns:a16="http://schemas.microsoft.com/office/drawing/2014/main" id="{A56B50D2-FDE2-0685-ECAC-0DB362A783E9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9" name="pg1118">
                <a:extLst>
                  <a:ext uri="{FF2B5EF4-FFF2-40B4-BE49-F238E27FC236}">
                    <a16:creationId xmlns:a16="http://schemas.microsoft.com/office/drawing/2014/main" id="{DE342F98-4A86-736D-9163-40508C1A1C4F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0" name="pg1119">
                <a:extLst>
                  <a:ext uri="{FF2B5EF4-FFF2-40B4-BE49-F238E27FC236}">
                    <a16:creationId xmlns:a16="http://schemas.microsoft.com/office/drawing/2014/main" id="{F46B726A-0E50-60A2-7DC2-CCA61750CC12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1" name="pg1120">
                <a:extLst>
                  <a:ext uri="{FF2B5EF4-FFF2-40B4-BE49-F238E27FC236}">
                    <a16:creationId xmlns:a16="http://schemas.microsoft.com/office/drawing/2014/main" id="{433809CF-4299-0C79-CFC0-0AA64C0DD81E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2" name="pg1121">
                <a:extLst>
                  <a:ext uri="{FF2B5EF4-FFF2-40B4-BE49-F238E27FC236}">
                    <a16:creationId xmlns:a16="http://schemas.microsoft.com/office/drawing/2014/main" id="{8043601C-E163-C2A6-3CF3-C37019B2EA89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3" name="pg1122">
                <a:extLst>
                  <a:ext uri="{FF2B5EF4-FFF2-40B4-BE49-F238E27FC236}">
                    <a16:creationId xmlns:a16="http://schemas.microsoft.com/office/drawing/2014/main" id="{DA127887-AB1B-ED35-7B00-6F8EF339B3D9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4" name="pg1123">
                <a:extLst>
                  <a:ext uri="{FF2B5EF4-FFF2-40B4-BE49-F238E27FC236}">
                    <a16:creationId xmlns:a16="http://schemas.microsoft.com/office/drawing/2014/main" id="{072AC245-7DE9-8401-D6DD-543C7C1B6D80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5" name="pg1124">
                <a:extLst>
                  <a:ext uri="{FF2B5EF4-FFF2-40B4-BE49-F238E27FC236}">
                    <a16:creationId xmlns:a16="http://schemas.microsoft.com/office/drawing/2014/main" id="{87670CAC-900A-8461-5CF7-F6042BF9297B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6" name="pg1125">
                <a:extLst>
                  <a:ext uri="{FF2B5EF4-FFF2-40B4-BE49-F238E27FC236}">
                    <a16:creationId xmlns:a16="http://schemas.microsoft.com/office/drawing/2014/main" id="{9D66BADD-A706-9ACE-188B-A8E8F6E96FB9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7" name="pg1126">
                <a:extLst>
                  <a:ext uri="{FF2B5EF4-FFF2-40B4-BE49-F238E27FC236}">
                    <a16:creationId xmlns:a16="http://schemas.microsoft.com/office/drawing/2014/main" id="{5F1F6DE0-3415-9325-D864-7953A3032D2C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8" name="pg1127">
                <a:extLst>
                  <a:ext uri="{FF2B5EF4-FFF2-40B4-BE49-F238E27FC236}">
                    <a16:creationId xmlns:a16="http://schemas.microsoft.com/office/drawing/2014/main" id="{91844222-8AC3-EBFF-24C9-D25B0EFC8E0B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9" name="pg1128">
                <a:extLst>
                  <a:ext uri="{FF2B5EF4-FFF2-40B4-BE49-F238E27FC236}">
                    <a16:creationId xmlns:a16="http://schemas.microsoft.com/office/drawing/2014/main" id="{4CEE76F9-E5FB-DB82-E7D3-8572165E6DC4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0" name="pg1129">
                <a:extLst>
                  <a:ext uri="{FF2B5EF4-FFF2-40B4-BE49-F238E27FC236}">
                    <a16:creationId xmlns:a16="http://schemas.microsoft.com/office/drawing/2014/main" id="{6BA69F6E-73DD-2449-CE6E-2431B3EA8BC8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1" name="pg1130">
                <a:extLst>
                  <a:ext uri="{FF2B5EF4-FFF2-40B4-BE49-F238E27FC236}">
                    <a16:creationId xmlns:a16="http://schemas.microsoft.com/office/drawing/2014/main" id="{CC6EE4CD-DF4B-34B0-FC8F-ABE2AA7B0223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2" name="pg1131">
                <a:extLst>
                  <a:ext uri="{FF2B5EF4-FFF2-40B4-BE49-F238E27FC236}">
                    <a16:creationId xmlns:a16="http://schemas.microsoft.com/office/drawing/2014/main" id="{90A7D51C-AFB0-9E5E-DD2F-8C831E46E4E8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3" name="pg1132">
                <a:extLst>
                  <a:ext uri="{FF2B5EF4-FFF2-40B4-BE49-F238E27FC236}">
                    <a16:creationId xmlns:a16="http://schemas.microsoft.com/office/drawing/2014/main" id="{3A7115F0-138D-7D19-69B5-247FBFACCDD0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4" name="pg1133">
                <a:extLst>
                  <a:ext uri="{FF2B5EF4-FFF2-40B4-BE49-F238E27FC236}">
                    <a16:creationId xmlns:a16="http://schemas.microsoft.com/office/drawing/2014/main" id="{AF803652-6C75-AA93-8518-A3FB1239055D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5" name="pg1134">
                <a:extLst>
                  <a:ext uri="{FF2B5EF4-FFF2-40B4-BE49-F238E27FC236}">
                    <a16:creationId xmlns:a16="http://schemas.microsoft.com/office/drawing/2014/main" id="{B9E678BF-86AC-BAAD-BC6C-64D64F481DBF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6" name="pg1135">
                <a:extLst>
                  <a:ext uri="{FF2B5EF4-FFF2-40B4-BE49-F238E27FC236}">
                    <a16:creationId xmlns:a16="http://schemas.microsoft.com/office/drawing/2014/main" id="{D4B1D9A2-52D8-C010-CFAE-67F13C1173BE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7" name="pg1136">
                <a:extLst>
                  <a:ext uri="{FF2B5EF4-FFF2-40B4-BE49-F238E27FC236}">
                    <a16:creationId xmlns:a16="http://schemas.microsoft.com/office/drawing/2014/main" id="{5F0A8C71-A8C8-F9B9-4D23-116E3A7EB35C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8" name="pg1137">
                <a:extLst>
                  <a:ext uri="{FF2B5EF4-FFF2-40B4-BE49-F238E27FC236}">
                    <a16:creationId xmlns:a16="http://schemas.microsoft.com/office/drawing/2014/main" id="{F0E3CA94-8755-9A12-9CD9-A325CB66182E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9" name="pg1138">
                <a:extLst>
                  <a:ext uri="{FF2B5EF4-FFF2-40B4-BE49-F238E27FC236}">
                    <a16:creationId xmlns:a16="http://schemas.microsoft.com/office/drawing/2014/main" id="{0FC85E67-7DA9-3A19-CD80-3C0993D9521F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" name="pg1139">
                <a:extLst>
                  <a:ext uri="{FF2B5EF4-FFF2-40B4-BE49-F238E27FC236}">
                    <a16:creationId xmlns:a16="http://schemas.microsoft.com/office/drawing/2014/main" id="{52B206A3-23AA-6350-55D9-5C51B1BF545C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" name="pg1140">
                <a:extLst>
                  <a:ext uri="{FF2B5EF4-FFF2-40B4-BE49-F238E27FC236}">
                    <a16:creationId xmlns:a16="http://schemas.microsoft.com/office/drawing/2014/main" id="{312BC342-A41A-227A-583F-2016F7D060F5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" name="pg1141">
                <a:extLst>
                  <a:ext uri="{FF2B5EF4-FFF2-40B4-BE49-F238E27FC236}">
                    <a16:creationId xmlns:a16="http://schemas.microsoft.com/office/drawing/2014/main" id="{5EBDFF29-9C16-11C5-421B-2636C857D6C4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3" name="pg1142">
                <a:extLst>
                  <a:ext uri="{FF2B5EF4-FFF2-40B4-BE49-F238E27FC236}">
                    <a16:creationId xmlns:a16="http://schemas.microsoft.com/office/drawing/2014/main" id="{44CD336F-EABB-A669-B2BD-4C6474C8E1CA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4" name="pg1143">
                <a:extLst>
                  <a:ext uri="{FF2B5EF4-FFF2-40B4-BE49-F238E27FC236}">
                    <a16:creationId xmlns:a16="http://schemas.microsoft.com/office/drawing/2014/main" id="{CABF391E-27E1-9DB7-95E6-29BC9010599C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5" name="pg1144">
                <a:extLst>
                  <a:ext uri="{FF2B5EF4-FFF2-40B4-BE49-F238E27FC236}">
                    <a16:creationId xmlns:a16="http://schemas.microsoft.com/office/drawing/2014/main" id="{17D4C3EC-6096-24C5-AB8C-A853513FE0EC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6" name="pg1145">
                <a:extLst>
                  <a:ext uri="{FF2B5EF4-FFF2-40B4-BE49-F238E27FC236}">
                    <a16:creationId xmlns:a16="http://schemas.microsoft.com/office/drawing/2014/main" id="{CED42207-79A0-5F57-35F3-A5FD436F637C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7" name="pg1146">
                <a:extLst>
                  <a:ext uri="{FF2B5EF4-FFF2-40B4-BE49-F238E27FC236}">
                    <a16:creationId xmlns:a16="http://schemas.microsoft.com/office/drawing/2014/main" id="{F3372A0A-F94C-C603-73B7-2E6E88E0E76E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8" name="pg1147">
                <a:extLst>
                  <a:ext uri="{FF2B5EF4-FFF2-40B4-BE49-F238E27FC236}">
                    <a16:creationId xmlns:a16="http://schemas.microsoft.com/office/drawing/2014/main" id="{3EFDC620-F361-A55D-DCCA-0D03EA36F080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9" name="pg1148">
                <a:extLst>
                  <a:ext uri="{FF2B5EF4-FFF2-40B4-BE49-F238E27FC236}">
                    <a16:creationId xmlns:a16="http://schemas.microsoft.com/office/drawing/2014/main" id="{7B5288D9-BD64-A68C-905C-D34F4FA24EFC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0" name="pg1149">
                <a:extLst>
                  <a:ext uri="{FF2B5EF4-FFF2-40B4-BE49-F238E27FC236}">
                    <a16:creationId xmlns:a16="http://schemas.microsoft.com/office/drawing/2014/main" id="{6B795201-4322-3718-7A4D-0345B1C9E69E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1" name="pg1150">
                <a:extLst>
                  <a:ext uri="{FF2B5EF4-FFF2-40B4-BE49-F238E27FC236}">
                    <a16:creationId xmlns:a16="http://schemas.microsoft.com/office/drawing/2014/main" id="{E2CE16D5-C9A9-03CC-1687-AEF6CDE23904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2" name="pg1151">
                <a:extLst>
                  <a:ext uri="{FF2B5EF4-FFF2-40B4-BE49-F238E27FC236}">
                    <a16:creationId xmlns:a16="http://schemas.microsoft.com/office/drawing/2014/main" id="{403D9C31-9A35-51C0-A943-A66079E1EA55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3" name="pg1152">
                <a:extLst>
                  <a:ext uri="{FF2B5EF4-FFF2-40B4-BE49-F238E27FC236}">
                    <a16:creationId xmlns:a16="http://schemas.microsoft.com/office/drawing/2014/main" id="{32B5B829-1088-9ED2-5FBD-EC6C6C492A42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4" name="pg1153">
                <a:extLst>
                  <a:ext uri="{FF2B5EF4-FFF2-40B4-BE49-F238E27FC236}">
                    <a16:creationId xmlns:a16="http://schemas.microsoft.com/office/drawing/2014/main" id="{655755DD-C2EF-AFCE-1CBC-C09B0C8FB4F3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5" name="pg1154">
                <a:extLst>
                  <a:ext uri="{FF2B5EF4-FFF2-40B4-BE49-F238E27FC236}">
                    <a16:creationId xmlns:a16="http://schemas.microsoft.com/office/drawing/2014/main" id="{BD4AAFFB-703A-54CE-E415-281222032A7B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6" name="pg1155">
                <a:extLst>
                  <a:ext uri="{FF2B5EF4-FFF2-40B4-BE49-F238E27FC236}">
                    <a16:creationId xmlns:a16="http://schemas.microsoft.com/office/drawing/2014/main" id="{877CCD40-3C40-4FC1-4429-53F671E3D668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7" name="pg1156">
                <a:extLst>
                  <a:ext uri="{FF2B5EF4-FFF2-40B4-BE49-F238E27FC236}">
                    <a16:creationId xmlns:a16="http://schemas.microsoft.com/office/drawing/2014/main" id="{BF4A4A17-ADE4-D885-E57F-9E42D5154AF6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8" name="pg1157">
                <a:extLst>
                  <a:ext uri="{FF2B5EF4-FFF2-40B4-BE49-F238E27FC236}">
                    <a16:creationId xmlns:a16="http://schemas.microsoft.com/office/drawing/2014/main" id="{CE9434E0-0DAA-1088-37B3-123973CB1324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9" name="pg1158">
                <a:extLst>
                  <a:ext uri="{FF2B5EF4-FFF2-40B4-BE49-F238E27FC236}">
                    <a16:creationId xmlns:a16="http://schemas.microsoft.com/office/drawing/2014/main" id="{1B61A37C-C95E-711A-FF98-D2D5FC3BE688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0" name="pg1159">
                <a:extLst>
                  <a:ext uri="{FF2B5EF4-FFF2-40B4-BE49-F238E27FC236}">
                    <a16:creationId xmlns:a16="http://schemas.microsoft.com/office/drawing/2014/main" id="{3D4236B5-0766-DB18-4B85-4C7DD901A195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1" name="pg1160">
                <a:extLst>
                  <a:ext uri="{FF2B5EF4-FFF2-40B4-BE49-F238E27FC236}">
                    <a16:creationId xmlns:a16="http://schemas.microsoft.com/office/drawing/2014/main" id="{02C76340-4A15-D2FD-11CA-345582D4F898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2" name="pg1161">
                <a:extLst>
                  <a:ext uri="{FF2B5EF4-FFF2-40B4-BE49-F238E27FC236}">
                    <a16:creationId xmlns:a16="http://schemas.microsoft.com/office/drawing/2014/main" id="{16758C64-9C7C-DBFE-F0E8-D66358E84059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3" name="pg1162">
                <a:extLst>
                  <a:ext uri="{FF2B5EF4-FFF2-40B4-BE49-F238E27FC236}">
                    <a16:creationId xmlns:a16="http://schemas.microsoft.com/office/drawing/2014/main" id="{F4655D20-E5DB-767A-0E7C-664054D17380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4" name="pg1163">
                <a:extLst>
                  <a:ext uri="{FF2B5EF4-FFF2-40B4-BE49-F238E27FC236}">
                    <a16:creationId xmlns:a16="http://schemas.microsoft.com/office/drawing/2014/main" id="{9E346BB5-4FE6-FB57-8038-10DD048D81A7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5" name="pg1164">
                <a:extLst>
                  <a:ext uri="{FF2B5EF4-FFF2-40B4-BE49-F238E27FC236}">
                    <a16:creationId xmlns:a16="http://schemas.microsoft.com/office/drawing/2014/main" id="{74D88F6A-909B-EC0A-EECA-8D97F753ABBA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6" name="pg1165">
                <a:extLst>
                  <a:ext uri="{FF2B5EF4-FFF2-40B4-BE49-F238E27FC236}">
                    <a16:creationId xmlns:a16="http://schemas.microsoft.com/office/drawing/2014/main" id="{79B354DC-3CF8-C3BB-F9B4-5A0088C0E814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7" name="pg1166">
                <a:extLst>
                  <a:ext uri="{FF2B5EF4-FFF2-40B4-BE49-F238E27FC236}">
                    <a16:creationId xmlns:a16="http://schemas.microsoft.com/office/drawing/2014/main" id="{AE8EC173-A0B2-AEC3-3252-E9D1DF84AD3E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8" name="pg1167">
                <a:extLst>
                  <a:ext uri="{FF2B5EF4-FFF2-40B4-BE49-F238E27FC236}">
                    <a16:creationId xmlns:a16="http://schemas.microsoft.com/office/drawing/2014/main" id="{EA78AEF9-FDF9-31F7-4E61-A9997E09B5FF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9" name="pg1168">
                <a:extLst>
                  <a:ext uri="{FF2B5EF4-FFF2-40B4-BE49-F238E27FC236}">
                    <a16:creationId xmlns:a16="http://schemas.microsoft.com/office/drawing/2014/main" id="{F747B920-E4CD-3068-F6C3-06E3C3B7F136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0" name="pg1169">
                <a:extLst>
                  <a:ext uri="{FF2B5EF4-FFF2-40B4-BE49-F238E27FC236}">
                    <a16:creationId xmlns:a16="http://schemas.microsoft.com/office/drawing/2014/main" id="{0CD932B2-8D04-9293-CC69-9F819AFF83B7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1" name="pg1170">
                <a:extLst>
                  <a:ext uri="{FF2B5EF4-FFF2-40B4-BE49-F238E27FC236}">
                    <a16:creationId xmlns:a16="http://schemas.microsoft.com/office/drawing/2014/main" id="{13DD3F76-9497-1101-ADEB-42C165B6C58E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2" name="pg1171">
                <a:extLst>
                  <a:ext uri="{FF2B5EF4-FFF2-40B4-BE49-F238E27FC236}">
                    <a16:creationId xmlns:a16="http://schemas.microsoft.com/office/drawing/2014/main" id="{2B38E578-0133-E74D-63AF-5E26400E6D90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3" name="pg1172">
                <a:extLst>
                  <a:ext uri="{FF2B5EF4-FFF2-40B4-BE49-F238E27FC236}">
                    <a16:creationId xmlns:a16="http://schemas.microsoft.com/office/drawing/2014/main" id="{04849E21-FC6C-4623-C6CB-66F443640890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4" name="pg1173">
                <a:extLst>
                  <a:ext uri="{FF2B5EF4-FFF2-40B4-BE49-F238E27FC236}">
                    <a16:creationId xmlns:a16="http://schemas.microsoft.com/office/drawing/2014/main" id="{11026009-7A7F-5202-1A6A-F35C4370D899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5" name="pg1174">
                <a:extLst>
                  <a:ext uri="{FF2B5EF4-FFF2-40B4-BE49-F238E27FC236}">
                    <a16:creationId xmlns:a16="http://schemas.microsoft.com/office/drawing/2014/main" id="{BE9334EC-F5E5-38B9-0D70-7280321980FD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6" name="pg1175">
                <a:extLst>
                  <a:ext uri="{FF2B5EF4-FFF2-40B4-BE49-F238E27FC236}">
                    <a16:creationId xmlns:a16="http://schemas.microsoft.com/office/drawing/2014/main" id="{FC04618D-9AC8-0B24-A229-4953E17A33E8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7" name="pg1176">
                <a:extLst>
                  <a:ext uri="{FF2B5EF4-FFF2-40B4-BE49-F238E27FC236}">
                    <a16:creationId xmlns:a16="http://schemas.microsoft.com/office/drawing/2014/main" id="{90B62E91-8640-5E45-C1D3-59F081696A1E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8" name="pg1177">
                <a:extLst>
                  <a:ext uri="{FF2B5EF4-FFF2-40B4-BE49-F238E27FC236}">
                    <a16:creationId xmlns:a16="http://schemas.microsoft.com/office/drawing/2014/main" id="{DE8CBDC1-4EB8-0A54-533E-C3F3F280A221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9" name="pg1178">
                <a:extLst>
                  <a:ext uri="{FF2B5EF4-FFF2-40B4-BE49-F238E27FC236}">
                    <a16:creationId xmlns:a16="http://schemas.microsoft.com/office/drawing/2014/main" id="{048E27F3-8754-7F45-891A-6DC10BD229AD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0" name="pg1179">
                <a:extLst>
                  <a:ext uri="{FF2B5EF4-FFF2-40B4-BE49-F238E27FC236}">
                    <a16:creationId xmlns:a16="http://schemas.microsoft.com/office/drawing/2014/main" id="{CD8D5FE5-7234-2349-0FE1-4CB14CE2763E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1" name="pg1180">
                <a:extLst>
                  <a:ext uri="{FF2B5EF4-FFF2-40B4-BE49-F238E27FC236}">
                    <a16:creationId xmlns:a16="http://schemas.microsoft.com/office/drawing/2014/main" id="{341D5D94-479F-8743-01E1-0D59D762A32E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2" name="pg1181">
                <a:extLst>
                  <a:ext uri="{FF2B5EF4-FFF2-40B4-BE49-F238E27FC236}">
                    <a16:creationId xmlns:a16="http://schemas.microsoft.com/office/drawing/2014/main" id="{97A7F883-DADC-CD71-B86D-3F6BBD62EB9F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3" name="pg1182">
                <a:extLst>
                  <a:ext uri="{FF2B5EF4-FFF2-40B4-BE49-F238E27FC236}">
                    <a16:creationId xmlns:a16="http://schemas.microsoft.com/office/drawing/2014/main" id="{7D9B39BA-97B9-A7E6-FE61-2699EE125ECE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4" name="pg1183">
                <a:extLst>
                  <a:ext uri="{FF2B5EF4-FFF2-40B4-BE49-F238E27FC236}">
                    <a16:creationId xmlns:a16="http://schemas.microsoft.com/office/drawing/2014/main" id="{BF4CE84B-7A42-9022-A5DA-4F2F6EED8BE8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5" name="pg1184">
                <a:extLst>
                  <a:ext uri="{FF2B5EF4-FFF2-40B4-BE49-F238E27FC236}">
                    <a16:creationId xmlns:a16="http://schemas.microsoft.com/office/drawing/2014/main" id="{B6195068-0CC4-DBAB-F239-1014F63BFC2F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6" name="pg1185">
                <a:extLst>
                  <a:ext uri="{FF2B5EF4-FFF2-40B4-BE49-F238E27FC236}">
                    <a16:creationId xmlns:a16="http://schemas.microsoft.com/office/drawing/2014/main" id="{0C0781B0-1848-4752-8796-5057755B595E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7" name="pg1186">
                <a:extLst>
                  <a:ext uri="{FF2B5EF4-FFF2-40B4-BE49-F238E27FC236}">
                    <a16:creationId xmlns:a16="http://schemas.microsoft.com/office/drawing/2014/main" id="{BA180277-5CCF-3ED3-AD76-8D91FA10097B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8" name="pg1187">
                <a:extLst>
                  <a:ext uri="{FF2B5EF4-FFF2-40B4-BE49-F238E27FC236}">
                    <a16:creationId xmlns:a16="http://schemas.microsoft.com/office/drawing/2014/main" id="{FE4A3EED-F443-C78B-155B-C76129FF8EC2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9" name="pg1188">
                <a:extLst>
                  <a:ext uri="{FF2B5EF4-FFF2-40B4-BE49-F238E27FC236}">
                    <a16:creationId xmlns:a16="http://schemas.microsoft.com/office/drawing/2014/main" id="{7E0F8171-D686-3EC2-6AAE-BD959870A5EE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0" name="pg1189">
                <a:extLst>
                  <a:ext uri="{FF2B5EF4-FFF2-40B4-BE49-F238E27FC236}">
                    <a16:creationId xmlns:a16="http://schemas.microsoft.com/office/drawing/2014/main" id="{E4B73F34-D5AD-DC64-A540-EEB124CF652E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1" name="pg1190">
                <a:extLst>
                  <a:ext uri="{FF2B5EF4-FFF2-40B4-BE49-F238E27FC236}">
                    <a16:creationId xmlns:a16="http://schemas.microsoft.com/office/drawing/2014/main" id="{85F69DF2-2897-BBD7-1A9F-B40130498E8A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2" name="pg1191">
                <a:extLst>
                  <a:ext uri="{FF2B5EF4-FFF2-40B4-BE49-F238E27FC236}">
                    <a16:creationId xmlns:a16="http://schemas.microsoft.com/office/drawing/2014/main" id="{D03C57C6-3740-0F27-8205-EDAFE6187C22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3" name="pg1192">
                <a:extLst>
                  <a:ext uri="{FF2B5EF4-FFF2-40B4-BE49-F238E27FC236}">
                    <a16:creationId xmlns:a16="http://schemas.microsoft.com/office/drawing/2014/main" id="{54116CE7-F045-8E4D-7CA6-B315D0419E71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4" name="pg1193">
                <a:extLst>
                  <a:ext uri="{FF2B5EF4-FFF2-40B4-BE49-F238E27FC236}">
                    <a16:creationId xmlns:a16="http://schemas.microsoft.com/office/drawing/2014/main" id="{78D623A1-B797-DBA0-0A21-1965D9C49F4F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5" name="pg1194">
                <a:extLst>
                  <a:ext uri="{FF2B5EF4-FFF2-40B4-BE49-F238E27FC236}">
                    <a16:creationId xmlns:a16="http://schemas.microsoft.com/office/drawing/2014/main" id="{01BBB2C5-3F16-5CD7-C8CD-A52F592486DC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6" name="pg1195">
                <a:extLst>
                  <a:ext uri="{FF2B5EF4-FFF2-40B4-BE49-F238E27FC236}">
                    <a16:creationId xmlns:a16="http://schemas.microsoft.com/office/drawing/2014/main" id="{3CBF3F09-9A4D-111E-8290-C481BAA864C2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7" name="pg1196">
                <a:extLst>
                  <a:ext uri="{FF2B5EF4-FFF2-40B4-BE49-F238E27FC236}">
                    <a16:creationId xmlns:a16="http://schemas.microsoft.com/office/drawing/2014/main" id="{AA8B59BD-5AB8-4CB0-C53C-47CCF89CF628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8" name="pg1197">
                <a:extLst>
                  <a:ext uri="{FF2B5EF4-FFF2-40B4-BE49-F238E27FC236}">
                    <a16:creationId xmlns:a16="http://schemas.microsoft.com/office/drawing/2014/main" id="{9FFF8150-FB57-53D4-A171-DBC86D10D698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9" name="pg1198">
                <a:extLst>
                  <a:ext uri="{FF2B5EF4-FFF2-40B4-BE49-F238E27FC236}">
                    <a16:creationId xmlns:a16="http://schemas.microsoft.com/office/drawing/2014/main" id="{C3B245EF-D682-7CD4-1080-FDAEEAFBE5F6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0" name="pg1199">
                <a:extLst>
                  <a:ext uri="{FF2B5EF4-FFF2-40B4-BE49-F238E27FC236}">
                    <a16:creationId xmlns:a16="http://schemas.microsoft.com/office/drawing/2014/main" id="{773E396F-7306-3ED8-687D-82439638CBB2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1" name="pg1200">
                <a:extLst>
                  <a:ext uri="{FF2B5EF4-FFF2-40B4-BE49-F238E27FC236}">
                    <a16:creationId xmlns:a16="http://schemas.microsoft.com/office/drawing/2014/main" id="{BFCFA017-0DEF-BD5C-448F-447E67DF537F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2" name="pg1201">
                <a:extLst>
                  <a:ext uri="{FF2B5EF4-FFF2-40B4-BE49-F238E27FC236}">
                    <a16:creationId xmlns:a16="http://schemas.microsoft.com/office/drawing/2014/main" id="{8C89B57A-F5AB-71F2-5554-4A98E0EC4985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3" name="pg1202">
                <a:extLst>
                  <a:ext uri="{FF2B5EF4-FFF2-40B4-BE49-F238E27FC236}">
                    <a16:creationId xmlns:a16="http://schemas.microsoft.com/office/drawing/2014/main" id="{F2124039-48BA-1AFA-E061-A0CCC84090E1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4" name="pg1203">
                <a:extLst>
                  <a:ext uri="{FF2B5EF4-FFF2-40B4-BE49-F238E27FC236}">
                    <a16:creationId xmlns:a16="http://schemas.microsoft.com/office/drawing/2014/main" id="{AD437778-9CCD-CB09-63AE-0AF1D7B9E734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5" name="pg1204">
                <a:extLst>
                  <a:ext uri="{FF2B5EF4-FFF2-40B4-BE49-F238E27FC236}">
                    <a16:creationId xmlns:a16="http://schemas.microsoft.com/office/drawing/2014/main" id="{093BF7F4-0694-13BB-3DA4-694A92728832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6" name="pg1205">
                <a:extLst>
                  <a:ext uri="{FF2B5EF4-FFF2-40B4-BE49-F238E27FC236}">
                    <a16:creationId xmlns:a16="http://schemas.microsoft.com/office/drawing/2014/main" id="{6497F1A2-E0AB-4634-EE46-4A62C9F0A226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" name="pg1206">
                <a:extLst>
                  <a:ext uri="{FF2B5EF4-FFF2-40B4-BE49-F238E27FC236}">
                    <a16:creationId xmlns:a16="http://schemas.microsoft.com/office/drawing/2014/main" id="{CAEEF0A5-A25F-6810-F636-902CAE34EB52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" name="pg1207">
                <a:extLst>
                  <a:ext uri="{FF2B5EF4-FFF2-40B4-BE49-F238E27FC236}">
                    <a16:creationId xmlns:a16="http://schemas.microsoft.com/office/drawing/2014/main" id="{3BB63E17-C419-86FA-B3ED-998D142090D6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" name="pg1208">
                <a:extLst>
                  <a:ext uri="{FF2B5EF4-FFF2-40B4-BE49-F238E27FC236}">
                    <a16:creationId xmlns:a16="http://schemas.microsoft.com/office/drawing/2014/main" id="{9AF3A1E0-EFF0-B9F4-73E0-FABB689D4106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" name="pg1209">
                <a:extLst>
                  <a:ext uri="{FF2B5EF4-FFF2-40B4-BE49-F238E27FC236}">
                    <a16:creationId xmlns:a16="http://schemas.microsoft.com/office/drawing/2014/main" id="{ADD72355-7388-3F48-EE2B-C247C7B01700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" name="pg1210">
                <a:extLst>
                  <a:ext uri="{FF2B5EF4-FFF2-40B4-BE49-F238E27FC236}">
                    <a16:creationId xmlns:a16="http://schemas.microsoft.com/office/drawing/2014/main" id="{D7DA4F48-40FE-680C-0CD4-006F1344E3BB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" name="pg1211">
                <a:extLst>
                  <a:ext uri="{FF2B5EF4-FFF2-40B4-BE49-F238E27FC236}">
                    <a16:creationId xmlns:a16="http://schemas.microsoft.com/office/drawing/2014/main" id="{FE7F4430-752F-F109-FFD2-8C7BB4F56717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" name="pg1212">
                <a:extLst>
                  <a:ext uri="{FF2B5EF4-FFF2-40B4-BE49-F238E27FC236}">
                    <a16:creationId xmlns:a16="http://schemas.microsoft.com/office/drawing/2014/main" id="{84E84C76-9C53-DB2D-2256-D125C72E1B58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" name="pg1213">
                <a:extLst>
                  <a:ext uri="{FF2B5EF4-FFF2-40B4-BE49-F238E27FC236}">
                    <a16:creationId xmlns:a16="http://schemas.microsoft.com/office/drawing/2014/main" id="{9D70EBC9-CCFD-6915-F1FF-CB71267E2B7F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" name="pg1214">
                <a:extLst>
                  <a:ext uri="{FF2B5EF4-FFF2-40B4-BE49-F238E27FC236}">
                    <a16:creationId xmlns:a16="http://schemas.microsoft.com/office/drawing/2014/main" id="{577FAD1D-92F1-0B2E-032E-99C0DB5CB4D8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" name="pg1215">
                <a:extLst>
                  <a:ext uri="{FF2B5EF4-FFF2-40B4-BE49-F238E27FC236}">
                    <a16:creationId xmlns:a16="http://schemas.microsoft.com/office/drawing/2014/main" id="{7819D996-8E4D-9D97-A723-085D07A56928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" name="pg1216">
                <a:extLst>
                  <a:ext uri="{FF2B5EF4-FFF2-40B4-BE49-F238E27FC236}">
                    <a16:creationId xmlns:a16="http://schemas.microsoft.com/office/drawing/2014/main" id="{9A100253-7A15-4B82-3192-2A67F81EAD66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" name="pg1217">
                <a:extLst>
                  <a:ext uri="{FF2B5EF4-FFF2-40B4-BE49-F238E27FC236}">
                    <a16:creationId xmlns:a16="http://schemas.microsoft.com/office/drawing/2014/main" id="{7F490C94-E55F-77FF-0CC8-4BBC4C3476E2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" name="pg1218">
                <a:extLst>
                  <a:ext uri="{FF2B5EF4-FFF2-40B4-BE49-F238E27FC236}">
                    <a16:creationId xmlns:a16="http://schemas.microsoft.com/office/drawing/2014/main" id="{E42B36C4-C3E4-B726-C6B6-B0B6F7D24432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" name="pg1219">
                <a:extLst>
                  <a:ext uri="{FF2B5EF4-FFF2-40B4-BE49-F238E27FC236}">
                    <a16:creationId xmlns:a16="http://schemas.microsoft.com/office/drawing/2014/main" id="{75D8E9E5-E99A-95AD-AA04-78B2642B1B70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" name="pg1220">
                <a:extLst>
                  <a:ext uri="{FF2B5EF4-FFF2-40B4-BE49-F238E27FC236}">
                    <a16:creationId xmlns:a16="http://schemas.microsoft.com/office/drawing/2014/main" id="{AEC597B3-B089-2B60-810F-8AEC04FED259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" name="pg1221">
                <a:extLst>
                  <a:ext uri="{FF2B5EF4-FFF2-40B4-BE49-F238E27FC236}">
                    <a16:creationId xmlns:a16="http://schemas.microsoft.com/office/drawing/2014/main" id="{F0A9714B-CC8E-9124-AEA6-F0A28CD43B8C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" name="pg1222">
                <a:extLst>
                  <a:ext uri="{FF2B5EF4-FFF2-40B4-BE49-F238E27FC236}">
                    <a16:creationId xmlns:a16="http://schemas.microsoft.com/office/drawing/2014/main" id="{B6E09AB4-075A-6229-6704-6DF52B96A1D1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" name="pg1223">
                <a:extLst>
                  <a:ext uri="{FF2B5EF4-FFF2-40B4-BE49-F238E27FC236}">
                    <a16:creationId xmlns:a16="http://schemas.microsoft.com/office/drawing/2014/main" id="{0F12602B-547E-C559-DA83-769B5EEC5C14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" name="pg1224">
                <a:extLst>
                  <a:ext uri="{FF2B5EF4-FFF2-40B4-BE49-F238E27FC236}">
                    <a16:creationId xmlns:a16="http://schemas.microsoft.com/office/drawing/2014/main" id="{22E9BBC0-492F-38BA-4247-659C0E4EF117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" name="pg1225">
                <a:extLst>
                  <a:ext uri="{FF2B5EF4-FFF2-40B4-BE49-F238E27FC236}">
                    <a16:creationId xmlns:a16="http://schemas.microsoft.com/office/drawing/2014/main" id="{B61D5916-2F81-9F0D-91A1-47D42718FFB6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" name="pg1226">
                <a:extLst>
                  <a:ext uri="{FF2B5EF4-FFF2-40B4-BE49-F238E27FC236}">
                    <a16:creationId xmlns:a16="http://schemas.microsoft.com/office/drawing/2014/main" id="{A9383A9D-91F2-9E2E-CDA9-ECCF2B83AC88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" name="pg1227">
                <a:extLst>
                  <a:ext uri="{FF2B5EF4-FFF2-40B4-BE49-F238E27FC236}">
                    <a16:creationId xmlns:a16="http://schemas.microsoft.com/office/drawing/2014/main" id="{32FD4577-CD42-3465-CE0F-072BEBCA65F6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" name="pg1228">
                <a:extLst>
                  <a:ext uri="{FF2B5EF4-FFF2-40B4-BE49-F238E27FC236}">
                    <a16:creationId xmlns:a16="http://schemas.microsoft.com/office/drawing/2014/main" id="{FF98AD12-5DE6-BF0F-BEBC-FDB206741C74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" name="pg1229">
                <a:extLst>
                  <a:ext uri="{FF2B5EF4-FFF2-40B4-BE49-F238E27FC236}">
                    <a16:creationId xmlns:a16="http://schemas.microsoft.com/office/drawing/2014/main" id="{3B819511-B4C6-1578-FBB0-908843F7EEA7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" name="pg1230">
                <a:extLst>
                  <a:ext uri="{FF2B5EF4-FFF2-40B4-BE49-F238E27FC236}">
                    <a16:creationId xmlns:a16="http://schemas.microsoft.com/office/drawing/2014/main" id="{7CC914C2-0D62-9F2F-BC16-ABCB3FE0CF4F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" name="pg1231">
                <a:extLst>
                  <a:ext uri="{FF2B5EF4-FFF2-40B4-BE49-F238E27FC236}">
                    <a16:creationId xmlns:a16="http://schemas.microsoft.com/office/drawing/2014/main" id="{77E357AC-A945-FDBA-57A9-9F2A0326BB53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" name="pg1232">
                <a:extLst>
                  <a:ext uri="{FF2B5EF4-FFF2-40B4-BE49-F238E27FC236}">
                    <a16:creationId xmlns:a16="http://schemas.microsoft.com/office/drawing/2014/main" id="{997154BE-30D8-40AD-D8F5-EDFB2799691E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" name="pg1233">
                <a:extLst>
                  <a:ext uri="{FF2B5EF4-FFF2-40B4-BE49-F238E27FC236}">
                    <a16:creationId xmlns:a16="http://schemas.microsoft.com/office/drawing/2014/main" id="{7EB7E06E-EC40-B65E-79FC-5D658B4A1DEB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" name="pg1234">
                <a:extLst>
                  <a:ext uri="{FF2B5EF4-FFF2-40B4-BE49-F238E27FC236}">
                    <a16:creationId xmlns:a16="http://schemas.microsoft.com/office/drawing/2014/main" id="{C7C53D6E-F77C-C369-9ED4-954E5C982882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" name="pg1235">
                <a:extLst>
                  <a:ext uri="{FF2B5EF4-FFF2-40B4-BE49-F238E27FC236}">
                    <a16:creationId xmlns:a16="http://schemas.microsoft.com/office/drawing/2014/main" id="{12DBFFB7-CAEA-B6A5-FBAB-51EA4C60F598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" name="pg1236">
                <a:extLst>
                  <a:ext uri="{FF2B5EF4-FFF2-40B4-BE49-F238E27FC236}">
                    <a16:creationId xmlns:a16="http://schemas.microsoft.com/office/drawing/2014/main" id="{D3814724-8213-5A1E-2CAC-C5A2D5364F3E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" name="pg1237">
                <a:extLst>
                  <a:ext uri="{FF2B5EF4-FFF2-40B4-BE49-F238E27FC236}">
                    <a16:creationId xmlns:a16="http://schemas.microsoft.com/office/drawing/2014/main" id="{FCA8B197-875B-9FA1-CFEB-A73CECAC1DF1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" name="pg1238">
                <a:extLst>
                  <a:ext uri="{FF2B5EF4-FFF2-40B4-BE49-F238E27FC236}">
                    <a16:creationId xmlns:a16="http://schemas.microsoft.com/office/drawing/2014/main" id="{5D38F27B-0D89-B9AF-505D-0352D920B9B1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" name="pg1239">
                <a:extLst>
                  <a:ext uri="{FF2B5EF4-FFF2-40B4-BE49-F238E27FC236}">
                    <a16:creationId xmlns:a16="http://schemas.microsoft.com/office/drawing/2014/main" id="{E22512F2-5801-5016-BDCA-E36AEDB5D9EF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" name="pg1240">
                <a:extLst>
                  <a:ext uri="{FF2B5EF4-FFF2-40B4-BE49-F238E27FC236}">
                    <a16:creationId xmlns:a16="http://schemas.microsoft.com/office/drawing/2014/main" id="{2ABD66F9-40DE-0110-004C-CBFA65EFE9F3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" name="pg1241">
                <a:extLst>
                  <a:ext uri="{FF2B5EF4-FFF2-40B4-BE49-F238E27FC236}">
                    <a16:creationId xmlns:a16="http://schemas.microsoft.com/office/drawing/2014/main" id="{74D7C640-2944-62DD-14B8-603311153F19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" name="pg1242">
                <a:extLst>
                  <a:ext uri="{FF2B5EF4-FFF2-40B4-BE49-F238E27FC236}">
                    <a16:creationId xmlns:a16="http://schemas.microsoft.com/office/drawing/2014/main" id="{2FAFC395-2B61-1E15-1D2E-3AE3C6A2E49B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" name="pg1243">
                <a:extLst>
                  <a:ext uri="{FF2B5EF4-FFF2-40B4-BE49-F238E27FC236}">
                    <a16:creationId xmlns:a16="http://schemas.microsoft.com/office/drawing/2014/main" id="{857D0BBD-9950-EC0D-6CE7-94E3BCA2242A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" name="pg1244">
                <a:extLst>
                  <a:ext uri="{FF2B5EF4-FFF2-40B4-BE49-F238E27FC236}">
                    <a16:creationId xmlns:a16="http://schemas.microsoft.com/office/drawing/2014/main" id="{E8F88137-C05E-7966-C931-8F84DB3267AA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" name="pg1245">
                <a:extLst>
                  <a:ext uri="{FF2B5EF4-FFF2-40B4-BE49-F238E27FC236}">
                    <a16:creationId xmlns:a16="http://schemas.microsoft.com/office/drawing/2014/main" id="{96761E84-F588-0A79-2356-D88961A83912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" name="pg1246">
                <a:extLst>
                  <a:ext uri="{FF2B5EF4-FFF2-40B4-BE49-F238E27FC236}">
                    <a16:creationId xmlns:a16="http://schemas.microsoft.com/office/drawing/2014/main" id="{87E8E4C1-BE73-775A-F5A4-52AF795BBA64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" name="pg1247">
                <a:extLst>
                  <a:ext uri="{FF2B5EF4-FFF2-40B4-BE49-F238E27FC236}">
                    <a16:creationId xmlns:a16="http://schemas.microsoft.com/office/drawing/2014/main" id="{ABE8E702-0BA1-3F5E-AF45-C24F2DE90A53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" name="pg1248">
                <a:extLst>
                  <a:ext uri="{FF2B5EF4-FFF2-40B4-BE49-F238E27FC236}">
                    <a16:creationId xmlns:a16="http://schemas.microsoft.com/office/drawing/2014/main" id="{A7E4D3B4-3F88-3AA6-B17D-871FCB287503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" name="pg1249">
                <a:extLst>
                  <a:ext uri="{FF2B5EF4-FFF2-40B4-BE49-F238E27FC236}">
                    <a16:creationId xmlns:a16="http://schemas.microsoft.com/office/drawing/2014/main" id="{D337932F-ED5B-95B9-B996-68F89E21485E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" name="pg1250">
                <a:extLst>
                  <a:ext uri="{FF2B5EF4-FFF2-40B4-BE49-F238E27FC236}">
                    <a16:creationId xmlns:a16="http://schemas.microsoft.com/office/drawing/2014/main" id="{993A6784-71E0-5A54-E278-77DFF82DB0A6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" name="pg1251">
                <a:extLst>
                  <a:ext uri="{FF2B5EF4-FFF2-40B4-BE49-F238E27FC236}">
                    <a16:creationId xmlns:a16="http://schemas.microsoft.com/office/drawing/2014/main" id="{66BB5DE4-2ECE-2741-C809-625AC9E89700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" name="pg1252">
                <a:extLst>
                  <a:ext uri="{FF2B5EF4-FFF2-40B4-BE49-F238E27FC236}">
                    <a16:creationId xmlns:a16="http://schemas.microsoft.com/office/drawing/2014/main" id="{77936B53-BFF3-A9ED-980B-163EA5369BD7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9BC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" name="pg1253">
                <a:extLst>
                  <a:ext uri="{FF2B5EF4-FFF2-40B4-BE49-F238E27FC236}">
                    <a16:creationId xmlns:a16="http://schemas.microsoft.com/office/drawing/2014/main" id="{580EEF68-8E9A-76C8-8FA2-64ECDA45BC88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" name="pg1254">
                <a:extLst>
                  <a:ext uri="{FF2B5EF4-FFF2-40B4-BE49-F238E27FC236}">
                    <a16:creationId xmlns:a16="http://schemas.microsoft.com/office/drawing/2014/main" id="{B0AE7C3E-DEE1-D791-564A-76CE7AF885E9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" name="pg1255">
                <a:extLst>
                  <a:ext uri="{FF2B5EF4-FFF2-40B4-BE49-F238E27FC236}">
                    <a16:creationId xmlns:a16="http://schemas.microsoft.com/office/drawing/2014/main" id="{977E36BF-6D63-1342-08B3-6FF242A26A6E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" name="pg1256">
                <a:extLst>
                  <a:ext uri="{FF2B5EF4-FFF2-40B4-BE49-F238E27FC236}">
                    <a16:creationId xmlns:a16="http://schemas.microsoft.com/office/drawing/2014/main" id="{13B42E42-523F-A843-ED25-1F57ED972ED1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" name="pg1257">
                <a:extLst>
                  <a:ext uri="{FF2B5EF4-FFF2-40B4-BE49-F238E27FC236}">
                    <a16:creationId xmlns:a16="http://schemas.microsoft.com/office/drawing/2014/main" id="{7F4CA1A4-A93D-7DF2-D5BF-BAFB51548712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" name="pg1258">
                <a:extLst>
                  <a:ext uri="{FF2B5EF4-FFF2-40B4-BE49-F238E27FC236}">
                    <a16:creationId xmlns:a16="http://schemas.microsoft.com/office/drawing/2014/main" id="{6D5945BB-B3C4-ED1D-8259-B38F6F375BA2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" name="pg1259">
                <a:extLst>
                  <a:ext uri="{FF2B5EF4-FFF2-40B4-BE49-F238E27FC236}">
                    <a16:creationId xmlns:a16="http://schemas.microsoft.com/office/drawing/2014/main" id="{4178C39A-C750-E8A1-3BC5-5580F9C7D543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" name="pg1260">
                <a:extLst>
                  <a:ext uri="{FF2B5EF4-FFF2-40B4-BE49-F238E27FC236}">
                    <a16:creationId xmlns:a16="http://schemas.microsoft.com/office/drawing/2014/main" id="{85C0DAF5-474D-269B-B730-C43649702B28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" name="pg1261">
                <a:extLst>
                  <a:ext uri="{FF2B5EF4-FFF2-40B4-BE49-F238E27FC236}">
                    <a16:creationId xmlns:a16="http://schemas.microsoft.com/office/drawing/2014/main" id="{B5ED7E01-6183-8B1B-5DEA-90EA149D9940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" name="pg1262">
                <a:extLst>
                  <a:ext uri="{FF2B5EF4-FFF2-40B4-BE49-F238E27FC236}">
                    <a16:creationId xmlns:a16="http://schemas.microsoft.com/office/drawing/2014/main" id="{001A418A-9E43-78AC-E70F-E5B242BD79C8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" name="pg1263">
                <a:extLst>
                  <a:ext uri="{FF2B5EF4-FFF2-40B4-BE49-F238E27FC236}">
                    <a16:creationId xmlns:a16="http://schemas.microsoft.com/office/drawing/2014/main" id="{53F20CD9-CCAE-3E5B-C9A8-28239C4AF231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" name="pg1264">
                <a:extLst>
                  <a:ext uri="{FF2B5EF4-FFF2-40B4-BE49-F238E27FC236}">
                    <a16:creationId xmlns:a16="http://schemas.microsoft.com/office/drawing/2014/main" id="{38820E52-6108-04BC-0F54-FC529F71BD90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" name="pg1265">
                <a:extLst>
                  <a:ext uri="{FF2B5EF4-FFF2-40B4-BE49-F238E27FC236}">
                    <a16:creationId xmlns:a16="http://schemas.microsoft.com/office/drawing/2014/main" id="{02928E39-A728-0B54-25F7-30BD2FD57050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" name="pg1266">
                <a:extLst>
                  <a:ext uri="{FF2B5EF4-FFF2-40B4-BE49-F238E27FC236}">
                    <a16:creationId xmlns:a16="http://schemas.microsoft.com/office/drawing/2014/main" id="{DB10FD12-FFD9-CC9F-DF8C-4FC5066FB70A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" name="pg1267">
                <a:extLst>
                  <a:ext uri="{FF2B5EF4-FFF2-40B4-BE49-F238E27FC236}">
                    <a16:creationId xmlns:a16="http://schemas.microsoft.com/office/drawing/2014/main" id="{0B02B102-12A8-6FF9-F1AD-A2D85D57D2DE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" name="pg1268">
                <a:extLst>
                  <a:ext uri="{FF2B5EF4-FFF2-40B4-BE49-F238E27FC236}">
                    <a16:creationId xmlns:a16="http://schemas.microsoft.com/office/drawing/2014/main" id="{8CA6B0D3-C889-9296-3AFB-31CC7B3204E0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" name="pg1269">
                <a:extLst>
                  <a:ext uri="{FF2B5EF4-FFF2-40B4-BE49-F238E27FC236}">
                    <a16:creationId xmlns:a16="http://schemas.microsoft.com/office/drawing/2014/main" id="{CEEE81F2-ACF4-579B-4F72-5654CEE98353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" name="pg1270">
                <a:extLst>
                  <a:ext uri="{FF2B5EF4-FFF2-40B4-BE49-F238E27FC236}">
                    <a16:creationId xmlns:a16="http://schemas.microsoft.com/office/drawing/2014/main" id="{C836FB93-7328-8233-4900-FCAF00EB9E5F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" name="pg1271">
                <a:extLst>
                  <a:ext uri="{FF2B5EF4-FFF2-40B4-BE49-F238E27FC236}">
                    <a16:creationId xmlns:a16="http://schemas.microsoft.com/office/drawing/2014/main" id="{09543F48-7507-269F-EDC8-F0FA9B5DE654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" name="pg1272">
                <a:extLst>
                  <a:ext uri="{FF2B5EF4-FFF2-40B4-BE49-F238E27FC236}">
                    <a16:creationId xmlns:a16="http://schemas.microsoft.com/office/drawing/2014/main" id="{131E9977-B475-38EF-2633-FCE08517FDFB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" name="pg1273">
                <a:extLst>
                  <a:ext uri="{FF2B5EF4-FFF2-40B4-BE49-F238E27FC236}">
                    <a16:creationId xmlns:a16="http://schemas.microsoft.com/office/drawing/2014/main" id="{4D2CDB02-D7E6-63ED-EE8C-181ECAF0307C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5" name="pg1274">
                <a:extLst>
                  <a:ext uri="{FF2B5EF4-FFF2-40B4-BE49-F238E27FC236}">
                    <a16:creationId xmlns:a16="http://schemas.microsoft.com/office/drawing/2014/main" id="{7591C58C-5C10-3EC8-DB1B-C6D5B7AC9EA4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6" name="pg1275">
                <a:extLst>
                  <a:ext uri="{FF2B5EF4-FFF2-40B4-BE49-F238E27FC236}">
                    <a16:creationId xmlns:a16="http://schemas.microsoft.com/office/drawing/2014/main" id="{DF77DBED-10D6-3FF2-31B3-62679956614A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7" name="pg1276">
                <a:extLst>
                  <a:ext uri="{FF2B5EF4-FFF2-40B4-BE49-F238E27FC236}">
                    <a16:creationId xmlns:a16="http://schemas.microsoft.com/office/drawing/2014/main" id="{2D777412-BBB4-F506-0D4F-911FC29DE094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8" name="pg1277">
                <a:extLst>
                  <a:ext uri="{FF2B5EF4-FFF2-40B4-BE49-F238E27FC236}">
                    <a16:creationId xmlns:a16="http://schemas.microsoft.com/office/drawing/2014/main" id="{52E17AF0-D9CD-2726-870B-3FE0174DFB24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9" name="pg1278">
                <a:extLst>
                  <a:ext uri="{FF2B5EF4-FFF2-40B4-BE49-F238E27FC236}">
                    <a16:creationId xmlns:a16="http://schemas.microsoft.com/office/drawing/2014/main" id="{C9AAE482-1F6A-2EC8-96E1-18C7B422ED9B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0" name="pg1279">
                <a:extLst>
                  <a:ext uri="{FF2B5EF4-FFF2-40B4-BE49-F238E27FC236}">
                    <a16:creationId xmlns:a16="http://schemas.microsoft.com/office/drawing/2014/main" id="{9D40278A-4BB8-CC07-B280-2ECFEC77D0A3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1" name="pg1280">
                <a:extLst>
                  <a:ext uri="{FF2B5EF4-FFF2-40B4-BE49-F238E27FC236}">
                    <a16:creationId xmlns:a16="http://schemas.microsoft.com/office/drawing/2014/main" id="{6BF03809-A24D-FDDB-0EC3-B644A100B8CA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2" name="pg1281">
                <a:extLst>
                  <a:ext uri="{FF2B5EF4-FFF2-40B4-BE49-F238E27FC236}">
                    <a16:creationId xmlns:a16="http://schemas.microsoft.com/office/drawing/2014/main" id="{D21A6599-9651-F82A-70FB-5C85E5E7ED00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3" name="pg1282">
                <a:extLst>
                  <a:ext uri="{FF2B5EF4-FFF2-40B4-BE49-F238E27FC236}">
                    <a16:creationId xmlns:a16="http://schemas.microsoft.com/office/drawing/2014/main" id="{970D9ED8-8705-92D9-9D7B-54A7DFFC7243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4" name="pg1283">
                <a:extLst>
                  <a:ext uri="{FF2B5EF4-FFF2-40B4-BE49-F238E27FC236}">
                    <a16:creationId xmlns:a16="http://schemas.microsoft.com/office/drawing/2014/main" id="{D56209FB-DCD2-102F-462D-666E74850ECA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5" name="pg1284">
                <a:extLst>
                  <a:ext uri="{FF2B5EF4-FFF2-40B4-BE49-F238E27FC236}">
                    <a16:creationId xmlns:a16="http://schemas.microsoft.com/office/drawing/2014/main" id="{B1ECBD93-903E-BCE2-1A04-692D55BAE915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6" name="pg1285">
                <a:extLst>
                  <a:ext uri="{FF2B5EF4-FFF2-40B4-BE49-F238E27FC236}">
                    <a16:creationId xmlns:a16="http://schemas.microsoft.com/office/drawing/2014/main" id="{BCA13FF4-DF56-216B-69A8-8FCAA2B47196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7" name="pg1286">
                <a:extLst>
                  <a:ext uri="{FF2B5EF4-FFF2-40B4-BE49-F238E27FC236}">
                    <a16:creationId xmlns:a16="http://schemas.microsoft.com/office/drawing/2014/main" id="{378BCDF0-1A86-9594-3BFC-043F83597040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8" name="pg1287">
                <a:extLst>
                  <a:ext uri="{FF2B5EF4-FFF2-40B4-BE49-F238E27FC236}">
                    <a16:creationId xmlns:a16="http://schemas.microsoft.com/office/drawing/2014/main" id="{9825AFD9-5FCF-4116-76AF-4E03E1C91458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9" name="pg1288">
                <a:extLst>
                  <a:ext uri="{FF2B5EF4-FFF2-40B4-BE49-F238E27FC236}">
                    <a16:creationId xmlns:a16="http://schemas.microsoft.com/office/drawing/2014/main" id="{F6EAF7D6-F74E-40D7-1378-F1432DE7AB5B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0" name="pg1289">
                <a:extLst>
                  <a:ext uri="{FF2B5EF4-FFF2-40B4-BE49-F238E27FC236}">
                    <a16:creationId xmlns:a16="http://schemas.microsoft.com/office/drawing/2014/main" id="{F33093C9-E6B6-BA19-9A40-DDF9E0DE3A25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1" name="pg1290">
                <a:extLst>
                  <a:ext uri="{FF2B5EF4-FFF2-40B4-BE49-F238E27FC236}">
                    <a16:creationId xmlns:a16="http://schemas.microsoft.com/office/drawing/2014/main" id="{92B905FB-7310-2E99-92DD-D42204FD4DCA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2" name="pg1291">
                <a:extLst>
                  <a:ext uri="{FF2B5EF4-FFF2-40B4-BE49-F238E27FC236}">
                    <a16:creationId xmlns:a16="http://schemas.microsoft.com/office/drawing/2014/main" id="{96A26580-E13D-84DF-2671-A31E759AAFAE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3" name="pg1292">
                <a:extLst>
                  <a:ext uri="{FF2B5EF4-FFF2-40B4-BE49-F238E27FC236}">
                    <a16:creationId xmlns:a16="http://schemas.microsoft.com/office/drawing/2014/main" id="{B02581EE-DB6C-652C-4379-DE7B1BBCAD2A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4" name="pg1293">
                <a:extLst>
                  <a:ext uri="{FF2B5EF4-FFF2-40B4-BE49-F238E27FC236}">
                    <a16:creationId xmlns:a16="http://schemas.microsoft.com/office/drawing/2014/main" id="{088EF238-7944-CB0E-E840-793743A340ED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5" name="pg1294">
                <a:extLst>
                  <a:ext uri="{FF2B5EF4-FFF2-40B4-BE49-F238E27FC236}">
                    <a16:creationId xmlns:a16="http://schemas.microsoft.com/office/drawing/2014/main" id="{7719CEEA-755F-1EFF-C757-041CAC8CAA8E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6" name="pg1295">
                <a:extLst>
                  <a:ext uri="{FF2B5EF4-FFF2-40B4-BE49-F238E27FC236}">
                    <a16:creationId xmlns:a16="http://schemas.microsoft.com/office/drawing/2014/main" id="{1FAB9EB9-281A-0747-9CA6-701DC396B2B9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7" name="pg1296">
                <a:extLst>
                  <a:ext uri="{FF2B5EF4-FFF2-40B4-BE49-F238E27FC236}">
                    <a16:creationId xmlns:a16="http://schemas.microsoft.com/office/drawing/2014/main" id="{E66714C2-904B-EBDB-9881-273EB11D0FDD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8" name="pg1297">
                <a:extLst>
                  <a:ext uri="{FF2B5EF4-FFF2-40B4-BE49-F238E27FC236}">
                    <a16:creationId xmlns:a16="http://schemas.microsoft.com/office/drawing/2014/main" id="{113B02D7-B97A-1CEF-EBDD-8A7D2D019EAD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9" name="pg1298">
                <a:extLst>
                  <a:ext uri="{FF2B5EF4-FFF2-40B4-BE49-F238E27FC236}">
                    <a16:creationId xmlns:a16="http://schemas.microsoft.com/office/drawing/2014/main" id="{3EB3998A-A88F-078C-C6EF-B29B76492C9B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0" name="pg1299">
                <a:extLst>
                  <a:ext uri="{FF2B5EF4-FFF2-40B4-BE49-F238E27FC236}">
                    <a16:creationId xmlns:a16="http://schemas.microsoft.com/office/drawing/2014/main" id="{3A32CB43-DBBA-D1BA-DC2F-2F62DA2991F0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1" name="pg1300">
                <a:extLst>
                  <a:ext uri="{FF2B5EF4-FFF2-40B4-BE49-F238E27FC236}">
                    <a16:creationId xmlns:a16="http://schemas.microsoft.com/office/drawing/2014/main" id="{B14427F7-EB9E-9D05-F3DD-F2D2F7036E73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2" name="pg1301">
                <a:extLst>
                  <a:ext uri="{FF2B5EF4-FFF2-40B4-BE49-F238E27FC236}">
                    <a16:creationId xmlns:a16="http://schemas.microsoft.com/office/drawing/2014/main" id="{8F4B710B-9386-0E10-37FF-29C8E9003258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3" name="pg1302">
                <a:extLst>
                  <a:ext uri="{FF2B5EF4-FFF2-40B4-BE49-F238E27FC236}">
                    <a16:creationId xmlns:a16="http://schemas.microsoft.com/office/drawing/2014/main" id="{641FE69E-94B9-0EE4-FEE4-43CB4C92A03F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4" name="pg1303">
                <a:extLst>
                  <a:ext uri="{FF2B5EF4-FFF2-40B4-BE49-F238E27FC236}">
                    <a16:creationId xmlns:a16="http://schemas.microsoft.com/office/drawing/2014/main" id="{4B86206C-3B8C-88FE-7388-66A9560FDCC1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5" name="pg1304">
                <a:extLst>
                  <a:ext uri="{FF2B5EF4-FFF2-40B4-BE49-F238E27FC236}">
                    <a16:creationId xmlns:a16="http://schemas.microsoft.com/office/drawing/2014/main" id="{B7448D5C-7165-899D-D304-A386ECBC919D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6" name="pg1305">
                <a:extLst>
                  <a:ext uri="{FF2B5EF4-FFF2-40B4-BE49-F238E27FC236}">
                    <a16:creationId xmlns:a16="http://schemas.microsoft.com/office/drawing/2014/main" id="{569CCCD9-1780-3AFC-5680-F6316DF8D650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7" name="pg1306">
                <a:extLst>
                  <a:ext uri="{FF2B5EF4-FFF2-40B4-BE49-F238E27FC236}">
                    <a16:creationId xmlns:a16="http://schemas.microsoft.com/office/drawing/2014/main" id="{B8C300F6-261F-DD71-AF01-E6C09B9F06EB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8" name="pg1307">
                <a:extLst>
                  <a:ext uri="{FF2B5EF4-FFF2-40B4-BE49-F238E27FC236}">
                    <a16:creationId xmlns:a16="http://schemas.microsoft.com/office/drawing/2014/main" id="{3C793773-B998-84A9-1618-BC0B67CCE33E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9" name="pg1308">
                <a:extLst>
                  <a:ext uri="{FF2B5EF4-FFF2-40B4-BE49-F238E27FC236}">
                    <a16:creationId xmlns:a16="http://schemas.microsoft.com/office/drawing/2014/main" id="{E38168B6-AC58-F2C2-B08F-D828E88EE245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0" name="pg1309">
                <a:extLst>
                  <a:ext uri="{FF2B5EF4-FFF2-40B4-BE49-F238E27FC236}">
                    <a16:creationId xmlns:a16="http://schemas.microsoft.com/office/drawing/2014/main" id="{21AFA9CB-FF2D-4CD1-8B49-939DE6FA457F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1" name="pg1310">
                <a:extLst>
                  <a:ext uri="{FF2B5EF4-FFF2-40B4-BE49-F238E27FC236}">
                    <a16:creationId xmlns:a16="http://schemas.microsoft.com/office/drawing/2014/main" id="{67ED8CFD-04AE-9AFD-7FC5-E9C953A0910A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2" name="pg1311">
                <a:extLst>
                  <a:ext uri="{FF2B5EF4-FFF2-40B4-BE49-F238E27FC236}">
                    <a16:creationId xmlns:a16="http://schemas.microsoft.com/office/drawing/2014/main" id="{4FB04998-6969-88F3-736B-25DA272A2976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3" name="pg1312">
                <a:extLst>
                  <a:ext uri="{FF2B5EF4-FFF2-40B4-BE49-F238E27FC236}">
                    <a16:creationId xmlns:a16="http://schemas.microsoft.com/office/drawing/2014/main" id="{DE503012-BF08-58B8-392C-9E931C696643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4" name="pg1313">
                <a:extLst>
                  <a:ext uri="{FF2B5EF4-FFF2-40B4-BE49-F238E27FC236}">
                    <a16:creationId xmlns:a16="http://schemas.microsoft.com/office/drawing/2014/main" id="{81EF2BAB-C971-4D8E-547A-B98E74E684CC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5" name="pg1314">
                <a:extLst>
                  <a:ext uri="{FF2B5EF4-FFF2-40B4-BE49-F238E27FC236}">
                    <a16:creationId xmlns:a16="http://schemas.microsoft.com/office/drawing/2014/main" id="{60157114-77CA-B509-3472-20B041BF5294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6" name="pg1315">
                <a:extLst>
                  <a:ext uri="{FF2B5EF4-FFF2-40B4-BE49-F238E27FC236}">
                    <a16:creationId xmlns:a16="http://schemas.microsoft.com/office/drawing/2014/main" id="{A84FBE1B-2782-97BB-177C-354D8BD45F24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7" name="pg1316">
                <a:extLst>
                  <a:ext uri="{FF2B5EF4-FFF2-40B4-BE49-F238E27FC236}">
                    <a16:creationId xmlns:a16="http://schemas.microsoft.com/office/drawing/2014/main" id="{E9C8186E-A60D-F6C1-4A76-544BCA9CB973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8" name="pg1317">
                <a:extLst>
                  <a:ext uri="{FF2B5EF4-FFF2-40B4-BE49-F238E27FC236}">
                    <a16:creationId xmlns:a16="http://schemas.microsoft.com/office/drawing/2014/main" id="{FA6B01EA-0EE5-C7B6-06D6-7FA7A22FE5BC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9" name="pg1318">
                <a:extLst>
                  <a:ext uri="{FF2B5EF4-FFF2-40B4-BE49-F238E27FC236}">
                    <a16:creationId xmlns:a16="http://schemas.microsoft.com/office/drawing/2014/main" id="{467D1063-A215-95E6-B2B0-D4D00B666119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0" name="pg1319">
                <a:extLst>
                  <a:ext uri="{FF2B5EF4-FFF2-40B4-BE49-F238E27FC236}">
                    <a16:creationId xmlns:a16="http://schemas.microsoft.com/office/drawing/2014/main" id="{4BE23366-0EBA-422D-6CB6-8968DC42F1ED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1" name="pg1320">
                <a:extLst>
                  <a:ext uri="{FF2B5EF4-FFF2-40B4-BE49-F238E27FC236}">
                    <a16:creationId xmlns:a16="http://schemas.microsoft.com/office/drawing/2014/main" id="{E9601EE1-111F-1ECC-EFCF-AA41400E8E21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2" name="pg1321">
                <a:extLst>
                  <a:ext uri="{FF2B5EF4-FFF2-40B4-BE49-F238E27FC236}">
                    <a16:creationId xmlns:a16="http://schemas.microsoft.com/office/drawing/2014/main" id="{47C52978-8819-D9DD-B47B-8E6105ADDD24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3" name="pg1322">
                <a:extLst>
                  <a:ext uri="{FF2B5EF4-FFF2-40B4-BE49-F238E27FC236}">
                    <a16:creationId xmlns:a16="http://schemas.microsoft.com/office/drawing/2014/main" id="{E351FBD9-A455-E947-D0F3-F723DB23EE8D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4" name="pg1323">
                <a:extLst>
                  <a:ext uri="{FF2B5EF4-FFF2-40B4-BE49-F238E27FC236}">
                    <a16:creationId xmlns:a16="http://schemas.microsoft.com/office/drawing/2014/main" id="{6B1A3095-B40C-D235-BEA7-F7D3196D8859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5" name="pg1324">
                <a:extLst>
                  <a:ext uri="{FF2B5EF4-FFF2-40B4-BE49-F238E27FC236}">
                    <a16:creationId xmlns:a16="http://schemas.microsoft.com/office/drawing/2014/main" id="{CCF7A6F6-9419-AE04-AAF9-BA72E3C3672F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6" name="pg1325">
                <a:extLst>
                  <a:ext uri="{FF2B5EF4-FFF2-40B4-BE49-F238E27FC236}">
                    <a16:creationId xmlns:a16="http://schemas.microsoft.com/office/drawing/2014/main" id="{99192EB2-0556-481E-2D9D-0A414EE1D01F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7" name="pg1326">
                <a:extLst>
                  <a:ext uri="{FF2B5EF4-FFF2-40B4-BE49-F238E27FC236}">
                    <a16:creationId xmlns:a16="http://schemas.microsoft.com/office/drawing/2014/main" id="{5D933E37-26B8-B86C-8504-BDC341F846F5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8" name="pg1327">
                <a:extLst>
                  <a:ext uri="{FF2B5EF4-FFF2-40B4-BE49-F238E27FC236}">
                    <a16:creationId xmlns:a16="http://schemas.microsoft.com/office/drawing/2014/main" id="{BAAD45D2-7717-ECDE-A4DE-4558634904F7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9" name="pg1328">
                <a:extLst>
                  <a:ext uri="{FF2B5EF4-FFF2-40B4-BE49-F238E27FC236}">
                    <a16:creationId xmlns:a16="http://schemas.microsoft.com/office/drawing/2014/main" id="{66EB48A0-0AE3-16E1-DCDC-CFAE5F0B7D16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0" name="pg1329">
                <a:extLst>
                  <a:ext uri="{FF2B5EF4-FFF2-40B4-BE49-F238E27FC236}">
                    <a16:creationId xmlns:a16="http://schemas.microsoft.com/office/drawing/2014/main" id="{C4BB9981-5BBD-BD66-4766-A92ECFCFCECA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1" name="pg1330">
                <a:extLst>
                  <a:ext uri="{FF2B5EF4-FFF2-40B4-BE49-F238E27FC236}">
                    <a16:creationId xmlns:a16="http://schemas.microsoft.com/office/drawing/2014/main" id="{EE58916F-DFFA-EFB4-0D88-65DF5FDB5211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2" name="pg1331">
                <a:extLst>
                  <a:ext uri="{FF2B5EF4-FFF2-40B4-BE49-F238E27FC236}">
                    <a16:creationId xmlns:a16="http://schemas.microsoft.com/office/drawing/2014/main" id="{B144AC82-AAF9-D942-C517-9BD370F1B829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3" name="pg1332">
                <a:extLst>
                  <a:ext uri="{FF2B5EF4-FFF2-40B4-BE49-F238E27FC236}">
                    <a16:creationId xmlns:a16="http://schemas.microsoft.com/office/drawing/2014/main" id="{8FF2ABB3-42FA-7E59-B3C1-3D60CE098E69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4" name="pg1333">
                <a:extLst>
                  <a:ext uri="{FF2B5EF4-FFF2-40B4-BE49-F238E27FC236}">
                    <a16:creationId xmlns:a16="http://schemas.microsoft.com/office/drawing/2014/main" id="{4572C5C9-1FCC-6E80-9311-D44FDC7C5A47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5" name="pg1334">
                <a:extLst>
                  <a:ext uri="{FF2B5EF4-FFF2-40B4-BE49-F238E27FC236}">
                    <a16:creationId xmlns:a16="http://schemas.microsoft.com/office/drawing/2014/main" id="{4534A196-E8D1-DEDB-760D-591DC7083B14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6" name="pg1335">
                <a:extLst>
                  <a:ext uri="{FF2B5EF4-FFF2-40B4-BE49-F238E27FC236}">
                    <a16:creationId xmlns:a16="http://schemas.microsoft.com/office/drawing/2014/main" id="{22E84AE1-B0CC-58C4-C61D-4E1EF16F9A77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7" name="pg1336">
                <a:extLst>
                  <a:ext uri="{FF2B5EF4-FFF2-40B4-BE49-F238E27FC236}">
                    <a16:creationId xmlns:a16="http://schemas.microsoft.com/office/drawing/2014/main" id="{277A571C-A001-7CC4-E43C-D412A9CA0A80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8" name="pg1337">
                <a:extLst>
                  <a:ext uri="{FF2B5EF4-FFF2-40B4-BE49-F238E27FC236}">
                    <a16:creationId xmlns:a16="http://schemas.microsoft.com/office/drawing/2014/main" id="{6CBB825E-5F46-18E5-C561-96B5EAF901D7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9" name="pg1338">
                <a:extLst>
                  <a:ext uri="{FF2B5EF4-FFF2-40B4-BE49-F238E27FC236}">
                    <a16:creationId xmlns:a16="http://schemas.microsoft.com/office/drawing/2014/main" id="{3B6035A1-A5DB-8FDE-FE90-154E43D762A3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0" name="pg1339">
                <a:extLst>
                  <a:ext uri="{FF2B5EF4-FFF2-40B4-BE49-F238E27FC236}">
                    <a16:creationId xmlns:a16="http://schemas.microsoft.com/office/drawing/2014/main" id="{D1F8F591-B33C-83BC-52F8-D44F8EDC0EEC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1" name="pg1340">
                <a:extLst>
                  <a:ext uri="{FF2B5EF4-FFF2-40B4-BE49-F238E27FC236}">
                    <a16:creationId xmlns:a16="http://schemas.microsoft.com/office/drawing/2014/main" id="{2E6CB22D-105B-2905-E2FB-FCA90159E2AF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2" name="pg1341">
                <a:extLst>
                  <a:ext uri="{FF2B5EF4-FFF2-40B4-BE49-F238E27FC236}">
                    <a16:creationId xmlns:a16="http://schemas.microsoft.com/office/drawing/2014/main" id="{E8F1A88E-9A84-05AC-90DE-997C4A77B9A6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3" name="pg1342">
                <a:extLst>
                  <a:ext uri="{FF2B5EF4-FFF2-40B4-BE49-F238E27FC236}">
                    <a16:creationId xmlns:a16="http://schemas.microsoft.com/office/drawing/2014/main" id="{FCE4CA64-E74C-6C33-B872-A6C513AFD0DE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4" name="pg1343">
                <a:extLst>
                  <a:ext uri="{FF2B5EF4-FFF2-40B4-BE49-F238E27FC236}">
                    <a16:creationId xmlns:a16="http://schemas.microsoft.com/office/drawing/2014/main" id="{7D209373-C4A1-BEA4-C7B9-0F6BC11F7F34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5" name="pg1344">
                <a:extLst>
                  <a:ext uri="{FF2B5EF4-FFF2-40B4-BE49-F238E27FC236}">
                    <a16:creationId xmlns:a16="http://schemas.microsoft.com/office/drawing/2014/main" id="{8FEC6172-EE3D-A1FC-B837-DBDBD4587AC4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6" name="pg1345">
                <a:extLst>
                  <a:ext uri="{FF2B5EF4-FFF2-40B4-BE49-F238E27FC236}">
                    <a16:creationId xmlns:a16="http://schemas.microsoft.com/office/drawing/2014/main" id="{3B561C3F-5590-BCD7-D011-F25FDDE6EDCD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7" name="pg1346">
                <a:extLst>
                  <a:ext uri="{FF2B5EF4-FFF2-40B4-BE49-F238E27FC236}">
                    <a16:creationId xmlns:a16="http://schemas.microsoft.com/office/drawing/2014/main" id="{851BF089-A159-4F90-6709-E603979D05CB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8" name="pg1347">
                <a:extLst>
                  <a:ext uri="{FF2B5EF4-FFF2-40B4-BE49-F238E27FC236}">
                    <a16:creationId xmlns:a16="http://schemas.microsoft.com/office/drawing/2014/main" id="{B61E4FC1-D69E-B4CE-76DF-15848B2BA607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9" name="pg1348">
                <a:extLst>
                  <a:ext uri="{FF2B5EF4-FFF2-40B4-BE49-F238E27FC236}">
                    <a16:creationId xmlns:a16="http://schemas.microsoft.com/office/drawing/2014/main" id="{FA575107-69A6-0A2F-03B5-E918C7C30E2C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0" name="pg1349">
                <a:extLst>
                  <a:ext uri="{FF2B5EF4-FFF2-40B4-BE49-F238E27FC236}">
                    <a16:creationId xmlns:a16="http://schemas.microsoft.com/office/drawing/2014/main" id="{5248E24E-34B9-BBF8-8BBA-9A8E35D6C0B5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1" name="pg1350">
                <a:extLst>
                  <a:ext uri="{FF2B5EF4-FFF2-40B4-BE49-F238E27FC236}">
                    <a16:creationId xmlns:a16="http://schemas.microsoft.com/office/drawing/2014/main" id="{276EE156-2819-490F-B490-5BB63F6A9A0D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2" name="pg1351">
                <a:extLst>
                  <a:ext uri="{FF2B5EF4-FFF2-40B4-BE49-F238E27FC236}">
                    <a16:creationId xmlns:a16="http://schemas.microsoft.com/office/drawing/2014/main" id="{A567533F-84F5-5518-618D-3025DCD20D0B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3" name="pg1352">
                <a:extLst>
                  <a:ext uri="{FF2B5EF4-FFF2-40B4-BE49-F238E27FC236}">
                    <a16:creationId xmlns:a16="http://schemas.microsoft.com/office/drawing/2014/main" id="{3A5F3E7F-D45D-9680-CC89-EBF27A6DD5BC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4" name="pg1353">
                <a:extLst>
                  <a:ext uri="{FF2B5EF4-FFF2-40B4-BE49-F238E27FC236}">
                    <a16:creationId xmlns:a16="http://schemas.microsoft.com/office/drawing/2014/main" id="{62C53B06-BC3C-B677-2F14-23E5A471726C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5" name="pg1354">
                <a:extLst>
                  <a:ext uri="{FF2B5EF4-FFF2-40B4-BE49-F238E27FC236}">
                    <a16:creationId xmlns:a16="http://schemas.microsoft.com/office/drawing/2014/main" id="{12845440-4BD8-49FC-7F12-A4421FE80194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6" name="pg1355">
                <a:extLst>
                  <a:ext uri="{FF2B5EF4-FFF2-40B4-BE49-F238E27FC236}">
                    <a16:creationId xmlns:a16="http://schemas.microsoft.com/office/drawing/2014/main" id="{6B191E1F-CE76-5CCD-E69B-A690BA488660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7" name="pg1356">
                <a:extLst>
                  <a:ext uri="{FF2B5EF4-FFF2-40B4-BE49-F238E27FC236}">
                    <a16:creationId xmlns:a16="http://schemas.microsoft.com/office/drawing/2014/main" id="{10F051EB-4A20-32F9-346D-24EA518599B2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8" name="pg1357">
                <a:extLst>
                  <a:ext uri="{FF2B5EF4-FFF2-40B4-BE49-F238E27FC236}">
                    <a16:creationId xmlns:a16="http://schemas.microsoft.com/office/drawing/2014/main" id="{37AC0E0D-1641-8605-CB06-814B1A0DF660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9" name="pg1358">
                <a:extLst>
                  <a:ext uri="{FF2B5EF4-FFF2-40B4-BE49-F238E27FC236}">
                    <a16:creationId xmlns:a16="http://schemas.microsoft.com/office/drawing/2014/main" id="{9C168958-1163-B09F-BD78-4F5196CBB4B4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0" name="pg1359">
                <a:extLst>
                  <a:ext uri="{FF2B5EF4-FFF2-40B4-BE49-F238E27FC236}">
                    <a16:creationId xmlns:a16="http://schemas.microsoft.com/office/drawing/2014/main" id="{E6A2181B-06B7-064B-3747-C3521B861E95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1" name="pg1360">
                <a:extLst>
                  <a:ext uri="{FF2B5EF4-FFF2-40B4-BE49-F238E27FC236}">
                    <a16:creationId xmlns:a16="http://schemas.microsoft.com/office/drawing/2014/main" id="{0BD10328-A687-C77D-A62F-28E4FB7266E7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2" name="pg1361">
                <a:extLst>
                  <a:ext uri="{FF2B5EF4-FFF2-40B4-BE49-F238E27FC236}">
                    <a16:creationId xmlns:a16="http://schemas.microsoft.com/office/drawing/2014/main" id="{D77FF908-4F09-0878-3150-E3ECA958EDBD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3" name="pg1362">
                <a:extLst>
                  <a:ext uri="{FF2B5EF4-FFF2-40B4-BE49-F238E27FC236}">
                    <a16:creationId xmlns:a16="http://schemas.microsoft.com/office/drawing/2014/main" id="{D1F4FE66-4A65-B76D-3FE7-CB26FD4EBF54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4" name="pg1363">
                <a:extLst>
                  <a:ext uri="{FF2B5EF4-FFF2-40B4-BE49-F238E27FC236}">
                    <a16:creationId xmlns:a16="http://schemas.microsoft.com/office/drawing/2014/main" id="{8A9009C8-FE57-DD83-1B49-C478A5D48578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5" name="pg1364">
                <a:extLst>
                  <a:ext uri="{FF2B5EF4-FFF2-40B4-BE49-F238E27FC236}">
                    <a16:creationId xmlns:a16="http://schemas.microsoft.com/office/drawing/2014/main" id="{A7EB0679-A89E-0923-9C7D-D9CE76712778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6" name="pg1365">
                <a:extLst>
                  <a:ext uri="{FF2B5EF4-FFF2-40B4-BE49-F238E27FC236}">
                    <a16:creationId xmlns:a16="http://schemas.microsoft.com/office/drawing/2014/main" id="{9FCBA288-BA38-5238-0B35-32EAD668D1B2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7" name="pg1366">
                <a:extLst>
                  <a:ext uri="{FF2B5EF4-FFF2-40B4-BE49-F238E27FC236}">
                    <a16:creationId xmlns:a16="http://schemas.microsoft.com/office/drawing/2014/main" id="{D9976274-224D-1454-BF81-C5AFF7F8F750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8" name="pg1367">
                <a:extLst>
                  <a:ext uri="{FF2B5EF4-FFF2-40B4-BE49-F238E27FC236}">
                    <a16:creationId xmlns:a16="http://schemas.microsoft.com/office/drawing/2014/main" id="{D4607425-C675-58F9-2F03-9CCA6BB48DC2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9" name="pg1368">
                <a:extLst>
                  <a:ext uri="{FF2B5EF4-FFF2-40B4-BE49-F238E27FC236}">
                    <a16:creationId xmlns:a16="http://schemas.microsoft.com/office/drawing/2014/main" id="{A42FB24D-86B5-9739-EED2-94AB8BB8C36F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0" name="pg1369">
                <a:extLst>
                  <a:ext uri="{FF2B5EF4-FFF2-40B4-BE49-F238E27FC236}">
                    <a16:creationId xmlns:a16="http://schemas.microsoft.com/office/drawing/2014/main" id="{C12C600A-502C-B783-F5F1-00928735FFC0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1" name="pg1370">
                <a:extLst>
                  <a:ext uri="{FF2B5EF4-FFF2-40B4-BE49-F238E27FC236}">
                    <a16:creationId xmlns:a16="http://schemas.microsoft.com/office/drawing/2014/main" id="{451F2E11-28FA-6784-87A9-93BAF519B3CD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2" name="pg1371">
                <a:extLst>
                  <a:ext uri="{FF2B5EF4-FFF2-40B4-BE49-F238E27FC236}">
                    <a16:creationId xmlns:a16="http://schemas.microsoft.com/office/drawing/2014/main" id="{BDB85157-5237-B6D3-6A59-945C3AD1C282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3" name="pg1372">
                <a:extLst>
                  <a:ext uri="{FF2B5EF4-FFF2-40B4-BE49-F238E27FC236}">
                    <a16:creationId xmlns:a16="http://schemas.microsoft.com/office/drawing/2014/main" id="{E7759B63-E6B5-52D7-F239-FF7C2A41F983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4" name="pg1373">
                <a:extLst>
                  <a:ext uri="{FF2B5EF4-FFF2-40B4-BE49-F238E27FC236}">
                    <a16:creationId xmlns:a16="http://schemas.microsoft.com/office/drawing/2014/main" id="{F7F7B885-90EF-7F6C-CC5F-1572EDE821C1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5" name="pg1374">
                <a:extLst>
                  <a:ext uri="{FF2B5EF4-FFF2-40B4-BE49-F238E27FC236}">
                    <a16:creationId xmlns:a16="http://schemas.microsoft.com/office/drawing/2014/main" id="{CF8130D4-E92A-53A4-5FF3-CEBD4AC37D3D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6" name="pg1375">
                <a:extLst>
                  <a:ext uri="{FF2B5EF4-FFF2-40B4-BE49-F238E27FC236}">
                    <a16:creationId xmlns:a16="http://schemas.microsoft.com/office/drawing/2014/main" id="{D944336B-2EEB-A3A6-184D-2D785189623B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7" name="pg1376">
                <a:extLst>
                  <a:ext uri="{FF2B5EF4-FFF2-40B4-BE49-F238E27FC236}">
                    <a16:creationId xmlns:a16="http://schemas.microsoft.com/office/drawing/2014/main" id="{813C5078-8A25-F36C-CBC9-667829995A2A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8" name="pg1377">
                <a:extLst>
                  <a:ext uri="{FF2B5EF4-FFF2-40B4-BE49-F238E27FC236}">
                    <a16:creationId xmlns:a16="http://schemas.microsoft.com/office/drawing/2014/main" id="{330F8BB7-75BA-4CE0-5838-24EFFA8B2ADE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9" name="pg1378">
                <a:extLst>
                  <a:ext uri="{FF2B5EF4-FFF2-40B4-BE49-F238E27FC236}">
                    <a16:creationId xmlns:a16="http://schemas.microsoft.com/office/drawing/2014/main" id="{0243D328-27E3-5E2F-83CF-61F6931E77F5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0" name="pg1379">
                <a:extLst>
                  <a:ext uri="{FF2B5EF4-FFF2-40B4-BE49-F238E27FC236}">
                    <a16:creationId xmlns:a16="http://schemas.microsoft.com/office/drawing/2014/main" id="{A5F77D85-EC21-2245-0BF8-201F91EEED55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1" name="pg1380">
                <a:extLst>
                  <a:ext uri="{FF2B5EF4-FFF2-40B4-BE49-F238E27FC236}">
                    <a16:creationId xmlns:a16="http://schemas.microsoft.com/office/drawing/2014/main" id="{6DB00800-F58C-B328-43FF-23064CA85290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2" name="pg1381">
                <a:extLst>
                  <a:ext uri="{FF2B5EF4-FFF2-40B4-BE49-F238E27FC236}">
                    <a16:creationId xmlns:a16="http://schemas.microsoft.com/office/drawing/2014/main" id="{67C6E517-B380-8BE8-5C17-8B95ED4F79EB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3" name="pg1382">
                <a:extLst>
                  <a:ext uri="{FF2B5EF4-FFF2-40B4-BE49-F238E27FC236}">
                    <a16:creationId xmlns:a16="http://schemas.microsoft.com/office/drawing/2014/main" id="{13EBBECA-06F1-E478-191D-BD7AFBB8BD1F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4" name="pg1383">
                <a:extLst>
                  <a:ext uri="{FF2B5EF4-FFF2-40B4-BE49-F238E27FC236}">
                    <a16:creationId xmlns:a16="http://schemas.microsoft.com/office/drawing/2014/main" id="{1EC6EAF9-7C71-0CF8-E8E7-05036FE6B3D4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5" name="pg1384">
                <a:extLst>
                  <a:ext uri="{FF2B5EF4-FFF2-40B4-BE49-F238E27FC236}">
                    <a16:creationId xmlns:a16="http://schemas.microsoft.com/office/drawing/2014/main" id="{F8BB9660-5287-A565-A899-1F0D4FA0E0E8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6" name="pg1385">
                <a:extLst>
                  <a:ext uri="{FF2B5EF4-FFF2-40B4-BE49-F238E27FC236}">
                    <a16:creationId xmlns:a16="http://schemas.microsoft.com/office/drawing/2014/main" id="{9E32720D-861F-BC44-8291-2FCE1E9DE35B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7" name="pg1386">
                <a:extLst>
                  <a:ext uri="{FF2B5EF4-FFF2-40B4-BE49-F238E27FC236}">
                    <a16:creationId xmlns:a16="http://schemas.microsoft.com/office/drawing/2014/main" id="{18842FB3-95F4-0CF7-FE54-ABEA5BB5F5DD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8" name="pg1387">
                <a:extLst>
                  <a:ext uri="{FF2B5EF4-FFF2-40B4-BE49-F238E27FC236}">
                    <a16:creationId xmlns:a16="http://schemas.microsoft.com/office/drawing/2014/main" id="{8F999AF6-9C3D-03AB-4B16-E1B3A29E91EF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9" name="pg1388">
                <a:extLst>
                  <a:ext uri="{FF2B5EF4-FFF2-40B4-BE49-F238E27FC236}">
                    <a16:creationId xmlns:a16="http://schemas.microsoft.com/office/drawing/2014/main" id="{4344CF0B-289A-D706-DA73-A7E0E1DC51DA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0" name="pg1389">
                <a:extLst>
                  <a:ext uri="{FF2B5EF4-FFF2-40B4-BE49-F238E27FC236}">
                    <a16:creationId xmlns:a16="http://schemas.microsoft.com/office/drawing/2014/main" id="{AAD19742-62B3-C10E-A43B-4EA1F3505611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1" name="pg1390">
                <a:extLst>
                  <a:ext uri="{FF2B5EF4-FFF2-40B4-BE49-F238E27FC236}">
                    <a16:creationId xmlns:a16="http://schemas.microsoft.com/office/drawing/2014/main" id="{8DAEAE20-4D40-5347-5ECC-4C998348BD75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2" name="pg1391">
                <a:extLst>
                  <a:ext uri="{FF2B5EF4-FFF2-40B4-BE49-F238E27FC236}">
                    <a16:creationId xmlns:a16="http://schemas.microsoft.com/office/drawing/2014/main" id="{4D9490FE-41D9-3E08-22DD-83AEA09D6337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3" name="pg1392">
                <a:extLst>
                  <a:ext uri="{FF2B5EF4-FFF2-40B4-BE49-F238E27FC236}">
                    <a16:creationId xmlns:a16="http://schemas.microsoft.com/office/drawing/2014/main" id="{EF60F206-AD7B-819A-B769-83609D2924A6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4" name="pg1393">
                <a:extLst>
                  <a:ext uri="{FF2B5EF4-FFF2-40B4-BE49-F238E27FC236}">
                    <a16:creationId xmlns:a16="http://schemas.microsoft.com/office/drawing/2014/main" id="{2EC7EE87-E5CA-4F40-EF86-C529B28C46BD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5" name="pg1394">
                <a:extLst>
                  <a:ext uri="{FF2B5EF4-FFF2-40B4-BE49-F238E27FC236}">
                    <a16:creationId xmlns:a16="http://schemas.microsoft.com/office/drawing/2014/main" id="{66E412B6-22D3-E914-2204-5CC6AA04A823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6" name="pg1395">
                <a:extLst>
                  <a:ext uri="{FF2B5EF4-FFF2-40B4-BE49-F238E27FC236}">
                    <a16:creationId xmlns:a16="http://schemas.microsoft.com/office/drawing/2014/main" id="{CFF4B2A0-A398-4FF2-02A3-1D40C5EDD39E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7" name="pg1396">
                <a:extLst>
                  <a:ext uri="{FF2B5EF4-FFF2-40B4-BE49-F238E27FC236}">
                    <a16:creationId xmlns:a16="http://schemas.microsoft.com/office/drawing/2014/main" id="{D5E4D7E6-6006-C5F0-5BD2-9BC1D6527D82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8" name="pg1397">
                <a:extLst>
                  <a:ext uri="{FF2B5EF4-FFF2-40B4-BE49-F238E27FC236}">
                    <a16:creationId xmlns:a16="http://schemas.microsoft.com/office/drawing/2014/main" id="{86ADFBE7-8D40-F871-B5EA-5DC5186BAC57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9" name="pg1398">
                <a:extLst>
                  <a:ext uri="{FF2B5EF4-FFF2-40B4-BE49-F238E27FC236}">
                    <a16:creationId xmlns:a16="http://schemas.microsoft.com/office/drawing/2014/main" id="{15A5AE20-D282-B662-7E56-2D8B8F1E514E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0" name="pg1399">
                <a:extLst>
                  <a:ext uri="{FF2B5EF4-FFF2-40B4-BE49-F238E27FC236}">
                    <a16:creationId xmlns:a16="http://schemas.microsoft.com/office/drawing/2014/main" id="{3801D5F6-318B-9F32-11C2-2FBF17F6BAE9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1" name="pg1400">
                <a:extLst>
                  <a:ext uri="{FF2B5EF4-FFF2-40B4-BE49-F238E27FC236}">
                    <a16:creationId xmlns:a16="http://schemas.microsoft.com/office/drawing/2014/main" id="{BCD0478B-746A-7EBE-AB1F-85D5F9771D66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2" name="pg1401">
                <a:extLst>
                  <a:ext uri="{FF2B5EF4-FFF2-40B4-BE49-F238E27FC236}">
                    <a16:creationId xmlns:a16="http://schemas.microsoft.com/office/drawing/2014/main" id="{6BD7C55B-AB64-BE99-AB7B-DD39D18600AE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3" name="pg1402">
                <a:extLst>
                  <a:ext uri="{FF2B5EF4-FFF2-40B4-BE49-F238E27FC236}">
                    <a16:creationId xmlns:a16="http://schemas.microsoft.com/office/drawing/2014/main" id="{43530A6A-52CD-BFFD-02FD-4ED50F35ED60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4" name="pg1403">
                <a:extLst>
                  <a:ext uri="{FF2B5EF4-FFF2-40B4-BE49-F238E27FC236}">
                    <a16:creationId xmlns:a16="http://schemas.microsoft.com/office/drawing/2014/main" id="{D912A7AB-338E-1E39-9CB0-3635B5832F90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5" name="pg1404">
                <a:extLst>
                  <a:ext uri="{FF2B5EF4-FFF2-40B4-BE49-F238E27FC236}">
                    <a16:creationId xmlns:a16="http://schemas.microsoft.com/office/drawing/2014/main" id="{0C1FD281-CBF2-3693-03D8-07778364AB3C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6" name="pg1405">
                <a:extLst>
                  <a:ext uri="{FF2B5EF4-FFF2-40B4-BE49-F238E27FC236}">
                    <a16:creationId xmlns:a16="http://schemas.microsoft.com/office/drawing/2014/main" id="{90E119F1-E441-B004-663C-699E87EC2312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7" name="pg1406">
                <a:extLst>
                  <a:ext uri="{FF2B5EF4-FFF2-40B4-BE49-F238E27FC236}">
                    <a16:creationId xmlns:a16="http://schemas.microsoft.com/office/drawing/2014/main" id="{BD8C3CB4-97EA-C0FF-38DE-8DFCDE25492E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8" name="pg1407">
                <a:extLst>
                  <a:ext uri="{FF2B5EF4-FFF2-40B4-BE49-F238E27FC236}">
                    <a16:creationId xmlns:a16="http://schemas.microsoft.com/office/drawing/2014/main" id="{0F2964CA-B89B-194D-DC4A-2BBFCAC1F64C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9" name="pg1408">
                <a:extLst>
                  <a:ext uri="{FF2B5EF4-FFF2-40B4-BE49-F238E27FC236}">
                    <a16:creationId xmlns:a16="http://schemas.microsoft.com/office/drawing/2014/main" id="{B19538AF-BA5B-80E6-4DB0-4092F875116E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0" name="pg1409">
                <a:extLst>
                  <a:ext uri="{FF2B5EF4-FFF2-40B4-BE49-F238E27FC236}">
                    <a16:creationId xmlns:a16="http://schemas.microsoft.com/office/drawing/2014/main" id="{94F922B4-A0D7-A81A-70FF-020A27CA112F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1" name="pg1410">
                <a:extLst>
                  <a:ext uri="{FF2B5EF4-FFF2-40B4-BE49-F238E27FC236}">
                    <a16:creationId xmlns:a16="http://schemas.microsoft.com/office/drawing/2014/main" id="{640EEDB2-A08B-B44B-4671-0AD7C342C8DE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2" name="pg1411">
                <a:extLst>
                  <a:ext uri="{FF2B5EF4-FFF2-40B4-BE49-F238E27FC236}">
                    <a16:creationId xmlns:a16="http://schemas.microsoft.com/office/drawing/2014/main" id="{BEEA3570-BE4F-42BA-08CB-A3CD68AE9C84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3" name="pg1412">
                <a:extLst>
                  <a:ext uri="{FF2B5EF4-FFF2-40B4-BE49-F238E27FC236}">
                    <a16:creationId xmlns:a16="http://schemas.microsoft.com/office/drawing/2014/main" id="{2F6474C4-F23C-F421-8802-A3E3F7E78C72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4" name="pg1413">
                <a:extLst>
                  <a:ext uri="{FF2B5EF4-FFF2-40B4-BE49-F238E27FC236}">
                    <a16:creationId xmlns:a16="http://schemas.microsoft.com/office/drawing/2014/main" id="{A9E1B9D9-F316-AD2F-DABB-BF99C88B9C50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5" name="pg1414">
                <a:extLst>
                  <a:ext uri="{FF2B5EF4-FFF2-40B4-BE49-F238E27FC236}">
                    <a16:creationId xmlns:a16="http://schemas.microsoft.com/office/drawing/2014/main" id="{E950E6D6-145A-397F-9CE8-68AAF63784C1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6" name="pg1415">
                <a:extLst>
                  <a:ext uri="{FF2B5EF4-FFF2-40B4-BE49-F238E27FC236}">
                    <a16:creationId xmlns:a16="http://schemas.microsoft.com/office/drawing/2014/main" id="{9E9AE802-B324-E962-6079-B130015EF2E0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7" name="pg1416">
                <a:extLst>
                  <a:ext uri="{FF2B5EF4-FFF2-40B4-BE49-F238E27FC236}">
                    <a16:creationId xmlns:a16="http://schemas.microsoft.com/office/drawing/2014/main" id="{5C9D68D9-5D0F-22AF-8C95-2569CB7579B6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8" name="pg1417">
                <a:extLst>
                  <a:ext uri="{FF2B5EF4-FFF2-40B4-BE49-F238E27FC236}">
                    <a16:creationId xmlns:a16="http://schemas.microsoft.com/office/drawing/2014/main" id="{1D4C5B6B-1A88-1A26-751A-976767256720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9" name="pg1418">
                <a:extLst>
                  <a:ext uri="{FF2B5EF4-FFF2-40B4-BE49-F238E27FC236}">
                    <a16:creationId xmlns:a16="http://schemas.microsoft.com/office/drawing/2014/main" id="{CF3DFE2B-B552-BE7C-078D-BDB847BE1748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0" name="pg1419">
                <a:extLst>
                  <a:ext uri="{FF2B5EF4-FFF2-40B4-BE49-F238E27FC236}">
                    <a16:creationId xmlns:a16="http://schemas.microsoft.com/office/drawing/2014/main" id="{97B93042-49D1-6C62-78F0-B229E4A759DE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1" name="pg1420">
                <a:extLst>
                  <a:ext uri="{FF2B5EF4-FFF2-40B4-BE49-F238E27FC236}">
                    <a16:creationId xmlns:a16="http://schemas.microsoft.com/office/drawing/2014/main" id="{F463BB9F-F009-CAE1-1820-7F88DFA4FF9C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2" name="pg1421">
                <a:extLst>
                  <a:ext uri="{FF2B5EF4-FFF2-40B4-BE49-F238E27FC236}">
                    <a16:creationId xmlns:a16="http://schemas.microsoft.com/office/drawing/2014/main" id="{67C3A0F0-75B0-A95B-0DD7-BA8C186755DD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3" name="pg1422">
                <a:extLst>
                  <a:ext uri="{FF2B5EF4-FFF2-40B4-BE49-F238E27FC236}">
                    <a16:creationId xmlns:a16="http://schemas.microsoft.com/office/drawing/2014/main" id="{768CFBA1-A348-C983-FC40-D654A20DABEF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4" name="pg1423">
                <a:extLst>
                  <a:ext uri="{FF2B5EF4-FFF2-40B4-BE49-F238E27FC236}">
                    <a16:creationId xmlns:a16="http://schemas.microsoft.com/office/drawing/2014/main" id="{65B8C4DC-4413-5F15-8183-3CB5B8571522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5" name="pg1424">
                <a:extLst>
                  <a:ext uri="{FF2B5EF4-FFF2-40B4-BE49-F238E27FC236}">
                    <a16:creationId xmlns:a16="http://schemas.microsoft.com/office/drawing/2014/main" id="{1FA0E46A-B843-F474-0106-57B0292444B6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6" name="pg1425">
                <a:extLst>
                  <a:ext uri="{FF2B5EF4-FFF2-40B4-BE49-F238E27FC236}">
                    <a16:creationId xmlns:a16="http://schemas.microsoft.com/office/drawing/2014/main" id="{4869A87A-52D1-1DF5-1D7D-23D69B5C5B95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7" name="pg1426">
                <a:extLst>
                  <a:ext uri="{FF2B5EF4-FFF2-40B4-BE49-F238E27FC236}">
                    <a16:creationId xmlns:a16="http://schemas.microsoft.com/office/drawing/2014/main" id="{F280A22C-A534-4D7B-49C2-810D4FB29D10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8" name="pg1427">
                <a:extLst>
                  <a:ext uri="{FF2B5EF4-FFF2-40B4-BE49-F238E27FC236}">
                    <a16:creationId xmlns:a16="http://schemas.microsoft.com/office/drawing/2014/main" id="{7ECE8453-D6DF-3FA4-9E1A-CC47E840754F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9" name="pg1428">
                <a:extLst>
                  <a:ext uri="{FF2B5EF4-FFF2-40B4-BE49-F238E27FC236}">
                    <a16:creationId xmlns:a16="http://schemas.microsoft.com/office/drawing/2014/main" id="{572C194D-F59F-D188-578D-217BFA17CDF1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0" name="pg1429">
                <a:extLst>
                  <a:ext uri="{FF2B5EF4-FFF2-40B4-BE49-F238E27FC236}">
                    <a16:creationId xmlns:a16="http://schemas.microsoft.com/office/drawing/2014/main" id="{119AA6D9-D053-FD7F-7CE7-992AF1D1E3EC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1" name="pg1430">
                <a:extLst>
                  <a:ext uri="{FF2B5EF4-FFF2-40B4-BE49-F238E27FC236}">
                    <a16:creationId xmlns:a16="http://schemas.microsoft.com/office/drawing/2014/main" id="{CFF4B147-9018-5E52-227B-15858C16004C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2" name="pg1431">
                <a:extLst>
                  <a:ext uri="{FF2B5EF4-FFF2-40B4-BE49-F238E27FC236}">
                    <a16:creationId xmlns:a16="http://schemas.microsoft.com/office/drawing/2014/main" id="{16F834E4-ADE4-6161-73C0-4C7FA932228F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3" name="pg1432">
                <a:extLst>
                  <a:ext uri="{FF2B5EF4-FFF2-40B4-BE49-F238E27FC236}">
                    <a16:creationId xmlns:a16="http://schemas.microsoft.com/office/drawing/2014/main" id="{A6E88D90-8E3D-34B7-5671-BA3B57FC6C8F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4" name="pg1433">
                <a:extLst>
                  <a:ext uri="{FF2B5EF4-FFF2-40B4-BE49-F238E27FC236}">
                    <a16:creationId xmlns:a16="http://schemas.microsoft.com/office/drawing/2014/main" id="{C391C512-86F6-1B4B-B4E5-9FE3026CDCE0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5" name="pg1434">
                <a:extLst>
                  <a:ext uri="{FF2B5EF4-FFF2-40B4-BE49-F238E27FC236}">
                    <a16:creationId xmlns:a16="http://schemas.microsoft.com/office/drawing/2014/main" id="{7F05A211-3B5B-E15B-179F-6D1AE6A4F844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6" name="pg1435">
                <a:extLst>
                  <a:ext uri="{FF2B5EF4-FFF2-40B4-BE49-F238E27FC236}">
                    <a16:creationId xmlns:a16="http://schemas.microsoft.com/office/drawing/2014/main" id="{601AEC0F-2DF3-0C97-78EF-4C600A00A0E6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7" name="pg1436">
                <a:extLst>
                  <a:ext uri="{FF2B5EF4-FFF2-40B4-BE49-F238E27FC236}">
                    <a16:creationId xmlns:a16="http://schemas.microsoft.com/office/drawing/2014/main" id="{CECBD29F-59BE-3FB1-37E8-4671E6B1A0A9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8" name="pg1437">
                <a:extLst>
                  <a:ext uri="{FF2B5EF4-FFF2-40B4-BE49-F238E27FC236}">
                    <a16:creationId xmlns:a16="http://schemas.microsoft.com/office/drawing/2014/main" id="{4C365CF0-C47A-F18A-91CF-5AE04D0791C0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9" name="pg1438">
                <a:extLst>
                  <a:ext uri="{FF2B5EF4-FFF2-40B4-BE49-F238E27FC236}">
                    <a16:creationId xmlns:a16="http://schemas.microsoft.com/office/drawing/2014/main" id="{BE1D650F-2DD9-54F6-7216-62B402364B20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0" name="pg1439">
                <a:extLst>
                  <a:ext uri="{FF2B5EF4-FFF2-40B4-BE49-F238E27FC236}">
                    <a16:creationId xmlns:a16="http://schemas.microsoft.com/office/drawing/2014/main" id="{423972DC-BC0B-296C-A10B-3007EA076AD9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1" name="pg1440">
                <a:extLst>
                  <a:ext uri="{FF2B5EF4-FFF2-40B4-BE49-F238E27FC236}">
                    <a16:creationId xmlns:a16="http://schemas.microsoft.com/office/drawing/2014/main" id="{78B2FA8A-1FD7-299D-1C88-6F13E32608A0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2" name="pg1441">
                <a:extLst>
                  <a:ext uri="{FF2B5EF4-FFF2-40B4-BE49-F238E27FC236}">
                    <a16:creationId xmlns:a16="http://schemas.microsoft.com/office/drawing/2014/main" id="{11D2D98C-A073-C406-E012-F99F8953ABB8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3" name="pg1442">
                <a:extLst>
                  <a:ext uri="{FF2B5EF4-FFF2-40B4-BE49-F238E27FC236}">
                    <a16:creationId xmlns:a16="http://schemas.microsoft.com/office/drawing/2014/main" id="{2CD66B7C-FE6A-06F7-297C-CE57AD441706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4" name="pg1443">
                <a:extLst>
                  <a:ext uri="{FF2B5EF4-FFF2-40B4-BE49-F238E27FC236}">
                    <a16:creationId xmlns:a16="http://schemas.microsoft.com/office/drawing/2014/main" id="{0245EF0C-B4A0-D746-28A8-322AB4439196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5" name="pg1444">
                <a:extLst>
                  <a:ext uri="{FF2B5EF4-FFF2-40B4-BE49-F238E27FC236}">
                    <a16:creationId xmlns:a16="http://schemas.microsoft.com/office/drawing/2014/main" id="{99D27CA3-8485-2296-CC3F-C6F1658FED23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6" name="pg1445">
                <a:extLst>
                  <a:ext uri="{FF2B5EF4-FFF2-40B4-BE49-F238E27FC236}">
                    <a16:creationId xmlns:a16="http://schemas.microsoft.com/office/drawing/2014/main" id="{ECBCD80B-AA93-02EF-0202-032272042871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7" name="pg1446">
                <a:extLst>
                  <a:ext uri="{FF2B5EF4-FFF2-40B4-BE49-F238E27FC236}">
                    <a16:creationId xmlns:a16="http://schemas.microsoft.com/office/drawing/2014/main" id="{E0C6E49C-2D6C-6230-CC8F-95F7DCF04AB9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8" name="pg1447">
                <a:extLst>
                  <a:ext uri="{FF2B5EF4-FFF2-40B4-BE49-F238E27FC236}">
                    <a16:creationId xmlns:a16="http://schemas.microsoft.com/office/drawing/2014/main" id="{5E65CFD0-2DD0-6571-FED7-0D4E563448FA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9" name="pg1448">
                <a:extLst>
                  <a:ext uri="{FF2B5EF4-FFF2-40B4-BE49-F238E27FC236}">
                    <a16:creationId xmlns:a16="http://schemas.microsoft.com/office/drawing/2014/main" id="{7A2212F5-E5B3-316B-86EF-D011F1E62517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0" name="pg1449">
                <a:extLst>
                  <a:ext uri="{FF2B5EF4-FFF2-40B4-BE49-F238E27FC236}">
                    <a16:creationId xmlns:a16="http://schemas.microsoft.com/office/drawing/2014/main" id="{8244D44B-AF52-E700-655F-2E5807270DEF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1" name="pg1450">
                <a:extLst>
                  <a:ext uri="{FF2B5EF4-FFF2-40B4-BE49-F238E27FC236}">
                    <a16:creationId xmlns:a16="http://schemas.microsoft.com/office/drawing/2014/main" id="{F6073FAF-1022-7D20-3670-402ACE2C5026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2" name="pg1451">
                <a:extLst>
                  <a:ext uri="{FF2B5EF4-FFF2-40B4-BE49-F238E27FC236}">
                    <a16:creationId xmlns:a16="http://schemas.microsoft.com/office/drawing/2014/main" id="{94F98807-9584-DC98-3085-5070D26021D3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3" name="pg1452">
                <a:extLst>
                  <a:ext uri="{FF2B5EF4-FFF2-40B4-BE49-F238E27FC236}">
                    <a16:creationId xmlns:a16="http://schemas.microsoft.com/office/drawing/2014/main" id="{75FDDE7C-3DAC-78FA-95E6-716EB84717C0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4" name="pg1453">
                <a:extLst>
                  <a:ext uri="{FF2B5EF4-FFF2-40B4-BE49-F238E27FC236}">
                    <a16:creationId xmlns:a16="http://schemas.microsoft.com/office/drawing/2014/main" id="{002D0008-9C26-6815-A973-B45226B5B54D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5" name="pg1454">
                <a:extLst>
                  <a:ext uri="{FF2B5EF4-FFF2-40B4-BE49-F238E27FC236}">
                    <a16:creationId xmlns:a16="http://schemas.microsoft.com/office/drawing/2014/main" id="{7D4147AA-B026-A6B0-B77D-9E9291323E12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6" name="pg1455">
                <a:extLst>
                  <a:ext uri="{FF2B5EF4-FFF2-40B4-BE49-F238E27FC236}">
                    <a16:creationId xmlns:a16="http://schemas.microsoft.com/office/drawing/2014/main" id="{090DD2DD-9A84-8F9A-8D9D-223236D3AD18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7" name="pg1456">
                <a:extLst>
                  <a:ext uri="{FF2B5EF4-FFF2-40B4-BE49-F238E27FC236}">
                    <a16:creationId xmlns:a16="http://schemas.microsoft.com/office/drawing/2014/main" id="{C33703CC-6CD6-D906-092A-72F9A68BDC9F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8" name="pg1457">
                <a:extLst>
                  <a:ext uri="{FF2B5EF4-FFF2-40B4-BE49-F238E27FC236}">
                    <a16:creationId xmlns:a16="http://schemas.microsoft.com/office/drawing/2014/main" id="{01FD33C4-B8F7-BDF0-92E4-6EE0D6FDCE23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9" name="pg1458">
                <a:extLst>
                  <a:ext uri="{FF2B5EF4-FFF2-40B4-BE49-F238E27FC236}">
                    <a16:creationId xmlns:a16="http://schemas.microsoft.com/office/drawing/2014/main" id="{E8C01971-B3AF-BE77-D842-6586CBB067C8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0" name="pg1459">
                <a:extLst>
                  <a:ext uri="{FF2B5EF4-FFF2-40B4-BE49-F238E27FC236}">
                    <a16:creationId xmlns:a16="http://schemas.microsoft.com/office/drawing/2014/main" id="{C7A58542-A8A7-B596-C0D9-18895846C7F6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1" name="pg1460">
                <a:extLst>
                  <a:ext uri="{FF2B5EF4-FFF2-40B4-BE49-F238E27FC236}">
                    <a16:creationId xmlns:a16="http://schemas.microsoft.com/office/drawing/2014/main" id="{35AFAD23-1691-1EDC-F5D6-A5AA9A2F014D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2" name="pg1461">
                <a:extLst>
                  <a:ext uri="{FF2B5EF4-FFF2-40B4-BE49-F238E27FC236}">
                    <a16:creationId xmlns:a16="http://schemas.microsoft.com/office/drawing/2014/main" id="{6722FEEB-86A0-4B3F-088B-5EB6492855F1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3" name="pg1462">
                <a:extLst>
                  <a:ext uri="{FF2B5EF4-FFF2-40B4-BE49-F238E27FC236}">
                    <a16:creationId xmlns:a16="http://schemas.microsoft.com/office/drawing/2014/main" id="{E281EE39-59F5-BD3B-37CD-88BB9CE9C338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4" name="pg1463">
                <a:extLst>
                  <a:ext uri="{FF2B5EF4-FFF2-40B4-BE49-F238E27FC236}">
                    <a16:creationId xmlns:a16="http://schemas.microsoft.com/office/drawing/2014/main" id="{42E77D18-69BA-BE60-7768-149075B9A40F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5" name="pg1464">
                <a:extLst>
                  <a:ext uri="{FF2B5EF4-FFF2-40B4-BE49-F238E27FC236}">
                    <a16:creationId xmlns:a16="http://schemas.microsoft.com/office/drawing/2014/main" id="{01F1772A-09F5-48D1-A452-74C9D43FBF96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6" name="pg1465">
                <a:extLst>
                  <a:ext uri="{FF2B5EF4-FFF2-40B4-BE49-F238E27FC236}">
                    <a16:creationId xmlns:a16="http://schemas.microsoft.com/office/drawing/2014/main" id="{9A7A69DD-283A-F486-F129-139ED72325CE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7" name="pg1466">
                <a:extLst>
                  <a:ext uri="{FF2B5EF4-FFF2-40B4-BE49-F238E27FC236}">
                    <a16:creationId xmlns:a16="http://schemas.microsoft.com/office/drawing/2014/main" id="{BBC6F82D-2A69-C679-27F6-BEC965F8A7EF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8" name="pg1467">
                <a:extLst>
                  <a:ext uri="{FF2B5EF4-FFF2-40B4-BE49-F238E27FC236}">
                    <a16:creationId xmlns:a16="http://schemas.microsoft.com/office/drawing/2014/main" id="{FF50301A-C375-3E5C-1712-594D4191CB5B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9" name="pg1468">
                <a:extLst>
                  <a:ext uri="{FF2B5EF4-FFF2-40B4-BE49-F238E27FC236}">
                    <a16:creationId xmlns:a16="http://schemas.microsoft.com/office/drawing/2014/main" id="{A950F98D-EC4C-9D28-72F5-60D4290357D9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0" name="pg1469">
                <a:extLst>
                  <a:ext uri="{FF2B5EF4-FFF2-40B4-BE49-F238E27FC236}">
                    <a16:creationId xmlns:a16="http://schemas.microsoft.com/office/drawing/2014/main" id="{A5ACF72F-3768-88B8-C242-7549A8CCA4B2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1" name="pg1470">
                <a:extLst>
                  <a:ext uri="{FF2B5EF4-FFF2-40B4-BE49-F238E27FC236}">
                    <a16:creationId xmlns:a16="http://schemas.microsoft.com/office/drawing/2014/main" id="{799AABDC-CD24-8579-2E46-075FDE679180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2" name="pg1471">
                <a:extLst>
                  <a:ext uri="{FF2B5EF4-FFF2-40B4-BE49-F238E27FC236}">
                    <a16:creationId xmlns:a16="http://schemas.microsoft.com/office/drawing/2014/main" id="{7F8854BC-FE92-910E-97EC-D1045646E1B5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3" name="pg1472">
                <a:extLst>
                  <a:ext uri="{FF2B5EF4-FFF2-40B4-BE49-F238E27FC236}">
                    <a16:creationId xmlns:a16="http://schemas.microsoft.com/office/drawing/2014/main" id="{E1099844-BBD8-3A1C-7E7F-EE24E58E9F5D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4" name="pg1473">
                <a:extLst>
                  <a:ext uri="{FF2B5EF4-FFF2-40B4-BE49-F238E27FC236}">
                    <a16:creationId xmlns:a16="http://schemas.microsoft.com/office/drawing/2014/main" id="{9CEBD5CD-B980-61D8-4863-A636311AEC34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5" name="pg1474">
                <a:extLst>
                  <a:ext uri="{FF2B5EF4-FFF2-40B4-BE49-F238E27FC236}">
                    <a16:creationId xmlns:a16="http://schemas.microsoft.com/office/drawing/2014/main" id="{9ACE8A1B-5A3C-E264-8DD5-097F5EF81A9D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6" name="pg1475">
                <a:extLst>
                  <a:ext uri="{FF2B5EF4-FFF2-40B4-BE49-F238E27FC236}">
                    <a16:creationId xmlns:a16="http://schemas.microsoft.com/office/drawing/2014/main" id="{C20D13D8-D1A7-DA61-1A6D-A2F2B059B900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7" name="pg1476">
                <a:extLst>
                  <a:ext uri="{FF2B5EF4-FFF2-40B4-BE49-F238E27FC236}">
                    <a16:creationId xmlns:a16="http://schemas.microsoft.com/office/drawing/2014/main" id="{D13BD40A-DB71-8B09-5416-035757D28985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8" name="pg1477">
                <a:extLst>
                  <a:ext uri="{FF2B5EF4-FFF2-40B4-BE49-F238E27FC236}">
                    <a16:creationId xmlns:a16="http://schemas.microsoft.com/office/drawing/2014/main" id="{183E9C2A-60DB-8FAD-55F5-FE3655D6A2A1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9" name="pg1478">
                <a:extLst>
                  <a:ext uri="{FF2B5EF4-FFF2-40B4-BE49-F238E27FC236}">
                    <a16:creationId xmlns:a16="http://schemas.microsoft.com/office/drawing/2014/main" id="{DCC20FE9-6355-6EDE-9674-B250F398E705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0" name="pg1479">
                <a:extLst>
                  <a:ext uri="{FF2B5EF4-FFF2-40B4-BE49-F238E27FC236}">
                    <a16:creationId xmlns:a16="http://schemas.microsoft.com/office/drawing/2014/main" id="{23995A56-D39D-0FB3-C8B3-F727986199A2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1" name="pg1480">
                <a:extLst>
                  <a:ext uri="{FF2B5EF4-FFF2-40B4-BE49-F238E27FC236}">
                    <a16:creationId xmlns:a16="http://schemas.microsoft.com/office/drawing/2014/main" id="{57D4CC55-0862-B1F2-3BCC-03E6658D2D0E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2" name="pg1481">
                <a:extLst>
                  <a:ext uri="{FF2B5EF4-FFF2-40B4-BE49-F238E27FC236}">
                    <a16:creationId xmlns:a16="http://schemas.microsoft.com/office/drawing/2014/main" id="{8831EC53-379A-E13D-99BD-AC5CE2485E98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3" name="pg1482">
                <a:extLst>
                  <a:ext uri="{FF2B5EF4-FFF2-40B4-BE49-F238E27FC236}">
                    <a16:creationId xmlns:a16="http://schemas.microsoft.com/office/drawing/2014/main" id="{D799693F-C5D5-6078-21FE-59D704090ABB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4" name="pg1483">
                <a:extLst>
                  <a:ext uri="{FF2B5EF4-FFF2-40B4-BE49-F238E27FC236}">
                    <a16:creationId xmlns:a16="http://schemas.microsoft.com/office/drawing/2014/main" id="{CDE26C2E-3411-9403-537A-0A6867B8F201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5" name="pg1484">
                <a:extLst>
                  <a:ext uri="{FF2B5EF4-FFF2-40B4-BE49-F238E27FC236}">
                    <a16:creationId xmlns:a16="http://schemas.microsoft.com/office/drawing/2014/main" id="{08A90FE0-FDD9-DD99-5270-03BDE6CBB9C7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6" name="pg1485">
                <a:extLst>
                  <a:ext uri="{FF2B5EF4-FFF2-40B4-BE49-F238E27FC236}">
                    <a16:creationId xmlns:a16="http://schemas.microsoft.com/office/drawing/2014/main" id="{E124D213-28C5-0AFA-07C3-BE65AE1B7FEC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7" name="pg1486">
                <a:extLst>
                  <a:ext uri="{FF2B5EF4-FFF2-40B4-BE49-F238E27FC236}">
                    <a16:creationId xmlns:a16="http://schemas.microsoft.com/office/drawing/2014/main" id="{6D42A39C-CA6F-C636-DE90-460DB4B8EECA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8" name="pg1487">
                <a:extLst>
                  <a:ext uri="{FF2B5EF4-FFF2-40B4-BE49-F238E27FC236}">
                    <a16:creationId xmlns:a16="http://schemas.microsoft.com/office/drawing/2014/main" id="{2C7AF8BD-2F97-CD0C-F709-E44E332D3753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9" name="pg1488">
                <a:extLst>
                  <a:ext uri="{FF2B5EF4-FFF2-40B4-BE49-F238E27FC236}">
                    <a16:creationId xmlns:a16="http://schemas.microsoft.com/office/drawing/2014/main" id="{E322F998-7D04-5C97-49E2-6A32ECF55992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0" name="pg1489">
                <a:extLst>
                  <a:ext uri="{FF2B5EF4-FFF2-40B4-BE49-F238E27FC236}">
                    <a16:creationId xmlns:a16="http://schemas.microsoft.com/office/drawing/2014/main" id="{C6269158-3779-897D-ABAE-A7EF032C6E0B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1" name="pg1490">
                <a:extLst>
                  <a:ext uri="{FF2B5EF4-FFF2-40B4-BE49-F238E27FC236}">
                    <a16:creationId xmlns:a16="http://schemas.microsoft.com/office/drawing/2014/main" id="{F667D455-1438-51A4-455A-E077C4B15B04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2" name="pg1491">
                <a:extLst>
                  <a:ext uri="{FF2B5EF4-FFF2-40B4-BE49-F238E27FC236}">
                    <a16:creationId xmlns:a16="http://schemas.microsoft.com/office/drawing/2014/main" id="{722D766E-CBEE-F6A3-F070-A010445A1F48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3" name="pg1492">
                <a:extLst>
                  <a:ext uri="{FF2B5EF4-FFF2-40B4-BE49-F238E27FC236}">
                    <a16:creationId xmlns:a16="http://schemas.microsoft.com/office/drawing/2014/main" id="{F8DD397A-B905-4F2B-8874-FEAD2A9F0FF4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4" name="pg1493">
                <a:extLst>
                  <a:ext uri="{FF2B5EF4-FFF2-40B4-BE49-F238E27FC236}">
                    <a16:creationId xmlns:a16="http://schemas.microsoft.com/office/drawing/2014/main" id="{3DBC8447-D9D7-F7FB-89A2-7D3518A60A76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5" name="pg1494">
                <a:extLst>
                  <a:ext uri="{FF2B5EF4-FFF2-40B4-BE49-F238E27FC236}">
                    <a16:creationId xmlns:a16="http://schemas.microsoft.com/office/drawing/2014/main" id="{14AFA94E-4A56-3B24-25BD-A94A092FECAB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6" name="pg1495">
                <a:extLst>
                  <a:ext uri="{FF2B5EF4-FFF2-40B4-BE49-F238E27FC236}">
                    <a16:creationId xmlns:a16="http://schemas.microsoft.com/office/drawing/2014/main" id="{EEC5A436-D02C-F609-F7E5-FD3E1420EAE1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7" name="pg1496">
                <a:extLst>
                  <a:ext uri="{FF2B5EF4-FFF2-40B4-BE49-F238E27FC236}">
                    <a16:creationId xmlns:a16="http://schemas.microsoft.com/office/drawing/2014/main" id="{96A18E50-EF6F-4D6E-9ABA-616868848EBF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8" name="pg1497">
                <a:extLst>
                  <a:ext uri="{FF2B5EF4-FFF2-40B4-BE49-F238E27FC236}">
                    <a16:creationId xmlns:a16="http://schemas.microsoft.com/office/drawing/2014/main" id="{7FB426C9-E96E-EEC0-833E-0A56ECE367C6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9" name="pg1498">
                <a:extLst>
                  <a:ext uri="{FF2B5EF4-FFF2-40B4-BE49-F238E27FC236}">
                    <a16:creationId xmlns:a16="http://schemas.microsoft.com/office/drawing/2014/main" id="{9951C567-8C3C-A062-A490-9DA83EC23EAE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0" name="pg1499">
                <a:extLst>
                  <a:ext uri="{FF2B5EF4-FFF2-40B4-BE49-F238E27FC236}">
                    <a16:creationId xmlns:a16="http://schemas.microsoft.com/office/drawing/2014/main" id="{1B8774A4-38A9-AC9F-31DD-B5E44E9435FD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1" name="pg1500">
                <a:extLst>
                  <a:ext uri="{FF2B5EF4-FFF2-40B4-BE49-F238E27FC236}">
                    <a16:creationId xmlns:a16="http://schemas.microsoft.com/office/drawing/2014/main" id="{05941A76-B3BB-A64A-110F-E8AF64A64234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2" name="pg1501">
                <a:extLst>
                  <a:ext uri="{FF2B5EF4-FFF2-40B4-BE49-F238E27FC236}">
                    <a16:creationId xmlns:a16="http://schemas.microsoft.com/office/drawing/2014/main" id="{03C434F6-121A-7C7B-3EC3-5BF38713BEE2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3" name="pg1502">
                <a:extLst>
                  <a:ext uri="{FF2B5EF4-FFF2-40B4-BE49-F238E27FC236}">
                    <a16:creationId xmlns:a16="http://schemas.microsoft.com/office/drawing/2014/main" id="{4AD918AC-D77D-B344-AC61-E8E6FFA83A8E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4" name="pg1503">
                <a:extLst>
                  <a:ext uri="{FF2B5EF4-FFF2-40B4-BE49-F238E27FC236}">
                    <a16:creationId xmlns:a16="http://schemas.microsoft.com/office/drawing/2014/main" id="{FDF99BF6-91F1-A367-AB1B-C32E969D314E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5" name="pg1504">
                <a:extLst>
                  <a:ext uri="{FF2B5EF4-FFF2-40B4-BE49-F238E27FC236}">
                    <a16:creationId xmlns:a16="http://schemas.microsoft.com/office/drawing/2014/main" id="{5A2636F6-7E7B-6908-D1A1-B3422784460F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6" name="pg1505">
                <a:extLst>
                  <a:ext uri="{FF2B5EF4-FFF2-40B4-BE49-F238E27FC236}">
                    <a16:creationId xmlns:a16="http://schemas.microsoft.com/office/drawing/2014/main" id="{E8791022-766D-4581-B852-811C13886543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7" name="pg1506">
                <a:extLst>
                  <a:ext uri="{FF2B5EF4-FFF2-40B4-BE49-F238E27FC236}">
                    <a16:creationId xmlns:a16="http://schemas.microsoft.com/office/drawing/2014/main" id="{6CE21374-5C22-CCE9-B91E-E6A93D91E4DA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8" name="pg1507">
                <a:extLst>
                  <a:ext uri="{FF2B5EF4-FFF2-40B4-BE49-F238E27FC236}">
                    <a16:creationId xmlns:a16="http://schemas.microsoft.com/office/drawing/2014/main" id="{1CE125A1-4CAF-24F0-900B-7729147DA46D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9" name="pg1508">
                <a:extLst>
                  <a:ext uri="{FF2B5EF4-FFF2-40B4-BE49-F238E27FC236}">
                    <a16:creationId xmlns:a16="http://schemas.microsoft.com/office/drawing/2014/main" id="{2400A09C-B228-105A-7B0A-977F6863295F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0" name="pg1509">
                <a:extLst>
                  <a:ext uri="{FF2B5EF4-FFF2-40B4-BE49-F238E27FC236}">
                    <a16:creationId xmlns:a16="http://schemas.microsoft.com/office/drawing/2014/main" id="{4C729077-A033-0A35-B257-29961A9AEB01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1" name="pg1510">
                <a:extLst>
                  <a:ext uri="{FF2B5EF4-FFF2-40B4-BE49-F238E27FC236}">
                    <a16:creationId xmlns:a16="http://schemas.microsoft.com/office/drawing/2014/main" id="{C492A5D9-61F3-58FB-D5D7-36B27AEB9C20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2" name="pg1511">
                <a:extLst>
                  <a:ext uri="{FF2B5EF4-FFF2-40B4-BE49-F238E27FC236}">
                    <a16:creationId xmlns:a16="http://schemas.microsoft.com/office/drawing/2014/main" id="{9F51A47B-1502-BF16-B51B-7290016C9568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3" name="pg1512">
                <a:extLst>
                  <a:ext uri="{FF2B5EF4-FFF2-40B4-BE49-F238E27FC236}">
                    <a16:creationId xmlns:a16="http://schemas.microsoft.com/office/drawing/2014/main" id="{F849817F-16AF-40C6-DA05-3E4DA59592C4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4" name="pg1513">
                <a:extLst>
                  <a:ext uri="{FF2B5EF4-FFF2-40B4-BE49-F238E27FC236}">
                    <a16:creationId xmlns:a16="http://schemas.microsoft.com/office/drawing/2014/main" id="{5CEC19C5-353D-7CD2-995F-C5E87B0D9954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5" name="pg1514">
                <a:extLst>
                  <a:ext uri="{FF2B5EF4-FFF2-40B4-BE49-F238E27FC236}">
                    <a16:creationId xmlns:a16="http://schemas.microsoft.com/office/drawing/2014/main" id="{C7AD1F60-ABF1-0460-600C-30B1CED65A38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6" name="pg1515">
                <a:extLst>
                  <a:ext uri="{FF2B5EF4-FFF2-40B4-BE49-F238E27FC236}">
                    <a16:creationId xmlns:a16="http://schemas.microsoft.com/office/drawing/2014/main" id="{B0949CE6-6140-5892-2598-A8D94F00CBEE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7" name="pg1516">
                <a:extLst>
                  <a:ext uri="{FF2B5EF4-FFF2-40B4-BE49-F238E27FC236}">
                    <a16:creationId xmlns:a16="http://schemas.microsoft.com/office/drawing/2014/main" id="{365EB1AB-97A3-7152-5E70-3AF61A3B1B38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8" name="pg1517">
                <a:extLst>
                  <a:ext uri="{FF2B5EF4-FFF2-40B4-BE49-F238E27FC236}">
                    <a16:creationId xmlns:a16="http://schemas.microsoft.com/office/drawing/2014/main" id="{AB9D56FB-3F3C-FAF4-5309-AC4CCBD888F7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9" name="pg1518">
                <a:extLst>
                  <a:ext uri="{FF2B5EF4-FFF2-40B4-BE49-F238E27FC236}">
                    <a16:creationId xmlns:a16="http://schemas.microsoft.com/office/drawing/2014/main" id="{E9A7A9CE-DE04-04A1-977C-44B5926A3716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0" name="pg1519">
                <a:extLst>
                  <a:ext uri="{FF2B5EF4-FFF2-40B4-BE49-F238E27FC236}">
                    <a16:creationId xmlns:a16="http://schemas.microsoft.com/office/drawing/2014/main" id="{31E8A839-7B02-6BB1-660F-AA994CB7AB49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1" name="pg1520">
                <a:extLst>
                  <a:ext uri="{FF2B5EF4-FFF2-40B4-BE49-F238E27FC236}">
                    <a16:creationId xmlns:a16="http://schemas.microsoft.com/office/drawing/2014/main" id="{B3BF9AB8-A55F-FEE9-8567-5F72F05E7181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2" name="pg1521">
                <a:extLst>
                  <a:ext uri="{FF2B5EF4-FFF2-40B4-BE49-F238E27FC236}">
                    <a16:creationId xmlns:a16="http://schemas.microsoft.com/office/drawing/2014/main" id="{8A723538-4F12-DADA-8554-F922F37A7D51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3" name="pg1522">
                <a:extLst>
                  <a:ext uri="{FF2B5EF4-FFF2-40B4-BE49-F238E27FC236}">
                    <a16:creationId xmlns:a16="http://schemas.microsoft.com/office/drawing/2014/main" id="{A4BCA79D-B657-E7D2-3DD4-8AA553BD544B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4" name="pg1523">
                <a:extLst>
                  <a:ext uri="{FF2B5EF4-FFF2-40B4-BE49-F238E27FC236}">
                    <a16:creationId xmlns:a16="http://schemas.microsoft.com/office/drawing/2014/main" id="{1FF14DCD-4D00-9889-3E30-79D83D5B52A5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5" name="pg1524">
                <a:extLst>
                  <a:ext uri="{FF2B5EF4-FFF2-40B4-BE49-F238E27FC236}">
                    <a16:creationId xmlns:a16="http://schemas.microsoft.com/office/drawing/2014/main" id="{AFE424F1-0A64-6593-F61F-3178C3853633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6" name="pg1525">
                <a:extLst>
                  <a:ext uri="{FF2B5EF4-FFF2-40B4-BE49-F238E27FC236}">
                    <a16:creationId xmlns:a16="http://schemas.microsoft.com/office/drawing/2014/main" id="{84BE138B-E5EA-8283-B734-96485175406C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7" name="pg1526">
                <a:extLst>
                  <a:ext uri="{FF2B5EF4-FFF2-40B4-BE49-F238E27FC236}">
                    <a16:creationId xmlns:a16="http://schemas.microsoft.com/office/drawing/2014/main" id="{4FB0E04B-7E32-914F-FBA7-79C8F39F0E10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8" name="pg1527">
                <a:extLst>
                  <a:ext uri="{FF2B5EF4-FFF2-40B4-BE49-F238E27FC236}">
                    <a16:creationId xmlns:a16="http://schemas.microsoft.com/office/drawing/2014/main" id="{4C0E5B06-75E6-89FB-EC6F-A4997AAF1A09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9" name="pg1528">
                <a:extLst>
                  <a:ext uri="{FF2B5EF4-FFF2-40B4-BE49-F238E27FC236}">
                    <a16:creationId xmlns:a16="http://schemas.microsoft.com/office/drawing/2014/main" id="{BD3C6501-E078-8FE6-5CC1-AB59776B6F9E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0" name="pg1529">
                <a:extLst>
                  <a:ext uri="{FF2B5EF4-FFF2-40B4-BE49-F238E27FC236}">
                    <a16:creationId xmlns:a16="http://schemas.microsoft.com/office/drawing/2014/main" id="{836DA016-114E-9B84-9187-7A17722B0374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1" name="pg1530">
                <a:extLst>
                  <a:ext uri="{FF2B5EF4-FFF2-40B4-BE49-F238E27FC236}">
                    <a16:creationId xmlns:a16="http://schemas.microsoft.com/office/drawing/2014/main" id="{C36635A6-4C92-192E-20DE-018F13C8B4D4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2" name="pg1531">
                <a:extLst>
                  <a:ext uri="{FF2B5EF4-FFF2-40B4-BE49-F238E27FC236}">
                    <a16:creationId xmlns:a16="http://schemas.microsoft.com/office/drawing/2014/main" id="{10A81BB6-B071-965D-F385-C58640C0E151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3" name="pg1532">
                <a:extLst>
                  <a:ext uri="{FF2B5EF4-FFF2-40B4-BE49-F238E27FC236}">
                    <a16:creationId xmlns:a16="http://schemas.microsoft.com/office/drawing/2014/main" id="{35A246E0-D247-1C25-CF45-0294D89F3792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4" name="pg1533">
                <a:extLst>
                  <a:ext uri="{FF2B5EF4-FFF2-40B4-BE49-F238E27FC236}">
                    <a16:creationId xmlns:a16="http://schemas.microsoft.com/office/drawing/2014/main" id="{E59906CA-34C0-60F3-097E-85B12245FC38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5" name="pg1534">
                <a:extLst>
                  <a:ext uri="{FF2B5EF4-FFF2-40B4-BE49-F238E27FC236}">
                    <a16:creationId xmlns:a16="http://schemas.microsoft.com/office/drawing/2014/main" id="{9D4DB6B3-8533-65EC-25E3-6F7F995C18F6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6" name="pg1535">
                <a:extLst>
                  <a:ext uri="{FF2B5EF4-FFF2-40B4-BE49-F238E27FC236}">
                    <a16:creationId xmlns:a16="http://schemas.microsoft.com/office/drawing/2014/main" id="{6B044034-D318-277F-D8A3-4BE95D37B3EA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7" name="pg1536">
                <a:extLst>
                  <a:ext uri="{FF2B5EF4-FFF2-40B4-BE49-F238E27FC236}">
                    <a16:creationId xmlns:a16="http://schemas.microsoft.com/office/drawing/2014/main" id="{4B78B60F-153E-B7AE-74C3-06FF2B777AE1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8" name="pg1537">
                <a:extLst>
                  <a:ext uri="{FF2B5EF4-FFF2-40B4-BE49-F238E27FC236}">
                    <a16:creationId xmlns:a16="http://schemas.microsoft.com/office/drawing/2014/main" id="{D79F567A-A761-FC1F-F5BC-4030EAD269DD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9" name="pg1538">
                <a:extLst>
                  <a:ext uri="{FF2B5EF4-FFF2-40B4-BE49-F238E27FC236}">
                    <a16:creationId xmlns:a16="http://schemas.microsoft.com/office/drawing/2014/main" id="{FDAC2429-2416-7E03-BA56-CA49AC59921F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0" name="pg1539">
                <a:extLst>
                  <a:ext uri="{FF2B5EF4-FFF2-40B4-BE49-F238E27FC236}">
                    <a16:creationId xmlns:a16="http://schemas.microsoft.com/office/drawing/2014/main" id="{1F187559-7CE5-48A8-C1AA-7FCFE1FEAC10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1" name="pg1540">
                <a:extLst>
                  <a:ext uri="{FF2B5EF4-FFF2-40B4-BE49-F238E27FC236}">
                    <a16:creationId xmlns:a16="http://schemas.microsoft.com/office/drawing/2014/main" id="{CDCE7A5E-4FCD-5768-400D-02ACB08E898A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2" name="pg1541">
                <a:extLst>
                  <a:ext uri="{FF2B5EF4-FFF2-40B4-BE49-F238E27FC236}">
                    <a16:creationId xmlns:a16="http://schemas.microsoft.com/office/drawing/2014/main" id="{190374DE-1252-A24A-1C54-DC076D2AD7E0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3" name="pg1542">
                <a:extLst>
                  <a:ext uri="{FF2B5EF4-FFF2-40B4-BE49-F238E27FC236}">
                    <a16:creationId xmlns:a16="http://schemas.microsoft.com/office/drawing/2014/main" id="{33317E7C-9C19-BB4E-C4C6-7DA8F072F3BC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4" name="pg1543">
                <a:extLst>
                  <a:ext uri="{FF2B5EF4-FFF2-40B4-BE49-F238E27FC236}">
                    <a16:creationId xmlns:a16="http://schemas.microsoft.com/office/drawing/2014/main" id="{AC03511F-E7A0-6A15-0308-134499CAFD8A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5" name="pg1544">
                <a:extLst>
                  <a:ext uri="{FF2B5EF4-FFF2-40B4-BE49-F238E27FC236}">
                    <a16:creationId xmlns:a16="http://schemas.microsoft.com/office/drawing/2014/main" id="{5349DDA7-D202-E9C5-ABDA-6DFD768CD103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6" name="pg1545">
                <a:extLst>
                  <a:ext uri="{FF2B5EF4-FFF2-40B4-BE49-F238E27FC236}">
                    <a16:creationId xmlns:a16="http://schemas.microsoft.com/office/drawing/2014/main" id="{AED271E9-F5A2-98FC-2075-E97CF892D548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7" name="pg1546">
                <a:extLst>
                  <a:ext uri="{FF2B5EF4-FFF2-40B4-BE49-F238E27FC236}">
                    <a16:creationId xmlns:a16="http://schemas.microsoft.com/office/drawing/2014/main" id="{A5198943-3509-5FB2-3F1A-D9E71E99D1EB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8" name="pg1547">
                <a:extLst>
                  <a:ext uri="{FF2B5EF4-FFF2-40B4-BE49-F238E27FC236}">
                    <a16:creationId xmlns:a16="http://schemas.microsoft.com/office/drawing/2014/main" id="{8DCDD995-E349-1966-52BD-B65F33CBE252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9" name="pg1548">
                <a:extLst>
                  <a:ext uri="{FF2B5EF4-FFF2-40B4-BE49-F238E27FC236}">
                    <a16:creationId xmlns:a16="http://schemas.microsoft.com/office/drawing/2014/main" id="{46E71124-7569-228C-B6CB-620A88E5EED0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0" name="pg1549">
                <a:extLst>
                  <a:ext uri="{FF2B5EF4-FFF2-40B4-BE49-F238E27FC236}">
                    <a16:creationId xmlns:a16="http://schemas.microsoft.com/office/drawing/2014/main" id="{88A4058D-E41D-B6F9-F2AB-304D34908055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1" name="pg1550">
                <a:extLst>
                  <a:ext uri="{FF2B5EF4-FFF2-40B4-BE49-F238E27FC236}">
                    <a16:creationId xmlns:a16="http://schemas.microsoft.com/office/drawing/2014/main" id="{6CBBBF58-6801-8332-7360-877FE63AEECB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2" name="pg1551">
                <a:extLst>
                  <a:ext uri="{FF2B5EF4-FFF2-40B4-BE49-F238E27FC236}">
                    <a16:creationId xmlns:a16="http://schemas.microsoft.com/office/drawing/2014/main" id="{1ED5D9A9-39AD-4F12-F734-CA1E8B652747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3" name="pg1552">
                <a:extLst>
                  <a:ext uri="{FF2B5EF4-FFF2-40B4-BE49-F238E27FC236}">
                    <a16:creationId xmlns:a16="http://schemas.microsoft.com/office/drawing/2014/main" id="{400D7E74-5412-7438-304D-2ED4A795F363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4" name="pg1553">
                <a:extLst>
                  <a:ext uri="{FF2B5EF4-FFF2-40B4-BE49-F238E27FC236}">
                    <a16:creationId xmlns:a16="http://schemas.microsoft.com/office/drawing/2014/main" id="{3ED8386F-F075-D882-FC0D-02FF80E10DAF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5" name="pg1554">
                <a:extLst>
                  <a:ext uri="{FF2B5EF4-FFF2-40B4-BE49-F238E27FC236}">
                    <a16:creationId xmlns:a16="http://schemas.microsoft.com/office/drawing/2014/main" id="{4F402363-2200-43F1-3E49-879543EA46E5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6" name="pg1555">
                <a:extLst>
                  <a:ext uri="{FF2B5EF4-FFF2-40B4-BE49-F238E27FC236}">
                    <a16:creationId xmlns:a16="http://schemas.microsoft.com/office/drawing/2014/main" id="{9B25521E-7C1B-AD02-C661-4730433646E5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7" name="pg1556">
                <a:extLst>
                  <a:ext uri="{FF2B5EF4-FFF2-40B4-BE49-F238E27FC236}">
                    <a16:creationId xmlns:a16="http://schemas.microsoft.com/office/drawing/2014/main" id="{250338F4-1C52-9D78-169D-F46A2734D584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8" name="pg1557">
                <a:extLst>
                  <a:ext uri="{FF2B5EF4-FFF2-40B4-BE49-F238E27FC236}">
                    <a16:creationId xmlns:a16="http://schemas.microsoft.com/office/drawing/2014/main" id="{81D7AB67-1311-961B-3CB6-F78D0DAF3398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9" name="pg1558">
                <a:extLst>
                  <a:ext uri="{FF2B5EF4-FFF2-40B4-BE49-F238E27FC236}">
                    <a16:creationId xmlns:a16="http://schemas.microsoft.com/office/drawing/2014/main" id="{53F1A4DD-907A-A6FF-266F-CAB02A9506A8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0" name="pg1559">
                <a:extLst>
                  <a:ext uri="{FF2B5EF4-FFF2-40B4-BE49-F238E27FC236}">
                    <a16:creationId xmlns:a16="http://schemas.microsoft.com/office/drawing/2014/main" id="{67AA478D-AE95-2E3C-46B1-7CBA3A1B1FBC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1" name="pg1560">
                <a:extLst>
                  <a:ext uri="{FF2B5EF4-FFF2-40B4-BE49-F238E27FC236}">
                    <a16:creationId xmlns:a16="http://schemas.microsoft.com/office/drawing/2014/main" id="{7CD8142A-AF58-30C0-1BC7-EF4E6D875471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2" name="pg1561">
                <a:extLst>
                  <a:ext uri="{FF2B5EF4-FFF2-40B4-BE49-F238E27FC236}">
                    <a16:creationId xmlns:a16="http://schemas.microsoft.com/office/drawing/2014/main" id="{2A1BF991-BBE8-3643-877A-5A112E8896B0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3" name="pg1562">
                <a:extLst>
                  <a:ext uri="{FF2B5EF4-FFF2-40B4-BE49-F238E27FC236}">
                    <a16:creationId xmlns:a16="http://schemas.microsoft.com/office/drawing/2014/main" id="{07B8A0EC-AE0E-3023-B61A-ADD824AC658B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4" name="pg1563">
                <a:extLst>
                  <a:ext uri="{FF2B5EF4-FFF2-40B4-BE49-F238E27FC236}">
                    <a16:creationId xmlns:a16="http://schemas.microsoft.com/office/drawing/2014/main" id="{0FBF281E-9827-E661-75AD-0DF2A897D5F5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5" name="pg1564">
                <a:extLst>
                  <a:ext uri="{FF2B5EF4-FFF2-40B4-BE49-F238E27FC236}">
                    <a16:creationId xmlns:a16="http://schemas.microsoft.com/office/drawing/2014/main" id="{64D961B1-7489-784D-AA88-D3B10FA5691E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6" name="pg1565">
                <a:extLst>
                  <a:ext uri="{FF2B5EF4-FFF2-40B4-BE49-F238E27FC236}">
                    <a16:creationId xmlns:a16="http://schemas.microsoft.com/office/drawing/2014/main" id="{D18C294D-B17E-DB23-2030-2A5A1D5C7FB8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7" name="pg1566">
                <a:extLst>
                  <a:ext uri="{FF2B5EF4-FFF2-40B4-BE49-F238E27FC236}">
                    <a16:creationId xmlns:a16="http://schemas.microsoft.com/office/drawing/2014/main" id="{829507A6-559C-A386-F5F4-167AD31051B1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8" name="pg1567">
                <a:extLst>
                  <a:ext uri="{FF2B5EF4-FFF2-40B4-BE49-F238E27FC236}">
                    <a16:creationId xmlns:a16="http://schemas.microsoft.com/office/drawing/2014/main" id="{40420B04-3C19-2392-0B8E-3299E4D36424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9" name="pg1568">
                <a:extLst>
                  <a:ext uri="{FF2B5EF4-FFF2-40B4-BE49-F238E27FC236}">
                    <a16:creationId xmlns:a16="http://schemas.microsoft.com/office/drawing/2014/main" id="{8A2DF44F-F838-E4CC-2F75-B49E00C2E821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0" name="pg1569">
                <a:extLst>
                  <a:ext uri="{FF2B5EF4-FFF2-40B4-BE49-F238E27FC236}">
                    <a16:creationId xmlns:a16="http://schemas.microsoft.com/office/drawing/2014/main" id="{2B44D5C5-20D8-B895-FAA9-FBD5F4278DC4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1" name="pg1570">
                <a:extLst>
                  <a:ext uri="{FF2B5EF4-FFF2-40B4-BE49-F238E27FC236}">
                    <a16:creationId xmlns:a16="http://schemas.microsoft.com/office/drawing/2014/main" id="{EFCF4588-013A-3A42-0D4B-CE3CDED1D117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2" name="pg1571">
                <a:extLst>
                  <a:ext uri="{FF2B5EF4-FFF2-40B4-BE49-F238E27FC236}">
                    <a16:creationId xmlns:a16="http://schemas.microsoft.com/office/drawing/2014/main" id="{B18B8696-B3FF-80D0-E9A0-F13748932EBA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3" name="pg1572">
                <a:extLst>
                  <a:ext uri="{FF2B5EF4-FFF2-40B4-BE49-F238E27FC236}">
                    <a16:creationId xmlns:a16="http://schemas.microsoft.com/office/drawing/2014/main" id="{260181DB-5FC5-A8AD-4483-95B0ADDFB01F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4" name="pg1573">
                <a:extLst>
                  <a:ext uri="{FF2B5EF4-FFF2-40B4-BE49-F238E27FC236}">
                    <a16:creationId xmlns:a16="http://schemas.microsoft.com/office/drawing/2014/main" id="{846F5DB4-B63F-A41E-3053-D778A0D61468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5" name="pg1574">
                <a:extLst>
                  <a:ext uri="{FF2B5EF4-FFF2-40B4-BE49-F238E27FC236}">
                    <a16:creationId xmlns:a16="http://schemas.microsoft.com/office/drawing/2014/main" id="{448491A1-9824-C27F-41C8-78025F033032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6" name="pg1575">
                <a:extLst>
                  <a:ext uri="{FF2B5EF4-FFF2-40B4-BE49-F238E27FC236}">
                    <a16:creationId xmlns:a16="http://schemas.microsoft.com/office/drawing/2014/main" id="{B4C49D78-DAC5-E9F9-B0FD-9C273AECE4DD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7" name="pg1576">
                <a:extLst>
                  <a:ext uri="{FF2B5EF4-FFF2-40B4-BE49-F238E27FC236}">
                    <a16:creationId xmlns:a16="http://schemas.microsoft.com/office/drawing/2014/main" id="{3E0AE236-E6CA-D8A8-FBAE-BE145700ADEA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8" name="pg1577">
                <a:extLst>
                  <a:ext uri="{FF2B5EF4-FFF2-40B4-BE49-F238E27FC236}">
                    <a16:creationId xmlns:a16="http://schemas.microsoft.com/office/drawing/2014/main" id="{70059DD0-5E01-89E9-ADAA-EB0EABB881E9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9" name="pg1578">
                <a:extLst>
                  <a:ext uri="{FF2B5EF4-FFF2-40B4-BE49-F238E27FC236}">
                    <a16:creationId xmlns:a16="http://schemas.microsoft.com/office/drawing/2014/main" id="{61BE44B6-9976-5A36-8675-7B88F9C422FB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0" name="pg1579">
                <a:extLst>
                  <a:ext uri="{FF2B5EF4-FFF2-40B4-BE49-F238E27FC236}">
                    <a16:creationId xmlns:a16="http://schemas.microsoft.com/office/drawing/2014/main" id="{36AEF7FF-E464-F01A-EF2B-13EE4A979359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1" name="pg1580">
                <a:extLst>
                  <a:ext uri="{FF2B5EF4-FFF2-40B4-BE49-F238E27FC236}">
                    <a16:creationId xmlns:a16="http://schemas.microsoft.com/office/drawing/2014/main" id="{C6487D5F-E4EC-7423-3A6D-9644E3410B4F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2" name="pg1581">
                <a:extLst>
                  <a:ext uri="{FF2B5EF4-FFF2-40B4-BE49-F238E27FC236}">
                    <a16:creationId xmlns:a16="http://schemas.microsoft.com/office/drawing/2014/main" id="{DC462BC7-14C1-2C0F-84D7-1D7188698306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3" name="pg1582">
                <a:extLst>
                  <a:ext uri="{FF2B5EF4-FFF2-40B4-BE49-F238E27FC236}">
                    <a16:creationId xmlns:a16="http://schemas.microsoft.com/office/drawing/2014/main" id="{FE7506E8-1877-410A-EF26-D10298089CD3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4" name="pg1583">
                <a:extLst>
                  <a:ext uri="{FF2B5EF4-FFF2-40B4-BE49-F238E27FC236}">
                    <a16:creationId xmlns:a16="http://schemas.microsoft.com/office/drawing/2014/main" id="{0A31A5B1-E722-919C-BEFF-262D221331BE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5" name="pg1584">
                <a:extLst>
                  <a:ext uri="{FF2B5EF4-FFF2-40B4-BE49-F238E27FC236}">
                    <a16:creationId xmlns:a16="http://schemas.microsoft.com/office/drawing/2014/main" id="{7A9ED0DC-44E7-2630-1C2E-842605B5E8D7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6" name="pg1585">
                <a:extLst>
                  <a:ext uri="{FF2B5EF4-FFF2-40B4-BE49-F238E27FC236}">
                    <a16:creationId xmlns:a16="http://schemas.microsoft.com/office/drawing/2014/main" id="{3C4D40E5-BA7E-F464-6EB0-DD07B5E4A4F0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7" name="pg1586">
                <a:extLst>
                  <a:ext uri="{FF2B5EF4-FFF2-40B4-BE49-F238E27FC236}">
                    <a16:creationId xmlns:a16="http://schemas.microsoft.com/office/drawing/2014/main" id="{955B63A2-74D8-76C3-D103-D3B93ED85A28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8" name="pg1587">
                <a:extLst>
                  <a:ext uri="{FF2B5EF4-FFF2-40B4-BE49-F238E27FC236}">
                    <a16:creationId xmlns:a16="http://schemas.microsoft.com/office/drawing/2014/main" id="{44E2A4A8-65DA-C957-ABD6-8B91639941FA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9" name="pg1588">
                <a:extLst>
                  <a:ext uri="{FF2B5EF4-FFF2-40B4-BE49-F238E27FC236}">
                    <a16:creationId xmlns:a16="http://schemas.microsoft.com/office/drawing/2014/main" id="{7A0C24F8-1267-DA71-B9F7-489F2837857B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0" name="pg1589">
                <a:extLst>
                  <a:ext uri="{FF2B5EF4-FFF2-40B4-BE49-F238E27FC236}">
                    <a16:creationId xmlns:a16="http://schemas.microsoft.com/office/drawing/2014/main" id="{4BC4E319-17A1-FCC6-FD36-02127EF84B4F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1" name="pg1590">
                <a:extLst>
                  <a:ext uri="{FF2B5EF4-FFF2-40B4-BE49-F238E27FC236}">
                    <a16:creationId xmlns:a16="http://schemas.microsoft.com/office/drawing/2014/main" id="{E64A80C5-3205-5630-201D-709C9896815C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2" name="pg1591">
                <a:extLst>
                  <a:ext uri="{FF2B5EF4-FFF2-40B4-BE49-F238E27FC236}">
                    <a16:creationId xmlns:a16="http://schemas.microsoft.com/office/drawing/2014/main" id="{E2B452C3-1FD0-08B5-B901-4538266272C7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3" name="pg1592">
                <a:extLst>
                  <a:ext uri="{FF2B5EF4-FFF2-40B4-BE49-F238E27FC236}">
                    <a16:creationId xmlns:a16="http://schemas.microsoft.com/office/drawing/2014/main" id="{BDA26BFF-45C4-8D73-8542-DE594D6B8FB1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4" name="pg1593">
                <a:extLst>
                  <a:ext uri="{FF2B5EF4-FFF2-40B4-BE49-F238E27FC236}">
                    <a16:creationId xmlns:a16="http://schemas.microsoft.com/office/drawing/2014/main" id="{C32135A6-A1F5-4A63-BAAE-0DD645FD0375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5" name="pg1594">
                <a:extLst>
                  <a:ext uri="{FF2B5EF4-FFF2-40B4-BE49-F238E27FC236}">
                    <a16:creationId xmlns:a16="http://schemas.microsoft.com/office/drawing/2014/main" id="{E7482CA3-DF9A-4D61-0385-1CF7209AD9A8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6" name="pg1595">
                <a:extLst>
                  <a:ext uri="{FF2B5EF4-FFF2-40B4-BE49-F238E27FC236}">
                    <a16:creationId xmlns:a16="http://schemas.microsoft.com/office/drawing/2014/main" id="{94805B3B-43E3-D3F3-D89E-6E413B27A5D2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7" name="pg1596">
                <a:extLst>
                  <a:ext uri="{FF2B5EF4-FFF2-40B4-BE49-F238E27FC236}">
                    <a16:creationId xmlns:a16="http://schemas.microsoft.com/office/drawing/2014/main" id="{35650C7F-375C-B2E3-5D51-30421AFA1454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8" name="pg1597">
                <a:extLst>
                  <a:ext uri="{FF2B5EF4-FFF2-40B4-BE49-F238E27FC236}">
                    <a16:creationId xmlns:a16="http://schemas.microsoft.com/office/drawing/2014/main" id="{AA1DEEF6-7470-3F2C-CBA4-1F611487AE9D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9" name="pg1598">
                <a:extLst>
                  <a:ext uri="{FF2B5EF4-FFF2-40B4-BE49-F238E27FC236}">
                    <a16:creationId xmlns:a16="http://schemas.microsoft.com/office/drawing/2014/main" id="{2AA5F766-FE82-E411-E63C-D74B2E121B02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0" name="pg1599">
                <a:extLst>
                  <a:ext uri="{FF2B5EF4-FFF2-40B4-BE49-F238E27FC236}">
                    <a16:creationId xmlns:a16="http://schemas.microsoft.com/office/drawing/2014/main" id="{FD967719-9AAC-F825-E813-E04475CAC32D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1" name="pg1600">
                <a:extLst>
                  <a:ext uri="{FF2B5EF4-FFF2-40B4-BE49-F238E27FC236}">
                    <a16:creationId xmlns:a16="http://schemas.microsoft.com/office/drawing/2014/main" id="{CAE2ADF7-1ECF-857B-65E3-0CEE89193BBB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2" name="pg1601">
                <a:extLst>
                  <a:ext uri="{FF2B5EF4-FFF2-40B4-BE49-F238E27FC236}">
                    <a16:creationId xmlns:a16="http://schemas.microsoft.com/office/drawing/2014/main" id="{22644EB5-6693-A24D-EA05-57E411885EEB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3" name="pg1602">
                <a:extLst>
                  <a:ext uri="{FF2B5EF4-FFF2-40B4-BE49-F238E27FC236}">
                    <a16:creationId xmlns:a16="http://schemas.microsoft.com/office/drawing/2014/main" id="{A08E2109-59E3-4AF1-FD3B-F5E7113A099C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4" name="pg1603">
                <a:extLst>
                  <a:ext uri="{FF2B5EF4-FFF2-40B4-BE49-F238E27FC236}">
                    <a16:creationId xmlns:a16="http://schemas.microsoft.com/office/drawing/2014/main" id="{0DEB82A6-CF0B-C04C-FDC5-298A21146430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5" name="pg1604">
                <a:extLst>
                  <a:ext uri="{FF2B5EF4-FFF2-40B4-BE49-F238E27FC236}">
                    <a16:creationId xmlns:a16="http://schemas.microsoft.com/office/drawing/2014/main" id="{22ACC58E-4877-6F94-2AEA-B98828C02B91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6" name="pg1605">
                <a:extLst>
                  <a:ext uri="{FF2B5EF4-FFF2-40B4-BE49-F238E27FC236}">
                    <a16:creationId xmlns:a16="http://schemas.microsoft.com/office/drawing/2014/main" id="{A5CCEA14-5140-A5D5-E7B4-F887D4274F92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7" name="pg1606">
                <a:extLst>
                  <a:ext uri="{FF2B5EF4-FFF2-40B4-BE49-F238E27FC236}">
                    <a16:creationId xmlns:a16="http://schemas.microsoft.com/office/drawing/2014/main" id="{682A3D10-FE9D-BBF8-7C85-1BFD61F509D2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8" name="pg1607">
                <a:extLst>
                  <a:ext uri="{FF2B5EF4-FFF2-40B4-BE49-F238E27FC236}">
                    <a16:creationId xmlns:a16="http://schemas.microsoft.com/office/drawing/2014/main" id="{128BDD18-2E99-8746-927F-10E24290AEE9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9" name="pg1608">
                <a:extLst>
                  <a:ext uri="{FF2B5EF4-FFF2-40B4-BE49-F238E27FC236}">
                    <a16:creationId xmlns:a16="http://schemas.microsoft.com/office/drawing/2014/main" id="{24C5A0EA-5A05-AF38-FE61-B5BBF47BED4C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0" name="pg1609">
                <a:extLst>
                  <a:ext uri="{FF2B5EF4-FFF2-40B4-BE49-F238E27FC236}">
                    <a16:creationId xmlns:a16="http://schemas.microsoft.com/office/drawing/2014/main" id="{E7A03069-E2B4-BA3E-5EEC-CDE796DF1A1B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1" name="pg1610">
                <a:extLst>
                  <a:ext uri="{FF2B5EF4-FFF2-40B4-BE49-F238E27FC236}">
                    <a16:creationId xmlns:a16="http://schemas.microsoft.com/office/drawing/2014/main" id="{15CBB990-060E-E6BD-B0FB-42E838CAB9FA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2" name="pg1611">
                <a:extLst>
                  <a:ext uri="{FF2B5EF4-FFF2-40B4-BE49-F238E27FC236}">
                    <a16:creationId xmlns:a16="http://schemas.microsoft.com/office/drawing/2014/main" id="{38559F87-0BFC-BE1E-6679-4C7F5AE53B4E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3" name="pg1612">
                <a:extLst>
                  <a:ext uri="{FF2B5EF4-FFF2-40B4-BE49-F238E27FC236}">
                    <a16:creationId xmlns:a16="http://schemas.microsoft.com/office/drawing/2014/main" id="{2FC987BE-BD92-0F6F-524E-B08EE14FD3EE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4" name="pg1613">
                <a:extLst>
                  <a:ext uri="{FF2B5EF4-FFF2-40B4-BE49-F238E27FC236}">
                    <a16:creationId xmlns:a16="http://schemas.microsoft.com/office/drawing/2014/main" id="{DF4C14B0-C692-8A0F-C628-53FC4C6474D5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5" name="pg1614">
                <a:extLst>
                  <a:ext uri="{FF2B5EF4-FFF2-40B4-BE49-F238E27FC236}">
                    <a16:creationId xmlns:a16="http://schemas.microsoft.com/office/drawing/2014/main" id="{F39C66A6-AFD4-5218-BEA3-557CAD42288C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6" name="pg1615">
                <a:extLst>
                  <a:ext uri="{FF2B5EF4-FFF2-40B4-BE49-F238E27FC236}">
                    <a16:creationId xmlns:a16="http://schemas.microsoft.com/office/drawing/2014/main" id="{3A8A5ADB-0D22-AAF8-6ED9-CD022BF7A132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7" name="pg1616">
                <a:extLst>
                  <a:ext uri="{FF2B5EF4-FFF2-40B4-BE49-F238E27FC236}">
                    <a16:creationId xmlns:a16="http://schemas.microsoft.com/office/drawing/2014/main" id="{48CD794C-3774-D132-F99F-8B89C8C71581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8" name="pg1617">
                <a:extLst>
                  <a:ext uri="{FF2B5EF4-FFF2-40B4-BE49-F238E27FC236}">
                    <a16:creationId xmlns:a16="http://schemas.microsoft.com/office/drawing/2014/main" id="{BB453661-CCBA-B982-8945-DBB741CD480F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9" name="pg1618">
                <a:extLst>
                  <a:ext uri="{FF2B5EF4-FFF2-40B4-BE49-F238E27FC236}">
                    <a16:creationId xmlns:a16="http://schemas.microsoft.com/office/drawing/2014/main" id="{3D954826-286E-4179-1C79-C6F06161E357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0" name="pg1619">
                <a:extLst>
                  <a:ext uri="{FF2B5EF4-FFF2-40B4-BE49-F238E27FC236}">
                    <a16:creationId xmlns:a16="http://schemas.microsoft.com/office/drawing/2014/main" id="{AE8D804A-F312-5E59-72D0-66731603F296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1" name="pg1620">
                <a:extLst>
                  <a:ext uri="{FF2B5EF4-FFF2-40B4-BE49-F238E27FC236}">
                    <a16:creationId xmlns:a16="http://schemas.microsoft.com/office/drawing/2014/main" id="{2C152B7D-D7FE-7D1B-B9DB-13A4CD72F024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2" name="pg1621">
                <a:extLst>
                  <a:ext uri="{FF2B5EF4-FFF2-40B4-BE49-F238E27FC236}">
                    <a16:creationId xmlns:a16="http://schemas.microsoft.com/office/drawing/2014/main" id="{6F1F5930-1972-4624-A087-C6450E2F9E9B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3" name="pg1622">
                <a:extLst>
                  <a:ext uri="{FF2B5EF4-FFF2-40B4-BE49-F238E27FC236}">
                    <a16:creationId xmlns:a16="http://schemas.microsoft.com/office/drawing/2014/main" id="{F12907BD-CE4E-D03B-AFF1-83D40A8F552B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4" name="pg1623">
                <a:extLst>
                  <a:ext uri="{FF2B5EF4-FFF2-40B4-BE49-F238E27FC236}">
                    <a16:creationId xmlns:a16="http://schemas.microsoft.com/office/drawing/2014/main" id="{8B295816-AD1C-05C2-98AF-F581ACFA12C4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5" name="pg1624">
                <a:extLst>
                  <a:ext uri="{FF2B5EF4-FFF2-40B4-BE49-F238E27FC236}">
                    <a16:creationId xmlns:a16="http://schemas.microsoft.com/office/drawing/2014/main" id="{58D2564A-FA82-5F3E-2837-D955B959B6FE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6" name="pg1625">
                <a:extLst>
                  <a:ext uri="{FF2B5EF4-FFF2-40B4-BE49-F238E27FC236}">
                    <a16:creationId xmlns:a16="http://schemas.microsoft.com/office/drawing/2014/main" id="{089E705F-2369-8ECB-C882-CB599216AA01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7" name="pg1626">
                <a:extLst>
                  <a:ext uri="{FF2B5EF4-FFF2-40B4-BE49-F238E27FC236}">
                    <a16:creationId xmlns:a16="http://schemas.microsoft.com/office/drawing/2014/main" id="{83F2018A-F9C8-0B9A-E6D6-D16BCC368A3E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8" name="pg1627">
                <a:extLst>
                  <a:ext uri="{FF2B5EF4-FFF2-40B4-BE49-F238E27FC236}">
                    <a16:creationId xmlns:a16="http://schemas.microsoft.com/office/drawing/2014/main" id="{4E12D09A-B4FF-133E-4333-99A287829BBB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9" name="pg1628">
                <a:extLst>
                  <a:ext uri="{FF2B5EF4-FFF2-40B4-BE49-F238E27FC236}">
                    <a16:creationId xmlns:a16="http://schemas.microsoft.com/office/drawing/2014/main" id="{F399B439-AF02-D6B4-7538-225F885FCC77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0" name="pg1629">
                <a:extLst>
                  <a:ext uri="{FF2B5EF4-FFF2-40B4-BE49-F238E27FC236}">
                    <a16:creationId xmlns:a16="http://schemas.microsoft.com/office/drawing/2014/main" id="{643F3C38-1301-A8C5-4808-6C19F3DB85BF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1" name="pg1630">
                <a:extLst>
                  <a:ext uri="{FF2B5EF4-FFF2-40B4-BE49-F238E27FC236}">
                    <a16:creationId xmlns:a16="http://schemas.microsoft.com/office/drawing/2014/main" id="{717BAFDB-39F4-B189-2F40-C2A71C9A84F9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2" name="pg1631">
                <a:extLst>
                  <a:ext uri="{FF2B5EF4-FFF2-40B4-BE49-F238E27FC236}">
                    <a16:creationId xmlns:a16="http://schemas.microsoft.com/office/drawing/2014/main" id="{7FFF935A-80DF-FC0E-DD5C-3AAE9383CEB2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3" name="pg1632">
                <a:extLst>
                  <a:ext uri="{FF2B5EF4-FFF2-40B4-BE49-F238E27FC236}">
                    <a16:creationId xmlns:a16="http://schemas.microsoft.com/office/drawing/2014/main" id="{67BFECDD-3858-0CC0-AC6B-8628C6AABAD3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4" name="pg1633">
                <a:extLst>
                  <a:ext uri="{FF2B5EF4-FFF2-40B4-BE49-F238E27FC236}">
                    <a16:creationId xmlns:a16="http://schemas.microsoft.com/office/drawing/2014/main" id="{758580B9-6D73-6F98-7470-55B49AD1AA6E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5" name="pg1634">
                <a:extLst>
                  <a:ext uri="{FF2B5EF4-FFF2-40B4-BE49-F238E27FC236}">
                    <a16:creationId xmlns:a16="http://schemas.microsoft.com/office/drawing/2014/main" id="{56030278-42C7-CF2B-684E-94C38187B9BB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6" name="pg1635">
                <a:extLst>
                  <a:ext uri="{FF2B5EF4-FFF2-40B4-BE49-F238E27FC236}">
                    <a16:creationId xmlns:a16="http://schemas.microsoft.com/office/drawing/2014/main" id="{C400D4AC-3038-17C6-FAF4-2C8C3C20654C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7" name="pg1636">
                <a:extLst>
                  <a:ext uri="{FF2B5EF4-FFF2-40B4-BE49-F238E27FC236}">
                    <a16:creationId xmlns:a16="http://schemas.microsoft.com/office/drawing/2014/main" id="{FE3AA515-DED7-661D-879D-5E651D754776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8" name="pg1637">
                <a:extLst>
                  <a:ext uri="{FF2B5EF4-FFF2-40B4-BE49-F238E27FC236}">
                    <a16:creationId xmlns:a16="http://schemas.microsoft.com/office/drawing/2014/main" id="{C82E3562-68CC-ABFE-3FD0-AFFC5C93168F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9" name="pg1638">
                <a:extLst>
                  <a:ext uri="{FF2B5EF4-FFF2-40B4-BE49-F238E27FC236}">
                    <a16:creationId xmlns:a16="http://schemas.microsoft.com/office/drawing/2014/main" id="{9D907A74-8BE8-B7AC-EEE0-E5215957AC29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0" name="pg1639">
                <a:extLst>
                  <a:ext uri="{FF2B5EF4-FFF2-40B4-BE49-F238E27FC236}">
                    <a16:creationId xmlns:a16="http://schemas.microsoft.com/office/drawing/2014/main" id="{258F8F36-505D-6AF6-2C55-AB4E78FDD5A8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1" name="pg1640">
                <a:extLst>
                  <a:ext uri="{FF2B5EF4-FFF2-40B4-BE49-F238E27FC236}">
                    <a16:creationId xmlns:a16="http://schemas.microsoft.com/office/drawing/2014/main" id="{C4188CFC-A78A-0CA0-E99B-C345CCDAE4BE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2" name="pg1641">
                <a:extLst>
                  <a:ext uri="{FF2B5EF4-FFF2-40B4-BE49-F238E27FC236}">
                    <a16:creationId xmlns:a16="http://schemas.microsoft.com/office/drawing/2014/main" id="{3948D2E8-6498-7538-58D7-F77AD797F1A9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3" name="pg1642">
                <a:extLst>
                  <a:ext uri="{FF2B5EF4-FFF2-40B4-BE49-F238E27FC236}">
                    <a16:creationId xmlns:a16="http://schemas.microsoft.com/office/drawing/2014/main" id="{C6B58E32-7839-6F79-4E75-F6FF656F54C0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4" name="pg1643">
                <a:extLst>
                  <a:ext uri="{FF2B5EF4-FFF2-40B4-BE49-F238E27FC236}">
                    <a16:creationId xmlns:a16="http://schemas.microsoft.com/office/drawing/2014/main" id="{B87533A9-A59C-3AF4-8FF8-073EA514DAC8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5" name="pg1644">
                <a:extLst>
                  <a:ext uri="{FF2B5EF4-FFF2-40B4-BE49-F238E27FC236}">
                    <a16:creationId xmlns:a16="http://schemas.microsoft.com/office/drawing/2014/main" id="{4FFD2E9F-DB99-3BBB-D108-08AE5E968C83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6" name="pg1645">
                <a:extLst>
                  <a:ext uri="{FF2B5EF4-FFF2-40B4-BE49-F238E27FC236}">
                    <a16:creationId xmlns:a16="http://schemas.microsoft.com/office/drawing/2014/main" id="{9E5BE48F-3495-87B7-931A-6BDDE776305B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7" name="pg1646">
                <a:extLst>
                  <a:ext uri="{FF2B5EF4-FFF2-40B4-BE49-F238E27FC236}">
                    <a16:creationId xmlns:a16="http://schemas.microsoft.com/office/drawing/2014/main" id="{C0D23C26-9457-C201-3DB1-C5CA522757BE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8" name="pg1647">
                <a:extLst>
                  <a:ext uri="{FF2B5EF4-FFF2-40B4-BE49-F238E27FC236}">
                    <a16:creationId xmlns:a16="http://schemas.microsoft.com/office/drawing/2014/main" id="{153FD9E7-C168-29CE-008A-0C7BE8701A38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9" name="pg1648">
                <a:extLst>
                  <a:ext uri="{FF2B5EF4-FFF2-40B4-BE49-F238E27FC236}">
                    <a16:creationId xmlns:a16="http://schemas.microsoft.com/office/drawing/2014/main" id="{93C38DAD-BB93-54DE-B78C-7531B5CABBB8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0" name="pg1649">
                <a:extLst>
                  <a:ext uri="{FF2B5EF4-FFF2-40B4-BE49-F238E27FC236}">
                    <a16:creationId xmlns:a16="http://schemas.microsoft.com/office/drawing/2014/main" id="{AC0E7BD2-B2A9-B511-66A7-1D05EAFE78B4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1" name="pg1650">
                <a:extLst>
                  <a:ext uri="{FF2B5EF4-FFF2-40B4-BE49-F238E27FC236}">
                    <a16:creationId xmlns:a16="http://schemas.microsoft.com/office/drawing/2014/main" id="{DDEA8210-3AC7-402E-307C-3F107C820C25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2" name="pg1651">
                <a:extLst>
                  <a:ext uri="{FF2B5EF4-FFF2-40B4-BE49-F238E27FC236}">
                    <a16:creationId xmlns:a16="http://schemas.microsoft.com/office/drawing/2014/main" id="{69196AC6-4CD9-362E-349E-1B91F5A93854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3" name="pg1652">
                <a:extLst>
                  <a:ext uri="{FF2B5EF4-FFF2-40B4-BE49-F238E27FC236}">
                    <a16:creationId xmlns:a16="http://schemas.microsoft.com/office/drawing/2014/main" id="{E31AC4DA-E2E0-B5A3-BB60-2F664226C128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4" name="pg1653">
                <a:extLst>
                  <a:ext uri="{FF2B5EF4-FFF2-40B4-BE49-F238E27FC236}">
                    <a16:creationId xmlns:a16="http://schemas.microsoft.com/office/drawing/2014/main" id="{9FD7A3C4-63D6-DBCC-2A70-AC9A70D89549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5" name="pg1654">
                <a:extLst>
                  <a:ext uri="{FF2B5EF4-FFF2-40B4-BE49-F238E27FC236}">
                    <a16:creationId xmlns:a16="http://schemas.microsoft.com/office/drawing/2014/main" id="{555D8066-D883-C339-CA9E-07DD66A6D56C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6" name="pg1655">
                <a:extLst>
                  <a:ext uri="{FF2B5EF4-FFF2-40B4-BE49-F238E27FC236}">
                    <a16:creationId xmlns:a16="http://schemas.microsoft.com/office/drawing/2014/main" id="{6C1F94F7-5A57-61C2-1346-AA9B21EB3188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7" name="pg1656">
                <a:extLst>
                  <a:ext uri="{FF2B5EF4-FFF2-40B4-BE49-F238E27FC236}">
                    <a16:creationId xmlns:a16="http://schemas.microsoft.com/office/drawing/2014/main" id="{31E7595D-3F5E-1BAC-5F25-DFE4C78EAB8D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8" name="pg1657">
                <a:extLst>
                  <a:ext uri="{FF2B5EF4-FFF2-40B4-BE49-F238E27FC236}">
                    <a16:creationId xmlns:a16="http://schemas.microsoft.com/office/drawing/2014/main" id="{B4228A0C-AFB1-C66A-E124-3295CFFC3472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9" name="pg1658">
                <a:extLst>
                  <a:ext uri="{FF2B5EF4-FFF2-40B4-BE49-F238E27FC236}">
                    <a16:creationId xmlns:a16="http://schemas.microsoft.com/office/drawing/2014/main" id="{B0A128EE-60D9-AFBC-CFA4-4A540A264645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0" name="pg1659">
                <a:extLst>
                  <a:ext uri="{FF2B5EF4-FFF2-40B4-BE49-F238E27FC236}">
                    <a16:creationId xmlns:a16="http://schemas.microsoft.com/office/drawing/2014/main" id="{2D0D5C61-7D16-EB18-47AB-F6CE8FE9F6CA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1" name="pg1660">
                <a:extLst>
                  <a:ext uri="{FF2B5EF4-FFF2-40B4-BE49-F238E27FC236}">
                    <a16:creationId xmlns:a16="http://schemas.microsoft.com/office/drawing/2014/main" id="{F9B92632-E538-9CB3-D01B-2A0314E83676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2" name="pg1661">
                <a:extLst>
                  <a:ext uri="{FF2B5EF4-FFF2-40B4-BE49-F238E27FC236}">
                    <a16:creationId xmlns:a16="http://schemas.microsoft.com/office/drawing/2014/main" id="{06D57A9A-7A33-96D0-9B59-B37BA2B3D46F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3" name="pg1662">
                <a:extLst>
                  <a:ext uri="{FF2B5EF4-FFF2-40B4-BE49-F238E27FC236}">
                    <a16:creationId xmlns:a16="http://schemas.microsoft.com/office/drawing/2014/main" id="{037554E8-868F-FC28-A231-215D4D132AC7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4" name="pg1663">
                <a:extLst>
                  <a:ext uri="{FF2B5EF4-FFF2-40B4-BE49-F238E27FC236}">
                    <a16:creationId xmlns:a16="http://schemas.microsoft.com/office/drawing/2014/main" id="{5E48ED16-EA9E-CBF1-A512-818E2B23B2A3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5" name="pg1664">
                <a:extLst>
                  <a:ext uri="{FF2B5EF4-FFF2-40B4-BE49-F238E27FC236}">
                    <a16:creationId xmlns:a16="http://schemas.microsoft.com/office/drawing/2014/main" id="{AC435DCF-2D0A-C31C-084A-DA005FDB33B0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6" name="pg1665">
                <a:extLst>
                  <a:ext uri="{FF2B5EF4-FFF2-40B4-BE49-F238E27FC236}">
                    <a16:creationId xmlns:a16="http://schemas.microsoft.com/office/drawing/2014/main" id="{197E700E-6EA9-C005-7AF7-68801F226F01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7" name="pg1666">
                <a:extLst>
                  <a:ext uri="{FF2B5EF4-FFF2-40B4-BE49-F238E27FC236}">
                    <a16:creationId xmlns:a16="http://schemas.microsoft.com/office/drawing/2014/main" id="{6449233B-B418-6C8C-5D01-804CEC6252D3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8" name="pg1667">
                <a:extLst>
                  <a:ext uri="{FF2B5EF4-FFF2-40B4-BE49-F238E27FC236}">
                    <a16:creationId xmlns:a16="http://schemas.microsoft.com/office/drawing/2014/main" id="{6DCE9FBF-AA0D-8B31-E388-8C22EAD3CE0B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9" name="pg1668">
                <a:extLst>
                  <a:ext uri="{FF2B5EF4-FFF2-40B4-BE49-F238E27FC236}">
                    <a16:creationId xmlns:a16="http://schemas.microsoft.com/office/drawing/2014/main" id="{66116EB6-A7CF-1EC7-794C-1F55124C8F68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0" name="pg1669">
                <a:extLst>
                  <a:ext uri="{FF2B5EF4-FFF2-40B4-BE49-F238E27FC236}">
                    <a16:creationId xmlns:a16="http://schemas.microsoft.com/office/drawing/2014/main" id="{3F8C9303-0C2F-5926-F94E-E93F847227BF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1" name="pg1670">
                <a:extLst>
                  <a:ext uri="{FF2B5EF4-FFF2-40B4-BE49-F238E27FC236}">
                    <a16:creationId xmlns:a16="http://schemas.microsoft.com/office/drawing/2014/main" id="{C8862107-6A86-2EF5-BF89-C98C2661961A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2" name="pg1671">
                <a:extLst>
                  <a:ext uri="{FF2B5EF4-FFF2-40B4-BE49-F238E27FC236}">
                    <a16:creationId xmlns:a16="http://schemas.microsoft.com/office/drawing/2014/main" id="{93F0AEC1-F5DE-4BA7-6C20-B1FD61F173F0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3" name="pg1672">
                <a:extLst>
                  <a:ext uri="{FF2B5EF4-FFF2-40B4-BE49-F238E27FC236}">
                    <a16:creationId xmlns:a16="http://schemas.microsoft.com/office/drawing/2014/main" id="{9F2E3CAB-04CE-54AE-1343-ADB3EBDAFABE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4" name="pg1673">
                <a:extLst>
                  <a:ext uri="{FF2B5EF4-FFF2-40B4-BE49-F238E27FC236}">
                    <a16:creationId xmlns:a16="http://schemas.microsoft.com/office/drawing/2014/main" id="{743BC658-B470-87A4-732D-E18EEFB5D0BB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5" name="pg1674">
                <a:extLst>
                  <a:ext uri="{FF2B5EF4-FFF2-40B4-BE49-F238E27FC236}">
                    <a16:creationId xmlns:a16="http://schemas.microsoft.com/office/drawing/2014/main" id="{BD47F732-E5B8-9FF6-766F-8674ABE70FFE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6" name="pg1675">
                <a:extLst>
                  <a:ext uri="{FF2B5EF4-FFF2-40B4-BE49-F238E27FC236}">
                    <a16:creationId xmlns:a16="http://schemas.microsoft.com/office/drawing/2014/main" id="{470F059D-73D2-7370-EB9F-0E95D0FA615A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7" name="pg1676">
                <a:extLst>
                  <a:ext uri="{FF2B5EF4-FFF2-40B4-BE49-F238E27FC236}">
                    <a16:creationId xmlns:a16="http://schemas.microsoft.com/office/drawing/2014/main" id="{E5762BCD-7229-D615-1565-3F0D6A02F1AA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8" name="pg1677">
                <a:extLst>
                  <a:ext uri="{FF2B5EF4-FFF2-40B4-BE49-F238E27FC236}">
                    <a16:creationId xmlns:a16="http://schemas.microsoft.com/office/drawing/2014/main" id="{E8D58010-7B2E-7B0A-3621-DAFE33807896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9" name="pg1678">
                <a:extLst>
                  <a:ext uri="{FF2B5EF4-FFF2-40B4-BE49-F238E27FC236}">
                    <a16:creationId xmlns:a16="http://schemas.microsoft.com/office/drawing/2014/main" id="{6F94F27E-0843-FFFA-1490-87CEA199B6CE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0" name="pg1679">
                <a:extLst>
                  <a:ext uri="{FF2B5EF4-FFF2-40B4-BE49-F238E27FC236}">
                    <a16:creationId xmlns:a16="http://schemas.microsoft.com/office/drawing/2014/main" id="{C4058C7D-71C2-3EAD-681C-9683B6EFE6B9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1" name="pg1680">
                <a:extLst>
                  <a:ext uri="{FF2B5EF4-FFF2-40B4-BE49-F238E27FC236}">
                    <a16:creationId xmlns:a16="http://schemas.microsoft.com/office/drawing/2014/main" id="{E13B70F9-B686-7B85-8D84-7519ED8C07F7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2" name="pg1681">
                <a:extLst>
                  <a:ext uri="{FF2B5EF4-FFF2-40B4-BE49-F238E27FC236}">
                    <a16:creationId xmlns:a16="http://schemas.microsoft.com/office/drawing/2014/main" id="{289A0291-C970-D5A6-076A-5A185B0ED53F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3" name="pg1682">
                <a:extLst>
                  <a:ext uri="{FF2B5EF4-FFF2-40B4-BE49-F238E27FC236}">
                    <a16:creationId xmlns:a16="http://schemas.microsoft.com/office/drawing/2014/main" id="{90EE3939-F010-2734-AA19-2975C10BF977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4" name="pg1683">
                <a:extLst>
                  <a:ext uri="{FF2B5EF4-FFF2-40B4-BE49-F238E27FC236}">
                    <a16:creationId xmlns:a16="http://schemas.microsoft.com/office/drawing/2014/main" id="{4A22B538-2476-F2BF-588E-883428E24A5F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5" name="pg1684">
                <a:extLst>
                  <a:ext uri="{FF2B5EF4-FFF2-40B4-BE49-F238E27FC236}">
                    <a16:creationId xmlns:a16="http://schemas.microsoft.com/office/drawing/2014/main" id="{3DF5F0C7-D648-542F-BA4A-93CAA1952D60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6" name="pg1685">
                <a:extLst>
                  <a:ext uri="{FF2B5EF4-FFF2-40B4-BE49-F238E27FC236}">
                    <a16:creationId xmlns:a16="http://schemas.microsoft.com/office/drawing/2014/main" id="{257C6027-8F0F-6A02-A6CD-68073B71EB0A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7" name="pg1686">
                <a:extLst>
                  <a:ext uri="{FF2B5EF4-FFF2-40B4-BE49-F238E27FC236}">
                    <a16:creationId xmlns:a16="http://schemas.microsoft.com/office/drawing/2014/main" id="{08A8E225-69A1-575C-FABC-CC20C5F15CC1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8" name="pg1687">
                <a:extLst>
                  <a:ext uri="{FF2B5EF4-FFF2-40B4-BE49-F238E27FC236}">
                    <a16:creationId xmlns:a16="http://schemas.microsoft.com/office/drawing/2014/main" id="{127A8448-BB10-3016-D8D9-7CC96F4BDE09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9" name="pg1688">
                <a:extLst>
                  <a:ext uri="{FF2B5EF4-FFF2-40B4-BE49-F238E27FC236}">
                    <a16:creationId xmlns:a16="http://schemas.microsoft.com/office/drawing/2014/main" id="{46DA31D5-ED0E-1A1B-CE04-3D107308A5DB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0" name="pg1689">
                <a:extLst>
                  <a:ext uri="{FF2B5EF4-FFF2-40B4-BE49-F238E27FC236}">
                    <a16:creationId xmlns:a16="http://schemas.microsoft.com/office/drawing/2014/main" id="{37FF9F34-6025-2639-8D41-81D6CE39F4F2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1" name="pg1690">
                <a:extLst>
                  <a:ext uri="{FF2B5EF4-FFF2-40B4-BE49-F238E27FC236}">
                    <a16:creationId xmlns:a16="http://schemas.microsoft.com/office/drawing/2014/main" id="{E7D7A136-C4CB-8041-FDFE-AEB4091599AF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2" name="pg1691">
                <a:extLst>
                  <a:ext uri="{FF2B5EF4-FFF2-40B4-BE49-F238E27FC236}">
                    <a16:creationId xmlns:a16="http://schemas.microsoft.com/office/drawing/2014/main" id="{13C3AEEF-AF34-D8D1-C3F1-DE032EBC9847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3" name="pg1692">
                <a:extLst>
                  <a:ext uri="{FF2B5EF4-FFF2-40B4-BE49-F238E27FC236}">
                    <a16:creationId xmlns:a16="http://schemas.microsoft.com/office/drawing/2014/main" id="{8A53C0AA-C612-60F4-EB48-B89DF081EB88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4" name="pg1693">
                <a:extLst>
                  <a:ext uri="{FF2B5EF4-FFF2-40B4-BE49-F238E27FC236}">
                    <a16:creationId xmlns:a16="http://schemas.microsoft.com/office/drawing/2014/main" id="{3BACE252-4794-BDCF-365D-F8EF7CE08CB6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5" name="pg1694">
                <a:extLst>
                  <a:ext uri="{FF2B5EF4-FFF2-40B4-BE49-F238E27FC236}">
                    <a16:creationId xmlns:a16="http://schemas.microsoft.com/office/drawing/2014/main" id="{48A3E057-55F8-FB60-3E04-31FBF3D56B33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6" name="pg1695">
                <a:extLst>
                  <a:ext uri="{FF2B5EF4-FFF2-40B4-BE49-F238E27FC236}">
                    <a16:creationId xmlns:a16="http://schemas.microsoft.com/office/drawing/2014/main" id="{25D4D2AA-6005-7025-3BE0-75D9A7947E5E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7" name="pg1696">
                <a:extLst>
                  <a:ext uri="{FF2B5EF4-FFF2-40B4-BE49-F238E27FC236}">
                    <a16:creationId xmlns:a16="http://schemas.microsoft.com/office/drawing/2014/main" id="{2477CBAA-BB05-D219-EA55-556423615122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8" name="pg1697">
                <a:extLst>
                  <a:ext uri="{FF2B5EF4-FFF2-40B4-BE49-F238E27FC236}">
                    <a16:creationId xmlns:a16="http://schemas.microsoft.com/office/drawing/2014/main" id="{4702943C-4405-498A-1DE7-F58B110E608E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9" name="pg1698">
                <a:extLst>
                  <a:ext uri="{FF2B5EF4-FFF2-40B4-BE49-F238E27FC236}">
                    <a16:creationId xmlns:a16="http://schemas.microsoft.com/office/drawing/2014/main" id="{9811C0C7-A47F-2907-3325-55EDE829292C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0" name="pg1699">
                <a:extLst>
                  <a:ext uri="{FF2B5EF4-FFF2-40B4-BE49-F238E27FC236}">
                    <a16:creationId xmlns:a16="http://schemas.microsoft.com/office/drawing/2014/main" id="{A4A048FF-5D95-9F42-EA9E-B928A7253145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1" name="pg1700">
                <a:extLst>
                  <a:ext uri="{FF2B5EF4-FFF2-40B4-BE49-F238E27FC236}">
                    <a16:creationId xmlns:a16="http://schemas.microsoft.com/office/drawing/2014/main" id="{2EE45793-1EF3-55A8-1C78-382C30AB1926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2" name="pg1701">
                <a:extLst>
                  <a:ext uri="{FF2B5EF4-FFF2-40B4-BE49-F238E27FC236}">
                    <a16:creationId xmlns:a16="http://schemas.microsoft.com/office/drawing/2014/main" id="{57E7C961-D399-168C-D27A-13319194AF12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3" name="pg1702">
                <a:extLst>
                  <a:ext uri="{FF2B5EF4-FFF2-40B4-BE49-F238E27FC236}">
                    <a16:creationId xmlns:a16="http://schemas.microsoft.com/office/drawing/2014/main" id="{9775BD97-8A10-B13E-FAE5-8281B37DF53A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4" name="pg1703">
                <a:extLst>
                  <a:ext uri="{FF2B5EF4-FFF2-40B4-BE49-F238E27FC236}">
                    <a16:creationId xmlns:a16="http://schemas.microsoft.com/office/drawing/2014/main" id="{43AF9490-BEA4-1F0F-E66E-1E2AB0BA1135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5" name="pg1704">
                <a:extLst>
                  <a:ext uri="{FF2B5EF4-FFF2-40B4-BE49-F238E27FC236}">
                    <a16:creationId xmlns:a16="http://schemas.microsoft.com/office/drawing/2014/main" id="{FFBBF9E2-B6A9-B90E-8E67-935D5B260B75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6" name="pg1705">
                <a:extLst>
                  <a:ext uri="{FF2B5EF4-FFF2-40B4-BE49-F238E27FC236}">
                    <a16:creationId xmlns:a16="http://schemas.microsoft.com/office/drawing/2014/main" id="{F7FE3B12-114F-34F2-6B76-EB01AA46AC78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7" name="pg1706">
                <a:extLst>
                  <a:ext uri="{FF2B5EF4-FFF2-40B4-BE49-F238E27FC236}">
                    <a16:creationId xmlns:a16="http://schemas.microsoft.com/office/drawing/2014/main" id="{97A2A2BF-7C72-0000-5846-87EBA0B95AC9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8" name="pg1707">
                <a:extLst>
                  <a:ext uri="{FF2B5EF4-FFF2-40B4-BE49-F238E27FC236}">
                    <a16:creationId xmlns:a16="http://schemas.microsoft.com/office/drawing/2014/main" id="{60F1F281-3BE8-1E30-73E9-AE4389CCFA31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9" name="pg1708">
                <a:extLst>
                  <a:ext uri="{FF2B5EF4-FFF2-40B4-BE49-F238E27FC236}">
                    <a16:creationId xmlns:a16="http://schemas.microsoft.com/office/drawing/2014/main" id="{051D3948-32FB-1C6A-D16D-2874270FEA3E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0" name="pg1709">
                <a:extLst>
                  <a:ext uri="{FF2B5EF4-FFF2-40B4-BE49-F238E27FC236}">
                    <a16:creationId xmlns:a16="http://schemas.microsoft.com/office/drawing/2014/main" id="{44EB5642-0E77-F48F-0D40-06EFD91B74D1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1" name="pg1710">
                <a:extLst>
                  <a:ext uri="{FF2B5EF4-FFF2-40B4-BE49-F238E27FC236}">
                    <a16:creationId xmlns:a16="http://schemas.microsoft.com/office/drawing/2014/main" id="{2A8CFDD7-BD46-6850-0FBB-2AEA4CD1F4E4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2" name="pg1711">
                <a:extLst>
                  <a:ext uri="{FF2B5EF4-FFF2-40B4-BE49-F238E27FC236}">
                    <a16:creationId xmlns:a16="http://schemas.microsoft.com/office/drawing/2014/main" id="{473D245C-8226-A51E-A375-37347A2DC952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3" name="pg1712">
                <a:extLst>
                  <a:ext uri="{FF2B5EF4-FFF2-40B4-BE49-F238E27FC236}">
                    <a16:creationId xmlns:a16="http://schemas.microsoft.com/office/drawing/2014/main" id="{B072F10F-0AB8-74C9-65F7-2F55CC85EA92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4" name="pg1713">
                <a:extLst>
                  <a:ext uri="{FF2B5EF4-FFF2-40B4-BE49-F238E27FC236}">
                    <a16:creationId xmlns:a16="http://schemas.microsoft.com/office/drawing/2014/main" id="{2E41B7BD-3DB8-7B5E-E82F-7D952BE71D1F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5" name="pg1714">
                <a:extLst>
                  <a:ext uri="{FF2B5EF4-FFF2-40B4-BE49-F238E27FC236}">
                    <a16:creationId xmlns:a16="http://schemas.microsoft.com/office/drawing/2014/main" id="{7EF859D0-D108-0FF7-C9B7-1138323F3ED0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6" name="pg1715">
                <a:extLst>
                  <a:ext uri="{FF2B5EF4-FFF2-40B4-BE49-F238E27FC236}">
                    <a16:creationId xmlns:a16="http://schemas.microsoft.com/office/drawing/2014/main" id="{F5699B76-D8B7-5381-7387-5E970045EBF6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7" name="pg1716">
                <a:extLst>
                  <a:ext uri="{FF2B5EF4-FFF2-40B4-BE49-F238E27FC236}">
                    <a16:creationId xmlns:a16="http://schemas.microsoft.com/office/drawing/2014/main" id="{80BAA73B-36DC-FF2E-BD55-9CF355C83B0D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8" name="pg1717">
                <a:extLst>
                  <a:ext uri="{FF2B5EF4-FFF2-40B4-BE49-F238E27FC236}">
                    <a16:creationId xmlns:a16="http://schemas.microsoft.com/office/drawing/2014/main" id="{CD9369B9-D333-6E7A-FD6E-73E01DE499C2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9" name="pg1718">
                <a:extLst>
                  <a:ext uri="{FF2B5EF4-FFF2-40B4-BE49-F238E27FC236}">
                    <a16:creationId xmlns:a16="http://schemas.microsoft.com/office/drawing/2014/main" id="{8E6414E1-6B21-5244-BF68-4811EA9227AD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0" name="pg1719">
                <a:extLst>
                  <a:ext uri="{FF2B5EF4-FFF2-40B4-BE49-F238E27FC236}">
                    <a16:creationId xmlns:a16="http://schemas.microsoft.com/office/drawing/2014/main" id="{CD7399DD-2E28-64A5-5BF1-3F20AB5CCD14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1" name="pg1720">
                <a:extLst>
                  <a:ext uri="{FF2B5EF4-FFF2-40B4-BE49-F238E27FC236}">
                    <a16:creationId xmlns:a16="http://schemas.microsoft.com/office/drawing/2014/main" id="{0B691471-40DF-D29B-8400-A7420BAA3BD8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2" name="pg1721">
                <a:extLst>
                  <a:ext uri="{FF2B5EF4-FFF2-40B4-BE49-F238E27FC236}">
                    <a16:creationId xmlns:a16="http://schemas.microsoft.com/office/drawing/2014/main" id="{79C08B5A-2338-9EDB-22C6-C39A60E7588B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3" name="pg1722">
                <a:extLst>
                  <a:ext uri="{FF2B5EF4-FFF2-40B4-BE49-F238E27FC236}">
                    <a16:creationId xmlns:a16="http://schemas.microsoft.com/office/drawing/2014/main" id="{EA2BBC7D-2F66-9008-167E-372D69D678CD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4" name="pg1723">
                <a:extLst>
                  <a:ext uri="{FF2B5EF4-FFF2-40B4-BE49-F238E27FC236}">
                    <a16:creationId xmlns:a16="http://schemas.microsoft.com/office/drawing/2014/main" id="{D41E80E6-D042-A344-8F28-4EB3DB4E3535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5" name="pg1724">
                <a:extLst>
                  <a:ext uri="{FF2B5EF4-FFF2-40B4-BE49-F238E27FC236}">
                    <a16:creationId xmlns:a16="http://schemas.microsoft.com/office/drawing/2014/main" id="{0994C14B-8F70-4E67-A9F0-E03899583A95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6" name="pg1725">
                <a:extLst>
                  <a:ext uri="{FF2B5EF4-FFF2-40B4-BE49-F238E27FC236}">
                    <a16:creationId xmlns:a16="http://schemas.microsoft.com/office/drawing/2014/main" id="{586C2516-DB3C-745C-821F-2532C976528E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7" name="pg1726">
                <a:extLst>
                  <a:ext uri="{FF2B5EF4-FFF2-40B4-BE49-F238E27FC236}">
                    <a16:creationId xmlns:a16="http://schemas.microsoft.com/office/drawing/2014/main" id="{D470B7E7-095F-9E59-6BB4-DF706AEA5922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8" name="pg1727">
                <a:extLst>
                  <a:ext uri="{FF2B5EF4-FFF2-40B4-BE49-F238E27FC236}">
                    <a16:creationId xmlns:a16="http://schemas.microsoft.com/office/drawing/2014/main" id="{BC4B97B9-50CA-336D-8B26-5228F693EABD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9" name="pg1728">
                <a:extLst>
                  <a:ext uri="{FF2B5EF4-FFF2-40B4-BE49-F238E27FC236}">
                    <a16:creationId xmlns:a16="http://schemas.microsoft.com/office/drawing/2014/main" id="{24CFB4CB-AABF-2AA4-2B02-362BF0034BDD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0" name="pg1729">
                <a:extLst>
                  <a:ext uri="{FF2B5EF4-FFF2-40B4-BE49-F238E27FC236}">
                    <a16:creationId xmlns:a16="http://schemas.microsoft.com/office/drawing/2014/main" id="{B150A0D9-2BD1-AEED-CEB0-8D338357D81F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1" name="pg1730">
                <a:extLst>
                  <a:ext uri="{FF2B5EF4-FFF2-40B4-BE49-F238E27FC236}">
                    <a16:creationId xmlns:a16="http://schemas.microsoft.com/office/drawing/2014/main" id="{6573BA24-7769-AC40-1606-A20B1EC94639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2" name="pg1731">
                <a:extLst>
                  <a:ext uri="{FF2B5EF4-FFF2-40B4-BE49-F238E27FC236}">
                    <a16:creationId xmlns:a16="http://schemas.microsoft.com/office/drawing/2014/main" id="{5B5AE546-171B-15B7-7B8A-DB54C7E30A85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3" name="pg1732">
                <a:extLst>
                  <a:ext uri="{FF2B5EF4-FFF2-40B4-BE49-F238E27FC236}">
                    <a16:creationId xmlns:a16="http://schemas.microsoft.com/office/drawing/2014/main" id="{8931C2A7-6A95-EB6C-D834-C4E888F0E62D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4" name="pg1733">
                <a:extLst>
                  <a:ext uri="{FF2B5EF4-FFF2-40B4-BE49-F238E27FC236}">
                    <a16:creationId xmlns:a16="http://schemas.microsoft.com/office/drawing/2014/main" id="{E9142764-13F3-59E0-A111-DD575B951B73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5" name="pg1734">
                <a:extLst>
                  <a:ext uri="{FF2B5EF4-FFF2-40B4-BE49-F238E27FC236}">
                    <a16:creationId xmlns:a16="http://schemas.microsoft.com/office/drawing/2014/main" id="{A56EB2E2-89F7-0FB7-1B52-096544DCDD0A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6" name="pg1735">
                <a:extLst>
                  <a:ext uri="{FF2B5EF4-FFF2-40B4-BE49-F238E27FC236}">
                    <a16:creationId xmlns:a16="http://schemas.microsoft.com/office/drawing/2014/main" id="{B8B2F267-B4E1-FF1B-D9DC-FB6AFDD4C04B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7" name="pg1736">
                <a:extLst>
                  <a:ext uri="{FF2B5EF4-FFF2-40B4-BE49-F238E27FC236}">
                    <a16:creationId xmlns:a16="http://schemas.microsoft.com/office/drawing/2014/main" id="{3D3687AF-D120-D265-3ED0-C208D7CD83AE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8" name="pg1737">
                <a:extLst>
                  <a:ext uri="{FF2B5EF4-FFF2-40B4-BE49-F238E27FC236}">
                    <a16:creationId xmlns:a16="http://schemas.microsoft.com/office/drawing/2014/main" id="{6D07EB38-91FA-7B66-A2D5-1AA808AD5582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9" name="pg1738">
                <a:extLst>
                  <a:ext uri="{FF2B5EF4-FFF2-40B4-BE49-F238E27FC236}">
                    <a16:creationId xmlns:a16="http://schemas.microsoft.com/office/drawing/2014/main" id="{C0B9327A-79DA-A2A9-66F9-6B0710DD090F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0" name="pg1739">
                <a:extLst>
                  <a:ext uri="{FF2B5EF4-FFF2-40B4-BE49-F238E27FC236}">
                    <a16:creationId xmlns:a16="http://schemas.microsoft.com/office/drawing/2014/main" id="{BE4E950C-335B-B85A-4D93-DB599DB0A963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1" name="pg1740">
                <a:extLst>
                  <a:ext uri="{FF2B5EF4-FFF2-40B4-BE49-F238E27FC236}">
                    <a16:creationId xmlns:a16="http://schemas.microsoft.com/office/drawing/2014/main" id="{3B6FE61A-B0C1-ED8E-C972-6CAD4B1FBA73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2" name="pg1741">
                <a:extLst>
                  <a:ext uri="{FF2B5EF4-FFF2-40B4-BE49-F238E27FC236}">
                    <a16:creationId xmlns:a16="http://schemas.microsoft.com/office/drawing/2014/main" id="{AA110AF0-8330-2A06-08DD-15B4028208E1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3" name="pg1742">
                <a:extLst>
                  <a:ext uri="{FF2B5EF4-FFF2-40B4-BE49-F238E27FC236}">
                    <a16:creationId xmlns:a16="http://schemas.microsoft.com/office/drawing/2014/main" id="{9B99C9E6-A8F3-202F-1F6B-E0024242FD3C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4" name="pg1743">
                <a:extLst>
                  <a:ext uri="{FF2B5EF4-FFF2-40B4-BE49-F238E27FC236}">
                    <a16:creationId xmlns:a16="http://schemas.microsoft.com/office/drawing/2014/main" id="{1D0A5526-6189-C01A-F860-B48082FBF5E4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5" name="pg1744">
                <a:extLst>
                  <a:ext uri="{FF2B5EF4-FFF2-40B4-BE49-F238E27FC236}">
                    <a16:creationId xmlns:a16="http://schemas.microsoft.com/office/drawing/2014/main" id="{02C7DA46-5613-AB7E-2DA9-3ED10AFA2F08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6" name="pg1745">
                <a:extLst>
                  <a:ext uri="{FF2B5EF4-FFF2-40B4-BE49-F238E27FC236}">
                    <a16:creationId xmlns:a16="http://schemas.microsoft.com/office/drawing/2014/main" id="{4751B642-89FE-2F96-A5C0-031BD665DF97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7" name="pg1746">
                <a:extLst>
                  <a:ext uri="{FF2B5EF4-FFF2-40B4-BE49-F238E27FC236}">
                    <a16:creationId xmlns:a16="http://schemas.microsoft.com/office/drawing/2014/main" id="{1081BF43-1F40-4829-999A-C438E956EFE0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8" name="pg1747">
                <a:extLst>
                  <a:ext uri="{FF2B5EF4-FFF2-40B4-BE49-F238E27FC236}">
                    <a16:creationId xmlns:a16="http://schemas.microsoft.com/office/drawing/2014/main" id="{84067F45-96C1-44DE-0FA4-16686EC4C853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9" name="pg1748">
                <a:extLst>
                  <a:ext uri="{FF2B5EF4-FFF2-40B4-BE49-F238E27FC236}">
                    <a16:creationId xmlns:a16="http://schemas.microsoft.com/office/drawing/2014/main" id="{DA264517-F4F2-EF5A-0322-04F6AE35220A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0" name="pg1749">
                <a:extLst>
                  <a:ext uri="{FF2B5EF4-FFF2-40B4-BE49-F238E27FC236}">
                    <a16:creationId xmlns:a16="http://schemas.microsoft.com/office/drawing/2014/main" id="{A1F2E5AE-D447-3853-47B5-D3725992E190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1" name="pg1750">
                <a:extLst>
                  <a:ext uri="{FF2B5EF4-FFF2-40B4-BE49-F238E27FC236}">
                    <a16:creationId xmlns:a16="http://schemas.microsoft.com/office/drawing/2014/main" id="{1D2CB92C-FDD9-DD10-61C6-46DCE270904A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2" name="pg1751">
                <a:extLst>
                  <a:ext uri="{FF2B5EF4-FFF2-40B4-BE49-F238E27FC236}">
                    <a16:creationId xmlns:a16="http://schemas.microsoft.com/office/drawing/2014/main" id="{0681DEA2-5CB7-2299-B76D-8FCD89BAB43F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3" name="pg1752">
                <a:extLst>
                  <a:ext uri="{FF2B5EF4-FFF2-40B4-BE49-F238E27FC236}">
                    <a16:creationId xmlns:a16="http://schemas.microsoft.com/office/drawing/2014/main" id="{6325F45D-A399-9B5E-B338-3E11CCCF6929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4" name="pg1753">
                <a:extLst>
                  <a:ext uri="{FF2B5EF4-FFF2-40B4-BE49-F238E27FC236}">
                    <a16:creationId xmlns:a16="http://schemas.microsoft.com/office/drawing/2014/main" id="{D3435D19-12E1-D891-E22F-586C868068E1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5" name="pg1754">
                <a:extLst>
                  <a:ext uri="{FF2B5EF4-FFF2-40B4-BE49-F238E27FC236}">
                    <a16:creationId xmlns:a16="http://schemas.microsoft.com/office/drawing/2014/main" id="{E63FF666-159A-6C71-6701-F1ED31C5ADD8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6" name="pg1755">
                <a:extLst>
                  <a:ext uri="{FF2B5EF4-FFF2-40B4-BE49-F238E27FC236}">
                    <a16:creationId xmlns:a16="http://schemas.microsoft.com/office/drawing/2014/main" id="{D61BDE65-9E86-D58A-C0EC-94A80831258F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7" name="pg1756">
                <a:extLst>
                  <a:ext uri="{FF2B5EF4-FFF2-40B4-BE49-F238E27FC236}">
                    <a16:creationId xmlns:a16="http://schemas.microsoft.com/office/drawing/2014/main" id="{3ED9B2EE-1868-8B7F-7C96-39EEF1F3FC1B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8" name="pg1757">
                <a:extLst>
                  <a:ext uri="{FF2B5EF4-FFF2-40B4-BE49-F238E27FC236}">
                    <a16:creationId xmlns:a16="http://schemas.microsoft.com/office/drawing/2014/main" id="{C818BAEC-EC84-2F22-F02E-E758409C2AD9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9" name="pg1758">
                <a:extLst>
                  <a:ext uri="{FF2B5EF4-FFF2-40B4-BE49-F238E27FC236}">
                    <a16:creationId xmlns:a16="http://schemas.microsoft.com/office/drawing/2014/main" id="{1B776ADC-298E-1976-7331-0CBA528A8D6E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0" name="pg1759">
                <a:extLst>
                  <a:ext uri="{FF2B5EF4-FFF2-40B4-BE49-F238E27FC236}">
                    <a16:creationId xmlns:a16="http://schemas.microsoft.com/office/drawing/2014/main" id="{E99B5976-128D-6F26-FBA7-B1C1E3F0DF32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1" name="pg1760">
                <a:extLst>
                  <a:ext uri="{FF2B5EF4-FFF2-40B4-BE49-F238E27FC236}">
                    <a16:creationId xmlns:a16="http://schemas.microsoft.com/office/drawing/2014/main" id="{E1E33AB2-E81D-1BC2-E529-03DBDC9A1FC7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2" name="pg1761">
                <a:extLst>
                  <a:ext uri="{FF2B5EF4-FFF2-40B4-BE49-F238E27FC236}">
                    <a16:creationId xmlns:a16="http://schemas.microsoft.com/office/drawing/2014/main" id="{510FEC9B-1E11-8031-8442-5AE035CCC000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3" name="pg1762">
                <a:extLst>
                  <a:ext uri="{FF2B5EF4-FFF2-40B4-BE49-F238E27FC236}">
                    <a16:creationId xmlns:a16="http://schemas.microsoft.com/office/drawing/2014/main" id="{E6AFFC96-0231-679E-200C-E1415ABBA6CB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4" name="pg1763">
                <a:extLst>
                  <a:ext uri="{FF2B5EF4-FFF2-40B4-BE49-F238E27FC236}">
                    <a16:creationId xmlns:a16="http://schemas.microsoft.com/office/drawing/2014/main" id="{68501493-79C3-ECCE-259F-A2BB81AB620A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5" name="pg1764">
                <a:extLst>
                  <a:ext uri="{FF2B5EF4-FFF2-40B4-BE49-F238E27FC236}">
                    <a16:creationId xmlns:a16="http://schemas.microsoft.com/office/drawing/2014/main" id="{AE12EA4B-CE79-B7B0-0BFB-10C5325DCCCC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" name="pg1765">
                <a:extLst>
                  <a:ext uri="{FF2B5EF4-FFF2-40B4-BE49-F238E27FC236}">
                    <a16:creationId xmlns:a16="http://schemas.microsoft.com/office/drawing/2014/main" id="{73105FD3-39D5-9726-B1DF-A2D8A6D405D9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" name="pg1766">
                <a:extLst>
                  <a:ext uri="{FF2B5EF4-FFF2-40B4-BE49-F238E27FC236}">
                    <a16:creationId xmlns:a16="http://schemas.microsoft.com/office/drawing/2014/main" id="{09606D9A-7B1B-5318-ADFB-847FA86E92DD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" name="pg1767">
                <a:extLst>
                  <a:ext uri="{FF2B5EF4-FFF2-40B4-BE49-F238E27FC236}">
                    <a16:creationId xmlns:a16="http://schemas.microsoft.com/office/drawing/2014/main" id="{8C762899-0E86-7713-ABF2-A9CBB31FDFD3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" name="pg1768">
                <a:extLst>
                  <a:ext uri="{FF2B5EF4-FFF2-40B4-BE49-F238E27FC236}">
                    <a16:creationId xmlns:a16="http://schemas.microsoft.com/office/drawing/2014/main" id="{2A25C4A2-61CB-E4CD-D09F-96A54BF5F6F6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" name="pg1769">
                <a:extLst>
                  <a:ext uri="{FF2B5EF4-FFF2-40B4-BE49-F238E27FC236}">
                    <a16:creationId xmlns:a16="http://schemas.microsoft.com/office/drawing/2014/main" id="{601271FE-2DC3-B89C-FEF4-F16D2BF8296D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" name="pg1770">
                <a:extLst>
                  <a:ext uri="{FF2B5EF4-FFF2-40B4-BE49-F238E27FC236}">
                    <a16:creationId xmlns:a16="http://schemas.microsoft.com/office/drawing/2014/main" id="{65BC4B27-8A59-6115-9DA4-DE3AD09AA3BC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" name="pg1771">
                <a:extLst>
                  <a:ext uri="{FF2B5EF4-FFF2-40B4-BE49-F238E27FC236}">
                    <a16:creationId xmlns:a16="http://schemas.microsoft.com/office/drawing/2014/main" id="{06806766-AE2E-02DA-C265-930DCA40A161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" name="pg1772">
                <a:extLst>
                  <a:ext uri="{FF2B5EF4-FFF2-40B4-BE49-F238E27FC236}">
                    <a16:creationId xmlns:a16="http://schemas.microsoft.com/office/drawing/2014/main" id="{F4CD3ADA-E78F-01D9-C5DB-4EB2236D4D6E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" name="pg1773">
                <a:extLst>
                  <a:ext uri="{FF2B5EF4-FFF2-40B4-BE49-F238E27FC236}">
                    <a16:creationId xmlns:a16="http://schemas.microsoft.com/office/drawing/2014/main" id="{75536E87-C336-90BA-3E54-E7C66F5CACF4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" name="pg1774">
                <a:extLst>
                  <a:ext uri="{FF2B5EF4-FFF2-40B4-BE49-F238E27FC236}">
                    <a16:creationId xmlns:a16="http://schemas.microsoft.com/office/drawing/2014/main" id="{7F23C620-F8F8-415D-02D0-2B316EF46742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" name="pg1775">
                <a:extLst>
                  <a:ext uri="{FF2B5EF4-FFF2-40B4-BE49-F238E27FC236}">
                    <a16:creationId xmlns:a16="http://schemas.microsoft.com/office/drawing/2014/main" id="{5DF7EA21-25E1-D925-1AAC-A84773E353E1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" name="pg1776">
                <a:extLst>
                  <a:ext uri="{FF2B5EF4-FFF2-40B4-BE49-F238E27FC236}">
                    <a16:creationId xmlns:a16="http://schemas.microsoft.com/office/drawing/2014/main" id="{F3926123-76F6-7CF5-50C6-5AA844DEDFE1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" name="pg1777">
                <a:extLst>
                  <a:ext uri="{FF2B5EF4-FFF2-40B4-BE49-F238E27FC236}">
                    <a16:creationId xmlns:a16="http://schemas.microsoft.com/office/drawing/2014/main" id="{20A3171D-31F7-1571-2B92-73D357501DF1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" name="pg1778">
                <a:extLst>
                  <a:ext uri="{FF2B5EF4-FFF2-40B4-BE49-F238E27FC236}">
                    <a16:creationId xmlns:a16="http://schemas.microsoft.com/office/drawing/2014/main" id="{0DA6469A-11B9-74BB-3E49-51C4687C915C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" name="pg1779">
                <a:extLst>
                  <a:ext uri="{FF2B5EF4-FFF2-40B4-BE49-F238E27FC236}">
                    <a16:creationId xmlns:a16="http://schemas.microsoft.com/office/drawing/2014/main" id="{5FBD230E-DDCD-BAA9-A8F9-01C5B07B6AC3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" name="pg1780">
                <a:extLst>
                  <a:ext uri="{FF2B5EF4-FFF2-40B4-BE49-F238E27FC236}">
                    <a16:creationId xmlns:a16="http://schemas.microsoft.com/office/drawing/2014/main" id="{B5559954-5CC8-0CA3-ADD2-F24D2F4142F0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" name="pg1781">
                <a:extLst>
                  <a:ext uri="{FF2B5EF4-FFF2-40B4-BE49-F238E27FC236}">
                    <a16:creationId xmlns:a16="http://schemas.microsoft.com/office/drawing/2014/main" id="{BEC6E4EA-562D-E77F-22F8-2748EA065A97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" name="pg1782">
                <a:extLst>
                  <a:ext uri="{FF2B5EF4-FFF2-40B4-BE49-F238E27FC236}">
                    <a16:creationId xmlns:a16="http://schemas.microsoft.com/office/drawing/2014/main" id="{90CDE1E4-C44D-B78B-ECC6-FBA7C92ABD7D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" name="pg1783">
                <a:extLst>
                  <a:ext uri="{FF2B5EF4-FFF2-40B4-BE49-F238E27FC236}">
                    <a16:creationId xmlns:a16="http://schemas.microsoft.com/office/drawing/2014/main" id="{8FD77514-F9C3-F703-4DD6-76F382EAF60D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" name="pg1784">
                <a:extLst>
                  <a:ext uri="{FF2B5EF4-FFF2-40B4-BE49-F238E27FC236}">
                    <a16:creationId xmlns:a16="http://schemas.microsoft.com/office/drawing/2014/main" id="{B07600B4-67E6-439A-4D98-FDA971B56AB9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" name="pg1785">
                <a:extLst>
                  <a:ext uri="{FF2B5EF4-FFF2-40B4-BE49-F238E27FC236}">
                    <a16:creationId xmlns:a16="http://schemas.microsoft.com/office/drawing/2014/main" id="{FBF6360B-A799-F126-12A2-860576907F49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" name="pg1786">
                <a:extLst>
                  <a:ext uri="{FF2B5EF4-FFF2-40B4-BE49-F238E27FC236}">
                    <a16:creationId xmlns:a16="http://schemas.microsoft.com/office/drawing/2014/main" id="{1D97F52A-A38F-64ED-D70D-311A2640AC29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" name="pg1787">
                <a:extLst>
                  <a:ext uri="{FF2B5EF4-FFF2-40B4-BE49-F238E27FC236}">
                    <a16:creationId xmlns:a16="http://schemas.microsoft.com/office/drawing/2014/main" id="{C05944B7-0D91-B1C0-3976-9CCE78A1CE65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" name="pg1788">
                <a:extLst>
                  <a:ext uri="{FF2B5EF4-FFF2-40B4-BE49-F238E27FC236}">
                    <a16:creationId xmlns:a16="http://schemas.microsoft.com/office/drawing/2014/main" id="{96855727-11B9-A8DD-4C05-E6EF2F5A2B1D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" name="pg1789">
                <a:extLst>
                  <a:ext uri="{FF2B5EF4-FFF2-40B4-BE49-F238E27FC236}">
                    <a16:creationId xmlns:a16="http://schemas.microsoft.com/office/drawing/2014/main" id="{F76CB859-FC5B-ABFC-A6C3-50E384CDF882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" name="pg1790">
                <a:extLst>
                  <a:ext uri="{FF2B5EF4-FFF2-40B4-BE49-F238E27FC236}">
                    <a16:creationId xmlns:a16="http://schemas.microsoft.com/office/drawing/2014/main" id="{63B067CC-CB13-5D3E-D2BB-2AB04A755332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" name="pg1791">
                <a:extLst>
                  <a:ext uri="{FF2B5EF4-FFF2-40B4-BE49-F238E27FC236}">
                    <a16:creationId xmlns:a16="http://schemas.microsoft.com/office/drawing/2014/main" id="{E5F03691-5C59-B747-B06D-1520A392856F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" name="pg1792">
                <a:extLst>
                  <a:ext uri="{FF2B5EF4-FFF2-40B4-BE49-F238E27FC236}">
                    <a16:creationId xmlns:a16="http://schemas.microsoft.com/office/drawing/2014/main" id="{08DBB0D9-D3C1-1377-2F57-5FD6B19F8A66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" name="pg1793">
                <a:extLst>
                  <a:ext uri="{FF2B5EF4-FFF2-40B4-BE49-F238E27FC236}">
                    <a16:creationId xmlns:a16="http://schemas.microsoft.com/office/drawing/2014/main" id="{6C0C65FE-9F20-4B31-08DC-35666C9EA9FF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" name="pg1794">
                <a:extLst>
                  <a:ext uri="{FF2B5EF4-FFF2-40B4-BE49-F238E27FC236}">
                    <a16:creationId xmlns:a16="http://schemas.microsoft.com/office/drawing/2014/main" id="{2871DF06-3B52-7F23-6D0A-BF33F56F7849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" name="pg1795">
                <a:extLst>
                  <a:ext uri="{FF2B5EF4-FFF2-40B4-BE49-F238E27FC236}">
                    <a16:creationId xmlns:a16="http://schemas.microsoft.com/office/drawing/2014/main" id="{3210949F-0AA0-9D12-0070-2276433ABE3C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" name="pg1796">
                <a:extLst>
                  <a:ext uri="{FF2B5EF4-FFF2-40B4-BE49-F238E27FC236}">
                    <a16:creationId xmlns:a16="http://schemas.microsoft.com/office/drawing/2014/main" id="{C6CD5367-A25A-256C-690A-ECDCFB3EFBEA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" name="pg1797">
                <a:extLst>
                  <a:ext uri="{FF2B5EF4-FFF2-40B4-BE49-F238E27FC236}">
                    <a16:creationId xmlns:a16="http://schemas.microsoft.com/office/drawing/2014/main" id="{8E21D840-5AFA-2D52-B8FE-8B01694F97B8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" name="pg1798">
                <a:extLst>
                  <a:ext uri="{FF2B5EF4-FFF2-40B4-BE49-F238E27FC236}">
                    <a16:creationId xmlns:a16="http://schemas.microsoft.com/office/drawing/2014/main" id="{DD334907-7759-1AD7-17D4-45025B8FCF36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" name="pg1799">
                <a:extLst>
                  <a:ext uri="{FF2B5EF4-FFF2-40B4-BE49-F238E27FC236}">
                    <a16:creationId xmlns:a16="http://schemas.microsoft.com/office/drawing/2014/main" id="{D18A4722-3B62-C58C-CDAF-15C57742464B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" name="pg1800">
                <a:extLst>
                  <a:ext uri="{FF2B5EF4-FFF2-40B4-BE49-F238E27FC236}">
                    <a16:creationId xmlns:a16="http://schemas.microsoft.com/office/drawing/2014/main" id="{AAC6FAEC-FAD5-8825-96B4-968F49E1A53D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" name="pg1801">
                <a:extLst>
                  <a:ext uri="{FF2B5EF4-FFF2-40B4-BE49-F238E27FC236}">
                    <a16:creationId xmlns:a16="http://schemas.microsoft.com/office/drawing/2014/main" id="{B6079764-32A1-2830-0AE8-D513F1EAB9A0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" name="pg1802">
                <a:extLst>
                  <a:ext uri="{FF2B5EF4-FFF2-40B4-BE49-F238E27FC236}">
                    <a16:creationId xmlns:a16="http://schemas.microsoft.com/office/drawing/2014/main" id="{14A2C0D2-CF06-775C-93B5-D496CD315A53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" name="pg1803">
                <a:extLst>
                  <a:ext uri="{FF2B5EF4-FFF2-40B4-BE49-F238E27FC236}">
                    <a16:creationId xmlns:a16="http://schemas.microsoft.com/office/drawing/2014/main" id="{1D9F29DD-C37F-CF61-9E73-E944B611185F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" name="pg1804">
                <a:extLst>
                  <a:ext uri="{FF2B5EF4-FFF2-40B4-BE49-F238E27FC236}">
                    <a16:creationId xmlns:a16="http://schemas.microsoft.com/office/drawing/2014/main" id="{40C541BF-3316-8DCE-5FB1-C7718B1EE2ED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" name="pg1805">
                <a:extLst>
                  <a:ext uri="{FF2B5EF4-FFF2-40B4-BE49-F238E27FC236}">
                    <a16:creationId xmlns:a16="http://schemas.microsoft.com/office/drawing/2014/main" id="{0AC1E456-33ED-4E2B-1754-5F45495B76DF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" name="pg1806">
                <a:extLst>
                  <a:ext uri="{FF2B5EF4-FFF2-40B4-BE49-F238E27FC236}">
                    <a16:creationId xmlns:a16="http://schemas.microsoft.com/office/drawing/2014/main" id="{A0B358BF-B6B3-8BE9-F2E7-2F8EC4058624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" name="pg1807">
                <a:extLst>
                  <a:ext uri="{FF2B5EF4-FFF2-40B4-BE49-F238E27FC236}">
                    <a16:creationId xmlns:a16="http://schemas.microsoft.com/office/drawing/2014/main" id="{7ABE3843-3018-B9AA-D072-0F18CC57BE07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" name="pg1808">
                <a:extLst>
                  <a:ext uri="{FF2B5EF4-FFF2-40B4-BE49-F238E27FC236}">
                    <a16:creationId xmlns:a16="http://schemas.microsoft.com/office/drawing/2014/main" id="{FC26D0E4-6EC0-E512-DC68-1E4F7CB761E7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" name="pg1809">
                <a:extLst>
                  <a:ext uri="{FF2B5EF4-FFF2-40B4-BE49-F238E27FC236}">
                    <a16:creationId xmlns:a16="http://schemas.microsoft.com/office/drawing/2014/main" id="{4ACD057A-19C9-3DC0-02CE-81274614922F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" name="pg1810">
                <a:extLst>
                  <a:ext uri="{FF2B5EF4-FFF2-40B4-BE49-F238E27FC236}">
                    <a16:creationId xmlns:a16="http://schemas.microsoft.com/office/drawing/2014/main" id="{66FD591A-0E31-E0F0-9DEE-776CE38FFD39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" name="pg1811">
                <a:extLst>
                  <a:ext uri="{FF2B5EF4-FFF2-40B4-BE49-F238E27FC236}">
                    <a16:creationId xmlns:a16="http://schemas.microsoft.com/office/drawing/2014/main" id="{44F779FD-2D7A-4EA2-6FB0-7A025C99B3B4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" name="pg1812">
                <a:extLst>
                  <a:ext uri="{FF2B5EF4-FFF2-40B4-BE49-F238E27FC236}">
                    <a16:creationId xmlns:a16="http://schemas.microsoft.com/office/drawing/2014/main" id="{DE663A5B-BD22-7097-864E-47D004E2670D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" name="pg1813">
                <a:extLst>
                  <a:ext uri="{FF2B5EF4-FFF2-40B4-BE49-F238E27FC236}">
                    <a16:creationId xmlns:a16="http://schemas.microsoft.com/office/drawing/2014/main" id="{701FA364-507A-2983-3372-731D8856EAB6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" name="pg1814">
                <a:extLst>
                  <a:ext uri="{FF2B5EF4-FFF2-40B4-BE49-F238E27FC236}">
                    <a16:creationId xmlns:a16="http://schemas.microsoft.com/office/drawing/2014/main" id="{A2473218-FCC2-3CB4-A6D6-534EAD8374D9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" name="pg1815">
                <a:extLst>
                  <a:ext uri="{FF2B5EF4-FFF2-40B4-BE49-F238E27FC236}">
                    <a16:creationId xmlns:a16="http://schemas.microsoft.com/office/drawing/2014/main" id="{5EEB454D-FB48-3AC7-CB88-C8F003F01DC2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" name="pg1816">
                <a:extLst>
                  <a:ext uri="{FF2B5EF4-FFF2-40B4-BE49-F238E27FC236}">
                    <a16:creationId xmlns:a16="http://schemas.microsoft.com/office/drawing/2014/main" id="{6C301978-0BE5-434D-D862-92904BB10AC4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" name="pg1817">
                <a:extLst>
                  <a:ext uri="{FF2B5EF4-FFF2-40B4-BE49-F238E27FC236}">
                    <a16:creationId xmlns:a16="http://schemas.microsoft.com/office/drawing/2014/main" id="{8A7A95BD-81AD-55FB-A4B4-9CE4559DFD73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" name="pg1818">
                <a:extLst>
                  <a:ext uri="{FF2B5EF4-FFF2-40B4-BE49-F238E27FC236}">
                    <a16:creationId xmlns:a16="http://schemas.microsoft.com/office/drawing/2014/main" id="{AD4C2DF8-9AAA-0CA6-EB2C-F24C688A67F2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" name="pg1819">
                <a:extLst>
                  <a:ext uri="{FF2B5EF4-FFF2-40B4-BE49-F238E27FC236}">
                    <a16:creationId xmlns:a16="http://schemas.microsoft.com/office/drawing/2014/main" id="{4A10B315-ABA8-BDE1-D874-19C0AB24FF8B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" name="pg1820">
                <a:extLst>
                  <a:ext uri="{FF2B5EF4-FFF2-40B4-BE49-F238E27FC236}">
                    <a16:creationId xmlns:a16="http://schemas.microsoft.com/office/drawing/2014/main" id="{99E16C12-80C6-2131-CFEA-79A9372D0ED2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" name="pg1821">
                <a:extLst>
                  <a:ext uri="{FF2B5EF4-FFF2-40B4-BE49-F238E27FC236}">
                    <a16:creationId xmlns:a16="http://schemas.microsoft.com/office/drawing/2014/main" id="{2E0AA019-6A1B-5A8E-0E29-74BDA6251743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" name="pg1822">
                <a:extLst>
                  <a:ext uri="{FF2B5EF4-FFF2-40B4-BE49-F238E27FC236}">
                    <a16:creationId xmlns:a16="http://schemas.microsoft.com/office/drawing/2014/main" id="{D82E3064-7B47-EDE6-6179-BE9D7602697D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" name="pg1823">
                <a:extLst>
                  <a:ext uri="{FF2B5EF4-FFF2-40B4-BE49-F238E27FC236}">
                    <a16:creationId xmlns:a16="http://schemas.microsoft.com/office/drawing/2014/main" id="{33AB7FEA-BD17-DFDD-6E94-370F387611A5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" name="pg1824">
                <a:extLst>
                  <a:ext uri="{FF2B5EF4-FFF2-40B4-BE49-F238E27FC236}">
                    <a16:creationId xmlns:a16="http://schemas.microsoft.com/office/drawing/2014/main" id="{76665029-8D8D-A6CB-F191-49FC4A442462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" name="pg1825">
                <a:extLst>
                  <a:ext uri="{FF2B5EF4-FFF2-40B4-BE49-F238E27FC236}">
                    <a16:creationId xmlns:a16="http://schemas.microsoft.com/office/drawing/2014/main" id="{910833D2-691A-E1C1-46FE-940B4241968F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" name="pg1826">
                <a:extLst>
                  <a:ext uri="{FF2B5EF4-FFF2-40B4-BE49-F238E27FC236}">
                    <a16:creationId xmlns:a16="http://schemas.microsoft.com/office/drawing/2014/main" id="{C2B2FA2D-5E74-CB67-16B3-A849BCEDCC22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" name="pg1827">
                <a:extLst>
                  <a:ext uri="{FF2B5EF4-FFF2-40B4-BE49-F238E27FC236}">
                    <a16:creationId xmlns:a16="http://schemas.microsoft.com/office/drawing/2014/main" id="{CDF96EC6-19B9-3A0A-9B53-4B23A92F2AD5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" name="pg1828">
                <a:extLst>
                  <a:ext uri="{FF2B5EF4-FFF2-40B4-BE49-F238E27FC236}">
                    <a16:creationId xmlns:a16="http://schemas.microsoft.com/office/drawing/2014/main" id="{848DA2F4-454F-38C3-DBE5-730A44ADC6A3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" name="pg1829">
                <a:extLst>
                  <a:ext uri="{FF2B5EF4-FFF2-40B4-BE49-F238E27FC236}">
                    <a16:creationId xmlns:a16="http://schemas.microsoft.com/office/drawing/2014/main" id="{0497B145-42F6-739F-D88A-35D37DB84792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" name="pg1830">
                <a:extLst>
                  <a:ext uri="{FF2B5EF4-FFF2-40B4-BE49-F238E27FC236}">
                    <a16:creationId xmlns:a16="http://schemas.microsoft.com/office/drawing/2014/main" id="{D973DA9D-B060-4B6A-5A1A-633E9DC1EAC5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" name="pg1831">
                <a:extLst>
                  <a:ext uri="{FF2B5EF4-FFF2-40B4-BE49-F238E27FC236}">
                    <a16:creationId xmlns:a16="http://schemas.microsoft.com/office/drawing/2014/main" id="{413CE733-83D9-2A45-0E94-8A01A9050149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" name="pg1832">
                <a:extLst>
                  <a:ext uri="{FF2B5EF4-FFF2-40B4-BE49-F238E27FC236}">
                    <a16:creationId xmlns:a16="http://schemas.microsoft.com/office/drawing/2014/main" id="{9F9221B0-71AC-A686-9D51-C45FF2300A8E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" name="pg1833">
                <a:extLst>
                  <a:ext uri="{FF2B5EF4-FFF2-40B4-BE49-F238E27FC236}">
                    <a16:creationId xmlns:a16="http://schemas.microsoft.com/office/drawing/2014/main" id="{49A255AA-E54B-CF16-22B4-8B3428FC721C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" name="pg1834">
                <a:extLst>
                  <a:ext uri="{FF2B5EF4-FFF2-40B4-BE49-F238E27FC236}">
                    <a16:creationId xmlns:a16="http://schemas.microsoft.com/office/drawing/2014/main" id="{6E0209C8-633E-7840-AB46-9922D16CFF04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" name="pg1835">
                <a:extLst>
                  <a:ext uri="{FF2B5EF4-FFF2-40B4-BE49-F238E27FC236}">
                    <a16:creationId xmlns:a16="http://schemas.microsoft.com/office/drawing/2014/main" id="{673FAF50-833C-DBF0-79CF-26EF87C620F0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" name="pg1836">
                <a:extLst>
                  <a:ext uri="{FF2B5EF4-FFF2-40B4-BE49-F238E27FC236}">
                    <a16:creationId xmlns:a16="http://schemas.microsoft.com/office/drawing/2014/main" id="{8232F7C9-4823-9820-3DDA-4A77D80386BA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" name="pg1837">
                <a:extLst>
                  <a:ext uri="{FF2B5EF4-FFF2-40B4-BE49-F238E27FC236}">
                    <a16:creationId xmlns:a16="http://schemas.microsoft.com/office/drawing/2014/main" id="{0A654D41-16D0-2A09-18C3-665A9B64577B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" name="pg1838">
                <a:extLst>
                  <a:ext uri="{FF2B5EF4-FFF2-40B4-BE49-F238E27FC236}">
                    <a16:creationId xmlns:a16="http://schemas.microsoft.com/office/drawing/2014/main" id="{CF2A0C51-01D6-143D-DA90-89572CD02493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" name="pg1839">
                <a:extLst>
                  <a:ext uri="{FF2B5EF4-FFF2-40B4-BE49-F238E27FC236}">
                    <a16:creationId xmlns:a16="http://schemas.microsoft.com/office/drawing/2014/main" id="{EDEDB75D-CD70-19BE-2722-5EBB4C36D312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" name="pg1840">
                <a:extLst>
                  <a:ext uri="{FF2B5EF4-FFF2-40B4-BE49-F238E27FC236}">
                    <a16:creationId xmlns:a16="http://schemas.microsoft.com/office/drawing/2014/main" id="{E28F17B6-FA35-4EBC-98E3-C1A583510B62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" name="pg1841">
                <a:extLst>
                  <a:ext uri="{FF2B5EF4-FFF2-40B4-BE49-F238E27FC236}">
                    <a16:creationId xmlns:a16="http://schemas.microsoft.com/office/drawing/2014/main" id="{BA85D9DE-41A0-285D-103B-43D9F992ADB5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" name="pg1842">
                <a:extLst>
                  <a:ext uri="{FF2B5EF4-FFF2-40B4-BE49-F238E27FC236}">
                    <a16:creationId xmlns:a16="http://schemas.microsoft.com/office/drawing/2014/main" id="{A2B97304-5010-ECCA-1E69-4BE19F48739E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" name="pg1843">
                <a:extLst>
                  <a:ext uri="{FF2B5EF4-FFF2-40B4-BE49-F238E27FC236}">
                    <a16:creationId xmlns:a16="http://schemas.microsoft.com/office/drawing/2014/main" id="{E73FC1AE-2BB0-C199-1077-6AE5B6A2C1E0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" name="pg1844">
                <a:extLst>
                  <a:ext uri="{FF2B5EF4-FFF2-40B4-BE49-F238E27FC236}">
                    <a16:creationId xmlns:a16="http://schemas.microsoft.com/office/drawing/2014/main" id="{F4AA6A50-3F82-F41C-03F4-5288377B5C2C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" name="pg1845">
                <a:extLst>
                  <a:ext uri="{FF2B5EF4-FFF2-40B4-BE49-F238E27FC236}">
                    <a16:creationId xmlns:a16="http://schemas.microsoft.com/office/drawing/2014/main" id="{6A5D0310-5818-D1B8-117F-59A8355987E5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" name="pg1846">
                <a:extLst>
                  <a:ext uri="{FF2B5EF4-FFF2-40B4-BE49-F238E27FC236}">
                    <a16:creationId xmlns:a16="http://schemas.microsoft.com/office/drawing/2014/main" id="{DFC5A319-232A-A4E4-D602-8B93BE72681E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" name="pg1847">
                <a:extLst>
                  <a:ext uri="{FF2B5EF4-FFF2-40B4-BE49-F238E27FC236}">
                    <a16:creationId xmlns:a16="http://schemas.microsoft.com/office/drawing/2014/main" id="{EBC392DC-3DA6-3242-2286-4980BB47E8F9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" name="pg1848">
                <a:extLst>
                  <a:ext uri="{FF2B5EF4-FFF2-40B4-BE49-F238E27FC236}">
                    <a16:creationId xmlns:a16="http://schemas.microsoft.com/office/drawing/2014/main" id="{F21C0622-7B10-F491-21C0-F5DDBB8702AF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" name="pg1849">
                <a:extLst>
                  <a:ext uri="{FF2B5EF4-FFF2-40B4-BE49-F238E27FC236}">
                    <a16:creationId xmlns:a16="http://schemas.microsoft.com/office/drawing/2014/main" id="{CB9967CF-77EA-4811-78D7-D0362D83110F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" name="pg1850">
                <a:extLst>
                  <a:ext uri="{FF2B5EF4-FFF2-40B4-BE49-F238E27FC236}">
                    <a16:creationId xmlns:a16="http://schemas.microsoft.com/office/drawing/2014/main" id="{67C5843D-A140-785C-E5BB-1A13576870F0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" name="pg1851">
                <a:extLst>
                  <a:ext uri="{FF2B5EF4-FFF2-40B4-BE49-F238E27FC236}">
                    <a16:creationId xmlns:a16="http://schemas.microsoft.com/office/drawing/2014/main" id="{DE772879-1597-99C5-7BEF-26184D7669DF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" name="pg1852">
                <a:extLst>
                  <a:ext uri="{FF2B5EF4-FFF2-40B4-BE49-F238E27FC236}">
                    <a16:creationId xmlns:a16="http://schemas.microsoft.com/office/drawing/2014/main" id="{F96BC0F2-3C49-F0BE-B632-DD8EE59249BF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" name="pg1853">
                <a:extLst>
                  <a:ext uri="{FF2B5EF4-FFF2-40B4-BE49-F238E27FC236}">
                    <a16:creationId xmlns:a16="http://schemas.microsoft.com/office/drawing/2014/main" id="{011C2749-18F7-6114-4305-B3422CA41B4E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" name="pg1854">
                <a:extLst>
                  <a:ext uri="{FF2B5EF4-FFF2-40B4-BE49-F238E27FC236}">
                    <a16:creationId xmlns:a16="http://schemas.microsoft.com/office/drawing/2014/main" id="{4949569D-5938-FE61-3363-4A3021CB50A2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" name="pg1855">
                <a:extLst>
                  <a:ext uri="{FF2B5EF4-FFF2-40B4-BE49-F238E27FC236}">
                    <a16:creationId xmlns:a16="http://schemas.microsoft.com/office/drawing/2014/main" id="{C3B5B0EE-1E19-A351-F434-78F9856168AA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" name="pg1856">
                <a:extLst>
                  <a:ext uri="{FF2B5EF4-FFF2-40B4-BE49-F238E27FC236}">
                    <a16:creationId xmlns:a16="http://schemas.microsoft.com/office/drawing/2014/main" id="{952D4B41-9777-99B3-4BB1-FEB8D8EEB897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" name="pg1857">
                <a:extLst>
                  <a:ext uri="{FF2B5EF4-FFF2-40B4-BE49-F238E27FC236}">
                    <a16:creationId xmlns:a16="http://schemas.microsoft.com/office/drawing/2014/main" id="{01D21A95-196C-3205-A0C2-FCB8B8CD8C07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" name="pg1858">
                <a:extLst>
                  <a:ext uri="{FF2B5EF4-FFF2-40B4-BE49-F238E27FC236}">
                    <a16:creationId xmlns:a16="http://schemas.microsoft.com/office/drawing/2014/main" id="{FDABC71F-802C-F5A8-8309-54BD63FC44CE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" name="pg1859">
                <a:extLst>
                  <a:ext uri="{FF2B5EF4-FFF2-40B4-BE49-F238E27FC236}">
                    <a16:creationId xmlns:a16="http://schemas.microsoft.com/office/drawing/2014/main" id="{8F1466DF-9FCF-C981-66DD-431EB6BA67C7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" name="pg1860">
                <a:extLst>
                  <a:ext uri="{FF2B5EF4-FFF2-40B4-BE49-F238E27FC236}">
                    <a16:creationId xmlns:a16="http://schemas.microsoft.com/office/drawing/2014/main" id="{29D29D47-2A4F-DDF2-C3A9-8959ECAC0058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" name="pg1861">
                <a:extLst>
                  <a:ext uri="{FF2B5EF4-FFF2-40B4-BE49-F238E27FC236}">
                    <a16:creationId xmlns:a16="http://schemas.microsoft.com/office/drawing/2014/main" id="{3744D6F3-62EE-5C74-A7C1-9702519694B8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" name="pg1862">
                <a:extLst>
                  <a:ext uri="{FF2B5EF4-FFF2-40B4-BE49-F238E27FC236}">
                    <a16:creationId xmlns:a16="http://schemas.microsoft.com/office/drawing/2014/main" id="{2D0CF88A-C876-5FE2-2088-85876B57CC86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" name="pg1863">
                <a:extLst>
                  <a:ext uri="{FF2B5EF4-FFF2-40B4-BE49-F238E27FC236}">
                    <a16:creationId xmlns:a16="http://schemas.microsoft.com/office/drawing/2014/main" id="{CB16D80E-A63C-3E4C-636A-76890C17F9C1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" name="pg1864">
                <a:extLst>
                  <a:ext uri="{FF2B5EF4-FFF2-40B4-BE49-F238E27FC236}">
                    <a16:creationId xmlns:a16="http://schemas.microsoft.com/office/drawing/2014/main" id="{330BA1E9-C82A-82E6-2F33-194EEFE3CC1F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" name="pg1865">
                <a:extLst>
                  <a:ext uri="{FF2B5EF4-FFF2-40B4-BE49-F238E27FC236}">
                    <a16:creationId xmlns:a16="http://schemas.microsoft.com/office/drawing/2014/main" id="{6ABD66D0-10B3-39A9-F405-AFEBD4806843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" name="pg1866">
                <a:extLst>
                  <a:ext uri="{FF2B5EF4-FFF2-40B4-BE49-F238E27FC236}">
                    <a16:creationId xmlns:a16="http://schemas.microsoft.com/office/drawing/2014/main" id="{79B5A2D1-83B2-185A-6960-80F53603EF26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" name="pg1867">
                <a:extLst>
                  <a:ext uri="{FF2B5EF4-FFF2-40B4-BE49-F238E27FC236}">
                    <a16:creationId xmlns:a16="http://schemas.microsoft.com/office/drawing/2014/main" id="{8E0268B6-237E-677D-8C46-A3DBF372EEBE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" name="pg1868">
                <a:extLst>
                  <a:ext uri="{FF2B5EF4-FFF2-40B4-BE49-F238E27FC236}">
                    <a16:creationId xmlns:a16="http://schemas.microsoft.com/office/drawing/2014/main" id="{F13B420A-52F0-1603-386D-479819E94670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" name="pg1869">
                <a:extLst>
                  <a:ext uri="{FF2B5EF4-FFF2-40B4-BE49-F238E27FC236}">
                    <a16:creationId xmlns:a16="http://schemas.microsoft.com/office/drawing/2014/main" id="{8F354BA4-689A-8522-145F-45F28BB7E91D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" name="pg1870">
                <a:extLst>
                  <a:ext uri="{FF2B5EF4-FFF2-40B4-BE49-F238E27FC236}">
                    <a16:creationId xmlns:a16="http://schemas.microsoft.com/office/drawing/2014/main" id="{2469D44F-6C39-4B20-AC16-D975D8D9451C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" name="pg1871">
                <a:extLst>
                  <a:ext uri="{FF2B5EF4-FFF2-40B4-BE49-F238E27FC236}">
                    <a16:creationId xmlns:a16="http://schemas.microsoft.com/office/drawing/2014/main" id="{E6BB0E66-C4D3-7919-1530-2B26B00B7B7C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" name="pg1872">
                <a:extLst>
                  <a:ext uri="{FF2B5EF4-FFF2-40B4-BE49-F238E27FC236}">
                    <a16:creationId xmlns:a16="http://schemas.microsoft.com/office/drawing/2014/main" id="{15C78A13-5D56-6C0A-31C1-4F660C34D132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" name="pg1873">
                <a:extLst>
                  <a:ext uri="{FF2B5EF4-FFF2-40B4-BE49-F238E27FC236}">
                    <a16:creationId xmlns:a16="http://schemas.microsoft.com/office/drawing/2014/main" id="{F4A30FF8-6377-FF17-F68A-6C05621A8B81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" name="pg1874">
                <a:extLst>
                  <a:ext uri="{FF2B5EF4-FFF2-40B4-BE49-F238E27FC236}">
                    <a16:creationId xmlns:a16="http://schemas.microsoft.com/office/drawing/2014/main" id="{DF4573C8-D12B-96A3-7113-FD378F6F5285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" name="pg1875">
                <a:extLst>
                  <a:ext uri="{FF2B5EF4-FFF2-40B4-BE49-F238E27FC236}">
                    <a16:creationId xmlns:a16="http://schemas.microsoft.com/office/drawing/2014/main" id="{6450485A-F8C8-BFBE-3A38-15AC71AD1F4C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" name="pg1876">
                <a:extLst>
                  <a:ext uri="{FF2B5EF4-FFF2-40B4-BE49-F238E27FC236}">
                    <a16:creationId xmlns:a16="http://schemas.microsoft.com/office/drawing/2014/main" id="{3BA9F6A8-61F2-B438-D0A2-ABDEB435C280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" name="pg1877">
                <a:extLst>
                  <a:ext uri="{FF2B5EF4-FFF2-40B4-BE49-F238E27FC236}">
                    <a16:creationId xmlns:a16="http://schemas.microsoft.com/office/drawing/2014/main" id="{9E817129-5069-D8AB-9596-ED9FA439A8F8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" name="pg1878">
                <a:extLst>
                  <a:ext uri="{FF2B5EF4-FFF2-40B4-BE49-F238E27FC236}">
                    <a16:creationId xmlns:a16="http://schemas.microsoft.com/office/drawing/2014/main" id="{EF48B581-828F-0CB1-D3D7-2F9349D3CD59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" name="pg1879">
                <a:extLst>
                  <a:ext uri="{FF2B5EF4-FFF2-40B4-BE49-F238E27FC236}">
                    <a16:creationId xmlns:a16="http://schemas.microsoft.com/office/drawing/2014/main" id="{18114DC6-9749-2148-8A85-B156E6EFCFA2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" name="pg1880">
                <a:extLst>
                  <a:ext uri="{FF2B5EF4-FFF2-40B4-BE49-F238E27FC236}">
                    <a16:creationId xmlns:a16="http://schemas.microsoft.com/office/drawing/2014/main" id="{B1910408-4660-CBF3-B34D-C923AC975432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" name="pg1881">
                <a:extLst>
                  <a:ext uri="{FF2B5EF4-FFF2-40B4-BE49-F238E27FC236}">
                    <a16:creationId xmlns:a16="http://schemas.microsoft.com/office/drawing/2014/main" id="{63A6F9F6-2EE5-A0EE-EC67-6410AD561338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" name="pg1882">
                <a:extLst>
                  <a:ext uri="{FF2B5EF4-FFF2-40B4-BE49-F238E27FC236}">
                    <a16:creationId xmlns:a16="http://schemas.microsoft.com/office/drawing/2014/main" id="{9B655030-CE0E-04C9-BCAD-13D6D344B61A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" name="pg1883">
                <a:extLst>
                  <a:ext uri="{FF2B5EF4-FFF2-40B4-BE49-F238E27FC236}">
                    <a16:creationId xmlns:a16="http://schemas.microsoft.com/office/drawing/2014/main" id="{8E2DF389-2653-9729-D535-C03988EBA5B3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" name="pg1884">
                <a:extLst>
                  <a:ext uri="{FF2B5EF4-FFF2-40B4-BE49-F238E27FC236}">
                    <a16:creationId xmlns:a16="http://schemas.microsoft.com/office/drawing/2014/main" id="{60AC4148-4267-5CA7-4A7B-D2BE4199E376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" name="pg1885">
                <a:extLst>
                  <a:ext uri="{FF2B5EF4-FFF2-40B4-BE49-F238E27FC236}">
                    <a16:creationId xmlns:a16="http://schemas.microsoft.com/office/drawing/2014/main" id="{9F3990F7-08A3-3F3D-1441-B3515E6A6EDC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" name="pg1886">
                <a:extLst>
                  <a:ext uri="{FF2B5EF4-FFF2-40B4-BE49-F238E27FC236}">
                    <a16:creationId xmlns:a16="http://schemas.microsoft.com/office/drawing/2014/main" id="{0AD9FCC0-7623-2E76-2586-CBB4CA6D0E8A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" name="pg1887">
                <a:extLst>
                  <a:ext uri="{FF2B5EF4-FFF2-40B4-BE49-F238E27FC236}">
                    <a16:creationId xmlns:a16="http://schemas.microsoft.com/office/drawing/2014/main" id="{8CA601BA-E0C2-854F-314D-4224A38A4E60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" name="pg1888">
                <a:extLst>
                  <a:ext uri="{FF2B5EF4-FFF2-40B4-BE49-F238E27FC236}">
                    <a16:creationId xmlns:a16="http://schemas.microsoft.com/office/drawing/2014/main" id="{73C748C5-8BA4-B466-4D5E-45D02FCAF24E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" name="pg1889">
                <a:extLst>
                  <a:ext uri="{FF2B5EF4-FFF2-40B4-BE49-F238E27FC236}">
                    <a16:creationId xmlns:a16="http://schemas.microsoft.com/office/drawing/2014/main" id="{E770849E-1FC8-2F30-8474-3F6D1269A4D6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" name="pg1890">
                <a:extLst>
                  <a:ext uri="{FF2B5EF4-FFF2-40B4-BE49-F238E27FC236}">
                    <a16:creationId xmlns:a16="http://schemas.microsoft.com/office/drawing/2014/main" id="{15464760-8088-DA57-2DF9-ED16D3649FD5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" name="pg1891">
                <a:extLst>
                  <a:ext uri="{FF2B5EF4-FFF2-40B4-BE49-F238E27FC236}">
                    <a16:creationId xmlns:a16="http://schemas.microsoft.com/office/drawing/2014/main" id="{68193F13-D395-2BFB-1697-9A6FF6EE3E76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" name="pg1892">
                <a:extLst>
                  <a:ext uri="{FF2B5EF4-FFF2-40B4-BE49-F238E27FC236}">
                    <a16:creationId xmlns:a16="http://schemas.microsoft.com/office/drawing/2014/main" id="{B80C6038-F408-9A48-6B97-F2E997AD02B1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" name="pg1893">
                <a:extLst>
                  <a:ext uri="{FF2B5EF4-FFF2-40B4-BE49-F238E27FC236}">
                    <a16:creationId xmlns:a16="http://schemas.microsoft.com/office/drawing/2014/main" id="{A4C6FD29-18D3-C360-F32D-E199442EFD3E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" name="pg1894">
                <a:extLst>
                  <a:ext uri="{FF2B5EF4-FFF2-40B4-BE49-F238E27FC236}">
                    <a16:creationId xmlns:a16="http://schemas.microsoft.com/office/drawing/2014/main" id="{A415D145-F614-D238-BBD9-438BD42A895E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" name="pg1895">
                <a:extLst>
                  <a:ext uri="{FF2B5EF4-FFF2-40B4-BE49-F238E27FC236}">
                    <a16:creationId xmlns:a16="http://schemas.microsoft.com/office/drawing/2014/main" id="{F64327C3-2C5F-0D3C-793F-57637068F1A3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" name="pg1896">
                <a:extLst>
                  <a:ext uri="{FF2B5EF4-FFF2-40B4-BE49-F238E27FC236}">
                    <a16:creationId xmlns:a16="http://schemas.microsoft.com/office/drawing/2014/main" id="{C4D50C97-D37D-8AF3-60D7-36C3A302A65B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" name="pg1897">
                <a:extLst>
                  <a:ext uri="{FF2B5EF4-FFF2-40B4-BE49-F238E27FC236}">
                    <a16:creationId xmlns:a16="http://schemas.microsoft.com/office/drawing/2014/main" id="{099DC2AC-7C0D-019B-00C7-822C10C77EFF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" name="pg1898">
                <a:extLst>
                  <a:ext uri="{FF2B5EF4-FFF2-40B4-BE49-F238E27FC236}">
                    <a16:creationId xmlns:a16="http://schemas.microsoft.com/office/drawing/2014/main" id="{5CF74A97-9354-84D8-8D7D-89D186D84F99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" name="pg1899">
                <a:extLst>
                  <a:ext uri="{FF2B5EF4-FFF2-40B4-BE49-F238E27FC236}">
                    <a16:creationId xmlns:a16="http://schemas.microsoft.com/office/drawing/2014/main" id="{4527EB28-1071-2B35-2997-DE5459632097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" name="pg1900">
                <a:extLst>
                  <a:ext uri="{FF2B5EF4-FFF2-40B4-BE49-F238E27FC236}">
                    <a16:creationId xmlns:a16="http://schemas.microsoft.com/office/drawing/2014/main" id="{8C98205F-4C9E-E2CC-3CDD-2F0BD63592B1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" name="pg1901">
                <a:extLst>
                  <a:ext uri="{FF2B5EF4-FFF2-40B4-BE49-F238E27FC236}">
                    <a16:creationId xmlns:a16="http://schemas.microsoft.com/office/drawing/2014/main" id="{2CC9EBE8-10CB-D92A-804B-B6789267E860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" name="pg1902">
                <a:extLst>
                  <a:ext uri="{FF2B5EF4-FFF2-40B4-BE49-F238E27FC236}">
                    <a16:creationId xmlns:a16="http://schemas.microsoft.com/office/drawing/2014/main" id="{DB6A9499-2AC1-46B1-1F30-E797EE58399B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" name="pg1903">
                <a:extLst>
                  <a:ext uri="{FF2B5EF4-FFF2-40B4-BE49-F238E27FC236}">
                    <a16:creationId xmlns:a16="http://schemas.microsoft.com/office/drawing/2014/main" id="{B7349E14-2C8D-6DFD-C34F-7DB231791277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" name="pg1904">
                <a:extLst>
                  <a:ext uri="{FF2B5EF4-FFF2-40B4-BE49-F238E27FC236}">
                    <a16:creationId xmlns:a16="http://schemas.microsoft.com/office/drawing/2014/main" id="{F104D784-7EEB-8706-4403-5398A70A8F9C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" name="pg1905">
                <a:extLst>
                  <a:ext uri="{FF2B5EF4-FFF2-40B4-BE49-F238E27FC236}">
                    <a16:creationId xmlns:a16="http://schemas.microsoft.com/office/drawing/2014/main" id="{6117D71C-C55F-CE68-73F3-BEFE402DB3D4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" name="pg1906">
                <a:extLst>
                  <a:ext uri="{FF2B5EF4-FFF2-40B4-BE49-F238E27FC236}">
                    <a16:creationId xmlns:a16="http://schemas.microsoft.com/office/drawing/2014/main" id="{9FB82BDA-64E4-48C4-3142-105C6BAF4F79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" name="pg1907">
                <a:extLst>
                  <a:ext uri="{FF2B5EF4-FFF2-40B4-BE49-F238E27FC236}">
                    <a16:creationId xmlns:a16="http://schemas.microsoft.com/office/drawing/2014/main" id="{D44A1BDA-E8FB-8178-81A2-1A10D21941B6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" name="pg1908">
                <a:extLst>
                  <a:ext uri="{FF2B5EF4-FFF2-40B4-BE49-F238E27FC236}">
                    <a16:creationId xmlns:a16="http://schemas.microsoft.com/office/drawing/2014/main" id="{9BABC6DA-64E3-02AE-84C7-ED01C8914011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" name="pg1909">
                <a:extLst>
                  <a:ext uri="{FF2B5EF4-FFF2-40B4-BE49-F238E27FC236}">
                    <a16:creationId xmlns:a16="http://schemas.microsoft.com/office/drawing/2014/main" id="{8F821E00-6F1B-697F-B39D-C1BF7C565741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" name="pg1910">
                <a:extLst>
                  <a:ext uri="{FF2B5EF4-FFF2-40B4-BE49-F238E27FC236}">
                    <a16:creationId xmlns:a16="http://schemas.microsoft.com/office/drawing/2014/main" id="{E1DF8696-9311-BE76-F77A-F17AE012E409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" name="pg1911">
                <a:extLst>
                  <a:ext uri="{FF2B5EF4-FFF2-40B4-BE49-F238E27FC236}">
                    <a16:creationId xmlns:a16="http://schemas.microsoft.com/office/drawing/2014/main" id="{9D732E5A-AC93-FC64-62C6-25ED9ACB99C2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" name="pg1912">
                <a:extLst>
                  <a:ext uri="{FF2B5EF4-FFF2-40B4-BE49-F238E27FC236}">
                    <a16:creationId xmlns:a16="http://schemas.microsoft.com/office/drawing/2014/main" id="{110A7ED7-98AC-6900-82B2-3EA1A797F892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" name="pg1913">
                <a:extLst>
                  <a:ext uri="{FF2B5EF4-FFF2-40B4-BE49-F238E27FC236}">
                    <a16:creationId xmlns:a16="http://schemas.microsoft.com/office/drawing/2014/main" id="{619FE3C0-920D-A826-076D-6CBC0FAFBBA1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" name="pg1914">
                <a:extLst>
                  <a:ext uri="{FF2B5EF4-FFF2-40B4-BE49-F238E27FC236}">
                    <a16:creationId xmlns:a16="http://schemas.microsoft.com/office/drawing/2014/main" id="{47C12C63-1728-9FCB-2D0B-DC2773296622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" name="pg1915">
                <a:extLst>
                  <a:ext uri="{FF2B5EF4-FFF2-40B4-BE49-F238E27FC236}">
                    <a16:creationId xmlns:a16="http://schemas.microsoft.com/office/drawing/2014/main" id="{79E1C18D-0C03-9CD1-957C-940390A220B8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" name="pg1916">
                <a:extLst>
                  <a:ext uri="{FF2B5EF4-FFF2-40B4-BE49-F238E27FC236}">
                    <a16:creationId xmlns:a16="http://schemas.microsoft.com/office/drawing/2014/main" id="{50AF4E22-C676-85B9-F4C4-ED03F7FC8CBF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" name="pg1917">
                <a:extLst>
                  <a:ext uri="{FF2B5EF4-FFF2-40B4-BE49-F238E27FC236}">
                    <a16:creationId xmlns:a16="http://schemas.microsoft.com/office/drawing/2014/main" id="{47D34479-0370-EDE8-A70A-9F5D386FF81F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" name="pg1918">
                <a:extLst>
                  <a:ext uri="{FF2B5EF4-FFF2-40B4-BE49-F238E27FC236}">
                    <a16:creationId xmlns:a16="http://schemas.microsoft.com/office/drawing/2014/main" id="{528F1C02-1B75-2C66-9EA2-14A9F51F9EA5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" name="pg1919">
                <a:extLst>
                  <a:ext uri="{FF2B5EF4-FFF2-40B4-BE49-F238E27FC236}">
                    <a16:creationId xmlns:a16="http://schemas.microsoft.com/office/drawing/2014/main" id="{71F5F561-062F-0B87-8B65-B33642C7DFD2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" name="pg1920">
                <a:extLst>
                  <a:ext uri="{FF2B5EF4-FFF2-40B4-BE49-F238E27FC236}">
                    <a16:creationId xmlns:a16="http://schemas.microsoft.com/office/drawing/2014/main" id="{82649D68-D2AA-CE6B-1BC0-C0065C711D9C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" name="pg1921">
                <a:extLst>
                  <a:ext uri="{FF2B5EF4-FFF2-40B4-BE49-F238E27FC236}">
                    <a16:creationId xmlns:a16="http://schemas.microsoft.com/office/drawing/2014/main" id="{DB88D876-2ACA-57C7-FA18-38B769648BC6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" name="pg1922">
                <a:extLst>
                  <a:ext uri="{FF2B5EF4-FFF2-40B4-BE49-F238E27FC236}">
                    <a16:creationId xmlns:a16="http://schemas.microsoft.com/office/drawing/2014/main" id="{FA9E9F1F-6F24-B069-0990-54CA313141F4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" name="pg1923">
                <a:extLst>
                  <a:ext uri="{FF2B5EF4-FFF2-40B4-BE49-F238E27FC236}">
                    <a16:creationId xmlns:a16="http://schemas.microsoft.com/office/drawing/2014/main" id="{DD7FAAB8-8C7D-7C74-A12E-CE02DD8C376B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" name="pg1924">
                <a:extLst>
                  <a:ext uri="{FF2B5EF4-FFF2-40B4-BE49-F238E27FC236}">
                    <a16:creationId xmlns:a16="http://schemas.microsoft.com/office/drawing/2014/main" id="{63EEA4AD-0506-6E58-3001-10A55D49CCDB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" name="pg1925">
                <a:extLst>
                  <a:ext uri="{FF2B5EF4-FFF2-40B4-BE49-F238E27FC236}">
                    <a16:creationId xmlns:a16="http://schemas.microsoft.com/office/drawing/2014/main" id="{686FD24C-5E65-47AE-0CF0-25B75EB9C848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" name="pg1926">
                <a:extLst>
                  <a:ext uri="{FF2B5EF4-FFF2-40B4-BE49-F238E27FC236}">
                    <a16:creationId xmlns:a16="http://schemas.microsoft.com/office/drawing/2014/main" id="{070451DE-17E5-2CB9-97F4-D1A7E714A493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" name="pg1927">
                <a:extLst>
                  <a:ext uri="{FF2B5EF4-FFF2-40B4-BE49-F238E27FC236}">
                    <a16:creationId xmlns:a16="http://schemas.microsoft.com/office/drawing/2014/main" id="{886666F9-538B-4906-076D-59D2E9109797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" name="pg1928">
                <a:extLst>
                  <a:ext uri="{FF2B5EF4-FFF2-40B4-BE49-F238E27FC236}">
                    <a16:creationId xmlns:a16="http://schemas.microsoft.com/office/drawing/2014/main" id="{959A602D-9FEB-9611-E175-B77D562F278A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" name="pg1929">
                <a:extLst>
                  <a:ext uri="{FF2B5EF4-FFF2-40B4-BE49-F238E27FC236}">
                    <a16:creationId xmlns:a16="http://schemas.microsoft.com/office/drawing/2014/main" id="{E5CFC177-241E-5C25-A74E-DEDD9F23FFAA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" name="pg1930">
                <a:extLst>
                  <a:ext uri="{FF2B5EF4-FFF2-40B4-BE49-F238E27FC236}">
                    <a16:creationId xmlns:a16="http://schemas.microsoft.com/office/drawing/2014/main" id="{6595974C-5136-3A51-3031-3BE379BEEC97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" name="pg1931">
                <a:extLst>
                  <a:ext uri="{FF2B5EF4-FFF2-40B4-BE49-F238E27FC236}">
                    <a16:creationId xmlns:a16="http://schemas.microsoft.com/office/drawing/2014/main" id="{5D37A9FE-C71A-CE90-5CDA-993C74D6C0E6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" name="pg1932">
                <a:extLst>
                  <a:ext uri="{FF2B5EF4-FFF2-40B4-BE49-F238E27FC236}">
                    <a16:creationId xmlns:a16="http://schemas.microsoft.com/office/drawing/2014/main" id="{B952A52C-3F04-1874-1C5B-4BC54FEA258B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" name="pg1933">
                <a:extLst>
                  <a:ext uri="{FF2B5EF4-FFF2-40B4-BE49-F238E27FC236}">
                    <a16:creationId xmlns:a16="http://schemas.microsoft.com/office/drawing/2014/main" id="{B7138652-46CD-9D51-97E7-1639B36A388D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" name="pg1934">
                <a:extLst>
                  <a:ext uri="{FF2B5EF4-FFF2-40B4-BE49-F238E27FC236}">
                    <a16:creationId xmlns:a16="http://schemas.microsoft.com/office/drawing/2014/main" id="{0787C8A4-FE49-A495-5AA7-BF2692E644BE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" name="pg1935">
                <a:extLst>
                  <a:ext uri="{FF2B5EF4-FFF2-40B4-BE49-F238E27FC236}">
                    <a16:creationId xmlns:a16="http://schemas.microsoft.com/office/drawing/2014/main" id="{A0129B36-FB93-0366-60AA-F3E199039D22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" name="pg1936">
                <a:extLst>
                  <a:ext uri="{FF2B5EF4-FFF2-40B4-BE49-F238E27FC236}">
                    <a16:creationId xmlns:a16="http://schemas.microsoft.com/office/drawing/2014/main" id="{4FA621F4-FF7A-98CC-2DC4-F2764A4BCE27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" name="pg1937">
                <a:extLst>
                  <a:ext uri="{FF2B5EF4-FFF2-40B4-BE49-F238E27FC236}">
                    <a16:creationId xmlns:a16="http://schemas.microsoft.com/office/drawing/2014/main" id="{DB8AD32D-912A-4EFA-55C6-6AA1E4EEB072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" name="pg1938">
                <a:extLst>
                  <a:ext uri="{FF2B5EF4-FFF2-40B4-BE49-F238E27FC236}">
                    <a16:creationId xmlns:a16="http://schemas.microsoft.com/office/drawing/2014/main" id="{26AC961B-683F-71FF-4833-484228802AB5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" name="pg1939">
                <a:extLst>
                  <a:ext uri="{FF2B5EF4-FFF2-40B4-BE49-F238E27FC236}">
                    <a16:creationId xmlns:a16="http://schemas.microsoft.com/office/drawing/2014/main" id="{3389FBA6-951E-1936-ED84-D1E953446374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" name="pg1940">
                <a:extLst>
                  <a:ext uri="{FF2B5EF4-FFF2-40B4-BE49-F238E27FC236}">
                    <a16:creationId xmlns:a16="http://schemas.microsoft.com/office/drawing/2014/main" id="{A7E7E1DF-E678-042A-40F2-EAF549FA5A0A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" name="pg1941">
                <a:extLst>
                  <a:ext uri="{FF2B5EF4-FFF2-40B4-BE49-F238E27FC236}">
                    <a16:creationId xmlns:a16="http://schemas.microsoft.com/office/drawing/2014/main" id="{1F68ADC3-1F40-E2C8-3254-CDA01E26FBC6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" name="pg1942">
                <a:extLst>
                  <a:ext uri="{FF2B5EF4-FFF2-40B4-BE49-F238E27FC236}">
                    <a16:creationId xmlns:a16="http://schemas.microsoft.com/office/drawing/2014/main" id="{D56B600E-8A41-176E-7BC4-785BA024998D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" name="pg1943">
                <a:extLst>
                  <a:ext uri="{FF2B5EF4-FFF2-40B4-BE49-F238E27FC236}">
                    <a16:creationId xmlns:a16="http://schemas.microsoft.com/office/drawing/2014/main" id="{B69F7431-1576-D267-8654-5E737124AF06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" name="pg1944">
                <a:extLst>
                  <a:ext uri="{FF2B5EF4-FFF2-40B4-BE49-F238E27FC236}">
                    <a16:creationId xmlns:a16="http://schemas.microsoft.com/office/drawing/2014/main" id="{E304A8AC-3390-5825-5E2D-72BF0BA8A7DC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" name="pg1945">
                <a:extLst>
                  <a:ext uri="{FF2B5EF4-FFF2-40B4-BE49-F238E27FC236}">
                    <a16:creationId xmlns:a16="http://schemas.microsoft.com/office/drawing/2014/main" id="{D89F9840-5F5C-0BD9-1985-B6F71509DDCA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" name="pg1946">
                <a:extLst>
                  <a:ext uri="{FF2B5EF4-FFF2-40B4-BE49-F238E27FC236}">
                    <a16:creationId xmlns:a16="http://schemas.microsoft.com/office/drawing/2014/main" id="{5EB4D20D-557C-A5F9-1896-AD3D50C9A9CD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" name="pg1947">
                <a:extLst>
                  <a:ext uri="{FF2B5EF4-FFF2-40B4-BE49-F238E27FC236}">
                    <a16:creationId xmlns:a16="http://schemas.microsoft.com/office/drawing/2014/main" id="{0AD526BF-86D0-3D25-4014-BC97B49C43C8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" name="pg1948">
                <a:extLst>
                  <a:ext uri="{FF2B5EF4-FFF2-40B4-BE49-F238E27FC236}">
                    <a16:creationId xmlns:a16="http://schemas.microsoft.com/office/drawing/2014/main" id="{8D87EC5E-81DE-B544-6489-84988C2ECE3B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" name="pg1949">
                <a:extLst>
                  <a:ext uri="{FF2B5EF4-FFF2-40B4-BE49-F238E27FC236}">
                    <a16:creationId xmlns:a16="http://schemas.microsoft.com/office/drawing/2014/main" id="{DDBCD961-175C-A764-72E7-0EAB5D54D031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" name="pg1950">
                <a:extLst>
                  <a:ext uri="{FF2B5EF4-FFF2-40B4-BE49-F238E27FC236}">
                    <a16:creationId xmlns:a16="http://schemas.microsoft.com/office/drawing/2014/main" id="{D0BACB7C-C1F7-79E4-F061-011B99E71246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" name="pg1951">
                <a:extLst>
                  <a:ext uri="{FF2B5EF4-FFF2-40B4-BE49-F238E27FC236}">
                    <a16:creationId xmlns:a16="http://schemas.microsoft.com/office/drawing/2014/main" id="{DC5A0475-927A-F5CC-0575-887435EFD6C1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" name="pg1952">
                <a:extLst>
                  <a:ext uri="{FF2B5EF4-FFF2-40B4-BE49-F238E27FC236}">
                    <a16:creationId xmlns:a16="http://schemas.microsoft.com/office/drawing/2014/main" id="{3E132721-BC19-C4CE-36C9-950ACFD8F01E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" name="pg1953">
                <a:extLst>
                  <a:ext uri="{FF2B5EF4-FFF2-40B4-BE49-F238E27FC236}">
                    <a16:creationId xmlns:a16="http://schemas.microsoft.com/office/drawing/2014/main" id="{A73A443F-8C42-6FF6-B69E-71ADD4749449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" name="pg1954">
                <a:extLst>
                  <a:ext uri="{FF2B5EF4-FFF2-40B4-BE49-F238E27FC236}">
                    <a16:creationId xmlns:a16="http://schemas.microsoft.com/office/drawing/2014/main" id="{2B51CAB7-5283-9BF2-DAFB-5BFF9FE78F46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" name="pg1955">
                <a:extLst>
                  <a:ext uri="{FF2B5EF4-FFF2-40B4-BE49-F238E27FC236}">
                    <a16:creationId xmlns:a16="http://schemas.microsoft.com/office/drawing/2014/main" id="{B2A52B7F-ABFE-A96F-3792-731B9BA03BD1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" name="pg1956">
                <a:extLst>
                  <a:ext uri="{FF2B5EF4-FFF2-40B4-BE49-F238E27FC236}">
                    <a16:creationId xmlns:a16="http://schemas.microsoft.com/office/drawing/2014/main" id="{9CE67383-CDDB-9129-C02F-26897FE97959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" name="pg1957">
                <a:extLst>
                  <a:ext uri="{FF2B5EF4-FFF2-40B4-BE49-F238E27FC236}">
                    <a16:creationId xmlns:a16="http://schemas.microsoft.com/office/drawing/2014/main" id="{8811E4F3-8910-E26C-0AF6-99E491FE30F8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" name="pg1958">
                <a:extLst>
                  <a:ext uri="{FF2B5EF4-FFF2-40B4-BE49-F238E27FC236}">
                    <a16:creationId xmlns:a16="http://schemas.microsoft.com/office/drawing/2014/main" id="{C4C67C96-F10B-028E-E5B5-8FA2CCDCE4EB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" name="pg1959">
                <a:extLst>
                  <a:ext uri="{FF2B5EF4-FFF2-40B4-BE49-F238E27FC236}">
                    <a16:creationId xmlns:a16="http://schemas.microsoft.com/office/drawing/2014/main" id="{4978847F-EB98-83BE-DD69-E69666F44AEB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" name="pg1960">
                <a:extLst>
                  <a:ext uri="{FF2B5EF4-FFF2-40B4-BE49-F238E27FC236}">
                    <a16:creationId xmlns:a16="http://schemas.microsoft.com/office/drawing/2014/main" id="{0DE05688-1327-50AF-8A93-8D4083B99BBF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" name="pg1961">
                <a:extLst>
                  <a:ext uri="{FF2B5EF4-FFF2-40B4-BE49-F238E27FC236}">
                    <a16:creationId xmlns:a16="http://schemas.microsoft.com/office/drawing/2014/main" id="{CA8CDC35-DF07-1127-CB8E-9AB3DCEC8A6D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" name="pg1962">
                <a:extLst>
                  <a:ext uri="{FF2B5EF4-FFF2-40B4-BE49-F238E27FC236}">
                    <a16:creationId xmlns:a16="http://schemas.microsoft.com/office/drawing/2014/main" id="{9A1F7D8B-191C-087A-8824-EF4A2AB48819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" name="pg1963">
                <a:extLst>
                  <a:ext uri="{FF2B5EF4-FFF2-40B4-BE49-F238E27FC236}">
                    <a16:creationId xmlns:a16="http://schemas.microsoft.com/office/drawing/2014/main" id="{B47B7172-24C7-2B19-AB40-6041D5181C10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" name="pg1964">
                <a:extLst>
                  <a:ext uri="{FF2B5EF4-FFF2-40B4-BE49-F238E27FC236}">
                    <a16:creationId xmlns:a16="http://schemas.microsoft.com/office/drawing/2014/main" id="{7AECB5C3-6C02-B994-8DF8-59E020D7F8F9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" name="pg1965">
                <a:extLst>
                  <a:ext uri="{FF2B5EF4-FFF2-40B4-BE49-F238E27FC236}">
                    <a16:creationId xmlns:a16="http://schemas.microsoft.com/office/drawing/2014/main" id="{9A5DAEEF-864E-DA66-D061-01ADFBA4B63C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" name="pg1966">
                <a:extLst>
                  <a:ext uri="{FF2B5EF4-FFF2-40B4-BE49-F238E27FC236}">
                    <a16:creationId xmlns:a16="http://schemas.microsoft.com/office/drawing/2014/main" id="{FAB10229-7563-14F8-E1FA-C8EAA6C2AA0B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" name="pg1967">
                <a:extLst>
                  <a:ext uri="{FF2B5EF4-FFF2-40B4-BE49-F238E27FC236}">
                    <a16:creationId xmlns:a16="http://schemas.microsoft.com/office/drawing/2014/main" id="{7B19A0C0-B43C-7964-380F-024F6853918B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" name="pg1968">
                <a:extLst>
                  <a:ext uri="{FF2B5EF4-FFF2-40B4-BE49-F238E27FC236}">
                    <a16:creationId xmlns:a16="http://schemas.microsoft.com/office/drawing/2014/main" id="{0B5794D1-F4B0-4F06-0C7E-7B564052D86A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" name="pg1969">
                <a:extLst>
                  <a:ext uri="{FF2B5EF4-FFF2-40B4-BE49-F238E27FC236}">
                    <a16:creationId xmlns:a16="http://schemas.microsoft.com/office/drawing/2014/main" id="{F6CF0752-8B7D-2B82-23AE-5BBD8A08AA83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" name="pg1970">
                <a:extLst>
                  <a:ext uri="{FF2B5EF4-FFF2-40B4-BE49-F238E27FC236}">
                    <a16:creationId xmlns:a16="http://schemas.microsoft.com/office/drawing/2014/main" id="{FF93B26A-6D88-0BE2-BE09-7F5677EBCD14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" name="pg1971">
                <a:extLst>
                  <a:ext uri="{FF2B5EF4-FFF2-40B4-BE49-F238E27FC236}">
                    <a16:creationId xmlns:a16="http://schemas.microsoft.com/office/drawing/2014/main" id="{04C57E67-7386-D0F5-8F7B-D09CC2C5E6B9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" name="pg1972">
                <a:extLst>
                  <a:ext uri="{FF2B5EF4-FFF2-40B4-BE49-F238E27FC236}">
                    <a16:creationId xmlns:a16="http://schemas.microsoft.com/office/drawing/2014/main" id="{858D500C-F0CD-BC48-BAC1-7EB4A9020DAA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" name="pg1973">
                <a:extLst>
                  <a:ext uri="{FF2B5EF4-FFF2-40B4-BE49-F238E27FC236}">
                    <a16:creationId xmlns:a16="http://schemas.microsoft.com/office/drawing/2014/main" id="{FFEC7D30-17BD-CDB8-A3E0-FA0DA3B4291E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" name="pg1974">
                <a:extLst>
                  <a:ext uri="{FF2B5EF4-FFF2-40B4-BE49-F238E27FC236}">
                    <a16:creationId xmlns:a16="http://schemas.microsoft.com/office/drawing/2014/main" id="{E197F74A-67CE-A15D-B2C8-415DACA1C087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" name="pg1975">
                <a:extLst>
                  <a:ext uri="{FF2B5EF4-FFF2-40B4-BE49-F238E27FC236}">
                    <a16:creationId xmlns:a16="http://schemas.microsoft.com/office/drawing/2014/main" id="{50EC5AFE-DE91-AD17-9572-11957FE3FDCA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" name="pg1976">
                <a:extLst>
                  <a:ext uri="{FF2B5EF4-FFF2-40B4-BE49-F238E27FC236}">
                    <a16:creationId xmlns:a16="http://schemas.microsoft.com/office/drawing/2014/main" id="{9F8F0BF1-2136-3512-3FE5-70FDDB099964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" name="pg1977">
                <a:extLst>
                  <a:ext uri="{FF2B5EF4-FFF2-40B4-BE49-F238E27FC236}">
                    <a16:creationId xmlns:a16="http://schemas.microsoft.com/office/drawing/2014/main" id="{78C2DC7C-784D-5E38-6077-3EBB13457414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" name="pg1978">
                <a:extLst>
                  <a:ext uri="{FF2B5EF4-FFF2-40B4-BE49-F238E27FC236}">
                    <a16:creationId xmlns:a16="http://schemas.microsoft.com/office/drawing/2014/main" id="{6655722C-407B-CD1B-D416-069E98BCD411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" name="pg1979">
                <a:extLst>
                  <a:ext uri="{FF2B5EF4-FFF2-40B4-BE49-F238E27FC236}">
                    <a16:creationId xmlns:a16="http://schemas.microsoft.com/office/drawing/2014/main" id="{041175AF-D237-49D6-09F3-F5D5DEE7AF41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" name="pg1980">
                <a:extLst>
                  <a:ext uri="{FF2B5EF4-FFF2-40B4-BE49-F238E27FC236}">
                    <a16:creationId xmlns:a16="http://schemas.microsoft.com/office/drawing/2014/main" id="{1E790284-CBE3-FB23-8DF1-B9B76DE43763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" name="pg1981">
                <a:extLst>
                  <a:ext uri="{FF2B5EF4-FFF2-40B4-BE49-F238E27FC236}">
                    <a16:creationId xmlns:a16="http://schemas.microsoft.com/office/drawing/2014/main" id="{FB9D7A72-EA10-B337-5E44-16C6C0CE7D98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" name="pg1982">
                <a:extLst>
                  <a:ext uri="{FF2B5EF4-FFF2-40B4-BE49-F238E27FC236}">
                    <a16:creationId xmlns:a16="http://schemas.microsoft.com/office/drawing/2014/main" id="{D80AF59A-B905-5E35-C55D-12D9D7D9CA33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" name="pg1983">
                <a:extLst>
                  <a:ext uri="{FF2B5EF4-FFF2-40B4-BE49-F238E27FC236}">
                    <a16:creationId xmlns:a16="http://schemas.microsoft.com/office/drawing/2014/main" id="{B7036171-C511-BDB7-1DE4-6959F7657314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" name="pg1984">
                <a:extLst>
                  <a:ext uri="{FF2B5EF4-FFF2-40B4-BE49-F238E27FC236}">
                    <a16:creationId xmlns:a16="http://schemas.microsoft.com/office/drawing/2014/main" id="{0B32BA88-76A0-35F2-0D31-7CDBB097A13B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" name="pg1985">
                <a:extLst>
                  <a:ext uri="{FF2B5EF4-FFF2-40B4-BE49-F238E27FC236}">
                    <a16:creationId xmlns:a16="http://schemas.microsoft.com/office/drawing/2014/main" id="{BFCA56F9-6B84-F5FA-7658-6021574027EA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" name="pg1986">
                <a:extLst>
                  <a:ext uri="{FF2B5EF4-FFF2-40B4-BE49-F238E27FC236}">
                    <a16:creationId xmlns:a16="http://schemas.microsoft.com/office/drawing/2014/main" id="{997AF7E7-37B0-F8B0-1F93-F812E45C2562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" name="pg1987">
                <a:extLst>
                  <a:ext uri="{FF2B5EF4-FFF2-40B4-BE49-F238E27FC236}">
                    <a16:creationId xmlns:a16="http://schemas.microsoft.com/office/drawing/2014/main" id="{B614919D-9CCA-2A8A-22F3-3CA735ABD063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" name="pg1988">
                <a:extLst>
                  <a:ext uri="{FF2B5EF4-FFF2-40B4-BE49-F238E27FC236}">
                    <a16:creationId xmlns:a16="http://schemas.microsoft.com/office/drawing/2014/main" id="{7881B7EB-ADD7-2E45-802D-FC3B57C06121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" name="pg1989">
                <a:extLst>
                  <a:ext uri="{FF2B5EF4-FFF2-40B4-BE49-F238E27FC236}">
                    <a16:creationId xmlns:a16="http://schemas.microsoft.com/office/drawing/2014/main" id="{9FB7FB78-1122-85E0-DA35-30DF1C604328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" name="pg1990">
                <a:extLst>
                  <a:ext uri="{FF2B5EF4-FFF2-40B4-BE49-F238E27FC236}">
                    <a16:creationId xmlns:a16="http://schemas.microsoft.com/office/drawing/2014/main" id="{74C19092-58FB-0CDC-0E74-11DC6C3CF294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" name="pg1991">
                <a:extLst>
                  <a:ext uri="{FF2B5EF4-FFF2-40B4-BE49-F238E27FC236}">
                    <a16:creationId xmlns:a16="http://schemas.microsoft.com/office/drawing/2014/main" id="{C78CD109-313B-0C08-E0FE-FE1FDE105646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" name="pg1992">
                <a:extLst>
                  <a:ext uri="{FF2B5EF4-FFF2-40B4-BE49-F238E27FC236}">
                    <a16:creationId xmlns:a16="http://schemas.microsoft.com/office/drawing/2014/main" id="{E0730F0C-4290-FB20-C025-71091278C10B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C">
                  <a:alpha val="100000"/>
                </a:srgbClr>
              </a:solidFill>
              <a:ln w="5420" cap="flat">
                <a:solidFill>
                  <a:srgbClr val="87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" name="pg1993">
                <a:extLst>
                  <a:ext uri="{FF2B5EF4-FFF2-40B4-BE49-F238E27FC236}">
                    <a16:creationId xmlns:a16="http://schemas.microsoft.com/office/drawing/2014/main" id="{81E1844E-3B92-1861-1BD2-E131C87FDED4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" name="pg1994">
                <a:extLst>
                  <a:ext uri="{FF2B5EF4-FFF2-40B4-BE49-F238E27FC236}">
                    <a16:creationId xmlns:a16="http://schemas.microsoft.com/office/drawing/2014/main" id="{B6A2AEC9-92E8-08B8-0AC0-D2ABEF1591A3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" name="pg1995">
                <a:extLst>
                  <a:ext uri="{FF2B5EF4-FFF2-40B4-BE49-F238E27FC236}">
                    <a16:creationId xmlns:a16="http://schemas.microsoft.com/office/drawing/2014/main" id="{80007373-EB14-DFE3-C3DB-70C49E6F3185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" name="pg1996">
                <a:extLst>
                  <a:ext uri="{FF2B5EF4-FFF2-40B4-BE49-F238E27FC236}">
                    <a16:creationId xmlns:a16="http://schemas.microsoft.com/office/drawing/2014/main" id="{1D169BC3-6724-B804-F1DC-58FC5CA7A132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" name="pg1997">
                <a:extLst>
                  <a:ext uri="{FF2B5EF4-FFF2-40B4-BE49-F238E27FC236}">
                    <a16:creationId xmlns:a16="http://schemas.microsoft.com/office/drawing/2014/main" id="{FF7F2B2E-7D68-D971-4479-A08CCC6230A5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" name="pg1998">
                <a:extLst>
                  <a:ext uri="{FF2B5EF4-FFF2-40B4-BE49-F238E27FC236}">
                    <a16:creationId xmlns:a16="http://schemas.microsoft.com/office/drawing/2014/main" id="{E1497D7B-B6AF-BB49-5CEB-86E9E38772DE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" name="pg1999">
                <a:extLst>
                  <a:ext uri="{FF2B5EF4-FFF2-40B4-BE49-F238E27FC236}">
                    <a16:creationId xmlns:a16="http://schemas.microsoft.com/office/drawing/2014/main" id="{27891FE5-3D79-4172-2F13-94079620135B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" name="pg2000">
                <a:extLst>
                  <a:ext uri="{FF2B5EF4-FFF2-40B4-BE49-F238E27FC236}">
                    <a16:creationId xmlns:a16="http://schemas.microsoft.com/office/drawing/2014/main" id="{9B282AFC-43C0-1A3F-2E76-346D8D115DC9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" name="pg2001">
                <a:extLst>
                  <a:ext uri="{FF2B5EF4-FFF2-40B4-BE49-F238E27FC236}">
                    <a16:creationId xmlns:a16="http://schemas.microsoft.com/office/drawing/2014/main" id="{0D421061-9428-E70E-B65C-4618614AFAE1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" name="pg2002">
                <a:extLst>
                  <a:ext uri="{FF2B5EF4-FFF2-40B4-BE49-F238E27FC236}">
                    <a16:creationId xmlns:a16="http://schemas.microsoft.com/office/drawing/2014/main" id="{DC7E6F57-6BF0-FB9D-25EC-E9D2A880A170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" name="pg2003">
                <a:extLst>
                  <a:ext uri="{FF2B5EF4-FFF2-40B4-BE49-F238E27FC236}">
                    <a16:creationId xmlns:a16="http://schemas.microsoft.com/office/drawing/2014/main" id="{27F79F1D-88F4-086B-0E78-38DFB68246A3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" name="pg2004">
                <a:extLst>
                  <a:ext uri="{FF2B5EF4-FFF2-40B4-BE49-F238E27FC236}">
                    <a16:creationId xmlns:a16="http://schemas.microsoft.com/office/drawing/2014/main" id="{9D209A64-DBE6-884D-CDC5-1A472992D7DE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" name="pg2005">
                <a:extLst>
                  <a:ext uri="{FF2B5EF4-FFF2-40B4-BE49-F238E27FC236}">
                    <a16:creationId xmlns:a16="http://schemas.microsoft.com/office/drawing/2014/main" id="{4BA54CED-02D1-AEE0-7A46-8DE28F137E81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" name="pg2006">
                <a:extLst>
                  <a:ext uri="{FF2B5EF4-FFF2-40B4-BE49-F238E27FC236}">
                    <a16:creationId xmlns:a16="http://schemas.microsoft.com/office/drawing/2014/main" id="{086A26A8-353C-17F4-0FE9-2F53FC6E4D8D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" name="pg2007">
                <a:extLst>
                  <a:ext uri="{FF2B5EF4-FFF2-40B4-BE49-F238E27FC236}">
                    <a16:creationId xmlns:a16="http://schemas.microsoft.com/office/drawing/2014/main" id="{B8A60A41-0B29-3398-35C2-AC211FAA0854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" name="pg2008">
                <a:extLst>
                  <a:ext uri="{FF2B5EF4-FFF2-40B4-BE49-F238E27FC236}">
                    <a16:creationId xmlns:a16="http://schemas.microsoft.com/office/drawing/2014/main" id="{A1167A22-92A4-88AD-E1C0-1CF540048591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" name="pg2009">
                <a:extLst>
                  <a:ext uri="{FF2B5EF4-FFF2-40B4-BE49-F238E27FC236}">
                    <a16:creationId xmlns:a16="http://schemas.microsoft.com/office/drawing/2014/main" id="{0B6F4078-35D6-FD3E-CF88-0DF678A06044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" name="pg2010">
                <a:extLst>
                  <a:ext uri="{FF2B5EF4-FFF2-40B4-BE49-F238E27FC236}">
                    <a16:creationId xmlns:a16="http://schemas.microsoft.com/office/drawing/2014/main" id="{D99AB873-6F28-F114-91CF-0932F141CCFC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" name="pg2011">
                <a:extLst>
                  <a:ext uri="{FF2B5EF4-FFF2-40B4-BE49-F238E27FC236}">
                    <a16:creationId xmlns:a16="http://schemas.microsoft.com/office/drawing/2014/main" id="{DC457AF6-1D3F-AEC8-B2C5-B6BA05C0589F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" name="pg2012">
                <a:extLst>
                  <a:ext uri="{FF2B5EF4-FFF2-40B4-BE49-F238E27FC236}">
                    <a16:creationId xmlns:a16="http://schemas.microsoft.com/office/drawing/2014/main" id="{2673F45F-7AEB-743D-9A6B-5B1D1C855B9D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" name="pg2013">
                <a:extLst>
                  <a:ext uri="{FF2B5EF4-FFF2-40B4-BE49-F238E27FC236}">
                    <a16:creationId xmlns:a16="http://schemas.microsoft.com/office/drawing/2014/main" id="{C96305C7-FD88-7052-8AE1-D2DABCFF6EB1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" name="pg2014">
                <a:extLst>
                  <a:ext uri="{FF2B5EF4-FFF2-40B4-BE49-F238E27FC236}">
                    <a16:creationId xmlns:a16="http://schemas.microsoft.com/office/drawing/2014/main" id="{396CE439-32E7-51A0-879A-C728B8009B44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" name="pg2015">
                <a:extLst>
                  <a:ext uri="{FF2B5EF4-FFF2-40B4-BE49-F238E27FC236}">
                    <a16:creationId xmlns:a16="http://schemas.microsoft.com/office/drawing/2014/main" id="{E01D0C55-E62E-74BC-899D-E40061CEE476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" name="pg2016">
                <a:extLst>
                  <a:ext uri="{FF2B5EF4-FFF2-40B4-BE49-F238E27FC236}">
                    <a16:creationId xmlns:a16="http://schemas.microsoft.com/office/drawing/2014/main" id="{BBDE646E-B133-F120-E1B6-CDA5687059FD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" name="pg2017">
                <a:extLst>
                  <a:ext uri="{FF2B5EF4-FFF2-40B4-BE49-F238E27FC236}">
                    <a16:creationId xmlns:a16="http://schemas.microsoft.com/office/drawing/2014/main" id="{66C9069D-C31E-510D-EC19-F9B442189830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" name="pg2018">
                <a:extLst>
                  <a:ext uri="{FF2B5EF4-FFF2-40B4-BE49-F238E27FC236}">
                    <a16:creationId xmlns:a16="http://schemas.microsoft.com/office/drawing/2014/main" id="{D901255A-9F9C-0F2C-65F4-7BA05B32B4C1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" name="pg2019">
                <a:extLst>
                  <a:ext uri="{FF2B5EF4-FFF2-40B4-BE49-F238E27FC236}">
                    <a16:creationId xmlns:a16="http://schemas.microsoft.com/office/drawing/2014/main" id="{3EA1E1A4-D3F0-3A8A-4D7A-FF88F62B488A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" name="pg2020">
                <a:extLst>
                  <a:ext uri="{FF2B5EF4-FFF2-40B4-BE49-F238E27FC236}">
                    <a16:creationId xmlns:a16="http://schemas.microsoft.com/office/drawing/2014/main" id="{5950F498-DB9F-AFC7-5D21-889EB2ACA1C3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" name="pg2021">
                <a:extLst>
                  <a:ext uri="{FF2B5EF4-FFF2-40B4-BE49-F238E27FC236}">
                    <a16:creationId xmlns:a16="http://schemas.microsoft.com/office/drawing/2014/main" id="{590175FB-08FD-00F7-3201-264F925946FE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" name="pg2022">
                <a:extLst>
                  <a:ext uri="{FF2B5EF4-FFF2-40B4-BE49-F238E27FC236}">
                    <a16:creationId xmlns:a16="http://schemas.microsoft.com/office/drawing/2014/main" id="{19DFA423-9FAB-1537-BC64-DDD2FCDA8AF6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" name="pg2023">
                <a:extLst>
                  <a:ext uri="{FF2B5EF4-FFF2-40B4-BE49-F238E27FC236}">
                    <a16:creationId xmlns:a16="http://schemas.microsoft.com/office/drawing/2014/main" id="{6021BCB8-580F-2C26-FFAD-8C127D804463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" name="pg2024">
                <a:extLst>
                  <a:ext uri="{FF2B5EF4-FFF2-40B4-BE49-F238E27FC236}">
                    <a16:creationId xmlns:a16="http://schemas.microsoft.com/office/drawing/2014/main" id="{90694C26-1860-F6DF-799F-F670CD9B5F2B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" name="pg2025">
                <a:extLst>
                  <a:ext uri="{FF2B5EF4-FFF2-40B4-BE49-F238E27FC236}">
                    <a16:creationId xmlns:a16="http://schemas.microsoft.com/office/drawing/2014/main" id="{733EC223-01B7-589B-828E-8EDED5775FBD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" name="pg2026">
                <a:extLst>
                  <a:ext uri="{FF2B5EF4-FFF2-40B4-BE49-F238E27FC236}">
                    <a16:creationId xmlns:a16="http://schemas.microsoft.com/office/drawing/2014/main" id="{A32A69C3-2762-EEC4-9BA7-BEF7F3213CA0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" name="pg2027">
                <a:extLst>
                  <a:ext uri="{FF2B5EF4-FFF2-40B4-BE49-F238E27FC236}">
                    <a16:creationId xmlns:a16="http://schemas.microsoft.com/office/drawing/2014/main" id="{2334D2F0-A6D4-0962-C6A5-F40DAA0BF460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" name="pg2028">
                <a:extLst>
                  <a:ext uri="{FF2B5EF4-FFF2-40B4-BE49-F238E27FC236}">
                    <a16:creationId xmlns:a16="http://schemas.microsoft.com/office/drawing/2014/main" id="{C8234875-182E-D4CA-3A4A-40D2D64B42D9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" name="pg2029">
                <a:extLst>
                  <a:ext uri="{FF2B5EF4-FFF2-40B4-BE49-F238E27FC236}">
                    <a16:creationId xmlns:a16="http://schemas.microsoft.com/office/drawing/2014/main" id="{A1ED534B-6925-CC4D-6993-20B9D2F27396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" name="pg2030">
                <a:extLst>
                  <a:ext uri="{FF2B5EF4-FFF2-40B4-BE49-F238E27FC236}">
                    <a16:creationId xmlns:a16="http://schemas.microsoft.com/office/drawing/2014/main" id="{07CADFAA-F5F7-C03B-650A-9E949CB7AD9B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" name="pg2031">
                <a:extLst>
                  <a:ext uri="{FF2B5EF4-FFF2-40B4-BE49-F238E27FC236}">
                    <a16:creationId xmlns:a16="http://schemas.microsoft.com/office/drawing/2014/main" id="{74F048FC-FC4C-4F31-B90C-534B95DBEDAC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" name="pg2032">
                <a:extLst>
                  <a:ext uri="{FF2B5EF4-FFF2-40B4-BE49-F238E27FC236}">
                    <a16:creationId xmlns:a16="http://schemas.microsoft.com/office/drawing/2014/main" id="{1AE653F6-753A-AB23-2ECC-F89C7BE7C4E3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" name="pg2033">
                <a:extLst>
                  <a:ext uri="{FF2B5EF4-FFF2-40B4-BE49-F238E27FC236}">
                    <a16:creationId xmlns:a16="http://schemas.microsoft.com/office/drawing/2014/main" id="{316AD325-B05F-6842-B9B7-DCBC35169202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" name="pg2034">
                <a:extLst>
                  <a:ext uri="{FF2B5EF4-FFF2-40B4-BE49-F238E27FC236}">
                    <a16:creationId xmlns:a16="http://schemas.microsoft.com/office/drawing/2014/main" id="{C06444C0-962E-9391-2450-DF2E1D20A103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" name="pg2035">
                <a:extLst>
                  <a:ext uri="{FF2B5EF4-FFF2-40B4-BE49-F238E27FC236}">
                    <a16:creationId xmlns:a16="http://schemas.microsoft.com/office/drawing/2014/main" id="{7E014300-762F-4EBB-4DAC-22973C6125FE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" name="pg2036">
                <a:extLst>
                  <a:ext uri="{FF2B5EF4-FFF2-40B4-BE49-F238E27FC236}">
                    <a16:creationId xmlns:a16="http://schemas.microsoft.com/office/drawing/2014/main" id="{E9E9AB3E-CDFA-A000-C28B-E971C2FD89CD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BF">
                  <a:alpha val="100000"/>
                </a:srgbClr>
              </a:solidFill>
              <a:ln w="5420" cap="flat">
                <a:solidFill>
                  <a:srgbClr val="91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" name="pg2037">
                <a:extLst>
                  <a:ext uri="{FF2B5EF4-FFF2-40B4-BE49-F238E27FC236}">
                    <a16:creationId xmlns:a16="http://schemas.microsoft.com/office/drawing/2014/main" id="{F32AB1CC-71B6-8702-81F6-E885D21DF82D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" name="pg2038">
                <a:extLst>
                  <a:ext uri="{FF2B5EF4-FFF2-40B4-BE49-F238E27FC236}">
                    <a16:creationId xmlns:a16="http://schemas.microsoft.com/office/drawing/2014/main" id="{332EB401-11A4-6BB1-8165-26F7A019E92E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" name="pg2039">
                <a:extLst>
                  <a:ext uri="{FF2B5EF4-FFF2-40B4-BE49-F238E27FC236}">
                    <a16:creationId xmlns:a16="http://schemas.microsoft.com/office/drawing/2014/main" id="{C6B982CE-A74A-1588-30D8-D5A441C1F8CD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" name="pg2040">
                <a:extLst>
                  <a:ext uri="{FF2B5EF4-FFF2-40B4-BE49-F238E27FC236}">
                    <a16:creationId xmlns:a16="http://schemas.microsoft.com/office/drawing/2014/main" id="{29B6C4E2-D9D6-9DB7-78A7-87AE3420B99A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" name="pg2041">
                <a:extLst>
                  <a:ext uri="{FF2B5EF4-FFF2-40B4-BE49-F238E27FC236}">
                    <a16:creationId xmlns:a16="http://schemas.microsoft.com/office/drawing/2014/main" id="{FEC41261-B8B4-C5D9-4169-9C8151A62093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" name="pg2042">
                <a:extLst>
                  <a:ext uri="{FF2B5EF4-FFF2-40B4-BE49-F238E27FC236}">
                    <a16:creationId xmlns:a16="http://schemas.microsoft.com/office/drawing/2014/main" id="{3A269E09-8BD5-0EF5-62B1-19D53F4F17DA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" name="pg2043">
                <a:extLst>
                  <a:ext uri="{FF2B5EF4-FFF2-40B4-BE49-F238E27FC236}">
                    <a16:creationId xmlns:a16="http://schemas.microsoft.com/office/drawing/2014/main" id="{65BFADE8-CEFE-C60D-E44B-9A1F0650B36D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" name="pg2044">
                <a:extLst>
                  <a:ext uri="{FF2B5EF4-FFF2-40B4-BE49-F238E27FC236}">
                    <a16:creationId xmlns:a16="http://schemas.microsoft.com/office/drawing/2014/main" id="{6C1786C0-77AC-5FFF-C2D0-8064C885A3FE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" name="pg2045">
                <a:extLst>
                  <a:ext uri="{FF2B5EF4-FFF2-40B4-BE49-F238E27FC236}">
                    <a16:creationId xmlns:a16="http://schemas.microsoft.com/office/drawing/2014/main" id="{BBA64FCE-89D7-64EB-60F8-AD7BC78117BB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" name="pg2046">
                <a:extLst>
                  <a:ext uri="{FF2B5EF4-FFF2-40B4-BE49-F238E27FC236}">
                    <a16:creationId xmlns:a16="http://schemas.microsoft.com/office/drawing/2014/main" id="{B32FD9DB-38F2-8466-B46E-31EB7CB00E45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" name="pg2047">
                <a:extLst>
                  <a:ext uri="{FF2B5EF4-FFF2-40B4-BE49-F238E27FC236}">
                    <a16:creationId xmlns:a16="http://schemas.microsoft.com/office/drawing/2014/main" id="{D5CB2563-EAB3-4B70-E79E-E0859D34B3E9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" name="pg2048">
                <a:extLst>
                  <a:ext uri="{FF2B5EF4-FFF2-40B4-BE49-F238E27FC236}">
                    <a16:creationId xmlns:a16="http://schemas.microsoft.com/office/drawing/2014/main" id="{7E5D6FE3-46BF-2501-CACE-8C4A3AD2A51C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" name="pg2049">
                <a:extLst>
                  <a:ext uri="{FF2B5EF4-FFF2-40B4-BE49-F238E27FC236}">
                    <a16:creationId xmlns:a16="http://schemas.microsoft.com/office/drawing/2014/main" id="{7C8366CD-E447-32E5-9D0D-DC6DB296F81E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" name="pg2050">
                <a:extLst>
                  <a:ext uri="{FF2B5EF4-FFF2-40B4-BE49-F238E27FC236}">
                    <a16:creationId xmlns:a16="http://schemas.microsoft.com/office/drawing/2014/main" id="{546EEC24-E249-06D1-B5B9-0805C21B4647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" name="pg2051">
                <a:extLst>
                  <a:ext uri="{FF2B5EF4-FFF2-40B4-BE49-F238E27FC236}">
                    <a16:creationId xmlns:a16="http://schemas.microsoft.com/office/drawing/2014/main" id="{49E533C0-EED4-A11C-907E-7418495BA54D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" name="pg2052">
                <a:extLst>
                  <a:ext uri="{FF2B5EF4-FFF2-40B4-BE49-F238E27FC236}">
                    <a16:creationId xmlns:a16="http://schemas.microsoft.com/office/drawing/2014/main" id="{B68566FE-7997-0AF3-4F28-1DAD994361E2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" name="pg2053">
                <a:extLst>
                  <a:ext uri="{FF2B5EF4-FFF2-40B4-BE49-F238E27FC236}">
                    <a16:creationId xmlns:a16="http://schemas.microsoft.com/office/drawing/2014/main" id="{525A4F3D-DE0E-4A52-35B0-15DC6CBD1CC3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" name="pg2054">
                <a:extLst>
                  <a:ext uri="{FF2B5EF4-FFF2-40B4-BE49-F238E27FC236}">
                    <a16:creationId xmlns:a16="http://schemas.microsoft.com/office/drawing/2014/main" id="{2E4160C9-9F29-2721-C124-1E2CB54D971B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" name="pg2055">
                <a:extLst>
                  <a:ext uri="{FF2B5EF4-FFF2-40B4-BE49-F238E27FC236}">
                    <a16:creationId xmlns:a16="http://schemas.microsoft.com/office/drawing/2014/main" id="{37459F7B-3FE0-73BE-DF24-9A6B1C695E50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" name="pg2056">
                <a:extLst>
                  <a:ext uri="{FF2B5EF4-FFF2-40B4-BE49-F238E27FC236}">
                    <a16:creationId xmlns:a16="http://schemas.microsoft.com/office/drawing/2014/main" id="{FBE96E3D-001E-3084-9BA2-CD4E60892C59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" name="pg2057">
                <a:extLst>
                  <a:ext uri="{FF2B5EF4-FFF2-40B4-BE49-F238E27FC236}">
                    <a16:creationId xmlns:a16="http://schemas.microsoft.com/office/drawing/2014/main" id="{47C72AD1-C321-0360-EC43-F4FAF1326765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" name="pg2058">
                <a:extLst>
                  <a:ext uri="{FF2B5EF4-FFF2-40B4-BE49-F238E27FC236}">
                    <a16:creationId xmlns:a16="http://schemas.microsoft.com/office/drawing/2014/main" id="{46206787-BDC0-3126-960C-58DD2275EF56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" name="pg2059">
                <a:extLst>
                  <a:ext uri="{FF2B5EF4-FFF2-40B4-BE49-F238E27FC236}">
                    <a16:creationId xmlns:a16="http://schemas.microsoft.com/office/drawing/2014/main" id="{D2768BFD-7566-F65F-35AA-FD0AA9D72FD3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" name="pg2060">
                <a:extLst>
                  <a:ext uri="{FF2B5EF4-FFF2-40B4-BE49-F238E27FC236}">
                    <a16:creationId xmlns:a16="http://schemas.microsoft.com/office/drawing/2014/main" id="{9A202361-9281-B9C5-700D-EC87287136DF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" name="pg2061">
                <a:extLst>
                  <a:ext uri="{FF2B5EF4-FFF2-40B4-BE49-F238E27FC236}">
                    <a16:creationId xmlns:a16="http://schemas.microsoft.com/office/drawing/2014/main" id="{209C836B-E976-20D3-DAFC-5BB3D1349DD1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" name="pg2062">
                <a:extLst>
                  <a:ext uri="{FF2B5EF4-FFF2-40B4-BE49-F238E27FC236}">
                    <a16:creationId xmlns:a16="http://schemas.microsoft.com/office/drawing/2014/main" id="{A7D2AF36-C723-960D-5214-376BE8F7A963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" name="pg2063">
                <a:extLst>
                  <a:ext uri="{FF2B5EF4-FFF2-40B4-BE49-F238E27FC236}">
                    <a16:creationId xmlns:a16="http://schemas.microsoft.com/office/drawing/2014/main" id="{F8A9E441-4A06-AF2C-B6D6-AA7F86451661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" name="pg2064">
                <a:extLst>
                  <a:ext uri="{FF2B5EF4-FFF2-40B4-BE49-F238E27FC236}">
                    <a16:creationId xmlns:a16="http://schemas.microsoft.com/office/drawing/2014/main" id="{758CA31E-CB45-A31C-2DA0-0E15E49AB1B9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" name="pg2065">
                <a:extLst>
                  <a:ext uri="{FF2B5EF4-FFF2-40B4-BE49-F238E27FC236}">
                    <a16:creationId xmlns:a16="http://schemas.microsoft.com/office/drawing/2014/main" id="{8864DFF3-0C09-CBE2-0529-422932EE1E01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" name="pg2066">
                <a:extLst>
                  <a:ext uri="{FF2B5EF4-FFF2-40B4-BE49-F238E27FC236}">
                    <a16:creationId xmlns:a16="http://schemas.microsoft.com/office/drawing/2014/main" id="{69EFEB5C-342E-3322-CC45-E281015F27C3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" name="pg2067">
                <a:extLst>
                  <a:ext uri="{FF2B5EF4-FFF2-40B4-BE49-F238E27FC236}">
                    <a16:creationId xmlns:a16="http://schemas.microsoft.com/office/drawing/2014/main" id="{95EFEDFF-14A1-0474-BF31-A7FFC1752C5A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" name="pg2068">
                <a:extLst>
                  <a:ext uri="{FF2B5EF4-FFF2-40B4-BE49-F238E27FC236}">
                    <a16:creationId xmlns:a16="http://schemas.microsoft.com/office/drawing/2014/main" id="{9B503701-B46D-4F5F-F4FF-4CF6D2BD8027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" name="pg2069">
                <a:extLst>
                  <a:ext uri="{FF2B5EF4-FFF2-40B4-BE49-F238E27FC236}">
                    <a16:creationId xmlns:a16="http://schemas.microsoft.com/office/drawing/2014/main" id="{A3D11079-F5E3-E954-5DB9-E77693176A65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" name="pg2070">
                <a:extLst>
                  <a:ext uri="{FF2B5EF4-FFF2-40B4-BE49-F238E27FC236}">
                    <a16:creationId xmlns:a16="http://schemas.microsoft.com/office/drawing/2014/main" id="{7BDEE1C1-86D3-AABD-F3B8-D2A6A82D00C1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" name="pg2071">
                <a:extLst>
                  <a:ext uri="{FF2B5EF4-FFF2-40B4-BE49-F238E27FC236}">
                    <a16:creationId xmlns:a16="http://schemas.microsoft.com/office/drawing/2014/main" id="{223DF19E-19B7-E534-6B90-A7C5E9906436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" name="pg2072">
                <a:extLst>
                  <a:ext uri="{FF2B5EF4-FFF2-40B4-BE49-F238E27FC236}">
                    <a16:creationId xmlns:a16="http://schemas.microsoft.com/office/drawing/2014/main" id="{95E38EAA-853D-CFD8-E196-7A4E300F364A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" name="pg2073">
                <a:extLst>
                  <a:ext uri="{FF2B5EF4-FFF2-40B4-BE49-F238E27FC236}">
                    <a16:creationId xmlns:a16="http://schemas.microsoft.com/office/drawing/2014/main" id="{7F1229CE-D6B9-771C-19E3-1FF0492B0A1B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" name="pg2074">
                <a:extLst>
                  <a:ext uri="{FF2B5EF4-FFF2-40B4-BE49-F238E27FC236}">
                    <a16:creationId xmlns:a16="http://schemas.microsoft.com/office/drawing/2014/main" id="{6F5BC1C0-4EE2-5BA2-2A47-182A8C9B35D0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" name="pg2075">
                <a:extLst>
                  <a:ext uri="{FF2B5EF4-FFF2-40B4-BE49-F238E27FC236}">
                    <a16:creationId xmlns:a16="http://schemas.microsoft.com/office/drawing/2014/main" id="{8771F051-C4A0-959F-6D18-AE387C598AB1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" name="pg2076">
                <a:extLst>
                  <a:ext uri="{FF2B5EF4-FFF2-40B4-BE49-F238E27FC236}">
                    <a16:creationId xmlns:a16="http://schemas.microsoft.com/office/drawing/2014/main" id="{39112004-0C7F-F402-3EB4-908D1F4730CA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" name="pg2077">
                <a:extLst>
                  <a:ext uri="{FF2B5EF4-FFF2-40B4-BE49-F238E27FC236}">
                    <a16:creationId xmlns:a16="http://schemas.microsoft.com/office/drawing/2014/main" id="{671F73DD-8FC2-3BEB-A71B-FB3CE1A77D18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" name="pg2078">
                <a:extLst>
                  <a:ext uri="{FF2B5EF4-FFF2-40B4-BE49-F238E27FC236}">
                    <a16:creationId xmlns:a16="http://schemas.microsoft.com/office/drawing/2014/main" id="{55184A37-4641-ED2F-AD0C-B0771846AC8B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" name="pg2079">
                <a:extLst>
                  <a:ext uri="{FF2B5EF4-FFF2-40B4-BE49-F238E27FC236}">
                    <a16:creationId xmlns:a16="http://schemas.microsoft.com/office/drawing/2014/main" id="{6B88F90E-DB46-7E44-917F-26A543812318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" name="pg2080">
                <a:extLst>
                  <a:ext uri="{FF2B5EF4-FFF2-40B4-BE49-F238E27FC236}">
                    <a16:creationId xmlns:a16="http://schemas.microsoft.com/office/drawing/2014/main" id="{0574F71C-8303-CD7A-9010-7911F3734B0F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" name="pg2081">
                <a:extLst>
                  <a:ext uri="{FF2B5EF4-FFF2-40B4-BE49-F238E27FC236}">
                    <a16:creationId xmlns:a16="http://schemas.microsoft.com/office/drawing/2014/main" id="{7C6E4075-D369-48F7-8582-2789CFF97150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" name="pg2082">
                <a:extLst>
                  <a:ext uri="{FF2B5EF4-FFF2-40B4-BE49-F238E27FC236}">
                    <a16:creationId xmlns:a16="http://schemas.microsoft.com/office/drawing/2014/main" id="{68F34DEB-1ACB-AE3A-A472-286D38DA0179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" name="pg2083">
                <a:extLst>
                  <a:ext uri="{FF2B5EF4-FFF2-40B4-BE49-F238E27FC236}">
                    <a16:creationId xmlns:a16="http://schemas.microsoft.com/office/drawing/2014/main" id="{0FC84C4F-93B8-FC9D-EAB3-A656F2399074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" name="pg2084">
                <a:extLst>
                  <a:ext uri="{FF2B5EF4-FFF2-40B4-BE49-F238E27FC236}">
                    <a16:creationId xmlns:a16="http://schemas.microsoft.com/office/drawing/2014/main" id="{B5F9C09A-B4EA-C5E2-EB26-C8D484B6A242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" name="pg2085">
                <a:extLst>
                  <a:ext uri="{FF2B5EF4-FFF2-40B4-BE49-F238E27FC236}">
                    <a16:creationId xmlns:a16="http://schemas.microsoft.com/office/drawing/2014/main" id="{E5D40B00-8B31-933D-185A-5AA74F29CB7B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" name="pg2086">
                <a:extLst>
                  <a:ext uri="{FF2B5EF4-FFF2-40B4-BE49-F238E27FC236}">
                    <a16:creationId xmlns:a16="http://schemas.microsoft.com/office/drawing/2014/main" id="{9266D07C-D615-E43C-1DF0-9659525892A5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" name="pg2087">
                <a:extLst>
                  <a:ext uri="{FF2B5EF4-FFF2-40B4-BE49-F238E27FC236}">
                    <a16:creationId xmlns:a16="http://schemas.microsoft.com/office/drawing/2014/main" id="{370CE406-46E9-159F-5F9B-2594FD3B8D52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" name="pg2088">
                <a:extLst>
                  <a:ext uri="{FF2B5EF4-FFF2-40B4-BE49-F238E27FC236}">
                    <a16:creationId xmlns:a16="http://schemas.microsoft.com/office/drawing/2014/main" id="{1E558871-75E5-E0F5-BCDB-3B43B69621DC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" name="pg2089">
                <a:extLst>
                  <a:ext uri="{FF2B5EF4-FFF2-40B4-BE49-F238E27FC236}">
                    <a16:creationId xmlns:a16="http://schemas.microsoft.com/office/drawing/2014/main" id="{FC79B390-F92E-C4C9-357A-2C68361B58A7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" name="pg2090">
                <a:extLst>
                  <a:ext uri="{FF2B5EF4-FFF2-40B4-BE49-F238E27FC236}">
                    <a16:creationId xmlns:a16="http://schemas.microsoft.com/office/drawing/2014/main" id="{618F3C47-11E9-A031-3485-24963B9BB872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" name="pg2091">
                <a:extLst>
                  <a:ext uri="{FF2B5EF4-FFF2-40B4-BE49-F238E27FC236}">
                    <a16:creationId xmlns:a16="http://schemas.microsoft.com/office/drawing/2014/main" id="{0A5E32D5-8762-9062-0348-A66B66B76D34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" name="pg2092">
                <a:extLst>
                  <a:ext uri="{FF2B5EF4-FFF2-40B4-BE49-F238E27FC236}">
                    <a16:creationId xmlns:a16="http://schemas.microsoft.com/office/drawing/2014/main" id="{074E165C-3CFE-3D02-8997-BD25A12FF236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" name="pg2093">
                <a:extLst>
                  <a:ext uri="{FF2B5EF4-FFF2-40B4-BE49-F238E27FC236}">
                    <a16:creationId xmlns:a16="http://schemas.microsoft.com/office/drawing/2014/main" id="{9FBCE5CF-CA19-5ACB-CFE9-D9AB852730B0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" name="pg2094">
                <a:extLst>
                  <a:ext uri="{FF2B5EF4-FFF2-40B4-BE49-F238E27FC236}">
                    <a16:creationId xmlns:a16="http://schemas.microsoft.com/office/drawing/2014/main" id="{ACB46F8F-2249-9CBD-EAF5-39C9C5232807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" name="pg2095">
                <a:extLst>
                  <a:ext uri="{FF2B5EF4-FFF2-40B4-BE49-F238E27FC236}">
                    <a16:creationId xmlns:a16="http://schemas.microsoft.com/office/drawing/2014/main" id="{F17804B6-0722-7A05-98A5-38DBA7939E89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" name="pg2096">
                <a:extLst>
                  <a:ext uri="{FF2B5EF4-FFF2-40B4-BE49-F238E27FC236}">
                    <a16:creationId xmlns:a16="http://schemas.microsoft.com/office/drawing/2014/main" id="{DBFA5F0C-B488-892F-B60D-B83F0CB9A72C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" name="pg2097">
                <a:extLst>
                  <a:ext uri="{FF2B5EF4-FFF2-40B4-BE49-F238E27FC236}">
                    <a16:creationId xmlns:a16="http://schemas.microsoft.com/office/drawing/2014/main" id="{31A0C7F3-842E-5964-12F0-06E4A632AD60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" name="pg2098">
                <a:extLst>
                  <a:ext uri="{FF2B5EF4-FFF2-40B4-BE49-F238E27FC236}">
                    <a16:creationId xmlns:a16="http://schemas.microsoft.com/office/drawing/2014/main" id="{C9087135-594D-6779-E0CA-28B622572822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" name="pg2099">
                <a:extLst>
                  <a:ext uri="{FF2B5EF4-FFF2-40B4-BE49-F238E27FC236}">
                    <a16:creationId xmlns:a16="http://schemas.microsoft.com/office/drawing/2014/main" id="{A83645A9-37DB-FDD7-2565-963BEFE39BFE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" name="pg2100">
                <a:extLst>
                  <a:ext uri="{FF2B5EF4-FFF2-40B4-BE49-F238E27FC236}">
                    <a16:creationId xmlns:a16="http://schemas.microsoft.com/office/drawing/2014/main" id="{8509FDF3-433D-0507-DEA9-EC40973DC38D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" name="pg2101">
                <a:extLst>
                  <a:ext uri="{FF2B5EF4-FFF2-40B4-BE49-F238E27FC236}">
                    <a16:creationId xmlns:a16="http://schemas.microsoft.com/office/drawing/2014/main" id="{D2A6A754-EA5A-35A3-CF35-6E3AB5D9E221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" name="pg2102">
                <a:extLst>
                  <a:ext uri="{FF2B5EF4-FFF2-40B4-BE49-F238E27FC236}">
                    <a16:creationId xmlns:a16="http://schemas.microsoft.com/office/drawing/2014/main" id="{2F289D16-855F-2633-2B0F-9B9FCDCE8250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" name="pg2103">
                <a:extLst>
                  <a:ext uri="{FF2B5EF4-FFF2-40B4-BE49-F238E27FC236}">
                    <a16:creationId xmlns:a16="http://schemas.microsoft.com/office/drawing/2014/main" id="{FA64F6E3-C202-C973-22BC-E3243531DDBF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" name="pg2104">
                <a:extLst>
                  <a:ext uri="{FF2B5EF4-FFF2-40B4-BE49-F238E27FC236}">
                    <a16:creationId xmlns:a16="http://schemas.microsoft.com/office/drawing/2014/main" id="{610A2D6E-F7B1-FDD6-DBD3-63B0503E6CFD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" name="pg2105">
                <a:extLst>
                  <a:ext uri="{FF2B5EF4-FFF2-40B4-BE49-F238E27FC236}">
                    <a16:creationId xmlns:a16="http://schemas.microsoft.com/office/drawing/2014/main" id="{FA2A2B2E-70BE-DD76-D5D9-0B60B45C4ACF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" name="pg2106">
                <a:extLst>
                  <a:ext uri="{FF2B5EF4-FFF2-40B4-BE49-F238E27FC236}">
                    <a16:creationId xmlns:a16="http://schemas.microsoft.com/office/drawing/2014/main" id="{DE86ACB9-7B9D-CB40-2A0F-4AA1CE88C8A1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" name="pg2107">
                <a:extLst>
                  <a:ext uri="{FF2B5EF4-FFF2-40B4-BE49-F238E27FC236}">
                    <a16:creationId xmlns:a16="http://schemas.microsoft.com/office/drawing/2014/main" id="{ABC5A705-1A47-E2E1-C89B-6D8F080D37AC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" name="pg2108">
                <a:extLst>
                  <a:ext uri="{FF2B5EF4-FFF2-40B4-BE49-F238E27FC236}">
                    <a16:creationId xmlns:a16="http://schemas.microsoft.com/office/drawing/2014/main" id="{EB75D4F9-7A81-1E86-EEBD-A62C1E2192B3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" name="pg2109">
                <a:extLst>
                  <a:ext uri="{FF2B5EF4-FFF2-40B4-BE49-F238E27FC236}">
                    <a16:creationId xmlns:a16="http://schemas.microsoft.com/office/drawing/2014/main" id="{D24E5A9C-5DD7-F817-3A21-75BB11021CE0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" name="pg2110">
                <a:extLst>
                  <a:ext uri="{FF2B5EF4-FFF2-40B4-BE49-F238E27FC236}">
                    <a16:creationId xmlns:a16="http://schemas.microsoft.com/office/drawing/2014/main" id="{833F53E2-709A-6C89-8BDC-539B0720073A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" name="pg2111">
                <a:extLst>
                  <a:ext uri="{FF2B5EF4-FFF2-40B4-BE49-F238E27FC236}">
                    <a16:creationId xmlns:a16="http://schemas.microsoft.com/office/drawing/2014/main" id="{C8EA78ED-1D0E-41DD-2601-51997F50A83C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" name="pg2112">
                <a:extLst>
                  <a:ext uri="{FF2B5EF4-FFF2-40B4-BE49-F238E27FC236}">
                    <a16:creationId xmlns:a16="http://schemas.microsoft.com/office/drawing/2014/main" id="{B3A3AC2F-2AC7-64D1-F23D-D5A3C728E651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" name="pg2113">
                <a:extLst>
                  <a:ext uri="{FF2B5EF4-FFF2-40B4-BE49-F238E27FC236}">
                    <a16:creationId xmlns:a16="http://schemas.microsoft.com/office/drawing/2014/main" id="{C6760281-785A-9DCC-8F66-9649B9DB8F2F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" name="pg2114">
                <a:extLst>
                  <a:ext uri="{FF2B5EF4-FFF2-40B4-BE49-F238E27FC236}">
                    <a16:creationId xmlns:a16="http://schemas.microsoft.com/office/drawing/2014/main" id="{A5D120A7-C15F-61A6-E06C-239FD4F1284E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" name="pg2115">
                <a:extLst>
                  <a:ext uri="{FF2B5EF4-FFF2-40B4-BE49-F238E27FC236}">
                    <a16:creationId xmlns:a16="http://schemas.microsoft.com/office/drawing/2014/main" id="{C858FAF6-D7FA-3599-E91A-866EA6DB2F27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" name="pg2116">
                <a:extLst>
                  <a:ext uri="{FF2B5EF4-FFF2-40B4-BE49-F238E27FC236}">
                    <a16:creationId xmlns:a16="http://schemas.microsoft.com/office/drawing/2014/main" id="{BA4D870F-E88C-4990-4BB5-46E44874DB97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" name="pg2117">
                <a:extLst>
                  <a:ext uri="{FF2B5EF4-FFF2-40B4-BE49-F238E27FC236}">
                    <a16:creationId xmlns:a16="http://schemas.microsoft.com/office/drawing/2014/main" id="{569E994D-652A-8600-FC02-7867F52A4208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" name="pg2118">
                <a:extLst>
                  <a:ext uri="{FF2B5EF4-FFF2-40B4-BE49-F238E27FC236}">
                    <a16:creationId xmlns:a16="http://schemas.microsoft.com/office/drawing/2014/main" id="{54DB19C2-48C2-519C-B0EE-617742933A59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" name="pg2119">
                <a:extLst>
                  <a:ext uri="{FF2B5EF4-FFF2-40B4-BE49-F238E27FC236}">
                    <a16:creationId xmlns:a16="http://schemas.microsoft.com/office/drawing/2014/main" id="{BA5BADAA-4AFE-EB3B-F05D-AD8AE13917EC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" name="pg2120">
                <a:extLst>
                  <a:ext uri="{FF2B5EF4-FFF2-40B4-BE49-F238E27FC236}">
                    <a16:creationId xmlns:a16="http://schemas.microsoft.com/office/drawing/2014/main" id="{0FDA02CF-6980-47D6-7A65-5610572FDF66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" name="pg2121">
                <a:extLst>
                  <a:ext uri="{FF2B5EF4-FFF2-40B4-BE49-F238E27FC236}">
                    <a16:creationId xmlns:a16="http://schemas.microsoft.com/office/drawing/2014/main" id="{FB42BC42-9EF5-8F7A-1799-B37523E9DF20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" name="pg2122">
                <a:extLst>
                  <a:ext uri="{FF2B5EF4-FFF2-40B4-BE49-F238E27FC236}">
                    <a16:creationId xmlns:a16="http://schemas.microsoft.com/office/drawing/2014/main" id="{27562F3C-2465-CC55-B3EC-DC1A88205E18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" name="pg2123">
                <a:extLst>
                  <a:ext uri="{FF2B5EF4-FFF2-40B4-BE49-F238E27FC236}">
                    <a16:creationId xmlns:a16="http://schemas.microsoft.com/office/drawing/2014/main" id="{FBF7F740-6C1B-EDAA-1C95-0863F2EF0B81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" name="pg2124">
                <a:extLst>
                  <a:ext uri="{FF2B5EF4-FFF2-40B4-BE49-F238E27FC236}">
                    <a16:creationId xmlns:a16="http://schemas.microsoft.com/office/drawing/2014/main" id="{4E260046-A9F0-3C48-B145-9CC1EA19206B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" name="pg2125">
                <a:extLst>
                  <a:ext uri="{FF2B5EF4-FFF2-40B4-BE49-F238E27FC236}">
                    <a16:creationId xmlns:a16="http://schemas.microsoft.com/office/drawing/2014/main" id="{E2C52A87-0683-2313-8ED9-32E30790EE9D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1">
                  <a:alpha val="100000"/>
                </a:srgbClr>
              </a:solidFill>
              <a:ln w="5420" cap="flat">
                <a:solidFill>
                  <a:srgbClr val="6C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" name="pg2126">
                <a:extLst>
                  <a:ext uri="{FF2B5EF4-FFF2-40B4-BE49-F238E27FC236}">
                    <a16:creationId xmlns:a16="http://schemas.microsoft.com/office/drawing/2014/main" id="{4F1E95F3-67C4-8F5B-F21B-5A8F2A9D9DE0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" name="pg2127">
                <a:extLst>
                  <a:ext uri="{FF2B5EF4-FFF2-40B4-BE49-F238E27FC236}">
                    <a16:creationId xmlns:a16="http://schemas.microsoft.com/office/drawing/2014/main" id="{7529C529-CCB5-265A-8DD9-CFB10E633CC5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" name="pg2128">
                <a:extLst>
                  <a:ext uri="{FF2B5EF4-FFF2-40B4-BE49-F238E27FC236}">
                    <a16:creationId xmlns:a16="http://schemas.microsoft.com/office/drawing/2014/main" id="{A36ACB0F-D4E3-BF01-0009-CE04F3A98AFE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" name="pg2129">
                <a:extLst>
                  <a:ext uri="{FF2B5EF4-FFF2-40B4-BE49-F238E27FC236}">
                    <a16:creationId xmlns:a16="http://schemas.microsoft.com/office/drawing/2014/main" id="{E51C5209-F47E-AA2B-6ADA-6B3E2F44401D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" name="pg2130">
                <a:extLst>
                  <a:ext uri="{FF2B5EF4-FFF2-40B4-BE49-F238E27FC236}">
                    <a16:creationId xmlns:a16="http://schemas.microsoft.com/office/drawing/2014/main" id="{3D9C627A-9485-7970-6BCA-40056CEDCAC4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" name="pg2131">
                <a:extLst>
                  <a:ext uri="{FF2B5EF4-FFF2-40B4-BE49-F238E27FC236}">
                    <a16:creationId xmlns:a16="http://schemas.microsoft.com/office/drawing/2014/main" id="{7485002A-09AF-0B68-9F77-E1956968BBD8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" name="pg2132">
                <a:extLst>
                  <a:ext uri="{FF2B5EF4-FFF2-40B4-BE49-F238E27FC236}">
                    <a16:creationId xmlns:a16="http://schemas.microsoft.com/office/drawing/2014/main" id="{E236F430-9731-213C-C725-1D0910D03E10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" name="pg2133">
                <a:extLst>
                  <a:ext uri="{FF2B5EF4-FFF2-40B4-BE49-F238E27FC236}">
                    <a16:creationId xmlns:a16="http://schemas.microsoft.com/office/drawing/2014/main" id="{792DFB5C-C1E2-E295-50DE-B187D1629E0A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" name="pg2134">
                <a:extLst>
                  <a:ext uri="{FF2B5EF4-FFF2-40B4-BE49-F238E27FC236}">
                    <a16:creationId xmlns:a16="http://schemas.microsoft.com/office/drawing/2014/main" id="{AB4CD3F1-B698-9EC7-9DC4-3AB1B1041D68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" name="pg2135">
                <a:extLst>
                  <a:ext uri="{FF2B5EF4-FFF2-40B4-BE49-F238E27FC236}">
                    <a16:creationId xmlns:a16="http://schemas.microsoft.com/office/drawing/2014/main" id="{5EC0E5DB-3BB5-D8E0-75DD-D68941A7B45E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" name="pg2136">
                <a:extLst>
                  <a:ext uri="{FF2B5EF4-FFF2-40B4-BE49-F238E27FC236}">
                    <a16:creationId xmlns:a16="http://schemas.microsoft.com/office/drawing/2014/main" id="{E854CEF6-C29C-B4DF-8071-D7232B47E905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" name="pg2137">
                <a:extLst>
                  <a:ext uri="{FF2B5EF4-FFF2-40B4-BE49-F238E27FC236}">
                    <a16:creationId xmlns:a16="http://schemas.microsoft.com/office/drawing/2014/main" id="{58F063E5-7B13-8D37-838F-B8CD0C5FDA63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" name="pg2138">
                <a:extLst>
                  <a:ext uri="{FF2B5EF4-FFF2-40B4-BE49-F238E27FC236}">
                    <a16:creationId xmlns:a16="http://schemas.microsoft.com/office/drawing/2014/main" id="{5B6BC4A3-3769-740C-B9DA-A199ED0D3332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" name="pg2139">
                <a:extLst>
                  <a:ext uri="{FF2B5EF4-FFF2-40B4-BE49-F238E27FC236}">
                    <a16:creationId xmlns:a16="http://schemas.microsoft.com/office/drawing/2014/main" id="{877A2656-02B6-5A0D-B631-50C2ABB38295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" name="pg2140">
                <a:extLst>
                  <a:ext uri="{FF2B5EF4-FFF2-40B4-BE49-F238E27FC236}">
                    <a16:creationId xmlns:a16="http://schemas.microsoft.com/office/drawing/2014/main" id="{4551F19A-5C21-EF2C-2A1F-11591C62B10E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" name="pg2141">
                <a:extLst>
                  <a:ext uri="{FF2B5EF4-FFF2-40B4-BE49-F238E27FC236}">
                    <a16:creationId xmlns:a16="http://schemas.microsoft.com/office/drawing/2014/main" id="{55A6A8BB-E17D-9322-0E91-2B1AE5CCC3F0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" name="pg2142">
                <a:extLst>
                  <a:ext uri="{FF2B5EF4-FFF2-40B4-BE49-F238E27FC236}">
                    <a16:creationId xmlns:a16="http://schemas.microsoft.com/office/drawing/2014/main" id="{88400F55-65F3-485D-6EB1-62A46C88F8F6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" name="pg2143">
                <a:extLst>
                  <a:ext uri="{FF2B5EF4-FFF2-40B4-BE49-F238E27FC236}">
                    <a16:creationId xmlns:a16="http://schemas.microsoft.com/office/drawing/2014/main" id="{633EB4A5-5E0C-E1C8-C7EA-2F510D84FDE8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" name="pg2144">
                <a:extLst>
                  <a:ext uri="{FF2B5EF4-FFF2-40B4-BE49-F238E27FC236}">
                    <a16:creationId xmlns:a16="http://schemas.microsoft.com/office/drawing/2014/main" id="{3986070B-F92F-3B52-0484-36552C0A7332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" name="pg2145">
                <a:extLst>
                  <a:ext uri="{FF2B5EF4-FFF2-40B4-BE49-F238E27FC236}">
                    <a16:creationId xmlns:a16="http://schemas.microsoft.com/office/drawing/2014/main" id="{3745C673-599B-60A9-C8C3-B6468BCA4CF4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" name="pg2146">
                <a:extLst>
                  <a:ext uri="{FF2B5EF4-FFF2-40B4-BE49-F238E27FC236}">
                    <a16:creationId xmlns:a16="http://schemas.microsoft.com/office/drawing/2014/main" id="{9D0AF762-0AA7-839B-96BD-16D7B52BC2A8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" name="pg2147">
                <a:extLst>
                  <a:ext uri="{FF2B5EF4-FFF2-40B4-BE49-F238E27FC236}">
                    <a16:creationId xmlns:a16="http://schemas.microsoft.com/office/drawing/2014/main" id="{4CA5DA56-3244-E2CD-2BDD-9BFF4FDB0559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" name="pg2148">
                <a:extLst>
                  <a:ext uri="{FF2B5EF4-FFF2-40B4-BE49-F238E27FC236}">
                    <a16:creationId xmlns:a16="http://schemas.microsoft.com/office/drawing/2014/main" id="{1DB4B4A4-2930-E73E-D551-87956996D7D3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" name="pg2149">
                <a:extLst>
                  <a:ext uri="{FF2B5EF4-FFF2-40B4-BE49-F238E27FC236}">
                    <a16:creationId xmlns:a16="http://schemas.microsoft.com/office/drawing/2014/main" id="{E17B0995-F026-8F2D-415F-8B73F1EAC049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" name="pg2150">
                <a:extLst>
                  <a:ext uri="{FF2B5EF4-FFF2-40B4-BE49-F238E27FC236}">
                    <a16:creationId xmlns:a16="http://schemas.microsoft.com/office/drawing/2014/main" id="{CBDEAB33-DDC3-113C-0167-7ACA7FC71C4F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" name="pg2151">
                <a:extLst>
                  <a:ext uri="{FF2B5EF4-FFF2-40B4-BE49-F238E27FC236}">
                    <a16:creationId xmlns:a16="http://schemas.microsoft.com/office/drawing/2014/main" id="{6B92EACD-AC3C-6D09-A2B2-A8FD24609590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" name="pg2152">
                <a:extLst>
                  <a:ext uri="{FF2B5EF4-FFF2-40B4-BE49-F238E27FC236}">
                    <a16:creationId xmlns:a16="http://schemas.microsoft.com/office/drawing/2014/main" id="{BD7A5263-4BAF-88B8-FC83-A887AD2CDC6E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" name="pg2153">
                <a:extLst>
                  <a:ext uri="{FF2B5EF4-FFF2-40B4-BE49-F238E27FC236}">
                    <a16:creationId xmlns:a16="http://schemas.microsoft.com/office/drawing/2014/main" id="{A8AC5C7F-9A4D-4049-3E13-CD48D82C8500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" name="pg2154">
                <a:extLst>
                  <a:ext uri="{FF2B5EF4-FFF2-40B4-BE49-F238E27FC236}">
                    <a16:creationId xmlns:a16="http://schemas.microsoft.com/office/drawing/2014/main" id="{270B8092-C226-8894-1581-404B02C732E2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" name="pg2155">
                <a:extLst>
                  <a:ext uri="{FF2B5EF4-FFF2-40B4-BE49-F238E27FC236}">
                    <a16:creationId xmlns:a16="http://schemas.microsoft.com/office/drawing/2014/main" id="{FF2CC47B-FA68-C828-C06E-A499745AA19F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" name="pg2156">
                <a:extLst>
                  <a:ext uri="{FF2B5EF4-FFF2-40B4-BE49-F238E27FC236}">
                    <a16:creationId xmlns:a16="http://schemas.microsoft.com/office/drawing/2014/main" id="{90D6DE2C-0F46-13C6-0B04-5A65AE676A09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" name="pg2157">
                <a:extLst>
                  <a:ext uri="{FF2B5EF4-FFF2-40B4-BE49-F238E27FC236}">
                    <a16:creationId xmlns:a16="http://schemas.microsoft.com/office/drawing/2014/main" id="{6912D70B-5731-A0DF-127B-F3A0FCE20E7B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" name="pg2158">
                <a:extLst>
                  <a:ext uri="{FF2B5EF4-FFF2-40B4-BE49-F238E27FC236}">
                    <a16:creationId xmlns:a16="http://schemas.microsoft.com/office/drawing/2014/main" id="{141E86BF-DA4A-93D1-CC64-9A130C0FF6E4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" name="pg2159">
                <a:extLst>
                  <a:ext uri="{FF2B5EF4-FFF2-40B4-BE49-F238E27FC236}">
                    <a16:creationId xmlns:a16="http://schemas.microsoft.com/office/drawing/2014/main" id="{74B8A5E0-962A-7179-8D94-68772777976E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" name="pg2160">
                <a:extLst>
                  <a:ext uri="{FF2B5EF4-FFF2-40B4-BE49-F238E27FC236}">
                    <a16:creationId xmlns:a16="http://schemas.microsoft.com/office/drawing/2014/main" id="{84019360-F712-FEA3-297E-2CFF8927E8AC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" name="pg2161">
                <a:extLst>
                  <a:ext uri="{FF2B5EF4-FFF2-40B4-BE49-F238E27FC236}">
                    <a16:creationId xmlns:a16="http://schemas.microsoft.com/office/drawing/2014/main" id="{A1A6FFD0-D0C8-0885-9A97-7A02C080A320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" name="pg2162">
                <a:extLst>
                  <a:ext uri="{FF2B5EF4-FFF2-40B4-BE49-F238E27FC236}">
                    <a16:creationId xmlns:a16="http://schemas.microsoft.com/office/drawing/2014/main" id="{AA81FCDA-D8F8-06C8-C869-D8AA13C2CFA3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" name="pg2163">
                <a:extLst>
                  <a:ext uri="{FF2B5EF4-FFF2-40B4-BE49-F238E27FC236}">
                    <a16:creationId xmlns:a16="http://schemas.microsoft.com/office/drawing/2014/main" id="{873D3F4D-9E7F-59D6-6093-73E434F4062F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" name="pg2164">
                <a:extLst>
                  <a:ext uri="{FF2B5EF4-FFF2-40B4-BE49-F238E27FC236}">
                    <a16:creationId xmlns:a16="http://schemas.microsoft.com/office/drawing/2014/main" id="{CF9E9304-CD81-90BA-8CC1-9DAFC82E1A85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" name="pg2165">
                <a:extLst>
                  <a:ext uri="{FF2B5EF4-FFF2-40B4-BE49-F238E27FC236}">
                    <a16:creationId xmlns:a16="http://schemas.microsoft.com/office/drawing/2014/main" id="{01FA18B7-929E-985A-174E-ECBAC913B92A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" name="pg2166">
                <a:extLst>
                  <a:ext uri="{FF2B5EF4-FFF2-40B4-BE49-F238E27FC236}">
                    <a16:creationId xmlns:a16="http://schemas.microsoft.com/office/drawing/2014/main" id="{6BBB5D0E-8BA7-0803-ED59-6909C23F96E4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" name="pg2167">
                <a:extLst>
                  <a:ext uri="{FF2B5EF4-FFF2-40B4-BE49-F238E27FC236}">
                    <a16:creationId xmlns:a16="http://schemas.microsoft.com/office/drawing/2014/main" id="{EA190C17-594A-7272-C2B7-55CD86C820B3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" name="pg2168">
                <a:extLst>
                  <a:ext uri="{FF2B5EF4-FFF2-40B4-BE49-F238E27FC236}">
                    <a16:creationId xmlns:a16="http://schemas.microsoft.com/office/drawing/2014/main" id="{5714F39B-7A36-4402-2CC7-043E7164C497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" name="pg2169">
                <a:extLst>
                  <a:ext uri="{FF2B5EF4-FFF2-40B4-BE49-F238E27FC236}">
                    <a16:creationId xmlns:a16="http://schemas.microsoft.com/office/drawing/2014/main" id="{B5B0B469-1043-3AEE-6230-77C73F204A41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" name="pg2170">
                <a:extLst>
                  <a:ext uri="{FF2B5EF4-FFF2-40B4-BE49-F238E27FC236}">
                    <a16:creationId xmlns:a16="http://schemas.microsoft.com/office/drawing/2014/main" id="{DDCB54D0-DDAC-7878-A41A-9C027BE15203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" name="pg2171">
                <a:extLst>
                  <a:ext uri="{FF2B5EF4-FFF2-40B4-BE49-F238E27FC236}">
                    <a16:creationId xmlns:a16="http://schemas.microsoft.com/office/drawing/2014/main" id="{7685D25A-C121-1DFB-ABD0-4C8E5DA9BAAB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" name="pg2172">
                <a:extLst>
                  <a:ext uri="{FF2B5EF4-FFF2-40B4-BE49-F238E27FC236}">
                    <a16:creationId xmlns:a16="http://schemas.microsoft.com/office/drawing/2014/main" id="{B4185FD2-C493-F5C1-89B3-418B095B6B61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" name="pg2173">
                <a:extLst>
                  <a:ext uri="{FF2B5EF4-FFF2-40B4-BE49-F238E27FC236}">
                    <a16:creationId xmlns:a16="http://schemas.microsoft.com/office/drawing/2014/main" id="{FC798CEF-2E74-FC99-05E9-87D98E19E9C1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" name="pg2174">
                <a:extLst>
                  <a:ext uri="{FF2B5EF4-FFF2-40B4-BE49-F238E27FC236}">
                    <a16:creationId xmlns:a16="http://schemas.microsoft.com/office/drawing/2014/main" id="{23B9B05A-DE95-FCD4-D777-6C887C24B96C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" name="pg2175">
                <a:extLst>
                  <a:ext uri="{FF2B5EF4-FFF2-40B4-BE49-F238E27FC236}">
                    <a16:creationId xmlns:a16="http://schemas.microsoft.com/office/drawing/2014/main" id="{FD1420AE-FD1F-23E6-FB4E-01BFFC23F553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" name="pg2176">
                <a:extLst>
                  <a:ext uri="{FF2B5EF4-FFF2-40B4-BE49-F238E27FC236}">
                    <a16:creationId xmlns:a16="http://schemas.microsoft.com/office/drawing/2014/main" id="{E780CFF7-C08B-9581-8A09-3478C23C1215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" name="pg2177">
                <a:extLst>
                  <a:ext uri="{FF2B5EF4-FFF2-40B4-BE49-F238E27FC236}">
                    <a16:creationId xmlns:a16="http://schemas.microsoft.com/office/drawing/2014/main" id="{E8158659-0690-90B0-68E0-01AF22788DCC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" name="pg2178">
                <a:extLst>
                  <a:ext uri="{FF2B5EF4-FFF2-40B4-BE49-F238E27FC236}">
                    <a16:creationId xmlns:a16="http://schemas.microsoft.com/office/drawing/2014/main" id="{17ECDB89-6C0E-AA99-7570-6E0625B2EFAA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" name="pg2179">
                <a:extLst>
                  <a:ext uri="{FF2B5EF4-FFF2-40B4-BE49-F238E27FC236}">
                    <a16:creationId xmlns:a16="http://schemas.microsoft.com/office/drawing/2014/main" id="{8EFCAC17-66CE-D07E-4B78-5AFDFF77D2E0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" name="pg2180">
                <a:extLst>
                  <a:ext uri="{FF2B5EF4-FFF2-40B4-BE49-F238E27FC236}">
                    <a16:creationId xmlns:a16="http://schemas.microsoft.com/office/drawing/2014/main" id="{04DA998C-2848-B05C-53A2-D3D986901483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" name="pg2181">
                <a:extLst>
                  <a:ext uri="{FF2B5EF4-FFF2-40B4-BE49-F238E27FC236}">
                    <a16:creationId xmlns:a16="http://schemas.microsoft.com/office/drawing/2014/main" id="{E192C606-F375-E350-B5C2-AA811A042C31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" name="pg2182">
                <a:extLst>
                  <a:ext uri="{FF2B5EF4-FFF2-40B4-BE49-F238E27FC236}">
                    <a16:creationId xmlns:a16="http://schemas.microsoft.com/office/drawing/2014/main" id="{745A9E37-065D-1288-FE96-4082BD67EFF4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" name="pg2183">
                <a:extLst>
                  <a:ext uri="{FF2B5EF4-FFF2-40B4-BE49-F238E27FC236}">
                    <a16:creationId xmlns:a16="http://schemas.microsoft.com/office/drawing/2014/main" id="{9DE12ED0-EA4D-476E-92EB-A1861DAA2052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" name="pg2184">
                <a:extLst>
                  <a:ext uri="{FF2B5EF4-FFF2-40B4-BE49-F238E27FC236}">
                    <a16:creationId xmlns:a16="http://schemas.microsoft.com/office/drawing/2014/main" id="{40B7A7F0-E2F8-E118-C19D-5D15BCD15CAC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" name="pg2185">
                <a:extLst>
                  <a:ext uri="{FF2B5EF4-FFF2-40B4-BE49-F238E27FC236}">
                    <a16:creationId xmlns:a16="http://schemas.microsoft.com/office/drawing/2014/main" id="{51CC29D8-3096-6DAA-F815-CB9FFD53F966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" name="pg2186">
                <a:extLst>
                  <a:ext uri="{FF2B5EF4-FFF2-40B4-BE49-F238E27FC236}">
                    <a16:creationId xmlns:a16="http://schemas.microsoft.com/office/drawing/2014/main" id="{6A37EDCD-8D4D-EEE2-6586-DF8A215C2E1A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" name="pg2187">
                <a:extLst>
                  <a:ext uri="{FF2B5EF4-FFF2-40B4-BE49-F238E27FC236}">
                    <a16:creationId xmlns:a16="http://schemas.microsoft.com/office/drawing/2014/main" id="{593A94C2-A2A9-4CC7-8B3F-234C0F7C4A79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" name="pg2188">
                <a:extLst>
                  <a:ext uri="{FF2B5EF4-FFF2-40B4-BE49-F238E27FC236}">
                    <a16:creationId xmlns:a16="http://schemas.microsoft.com/office/drawing/2014/main" id="{1929BDA2-D955-66A1-1024-6A76FA1644E7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" name="pg2189">
                <a:extLst>
                  <a:ext uri="{FF2B5EF4-FFF2-40B4-BE49-F238E27FC236}">
                    <a16:creationId xmlns:a16="http://schemas.microsoft.com/office/drawing/2014/main" id="{FD8B177B-7385-BD8C-01D3-5E1D10AE0D94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" name="pg2190">
                <a:extLst>
                  <a:ext uri="{FF2B5EF4-FFF2-40B4-BE49-F238E27FC236}">
                    <a16:creationId xmlns:a16="http://schemas.microsoft.com/office/drawing/2014/main" id="{DF35FC6B-5AEF-8D3F-703D-8061A2502094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" name="pg2191">
                <a:extLst>
                  <a:ext uri="{FF2B5EF4-FFF2-40B4-BE49-F238E27FC236}">
                    <a16:creationId xmlns:a16="http://schemas.microsoft.com/office/drawing/2014/main" id="{E4B5901B-6396-EC03-E323-F3EC55DFCB37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" name="pg2192">
                <a:extLst>
                  <a:ext uri="{FF2B5EF4-FFF2-40B4-BE49-F238E27FC236}">
                    <a16:creationId xmlns:a16="http://schemas.microsoft.com/office/drawing/2014/main" id="{538289CA-688D-31AA-C4D6-E92BBF3316AB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" name="pg2193">
                <a:extLst>
                  <a:ext uri="{FF2B5EF4-FFF2-40B4-BE49-F238E27FC236}">
                    <a16:creationId xmlns:a16="http://schemas.microsoft.com/office/drawing/2014/main" id="{1073F3F2-3958-0E1B-6CF1-11EDF8208D04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" name="pg2194">
                <a:extLst>
                  <a:ext uri="{FF2B5EF4-FFF2-40B4-BE49-F238E27FC236}">
                    <a16:creationId xmlns:a16="http://schemas.microsoft.com/office/drawing/2014/main" id="{694AB71C-5632-628D-C0E2-0839CE2C960D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" name="pg2195">
                <a:extLst>
                  <a:ext uri="{FF2B5EF4-FFF2-40B4-BE49-F238E27FC236}">
                    <a16:creationId xmlns:a16="http://schemas.microsoft.com/office/drawing/2014/main" id="{52AE69AC-F414-F621-A589-559042CF6A51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" name="pg2196">
                <a:extLst>
                  <a:ext uri="{FF2B5EF4-FFF2-40B4-BE49-F238E27FC236}">
                    <a16:creationId xmlns:a16="http://schemas.microsoft.com/office/drawing/2014/main" id="{320AB7B4-E43B-F340-217F-4FE047C4504F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" name="pg2197">
                <a:extLst>
                  <a:ext uri="{FF2B5EF4-FFF2-40B4-BE49-F238E27FC236}">
                    <a16:creationId xmlns:a16="http://schemas.microsoft.com/office/drawing/2014/main" id="{0FFCD08F-095C-DDFD-9CD9-5FC74F4775BD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" name="pg2198">
                <a:extLst>
                  <a:ext uri="{FF2B5EF4-FFF2-40B4-BE49-F238E27FC236}">
                    <a16:creationId xmlns:a16="http://schemas.microsoft.com/office/drawing/2014/main" id="{3382D3CE-41B9-50F8-45B4-920C04DC7987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" name="pg2199">
                <a:extLst>
                  <a:ext uri="{FF2B5EF4-FFF2-40B4-BE49-F238E27FC236}">
                    <a16:creationId xmlns:a16="http://schemas.microsoft.com/office/drawing/2014/main" id="{45D1E147-B7D7-1FDA-A9AE-651864427E80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" name="pg2200">
                <a:extLst>
                  <a:ext uri="{FF2B5EF4-FFF2-40B4-BE49-F238E27FC236}">
                    <a16:creationId xmlns:a16="http://schemas.microsoft.com/office/drawing/2014/main" id="{283135BD-9AC4-63B2-89A3-959FDB8B0DE0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" name="pg2201">
                <a:extLst>
                  <a:ext uri="{FF2B5EF4-FFF2-40B4-BE49-F238E27FC236}">
                    <a16:creationId xmlns:a16="http://schemas.microsoft.com/office/drawing/2014/main" id="{97FEDF05-3D2F-9072-1571-E37D4F04EFB9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" name="pg2202">
                <a:extLst>
                  <a:ext uri="{FF2B5EF4-FFF2-40B4-BE49-F238E27FC236}">
                    <a16:creationId xmlns:a16="http://schemas.microsoft.com/office/drawing/2014/main" id="{A7549978-D483-28E1-9F6F-93EE177F636A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" name="pg2203">
                <a:extLst>
                  <a:ext uri="{FF2B5EF4-FFF2-40B4-BE49-F238E27FC236}">
                    <a16:creationId xmlns:a16="http://schemas.microsoft.com/office/drawing/2014/main" id="{BD77272D-7E11-6D04-CD11-AFF62088D0DC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" name="pg2204">
                <a:extLst>
                  <a:ext uri="{FF2B5EF4-FFF2-40B4-BE49-F238E27FC236}">
                    <a16:creationId xmlns:a16="http://schemas.microsoft.com/office/drawing/2014/main" id="{70810EF8-361F-4AA4-6832-54141319D0CF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" name="pg2205">
                <a:extLst>
                  <a:ext uri="{FF2B5EF4-FFF2-40B4-BE49-F238E27FC236}">
                    <a16:creationId xmlns:a16="http://schemas.microsoft.com/office/drawing/2014/main" id="{AB7AAA91-CBE5-F98E-A8B3-3FBEE897746A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" name="pg2206">
                <a:extLst>
                  <a:ext uri="{FF2B5EF4-FFF2-40B4-BE49-F238E27FC236}">
                    <a16:creationId xmlns:a16="http://schemas.microsoft.com/office/drawing/2014/main" id="{D60CDA3B-6DB5-3B4A-A5EA-711922E17F43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" name="pg2207">
                <a:extLst>
                  <a:ext uri="{FF2B5EF4-FFF2-40B4-BE49-F238E27FC236}">
                    <a16:creationId xmlns:a16="http://schemas.microsoft.com/office/drawing/2014/main" id="{80AECA0D-D3F4-4AA7-E575-9600837598E2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" name="pg2208">
                <a:extLst>
                  <a:ext uri="{FF2B5EF4-FFF2-40B4-BE49-F238E27FC236}">
                    <a16:creationId xmlns:a16="http://schemas.microsoft.com/office/drawing/2014/main" id="{73A3B897-CAB3-A7B3-0967-17816C83DB56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" name="pg2209">
                <a:extLst>
                  <a:ext uri="{FF2B5EF4-FFF2-40B4-BE49-F238E27FC236}">
                    <a16:creationId xmlns:a16="http://schemas.microsoft.com/office/drawing/2014/main" id="{309C8F55-2666-2AC7-1C28-96A8E88D992F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" name="pg2210">
                <a:extLst>
                  <a:ext uri="{FF2B5EF4-FFF2-40B4-BE49-F238E27FC236}">
                    <a16:creationId xmlns:a16="http://schemas.microsoft.com/office/drawing/2014/main" id="{4C6DE73F-8917-6E30-25FD-BDCE6B36E706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" name="pg2211">
                <a:extLst>
                  <a:ext uri="{FF2B5EF4-FFF2-40B4-BE49-F238E27FC236}">
                    <a16:creationId xmlns:a16="http://schemas.microsoft.com/office/drawing/2014/main" id="{6C774647-1E78-78D2-89F7-43E8EB37A11C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" name="pg2212">
                <a:extLst>
                  <a:ext uri="{FF2B5EF4-FFF2-40B4-BE49-F238E27FC236}">
                    <a16:creationId xmlns:a16="http://schemas.microsoft.com/office/drawing/2014/main" id="{99F64E54-DA10-D27F-F173-52AFC8615169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" name="pg2213">
                <a:extLst>
                  <a:ext uri="{FF2B5EF4-FFF2-40B4-BE49-F238E27FC236}">
                    <a16:creationId xmlns:a16="http://schemas.microsoft.com/office/drawing/2014/main" id="{FC74CD09-3059-1393-A87B-6C14F6792F7B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" name="pg2214">
                <a:extLst>
                  <a:ext uri="{FF2B5EF4-FFF2-40B4-BE49-F238E27FC236}">
                    <a16:creationId xmlns:a16="http://schemas.microsoft.com/office/drawing/2014/main" id="{4D7C79BE-383F-E4A3-3577-9382B8AA7422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" name="pg2215">
                <a:extLst>
                  <a:ext uri="{FF2B5EF4-FFF2-40B4-BE49-F238E27FC236}">
                    <a16:creationId xmlns:a16="http://schemas.microsoft.com/office/drawing/2014/main" id="{2D1CF3CE-0345-21EC-31C5-C9A8ED3F0F24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" name="pg2216">
                <a:extLst>
                  <a:ext uri="{FF2B5EF4-FFF2-40B4-BE49-F238E27FC236}">
                    <a16:creationId xmlns:a16="http://schemas.microsoft.com/office/drawing/2014/main" id="{43C2F094-E239-B080-35B7-49D468FB890A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" name="pg2217">
                <a:extLst>
                  <a:ext uri="{FF2B5EF4-FFF2-40B4-BE49-F238E27FC236}">
                    <a16:creationId xmlns:a16="http://schemas.microsoft.com/office/drawing/2014/main" id="{FEAB4C58-F577-FCB2-FCDD-84905C5A2E06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" name="pg2218">
                <a:extLst>
                  <a:ext uri="{FF2B5EF4-FFF2-40B4-BE49-F238E27FC236}">
                    <a16:creationId xmlns:a16="http://schemas.microsoft.com/office/drawing/2014/main" id="{8E462A38-CC78-7570-BC60-0B5F9A91CE55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" name="pg2219">
                <a:extLst>
                  <a:ext uri="{FF2B5EF4-FFF2-40B4-BE49-F238E27FC236}">
                    <a16:creationId xmlns:a16="http://schemas.microsoft.com/office/drawing/2014/main" id="{E8140290-457A-4F56-683A-0F483AF08F42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" name="pg2220">
                <a:extLst>
                  <a:ext uri="{FF2B5EF4-FFF2-40B4-BE49-F238E27FC236}">
                    <a16:creationId xmlns:a16="http://schemas.microsoft.com/office/drawing/2014/main" id="{83C9E730-DA16-2E8B-D38F-939BE1E6BA7D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" name="pg2221">
                <a:extLst>
                  <a:ext uri="{FF2B5EF4-FFF2-40B4-BE49-F238E27FC236}">
                    <a16:creationId xmlns:a16="http://schemas.microsoft.com/office/drawing/2014/main" id="{EBBC280E-C7C9-0897-5B81-FC71D6BF096B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" name="pg2222">
                <a:extLst>
                  <a:ext uri="{FF2B5EF4-FFF2-40B4-BE49-F238E27FC236}">
                    <a16:creationId xmlns:a16="http://schemas.microsoft.com/office/drawing/2014/main" id="{525D0D1A-4868-5B89-CE63-0125FE92816D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" name="pg2223">
                <a:extLst>
                  <a:ext uri="{FF2B5EF4-FFF2-40B4-BE49-F238E27FC236}">
                    <a16:creationId xmlns:a16="http://schemas.microsoft.com/office/drawing/2014/main" id="{FF350DCB-7619-1CC7-C5C9-B5335D477286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" name="pg2224">
                <a:extLst>
                  <a:ext uri="{FF2B5EF4-FFF2-40B4-BE49-F238E27FC236}">
                    <a16:creationId xmlns:a16="http://schemas.microsoft.com/office/drawing/2014/main" id="{23B4C2D3-37AA-9A00-1C2E-DE7D336B7F0E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" name="pg2225">
                <a:extLst>
                  <a:ext uri="{FF2B5EF4-FFF2-40B4-BE49-F238E27FC236}">
                    <a16:creationId xmlns:a16="http://schemas.microsoft.com/office/drawing/2014/main" id="{BE2169DE-AF90-0FBA-0307-784CA49425E1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" name="pg2226">
                <a:extLst>
                  <a:ext uri="{FF2B5EF4-FFF2-40B4-BE49-F238E27FC236}">
                    <a16:creationId xmlns:a16="http://schemas.microsoft.com/office/drawing/2014/main" id="{9EE777AB-EA72-CEA8-F873-21B1D6F6E4A9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8" name="pg2227">
                <a:extLst>
                  <a:ext uri="{FF2B5EF4-FFF2-40B4-BE49-F238E27FC236}">
                    <a16:creationId xmlns:a16="http://schemas.microsoft.com/office/drawing/2014/main" id="{7ED52CC1-C1CE-B674-6B6D-B5DCEBBEDFF4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9" name="pg2228">
                <a:extLst>
                  <a:ext uri="{FF2B5EF4-FFF2-40B4-BE49-F238E27FC236}">
                    <a16:creationId xmlns:a16="http://schemas.microsoft.com/office/drawing/2014/main" id="{71B24030-72A8-863E-20CF-2040E98CB406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" name="pg2229">
                <a:extLst>
                  <a:ext uri="{FF2B5EF4-FFF2-40B4-BE49-F238E27FC236}">
                    <a16:creationId xmlns:a16="http://schemas.microsoft.com/office/drawing/2014/main" id="{4B4832EB-5707-E5BE-B64A-55C9C7633817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1" name="pg2230">
                <a:extLst>
                  <a:ext uri="{FF2B5EF4-FFF2-40B4-BE49-F238E27FC236}">
                    <a16:creationId xmlns:a16="http://schemas.microsoft.com/office/drawing/2014/main" id="{66BF7679-AEC1-5490-BABF-9A12321AAE81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2" name="pg2231">
                <a:extLst>
                  <a:ext uri="{FF2B5EF4-FFF2-40B4-BE49-F238E27FC236}">
                    <a16:creationId xmlns:a16="http://schemas.microsoft.com/office/drawing/2014/main" id="{685A4334-ABFF-70C6-1613-C7BDA876F8BF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3" name="pg2232">
                <a:extLst>
                  <a:ext uri="{FF2B5EF4-FFF2-40B4-BE49-F238E27FC236}">
                    <a16:creationId xmlns:a16="http://schemas.microsoft.com/office/drawing/2014/main" id="{BE5E7E29-281C-6AB7-308B-7DC6F0B0908C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" name="pg2233">
                <a:extLst>
                  <a:ext uri="{FF2B5EF4-FFF2-40B4-BE49-F238E27FC236}">
                    <a16:creationId xmlns:a16="http://schemas.microsoft.com/office/drawing/2014/main" id="{1B0335A4-AACA-9BF0-3CEF-A67E44D7C98B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5" name="pg2234">
                <a:extLst>
                  <a:ext uri="{FF2B5EF4-FFF2-40B4-BE49-F238E27FC236}">
                    <a16:creationId xmlns:a16="http://schemas.microsoft.com/office/drawing/2014/main" id="{5229C3D4-8BE3-4333-0E10-26D0B2531A8B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6" name="pg2235">
                <a:extLst>
                  <a:ext uri="{FF2B5EF4-FFF2-40B4-BE49-F238E27FC236}">
                    <a16:creationId xmlns:a16="http://schemas.microsoft.com/office/drawing/2014/main" id="{C31EF70C-6DC4-C428-AE88-37E02604CDF6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7" name="pg2236">
                <a:extLst>
                  <a:ext uri="{FF2B5EF4-FFF2-40B4-BE49-F238E27FC236}">
                    <a16:creationId xmlns:a16="http://schemas.microsoft.com/office/drawing/2014/main" id="{9F98087F-F7DA-0B5A-BB6E-BEA6400D630D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8" name="pg2237">
                <a:extLst>
                  <a:ext uri="{FF2B5EF4-FFF2-40B4-BE49-F238E27FC236}">
                    <a16:creationId xmlns:a16="http://schemas.microsoft.com/office/drawing/2014/main" id="{CE516994-02CE-EADA-8D5C-77E6C6BCCC17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9" name="pg2238">
                <a:extLst>
                  <a:ext uri="{FF2B5EF4-FFF2-40B4-BE49-F238E27FC236}">
                    <a16:creationId xmlns:a16="http://schemas.microsoft.com/office/drawing/2014/main" id="{AFE51A41-5DF4-F4B9-FE1A-6DF650AD26AA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0" name="pg2239">
                <a:extLst>
                  <a:ext uri="{FF2B5EF4-FFF2-40B4-BE49-F238E27FC236}">
                    <a16:creationId xmlns:a16="http://schemas.microsoft.com/office/drawing/2014/main" id="{63DBB732-7C4D-A710-7722-BCBE7738FDAB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1" name="pg2240">
                <a:extLst>
                  <a:ext uri="{FF2B5EF4-FFF2-40B4-BE49-F238E27FC236}">
                    <a16:creationId xmlns:a16="http://schemas.microsoft.com/office/drawing/2014/main" id="{3FE79A9E-8A93-F7D4-6B41-B9B7CD88D7F0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2" name="pg2241">
                <a:extLst>
                  <a:ext uri="{FF2B5EF4-FFF2-40B4-BE49-F238E27FC236}">
                    <a16:creationId xmlns:a16="http://schemas.microsoft.com/office/drawing/2014/main" id="{D0C11567-2A1E-59B9-D46E-7464D7CB0706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3" name="pg2242">
                <a:extLst>
                  <a:ext uri="{FF2B5EF4-FFF2-40B4-BE49-F238E27FC236}">
                    <a16:creationId xmlns:a16="http://schemas.microsoft.com/office/drawing/2014/main" id="{C8A5EC33-BBB3-C6E8-F42F-F3773264B431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4" name="pg2243">
                <a:extLst>
                  <a:ext uri="{FF2B5EF4-FFF2-40B4-BE49-F238E27FC236}">
                    <a16:creationId xmlns:a16="http://schemas.microsoft.com/office/drawing/2014/main" id="{7F9F4A6A-4A4E-6160-7AED-F13B3DF5A8DF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5" name="pg2244">
                <a:extLst>
                  <a:ext uri="{FF2B5EF4-FFF2-40B4-BE49-F238E27FC236}">
                    <a16:creationId xmlns:a16="http://schemas.microsoft.com/office/drawing/2014/main" id="{FD7C4CC7-56F7-7596-5A61-EF5CC6BDAA2C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6" name="pg2245">
                <a:extLst>
                  <a:ext uri="{FF2B5EF4-FFF2-40B4-BE49-F238E27FC236}">
                    <a16:creationId xmlns:a16="http://schemas.microsoft.com/office/drawing/2014/main" id="{78E0F009-755D-BC73-D4F5-300A216BEA16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7" name="pg2246">
                <a:extLst>
                  <a:ext uri="{FF2B5EF4-FFF2-40B4-BE49-F238E27FC236}">
                    <a16:creationId xmlns:a16="http://schemas.microsoft.com/office/drawing/2014/main" id="{AD636785-B4A7-7BBE-F349-07CB4176E1B8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8" name="pg2247">
                <a:extLst>
                  <a:ext uri="{FF2B5EF4-FFF2-40B4-BE49-F238E27FC236}">
                    <a16:creationId xmlns:a16="http://schemas.microsoft.com/office/drawing/2014/main" id="{9646A94A-5486-84B8-D42F-664053FDD021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9" name="pg2248">
                <a:extLst>
                  <a:ext uri="{FF2B5EF4-FFF2-40B4-BE49-F238E27FC236}">
                    <a16:creationId xmlns:a16="http://schemas.microsoft.com/office/drawing/2014/main" id="{FECB0FDF-B91A-AB57-C507-D58025B09B7C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0" name="pg2249">
                <a:extLst>
                  <a:ext uri="{FF2B5EF4-FFF2-40B4-BE49-F238E27FC236}">
                    <a16:creationId xmlns:a16="http://schemas.microsoft.com/office/drawing/2014/main" id="{241D992A-1024-F30D-065F-2B9B2B95A165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1" name="pg2250">
                <a:extLst>
                  <a:ext uri="{FF2B5EF4-FFF2-40B4-BE49-F238E27FC236}">
                    <a16:creationId xmlns:a16="http://schemas.microsoft.com/office/drawing/2014/main" id="{20E06246-8516-FF9B-08CF-619846A7EAD7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2" name="pg2251">
                <a:extLst>
                  <a:ext uri="{FF2B5EF4-FFF2-40B4-BE49-F238E27FC236}">
                    <a16:creationId xmlns:a16="http://schemas.microsoft.com/office/drawing/2014/main" id="{A6D00592-85AA-DC40-30A1-6DF9432A3E30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3" name="pg2252">
                <a:extLst>
                  <a:ext uri="{FF2B5EF4-FFF2-40B4-BE49-F238E27FC236}">
                    <a16:creationId xmlns:a16="http://schemas.microsoft.com/office/drawing/2014/main" id="{E272BA44-8ABA-39D8-B39E-AE55AE1758CD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4" name="pg2253">
                <a:extLst>
                  <a:ext uri="{FF2B5EF4-FFF2-40B4-BE49-F238E27FC236}">
                    <a16:creationId xmlns:a16="http://schemas.microsoft.com/office/drawing/2014/main" id="{518E126F-269D-272A-8624-E514B802C50F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5" name="pg2254">
                <a:extLst>
                  <a:ext uri="{FF2B5EF4-FFF2-40B4-BE49-F238E27FC236}">
                    <a16:creationId xmlns:a16="http://schemas.microsoft.com/office/drawing/2014/main" id="{F321D5D7-6472-E74F-272C-B0D51F7A404C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6" name="pg2255">
                <a:extLst>
                  <a:ext uri="{FF2B5EF4-FFF2-40B4-BE49-F238E27FC236}">
                    <a16:creationId xmlns:a16="http://schemas.microsoft.com/office/drawing/2014/main" id="{4508B467-3C03-4CD4-431E-B9155891FC06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7" name="pg2256">
                <a:extLst>
                  <a:ext uri="{FF2B5EF4-FFF2-40B4-BE49-F238E27FC236}">
                    <a16:creationId xmlns:a16="http://schemas.microsoft.com/office/drawing/2014/main" id="{5F464D61-089D-E1C3-5ED9-4D3F063EFEF9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8" name="pg2257">
                <a:extLst>
                  <a:ext uri="{FF2B5EF4-FFF2-40B4-BE49-F238E27FC236}">
                    <a16:creationId xmlns:a16="http://schemas.microsoft.com/office/drawing/2014/main" id="{688BE277-406C-DD4E-9588-EF5A3117C8EE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9" name="pg2258">
                <a:extLst>
                  <a:ext uri="{FF2B5EF4-FFF2-40B4-BE49-F238E27FC236}">
                    <a16:creationId xmlns:a16="http://schemas.microsoft.com/office/drawing/2014/main" id="{24F4E3DD-E002-2770-6FAE-5091FDFAA8FE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0" name="pg2259">
                <a:extLst>
                  <a:ext uri="{FF2B5EF4-FFF2-40B4-BE49-F238E27FC236}">
                    <a16:creationId xmlns:a16="http://schemas.microsoft.com/office/drawing/2014/main" id="{8C0D223F-86CA-A3C8-4628-0D318948A26A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1" name="pg2260">
                <a:extLst>
                  <a:ext uri="{FF2B5EF4-FFF2-40B4-BE49-F238E27FC236}">
                    <a16:creationId xmlns:a16="http://schemas.microsoft.com/office/drawing/2014/main" id="{DB7DC0EE-12E6-0A2E-70B6-0F2134CAB5B3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2" name="pg2261">
                <a:extLst>
                  <a:ext uri="{FF2B5EF4-FFF2-40B4-BE49-F238E27FC236}">
                    <a16:creationId xmlns:a16="http://schemas.microsoft.com/office/drawing/2014/main" id="{92974678-BFDC-D7F9-5054-558504B562E4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3" name="pg2262">
                <a:extLst>
                  <a:ext uri="{FF2B5EF4-FFF2-40B4-BE49-F238E27FC236}">
                    <a16:creationId xmlns:a16="http://schemas.microsoft.com/office/drawing/2014/main" id="{C26B35C4-90E8-9876-51C3-C27F2CB8AB71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4" name="pg2263">
                <a:extLst>
                  <a:ext uri="{FF2B5EF4-FFF2-40B4-BE49-F238E27FC236}">
                    <a16:creationId xmlns:a16="http://schemas.microsoft.com/office/drawing/2014/main" id="{A91C9A69-B297-0565-B288-E27DF6B50589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5" name="pg2264">
                <a:extLst>
                  <a:ext uri="{FF2B5EF4-FFF2-40B4-BE49-F238E27FC236}">
                    <a16:creationId xmlns:a16="http://schemas.microsoft.com/office/drawing/2014/main" id="{78B2BA44-9FCB-BD42-CB10-9DA929D60C68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6" name="pg2265">
                <a:extLst>
                  <a:ext uri="{FF2B5EF4-FFF2-40B4-BE49-F238E27FC236}">
                    <a16:creationId xmlns:a16="http://schemas.microsoft.com/office/drawing/2014/main" id="{C0316CC1-FA73-6A04-E597-393BD7133A7C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7" name="pg2266">
                <a:extLst>
                  <a:ext uri="{FF2B5EF4-FFF2-40B4-BE49-F238E27FC236}">
                    <a16:creationId xmlns:a16="http://schemas.microsoft.com/office/drawing/2014/main" id="{5C52FCFB-07D8-3471-3138-6A7966258387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8" name="pg2267">
                <a:extLst>
                  <a:ext uri="{FF2B5EF4-FFF2-40B4-BE49-F238E27FC236}">
                    <a16:creationId xmlns:a16="http://schemas.microsoft.com/office/drawing/2014/main" id="{3CE4878C-C79F-BFB2-11C2-67FE051BFDAB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9" name="pg2268">
                <a:extLst>
                  <a:ext uri="{FF2B5EF4-FFF2-40B4-BE49-F238E27FC236}">
                    <a16:creationId xmlns:a16="http://schemas.microsoft.com/office/drawing/2014/main" id="{C529E78C-5124-64CE-D3C1-7A604F207405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0" name="pg2269">
                <a:extLst>
                  <a:ext uri="{FF2B5EF4-FFF2-40B4-BE49-F238E27FC236}">
                    <a16:creationId xmlns:a16="http://schemas.microsoft.com/office/drawing/2014/main" id="{29233FB7-B2D2-C460-E0E4-454DD2786941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1" name="pg2270">
                <a:extLst>
                  <a:ext uri="{FF2B5EF4-FFF2-40B4-BE49-F238E27FC236}">
                    <a16:creationId xmlns:a16="http://schemas.microsoft.com/office/drawing/2014/main" id="{F185402E-007A-FED1-2158-DF0BF0A396F0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2" name="pg2271">
                <a:extLst>
                  <a:ext uri="{FF2B5EF4-FFF2-40B4-BE49-F238E27FC236}">
                    <a16:creationId xmlns:a16="http://schemas.microsoft.com/office/drawing/2014/main" id="{D5BB5FA5-0F42-D05E-19C8-EC56340632A2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3" name="pg2272">
                <a:extLst>
                  <a:ext uri="{FF2B5EF4-FFF2-40B4-BE49-F238E27FC236}">
                    <a16:creationId xmlns:a16="http://schemas.microsoft.com/office/drawing/2014/main" id="{E1D7EDCC-CD4A-F103-CEC2-B5BA6BACBD07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4" name="pg2273">
                <a:extLst>
                  <a:ext uri="{FF2B5EF4-FFF2-40B4-BE49-F238E27FC236}">
                    <a16:creationId xmlns:a16="http://schemas.microsoft.com/office/drawing/2014/main" id="{842D1563-EB1F-4B17-EFDF-2756AF24587A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5" name="pg2274">
                <a:extLst>
                  <a:ext uri="{FF2B5EF4-FFF2-40B4-BE49-F238E27FC236}">
                    <a16:creationId xmlns:a16="http://schemas.microsoft.com/office/drawing/2014/main" id="{9D21018D-E45A-1B20-1543-3F873C3D79D7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6" name="pg2275">
                <a:extLst>
                  <a:ext uri="{FF2B5EF4-FFF2-40B4-BE49-F238E27FC236}">
                    <a16:creationId xmlns:a16="http://schemas.microsoft.com/office/drawing/2014/main" id="{44729B1C-3817-F78B-6E42-4D7C1F85E8F1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7" name="pg2276">
                <a:extLst>
                  <a:ext uri="{FF2B5EF4-FFF2-40B4-BE49-F238E27FC236}">
                    <a16:creationId xmlns:a16="http://schemas.microsoft.com/office/drawing/2014/main" id="{B6C563B4-85DE-ADD8-2437-87407FF37FD3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8" name="pg2277">
                <a:extLst>
                  <a:ext uri="{FF2B5EF4-FFF2-40B4-BE49-F238E27FC236}">
                    <a16:creationId xmlns:a16="http://schemas.microsoft.com/office/drawing/2014/main" id="{D5EF4389-C8A5-7B7A-C21C-D5C696602788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9" name="pg2278">
                <a:extLst>
                  <a:ext uri="{FF2B5EF4-FFF2-40B4-BE49-F238E27FC236}">
                    <a16:creationId xmlns:a16="http://schemas.microsoft.com/office/drawing/2014/main" id="{3DF3976F-7726-A4A6-E743-4E729FC1F577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0" name="pg2279">
                <a:extLst>
                  <a:ext uri="{FF2B5EF4-FFF2-40B4-BE49-F238E27FC236}">
                    <a16:creationId xmlns:a16="http://schemas.microsoft.com/office/drawing/2014/main" id="{BED5EC81-7F13-6AF4-2D87-27E788EA76B3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1" name="pg2280">
                <a:extLst>
                  <a:ext uri="{FF2B5EF4-FFF2-40B4-BE49-F238E27FC236}">
                    <a16:creationId xmlns:a16="http://schemas.microsoft.com/office/drawing/2014/main" id="{3FD07F89-72DD-9601-84DC-58A68183E2F2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2" name="pg2281">
                <a:extLst>
                  <a:ext uri="{FF2B5EF4-FFF2-40B4-BE49-F238E27FC236}">
                    <a16:creationId xmlns:a16="http://schemas.microsoft.com/office/drawing/2014/main" id="{86C60C18-0974-31AC-9F1D-4ECA21DB4FE7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3" name="pg2282">
                <a:extLst>
                  <a:ext uri="{FF2B5EF4-FFF2-40B4-BE49-F238E27FC236}">
                    <a16:creationId xmlns:a16="http://schemas.microsoft.com/office/drawing/2014/main" id="{1D2F902E-5078-3C91-30F2-E26BEE71C386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4" name="pg2283">
                <a:extLst>
                  <a:ext uri="{FF2B5EF4-FFF2-40B4-BE49-F238E27FC236}">
                    <a16:creationId xmlns:a16="http://schemas.microsoft.com/office/drawing/2014/main" id="{8AD09F90-E6CA-D49E-F455-A783488A181D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5" name="pg2284">
                <a:extLst>
                  <a:ext uri="{FF2B5EF4-FFF2-40B4-BE49-F238E27FC236}">
                    <a16:creationId xmlns:a16="http://schemas.microsoft.com/office/drawing/2014/main" id="{F541267E-F893-79CB-601A-B0F5C4B7A9AC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6" name="pg2285">
                <a:extLst>
                  <a:ext uri="{FF2B5EF4-FFF2-40B4-BE49-F238E27FC236}">
                    <a16:creationId xmlns:a16="http://schemas.microsoft.com/office/drawing/2014/main" id="{A533722C-8EBF-C95A-42FF-4239012DF35B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7" name="pg2286">
                <a:extLst>
                  <a:ext uri="{FF2B5EF4-FFF2-40B4-BE49-F238E27FC236}">
                    <a16:creationId xmlns:a16="http://schemas.microsoft.com/office/drawing/2014/main" id="{1D68A4CE-B935-E6A4-63EF-EE0A4F8109B5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8" name="pg2287">
                <a:extLst>
                  <a:ext uri="{FF2B5EF4-FFF2-40B4-BE49-F238E27FC236}">
                    <a16:creationId xmlns:a16="http://schemas.microsoft.com/office/drawing/2014/main" id="{3F8002F8-F86F-CF16-FB0D-0B7FA8DC079C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9" name="pg2288">
                <a:extLst>
                  <a:ext uri="{FF2B5EF4-FFF2-40B4-BE49-F238E27FC236}">
                    <a16:creationId xmlns:a16="http://schemas.microsoft.com/office/drawing/2014/main" id="{3DCECE07-6829-D795-3826-D74B9A699C19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0" name="pg2289">
                <a:extLst>
                  <a:ext uri="{FF2B5EF4-FFF2-40B4-BE49-F238E27FC236}">
                    <a16:creationId xmlns:a16="http://schemas.microsoft.com/office/drawing/2014/main" id="{8323544E-D8A3-613C-7D7F-BC8927EF62B2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1" name="pg2290">
                <a:extLst>
                  <a:ext uri="{FF2B5EF4-FFF2-40B4-BE49-F238E27FC236}">
                    <a16:creationId xmlns:a16="http://schemas.microsoft.com/office/drawing/2014/main" id="{612C928A-65BD-3F57-9A83-D85593308EE1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2" name="pg2291">
                <a:extLst>
                  <a:ext uri="{FF2B5EF4-FFF2-40B4-BE49-F238E27FC236}">
                    <a16:creationId xmlns:a16="http://schemas.microsoft.com/office/drawing/2014/main" id="{736966EF-3358-115D-7204-37D73CCBCD54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3" name="pg2292">
                <a:extLst>
                  <a:ext uri="{FF2B5EF4-FFF2-40B4-BE49-F238E27FC236}">
                    <a16:creationId xmlns:a16="http://schemas.microsoft.com/office/drawing/2014/main" id="{C0BA03AD-F07C-045C-F753-EB1AAC601279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4" name="pg2293">
                <a:extLst>
                  <a:ext uri="{FF2B5EF4-FFF2-40B4-BE49-F238E27FC236}">
                    <a16:creationId xmlns:a16="http://schemas.microsoft.com/office/drawing/2014/main" id="{68DA4189-AC0B-D378-E215-7A2282FEF631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5" name="pg2294">
                <a:extLst>
                  <a:ext uri="{FF2B5EF4-FFF2-40B4-BE49-F238E27FC236}">
                    <a16:creationId xmlns:a16="http://schemas.microsoft.com/office/drawing/2014/main" id="{470234DC-A7E6-216F-9D0A-E0CC188C25CA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6" name="pg2295">
                <a:extLst>
                  <a:ext uri="{FF2B5EF4-FFF2-40B4-BE49-F238E27FC236}">
                    <a16:creationId xmlns:a16="http://schemas.microsoft.com/office/drawing/2014/main" id="{0C875531-6A7F-629A-FBB3-4E9417D443EE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7" name="pg2296">
                <a:extLst>
                  <a:ext uri="{FF2B5EF4-FFF2-40B4-BE49-F238E27FC236}">
                    <a16:creationId xmlns:a16="http://schemas.microsoft.com/office/drawing/2014/main" id="{310EE85A-6D82-D547-E0AC-F309A9C9D5B9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8" name="pg2297">
                <a:extLst>
                  <a:ext uri="{FF2B5EF4-FFF2-40B4-BE49-F238E27FC236}">
                    <a16:creationId xmlns:a16="http://schemas.microsoft.com/office/drawing/2014/main" id="{EEA9C68F-81BE-BAEF-8EEB-9CD17865D428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9" name="pg2298">
                <a:extLst>
                  <a:ext uri="{FF2B5EF4-FFF2-40B4-BE49-F238E27FC236}">
                    <a16:creationId xmlns:a16="http://schemas.microsoft.com/office/drawing/2014/main" id="{FE79DA27-A3FB-DB6C-316A-AE6C08029553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0" name="pg2299">
                <a:extLst>
                  <a:ext uri="{FF2B5EF4-FFF2-40B4-BE49-F238E27FC236}">
                    <a16:creationId xmlns:a16="http://schemas.microsoft.com/office/drawing/2014/main" id="{937F5050-8BF3-DDA3-2E47-DD869F353E33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1" name="pg2300">
                <a:extLst>
                  <a:ext uri="{FF2B5EF4-FFF2-40B4-BE49-F238E27FC236}">
                    <a16:creationId xmlns:a16="http://schemas.microsoft.com/office/drawing/2014/main" id="{8C71F487-33DF-729F-DC8D-163D74F03B71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2" name="pg2301">
                <a:extLst>
                  <a:ext uri="{FF2B5EF4-FFF2-40B4-BE49-F238E27FC236}">
                    <a16:creationId xmlns:a16="http://schemas.microsoft.com/office/drawing/2014/main" id="{1FE34E82-4EE2-8BC4-BC1C-1B4022179489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3" name="pg2302">
                <a:extLst>
                  <a:ext uri="{FF2B5EF4-FFF2-40B4-BE49-F238E27FC236}">
                    <a16:creationId xmlns:a16="http://schemas.microsoft.com/office/drawing/2014/main" id="{0AD8DAD6-8905-C2A4-EC5A-3FCD1C3269F0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4" name="pg2303">
                <a:extLst>
                  <a:ext uri="{FF2B5EF4-FFF2-40B4-BE49-F238E27FC236}">
                    <a16:creationId xmlns:a16="http://schemas.microsoft.com/office/drawing/2014/main" id="{54675CAB-A236-7EB5-4691-3BDB7D1BE5BB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5" name="pg2304">
                <a:extLst>
                  <a:ext uri="{FF2B5EF4-FFF2-40B4-BE49-F238E27FC236}">
                    <a16:creationId xmlns:a16="http://schemas.microsoft.com/office/drawing/2014/main" id="{6F20EA70-85ED-BE60-94DD-16F5FCD1385B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6" name="pg2305">
                <a:extLst>
                  <a:ext uri="{FF2B5EF4-FFF2-40B4-BE49-F238E27FC236}">
                    <a16:creationId xmlns:a16="http://schemas.microsoft.com/office/drawing/2014/main" id="{1BCC91FD-9F40-B711-9C34-C231250F8A0E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7" name="pg2306">
                <a:extLst>
                  <a:ext uri="{FF2B5EF4-FFF2-40B4-BE49-F238E27FC236}">
                    <a16:creationId xmlns:a16="http://schemas.microsoft.com/office/drawing/2014/main" id="{DEEB512F-9620-8229-50A6-9624499A9495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8" name="pg2307">
                <a:extLst>
                  <a:ext uri="{FF2B5EF4-FFF2-40B4-BE49-F238E27FC236}">
                    <a16:creationId xmlns:a16="http://schemas.microsoft.com/office/drawing/2014/main" id="{162A3D91-B649-4911-8AE0-9604007142B6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9" name="pg2308">
                <a:extLst>
                  <a:ext uri="{FF2B5EF4-FFF2-40B4-BE49-F238E27FC236}">
                    <a16:creationId xmlns:a16="http://schemas.microsoft.com/office/drawing/2014/main" id="{6B554C96-F5EC-5C27-75B8-849DD4A92F69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0" name="pg2309">
                <a:extLst>
                  <a:ext uri="{FF2B5EF4-FFF2-40B4-BE49-F238E27FC236}">
                    <a16:creationId xmlns:a16="http://schemas.microsoft.com/office/drawing/2014/main" id="{EE7031E5-D168-382C-F418-1BF1DDC1B178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1" name="pg2310">
                <a:extLst>
                  <a:ext uri="{FF2B5EF4-FFF2-40B4-BE49-F238E27FC236}">
                    <a16:creationId xmlns:a16="http://schemas.microsoft.com/office/drawing/2014/main" id="{64253A7A-7902-DA36-22AE-0548FFA022C6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2" name="pg2311">
                <a:extLst>
                  <a:ext uri="{FF2B5EF4-FFF2-40B4-BE49-F238E27FC236}">
                    <a16:creationId xmlns:a16="http://schemas.microsoft.com/office/drawing/2014/main" id="{E5566CDD-2ED7-0E10-EBAB-4C615B2AD683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3" name="pg2312">
                <a:extLst>
                  <a:ext uri="{FF2B5EF4-FFF2-40B4-BE49-F238E27FC236}">
                    <a16:creationId xmlns:a16="http://schemas.microsoft.com/office/drawing/2014/main" id="{B1047189-41D4-BFA5-55C8-8D166EE9C3A0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4" name="pg2313">
                <a:extLst>
                  <a:ext uri="{FF2B5EF4-FFF2-40B4-BE49-F238E27FC236}">
                    <a16:creationId xmlns:a16="http://schemas.microsoft.com/office/drawing/2014/main" id="{CE12C23B-FF1B-B470-807D-086B455290C1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5" name="pg2314">
                <a:extLst>
                  <a:ext uri="{FF2B5EF4-FFF2-40B4-BE49-F238E27FC236}">
                    <a16:creationId xmlns:a16="http://schemas.microsoft.com/office/drawing/2014/main" id="{ADBDC1F5-B488-F756-639F-7ABD8C8A6907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6" name="pg2315">
                <a:extLst>
                  <a:ext uri="{FF2B5EF4-FFF2-40B4-BE49-F238E27FC236}">
                    <a16:creationId xmlns:a16="http://schemas.microsoft.com/office/drawing/2014/main" id="{17B03675-89B9-D095-772C-07AE8AB7AF9F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7" name="pg2316">
                <a:extLst>
                  <a:ext uri="{FF2B5EF4-FFF2-40B4-BE49-F238E27FC236}">
                    <a16:creationId xmlns:a16="http://schemas.microsoft.com/office/drawing/2014/main" id="{0E881695-4B63-C6E7-B463-57EC7C5CBF20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8" name="pg2317">
                <a:extLst>
                  <a:ext uri="{FF2B5EF4-FFF2-40B4-BE49-F238E27FC236}">
                    <a16:creationId xmlns:a16="http://schemas.microsoft.com/office/drawing/2014/main" id="{5B312C14-A4DA-6823-EB54-B15B0AD095E1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9" name="pg2318">
                <a:extLst>
                  <a:ext uri="{FF2B5EF4-FFF2-40B4-BE49-F238E27FC236}">
                    <a16:creationId xmlns:a16="http://schemas.microsoft.com/office/drawing/2014/main" id="{BF468C5A-2BD5-5775-F9F8-14CE93AAE941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0" name="pg2319">
                <a:extLst>
                  <a:ext uri="{FF2B5EF4-FFF2-40B4-BE49-F238E27FC236}">
                    <a16:creationId xmlns:a16="http://schemas.microsoft.com/office/drawing/2014/main" id="{5135893A-CDA6-2612-1330-8E293A4DA63F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1" name="pg2320">
                <a:extLst>
                  <a:ext uri="{FF2B5EF4-FFF2-40B4-BE49-F238E27FC236}">
                    <a16:creationId xmlns:a16="http://schemas.microsoft.com/office/drawing/2014/main" id="{90BBCB25-126D-95E7-DAB1-2EC5DE67FD16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2" name="pg2321">
                <a:extLst>
                  <a:ext uri="{FF2B5EF4-FFF2-40B4-BE49-F238E27FC236}">
                    <a16:creationId xmlns:a16="http://schemas.microsoft.com/office/drawing/2014/main" id="{91128096-DBB3-678B-B76A-A09C6AAAAE78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3" name="pg2322">
                <a:extLst>
                  <a:ext uri="{FF2B5EF4-FFF2-40B4-BE49-F238E27FC236}">
                    <a16:creationId xmlns:a16="http://schemas.microsoft.com/office/drawing/2014/main" id="{1AAA5340-6595-F3C8-4174-BAB339DFE24C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4" name="pg2323">
                <a:extLst>
                  <a:ext uri="{FF2B5EF4-FFF2-40B4-BE49-F238E27FC236}">
                    <a16:creationId xmlns:a16="http://schemas.microsoft.com/office/drawing/2014/main" id="{5E5B176D-9A41-E63E-6CF6-AD780FD14DE5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5" name="pg2324">
                <a:extLst>
                  <a:ext uri="{FF2B5EF4-FFF2-40B4-BE49-F238E27FC236}">
                    <a16:creationId xmlns:a16="http://schemas.microsoft.com/office/drawing/2014/main" id="{E2532311-9663-6F6A-A8D4-8BBE1DD5CB6A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6" name="pg2325">
                <a:extLst>
                  <a:ext uri="{FF2B5EF4-FFF2-40B4-BE49-F238E27FC236}">
                    <a16:creationId xmlns:a16="http://schemas.microsoft.com/office/drawing/2014/main" id="{F2D956CD-2EB5-69E6-861B-9F83D86F6D8E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7" name="pg2326">
                <a:extLst>
                  <a:ext uri="{FF2B5EF4-FFF2-40B4-BE49-F238E27FC236}">
                    <a16:creationId xmlns:a16="http://schemas.microsoft.com/office/drawing/2014/main" id="{DD181963-2AFA-8C42-9D8D-4C9B7949A676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8" name="pg2327">
                <a:extLst>
                  <a:ext uri="{FF2B5EF4-FFF2-40B4-BE49-F238E27FC236}">
                    <a16:creationId xmlns:a16="http://schemas.microsoft.com/office/drawing/2014/main" id="{A6FA0867-4D32-5B48-E15F-7CFCA6C218CD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9" name="pg2328">
                <a:extLst>
                  <a:ext uri="{FF2B5EF4-FFF2-40B4-BE49-F238E27FC236}">
                    <a16:creationId xmlns:a16="http://schemas.microsoft.com/office/drawing/2014/main" id="{ED563C48-B6C7-691B-5DC1-78BBAD97825A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0" name="pg2329">
                <a:extLst>
                  <a:ext uri="{FF2B5EF4-FFF2-40B4-BE49-F238E27FC236}">
                    <a16:creationId xmlns:a16="http://schemas.microsoft.com/office/drawing/2014/main" id="{8395E8F7-C312-F1D6-4A60-D05268897485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1" name="pg2330">
                <a:extLst>
                  <a:ext uri="{FF2B5EF4-FFF2-40B4-BE49-F238E27FC236}">
                    <a16:creationId xmlns:a16="http://schemas.microsoft.com/office/drawing/2014/main" id="{B98C7B83-E81B-4DC8-9E60-0EAF9A1F3638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2" name="pg2331">
                <a:extLst>
                  <a:ext uri="{FF2B5EF4-FFF2-40B4-BE49-F238E27FC236}">
                    <a16:creationId xmlns:a16="http://schemas.microsoft.com/office/drawing/2014/main" id="{154344C6-414E-9EB7-6A71-1AF7BBB6426A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3" name="pg2332">
                <a:extLst>
                  <a:ext uri="{FF2B5EF4-FFF2-40B4-BE49-F238E27FC236}">
                    <a16:creationId xmlns:a16="http://schemas.microsoft.com/office/drawing/2014/main" id="{4B6C2ED7-ED46-79EE-4D31-6E2EF450B3E7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4" name="pg2333">
                <a:extLst>
                  <a:ext uri="{FF2B5EF4-FFF2-40B4-BE49-F238E27FC236}">
                    <a16:creationId xmlns:a16="http://schemas.microsoft.com/office/drawing/2014/main" id="{C6C1D084-BD2C-4D33-A589-99BCC28E45C1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5" name="pg2334">
                <a:extLst>
                  <a:ext uri="{FF2B5EF4-FFF2-40B4-BE49-F238E27FC236}">
                    <a16:creationId xmlns:a16="http://schemas.microsoft.com/office/drawing/2014/main" id="{3B4ED963-232B-D2CE-4677-11C0285CB1B6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6" name="pg2335">
                <a:extLst>
                  <a:ext uri="{FF2B5EF4-FFF2-40B4-BE49-F238E27FC236}">
                    <a16:creationId xmlns:a16="http://schemas.microsoft.com/office/drawing/2014/main" id="{ABE77AA9-DA00-189B-471D-728A566C0133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7" name="pg2336">
                <a:extLst>
                  <a:ext uri="{FF2B5EF4-FFF2-40B4-BE49-F238E27FC236}">
                    <a16:creationId xmlns:a16="http://schemas.microsoft.com/office/drawing/2014/main" id="{8A9742BB-6B41-5751-1D6C-C2FEF838151F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8" name="pg2337">
                <a:extLst>
                  <a:ext uri="{FF2B5EF4-FFF2-40B4-BE49-F238E27FC236}">
                    <a16:creationId xmlns:a16="http://schemas.microsoft.com/office/drawing/2014/main" id="{8ACC195F-849F-69F4-5001-28EC1585F63F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9" name="pg2338">
                <a:extLst>
                  <a:ext uri="{FF2B5EF4-FFF2-40B4-BE49-F238E27FC236}">
                    <a16:creationId xmlns:a16="http://schemas.microsoft.com/office/drawing/2014/main" id="{B6274156-4519-EE00-E26E-CFD4B6A095A3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0" name="pg2339">
                <a:extLst>
                  <a:ext uri="{FF2B5EF4-FFF2-40B4-BE49-F238E27FC236}">
                    <a16:creationId xmlns:a16="http://schemas.microsoft.com/office/drawing/2014/main" id="{EDCF28C9-D94A-FF96-7322-D3CC64D900B7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1" name="pg2340">
                <a:extLst>
                  <a:ext uri="{FF2B5EF4-FFF2-40B4-BE49-F238E27FC236}">
                    <a16:creationId xmlns:a16="http://schemas.microsoft.com/office/drawing/2014/main" id="{98004781-3623-74FC-35CC-7CBA709572E0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2" name="pg2341">
                <a:extLst>
                  <a:ext uri="{FF2B5EF4-FFF2-40B4-BE49-F238E27FC236}">
                    <a16:creationId xmlns:a16="http://schemas.microsoft.com/office/drawing/2014/main" id="{9F5F6E8D-AAD1-3B42-0C65-28F45CCBE40B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3" name="pg2342">
                <a:extLst>
                  <a:ext uri="{FF2B5EF4-FFF2-40B4-BE49-F238E27FC236}">
                    <a16:creationId xmlns:a16="http://schemas.microsoft.com/office/drawing/2014/main" id="{AF1FD135-BA26-F2AF-835D-591CEF4F55DE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4" name="pg2343">
                <a:extLst>
                  <a:ext uri="{FF2B5EF4-FFF2-40B4-BE49-F238E27FC236}">
                    <a16:creationId xmlns:a16="http://schemas.microsoft.com/office/drawing/2014/main" id="{FCAAC8B8-51D9-4118-618A-547632C88C43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5" name="pg2344">
                <a:extLst>
                  <a:ext uri="{FF2B5EF4-FFF2-40B4-BE49-F238E27FC236}">
                    <a16:creationId xmlns:a16="http://schemas.microsoft.com/office/drawing/2014/main" id="{9DB257ED-516C-24DE-D491-F0C65A0A5ED3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6" name="pg2345">
                <a:extLst>
                  <a:ext uri="{FF2B5EF4-FFF2-40B4-BE49-F238E27FC236}">
                    <a16:creationId xmlns:a16="http://schemas.microsoft.com/office/drawing/2014/main" id="{04AFFEE1-398A-039B-CEBA-0B902F147A1E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7" name="pg2346">
                <a:extLst>
                  <a:ext uri="{FF2B5EF4-FFF2-40B4-BE49-F238E27FC236}">
                    <a16:creationId xmlns:a16="http://schemas.microsoft.com/office/drawing/2014/main" id="{2B8D5367-7B9E-830F-0256-D64D157D278F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8" name="pg2347">
                <a:extLst>
                  <a:ext uri="{FF2B5EF4-FFF2-40B4-BE49-F238E27FC236}">
                    <a16:creationId xmlns:a16="http://schemas.microsoft.com/office/drawing/2014/main" id="{DA5219F1-A4A1-6EFB-455A-C1C8D62A360F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9" name="pg2348">
                <a:extLst>
                  <a:ext uri="{FF2B5EF4-FFF2-40B4-BE49-F238E27FC236}">
                    <a16:creationId xmlns:a16="http://schemas.microsoft.com/office/drawing/2014/main" id="{1B23558B-42BF-9A06-1CD0-562006478557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0" name="pg2349">
                <a:extLst>
                  <a:ext uri="{FF2B5EF4-FFF2-40B4-BE49-F238E27FC236}">
                    <a16:creationId xmlns:a16="http://schemas.microsoft.com/office/drawing/2014/main" id="{E47CB2A8-1AA8-FF05-B623-BF789C4D641C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1" name="pg2350">
                <a:extLst>
                  <a:ext uri="{FF2B5EF4-FFF2-40B4-BE49-F238E27FC236}">
                    <a16:creationId xmlns:a16="http://schemas.microsoft.com/office/drawing/2014/main" id="{DA2439F9-9859-4879-B93D-040CD3274BB3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2" name="pg2351">
                <a:extLst>
                  <a:ext uri="{FF2B5EF4-FFF2-40B4-BE49-F238E27FC236}">
                    <a16:creationId xmlns:a16="http://schemas.microsoft.com/office/drawing/2014/main" id="{8C895EA0-A018-9690-50C3-FD9A2BE4955B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3" name="pg2352">
                <a:extLst>
                  <a:ext uri="{FF2B5EF4-FFF2-40B4-BE49-F238E27FC236}">
                    <a16:creationId xmlns:a16="http://schemas.microsoft.com/office/drawing/2014/main" id="{973462A7-A523-2E74-2F16-39F088C47BA1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4" name="pg2353">
                <a:extLst>
                  <a:ext uri="{FF2B5EF4-FFF2-40B4-BE49-F238E27FC236}">
                    <a16:creationId xmlns:a16="http://schemas.microsoft.com/office/drawing/2014/main" id="{60E123C4-7E66-9328-C612-A0C182EDB181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5" name="pg2354">
                <a:extLst>
                  <a:ext uri="{FF2B5EF4-FFF2-40B4-BE49-F238E27FC236}">
                    <a16:creationId xmlns:a16="http://schemas.microsoft.com/office/drawing/2014/main" id="{9DF1BFA4-71EA-6828-4FFB-54B5333F9134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6" name="pg2355">
                <a:extLst>
                  <a:ext uri="{FF2B5EF4-FFF2-40B4-BE49-F238E27FC236}">
                    <a16:creationId xmlns:a16="http://schemas.microsoft.com/office/drawing/2014/main" id="{7761C315-85AF-77B4-691F-0CCA77F48B14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7" name="pg2356">
                <a:extLst>
                  <a:ext uri="{FF2B5EF4-FFF2-40B4-BE49-F238E27FC236}">
                    <a16:creationId xmlns:a16="http://schemas.microsoft.com/office/drawing/2014/main" id="{65B9A2C7-8ECC-F6D8-21CF-54AA7656A35C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8" name="pg2357">
                <a:extLst>
                  <a:ext uri="{FF2B5EF4-FFF2-40B4-BE49-F238E27FC236}">
                    <a16:creationId xmlns:a16="http://schemas.microsoft.com/office/drawing/2014/main" id="{6DA674B1-8E6B-D20A-A503-E3AB20F2D467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9" name="pg2358">
                <a:extLst>
                  <a:ext uri="{FF2B5EF4-FFF2-40B4-BE49-F238E27FC236}">
                    <a16:creationId xmlns:a16="http://schemas.microsoft.com/office/drawing/2014/main" id="{753FABFA-96CD-D11E-B3C5-566D997C0E5C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0" name="pg2359">
                <a:extLst>
                  <a:ext uri="{FF2B5EF4-FFF2-40B4-BE49-F238E27FC236}">
                    <a16:creationId xmlns:a16="http://schemas.microsoft.com/office/drawing/2014/main" id="{C1047B44-E2BA-DE38-BCE6-56FAF674FB3A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1" name="pg2360">
                <a:extLst>
                  <a:ext uri="{FF2B5EF4-FFF2-40B4-BE49-F238E27FC236}">
                    <a16:creationId xmlns:a16="http://schemas.microsoft.com/office/drawing/2014/main" id="{E43A8E11-D138-21CC-EFF9-F99DC238DADC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2" name="pg2361">
                <a:extLst>
                  <a:ext uri="{FF2B5EF4-FFF2-40B4-BE49-F238E27FC236}">
                    <a16:creationId xmlns:a16="http://schemas.microsoft.com/office/drawing/2014/main" id="{964F5B7C-EC51-A2DA-30AE-8642ACA73012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3" name="pg2362">
                <a:extLst>
                  <a:ext uri="{FF2B5EF4-FFF2-40B4-BE49-F238E27FC236}">
                    <a16:creationId xmlns:a16="http://schemas.microsoft.com/office/drawing/2014/main" id="{7BEFC2A4-3FF0-2FC9-2571-1CCE1132D902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4" name="pg2363">
                <a:extLst>
                  <a:ext uri="{FF2B5EF4-FFF2-40B4-BE49-F238E27FC236}">
                    <a16:creationId xmlns:a16="http://schemas.microsoft.com/office/drawing/2014/main" id="{8B58B542-EEFF-1588-8E73-D7184215B45D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5" name="pg2364">
                <a:extLst>
                  <a:ext uri="{FF2B5EF4-FFF2-40B4-BE49-F238E27FC236}">
                    <a16:creationId xmlns:a16="http://schemas.microsoft.com/office/drawing/2014/main" id="{B66C3E7F-4C13-32D2-8E23-F9E536108BBE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6" name="pg2365">
                <a:extLst>
                  <a:ext uri="{FF2B5EF4-FFF2-40B4-BE49-F238E27FC236}">
                    <a16:creationId xmlns:a16="http://schemas.microsoft.com/office/drawing/2014/main" id="{D95A293C-1EFA-D503-459F-4E7F2609A5DD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7" name="pg2366">
                <a:extLst>
                  <a:ext uri="{FF2B5EF4-FFF2-40B4-BE49-F238E27FC236}">
                    <a16:creationId xmlns:a16="http://schemas.microsoft.com/office/drawing/2014/main" id="{2DCA6603-791A-2C58-7879-B6BFA1BFA37A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8" name="pg2367">
                <a:extLst>
                  <a:ext uri="{FF2B5EF4-FFF2-40B4-BE49-F238E27FC236}">
                    <a16:creationId xmlns:a16="http://schemas.microsoft.com/office/drawing/2014/main" id="{26731BAB-4E1F-A12E-86B7-19913D04010B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9" name="pg2368">
                <a:extLst>
                  <a:ext uri="{FF2B5EF4-FFF2-40B4-BE49-F238E27FC236}">
                    <a16:creationId xmlns:a16="http://schemas.microsoft.com/office/drawing/2014/main" id="{91286A1C-712E-57DA-8FF0-0752624B02D0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0" name="pg2369">
                <a:extLst>
                  <a:ext uri="{FF2B5EF4-FFF2-40B4-BE49-F238E27FC236}">
                    <a16:creationId xmlns:a16="http://schemas.microsoft.com/office/drawing/2014/main" id="{FE5AB3F2-E6E9-4FDB-F51B-598DB192FC99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1" name="pg2370">
                <a:extLst>
                  <a:ext uri="{FF2B5EF4-FFF2-40B4-BE49-F238E27FC236}">
                    <a16:creationId xmlns:a16="http://schemas.microsoft.com/office/drawing/2014/main" id="{643DBCFC-CCBE-09D6-B606-D5511EDC49F8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2" name="pg2371">
                <a:extLst>
                  <a:ext uri="{FF2B5EF4-FFF2-40B4-BE49-F238E27FC236}">
                    <a16:creationId xmlns:a16="http://schemas.microsoft.com/office/drawing/2014/main" id="{E52519DF-F250-73A0-46E9-315DDCDA4E06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3" name="pg2372">
                <a:extLst>
                  <a:ext uri="{FF2B5EF4-FFF2-40B4-BE49-F238E27FC236}">
                    <a16:creationId xmlns:a16="http://schemas.microsoft.com/office/drawing/2014/main" id="{BAAE8BF1-CD64-400C-8F72-278C379AED0D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4" name="pg2373">
                <a:extLst>
                  <a:ext uri="{FF2B5EF4-FFF2-40B4-BE49-F238E27FC236}">
                    <a16:creationId xmlns:a16="http://schemas.microsoft.com/office/drawing/2014/main" id="{9EDE87BA-F489-622B-FCB7-6A729BD8020F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5" name="pg2374">
                <a:extLst>
                  <a:ext uri="{FF2B5EF4-FFF2-40B4-BE49-F238E27FC236}">
                    <a16:creationId xmlns:a16="http://schemas.microsoft.com/office/drawing/2014/main" id="{8084DEA4-095F-9022-5A4B-38A7777F4B48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6" name="pg2375">
                <a:extLst>
                  <a:ext uri="{FF2B5EF4-FFF2-40B4-BE49-F238E27FC236}">
                    <a16:creationId xmlns:a16="http://schemas.microsoft.com/office/drawing/2014/main" id="{6DBD3111-6F58-08F8-91B1-11481DE43BEB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7" name="pg2376">
                <a:extLst>
                  <a:ext uri="{FF2B5EF4-FFF2-40B4-BE49-F238E27FC236}">
                    <a16:creationId xmlns:a16="http://schemas.microsoft.com/office/drawing/2014/main" id="{A046480D-9269-9C30-4D0C-8288422FF410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8" name="pg2377">
                <a:extLst>
                  <a:ext uri="{FF2B5EF4-FFF2-40B4-BE49-F238E27FC236}">
                    <a16:creationId xmlns:a16="http://schemas.microsoft.com/office/drawing/2014/main" id="{98335F32-E3B8-4B95-E0C3-06C72E730D8F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9" name="pg2378">
                <a:extLst>
                  <a:ext uri="{FF2B5EF4-FFF2-40B4-BE49-F238E27FC236}">
                    <a16:creationId xmlns:a16="http://schemas.microsoft.com/office/drawing/2014/main" id="{AE5EE6D3-DC2B-2363-3EE9-6C4903BDE951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0" name="pg2379">
                <a:extLst>
                  <a:ext uri="{FF2B5EF4-FFF2-40B4-BE49-F238E27FC236}">
                    <a16:creationId xmlns:a16="http://schemas.microsoft.com/office/drawing/2014/main" id="{5D6CA267-1739-E215-669A-3A8433F6C2C7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1" name="pg2380">
                <a:extLst>
                  <a:ext uri="{FF2B5EF4-FFF2-40B4-BE49-F238E27FC236}">
                    <a16:creationId xmlns:a16="http://schemas.microsoft.com/office/drawing/2014/main" id="{2683C1BF-2074-4952-A630-365D6D5189B3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2" name="pg2381">
                <a:extLst>
                  <a:ext uri="{FF2B5EF4-FFF2-40B4-BE49-F238E27FC236}">
                    <a16:creationId xmlns:a16="http://schemas.microsoft.com/office/drawing/2014/main" id="{8F5A7EFF-8F00-2A8D-CEF0-4034D5CC0882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3" name="pg2382">
                <a:extLst>
                  <a:ext uri="{FF2B5EF4-FFF2-40B4-BE49-F238E27FC236}">
                    <a16:creationId xmlns:a16="http://schemas.microsoft.com/office/drawing/2014/main" id="{D4AB6C2A-05F1-26F2-9CAB-665C017E63D2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4" name="pg2383">
                <a:extLst>
                  <a:ext uri="{FF2B5EF4-FFF2-40B4-BE49-F238E27FC236}">
                    <a16:creationId xmlns:a16="http://schemas.microsoft.com/office/drawing/2014/main" id="{D19D8772-B553-F54E-3867-E6EE99AB9B9B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5" name="pg2384">
                <a:extLst>
                  <a:ext uri="{FF2B5EF4-FFF2-40B4-BE49-F238E27FC236}">
                    <a16:creationId xmlns:a16="http://schemas.microsoft.com/office/drawing/2014/main" id="{351615AD-193B-A305-5DC9-075DC8B392F9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6">
                  <a:alpha val="100000"/>
                </a:srgbClr>
              </a:solidFill>
              <a:ln w="5420" cap="flat">
                <a:solidFill>
                  <a:srgbClr val="3B4D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6" name="pg2385">
                <a:extLst>
                  <a:ext uri="{FF2B5EF4-FFF2-40B4-BE49-F238E27FC236}">
                    <a16:creationId xmlns:a16="http://schemas.microsoft.com/office/drawing/2014/main" id="{6FDDDFAB-FC12-764B-EE02-4E052820E916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7" name="pg2386">
                <a:extLst>
                  <a:ext uri="{FF2B5EF4-FFF2-40B4-BE49-F238E27FC236}">
                    <a16:creationId xmlns:a16="http://schemas.microsoft.com/office/drawing/2014/main" id="{49F8EAAF-6114-21EE-17E3-1EC70040AE0F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8" name="pg2387">
                <a:extLst>
                  <a:ext uri="{FF2B5EF4-FFF2-40B4-BE49-F238E27FC236}">
                    <a16:creationId xmlns:a16="http://schemas.microsoft.com/office/drawing/2014/main" id="{A165A27F-E952-295D-A8A0-97A029A0369A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9" name="pg2388">
                <a:extLst>
                  <a:ext uri="{FF2B5EF4-FFF2-40B4-BE49-F238E27FC236}">
                    <a16:creationId xmlns:a16="http://schemas.microsoft.com/office/drawing/2014/main" id="{42D28CE0-5D3C-3B78-AD54-A8FDA4BD7318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0" name="pg2389">
                <a:extLst>
                  <a:ext uri="{FF2B5EF4-FFF2-40B4-BE49-F238E27FC236}">
                    <a16:creationId xmlns:a16="http://schemas.microsoft.com/office/drawing/2014/main" id="{03090C98-9437-EF6E-B7BA-974222A76982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1" name="pg2390">
                <a:extLst>
                  <a:ext uri="{FF2B5EF4-FFF2-40B4-BE49-F238E27FC236}">
                    <a16:creationId xmlns:a16="http://schemas.microsoft.com/office/drawing/2014/main" id="{B5C7FEF3-4ABD-E4E6-3BB3-F49FAACF5DEF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2" name="pg2391">
                <a:extLst>
                  <a:ext uri="{FF2B5EF4-FFF2-40B4-BE49-F238E27FC236}">
                    <a16:creationId xmlns:a16="http://schemas.microsoft.com/office/drawing/2014/main" id="{DD7CC773-4168-FC8A-4215-802E739356F8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3" name="pg2392">
                <a:extLst>
                  <a:ext uri="{FF2B5EF4-FFF2-40B4-BE49-F238E27FC236}">
                    <a16:creationId xmlns:a16="http://schemas.microsoft.com/office/drawing/2014/main" id="{008A0CB4-EE5F-B469-14B5-360B5B8DF590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4" name="pg2393">
                <a:extLst>
                  <a:ext uri="{FF2B5EF4-FFF2-40B4-BE49-F238E27FC236}">
                    <a16:creationId xmlns:a16="http://schemas.microsoft.com/office/drawing/2014/main" id="{2DFF8AED-F0ED-F95C-E5CE-23F19FDAD257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5" name="pg2394">
                <a:extLst>
                  <a:ext uri="{FF2B5EF4-FFF2-40B4-BE49-F238E27FC236}">
                    <a16:creationId xmlns:a16="http://schemas.microsoft.com/office/drawing/2014/main" id="{C5627C7C-E6F8-9A2C-9FAB-8D278204BDE3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6" name="pg2395">
                <a:extLst>
                  <a:ext uri="{FF2B5EF4-FFF2-40B4-BE49-F238E27FC236}">
                    <a16:creationId xmlns:a16="http://schemas.microsoft.com/office/drawing/2014/main" id="{ACE4773F-4AF7-85E1-EDB2-7D8BF85B1C83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7" name="pg2396">
                <a:extLst>
                  <a:ext uri="{FF2B5EF4-FFF2-40B4-BE49-F238E27FC236}">
                    <a16:creationId xmlns:a16="http://schemas.microsoft.com/office/drawing/2014/main" id="{F5B1B32B-C6F5-121D-FC69-694F9F10620B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8" name="pg2397">
                <a:extLst>
                  <a:ext uri="{FF2B5EF4-FFF2-40B4-BE49-F238E27FC236}">
                    <a16:creationId xmlns:a16="http://schemas.microsoft.com/office/drawing/2014/main" id="{1CCC0BCA-0E17-DD87-FC54-5D58564766F4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9" name="pg2398">
                <a:extLst>
                  <a:ext uri="{FF2B5EF4-FFF2-40B4-BE49-F238E27FC236}">
                    <a16:creationId xmlns:a16="http://schemas.microsoft.com/office/drawing/2014/main" id="{46814226-79DE-6648-2A1F-F0E06C382261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0" name="pg2399">
                <a:extLst>
                  <a:ext uri="{FF2B5EF4-FFF2-40B4-BE49-F238E27FC236}">
                    <a16:creationId xmlns:a16="http://schemas.microsoft.com/office/drawing/2014/main" id="{59A519AB-EC55-BBEA-32C6-8907D231B766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1" name="pg2400">
                <a:extLst>
                  <a:ext uri="{FF2B5EF4-FFF2-40B4-BE49-F238E27FC236}">
                    <a16:creationId xmlns:a16="http://schemas.microsoft.com/office/drawing/2014/main" id="{F2E32750-66FC-B802-DA73-6ECDC4DDCC3C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2" name="pg2401">
                <a:extLst>
                  <a:ext uri="{FF2B5EF4-FFF2-40B4-BE49-F238E27FC236}">
                    <a16:creationId xmlns:a16="http://schemas.microsoft.com/office/drawing/2014/main" id="{95AAB38C-865D-E682-EEF6-F61461F0215D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3" name="pg2402">
                <a:extLst>
                  <a:ext uri="{FF2B5EF4-FFF2-40B4-BE49-F238E27FC236}">
                    <a16:creationId xmlns:a16="http://schemas.microsoft.com/office/drawing/2014/main" id="{B6F4F468-BE4F-93C3-411E-8C9EC36103D3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4" name="pg2403">
                <a:extLst>
                  <a:ext uri="{FF2B5EF4-FFF2-40B4-BE49-F238E27FC236}">
                    <a16:creationId xmlns:a16="http://schemas.microsoft.com/office/drawing/2014/main" id="{EEA4B681-9880-4954-816E-B64C3BC5644F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5" name="pg2404">
                <a:extLst>
                  <a:ext uri="{FF2B5EF4-FFF2-40B4-BE49-F238E27FC236}">
                    <a16:creationId xmlns:a16="http://schemas.microsoft.com/office/drawing/2014/main" id="{88F07B73-AC17-E92F-477D-8E76848649D5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6" name="pg2405">
                <a:extLst>
                  <a:ext uri="{FF2B5EF4-FFF2-40B4-BE49-F238E27FC236}">
                    <a16:creationId xmlns:a16="http://schemas.microsoft.com/office/drawing/2014/main" id="{0549A7AC-09C2-DC03-0062-5D0018392611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7" name="pg2406">
                <a:extLst>
                  <a:ext uri="{FF2B5EF4-FFF2-40B4-BE49-F238E27FC236}">
                    <a16:creationId xmlns:a16="http://schemas.microsoft.com/office/drawing/2014/main" id="{21CBA580-B206-BB91-C873-03EC81283BD2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8" name="pg2407">
                <a:extLst>
                  <a:ext uri="{FF2B5EF4-FFF2-40B4-BE49-F238E27FC236}">
                    <a16:creationId xmlns:a16="http://schemas.microsoft.com/office/drawing/2014/main" id="{753085CD-A80A-1A9D-F2D6-A5314C2CB2F2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9" name="pg2408">
                <a:extLst>
                  <a:ext uri="{FF2B5EF4-FFF2-40B4-BE49-F238E27FC236}">
                    <a16:creationId xmlns:a16="http://schemas.microsoft.com/office/drawing/2014/main" id="{001851BA-B2EC-A574-E458-F89B40E9F2FC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0" name="pg2409">
                <a:extLst>
                  <a:ext uri="{FF2B5EF4-FFF2-40B4-BE49-F238E27FC236}">
                    <a16:creationId xmlns:a16="http://schemas.microsoft.com/office/drawing/2014/main" id="{41A5987C-89F2-8836-5161-64A2D057F72A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1" name="pg2410">
                <a:extLst>
                  <a:ext uri="{FF2B5EF4-FFF2-40B4-BE49-F238E27FC236}">
                    <a16:creationId xmlns:a16="http://schemas.microsoft.com/office/drawing/2014/main" id="{64799636-F776-13D6-980C-1FE13D3CAA25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2" name="pg2411">
                <a:extLst>
                  <a:ext uri="{FF2B5EF4-FFF2-40B4-BE49-F238E27FC236}">
                    <a16:creationId xmlns:a16="http://schemas.microsoft.com/office/drawing/2014/main" id="{31F2CCB2-F3FF-2B06-82CE-800DD8A2A879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3" name="pg2412">
                <a:extLst>
                  <a:ext uri="{FF2B5EF4-FFF2-40B4-BE49-F238E27FC236}">
                    <a16:creationId xmlns:a16="http://schemas.microsoft.com/office/drawing/2014/main" id="{464A0F0B-D198-96C5-D984-9FA5D9D18409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4" name="pg2413">
                <a:extLst>
                  <a:ext uri="{FF2B5EF4-FFF2-40B4-BE49-F238E27FC236}">
                    <a16:creationId xmlns:a16="http://schemas.microsoft.com/office/drawing/2014/main" id="{7D36D590-24B9-EC72-51E4-4B111339E710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5" name="pg2414">
                <a:extLst>
                  <a:ext uri="{FF2B5EF4-FFF2-40B4-BE49-F238E27FC236}">
                    <a16:creationId xmlns:a16="http://schemas.microsoft.com/office/drawing/2014/main" id="{2EB2ED71-DF57-8429-F875-46E7B3558714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6" name="pg2415">
                <a:extLst>
                  <a:ext uri="{FF2B5EF4-FFF2-40B4-BE49-F238E27FC236}">
                    <a16:creationId xmlns:a16="http://schemas.microsoft.com/office/drawing/2014/main" id="{FB0C253D-F496-F38C-D239-A0224C4BE30F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7" name="pg2416">
                <a:extLst>
                  <a:ext uri="{FF2B5EF4-FFF2-40B4-BE49-F238E27FC236}">
                    <a16:creationId xmlns:a16="http://schemas.microsoft.com/office/drawing/2014/main" id="{9F979331-5BA5-E913-A750-A7E71D03A1F0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8" name="pg2417">
                <a:extLst>
                  <a:ext uri="{FF2B5EF4-FFF2-40B4-BE49-F238E27FC236}">
                    <a16:creationId xmlns:a16="http://schemas.microsoft.com/office/drawing/2014/main" id="{8FF92D27-94D6-0D32-894D-B18F7B51908A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9" name="pg2418">
                <a:extLst>
                  <a:ext uri="{FF2B5EF4-FFF2-40B4-BE49-F238E27FC236}">
                    <a16:creationId xmlns:a16="http://schemas.microsoft.com/office/drawing/2014/main" id="{0A03D44A-2244-0DFF-FBB7-6BCE03101042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0" name="pg2419">
                <a:extLst>
                  <a:ext uri="{FF2B5EF4-FFF2-40B4-BE49-F238E27FC236}">
                    <a16:creationId xmlns:a16="http://schemas.microsoft.com/office/drawing/2014/main" id="{9821997F-9A90-FE6B-514E-8783D91376A5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1" name="pg2420">
                <a:extLst>
                  <a:ext uri="{FF2B5EF4-FFF2-40B4-BE49-F238E27FC236}">
                    <a16:creationId xmlns:a16="http://schemas.microsoft.com/office/drawing/2014/main" id="{CBABD5AB-2714-BE8A-391D-AFB46432BBCE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2" name="pg2421">
                <a:extLst>
                  <a:ext uri="{FF2B5EF4-FFF2-40B4-BE49-F238E27FC236}">
                    <a16:creationId xmlns:a16="http://schemas.microsoft.com/office/drawing/2014/main" id="{BCCAA7BD-8CE6-F4DD-4110-DCE5F80B612C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3" name="pg2422">
                <a:extLst>
                  <a:ext uri="{FF2B5EF4-FFF2-40B4-BE49-F238E27FC236}">
                    <a16:creationId xmlns:a16="http://schemas.microsoft.com/office/drawing/2014/main" id="{CBF6DB8D-1349-57F9-2992-D8A384BE04CC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4" name="pg2423">
                <a:extLst>
                  <a:ext uri="{FF2B5EF4-FFF2-40B4-BE49-F238E27FC236}">
                    <a16:creationId xmlns:a16="http://schemas.microsoft.com/office/drawing/2014/main" id="{22D2B474-56BF-EB92-F52A-D55A1EC4070D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5" name="pg2424">
                <a:extLst>
                  <a:ext uri="{FF2B5EF4-FFF2-40B4-BE49-F238E27FC236}">
                    <a16:creationId xmlns:a16="http://schemas.microsoft.com/office/drawing/2014/main" id="{071902E9-7CD7-BC1F-220A-BFCDB9454D30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6" name="pg2425">
                <a:extLst>
                  <a:ext uri="{FF2B5EF4-FFF2-40B4-BE49-F238E27FC236}">
                    <a16:creationId xmlns:a16="http://schemas.microsoft.com/office/drawing/2014/main" id="{1D251790-ECAE-7130-8333-691119DD6A3D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7" name="pg2426">
                <a:extLst>
                  <a:ext uri="{FF2B5EF4-FFF2-40B4-BE49-F238E27FC236}">
                    <a16:creationId xmlns:a16="http://schemas.microsoft.com/office/drawing/2014/main" id="{CA09458D-F9D1-A8FF-4B0F-8573D08572FE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8" name="pg2427">
                <a:extLst>
                  <a:ext uri="{FF2B5EF4-FFF2-40B4-BE49-F238E27FC236}">
                    <a16:creationId xmlns:a16="http://schemas.microsoft.com/office/drawing/2014/main" id="{EBCFA69E-FE41-E04F-A8FD-952B0D197604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9" name="pg2428">
                <a:extLst>
                  <a:ext uri="{FF2B5EF4-FFF2-40B4-BE49-F238E27FC236}">
                    <a16:creationId xmlns:a16="http://schemas.microsoft.com/office/drawing/2014/main" id="{65FAB87C-30E1-D7C1-865E-6F9A82F2B711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0" name="pg2429">
                <a:extLst>
                  <a:ext uri="{FF2B5EF4-FFF2-40B4-BE49-F238E27FC236}">
                    <a16:creationId xmlns:a16="http://schemas.microsoft.com/office/drawing/2014/main" id="{2F5B7331-70F7-03EB-DE62-BB8656E8EAAD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1" name="pg2430">
                <a:extLst>
                  <a:ext uri="{FF2B5EF4-FFF2-40B4-BE49-F238E27FC236}">
                    <a16:creationId xmlns:a16="http://schemas.microsoft.com/office/drawing/2014/main" id="{B42914B3-1740-930D-2B53-CD8E4AC738F2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2" name="pg2431">
                <a:extLst>
                  <a:ext uri="{FF2B5EF4-FFF2-40B4-BE49-F238E27FC236}">
                    <a16:creationId xmlns:a16="http://schemas.microsoft.com/office/drawing/2014/main" id="{15DC3EB8-C43B-0567-8D7E-61C62AE14C2F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3" name="pg2432">
                <a:extLst>
                  <a:ext uri="{FF2B5EF4-FFF2-40B4-BE49-F238E27FC236}">
                    <a16:creationId xmlns:a16="http://schemas.microsoft.com/office/drawing/2014/main" id="{D759BB01-DB0C-B0AA-22D7-1B463E4EC79D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4" name="pg2433">
                <a:extLst>
                  <a:ext uri="{FF2B5EF4-FFF2-40B4-BE49-F238E27FC236}">
                    <a16:creationId xmlns:a16="http://schemas.microsoft.com/office/drawing/2014/main" id="{551AC7D8-2E7D-2C13-446B-DE60C77B6E5E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5" name="pg2434">
                <a:extLst>
                  <a:ext uri="{FF2B5EF4-FFF2-40B4-BE49-F238E27FC236}">
                    <a16:creationId xmlns:a16="http://schemas.microsoft.com/office/drawing/2014/main" id="{5D01B12E-102C-8155-7C10-C2183F6C3D1F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6" name="pg2435">
                <a:extLst>
                  <a:ext uri="{FF2B5EF4-FFF2-40B4-BE49-F238E27FC236}">
                    <a16:creationId xmlns:a16="http://schemas.microsoft.com/office/drawing/2014/main" id="{FF1B7733-43BE-5D46-13ED-6D59F9E7F245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7" name="pg2436">
                <a:extLst>
                  <a:ext uri="{FF2B5EF4-FFF2-40B4-BE49-F238E27FC236}">
                    <a16:creationId xmlns:a16="http://schemas.microsoft.com/office/drawing/2014/main" id="{B0A335DD-F90E-9D95-4B97-66F3F0371ED5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8" name="pg2437">
                <a:extLst>
                  <a:ext uri="{FF2B5EF4-FFF2-40B4-BE49-F238E27FC236}">
                    <a16:creationId xmlns:a16="http://schemas.microsoft.com/office/drawing/2014/main" id="{4B704289-74BE-83EA-A3A0-03C0BDDC36BA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9" name="pg2438">
                <a:extLst>
                  <a:ext uri="{FF2B5EF4-FFF2-40B4-BE49-F238E27FC236}">
                    <a16:creationId xmlns:a16="http://schemas.microsoft.com/office/drawing/2014/main" id="{34DCDF50-ACBE-1AF7-2453-0DF7B2A6269E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0" name="pg2439">
                <a:extLst>
                  <a:ext uri="{FF2B5EF4-FFF2-40B4-BE49-F238E27FC236}">
                    <a16:creationId xmlns:a16="http://schemas.microsoft.com/office/drawing/2014/main" id="{582B06A9-CE2D-82E0-11BD-972C67AC2D9B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1" name="pg2440">
                <a:extLst>
                  <a:ext uri="{FF2B5EF4-FFF2-40B4-BE49-F238E27FC236}">
                    <a16:creationId xmlns:a16="http://schemas.microsoft.com/office/drawing/2014/main" id="{B10DED29-0E94-5072-6433-69929BE411F3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2" name="pg2441">
                <a:extLst>
                  <a:ext uri="{FF2B5EF4-FFF2-40B4-BE49-F238E27FC236}">
                    <a16:creationId xmlns:a16="http://schemas.microsoft.com/office/drawing/2014/main" id="{3E43C993-9EE2-74BE-9E16-C2A3054C2822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3" name="pg2442">
                <a:extLst>
                  <a:ext uri="{FF2B5EF4-FFF2-40B4-BE49-F238E27FC236}">
                    <a16:creationId xmlns:a16="http://schemas.microsoft.com/office/drawing/2014/main" id="{8E8E2D4F-941A-8C00-A754-6DBDD1E73C8B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4" name="pg2443">
                <a:extLst>
                  <a:ext uri="{FF2B5EF4-FFF2-40B4-BE49-F238E27FC236}">
                    <a16:creationId xmlns:a16="http://schemas.microsoft.com/office/drawing/2014/main" id="{EBB3DC37-3F7C-5F3A-DF21-3E822E90B850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5" name="pg2444">
                <a:extLst>
                  <a:ext uri="{FF2B5EF4-FFF2-40B4-BE49-F238E27FC236}">
                    <a16:creationId xmlns:a16="http://schemas.microsoft.com/office/drawing/2014/main" id="{6F05E3DC-46AC-0ACA-2326-39E9D6B108C0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6" name="pg2445">
                <a:extLst>
                  <a:ext uri="{FF2B5EF4-FFF2-40B4-BE49-F238E27FC236}">
                    <a16:creationId xmlns:a16="http://schemas.microsoft.com/office/drawing/2014/main" id="{4AEA0B5A-0FA1-C6DA-6871-8C48B5473F96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7" name="pg2446">
                <a:extLst>
                  <a:ext uri="{FF2B5EF4-FFF2-40B4-BE49-F238E27FC236}">
                    <a16:creationId xmlns:a16="http://schemas.microsoft.com/office/drawing/2014/main" id="{BC564726-8CDC-D52D-7423-D6E01CE3AA5A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8" name="pg2447">
                <a:extLst>
                  <a:ext uri="{FF2B5EF4-FFF2-40B4-BE49-F238E27FC236}">
                    <a16:creationId xmlns:a16="http://schemas.microsoft.com/office/drawing/2014/main" id="{55570D8E-497F-7CB4-023E-617C790B27C9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9" name="pg2448">
                <a:extLst>
                  <a:ext uri="{FF2B5EF4-FFF2-40B4-BE49-F238E27FC236}">
                    <a16:creationId xmlns:a16="http://schemas.microsoft.com/office/drawing/2014/main" id="{30F7B764-6B55-B366-6036-66B8D8FEC36B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0" name="pg2449">
                <a:extLst>
                  <a:ext uri="{FF2B5EF4-FFF2-40B4-BE49-F238E27FC236}">
                    <a16:creationId xmlns:a16="http://schemas.microsoft.com/office/drawing/2014/main" id="{54F34E8C-8B98-7164-56B1-4730A389D8D1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1" name="pg2450">
                <a:extLst>
                  <a:ext uri="{FF2B5EF4-FFF2-40B4-BE49-F238E27FC236}">
                    <a16:creationId xmlns:a16="http://schemas.microsoft.com/office/drawing/2014/main" id="{B6018915-8E92-B5DD-5319-7FCCECA3B277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2" name="pg2451">
                <a:extLst>
                  <a:ext uri="{FF2B5EF4-FFF2-40B4-BE49-F238E27FC236}">
                    <a16:creationId xmlns:a16="http://schemas.microsoft.com/office/drawing/2014/main" id="{72351FCC-5431-FBCC-5269-CE63A292D030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3" name="pg2452">
                <a:extLst>
                  <a:ext uri="{FF2B5EF4-FFF2-40B4-BE49-F238E27FC236}">
                    <a16:creationId xmlns:a16="http://schemas.microsoft.com/office/drawing/2014/main" id="{95EB94CC-AF7A-2B5E-76E3-1031A3340CEE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4" name="pg2453">
                <a:extLst>
                  <a:ext uri="{FF2B5EF4-FFF2-40B4-BE49-F238E27FC236}">
                    <a16:creationId xmlns:a16="http://schemas.microsoft.com/office/drawing/2014/main" id="{3CD09B86-B8E2-DAD0-B4C9-A5666C12F177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5" name="pg2454">
                <a:extLst>
                  <a:ext uri="{FF2B5EF4-FFF2-40B4-BE49-F238E27FC236}">
                    <a16:creationId xmlns:a16="http://schemas.microsoft.com/office/drawing/2014/main" id="{00C608B6-C348-86F6-2797-786EE3CA990A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6" name="pg2455">
                <a:extLst>
                  <a:ext uri="{FF2B5EF4-FFF2-40B4-BE49-F238E27FC236}">
                    <a16:creationId xmlns:a16="http://schemas.microsoft.com/office/drawing/2014/main" id="{669F16CC-EDBD-A841-62A6-3621E1C438E5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7" name="pg2456">
                <a:extLst>
                  <a:ext uri="{FF2B5EF4-FFF2-40B4-BE49-F238E27FC236}">
                    <a16:creationId xmlns:a16="http://schemas.microsoft.com/office/drawing/2014/main" id="{5381373D-FA5C-B74D-6E31-3A9F6B6B5F73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8" name="pg2457">
                <a:extLst>
                  <a:ext uri="{FF2B5EF4-FFF2-40B4-BE49-F238E27FC236}">
                    <a16:creationId xmlns:a16="http://schemas.microsoft.com/office/drawing/2014/main" id="{F9B88D4E-7B2E-87AD-D56A-02BB0F8FEB67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9" name="pg2458">
                <a:extLst>
                  <a:ext uri="{FF2B5EF4-FFF2-40B4-BE49-F238E27FC236}">
                    <a16:creationId xmlns:a16="http://schemas.microsoft.com/office/drawing/2014/main" id="{0DD67A1D-2BF5-B050-D021-0372A376E408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0" name="pg2459">
                <a:extLst>
                  <a:ext uri="{FF2B5EF4-FFF2-40B4-BE49-F238E27FC236}">
                    <a16:creationId xmlns:a16="http://schemas.microsoft.com/office/drawing/2014/main" id="{2771DF6D-96DE-6BF5-0124-F238CD57CFB8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1" name="pg2460">
                <a:extLst>
                  <a:ext uri="{FF2B5EF4-FFF2-40B4-BE49-F238E27FC236}">
                    <a16:creationId xmlns:a16="http://schemas.microsoft.com/office/drawing/2014/main" id="{4793B874-25AC-6E3A-9DD3-BF6286EDDAFB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2" name="pg2461">
                <a:extLst>
                  <a:ext uri="{FF2B5EF4-FFF2-40B4-BE49-F238E27FC236}">
                    <a16:creationId xmlns:a16="http://schemas.microsoft.com/office/drawing/2014/main" id="{CE790B17-031A-EAB9-F98B-0AE22C293F68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3" name="pg2462">
                <a:extLst>
                  <a:ext uri="{FF2B5EF4-FFF2-40B4-BE49-F238E27FC236}">
                    <a16:creationId xmlns:a16="http://schemas.microsoft.com/office/drawing/2014/main" id="{1D93D9DC-BF0D-61B1-A41D-E9ACC4D1CD57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4" name="pg2463">
                <a:extLst>
                  <a:ext uri="{FF2B5EF4-FFF2-40B4-BE49-F238E27FC236}">
                    <a16:creationId xmlns:a16="http://schemas.microsoft.com/office/drawing/2014/main" id="{36E14B01-A339-06EF-3642-19D532D4CC96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5" name="pg2464">
                <a:extLst>
                  <a:ext uri="{FF2B5EF4-FFF2-40B4-BE49-F238E27FC236}">
                    <a16:creationId xmlns:a16="http://schemas.microsoft.com/office/drawing/2014/main" id="{F5BF19F8-C439-93A6-4980-F5094CC14DF2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6" name="pg2465">
                <a:extLst>
                  <a:ext uri="{FF2B5EF4-FFF2-40B4-BE49-F238E27FC236}">
                    <a16:creationId xmlns:a16="http://schemas.microsoft.com/office/drawing/2014/main" id="{F867A024-58F5-773D-3FBA-E0D5C94EB9DC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7" name="pg2466">
                <a:extLst>
                  <a:ext uri="{FF2B5EF4-FFF2-40B4-BE49-F238E27FC236}">
                    <a16:creationId xmlns:a16="http://schemas.microsoft.com/office/drawing/2014/main" id="{A43E55FB-5BAC-BDC5-FCE4-044E8A119E92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8" name="pg2467">
                <a:extLst>
                  <a:ext uri="{FF2B5EF4-FFF2-40B4-BE49-F238E27FC236}">
                    <a16:creationId xmlns:a16="http://schemas.microsoft.com/office/drawing/2014/main" id="{1551F765-1646-9508-04EC-E97452DF6745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9" name="pg2468">
                <a:extLst>
                  <a:ext uri="{FF2B5EF4-FFF2-40B4-BE49-F238E27FC236}">
                    <a16:creationId xmlns:a16="http://schemas.microsoft.com/office/drawing/2014/main" id="{07533911-92B0-D017-943A-2912254822A1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0" name="pg2469">
                <a:extLst>
                  <a:ext uri="{FF2B5EF4-FFF2-40B4-BE49-F238E27FC236}">
                    <a16:creationId xmlns:a16="http://schemas.microsoft.com/office/drawing/2014/main" id="{514FB865-22B9-41D5-1E68-160560BCBC61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1" name="pg2470">
                <a:extLst>
                  <a:ext uri="{FF2B5EF4-FFF2-40B4-BE49-F238E27FC236}">
                    <a16:creationId xmlns:a16="http://schemas.microsoft.com/office/drawing/2014/main" id="{D8DE97A4-2B05-B9AB-EA57-3C2A6C1EF3BC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2" name="pg2471">
                <a:extLst>
                  <a:ext uri="{FF2B5EF4-FFF2-40B4-BE49-F238E27FC236}">
                    <a16:creationId xmlns:a16="http://schemas.microsoft.com/office/drawing/2014/main" id="{04634972-A4A0-BCA2-229E-6DDF118022FE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3" name="pg2472">
                <a:extLst>
                  <a:ext uri="{FF2B5EF4-FFF2-40B4-BE49-F238E27FC236}">
                    <a16:creationId xmlns:a16="http://schemas.microsoft.com/office/drawing/2014/main" id="{617E0B4A-9FBA-8A5B-6635-1B29DB27905F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4" name="pg2473">
                <a:extLst>
                  <a:ext uri="{FF2B5EF4-FFF2-40B4-BE49-F238E27FC236}">
                    <a16:creationId xmlns:a16="http://schemas.microsoft.com/office/drawing/2014/main" id="{551FEA82-5E9E-468D-D9EE-A6A61399E910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5" name="pg2474">
                <a:extLst>
                  <a:ext uri="{FF2B5EF4-FFF2-40B4-BE49-F238E27FC236}">
                    <a16:creationId xmlns:a16="http://schemas.microsoft.com/office/drawing/2014/main" id="{C733675C-1830-18CA-E3F6-A2D53C242005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6" name="pg2475">
                <a:extLst>
                  <a:ext uri="{FF2B5EF4-FFF2-40B4-BE49-F238E27FC236}">
                    <a16:creationId xmlns:a16="http://schemas.microsoft.com/office/drawing/2014/main" id="{C62E00E9-6AA5-8F0E-2F01-189157767902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7" name="pg2476">
                <a:extLst>
                  <a:ext uri="{FF2B5EF4-FFF2-40B4-BE49-F238E27FC236}">
                    <a16:creationId xmlns:a16="http://schemas.microsoft.com/office/drawing/2014/main" id="{E6DF58E3-E19C-83DC-7363-0F5F6F77F918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8" name="pg2477">
                <a:extLst>
                  <a:ext uri="{FF2B5EF4-FFF2-40B4-BE49-F238E27FC236}">
                    <a16:creationId xmlns:a16="http://schemas.microsoft.com/office/drawing/2014/main" id="{8EF7D426-B454-6755-28C5-5D2FE819CB3A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9" name="pg2478">
                <a:extLst>
                  <a:ext uri="{FF2B5EF4-FFF2-40B4-BE49-F238E27FC236}">
                    <a16:creationId xmlns:a16="http://schemas.microsoft.com/office/drawing/2014/main" id="{1EEC086C-6F5B-611A-0763-CAF74B69299E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0" name="pg2479">
                <a:extLst>
                  <a:ext uri="{FF2B5EF4-FFF2-40B4-BE49-F238E27FC236}">
                    <a16:creationId xmlns:a16="http://schemas.microsoft.com/office/drawing/2014/main" id="{3A7F7B8A-E688-CFAB-0B0D-C4E434EB232D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1" name="pg2480">
                <a:extLst>
                  <a:ext uri="{FF2B5EF4-FFF2-40B4-BE49-F238E27FC236}">
                    <a16:creationId xmlns:a16="http://schemas.microsoft.com/office/drawing/2014/main" id="{6943392B-18E7-07E7-F29B-F86B559B56CF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2" name="pg2481">
                <a:extLst>
                  <a:ext uri="{FF2B5EF4-FFF2-40B4-BE49-F238E27FC236}">
                    <a16:creationId xmlns:a16="http://schemas.microsoft.com/office/drawing/2014/main" id="{8FCD659D-0C0B-B953-41E0-E23163503E36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3" name="pg2482">
                <a:extLst>
                  <a:ext uri="{FF2B5EF4-FFF2-40B4-BE49-F238E27FC236}">
                    <a16:creationId xmlns:a16="http://schemas.microsoft.com/office/drawing/2014/main" id="{1BE4283A-DF65-9583-4988-14E9C35FED38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4" name="pg2483">
                <a:extLst>
                  <a:ext uri="{FF2B5EF4-FFF2-40B4-BE49-F238E27FC236}">
                    <a16:creationId xmlns:a16="http://schemas.microsoft.com/office/drawing/2014/main" id="{F0611199-AAE3-710E-194F-ACF26CC2D711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5" name="pg2484">
                <a:extLst>
                  <a:ext uri="{FF2B5EF4-FFF2-40B4-BE49-F238E27FC236}">
                    <a16:creationId xmlns:a16="http://schemas.microsoft.com/office/drawing/2014/main" id="{1E0C2E97-E6F2-09A9-2B37-705D96B9A510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6" name="pg2485">
                <a:extLst>
                  <a:ext uri="{FF2B5EF4-FFF2-40B4-BE49-F238E27FC236}">
                    <a16:creationId xmlns:a16="http://schemas.microsoft.com/office/drawing/2014/main" id="{A1A262BF-D863-C463-3779-36C1BFF1E880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7" name="pg2486">
                <a:extLst>
                  <a:ext uri="{FF2B5EF4-FFF2-40B4-BE49-F238E27FC236}">
                    <a16:creationId xmlns:a16="http://schemas.microsoft.com/office/drawing/2014/main" id="{57A31777-EAA3-7946-500A-2702A77F0146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8" name="pg2487">
                <a:extLst>
                  <a:ext uri="{FF2B5EF4-FFF2-40B4-BE49-F238E27FC236}">
                    <a16:creationId xmlns:a16="http://schemas.microsoft.com/office/drawing/2014/main" id="{3F44323B-9BED-15B1-1AA9-BA0CBEF632F4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9" name="pg2488">
                <a:extLst>
                  <a:ext uri="{FF2B5EF4-FFF2-40B4-BE49-F238E27FC236}">
                    <a16:creationId xmlns:a16="http://schemas.microsoft.com/office/drawing/2014/main" id="{A2A900C0-044D-9F34-6FF7-FD2FF18E6A76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0" name="pg2489">
                <a:extLst>
                  <a:ext uri="{FF2B5EF4-FFF2-40B4-BE49-F238E27FC236}">
                    <a16:creationId xmlns:a16="http://schemas.microsoft.com/office/drawing/2014/main" id="{99B71D56-9BA7-B48A-CC51-B1252FA5102E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1" name="pg2490">
                <a:extLst>
                  <a:ext uri="{FF2B5EF4-FFF2-40B4-BE49-F238E27FC236}">
                    <a16:creationId xmlns:a16="http://schemas.microsoft.com/office/drawing/2014/main" id="{94375709-460A-E5CA-52DF-C471D1CD6F78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2" name="pg2491">
                <a:extLst>
                  <a:ext uri="{FF2B5EF4-FFF2-40B4-BE49-F238E27FC236}">
                    <a16:creationId xmlns:a16="http://schemas.microsoft.com/office/drawing/2014/main" id="{DA85EFAA-09C5-FB98-9C4A-7C638E266490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3" name="pg2492">
                <a:extLst>
                  <a:ext uri="{FF2B5EF4-FFF2-40B4-BE49-F238E27FC236}">
                    <a16:creationId xmlns:a16="http://schemas.microsoft.com/office/drawing/2014/main" id="{328A4CB3-3C2D-2686-DA05-EC4EA4644B5A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4" name="pg2493">
                <a:extLst>
                  <a:ext uri="{FF2B5EF4-FFF2-40B4-BE49-F238E27FC236}">
                    <a16:creationId xmlns:a16="http://schemas.microsoft.com/office/drawing/2014/main" id="{8F22AD33-07A5-3EB0-FA92-CE318CCCBA47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5" name="pg2494">
                <a:extLst>
                  <a:ext uri="{FF2B5EF4-FFF2-40B4-BE49-F238E27FC236}">
                    <a16:creationId xmlns:a16="http://schemas.microsoft.com/office/drawing/2014/main" id="{9C44FD3B-451E-E35C-6D60-CC3FB7943D27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6" name="pg2495">
                <a:extLst>
                  <a:ext uri="{FF2B5EF4-FFF2-40B4-BE49-F238E27FC236}">
                    <a16:creationId xmlns:a16="http://schemas.microsoft.com/office/drawing/2014/main" id="{65DFABF6-B4CB-0EBF-7C06-B5C9407CE168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7" name="pg2496">
                <a:extLst>
                  <a:ext uri="{FF2B5EF4-FFF2-40B4-BE49-F238E27FC236}">
                    <a16:creationId xmlns:a16="http://schemas.microsoft.com/office/drawing/2014/main" id="{B4B8872C-FB32-207B-6958-3FAD77C1DDE1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8" name="pg2497">
                <a:extLst>
                  <a:ext uri="{FF2B5EF4-FFF2-40B4-BE49-F238E27FC236}">
                    <a16:creationId xmlns:a16="http://schemas.microsoft.com/office/drawing/2014/main" id="{7CECFB59-97CC-C638-F59B-14E14A735CBB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9" name="pg2498">
                <a:extLst>
                  <a:ext uri="{FF2B5EF4-FFF2-40B4-BE49-F238E27FC236}">
                    <a16:creationId xmlns:a16="http://schemas.microsoft.com/office/drawing/2014/main" id="{2E5B8983-565C-66CF-D7C2-F8735A8143DF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0" name="pg2499">
                <a:extLst>
                  <a:ext uri="{FF2B5EF4-FFF2-40B4-BE49-F238E27FC236}">
                    <a16:creationId xmlns:a16="http://schemas.microsoft.com/office/drawing/2014/main" id="{F0B5BB38-F524-88C3-ECA4-156633A96CEF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1" name="pg2500">
                <a:extLst>
                  <a:ext uri="{FF2B5EF4-FFF2-40B4-BE49-F238E27FC236}">
                    <a16:creationId xmlns:a16="http://schemas.microsoft.com/office/drawing/2014/main" id="{77815AD2-629C-CDED-383B-FED8AE139F62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3">
                  <a:alpha val="100000"/>
                </a:srgbClr>
              </a:solidFill>
              <a:ln w="5420" cap="flat">
                <a:solidFill>
                  <a:srgbClr val="3A34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2" name="pg2501">
                <a:extLst>
                  <a:ext uri="{FF2B5EF4-FFF2-40B4-BE49-F238E27FC236}">
                    <a16:creationId xmlns:a16="http://schemas.microsoft.com/office/drawing/2014/main" id="{0D0EDB64-ED1F-9526-97BA-F926593A050B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3" name="pg2502">
                <a:extLst>
                  <a:ext uri="{FF2B5EF4-FFF2-40B4-BE49-F238E27FC236}">
                    <a16:creationId xmlns:a16="http://schemas.microsoft.com/office/drawing/2014/main" id="{0F2E0387-90C6-E7D8-F8C1-FBF5D465CEE7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4" name="pg2503">
                <a:extLst>
                  <a:ext uri="{FF2B5EF4-FFF2-40B4-BE49-F238E27FC236}">
                    <a16:creationId xmlns:a16="http://schemas.microsoft.com/office/drawing/2014/main" id="{6712F2EF-2A63-7D8B-9DD4-1292FA3E7CC8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5" name="pg2504">
                <a:extLst>
                  <a:ext uri="{FF2B5EF4-FFF2-40B4-BE49-F238E27FC236}">
                    <a16:creationId xmlns:a16="http://schemas.microsoft.com/office/drawing/2014/main" id="{0BE50B81-B8E5-040B-A44C-4AB3192B301F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6" name="pg2505">
                <a:extLst>
                  <a:ext uri="{FF2B5EF4-FFF2-40B4-BE49-F238E27FC236}">
                    <a16:creationId xmlns:a16="http://schemas.microsoft.com/office/drawing/2014/main" id="{CC0E6068-1F8A-A4BA-819C-62C26632C877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7" name="pg2506">
                <a:extLst>
                  <a:ext uri="{FF2B5EF4-FFF2-40B4-BE49-F238E27FC236}">
                    <a16:creationId xmlns:a16="http://schemas.microsoft.com/office/drawing/2014/main" id="{4B2279EC-7EEF-5AF1-D329-0F569A830612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8" name="pg2507">
                <a:extLst>
                  <a:ext uri="{FF2B5EF4-FFF2-40B4-BE49-F238E27FC236}">
                    <a16:creationId xmlns:a16="http://schemas.microsoft.com/office/drawing/2014/main" id="{6D5EE532-7AC9-D3C4-9D88-DEA179AA9CF1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9" name="pg2508">
                <a:extLst>
                  <a:ext uri="{FF2B5EF4-FFF2-40B4-BE49-F238E27FC236}">
                    <a16:creationId xmlns:a16="http://schemas.microsoft.com/office/drawing/2014/main" id="{B57B32F8-C7F4-1B82-E6ED-7CDC8C3B5372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0" name="pg2509">
                <a:extLst>
                  <a:ext uri="{FF2B5EF4-FFF2-40B4-BE49-F238E27FC236}">
                    <a16:creationId xmlns:a16="http://schemas.microsoft.com/office/drawing/2014/main" id="{72C1E12D-2BFB-142C-DDFE-911895F5A0C9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1" name="pg2510">
                <a:extLst>
                  <a:ext uri="{FF2B5EF4-FFF2-40B4-BE49-F238E27FC236}">
                    <a16:creationId xmlns:a16="http://schemas.microsoft.com/office/drawing/2014/main" id="{0EE698BF-9312-30EB-E777-3E7FCD6F35FA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2" name="pg2511">
                <a:extLst>
                  <a:ext uri="{FF2B5EF4-FFF2-40B4-BE49-F238E27FC236}">
                    <a16:creationId xmlns:a16="http://schemas.microsoft.com/office/drawing/2014/main" id="{C9B72982-66A6-DDDC-72F0-E0BD7548DBCF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3" name="pg2512">
                <a:extLst>
                  <a:ext uri="{FF2B5EF4-FFF2-40B4-BE49-F238E27FC236}">
                    <a16:creationId xmlns:a16="http://schemas.microsoft.com/office/drawing/2014/main" id="{4370F7C2-834A-1910-560B-FA0B5C37839C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4" name="pg2513">
                <a:extLst>
                  <a:ext uri="{FF2B5EF4-FFF2-40B4-BE49-F238E27FC236}">
                    <a16:creationId xmlns:a16="http://schemas.microsoft.com/office/drawing/2014/main" id="{F98CD0E9-E031-DE8A-F69F-106949080836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5" name="pg2514">
                <a:extLst>
                  <a:ext uri="{FF2B5EF4-FFF2-40B4-BE49-F238E27FC236}">
                    <a16:creationId xmlns:a16="http://schemas.microsoft.com/office/drawing/2014/main" id="{209762EA-A007-1A1E-3372-5AF0D3FA0526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6" name="pg2515">
                <a:extLst>
                  <a:ext uri="{FF2B5EF4-FFF2-40B4-BE49-F238E27FC236}">
                    <a16:creationId xmlns:a16="http://schemas.microsoft.com/office/drawing/2014/main" id="{E3C741C5-FC55-7C02-9FDA-E1138F1F2CEE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7" name="pg2516">
                <a:extLst>
                  <a:ext uri="{FF2B5EF4-FFF2-40B4-BE49-F238E27FC236}">
                    <a16:creationId xmlns:a16="http://schemas.microsoft.com/office/drawing/2014/main" id="{7F85086A-98FB-A46C-4B02-83A7A5D71B1A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8" name="pg2517">
                <a:extLst>
                  <a:ext uri="{FF2B5EF4-FFF2-40B4-BE49-F238E27FC236}">
                    <a16:creationId xmlns:a16="http://schemas.microsoft.com/office/drawing/2014/main" id="{9E3AC792-56DA-6186-211D-F32EEB14BC41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9" name="pg2518">
                <a:extLst>
                  <a:ext uri="{FF2B5EF4-FFF2-40B4-BE49-F238E27FC236}">
                    <a16:creationId xmlns:a16="http://schemas.microsoft.com/office/drawing/2014/main" id="{A0453FCA-7F63-6C82-8885-84DF0D10B095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0" name="pg2519">
                <a:extLst>
                  <a:ext uri="{FF2B5EF4-FFF2-40B4-BE49-F238E27FC236}">
                    <a16:creationId xmlns:a16="http://schemas.microsoft.com/office/drawing/2014/main" id="{A651CCC2-949C-3BF3-2E4E-0DDA9E6B2413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1" name="pg2520">
                <a:extLst>
                  <a:ext uri="{FF2B5EF4-FFF2-40B4-BE49-F238E27FC236}">
                    <a16:creationId xmlns:a16="http://schemas.microsoft.com/office/drawing/2014/main" id="{877ABB40-5E68-4662-7760-0319893DE5A5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2" name="pg2521">
                <a:extLst>
                  <a:ext uri="{FF2B5EF4-FFF2-40B4-BE49-F238E27FC236}">
                    <a16:creationId xmlns:a16="http://schemas.microsoft.com/office/drawing/2014/main" id="{38BE75AA-12E7-D420-E19A-A926C39302E8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3" name="pg2522">
                <a:extLst>
                  <a:ext uri="{FF2B5EF4-FFF2-40B4-BE49-F238E27FC236}">
                    <a16:creationId xmlns:a16="http://schemas.microsoft.com/office/drawing/2014/main" id="{9E84F6B3-F9CE-A76B-357D-82E2FA1FB9BC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4" name="pg2523">
                <a:extLst>
                  <a:ext uri="{FF2B5EF4-FFF2-40B4-BE49-F238E27FC236}">
                    <a16:creationId xmlns:a16="http://schemas.microsoft.com/office/drawing/2014/main" id="{55D00271-3B92-A760-324E-7687C39D7A63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5" name="pg2524">
                <a:extLst>
                  <a:ext uri="{FF2B5EF4-FFF2-40B4-BE49-F238E27FC236}">
                    <a16:creationId xmlns:a16="http://schemas.microsoft.com/office/drawing/2014/main" id="{9480DF09-11EB-1586-4FC5-745858491E9D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6" name="pg2525">
                <a:extLst>
                  <a:ext uri="{FF2B5EF4-FFF2-40B4-BE49-F238E27FC236}">
                    <a16:creationId xmlns:a16="http://schemas.microsoft.com/office/drawing/2014/main" id="{38EE66E5-85FB-25DC-EA9B-73B2497D6364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7" name="pg2526">
                <a:extLst>
                  <a:ext uri="{FF2B5EF4-FFF2-40B4-BE49-F238E27FC236}">
                    <a16:creationId xmlns:a16="http://schemas.microsoft.com/office/drawing/2014/main" id="{B576F408-50DA-C1DA-1726-DEC81798B0BD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8" name="pg2527">
                <a:extLst>
                  <a:ext uri="{FF2B5EF4-FFF2-40B4-BE49-F238E27FC236}">
                    <a16:creationId xmlns:a16="http://schemas.microsoft.com/office/drawing/2014/main" id="{839167B4-A84A-6F5D-AB74-AF16E676067D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9" name="pg2528">
                <a:extLst>
                  <a:ext uri="{FF2B5EF4-FFF2-40B4-BE49-F238E27FC236}">
                    <a16:creationId xmlns:a16="http://schemas.microsoft.com/office/drawing/2014/main" id="{AF9E9706-C5F2-C7F5-B605-D847469340A2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0" name="pg2529">
                <a:extLst>
                  <a:ext uri="{FF2B5EF4-FFF2-40B4-BE49-F238E27FC236}">
                    <a16:creationId xmlns:a16="http://schemas.microsoft.com/office/drawing/2014/main" id="{F206A370-3D50-1A55-EEAD-FA5797193CE4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1" name="pg2530">
                <a:extLst>
                  <a:ext uri="{FF2B5EF4-FFF2-40B4-BE49-F238E27FC236}">
                    <a16:creationId xmlns:a16="http://schemas.microsoft.com/office/drawing/2014/main" id="{5372F29F-B508-FD03-3FE3-F46FAD9CE98C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2" name="pg2531">
                <a:extLst>
                  <a:ext uri="{FF2B5EF4-FFF2-40B4-BE49-F238E27FC236}">
                    <a16:creationId xmlns:a16="http://schemas.microsoft.com/office/drawing/2014/main" id="{983627DB-A45B-33E5-FA2F-DF705B892CD3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3" name="pg2532">
                <a:extLst>
                  <a:ext uri="{FF2B5EF4-FFF2-40B4-BE49-F238E27FC236}">
                    <a16:creationId xmlns:a16="http://schemas.microsoft.com/office/drawing/2014/main" id="{EBF359BE-14F2-89A4-2F0A-3A94E97E0691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4" name="pg2533">
                <a:extLst>
                  <a:ext uri="{FF2B5EF4-FFF2-40B4-BE49-F238E27FC236}">
                    <a16:creationId xmlns:a16="http://schemas.microsoft.com/office/drawing/2014/main" id="{A86FBDC7-AA3C-3E5B-002A-D78E717F9D7F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5" name="pg2534">
                <a:extLst>
                  <a:ext uri="{FF2B5EF4-FFF2-40B4-BE49-F238E27FC236}">
                    <a16:creationId xmlns:a16="http://schemas.microsoft.com/office/drawing/2014/main" id="{64C74A31-4116-351C-0F41-8D735F9B3B89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6" name="pg2535">
                <a:extLst>
                  <a:ext uri="{FF2B5EF4-FFF2-40B4-BE49-F238E27FC236}">
                    <a16:creationId xmlns:a16="http://schemas.microsoft.com/office/drawing/2014/main" id="{5BC538C1-8BD4-AEB9-B2D9-75C5F1178108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7" name="pg2536">
                <a:extLst>
                  <a:ext uri="{FF2B5EF4-FFF2-40B4-BE49-F238E27FC236}">
                    <a16:creationId xmlns:a16="http://schemas.microsoft.com/office/drawing/2014/main" id="{7C9F516B-94AA-738C-D3FF-20FB8AC16888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8" name="pg2537">
                <a:extLst>
                  <a:ext uri="{FF2B5EF4-FFF2-40B4-BE49-F238E27FC236}">
                    <a16:creationId xmlns:a16="http://schemas.microsoft.com/office/drawing/2014/main" id="{5CD02752-21D8-17C2-3C98-B1563724DAAC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9" name="pg2538">
                <a:extLst>
                  <a:ext uri="{FF2B5EF4-FFF2-40B4-BE49-F238E27FC236}">
                    <a16:creationId xmlns:a16="http://schemas.microsoft.com/office/drawing/2014/main" id="{C5579967-4F57-2C09-E594-62FB77FF66E7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0" name="pg2539">
                <a:extLst>
                  <a:ext uri="{FF2B5EF4-FFF2-40B4-BE49-F238E27FC236}">
                    <a16:creationId xmlns:a16="http://schemas.microsoft.com/office/drawing/2014/main" id="{D4117ECF-0245-4AE5-F6C1-0B96724892F4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1" name="pg2540">
                <a:extLst>
                  <a:ext uri="{FF2B5EF4-FFF2-40B4-BE49-F238E27FC236}">
                    <a16:creationId xmlns:a16="http://schemas.microsoft.com/office/drawing/2014/main" id="{E9616A7F-310D-F6E8-7140-0A64C7D22092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2" name="pg2541">
                <a:extLst>
                  <a:ext uri="{FF2B5EF4-FFF2-40B4-BE49-F238E27FC236}">
                    <a16:creationId xmlns:a16="http://schemas.microsoft.com/office/drawing/2014/main" id="{67C777D8-1FFB-58C1-F290-285F94B8D23F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3" name="pg2542">
                <a:extLst>
                  <a:ext uri="{FF2B5EF4-FFF2-40B4-BE49-F238E27FC236}">
                    <a16:creationId xmlns:a16="http://schemas.microsoft.com/office/drawing/2014/main" id="{290E8923-C18F-44F1-C0B7-9BD29A5D82FC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4" name="pg2543">
                <a:extLst>
                  <a:ext uri="{FF2B5EF4-FFF2-40B4-BE49-F238E27FC236}">
                    <a16:creationId xmlns:a16="http://schemas.microsoft.com/office/drawing/2014/main" id="{2B4AEFB9-292F-A843-DE2A-74BFAE80F530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5" name="pg2544">
                <a:extLst>
                  <a:ext uri="{FF2B5EF4-FFF2-40B4-BE49-F238E27FC236}">
                    <a16:creationId xmlns:a16="http://schemas.microsoft.com/office/drawing/2014/main" id="{45783F3F-76D9-5FF0-E897-C394786C0750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6" name="pg2545">
                <a:extLst>
                  <a:ext uri="{FF2B5EF4-FFF2-40B4-BE49-F238E27FC236}">
                    <a16:creationId xmlns:a16="http://schemas.microsoft.com/office/drawing/2014/main" id="{AD192DD9-75BF-D6E6-6609-039A2CA847D3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7" name="pg2546">
                <a:extLst>
                  <a:ext uri="{FF2B5EF4-FFF2-40B4-BE49-F238E27FC236}">
                    <a16:creationId xmlns:a16="http://schemas.microsoft.com/office/drawing/2014/main" id="{7D6E9C26-CFB2-A8DE-5280-861B87166BBE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8" name="pg2547">
                <a:extLst>
                  <a:ext uri="{FF2B5EF4-FFF2-40B4-BE49-F238E27FC236}">
                    <a16:creationId xmlns:a16="http://schemas.microsoft.com/office/drawing/2014/main" id="{F588F78E-8480-07BD-399A-E532533F4F37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9" name="pg2548">
                <a:extLst>
                  <a:ext uri="{FF2B5EF4-FFF2-40B4-BE49-F238E27FC236}">
                    <a16:creationId xmlns:a16="http://schemas.microsoft.com/office/drawing/2014/main" id="{B1E65AAD-5575-192B-4617-6DA171D426E7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0" name="pg2549">
                <a:extLst>
                  <a:ext uri="{FF2B5EF4-FFF2-40B4-BE49-F238E27FC236}">
                    <a16:creationId xmlns:a16="http://schemas.microsoft.com/office/drawing/2014/main" id="{55A251CB-25A2-9CC9-8EB1-80A04D2416DB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1" name="pg2550">
                <a:extLst>
                  <a:ext uri="{FF2B5EF4-FFF2-40B4-BE49-F238E27FC236}">
                    <a16:creationId xmlns:a16="http://schemas.microsoft.com/office/drawing/2014/main" id="{4231B86E-83FD-FC96-1193-B8252C084BE9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2" name="pg2551">
                <a:extLst>
                  <a:ext uri="{FF2B5EF4-FFF2-40B4-BE49-F238E27FC236}">
                    <a16:creationId xmlns:a16="http://schemas.microsoft.com/office/drawing/2014/main" id="{0D0C616C-194B-5464-3D9B-1E039011CEFB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3" name="pg2552">
                <a:extLst>
                  <a:ext uri="{FF2B5EF4-FFF2-40B4-BE49-F238E27FC236}">
                    <a16:creationId xmlns:a16="http://schemas.microsoft.com/office/drawing/2014/main" id="{2C046CF8-03C1-B3C0-BD2D-326D54FCA4C6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4" name="pg2553">
                <a:extLst>
                  <a:ext uri="{FF2B5EF4-FFF2-40B4-BE49-F238E27FC236}">
                    <a16:creationId xmlns:a16="http://schemas.microsoft.com/office/drawing/2014/main" id="{058B21C1-8403-AAE3-287B-469A52215761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5" name="pg2554">
                <a:extLst>
                  <a:ext uri="{FF2B5EF4-FFF2-40B4-BE49-F238E27FC236}">
                    <a16:creationId xmlns:a16="http://schemas.microsoft.com/office/drawing/2014/main" id="{DAB7801E-A203-0DFA-7A02-59410EBF1595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6" name="pg2555">
                <a:extLst>
                  <a:ext uri="{FF2B5EF4-FFF2-40B4-BE49-F238E27FC236}">
                    <a16:creationId xmlns:a16="http://schemas.microsoft.com/office/drawing/2014/main" id="{4DA17B09-DC2E-EBEB-E759-8E6A5FB4B24E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7" name="pg2556">
                <a:extLst>
                  <a:ext uri="{FF2B5EF4-FFF2-40B4-BE49-F238E27FC236}">
                    <a16:creationId xmlns:a16="http://schemas.microsoft.com/office/drawing/2014/main" id="{9D138F8E-2A2E-2AFF-FE22-0CC173C93AC3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8" name="pg2557">
                <a:extLst>
                  <a:ext uri="{FF2B5EF4-FFF2-40B4-BE49-F238E27FC236}">
                    <a16:creationId xmlns:a16="http://schemas.microsoft.com/office/drawing/2014/main" id="{F254E197-1A60-179E-EAAE-F5202426A752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9" name="pg2558">
                <a:extLst>
                  <a:ext uri="{FF2B5EF4-FFF2-40B4-BE49-F238E27FC236}">
                    <a16:creationId xmlns:a16="http://schemas.microsoft.com/office/drawing/2014/main" id="{155F5BEA-F5ED-FEB2-442F-841AA5494391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0" name="pg2559">
                <a:extLst>
                  <a:ext uri="{FF2B5EF4-FFF2-40B4-BE49-F238E27FC236}">
                    <a16:creationId xmlns:a16="http://schemas.microsoft.com/office/drawing/2014/main" id="{926942FF-7BBF-5EC4-5C7F-E9D51D8EEBA5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1" name="pg2560">
                <a:extLst>
                  <a:ext uri="{FF2B5EF4-FFF2-40B4-BE49-F238E27FC236}">
                    <a16:creationId xmlns:a16="http://schemas.microsoft.com/office/drawing/2014/main" id="{6F9CB081-D319-F47A-8D89-7A31EEC17FE7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2" name="pg2561">
                <a:extLst>
                  <a:ext uri="{FF2B5EF4-FFF2-40B4-BE49-F238E27FC236}">
                    <a16:creationId xmlns:a16="http://schemas.microsoft.com/office/drawing/2014/main" id="{18BBF639-1ED3-7ED4-0709-455088BF36FB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3" name="pg2562">
                <a:extLst>
                  <a:ext uri="{FF2B5EF4-FFF2-40B4-BE49-F238E27FC236}">
                    <a16:creationId xmlns:a16="http://schemas.microsoft.com/office/drawing/2014/main" id="{8ECBA5DB-2825-A9F1-6EDE-F4EF18500189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4" name="pg2563">
                <a:extLst>
                  <a:ext uri="{FF2B5EF4-FFF2-40B4-BE49-F238E27FC236}">
                    <a16:creationId xmlns:a16="http://schemas.microsoft.com/office/drawing/2014/main" id="{10229A82-65D5-98AD-622F-B85EEA9FB0FF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5" name="pg2564">
                <a:extLst>
                  <a:ext uri="{FF2B5EF4-FFF2-40B4-BE49-F238E27FC236}">
                    <a16:creationId xmlns:a16="http://schemas.microsoft.com/office/drawing/2014/main" id="{9E9C724A-5F68-C3CB-2B9D-30F25A3A9484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6" name="pg2565">
                <a:extLst>
                  <a:ext uri="{FF2B5EF4-FFF2-40B4-BE49-F238E27FC236}">
                    <a16:creationId xmlns:a16="http://schemas.microsoft.com/office/drawing/2014/main" id="{9506659E-EA70-3DBA-744F-0DCD775EFCA9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7" name="pg2566">
                <a:extLst>
                  <a:ext uri="{FF2B5EF4-FFF2-40B4-BE49-F238E27FC236}">
                    <a16:creationId xmlns:a16="http://schemas.microsoft.com/office/drawing/2014/main" id="{B49033DF-BA3F-48C3-7F33-F61291F0400D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8" name="pg2567">
                <a:extLst>
                  <a:ext uri="{FF2B5EF4-FFF2-40B4-BE49-F238E27FC236}">
                    <a16:creationId xmlns:a16="http://schemas.microsoft.com/office/drawing/2014/main" id="{15FA2E2C-5BCC-88C6-8043-155AB3A7EF4A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9" name="pg2568">
                <a:extLst>
                  <a:ext uri="{FF2B5EF4-FFF2-40B4-BE49-F238E27FC236}">
                    <a16:creationId xmlns:a16="http://schemas.microsoft.com/office/drawing/2014/main" id="{7F1497CF-6BB6-C04E-01B8-4C9FCCF3B714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0" name="pg2569">
                <a:extLst>
                  <a:ext uri="{FF2B5EF4-FFF2-40B4-BE49-F238E27FC236}">
                    <a16:creationId xmlns:a16="http://schemas.microsoft.com/office/drawing/2014/main" id="{B1201DD3-9BEB-0CB8-7934-5A62741C937B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1" name="pg2570">
                <a:extLst>
                  <a:ext uri="{FF2B5EF4-FFF2-40B4-BE49-F238E27FC236}">
                    <a16:creationId xmlns:a16="http://schemas.microsoft.com/office/drawing/2014/main" id="{1B5FB6A3-CE9E-A419-29BD-D59648977854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2" name="pg2571">
                <a:extLst>
                  <a:ext uri="{FF2B5EF4-FFF2-40B4-BE49-F238E27FC236}">
                    <a16:creationId xmlns:a16="http://schemas.microsoft.com/office/drawing/2014/main" id="{A37CF536-65EA-44EA-97CF-8478F235296B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3" name="pg2572">
                <a:extLst>
                  <a:ext uri="{FF2B5EF4-FFF2-40B4-BE49-F238E27FC236}">
                    <a16:creationId xmlns:a16="http://schemas.microsoft.com/office/drawing/2014/main" id="{2D24C6A1-7816-FFEA-D768-4370293F2C87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4" name="pg2573">
                <a:extLst>
                  <a:ext uri="{FF2B5EF4-FFF2-40B4-BE49-F238E27FC236}">
                    <a16:creationId xmlns:a16="http://schemas.microsoft.com/office/drawing/2014/main" id="{8E50FEE3-0C9C-DBFD-D5F7-1DDA39B23F68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5" name="pg2574">
                <a:extLst>
                  <a:ext uri="{FF2B5EF4-FFF2-40B4-BE49-F238E27FC236}">
                    <a16:creationId xmlns:a16="http://schemas.microsoft.com/office/drawing/2014/main" id="{A3FA2471-DCF6-B612-2065-07C94598F5D4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6" name="pg2575">
                <a:extLst>
                  <a:ext uri="{FF2B5EF4-FFF2-40B4-BE49-F238E27FC236}">
                    <a16:creationId xmlns:a16="http://schemas.microsoft.com/office/drawing/2014/main" id="{0E24B71C-43BC-92E8-9CF9-2547F300C17B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7" name="pg2576">
                <a:extLst>
                  <a:ext uri="{FF2B5EF4-FFF2-40B4-BE49-F238E27FC236}">
                    <a16:creationId xmlns:a16="http://schemas.microsoft.com/office/drawing/2014/main" id="{DDCFF729-EA62-058A-546F-40C3CB1078F9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8" name="pg2577">
                <a:extLst>
                  <a:ext uri="{FF2B5EF4-FFF2-40B4-BE49-F238E27FC236}">
                    <a16:creationId xmlns:a16="http://schemas.microsoft.com/office/drawing/2014/main" id="{E8A84967-CABE-1741-915C-BA9FF2F1C862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9" name="pg2578">
                <a:extLst>
                  <a:ext uri="{FF2B5EF4-FFF2-40B4-BE49-F238E27FC236}">
                    <a16:creationId xmlns:a16="http://schemas.microsoft.com/office/drawing/2014/main" id="{8F501130-FDF9-806B-A213-48BE4853E9CF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0" name="pg2579">
                <a:extLst>
                  <a:ext uri="{FF2B5EF4-FFF2-40B4-BE49-F238E27FC236}">
                    <a16:creationId xmlns:a16="http://schemas.microsoft.com/office/drawing/2014/main" id="{D13DBAFD-4A8A-AB1C-1E0E-0CEC50EA60FA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1" name="pg2580">
                <a:extLst>
                  <a:ext uri="{FF2B5EF4-FFF2-40B4-BE49-F238E27FC236}">
                    <a16:creationId xmlns:a16="http://schemas.microsoft.com/office/drawing/2014/main" id="{AC5FBFF6-448C-9EDF-C479-654A667DEF2A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2" name="pg2581">
                <a:extLst>
                  <a:ext uri="{FF2B5EF4-FFF2-40B4-BE49-F238E27FC236}">
                    <a16:creationId xmlns:a16="http://schemas.microsoft.com/office/drawing/2014/main" id="{FAF52D1C-4CF0-6706-4F69-161EBE415608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3" name="pg2582">
                <a:extLst>
                  <a:ext uri="{FF2B5EF4-FFF2-40B4-BE49-F238E27FC236}">
                    <a16:creationId xmlns:a16="http://schemas.microsoft.com/office/drawing/2014/main" id="{E0448171-96AA-C2EA-0614-083C8B8FFE7F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4" name="pg2583">
                <a:extLst>
                  <a:ext uri="{FF2B5EF4-FFF2-40B4-BE49-F238E27FC236}">
                    <a16:creationId xmlns:a16="http://schemas.microsoft.com/office/drawing/2014/main" id="{35308D08-071F-E682-6E68-FFDCA56331A3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5" name="pg2584">
                <a:extLst>
                  <a:ext uri="{FF2B5EF4-FFF2-40B4-BE49-F238E27FC236}">
                    <a16:creationId xmlns:a16="http://schemas.microsoft.com/office/drawing/2014/main" id="{6513F618-0F77-99AB-DFE8-4D9ADF56C879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6" name="pg2585">
                <a:extLst>
                  <a:ext uri="{FF2B5EF4-FFF2-40B4-BE49-F238E27FC236}">
                    <a16:creationId xmlns:a16="http://schemas.microsoft.com/office/drawing/2014/main" id="{E72B23FF-BE72-5F96-86BC-09E88799ED30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7" name="pg2586">
                <a:extLst>
                  <a:ext uri="{FF2B5EF4-FFF2-40B4-BE49-F238E27FC236}">
                    <a16:creationId xmlns:a16="http://schemas.microsoft.com/office/drawing/2014/main" id="{18162D01-60F3-2269-F91E-10F9AE6EC3FB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8" name="pg2587">
                <a:extLst>
                  <a:ext uri="{FF2B5EF4-FFF2-40B4-BE49-F238E27FC236}">
                    <a16:creationId xmlns:a16="http://schemas.microsoft.com/office/drawing/2014/main" id="{56C0BBAB-D1C7-71F5-88CF-C24403C70253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9" name="pg2588">
                <a:extLst>
                  <a:ext uri="{FF2B5EF4-FFF2-40B4-BE49-F238E27FC236}">
                    <a16:creationId xmlns:a16="http://schemas.microsoft.com/office/drawing/2014/main" id="{B2EFCB4F-C7E1-2A9C-4E0F-88052F093042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0" name="pg2589">
                <a:extLst>
                  <a:ext uri="{FF2B5EF4-FFF2-40B4-BE49-F238E27FC236}">
                    <a16:creationId xmlns:a16="http://schemas.microsoft.com/office/drawing/2014/main" id="{72D61E7B-8B00-B943-42DF-D228B2F0A0DF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1" name="pg2590">
                <a:extLst>
                  <a:ext uri="{FF2B5EF4-FFF2-40B4-BE49-F238E27FC236}">
                    <a16:creationId xmlns:a16="http://schemas.microsoft.com/office/drawing/2014/main" id="{B0887A65-2473-0A0E-81C9-44F4733B47A9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2" name="pg2591">
                <a:extLst>
                  <a:ext uri="{FF2B5EF4-FFF2-40B4-BE49-F238E27FC236}">
                    <a16:creationId xmlns:a16="http://schemas.microsoft.com/office/drawing/2014/main" id="{C25E184D-46AA-5EC8-0BDE-3F95E8E91B27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3" name="pg2592">
                <a:extLst>
                  <a:ext uri="{FF2B5EF4-FFF2-40B4-BE49-F238E27FC236}">
                    <a16:creationId xmlns:a16="http://schemas.microsoft.com/office/drawing/2014/main" id="{5FE2AAD7-E5D7-317B-FD28-48598F3AE78A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4" name="pg2593">
                <a:extLst>
                  <a:ext uri="{FF2B5EF4-FFF2-40B4-BE49-F238E27FC236}">
                    <a16:creationId xmlns:a16="http://schemas.microsoft.com/office/drawing/2014/main" id="{50743176-0470-052E-2A7A-532D1362049C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5" name="pg2594">
                <a:extLst>
                  <a:ext uri="{FF2B5EF4-FFF2-40B4-BE49-F238E27FC236}">
                    <a16:creationId xmlns:a16="http://schemas.microsoft.com/office/drawing/2014/main" id="{B3B13163-EF4A-E539-C529-81C1FA9594A5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6" name="pg2595">
                <a:extLst>
                  <a:ext uri="{FF2B5EF4-FFF2-40B4-BE49-F238E27FC236}">
                    <a16:creationId xmlns:a16="http://schemas.microsoft.com/office/drawing/2014/main" id="{042561BB-1CDA-30D8-96C5-D71BF2C58A28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7" name="pg2596">
                <a:extLst>
                  <a:ext uri="{FF2B5EF4-FFF2-40B4-BE49-F238E27FC236}">
                    <a16:creationId xmlns:a16="http://schemas.microsoft.com/office/drawing/2014/main" id="{3F44CE0E-3108-E6B9-9ADD-D00FBD8E3DBD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8" name="pg2597">
                <a:extLst>
                  <a:ext uri="{FF2B5EF4-FFF2-40B4-BE49-F238E27FC236}">
                    <a16:creationId xmlns:a16="http://schemas.microsoft.com/office/drawing/2014/main" id="{7A0AC0FB-C001-3ABC-684C-5D2E2D669DE0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9" name="pg2598">
                <a:extLst>
                  <a:ext uri="{FF2B5EF4-FFF2-40B4-BE49-F238E27FC236}">
                    <a16:creationId xmlns:a16="http://schemas.microsoft.com/office/drawing/2014/main" id="{D3895E72-5BAC-1579-CB44-7C3019A3BAA8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0" name="pg2599">
                <a:extLst>
                  <a:ext uri="{FF2B5EF4-FFF2-40B4-BE49-F238E27FC236}">
                    <a16:creationId xmlns:a16="http://schemas.microsoft.com/office/drawing/2014/main" id="{45313433-2A05-3718-A0BB-9B0AE0C0FD07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1" name="pg2600">
                <a:extLst>
                  <a:ext uri="{FF2B5EF4-FFF2-40B4-BE49-F238E27FC236}">
                    <a16:creationId xmlns:a16="http://schemas.microsoft.com/office/drawing/2014/main" id="{6A7A4041-B271-2116-B83C-A0E7BCD003D1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2" name="pg2601">
                <a:extLst>
                  <a:ext uri="{FF2B5EF4-FFF2-40B4-BE49-F238E27FC236}">
                    <a16:creationId xmlns:a16="http://schemas.microsoft.com/office/drawing/2014/main" id="{36F2ECF7-7ADA-9FFA-17CE-7A1434F09216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3" name="pg2602">
                <a:extLst>
                  <a:ext uri="{FF2B5EF4-FFF2-40B4-BE49-F238E27FC236}">
                    <a16:creationId xmlns:a16="http://schemas.microsoft.com/office/drawing/2014/main" id="{88BF8B23-E766-A627-2F68-7200FB410296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4" name="pg2603">
                <a:extLst>
                  <a:ext uri="{FF2B5EF4-FFF2-40B4-BE49-F238E27FC236}">
                    <a16:creationId xmlns:a16="http://schemas.microsoft.com/office/drawing/2014/main" id="{131FC90A-3499-D653-9CF4-AB8E90B11BF6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5" name="pg2604">
                <a:extLst>
                  <a:ext uri="{FF2B5EF4-FFF2-40B4-BE49-F238E27FC236}">
                    <a16:creationId xmlns:a16="http://schemas.microsoft.com/office/drawing/2014/main" id="{95B7CDED-4845-D943-3296-A4BD703DDEFC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6" name="pg2605">
                <a:extLst>
                  <a:ext uri="{FF2B5EF4-FFF2-40B4-BE49-F238E27FC236}">
                    <a16:creationId xmlns:a16="http://schemas.microsoft.com/office/drawing/2014/main" id="{01EEFF97-2931-C7C5-D1F7-DDF8C4EA55CF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7" name="pg2606">
                <a:extLst>
                  <a:ext uri="{FF2B5EF4-FFF2-40B4-BE49-F238E27FC236}">
                    <a16:creationId xmlns:a16="http://schemas.microsoft.com/office/drawing/2014/main" id="{A304191B-F481-7B63-5DA1-FE7C567FD96F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8" name="pg2607">
                <a:extLst>
                  <a:ext uri="{FF2B5EF4-FFF2-40B4-BE49-F238E27FC236}">
                    <a16:creationId xmlns:a16="http://schemas.microsoft.com/office/drawing/2014/main" id="{DB9539FF-A3DD-944F-31AD-8BABAAA1CF6D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9" name="pg2608">
                <a:extLst>
                  <a:ext uri="{FF2B5EF4-FFF2-40B4-BE49-F238E27FC236}">
                    <a16:creationId xmlns:a16="http://schemas.microsoft.com/office/drawing/2014/main" id="{D01BCDE5-48FA-63A5-F97C-9217CDCA32D8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0" name="pg2609">
                <a:extLst>
                  <a:ext uri="{FF2B5EF4-FFF2-40B4-BE49-F238E27FC236}">
                    <a16:creationId xmlns:a16="http://schemas.microsoft.com/office/drawing/2014/main" id="{9F2E2693-A0DB-AB22-19FC-381C316C297D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1" name="pg2610">
                <a:extLst>
                  <a:ext uri="{FF2B5EF4-FFF2-40B4-BE49-F238E27FC236}">
                    <a16:creationId xmlns:a16="http://schemas.microsoft.com/office/drawing/2014/main" id="{9DC8CE5E-5C37-6A5D-8E0C-B7A1434ECA21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2" name="pg2611">
                <a:extLst>
                  <a:ext uri="{FF2B5EF4-FFF2-40B4-BE49-F238E27FC236}">
                    <a16:creationId xmlns:a16="http://schemas.microsoft.com/office/drawing/2014/main" id="{B2918CAF-F12D-D254-914B-2C0E6AEF15DB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3" name="pg2612">
                <a:extLst>
                  <a:ext uri="{FF2B5EF4-FFF2-40B4-BE49-F238E27FC236}">
                    <a16:creationId xmlns:a16="http://schemas.microsoft.com/office/drawing/2014/main" id="{91B9DDD9-0460-7E14-2A25-F35FFB793E3E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4" name="pg2613">
                <a:extLst>
                  <a:ext uri="{FF2B5EF4-FFF2-40B4-BE49-F238E27FC236}">
                    <a16:creationId xmlns:a16="http://schemas.microsoft.com/office/drawing/2014/main" id="{ED5B1B2B-7B0B-30CE-B96F-CC3222D28094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5" name="pg2614">
                <a:extLst>
                  <a:ext uri="{FF2B5EF4-FFF2-40B4-BE49-F238E27FC236}">
                    <a16:creationId xmlns:a16="http://schemas.microsoft.com/office/drawing/2014/main" id="{E2EE06E7-1188-FA5E-5E00-987026EC1204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6" name="pg2615">
                <a:extLst>
                  <a:ext uri="{FF2B5EF4-FFF2-40B4-BE49-F238E27FC236}">
                    <a16:creationId xmlns:a16="http://schemas.microsoft.com/office/drawing/2014/main" id="{8EF89A21-6A26-E1CA-872A-7C7018BDA753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7" name="pg2616">
                <a:extLst>
                  <a:ext uri="{FF2B5EF4-FFF2-40B4-BE49-F238E27FC236}">
                    <a16:creationId xmlns:a16="http://schemas.microsoft.com/office/drawing/2014/main" id="{B87BFDE2-C286-09A9-3194-4CB16DC471D8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8" name="pg2617">
                <a:extLst>
                  <a:ext uri="{FF2B5EF4-FFF2-40B4-BE49-F238E27FC236}">
                    <a16:creationId xmlns:a16="http://schemas.microsoft.com/office/drawing/2014/main" id="{62033E4B-3BA1-C0D9-1ABA-259CCC130FE0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9" name="pg2618">
                <a:extLst>
                  <a:ext uri="{FF2B5EF4-FFF2-40B4-BE49-F238E27FC236}">
                    <a16:creationId xmlns:a16="http://schemas.microsoft.com/office/drawing/2014/main" id="{2F417BE1-2DBC-D633-C60D-38468F1508AF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0" name="pg2619">
                <a:extLst>
                  <a:ext uri="{FF2B5EF4-FFF2-40B4-BE49-F238E27FC236}">
                    <a16:creationId xmlns:a16="http://schemas.microsoft.com/office/drawing/2014/main" id="{AD2D4B13-FFE1-9DCD-F5F7-AED8FCDD3D92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1" name="pg2620">
                <a:extLst>
                  <a:ext uri="{FF2B5EF4-FFF2-40B4-BE49-F238E27FC236}">
                    <a16:creationId xmlns:a16="http://schemas.microsoft.com/office/drawing/2014/main" id="{2696BBA7-FC9C-5842-FE9F-8860C191389A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2" name="pg2621">
                <a:extLst>
                  <a:ext uri="{FF2B5EF4-FFF2-40B4-BE49-F238E27FC236}">
                    <a16:creationId xmlns:a16="http://schemas.microsoft.com/office/drawing/2014/main" id="{DDC43DB5-0F37-126F-A8DF-B24DEFF6DBCC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3" name="pg2622">
                <a:extLst>
                  <a:ext uri="{FF2B5EF4-FFF2-40B4-BE49-F238E27FC236}">
                    <a16:creationId xmlns:a16="http://schemas.microsoft.com/office/drawing/2014/main" id="{F9289A48-F301-4FE6-C00E-A090250B605E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4" name="pg2623">
                <a:extLst>
                  <a:ext uri="{FF2B5EF4-FFF2-40B4-BE49-F238E27FC236}">
                    <a16:creationId xmlns:a16="http://schemas.microsoft.com/office/drawing/2014/main" id="{2F36737E-0EA6-E916-49AE-9A10E9098B5E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5" name="pg2624">
                <a:extLst>
                  <a:ext uri="{FF2B5EF4-FFF2-40B4-BE49-F238E27FC236}">
                    <a16:creationId xmlns:a16="http://schemas.microsoft.com/office/drawing/2014/main" id="{5A067DAC-7A7B-90F7-AE20-748F3CA2DC49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6" name="pg2625">
                <a:extLst>
                  <a:ext uri="{FF2B5EF4-FFF2-40B4-BE49-F238E27FC236}">
                    <a16:creationId xmlns:a16="http://schemas.microsoft.com/office/drawing/2014/main" id="{BAD081FD-E2E9-7F3F-8F7A-FBB8F0B55003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7" name="pg2626">
                <a:extLst>
                  <a:ext uri="{FF2B5EF4-FFF2-40B4-BE49-F238E27FC236}">
                    <a16:creationId xmlns:a16="http://schemas.microsoft.com/office/drawing/2014/main" id="{3B326B08-382B-B500-A338-378E9FA7D57D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8" name="pg2627">
                <a:extLst>
                  <a:ext uri="{FF2B5EF4-FFF2-40B4-BE49-F238E27FC236}">
                    <a16:creationId xmlns:a16="http://schemas.microsoft.com/office/drawing/2014/main" id="{B5396BE6-059A-E163-8841-5C2B37EFCD57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9" name="pg2628">
                <a:extLst>
                  <a:ext uri="{FF2B5EF4-FFF2-40B4-BE49-F238E27FC236}">
                    <a16:creationId xmlns:a16="http://schemas.microsoft.com/office/drawing/2014/main" id="{6D180CA0-E526-83C8-8ED0-9A76ACFE2E58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0" name="pg2629">
                <a:extLst>
                  <a:ext uri="{FF2B5EF4-FFF2-40B4-BE49-F238E27FC236}">
                    <a16:creationId xmlns:a16="http://schemas.microsoft.com/office/drawing/2014/main" id="{E34C0E6B-7817-4A01-89DC-0B9492BEF521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1" name="pg2630">
                <a:extLst>
                  <a:ext uri="{FF2B5EF4-FFF2-40B4-BE49-F238E27FC236}">
                    <a16:creationId xmlns:a16="http://schemas.microsoft.com/office/drawing/2014/main" id="{38EDC674-E376-0A96-BB6C-71494B89C8A8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2" name="pg2631">
                <a:extLst>
                  <a:ext uri="{FF2B5EF4-FFF2-40B4-BE49-F238E27FC236}">
                    <a16:creationId xmlns:a16="http://schemas.microsoft.com/office/drawing/2014/main" id="{79334235-B835-1D73-54CD-958C496FD75E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3" name="pg2632">
                <a:extLst>
                  <a:ext uri="{FF2B5EF4-FFF2-40B4-BE49-F238E27FC236}">
                    <a16:creationId xmlns:a16="http://schemas.microsoft.com/office/drawing/2014/main" id="{6A7B7577-C9A5-C572-C035-903F879C657F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4" name="pg2633">
                <a:extLst>
                  <a:ext uri="{FF2B5EF4-FFF2-40B4-BE49-F238E27FC236}">
                    <a16:creationId xmlns:a16="http://schemas.microsoft.com/office/drawing/2014/main" id="{316A70D3-E306-3503-6366-07552194DEF9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5" name="pg2634">
                <a:extLst>
                  <a:ext uri="{FF2B5EF4-FFF2-40B4-BE49-F238E27FC236}">
                    <a16:creationId xmlns:a16="http://schemas.microsoft.com/office/drawing/2014/main" id="{6F40E6D5-76C3-809D-19EC-B9C0D991D8CF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6" name="pg2635">
                <a:extLst>
                  <a:ext uri="{FF2B5EF4-FFF2-40B4-BE49-F238E27FC236}">
                    <a16:creationId xmlns:a16="http://schemas.microsoft.com/office/drawing/2014/main" id="{62704D1D-5F4C-F709-6C8D-724C90F893FE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7" name="pg2636">
                <a:extLst>
                  <a:ext uri="{FF2B5EF4-FFF2-40B4-BE49-F238E27FC236}">
                    <a16:creationId xmlns:a16="http://schemas.microsoft.com/office/drawing/2014/main" id="{C112E20C-34B3-8A15-FC9A-DD7BCD445281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8" name="pg2637">
                <a:extLst>
                  <a:ext uri="{FF2B5EF4-FFF2-40B4-BE49-F238E27FC236}">
                    <a16:creationId xmlns:a16="http://schemas.microsoft.com/office/drawing/2014/main" id="{CF47CA38-F353-5FBC-B108-1AFC92E9667D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9" name="pg2638">
                <a:extLst>
                  <a:ext uri="{FF2B5EF4-FFF2-40B4-BE49-F238E27FC236}">
                    <a16:creationId xmlns:a16="http://schemas.microsoft.com/office/drawing/2014/main" id="{240070EF-3622-6659-A086-6F3B432DB6E3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0" name="pg2639">
                <a:extLst>
                  <a:ext uri="{FF2B5EF4-FFF2-40B4-BE49-F238E27FC236}">
                    <a16:creationId xmlns:a16="http://schemas.microsoft.com/office/drawing/2014/main" id="{14D415E2-26C3-B706-DCE6-6F1EC2846E5F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1" name="pg2640">
                <a:extLst>
                  <a:ext uri="{FF2B5EF4-FFF2-40B4-BE49-F238E27FC236}">
                    <a16:creationId xmlns:a16="http://schemas.microsoft.com/office/drawing/2014/main" id="{B2BA13AA-39D8-DD60-017A-B68A26A69F65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2" name="pg2641">
                <a:extLst>
                  <a:ext uri="{FF2B5EF4-FFF2-40B4-BE49-F238E27FC236}">
                    <a16:creationId xmlns:a16="http://schemas.microsoft.com/office/drawing/2014/main" id="{BF78E481-0BA2-2598-B7F3-1E2FD0F0B445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3" name="pg2642">
                <a:extLst>
                  <a:ext uri="{FF2B5EF4-FFF2-40B4-BE49-F238E27FC236}">
                    <a16:creationId xmlns:a16="http://schemas.microsoft.com/office/drawing/2014/main" id="{D2D2D7F4-2C44-9DA3-1605-18786A88431B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4" name="pg2643">
                <a:extLst>
                  <a:ext uri="{FF2B5EF4-FFF2-40B4-BE49-F238E27FC236}">
                    <a16:creationId xmlns:a16="http://schemas.microsoft.com/office/drawing/2014/main" id="{6FD31AB8-F053-101C-0BB9-7F27B55413A8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5" name="pg2644">
                <a:extLst>
                  <a:ext uri="{FF2B5EF4-FFF2-40B4-BE49-F238E27FC236}">
                    <a16:creationId xmlns:a16="http://schemas.microsoft.com/office/drawing/2014/main" id="{144F542B-A713-7DFA-92AB-5344257EAFE6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6" name="pg2645">
                <a:extLst>
                  <a:ext uri="{FF2B5EF4-FFF2-40B4-BE49-F238E27FC236}">
                    <a16:creationId xmlns:a16="http://schemas.microsoft.com/office/drawing/2014/main" id="{706B96E6-D3BD-C452-EF0F-22693ADD8BD4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7" name="pg2646">
                <a:extLst>
                  <a:ext uri="{FF2B5EF4-FFF2-40B4-BE49-F238E27FC236}">
                    <a16:creationId xmlns:a16="http://schemas.microsoft.com/office/drawing/2014/main" id="{1D331C6C-A218-4813-B2B9-3A2481D8898E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8" name="pg2647">
                <a:extLst>
                  <a:ext uri="{FF2B5EF4-FFF2-40B4-BE49-F238E27FC236}">
                    <a16:creationId xmlns:a16="http://schemas.microsoft.com/office/drawing/2014/main" id="{B36189E1-AE07-F1ED-B6C6-BD9EEAFBC456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9" name="pg2648">
                <a:extLst>
                  <a:ext uri="{FF2B5EF4-FFF2-40B4-BE49-F238E27FC236}">
                    <a16:creationId xmlns:a16="http://schemas.microsoft.com/office/drawing/2014/main" id="{B658604D-99B2-42CD-EEC7-F8D0B751DC86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0" name="pg2649">
                <a:extLst>
                  <a:ext uri="{FF2B5EF4-FFF2-40B4-BE49-F238E27FC236}">
                    <a16:creationId xmlns:a16="http://schemas.microsoft.com/office/drawing/2014/main" id="{F4D3B695-CC25-7E0E-9816-BF41D11604BC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1" name="pg2650">
                <a:extLst>
                  <a:ext uri="{FF2B5EF4-FFF2-40B4-BE49-F238E27FC236}">
                    <a16:creationId xmlns:a16="http://schemas.microsoft.com/office/drawing/2014/main" id="{7C8DEC92-B969-7E56-77CC-72B6A211DC68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2" name="pg2651">
                <a:extLst>
                  <a:ext uri="{FF2B5EF4-FFF2-40B4-BE49-F238E27FC236}">
                    <a16:creationId xmlns:a16="http://schemas.microsoft.com/office/drawing/2014/main" id="{15C96BBD-9406-9F4B-9B8C-263666795743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3" name="pg2652">
                <a:extLst>
                  <a:ext uri="{FF2B5EF4-FFF2-40B4-BE49-F238E27FC236}">
                    <a16:creationId xmlns:a16="http://schemas.microsoft.com/office/drawing/2014/main" id="{EFD96ABC-3E35-25A3-BD51-F248EABD89CC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4" name="pg2653">
                <a:extLst>
                  <a:ext uri="{FF2B5EF4-FFF2-40B4-BE49-F238E27FC236}">
                    <a16:creationId xmlns:a16="http://schemas.microsoft.com/office/drawing/2014/main" id="{F000BFE6-4F98-706A-73C3-75C9DC193CF5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5" name="pg2654">
                <a:extLst>
                  <a:ext uri="{FF2B5EF4-FFF2-40B4-BE49-F238E27FC236}">
                    <a16:creationId xmlns:a16="http://schemas.microsoft.com/office/drawing/2014/main" id="{56D7625A-112E-9336-9B9D-EEBDB5DAE127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6" name="pg2655">
                <a:extLst>
                  <a:ext uri="{FF2B5EF4-FFF2-40B4-BE49-F238E27FC236}">
                    <a16:creationId xmlns:a16="http://schemas.microsoft.com/office/drawing/2014/main" id="{E477C60D-AA9C-595E-706B-BC2C4058DE13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7" name="pg2656">
                <a:extLst>
                  <a:ext uri="{FF2B5EF4-FFF2-40B4-BE49-F238E27FC236}">
                    <a16:creationId xmlns:a16="http://schemas.microsoft.com/office/drawing/2014/main" id="{3C979EB9-8559-2898-A643-C721F8647727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8" name="pg2657">
                <a:extLst>
                  <a:ext uri="{FF2B5EF4-FFF2-40B4-BE49-F238E27FC236}">
                    <a16:creationId xmlns:a16="http://schemas.microsoft.com/office/drawing/2014/main" id="{A5BEFB63-7758-51E4-6C13-BC0ECB4ADBD2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9" name="pg2658">
                <a:extLst>
                  <a:ext uri="{FF2B5EF4-FFF2-40B4-BE49-F238E27FC236}">
                    <a16:creationId xmlns:a16="http://schemas.microsoft.com/office/drawing/2014/main" id="{3640C153-FA46-F522-424C-1D703E26651B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0" name="pg2659">
                <a:extLst>
                  <a:ext uri="{FF2B5EF4-FFF2-40B4-BE49-F238E27FC236}">
                    <a16:creationId xmlns:a16="http://schemas.microsoft.com/office/drawing/2014/main" id="{F51BACDF-ABE3-2FF0-6658-893CA11EBD30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1" name="pg2660">
                <a:extLst>
                  <a:ext uri="{FF2B5EF4-FFF2-40B4-BE49-F238E27FC236}">
                    <a16:creationId xmlns:a16="http://schemas.microsoft.com/office/drawing/2014/main" id="{505933D8-160C-DDB4-A72F-2C77D6A7C4CB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2" name="pg2661">
                <a:extLst>
                  <a:ext uri="{FF2B5EF4-FFF2-40B4-BE49-F238E27FC236}">
                    <a16:creationId xmlns:a16="http://schemas.microsoft.com/office/drawing/2014/main" id="{CD4C7612-D307-4314-6AE8-59A9DA5E2682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3" name="pg2662">
                <a:extLst>
                  <a:ext uri="{FF2B5EF4-FFF2-40B4-BE49-F238E27FC236}">
                    <a16:creationId xmlns:a16="http://schemas.microsoft.com/office/drawing/2014/main" id="{45296FFA-1284-127D-FDEE-EF731A88B0D1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4" name="pg2663">
                <a:extLst>
                  <a:ext uri="{FF2B5EF4-FFF2-40B4-BE49-F238E27FC236}">
                    <a16:creationId xmlns:a16="http://schemas.microsoft.com/office/drawing/2014/main" id="{4C365C6A-10BC-63EA-F50D-6BD0BEA80CF6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5" name="pg2664">
                <a:extLst>
                  <a:ext uri="{FF2B5EF4-FFF2-40B4-BE49-F238E27FC236}">
                    <a16:creationId xmlns:a16="http://schemas.microsoft.com/office/drawing/2014/main" id="{CB13DEA5-FB82-8D6F-723A-E6407F5F705E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6" name="pg2665">
                <a:extLst>
                  <a:ext uri="{FF2B5EF4-FFF2-40B4-BE49-F238E27FC236}">
                    <a16:creationId xmlns:a16="http://schemas.microsoft.com/office/drawing/2014/main" id="{B7849E9A-543B-F267-3ADA-84E6D24BDDBF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7" name="pg2666">
                <a:extLst>
                  <a:ext uri="{FF2B5EF4-FFF2-40B4-BE49-F238E27FC236}">
                    <a16:creationId xmlns:a16="http://schemas.microsoft.com/office/drawing/2014/main" id="{66D7232F-5D83-F28B-B8B8-9EEB4FDE9773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8" name="pg2667">
                <a:extLst>
                  <a:ext uri="{FF2B5EF4-FFF2-40B4-BE49-F238E27FC236}">
                    <a16:creationId xmlns:a16="http://schemas.microsoft.com/office/drawing/2014/main" id="{0857D11D-927B-B1BB-1014-9E6AAB03465B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9" name="pg2668">
                <a:extLst>
                  <a:ext uri="{FF2B5EF4-FFF2-40B4-BE49-F238E27FC236}">
                    <a16:creationId xmlns:a16="http://schemas.microsoft.com/office/drawing/2014/main" id="{2C0AB07E-8484-9F06-1554-84ACFEB9163F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0" name="pg2669">
                <a:extLst>
                  <a:ext uri="{FF2B5EF4-FFF2-40B4-BE49-F238E27FC236}">
                    <a16:creationId xmlns:a16="http://schemas.microsoft.com/office/drawing/2014/main" id="{FDA08110-CCFA-1C6A-73F3-8C068EF8291A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1" name="pg2670">
                <a:extLst>
                  <a:ext uri="{FF2B5EF4-FFF2-40B4-BE49-F238E27FC236}">
                    <a16:creationId xmlns:a16="http://schemas.microsoft.com/office/drawing/2014/main" id="{BBFAD352-413B-7F12-19DD-6808BF29A91F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2" name="pg2671">
                <a:extLst>
                  <a:ext uri="{FF2B5EF4-FFF2-40B4-BE49-F238E27FC236}">
                    <a16:creationId xmlns:a16="http://schemas.microsoft.com/office/drawing/2014/main" id="{886681E5-B5BD-D0AC-2FDE-EA14E63DFC2A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3" name="pg2672">
                <a:extLst>
                  <a:ext uri="{FF2B5EF4-FFF2-40B4-BE49-F238E27FC236}">
                    <a16:creationId xmlns:a16="http://schemas.microsoft.com/office/drawing/2014/main" id="{F400BE97-4DF7-CF0E-4E7F-3CBA6BCE2F22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4" name="pg2673">
                <a:extLst>
                  <a:ext uri="{FF2B5EF4-FFF2-40B4-BE49-F238E27FC236}">
                    <a16:creationId xmlns:a16="http://schemas.microsoft.com/office/drawing/2014/main" id="{AAA920E2-5FF2-26D6-07E5-392D73860575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5" name="pg2674">
                <a:extLst>
                  <a:ext uri="{FF2B5EF4-FFF2-40B4-BE49-F238E27FC236}">
                    <a16:creationId xmlns:a16="http://schemas.microsoft.com/office/drawing/2014/main" id="{97E65F2A-1CBA-F7E5-EF73-CFBF2FBB5917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6" name="pg2675">
                <a:extLst>
                  <a:ext uri="{FF2B5EF4-FFF2-40B4-BE49-F238E27FC236}">
                    <a16:creationId xmlns:a16="http://schemas.microsoft.com/office/drawing/2014/main" id="{71AA8A0E-F778-666D-BC9D-8DC289C6CF35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7" name="pg2676">
                <a:extLst>
                  <a:ext uri="{FF2B5EF4-FFF2-40B4-BE49-F238E27FC236}">
                    <a16:creationId xmlns:a16="http://schemas.microsoft.com/office/drawing/2014/main" id="{48CA6A2B-743D-F8C2-41C8-9E801F9899A9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8" name="pg2677">
                <a:extLst>
                  <a:ext uri="{FF2B5EF4-FFF2-40B4-BE49-F238E27FC236}">
                    <a16:creationId xmlns:a16="http://schemas.microsoft.com/office/drawing/2014/main" id="{580ED3DE-3B58-1F71-3F4E-8852437BC249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9" name="pg2678">
                <a:extLst>
                  <a:ext uri="{FF2B5EF4-FFF2-40B4-BE49-F238E27FC236}">
                    <a16:creationId xmlns:a16="http://schemas.microsoft.com/office/drawing/2014/main" id="{9B53211D-FF58-6821-8984-B7AE46E2D798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0" name="pg2679">
                <a:extLst>
                  <a:ext uri="{FF2B5EF4-FFF2-40B4-BE49-F238E27FC236}">
                    <a16:creationId xmlns:a16="http://schemas.microsoft.com/office/drawing/2014/main" id="{39D5D8C3-8F3D-AD89-6BA3-C52249D80E56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1" name="pg2680">
                <a:extLst>
                  <a:ext uri="{FF2B5EF4-FFF2-40B4-BE49-F238E27FC236}">
                    <a16:creationId xmlns:a16="http://schemas.microsoft.com/office/drawing/2014/main" id="{2486DA2A-1FE1-605B-45F1-04F68B5A37D7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2" name="pg2681">
                <a:extLst>
                  <a:ext uri="{FF2B5EF4-FFF2-40B4-BE49-F238E27FC236}">
                    <a16:creationId xmlns:a16="http://schemas.microsoft.com/office/drawing/2014/main" id="{9D094110-1182-1A9E-B568-8C44BA116977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3" name="pg2682">
                <a:extLst>
                  <a:ext uri="{FF2B5EF4-FFF2-40B4-BE49-F238E27FC236}">
                    <a16:creationId xmlns:a16="http://schemas.microsoft.com/office/drawing/2014/main" id="{4FF5B8AC-D6BC-3604-01BA-F113B4433294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4" name="pg2683">
                <a:extLst>
                  <a:ext uri="{FF2B5EF4-FFF2-40B4-BE49-F238E27FC236}">
                    <a16:creationId xmlns:a16="http://schemas.microsoft.com/office/drawing/2014/main" id="{5A5776AF-8108-F978-415A-85E30171D9E1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5" name="pg2684">
                <a:extLst>
                  <a:ext uri="{FF2B5EF4-FFF2-40B4-BE49-F238E27FC236}">
                    <a16:creationId xmlns:a16="http://schemas.microsoft.com/office/drawing/2014/main" id="{E0383AC5-4C82-563A-67EC-129445DF8974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6" name="pg2685">
                <a:extLst>
                  <a:ext uri="{FF2B5EF4-FFF2-40B4-BE49-F238E27FC236}">
                    <a16:creationId xmlns:a16="http://schemas.microsoft.com/office/drawing/2014/main" id="{BF8EE84D-65D5-C719-882D-14F9497C8903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7" name="pg2686">
                <a:extLst>
                  <a:ext uri="{FF2B5EF4-FFF2-40B4-BE49-F238E27FC236}">
                    <a16:creationId xmlns:a16="http://schemas.microsoft.com/office/drawing/2014/main" id="{F15AC350-22B9-8C2F-7309-3E18CB212AE5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8" name="pg2687">
                <a:extLst>
                  <a:ext uri="{FF2B5EF4-FFF2-40B4-BE49-F238E27FC236}">
                    <a16:creationId xmlns:a16="http://schemas.microsoft.com/office/drawing/2014/main" id="{6D042A88-5383-1B7C-32A1-456DE7EB1115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9" name="pg2688">
                <a:extLst>
                  <a:ext uri="{FF2B5EF4-FFF2-40B4-BE49-F238E27FC236}">
                    <a16:creationId xmlns:a16="http://schemas.microsoft.com/office/drawing/2014/main" id="{59C1F6A0-CEA5-68EE-331A-12EF0E911ABC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0" name="pg2689">
                <a:extLst>
                  <a:ext uri="{FF2B5EF4-FFF2-40B4-BE49-F238E27FC236}">
                    <a16:creationId xmlns:a16="http://schemas.microsoft.com/office/drawing/2014/main" id="{8D0B4476-8456-C3CD-16F8-CEE426AE093B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1" name="pg2690">
                <a:extLst>
                  <a:ext uri="{FF2B5EF4-FFF2-40B4-BE49-F238E27FC236}">
                    <a16:creationId xmlns:a16="http://schemas.microsoft.com/office/drawing/2014/main" id="{8E33EB3D-CEA2-8C7A-93B5-DF0FB6413313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2" name="pg2691">
                <a:extLst>
                  <a:ext uri="{FF2B5EF4-FFF2-40B4-BE49-F238E27FC236}">
                    <a16:creationId xmlns:a16="http://schemas.microsoft.com/office/drawing/2014/main" id="{9B4FBC07-019D-F410-18A6-1D0DC3F026C6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3" name="pg2692">
                <a:extLst>
                  <a:ext uri="{FF2B5EF4-FFF2-40B4-BE49-F238E27FC236}">
                    <a16:creationId xmlns:a16="http://schemas.microsoft.com/office/drawing/2014/main" id="{5AD5F638-2719-D9A0-2DF5-CB36BD7D2CD1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4" name="pg2693">
                <a:extLst>
                  <a:ext uri="{FF2B5EF4-FFF2-40B4-BE49-F238E27FC236}">
                    <a16:creationId xmlns:a16="http://schemas.microsoft.com/office/drawing/2014/main" id="{C94F70FA-6281-F82E-3B6C-5E559EB2D435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5" name="pg2694">
                <a:extLst>
                  <a:ext uri="{FF2B5EF4-FFF2-40B4-BE49-F238E27FC236}">
                    <a16:creationId xmlns:a16="http://schemas.microsoft.com/office/drawing/2014/main" id="{992780BF-0D31-745A-5E50-FF927DA111F0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6" name="pg2695">
                <a:extLst>
                  <a:ext uri="{FF2B5EF4-FFF2-40B4-BE49-F238E27FC236}">
                    <a16:creationId xmlns:a16="http://schemas.microsoft.com/office/drawing/2014/main" id="{B9BDD2C7-B760-3CF7-5B85-DB3CE1AD6B98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7" name="pg2696">
                <a:extLst>
                  <a:ext uri="{FF2B5EF4-FFF2-40B4-BE49-F238E27FC236}">
                    <a16:creationId xmlns:a16="http://schemas.microsoft.com/office/drawing/2014/main" id="{46F17372-4AE7-FD53-FAB9-90E8AB4750A9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8" name="pg2697">
                <a:extLst>
                  <a:ext uri="{FF2B5EF4-FFF2-40B4-BE49-F238E27FC236}">
                    <a16:creationId xmlns:a16="http://schemas.microsoft.com/office/drawing/2014/main" id="{F6B65AFC-96F6-3EE3-7F3F-1DCC194A81ED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9" name="pg2698">
                <a:extLst>
                  <a:ext uri="{FF2B5EF4-FFF2-40B4-BE49-F238E27FC236}">
                    <a16:creationId xmlns:a16="http://schemas.microsoft.com/office/drawing/2014/main" id="{D938028E-0E76-2E91-E7A3-565FB42BC2D0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0" name="pg2699">
                <a:extLst>
                  <a:ext uri="{FF2B5EF4-FFF2-40B4-BE49-F238E27FC236}">
                    <a16:creationId xmlns:a16="http://schemas.microsoft.com/office/drawing/2014/main" id="{345013F7-19DA-78BB-15F1-2CB331EBD5C2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1" name="pg2700">
                <a:extLst>
                  <a:ext uri="{FF2B5EF4-FFF2-40B4-BE49-F238E27FC236}">
                    <a16:creationId xmlns:a16="http://schemas.microsoft.com/office/drawing/2014/main" id="{F57158C3-EAFA-79B7-D5CB-C32AFA8B5429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2" name="pg2701">
                <a:extLst>
                  <a:ext uri="{FF2B5EF4-FFF2-40B4-BE49-F238E27FC236}">
                    <a16:creationId xmlns:a16="http://schemas.microsoft.com/office/drawing/2014/main" id="{0C2A986E-0441-511F-82B6-96F20F831399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3" name="pg2702">
                <a:extLst>
                  <a:ext uri="{FF2B5EF4-FFF2-40B4-BE49-F238E27FC236}">
                    <a16:creationId xmlns:a16="http://schemas.microsoft.com/office/drawing/2014/main" id="{00CC6AA9-A607-D21C-D0CF-B62B7A517DCA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A">
                  <a:alpha val="100000"/>
                </a:srgbClr>
              </a:solidFill>
              <a:ln w="5420" cap="flat">
                <a:solidFill>
                  <a:srgbClr val="33264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4" name="pg2703">
                <a:extLst>
                  <a:ext uri="{FF2B5EF4-FFF2-40B4-BE49-F238E27FC236}">
                    <a16:creationId xmlns:a16="http://schemas.microsoft.com/office/drawing/2014/main" id="{08F9397C-D5D1-9383-7CE1-AE696A9791EA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A">
                  <a:alpha val="100000"/>
                </a:srgbClr>
              </a:solidFill>
              <a:ln w="5420" cap="flat">
                <a:solidFill>
                  <a:srgbClr val="33264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5" name="pg2704">
                <a:extLst>
                  <a:ext uri="{FF2B5EF4-FFF2-40B4-BE49-F238E27FC236}">
                    <a16:creationId xmlns:a16="http://schemas.microsoft.com/office/drawing/2014/main" id="{211F7380-BBA2-E47C-5739-EB548FC30DD8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B">
                  <a:alpha val="100000"/>
                </a:srgbClr>
              </a:solidFill>
              <a:ln w="5420" cap="flat">
                <a:solidFill>
                  <a:srgbClr val="33264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6" name="pg2705">
                <a:extLst>
                  <a:ext uri="{FF2B5EF4-FFF2-40B4-BE49-F238E27FC236}">
                    <a16:creationId xmlns:a16="http://schemas.microsoft.com/office/drawing/2014/main" id="{9ED4477D-A917-A0EE-A7C9-383F6F5BABB8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7" name="pg2706">
                <a:extLst>
                  <a:ext uri="{FF2B5EF4-FFF2-40B4-BE49-F238E27FC236}">
                    <a16:creationId xmlns:a16="http://schemas.microsoft.com/office/drawing/2014/main" id="{0BE021F8-A742-C9BB-B085-0D3EDA3F7878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8" name="pg2707">
                <a:extLst>
                  <a:ext uri="{FF2B5EF4-FFF2-40B4-BE49-F238E27FC236}">
                    <a16:creationId xmlns:a16="http://schemas.microsoft.com/office/drawing/2014/main" id="{75D46AEA-631C-39F6-7431-94B43BCD2F9A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3">
                  <a:alpha val="100000"/>
                </a:srgbClr>
              </a:solidFill>
              <a:ln w="5420" cap="flat">
                <a:solidFill>
                  <a:srgbClr val="3729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9" name="pg2708">
                <a:extLst>
                  <a:ext uri="{FF2B5EF4-FFF2-40B4-BE49-F238E27FC236}">
                    <a16:creationId xmlns:a16="http://schemas.microsoft.com/office/drawing/2014/main" id="{D1BB3DF8-5D52-9048-AABE-851B81A6CD04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0" name="pg2709">
                <a:extLst>
                  <a:ext uri="{FF2B5EF4-FFF2-40B4-BE49-F238E27FC236}">
                    <a16:creationId xmlns:a16="http://schemas.microsoft.com/office/drawing/2014/main" id="{C3520C6B-DEBD-E3D0-DBEA-E8B4B559CF0C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1" name="pg2710">
                <a:extLst>
                  <a:ext uri="{FF2B5EF4-FFF2-40B4-BE49-F238E27FC236}">
                    <a16:creationId xmlns:a16="http://schemas.microsoft.com/office/drawing/2014/main" id="{8ABE967C-4DC2-0C22-DAC1-F288C4568751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2" name="pg2711">
                <a:extLst>
                  <a:ext uri="{FF2B5EF4-FFF2-40B4-BE49-F238E27FC236}">
                    <a16:creationId xmlns:a16="http://schemas.microsoft.com/office/drawing/2014/main" id="{A023B4E9-BC32-7FF4-D0D5-EC123E1B327F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3" name="pg2712">
                <a:extLst>
                  <a:ext uri="{FF2B5EF4-FFF2-40B4-BE49-F238E27FC236}">
                    <a16:creationId xmlns:a16="http://schemas.microsoft.com/office/drawing/2014/main" id="{EAC8B139-4BFB-1CCF-8EBE-B6118ED8A88D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4" name="pg2713">
                <a:extLst>
                  <a:ext uri="{FF2B5EF4-FFF2-40B4-BE49-F238E27FC236}">
                    <a16:creationId xmlns:a16="http://schemas.microsoft.com/office/drawing/2014/main" id="{D054179A-A251-1D08-B1BF-C40F1C83FB06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5" name="pg2714">
                <a:extLst>
                  <a:ext uri="{FF2B5EF4-FFF2-40B4-BE49-F238E27FC236}">
                    <a16:creationId xmlns:a16="http://schemas.microsoft.com/office/drawing/2014/main" id="{0AA36B6A-F7DC-67C5-22C5-4572A83EB014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6" name="pg2715">
                <a:extLst>
                  <a:ext uri="{FF2B5EF4-FFF2-40B4-BE49-F238E27FC236}">
                    <a16:creationId xmlns:a16="http://schemas.microsoft.com/office/drawing/2014/main" id="{860B2A0C-A54B-DAD8-9F82-EBFA6556B74D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7" name="pg2716">
                <a:extLst>
                  <a:ext uri="{FF2B5EF4-FFF2-40B4-BE49-F238E27FC236}">
                    <a16:creationId xmlns:a16="http://schemas.microsoft.com/office/drawing/2014/main" id="{4EEF70A2-F6F0-59F5-E9E8-6CF17DEDA513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8" name="pg2717">
                <a:extLst>
                  <a:ext uri="{FF2B5EF4-FFF2-40B4-BE49-F238E27FC236}">
                    <a16:creationId xmlns:a16="http://schemas.microsoft.com/office/drawing/2014/main" id="{16A2B0CF-DB6C-E131-F767-C33B53C183CC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9" name="pg2718">
                <a:extLst>
                  <a:ext uri="{FF2B5EF4-FFF2-40B4-BE49-F238E27FC236}">
                    <a16:creationId xmlns:a16="http://schemas.microsoft.com/office/drawing/2014/main" id="{14124FFD-4468-8A3D-D7D9-E46AFAF55C68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0" name="pg2719">
                <a:extLst>
                  <a:ext uri="{FF2B5EF4-FFF2-40B4-BE49-F238E27FC236}">
                    <a16:creationId xmlns:a16="http://schemas.microsoft.com/office/drawing/2014/main" id="{C0EF48CC-0E0A-4E9E-5749-4652F660A6EF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1" name="pg2720">
                <a:extLst>
                  <a:ext uri="{FF2B5EF4-FFF2-40B4-BE49-F238E27FC236}">
                    <a16:creationId xmlns:a16="http://schemas.microsoft.com/office/drawing/2014/main" id="{0931655F-86A8-F56D-5A58-8345AB2BA7C9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2" name="pg2721">
                <a:extLst>
                  <a:ext uri="{FF2B5EF4-FFF2-40B4-BE49-F238E27FC236}">
                    <a16:creationId xmlns:a16="http://schemas.microsoft.com/office/drawing/2014/main" id="{59AA1C74-CEC2-8DBE-8A55-B2F6472787A6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3" name="pg2722">
                <a:extLst>
                  <a:ext uri="{FF2B5EF4-FFF2-40B4-BE49-F238E27FC236}">
                    <a16:creationId xmlns:a16="http://schemas.microsoft.com/office/drawing/2014/main" id="{10EB0EC0-8794-B5AC-0A6E-45AF6AE79D1B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4" name="pg2723">
                <a:extLst>
                  <a:ext uri="{FF2B5EF4-FFF2-40B4-BE49-F238E27FC236}">
                    <a16:creationId xmlns:a16="http://schemas.microsoft.com/office/drawing/2014/main" id="{607BFCE8-F1AD-23A5-E502-400009763389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5" name="pg2724">
                <a:extLst>
                  <a:ext uri="{FF2B5EF4-FFF2-40B4-BE49-F238E27FC236}">
                    <a16:creationId xmlns:a16="http://schemas.microsoft.com/office/drawing/2014/main" id="{82CD0E4D-DD49-F81C-6483-DDAA631FB5FF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6" name="pg2725">
                <a:extLst>
                  <a:ext uri="{FF2B5EF4-FFF2-40B4-BE49-F238E27FC236}">
                    <a16:creationId xmlns:a16="http://schemas.microsoft.com/office/drawing/2014/main" id="{73E31E12-1442-81AD-A8FC-526812520E72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7" name="pg2726">
                <a:extLst>
                  <a:ext uri="{FF2B5EF4-FFF2-40B4-BE49-F238E27FC236}">
                    <a16:creationId xmlns:a16="http://schemas.microsoft.com/office/drawing/2014/main" id="{507F4278-8F94-7A24-07E3-799017E2E735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8" name="pg2727">
                <a:extLst>
                  <a:ext uri="{FF2B5EF4-FFF2-40B4-BE49-F238E27FC236}">
                    <a16:creationId xmlns:a16="http://schemas.microsoft.com/office/drawing/2014/main" id="{C479A16D-1CEC-A97C-9F8F-29FF5227A857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9" name="pg2728">
                <a:extLst>
                  <a:ext uri="{FF2B5EF4-FFF2-40B4-BE49-F238E27FC236}">
                    <a16:creationId xmlns:a16="http://schemas.microsoft.com/office/drawing/2014/main" id="{8ECF49A7-E445-CB78-B4EC-BAE599DDD7FD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0" name="pg2729">
                <a:extLst>
                  <a:ext uri="{FF2B5EF4-FFF2-40B4-BE49-F238E27FC236}">
                    <a16:creationId xmlns:a16="http://schemas.microsoft.com/office/drawing/2014/main" id="{205851C1-9433-D9A4-B737-1CBEC233061F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1" name="pg2730">
                <a:extLst>
                  <a:ext uri="{FF2B5EF4-FFF2-40B4-BE49-F238E27FC236}">
                    <a16:creationId xmlns:a16="http://schemas.microsoft.com/office/drawing/2014/main" id="{608CC32C-20E8-31D8-F94E-5B44D5F4158A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2" name="pg2731">
                <a:extLst>
                  <a:ext uri="{FF2B5EF4-FFF2-40B4-BE49-F238E27FC236}">
                    <a16:creationId xmlns:a16="http://schemas.microsoft.com/office/drawing/2014/main" id="{583232CD-6ECD-C5AA-5FCC-95177171E7C9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3" name="pg2732">
                <a:extLst>
                  <a:ext uri="{FF2B5EF4-FFF2-40B4-BE49-F238E27FC236}">
                    <a16:creationId xmlns:a16="http://schemas.microsoft.com/office/drawing/2014/main" id="{0480C8FA-7D83-47BD-E599-4CCFE1296947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4" name="pg2733">
                <a:extLst>
                  <a:ext uri="{FF2B5EF4-FFF2-40B4-BE49-F238E27FC236}">
                    <a16:creationId xmlns:a16="http://schemas.microsoft.com/office/drawing/2014/main" id="{D27EEE95-A81A-70EC-B11F-A8AE93FD6C3C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5" name="pg2734">
                <a:extLst>
                  <a:ext uri="{FF2B5EF4-FFF2-40B4-BE49-F238E27FC236}">
                    <a16:creationId xmlns:a16="http://schemas.microsoft.com/office/drawing/2014/main" id="{D8407A7F-9487-68D9-01BF-124F272633AE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6" name="pg2735">
                <a:extLst>
                  <a:ext uri="{FF2B5EF4-FFF2-40B4-BE49-F238E27FC236}">
                    <a16:creationId xmlns:a16="http://schemas.microsoft.com/office/drawing/2014/main" id="{8812D3D8-D37C-0988-546F-C8271ABC4A7A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7" name="pg2736">
                <a:extLst>
                  <a:ext uri="{FF2B5EF4-FFF2-40B4-BE49-F238E27FC236}">
                    <a16:creationId xmlns:a16="http://schemas.microsoft.com/office/drawing/2014/main" id="{885E90AD-910F-BEED-481A-05A6D2E626CC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8" name="pg2737">
                <a:extLst>
                  <a:ext uri="{FF2B5EF4-FFF2-40B4-BE49-F238E27FC236}">
                    <a16:creationId xmlns:a16="http://schemas.microsoft.com/office/drawing/2014/main" id="{F7A0AC31-9505-B603-07C0-F3A709D69EA2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9" name="pg2738">
                <a:extLst>
                  <a:ext uri="{FF2B5EF4-FFF2-40B4-BE49-F238E27FC236}">
                    <a16:creationId xmlns:a16="http://schemas.microsoft.com/office/drawing/2014/main" id="{DC6E3587-1C3D-6397-0329-29703BE6F740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0" name="pg2739">
                <a:extLst>
                  <a:ext uri="{FF2B5EF4-FFF2-40B4-BE49-F238E27FC236}">
                    <a16:creationId xmlns:a16="http://schemas.microsoft.com/office/drawing/2014/main" id="{505FE39F-6377-8FE0-ED16-5E74CB9A77DE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1" name="pg2740">
                <a:extLst>
                  <a:ext uri="{FF2B5EF4-FFF2-40B4-BE49-F238E27FC236}">
                    <a16:creationId xmlns:a16="http://schemas.microsoft.com/office/drawing/2014/main" id="{CB4DB0D9-AA1B-C49E-E17D-56408820D9AE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2" name="pg2741">
                <a:extLst>
                  <a:ext uri="{FF2B5EF4-FFF2-40B4-BE49-F238E27FC236}">
                    <a16:creationId xmlns:a16="http://schemas.microsoft.com/office/drawing/2014/main" id="{582A0153-9D16-2507-C4DE-C75243EBC5B8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3" name="pg2742">
                <a:extLst>
                  <a:ext uri="{FF2B5EF4-FFF2-40B4-BE49-F238E27FC236}">
                    <a16:creationId xmlns:a16="http://schemas.microsoft.com/office/drawing/2014/main" id="{60E76E34-F0A3-7CE4-B6A4-F112C85B01F9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4" name="pg2743">
                <a:extLst>
                  <a:ext uri="{FF2B5EF4-FFF2-40B4-BE49-F238E27FC236}">
                    <a16:creationId xmlns:a16="http://schemas.microsoft.com/office/drawing/2014/main" id="{781524B2-6830-145E-FF94-2D5D82C9A02C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5" name="pg2744">
                <a:extLst>
                  <a:ext uri="{FF2B5EF4-FFF2-40B4-BE49-F238E27FC236}">
                    <a16:creationId xmlns:a16="http://schemas.microsoft.com/office/drawing/2014/main" id="{8B3DE64A-8A13-94A7-D96D-1D30DEC682ED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6" name="pg2745">
                <a:extLst>
                  <a:ext uri="{FF2B5EF4-FFF2-40B4-BE49-F238E27FC236}">
                    <a16:creationId xmlns:a16="http://schemas.microsoft.com/office/drawing/2014/main" id="{E9DB9ED2-AB24-7B80-43FF-9672571A237D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7" name="pg2746">
                <a:extLst>
                  <a:ext uri="{FF2B5EF4-FFF2-40B4-BE49-F238E27FC236}">
                    <a16:creationId xmlns:a16="http://schemas.microsoft.com/office/drawing/2014/main" id="{59AC266B-869F-65C1-BEAC-E82D4330A168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8" name="pg2747">
                <a:extLst>
                  <a:ext uri="{FF2B5EF4-FFF2-40B4-BE49-F238E27FC236}">
                    <a16:creationId xmlns:a16="http://schemas.microsoft.com/office/drawing/2014/main" id="{EC1945E6-9531-3316-8B19-4D6DA34FA6E1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9" name="pg2748">
                <a:extLst>
                  <a:ext uri="{FF2B5EF4-FFF2-40B4-BE49-F238E27FC236}">
                    <a16:creationId xmlns:a16="http://schemas.microsoft.com/office/drawing/2014/main" id="{43F74499-95F6-0A89-3145-B348D7B869A1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0" name="pg2749">
                <a:extLst>
                  <a:ext uri="{FF2B5EF4-FFF2-40B4-BE49-F238E27FC236}">
                    <a16:creationId xmlns:a16="http://schemas.microsoft.com/office/drawing/2014/main" id="{ADCE302C-83D6-0005-40B0-BD01F188E8C6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1" name="pg2750">
                <a:extLst>
                  <a:ext uri="{FF2B5EF4-FFF2-40B4-BE49-F238E27FC236}">
                    <a16:creationId xmlns:a16="http://schemas.microsoft.com/office/drawing/2014/main" id="{D49CEF7A-6CA7-0965-7C02-C364D413600B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2" name="pg2751">
                <a:extLst>
                  <a:ext uri="{FF2B5EF4-FFF2-40B4-BE49-F238E27FC236}">
                    <a16:creationId xmlns:a16="http://schemas.microsoft.com/office/drawing/2014/main" id="{15363E78-6637-3C43-D699-9A54D6D6CD13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3" name="pg2752">
                <a:extLst>
                  <a:ext uri="{FF2B5EF4-FFF2-40B4-BE49-F238E27FC236}">
                    <a16:creationId xmlns:a16="http://schemas.microsoft.com/office/drawing/2014/main" id="{08D26D8B-A7BD-2EB1-C6C9-441744413273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4" name="pg2753">
                <a:extLst>
                  <a:ext uri="{FF2B5EF4-FFF2-40B4-BE49-F238E27FC236}">
                    <a16:creationId xmlns:a16="http://schemas.microsoft.com/office/drawing/2014/main" id="{324A9382-35AD-5A68-5DBC-E57724F32E6A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5" name="pg2754">
                <a:extLst>
                  <a:ext uri="{FF2B5EF4-FFF2-40B4-BE49-F238E27FC236}">
                    <a16:creationId xmlns:a16="http://schemas.microsoft.com/office/drawing/2014/main" id="{DA4D38AC-365F-6986-C1DD-12DF103B6CCF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6" name="pg2755">
                <a:extLst>
                  <a:ext uri="{FF2B5EF4-FFF2-40B4-BE49-F238E27FC236}">
                    <a16:creationId xmlns:a16="http://schemas.microsoft.com/office/drawing/2014/main" id="{9578493C-34F2-E79F-AA8E-5D2715BC5DCA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7" name="pg2756">
                <a:extLst>
                  <a:ext uri="{FF2B5EF4-FFF2-40B4-BE49-F238E27FC236}">
                    <a16:creationId xmlns:a16="http://schemas.microsoft.com/office/drawing/2014/main" id="{DD5DEE32-C04B-5369-3DEE-A365934433ED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8" name="pg2757">
                <a:extLst>
                  <a:ext uri="{FF2B5EF4-FFF2-40B4-BE49-F238E27FC236}">
                    <a16:creationId xmlns:a16="http://schemas.microsoft.com/office/drawing/2014/main" id="{617AE531-E397-B87D-AFEE-F5F8E3D57983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9" name="pg2758">
                <a:extLst>
                  <a:ext uri="{FF2B5EF4-FFF2-40B4-BE49-F238E27FC236}">
                    <a16:creationId xmlns:a16="http://schemas.microsoft.com/office/drawing/2014/main" id="{B121A66D-A8E9-DA76-BB18-5837CE489076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0" name="pg2759">
                <a:extLst>
                  <a:ext uri="{FF2B5EF4-FFF2-40B4-BE49-F238E27FC236}">
                    <a16:creationId xmlns:a16="http://schemas.microsoft.com/office/drawing/2014/main" id="{D276EA53-0864-AA39-FE47-617035FA0ADB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1" name="pg2760">
                <a:extLst>
                  <a:ext uri="{FF2B5EF4-FFF2-40B4-BE49-F238E27FC236}">
                    <a16:creationId xmlns:a16="http://schemas.microsoft.com/office/drawing/2014/main" id="{D2DE29AE-0442-B8F8-3136-112134B34EBC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2" name="pg2761">
                <a:extLst>
                  <a:ext uri="{FF2B5EF4-FFF2-40B4-BE49-F238E27FC236}">
                    <a16:creationId xmlns:a16="http://schemas.microsoft.com/office/drawing/2014/main" id="{E7C2E661-24C1-D970-CC91-447784E06018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3" name="pg2762">
                <a:extLst>
                  <a:ext uri="{FF2B5EF4-FFF2-40B4-BE49-F238E27FC236}">
                    <a16:creationId xmlns:a16="http://schemas.microsoft.com/office/drawing/2014/main" id="{33437E89-B6CE-50A5-3C06-8B57C8D0E466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4" name="pg2763">
                <a:extLst>
                  <a:ext uri="{FF2B5EF4-FFF2-40B4-BE49-F238E27FC236}">
                    <a16:creationId xmlns:a16="http://schemas.microsoft.com/office/drawing/2014/main" id="{12176C8A-9030-4891-F0D5-073F784F77F6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5" name="pg2764">
                <a:extLst>
                  <a:ext uri="{FF2B5EF4-FFF2-40B4-BE49-F238E27FC236}">
                    <a16:creationId xmlns:a16="http://schemas.microsoft.com/office/drawing/2014/main" id="{C01DD506-AAC0-FB31-46FD-139277A23736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6" name="pg2765">
                <a:extLst>
                  <a:ext uri="{FF2B5EF4-FFF2-40B4-BE49-F238E27FC236}">
                    <a16:creationId xmlns:a16="http://schemas.microsoft.com/office/drawing/2014/main" id="{0BBF8848-883F-3837-BF3B-A1FC766F8B40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7" name="pg2766">
                <a:extLst>
                  <a:ext uri="{FF2B5EF4-FFF2-40B4-BE49-F238E27FC236}">
                    <a16:creationId xmlns:a16="http://schemas.microsoft.com/office/drawing/2014/main" id="{10566EA8-0441-AF29-63E2-0C3DEA21C795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8" name="pg2767">
                <a:extLst>
                  <a:ext uri="{FF2B5EF4-FFF2-40B4-BE49-F238E27FC236}">
                    <a16:creationId xmlns:a16="http://schemas.microsoft.com/office/drawing/2014/main" id="{FB78AC1F-71E2-64B0-5284-C643A6719E47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9" name="pg2768">
                <a:extLst>
                  <a:ext uri="{FF2B5EF4-FFF2-40B4-BE49-F238E27FC236}">
                    <a16:creationId xmlns:a16="http://schemas.microsoft.com/office/drawing/2014/main" id="{6881C48D-10CD-6EA2-C3C4-063C221C8C80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2">
                  <a:alpha val="100000"/>
                </a:srgbClr>
              </a:solidFill>
              <a:ln w="5420" cap="flat">
                <a:solidFill>
                  <a:srgbClr val="3C4A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0" name="pg2769">
                <a:extLst>
                  <a:ext uri="{FF2B5EF4-FFF2-40B4-BE49-F238E27FC236}">
                    <a16:creationId xmlns:a16="http://schemas.microsoft.com/office/drawing/2014/main" id="{2F7AE5A2-1A89-9B6B-9E45-E45ECC8E031A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1" name="pg2770">
                <a:extLst>
                  <a:ext uri="{FF2B5EF4-FFF2-40B4-BE49-F238E27FC236}">
                    <a16:creationId xmlns:a16="http://schemas.microsoft.com/office/drawing/2014/main" id="{20E2CA3C-4598-065D-8236-F17A4AD688DC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2" name="pg2771">
                <a:extLst>
                  <a:ext uri="{FF2B5EF4-FFF2-40B4-BE49-F238E27FC236}">
                    <a16:creationId xmlns:a16="http://schemas.microsoft.com/office/drawing/2014/main" id="{B9086A3D-3BCD-0798-295C-C1D6D200B14E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3" name="pg2772">
                <a:extLst>
                  <a:ext uri="{FF2B5EF4-FFF2-40B4-BE49-F238E27FC236}">
                    <a16:creationId xmlns:a16="http://schemas.microsoft.com/office/drawing/2014/main" id="{9BD9D3E7-2D57-B07C-56A0-CA2F81945E54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4" name="pg2773">
                <a:extLst>
                  <a:ext uri="{FF2B5EF4-FFF2-40B4-BE49-F238E27FC236}">
                    <a16:creationId xmlns:a16="http://schemas.microsoft.com/office/drawing/2014/main" id="{C787C11D-51AD-8C5D-867E-900EE712DB3E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5" name="pg2774">
                <a:extLst>
                  <a:ext uri="{FF2B5EF4-FFF2-40B4-BE49-F238E27FC236}">
                    <a16:creationId xmlns:a16="http://schemas.microsoft.com/office/drawing/2014/main" id="{6E734E56-3756-6A9B-CB52-9126AEC3FC85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6" name="pg2775">
                <a:extLst>
                  <a:ext uri="{FF2B5EF4-FFF2-40B4-BE49-F238E27FC236}">
                    <a16:creationId xmlns:a16="http://schemas.microsoft.com/office/drawing/2014/main" id="{88A7AC67-2DB5-C6C3-317F-DE8B494E84A6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5">
                  <a:alpha val="100000"/>
                </a:srgbClr>
              </a:solidFill>
              <a:ln w="5420" cap="flat">
                <a:solidFill>
                  <a:srgbClr val="30244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7" name="pg2776">
                <a:extLst>
                  <a:ext uri="{FF2B5EF4-FFF2-40B4-BE49-F238E27FC236}">
                    <a16:creationId xmlns:a16="http://schemas.microsoft.com/office/drawing/2014/main" id="{9516C7B5-70E8-3804-6940-F893F98DBD6D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F2343">
                  <a:alpha val="100000"/>
                </a:srgbClr>
              </a:solidFill>
              <a:ln w="5420" cap="flat">
                <a:solidFill>
                  <a:srgbClr val="2F234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8" name="pg2777">
                <a:extLst>
                  <a:ext uri="{FF2B5EF4-FFF2-40B4-BE49-F238E27FC236}">
                    <a16:creationId xmlns:a16="http://schemas.microsoft.com/office/drawing/2014/main" id="{865C9E94-C5B5-D139-64B2-5FE4ECB40311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E2342">
                  <a:alpha val="100000"/>
                </a:srgbClr>
              </a:solidFill>
              <a:ln w="5420" cap="flat">
                <a:solidFill>
                  <a:srgbClr val="2E234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9" name="pg2778">
                <a:extLst>
                  <a:ext uri="{FF2B5EF4-FFF2-40B4-BE49-F238E27FC236}">
                    <a16:creationId xmlns:a16="http://schemas.microsoft.com/office/drawing/2014/main" id="{7B765710-39DA-75C7-14A9-4D3FA37AB342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F2344">
                  <a:alpha val="100000"/>
                </a:srgbClr>
              </a:solidFill>
              <a:ln w="5420" cap="flat">
                <a:solidFill>
                  <a:srgbClr val="2F234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0" name="pg2779">
                <a:extLst>
                  <a:ext uri="{FF2B5EF4-FFF2-40B4-BE49-F238E27FC236}">
                    <a16:creationId xmlns:a16="http://schemas.microsoft.com/office/drawing/2014/main" id="{8722B368-E1F0-DC58-DF3B-7FB5202FCC14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548">
                  <a:alpha val="100000"/>
                </a:srgbClr>
              </a:solidFill>
              <a:ln w="5420" cap="flat">
                <a:solidFill>
                  <a:srgbClr val="31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1" name="pg2780">
                <a:extLst>
                  <a:ext uri="{FF2B5EF4-FFF2-40B4-BE49-F238E27FC236}">
                    <a16:creationId xmlns:a16="http://schemas.microsoft.com/office/drawing/2014/main" id="{CA143D5E-E3B9-8BC0-423F-D65F23E10E4A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C">
                  <a:alpha val="100000"/>
                </a:srgbClr>
              </a:solidFill>
              <a:ln w="5420" cap="flat">
                <a:solidFill>
                  <a:srgbClr val="34274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2" name="pg2781">
                <a:extLst>
                  <a:ext uri="{FF2B5EF4-FFF2-40B4-BE49-F238E27FC236}">
                    <a16:creationId xmlns:a16="http://schemas.microsoft.com/office/drawing/2014/main" id="{26A51C3B-828B-E570-76CA-A4A23EC8B317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3" name="pg2782">
                <a:extLst>
                  <a:ext uri="{FF2B5EF4-FFF2-40B4-BE49-F238E27FC236}">
                    <a16:creationId xmlns:a16="http://schemas.microsoft.com/office/drawing/2014/main" id="{126B23CB-5570-035B-25F3-4A591D38612B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4" name="pg2783">
                <a:extLst>
                  <a:ext uri="{FF2B5EF4-FFF2-40B4-BE49-F238E27FC236}">
                    <a16:creationId xmlns:a16="http://schemas.microsoft.com/office/drawing/2014/main" id="{2D21E948-9268-2F37-E612-B090E432974A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5" name="pg2784">
                <a:extLst>
                  <a:ext uri="{FF2B5EF4-FFF2-40B4-BE49-F238E27FC236}">
                    <a16:creationId xmlns:a16="http://schemas.microsoft.com/office/drawing/2014/main" id="{4BCEFFF2-D54A-20CD-EF8A-DB9B6390F554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6" name="pg2785">
                <a:extLst>
                  <a:ext uri="{FF2B5EF4-FFF2-40B4-BE49-F238E27FC236}">
                    <a16:creationId xmlns:a16="http://schemas.microsoft.com/office/drawing/2014/main" id="{92B0BDF1-79E1-641C-9EB9-422B4D1A45AC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7" name="pg2786">
                <a:extLst>
                  <a:ext uri="{FF2B5EF4-FFF2-40B4-BE49-F238E27FC236}">
                    <a16:creationId xmlns:a16="http://schemas.microsoft.com/office/drawing/2014/main" id="{5A6604BF-902F-71A6-384A-C9B9F2AA1A71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8" name="pg2787">
                <a:extLst>
                  <a:ext uri="{FF2B5EF4-FFF2-40B4-BE49-F238E27FC236}">
                    <a16:creationId xmlns:a16="http://schemas.microsoft.com/office/drawing/2014/main" id="{7F46EC02-DC56-BC3D-9EA6-27AA37E632EB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9" name="pg2788">
                <a:extLst>
                  <a:ext uri="{FF2B5EF4-FFF2-40B4-BE49-F238E27FC236}">
                    <a16:creationId xmlns:a16="http://schemas.microsoft.com/office/drawing/2014/main" id="{1ECFD0FA-AB1A-0510-5BC5-3678C3A49CD0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0" name="pg2789">
                <a:extLst>
                  <a:ext uri="{FF2B5EF4-FFF2-40B4-BE49-F238E27FC236}">
                    <a16:creationId xmlns:a16="http://schemas.microsoft.com/office/drawing/2014/main" id="{38F6ACBC-08EB-39A8-9376-2CC1CFDA972D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1" name="pg2790">
                <a:extLst>
                  <a:ext uri="{FF2B5EF4-FFF2-40B4-BE49-F238E27FC236}">
                    <a16:creationId xmlns:a16="http://schemas.microsoft.com/office/drawing/2014/main" id="{D764B4D7-90EF-EB17-1000-5D58B6608146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2" name="pg2791">
                <a:extLst>
                  <a:ext uri="{FF2B5EF4-FFF2-40B4-BE49-F238E27FC236}">
                    <a16:creationId xmlns:a16="http://schemas.microsoft.com/office/drawing/2014/main" id="{DB309878-E016-AF6E-1350-2DF7E80658ED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3" name="pg2792">
                <a:extLst>
                  <a:ext uri="{FF2B5EF4-FFF2-40B4-BE49-F238E27FC236}">
                    <a16:creationId xmlns:a16="http://schemas.microsoft.com/office/drawing/2014/main" id="{986511BB-9ABC-D42C-E1F1-95278C3D891A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4" name="pg2793">
                <a:extLst>
                  <a:ext uri="{FF2B5EF4-FFF2-40B4-BE49-F238E27FC236}">
                    <a16:creationId xmlns:a16="http://schemas.microsoft.com/office/drawing/2014/main" id="{0C82436A-F5E3-54F5-3A1E-E268F71C3B33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5" name="pg2794">
                <a:extLst>
                  <a:ext uri="{FF2B5EF4-FFF2-40B4-BE49-F238E27FC236}">
                    <a16:creationId xmlns:a16="http://schemas.microsoft.com/office/drawing/2014/main" id="{AD23739C-BE11-FC22-866B-0E3749FDC6C6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6" name="pg2795">
                <a:extLst>
                  <a:ext uri="{FF2B5EF4-FFF2-40B4-BE49-F238E27FC236}">
                    <a16:creationId xmlns:a16="http://schemas.microsoft.com/office/drawing/2014/main" id="{11DF36DD-51EA-84DC-1FAC-3D6201C914BF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7" name="pg2796">
                <a:extLst>
                  <a:ext uri="{FF2B5EF4-FFF2-40B4-BE49-F238E27FC236}">
                    <a16:creationId xmlns:a16="http://schemas.microsoft.com/office/drawing/2014/main" id="{35DEC7DC-AC91-B53D-E85C-8836D527B69C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8" name="pg2797">
                <a:extLst>
                  <a:ext uri="{FF2B5EF4-FFF2-40B4-BE49-F238E27FC236}">
                    <a16:creationId xmlns:a16="http://schemas.microsoft.com/office/drawing/2014/main" id="{F87E5F48-1A30-94A7-C392-AA87ED83C3D0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9" name="pg2798">
                <a:extLst>
                  <a:ext uri="{FF2B5EF4-FFF2-40B4-BE49-F238E27FC236}">
                    <a16:creationId xmlns:a16="http://schemas.microsoft.com/office/drawing/2014/main" id="{9D9EDEEB-A577-E6A2-6B69-C76755CFBAA4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0" name="pg2799">
                <a:extLst>
                  <a:ext uri="{FF2B5EF4-FFF2-40B4-BE49-F238E27FC236}">
                    <a16:creationId xmlns:a16="http://schemas.microsoft.com/office/drawing/2014/main" id="{508F19A5-8F3E-FF39-DD9A-3780E0E49AE5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1" name="pg2800">
                <a:extLst>
                  <a:ext uri="{FF2B5EF4-FFF2-40B4-BE49-F238E27FC236}">
                    <a16:creationId xmlns:a16="http://schemas.microsoft.com/office/drawing/2014/main" id="{D3FEAA21-DC9E-D016-B754-F59ADBA96D86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2" name="pg2801">
                <a:extLst>
                  <a:ext uri="{FF2B5EF4-FFF2-40B4-BE49-F238E27FC236}">
                    <a16:creationId xmlns:a16="http://schemas.microsoft.com/office/drawing/2014/main" id="{9DFEB296-7410-14FB-76BD-29CFC0AE3007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3" name="pg2802">
                <a:extLst>
                  <a:ext uri="{FF2B5EF4-FFF2-40B4-BE49-F238E27FC236}">
                    <a16:creationId xmlns:a16="http://schemas.microsoft.com/office/drawing/2014/main" id="{C1618C8B-06F4-9C1D-3D44-670205EB0050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4" name="pg2803">
                <a:extLst>
                  <a:ext uri="{FF2B5EF4-FFF2-40B4-BE49-F238E27FC236}">
                    <a16:creationId xmlns:a16="http://schemas.microsoft.com/office/drawing/2014/main" id="{451AA944-C76E-F785-5BC8-F25FB5032B53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5" name="pg2804">
                <a:extLst>
                  <a:ext uri="{FF2B5EF4-FFF2-40B4-BE49-F238E27FC236}">
                    <a16:creationId xmlns:a16="http://schemas.microsoft.com/office/drawing/2014/main" id="{787781D2-7330-3EDA-BD61-A1049CEF29CA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6" name="pg2805">
                <a:extLst>
                  <a:ext uri="{FF2B5EF4-FFF2-40B4-BE49-F238E27FC236}">
                    <a16:creationId xmlns:a16="http://schemas.microsoft.com/office/drawing/2014/main" id="{2FC7ACD7-0101-511A-A18C-AE4CA59A49A7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7" name="pg2806">
                <a:extLst>
                  <a:ext uri="{FF2B5EF4-FFF2-40B4-BE49-F238E27FC236}">
                    <a16:creationId xmlns:a16="http://schemas.microsoft.com/office/drawing/2014/main" id="{5F77A1F2-8005-7E5F-DF0C-18E3C6FBEBA3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8" name="pg2807">
                <a:extLst>
                  <a:ext uri="{FF2B5EF4-FFF2-40B4-BE49-F238E27FC236}">
                    <a16:creationId xmlns:a16="http://schemas.microsoft.com/office/drawing/2014/main" id="{2E47DEB0-4BC3-5C60-E862-1DFF710F8EED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9" name="pg2808">
                <a:extLst>
                  <a:ext uri="{FF2B5EF4-FFF2-40B4-BE49-F238E27FC236}">
                    <a16:creationId xmlns:a16="http://schemas.microsoft.com/office/drawing/2014/main" id="{968A19F9-E8DE-C858-20EF-0941F3206EEC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0" name="pg2809">
                <a:extLst>
                  <a:ext uri="{FF2B5EF4-FFF2-40B4-BE49-F238E27FC236}">
                    <a16:creationId xmlns:a16="http://schemas.microsoft.com/office/drawing/2014/main" id="{83AF66BC-1CFF-C03C-7E2F-4D25C3A92D77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1" name="pg2810">
                <a:extLst>
                  <a:ext uri="{FF2B5EF4-FFF2-40B4-BE49-F238E27FC236}">
                    <a16:creationId xmlns:a16="http://schemas.microsoft.com/office/drawing/2014/main" id="{19A91EC7-1EC2-4F5D-399A-E17F289C36CC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2" name="pg2811">
                <a:extLst>
                  <a:ext uri="{FF2B5EF4-FFF2-40B4-BE49-F238E27FC236}">
                    <a16:creationId xmlns:a16="http://schemas.microsoft.com/office/drawing/2014/main" id="{87D76465-EDC9-6FF0-F982-27BE3ECA86FB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3" name="pg2812">
                <a:extLst>
                  <a:ext uri="{FF2B5EF4-FFF2-40B4-BE49-F238E27FC236}">
                    <a16:creationId xmlns:a16="http://schemas.microsoft.com/office/drawing/2014/main" id="{127CA57E-E875-079F-884D-76F8CD34348C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4" name="pg2813">
                <a:extLst>
                  <a:ext uri="{FF2B5EF4-FFF2-40B4-BE49-F238E27FC236}">
                    <a16:creationId xmlns:a16="http://schemas.microsoft.com/office/drawing/2014/main" id="{A928B033-3554-E5DF-F227-98C6343DC43F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5" name="pg2814">
                <a:extLst>
                  <a:ext uri="{FF2B5EF4-FFF2-40B4-BE49-F238E27FC236}">
                    <a16:creationId xmlns:a16="http://schemas.microsoft.com/office/drawing/2014/main" id="{168B718E-86BF-F754-E90F-EB4856A96190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6" name="pg2815">
                <a:extLst>
                  <a:ext uri="{FF2B5EF4-FFF2-40B4-BE49-F238E27FC236}">
                    <a16:creationId xmlns:a16="http://schemas.microsoft.com/office/drawing/2014/main" id="{D9B30E6C-FFB2-7823-FB50-39AE54A53398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7" name="pg2816">
                <a:extLst>
                  <a:ext uri="{FF2B5EF4-FFF2-40B4-BE49-F238E27FC236}">
                    <a16:creationId xmlns:a16="http://schemas.microsoft.com/office/drawing/2014/main" id="{AB35C9DA-B03A-AB52-30C9-8CA43912A037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8" name="pg2817">
                <a:extLst>
                  <a:ext uri="{FF2B5EF4-FFF2-40B4-BE49-F238E27FC236}">
                    <a16:creationId xmlns:a16="http://schemas.microsoft.com/office/drawing/2014/main" id="{D664BBAC-D1F0-B4DF-CCA4-64928EA453A3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9" name="pg2818">
                <a:extLst>
                  <a:ext uri="{FF2B5EF4-FFF2-40B4-BE49-F238E27FC236}">
                    <a16:creationId xmlns:a16="http://schemas.microsoft.com/office/drawing/2014/main" id="{37CA6237-6367-E5AE-6E20-A04554904813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0" name="pg2819">
                <a:extLst>
                  <a:ext uri="{FF2B5EF4-FFF2-40B4-BE49-F238E27FC236}">
                    <a16:creationId xmlns:a16="http://schemas.microsoft.com/office/drawing/2014/main" id="{10A9A39E-0CD5-6835-4149-CCEFA3569C51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1" name="pg2820">
                <a:extLst>
                  <a:ext uri="{FF2B5EF4-FFF2-40B4-BE49-F238E27FC236}">
                    <a16:creationId xmlns:a16="http://schemas.microsoft.com/office/drawing/2014/main" id="{73CBDF9C-A1CA-45D4-120A-0D8F992B9C76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2" name="pg2821">
                <a:extLst>
                  <a:ext uri="{FF2B5EF4-FFF2-40B4-BE49-F238E27FC236}">
                    <a16:creationId xmlns:a16="http://schemas.microsoft.com/office/drawing/2014/main" id="{8161E14D-53A9-8868-E70E-4B622B7A8EA1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3" name="pg2822">
                <a:extLst>
                  <a:ext uri="{FF2B5EF4-FFF2-40B4-BE49-F238E27FC236}">
                    <a16:creationId xmlns:a16="http://schemas.microsoft.com/office/drawing/2014/main" id="{CA444A71-9DAD-5847-7666-E3A42F245551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4" name="pg2823">
                <a:extLst>
                  <a:ext uri="{FF2B5EF4-FFF2-40B4-BE49-F238E27FC236}">
                    <a16:creationId xmlns:a16="http://schemas.microsoft.com/office/drawing/2014/main" id="{3199E72A-0337-7ED8-5742-396E7DFF7D04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5" name="pg2824">
                <a:extLst>
                  <a:ext uri="{FF2B5EF4-FFF2-40B4-BE49-F238E27FC236}">
                    <a16:creationId xmlns:a16="http://schemas.microsoft.com/office/drawing/2014/main" id="{759FE8B4-8AA8-9DCC-C4B7-53C546319D3D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6" name="pg2825">
                <a:extLst>
                  <a:ext uri="{FF2B5EF4-FFF2-40B4-BE49-F238E27FC236}">
                    <a16:creationId xmlns:a16="http://schemas.microsoft.com/office/drawing/2014/main" id="{52D937CD-475B-F177-B9A3-438665AD4F44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7" name="pg2826">
                <a:extLst>
                  <a:ext uri="{FF2B5EF4-FFF2-40B4-BE49-F238E27FC236}">
                    <a16:creationId xmlns:a16="http://schemas.microsoft.com/office/drawing/2014/main" id="{E5B73592-0458-2064-BEE6-F21BB31ABACA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8" name="pg2827">
                <a:extLst>
                  <a:ext uri="{FF2B5EF4-FFF2-40B4-BE49-F238E27FC236}">
                    <a16:creationId xmlns:a16="http://schemas.microsoft.com/office/drawing/2014/main" id="{BC704AEF-F392-6A14-8B23-3DFD5E5CE121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9" name="pg2828">
                <a:extLst>
                  <a:ext uri="{FF2B5EF4-FFF2-40B4-BE49-F238E27FC236}">
                    <a16:creationId xmlns:a16="http://schemas.microsoft.com/office/drawing/2014/main" id="{D12FD378-A259-D355-0266-4523DB7DBAF4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0" name="pg2829">
                <a:extLst>
                  <a:ext uri="{FF2B5EF4-FFF2-40B4-BE49-F238E27FC236}">
                    <a16:creationId xmlns:a16="http://schemas.microsoft.com/office/drawing/2014/main" id="{59C0DA4F-93F2-D541-0F1B-AED01DE8C116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1" name="pg2830">
                <a:extLst>
                  <a:ext uri="{FF2B5EF4-FFF2-40B4-BE49-F238E27FC236}">
                    <a16:creationId xmlns:a16="http://schemas.microsoft.com/office/drawing/2014/main" id="{F3B700FB-9D98-A7F9-CFF1-448D306A4511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2" name="pg2831">
                <a:extLst>
                  <a:ext uri="{FF2B5EF4-FFF2-40B4-BE49-F238E27FC236}">
                    <a16:creationId xmlns:a16="http://schemas.microsoft.com/office/drawing/2014/main" id="{A6992567-9E61-E3FA-2EBA-A04D53A281FA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3" name="pg2832">
                <a:extLst>
                  <a:ext uri="{FF2B5EF4-FFF2-40B4-BE49-F238E27FC236}">
                    <a16:creationId xmlns:a16="http://schemas.microsoft.com/office/drawing/2014/main" id="{B0870C77-FFE0-D695-9062-FBD56E944B21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4" name="pg2833">
                <a:extLst>
                  <a:ext uri="{FF2B5EF4-FFF2-40B4-BE49-F238E27FC236}">
                    <a16:creationId xmlns:a16="http://schemas.microsoft.com/office/drawing/2014/main" id="{C1B8F228-2FF7-52BD-69C9-40AC71361C6F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5" name="pg2834">
                <a:extLst>
                  <a:ext uri="{FF2B5EF4-FFF2-40B4-BE49-F238E27FC236}">
                    <a16:creationId xmlns:a16="http://schemas.microsoft.com/office/drawing/2014/main" id="{C1B87C95-3056-17F4-1EDA-48EE6CC0FAD6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6" name="pg2835">
                <a:extLst>
                  <a:ext uri="{FF2B5EF4-FFF2-40B4-BE49-F238E27FC236}">
                    <a16:creationId xmlns:a16="http://schemas.microsoft.com/office/drawing/2014/main" id="{7C580293-429F-02FB-7918-98F33F439D97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7" name="pg2836">
                <a:extLst>
                  <a:ext uri="{FF2B5EF4-FFF2-40B4-BE49-F238E27FC236}">
                    <a16:creationId xmlns:a16="http://schemas.microsoft.com/office/drawing/2014/main" id="{03E5244F-933D-D9CF-900D-1BD57CCC6111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8" name="pg2837">
                <a:extLst>
                  <a:ext uri="{FF2B5EF4-FFF2-40B4-BE49-F238E27FC236}">
                    <a16:creationId xmlns:a16="http://schemas.microsoft.com/office/drawing/2014/main" id="{8C51C2D7-7CC4-FA9B-047C-1A3B7D3AC376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9" name="pg2838">
                <a:extLst>
                  <a:ext uri="{FF2B5EF4-FFF2-40B4-BE49-F238E27FC236}">
                    <a16:creationId xmlns:a16="http://schemas.microsoft.com/office/drawing/2014/main" id="{535A2C36-F2CB-876F-92D1-265D3E17D3B3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0" name="pg2839">
                <a:extLst>
                  <a:ext uri="{FF2B5EF4-FFF2-40B4-BE49-F238E27FC236}">
                    <a16:creationId xmlns:a16="http://schemas.microsoft.com/office/drawing/2014/main" id="{86609236-92B3-E68C-AFF1-9A0393FCB1E7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1" name="pg2840">
                <a:extLst>
                  <a:ext uri="{FF2B5EF4-FFF2-40B4-BE49-F238E27FC236}">
                    <a16:creationId xmlns:a16="http://schemas.microsoft.com/office/drawing/2014/main" id="{79488992-B66A-0427-AB81-DB3C5329EB09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2" name="pg2841">
                <a:extLst>
                  <a:ext uri="{FF2B5EF4-FFF2-40B4-BE49-F238E27FC236}">
                    <a16:creationId xmlns:a16="http://schemas.microsoft.com/office/drawing/2014/main" id="{498F9D72-E279-78B8-038A-45B333095032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3" name="pg2842">
                <a:extLst>
                  <a:ext uri="{FF2B5EF4-FFF2-40B4-BE49-F238E27FC236}">
                    <a16:creationId xmlns:a16="http://schemas.microsoft.com/office/drawing/2014/main" id="{81557518-6CCF-07B7-AB11-F8FAC0112865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4" name="pg2843">
                <a:extLst>
                  <a:ext uri="{FF2B5EF4-FFF2-40B4-BE49-F238E27FC236}">
                    <a16:creationId xmlns:a16="http://schemas.microsoft.com/office/drawing/2014/main" id="{E3A53178-D751-ADF6-AE22-D849963D998A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5" name="pg2844">
                <a:extLst>
                  <a:ext uri="{FF2B5EF4-FFF2-40B4-BE49-F238E27FC236}">
                    <a16:creationId xmlns:a16="http://schemas.microsoft.com/office/drawing/2014/main" id="{8CEE0DDB-B94E-E0D2-AFDE-8D36222A93B6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6" name="pg2845">
                <a:extLst>
                  <a:ext uri="{FF2B5EF4-FFF2-40B4-BE49-F238E27FC236}">
                    <a16:creationId xmlns:a16="http://schemas.microsoft.com/office/drawing/2014/main" id="{A9F5B5CE-3B45-27D2-C2B6-A8828CF1EF15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548">
                  <a:alpha val="100000"/>
                </a:srgbClr>
              </a:solidFill>
              <a:ln w="5420" cap="flat">
                <a:solidFill>
                  <a:srgbClr val="31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7" name="pg2846">
                <a:extLst>
                  <a:ext uri="{FF2B5EF4-FFF2-40B4-BE49-F238E27FC236}">
                    <a16:creationId xmlns:a16="http://schemas.microsoft.com/office/drawing/2014/main" id="{9F0EAC44-B78E-7C52-3E2A-634B46ABA2B2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1F3B">
                  <a:alpha val="100000"/>
                </a:srgbClr>
              </a:solidFill>
              <a:ln w="5420" cap="flat">
                <a:solidFill>
                  <a:srgbClr val="2A1F3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8" name="pg2847">
                <a:extLst>
                  <a:ext uri="{FF2B5EF4-FFF2-40B4-BE49-F238E27FC236}">
                    <a16:creationId xmlns:a16="http://schemas.microsoft.com/office/drawing/2014/main" id="{28397E1C-916B-B6C1-9C65-FBD5F71B6AF1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81E37">
                  <a:alpha val="100000"/>
                </a:srgbClr>
              </a:solidFill>
              <a:ln w="5420" cap="flat">
                <a:solidFill>
                  <a:srgbClr val="281E3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9" name="pg2848">
                <a:extLst>
                  <a:ext uri="{FF2B5EF4-FFF2-40B4-BE49-F238E27FC236}">
                    <a16:creationId xmlns:a16="http://schemas.microsoft.com/office/drawing/2014/main" id="{AA99BCCA-C56C-4CA5-75C2-D734CACD59AA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81E37">
                  <a:alpha val="100000"/>
                </a:srgbClr>
              </a:solidFill>
              <a:ln w="5420" cap="flat">
                <a:solidFill>
                  <a:srgbClr val="281E3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0" name="pg2849">
                <a:extLst>
                  <a:ext uri="{FF2B5EF4-FFF2-40B4-BE49-F238E27FC236}">
                    <a16:creationId xmlns:a16="http://schemas.microsoft.com/office/drawing/2014/main" id="{96E516D8-D3D5-2E06-48E9-7D4321C3DB97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1F39">
                  <a:alpha val="100000"/>
                </a:srgbClr>
              </a:solidFill>
              <a:ln w="5420" cap="flat">
                <a:solidFill>
                  <a:srgbClr val="2A1F3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1" name="pg2850">
                <a:extLst>
                  <a:ext uri="{FF2B5EF4-FFF2-40B4-BE49-F238E27FC236}">
                    <a16:creationId xmlns:a16="http://schemas.microsoft.com/office/drawing/2014/main" id="{4DECB960-5330-0E25-8975-0BB5C2DE0B8B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D213F">
                  <a:alpha val="100000"/>
                </a:srgbClr>
              </a:solidFill>
              <a:ln w="5420" cap="flat">
                <a:solidFill>
                  <a:srgbClr val="2D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2" name="pg2851">
                <a:extLst>
                  <a:ext uri="{FF2B5EF4-FFF2-40B4-BE49-F238E27FC236}">
                    <a16:creationId xmlns:a16="http://schemas.microsoft.com/office/drawing/2014/main" id="{70E3A093-DC43-10CF-A819-4C0F85796910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446">
                  <a:alpha val="100000"/>
                </a:srgbClr>
              </a:solidFill>
              <a:ln w="5420" cap="flat">
                <a:solidFill>
                  <a:srgbClr val="31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3" name="pg2852">
                <a:extLst>
                  <a:ext uri="{FF2B5EF4-FFF2-40B4-BE49-F238E27FC236}">
                    <a16:creationId xmlns:a16="http://schemas.microsoft.com/office/drawing/2014/main" id="{0C42EC1D-EE38-1012-7808-828F3BFBA41B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4" name="pg2853">
                <a:extLst>
                  <a:ext uri="{FF2B5EF4-FFF2-40B4-BE49-F238E27FC236}">
                    <a16:creationId xmlns:a16="http://schemas.microsoft.com/office/drawing/2014/main" id="{1818AB58-244A-0279-6ACF-FC3D187D5570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5" name="pg2854">
                <a:extLst>
                  <a:ext uri="{FF2B5EF4-FFF2-40B4-BE49-F238E27FC236}">
                    <a16:creationId xmlns:a16="http://schemas.microsoft.com/office/drawing/2014/main" id="{950DCD6F-478C-864B-96C0-BBFD7733A5EB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6" name="pg2855">
                <a:extLst>
                  <a:ext uri="{FF2B5EF4-FFF2-40B4-BE49-F238E27FC236}">
                    <a16:creationId xmlns:a16="http://schemas.microsoft.com/office/drawing/2014/main" id="{E23121BD-0BD0-A8BA-73E3-0087FAA745FD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7" name="pg2856">
                <a:extLst>
                  <a:ext uri="{FF2B5EF4-FFF2-40B4-BE49-F238E27FC236}">
                    <a16:creationId xmlns:a16="http://schemas.microsoft.com/office/drawing/2014/main" id="{01E980AF-70AF-A91B-7512-FACD90FA1BE2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8" name="pg2857">
                <a:extLst>
                  <a:ext uri="{FF2B5EF4-FFF2-40B4-BE49-F238E27FC236}">
                    <a16:creationId xmlns:a16="http://schemas.microsoft.com/office/drawing/2014/main" id="{4374AF6A-1784-F906-25E9-E4E1C039DFAC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9" name="pg2858">
                <a:extLst>
                  <a:ext uri="{FF2B5EF4-FFF2-40B4-BE49-F238E27FC236}">
                    <a16:creationId xmlns:a16="http://schemas.microsoft.com/office/drawing/2014/main" id="{300F83AE-B9B0-933C-8D43-F6D6B7309D5A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A53">
                  <a:alpha val="100000"/>
                </a:srgbClr>
              </a:solidFill>
              <a:ln w="5420" cap="flat">
                <a:solidFill>
                  <a:srgbClr val="37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0" name="pg2859">
                <a:extLst>
                  <a:ext uri="{FF2B5EF4-FFF2-40B4-BE49-F238E27FC236}">
                    <a16:creationId xmlns:a16="http://schemas.microsoft.com/office/drawing/2014/main" id="{039CF323-5F1E-B31F-7FE4-FBE1A17524A1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1">
                  <a:alpha val="100000"/>
                </a:srgbClr>
              </a:solidFill>
              <a:ln w="5420" cap="flat">
                <a:solidFill>
                  <a:srgbClr val="37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1" name="pg2860">
                <a:extLst>
                  <a:ext uri="{FF2B5EF4-FFF2-40B4-BE49-F238E27FC236}">
                    <a16:creationId xmlns:a16="http://schemas.microsoft.com/office/drawing/2014/main" id="{2E4480C0-F29E-9581-FB40-EB79CBB818D1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2" name="pg2861">
                <a:extLst>
                  <a:ext uri="{FF2B5EF4-FFF2-40B4-BE49-F238E27FC236}">
                    <a16:creationId xmlns:a16="http://schemas.microsoft.com/office/drawing/2014/main" id="{4A2E429A-77BD-1010-E516-D3F5FA4AC877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3" name="pg2862">
                <a:extLst>
                  <a:ext uri="{FF2B5EF4-FFF2-40B4-BE49-F238E27FC236}">
                    <a16:creationId xmlns:a16="http://schemas.microsoft.com/office/drawing/2014/main" id="{C172D998-A6E1-CB98-38B4-58885D92B54A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4" name="pg2863">
                <a:extLst>
                  <a:ext uri="{FF2B5EF4-FFF2-40B4-BE49-F238E27FC236}">
                    <a16:creationId xmlns:a16="http://schemas.microsoft.com/office/drawing/2014/main" id="{DD59732B-1D14-E173-44F5-47E65C244729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5" name="pg2864">
                <a:extLst>
                  <a:ext uri="{FF2B5EF4-FFF2-40B4-BE49-F238E27FC236}">
                    <a16:creationId xmlns:a16="http://schemas.microsoft.com/office/drawing/2014/main" id="{0776A79B-4A0A-8A1F-2A39-D4012437ED66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6" name="pg2865">
                <a:extLst>
                  <a:ext uri="{FF2B5EF4-FFF2-40B4-BE49-F238E27FC236}">
                    <a16:creationId xmlns:a16="http://schemas.microsoft.com/office/drawing/2014/main" id="{530EAC0E-81CF-69FC-874B-90C1F692FC35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7" name="pg2866">
                <a:extLst>
                  <a:ext uri="{FF2B5EF4-FFF2-40B4-BE49-F238E27FC236}">
                    <a16:creationId xmlns:a16="http://schemas.microsoft.com/office/drawing/2014/main" id="{51E43337-7861-7ECA-16E1-DF8A14139B7A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8" name="pg2867">
                <a:extLst>
                  <a:ext uri="{FF2B5EF4-FFF2-40B4-BE49-F238E27FC236}">
                    <a16:creationId xmlns:a16="http://schemas.microsoft.com/office/drawing/2014/main" id="{0A296C02-6E1B-9945-39A8-5B1E60F7E654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9" name="pg2868">
                <a:extLst>
                  <a:ext uri="{FF2B5EF4-FFF2-40B4-BE49-F238E27FC236}">
                    <a16:creationId xmlns:a16="http://schemas.microsoft.com/office/drawing/2014/main" id="{4C5CEBC4-0566-FFD4-528F-94E08B6962FE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0" name="pg2869">
                <a:extLst>
                  <a:ext uri="{FF2B5EF4-FFF2-40B4-BE49-F238E27FC236}">
                    <a16:creationId xmlns:a16="http://schemas.microsoft.com/office/drawing/2014/main" id="{1C2E3192-D5E9-AE8F-1FDD-9CB81D16A008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1" name="pg2870">
                <a:extLst>
                  <a:ext uri="{FF2B5EF4-FFF2-40B4-BE49-F238E27FC236}">
                    <a16:creationId xmlns:a16="http://schemas.microsoft.com/office/drawing/2014/main" id="{6531CE6B-E79A-9922-3DD8-4FAFE568139C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2" name="pg2871">
                <a:extLst>
                  <a:ext uri="{FF2B5EF4-FFF2-40B4-BE49-F238E27FC236}">
                    <a16:creationId xmlns:a16="http://schemas.microsoft.com/office/drawing/2014/main" id="{26C43FF9-063F-0541-2140-C76773EE56DA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3" name="pg2872">
                <a:extLst>
                  <a:ext uri="{FF2B5EF4-FFF2-40B4-BE49-F238E27FC236}">
                    <a16:creationId xmlns:a16="http://schemas.microsoft.com/office/drawing/2014/main" id="{AD7FDCF8-B3E5-9858-7E58-D20A7CA4FECC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4" name="pg2873">
                <a:extLst>
                  <a:ext uri="{FF2B5EF4-FFF2-40B4-BE49-F238E27FC236}">
                    <a16:creationId xmlns:a16="http://schemas.microsoft.com/office/drawing/2014/main" id="{1A978DEC-F53C-6099-CF2B-C036E235EEA3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5" name="pg2874">
                <a:extLst>
                  <a:ext uri="{FF2B5EF4-FFF2-40B4-BE49-F238E27FC236}">
                    <a16:creationId xmlns:a16="http://schemas.microsoft.com/office/drawing/2014/main" id="{D0B4C6AA-AA66-7917-BCEB-40AFFA6EB67E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6" name="pg2875">
                <a:extLst>
                  <a:ext uri="{FF2B5EF4-FFF2-40B4-BE49-F238E27FC236}">
                    <a16:creationId xmlns:a16="http://schemas.microsoft.com/office/drawing/2014/main" id="{C1DA218E-BA26-3F50-F94B-A6775B43F95F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7" name="pg2876">
                <a:extLst>
                  <a:ext uri="{FF2B5EF4-FFF2-40B4-BE49-F238E27FC236}">
                    <a16:creationId xmlns:a16="http://schemas.microsoft.com/office/drawing/2014/main" id="{7CB7B654-98EC-89EC-DCA7-5E5BDE47577E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8" name="pg2877">
                <a:extLst>
                  <a:ext uri="{FF2B5EF4-FFF2-40B4-BE49-F238E27FC236}">
                    <a16:creationId xmlns:a16="http://schemas.microsoft.com/office/drawing/2014/main" id="{9FFF330D-FC00-F0FA-1F8B-E3A5AC2E4307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9" name="pg2878">
                <a:extLst>
                  <a:ext uri="{FF2B5EF4-FFF2-40B4-BE49-F238E27FC236}">
                    <a16:creationId xmlns:a16="http://schemas.microsoft.com/office/drawing/2014/main" id="{BDB920EF-50E9-004D-B418-0745AFBF1014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0" name="pg2879">
                <a:extLst>
                  <a:ext uri="{FF2B5EF4-FFF2-40B4-BE49-F238E27FC236}">
                    <a16:creationId xmlns:a16="http://schemas.microsoft.com/office/drawing/2014/main" id="{6D09E8CA-9442-B848-2AA7-FFD76FDBAE6B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1" name="pg2880">
                <a:extLst>
                  <a:ext uri="{FF2B5EF4-FFF2-40B4-BE49-F238E27FC236}">
                    <a16:creationId xmlns:a16="http://schemas.microsoft.com/office/drawing/2014/main" id="{BA9AAE81-F852-2A50-D60D-664C50454620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2" name="pg2881">
                <a:extLst>
                  <a:ext uri="{FF2B5EF4-FFF2-40B4-BE49-F238E27FC236}">
                    <a16:creationId xmlns:a16="http://schemas.microsoft.com/office/drawing/2014/main" id="{396E5369-2F12-36F5-7017-729408CD18BD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3" name="pg2882">
                <a:extLst>
                  <a:ext uri="{FF2B5EF4-FFF2-40B4-BE49-F238E27FC236}">
                    <a16:creationId xmlns:a16="http://schemas.microsoft.com/office/drawing/2014/main" id="{EC96530E-1CC6-7E36-299B-E6E007547D99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4" name="pg2883">
                <a:extLst>
                  <a:ext uri="{FF2B5EF4-FFF2-40B4-BE49-F238E27FC236}">
                    <a16:creationId xmlns:a16="http://schemas.microsoft.com/office/drawing/2014/main" id="{96A64D6E-9FE6-0CA4-BFF7-ADCADFCE50BE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5" name="pg2884">
                <a:extLst>
                  <a:ext uri="{FF2B5EF4-FFF2-40B4-BE49-F238E27FC236}">
                    <a16:creationId xmlns:a16="http://schemas.microsoft.com/office/drawing/2014/main" id="{14481C79-922D-B701-AA25-A9AEA8FDEA7B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6" name="pg2885">
                <a:extLst>
                  <a:ext uri="{FF2B5EF4-FFF2-40B4-BE49-F238E27FC236}">
                    <a16:creationId xmlns:a16="http://schemas.microsoft.com/office/drawing/2014/main" id="{2B84007D-5D1B-C6C7-93E1-70519F9DB131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7" name="pg2886">
                <a:extLst>
                  <a:ext uri="{FF2B5EF4-FFF2-40B4-BE49-F238E27FC236}">
                    <a16:creationId xmlns:a16="http://schemas.microsoft.com/office/drawing/2014/main" id="{381DA8B2-D4A1-A7BA-00B2-D426F12BE926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8" name="pg2887">
                <a:extLst>
                  <a:ext uri="{FF2B5EF4-FFF2-40B4-BE49-F238E27FC236}">
                    <a16:creationId xmlns:a16="http://schemas.microsoft.com/office/drawing/2014/main" id="{DB4E880E-5831-BB5C-51AE-CB3795201820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9" name="pg2888">
                <a:extLst>
                  <a:ext uri="{FF2B5EF4-FFF2-40B4-BE49-F238E27FC236}">
                    <a16:creationId xmlns:a16="http://schemas.microsoft.com/office/drawing/2014/main" id="{79197F27-46AB-A783-C32D-1285C46C0C7C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0" name="pg2889">
                <a:extLst>
                  <a:ext uri="{FF2B5EF4-FFF2-40B4-BE49-F238E27FC236}">
                    <a16:creationId xmlns:a16="http://schemas.microsoft.com/office/drawing/2014/main" id="{9B66798E-2377-5F76-1F83-1CA96C94464B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1" name="pg2890">
                <a:extLst>
                  <a:ext uri="{FF2B5EF4-FFF2-40B4-BE49-F238E27FC236}">
                    <a16:creationId xmlns:a16="http://schemas.microsoft.com/office/drawing/2014/main" id="{2ED6AF6E-1D50-730E-C7BB-3DC70E70D888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2" name="pg2891">
                <a:extLst>
                  <a:ext uri="{FF2B5EF4-FFF2-40B4-BE49-F238E27FC236}">
                    <a16:creationId xmlns:a16="http://schemas.microsoft.com/office/drawing/2014/main" id="{EB41595B-9856-746F-D940-799D58E49ADD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3" name="pg2892">
                <a:extLst>
                  <a:ext uri="{FF2B5EF4-FFF2-40B4-BE49-F238E27FC236}">
                    <a16:creationId xmlns:a16="http://schemas.microsoft.com/office/drawing/2014/main" id="{D1F0A613-B17E-7125-2555-7712C9160041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4" name="pg2893">
                <a:extLst>
                  <a:ext uri="{FF2B5EF4-FFF2-40B4-BE49-F238E27FC236}">
                    <a16:creationId xmlns:a16="http://schemas.microsoft.com/office/drawing/2014/main" id="{6176D8C8-4D92-5C59-B087-E173A84C86EF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5" name="pg2894">
                <a:extLst>
                  <a:ext uri="{FF2B5EF4-FFF2-40B4-BE49-F238E27FC236}">
                    <a16:creationId xmlns:a16="http://schemas.microsoft.com/office/drawing/2014/main" id="{9D9D4CF9-E19E-6186-99A7-3B54F3E42D66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6" name="pg2895">
                <a:extLst>
                  <a:ext uri="{FF2B5EF4-FFF2-40B4-BE49-F238E27FC236}">
                    <a16:creationId xmlns:a16="http://schemas.microsoft.com/office/drawing/2014/main" id="{D3C2960C-DD7A-DBAA-85A1-A0BFE9D62914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7" name="pg2896">
                <a:extLst>
                  <a:ext uri="{FF2B5EF4-FFF2-40B4-BE49-F238E27FC236}">
                    <a16:creationId xmlns:a16="http://schemas.microsoft.com/office/drawing/2014/main" id="{78C72B52-C7D9-E43F-54BF-7F65238B31D5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8" name="pg2897">
                <a:extLst>
                  <a:ext uri="{FF2B5EF4-FFF2-40B4-BE49-F238E27FC236}">
                    <a16:creationId xmlns:a16="http://schemas.microsoft.com/office/drawing/2014/main" id="{215BB534-4518-D7D8-95FA-AA8C5FE2957B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9" name="pg2898">
                <a:extLst>
                  <a:ext uri="{FF2B5EF4-FFF2-40B4-BE49-F238E27FC236}">
                    <a16:creationId xmlns:a16="http://schemas.microsoft.com/office/drawing/2014/main" id="{A597047E-546D-F448-12DB-F8012FAE53D6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0" name="pg2899">
                <a:extLst>
                  <a:ext uri="{FF2B5EF4-FFF2-40B4-BE49-F238E27FC236}">
                    <a16:creationId xmlns:a16="http://schemas.microsoft.com/office/drawing/2014/main" id="{E4C5EB7C-D8F9-32DF-4D15-68B45A5536EF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1" name="pg2900">
                <a:extLst>
                  <a:ext uri="{FF2B5EF4-FFF2-40B4-BE49-F238E27FC236}">
                    <a16:creationId xmlns:a16="http://schemas.microsoft.com/office/drawing/2014/main" id="{ABB273D0-B74C-406A-2DA9-94C29EDCE075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2" name="pg2901">
                <a:extLst>
                  <a:ext uri="{FF2B5EF4-FFF2-40B4-BE49-F238E27FC236}">
                    <a16:creationId xmlns:a16="http://schemas.microsoft.com/office/drawing/2014/main" id="{DBCCD2AD-F1D9-20E3-35F9-D101FA1D93C7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3" name="pg2902">
                <a:extLst>
                  <a:ext uri="{FF2B5EF4-FFF2-40B4-BE49-F238E27FC236}">
                    <a16:creationId xmlns:a16="http://schemas.microsoft.com/office/drawing/2014/main" id="{61CC9442-4C9A-661D-DB47-82F0D39F622E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4" name="pg2903">
                <a:extLst>
                  <a:ext uri="{FF2B5EF4-FFF2-40B4-BE49-F238E27FC236}">
                    <a16:creationId xmlns:a16="http://schemas.microsoft.com/office/drawing/2014/main" id="{63806B1F-0C48-122F-B46F-54DF0F5252FA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5" name="pg2904">
                <a:extLst>
                  <a:ext uri="{FF2B5EF4-FFF2-40B4-BE49-F238E27FC236}">
                    <a16:creationId xmlns:a16="http://schemas.microsoft.com/office/drawing/2014/main" id="{A0884B12-A976-85E1-A376-3DE07E262E33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6" name="pg2905">
                <a:extLst>
                  <a:ext uri="{FF2B5EF4-FFF2-40B4-BE49-F238E27FC236}">
                    <a16:creationId xmlns:a16="http://schemas.microsoft.com/office/drawing/2014/main" id="{24060A13-4B74-6F0D-5004-59BF97FD02C6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7" name="pg2906">
                <a:extLst>
                  <a:ext uri="{FF2B5EF4-FFF2-40B4-BE49-F238E27FC236}">
                    <a16:creationId xmlns:a16="http://schemas.microsoft.com/office/drawing/2014/main" id="{677DC157-1D3E-BECB-B479-FB1F6046C1A1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8" name="pg2907">
                <a:extLst>
                  <a:ext uri="{FF2B5EF4-FFF2-40B4-BE49-F238E27FC236}">
                    <a16:creationId xmlns:a16="http://schemas.microsoft.com/office/drawing/2014/main" id="{4B4C5AF2-4830-BBA2-0A7B-DBBCA0FD42AB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9" name="pg2908">
                <a:extLst>
                  <a:ext uri="{FF2B5EF4-FFF2-40B4-BE49-F238E27FC236}">
                    <a16:creationId xmlns:a16="http://schemas.microsoft.com/office/drawing/2014/main" id="{53547805-C60C-79EC-652C-30871D46169A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0" name="pg2909">
                <a:extLst>
                  <a:ext uri="{FF2B5EF4-FFF2-40B4-BE49-F238E27FC236}">
                    <a16:creationId xmlns:a16="http://schemas.microsoft.com/office/drawing/2014/main" id="{EDA9DEE1-CBC8-FD35-3676-0CED9E5CF697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446">
                  <a:alpha val="100000"/>
                </a:srgbClr>
              </a:solidFill>
              <a:ln w="5420" cap="flat">
                <a:solidFill>
                  <a:srgbClr val="31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1" name="pg2910">
                <a:extLst>
                  <a:ext uri="{FF2B5EF4-FFF2-40B4-BE49-F238E27FC236}">
                    <a16:creationId xmlns:a16="http://schemas.microsoft.com/office/drawing/2014/main" id="{A18D8255-2509-1FF4-A7FC-5CF6C0014BBB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1F3B">
                  <a:alpha val="100000"/>
                </a:srgbClr>
              </a:solidFill>
              <a:ln w="5420" cap="flat">
                <a:solidFill>
                  <a:srgbClr val="2A1F3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2" name="pg2911">
                <a:extLst>
                  <a:ext uri="{FF2B5EF4-FFF2-40B4-BE49-F238E27FC236}">
                    <a16:creationId xmlns:a16="http://schemas.microsoft.com/office/drawing/2014/main" id="{E1D9AF42-8456-114A-E53A-D96E9B8A12DF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71D35">
                  <a:alpha val="100000"/>
                </a:srgbClr>
              </a:solidFill>
              <a:ln w="5420" cap="flat">
                <a:solidFill>
                  <a:srgbClr val="271D3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3" name="pg2912">
                <a:extLst>
                  <a:ext uri="{FF2B5EF4-FFF2-40B4-BE49-F238E27FC236}">
                    <a16:creationId xmlns:a16="http://schemas.microsoft.com/office/drawing/2014/main" id="{290E1AB8-68B3-73CE-9114-8BE880D97167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91E38">
                  <a:alpha val="100000"/>
                </a:srgbClr>
              </a:solidFill>
              <a:ln w="5420" cap="flat">
                <a:solidFill>
                  <a:srgbClr val="291E3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4" name="pg2913">
                <a:extLst>
                  <a:ext uri="{FF2B5EF4-FFF2-40B4-BE49-F238E27FC236}">
                    <a16:creationId xmlns:a16="http://schemas.microsoft.com/office/drawing/2014/main" id="{8061DA8E-512B-E51D-CE09-433140057A25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C213F">
                  <a:alpha val="100000"/>
                </a:srgbClr>
              </a:solidFill>
              <a:ln w="5420" cap="flat">
                <a:solidFill>
                  <a:srgbClr val="2C213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5" name="pg2914">
                <a:extLst>
                  <a:ext uri="{FF2B5EF4-FFF2-40B4-BE49-F238E27FC236}">
                    <a16:creationId xmlns:a16="http://schemas.microsoft.com/office/drawing/2014/main" id="{DD88B60E-A449-BE06-E6AC-9E81E00DAEE3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446">
                  <a:alpha val="100000"/>
                </a:srgbClr>
              </a:solidFill>
              <a:ln w="5420" cap="flat">
                <a:solidFill>
                  <a:srgbClr val="31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6" name="pg2915">
                <a:extLst>
                  <a:ext uri="{FF2B5EF4-FFF2-40B4-BE49-F238E27FC236}">
                    <a16:creationId xmlns:a16="http://schemas.microsoft.com/office/drawing/2014/main" id="{9EC2FD08-6A64-D678-23EF-7A67A162DE0E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7" name="pg2916">
                <a:extLst>
                  <a:ext uri="{FF2B5EF4-FFF2-40B4-BE49-F238E27FC236}">
                    <a16:creationId xmlns:a16="http://schemas.microsoft.com/office/drawing/2014/main" id="{D5695B65-BF34-337A-1AE0-D9B025EF9D28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8" name="pg2917">
                <a:extLst>
                  <a:ext uri="{FF2B5EF4-FFF2-40B4-BE49-F238E27FC236}">
                    <a16:creationId xmlns:a16="http://schemas.microsoft.com/office/drawing/2014/main" id="{A7BD6AE7-01D5-6C81-CC0F-1A0E1CBFE3B6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5">
                  <a:alpha val="100000"/>
                </a:srgbClr>
              </a:solidFill>
              <a:ln w="5420" cap="flat">
                <a:solidFill>
                  <a:srgbClr val="382A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9" name="pg2918">
                <a:extLst>
                  <a:ext uri="{FF2B5EF4-FFF2-40B4-BE49-F238E27FC236}">
                    <a16:creationId xmlns:a16="http://schemas.microsoft.com/office/drawing/2014/main" id="{9B8659DC-E305-5A37-DE98-FAC94047CF96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0" name="pg2919">
                <a:extLst>
                  <a:ext uri="{FF2B5EF4-FFF2-40B4-BE49-F238E27FC236}">
                    <a16:creationId xmlns:a16="http://schemas.microsoft.com/office/drawing/2014/main" id="{2623F46F-0547-1CEE-25E1-E89DB1DE12E0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1" name="pg2920">
                <a:extLst>
                  <a:ext uri="{FF2B5EF4-FFF2-40B4-BE49-F238E27FC236}">
                    <a16:creationId xmlns:a16="http://schemas.microsoft.com/office/drawing/2014/main" id="{A08692A5-EC37-E654-AF25-577291FBD5BA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2" name="pg2921">
                <a:extLst>
                  <a:ext uri="{FF2B5EF4-FFF2-40B4-BE49-F238E27FC236}">
                    <a16:creationId xmlns:a16="http://schemas.microsoft.com/office/drawing/2014/main" id="{F014CCDD-267F-4E7F-75A8-E92B3B52FE5F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3" name="pg2922">
                <a:extLst>
                  <a:ext uri="{FF2B5EF4-FFF2-40B4-BE49-F238E27FC236}">
                    <a16:creationId xmlns:a16="http://schemas.microsoft.com/office/drawing/2014/main" id="{4F3C6E25-47CF-9D68-4AFC-850F921C6533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4" name="pg2923">
                <a:extLst>
                  <a:ext uri="{FF2B5EF4-FFF2-40B4-BE49-F238E27FC236}">
                    <a16:creationId xmlns:a16="http://schemas.microsoft.com/office/drawing/2014/main" id="{095C9975-8B30-8157-16B9-760238ECC5CE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5">
                  <a:alpha val="100000"/>
                </a:srgbClr>
              </a:solidFill>
              <a:ln w="5420" cap="flat">
                <a:solidFill>
                  <a:srgbClr val="382A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5" name="pg2924">
                <a:extLst>
                  <a:ext uri="{FF2B5EF4-FFF2-40B4-BE49-F238E27FC236}">
                    <a16:creationId xmlns:a16="http://schemas.microsoft.com/office/drawing/2014/main" id="{881B6DEC-6CB4-0E59-FA98-6D39AE5BFD69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6" name="pg2925">
                <a:extLst>
                  <a:ext uri="{FF2B5EF4-FFF2-40B4-BE49-F238E27FC236}">
                    <a16:creationId xmlns:a16="http://schemas.microsoft.com/office/drawing/2014/main" id="{ACF95AC0-E692-E5D0-46AA-1DDECC9E3BA3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7" name="pg2926">
                <a:extLst>
                  <a:ext uri="{FF2B5EF4-FFF2-40B4-BE49-F238E27FC236}">
                    <a16:creationId xmlns:a16="http://schemas.microsoft.com/office/drawing/2014/main" id="{A9031E8E-8ED4-CDDF-F4E5-422762EF45B7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8" name="pg2927">
                <a:extLst>
                  <a:ext uri="{FF2B5EF4-FFF2-40B4-BE49-F238E27FC236}">
                    <a16:creationId xmlns:a16="http://schemas.microsoft.com/office/drawing/2014/main" id="{2F99CEA7-90E4-8F19-74B3-C4AFA08AABB1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3">
                  <a:alpha val="100000"/>
                </a:srgbClr>
              </a:solidFill>
              <a:ln w="5420" cap="flat">
                <a:solidFill>
                  <a:srgbClr val="3729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9" name="pg2928">
                <a:extLst>
                  <a:ext uri="{FF2B5EF4-FFF2-40B4-BE49-F238E27FC236}">
                    <a16:creationId xmlns:a16="http://schemas.microsoft.com/office/drawing/2014/main" id="{06179A1D-1E70-B11C-9F65-0DD3062AD89D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0" name="pg2929">
                <a:extLst>
                  <a:ext uri="{FF2B5EF4-FFF2-40B4-BE49-F238E27FC236}">
                    <a16:creationId xmlns:a16="http://schemas.microsoft.com/office/drawing/2014/main" id="{B33D9658-9FA2-67CD-FCDD-552B45518131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1" name="pg2930">
                <a:extLst>
                  <a:ext uri="{FF2B5EF4-FFF2-40B4-BE49-F238E27FC236}">
                    <a16:creationId xmlns:a16="http://schemas.microsoft.com/office/drawing/2014/main" id="{23B0993E-B4EB-12B7-51A2-994EA21E2821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2" name="pg2931">
                <a:extLst>
                  <a:ext uri="{FF2B5EF4-FFF2-40B4-BE49-F238E27FC236}">
                    <a16:creationId xmlns:a16="http://schemas.microsoft.com/office/drawing/2014/main" id="{D3B7C588-5930-213C-B4AC-4FB846719F2E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3" name="pg2932">
                <a:extLst>
                  <a:ext uri="{FF2B5EF4-FFF2-40B4-BE49-F238E27FC236}">
                    <a16:creationId xmlns:a16="http://schemas.microsoft.com/office/drawing/2014/main" id="{F038AF65-FA70-DEE4-1CB0-1E8FB7C30104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4" name="pg2933">
                <a:extLst>
                  <a:ext uri="{FF2B5EF4-FFF2-40B4-BE49-F238E27FC236}">
                    <a16:creationId xmlns:a16="http://schemas.microsoft.com/office/drawing/2014/main" id="{6E063629-A743-CB92-733E-AF75FD3882CC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5" name="pg2934">
                <a:extLst>
                  <a:ext uri="{FF2B5EF4-FFF2-40B4-BE49-F238E27FC236}">
                    <a16:creationId xmlns:a16="http://schemas.microsoft.com/office/drawing/2014/main" id="{2A27238B-6A53-FCBE-70FE-D722D1FAF285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6" name="pg2935">
                <a:extLst>
                  <a:ext uri="{FF2B5EF4-FFF2-40B4-BE49-F238E27FC236}">
                    <a16:creationId xmlns:a16="http://schemas.microsoft.com/office/drawing/2014/main" id="{85891C4D-03F9-42F6-DA45-60A8E7BA668B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7" name="pg2936">
                <a:extLst>
                  <a:ext uri="{FF2B5EF4-FFF2-40B4-BE49-F238E27FC236}">
                    <a16:creationId xmlns:a16="http://schemas.microsoft.com/office/drawing/2014/main" id="{D5E86A69-2A15-2EB2-F1A6-9CB6396AB7A9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8" name="pg2937">
                <a:extLst>
                  <a:ext uri="{FF2B5EF4-FFF2-40B4-BE49-F238E27FC236}">
                    <a16:creationId xmlns:a16="http://schemas.microsoft.com/office/drawing/2014/main" id="{27A2D17A-363A-258C-2D55-ABF0E17E2AA3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9" name="pg2938">
                <a:extLst>
                  <a:ext uri="{FF2B5EF4-FFF2-40B4-BE49-F238E27FC236}">
                    <a16:creationId xmlns:a16="http://schemas.microsoft.com/office/drawing/2014/main" id="{0F767F25-986E-0D70-5D49-F0F8150BC8CE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0" name="pg2939">
                <a:extLst>
                  <a:ext uri="{FF2B5EF4-FFF2-40B4-BE49-F238E27FC236}">
                    <a16:creationId xmlns:a16="http://schemas.microsoft.com/office/drawing/2014/main" id="{CBE3B2C1-8E5C-2B4E-CBB7-D28D420E23F0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1" name="pg2940">
                <a:extLst>
                  <a:ext uri="{FF2B5EF4-FFF2-40B4-BE49-F238E27FC236}">
                    <a16:creationId xmlns:a16="http://schemas.microsoft.com/office/drawing/2014/main" id="{CD3A1870-714C-D246-C7DE-7A8557A1CBE6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2" name="pg2941">
                <a:extLst>
                  <a:ext uri="{FF2B5EF4-FFF2-40B4-BE49-F238E27FC236}">
                    <a16:creationId xmlns:a16="http://schemas.microsoft.com/office/drawing/2014/main" id="{7414F57A-4AEF-1304-6A99-21D39E9894D4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3" name="pg2942">
                <a:extLst>
                  <a:ext uri="{FF2B5EF4-FFF2-40B4-BE49-F238E27FC236}">
                    <a16:creationId xmlns:a16="http://schemas.microsoft.com/office/drawing/2014/main" id="{95AE413D-F2A1-1944-9985-00CE77791D3D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4" name="pg2943">
                <a:extLst>
                  <a:ext uri="{FF2B5EF4-FFF2-40B4-BE49-F238E27FC236}">
                    <a16:creationId xmlns:a16="http://schemas.microsoft.com/office/drawing/2014/main" id="{24783E41-ECDE-0EB1-BD34-9CFE26CE1428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5" name="pg2944">
                <a:extLst>
                  <a:ext uri="{FF2B5EF4-FFF2-40B4-BE49-F238E27FC236}">
                    <a16:creationId xmlns:a16="http://schemas.microsoft.com/office/drawing/2014/main" id="{08CB6C8D-0B53-31F3-851E-7F0781BA4DFB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6" name="pg2945">
                <a:extLst>
                  <a:ext uri="{FF2B5EF4-FFF2-40B4-BE49-F238E27FC236}">
                    <a16:creationId xmlns:a16="http://schemas.microsoft.com/office/drawing/2014/main" id="{807605A2-603A-6994-4787-D69602F976C6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7" name="pg2946">
                <a:extLst>
                  <a:ext uri="{FF2B5EF4-FFF2-40B4-BE49-F238E27FC236}">
                    <a16:creationId xmlns:a16="http://schemas.microsoft.com/office/drawing/2014/main" id="{DA7795A8-B5D5-DEC7-6CA7-03C472101680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8" name="pg2947">
                <a:extLst>
                  <a:ext uri="{FF2B5EF4-FFF2-40B4-BE49-F238E27FC236}">
                    <a16:creationId xmlns:a16="http://schemas.microsoft.com/office/drawing/2014/main" id="{C2542FAA-EB91-5EED-E3E5-B279035E962A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9" name="pg2948">
                <a:extLst>
                  <a:ext uri="{FF2B5EF4-FFF2-40B4-BE49-F238E27FC236}">
                    <a16:creationId xmlns:a16="http://schemas.microsoft.com/office/drawing/2014/main" id="{A6B704E1-48B0-424E-FEEE-83A2AA176EDD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0" name="pg2949">
                <a:extLst>
                  <a:ext uri="{FF2B5EF4-FFF2-40B4-BE49-F238E27FC236}">
                    <a16:creationId xmlns:a16="http://schemas.microsoft.com/office/drawing/2014/main" id="{4CE78FC9-820B-333C-6008-E0CD989A4024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1" name="pg2950">
                <a:extLst>
                  <a:ext uri="{FF2B5EF4-FFF2-40B4-BE49-F238E27FC236}">
                    <a16:creationId xmlns:a16="http://schemas.microsoft.com/office/drawing/2014/main" id="{F2452982-15B0-0DF5-5830-F2353FB59525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2" name="pg2951">
                <a:extLst>
                  <a:ext uri="{FF2B5EF4-FFF2-40B4-BE49-F238E27FC236}">
                    <a16:creationId xmlns:a16="http://schemas.microsoft.com/office/drawing/2014/main" id="{693102BE-BEB7-5501-7D5F-C115A8F2F3CF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3" name="pg2952">
                <a:extLst>
                  <a:ext uri="{FF2B5EF4-FFF2-40B4-BE49-F238E27FC236}">
                    <a16:creationId xmlns:a16="http://schemas.microsoft.com/office/drawing/2014/main" id="{A59F9688-DF99-8956-ADDD-B4EB8F7CF507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4" name="pg2953">
                <a:extLst>
                  <a:ext uri="{FF2B5EF4-FFF2-40B4-BE49-F238E27FC236}">
                    <a16:creationId xmlns:a16="http://schemas.microsoft.com/office/drawing/2014/main" id="{D5A3C4A0-2DF7-3FDD-7495-4A738E31C887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5" name="pg2954">
                <a:extLst>
                  <a:ext uri="{FF2B5EF4-FFF2-40B4-BE49-F238E27FC236}">
                    <a16:creationId xmlns:a16="http://schemas.microsoft.com/office/drawing/2014/main" id="{8DABE0BD-1071-0A02-0F26-3C8F2475CB52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6" name="pg2955">
                <a:extLst>
                  <a:ext uri="{FF2B5EF4-FFF2-40B4-BE49-F238E27FC236}">
                    <a16:creationId xmlns:a16="http://schemas.microsoft.com/office/drawing/2014/main" id="{7B9235DF-4A55-05EF-FBE5-D13005203EF4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7" name="pg2956">
                <a:extLst>
                  <a:ext uri="{FF2B5EF4-FFF2-40B4-BE49-F238E27FC236}">
                    <a16:creationId xmlns:a16="http://schemas.microsoft.com/office/drawing/2014/main" id="{67727CC5-60A4-637D-2582-9C6DFECC7091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8" name="pg2957">
                <a:extLst>
                  <a:ext uri="{FF2B5EF4-FFF2-40B4-BE49-F238E27FC236}">
                    <a16:creationId xmlns:a16="http://schemas.microsoft.com/office/drawing/2014/main" id="{E2AE2A4F-657B-542A-4456-E8179C56D2DB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9" name="pg2958">
                <a:extLst>
                  <a:ext uri="{FF2B5EF4-FFF2-40B4-BE49-F238E27FC236}">
                    <a16:creationId xmlns:a16="http://schemas.microsoft.com/office/drawing/2014/main" id="{E5B81CE8-56C9-B3D5-1B9F-F5D8C61CBFFA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0" name="pg2959">
                <a:extLst>
                  <a:ext uri="{FF2B5EF4-FFF2-40B4-BE49-F238E27FC236}">
                    <a16:creationId xmlns:a16="http://schemas.microsoft.com/office/drawing/2014/main" id="{F9D10A82-6905-2A49-8470-C8B573463CCE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1" name="pg2960">
                <a:extLst>
                  <a:ext uri="{FF2B5EF4-FFF2-40B4-BE49-F238E27FC236}">
                    <a16:creationId xmlns:a16="http://schemas.microsoft.com/office/drawing/2014/main" id="{8211B5E3-C7F0-3310-2EFE-DAE416ADD818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2" name="pg2961">
                <a:extLst>
                  <a:ext uri="{FF2B5EF4-FFF2-40B4-BE49-F238E27FC236}">
                    <a16:creationId xmlns:a16="http://schemas.microsoft.com/office/drawing/2014/main" id="{4D21CA9B-30F5-3310-5826-70013AD80E62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203B">
                  <a:alpha val="100000"/>
                </a:srgbClr>
              </a:solidFill>
              <a:ln w="5420" cap="flat">
                <a:solidFill>
                  <a:srgbClr val="2A203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3" name="pg2962">
                <a:extLst>
                  <a:ext uri="{FF2B5EF4-FFF2-40B4-BE49-F238E27FC236}">
                    <a16:creationId xmlns:a16="http://schemas.microsoft.com/office/drawing/2014/main" id="{C809F8AF-8C69-185C-5C33-8FBCD1D45881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E2241">
                  <a:alpha val="100000"/>
                </a:srgbClr>
              </a:solidFill>
              <a:ln w="5420" cap="flat">
                <a:solidFill>
                  <a:srgbClr val="2E224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4" name="pg2963">
                <a:extLst>
                  <a:ext uri="{FF2B5EF4-FFF2-40B4-BE49-F238E27FC236}">
                    <a16:creationId xmlns:a16="http://schemas.microsoft.com/office/drawing/2014/main" id="{422081FC-5BFE-9007-7698-9F9E9B31428E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22548">
                  <a:alpha val="100000"/>
                </a:srgbClr>
              </a:solidFill>
              <a:ln w="5420" cap="flat">
                <a:solidFill>
                  <a:srgbClr val="32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5" name="pg2964">
                <a:extLst>
                  <a:ext uri="{FF2B5EF4-FFF2-40B4-BE49-F238E27FC236}">
                    <a16:creationId xmlns:a16="http://schemas.microsoft.com/office/drawing/2014/main" id="{BCDD8553-7BFE-7B01-00FC-B6B652BE610F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6" name="pg2965">
                <a:extLst>
                  <a:ext uri="{FF2B5EF4-FFF2-40B4-BE49-F238E27FC236}">
                    <a16:creationId xmlns:a16="http://schemas.microsoft.com/office/drawing/2014/main" id="{34F05F04-5C30-3CF9-A871-EC919533035B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7" name="pg2966">
                <a:extLst>
                  <a:ext uri="{FF2B5EF4-FFF2-40B4-BE49-F238E27FC236}">
                    <a16:creationId xmlns:a16="http://schemas.microsoft.com/office/drawing/2014/main" id="{F7362515-295F-C38F-248C-3AD7D2E790EB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8" name="pg2967">
                <a:extLst>
                  <a:ext uri="{FF2B5EF4-FFF2-40B4-BE49-F238E27FC236}">
                    <a16:creationId xmlns:a16="http://schemas.microsoft.com/office/drawing/2014/main" id="{1F4AD501-EFC2-D300-1144-A310956B4771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9" name="pg2968">
                <a:extLst>
                  <a:ext uri="{FF2B5EF4-FFF2-40B4-BE49-F238E27FC236}">
                    <a16:creationId xmlns:a16="http://schemas.microsoft.com/office/drawing/2014/main" id="{26BDFDC8-A178-7355-2516-AC7CF684EEA2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0" name="pg2969">
                <a:extLst>
                  <a:ext uri="{FF2B5EF4-FFF2-40B4-BE49-F238E27FC236}">
                    <a16:creationId xmlns:a16="http://schemas.microsoft.com/office/drawing/2014/main" id="{C3858C18-3896-6464-21E7-C300B09291CB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1" name="pg2970">
                <a:extLst>
                  <a:ext uri="{FF2B5EF4-FFF2-40B4-BE49-F238E27FC236}">
                    <a16:creationId xmlns:a16="http://schemas.microsoft.com/office/drawing/2014/main" id="{DEF46FCA-3283-7303-F138-110E336333D9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2" name="pg2971">
                <a:extLst>
                  <a:ext uri="{FF2B5EF4-FFF2-40B4-BE49-F238E27FC236}">
                    <a16:creationId xmlns:a16="http://schemas.microsoft.com/office/drawing/2014/main" id="{AB8CA176-E45B-6138-EBC6-66CB65E0ABB0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3" name="pg2972">
                <a:extLst>
                  <a:ext uri="{FF2B5EF4-FFF2-40B4-BE49-F238E27FC236}">
                    <a16:creationId xmlns:a16="http://schemas.microsoft.com/office/drawing/2014/main" id="{391CB505-0BB0-8BBA-59C8-8093AE44AAA3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4" name="pg2973">
                <a:extLst>
                  <a:ext uri="{FF2B5EF4-FFF2-40B4-BE49-F238E27FC236}">
                    <a16:creationId xmlns:a16="http://schemas.microsoft.com/office/drawing/2014/main" id="{92D9A259-B842-B547-002D-E655AB9BE722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5" name="pg2974">
                <a:extLst>
                  <a:ext uri="{FF2B5EF4-FFF2-40B4-BE49-F238E27FC236}">
                    <a16:creationId xmlns:a16="http://schemas.microsoft.com/office/drawing/2014/main" id="{DE4BA3E1-3054-C8D8-7E9E-A2779C7513BD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6" name="pg2975">
                <a:extLst>
                  <a:ext uri="{FF2B5EF4-FFF2-40B4-BE49-F238E27FC236}">
                    <a16:creationId xmlns:a16="http://schemas.microsoft.com/office/drawing/2014/main" id="{643119AB-5F16-B95E-DB84-1B5BCA36D2A3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7" name="pg2976">
                <a:extLst>
                  <a:ext uri="{FF2B5EF4-FFF2-40B4-BE49-F238E27FC236}">
                    <a16:creationId xmlns:a16="http://schemas.microsoft.com/office/drawing/2014/main" id="{B5DDA3EF-0711-A7EF-C0EB-87FCCBF67012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8" name="pg2977">
                <a:extLst>
                  <a:ext uri="{FF2B5EF4-FFF2-40B4-BE49-F238E27FC236}">
                    <a16:creationId xmlns:a16="http://schemas.microsoft.com/office/drawing/2014/main" id="{CD189141-DD5F-595D-C2D2-391F57C698D6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9" name="pg2978">
                <a:extLst>
                  <a:ext uri="{FF2B5EF4-FFF2-40B4-BE49-F238E27FC236}">
                    <a16:creationId xmlns:a16="http://schemas.microsoft.com/office/drawing/2014/main" id="{8BE96722-FFEE-6396-3D58-6442631F2DD8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0" name="pg2979">
                <a:extLst>
                  <a:ext uri="{FF2B5EF4-FFF2-40B4-BE49-F238E27FC236}">
                    <a16:creationId xmlns:a16="http://schemas.microsoft.com/office/drawing/2014/main" id="{FA669BB5-0A8E-E8E7-6FC3-A93F4A5DF8DA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1" name="pg2980">
                <a:extLst>
                  <a:ext uri="{FF2B5EF4-FFF2-40B4-BE49-F238E27FC236}">
                    <a16:creationId xmlns:a16="http://schemas.microsoft.com/office/drawing/2014/main" id="{103F6665-8EC2-CBFC-BB41-FAB94221988B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2" name="pg2981">
                <a:extLst>
                  <a:ext uri="{FF2B5EF4-FFF2-40B4-BE49-F238E27FC236}">
                    <a16:creationId xmlns:a16="http://schemas.microsoft.com/office/drawing/2014/main" id="{B860321C-B74C-9FE6-C509-7480427DEC28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3" name="pg2982">
                <a:extLst>
                  <a:ext uri="{FF2B5EF4-FFF2-40B4-BE49-F238E27FC236}">
                    <a16:creationId xmlns:a16="http://schemas.microsoft.com/office/drawing/2014/main" id="{3A6BF1FB-BE3A-F90C-2200-44802916D4BD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4" name="pg2983">
                <a:extLst>
                  <a:ext uri="{FF2B5EF4-FFF2-40B4-BE49-F238E27FC236}">
                    <a16:creationId xmlns:a16="http://schemas.microsoft.com/office/drawing/2014/main" id="{F85797A0-C96E-2921-60EA-EF2F12F4066D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5" name="pg2984">
                <a:extLst>
                  <a:ext uri="{FF2B5EF4-FFF2-40B4-BE49-F238E27FC236}">
                    <a16:creationId xmlns:a16="http://schemas.microsoft.com/office/drawing/2014/main" id="{8385B0C9-CE93-891C-2CA2-7B2A9E8E30D2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6" name="pg2985">
                <a:extLst>
                  <a:ext uri="{FF2B5EF4-FFF2-40B4-BE49-F238E27FC236}">
                    <a16:creationId xmlns:a16="http://schemas.microsoft.com/office/drawing/2014/main" id="{86FC3E26-0ACF-1B12-C580-5726E08858C0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7" name="pg2986">
                <a:extLst>
                  <a:ext uri="{FF2B5EF4-FFF2-40B4-BE49-F238E27FC236}">
                    <a16:creationId xmlns:a16="http://schemas.microsoft.com/office/drawing/2014/main" id="{C813176F-3D4A-3BA9-06EA-AC7FCF2946A4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8" name="pg2987">
                <a:extLst>
                  <a:ext uri="{FF2B5EF4-FFF2-40B4-BE49-F238E27FC236}">
                    <a16:creationId xmlns:a16="http://schemas.microsoft.com/office/drawing/2014/main" id="{FDD815E2-F197-0DF1-6A9E-FA27DD259D93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9" name="pg2988">
                <a:extLst>
                  <a:ext uri="{FF2B5EF4-FFF2-40B4-BE49-F238E27FC236}">
                    <a16:creationId xmlns:a16="http://schemas.microsoft.com/office/drawing/2014/main" id="{9C037B9F-E1F2-CC37-302C-20E64E363B9B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0" name="pg2989">
                <a:extLst>
                  <a:ext uri="{FF2B5EF4-FFF2-40B4-BE49-F238E27FC236}">
                    <a16:creationId xmlns:a16="http://schemas.microsoft.com/office/drawing/2014/main" id="{97382AC2-9128-D295-9CDE-0AE4A6E3B343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1" name="pg2990">
                <a:extLst>
                  <a:ext uri="{FF2B5EF4-FFF2-40B4-BE49-F238E27FC236}">
                    <a16:creationId xmlns:a16="http://schemas.microsoft.com/office/drawing/2014/main" id="{A1515A86-C2D4-4A04-211B-8B0C45CEDE94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2" name="pg2991">
                <a:extLst>
                  <a:ext uri="{FF2B5EF4-FFF2-40B4-BE49-F238E27FC236}">
                    <a16:creationId xmlns:a16="http://schemas.microsoft.com/office/drawing/2014/main" id="{DF300ACF-F4B4-4F26-8CBB-3F8235AB4FB6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3" name="pg2992">
                <a:extLst>
                  <a:ext uri="{FF2B5EF4-FFF2-40B4-BE49-F238E27FC236}">
                    <a16:creationId xmlns:a16="http://schemas.microsoft.com/office/drawing/2014/main" id="{B01AA611-B41B-FD18-3E2D-841DBFF29057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4" name="pg2993">
                <a:extLst>
                  <a:ext uri="{FF2B5EF4-FFF2-40B4-BE49-F238E27FC236}">
                    <a16:creationId xmlns:a16="http://schemas.microsoft.com/office/drawing/2014/main" id="{2EB21F8B-7266-63C4-6F71-400529D239BC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5" name="pg2994">
                <a:extLst>
                  <a:ext uri="{FF2B5EF4-FFF2-40B4-BE49-F238E27FC236}">
                    <a16:creationId xmlns:a16="http://schemas.microsoft.com/office/drawing/2014/main" id="{FA79DA9F-723B-F199-2D3E-899CE74A15C0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6" name="pg2995">
                <a:extLst>
                  <a:ext uri="{FF2B5EF4-FFF2-40B4-BE49-F238E27FC236}">
                    <a16:creationId xmlns:a16="http://schemas.microsoft.com/office/drawing/2014/main" id="{BE484493-0E1B-342D-7BB3-BDC1B631E9E2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7" name="pg2996">
                <a:extLst>
                  <a:ext uri="{FF2B5EF4-FFF2-40B4-BE49-F238E27FC236}">
                    <a16:creationId xmlns:a16="http://schemas.microsoft.com/office/drawing/2014/main" id="{A57611F3-50E0-70D0-92EC-DC099141B3A3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8" name="pg2997">
                <a:extLst>
                  <a:ext uri="{FF2B5EF4-FFF2-40B4-BE49-F238E27FC236}">
                    <a16:creationId xmlns:a16="http://schemas.microsoft.com/office/drawing/2014/main" id="{85FF63A5-2D1E-6032-E838-00BA4C213F99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9" name="pg2998">
                <a:extLst>
                  <a:ext uri="{FF2B5EF4-FFF2-40B4-BE49-F238E27FC236}">
                    <a16:creationId xmlns:a16="http://schemas.microsoft.com/office/drawing/2014/main" id="{41DCC0E5-57C3-73AA-285C-3DBC0FFA8A4F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0" name="pg2999">
                <a:extLst>
                  <a:ext uri="{FF2B5EF4-FFF2-40B4-BE49-F238E27FC236}">
                    <a16:creationId xmlns:a16="http://schemas.microsoft.com/office/drawing/2014/main" id="{5D675FB1-4174-D5FC-59A9-A6A46DF8B0A1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1" name="pg3000">
                <a:extLst>
                  <a:ext uri="{FF2B5EF4-FFF2-40B4-BE49-F238E27FC236}">
                    <a16:creationId xmlns:a16="http://schemas.microsoft.com/office/drawing/2014/main" id="{C3612C6F-6CDA-4B73-8E4C-C48E0D5B7F0B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2" name="pg3001">
                <a:extLst>
                  <a:ext uri="{FF2B5EF4-FFF2-40B4-BE49-F238E27FC236}">
                    <a16:creationId xmlns:a16="http://schemas.microsoft.com/office/drawing/2014/main" id="{7CDBB0E3-0F73-2180-CF21-BE898FDB6B26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3" name="pg3002">
                <a:extLst>
                  <a:ext uri="{FF2B5EF4-FFF2-40B4-BE49-F238E27FC236}">
                    <a16:creationId xmlns:a16="http://schemas.microsoft.com/office/drawing/2014/main" id="{F61B1DF8-35E2-F313-04D9-F90C5DBB56C4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4" name="pg3003">
                <a:extLst>
                  <a:ext uri="{FF2B5EF4-FFF2-40B4-BE49-F238E27FC236}">
                    <a16:creationId xmlns:a16="http://schemas.microsoft.com/office/drawing/2014/main" id="{1F07C272-DF6D-A570-47D7-D5C788BC0D02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5" name="pg3004">
                <a:extLst>
                  <a:ext uri="{FF2B5EF4-FFF2-40B4-BE49-F238E27FC236}">
                    <a16:creationId xmlns:a16="http://schemas.microsoft.com/office/drawing/2014/main" id="{C9780611-7BD5-2C46-E6C3-D4F7AA288E5F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6" name="pg3005">
                <a:extLst>
                  <a:ext uri="{FF2B5EF4-FFF2-40B4-BE49-F238E27FC236}">
                    <a16:creationId xmlns:a16="http://schemas.microsoft.com/office/drawing/2014/main" id="{ADEA738B-555C-FB2D-262D-08835B872157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7" name="pg3006">
                <a:extLst>
                  <a:ext uri="{FF2B5EF4-FFF2-40B4-BE49-F238E27FC236}">
                    <a16:creationId xmlns:a16="http://schemas.microsoft.com/office/drawing/2014/main" id="{55D04AB0-E0BD-2543-4894-0A5A4EFCBA3C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8" name="pg3007">
                <a:extLst>
                  <a:ext uri="{FF2B5EF4-FFF2-40B4-BE49-F238E27FC236}">
                    <a16:creationId xmlns:a16="http://schemas.microsoft.com/office/drawing/2014/main" id="{E835427D-17D5-1FF0-D36E-F8F85D2BCA4E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9" name="pg3008">
                <a:extLst>
                  <a:ext uri="{FF2B5EF4-FFF2-40B4-BE49-F238E27FC236}">
                    <a16:creationId xmlns:a16="http://schemas.microsoft.com/office/drawing/2014/main" id="{0382D19C-0B98-80D5-6406-1389CD90F347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3264B">
                  <a:alpha val="100000"/>
                </a:srgbClr>
              </a:solidFill>
              <a:ln w="5420" cap="flat">
                <a:solidFill>
                  <a:srgbClr val="33264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0" name="pg3009">
                <a:extLst>
                  <a:ext uri="{FF2B5EF4-FFF2-40B4-BE49-F238E27FC236}">
                    <a16:creationId xmlns:a16="http://schemas.microsoft.com/office/drawing/2014/main" id="{2DBADAC4-9370-BF20-0EA1-12AA78DD7E69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1" name="pg3010">
                <a:extLst>
                  <a:ext uri="{FF2B5EF4-FFF2-40B4-BE49-F238E27FC236}">
                    <a16:creationId xmlns:a16="http://schemas.microsoft.com/office/drawing/2014/main" id="{0CAE6F25-636C-B63E-DC56-E4AE13C7EB03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2" name="pg3011">
                <a:extLst>
                  <a:ext uri="{FF2B5EF4-FFF2-40B4-BE49-F238E27FC236}">
                    <a16:creationId xmlns:a16="http://schemas.microsoft.com/office/drawing/2014/main" id="{3FAB4AD4-6994-5F9F-BBB0-6330B8C4A6C4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3" name="pg3012">
                <a:extLst>
                  <a:ext uri="{FF2B5EF4-FFF2-40B4-BE49-F238E27FC236}">
                    <a16:creationId xmlns:a16="http://schemas.microsoft.com/office/drawing/2014/main" id="{E3BB4996-3A6D-9209-441E-48143EBBE27F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4" name="pg3013">
                <a:extLst>
                  <a:ext uri="{FF2B5EF4-FFF2-40B4-BE49-F238E27FC236}">
                    <a16:creationId xmlns:a16="http://schemas.microsoft.com/office/drawing/2014/main" id="{99114B58-54A0-1A22-781D-73F092AEF0EF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5" name="pg3014">
                <a:extLst>
                  <a:ext uri="{FF2B5EF4-FFF2-40B4-BE49-F238E27FC236}">
                    <a16:creationId xmlns:a16="http://schemas.microsoft.com/office/drawing/2014/main" id="{763EF4EF-1CA2-31FF-5CE8-80F4D97F8076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6" name="pg3015">
                <a:extLst>
                  <a:ext uri="{FF2B5EF4-FFF2-40B4-BE49-F238E27FC236}">
                    <a16:creationId xmlns:a16="http://schemas.microsoft.com/office/drawing/2014/main" id="{F695EDA6-F4D7-6B0B-2C0C-CDAE4AE33670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7" name="pg3016">
                <a:extLst>
                  <a:ext uri="{FF2B5EF4-FFF2-40B4-BE49-F238E27FC236}">
                    <a16:creationId xmlns:a16="http://schemas.microsoft.com/office/drawing/2014/main" id="{81E06CCE-D82D-4FB6-6FE8-1EFC905214EC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8" name="pg3017">
                <a:extLst>
                  <a:ext uri="{FF2B5EF4-FFF2-40B4-BE49-F238E27FC236}">
                    <a16:creationId xmlns:a16="http://schemas.microsoft.com/office/drawing/2014/main" id="{85ABFE25-D817-DC76-9EBB-3CC7D7E033A6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9" name="pg3018">
                <a:extLst>
                  <a:ext uri="{FF2B5EF4-FFF2-40B4-BE49-F238E27FC236}">
                    <a16:creationId xmlns:a16="http://schemas.microsoft.com/office/drawing/2014/main" id="{865004EA-C539-12B8-A176-DA932FB5D9B8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0" name="pg3019">
                <a:extLst>
                  <a:ext uri="{FF2B5EF4-FFF2-40B4-BE49-F238E27FC236}">
                    <a16:creationId xmlns:a16="http://schemas.microsoft.com/office/drawing/2014/main" id="{16B9671D-E700-A29F-A09B-E63ABCBD2527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1" name="pg3020">
                <a:extLst>
                  <a:ext uri="{FF2B5EF4-FFF2-40B4-BE49-F238E27FC236}">
                    <a16:creationId xmlns:a16="http://schemas.microsoft.com/office/drawing/2014/main" id="{0869A4AD-6D32-7C32-B9A3-C881FF3AD962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2" name="pg3021">
                <a:extLst>
                  <a:ext uri="{FF2B5EF4-FFF2-40B4-BE49-F238E27FC236}">
                    <a16:creationId xmlns:a16="http://schemas.microsoft.com/office/drawing/2014/main" id="{F0D13EA0-A367-6FFD-71E1-07AD0AE4C3E9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3" name="pg3022">
                <a:extLst>
                  <a:ext uri="{FF2B5EF4-FFF2-40B4-BE49-F238E27FC236}">
                    <a16:creationId xmlns:a16="http://schemas.microsoft.com/office/drawing/2014/main" id="{96A8DDA8-D43D-B1F0-0CF6-17170415A507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4" name="pg3023">
                <a:extLst>
                  <a:ext uri="{FF2B5EF4-FFF2-40B4-BE49-F238E27FC236}">
                    <a16:creationId xmlns:a16="http://schemas.microsoft.com/office/drawing/2014/main" id="{BC2D1DE8-D391-EE56-4BDB-A9A0958A50DE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5" name="pg3024">
                <a:extLst>
                  <a:ext uri="{FF2B5EF4-FFF2-40B4-BE49-F238E27FC236}">
                    <a16:creationId xmlns:a16="http://schemas.microsoft.com/office/drawing/2014/main" id="{27D14FFF-8FCC-2A5F-78FD-10BF1A247325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6" name="pg3025">
                <a:extLst>
                  <a:ext uri="{FF2B5EF4-FFF2-40B4-BE49-F238E27FC236}">
                    <a16:creationId xmlns:a16="http://schemas.microsoft.com/office/drawing/2014/main" id="{D8E46A12-FD8B-AF61-3FCF-80522C9E4985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7" name="pg3026">
                <a:extLst>
                  <a:ext uri="{FF2B5EF4-FFF2-40B4-BE49-F238E27FC236}">
                    <a16:creationId xmlns:a16="http://schemas.microsoft.com/office/drawing/2014/main" id="{E6DE068D-8328-7DA1-0017-CFB96D6D1F1E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8" name="pg3027">
                <a:extLst>
                  <a:ext uri="{FF2B5EF4-FFF2-40B4-BE49-F238E27FC236}">
                    <a16:creationId xmlns:a16="http://schemas.microsoft.com/office/drawing/2014/main" id="{5E3F2DB1-EE25-11E2-A3E6-4A308F69E281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9" name="pg3028">
                <a:extLst>
                  <a:ext uri="{FF2B5EF4-FFF2-40B4-BE49-F238E27FC236}">
                    <a16:creationId xmlns:a16="http://schemas.microsoft.com/office/drawing/2014/main" id="{45AC687C-EEA0-AB6E-6726-5311B2B4CF3A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0" name="pg3029">
                <a:extLst>
                  <a:ext uri="{FF2B5EF4-FFF2-40B4-BE49-F238E27FC236}">
                    <a16:creationId xmlns:a16="http://schemas.microsoft.com/office/drawing/2014/main" id="{2FC50378-8597-6C6A-06F9-087C9AC2671A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1" name="pg3030">
                <a:extLst>
                  <a:ext uri="{FF2B5EF4-FFF2-40B4-BE49-F238E27FC236}">
                    <a16:creationId xmlns:a16="http://schemas.microsoft.com/office/drawing/2014/main" id="{AB231AEA-CD89-3198-09E4-BA96C49BBC14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2" name="pg3031">
                <a:extLst>
                  <a:ext uri="{FF2B5EF4-FFF2-40B4-BE49-F238E27FC236}">
                    <a16:creationId xmlns:a16="http://schemas.microsoft.com/office/drawing/2014/main" id="{B8E26233-6D88-DB5D-FBA2-1C2B65D3F2AA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3" name="pg3032">
                <a:extLst>
                  <a:ext uri="{FF2B5EF4-FFF2-40B4-BE49-F238E27FC236}">
                    <a16:creationId xmlns:a16="http://schemas.microsoft.com/office/drawing/2014/main" id="{BF8CBC14-AA09-0798-6506-8C03349DAB3B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4" name="pg3033">
                <a:extLst>
                  <a:ext uri="{FF2B5EF4-FFF2-40B4-BE49-F238E27FC236}">
                    <a16:creationId xmlns:a16="http://schemas.microsoft.com/office/drawing/2014/main" id="{3CC7B143-064A-E092-17FC-F5A68DB5D58C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5" name="pg3034">
                <a:extLst>
                  <a:ext uri="{FF2B5EF4-FFF2-40B4-BE49-F238E27FC236}">
                    <a16:creationId xmlns:a16="http://schemas.microsoft.com/office/drawing/2014/main" id="{3095047B-42A7-386D-A00A-B2ADDCAC6279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6" name="pg3035">
                <a:extLst>
                  <a:ext uri="{FF2B5EF4-FFF2-40B4-BE49-F238E27FC236}">
                    <a16:creationId xmlns:a16="http://schemas.microsoft.com/office/drawing/2014/main" id="{84D8CF1C-53A3-4CD3-36B3-84AD1E5D6DBD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7" name="pg3036">
                <a:extLst>
                  <a:ext uri="{FF2B5EF4-FFF2-40B4-BE49-F238E27FC236}">
                    <a16:creationId xmlns:a16="http://schemas.microsoft.com/office/drawing/2014/main" id="{3744EBC8-B161-4353-3B65-1BD021F794A2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8" name="pg3037">
                <a:extLst>
                  <a:ext uri="{FF2B5EF4-FFF2-40B4-BE49-F238E27FC236}">
                    <a16:creationId xmlns:a16="http://schemas.microsoft.com/office/drawing/2014/main" id="{55885D88-E5F9-2B84-551D-2B180AA1B67E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9" name="pg3038">
                <a:extLst>
                  <a:ext uri="{FF2B5EF4-FFF2-40B4-BE49-F238E27FC236}">
                    <a16:creationId xmlns:a16="http://schemas.microsoft.com/office/drawing/2014/main" id="{2E75B70F-6204-7C5B-3A1F-7B2793EE4E98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0" name="pg3039">
                <a:extLst>
                  <a:ext uri="{FF2B5EF4-FFF2-40B4-BE49-F238E27FC236}">
                    <a16:creationId xmlns:a16="http://schemas.microsoft.com/office/drawing/2014/main" id="{2D84DC14-6F4D-2E9B-0063-9F787CB73D7C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1" name="pg3040">
                <a:extLst>
                  <a:ext uri="{FF2B5EF4-FFF2-40B4-BE49-F238E27FC236}">
                    <a16:creationId xmlns:a16="http://schemas.microsoft.com/office/drawing/2014/main" id="{CE27804D-136A-1A29-0067-923BDF22A853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2" name="pg3041">
                <a:extLst>
                  <a:ext uri="{FF2B5EF4-FFF2-40B4-BE49-F238E27FC236}">
                    <a16:creationId xmlns:a16="http://schemas.microsoft.com/office/drawing/2014/main" id="{CCD9C84E-6010-C263-E605-E784BFA217CD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3" name="pg3042">
                <a:extLst>
                  <a:ext uri="{FF2B5EF4-FFF2-40B4-BE49-F238E27FC236}">
                    <a16:creationId xmlns:a16="http://schemas.microsoft.com/office/drawing/2014/main" id="{40CD530A-94F5-B6EC-CFC0-D70DD4C4C662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4" name="pg3043">
                <a:extLst>
                  <a:ext uri="{FF2B5EF4-FFF2-40B4-BE49-F238E27FC236}">
                    <a16:creationId xmlns:a16="http://schemas.microsoft.com/office/drawing/2014/main" id="{D22E0DD9-C3A3-19E1-DC1A-779735B8C87A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5" name="pg3044">
                <a:extLst>
                  <a:ext uri="{FF2B5EF4-FFF2-40B4-BE49-F238E27FC236}">
                    <a16:creationId xmlns:a16="http://schemas.microsoft.com/office/drawing/2014/main" id="{E877B6EE-8CDB-4168-F727-8C5E1F62AC56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6" name="pg3045">
                <a:extLst>
                  <a:ext uri="{FF2B5EF4-FFF2-40B4-BE49-F238E27FC236}">
                    <a16:creationId xmlns:a16="http://schemas.microsoft.com/office/drawing/2014/main" id="{713FD162-E48A-DF34-071F-E294CA2BD85D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7" name="pg3046">
                <a:extLst>
                  <a:ext uri="{FF2B5EF4-FFF2-40B4-BE49-F238E27FC236}">
                    <a16:creationId xmlns:a16="http://schemas.microsoft.com/office/drawing/2014/main" id="{BD5EEC73-5AA8-8D51-7CD4-757F7B29254B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8" name="pg3047">
                <a:extLst>
                  <a:ext uri="{FF2B5EF4-FFF2-40B4-BE49-F238E27FC236}">
                    <a16:creationId xmlns:a16="http://schemas.microsoft.com/office/drawing/2014/main" id="{923E5080-5120-A359-9D26-91DFDDDC4D17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9" name="pg3048">
                <a:extLst>
                  <a:ext uri="{FF2B5EF4-FFF2-40B4-BE49-F238E27FC236}">
                    <a16:creationId xmlns:a16="http://schemas.microsoft.com/office/drawing/2014/main" id="{622ECB2B-A0E6-A9A1-00A5-F413FE375899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0" name="pg3049">
                <a:extLst>
                  <a:ext uri="{FF2B5EF4-FFF2-40B4-BE49-F238E27FC236}">
                    <a16:creationId xmlns:a16="http://schemas.microsoft.com/office/drawing/2014/main" id="{A5D2274A-8F5F-FD27-0793-96EF7E7B4AEE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1" name="pg3050">
                <a:extLst>
                  <a:ext uri="{FF2B5EF4-FFF2-40B4-BE49-F238E27FC236}">
                    <a16:creationId xmlns:a16="http://schemas.microsoft.com/office/drawing/2014/main" id="{E287B3B6-A36B-008A-14FF-F84E2650153D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2" name="pg3051">
                <a:extLst>
                  <a:ext uri="{FF2B5EF4-FFF2-40B4-BE49-F238E27FC236}">
                    <a16:creationId xmlns:a16="http://schemas.microsoft.com/office/drawing/2014/main" id="{711A30E4-D9C3-CD0D-6C9E-E0E8E309C7CD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2">
                  <a:alpha val="100000"/>
                </a:srgbClr>
              </a:solidFill>
              <a:ln w="5420" cap="flat">
                <a:solidFill>
                  <a:srgbClr val="37295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3" name="pg3052">
                <a:extLst>
                  <a:ext uri="{FF2B5EF4-FFF2-40B4-BE49-F238E27FC236}">
                    <a16:creationId xmlns:a16="http://schemas.microsoft.com/office/drawing/2014/main" id="{DD0E73E8-200E-5E7B-4D78-32DA7BF4244F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4" name="pg3053">
                <a:extLst>
                  <a:ext uri="{FF2B5EF4-FFF2-40B4-BE49-F238E27FC236}">
                    <a16:creationId xmlns:a16="http://schemas.microsoft.com/office/drawing/2014/main" id="{4E70D6F3-509E-3CAD-8F65-EFBFE560ADA0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5" name="pg3054">
                <a:extLst>
                  <a:ext uri="{FF2B5EF4-FFF2-40B4-BE49-F238E27FC236}">
                    <a16:creationId xmlns:a16="http://schemas.microsoft.com/office/drawing/2014/main" id="{6AAE8CA2-5C76-5C81-7056-8591A93ED676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6" name="pg3055">
                <a:extLst>
                  <a:ext uri="{FF2B5EF4-FFF2-40B4-BE49-F238E27FC236}">
                    <a16:creationId xmlns:a16="http://schemas.microsoft.com/office/drawing/2014/main" id="{2016B7FA-6F83-97C8-2A0E-29CEC6566088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7" name="pg3056">
                <a:extLst>
                  <a:ext uri="{FF2B5EF4-FFF2-40B4-BE49-F238E27FC236}">
                    <a16:creationId xmlns:a16="http://schemas.microsoft.com/office/drawing/2014/main" id="{2813C2B2-03BC-0424-8BEA-5DD0AB043036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8" name="pg3057">
                <a:extLst>
                  <a:ext uri="{FF2B5EF4-FFF2-40B4-BE49-F238E27FC236}">
                    <a16:creationId xmlns:a16="http://schemas.microsoft.com/office/drawing/2014/main" id="{3A7ADE23-E93E-02E6-9D38-975B3DA93D48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9" name="pg3058">
                <a:extLst>
                  <a:ext uri="{FF2B5EF4-FFF2-40B4-BE49-F238E27FC236}">
                    <a16:creationId xmlns:a16="http://schemas.microsoft.com/office/drawing/2014/main" id="{93FE8EE5-CD13-A55F-D615-ADD3CBF77DFA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0" name="pg3059">
                <a:extLst>
                  <a:ext uri="{FF2B5EF4-FFF2-40B4-BE49-F238E27FC236}">
                    <a16:creationId xmlns:a16="http://schemas.microsoft.com/office/drawing/2014/main" id="{3381F416-BBB1-F4E4-B645-9DB3F3190F4F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1" name="pg3060">
                <a:extLst>
                  <a:ext uri="{FF2B5EF4-FFF2-40B4-BE49-F238E27FC236}">
                    <a16:creationId xmlns:a16="http://schemas.microsoft.com/office/drawing/2014/main" id="{DED04807-2088-1549-3924-E7A6DAEC52D5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2" name="pg3061">
                <a:extLst>
                  <a:ext uri="{FF2B5EF4-FFF2-40B4-BE49-F238E27FC236}">
                    <a16:creationId xmlns:a16="http://schemas.microsoft.com/office/drawing/2014/main" id="{04E33698-8BD3-0FAF-52FC-14A602C78A53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3" name="pg3062">
                <a:extLst>
                  <a:ext uri="{FF2B5EF4-FFF2-40B4-BE49-F238E27FC236}">
                    <a16:creationId xmlns:a16="http://schemas.microsoft.com/office/drawing/2014/main" id="{C7A8E49F-6D16-2553-5071-8D0B30D4315E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4" name="pg3063">
                <a:extLst>
                  <a:ext uri="{FF2B5EF4-FFF2-40B4-BE49-F238E27FC236}">
                    <a16:creationId xmlns:a16="http://schemas.microsoft.com/office/drawing/2014/main" id="{93BF49B9-7D1C-BCEF-6813-46251C5D50C7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5" name="pg3064">
                <a:extLst>
                  <a:ext uri="{FF2B5EF4-FFF2-40B4-BE49-F238E27FC236}">
                    <a16:creationId xmlns:a16="http://schemas.microsoft.com/office/drawing/2014/main" id="{3E972312-B6CA-9190-FF0D-1565D1D8E4FA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6" name="pg3065">
                <a:extLst>
                  <a:ext uri="{FF2B5EF4-FFF2-40B4-BE49-F238E27FC236}">
                    <a16:creationId xmlns:a16="http://schemas.microsoft.com/office/drawing/2014/main" id="{4B253D2A-D1A6-7984-4271-EC2E1E012311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7" name="pg3066">
                <a:extLst>
                  <a:ext uri="{FF2B5EF4-FFF2-40B4-BE49-F238E27FC236}">
                    <a16:creationId xmlns:a16="http://schemas.microsoft.com/office/drawing/2014/main" id="{4E7C6D70-B086-D7DB-225E-9F6DC7884924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8" name="pg3067">
                <a:extLst>
                  <a:ext uri="{FF2B5EF4-FFF2-40B4-BE49-F238E27FC236}">
                    <a16:creationId xmlns:a16="http://schemas.microsoft.com/office/drawing/2014/main" id="{6D213099-5B39-E3BB-8A0F-92BF0DD0B392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9" name="pg3068">
                <a:extLst>
                  <a:ext uri="{FF2B5EF4-FFF2-40B4-BE49-F238E27FC236}">
                    <a16:creationId xmlns:a16="http://schemas.microsoft.com/office/drawing/2014/main" id="{E0F33FEF-CB29-F50B-D6FD-7394E0A00E5B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0" name="pg3069">
                <a:extLst>
                  <a:ext uri="{FF2B5EF4-FFF2-40B4-BE49-F238E27FC236}">
                    <a16:creationId xmlns:a16="http://schemas.microsoft.com/office/drawing/2014/main" id="{A6F431E9-CDA1-9B5F-48ED-CFEE0FFE17C1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1" name="pg3070">
                <a:extLst>
                  <a:ext uri="{FF2B5EF4-FFF2-40B4-BE49-F238E27FC236}">
                    <a16:creationId xmlns:a16="http://schemas.microsoft.com/office/drawing/2014/main" id="{DBEF1B44-0373-AAE6-10B0-CC980E0FEABB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2" name="pg3071">
                <a:extLst>
                  <a:ext uri="{FF2B5EF4-FFF2-40B4-BE49-F238E27FC236}">
                    <a16:creationId xmlns:a16="http://schemas.microsoft.com/office/drawing/2014/main" id="{19B00A42-15C4-854E-F372-7DC25C1D9ECF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3" name="pg3072">
                <a:extLst>
                  <a:ext uri="{FF2B5EF4-FFF2-40B4-BE49-F238E27FC236}">
                    <a16:creationId xmlns:a16="http://schemas.microsoft.com/office/drawing/2014/main" id="{EE0C2E20-A673-3BB2-B186-5ECDF069EC67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4" name="pg3073">
                <a:extLst>
                  <a:ext uri="{FF2B5EF4-FFF2-40B4-BE49-F238E27FC236}">
                    <a16:creationId xmlns:a16="http://schemas.microsoft.com/office/drawing/2014/main" id="{A6DB0359-4A50-B61D-1F07-3549D5B34ADD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5" name="pg3074">
                <a:extLst>
                  <a:ext uri="{FF2B5EF4-FFF2-40B4-BE49-F238E27FC236}">
                    <a16:creationId xmlns:a16="http://schemas.microsoft.com/office/drawing/2014/main" id="{AC821883-D77E-66C3-1F6C-5CD50893392C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6" name="pg3075">
                <a:extLst>
                  <a:ext uri="{FF2B5EF4-FFF2-40B4-BE49-F238E27FC236}">
                    <a16:creationId xmlns:a16="http://schemas.microsoft.com/office/drawing/2014/main" id="{3B1AF736-862A-8638-4588-AA0C07B5AB0D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7" name="pg3076">
                <a:extLst>
                  <a:ext uri="{FF2B5EF4-FFF2-40B4-BE49-F238E27FC236}">
                    <a16:creationId xmlns:a16="http://schemas.microsoft.com/office/drawing/2014/main" id="{A1CC5BC6-5B7F-60D3-7F2F-695D1745B3FE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8" name="pg3077">
                <a:extLst>
                  <a:ext uri="{FF2B5EF4-FFF2-40B4-BE49-F238E27FC236}">
                    <a16:creationId xmlns:a16="http://schemas.microsoft.com/office/drawing/2014/main" id="{476780CD-9F00-5542-F155-34B2D88F77A9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9" name="pg3078">
                <a:extLst>
                  <a:ext uri="{FF2B5EF4-FFF2-40B4-BE49-F238E27FC236}">
                    <a16:creationId xmlns:a16="http://schemas.microsoft.com/office/drawing/2014/main" id="{044A6A10-F148-F1ED-4C36-F23505B8939E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0" name="pg3079">
                <a:extLst>
                  <a:ext uri="{FF2B5EF4-FFF2-40B4-BE49-F238E27FC236}">
                    <a16:creationId xmlns:a16="http://schemas.microsoft.com/office/drawing/2014/main" id="{7643F0AD-ACEC-5DBB-5EB3-C44F6DE39988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1" name="pg3080">
                <a:extLst>
                  <a:ext uri="{FF2B5EF4-FFF2-40B4-BE49-F238E27FC236}">
                    <a16:creationId xmlns:a16="http://schemas.microsoft.com/office/drawing/2014/main" id="{13B4C064-D81D-8C38-E305-B466676375FF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2" name="pg3081">
                <a:extLst>
                  <a:ext uri="{FF2B5EF4-FFF2-40B4-BE49-F238E27FC236}">
                    <a16:creationId xmlns:a16="http://schemas.microsoft.com/office/drawing/2014/main" id="{1E918A92-AF27-EDB7-1BBF-440E0285BD1B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3" name="pg3082">
                <a:extLst>
                  <a:ext uri="{FF2B5EF4-FFF2-40B4-BE49-F238E27FC236}">
                    <a16:creationId xmlns:a16="http://schemas.microsoft.com/office/drawing/2014/main" id="{546B5F33-2CA0-78C9-B60A-4B60753178C6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4" name="pg3083">
                <a:extLst>
                  <a:ext uri="{FF2B5EF4-FFF2-40B4-BE49-F238E27FC236}">
                    <a16:creationId xmlns:a16="http://schemas.microsoft.com/office/drawing/2014/main" id="{FB2A8442-CE62-D422-3C36-A959CFA5AA5C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5" name="pg3084">
                <a:extLst>
                  <a:ext uri="{FF2B5EF4-FFF2-40B4-BE49-F238E27FC236}">
                    <a16:creationId xmlns:a16="http://schemas.microsoft.com/office/drawing/2014/main" id="{2A108CE8-C86D-CA4F-620E-C205419398C8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6" name="pg3085">
                <a:extLst>
                  <a:ext uri="{FF2B5EF4-FFF2-40B4-BE49-F238E27FC236}">
                    <a16:creationId xmlns:a16="http://schemas.microsoft.com/office/drawing/2014/main" id="{5C06694A-F4C0-3154-101B-7E5E30CB8A73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7" name="pg3086">
                <a:extLst>
                  <a:ext uri="{FF2B5EF4-FFF2-40B4-BE49-F238E27FC236}">
                    <a16:creationId xmlns:a16="http://schemas.microsoft.com/office/drawing/2014/main" id="{96E8F62C-7E2A-5889-2C86-AC8805D397B2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8" name="pg3087">
                <a:extLst>
                  <a:ext uri="{FF2B5EF4-FFF2-40B4-BE49-F238E27FC236}">
                    <a16:creationId xmlns:a16="http://schemas.microsoft.com/office/drawing/2014/main" id="{2FB8047F-E53C-8B4E-2000-1379EE7A0C49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9" name="pg3088">
                <a:extLst>
                  <a:ext uri="{FF2B5EF4-FFF2-40B4-BE49-F238E27FC236}">
                    <a16:creationId xmlns:a16="http://schemas.microsoft.com/office/drawing/2014/main" id="{DA9DF3E0-756F-DBB3-1A1F-52CDA8979176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0" name="pg3089">
                <a:extLst>
                  <a:ext uri="{FF2B5EF4-FFF2-40B4-BE49-F238E27FC236}">
                    <a16:creationId xmlns:a16="http://schemas.microsoft.com/office/drawing/2014/main" id="{F721BB67-CF73-FE9B-B184-F5C28C714EA3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1" name="pg3090">
                <a:extLst>
                  <a:ext uri="{FF2B5EF4-FFF2-40B4-BE49-F238E27FC236}">
                    <a16:creationId xmlns:a16="http://schemas.microsoft.com/office/drawing/2014/main" id="{D6690EF8-A295-7E87-F891-98CD8E4FCAE3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2" name="pg3091">
                <a:extLst>
                  <a:ext uri="{FF2B5EF4-FFF2-40B4-BE49-F238E27FC236}">
                    <a16:creationId xmlns:a16="http://schemas.microsoft.com/office/drawing/2014/main" id="{334926E5-F9C2-7590-1C9E-2718E16B1C66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7">
                  <a:alpha val="100000"/>
                </a:srgbClr>
              </a:solidFill>
              <a:ln w="5420" cap="flat">
                <a:solidFill>
                  <a:srgbClr val="3A5A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3" name="pg3092">
                <a:extLst>
                  <a:ext uri="{FF2B5EF4-FFF2-40B4-BE49-F238E27FC236}">
                    <a16:creationId xmlns:a16="http://schemas.microsoft.com/office/drawing/2014/main" id="{574739D3-FBEA-197C-6F67-5AFAABEAE4AE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4" name="pg3093">
                <a:extLst>
                  <a:ext uri="{FF2B5EF4-FFF2-40B4-BE49-F238E27FC236}">
                    <a16:creationId xmlns:a16="http://schemas.microsoft.com/office/drawing/2014/main" id="{BBC75E6E-6CB2-ECC5-9229-C2F06076BCEC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5">
                  <a:alpha val="100000"/>
                </a:srgbClr>
              </a:solidFill>
              <a:ln w="5420" cap="flat">
                <a:solidFill>
                  <a:srgbClr val="382B5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5" name="pg3094">
                <a:extLst>
                  <a:ext uri="{FF2B5EF4-FFF2-40B4-BE49-F238E27FC236}">
                    <a16:creationId xmlns:a16="http://schemas.microsoft.com/office/drawing/2014/main" id="{3CE4F0C8-B9AE-20C2-91C9-3EC7F5088B60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B56">
                  <a:alpha val="100000"/>
                </a:srgbClr>
              </a:solidFill>
              <a:ln w="5420" cap="flat">
                <a:solidFill>
                  <a:srgbClr val="382B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6" name="pg3095">
                <a:extLst>
                  <a:ext uri="{FF2B5EF4-FFF2-40B4-BE49-F238E27FC236}">
                    <a16:creationId xmlns:a16="http://schemas.microsoft.com/office/drawing/2014/main" id="{35857042-93B4-B548-AE2A-E3FC2697D492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7" name="pg3096">
                <a:extLst>
                  <a:ext uri="{FF2B5EF4-FFF2-40B4-BE49-F238E27FC236}">
                    <a16:creationId xmlns:a16="http://schemas.microsoft.com/office/drawing/2014/main" id="{F4BE447A-894F-FDFA-4D17-B3BE471504CE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8" name="pg3097">
                <a:extLst>
                  <a:ext uri="{FF2B5EF4-FFF2-40B4-BE49-F238E27FC236}">
                    <a16:creationId xmlns:a16="http://schemas.microsoft.com/office/drawing/2014/main" id="{B07DB3DB-2F8B-7343-3CC5-38429023395C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9" name="pg3098">
                <a:extLst>
                  <a:ext uri="{FF2B5EF4-FFF2-40B4-BE49-F238E27FC236}">
                    <a16:creationId xmlns:a16="http://schemas.microsoft.com/office/drawing/2014/main" id="{9FE772FA-C3C8-474B-AA1A-566493D777A4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0" name="pg3099">
                <a:extLst>
                  <a:ext uri="{FF2B5EF4-FFF2-40B4-BE49-F238E27FC236}">
                    <a16:creationId xmlns:a16="http://schemas.microsoft.com/office/drawing/2014/main" id="{19297FD8-B79A-70B7-3E70-B98498F72642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1" name="pg3100">
                <a:extLst>
                  <a:ext uri="{FF2B5EF4-FFF2-40B4-BE49-F238E27FC236}">
                    <a16:creationId xmlns:a16="http://schemas.microsoft.com/office/drawing/2014/main" id="{63AEAC96-DD06-83DC-7917-D3A6DAC2DAD8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2" name="pg3101">
                <a:extLst>
                  <a:ext uri="{FF2B5EF4-FFF2-40B4-BE49-F238E27FC236}">
                    <a16:creationId xmlns:a16="http://schemas.microsoft.com/office/drawing/2014/main" id="{AA152775-33F9-7269-F079-1423ACE85387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3" name="pg3102">
                <a:extLst>
                  <a:ext uri="{FF2B5EF4-FFF2-40B4-BE49-F238E27FC236}">
                    <a16:creationId xmlns:a16="http://schemas.microsoft.com/office/drawing/2014/main" id="{08AB9BE9-EE54-6168-0703-26E8C33DBC1E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4" name="pg3103">
                <a:extLst>
                  <a:ext uri="{FF2B5EF4-FFF2-40B4-BE49-F238E27FC236}">
                    <a16:creationId xmlns:a16="http://schemas.microsoft.com/office/drawing/2014/main" id="{E4AD0F25-ABD2-4520-8CF0-A74B8EFA20C4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5" name="pg3104">
                <a:extLst>
                  <a:ext uri="{FF2B5EF4-FFF2-40B4-BE49-F238E27FC236}">
                    <a16:creationId xmlns:a16="http://schemas.microsoft.com/office/drawing/2014/main" id="{65B9C1AA-FB97-E762-E937-A93547ABA4D8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6" name="pg3105">
                <a:extLst>
                  <a:ext uri="{FF2B5EF4-FFF2-40B4-BE49-F238E27FC236}">
                    <a16:creationId xmlns:a16="http://schemas.microsoft.com/office/drawing/2014/main" id="{5FB9C860-9F4D-43E5-B4B1-1FD9CB896B33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7" name="pg3106">
                <a:extLst>
                  <a:ext uri="{FF2B5EF4-FFF2-40B4-BE49-F238E27FC236}">
                    <a16:creationId xmlns:a16="http://schemas.microsoft.com/office/drawing/2014/main" id="{DEFC172A-DEAC-2244-AA6E-D06EE9209AD0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8" name="pg3107">
                <a:extLst>
                  <a:ext uri="{FF2B5EF4-FFF2-40B4-BE49-F238E27FC236}">
                    <a16:creationId xmlns:a16="http://schemas.microsoft.com/office/drawing/2014/main" id="{4CED1D4E-0765-B730-3F6F-4576A2200F3E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9" name="pg3108">
                <a:extLst>
                  <a:ext uri="{FF2B5EF4-FFF2-40B4-BE49-F238E27FC236}">
                    <a16:creationId xmlns:a16="http://schemas.microsoft.com/office/drawing/2014/main" id="{66298A68-F82F-CDF8-99F5-30B57A61FBBA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0" name="pg3109">
                <a:extLst>
                  <a:ext uri="{FF2B5EF4-FFF2-40B4-BE49-F238E27FC236}">
                    <a16:creationId xmlns:a16="http://schemas.microsoft.com/office/drawing/2014/main" id="{B1CDCF41-EE20-F64B-9684-9EB1216E0434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1" name="pg3110">
                <a:extLst>
                  <a:ext uri="{FF2B5EF4-FFF2-40B4-BE49-F238E27FC236}">
                    <a16:creationId xmlns:a16="http://schemas.microsoft.com/office/drawing/2014/main" id="{A759D176-07A4-7688-F8C4-F3F7EE23FF35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2" name="pg3111">
                <a:extLst>
                  <a:ext uri="{FF2B5EF4-FFF2-40B4-BE49-F238E27FC236}">
                    <a16:creationId xmlns:a16="http://schemas.microsoft.com/office/drawing/2014/main" id="{625EED3F-DFFA-CFE8-3DF7-16BFA9FEFA38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3" name="pg3112">
                <a:extLst>
                  <a:ext uri="{FF2B5EF4-FFF2-40B4-BE49-F238E27FC236}">
                    <a16:creationId xmlns:a16="http://schemas.microsoft.com/office/drawing/2014/main" id="{0B761FA9-8BD3-289F-364F-12614B4CF235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4" name="pg3113">
                <a:extLst>
                  <a:ext uri="{FF2B5EF4-FFF2-40B4-BE49-F238E27FC236}">
                    <a16:creationId xmlns:a16="http://schemas.microsoft.com/office/drawing/2014/main" id="{F1C959AC-D32A-DF34-82AC-DB5A4EAAC360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5" name="pg3114">
                <a:extLst>
                  <a:ext uri="{FF2B5EF4-FFF2-40B4-BE49-F238E27FC236}">
                    <a16:creationId xmlns:a16="http://schemas.microsoft.com/office/drawing/2014/main" id="{7A0245B6-53ED-7D15-A70C-DA8E428CDF3A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6" name="pg3115">
                <a:extLst>
                  <a:ext uri="{FF2B5EF4-FFF2-40B4-BE49-F238E27FC236}">
                    <a16:creationId xmlns:a16="http://schemas.microsoft.com/office/drawing/2014/main" id="{930EA987-EA77-71F0-8773-14732DF5596F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7" name="pg3116">
                <a:extLst>
                  <a:ext uri="{FF2B5EF4-FFF2-40B4-BE49-F238E27FC236}">
                    <a16:creationId xmlns:a16="http://schemas.microsoft.com/office/drawing/2014/main" id="{6DB47C01-D518-3CD8-37A0-120C50BC1199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8" name="pg3117">
                <a:extLst>
                  <a:ext uri="{FF2B5EF4-FFF2-40B4-BE49-F238E27FC236}">
                    <a16:creationId xmlns:a16="http://schemas.microsoft.com/office/drawing/2014/main" id="{0B7C5703-8A0C-59AF-58DA-F85AE68CA225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9" name="pg3118">
                <a:extLst>
                  <a:ext uri="{FF2B5EF4-FFF2-40B4-BE49-F238E27FC236}">
                    <a16:creationId xmlns:a16="http://schemas.microsoft.com/office/drawing/2014/main" id="{75309122-9598-0D7D-F219-07D1FEB44A74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0" name="pg3119">
                <a:extLst>
                  <a:ext uri="{FF2B5EF4-FFF2-40B4-BE49-F238E27FC236}">
                    <a16:creationId xmlns:a16="http://schemas.microsoft.com/office/drawing/2014/main" id="{52ADC914-0F88-3B41-9B6D-2661873B4974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1" name="pg3120">
                <a:extLst>
                  <a:ext uri="{FF2B5EF4-FFF2-40B4-BE49-F238E27FC236}">
                    <a16:creationId xmlns:a16="http://schemas.microsoft.com/office/drawing/2014/main" id="{C8030DEB-2FC7-2060-591E-F0CEF7283068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2" name="pg3121">
                <a:extLst>
                  <a:ext uri="{FF2B5EF4-FFF2-40B4-BE49-F238E27FC236}">
                    <a16:creationId xmlns:a16="http://schemas.microsoft.com/office/drawing/2014/main" id="{B2739771-6722-65C7-1AD7-1F0869F74A84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3" name="pg3122">
                <a:extLst>
                  <a:ext uri="{FF2B5EF4-FFF2-40B4-BE49-F238E27FC236}">
                    <a16:creationId xmlns:a16="http://schemas.microsoft.com/office/drawing/2014/main" id="{5274E17D-F1B2-042D-8A5C-DB5473C164AE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4" name="pg3123">
                <a:extLst>
                  <a:ext uri="{FF2B5EF4-FFF2-40B4-BE49-F238E27FC236}">
                    <a16:creationId xmlns:a16="http://schemas.microsoft.com/office/drawing/2014/main" id="{E26BFDD0-951A-BC9B-EEDF-AF75E5B83B3F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5" name="pg3124">
                <a:extLst>
                  <a:ext uri="{FF2B5EF4-FFF2-40B4-BE49-F238E27FC236}">
                    <a16:creationId xmlns:a16="http://schemas.microsoft.com/office/drawing/2014/main" id="{BB0610B2-AF92-8842-6B8C-82FC8CE77BB4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6" name="pg3125">
                <a:extLst>
                  <a:ext uri="{FF2B5EF4-FFF2-40B4-BE49-F238E27FC236}">
                    <a16:creationId xmlns:a16="http://schemas.microsoft.com/office/drawing/2014/main" id="{7BF069B5-73ED-4037-A38B-15FA820BDF8E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7" name="pg3126">
                <a:extLst>
                  <a:ext uri="{FF2B5EF4-FFF2-40B4-BE49-F238E27FC236}">
                    <a16:creationId xmlns:a16="http://schemas.microsoft.com/office/drawing/2014/main" id="{A266B7B0-E26D-2F54-06ED-133534F40C31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8" name="pg3127">
                <a:extLst>
                  <a:ext uri="{FF2B5EF4-FFF2-40B4-BE49-F238E27FC236}">
                    <a16:creationId xmlns:a16="http://schemas.microsoft.com/office/drawing/2014/main" id="{71D4ED28-4E65-7619-1666-AD02BEDA7AD5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9" name="pg3128">
                <a:extLst>
                  <a:ext uri="{FF2B5EF4-FFF2-40B4-BE49-F238E27FC236}">
                    <a16:creationId xmlns:a16="http://schemas.microsoft.com/office/drawing/2014/main" id="{87D6FF8A-E578-613C-550B-48C589E85842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0" name="pg3129">
                <a:extLst>
                  <a:ext uri="{FF2B5EF4-FFF2-40B4-BE49-F238E27FC236}">
                    <a16:creationId xmlns:a16="http://schemas.microsoft.com/office/drawing/2014/main" id="{433DA16B-56FB-8C9F-8E7F-652B5CD8A6C4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1" name="pg3130">
                <a:extLst>
                  <a:ext uri="{FF2B5EF4-FFF2-40B4-BE49-F238E27FC236}">
                    <a16:creationId xmlns:a16="http://schemas.microsoft.com/office/drawing/2014/main" id="{4AC29D75-353E-6721-C1B0-B5604CA5DB91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2" name="pg3131">
                <a:extLst>
                  <a:ext uri="{FF2B5EF4-FFF2-40B4-BE49-F238E27FC236}">
                    <a16:creationId xmlns:a16="http://schemas.microsoft.com/office/drawing/2014/main" id="{A59F1722-3EFB-4639-9C44-11E2AD03A6E3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3" name="pg3132">
                <a:extLst>
                  <a:ext uri="{FF2B5EF4-FFF2-40B4-BE49-F238E27FC236}">
                    <a16:creationId xmlns:a16="http://schemas.microsoft.com/office/drawing/2014/main" id="{35BA7788-508B-1548-B7A2-B7BF43369E34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4" name="pg3133">
                <a:extLst>
                  <a:ext uri="{FF2B5EF4-FFF2-40B4-BE49-F238E27FC236}">
                    <a16:creationId xmlns:a16="http://schemas.microsoft.com/office/drawing/2014/main" id="{E26341BA-37FD-A370-46C7-2CDAF3EBCDD5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5" name="pg3134">
                <a:extLst>
                  <a:ext uri="{FF2B5EF4-FFF2-40B4-BE49-F238E27FC236}">
                    <a16:creationId xmlns:a16="http://schemas.microsoft.com/office/drawing/2014/main" id="{5D692241-EB16-D1AE-9F95-0479678D2581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6" name="pg3135">
                <a:extLst>
                  <a:ext uri="{FF2B5EF4-FFF2-40B4-BE49-F238E27FC236}">
                    <a16:creationId xmlns:a16="http://schemas.microsoft.com/office/drawing/2014/main" id="{11BD92FA-AC0B-C553-25B4-051D328A7EF3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7" name="pg3136">
                <a:extLst>
                  <a:ext uri="{FF2B5EF4-FFF2-40B4-BE49-F238E27FC236}">
                    <a16:creationId xmlns:a16="http://schemas.microsoft.com/office/drawing/2014/main" id="{8099EA88-CC34-DAD6-EE52-247656066F38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8" name="pg3137">
                <a:extLst>
                  <a:ext uri="{FF2B5EF4-FFF2-40B4-BE49-F238E27FC236}">
                    <a16:creationId xmlns:a16="http://schemas.microsoft.com/office/drawing/2014/main" id="{9D718E22-3147-DE6F-CF47-C7290A92845A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9" name="pg3138">
                <a:extLst>
                  <a:ext uri="{FF2B5EF4-FFF2-40B4-BE49-F238E27FC236}">
                    <a16:creationId xmlns:a16="http://schemas.microsoft.com/office/drawing/2014/main" id="{B9A5C1B6-72D3-D6B5-254D-60AD182FF68D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0" name="pg3139">
                <a:extLst>
                  <a:ext uri="{FF2B5EF4-FFF2-40B4-BE49-F238E27FC236}">
                    <a16:creationId xmlns:a16="http://schemas.microsoft.com/office/drawing/2014/main" id="{449A347C-7492-6409-067F-F21DDAFFA2D6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1" name="pg3140">
                <a:extLst>
                  <a:ext uri="{FF2B5EF4-FFF2-40B4-BE49-F238E27FC236}">
                    <a16:creationId xmlns:a16="http://schemas.microsoft.com/office/drawing/2014/main" id="{F56CDF8D-0D05-9EC8-E5CD-0D0BC82CA3BC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2" name="pg3141">
                <a:extLst>
                  <a:ext uri="{FF2B5EF4-FFF2-40B4-BE49-F238E27FC236}">
                    <a16:creationId xmlns:a16="http://schemas.microsoft.com/office/drawing/2014/main" id="{E8656163-D57A-B0A9-ED03-5CCD3E61F89C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3" name="pg3142">
                <a:extLst>
                  <a:ext uri="{FF2B5EF4-FFF2-40B4-BE49-F238E27FC236}">
                    <a16:creationId xmlns:a16="http://schemas.microsoft.com/office/drawing/2014/main" id="{2C0E3B84-317B-1AA1-35CB-19FDC0EC35DD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4" name="pg3143">
                <a:extLst>
                  <a:ext uri="{FF2B5EF4-FFF2-40B4-BE49-F238E27FC236}">
                    <a16:creationId xmlns:a16="http://schemas.microsoft.com/office/drawing/2014/main" id="{425BA9F1-737E-2D0D-3E3D-013C0210DCD8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5" name="pg3144">
                <a:extLst>
                  <a:ext uri="{FF2B5EF4-FFF2-40B4-BE49-F238E27FC236}">
                    <a16:creationId xmlns:a16="http://schemas.microsoft.com/office/drawing/2014/main" id="{80D931B9-08F3-528D-C258-F6627B84A8DF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6" name="pg3145">
                <a:extLst>
                  <a:ext uri="{FF2B5EF4-FFF2-40B4-BE49-F238E27FC236}">
                    <a16:creationId xmlns:a16="http://schemas.microsoft.com/office/drawing/2014/main" id="{5A59DB7A-ED9C-237A-83A2-642A5A5006D5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7" name="pg3146">
                <a:extLst>
                  <a:ext uri="{FF2B5EF4-FFF2-40B4-BE49-F238E27FC236}">
                    <a16:creationId xmlns:a16="http://schemas.microsoft.com/office/drawing/2014/main" id="{142A474C-1BC2-1D40-D51D-49BB5A9C4CBC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8" name="pg3147">
                <a:extLst>
                  <a:ext uri="{FF2B5EF4-FFF2-40B4-BE49-F238E27FC236}">
                    <a16:creationId xmlns:a16="http://schemas.microsoft.com/office/drawing/2014/main" id="{69C540E8-1A6B-45C4-02D8-FE904A410057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9" name="pg3148">
                <a:extLst>
                  <a:ext uri="{FF2B5EF4-FFF2-40B4-BE49-F238E27FC236}">
                    <a16:creationId xmlns:a16="http://schemas.microsoft.com/office/drawing/2014/main" id="{CF80A731-FD0C-2162-74E3-FAC6F317A354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0" name="pg3149">
                <a:extLst>
                  <a:ext uri="{FF2B5EF4-FFF2-40B4-BE49-F238E27FC236}">
                    <a16:creationId xmlns:a16="http://schemas.microsoft.com/office/drawing/2014/main" id="{A3C96C96-E4D5-F697-C24F-C365782F847E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1" name="pg3150">
                <a:extLst>
                  <a:ext uri="{FF2B5EF4-FFF2-40B4-BE49-F238E27FC236}">
                    <a16:creationId xmlns:a16="http://schemas.microsoft.com/office/drawing/2014/main" id="{7FB8E564-43AA-52C2-6F7E-8E97797802EB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2" name="pg3151">
                <a:extLst>
                  <a:ext uri="{FF2B5EF4-FFF2-40B4-BE49-F238E27FC236}">
                    <a16:creationId xmlns:a16="http://schemas.microsoft.com/office/drawing/2014/main" id="{65040148-4F36-6277-1A5C-49E3CF22DE9A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3" name="pg3152">
                <a:extLst>
                  <a:ext uri="{FF2B5EF4-FFF2-40B4-BE49-F238E27FC236}">
                    <a16:creationId xmlns:a16="http://schemas.microsoft.com/office/drawing/2014/main" id="{50300F9B-1EDB-A1EE-DA89-865DBB715D56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4" name="pg3153">
                <a:extLst>
                  <a:ext uri="{FF2B5EF4-FFF2-40B4-BE49-F238E27FC236}">
                    <a16:creationId xmlns:a16="http://schemas.microsoft.com/office/drawing/2014/main" id="{30F95A9D-1FD8-3859-5C38-2D494A8B3C39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5" name="pg3154">
                <a:extLst>
                  <a:ext uri="{FF2B5EF4-FFF2-40B4-BE49-F238E27FC236}">
                    <a16:creationId xmlns:a16="http://schemas.microsoft.com/office/drawing/2014/main" id="{22D66C6E-9D34-51F6-B6C3-B480C57FE555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6" name="pg3155">
                <a:extLst>
                  <a:ext uri="{FF2B5EF4-FFF2-40B4-BE49-F238E27FC236}">
                    <a16:creationId xmlns:a16="http://schemas.microsoft.com/office/drawing/2014/main" id="{46DC9210-17E8-245B-DA08-9D0E340CE4AC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7" name="pg3156">
                <a:extLst>
                  <a:ext uri="{FF2B5EF4-FFF2-40B4-BE49-F238E27FC236}">
                    <a16:creationId xmlns:a16="http://schemas.microsoft.com/office/drawing/2014/main" id="{1DD9576C-8E28-0099-EF41-036318B97144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8" name="pg3157">
                <a:extLst>
                  <a:ext uri="{FF2B5EF4-FFF2-40B4-BE49-F238E27FC236}">
                    <a16:creationId xmlns:a16="http://schemas.microsoft.com/office/drawing/2014/main" id="{D8E30DDD-D29A-053B-44E0-328E0A7D0F2A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9" name="pg3158">
                <a:extLst>
                  <a:ext uri="{FF2B5EF4-FFF2-40B4-BE49-F238E27FC236}">
                    <a16:creationId xmlns:a16="http://schemas.microsoft.com/office/drawing/2014/main" id="{D1B28548-0990-C052-2ADE-309B448593A6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0" name="pg3159">
                <a:extLst>
                  <a:ext uri="{FF2B5EF4-FFF2-40B4-BE49-F238E27FC236}">
                    <a16:creationId xmlns:a16="http://schemas.microsoft.com/office/drawing/2014/main" id="{2870E9C7-E3EA-7947-5636-4708330798C0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19D">
                  <a:alpha val="100000"/>
                </a:srgbClr>
              </a:solidFill>
              <a:ln w="5420" cap="flat">
                <a:solidFill>
                  <a:srgbClr val="39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1" name="pg3160">
                <a:extLst>
                  <a:ext uri="{FF2B5EF4-FFF2-40B4-BE49-F238E27FC236}">
                    <a16:creationId xmlns:a16="http://schemas.microsoft.com/office/drawing/2014/main" id="{0DF73CD3-9A60-1F03-58DA-AC67F6626335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2" name="pg3161">
                <a:extLst>
                  <a:ext uri="{FF2B5EF4-FFF2-40B4-BE49-F238E27FC236}">
                    <a16:creationId xmlns:a16="http://schemas.microsoft.com/office/drawing/2014/main" id="{EC14C679-54FD-61E3-F04C-734EC19682BF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3" name="pg3162">
                <a:extLst>
                  <a:ext uri="{FF2B5EF4-FFF2-40B4-BE49-F238E27FC236}">
                    <a16:creationId xmlns:a16="http://schemas.microsoft.com/office/drawing/2014/main" id="{D5710DCD-491B-41CA-FF7D-770912D5124F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4" name="pg3163">
                <a:extLst>
                  <a:ext uri="{FF2B5EF4-FFF2-40B4-BE49-F238E27FC236}">
                    <a16:creationId xmlns:a16="http://schemas.microsoft.com/office/drawing/2014/main" id="{06F6349A-5EAD-D140-F313-70CD9D91F8AD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5" name="pg3164">
                <a:extLst>
                  <a:ext uri="{FF2B5EF4-FFF2-40B4-BE49-F238E27FC236}">
                    <a16:creationId xmlns:a16="http://schemas.microsoft.com/office/drawing/2014/main" id="{AF33F7EC-8A56-DDDD-38CD-AD646A859B84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6" name="pg3165">
                <a:extLst>
                  <a:ext uri="{FF2B5EF4-FFF2-40B4-BE49-F238E27FC236}">
                    <a16:creationId xmlns:a16="http://schemas.microsoft.com/office/drawing/2014/main" id="{755CB12A-FCF5-BBA1-E37E-736F19EEC098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7" name="pg3166">
                <a:extLst>
                  <a:ext uri="{FF2B5EF4-FFF2-40B4-BE49-F238E27FC236}">
                    <a16:creationId xmlns:a16="http://schemas.microsoft.com/office/drawing/2014/main" id="{17CF7DEC-E5DC-BBF5-36C5-0D3FBF8F96C2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8" name="pg3167">
                <a:extLst>
                  <a:ext uri="{FF2B5EF4-FFF2-40B4-BE49-F238E27FC236}">
                    <a16:creationId xmlns:a16="http://schemas.microsoft.com/office/drawing/2014/main" id="{619769CD-A143-5530-A698-17C13C6C2859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9" name="pg3168">
                <a:extLst>
                  <a:ext uri="{FF2B5EF4-FFF2-40B4-BE49-F238E27FC236}">
                    <a16:creationId xmlns:a16="http://schemas.microsoft.com/office/drawing/2014/main" id="{34533BCB-9FB1-3272-79B4-C2F5E0A46B92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0" name="pg3169">
                <a:extLst>
                  <a:ext uri="{FF2B5EF4-FFF2-40B4-BE49-F238E27FC236}">
                    <a16:creationId xmlns:a16="http://schemas.microsoft.com/office/drawing/2014/main" id="{FABF31ED-C242-A17B-C9CB-A592BD337EF8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1" name="pg3170">
                <a:extLst>
                  <a:ext uri="{FF2B5EF4-FFF2-40B4-BE49-F238E27FC236}">
                    <a16:creationId xmlns:a16="http://schemas.microsoft.com/office/drawing/2014/main" id="{1B8E5113-F0B5-CF24-79FF-D40FBB878797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2" name="pg3171">
                <a:extLst>
                  <a:ext uri="{FF2B5EF4-FFF2-40B4-BE49-F238E27FC236}">
                    <a16:creationId xmlns:a16="http://schemas.microsoft.com/office/drawing/2014/main" id="{7DFCB769-445E-61ED-0858-B1EFD14A908F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3" name="pg3172">
                <a:extLst>
                  <a:ext uri="{FF2B5EF4-FFF2-40B4-BE49-F238E27FC236}">
                    <a16:creationId xmlns:a16="http://schemas.microsoft.com/office/drawing/2014/main" id="{33EDAF79-CB91-6188-856E-4A66372932EB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4" name="pg3173">
                <a:extLst>
                  <a:ext uri="{FF2B5EF4-FFF2-40B4-BE49-F238E27FC236}">
                    <a16:creationId xmlns:a16="http://schemas.microsoft.com/office/drawing/2014/main" id="{926B1372-7886-1725-93DB-95A565758957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5" name="pg3174">
                <a:extLst>
                  <a:ext uri="{FF2B5EF4-FFF2-40B4-BE49-F238E27FC236}">
                    <a16:creationId xmlns:a16="http://schemas.microsoft.com/office/drawing/2014/main" id="{C077CAC7-2CB9-A9C7-C771-A7C2084192B7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6" name="pg3175">
                <a:extLst>
                  <a:ext uri="{FF2B5EF4-FFF2-40B4-BE49-F238E27FC236}">
                    <a16:creationId xmlns:a16="http://schemas.microsoft.com/office/drawing/2014/main" id="{AAD69351-3644-B3EE-321B-5CF48FFB8AD1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7" name="pg3176">
                <a:extLst>
                  <a:ext uri="{FF2B5EF4-FFF2-40B4-BE49-F238E27FC236}">
                    <a16:creationId xmlns:a16="http://schemas.microsoft.com/office/drawing/2014/main" id="{B8B1F837-EF16-DD25-54CC-785F089B389A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8" name="pg3177">
                <a:extLst>
                  <a:ext uri="{FF2B5EF4-FFF2-40B4-BE49-F238E27FC236}">
                    <a16:creationId xmlns:a16="http://schemas.microsoft.com/office/drawing/2014/main" id="{7F4157BB-37FB-4533-533A-CC940719DC2B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9" name="pg3178">
                <a:extLst>
                  <a:ext uri="{FF2B5EF4-FFF2-40B4-BE49-F238E27FC236}">
                    <a16:creationId xmlns:a16="http://schemas.microsoft.com/office/drawing/2014/main" id="{9A6A921B-D67A-76DA-5981-AD04B2F6359A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0" name="pg3179">
                <a:extLst>
                  <a:ext uri="{FF2B5EF4-FFF2-40B4-BE49-F238E27FC236}">
                    <a16:creationId xmlns:a16="http://schemas.microsoft.com/office/drawing/2014/main" id="{1B3F3C73-1E89-6C09-8CC5-7955E80A764E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1" name="pg3180">
                <a:extLst>
                  <a:ext uri="{FF2B5EF4-FFF2-40B4-BE49-F238E27FC236}">
                    <a16:creationId xmlns:a16="http://schemas.microsoft.com/office/drawing/2014/main" id="{A4D67504-065F-555D-DC55-EEDAF94197C0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2" name="pg3181">
                <a:extLst>
                  <a:ext uri="{FF2B5EF4-FFF2-40B4-BE49-F238E27FC236}">
                    <a16:creationId xmlns:a16="http://schemas.microsoft.com/office/drawing/2014/main" id="{5EEF05B3-FB0D-7EA0-89A7-38D41CEC072F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3" name="pg3182">
                <a:extLst>
                  <a:ext uri="{FF2B5EF4-FFF2-40B4-BE49-F238E27FC236}">
                    <a16:creationId xmlns:a16="http://schemas.microsoft.com/office/drawing/2014/main" id="{9F5F867F-7D7F-842D-7BC8-A84C59D3C832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4" name="pg3183">
                <a:extLst>
                  <a:ext uri="{FF2B5EF4-FFF2-40B4-BE49-F238E27FC236}">
                    <a16:creationId xmlns:a16="http://schemas.microsoft.com/office/drawing/2014/main" id="{0E0257EB-E514-6BA4-340E-FC8792B0A75A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5" name="pg3184">
                <a:extLst>
                  <a:ext uri="{FF2B5EF4-FFF2-40B4-BE49-F238E27FC236}">
                    <a16:creationId xmlns:a16="http://schemas.microsoft.com/office/drawing/2014/main" id="{255D6736-0899-4D34-D7F2-5FB11799F29D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6" name="pg3185">
                <a:extLst>
                  <a:ext uri="{FF2B5EF4-FFF2-40B4-BE49-F238E27FC236}">
                    <a16:creationId xmlns:a16="http://schemas.microsoft.com/office/drawing/2014/main" id="{6D2BA4C8-032E-5DEF-190A-12C02E413498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7" name="pg3186">
                <a:extLst>
                  <a:ext uri="{FF2B5EF4-FFF2-40B4-BE49-F238E27FC236}">
                    <a16:creationId xmlns:a16="http://schemas.microsoft.com/office/drawing/2014/main" id="{3D81A04B-7999-94FD-BE0E-829E23722051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8" name="pg3187">
                <a:extLst>
                  <a:ext uri="{FF2B5EF4-FFF2-40B4-BE49-F238E27FC236}">
                    <a16:creationId xmlns:a16="http://schemas.microsoft.com/office/drawing/2014/main" id="{B645DF34-B50E-B0E6-7CBC-CEF53009481C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9" name="pg3188">
                <a:extLst>
                  <a:ext uri="{FF2B5EF4-FFF2-40B4-BE49-F238E27FC236}">
                    <a16:creationId xmlns:a16="http://schemas.microsoft.com/office/drawing/2014/main" id="{FD0DFF98-877B-5107-F0E7-D365E788537C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0" name="pg3189">
                <a:extLst>
                  <a:ext uri="{FF2B5EF4-FFF2-40B4-BE49-F238E27FC236}">
                    <a16:creationId xmlns:a16="http://schemas.microsoft.com/office/drawing/2014/main" id="{62BC1F66-2A43-4029-6AC5-AB89F1AE0400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1" name="pg3190">
                <a:extLst>
                  <a:ext uri="{FF2B5EF4-FFF2-40B4-BE49-F238E27FC236}">
                    <a16:creationId xmlns:a16="http://schemas.microsoft.com/office/drawing/2014/main" id="{708ECF86-5953-F3A8-FE5F-9050D1AA9B00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2" name="pg3191">
                <a:extLst>
                  <a:ext uri="{FF2B5EF4-FFF2-40B4-BE49-F238E27FC236}">
                    <a16:creationId xmlns:a16="http://schemas.microsoft.com/office/drawing/2014/main" id="{9A6B6021-ABB0-D3C5-C6AB-8791EE958881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3" name="pg3192">
                <a:extLst>
                  <a:ext uri="{FF2B5EF4-FFF2-40B4-BE49-F238E27FC236}">
                    <a16:creationId xmlns:a16="http://schemas.microsoft.com/office/drawing/2014/main" id="{82351110-FA15-0746-C4B9-2D0E8E04E945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4" name="pg3193">
                <a:extLst>
                  <a:ext uri="{FF2B5EF4-FFF2-40B4-BE49-F238E27FC236}">
                    <a16:creationId xmlns:a16="http://schemas.microsoft.com/office/drawing/2014/main" id="{3FB625FB-9522-0AE4-5CC4-C9EAFCD4698C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5" name="pg3194">
                <a:extLst>
                  <a:ext uri="{FF2B5EF4-FFF2-40B4-BE49-F238E27FC236}">
                    <a16:creationId xmlns:a16="http://schemas.microsoft.com/office/drawing/2014/main" id="{5FA7D70A-94DD-4924-7F5F-B0A623204290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6" name="pg3195">
                <a:extLst>
                  <a:ext uri="{FF2B5EF4-FFF2-40B4-BE49-F238E27FC236}">
                    <a16:creationId xmlns:a16="http://schemas.microsoft.com/office/drawing/2014/main" id="{F382DCD5-7A71-8E6B-287B-B07BA2807D46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7" name="pg3196">
                <a:extLst>
                  <a:ext uri="{FF2B5EF4-FFF2-40B4-BE49-F238E27FC236}">
                    <a16:creationId xmlns:a16="http://schemas.microsoft.com/office/drawing/2014/main" id="{753E379A-E76A-E647-A1AC-616F3085C864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8" name="pg3197">
                <a:extLst>
                  <a:ext uri="{FF2B5EF4-FFF2-40B4-BE49-F238E27FC236}">
                    <a16:creationId xmlns:a16="http://schemas.microsoft.com/office/drawing/2014/main" id="{F5F1D803-A0F6-806B-8F8E-B002006D699C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9" name="pg3198">
                <a:extLst>
                  <a:ext uri="{FF2B5EF4-FFF2-40B4-BE49-F238E27FC236}">
                    <a16:creationId xmlns:a16="http://schemas.microsoft.com/office/drawing/2014/main" id="{A76A7AC7-0454-1BA2-A292-98624F007783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0" name="pg3199">
                <a:extLst>
                  <a:ext uri="{FF2B5EF4-FFF2-40B4-BE49-F238E27FC236}">
                    <a16:creationId xmlns:a16="http://schemas.microsoft.com/office/drawing/2014/main" id="{D2AF3522-9F14-19C2-56AD-39BDCD0A0D9B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1" name="pg3200">
                <a:extLst>
                  <a:ext uri="{FF2B5EF4-FFF2-40B4-BE49-F238E27FC236}">
                    <a16:creationId xmlns:a16="http://schemas.microsoft.com/office/drawing/2014/main" id="{3D3B9B4F-37A8-6DA0-6323-E6B0C582581E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2" name="pg3201">
                <a:extLst>
                  <a:ext uri="{FF2B5EF4-FFF2-40B4-BE49-F238E27FC236}">
                    <a16:creationId xmlns:a16="http://schemas.microsoft.com/office/drawing/2014/main" id="{912ABB33-76D0-577C-7AF6-E416A70C6EC4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3" name="pg3202">
                <a:extLst>
                  <a:ext uri="{FF2B5EF4-FFF2-40B4-BE49-F238E27FC236}">
                    <a16:creationId xmlns:a16="http://schemas.microsoft.com/office/drawing/2014/main" id="{D701D0FF-71A0-08CF-844A-82B9482C8F0C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4" name="pg3203">
                <a:extLst>
                  <a:ext uri="{FF2B5EF4-FFF2-40B4-BE49-F238E27FC236}">
                    <a16:creationId xmlns:a16="http://schemas.microsoft.com/office/drawing/2014/main" id="{2443C918-1154-DDF7-D017-A22432F94A1D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5" name="pg3204">
                <a:extLst>
                  <a:ext uri="{FF2B5EF4-FFF2-40B4-BE49-F238E27FC236}">
                    <a16:creationId xmlns:a16="http://schemas.microsoft.com/office/drawing/2014/main" id="{00EEFED0-CC80-F7BE-23ED-61B265AC6F94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6" name="pg3205">
                <a:extLst>
                  <a:ext uri="{FF2B5EF4-FFF2-40B4-BE49-F238E27FC236}">
                    <a16:creationId xmlns:a16="http://schemas.microsoft.com/office/drawing/2014/main" id="{A769D0D1-ED0E-427F-A2D4-544934A4AF8C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7" name="pg3206">
                <a:extLst>
                  <a:ext uri="{FF2B5EF4-FFF2-40B4-BE49-F238E27FC236}">
                    <a16:creationId xmlns:a16="http://schemas.microsoft.com/office/drawing/2014/main" id="{BFAC0295-517D-1366-1CEB-B397CEEE79D7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8" name="pg3207">
                <a:extLst>
                  <a:ext uri="{FF2B5EF4-FFF2-40B4-BE49-F238E27FC236}">
                    <a16:creationId xmlns:a16="http://schemas.microsoft.com/office/drawing/2014/main" id="{1CAE0868-1F3C-3E8D-E06C-E040EB3D265B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9" name="pg3208">
                <a:extLst>
                  <a:ext uri="{FF2B5EF4-FFF2-40B4-BE49-F238E27FC236}">
                    <a16:creationId xmlns:a16="http://schemas.microsoft.com/office/drawing/2014/main" id="{89A8C1FF-3F6E-0DFB-F0CE-245006E6F9F5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0" name="pg3209">
                <a:extLst>
                  <a:ext uri="{FF2B5EF4-FFF2-40B4-BE49-F238E27FC236}">
                    <a16:creationId xmlns:a16="http://schemas.microsoft.com/office/drawing/2014/main" id="{39FCAC21-2B48-5EBB-7D1E-84F8A2A2AA91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1" name="pg3210">
                <a:extLst>
                  <a:ext uri="{FF2B5EF4-FFF2-40B4-BE49-F238E27FC236}">
                    <a16:creationId xmlns:a16="http://schemas.microsoft.com/office/drawing/2014/main" id="{2C437111-F78A-FE2F-8AF8-073E692B704D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2" name="pg3211">
                <a:extLst>
                  <a:ext uri="{FF2B5EF4-FFF2-40B4-BE49-F238E27FC236}">
                    <a16:creationId xmlns:a16="http://schemas.microsoft.com/office/drawing/2014/main" id="{4C917B34-4E21-4311-F723-48C3F3F89FA9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3" name="pg3212">
                <a:extLst>
                  <a:ext uri="{FF2B5EF4-FFF2-40B4-BE49-F238E27FC236}">
                    <a16:creationId xmlns:a16="http://schemas.microsoft.com/office/drawing/2014/main" id="{17619B62-0EC3-695E-DE75-C958549F8B7A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4" name="pg3213">
                <a:extLst>
                  <a:ext uri="{FF2B5EF4-FFF2-40B4-BE49-F238E27FC236}">
                    <a16:creationId xmlns:a16="http://schemas.microsoft.com/office/drawing/2014/main" id="{7DFD0430-CDEE-ADA5-6970-0A02517A112D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5" name="pg3214">
                <a:extLst>
                  <a:ext uri="{FF2B5EF4-FFF2-40B4-BE49-F238E27FC236}">
                    <a16:creationId xmlns:a16="http://schemas.microsoft.com/office/drawing/2014/main" id="{60B70128-A49F-D9D8-D670-DB228A8D2E95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6" name="pg3215">
                <a:extLst>
                  <a:ext uri="{FF2B5EF4-FFF2-40B4-BE49-F238E27FC236}">
                    <a16:creationId xmlns:a16="http://schemas.microsoft.com/office/drawing/2014/main" id="{B38FFA9A-7D00-A8C0-C7EA-9209621EFF5B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7" name="pg3216">
                <a:extLst>
                  <a:ext uri="{FF2B5EF4-FFF2-40B4-BE49-F238E27FC236}">
                    <a16:creationId xmlns:a16="http://schemas.microsoft.com/office/drawing/2014/main" id="{248C3250-AD36-84AA-D322-C3391D8347E1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8" name="pg3217">
                <a:extLst>
                  <a:ext uri="{FF2B5EF4-FFF2-40B4-BE49-F238E27FC236}">
                    <a16:creationId xmlns:a16="http://schemas.microsoft.com/office/drawing/2014/main" id="{1FBD86F6-5DC2-EF52-BC8F-0D16A74D62B0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9" name="pg3218">
                <a:extLst>
                  <a:ext uri="{FF2B5EF4-FFF2-40B4-BE49-F238E27FC236}">
                    <a16:creationId xmlns:a16="http://schemas.microsoft.com/office/drawing/2014/main" id="{7AB2AFFB-43E0-BCC8-5A72-564E2E759B1D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0" name="pg3219">
                <a:extLst>
                  <a:ext uri="{FF2B5EF4-FFF2-40B4-BE49-F238E27FC236}">
                    <a16:creationId xmlns:a16="http://schemas.microsoft.com/office/drawing/2014/main" id="{D5A0D048-C3E3-5A0B-F250-C53E8D366529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1" name="pg3220">
                <a:extLst>
                  <a:ext uri="{FF2B5EF4-FFF2-40B4-BE49-F238E27FC236}">
                    <a16:creationId xmlns:a16="http://schemas.microsoft.com/office/drawing/2014/main" id="{46D6F7FF-D8BB-4D48-8675-3400E11EE13C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2" name="pg3221">
                <a:extLst>
                  <a:ext uri="{FF2B5EF4-FFF2-40B4-BE49-F238E27FC236}">
                    <a16:creationId xmlns:a16="http://schemas.microsoft.com/office/drawing/2014/main" id="{FCA19AB3-6F57-A799-7694-A65A774A76DD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3" name="pg3222">
                <a:extLst>
                  <a:ext uri="{FF2B5EF4-FFF2-40B4-BE49-F238E27FC236}">
                    <a16:creationId xmlns:a16="http://schemas.microsoft.com/office/drawing/2014/main" id="{F5CC51C0-4312-8B94-1348-34AF8769306B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4" name="pg3223">
                <a:extLst>
                  <a:ext uri="{FF2B5EF4-FFF2-40B4-BE49-F238E27FC236}">
                    <a16:creationId xmlns:a16="http://schemas.microsoft.com/office/drawing/2014/main" id="{486826DD-6A7D-E015-23CA-553D24E3D562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5" name="pg3224">
                <a:extLst>
                  <a:ext uri="{FF2B5EF4-FFF2-40B4-BE49-F238E27FC236}">
                    <a16:creationId xmlns:a16="http://schemas.microsoft.com/office/drawing/2014/main" id="{DF8E14E7-4F20-EB74-F49E-829C36521903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6" name="pg3225">
                <a:extLst>
                  <a:ext uri="{FF2B5EF4-FFF2-40B4-BE49-F238E27FC236}">
                    <a16:creationId xmlns:a16="http://schemas.microsoft.com/office/drawing/2014/main" id="{FE91D765-5046-3E22-D6D4-0790A0451470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7" name="pg3226">
                <a:extLst>
                  <a:ext uri="{FF2B5EF4-FFF2-40B4-BE49-F238E27FC236}">
                    <a16:creationId xmlns:a16="http://schemas.microsoft.com/office/drawing/2014/main" id="{D4807DC6-8DFD-24B0-BD2D-78A32ADA2335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8" name="pg3227">
                <a:extLst>
                  <a:ext uri="{FF2B5EF4-FFF2-40B4-BE49-F238E27FC236}">
                    <a16:creationId xmlns:a16="http://schemas.microsoft.com/office/drawing/2014/main" id="{86484ABC-C3A6-749E-DA6F-A0B007D4D475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9" name="pg3228">
                <a:extLst>
                  <a:ext uri="{FF2B5EF4-FFF2-40B4-BE49-F238E27FC236}">
                    <a16:creationId xmlns:a16="http://schemas.microsoft.com/office/drawing/2014/main" id="{DB31DF84-BE9C-3143-EC0A-BEA2E7CB478D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0" name="pg3229">
                <a:extLst>
                  <a:ext uri="{FF2B5EF4-FFF2-40B4-BE49-F238E27FC236}">
                    <a16:creationId xmlns:a16="http://schemas.microsoft.com/office/drawing/2014/main" id="{131B535B-6E6A-5F2A-EE99-5089388CE443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1" name="pg3230">
                <a:extLst>
                  <a:ext uri="{FF2B5EF4-FFF2-40B4-BE49-F238E27FC236}">
                    <a16:creationId xmlns:a16="http://schemas.microsoft.com/office/drawing/2014/main" id="{CCF04CBA-082A-F8B9-93F7-77E9F0F2DCA9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2" name="pg3231">
                <a:extLst>
                  <a:ext uri="{FF2B5EF4-FFF2-40B4-BE49-F238E27FC236}">
                    <a16:creationId xmlns:a16="http://schemas.microsoft.com/office/drawing/2014/main" id="{26591507-1FAC-1784-66FD-E9272F4D400E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3" name="pg3232">
                <a:extLst>
                  <a:ext uri="{FF2B5EF4-FFF2-40B4-BE49-F238E27FC236}">
                    <a16:creationId xmlns:a16="http://schemas.microsoft.com/office/drawing/2014/main" id="{80584392-D846-5A2B-8CEC-EDFBFE8A8D94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4" name="pg3233">
                <a:extLst>
                  <a:ext uri="{FF2B5EF4-FFF2-40B4-BE49-F238E27FC236}">
                    <a16:creationId xmlns:a16="http://schemas.microsoft.com/office/drawing/2014/main" id="{5ED5CD76-A9A2-6A40-0322-12B40F17A399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5" name="pg3234">
                <a:extLst>
                  <a:ext uri="{FF2B5EF4-FFF2-40B4-BE49-F238E27FC236}">
                    <a16:creationId xmlns:a16="http://schemas.microsoft.com/office/drawing/2014/main" id="{5B0461BB-3D20-0F84-9808-A86A627765A0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6" name="pg3235">
                <a:extLst>
                  <a:ext uri="{FF2B5EF4-FFF2-40B4-BE49-F238E27FC236}">
                    <a16:creationId xmlns:a16="http://schemas.microsoft.com/office/drawing/2014/main" id="{8922D936-0E6A-732A-351D-070A47A783E8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7" name="pg3236">
                <a:extLst>
                  <a:ext uri="{FF2B5EF4-FFF2-40B4-BE49-F238E27FC236}">
                    <a16:creationId xmlns:a16="http://schemas.microsoft.com/office/drawing/2014/main" id="{9ADB2B7B-AF71-5BDE-7447-B840B7BF7F3D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8" name="pg3237">
                <a:extLst>
                  <a:ext uri="{FF2B5EF4-FFF2-40B4-BE49-F238E27FC236}">
                    <a16:creationId xmlns:a16="http://schemas.microsoft.com/office/drawing/2014/main" id="{39D143ED-27D8-B2CB-84D9-B48E27B31624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9" name="pg3238">
                <a:extLst>
                  <a:ext uri="{FF2B5EF4-FFF2-40B4-BE49-F238E27FC236}">
                    <a16:creationId xmlns:a16="http://schemas.microsoft.com/office/drawing/2014/main" id="{0825BC7D-C5F8-3B6D-1F64-E5EE191FBA54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0" name="pg3239">
                <a:extLst>
                  <a:ext uri="{FF2B5EF4-FFF2-40B4-BE49-F238E27FC236}">
                    <a16:creationId xmlns:a16="http://schemas.microsoft.com/office/drawing/2014/main" id="{AFF4BD95-2EBF-D907-D1C2-0CC1373AC45F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1" name="pg3240">
                <a:extLst>
                  <a:ext uri="{FF2B5EF4-FFF2-40B4-BE49-F238E27FC236}">
                    <a16:creationId xmlns:a16="http://schemas.microsoft.com/office/drawing/2014/main" id="{CB696537-282B-93FA-CF35-E5430A16F5D0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2" name="pg3241">
                <a:extLst>
                  <a:ext uri="{FF2B5EF4-FFF2-40B4-BE49-F238E27FC236}">
                    <a16:creationId xmlns:a16="http://schemas.microsoft.com/office/drawing/2014/main" id="{960DE9AA-6145-70C7-14F2-15F698B951F8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3" name="pg3242">
                <a:extLst>
                  <a:ext uri="{FF2B5EF4-FFF2-40B4-BE49-F238E27FC236}">
                    <a16:creationId xmlns:a16="http://schemas.microsoft.com/office/drawing/2014/main" id="{9A0CAE39-1F53-6857-F17A-2B734FEF6A81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4" name="pg3243">
                <a:extLst>
                  <a:ext uri="{FF2B5EF4-FFF2-40B4-BE49-F238E27FC236}">
                    <a16:creationId xmlns:a16="http://schemas.microsoft.com/office/drawing/2014/main" id="{B1C3CA81-46A3-989C-32C7-4A6150B6BA4F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5" name="pg3244">
                <a:extLst>
                  <a:ext uri="{FF2B5EF4-FFF2-40B4-BE49-F238E27FC236}">
                    <a16:creationId xmlns:a16="http://schemas.microsoft.com/office/drawing/2014/main" id="{55CD4C64-6B6E-772F-AC9D-08D585C3D3FE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6" name="pg3245">
                <a:extLst>
                  <a:ext uri="{FF2B5EF4-FFF2-40B4-BE49-F238E27FC236}">
                    <a16:creationId xmlns:a16="http://schemas.microsoft.com/office/drawing/2014/main" id="{CC78E12B-1EDE-8C2C-A34B-C3701A6A7C62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7" name="pg3246">
                <a:extLst>
                  <a:ext uri="{FF2B5EF4-FFF2-40B4-BE49-F238E27FC236}">
                    <a16:creationId xmlns:a16="http://schemas.microsoft.com/office/drawing/2014/main" id="{35C9AEA9-CF55-9B46-6C26-D0EFB6C65D01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8" name="pg3247">
                <a:extLst>
                  <a:ext uri="{FF2B5EF4-FFF2-40B4-BE49-F238E27FC236}">
                    <a16:creationId xmlns:a16="http://schemas.microsoft.com/office/drawing/2014/main" id="{441F0CFF-D765-E621-6958-B462E1BF6C84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9" name="pg3248">
                <a:extLst>
                  <a:ext uri="{FF2B5EF4-FFF2-40B4-BE49-F238E27FC236}">
                    <a16:creationId xmlns:a16="http://schemas.microsoft.com/office/drawing/2014/main" id="{F8A32984-CAF0-8436-8351-F8AFD64F5878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0" name="pg3249">
                <a:extLst>
                  <a:ext uri="{FF2B5EF4-FFF2-40B4-BE49-F238E27FC236}">
                    <a16:creationId xmlns:a16="http://schemas.microsoft.com/office/drawing/2014/main" id="{D6544057-9A12-401A-FD81-113B1297FA13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1" name="pg3250">
                <a:extLst>
                  <a:ext uri="{FF2B5EF4-FFF2-40B4-BE49-F238E27FC236}">
                    <a16:creationId xmlns:a16="http://schemas.microsoft.com/office/drawing/2014/main" id="{FA347076-92C4-50F2-4AF7-B4107A8AE779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2" name="pg3251">
                <a:extLst>
                  <a:ext uri="{FF2B5EF4-FFF2-40B4-BE49-F238E27FC236}">
                    <a16:creationId xmlns:a16="http://schemas.microsoft.com/office/drawing/2014/main" id="{CD44FF2D-6B0B-AD81-52D0-01B1BCBA9E57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3" name="pg3252">
                <a:extLst>
                  <a:ext uri="{FF2B5EF4-FFF2-40B4-BE49-F238E27FC236}">
                    <a16:creationId xmlns:a16="http://schemas.microsoft.com/office/drawing/2014/main" id="{C49A25F4-B745-05DB-225C-2CAE08B6734A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4" name="pg3253">
                <a:extLst>
                  <a:ext uri="{FF2B5EF4-FFF2-40B4-BE49-F238E27FC236}">
                    <a16:creationId xmlns:a16="http://schemas.microsoft.com/office/drawing/2014/main" id="{24B8EE89-278F-CBC0-EEF4-5EB89D2A5BB8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5" name="pg3254">
                <a:extLst>
                  <a:ext uri="{FF2B5EF4-FFF2-40B4-BE49-F238E27FC236}">
                    <a16:creationId xmlns:a16="http://schemas.microsoft.com/office/drawing/2014/main" id="{ECDE0A79-EE07-D958-B140-4EDBD4A7E4BD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6" name="pg3255">
                <a:extLst>
                  <a:ext uri="{FF2B5EF4-FFF2-40B4-BE49-F238E27FC236}">
                    <a16:creationId xmlns:a16="http://schemas.microsoft.com/office/drawing/2014/main" id="{480B25D5-5CDA-0572-8362-89A29A6A9333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7" name="pg3256">
                <a:extLst>
                  <a:ext uri="{FF2B5EF4-FFF2-40B4-BE49-F238E27FC236}">
                    <a16:creationId xmlns:a16="http://schemas.microsoft.com/office/drawing/2014/main" id="{7774B37D-EA74-6019-7382-CD803E8BB604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8" name="pg3257">
                <a:extLst>
                  <a:ext uri="{FF2B5EF4-FFF2-40B4-BE49-F238E27FC236}">
                    <a16:creationId xmlns:a16="http://schemas.microsoft.com/office/drawing/2014/main" id="{2C0EAEC4-BF4E-5B52-6C67-B56AFD5CFEBB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9" name="pg3258">
                <a:extLst>
                  <a:ext uri="{FF2B5EF4-FFF2-40B4-BE49-F238E27FC236}">
                    <a16:creationId xmlns:a16="http://schemas.microsoft.com/office/drawing/2014/main" id="{7BE5BB17-E498-5390-4B71-E0128AF63760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0" name="pg3259">
                <a:extLst>
                  <a:ext uri="{FF2B5EF4-FFF2-40B4-BE49-F238E27FC236}">
                    <a16:creationId xmlns:a16="http://schemas.microsoft.com/office/drawing/2014/main" id="{0DF23478-E761-A454-6F79-D087F9B8E815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1" name="pg3260">
                <a:extLst>
                  <a:ext uri="{FF2B5EF4-FFF2-40B4-BE49-F238E27FC236}">
                    <a16:creationId xmlns:a16="http://schemas.microsoft.com/office/drawing/2014/main" id="{4C671689-D3A8-9623-0203-E7236ADA114A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2" name="pg3261">
                <a:extLst>
                  <a:ext uri="{FF2B5EF4-FFF2-40B4-BE49-F238E27FC236}">
                    <a16:creationId xmlns:a16="http://schemas.microsoft.com/office/drawing/2014/main" id="{A493325F-5FC4-1EE3-E62C-B56D07E2B350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3" name="pg3262">
                <a:extLst>
                  <a:ext uri="{FF2B5EF4-FFF2-40B4-BE49-F238E27FC236}">
                    <a16:creationId xmlns:a16="http://schemas.microsoft.com/office/drawing/2014/main" id="{3DC506EC-6925-6A04-B46A-06A146FC2AF3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4" name="pg3263">
                <a:extLst>
                  <a:ext uri="{FF2B5EF4-FFF2-40B4-BE49-F238E27FC236}">
                    <a16:creationId xmlns:a16="http://schemas.microsoft.com/office/drawing/2014/main" id="{B9267D5F-F8E1-9A50-3309-52A44494F3AE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5" name="pg3264">
                <a:extLst>
                  <a:ext uri="{FF2B5EF4-FFF2-40B4-BE49-F238E27FC236}">
                    <a16:creationId xmlns:a16="http://schemas.microsoft.com/office/drawing/2014/main" id="{2C35C11C-FEBF-6B59-2A99-00D4F16A7B0E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6" name="pg3265">
                <a:extLst>
                  <a:ext uri="{FF2B5EF4-FFF2-40B4-BE49-F238E27FC236}">
                    <a16:creationId xmlns:a16="http://schemas.microsoft.com/office/drawing/2014/main" id="{06BFD91A-1E3F-6034-728C-5B66E673036B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7" name="pg3266">
                <a:extLst>
                  <a:ext uri="{FF2B5EF4-FFF2-40B4-BE49-F238E27FC236}">
                    <a16:creationId xmlns:a16="http://schemas.microsoft.com/office/drawing/2014/main" id="{B1A664CA-BCEF-8A8F-2782-5E9321C5D867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8" name="pg3267">
                <a:extLst>
                  <a:ext uri="{FF2B5EF4-FFF2-40B4-BE49-F238E27FC236}">
                    <a16:creationId xmlns:a16="http://schemas.microsoft.com/office/drawing/2014/main" id="{C8B96B38-63E2-1EFB-AA47-2CB35997DAD5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9" name="pg3268">
                <a:extLst>
                  <a:ext uri="{FF2B5EF4-FFF2-40B4-BE49-F238E27FC236}">
                    <a16:creationId xmlns:a16="http://schemas.microsoft.com/office/drawing/2014/main" id="{603E29A8-B681-CD29-6792-F29FDCDA4B3E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0" name="pg3269">
                <a:extLst>
                  <a:ext uri="{FF2B5EF4-FFF2-40B4-BE49-F238E27FC236}">
                    <a16:creationId xmlns:a16="http://schemas.microsoft.com/office/drawing/2014/main" id="{E694487A-4E14-C039-9B9C-47F6F24E1322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1" name="pg3270">
                <a:extLst>
                  <a:ext uri="{FF2B5EF4-FFF2-40B4-BE49-F238E27FC236}">
                    <a16:creationId xmlns:a16="http://schemas.microsoft.com/office/drawing/2014/main" id="{114618A0-3F89-D375-07A0-FEFAF3598671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2" name="pg3271">
                <a:extLst>
                  <a:ext uri="{FF2B5EF4-FFF2-40B4-BE49-F238E27FC236}">
                    <a16:creationId xmlns:a16="http://schemas.microsoft.com/office/drawing/2014/main" id="{8938BDD9-5C89-BDF0-900F-B18D07868224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3" name="pg3272">
                <a:extLst>
                  <a:ext uri="{FF2B5EF4-FFF2-40B4-BE49-F238E27FC236}">
                    <a16:creationId xmlns:a16="http://schemas.microsoft.com/office/drawing/2014/main" id="{0DBAD29D-733D-5B5B-A804-5A7863EB836A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4" name="pg3273">
                <a:extLst>
                  <a:ext uri="{FF2B5EF4-FFF2-40B4-BE49-F238E27FC236}">
                    <a16:creationId xmlns:a16="http://schemas.microsoft.com/office/drawing/2014/main" id="{4D1340CE-6B77-E08E-4D2B-AC9775C2FB39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5" name="pg3274">
                <a:extLst>
                  <a:ext uri="{FF2B5EF4-FFF2-40B4-BE49-F238E27FC236}">
                    <a16:creationId xmlns:a16="http://schemas.microsoft.com/office/drawing/2014/main" id="{282B4B65-5544-D361-F13B-AB8502C2AF53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6" name="pg3275">
                <a:extLst>
                  <a:ext uri="{FF2B5EF4-FFF2-40B4-BE49-F238E27FC236}">
                    <a16:creationId xmlns:a16="http://schemas.microsoft.com/office/drawing/2014/main" id="{7521079F-5C93-A0FA-A7F6-10F28E1ACC16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7" name="pg3276">
                <a:extLst>
                  <a:ext uri="{FF2B5EF4-FFF2-40B4-BE49-F238E27FC236}">
                    <a16:creationId xmlns:a16="http://schemas.microsoft.com/office/drawing/2014/main" id="{0624E83B-C8E8-B5A4-DB89-78FC1ABBAD8D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8" name="pg3277">
                <a:extLst>
                  <a:ext uri="{FF2B5EF4-FFF2-40B4-BE49-F238E27FC236}">
                    <a16:creationId xmlns:a16="http://schemas.microsoft.com/office/drawing/2014/main" id="{F7C290E1-1FC9-5C7F-3D23-2AC0A851E531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9" name="pg3278">
                <a:extLst>
                  <a:ext uri="{FF2B5EF4-FFF2-40B4-BE49-F238E27FC236}">
                    <a16:creationId xmlns:a16="http://schemas.microsoft.com/office/drawing/2014/main" id="{C72B078F-3B7A-8723-8AB1-D47F6C7CEC5C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0" name="pg3279">
                <a:extLst>
                  <a:ext uri="{FF2B5EF4-FFF2-40B4-BE49-F238E27FC236}">
                    <a16:creationId xmlns:a16="http://schemas.microsoft.com/office/drawing/2014/main" id="{A698073D-9952-D79C-38F5-060DFE00C8FB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1" name="pg3280">
                <a:extLst>
                  <a:ext uri="{FF2B5EF4-FFF2-40B4-BE49-F238E27FC236}">
                    <a16:creationId xmlns:a16="http://schemas.microsoft.com/office/drawing/2014/main" id="{D5DEAD2B-FF5D-B957-6B0F-CFF07C4FBBA1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2" name="pg3281">
                <a:extLst>
                  <a:ext uri="{FF2B5EF4-FFF2-40B4-BE49-F238E27FC236}">
                    <a16:creationId xmlns:a16="http://schemas.microsoft.com/office/drawing/2014/main" id="{B75CAAD2-9019-1B13-65FA-5F803EA612BE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3" name="pg3282">
                <a:extLst>
                  <a:ext uri="{FF2B5EF4-FFF2-40B4-BE49-F238E27FC236}">
                    <a16:creationId xmlns:a16="http://schemas.microsoft.com/office/drawing/2014/main" id="{EC04E302-9DA8-F31F-A234-177E5E9AD571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4" name="pg3283">
                <a:extLst>
                  <a:ext uri="{FF2B5EF4-FFF2-40B4-BE49-F238E27FC236}">
                    <a16:creationId xmlns:a16="http://schemas.microsoft.com/office/drawing/2014/main" id="{270FF203-FB24-F83D-C302-C1BDB6EC7045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5" name="pg3284">
                <a:extLst>
                  <a:ext uri="{FF2B5EF4-FFF2-40B4-BE49-F238E27FC236}">
                    <a16:creationId xmlns:a16="http://schemas.microsoft.com/office/drawing/2014/main" id="{F4E631C1-7BD0-07BA-88AC-68E8356A59BB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6" name="pg3285">
                <a:extLst>
                  <a:ext uri="{FF2B5EF4-FFF2-40B4-BE49-F238E27FC236}">
                    <a16:creationId xmlns:a16="http://schemas.microsoft.com/office/drawing/2014/main" id="{26EFAC25-48F3-E4D2-4BFF-E246C463641F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7" name="pg3286">
                <a:extLst>
                  <a:ext uri="{FF2B5EF4-FFF2-40B4-BE49-F238E27FC236}">
                    <a16:creationId xmlns:a16="http://schemas.microsoft.com/office/drawing/2014/main" id="{238457E8-C272-C7C4-657E-D35C651159F8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8" name="pg3287">
                <a:extLst>
                  <a:ext uri="{FF2B5EF4-FFF2-40B4-BE49-F238E27FC236}">
                    <a16:creationId xmlns:a16="http://schemas.microsoft.com/office/drawing/2014/main" id="{CB7E4A1D-6D8C-EAC2-0955-F714A160F4B6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9" name="pg3288">
                <a:extLst>
                  <a:ext uri="{FF2B5EF4-FFF2-40B4-BE49-F238E27FC236}">
                    <a16:creationId xmlns:a16="http://schemas.microsoft.com/office/drawing/2014/main" id="{5E17FCA2-1BC7-26D9-EE02-8D0FF3B6C047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0" name="pg3289">
                <a:extLst>
                  <a:ext uri="{FF2B5EF4-FFF2-40B4-BE49-F238E27FC236}">
                    <a16:creationId xmlns:a16="http://schemas.microsoft.com/office/drawing/2014/main" id="{A8BCB1C4-69F2-C2FC-0698-12571B829D99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1" name="pg3290">
                <a:extLst>
                  <a:ext uri="{FF2B5EF4-FFF2-40B4-BE49-F238E27FC236}">
                    <a16:creationId xmlns:a16="http://schemas.microsoft.com/office/drawing/2014/main" id="{033CFD99-B61B-ABDF-A30E-80DB9104E453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2" name="pg3291">
                <a:extLst>
                  <a:ext uri="{FF2B5EF4-FFF2-40B4-BE49-F238E27FC236}">
                    <a16:creationId xmlns:a16="http://schemas.microsoft.com/office/drawing/2014/main" id="{2D445BB2-E543-7662-6821-117C96BAD58B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3" name="pg3292">
                <a:extLst>
                  <a:ext uri="{FF2B5EF4-FFF2-40B4-BE49-F238E27FC236}">
                    <a16:creationId xmlns:a16="http://schemas.microsoft.com/office/drawing/2014/main" id="{93F2C0FB-15E5-A1DC-88B4-8501DEB5B8C3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4" name="pg3293">
                <a:extLst>
                  <a:ext uri="{FF2B5EF4-FFF2-40B4-BE49-F238E27FC236}">
                    <a16:creationId xmlns:a16="http://schemas.microsoft.com/office/drawing/2014/main" id="{5CA3B27F-869B-D37A-3FDD-C95CA7B16B17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5" name="pg3294">
                <a:extLst>
                  <a:ext uri="{FF2B5EF4-FFF2-40B4-BE49-F238E27FC236}">
                    <a16:creationId xmlns:a16="http://schemas.microsoft.com/office/drawing/2014/main" id="{DB2ADB07-FB75-7EFD-BFBD-887F8BB301B9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6" name="pg3295">
                <a:extLst>
                  <a:ext uri="{FF2B5EF4-FFF2-40B4-BE49-F238E27FC236}">
                    <a16:creationId xmlns:a16="http://schemas.microsoft.com/office/drawing/2014/main" id="{26544483-3B12-0B9C-285F-EB6BD817E47A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7" name="pg3296">
                <a:extLst>
                  <a:ext uri="{FF2B5EF4-FFF2-40B4-BE49-F238E27FC236}">
                    <a16:creationId xmlns:a16="http://schemas.microsoft.com/office/drawing/2014/main" id="{00F0F988-E476-D713-6BB2-F4D45701295C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8" name="pg3297">
                <a:extLst>
                  <a:ext uri="{FF2B5EF4-FFF2-40B4-BE49-F238E27FC236}">
                    <a16:creationId xmlns:a16="http://schemas.microsoft.com/office/drawing/2014/main" id="{BE29C133-4991-919C-CC59-DCAC5160C207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9" name="pg3298">
                <a:extLst>
                  <a:ext uri="{FF2B5EF4-FFF2-40B4-BE49-F238E27FC236}">
                    <a16:creationId xmlns:a16="http://schemas.microsoft.com/office/drawing/2014/main" id="{2A43D9ED-4EBE-33B3-0DB9-924371D928E3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0" name="pg3299">
                <a:extLst>
                  <a:ext uri="{FF2B5EF4-FFF2-40B4-BE49-F238E27FC236}">
                    <a16:creationId xmlns:a16="http://schemas.microsoft.com/office/drawing/2014/main" id="{90CF9D10-EEF5-2D1A-9D0E-E7876F02365C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1" name="pg3300">
                <a:extLst>
                  <a:ext uri="{FF2B5EF4-FFF2-40B4-BE49-F238E27FC236}">
                    <a16:creationId xmlns:a16="http://schemas.microsoft.com/office/drawing/2014/main" id="{7520FAB6-195B-4CFD-6533-477ADC93A0C9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2" name="pg3301">
                <a:extLst>
                  <a:ext uri="{FF2B5EF4-FFF2-40B4-BE49-F238E27FC236}">
                    <a16:creationId xmlns:a16="http://schemas.microsoft.com/office/drawing/2014/main" id="{7B1E78DB-C1DF-8583-68B4-02C56B7E3C38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3" name="pg3302">
                <a:extLst>
                  <a:ext uri="{FF2B5EF4-FFF2-40B4-BE49-F238E27FC236}">
                    <a16:creationId xmlns:a16="http://schemas.microsoft.com/office/drawing/2014/main" id="{09DAC030-AAFE-3556-E6AA-9B9DE5D33EDB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4" name="pg3303">
                <a:extLst>
                  <a:ext uri="{FF2B5EF4-FFF2-40B4-BE49-F238E27FC236}">
                    <a16:creationId xmlns:a16="http://schemas.microsoft.com/office/drawing/2014/main" id="{291E2B02-BA37-5CA0-C68D-30B8EA98DB9C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5" name="pg3304">
                <a:extLst>
                  <a:ext uri="{FF2B5EF4-FFF2-40B4-BE49-F238E27FC236}">
                    <a16:creationId xmlns:a16="http://schemas.microsoft.com/office/drawing/2014/main" id="{C15E9DAA-2AF6-D26A-F88A-C64AD951A453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6" name="pg3305">
                <a:extLst>
                  <a:ext uri="{FF2B5EF4-FFF2-40B4-BE49-F238E27FC236}">
                    <a16:creationId xmlns:a16="http://schemas.microsoft.com/office/drawing/2014/main" id="{43EA3E58-5798-1D91-A4C2-1DB78F60273E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7" name="pg3306">
                <a:extLst>
                  <a:ext uri="{FF2B5EF4-FFF2-40B4-BE49-F238E27FC236}">
                    <a16:creationId xmlns:a16="http://schemas.microsoft.com/office/drawing/2014/main" id="{EFF19E02-4609-818F-133F-F325522EA72E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8" name="pg3307">
                <a:extLst>
                  <a:ext uri="{FF2B5EF4-FFF2-40B4-BE49-F238E27FC236}">
                    <a16:creationId xmlns:a16="http://schemas.microsoft.com/office/drawing/2014/main" id="{C79844B7-2A2D-7F76-09B3-07018A2C05B9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9" name="pg3308">
                <a:extLst>
                  <a:ext uri="{FF2B5EF4-FFF2-40B4-BE49-F238E27FC236}">
                    <a16:creationId xmlns:a16="http://schemas.microsoft.com/office/drawing/2014/main" id="{2ADAFC29-083E-6037-86ED-DE52717D1237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0" name="pg3309">
                <a:extLst>
                  <a:ext uri="{FF2B5EF4-FFF2-40B4-BE49-F238E27FC236}">
                    <a16:creationId xmlns:a16="http://schemas.microsoft.com/office/drawing/2014/main" id="{965B6D09-80C3-64EB-5700-E51C133DC91A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1" name="pg3310">
                <a:extLst>
                  <a:ext uri="{FF2B5EF4-FFF2-40B4-BE49-F238E27FC236}">
                    <a16:creationId xmlns:a16="http://schemas.microsoft.com/office/drawing/2014/main" id="{BC4CFA26-9850-CE86-EC93-42B45880EDE6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2" name="pg3311">
                <a:extLst>
                  <a:ext uri="{FF2B5EF4-FFF2-40B4-BE49-F238E27FC236}">
                    <a16:creationId xmlns:a16="http://schemas.microsoft.com/office/drawing/2014/main" id="{F0EFCE0F-0AE4-C153-02DA-36E2DAD2C572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3" name="pg3312">
                <a:extLst>
                  <a:ext uri="{FF2B5EF4-FFF2-40B4-BE49-F238E27FC236}">
                    <a16:creationId xmlns:a16="http://schemas.microsoft.com/office/drawing/2014/main" id="{DD0F543E-8675-1530-4C33-A59FDC51CB2F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4" name="pg3313">
                <a:extLst>
                  <a:ext uri="{FF2B5EF4-FFF2-40B4-BE49-F238E27FC236}">
                    <a16:creationId xmlns:a16="http://schemas.microsoft.com/office/drawing/2014/main" id="{31498B5D-418E-60B4-987A-115C19BBA1CC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5" name="pg3314">
                <a:extLst>
                  <a:ext uri="{FF2B5EF4-FFF2-40B4-BE49-F238E27FC236}">
                    <a16:creationId xmlns:a16="http://schemas.microsoft.com/office/drawing/2014/main" id="{2C380AEA-AEC0-8CE7-A623-96F2F467B6CB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6" name="pg3315">
                <a:extLst>
                  <a:ext uri="{FF2B5EF4-FFF2-40B4-BE49-F238E27FC236}">
                    <a16:creationId xmlns:a16="http://schemas.microsoft.com/office/drawing/2014/main" id="{FC01268C-B174-574A-6C7A-9B09B8DC7DD2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7" name="pg3316">
                <a:extLst>
                  <a:ext uri="{FF2B5EF4-FFF2-40B4-BE49-F238E27FC236}">
                    <a16:creationId xmlns:a16="http://schemas.microsoft.com/office/drawing/2014/main" id="{1ABD6597-3995-89E7-3CBA-B32BDB5FCEB9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8" name="pg3317">
                <a:extLst>
                  <a:ext uri="{FF2B5EF4-FFF2-40B4-BE49-F238E27FC236}">
                    <a16:creationId xmlns:a16="http://schemas.microsoft.com/office/drawing/2014/main" id="{BB20F581-D910-B31F-78F3-94763DE81689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9" name="pg3318">
                <a:extLst>
                  <a:ext uri="{FF2B5EF4-FFF2-40B4-BE49-F238E27FC236}">
                    <a16:creationId xmlns:a16="http://schemas.microsoft.com/office/drawing/2014/main" id="{DE61C8FF-517F-A0D9-09A3-8587F3DB536E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0" name="pg3319">
                <a:extLst>
                  <a:ext uri="{FF2B5EF4-FFF2-40B4-BE49-F238E27FC236}">
                    <a16:creationId xmlns:a16="http://schemas.microsoft.com/office/drawing/2014/main" id="{04CE9C08-1ACA-2617-3377-DD70A33A8DFD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1" name="pg3320">
                <a:extLst>
                  <a:ext uri="{FF2B5EF4-FFF2-40B4-BE49-F238E27FC236}">
                    <a16:creationId xmlns:a16="http://schemas.microsoft.com/office/drawing/2014/main" id="{70DC9D17-4857-BB96-608D-D15D1A249E6E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2" name="pg3321">
                <a:extLst>
                  <a:ext uri="{FF2B5EF4-FFF2-40B4-BE49-F238E27FC236}">
                    <a16:creationId xmlns:a16="http://schemas.microsoft.com/office/drawing/2014/main" id="{52F3A0FF-1B9C-D626-AB2D-C430ED90EAE6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3" name="pg3322">
                <a:extLst>
                  <a:ext uri="{FF2B5EF4-FFF2-40B4-BE49-F238E27FC236}">
                    <a16:creationId xmlns:a16="http://schemas.microsoft.com/office/drawing/2014/main" id="{065B7555-9465-82DF-8061-D69FD5895319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4" name="pg3323">
                <a:extLst>
                  <a:ext uri="{FF2B5EF4-FFF2-40B4-BE49-F238E27FC236}">
                    <a16:creationId xmlns:a16="http://schemas.microsoft.com/office/drawing/2014/main" id="{F776F201-144B-33E8-B643-24ABC545732E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5" name="pg3324">
                <a:extLst>
                  <a:ext uri="{FF2B5EF4-FFF2-40B4-BE49-F238E27FC236}">
                    <a16:creationId xmlns:a16="http://schemas.microsoft.com/office/drawing/2014/main" id="{948DF54D-1288-AC28-E97C-0BDDC8E8F459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6" name="pg3325">
                <a:extLst>
                  <a:ext uri="{FF2B5EF4-FFF2-40B4-BE49-F238E27FC236}">
                    <a16:creationId xmlns:a16="http://schemas.microsoft.com/office/drawing/2014/main" id="{81827C46-00D2-409D-1418-68D619E82BA5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7" name="pg3326">
                <a:extLst>
                  <a:ext uri="{FF2B5EF4-FFF2-40B4-BE49-F238E27FC236}">
                    <a16:creationId xmlns:a16="http://schemas.microsoft.com/office/drawing/2014/main" id="{491F2EA3-C8C8-3FE2-42E7-3D093B569255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8" name="pg3327">
                <a:extLst>
                  <a:ext uri="{FF2B5EF4-FFF2-40B4-BE49-F238E27FC236}">
                    <a16:creationId xmlns:a16="http://schemas.microsoft.com/office/drawing/2014/main" id="{3E4BA9BD-D5CE-B612-2914-7252498E64A9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9" name="pg3328">
                <a:extLst>
                  <a:ext uri="{FF2B5EF4-FFF2-40B4-BE49-F238E27FC236}">
                    <a16:creationId xmlns:a16="http://schemas.microsoft.com/office/drawing/2014/main" id="{FBC176B0-8618-3693-79D7-6EF0719CE00B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0" name="pg3329">
                <a:extLst>
                  <a:ext uri="{FF2B5EF4-FFF2-40B4-BE49-F238E27FC236}">
                    <a16:creationId xmlns:a16="http://schemas.microsoft.com/office/drawing/2014/main" id="{5C430124-67D3-DBF8-B5A1-B9842B9D8429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1" name="pg3330">
                <a:extLst>
                  <a:ext uri="{FF2B5EF4-FFF2-40B4-BE49-F238E27FC236}">
                    <a16:creationId xmlns:a16="http://schemas.microsoft.com/office/drawing/2014/main" id="{5C7D0380-8B10-CB49-EB65-51B53A017102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2" name="pg3331">
                <a:extLst>
                  <a:ext uri="{FF2B5EF4-FFF2-40B4-BE49-F238E27FC236}">
                    <a16:creationId xmlns:a16="http://schemas.microsoft.com/office/drawing/2014/main" id="{70D527FF-1412-8720-F383-DCFA5D4C0052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3" name="pg3332">
                <a:extLst>
                  <a:ext uri="{FF2B5EF4-FFF2-40B4-BE49-F238E27FC236}">
                    <a16:creationId xmlns:a16="http://schemas.microsoft.com/office/drawing/2014/main" id="{39D8DCCE-E4C7-5488-80B5-FB515B8FCF14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4" name="pg3333">
                <a:extLst>
                  <a:ext uri="{FF2B5EF4-FFF2-40B4-BE49-F238E27FC236}">
                    <a16:creationId xmlns:a16="http://schemas.microsoft.com/office/drawing/2014/main" id="{BEA1B40F-AD8F-AE0F-FCD1-B6BD34337A5C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5" name="pg3334">
                <a:extLst>
                  <a:ext uri="{FF2B5EF4-FFF2-40B4-BE49-F238E27FC236}">
                    <a16:creationId xmlns:a16="http://schemas.microsoft.com/office/drawing/2014/main" id="{A54C1A6D-A455-4451-4662-966CD6D32085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6" name="pg3335">
                <a:extLst>
                  <a:ext uri="{FF2B5EF4-FFF2-40B4-BE49-F238E27FC236}">
                    <a16:creationId xmlns:a16="http://schemas.microsoft.com/office/drawing/2014/main" id="{86C11A4D-074C-AF30-F0DD-6F9350456F2B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7" name="pg3336">
                <a:extLst>
                  <a:ext uri="{FF2B5EF4-FFF2-40B4-BE49-F238E27FC236}">
                    <a16:creationId xmlns:a16="http://schemas.microsoft.com/office/drawing/2014/main" id="{D8912DCA-A0DB-BE6D-FB49-17F816F79DB5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8" name="pg3337">
                <a:extLst>
                  <a:ext uri="{FF2B5EF4-FFF2-40B4-BE49-F238E27FC236}">
                    <a16:creationId xmlns:a16="http://schemas.microsoft.com/office/drawing/2014/main" id="{90C54424-4707-2F89-61FF-6A3501A8B565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9" name="pg3338">
                <a:extLst>
                  <a:ext uri="{FF2B5EF4-FFF2-40B4-BE49-F238E27FC236}">
                    <a16:creationId xmlns:a16="http://schemas.microsoft.com/office/drawing/2014/main" id="{C54EB29E-8674-84BA-AD41-1A32800ACCEA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0" name="pg3339">
                <a:extLst>
                  <a:ext uri="{FF2B5EF4-FFF2-40B4-BE49-F238E27FC236}">
                    <a16:creationId xmlns:a16="http://schemas.microsoft.com/office/drawing/2014/main" id="{E0A8DA52-9A4F-7271-6E8B-4DA053CF9094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1" name="pg3340">
                <a:extLst>
                  <a:ext uri="{FF2B5EF4-FFF2-40B4-BE49-F238E27FC236}">
                    <a16:creationId xmlns:a16="http://schemas.microsoft.com/office/drawing/2014/main" id="{E5698051-5875-BA19-6634-E626B03EDC50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2" name="pg3341">
                <a:extLst>
                  <a:ext uri="{FF2B5EF4-FFF2-40B4-BE49-F238E27FC236}">
                    <a16:creationId xmlns:a16="http://schemas.microsoft.com/office/drawing/2014/main" id="{28AE8DDD-AD35-FE8C-0E9B-0197A5A8D621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3" name="pg3342">
                <a:extLst>
                  <a:ext uri="{FF2B5EF4-FFF2-40B4-BE49-F238E27FC236}">
                    <a16:creationId xmlns:a16="http://schemas.microsoft.com/office/drawing/2014/main" id="{5FA546AC-15EA-40D9-CE5F-33F575D18E06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4" name="pg3343">
                <a:extLst>
                  <a:ext uri="{FF2B5EF4-FFF2-40B4-BE49-F238E27FC236}">
                    <a16:creationId xmlns:a16="http://schemas.microsoft.com/office/drawing/2014/main" id="{D8C22C32-6763-47A9-0D92-A14307955906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5" name="pg3344">
                <a:extLst>
                  <a:ext uri="{FF2B5EF4-FFF2-40B4-BE49-F238E27FC236}">
                    <a16:creationId xmlns:a16="http://schemas.microsoft.com/office/drawing/2014/main" id="{71A4BE47-0CC8-9D41-955C-AE5846E78F0F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6" name="pg3345">
                <a:extLst>
                  <a:ext uri="{FF2B5EF4-FFF2-40B4-BE49-F238E27FC236}">
                    <a16:creationId xmlns:a16="http://schemas.microsoft.com/office/drawing/2014/main" id="{8EB3C969-CA57-9E86-8FEE-A860C01BCB4B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7" name="pg3346">
                <a:extLst>
                  <a:ext uri="{FF2B5EF4-FFF2-40B4-BE49-F238E27FC236}">
                    <a16:creationId xmlns:a16="http://schemas.microsoft.com/office/drawing/2014/main" id="{FA292459-666B-476F-B458-E9CD542D72C1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8" name="pg3347">
                <a:extLst>
                  <a:ext uri="{FF2B5EF4-FFF2-40B4-BE49-F238E27FC236}">
                    <a16:creationId xmlns:a16="http://schemas.microsoft.com/office/drawing/2014/main" id="{03965A84-6BB1-F842-F5E1-1A833B6DB09D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9" name="pg3348">
                <a:extLst>
                  <a:ext uri="{FF2B5EF4-FFF2-40B4-BE49-F238E27FC236}">
                    <a16:creationId xmlns:a16="http://schemas.microsoft.com/office/drawing/2014/main" id="{7A625663-2F6D-58CA-F144-27771F9BE0B0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0" name="pg3349">
                <a:extLst>
                  <a:ext uri="{FF2B5EF4-FFF2-40B4-BE49-F238E27FC236}">
                    <a16:creationId xmlns:a16="http://schemas.microsoft.com/office/drawing/2014/main" id="{E3C91E5F-671F-FC01-CC27-6DF06DED2BF7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1" name="pg3350">
                <a:extLst>
                  <a:ext uri="{FF2B5EF4-FFF2-40B4-BE49-F238E27FC236}">
                    <a16:creationId xmlns:a16="http://schemas.microsoft.com/office/drawing/2014/main" id="{C7EB6C3F-5A31-FA1F-6640-DD7D4FA04A8A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2" name="pg3351">
                <a:extLst>
                  <a:ext uri="{FF2B5EF4-FFF2-40B4-BE49-F238E27FC236}">
                    <a16:creationId xmlns:a16="http://schemas.microsoft.com/office/drawing/2014/main" id="{22095DFB-9C03-7BFB-C7F5-F0786A320EEB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3" name="pg3352">
                <a:extLst>
                  <a:ext uri="{FF2B5EF4-FFF2-40B4-BE49-F238E27FC236}">
                    <a16:creationId xmlns:a16="http://schemas.microsoft.com/office/drawing/2014/main" id="{3937090C-2CA6-80B8-4D2C-2035CC915023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4" name="pg3353">
                <a:extLst>
                  <a:ext uri="{FF2B5EF4-FFF2-40B4-BE49-F238E27FC236}">
                    <a16:creationId xmlns:a16="http://schemas.microsoft.com/office/drawing/2014/main" id="{3C585835-3496-6947-53B7-7E918DC64465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5" name="pg3354">
                <a:extLst>
                  <a:ext uri="{FF2B5EF4-FFF2-40B4-BE49-F238E27FC236}">
                    <a16:creationId xmlns:a16="http://schemas.microsoft.com/office/drawing/2014/main" id="{6E99F009-4283-BCE8-0CD6-2CFF2CDC686B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6" name="pg3355">
                <a:extLst>
                  <a:ext uri="{FF2B5EF4-FFF2-40B4-BE49-F238E27FC236}">
                    <a16:creationId xmlns:a16="http://schemas.microsoft.com/office/drawing/2014/main" id="{44FA0114-14CA-7BDF-683C-D2CE265A1449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7" name="pg3356">
                <a:extLst>
                  <a:ext uri="{FF2B5EF4-FFF2-40B4-BE49-F238E27FC236}">
                    <a16:creationId xmlns:a16="http://schemas.microsoft.com/office/drawing/2014/main" id="{0D54AB9D-E439-8D55-191E-70F89BE8419E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8" name="pg3357">
                <a:extLst>
                  <a:ext uri="{FF2B5EF4-FFF2-40B4-BE49-F238E27FC236}">
                    <a16:creationId xmlns:a16="http://schemas.microsoft.com/office/drawing/2014/main" id="{1C5A2A33-513C-41DD-3F38-A44823BA1A35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9" name="pg3358">
                <a:extLst>
                  <a:ext uri="{FF2B5EF4-FFF2-40B4-BE49-F238E27FC236}">
                    <a16:creationId xmlns:a16="http://schemas.microsoft.com/office/drawing/2014/main" id="{7D24A483-D98B-0E83-B0D8-A4510D50620A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0" name="pg3359">
                <a:extLst>
                  <a:ext uri="{FF2B5EF4-FFF2-40B4-BE49-F238E27FC236}">
                    <a16:creationId xmlns:a16="http://schemas.microsoft.com/office/drawing/2014/main" id="{DBEA0684-CFBD-C935-4E2B-CADBC309C659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1" name="pg3360">
                <a:extLst>
                  <a:ext uri="{FF2B5EF4-FFF2-40B4-BE49-F238E27FC236}">
                    <a16:creationId xmlns:a16="http://schemas.microsoft.com/office/drawing/2014/main" id="{448E472D-FAE7-7E7E-22F7-64F07A6DE0E8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2" name="pg3361">
                <a:extLst>
                  <a:ext uri="{FF2B5EF4-FFF2-40B4-BE49-F238E27FC236}">
                    <a16:creationId xmlns:a16="http://schemas.microsoft.com/office/drawing/2014/main" id="{5030CCED-CE90-8C41-C91D-402DA93B477B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3" name="pg3362">
                <a:extLst>
                  <a:ext uri="{FF2B5EF4-FFF2-40B4-BE49-F238E27FC236}">
                    <a16:creationId xmlns:a16="http://schemas.microsoft.com/office/drawing/2014/main" id="{86291611-358C-159D-5659-8D0F69924C1E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4" name="pg3363">
                <a:extLst>
                  <a:ext uri="{FF2B5EF4-FFF2-40B4-BE49-F238E27FC236}">
                    <a16:creationId xmlns:a16="http://schemas.microsoft.com/office/drawing/2014/main" id="{185BCAA0-A788-6BA5-C0FF-DAB6EA8CDDEF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5" name="pg3364">
                <a:extLst>
                  <a:ext uri="{FF2B5EF4-FFF2-40B4-BE49-F238E27FC236}">
                    <a16:creationId xmlns:a16="http://schemas.microsoft.com/office/drawing/2014/main" id="{EDCFD293-3C51-0202-1876-D9C0894C19B8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6" name="pg3365">
                <a:extLst>
                  <a:ext uri="{FF2B5EF4-FFF2-40B4-BE49-F238E27FC236}">
                    <a16:creationId xmlns:a16="http://schemas.microsoft.com/office/drawing/2014/main" id="{1641881C-6CF3-817C-F49B-1173CB877439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7" name="pg3366">
                <a:extLst>
                  <a:ext uri="{FF2B5EF4-FFF2-40B4-BE49-F238E27FC236}">
                    <a16:creationId xmlns:a16="http://schemas.microsoft.com/office/drawing/2014/main" id="{E92E09D7-7AB6-ED69-2F10-F745691B19BD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8" name="pg3367">
                <a:extLst>
                  <a:ext uri="{FF2B5EF4-FFF2-40B4-BE49-F238E27FC236}">
                    <a16:creationId xmlns:a16="http://schemas.microsoft.com/office/drawing/2014/main" id="{4771F8CF-1DF8-2E82-9366-AEF9E0D26FB7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9" name="pg3368">
                <a:extLst>
                  <a:ext uri="{FF2B5EF4-FFF2-40B4-BE49-F238E27FC236}">
                    <a16:creationId xmlns:a16="http://schemas.microsoft.com/office/drawing/2014/main" id="{27D2BDBE-61A9-0FBC-A6E0-5D53BB5C6264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0" name="pg3369">
                <a:extLst>
                  <a:ext uri="{FF2B5EF4-FFF2-40B4-BE49-F238E27FC236}">
                    <a16:creationId xmlns:a16="http://schemas.microsoft.com/office/drawing/2014/main" id="{34953B66-00EB-152A-2FC7-0AE8C74B8B96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1" name="pg3370">
                <a:extLst>
                  <a:ext uri="{FF2B5EF4-FFF2-40B4-BE49-F238E27FC236}">
                    <a16:creationId xmlns:a16="http://schemas.microsoft.com/office/drawing/2014/main" id="{FAC27030-3C66-8229-7D41-D8EC446F7D80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2" name="pg3371">
                <a:extLst>
                  <a:ext uri="{FF2B5EF4-FFF2-40B4-BE49-F238E27FC236}">
                    <a16:creationId xmlns:a16="http://schemas.microsoft.com/office/drawing/2014/main" id="{DFD1EF23-7B97-AE22-802C-6E3F7EF31A2B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3" name="pg3372">
                <a:extLst>
                  <a:ext uri="{FF2B5EF4-FFF2-40B4-BE49-F238E27FC236}">
                    <a16:creationId xmlns:a16="http://schemas.microsoft.com/office/drawing/2014/main" id="{91EA5778-1FA3-B13F-47B2-C42C5E5A9DC2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4" name="pg3373">
                <a:extLst>
                  <a:ext uri="{FF2B5EF4-FFF2-40B4-BE49-F238E27FC236}">
                    <a16:creationId xmlns:a16="http://schemas.microsoft.com/office/drawing/2014/main" id="{93B670F5-4211-A0E7-CEB7-C713027198DF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5" name="pg3374">
                <a:extLst>
                  <a:ext uri="{FF2B5EF4-FFF2-40B4-BE49-F238E27FC236}">
                    <a16:creationId xmlns:a16="http://schemas.microsoft.com/office/drawing/2014/main" id="{A74A019D-F2AC-D21D-CBD5-29809E74FDDA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6" name="pg3375">
                <a:extLst>
                  <a:ext uri="{FF2B5EF4-FFF2-40B4-BE49-F238E27FC236}">
                    <a16:creationId xmlns:a16="http://schemas.microsoft.com/office/drawing/2014/main" id="{4712EF8D-547C-D4E2-4C97-68404BBE81F5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7" name="pg3376">
                <a:extLst>
                  <a:ext uri="{FF2B5EF4-FFF2-40B4-BE49-F238E27FC236}">
                    <a16:creationId xmlns:a16="http://schemas.microsoft.com/office/drawing/2014/main" id="{CA4A8085-35AD-F923-D0E8-C83F5D117E23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8" name="pg3377">
                <a:extLst>
                  <a:ext uri="{FF2B5EF4-FFF2-40B4-BE49-F238E27FC236}">
                    <a16:creationId xmlns:a16="http://schemas.microsoft.com/office/drawing/2014/main" id="{153B112A-91A7-7C78-7B6E-7D95A8C747AE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9" name="pg3378">
                <a:extLst>
                  <a:ext uri="{FF2B5EF4-FFF2-40B4-BE49-F238E27FC236}">
                    <a16:creationId xmlns:a16="http://schemas.microsoft.com/office/drawing/2014/main" id="{8A8C2FAA-54D3-2250-7EEC-CA54413A5A72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0" name="pg3379">
                <a:extLst>
                  <a:ext uri="{FF2B5EF4-FFF2-40B4-BE49-F238E27FC236}">
                    <a16:creationId xmlns:a16="http://schemas.microsoft.com/office/drawing/2014/main" id="{E94E74BB-3989-8384-CFF1-FC60D7F97FB6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1" name="pg3380">
                <a:extLst>
                  <a:ext uri="{FF2B5EF4-FFF2-40B4-BE49-F238E27FC236}">
                    <a16:creationId xmlns:a16="http://schemas.microsoft.com/office/drawing/2014/main" id="{7ED8245C-3767-BB85-4DED-BB59ED5E6E11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2" name="pg3381">
                <a:extLst>
                  <a:ext uri="{FF2B5EF4-FFF2-40B4-BE49-F238E27FC236}">
                    <a16:creationId xmlns:a16="http://schemas.microsoft.com/office/drawing/2014/main" id="{3EA8134A-D583-ED3B-505E-AF8A8CF06957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3" name="pg3382">
                <a:extLst>
                  <a:ext uri="{FF2B5EF4-FFF2-40B4-BE49-F238E27FC236}">
                    <a16:creationId xmlns:a16="http://schemas.microsoft.com/office/drawing/2014/main" id="{09DE41EF-B3BB-2F25-9FF0-024EB08BDE54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4" name="pg3383">
                <a:extLst>
                  <a:ext uri="{FF2B5EF4-FFF2-40B4-BE49-F238E27FC236}">
                    <a16:creationId xmlns:a16="http://schemas.microsoft.com/office/drawing/2014/main" id="{EC789CC7-B340-A50C-F93F-38511E018035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5" name="pg3384">
                <a:extLst>
                  <a:ext uri="{FF2B5EF4-FFF2-40B4-BE49-F238E27FC236}">
                    <a16:creationId xmlns:a16="http://schemas.microsoft.com/office/drawing/2014/main" id="{0CE65EF0-4D07-BEF7-CF0E-07D1BF45B08A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6" name="pg3385">
                <a:extLst>
                  <a:ext uri="{FF2B5EF4-FFF2-40B4-BE49-F238E27FC236}">
                    <a16:creationId xmlns:a16="http://schemas.microsoft.com/office/drawing/2014/main" id="{01EDCE22-08DA-BA81-4369-4F051CDD2079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7" name="pg3386">
                <a:extLst>
                  <a:ext uri="{FF2B5EF4-FFF2-40B4-BE49-F238E27FC236}">
                    <a16:creationId xmlns:a16="http://schemas.microsoft.com/office/drawing/2014/main" id="{82BC962F-9BD3-B26F-C2BC-A7652B4CF6FA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8" name="pg3387">
                <a:extLst>
                  <a:ext uri="{FF2B5EF4-FFF2-40B4-BE49-F238E27FC236}">
                    <a16:creationId xmlns:a16="http://schemas.microsoft.com/office/drawing/2014/main" id="{05369146-6521-2AAB-00BE-BA12735E69BD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9" name="pg3388">
                <a:extLst>
                  <a:ext uri="{FF2B5EF4-FFF2-40B4-BE49-F238E27FC236}">
                    <a16:creationId xmlns:a16="http://schemas.microsoft.com/office/drawing/2014/main" id="{E2E43495-1DB0-6F73-1050-53974F8AB1FC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0" name="pg3389">
                <a:extLst>
                  <a:ext uri="{FF2B5EF4-FFF2-40B4-BE49-F238E27FC236}">
                    <a16:creationId xmlns:a16="http://schemas.microsoft.com/office/drawing/2014/main" id="{7DE2E9D3-3076-7C18-0639-48489BFFB653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1" name="pg3390">
                <a:extLst>
                  <a:ext uri="{FF2B5EF4-FFF2-40B4-BE49-F238E27FC236}">
                    <a16:creationId xmlns:a16="http://schemas.microsoft.com/office/drawing/2014/main" id="{66D7743A-66F1-F478-1F1D-34E04CB8F512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2" name="pg3391">
                <a:extLst>
                  <a:ext uri="{FF2B5EF4-FFF2-40B4-BE49-F238E27FC236}">
                    <a16:creationId xmlns:a16="http://schemas.microsoft.com/office/drawing/2014/main" id="{ADA6F325-70CF-8CE3-44D1-B23BD8178016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3" name="pg3392">
                <a:extLst>
                  <a:ext uri="{FF2B5EF4-FFF2-40B4-BE49-F238E27FC236}">
                    <a16:creationId xmlns:a16="http://schemas.microsoft.com/office/drawing/2014/main" id="{45E57324-6772-ECD6-9B64-3BEAE86D9EDB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4" name="pg3393">
                <a:extLst>
                  <a:ext uri="{FF2B5EF4-FFF2-40B4-BE49-F238E27FC236}">
                    <a16:creationId xmlns:a16="http://schemas.microsoft.com/office/drawing/2014/main" id="{B8272D2F-BFB8-4B2A-8BAA-1F224DE9D718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5" name="pg3394">
                <a:extLst>
                  <a:ext uri="{FF2B5EF4-FFF2-40B4-BE49-F238E27FC236}">
                    <a16:creationId xmlns:a16="http://schemas.microsoft.com/office/drawing/2014/main" id="{AF4DF994-4AA2-33A8-A42C-19378F614D66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6" name="pg3395">
                <a:extLst>
                  <a:ext uri="{FF2B5EF4-FFF2-40B4-BE49-F238E27FC236}">
                    <a16:creationId xmlns:a16="http://schemas.microsoft.com/office/drawing/2014/main" id="{2A0642D2-6379-DCDD-35DE-7B68C69D9C9B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7" name="pg3396">
                <a:extLst>
                  <a:ext uri="{FF2B5EF4-FFF2-40B4-BE49-F238E27FC236}">
                    <a16:creationId xmlns:a16="http://schemas.microsoft.com/office/drawing/2014/main" id="{C52D6437-BA4A-89A5-DFA2-E289E484D155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8" name="pg3397">
                <a:extLst>
                  <a:ext uri="{FF2B5EF4-FFF2-40B4-BE49-F238E27FC236}">
                    <a16:creationId xmlns:a16="http://schemas.microsoft.com/office/drawing/2014/main" id="{05A87B48-4170-91AA-F48A-7C7AFD4F2727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9" name="pg3398">
                <a:extLst>
                  <a:ext uri="{FF2B5EF4-FFF2-40B4-BE49-F238E27FC236}">
                    <a16:creationId xmlns:a16="http://schemas.microsoft.com/office/drawing/2014/main" id="{B2116136-00F0-A805-F8D4-C0220A8ABFBC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0" name="pg3399">
                <a:extLst>
                  <a:ext uri="{FF2B5EF4-FFF2-40B4-BE49-F238E27FC236}">
                    <a16:creationId xmlns:a16="http://schemas.microsoft.com/office/drawing/2014/main" id="{427F969E-A402-00D0-BCE2-2648E188A6E8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1" name="pg3400">
                <a:extLst>
                  <a:ext uri="{FF2B5EF4-FFF2-40B4-BE49-F238E27FC236}">
                    <a16:creationId xmlns:a16="http://schemas.microsoft.com/office/drawing/2014/main" id="{D12C8B74-F86E-D1C2-73E9-9AD2B2C2DCE9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2" name="pg3401">
                <a:extLst>
                  <a:ext uri="{FF2B5EF4-FFF2-40B4-BE49-F238E27FC236}">
                    <a16:creationId xmlns:a16="http://schemas.microsoft.com/office/drawing/2014/main" id="{BC2145D4-B2CD-14E0-91A4-887934F0D49D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3" name="pg3402">
                <a:extLst>
                  <a:ext uri="{FF2B5EF4-FFF2-40B4-BE49-F238E27FC236}">
                    <a16:creationId xmlns:a16="http://schemas.microsoft.com/office/drawing/2014/main" id="{FBE1246A-A659-8F68-3A72-3FDCB42D36FD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4" name="pg3403">
                <a:extLst>
                  <a:ext uri="{FF2B5EF4-FFF2-40B4-BE49-F238E27FC236}">
                    <a16:creationId xmlns:a16="http://schemas.microsoft.com/office/drawing/2014/main" id="{7DB6FBB3-0697-E913-C5FC-FD78DEFC1321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5" name="pg3404">
                <a:extLst>
                  <a:ext uri="{FF2B5EF4-FFF2-40B4-BE49-F238E27FC236}">
                    <a16:creationId xmlns:a16="http://schemas.microsoft.com/office/drawing/2014/main" id="{89DD2D87-FF1A-4F6C-6B65-C0D1A6127979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6" name="pg3405">
                <a:extLst>
                  <a:ext uri="{FF2B5EF4-FFF2-40B4-BE49-F238E27FC236}">
                    <a16:creationId xmlns:a16="http://schemas.microsoft.com/office/drawing/2014/main" id="{E48854EC-09D5-172C-6C78-F009B4D31461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7" name="pg3406">
                <a:extLst>
                  <a:ext uri="{FF2B5EF4-FFF2-40B4-BE49-F238E27FC236}">
                    <a16:creationId xmlns:a16="http://schemas.microsoft.com/office/drawing/2014/main" id="{C8745032-7944-08F5-A0F9-72C057BC39AF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8" name="pg3407">
                <a:extLst>
                  <a:ext uri="{FF2B5EF4-FFF2-40B4-BE49-F238E27FC236}">
                    <a16:creationId xmlns:a16="http://schemas.microsoft.com/office/drawing/2014/main" id="{02E4BCCE-C9D0-F28B-6333-D5FC713DB93F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9" name="pg3408">
                <a:extLst>
                  <a:ext uri="{FF2B5EF4-FFF2-40B4-BE49-F238E27FC236}">
                    <a16:creationId xmlns:a16="http://schemas.microsoft.com/office/drawing/2014/main" id="{5CC37AC2-FEE0-C631-0C16-9421C4C97F2D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0" name="pg3409">
                <a:extLst>
                  <a:ext uri="{FF2B5EF4-FFF2-40B4-BE49-F238E27FC236}">
                    <a16:creationId xmlns:a16="http://schemas.microsoft.com/office/drawing/2014/main" id="{10C8530A-E0FB-4B68-3344-671F3D36EA94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1" name="pg3410">
                <a:extLst>
                  <a:ext uri="{FF2B5EF4-FFF2-40B4-BE49-F238E27FC236}">
                    <a16:creationId xmlns:a16="http://schemas.microsoft.com/office/drawing/2014/main" id="{DD061FC8-1337-0D61-DC4B-89A5E19A8CB2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2" name="pg3411">
                <a:extLst>
                  <a:ext uri="{FF2B5EF4-FFF2-40B4-BE49-F238E27FC236}">
                    <a16:creationId xmlns:a16="http://schemas.microsoft.com/office/drawing/2014/main" id="{DD10A77A-9FF5-51E5-ED01-DBAA1D9AD90E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3" name="pg3412">
                <a:extLst>
                  <a:ext uri="{FF2B5EF4-FFF2-40B4-BE49-F238E27FC236}">
                    <a16:creationId xmlns:a16="http://schemas.microsoft.com/office/drawing/2014/main" id="{7D0BA202-016A-6FBD-701D-0A897784833B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4" name="pg3413">
                <a:extLst>
                  <a:ext uri="{FF2B5EF4-FFF2-40B4-BE49-F238E27FC236}">
                    <a16:creationId xmlns:a16="http://schemas.microsoft.com/office/drawing/2014/main" id="{54CAC6CB-37DA-EF73-3555-431E8FA5DD16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5" name="pg3414">
                <a:extLst>
                  <a:ext uri="{FF2B5EF4-FFF2-40B4-BE49-F238E27FC236}">
                    <a16:creationId xmlns:a16="http://schemas.microsoft.com/office/drawing/2014/main" id="{AC534F33-1601-7FE8-0209-FE97BCAE1521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6" name="pg3415">
                <a:extLst>
                  <a:ext uri="{FF2B5EF4-FFF2-40B4-BE49-F238E27FC236}">
                    <a16:creationId xmlns:a16="http://schemas.microsoft.com/office/drawing/2014/main" id="{6269FF52-CED4-18D9-EFB5-79CD1A4465A7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7" name="pg3416">
                <a:extLst>
                  <a:ext uri="{FF2B5EF4-FFF2-40B4-BE49-F238E27FC236}">
                    <a16:creationId xmlns:a16="http://schemas.microsoft.com/office/drawing/2014/main" id="{4BD1114E-F03C-4DBB-746F-79E110E73FBD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8" name="pg3417">
                <a:extLst>
                  <a:ext uri="{FF2B5EF4-FFF2-40B4-BE49-F238E27FC236}">
                    <a16:creationId xmlns:a16="http://schemas.microsoft.com/office/drawing/2014/main" id="{05C1CE28-C628-7305-290C-E8D2BB639520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9" name="pg3418">
                <a:extLst>
                  <a:ext uri="{FF2B5EF4-FFF2-40B4-BE49-F238E27FC236}">
                    <a16:creationId xmlns:a16="http://schemas.microsoft.com/office/drawing/2014/main" id="{58A05F4F-80D0-4A1B-5BFF-F157B66427F1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0" name="pg3419">
                <a:extLst>
                  <a:ext uri="{FF2B5EF4-FFF2-40B4-BE49-F238E27FC236}">
                    <a16:creationId xmlns:a16="http://schemas.microsoft.com/office/drawing/2014/main" id="{CAE3E520-E3C4-F5A6-EC1C-23FAB75DA587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1" name="pg3420">
                <a:extLst>
                  <a:ext uri="{FF2B5EF4-FFF2-40B4-BE49-F238E27FC236}">
                    <a16:creationId xmlns:a16="http://schemas.microsoft.com/office/drawing/2014/main" id="{0325031D-EEC3-E6DF-A523-F94B224D911D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2" name="pg3421">
                <a:extLst>
                  <a:ext uri="{FF2B5EF4-FFF2-40B4-BE49-F238E27FC236}">
                    <a16:creationId xmlns:a16="http://schemas.microsoft.com/office/drawing/2014/main" id="{685A5A6C-687D-1C22-FC4D-89E722B47659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3" name="pg3422">
                <a:extLst>
                  <a:ext uri="{FF2B5EF4-FFF2-40B4-BE49-F238E27FC236}">
                    <a16:creationId xmlns:a16="http://schemas.microsoft.com/office/drawing/2014/main" id="{BBE43436-DCB0-3AD9-D2EA-EECE9C0A7420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4" name="pg3423">
                <a:extLst>
                  <a:ext uri="{FF2B5EF4-FFF2-40B4-BE49-F238E27FC236}">
                    <a16:creationId xmlns:a16="http://schemas.microsoft.com/office/drawing/2014/main" id="{550118FA-A4FF-6146-6941-2909207AA153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5" name="pg3424">
                <a:extLst>
                  <a:ext uri="{FF2B5EF4-FFF2-40B4-BE49-F238E27FC236}">
                    <a16:creationId xmlns:a16="http://schemas.microsoft.com/office/drawing/2014/main" id="{AA68F42A-3EF0-2139-D091-680116FA427F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6" name="pg3425">
                <a:extLst>
                  <a:ext uri="{FF2B5EF4-FFF2-40B4-BE49-F238E27FC236}">
                    <a16:creationId xmlns:a16="http://schemas.microsoft.com/office/drawing/2014/main" id="{DC2F7F9D-7483-9F22-6328-B5691F459FBD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7" name="pg3426">
                <a:extLst>
                  <a:ext uri="{FF2B5EF4-FFF2-40B4-BE49-F238E27FC236}">
                    <a16:creationId xmlns:a16="http://schemas.microsoft.com/office/drawing/2014/main" id="{3FC2EAA2-FC95-207B-D421-A6010BED3AB1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8" name="pg3427">
                <a:extLst>
                  <a:ext uri="{FF2B5EF4-FFF2-40B4-BE49-F238E27FC236}">
                    <a16:creationId xmlns:a16="http://schemas.microsoft.com/office/drawing/2014/main" id="{27169B3C-57E8-6283-8656-757853165CBB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9" name="pg3428">
                <a:extLst>
                  <a:ext uri="{FF2B5EF4-FFF2-40B4-BE49-F238E27FC236}">
                    <a16:creationId xmlns:a16="http://schemas.microsoft.com/office/drawing/2014/main" id="{31989C20-6A9C-AFDA-B014-ACC2A6EDF138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0" name="pg3429">
                <a:extLst>
                  <a:ext uri="{FF2B5EF4-FFF2-40B4-BE49-F238E27FC236}">
                    <a16:creationId xmlns:a16="http://schemas.microsoft.com/office/drawing/2014/main" id="{1E2F4680-59C6-B8F0-B506-3E8350D09B9D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1" name="pg3430">
                <a:extLst>
                  <a:ext uri="{FF2B5EF4-FFF2-40B4-BE49-F238E27FC236}">
                    <a16:creationId xmlns:a16="http://schemas.microsoft.com/office/drawing/2014/main" id="{35F19794-5E79-A3AC-5F5F-0EC01D9AD334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2" name="pg3431">
                <a:extLst>
                  <a:ext uri="{FF2B5EF4-FFF2-40B4-BE49-F238E27FC236}">
                    <a16:creationId xmlns:a16="http://schemas.microsoft.com/office/drawing/2014/main" id="{033079C3-34DD-4CF8-97B4-C077D1A8C300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3" name="pg3432">
                <a:extLst>
                  <a:ext uri="{FF2B5EF4-FFF2-40B4-BE49-F238E27FC236}">
                    <a16:creationId xmlns:a16="http://schemas.microsoft.com/office/drawing/2014/main" id="{6220537C-3464-8102-B19D-9082FE2A8624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4" name="pg3433">
                <a:extLst>
                  <a:ext uri="{FF2B5EF4-FFF2-40B4-BE49-F238E27FC236}">
                    <a16:creationId xmlns:a16="http://schemas.microsoft.com/office/drawing/2014/main" id="{26695155-686F-C338-C889-7FD9559423F9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5" name="pg3434">
                <a:extLst>
                  <a:ext uri="{FF2B5EF4-FFF2-40B4-BE49-F238E27FC236}">
                    <a16:creationId xmlns:a16="http://schemas.microsoft.com/office/drawing/2014/main" id="{D2EB69D4-0E3B-3319-5998-D4A1ACDB917A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6" name="pg3435">
                <a:extLst>
                  <a:ext uri="{FF2B5EF4-FFF2-40B4-BE49-F238E27FC236}">
                    <a16:creationId xmlns:a16="http://schemas.microsoft.com/office/drawing/2014/main" id="{95AD59F8-4239-4846-34D0-090D71DC4610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7" name="pg3436">
                <a:extLst>
                  <a:ext uri="{FF2B5EF4-FFF2-40B4-BE49-F238E27FC236}">
                    <a16:creationId xmlns:a16="http://schemas.microsoft.com/office/drawing/2014/main" id="{481E6323-B955-5D55-EF88-1E76D786A80E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8" name="pg3437">
                <a:extLst>
                  <a:ext uri="{FF2B5EF4-FFF2-40B4-BE49-F238E27FC236}">
                    <a16:creationId xmlns:a16="http://schemas.microsoft.com/office/drawing/2014/main" id="{11FF0822-588E-E2EF-E3ED-A540BCE52B72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9" name="pg3438">
                <a:extLst>
                  <a:ext uri="{FF2B5EF4-FFF2-40B4-BE49-F238E27FC236}">
                    <a16:creationId xmlns:a16="http://schemas.microsoft.com/office/drawing/2014/main" id="{E6D6B510-E5E4-3E39-E7CE-F0881E436B32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0" name="pg3439">
                <a:extLst>
                  <a:ext uri="{FF2B5EF4-FFF2-40B4-BE49-F238E27FC236}">
                    <a16:creationId xmlns:a16="http://schemas.microsoft.com/office/drawing/2014/main" id="{2005163D-61BF-85BC-E46F-BE58999123D1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1" name="pg3440">
                <a:extLst>
                  <a:ext uri="{FF2B5EF4-FFF2-40B4-BE49-F238E27FC236}">
                    <a16:creationId xmlns:a16="http://schemas.microsoft.com/office/drawing/2014/main" id="{D1A4A55D-6B3E-38B8-D8BA-D033C2091227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2" name="pg3441">
                <a:extLst>
                  <a:ext uri="{FF2B5EF4-FFF2-40B4-BE49-F238E27FC236}">
                    <a16:creationId xmlns:a16="http://schemas.microsoft.com/office/drawing/2014/main" id="{C311519C-D261-26CE-E6D6-4F6FE7300B92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3" name="pg3442">
                <a:extLst>
                  <a:ext uri="{FF2B5EF4-FFF2-40B4-BE49-F238E27FC236}">
                    <a16:creationId xmlns:a16="http://schemas.microsoft.com/office/drawing/2014/main" id="{3EC8D3CB-FA78-B6C0-1879-80C4C1050957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4" name="pg3443">
                <a:extLst>
                  <a:ext uri="{FF2B5EF4-FFF2-40B4-BE49-F238E27FC236}">
                    <a16:creationId xmlns:a16="http://schemas.microsoft.com/office/drawing/2014/main" id="{D1FF6BD0-85B2-6516-4D03-5F6E8111D5B2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5" name="pg3444">
                <a:extLst>
                  <a:ext uri="{FF2B5EF4-FFF2-40B4-BE49-F238E27FC236}">
                    <a16:creationId xmlns:a16="http://schemas.microsoft.com/office/drawing/2014/main" id="{C172FCEE-B1A7-D130-D859-B0B9B0BC33C3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6" name="pg3445">
                <a:extLst>
                  <a:ext uri="{FF2B5EF4-FFF2-40B4-BE49-F238E27FC236}">
                    <a16:creationId xmlns:a16="http://schemas.microsoft.com/office/drawing/2014/main" id="{7CC49239-EACF-E8EC-BEF8-DFCAD96A08A8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7" name="pg3446">
                <a:extLst>
                  <a:ext uri="{FF2B5EF4-FFF2-40B4-BE49-F238E27FC236}">
                    <a16:creationId xmlns:a16="http://schemas.microsoft.com/office/drawing/2014/main" id="{EA89B811-9A89-A7ED-D920-FFD73A74A0C4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8" name="pg3447">
                <a:extLst>
                  <a:ext uri="{FF2B5EF4-FFF2-40B4-BE49-F238E27FC236}">
                    <a16:creationId xmlns:a16="http://schemas.microsoft.com/office/drawing/2014/main" id="{9D75BF45-CDD3-8E91-BD58-9325EF443277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9" name="pg3448">
                <a:extLst>
                  <a:ext uri="{FF2B5EF4-FFF2-40B4-BE49-F238E27FC236}">
                    <a16:creationId xmlns:a16="http://schemas.microsoft.com/office/drawing/2014/main" id="{C7FA3F54-6ABE-88D8-3494-DE94659D6617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0" name="pg3449">
                <a:extLst>
                  <a:ext uri="{FF2B5EF4-FFF2-40B4-BE49-F238E27FC236}">
                    <a16:creationId xmlns:a16="http://schemas.microsoft.com/office/drawing/2014/main" id="{0C6F0E05-4DBD-B87D-4834-B57537617E6E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1" name="pg3450">
                <a:extLst>
                  <a:ext uri="{FF2B5EF4-FFF2-40B4-BE49-F238E27FC236}">
                    <a16:creationId xmlns:a16="http://schemas.microsoft.com/office/drawing/2014/main" id="{3F2A34E6-FAC0-A876-E133-AE3E02F67D45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2" name="pg3451">
                <a:extLst>
                  <a:ext uri="{FF2B5EF4-FFF2-40B4-BE49-F238E27FC236}">
                    <a16:creationId xmlns:a16="http://schemas.microsoft.com/office/drawing/2014/main" id="{6DE71929-A797-4746-E813-6AE36F8A8CB9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3" name="pg3452">
                <a:extLst>
                  <a:ext uri="{FF2B5EF4-FFF2-40B4-BE49-F238E27FC236}">
                    <a16:creationId xmlns:a16="http://schemas.microsoft.com/office/drawing/2014/main" id="{D200BB4D-2D28-E7F0-087C-B0C0F721B45A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4" name="pg3453">
                <a:extLst>
                  <a:ext uri="{FF2B5EF4-FFF2-40B4-BE49-F238E27FC236}">
                    <a16:creationId xmlns:a16="http://schemas.microsoft.com/office/drawing/2014/main" id="{89F92DDA-EF53-B6DE-F06A-59B0D643B920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5" name="pg3454">
                <a:extLst>
                  <a:ext uri="{FF2B5EF4-FFF2-40B4-BE49-F238E27FC236}">
                    <a16:creationId xmlns:a16="http://schemas.microsoft.com/office/drawing/2014/main" id="{775552CB-A79F-03CF-2B39-589F33CF168D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6" name="pg3455">
                <a:extLst>
                  <a:ext uri="{FF2B5EF4-FFF2-40B4-BE49-F238E27FC236}">
                    <a16:creationId xmlns:a16="http://schemas.microsoft.com/office/drawing/2014/main" id="{C0AE3E9A-C943-D3AC-F15E-560220174E26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7" name="pg3456">
                <a:extLst>
                  <a:ext uri="{FF2B5EF4-FFF2-40B4-BE49-F238E27FC236}">
                    <a16:creationId xmlns:a16="http://schemas.microsoft.com/office/drawing/2014/main" id="{D95324E4-F319-4C03-6A91-729761349ABE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8" name="pg3457">
                <a:extLst>
                  <a:ext uri="{FF2B5EF4-FFF2-40B4-BE49-F238E27FC236}">
                    <a16:creationId xmlns:a16="http://schemas.microsoft.com/office/drawing/2014/main" id="{E1FA126F-7CBE-B6BA-8270-A8D6281AC1D6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9" name="pg3458">
                <a:extLst>
                  <a:ext uri="{FF2B5EF4-FFF2-40B4-BE49-F238E27FC236}">
                    <a16:creationId xmlns:a16="http://schemas.microsoft.com/office/drawing/2014/main" id="{873456B4-96A1-1558-C5DC-6E3C4B437414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0" name="pg3459">
                <a:extLst>
                  <a:ext uri="{FF2B5EF4-FFF2-40B4-BE49-F238E27FC236}">
                    <a16:creationId xmlns:a16="http://schemas.microsoft.com/office/drawing/2014/main" id="{03B76DBE-E538-A108-E27E-474B41CC33A8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1" name="pg3460">
                <a:extLst>
                  <a:ext uri="{FF2B5EF4-FFF2-40B4-BE49-F238E27FC236}">
                    <a16:creationId xmlns:a16="http://schemas.microsoft.com/office/drawing/2014/main" id="{ED708098-64A9-6053-B0F2-2A077BB51F84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2" name="pg3461">
                <a:extLst>
                  <a:ext uri="{FF2B5EF4-FFF2-40B4-BE49-F238E27FC236}">
                    <a16:creationId xmlns:a16="http://schemas.microsoft.com/office/drawing/2014/main" id="{96C6E986-ABF9-B096-EFA6-BDCC6B8CB8F0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3" name="pg3462">
                <a:extLst>
                  <a:ext uri="{FF2B5EF4-FFF2-40B4-BE49-F238E27FC236}">
                    <a16:creationId xmlns:a16="http://schemas.microsoft.com/office/drawing/2014/main" id="{7495934D-67E6-7957-EDFC-25EC5AD8098A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4" name="pg3463">
                <a:extLst>
                  <a:ext uri="{FF2B5EF4-FFF2-40B4-BE49-F238E27FC236}">
                    <a16:creationId xmlns:a16="http://schemas.microsoft.com/office/drawing/2014/main" id="{DD48399B-4DD9-CAB4-F960-4B6461619F6B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5" name="pg3464">
                <a:extLst>
                  <a:ext uri="{FF2B5EF4-FFF2-40B4-BE49-F238E27FC236}">
                    <a16:creationId xmlns:a16="http://schemas.microsoft.com/office/drawing/2014/main" id="{C12E103B-F8D0-6E85-25CD-DCE460C750D3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6" name="pg3465">
                <a:extLst>
                  <a:ext uri="{FF2B5EF4-FFF2-40B4-BE49-F238E27FC236}">
                    <a16:creationId xmlns:a16="http://schemas.microsoft.com/office/drawing/2014/main" id="{DAD1FB50-D84D-A2B0-A784-4420633D4627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7" name="pg3466">
                <a:extLst>
                  <a:ext uri="{FF2B5EF4-FFF2-40B4-BE49-F238E27FC236}">
                    <a16:creationId xmlns:a16="http://schemas.microsoft.com/office/drawing/2014/main" id="{B6E321CB-5414-A1B1-7CF4-4516E83D83A9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8" name="pg3467">
                <a:extLst>
                  <a:ext uri="{FF2B5EF4-FFF2-40B4-BE49-F238E27FC236}">
                    <a16:creationId xmlns:a16="http://schemas.microsoft.com/office/drawing/2014/main" id="{49428B77-0702-6BD7-637F-685F43A812B9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9" name="pg3468">
                <a:extLst>
                  <a:ext uri="{FF2B5EF4-FFF2-40B4-BE49-F238E27FC236}">
                    <a16:creationId xmlns:a16="http://schemas.microsoft.com/office/drawing/2014/main" id="{D271F6E0-2A81-4B6F-8584-56C313F65130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0" name="pg3469">
                <a:extLst>
                  <a:ext uri="{FF2B5EF4-FFF2-40B4-BE49-F238E27FC236}">
                    <a16:creationId xmlns:a16="http://schemas.microsoft.com/office/drawing/2014/main" id="{CA980E21-9956-BA55-CB5B-96C7358E4CC3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1" name="pg3470">
                <a:extLst>
                  <a:ext uri="{FF2B5EF4-FFF2-40B4-BE49-F238E27FC236}">
                    <a16:creationId xmlns:a16="http://schemas.microsoft.com/office/drawing/2014/main" id="{F81D7BC2-3DEF-317C-73CB-CC16C0AF722C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2" name="pg3471">
                <a:extLst>
                  <a:ext uri="{FF2B5EF4-FFF2-40B4-BE49-F238E27FC236}">
                    <a16:creationId xmlns:a16="http://schemas.microsoft.com/office/drawing/2014/main" id="{A83E5DDB-7268-054B-FE88-A13917D97981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3" name="pg3472">
                <a:extLst>
                  <a:ext uri="{FF2B5EF4-FFF2-40B4-BE49-F238E27FC236}">
                    <a16:creationId xmlns:a16="http://schemas.microsoft.com/office/drawing/2014/main" id="{CCDB9C0D-CAD4-53C7-27E9-095FEA623286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4" name="pg3473">
                <a:extLst>
                  <a:ext uri="{FF2B5EF4-FFF2-40B4-BE49-F238E27FC236}">
                    <a16:creationId xmlns:a16="http://schemas.microsoft.com/office/drawing/2014/main" id="{DCA43CD4-8968-6029-C2EA-1BD574B9DED2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5" name="pg3474">
                <a:extLst>
                  <a:ext uri="{FF2B5EF4-FFF2-40B4-BE49-F238E27FC236}">
                    <a16:creationId xmlns:a16="http://schemas.microsoft.com/office/drawing/2014/main" id="{275877C3-FB33-849A-E54B-154550CB786B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6" name="pg3475">
                <a:extLst>
                  <a:ext uri="{FF2B5EF4-FFF2-40B4-BE49-F238E27FC236}">
                    <a16:creationId xmlns:a16="http://schemas.microsoft.com/office/drawing/2014/main" id="{D178B155-CD1B-356B-913F-6E7EBBDD3D84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7" name="pg3476">
                <a:extLst>
                  <a:ext uri="{FF2B5EF4-FFF2-40B4-BE49-F238E27FC236}">
                    <a16:creationId xmlns:a16="http://schemas.microsoft.com/office/drawing/2014/main" id="{868D7BDF-BA35-9FAE-16DC-2992BE0AA509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8" name="pg3477">
                <a:extLst>
                  <a:ext uri="{FF2B5EF4-FFF2-40B4-BE49-F238E27FC236}">
                    <a16:creationId xmlns:a16="http://schemas.microsoft.com/office/drawing/2014/main" id="{6D1E63D5-3FFE-F049-9DE4-EDD48BFA5F2D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9" name="pg3478">
                <a:extLst>
                  <a:ext uri="{FF2B5EF4-FFF2-40B4-BE49-F238E27FC236}">
                    <a16:creationId xmlns:a16="http://schemas.microsoft.com/office/drawing/2014/main" id="{86461A47-2DD7-4EC8-F259-224CD1395609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0" name="pg3479">
                <a:extLst>
                  <a:ext uri="{FF2B5EF4-FFF2-40B4-BE49-F238E27FC236}">
                    <a16:creationId xmlns:a16="http://schemas.microsoft.com/office/drawing/2014/main" id="{89556107-3343-BAD4-5B28-CD2E484F50DC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1" name="pg3480">
                <a:extLst>
                  <a:ext uri="{FF2B5EF4-FFF2-40B4-BE49-F238E27FC236}">
                    <a16:creationId xmlns:a16="http://schemas.microsoft.com/office/drawing/2014/main" id="{F737D29E-1847-DFF9-4AC8-7127B949BF0A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2" name="pg3481">
                <a:extLst>
                  <a:ext uri="{FF2B5EF4-FFF2-40B4-BE49-F238E27FC236}">
                    <a16:creationId xmlns:a16="http://schemas.microsoft.com/office/drawing/2014/main" id="{32F3641B-BF66-1941-D87A-F56BD39A50AB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3" name="pg3482">
                <a:extLst>
                  <a:ext uri="{FF2B5EF4-FFF2-40B4-BE49-F238E27FC236}">
                    <a16:creationId xmlns:a16="http://schemas.microsoft.com/office/drawing/2014/main" id="{5F6A8896-E7D2-DC30-B4C3-447A4C4666DA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4" name="pg3483">
                <a:extLst>
                  <a:ext uri="{FF2B5EF4-FFF2-40B4-BE49-F238E27FC236}">
                    <a16:creationId xmlns:a16="http://schemas.microsoft.com/office/drawing/2014/main" id="{5371D39B-31C3-320E-491E-378B2F1951B2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5" name="pg3484">
                <a:extLst>
                  <a:ext uri="{FF2B5EF4-FFF2-40B4-BE49-F238E27FC236}">
                    <a16:creationId xmlns:a16="http://schemas.microsoft.com/office/drawing/2014/main" id="{1957F409-8A21-6CD0-4D6E-86BE04AB29DF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6" name="pg3485">
                <a:extLst>
                  <a:ext uri="{FF2B5EF4-FFF2-40B4-BE49-F238E27FC236}">
                    <a16:creationId xmlns:a16="http://schemas.microsoft.com/office/drawing/2014/main" id="{7B6D46AB-DC91-C965-9D5B-F8EA6A66E422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7" name="pg3486">
                <a:extLst>
                  <a:ext uri="{FF2B5EF4-FFF2-40B4-BE49-F238E27FC236}">
                    <a16:creationId xmlns:a16="http://schemas.microsoft.com/office/drawing/2014/main" id="{48B08C32-FC01-FD9C-B9BE-1C5A078E75B1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8" name="pg3487">
                <a:extLst>
                  <a:ext uri="{FF2B5EF4-FFF2-40B4-BE49-F238E27FC236}">
                    <a16:creationId xmlns:a16="http://schemas.microsoft.com/office/drawing/2014/main" id="{29E2EECC-F612-0DC6-8986-71D501496175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9" name="pg3488">
                <a:extLst>
                  <a:ext uri="{FF2B5EF4-FFF2-40B4-BE49-F238E27FC236}">
                    <a16:creationId xmlns:a16="http://schemas.microsoft.com/office/drawing/2014/main" id="{111B02B2-7EB3-C94E-4089-908284D4B91F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0" name="pg3489">
                <a:extLst>
                  <a:ext uri="{FF2B5EF4-FFF2-40B4-BE49-F238E27FC236}">
                    <a16:creationId xmlns:a16="http://schemas.microsoft.com/office/drawing/2014/main" id="{0814A15A-EF16-2BFE-8BCE-8A053C36826C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1" name="pg3490">
                <a:extLst>
                  <a:ext uri="{FF2B5EF4-FFF2-40B4-BE49-F238E27FC236}">
                    <a16:creationId xmlns:a16="http://schemas.microsoft.com/office/drawing/2014/main" id="{93D6F794-1F9B-482A-5E33-C9B4EEBAF7D7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2" name="pg3491">
                <a:extLst>
                  <a:ext uri="{FF2B5EF4-FFF2-40B4-BE49-F238E27FC236}">
                    <a16:creationId xmlns:a16="http://schemas.microsoft.com/office/drawing/2014/main" id="{13683D14-F036-25E5-6F4D-D25DF403367A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3" name="pg3492">
                <a:extLst>
                  <a:ext uri="{FF2B5EF4-FFF2-40B4-BE49-F238E27FC236}">
                    <a16:creationId xmlns:a16="http://schemas.microsoft.com/office/drawing/2014/main" id="{B477374B-0076-EAEF-2CAC-E650E0A2493F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4" name="pg3493">
                <a:extLst>
                  <a:ext uri="{FF2B5EF4-FFF2-40B4-BE49-F238E27FC236}">
                    <a16:creationId xmlns:a16="http://schemas.microsoft.com/office/drawing/2014/main" id="{0EC8605F-B240-A170-D267-DA46ED87BE37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5" name="pg3494">
                <a:extLst>
                  <a:ext uri="{FF2B5EF4-FFF2-40B4-BE49-F238E27FC236}">
                    <a16:creationId xmlns:a16="http://schemas.microsoft.com/office/drawing/2014/main" id="{FA34686D-61EA-CA58-BF7D-76630009B9EF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6" name="pg3495">
                <a:extLst>
                  <a:ext uri="{FF2B5EF4-FFF2-40B4-BE49-F238E27FC236}">
                    <a16:creationId xmlns:a16="http://schemas.microsoft.com/office/drawing/2014/main" id="{6573F210-67C3-9E9F-4F8F-28EDAB81BC3E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7" name="pg3496">
                <a:extLst>
                  <a:ext uri="{FF2B5EF4-FFF2-40B4-BE49-F238E27FC236}">
                    <a16:creationId xmlns:a16="http://schemas.microsoft.com/office/drawing/2014/main" id="{D4233840-7614-8E06-CDDE-E9D8B75302C6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8" name="pg3497">
                <a:extLst>
                  <a:ext uri="{FF2B5EF4-FFF2-40B4-BE49-F238E27FC236}">
                    <a16:creationId xmlns:a16="http://schemas.microsoft.com/office/drawing/2014/main" id="{44D48415-BB60-78E1-4973-03EA1A89BBA6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9" name="pg3498">
                <a:extLst>
                  <a:ext uri="{FF2B5EF4-FFF2-40B4-BE49-F238E27FC236}">
                    <a16:creationId xmlns:a16="http://schemas.microsoft.com/office/drawing/2014/main" id="{C2D22557-3DD8-E2CE-6D46-0E4BB2EEE870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0" name="pg3499">
                <a:extLst>
                  <a:ext uri="{FF2B5EF4-FFF2-40B4-BE49-F238E27FC236}">
                    <a16:creationId xmlns:a16="http://schemas.microsoft.com/office/drawing/2014/main" id="{DA82B7E8-06D9-6C92-FAFE-45D191543D52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1" name="pg3500">
                <a:extLst>
                  <a:ext uri="{FF2B5EF4-FFF2-40B4-BE49-F238E27FC236}">
                    <a16:creationId xmlns:a16="http://schemas.microsoft.com/office/drawing/2014/main" id="{0B0E22C0-1CD1-0CFD-2B99-35ED42E4AAC5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2" name="pg3501">
                <a:extLst>
                  <a:ext uri="{FF2B5EF4-FFF2-40B4-BE49-F238E27FC236}">
                    <a16:creationId xmlns:a16="http://schemas.microsoft.com/office/drawing/2014/main" id="{A725C306-D00A-C9B6-C174-1A30F0637CDD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3" name="pg3502">
                <a:extLst>
                  <a:ext uri="{FF2B5EF4-FFF2-40B4-BE49-F238E27FC236}">
                    <a16:creationId xmlns:a16="http://schemas.microsoft.com/office/drawing/2014/main" id="{0BB45C27-8D1E-D995-77AC-30A7EF5CD7D3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4" name="pg3503">
                <a:extLst>
                  <a:ext uri="{FF2B5EF4-FFF2-40B4-BE49-F238E27FC236}">
                    <a16:creationId xmlns:a16="http://schemas.microsoft.com/office/drawing/2014/main" id="{7606FE38-E742-0621-0B6B-8BE704265FFA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5" name="pg3504">
                <a:extLst>
                  <a:ext uri="{FF2B5EF4-FFF2-40B4-BE49-F238E27FC236}">
                    <a16:creationId xmlns:a16="http://schemas.microsoft.com/office/drawing/2014/main" id="{48F7C1BC-C6F9-E46A-29E9-BB34A9002033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6" name="pg3505">
                <a:extLst>
                  <a:ext uri="{FF2B5EF4-FFF2-40B4-BE49-F238E27FC236}">
                    <a16:creationId xmlns:a16="http://schemas.microsoft.com/office/drawing/2014/main" id="{4880B426-7B89-B5AB-4F22-4FB12C56AC64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7" name="pg3506">
                <a:extLst>
                  <a:ext uri="{FF2B5EF4-FFF2-40B4-BE49-F238E27FC236}">
                    <a16:creationId xmlns:a16="http://schemas.microsoft.com/office/drawing/2014/main" id="{05561DE3-BFE7-84A5-C1D4-D328FF6DF4E4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8" name="pg3507">
                <a:extLst>
                  <a:ext uri="{FF2B5EF4-FFF2-40B4-BE49-F238E27FC236}">
                    <a16:creationId xmlns:a16="http://schemas.microsoft.com/office/drawing/2014/main" id="{47E5ABB9-8F60-1AFA-282D-534D69C118DA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9" name="pg3508">
                <a:extLst>
                  <a:ext uri="{FF2B5EF4-FFF2-40B4-BE49-F238E27FC236}">
                    <a16:creationId xmlns:a16="http://schemas.microsoft.com/office/drawing/2014/main" id="{5900FC1A-4AE9-7C8B-9812-58A4663AFB7C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0" name="pg3509">
                <a:extLst>
                  <a:ext uri="{FF2B5EF4-FFF2-40B4-BE49-F238E27FC236}">
                    <a16:creationId xmlns:a16="http://schemas.microsoft.com/office/drawing/2014/main" id="{5E332201-BD4E-A8F8-C685-6BEE48FFDB33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1" name="pg3510">
                <a:extLst>
                  <a:ext uri="{FF2B5EF4-FFF2-40B4-BE49-F238E27FC236}">
                    <a16:creationId xmlns:a16="http://schemas.microsoft.com/office/drawing/2014/main" id="{48DE4397-3D85-517A-DDF9-377C4B23B129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2" name="pg3511">
                <a:extLst>
                  <a:ext uri="{FF2B5EF4-FFF2-40B4-BE49-F238E27FC236}">
                    <a16:creationId xmlns:a16="http://schemas.microsoft.com/office/drawing/2014/main" id="{BDA18D98-A6EB-555B-2A34-8FFA0D2B31B8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3" name="pg3512">
                <a:extLst>
                  <a:ext uri="{FF2B5EF4-FFF2-40B4-BE49-F238E27FC236}">
                    <a16:creationId xmlns:a16="http://schemas.microsoft.com/office/drawing/2014/main" id="{C68A377B-E886-6C03-5F6F-94C6558E0622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4" name="pg3513">
                <a:extLst>
                  <a:ext uri="{FF2B5EF4-FFF2-40B4-BE49-F238E27FC236}">
                    <a16:creationId xmlns:a16="http://schemas.microsoft.com/office/drawing/2014/main" id="{B30EDD6F-800B-0C5F-0FCF-419F1A6D6A90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5" name="pg3514">
                <a:extLst>
                  <a:ext uri="{FF2B5EF4-FFF2-40B4-BE49-F238E27FC236}">
                    <a16:creationId xmlns:a16="http://schemas.microsoft.com/office/drawing/2014/main" id="{9FAA0E5A-464F-667C-2231-FA64D6DD0392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6" name="pg3515">
                <a:extLst>
                  <a:ext uri="{FF2B5EF4-FFF2-40B4-BE49-F238E27FC236}">
                    <a16:creationId xmlns:a16="http://schemas.microsoft.com/office/drawing/2014/main" id="{6BCF0777-F591-BFD9-3657-0A23CAB42BA4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7" name="pg3516">
                <a:extLst>
                  <a:ext uri="{FF2B5EF4-FFF2-40B4-BE49-F238E27FC236}">
                    <a16:creationId xmlns:a16="http://schemas.microsoft.com/office/drawing/2014/main" id="{0CE78272-6263-4A47-C952-A268437F4BD8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8" name="pg3517">
                <a:extLst>
                  <a:ext uri="{FF2B5EF4-FFF2-40B4-BE49-F238E27FC236}">
                    <a16:creationId xmlns:a16="http://schemas.microsoft.com/office/drawing/2014/main" id="{65C55E99-F36D-6BAC-BA76-E65F2B334BEA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9" name="pg3518">
                <a:extLst>
                  <a:ext uri="{FF2B5EF4-FFF2-40B4-BE49-F238E27FC236}">
                    <a16:creationId xmlns:a16="http://schemas.microsoft.com/office/drawing/2014/main" id="{83E70602-7D6D-0272-0DAF-1EABFA970DB9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0" name="pg3519">
                <a:extLst>
                  <a:ext uri="{FF2B5EF4-FFF2-40B4-BE49-F238E27FC236}">
                    <a16:creationId xmlns:a16="http://schemas.microsoft.com/office/drawing/2014/main" id="{C3325CD5-8E3E-8361-70A6-9FC6E23DF5B1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1" name="pg3520">
                <a:extLst>
                  <a:ext uri="{FF2B5EF4-FFF2-40B4-BE49-F238E27FC236}">
                    <a16:creationId xmlns:a16="http://schemas.microsoft.com/office/drawing/2014/main" id="{56AC838E-5D0D-D89E-B85D-4ED8E61828F3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2" name="pg3521">
                <a:extLst>
                  <a:ext uri="{FF2B5EF4-FFF2-40B4-BE49-F238E27FC236}">
                    <a16:creationId xmlns:a16="http://schemas.microsoft.com/office/drawing/2014/main" id="{A09934D2-8F33-91E7-5AA3-6ED9550A52DE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3" name="pg3522">
                <a:extLst>
                  <a:ext uri="{FF2B5EF4-FFF2-40B4-BE49-F238E27FC236}">
                    <a16:creationId xmlns:a16="http://schemas.microsoft.com/office/drawing/2014/main" id="{7F4F8EFC-41B4-453C-1853-2859DCE22BD8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4" name="pg3523">
                <a:extLst>
                  <a:ext uri="{FF2B5EF4-FFF2-40B4-BE49-F238E27FC236}">
                    <a16:creationId xmlns:a16="http://schemas.microsoft.com/office/drawing/2014/main" id="{03E34E08-E3C8-C5D2-13CD-CA10BAD912FB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5" name="pg3524">
                <a:extLst>
                  <a:ext uri="{FF2B5EF4-FFF2-40B4-BE49-F238E27FC236}">
                    <a16:creationId xmlns:a16="http://schemas.microsoft.com/office/drawing/2014/main" id="{E72FDB02-0B14-BD7F-5DE7-3A9C400481B8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6" name="pg3525">
                <a:extLst>
                  <a:ext uri="{FF2B5EF4-FFF2-40B4-BE49-F238E27FC236}">
                    <a16:creationId xmlns:a16="http://schemas.microsoft.com/office/drawing/2014/main" id="{C90D35E2-84C9-07C3-9F69-EDE7A48CBA86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7" name="pg3526">
                <a:extLst>
                  <a:ext uri="{FF2B5EF4-FFF2-40B4-BE49-F238E27FC236}">
                    <a16:creationId xmlns:a16="http://schemas.microsoft.com/office/drawing/2014/main" id="{802AE63A-9010-7AB2-68CB-236CFE64571A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8" name="pg3527">
                <a:extLst>
                  <a:ext uri="{FF2B5EF4-FFF2-40B4-BE49-F238E27FC236}">
                    <a16:creationId xmlns:a16="http://schemas.microsoft.com/office/drawing/2014/main" id="{F6EB8DB3-02CE-3FBD-C314-6C5A442E2314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9" name="pg3528">
                <a:extLst>
                  <a:ext uri="{FF2B5EF4-FFF2-40B4-BE49-F238E27FC236}">
                    <a16:creationId xmlns:a16="http://schemas.microsoft.com/office/drawing/2014/main" id="{F432FF7F-0BDE-1E1E-8B4A-31138B47A68D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0" name="pg3529">
                <a:extLst>
                  <a:ext uri="{FF2B5EF4-FFF2-40B4-BE49-F238E27FC236}">
                    <a16:creationId xmlns:a16="http://schemas.microsoft.com/office/drawing/2014/main" id="{39E4B047-9F52-E438-8827-8BB3186995D2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1" name="pg3530">
                <a:extLst>
                  <a:ext uri="{FF2B5EF4-FFF2-40B4-BE49-F238E27FC236}">
                    <a16:creationId xmlns:a16="http://schemas.microsoft.com/office/drawing/2014/main" id="{AF503F57-159F-1F10-5AAB-4973A0BD0C6F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2" name="pg3531">
                <a:extLst>
                  <a:ext uri="{FF2B5EF4-FFF2-40B4-BE49-F238E27FC236}">
                    <a16:creationId xmlns:a16="http://schemas.microsoft.com/office/drawing/2014/main" id="{303BEB29-8B25-78EC-6025-172B16E183D1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3" name="pg3532">
                <a:extLst>
                  <a:ext uri="{FF2B5EF4-FFF2-40B4-BE49-F238E27FC236}">
                    <a16:creationId xmlns:a16="http://schemas.microsoft.com/office/drawing/2014/main" id="{33DA497B-2225-E74C-8CED-066F0E9F2BD0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4" name="pg3533">
                <a:extLst>
                  <a:ext uri="{FF2B5EF4-FFF2-40B4-BE49-F238E27FC236}">
                    <a16:creationId xmlns:a16="http://schemas.microsoft.com/office/drawing/2014/main" id="{B5B29540-D298-1C1A-2CA4-7A85527934DF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5" name="pg3534">
                <a:extLst>
                  <a:ext uri="{FF2B5EF4-FFF2-40B4-BE49-F238E27FC236}">
                    <a16:creationId xmlns:a16="http://schemas.microsoft.com/office/drawing/2014/main" id="{DE77D1F9-20E1-60AD-F5C8-9A5B14E48472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6" name="pg3535">
                <a:extLst>
                  <a:ext uri="{FF2B5EF4-FFF2-40B4-BE49-F238E27FC236}">
                    <a16:creationId xmlns:a16="http://schemas.microsoft.com/office/drawing/2014/main" id="{87CE5163-0FF4-19CB-77E0-2606062E1F19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7" name="pg3536">
                <a:extLst>
                  <a:ext uri="{FF2B5EF4-FFF2-40B4-BE49-F238E27FC236}">
                    <a16:creationId xmlns:a16="http://schemas.microsoft.com/office/drawing/2014/main" id="{BEE508DE-CF73-541E-65DB-17083619CA8C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8" name="pg3537">
                <a:extLst>
                  <a:ext uri="{FF2B5EF4-FFF2-40B4-BE49-F238E27FC236}">
                    <a16:creationId xmlns:a16="http://schemas.microsoft.com/office/drawing/2014/main" id="{BB1ACAFB-A15E-DA27-B1F3-ACD4EDFE3653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9" name="pg3538">
                <a:extLst>
                  <a:ext uri="{FF2B5EF4-FFF2-40B4-BE49-F238E27FC236}">
                    <a16:creationId xmlns:a16="http://schemas.microsoft.com/office/drawing/2014/main" id="{2FD86FCF-A28B-EA7C-08A8-4EE3F05948C5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0" name="pg3539">
                <a:extLst>
                  <a:ext uri="{FF2B5EF4-FFF2-40B4-BE49-F238E27FC236}">
                    <a16:creationId xmlns:a16="http://schemas.microsoft.com/office/drawing/2014/main" id="{20E011B6-C613-C4B8-8CF7-4B4099DCB6F3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1" name="pg3540">
                <a:extLst>
                  <a:ext uri="{FF2B5EF4-FFF2-40B4-BE49-F238E27FC236}">
                    <a16:creationId xmlns:a16="http://schemas.microsoft.com/office/drawing/2014/main" id="{8F172CBA-00A1-7597-F5AE-C404D6E067E3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2" name="pg3541">
                <a:extLst>
                  <a:ext uri="{FF2B5EF4-FFF2-40B4-BE49-F238E27FC236}">
                    <a16:creationId xmlns:a16="http://schemas.microsoft.com/office/drawing/2014/main" id="{1B3EFE1B-5DC7-C324-BA20-BBDFFC75506B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3" name="pg3542">
                <a:extLst>
                  <a:ext uri="{FF2B5EF4-FFF2-40B4-BE49-F238E27FC236}">
                    <a16:creationId xmlns:a16="http://schemas.microsoft.com/office/drawing/2014/main" id="{4A07BE56-9762-7D15-837B-83F3BA96F8B7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4" name="pg3543">
                <a:extLst>
                  <a:ext uri="{FF2B5EF4-FFF2-40B4-BE49-F238E27FC236}">
                    <a16:creationId xmlns:a16="http://schemas.microsoft.com/office/drawing/2014/main" id="{D87C5EE0-98C3-3584-295C-39FF6DB916C6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5" name="pg3544">
                <a:extLst>
                  <a:ext uri="{FF2B5EF4-FFF2-40B4-BE49-F238E27FC236}">
                    <a16:creationId xmlns:a16="http://schemas.microsoft.com/office/drawing/2014/main" id="{849DF7FC-B269-9183-1695-DECF7D4EF7FD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6" name="pg3545">
                <a:extLst>
                  <a:ext uri="{FF2B5EF4-FFF2-40B4-BE49-F238E27FC236}">
                    <a16:creationId xmlns:a16="http://schemas.microsoft.com/office/drawing/2014/main" id="{B5505BCD-1EC4-B065-9465-1D5AD7F7490E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7" name="pg3546">
                <a:extLst>
                  <a:ext uri="{FF2B5EF4-FFF2-40B4-BE49-F238E27FC236}">
                    <a16:creationId xmlns:a16="http://schemas.microsoft.com/office/drawing/2014/main" id="{83A24237-6F04-8A6B-AAA9-2FCD911EA39F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8" name="pg3547">
                <a:extLst>
                  <a:ext uri="{FF2B5EF4-FFF2-40B4-BE49-F238E27FC236}">
                    <a16:creationId xmlns:a16="http://schemas.microsoft.com/office/drawing/2014/main" id="{9A23EB57-709F-75ED-C8C3-91EF00071CBD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9" name="pg3548">
                <a:extLst>
                  <a:ext uri="{FF2B5EF4-FFF2-40B4-BE49-F238E27FC236}">
                    <a16:creationId xmlns:a16="http://schemas.microsoft.com/office/drawing/2014/main" id="{7C83A6AF-8ECE-2C44-4DE3-D4845F1B9FA3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0" name="pg3549">
                <a:extLst>
                  <a:ext uri="{FF2B5EF4-FFF2-40B4-BE49-F238E27FC236}">
                    <a16:creationId xmlns:a16="http://schemas.microsoft.com/office/drawing/2014/main" id="{BA7309E4-24E6-CC98-2D6A-C91449FF660D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1" name="pg3550">
                <a:extLst>
                  <a:ext uri="{FF2B5EF4-FFF2-40B4-BE49-F238E27FC236}">
                    <a16:creationId xmlns:a16="http://schemas.microsoft.com/office/drawing/2014/main" id="{6EECEDB6-8EB6-0A6B-764C-01CDD0A24479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2" name="pg3551">
                <a:extLst>
                  <a:ext uri="{FF2B5EF4-FFF2-40B4-BE49-F238E27FC236}">
                    <a16:creationId xmlns:a16="http://schemas.microsoft.com/office/drawing/2014/main" id="{10F509A7-EE4D-1642-71E8-5987CA3237CD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3" name="pg3552">
                <a:extLst>
                  <a:ext uri="{FF2B5EF4-FFF2-40B4-BE49-F238E27FC236}">
                    <a16:creationId xmlns:a16="http://schemas.microsoft.com/office/drawing/2014/main" id="{419DEDC7-7FDE-79D9-A8E0-C57A9CB3753D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4" name="pg3553">
                <a:extLst>
                  <a:ext uri="{FF2B5EF4-FFF2-40B4-BE49-F238E27FC236}">
                    <a16:creationId xmlns:a16="http://schemas.microsoft.com/office/drawing/2014/main" id="{D05F5699-B643-D781-9B7A-E8198A54502D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5" name="pg3554">
                <a:extLst>
                  <a:ext uri="{FF2B5EF4-FFF2-40B4-BE49-F238E27FC236}">
                    <a16:creationId xmlns:a16="http://schemas.microsoft.com/office/drawing/2014/main" id="{E2F7668B-B5DB-AF61-0FBB-F6B9C54EAA8F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6" name="pg3555">
                <a:extLst>
                  <a:ext uri="{FF2B5EF4-FFF2-40B4-BE49-F238E27FC236}">
                    <a16:creationId xmlns:a16="http://schemas.microsoft.com/office/drawing/2014/main" id="{B542148C-0869-BE23-6226-D0147A5DC76F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7" name="pg3556">
                <a:extLst>
                  <a:ext uri="{FF2B5EF4-FFF2-40B4-BE49-F238E27FC236}">
                    <a16:creationId xmlns:a16="http://schemas.microsoft.com/office/drawing/2014/main" id="{0D73E00A-94F3-81BA-2141-CFC9EFFDE348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8" name="pg3557">
                <a:extLst>
                  <a:ext uri="{FF2B5EF4-FFF2-40B4-BE49-F238E27FC236}">
                    <a16:creationId xmlns:a16="http://schemas.microsoft.com/office/drawing/2014/main" id="{DD49E0A9-68D5-746E-3434-412C5358660D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9" name="pg3558">
                <a:extLst>
                  <a:ext uri="{FF2B5EF4-FFF2-40B4-BE49-F238E27FC236}">
                    <a16:creationId xmlns:a16="http://schemas.microsoft.com/office/drawing/2014/main" id="{CAA3374E-462E-8942-CC91-F764DBD5EC1B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0" name="pg3559">
                <a:extLst>
                  <a:ext uri="{FF2B5EF4-FFF2-40B4-BE49-F238E27FC236}">
                    <a16:creationId xmlns:a16="http://schemas.microsoft.com/office/drawing/2014/main" id="{8ADAB3E5-7285-9CA8-6355-AA9B68DB198B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1" name="pg3560">
                <a:extLst>
                  <a:ext uri="{FF2B5EF4-FFF2-40B4-BE49-F238E27FC236}">
                    <a16:creationId xmlns:a16="http://schemas.microsoft.com/office/drawing/2014/main" id="{5CFBE9A0-43EE-42D4-49AF-156E4333F972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2" name="pg3561">
                <a:extLst>
                  <a:ext uri="{FF2B5EF4-FFF2-40B4-BE49-F238E27FC236}">
                    <a16:creationId xmlns:a16="http://schemas.microsoft.com/office/drawing/2014/main" id="{07267461-8D52-25CC-AC02-088B07689444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3" name="pg3562">
                <a:extLst>
                  <a:ext uri="{FF2B5EF4-FFF2-40B4-BE49-F238E27FC236}">
                    <a16:creationId xmlns:a16="http://schemas.microsoft.com/office/drawing/2014/main" id="{6903C76D-FF33-7709-BC3B-0AFE33E1FB00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4" name="pg3563">
                <a:extLst>
                  <a:ext uri="{FF2B5EF4-FFF2-40B4-BE49-F238E27FC236}">
                    <a16:creationId xmlns:a16="http://schemas.microsoft.com/office/drawing/2014/main" id="{3FA90736-DDEE-5A55-2E4B-D8C2F1E0083D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5" name="pg3564">
                <a:extLst>
                  <a:ext uri="{FF2B5EF4-FFF2-40B4-BE49-F238E27FC236}">
                    <a16:creationId xmlns:a16="http://schemas.microsoft.com/office/drawing/2014/main" id="{94BEF710-B39D-942E-2100-42C77BA071CF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6" name="pg3565">
                <a:extLst>
                  <a:ext uri="{FF2B5EF4-FFF2-40B4-BE49-F238E27FC236}">
                    <a16:creationId xmlns:a16="http://schemas.microsoft.com/office/drawing/2014/main" id="{513D2CEC-4F4C-F873-B3A3-D6AFBF1C950B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7" name="pg3566">
                <a:extLst>
                  <a:ext uri="{FF2B5EF4-FFF2-40B4-BE49-F238E27FC236}">
                    <a16:creationId xmlns:a16="http://schemas.microsoft.com/office/drawing/2014/main" id="{8B51E38E-30A4-43CA-35A5-7012A4ABEB51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8" name="pg3567">
                <a:extLst>
                  <a:ext uri="{FF2B5EF4-FFF2-40B4-BE49-F238E27FC236}">
                    <a16:creationId xmlns:a16="http://schemas.microsoft.com/office/drawing/2014/main" id="{20F9A911-6961-8839-FEBA-C8AAC1CC0928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9" name="pg3568">
                <a:extLst>
                  <a:ext uri="{FF2B5EF4-FFF2-40B4-BE49-F238E27FC236}">
                    <a16:creationId xmlns:a16="http://schemas.microsoft.com/office/drawing/2014/main" id="{4AFA8C91-C09C-C6CD-0A62-077127514864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0" name="pg3569">
                <a:extLst>
                  <a:ext uri="{FF2B5EF4-FFF2-40B4-BE49-F238E27FC236}">
                    <a16:creationId xmlns:a16="http://schemas.microsoft.com/office/drawing/2014/main" id="{69C16E04-0BBF-4AE5-13BB-AC8CE26B6808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1" name="pg3570">
                <a:extLst>
                  <a:ext uri="{FF2B5EF4-FFF2-40B4-BE49-F238E27FC236}">
                    <a16:creationId xmlns:a16="http://schemas.microsoft.com/office/drawing/2014/main" id="{708974C5-72FF-4FC9-39C8-0F834798AAEA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2" name="pg3571">
                <a:extLst>
                  <a:ext uri="{FF2B5EF4-FFF2-40B4-BE49-F238E27FC236}">
                    <a16:creationId xmlns:a16="http://schemas.microsoft.com/office/drawing/2014/main" id="{A8058996-7E71-86BA-1D65-47180D721854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3" name="pg3572">
                <a:extLst>
                  <a:ext uri="{FF2B5EF4-FFF2-40B4-BE49-F238E27FC236}">
                    <a16:creationId xmlns:a16="http://schemas.microsoft.com/office/drawing/2014/main" id="{31329865-B07A-CC11-4CC6-7E8D478412AB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4" name="pg3573">
                <a:extLst>
                  <a:ext uri="{FF2B5EF4-FFF2-40B4-BE49-F238E27FC236}">
                    <a16:creationId xmlns:a16="http://schemas.microsoft.com/office/drawing/2014/main" id="{A7B5E911-6227-0411-2BDA-0D43B0830F4A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5" name="pg3574">
                <a:extLst>
                  <a:ext uri="{FF2B5EF4-FFF2-40B4-BE49-F238E27FC236}">
                    <a16:creationId xmlns:a16="http://schemas.microsoft.com/office/drawing/2014/main" id="{E4685624-4FB0-7325-647A-34068B187DD4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6" name="pg3575">
                <a:extLst>
                  <a:ext uri="{FF2B5EF4-FFF2-40B4-BE49-F238E27FC236}">
                    <a16:creationId xmlns:a16="http://schemas.microsoft.com/office/drawing/2014/main" id="{99EE12AC-99B2-2914-7979-A56A9AAF5A54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7" name="pg3576">
                <a:extLst>
                  <a:ext uri="{FF2B5EF4-FFF2-40B4-BE49-F238E27FC236}">
                    <a16:creationId xmlns:a16="http://schemas.microsoft.com/office/drawing/2014/main" id="{0E37AC5F-A589-13FB-968E-130B0A052EFC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8" name="pg3577">
                <a:extLst>
                  <a:ext uri="{FF2B5EF4-FFF2-40B4-BE49-F238E27FC236}">
                    <a16:creationId xmlns:a16="http://schemas.microsoft.com/office/drawing/2014/main" id="{9ABD761F-5E1F-875E-B100-51480C07F35D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9" name="pg3578">
                <a:extLst>
                  <a:ext uri="{FF2B5EF4-FFF2-40B4-BE49-F238E27FC236}">
                    <a16:creationId xmlns:a16="http://schemas.microsoft.com/office/drawing/2014/main" id="{7E8A2899-947E-7B6A-8201-B91E3ED5A0F7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0" name="pg3579">
                <a:extLst>
                  <a:ext uri="{FF2B5EF4-FFF2-40B4-BE49-F238E27FC236}">
                    <a16:creationId xmlns:a16="http://schemas.microsoft.com/office/drawing/2014/main" id="{D6856366-C171-2AD5-2DE9-BF247413C222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1" name="pg3580">
                <a:extLst>
                  <a:ext uri="{FF2B5EF4-FFF2-40B4-BE49-F238E27FC236}">
                    <a16:creationId xmlns:a16="http://schemas.microsoft.com/office/drawing/2014/main" id="{DBACE1AC-D400-05B8-347B-C39314640CC3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2" name="pg3581">
                <a:extLst>
                  <a:ext uri="{FF2B5EF4-FFF2-40B4-BE49-F238E27FC236}">
                    <a16:creationId xmlns:a16="http://schemas.microsoft.com/office/drawing/2014/main" id="{0C83E2A1-26F1-C2E0-CC55-07DCDE9E75F0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3" name="pg3582">
                <a:extLst>
                  <a:ext uri="{FF2B5EF4-FFF2-40B4-BE49-F238E27FC236}">
                    <a16:creationId xmlns:a16="http://schemas.microsoft.com/office/drawing/2014/main" id="{09B7FC9A-336E-A6EC-A1A9-1B021FFEE542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4" name="pg3583">
                <a:extLst>
                  <a:ext uri="{FF2B5EF4-FFF2-40B4-BE49-F238E27FC236}">
                    <a16:creationId xmlns:a16="http://schemas.microsoft.com/office/drawing/2014/main" id="{6AF13B4C-31F0-898C-74C1-918DAC417AC3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5" name="pg3584">
                <a:extLst>
                  <a:ext uri="{FF2B5EF4-FFF2-40B4-BE49-F238E27FC236}">
                    <a16:creationId xmlns:a16="http://schemas.microsoft.com/office/drawing/2014/main" id="{548B3A6C-CBCD-824C-0737-5A0365C78458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6" name="pg3585">
                <a:extLst>
                  <a:ext uri="{FF2B5EF4-FFF2-40B4-BE49-F238E27FC236}">
                    <a16:creationId xmlns:a16="http://schemas.microsoft.com/office/drawing/2014/main" id="{01EB8759-19E2-7861-DC64-4D47C767601F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7" name="pg3586">
                <a:extLst>
                  <a:ext uri="{FF2B5EF4-FFF2-40B4-BE49-F238E27FC236}">
                    <a16:creationId xmlns:a16="http://schemas.microsoft.com/office/drawing/2014/main" id="{02A32040-E163-5335-A200-0017BA9623F8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8" name="pg3587">
                <a:extLst>
                  <a:ext uri="{FF2B5EF4-FFF2-40B4-BE49-F238E27FC236}">
                    <a16:creationId xmlns:a16="http://schemas.microsoft.com/office/drawing/2014/main" id="{E53CFC55-BE74-A3E1-C1FB-408304712C95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9" name="pg3588">
                <a:extLst>
                  <a:ext uri="{FF2B5EF4-FFF2-40B4-BE49-F238E27FC236}">
                    <a16:creationId xmlns:a16="http://schemas.microsoft.com/office/drawing/2014/main" id="{271DEEAE-C532-9C79-6D4B-945592931B5F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0" name="pg3589">
                <a:extLst>
                  <a:ext uri="{FF2B5EF4-FFF2-40B4-BE49-F238E27FC236}">
                    <a16:creationId xmlns:a16="http://schemas.microsoft.com/office/drawing/2014/main" id="{DBA6FBEE-99A7-752F-8B73-FEC8A117EC53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1" name="pg3590">
                <a:extLst>
                  <a:ext uri="{FF2B5EF4-FFF2-40B4-BE49-F238E27FC236}">
                    <a16:creationId xmlns:a16="http://schemas.microsoft.com/office/drawing/2014/main" id="{5B01560C-B210-1CD9-7B7D-1B8EBAA6998D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2" name="pg3591">
                <a:extLst>
                  <a:ext uri="{FF2B5EF4-FFF2-40B4-BE49-F238E27FC236}">
                    <a16:creationId xmlns:a16="http://schemas.microsoft.com/office/drawing/2014/main" id="{076EA752-A7DF-E0A6-5F06-5BC754D3B183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3" name="pg3592">
                <a:extLst>
                  <a:ext uri="{FF2B5EF4-FFF2-40B4-BE49-F238E27FC236}">
                    <a16:creationId xmlns:a16="http://schemas.microsoft.com/office/drawing/2014/main" id="{4BFE1F69-B7CC-FB6C-0D9A-471FD0DA6EEB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4" name="pg3593">
                <a:extLst>
                  <a:ext uri="{FF2B5EF4-FFF2-40B4-BE49-F238E27FC236}">
                    <a16:creationId xmlns:a16="http://schemas.microsoft.com/office/drawing/2014/main" id="{31093CA3-D5BB-53E2-3A87-41F133FAB4EF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5" name="pg3594">
                <a:extLst>
                  <a:ext uri="{FF2B5EF4-FFF2-40B4-BE49-F238E27FC236}">
                    <a16:creationId xmlns:a16="http://schemas.microsoft.com/office/drawing/2014/main" id="{3D922FE2-E7ED-9114-CA6A-70B6C951F7F1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6" name="pg3595">
                <a:extLst>
                  <a:ext uri="{FF2B5EF4-FFF2-40B4-BE49-F238E27FC236}">
                    <a16:creationId xmlns:a16="http://schemas.microsoft.com/office/drawing/2014/main" id="{85195694-375C-C432-9BAE-C899E27BA66F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7" name="pg3596">
                <a:extLst>
                  <a:ext uri="{FF2B5EF4-FFF2-40B4-BE49-F238E27FC236}">
                    <a16:creationId xmlns:a16="http://schemas.microsoft.com/office/drawing/2014/main" id="{504BE7DF-98AD-7A89-5EC3-33B06B3557E4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8" name="pg3597">
                <a:extLst>
                  <a:ext uri="{FF2B5EF4-FFF2-40B4-BE49-F238E27FC236}">
                    <a16:creationId xmlns:a16="http://schemas.microsoft.com/office/drawing/2014/main" id="{353AF2E4-1523-1892-6ECD-84E8DE41AA00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9" name="pg3598">
                <a:extLst>
                  <a:ext uri="{FF2B5EF4-FFF2-40B4-BE49-F238E27FC236}">
                    <a16:creationId xmlns:a16="http://schemas.microsoft.com/office/drawing/2014/main" id="{3DA6B39C-EAAE-7312-52BB-5EBDCE7CD0D7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0" name="pg3599">
                <a:extLst>
                  <a:ext uri="{FF2B5EF4-FFF2-40B4-BE49-F238E27FC236}">
                    <a16:creationId xmlns:a16="http://schemas.microsoft.com/office/drawing/2014/main" id="{5F9B9FB0-79B6-D239-CED6-5F05C57F8A93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1" name="pg3600">
                <a:extLst>
                  <a:ext uri="{FF2B5EF4-FFF2-40B4-BE49-F238E27FC236}">
                    <a16:creationId xmlns:a16="http://schemas.microsoft.com/office/drawing/2014/main" id="{A602F5AE-4318-9148-98E5-7A1A058A39AA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2" name="pg3601">
                <a:extLst>
                  <a:ext uri="{FF2B5EF4-FFF2-40B4-BE49-F238E27FC236}">
                    <a16:creationId xmlns:a16="http://schemas.microsoft.com/office/drawing/2014/main" id="{A05240B6-F7F8-2047-D217-9621BB6830C0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3" name="pg3602">
                <a:extLst>
                  <a:ext uri="{FF2B5EF4-FFF2-40B4-BE49-F238E27FC236}">
                    <a16:creationId xmlns:a16="http://schemas.microsoft.com/office/drawing/2014/main" id="{19F1747C-A6EB-6CE3-2E67-2DF69C345096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4" name="pg3603">
                <a:extLst>
                  <a:ext uri="{FF2B5EF4-FFF2-40B4-BE49-F238E27FC236}">
                    <a16:creationId xmlns:a16="http://schemas.microsoft.com/office/drawing/2014/main" id="{34BD38A2-9D21-70A7-03BF-0129D8B0086F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5" name="pg3604">
                <a:extLst>
                  <a:ext uri="{FF2B5EF4-FFF2-40B4-BE49-F238E27FC236}">
                    <a16:creationId xmlns:a16="http://schemas.microsoft.com/office/drawing/2014/main" id="{3062DFC1-BF14-9CBC-55B5-94D7795ED4E0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6" name="pg3605">
                <a:extLst>
                  <a:ext uri="{FF2B5EF4-FFF2-40B4-BE49-F238E27FC236}">
                    <a16:creationId xmlns:a16="http://schemas.microsoft.com/office/drawing/2014/main" id="{AC2825C7-97B2-C62B-AF3E-84ABD3EAFA78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7" name="pg3606">
                <a:extLst>
                  <a:ext uri="{FF2B5EF4-FFF2-40B4-BE49-F238E27FC236}">
                    <a16:creationId xmlns:a16="http://schemas.microsoft.com/office/drawing/2014/main" id="{4B5E11B6-34F1-3F39-D8F0-E9336E4B21CC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8" name="pg3607">
                <a:extLst>
                  <a:ext uri="{FF2B5EF4-FFF2-40B4-BE49-F238E27FC236}">
                    <a16:creationId xmlns:a16="http://schemas.microsoft.com/office/drawing/2014/main" id="{A7DEAFA9-36C2-92E0-D102-CD2915D485A8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9" name="pg3608">
                <a:extLst>
                  <a:ext uri="{FF2B5EF4-FFF2-40B4-BE49-F238E27FC236}">
                    <a16:creationId xmlns:a16="http://schemas.microsoft.com/office/drawing/2014/main" id="{AE97915F-11B1-6407-2B06-82F21624798E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0" name="pg3609">
                <a:extLst>
                  <a:ext uri="{FF2B5EF4-FFF2-40B4-BE49-F238E27FC236}">
                    <a16:creationId xmlns:a16="http://schemas.microsoft.com/office/drawing/2014/main" id="{01C48DB4-5CBE-5560-AF33-2E157E1F2594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1" name="pg3610">
                <a:extLst>
                  <a:ext uri="{FF2B5EF4-FFF2-40B4-BE49-F238E27FC236}">
                    <a16:creationId xmlns:a16="http://schemas.microsoft.com/office/drawing/2014/main" id="{D882275F-43CC-F4BA-E3BE-4AD069C510D7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2" name="pg3611">
                <a:extLst>
                  <a:ext uri="{FF2B5EF4-FFF2-40B4-BE49-F238E27FC236}">
                    <a16:creationId xmlns:a16="http://schemas.microsoft.com/office/drawing/2014/main" id="{2F14A6FE-D861-966C-EF5D-57AFC0471633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3" name="pg3612">
                <a:extLst>
                  <a:ext uri="{FF2B5EF4-FFF2-40B4-BE49-F238E27FC236}">
                    <a16:creationId xmlns:a16="http://schemas.microsoft.com/office/drawing/2014/main" id="{B4503727-5DCA-4945-7246-169DAC6FB4B9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4" name="pg3613">
                <a:extLst>
                  <a:ext uri="{FF2B5EF4-FFF2-40B4-BE49-F238E27FC236}">
                    <a16:creationId xmlns:a16="http://schemas.microsoft.com/office/drawing/2014/main" id="{D74CACFE-B82E-EACA-0358-D2C10AA506C6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5" name="pg3614">
                <a:extLst>
                  <a:ext uri="{FF2B5EF4-FFF2-40B4-BE49-F238E27FC236}">
                    <a16:creationId xmlns:a16="http://schemas.microsoft.com/office/drawing/2014/main" id="{04D4E87D-12D9-E0E4-A8F1-E7808D928BBA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6" name="pg3615">
                <a:extLst>
                  <a:ext uri="{FF2B5EF4-FFF2-40B4-BE49-F238E27FC236}">
                    <a16:creationId xmlns:a16="http://schemas.microsoft.com/office/drawing/2014/main" id="{1B5139F7-7764-A860-08CA-BA83BC8569D2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7" name="pg3616">
                <a:extLst>
                  <a:ext uri="{FF2B5EF4-FFF2-40B4-BE49-F238E27FC236}">
                    <a16:creationId xmlns:a16="http://schemas.microsoft.com/office/drawing/2014/main" id="{D99AF144-F7A0-2512-8608-5BED3D35EFAF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8" name="pg3617">
                <a:extLst>
                  <a:ext uri="{FF2B5EF4-FFF2-40B4-BE49-F238E27FC236}">
                    <a16:creationId xmlns:a16="http://schemas.microsoft.com/office/drawing/2014/main" id="{B51530C6-B72D-89D1-B92F-FA646BDD3F5E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9" name="pg3618">
                <a:extLst>
                  <a:ext uri="{FF2B5EF4-FFF2-40B4-BE49-F238E27FC236}">
                    <a16:creationId xmlns:a16="http://schemas.microsoft.com/office/drawing/2014/main" id="{150D75AF-8CE2-FCFF-5629-801DE701C4DF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0" name="pg3619">
                <a:extLst>
                  <a:ext uri="{FF2B5EF4-FFF2-40B4-BE49-F238E27FC236}">
                    <a16:creationId xmlns:a16="http://schemas.microsoft.com/office/drawing/2014/main" id="{3E490C0D-D8F2-CD4E-3562-6BCC501EB2CE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1" name="pg3620">
                <a:extLst>
                  <a:ext uri="{FF2B5EF4-FFF2-40B4-BE49-F238E27FC236}">
                    <a16:creationId xmlns:a16="http://schemas.microsoft.com/office/drawing/2014/main" id="{88541833-4338-868B-CC67-37348AB1082E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2" name="pg3621">
                <a:extLst>
                  <a:ext uri="{FF2B5EF4-FFF2-40B4-BE49-F238E27FC236}">
                    <a16:creationId xmlns:a16="http://schemas.microsoft.com/office/drawing/2014/main" id="{6B8683BA-1665-C740-8524-D2F43592982C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3" name="pg3622">
                <a:extLst>
                  <a:ext uri="{FF2B5EF4-FFF2-40B4-BE49-F238E27FC236}">
                    <a16:creationId xmlns:a16="http://schemas.microsoft.com/office/drawing/2014/main" id="{97DC1D36-FD61-17CF-76CC-5B6DAFD1585E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4" name="pg3623">
                <a:extLst>
                  <a:ext uri="{FF2B5EF4-FFF2-40B4-BE49-F238E27FC236}">
                    <a16:creationId xmlns:a16="http://schemas.microsoft.com/office/drawing/2014/main" id="{758BFCE0-A8EB-50C9-9231-A361D57E29FC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5" name="pg3624">
                <a:extLst>
                  <a:ext uri="{FF2B5EF4-FFF2-40B4-BE49-F238E27FC236}">
                    <a16:creationId xmlns:a16="http://schemas.microsoft.com/office/drawing/2014/main" id="{D65F0A50-95CA-8988-94DC-D6D5D34CF1E6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6" name="pg3625">
                <a:extLst>
                  <a:ext uri="{FF2B5EF4-FFF2-40B4-BE49-F238E27FC236}">
                    <a16:creationId xmlns:a16="http://schemas.microsoft.com/office/drawing/2014/main" id="{977DCCCA-61DB-29DA-A15A-5AFE08D3906C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7" name="pg3626">
                <a:extLst>
                  <a:ext uri="{FF2B5EF4-FFF2-40B4-BE49-F238E27FC236}">
                    <a16:creationId xmlns:a16="http://schemas.microsoft.com/office/drawing/2014/main" id="{63931140-81DA-0210-167D-C62AA128EC30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8" name="pg3627">
                <a:extLst>
                  <a:ext uri="{FF2B5EF4-FFF2-40B4-BE49-F238E27FC236}">
                    <a16:creationId xmlns:a16="http://schemas.microsoft.com/office/drawing/2014/main" id="{499A5653-DC02-A7DF-D8F3-72CB77AA50B2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9" name="pg3628">
                <a:extLst>
                  <a:ext uri="{FF2B5EF4-FFF2-40B4-BE49-F238E27FC236}">
                    <a16:creationId xmlns:a16="http://schemas.microsoft.com/office/drawing/2014/main" id="{3D80E79B-DF3C-8DCA-D08F-818EC1D039C8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0" name="pg3629">
                <a:extLst>
                  <a:ext uri="{FF2B5EF4-FFF2-40B4-BE49-F238E27FC236}">
                    <a16:creationId xmlns:a16="http://schemas.microsoft.com/office/drawing/2014/main" id="{EE4A7D39-BBFB-66BE-0C26-5904FD645973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1" name="pg3630">
                <a:extLst>
                  <a:ext uri="{FF2B5EF4-FFF2-40B4-BE49-F238E27FC236}">
                    <a16:creationId xmlns:a16="http://schemas.microsoft.com/office/drawing/2014/main" id="{151041B1-BA82-2A1A-3CFF-FEF93B05B684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2" name="pg3631">
                <a:extLst>
                  <a:ext uri="{FF2B5EF4-FFF2-40B4-BE49-F238E27FC236}">
                    <a16:creationId xmlns:a16="http://schemas.microsoft.com/office/drawing/2014/main" id="{9A82FB31-FE58-97A6-DC1A-A0450A729D8B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3" name="pg3632">
                <a:extLst>
                  <a:ext uri="{FF2B5EF4-FFF2-40B4-BE49-F238E27FC236}">
                    <a16:creationId xmlns:a16="http://schemas.microsoft.com/office/drawing/2014/main" id="{C9FB48DF-D809-F943-5AAD-F3A7E3598EBA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4" name="pg3633">
                <a:extLst>
                  <a:ext uri="{FF2B5EF4-FFF2-40B4-BE49-F238E27FC236}">
                    <a16:creationId xmlns:a16="http://schemas.microsoft.com/office/drawing/2014/main" id="{220881E5-7A87-9AAC-3ADD-F945085711A9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5" name="pg3634">
                <a:extLst>
                  <a:ext uri="{FF2B5EF4-FFF2-40B4-BE49-F238E27FC236}">
                    <a16:creationId xmlns:a16="http://schemas.microsoft.com/office/drawing/2014/main" id="{6EFEA1EE-11EA-1560-6D7B-5A9421F59AFA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6" name="pg3635">
                <a:extLst>
                  <a:ext uri="{FF2B5EF4-FFF2-40B4-BE49-F238E27FC236}">
                    <a16:creationId xmlns:a16="http://schemas.microsoft.com/office/drawing/2014/main" id="{8588ADD8-C8EB-6799-663D-105BBC6BBC35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7" name="pg3636">
                <a:extLst>
                  <a:ext uri="{FF2B5EF4-FFF2-40B4-BE49-F238E27FC236}">
                    <a16:creationId xmlns:a16="http://schemas.microsoft.com/office/drawing/2014/main" id="{3850C490-D876-6BD7-1B0B-7BC492E672FF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8" name="pg3637">
                <a:extLst>
                  <a:ext uri="{FF2B5EF4-FFF2-40B4-BE49-F238E27FC236}">
                    <a16:creationId xmlns:a16="http://schemas.microsoft.com/office/drawing/2014/main" id="{CC9FA7B6-EB86-CE3A-B699-E90F934F0D29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9" name="pg3638">
                <a:extLst>
                  <a:ext uri="{FF2B5EF4-FFF2-40B4-BE49-F238E27FC236}">
                    <a16:creationId xmlns:a16="http://schemas.microsoft.com/office/drawing/2014/main" id="{39E9B66E-2F15-986C-EE69-83F9157867A3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0" name="pg3639">
                <a:extLst>
                  <a:ext uri="{FF2B5EF4-FFF2-40B4-BE49-F238E27FC236}">
                    <a16:creationId xmlns:a16="http://schemas.microsoft.com/office/drawing/2014/main" id="{29865F72-9CE9-6D4B-B9FC-75EBFC86A05B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1" name="pg3640">
                <a:extLst>
                  <a:ext uri="{FF2B5EF4-FFF2-40B4-BE49-F238E27FC236}">
                    <a16:creationId xmlns:a16="http://schemas.microsoft.com/office/drawing/2014/main" id="{FF72AF06-CAB2-AF63-1CE9-7DA7ED633257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2" name="pg3641">
                <a:extLst>
                  <a:ext uri="{FF2B5EF4-FFF2-40B4-BE49-F238E27FC236}">
                    <a16:creationId xmlns:a16="http://schemas.microsoft.com/office/drawing/2014/main" id="{6ADEF7AC-1EFD-37D5-880A-481431A4DE89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3" name="pg3642">
                <a:extLst>
                  <a:ext uri="{FF2B5EF4-FFF2-40B4-BE49-F238E27FC236}">
                    <a16:creationId xmlns:a16="http://schemas.microsoft.com/office/drawing/2014/main" id="{82D469DD-5FF7-3C23-135F-5FA6CFA8E789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4" name="pg3643">
                <a:extLst>
                  <a:ext uri="{FF2B5EF4-FFF2-40B4-BE49-F238E27FC236}">
                    <a16:creationId xmlns:a16="http://schemas.microsoft.com/office/drawing/2014/main" id="{854A0F6B-E7C1-08E1-1DDD-C37459855B35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5" name="pg3644">
                <a:extLst>
                  <a:ext uri="{FF2B5EF4-FFF2-40B4-BE49-F238E27FC236}">
                    <a16:creationId xmlns:a16="http://schemas.microsoft.com/office/drawing/2014/main" id="{3651E8A5-3CD7-7A21-CD3E-834936CF2F6E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6" name="pg3645">
                <a:extLst>
                  <a:ext uri="{FF2B5EF4-FFF2-40B4-BE49-F238E27FC236}">
                    <a16:creationId xmlns:a16="http://schemas.microsoft.com/office/drawing/2014/main" id="{9F7CC129-B9DC-59E2-7AA3-2B388990F14A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7" name="pg3646">
                <a:extLst>
                  <a:ext uri="{FF2B5EF4-FFF2-40B4-BE49-F238E27FC236}">
                    <a16:creationId xmlns:a16="http://schemas.microsoft.com/office/drawing/2014/main" id="{6F04D98E-FD71-658D-7C0E-06FA14751A78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8" name="pg3647">
                <a:extLst>
                  <a:ext uri="{FF2B5EF4-FFF2-40B4-BE49-F238E27FC236}">
                    <a16:creationId xmlns:a16="http://schemas.microsoft.com/office/drawing/2014/main" id="{62206BCD-987A-E4C1-E34C-8D34FFE4FAEE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9" name="pg3648">
                <a:extLst>
                  <a:ext uri="{FF2B5EF4-FFF2-40B4-BE49-F238E27FC236}">
                    <a16:creationId xmlns:a16="http://schemas.microsoft.com/office/drawing/2014/main" id="{EBBB05C3-97F7-10B8-EB61-16BCB2FAE3FE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0" name="pg3649">
                <a:extLst>
                  <a:ext uri="{FF2B5EF4-FFF2-40B4-BE49-F238E27FC236}">
                    <a16:creationId xmlns:a16="http://schemas.microsoft.com/office/drawing/2014/main" id="{6C625B7D-37F0-E65D-CD09-91A0455A3257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1" name="pg3650">
                <a:extLst>
                  <a:ext uri="{FF2B5EF4-FFF2-40B4-BE49-F238E27FC236}">
                    <a16:creationId xmlns:a16="http://schemas.microsoft.com/office/drawing/2014/main" id="{9285B3C8-DCA0-9A07-7E54-11B0152F0AD3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2" name="pg3651">
                <a:extLst>
                  <a:ext uri="{FF2B5EF4-FFF2-40B4-BE49-F238E27FC236}">
                    <a16:creationId xmlns:a16="http://schemas.microsoft.com/office/drawing/2014/main" id="{7ED38638-8DF4-D226-0589-F496BBC7357F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3" name="pg3652">
                <a:extLst>
                  <a:ext uri="{FF2B5EF4-FFF2-40B4-BE49-F238E27FC236}">
                    <a16:creationId xmlns:a16="http://schemas.microsoft.com/office/drawing/2014/main" id="{73506E2F-E07C-0BB5-C29B-7A8B5D69A116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4" name="pg3653">
                <a:extLst>
                  <a:ext uri="{FF2B5EF4-FFF2-40B4-BE49-F238E27FC236}">
                    <a16:creationId xmlns:a16="http://schemas.microsoft.com/office/drawing/2014/main" id="{2A5C7D34-5D80-E301-17EE-9706DC31FD9D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5" name="pg3654">
                <a:extLst>
                  <a:ext uri="{FF2B5EF4-FFF2-40B4-BE49-F238E27FC236}">
                    <a16:creationId xmlns:a16="http://schemas.microsoft.com/office/drawing/2014/main" id="{B1C5B5B5-936A-11A8-B75F-E856B0E99366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6" name="pg3655">
                <a:extLst>
                  <a:ext uri="{FF2B5EF4-FFF2-40B4-BE49-F238E27FC236}">
                    <a16:creationId xmlns:a16="http://schemas.microsoft.com/office/drawing/2014/main" id="{A6D7EA20-0D4E-BED1-8AE6-AB56163052E6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7" name="pg3656">
                <a:extLst>
                  <a:ext uri="{FF2B5EF4-FFF2-40B4-BE49-F238E27FC236}">
                    <a16:creationId xmlns:a16="http://schemas.microsoft.com/office/drawing/2014/main" id="{0CF37E4B-308D-A15E-8191-B70F2886A312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8" name="pg3657">
                <a:extLst>
                  <a:ext uri="{FF2B5EF4-FFF2-40B4-BE49-F238E27FC236}">
                    <a16:creationId xmlns:a16="http://schemas.microsoft.com/office/drawing/2014/main" id="{FB7EAC87-140F-A691-E17A-4B9EFE3BB47E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9" name="pg3658">
                <a:extLst>
                  <a:ext uri="{FF2B5EF4-FFF2-40B4-BE49-F238E27FC236}">
                    <a16:creationId xmlns:a16="http://schemas.microsoft.com/office/drawing/2014/main" id="{6A1D18B2-1113-5C97-894B-F86AB8548C6C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0" name="pg3659">
                <a:extLst>
                  <a:ext uri="{FF2B5EF4-FFF2-40B4-BE49-F238E27FC236}">
                    <a16:creationId xmlns:a16="http://schemas.microsoft.com/office/drawing/2014/main" id="{E746E1FA-F114-9FC3-9F72-E3F8C6E41B83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1" name="pg3660">
                <a:extLst>
                  <a:ext uri="{FF2B5EF4-FFF2-40B4-BE49-F238E27FC236}">
                    <a16:creationId xmlns:a16="http://schemas.microsoft.com/office/drawing/2014/main" id="{9FF70652-6DFD-DDB8-A326-7997995A979D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2" name="pg3661">
                <a:extLst>
                  <a:ext uri="{FF2B5EF4-FFF2-40B4-BE49-F238E27FC236}">
                    <a16:creationId xmlns:a16="http://schemas.microsoft.com/office/drawing/2014/main" id="{C4022BD5-AECD-7E6D-CF4C-2B9CFD7B9C8C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3" name="pg3662">
                <a:extLst>
                  <a:ext uri="{FF2B5EF4-FFF2-40B4-BE49-F238E27FC236}">
                    <a16:creationId xmlns:a16="http://schemas.microsoft.com/office/drawing/2014/main" id="{FCE2BA5A-B7C8-36C2-2284-1C226D6D2474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4" name="pg3663">
                <a:extLst>
                  <a:ext uri="{FF2B5EF4-FFF2-40B4-BE49-F238E27FC236}">
                    <a16:creationId xmlns:a16="http://schemas.microsoft.com/office/drawing/2014/main" id="{EB3058B9-06CF-E1D6-ACBE-124445782A18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5" name="pg3664">
                <a:extLst>
                  <a:ext uri="{FF2B5EF4-FFF2-40B4-BE49-F238E27FC236}">
                    <a16:creationId xmlns:a16="http://schemas.microsoft.com/office/drawing/2014/main" id="{CBCC6BA5-8FFC-98BE-AB6B-0D67937722F6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6" name="pg3665">
                <a:extLst>
                  <a:ext uri="{FF2B5EF4-FFF2-40B4-BE49-F238E27FC236}">
                    <a16:creationId xmlns:a16="http://schemas.microsoft.com/office/drawing/2014/main" id="{E3774F11-220A-45A9-83C8-6EF9423D5915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7" name="pg3666">
                <a:extLst>
                  <a:ext uri="{FF2B5EF4-FFF2-40B4-BE49-F238E27FC236}">
                    <a16:creationId xmlns:a16="http://schemas.microsoft.com/office/drawing/2014/main" id="{FF368932-C4C9-E95B-7BAC-19F7387BE58D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8" name="pg3667">
                <a:extLst>
                  <a:ext uri="{FF2B5EF4-FFF2-40B4-BE49-F238E27FC236}">
                    <a16:creationId xmlns:a16="http://schemas.microsoft.com/office/drawing/2014/main" id="{540B99F5-31E4-5615-046C-91280E05D334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9" name="pg3668">
                <a:extLst>
                  <a:ext uri="{FF2B5EF4-FFF2-40B4-BE49-F238E27FC236}">
                    <a16:creationId xmlns:a16="http://schemas.microsoft.com/office/drawing/2014/main" id="{7979FE06-5CE3-B0AC-8483-1C9248F5B71A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0" name="pg3669">
                <a:extLst>
                  <a:ext uri="{FF2B5EF4-FFF2-40B4-BE49-F238E27FC236}">
                    <a16:creationId xmlns:a16="http://schemas.microsoft.com/office/drawing/2014/main" id="{DB0085EB-4CCF-615E-6311-C98DE8723DE5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1" name="pg3670">
                <a:extLst>
                  <a:ext uri="{FF2B5EF4-FFF2-40B4-BE49-F238E27FC236}">
                    <a16:creationId xmlns:a16="http://schemas.microsoft.com/office/drawing/2014/main" id="{72B3782E-969E-6333-867A-BB5549030ACA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2" name="pg3671">
                <a:extLst>
                  <a:ext uri="{FF2B5EF4-FFF2-40B4-BE49-F238E27FC236}">
                    <a16:creationId xmlns:a16="http://schemas.microsoft.com/office/drawing/2014/main" id="{BFCE4387-2755-7B9D-09A0-C71D8AD1028A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3" name="pg3672">
                <a:extLst>
                  <a:ext uri="{FF2B5EF4-FFF2-40B4-BE49-F238E27FC236}">
                    <a16:creationId xmlns:a16="http://schemas.microsoft.com/office/drawing/2014/main" id="{B7C32019-758C-CA26-1E96-103C22E3266F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4" name="pg3673">
                <a:extLst>
                  <a:ext uri="{FF2B5EF4-FFF2-40B4-BE49-F238E27FC236}">
                    <a16:creationId xmlns:a16="http://schemas.microsoft.com/office/drawing/2014/main" id="{B284FB5B-EBBA-24AA-7D89-27FE87E19C3C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5" name="pg3674">
                <a:extLst>
                  <a:ext uri="{FF2B5EF4-FFF2-40B4-BE49-F238E27FC236}">
                    <a16:creationId xmlns:a16="http://schemas.microsoft.com/office/drawing/2014/main" id="{9C98A191-0F6C-4E4C-4941-C0770F1E34EB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6" name="pg3675">
                <a:extLst>
                  <a:ext uri="{FF2B5EF4-FFF2-40B4-BE49-F238E27FC236}">
                    <a16:creationId xmlns:a16="http://schemas.microsoft.com/office/drawing/2014/main" id="{FCC15BB5-22D1-3B3F-5C98-8BD344DB2E60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7" name="pg3676">
                <a:extLst>
                  <a:ext uri="{FF2B5EF4-FFF2-40B4-BE49-F238E27FC236}">
                    <a16:creationId xmlns:a16="http://schemas.microsoft.com/office/drawing/2014/main" id="{F7715B2E-C74D-54F9-EA65-5B4C1AC5AF71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8" name="pg3677">
                <a:extLst>
                  <a:ext uri="{FF2B5EF4-FFF2-40B4-BE49-F238E27FC236}">
                    <a16:creationId xmlns:a16="http://schemas.microsoft.com/office/drawing/2014/main" id="{C0B1871A-4AC7-A381-3407-5FABD833444B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9" name="pg3678">
                <a:extLst>
                  <a:ext uri="{FF2B5EF4-FFF2-40B4-BE49-F238E27FC236}">
                    <a16:creationId xmlns:a16="http://schemas.microsoft.com/office/drawing/2014/main" id="{673AD613-5F45-B6D1-6F63-0155E067749A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0" name="pg3679">
                <a:extLst>
                  <a:ext uri="{FF2B5EF4-FFF2-40B4-BE49-F238E27FC236}">
                    <a16:creationId xmlns:a16="http://schemas.microsoft.com/office/drawing/2014/main" id="{274F2DAF-4DD6-04E9-8EC8-1C81F22ADFC8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1" name="pg3680">
                <a:extLst>
                  <a:ext uri="{FF2B5EF4-FFF2-40B4-BE49-F238E27FC236}">
                    <a16:creationId xmlns:a16="http://schemas.microsoft.com/office/drawing/2014/main" id="{13BA003C-4F65-314E-9B97-FF39594B5240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2" name="pg3681">
                <a:extLst>
                  <a:ext uri="{FF2B5EF4-FFF2-40B4-BE49-F238E27FC236}">
                    <a16:creationId xmlns:a16="http://schemas.microsoft.com/office/drawing/2014/main" id="{F837620F-ACF5-F32C-778E-EE20D009F2C5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3" name="pg3682">
                <a:extLst>
                  <a:ext uri="{FF2B5EF4-FFF2-40B4-BE49-F238E27FC236}">
                    <a16:creationId xmlns:a16="http://schemas.microsoft.com/office/drawing/2014/main" id="{F7DE6297-A8C3-2DBA-534D-BC7AA3EF3262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4" name="pg3683">
                <a:extLst>
                  <a:ext uri="{FF2B5EF4-FFF2-40B4-BE49-F238E27FC236}">
                    <a16:creationId xmlns:a16="http://schemas.microsoft.com/office/drawing/2014/main" id="{6E287CF4-D855-8C3C-A460-D49472934540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5" name="pg3684">
                <a:extLst>
                  <a:ext uri="{FF2B5EF4-FFF2-40B4-BE49-F238E27FC236}">
                    <a16:creationId xmlns:a16="http://schemas.microsoft.com/office/drawing/2014/main" id="{DAAAE641-E94C-E072-BAB4-D0CF28053C04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6" name="pg3685">
                <a:extLst>
                  <a:ext uri="{FF2B5EF4-FFF2-40B4-BE49-F238E27FC236}">
                    <a16:creationId xmlns:a16="http://schemas.microsoft.com/office/drawing/2014/main" id="{DA30CE2A-0E4B-E9E2-358A-F4D7DF848A7C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7" name="pg3686">
                <a:extLst>
                  <a:ext uri="{FF2B5EF4-FFF2-40B4-BE49-F238E27FC236}">
                    <a16:creationId xmlns:a16="http://schemas.microsoft.com/office/drawing/2014/main" id="{B4597517-2018-551A-348D-C829201E5D77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8" name="pg3687">
                <a:extLst>
                  <a:ext uri="{FF2B5EF4-FFF2-40B4-BE49-F238E27FC236}">
                    <a16:creationId xmlns:a16="http://schemas.microsoft.com/office/drawing/2014/main" id="{D4D347A7-C19A-E6EB-1830-4747E5D2E4BF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9" name="pg3688">
                <a:extLst>
                  <a:ext uri="{FF2B5EF4-FFF2-40B4-BE49-F238E27FC236}">
                    <a16:creationId xmlns:a16="http://schemas.microsoft.com/office/drawing/2014/main" id="{4F58ACF8-0568-4B7D-68FE-C782A9289CFD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0" name="pg3689">
                <a:extLst>
                  <a:ext uri="{FF2B5EF4-FFF2-40B4-BE49-F238E27FC236}">
                    <a16:creationId xmlns:a16="http://schemas.microsoft.com/office/drawing/2014/main" id="{E9B9524C-F450-F467-23A1-8F7C823A84E4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1" name="pg3690">
                <a:extLst>
                  <a:ext uri="{FF2B5EF4-FFF2-40B4-BE49-F238E27FC236}">
                    <a16:creationId xmlns:a16="http://schemas.microsoft.com/office/drawing/2014/main" id="{00B3CCC5-E02A-7454-5BFC-4F9280DE422A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2" name="pg3691">
                <a:extLst>
                  <a:ext uri="{FF2B5EF4-FFF2-40B4-BE49-F238E27FC236}">
                    <a16:creationId xmlns:a16="http://schemas.microsoft.com/office/drawing/2014/main" id="{6130F1E1-68B1-A3EE-C608-9951204C3416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3" name="pg3692">
                <a:extLst>
                  <a:ext uri="{FF2B5EF4-FFF2-40B4-BE49-F238E27FC236}">
                    <a16:creationId xmlns:a16="http://schemas.microsoft.com/office/drawing/2014/main" id="{5194BFF6-BA7F-7C72-1665-19FF66E446C6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4" name="pg3693">
                <a:extLst>
                  <a:ext uri="{FF2B5EF4-FFF2-40B4-BE49-F238E27FC236}">
                    <a16:creationId xmlns:a16="http://schemas.microsoft.com/office/drawing/2014/main" id="{4180C9FF-D5BF-7779-694E-EF31DDF4C89C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5" name="pg3694">
                <a:extLst>
                  <a:ext uri="{FF2B5EF4-FFF2-40B4-BE49-F238E27FC236}">
                    <a16:creationId xmlns:a16="http://schemas.microsoft.com/office/drawing/2014/main" id="{D1F6009A-FAB2-1563-8A9D-2F6674BE8668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6" name="pg3695">
                <a:extLst>
                  <a:ext uri="{FF2B5EF4-FFF2-40B4-BE49-F238E27FC236}">
                    <a16:creationId xmlns:a16="http://schemas.microsoft.com/office/drawing/2014/main" id="{CB81C7BD-77FA-E45E-19C7-547FD956A3C5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7" name="pg3696">
                <a:extLst>
                  <a:ext uri="{FF2B5EF4-FFF2-40B4-BE49-F238E27FC236}">
                    <a16:creationId xmlns:a16="http://schemas.microsoft.com/office/drawing/2014/main" id="{DEBCFB97-4A4A-4E63-9E37-5231465290A3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8" name="pg3697">
                <a:extLst>
                  <a:ext uri="{FF2B5EF4-FFF2-40B4-BE49-F238E27FC236}">
                    <a16:creationId xmlns:a16="http://schemas.microsoft.com/office/drawing/2014/main" id="{3D1D5421-2280-370A-B1F4-E87D91C931AC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9" name="pg3698">
                <a:extLst>
                  <a:ext uri="{FF2B5EF4-FFF2-40B4-BE49-F238E27FC236}">
                    <a16:creationId xmlns:a16="http://schemas.microsoft.com/office/drawing/2014/main" id="{A4CD0F2C-CB05-8FCB-A0C7-F9DD64B3ABA5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0" name="pg3699">
                <a:extLst>
                  <a:ext uri="{FF2B5EF4-FFF2-40B4-BE49-F238E27FC236}">
                    <a16:creationId xmlns:a16="http://schemas.microsoft.com/office/drawing/2014/main" id="{83C20D5C-E8FA-0501-F3D2-283EF4BCC0D4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1" name="pg3700">
                <a:extLst>
                  <a:ext uri="{FF2B5EF4-FFF2-40B4-BE49-F238E27FC236}">
                    <a16:creationId xmlns:a16="http://schemas.microsoft.com/office/drawing/2014/main" id="{90F8C656-8876-1791-34CC-B43599131F1D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2" name="pg3701">
                <a:extLst>
                  <a:ext uri="{FF2B5EF4-FFF2-40B4-BE49-F238E27FC236}">
                    <a16:creationId xmlns:a16="http://schemas.microsoft.com/office/drawing/2014/main" id="{B06C9109-9177-8544-035E-2C010834D472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3" name="pg3702">
                <a:extLst>
                  <a:ext uri="{FF2B5EF4-FFF2-40B4-BE49-F238E27FC236}">
                    <a16:creationId xmlns:a16="http://schemas.microsoft.com/office/drawing/2014/main" id="{A24636F0-B91C-878F-12DE-049EF6500523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4" name="pg3703">
                <a:extLst>
                  <a:ext uri="{FF2B5EF4-FFF2-40B4-BE49-F238E27FC236}">
                    <a16:creationId xmlns:a16="http://schemas.microsoft.com/office/drawing/2014/main" id="{426985BA-8AA3-5537-6517-573C83F25F0E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5" name="pg3704">
                <a:extLst>
                  <a:ext uri="{FF2B5EF4-FFF2-40B4-BE49-F238E27FC236}">
                    <a16:creationId xmlns:a16="http://schemas.microsoft.com/office/drawing/2014/main" id="{30892669-4EDE-8CEB-F8DC-3DC3AA3F605A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6" name="pg3705">
                <a:extLst>
                  <a:ext uri="{FF2B5EF4-FFF2-40B4-BE49-F238E27FC236}">
                    <a16:creationId xmlns:a16="http://schemas.microsoft.com/office/drawing/2014/main" id="{4806661A-96D9-ED45-10F4-E5960ECE57B2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7" name="pg3706">
                <a:extLst>
                  <a:ext uri="{FF2B5EF4-FFF2-40B4-BE49-F238E27FC236}">
                    <a16:creationId xmlns:a16="http://schemas.microsoft.com/office/drawing/2014/main" id="{EA46EDA4-3191-3346-6D95-C745F8365E2E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8" name="pg3707">
                <a:extLst>
                  <a:ext uri="{FF2B5EF4-FFF2-40B4-BE49-F238E27FC236}">
                    <a16:creationId xmlns:a16="http://schemas.microsoft.com/office/drawing/2014/main" id="{6AEAB00D-2414-E6E3-0E0A-D74E2B786553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9" name="pg3708">
                <a:extLst>
                  <a:ext uri="{FF2B5EF4-FFF2-40B4-BE49-F238E27FC236}">
                    <a16:creationId xmlns:a16="http://schemas.microsoft.com/office/drawing/2014/main" id="{727E17ED-3D53-E9B7-00C1-5A67C08EAFC0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0" name="pg3709">
                <a:extLst>
                  <a:ext uri="{FF2B5EF4-FFF2-40B4-BE49-F238E27FC236}">
                    <a16:creationId xmlns:a16="http://schemas.microsoft.com/office/drawing/2014/main" id="{2DDDEA64-338A-47D7-2B0E-C0151112D004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1" name="pg3710">
                <a:extLst>
                  <a:ext uri="{FF2B5EF4-FFF2-40B4-BE49-F238E27FC236}">
                    <a16:creationId xmlns:a16="http://schemas.microsoft.com/office/drawing/2014/main" id="{F955EAA8-F8D9-8B04-6E8F-649B6071FD81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2" name="pg3711">
                <a:extLst>
                  <a:ext uri="{FF2B5EF4-FFF2-40B4-BE49-F238E27FC236}">
                    <a16:creationId xmlns:a16="http://schemas.microsoft.com/office/drawing/2014/main" id="{5627553A-E562-6532-3F7F-85EAA6FB6BFD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3" name="pg3712">
                <a:extLst>
                  <a:ext uri="{FF2B5EF4-FFF2-40B4-BE49-F238E27FC236}">
                    <a16:creationId xmlns:a16="http://schemas.microsoft.com/office/drawing/2014/main" id="{82FE0DC7-3E69-3DDF-FDC3-7AEF30B09651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4" name="pg3713">
                <a:extLst>
                  <a:ext uri="{FF2B5EF4-FFF2-40B4-BE49-F238E27FC236}">
                    <a16:creationId xmlns:a16="http://schemas.microsoft.com/office/drawing/2014/main" id="{37A5FEAF-DCBA-F443-1FD3-75E764640C18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5" name="pg3714">
                <a:extLst>
                  <a:ext uri="{FF2B5EF4-FFF2-40B4-BE49-F238E27FC236}">
                    <a16:creationId xmlns:a16="http://schemas.microsoft.com/office/drawing/2014/main" id="{E54D2F9A-EB44-9232-CAEC-639A91F975D0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6" name="pg3715">
                <a:extLst>
                  <a:ext uri="{FF2B5EF4-FFF2-40B4-BE49-F238E27FC236}">
                    <a16:creationId xmlns:a16="http://schemas.microsoft.com/office/drawing/2014/main" id="{AE0A2983-9FBE-0DC0-F7E0-0F90243EB3A4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7" name="pg3716">
                <a:extLst>
                  <a:ext uri="{FF2B5EF4-FFF2-40B4-BE49-F238E27FC236}">
                    <a16:creationId xmlns:a16="http://schemas.microsoft.com/office/drawing/2014/main" id="{26FB3C7E-F0FA-27F6-0D88-2732D8BDDD13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8" name="pg3717">
                <a:extLst>
                  <a:ext uri="{FF2B5EF4-FFF2-40B4-BE49-F238E27FC236}">
                    <a16:creationId xmlns:a16="http://schemas.microsoft.com/office/drawing/2014/main" id="{C9EFBAF6-E011-C431-BB23-0EDF51C855BA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9" name="pg3718">
                <a:extLst>
                  <a:ext uri="{FF2B5EF4-FFF2-40B4-BE49-F238E27FC236}">
                    <a16:creationId xmlns:a16="http://schemas.microsoft.com/office/drawing/2014/main" id="{94F0C475-0429-5080-9D80-C2A918FA4B75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0" name="pg3719">
                <a:extLst>
                  <a:ext uri="{FF2B5EF4-FFF2-40B4-BE49-F238E27FC236}">
                    <a16:creationId xmlns:a16="http://schemas.microsoft.com/office/drawing/2014/main" id="{752ACC6C-93A2-D839-AD69-ADE25BA64AAF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1" name="pg3720">
                <a:extLst>
                  <a:ext uri="{FF2B5EF4-FFF2-40B4-BE49-F238E27FC236}">
                    <a16:creationId xmlns:a16="http://schemas.microsoft.com/office/drawing/2014/main" id="{FFB9365B-433D-87D2-4E56-6AA41AA21BD0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2" name="pg3721">
                <a:extLst>
                  <a:ext uri="{FF2B5EF4-FFF2-40B4-BE49-F238E27FC236}">
                    <a16:creationId xmlns:a16="http://schemas.microsoft.com/office/drawing/2014/main" id="{E60A4B34-C374-D18A-94C1-5BCCAB002F6C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3" name="pg3722">
                <a:extLst>
                  <a:ext uri="{FF2B5EF4-FFF2-40B4-BE49-F238E27FC236}">
                    <a16:creationId xmlns:a16="http://schemas.microsoft.com/office/drawing/2014/main" id="{10953E61-ADC9-9304-D7D9-E0488E69D62B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4" name="pg3723">
                <a:extLst>
                  <a:ext uri="{FF2B5EF4-FFF2-40B4-BE49-F238E27FC236}">
                    <a16:creationId xmlns:a16="http://schemas.microsoft.com/office/drawing/2014/main" id="{FF6F4E98-51F8-4CF1-D16F-A98E5F1BD910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5" name="pg3724">
                <a:extLst>
                  <a:ext uri="{FF2B5EF4-FFF2-40B4-BE49-F238E27FC236}">
                    <a16:creationId xmlns:a16="http://schemas.microsoft.com/office/drawing/2014/main" id="{4DB390EA-D7A9-FF0F-5890-70126909C690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6" name="pg3725">
                <a:extLst>
                  <a:ext uri="{FF2B5EF4-FFF2-40B4-BE49-F238E27FC236}">
                    <a16:creationId xmlns:a16="http://schemas.microsoft.com/office/drawing/2014/main" id="{A8FAF7BB-C2E0-41FD-FAB4-7118730A8AFC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7" name="pg3726">
                <a:extLst>
                  <a:ext uri="{FF2B5EF4-FFF2-40B4-BE49-F238E27FC236}">
                    <a16:creationId xmlns:a16="http://schemas.microsoft.com/office/drawing/2014/main" id="{A71B89AA-9E17-CE9F-4290-06FDABF5B30D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8" name="pg3727">
                <a:extLst>
                  <a:ext uri="{FF2B5EF4-FFF2-40B4-BE49-F238E27FC236}">
                    <a16:creationId xmlns:a16="http://schemas.microsoft.com/office/drawing/2014/main" id="{E4ACA6F7-763C-302E-E0DD-770732FD5917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9" name="pg3728">
                <a:extLst>
                  <a:ext uri="{FF2B5EF4-FFF2-40B4-BE49-F238E27FC236}">
                    <a16:creationId xmlns:a16="http://schemas.microsoft.com/office/drawing/2014/main" id="{FDD8CC3A-8D7F-A849-1488-4F76C3A8F8C5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0" name="pg3729">
                <a:extLst>
                  <a:ext uri="{FF2B5EF4-FFF2-40B4-BE49-F238E27FC236}">
                    <a16:creationId xmlns:a16="http://schemas.microsoft.com/office/drawing/2014/main" id="{4A38F700-FC85-4CD3-E436-D7A547A7E710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1" name="pg3730">
                <a:extLst>
                  <a:ext uri="{FF2B5EF4-FFF2-40B4-BE49-F238E27FC236}">
                    <a16:creationId xmlns:a16="http://schemas.microsoft.com/office/drawing/2014/main" id="{BC7B3CE5-D953-D8F2-1A69-3246A5D8B7EF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2" name="pg3731">
                <a:extLst>
                  <a:ext uri="{FF2B5EF4-FFF2-40B4-BE49-F238E27FC236}">
                    <a16:creationId xmlns:a16="http://schemas.microsoft.com/office/drawing/2014/main" id="{F71FC808-DEB8-B808-6861-CDAF15F4083C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3" name="pg3732">
                <a:extLst>
                  <a:ext uri="{FF2B5EF4-FFF2-40B4-BE49-F238E27FC236}">
                    <a16:creationId xmlns:a16="http://schemas.microsoft.com/office/drawing/2014/main" id="{268EB025-8318-1727-A48F-874EC1E68ACD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4" name="pg3733">
                <a:extLst>
                  <a:ext uri="{FF2B5EF4-FFF2-40B4-BE49-F238E27FC236}">
                    <a16:creationId xmlns:a16="http://schemas.microsoft.com/office/drawing/2014/main" id="{243A84F4-F510-4BEF-4B4F-42F0B33A137D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5" name="pg3734">
                <a:extLst>
                  <a:ext uri="{FF2B5EF4-FFF2-40B4-BE49-F238E27FC236}">
                    <a16:creationId xmlns:a16="http://schemas.microsoft.com/office/drawing/2014/main" id="{F34959EA-00BE-E189-8F6D-0A70A470313F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6" name="pg3735">
                <a:extLst>
                  <a:ext uri="{FF2B5EF4-FFF2-40B4-BE49-F238E27FC236}">
                    <a16:creationId xmlns:a16="http://schemas.microsoft.com/office/drawing/2014/main" id="{84F7D675-40E4-B5D9-19F8-A4D4BFB28C70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7" name="pg3736">
                <a:extLst>
                  <a:ext uri="{FF2B5EF4-FFF2-40B4-BE49-F238E27FC236}">
                    <a16:creationId xmlns:a16="http://schemas.microsoft.com/office/drawing/2014/main" id="{5B9C0CB0-C239-F9A1-A501-0A42E3B2657B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8" name="pg3737">
                <a:extLst>
                  <a:ext uri="{FF2B5EF4-FFF2-40B4-BE49-F238E27FC236}">
                    <a16:creationId xmlns:a16="http://schemas.microsoft.com/office/drawing/2014/main" id="{9BFC31FB-68DC-E11A-E679-E43D7A5EA1ED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9" name="pg3738">
                <a:extLst>
                  <a:ext uri="{FF2B5EF4-FFF2-40B4-BE49-F238E27FC236}">
                    <a16:creationId xmlns:a16="http://schemas.microsoft.com/office/drawing/2014/main" id="{2F0A4828-A4A4-443E-EC25-4B2A083E42C0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0" name="pg3739">
                <a:extLst>
                  <a:ext uri="{FF2B5EF4-FFF2-40B4-BE49-F238E27FC236}">
                    <a16:creationId xmlns:a16="http://schemas.microsoft.com/office/drawing/2014/main" id="{F1B76A55-B216-F692-AC95-BD7B9E62CBD2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1" name="pg3740">
                <a:extLst>
                  <a:ext uri="{FF2B5EF4-FFF2-40B4-BE49-F238E27FC236}">
                    <a16:creationId xmlns:a16="http://schemas.microsoft.com/office/drawing/2014/main" id="{62B734FE-ECAD-3FF9-7B2F-CAFE0376EB5F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2" name="pg3741">
                <a:extLst>
                  <a:ext uri="{FF2B5EF4-FFF2-40B4-BE49-F238E27FC236}">
                    <a16:creationId xmlns:a16="http://schemas.microsoft.com/office/drawing/2014/main" id="{78C6636B-43D8-93E3-E4CB-118079631A91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3" name="pg3742">
                <a:extLst>
                  <a:ext uri="{FF2B5EF4-FFF2-40B4-BE49-F238E27FC236}">
                    <a16:creationId xmlns:a16="http://schemas.microsoft.com/office/drawing/2014/main" id="{EB7CAEC7-753E-C11E-DA71-B0DA47DCE85B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4" name="pg3743">
                <a:extLst>
                  <a:ext uri="{FF2B5EF4-FFF2-40B4-BE49-F238E27FC236}">
                    <a16:creationId xmlns:a16="http://schemas.microsoft.com/office/drawing/2014/main" id="{4ABE060B-6B7C-3DFB-9FB3-3B48A7DD8ABB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5" name="pg3744">
                <a:extLst>
                  <a:ext uri="{FF2B5EF4-FFF2-40B4-BE49-F238E27FC236}">
                    <a16:creationId xmlns:a16="http://schemas.microsoft.com/office/drawing/2014/main" id="{26AEB455-3FC3-4931-B4FA-1887AB5A949E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6" name="pg3745">
                <a:extLst>
                  <a:ext uri="{FF2B5EF4-FFF2-40B4-BE49-F238E27FC236}">
                    <a16:creationId xmlns:a16="http://schemas.microsoft.com/office/drawing/2014/main" id="{96AE7815-1EAB-BB5A-512D-E7DB6DDBE823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7" name="pg3746">
                <a:extLst>
                  <a:ext uri="{FF2B5EF4-FFF2-40B4-BE49-F238E27FC236}">
                    <a16:creationId xmlns:a16="http://schemas.microsoft.com/office/drawing/2014/main" id="{CCED1A2C-4BC3-ED63-E45D-83E9390D1B37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8" name="pg3747">
                <a:extLst>
                  <a:ext uri="{FF2B5EF4-FFF2-40B4-BE49-F238E27FC236}">
                    <a16:creationId xmlns:a16="http://schemas.microsoft.com/office/drawing/2014/main" id="{000AB53F-5422-B874-D9FB-058020990B64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9" name="pg3748">
                <a:extLst>
                  <a:ext uri="{FF2B5EF4-FFF2-40B4-BE49-F238E27FC236}">
                    <a16:creationId xmlns:a16="http://schemas.microsoft.com/office/drawing/2014/main" id="{30A9578B-CA68-860F-9A0B-50533CAAB248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0" name="pg3749">
                <a:extLst>
                  <a:ext uri="{FF2B5EF4-FFF2-40B4-BE49-F238E27FC236}">
                    <a16:creationId xmlns:a16="http://schemas.microsoft.com/office/drawing/2014/main" id="{1E25A03A-14FD-E743-9EC7-96C4B1EFB489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1" name="pg3750">
                <a:extLst>
                  <a:ext uri="{FF2B5EF4-FFF2-40B4-BE49-F238E27FC236}">
                    <a16:creationId xmlns:a16="http://schemas.microsoft.com/office/drawing/2014/main" id="{43E2F0D4-A703-03A2-852D-E899CB92CF4F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2" name="pg3751">
                <a:extLst>
                  <a:ext uri="{FF2B5EF4-FFF2-40B4-BE49-F238E27FC236}">
                    <a16:creationId xmlns:a16="http://schemas.microsoft.com/office/drawing/2014/main" id="{9660EF13-36ED-42D0-CA2D-2EE3AFBAEFD1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3" name="pg3752">
                <a:extLst>
                  <a:ext uri="{FF2B5EF4-FFF2-40B4-BE49-F238E27FC236}">
                    <a16:creationId xmlns:a16="http://schemas.microsoft.com/office/drawing/2014/main" id="{A52F4B2C-2FD3-7B3A-AB14-A9EF2770DC11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4" name="pg3753">
                <a:extLst>
                  <a:ext uri="{FF2B5EF4-FFF2-40B4-BE49-F238E27FC236}">
                    <a16:creationId xmlns:a16="http://schemas.microsoft.com/office/drawing/2014/main" id="{157C300B-C094-C7E5-F394-6E4D8CC042D4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5" name="pg3754">
                <a:extLst>
                  <a:ext uri="{FF2B5EF4-FFF2-40B4-BE49-F238E27FC236}">
                    <a16:creationId xmlns:a16="http://schemas.microsoft.com/office/drawing/2014/main" id="{0460A07C-3F23-524A-B4C4-80185C0E05CB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6" name="pg3755">
                <a:extLst>
                  <a:ext uri="{FF2B5EF4-FFF2-40B4-BE49-F238E27FC236}">
                    <a16:creationId xmlns:a16="http://schemas.microsoft.com/office/drawing/2014/main" id="{6DC4A144-C8A9-E61A-4AF6-A19DFD8A0CB3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7" name="pg3756">
                <a:extLst>
                  <a:ext uri="{FF2B5EF4-FFF2-40B4-BE49-F238E27FC236}">
                    <a16:creationId xmlns:a16="http://schemas.microsoft.com/office/drawing/2014/main" id="{5B3C51AC-9649-B5F1-4061-B8A7B701D3A0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8" name="pg3757">
                <a:extLst>
                  <a:ext uri="{FF2B5EF4-FFF2-40B4-BE49-F238E27FC236}">
                    <a16:creationId xmlns:a16="http://schemas.microsoft.com/office/drawing/2014/main" id="{F4F89720-0D00-3F44-144E-308152588C28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9" name="pg3758">
                <a:extLst>
                  <a:ext uri="{FF2B5EF4-FFF2-40B4-BE49-F238E27FC236}">
                    <a16:creationId xmlns:a16="http://schemas.microsoft.com/office/drawing/2014/main" id="{D920A90E-397C-07D9-0529-5A00F1739609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0" name="pg3759">
                <a:extLst>
                  <a:ext uri="{FF2B5EF4-FFF2-40B4-BE49-F238E27FC236}">
                    <a16:creationId xmlns:a16="http://schemas.microsoft.com/office/drawing/2014/main" id="{A5F92B84-618A-8AA7-90A3-5C11DFA83732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1" name="pg3760">
                <a:extLst>
                  <a:ext uri="{FF2B5EF4-FFF2-40B4-BE49-F238E27FC236}">
                    <a16:creationId xmlns:a16="http://schemas.microsoft.com/office/drawing/2014/main" id="{432EE026-5EC9-CB3E-E98F-902710E2660C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2" name="pg3761">
                <a:extLst>
                  <a:ext uri="{FF2B5EF4-FFF2-40B4-BE49-F238E27FC236}">
                    <a16:creationId xmlns:a16="http://schemas.microsoft.com/office/drawing/2014/main" id="{F08C3934-77DD-D19F-CEBF-7DF0E376B824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3" name="pg3762">
                <a:extLst>
                  <a:ext uri="{FF2B5EF4-FFF2-40B4-BE49-F238E27FC236}">
                    <a16:creationId xmlns:a16="http://schemas.microsoft.com/office/drawing/2014/main" id="{788419AD-8990-9CA4-6BEC-BBFAC62967AD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4" name="pg3763">
                <a:extLst>
                  <a:ext uri="{FF2B5EF4-FFF2-40B4-BE49-F238E27FC236}">
                    <a16:creationId xmlns:a16="http://schemas.microsoft.com/office/drawing/2014/main" id="{ADF82135-BEDF-2060-4EC6-6215776B216D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5" name="pg3764">
                <a:extLst>
                  <a:ext uri="{FF2B5EF4-FFF2-40B4-BE49-F238E27FC236}">
                    <a16:creationId xmlns:a16="http://schemas.microsoft.com/office/drawing/2014/main" id="{767FE8CB-5529-DE42-80AD-4C51E2202277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6" name="pg3765">
                <a:extLst>
                  <a:ext uri="{FF2B5EF4-FFF2-40B4-BE49-F238E27FC236}">
                    <a16:creationId xmlns:a16="http://schemas.microsoft.com/office/drawing/2014/main" id="{2F9F227C-CE82-2E75-41C0-9BE3CD718789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7" name="pg3766">
                <a:extLst>
                  <a:ext uri="{FF2B5EF4-FFF2-40B4-BE49-F238E27FC236}">
                    <a16:creationId xmlns:a16="http://schemas.microsoft.com/office/drawing/2014/main" id="{03707AEF-C511-D1AD-1FAC-29A2ED2DB401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8" name="pg3767">
                <a:extLst>
                  <a:ext uri="{FF2B5EF4-FFF2-40B4-BE49-F238E27FC236}">
                    <a16:creationId xmlns:a16="http://schemas.microsoft.com/office/drawing/2014/main" id="{457E3ED4-6109-D160-AD68-18C17C0F3F2A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9" name="pg3768">
                <a:extLst>
                  <a:ext uri="{FF2B5EF4-FFF2-40B4-BE49-F238E27FC236}">
                    <a16:creationId xmlns:a16="http://schemas.microsoft.com/office/drawing/2014/main" id="{68D87C90-7B40-48DA-3F57-0D846F912E2A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0" name="pg3769">
                <a:extLst>
                  <a:ext uri="{FF2B5EF4-FFF2-40B4-BE49-F238E27FC236}">
                    <a16:creationId xmlns:a16="http://schemas.microsoft.com/office/drawing/2014/main" id="{05AC77DC-4F77-638C-870F-DE03BF92EE0B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1" name="pg3770">
                <a:extLst>
                  <a:ext uri="{FF2B5EF4-FFF2-40B4-BE49-F238E27FC236}">
                    <a16:creationId xmlns:a16="http://schemas.microsoft.com/office/drawing/2014/main" id="{2786C493-717A-4713-4B30-BE57B3EC0323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2" name="pg3771">
                <a:extLst>
                  <a:ext uri="{FF2B5EF4-FFF2-40B4-BE49-F238E27FC236}">
                    <a16:creationId xmlns:a16="http://schemas.microsoft.com/office/drawing/2014/main" id="{4F21B2A5-BCFC-B5D4-C6F9-04A8CF8CD95C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3" name="pg3772">
                <a:extLst>
                  <a:ext uri="{FF2B5EF4-FFF2-40B4-BE49-F238E27FC236}">
                    <a16:creationId xmlns:a16="http://schemas.microsoft.com/office/drawing/2014/main" id="{101079D5-E5C2-09BE-9F86-E2226C1E9B64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4" name="pg3773">
                <a:extLst>
                  <a:ext uri="{FF2B5EF4-FFF2-40B4-BE49-F238E27FC236}">
                    <a16:creationId xmlns:a16="http://schemas.microsoft.com/office/drawing/2014/main" id="{BA8D3B8E-280F-E4DB-A696-C251D6CAD868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5" name="pg3774">
                <a:extLst>
                  <a:ext uri="{FF2B5EF4-FFF2-40B4-BE49-F238E27FC236}">
                    <a16:creationId xmlns:a16="http://schemas.microsoft.com/office/drawing/2014/main" id="{FCFA7B60-2A73-7FB4-2959-707AC14A93B2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6" name="pg3775">
                <a:extLst>
                  <a:ext uri="{FF2B5EF4-FFF2-40B4-BE49-F238E27FC236}">
                    <a16:creationId xmlns:a16="http://schemas.microsoft.com/office/drawing/2014/main" id="{0DF406C3-AF9B-5420-E2EC-8D116A0C4CDD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7" name="pg3776">
                <a:extLst>
                  <a:ext uri="{FF2B5EF4-FFF2-40B4-BE49-F238E27FC236}">
                    <a16:creationId xmlns:a16="http://schemas.microsoft.com/office/drawing/2014/main" id="{542A60B5-B1E4-0025-F72F-8052DF2E128E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8" name="pg3777">
                <a:extLst>
                  <a:ext uri="{FF2B5EF4-FFF2-40B4-BE49-F238E27FC236}">
                    <a16:creationId xmlns:a16="http://schemas.microsoft.com/office/drawing/2014/main" id="{E69E4E58-8FFC-8808-674C-CB4FDF831FC9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9" name="pg3778">
                <a:extLst>
                  <a:ext uri="{FF2B5EF4-FFF2-40B4-BE49-F238E27FC236}">
                    <a16:creationId xmlns:a16="http://schemas.microsoft.com/office/drawing/2014/main" id="{C02330B6-14DE-39C3-B870-3252B4F54AF9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0" name="pg3779">
                <a:extLst>
                  <a:ext uri="{FF2B5EF4-FFF2-40B4-BE49-F238E27FC236}">
                    <a16:creationId xmlns:a16="http://schemas.microsoft.com/office/drawing/2014/main" id="{ABAE4F4F-E0F8-7167-7EDD-FDD269E6C5CE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1" name="pg3780">
                <a:extLst>
                  <a:ext uri="{FF2B5EF4-FFF2-40B4-BE49-F238E27FC236}">
                    <a16:creationId xmlns:a16="http://schemas.microsoft.com/office/drawing/2014/main" id="{04C82FA1-2AEF-0300-66B7-4CEC4772FE1A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2" name="pg3781">
                <a:extLst>
                  <a:ext uri="{FF2B5EF4-FFF2-40B4-BE49-F238E27FC236}">
                    <a16:creationId xmlns:a16="http://schemas.microsoft.com/office/drawing/2014/main" id="{38422CCF-48D3-5D0E-BC39-D139AFDED9D1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3" name="pg3782">
                <a:extLst>
                  <a:ext uri="{FF2B5EF4-FFF2-40B4-BE49-F238E27FC236}">
                    <a16:creationId xmlns:a16="http://schemas.microsoft.com/office/drawing/2014/main" id="{20789CEE-7AC0-6465-7DA7-3526DCF74048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4" name="pg3783">
                <a:extLst>
                  <a:ext uri="{FF2B5EF4-FFF2-40B4-BE49-F238E27FC236}">
                    <a16:creationId xmlns:a16="http://schemas.microsoft.com/office/drawing/2014/main" id="{2527BDA3-2800-B90C-3F93-5530844ED1EC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5" name="pg3784">
                <a:extLst>
                  <a:ext uri="{FF2B5EF4-FFF2-40B4-BE49-F238E27FC236}">
                    <a16:creationId xmlns:a16="http://schemas.microsoft.com/office/drawing/2014/main" id="{000207A7-7AE8-8DCD-E448-65DDE8521AEC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6" name="pg3785">
                <a:extLst>
                  <a:ext uri="{FF2B5EF4-FFF2-40B4-BE49-F238E27FC236}">
                    <a16:creationId xmlns:a16="http://schemas.microsoft.com/office/drawing/2014/main" id="{91D12FF7-7F68-ECEB-D491-846AEC912CE5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7" name="pg3786">
                <a:extLst>
                  <a:ext uri="{FF2B5EF4-FFF2-40B4-BE49-F238E27FC236}">
                    <a16:creationId xmlns:a16="http://schemas.microsoft.com/office/drawing/2014/main" id="{43550766-358F-D251-192D-6534A1A18AA4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8" name="pg3787">
                <a:extLst>
                  <a:ext uri="{FF2B5EF4-FFF2-40B4-BE49-F238E27FC236}">
                    <a16:creationId xmlns:a16="http://schemas.microsoft.com/office/drawing/2014/main" id="{3BA0664E-7163-F736-DB2B-7E858705EDC9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9" name="pg3788">
                <a:extLst>
                  <a:ext uri="{FF2B5EF4-FFF2-40B4-BE49-F238E27FC236}">
                    <a16:creationId xmlns:a16="http://schemas.microsoft.com/office/drawing/2014/main" id="{12C8583B-65B7-8213-CED0-E8B424EAEC76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0" name="pg3789">
                <a:extLst>
                  <a:ext uri="{FF2B5EF4-FFF2-40B4-BE49-F238E27FC236}">
                    <a16:creationId xmlns:a16="http://schemas.microsoft.com/office/drawing/2014/main" id="{D7DC8F2F-507D-9FB7-2B4E-B96116E7A2DC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1" name="pg3790">
                <a:extLst>
                  <a:ext uri="{FF2B5EF4-FFF2-40B4-BE49-F238E27FC236}">
                    <a16:creationId xmlns:a16="http://schemas.microsoft.com/office/drawing/2014/main" id="{295EA3AB-0416-74EF-E6D5-95331D6486BC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2" name="pg3791">
                <a:extLst>
                  <a:ext uri="{FF2B5EF4-FFF2-40B4-BE49-F238E27FC236}">
                    <a16:creationId xmlns:a16="http://schemas.microsoft.com/office/drawing/2014/main" id="{C1022F60-7566-7E73-0DD1-391844CA147C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3" name="pg3792">
                <a:extLst>
                  <a:ext uri="{FF2B5EF4-FFF2-40B4-BE49-F238E27FC236}">
                    <a16:creationId xmlns:a16="http://schemas.microsoft.com/office/drawing/2014/main" id="{8DAC170C-A65D-745E-6611-746FD13B9AE0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4" name="pg3793">
                <a:extLst>
                  <a:ext uri="{FF2B5EF4-FFF2-40B4-BE49-F238E27FC236}">
                    <a16:creationId xmlns:a16="http://schemas.microsoft.com/office/drawing/2014/main" id="{7EE46481-5ACA-0639-2BA0-C3A83F848EBE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5" name="pg3794">
                <a:extLst>
                  <a:ext uri="{FF2B5EF4-FFF2-40B4-BE49-F238E27FC236}">
                    <a16:creationId xmlns:a16="http://schemas.microsoft.com/office/drawing/2014/main" id="{32830CF2-7F68-436E-09FF-F1E83FF68FA0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6" name="pg3795">
                <a:extLst>
                  <a:ext uri="{FF2B5EF4-FFF2-40B4-BE49-F238E27FC236}">
                    <a16:creationId xmlns:a16="http://schemas.microsoft.com/office/drawing/2014/main" id="{D1C9ED0A-53BC-8A39-185F-81233212D00B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7" name="pg3796">
                <a:extLst>
                  <a:ext uri="{FF2B5EF4-FFF2-40B4-BE49-F238E27FC236}">
                    <a16:creationId xmlns:a16="http://schemas.microsoft.com/office/drawing/2014/main" id="{6278C4C7-4A53-60CA-549A-D03B041AB2D6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8" name="pg3797">
                <a:extLst>
                  <a:ext uri="{FF2B5EF4-FFF2-40B4-BE49-F238E27FC236}">
                    <a16:creationId xmlns:a16="http://schemas.microsoft.com/office/drawing/2014/main" id="{32FEF640-7169-4961-44F4-A3A31769BB10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9" name="pg3798">
                <a:extLst>
                  <a:ext uri="{FF2B5EF4-FFF2-40B4-BE49-F238E27FC236}">
                    <a16:creationId xmlns:a16="http://schemas.microsoft.com/office/drawing/2014/main" id="{31B8491C-E4DC-FF22-FA27-54E4C1D6AD1B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0" name="pg3799">
                <a:extLst>
                  <a:ext uri="{FF2B5EF4-FFF2-40B4-BE49-F238E27FC236}">
                    <a16:creationId xmlns:a16="http://schemas.microsoft.com/office/drawing/2014/main" id="{A081DAA5-9386-BD95-F5CA-701B1CC19F96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1" name="pg3800">
                <a:extLst>
                  <a:ext uri="{FF2B5EF4-FFF2-40B4-BE49-F238E27FC236}">
                    <a16:creationId xmlns:a16="http://schemas.microsoft.com/office/drawing/2014/main" id="{C973F85C-93F5-D699-3E3B-A2C89A05F61A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2" name="pg3801">
                <a:extLst>
                  <a:ext uri="{FF2B5EF4-FFF2-40B4-BE49-F238E27FC236}">
                    <a16:creationId xmlns:a16="http://schemas.microsoft.com/office/drawing/2014/main" id="{7F5580B8-32AD-3175-7C83-C4BC80A8A0D9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3" name="pg3802">
                <a:extLst>
                  <a:ext uri="{FF2B5EF4-FFF2-40B4-BE49-F238E27FC236}">
                    <a16:creationId xmlns:a16="http://schemas.microsoft.com/office/drawing/2014/main" id="{A5AF8F21-1EF7-C05B-2542-1BF6E818AAF9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4" name="pg3803">
                <a:extLst>
                  <a:ext uri="{FF2B5EF4-FFF2-40B4-BE49-F238E27FC236}">
                    <a16:creationId xmlns:a16="http://schemas.microsoft.com/office/drawing/2014/main" id="{5D04ED45-6225-9DE3-D875-E2317F9FCEC3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5" name="pg3804">
                <a:extLst>
                  <a:ext uri="{FF2B5EF4-FFF2-40B4-BE49-F238E27FC236}">
                    <a16:creationId xmlns:a16="http://schemas.microsoft.com/office/drawing/2014/main" id="{0F24F223-7694-AF83-588D-5C64E47F3F70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6" name="pg3805">
                <a:extLst>
                  <a:ext uri="{FF2B5EF4-FFF2-40B4-BE49-F238E27FC236}">
                    <a16:creationId xmlns:a16="http://schemas.microsoft.com/office/drawing/2014/main" id="{3C3E2C26-641B-896F-56DE-8FC0BCB1719D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7" name="pg3806">
                <a:extLst>
                  <a:ext uri="{FF2B5EF4-FFF2-40B4-BE49-F238E27FC236}">
                    <a16:creationId xmlns:a16="http://schemas.microsoft.com/office/drawing/2014/main" id="{014469C9-B44A-BE65-66CE-789767762822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8" name="pg3807">
                <a:extLst>
                  <a:ext uri="{FF2B5EF4-FFF2-40B4-BE49-F238E27FC236}">
                    <a16:creationId xmlns:a16="http://schemas.microsoft.com/office/drawing/2014/main" id="{8F2F66D8-1401-5E3D-5122-CE1897E38207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9" name="pg3808">
                <a:extLst>
                  <a:ext uri="{FF2B5EF4-FFF2-40B4-BE49-F238E27FC236}">
                    <a16:creationId xmlns:a16="http://schemas.microsoft.com/office/drawing/2014/main" id="{299A25A7-6F79-7AAB-EDB0-797383183087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0" name="pg3809">
                <a:extLst>
                  <a:ext uri="{FF2B5EF4-FFF2-40B4-BE49-F238E27FC236}">
                    <a16:creationId xmlns:a16="http://schemas.microsoft.com/office/drawing/2014/main" id="{DAB7BA2E-F9E6-7FA1-4B29-2DD5D4191078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1" name="pg3810">
                <a:extLst>
                  <a:ext uri="{FF2B5EF4-FFF2-40B4-BE49-F238E27FC236}">
                    <a16:creationId xmlns:a16="http://schemas.microsoft.com/office/drawing/2014/main" id="{9461D6CC-231F-921A-885D-6A08FB6D4368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2" name="pg3811">
                <a:extLst>
                  <a:ext uri="{FF2B5EF4-FFF2-40B4-BE49-F238E27FC236}">
                    <a16:creationId xmlns:a16="http://schemas.microsoft.com/office/drawing/2014/main" id="{88E83070-C3AF-3263-4897-71A0B0E101B8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3" name="pg3812">
                <a:extLst>
                  <a:ext uri="{FF2B5EF4-FFF2-40B4-BE49-F238E27FC236}">
                    <a16:creationId xmlns:a16="http://schemas.microsoft.com/office/drawing/2014/main" id="{B7D4B4A7-6065-AE2A-A99D-970D052EACA6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4" name="pg3813">
                <a:extLst>
                  <a:ext uri="{FF2B5EF4-FFF2-40B4-BE49-F238E27FC236}">
                    <a16:creationId xmlns:a16="http://schemas.microsoft.com/office/drawing/2014/main" id="{2D56BE6F-54E1-8FCC-D4B5-8C574F594514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5" name="pg3814">
                <a:extLst>
                  <a:ext uri="{FF2B5EF4-FFF2-40B4-BE49-F238E27FC236}">
                    <a16:creationId xmlns:a16="http://schemas.microsoft.com/office/drawing/2014/main" id="{A84AB649-F87F-BE92-5C9A-FD944FBD7BF2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6" name="pg3815">
                <a:extLst>
                  <a:ext uri="{FF2B5EF4-FFF2-40B4-BE49-F238E27FC236}">
                    <a16:creationId xmlns:a16="http://schemas.microsoft.com/office/drawing/2014/main" id="{36958110-F0D3-C95F-5835-79FEE53841F8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7" name="pg3816">
                <a:extLst>
                  <a:ext uri="{FF2B5EF4-FFF2-40B4-BE49-F238E27FC236}">
                    <a16:creationId xmlns:a16="http://schemas.microsoft.com/office/drawing/2014/main" id="{40542C41-4C4B-C502-5FB1-D7448B35E183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8" name="pg3817">
                <a:extLst>
                  <a:ext uri="{FF2B5EF4-FFF2-40B4-BE49-F238E27FC236}">
                    <a16:creationId xmlns:a16="http://schemas.microsoft.com/office/drawing/2014/main" id="{CD6A08A6-A7EB-0565-1F4D-87FB4F8A0F8F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9" name="pg3818">
                <a:extLst>
                  <a:ext uri="{FF2B5EF4-FFF2-40B4-BE49-F238E27FC236}">
                    <a16:creationId xmlns:a16="http://schemas.microsoft.com/office/drawing/2014/main" id="{EE4D47AB-DB93-D65D-86A4-49BBCAF412CF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0" name="pg3819">
                <a:extLst>
                  <a:ext uri="{FF2B5EF4-FFF2-40B4-BE49-F238E27FC236}">
                    <a16:creationId xmlns:a16="http://schemas.microsoft.com/office/drawing/2014/main" id="{C3D9AB8C-6480-09EF-99E5-01B30D25217E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1" name="pg3820">
                <a:extLst>
                  <a:ext uri="{FF2B5EF4-FFF2-40B4-BE49-F238E27FC236}">
                    <a16:creationId xmlns:a16="http://schemas.microsoft.com/office/drawing/2014/main" id="{0BA34AFA-E84F-E80C-5B65-E1E8F39FF279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2" name="pg3821">
                <a:extLst>
                  <a:ext uri="{FF2B5EF4-FFF2-40B4-BE49-F238E27FC236}">
                    <a16:creationId xmlns:a16="http://schemas.microsoft.com/office/drawing/2014/main" id="{6F6017DC-740E-CB32-500A-CE43B7BE50C4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3" name="pg3822">
                <a:extLst>
                  <a:ext uri="{FF2B5EF4-FFF2-40B4-BE49-F238E27FC236}">
                    <a16:creationId xmlns:a16="http://schemas.microsoft.com/office/drawing/2014/main" id="{8C0D0876-5984-1DC0-3C0D-436612252F73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4" name="pg3823">
                <a:extLst>
                  <a:ext uri="{FF2B5EF4-FFF2-40B4-BE49-F238E27FC236}">
                    <a16:creationId xmlns:a16="http://schemas.microsoft.com/office/drawing/2014/main" id="{36BA8250-8922-6CE7-393B-2A155DFBDA1B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5" name="pg3824">
                <a:extLst>
                  <a:ext uri="{FF2B5EF4-FFF2-40B4-BE49-F238E27FC236}">
                    <a16:creationId xmlns:a16="http://schemas.microsoft.com/office/drawing/2014/main" id="{6E28FBC2-B467-59C8-A3F3-2E250828C543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6" name="pg3825">
                <a:extLst>
                  <a:ext uri="{FF2B5EF4-FFF2-40B4-BE49-F238E27FC236}">
                    <a16:creationId xmlns:a16="http://schemas.microsoft.com/office/drawing/2014/main" id="{71769F56-C5D9-13BF-0B62-FA4429780175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7" name="pg3826">
                <a:extLst>
                  <a:ext uri="{FF2B5EF4-FFF2-40B4-BE49-F238E27FC236}">
                    <a16:creationId xmlns:a16="http://schemas.microsoft.com/office/drawing/2014/main" id="{6A51BC6A-575E-593B-8554-A3A7F2581ECC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8" name="pg3827">
                <a:extLst>
                  <a:ext uri="{FF2B5EF4-FFF2-40B4-BE49-F238E27FC236}">
                    <a16:creationId xmlns:a16="http://schemas.microsoft.com/office/drawing/2014/main" id="{B91E1C88-2909-F72E-A50A-AEE5F35EB679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9" name="pg3828">
                <a:extLst>
                  <a:ext uri="{FF2B5EF4-FFF2-40B4-BE49-F238E27FC236}">
                    <a16:creationId xmlns:a16="http://schemas.microsoft.com/office/drawing/2014/main" id="{967C347B-CD5E-E7B2-DAD9-8C8D4DDB2264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0" name="pg3829">
                <a:extLst>
                  <a:ext uri="{FF2B5EF4-FFF2-40B4-BE49-F238E27FC236}">
                    <a16:creationId xmlns:a16="http://schemas.microsoft.com/office/drawing/2014/main" id="{45FCEA06-8E73-E696-636B-FA820366A860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1" name="pg3830">
                <a:extLst>
                  <a:ext uri="{FF2B5EF4-FFF2-40B4-BE49-F238E27FC236}">
                    <a16:creationId xmlns:a16="http://schemas.microsoft.com/office/drawing/2014/main" id="{3AF1155B-2EA3-F8B5-1F01-8A74752CF469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2" name="pg3831">
                <a:extLst>
                  <a:ext uri="{FF2B5EF4-FFF2-40B4-BE49-F238E27FC236}">
                    <a16:creationId xmlns:a16="http://schemas.microsoft.com/office/drawing/2014/main" id="{92CEC5D9-7985-A0D2-0700-F899943C70FC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3" name="pg3832">
                <a:extLst>
                  <a:ext uri="{FF2B5EF4-FFF2-40B4-BE49-F238E27FC236}">
                    <a16:creationId xmlns:a16="http://schemas.microsoft.com/office/drawing/2014/main" id="{2D52C84D-A5D9-6194-79F6-EBCF9500CA08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4" name="pg3833">
                <a:extLst>
                  <a:ext uri="{FF2B5EF4-FFF2-40B4-BE49-F238E27FC236}">
                    <a16:creationId xmlns:a16="http://schemas.microsoft.com/office/drawing/2014/main" id="{8FAC12A0-5827-1A02-4EE5-760225AD9D54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5" name="pg3834">
                <a:extLst>
                  <a:ext uri="{FF2B5EF4-FFF2-40B4-BE49-F238E27FC236}">
                    <a16:creationId xmlns:a16="http://schemas.microsoft.com/office/drawing/2014/main" id="{86F5930C-F0D8-24AF-0CCF-7C144F7809BD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6" name="pg3835">
                <a:extLst>
                  <a:ext uri="{FF2B5EF4-FFF2-40B4-BE49-F238E27FC236}">
                    <a16:creationId xmlns:a16="http://schemas.microsoft.com/office/drawing/2014/main" id="{B8949163-84CF-1931-10E6-4A29B0A2529D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7" name="pg3836">
                <a:extLst>
                  <a:ext uri="{FF2B5EF4-FFF2-40B4-BE49-F238E27FC236}">
                    <a16:creationId xmlns:a16="http://schemas.microsoft.com/office/drawing/2014/main" id="{89F273AC-AFCF-E9B5-74DC-1AAA9D36991E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8" name="pg3837">
                <a:extLst>
                  <a:ext uri="{FF2B5EF4-FFF2-40B4-BE49-F238E27FC236}">
                    <a16:creationId xmlns:a16="http://schemas.microsoft.com/office/drawing/2014/main" id="{42B131E8-203A-403A-ACBE-951FB26D706A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9" name="pg3838">
                <a:extLst>
                  <a:ext uri="{FF2B5EF4-FFF2-40B4-BE49-F238E27FC236}">
                    <a16:creationId xmlns:a16="http://schemas.microsoft.com/office/drawing/2014/main" id="{E10A57F0-23AC-4D86-6207-E87A65EB06C8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0" name="pg3839">
                <a:extLst>
                  <a:ext uri="{FF2B5EF4-FFF2-40B4-BE49-F238E27FC236}">
                    <a16:creationId xmlns:a16="http://schemas.microsoft.com/office/drawing/2014/main" id="{B026229C-6735-1F11-5D0F-98D35B6207A8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1" name="pg3840">
                <a:extLst>
                  <a:ext uri="{FF2B5EF4-FFF2-40B4-BE49-F238E27FC236}">
                    <a16:creationId xmlns:a16="http://schemas.microsoft.com/office/drawing/2014/main" id="{FB9E2421-49C6-1E57-F9D0-581FC9342E3D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2" name="pg3841">
                <a:extLst>
                  <a:ext uri="{FF2B5EF4-FFF2-40B4-BE49-F238E27FC236}">
                    <a16:creationId xmlns:a16="http://schemas.microsoft.com/office/drawing/2014/main" id="{B07CDCB8-0B3C-40D4-0AA2-A07FAD39A171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3" name="pg3842">
                <a:extLst>
                  <a:ext uri="{FF2B5EF4-FFF2-40B4-BE49-F238E27FC236}">
                    <a16:creationId xmlns:a16="http://schemas.microsoft.com/office/drawing/2014/main" id="{BF18EF5A-1A5A-29C7-D592-037E1DA2450C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4" name="pg3843">
                <a:extLst>
                  <a:ext uri="{FF2B5EF4-FFF2-40B4-BE49-F238E27FC236}">
                    <a16:creationId xmlns:a16="http://schemas.microsoft.com/office/drawing/2014/main" id="{4C442849-95DD-B75E-3902-B3727A52760A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5" name="pg3844">
                <a:extLst>
                  <a:ext uri="{FF2B5EF4-FFF2-40B4-BE49-F238E27FC236}">
                    <a16:creationId xmlns:a16="http://schemas.microsoft.com/office/drawing/2014/main" id="{08B94291-DCE3-3115-E830-9BD27F11006D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6" name="pg3845">
                <a:extLst>
                  <a:ext uri="{FF2B5EF4-FFF2-40B4-BE49-F238E27FC236}">
                    <a16:creationId xmlns:a16="http://schemas.microsoft.com/office/drawing/2014/main" id="{44F570E5-E1F3-A677-CAD8-22C1391A0AC9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7" name="pg3846">
                <a:extLst>
                  <a:ext uri="{FF2B5EF4-FFF2-40B4-BE49-F238E27FC236}">
                    <a16:creationId xmlns:a16="http://schemas.microsoft.com/office/drawing/2014/main" id="{A1E1DF9A-6C67-8AB5-250D-EE53121FEE5A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8" name="pg3847">
                <a:extLst>
                  <a:ext uri="{FF2B5EF4-FFF2-40B4-BE49-F238E27FC236}">
                    <a16:creationId xmlns:a16="http://schemas.microsoft.com/office/drawing/2014/main" id="{A64D989F-8B88-CB1E-EBFE-DB795B54C31E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9" name="pg3848">
                <a:extLst>
                  <a:ext uri="{FF2B5EF4-FFF2-40B4-BE49-F238E27FC236}">
                    <a16:creationId xmlns:a16="http://schemas.microsoft.com/office/drawing/2014/main" id="{8A84FB7B-3EC8-FD7D-6390-D9BE025CA85E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0" name="pg3849">
                <a:extLst>
                  <a:ext uri="{FF2B5EF4-FFF2-40B4-BE49-F238E27FC236}">
                    <a16:creationId xmlns:a16="http://schemas.microsoft.com/office/drawing/2014/main" id="{7A4DD8B1-1EA1-605F-F5DD-672767A59C08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1" name="pg3850">
                <a:extLst>
                  <a:ext uri="{FF2B5EF4-FFF2-40B4-BE49-F238E27FC236}">
                    <a16:creationId xmlns:a16="http://schemas.microsoft.com/office/drawing/2014/main" id="{08A5BD98-FC59-81D4-F449-5C32B277987E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2" name="pg3851">
                <a:extLst>
                  <a:ext uri="{FF2B5EF4-FFF2-40B4-BE49-F238E27FC236}">
                    <a16:creationId xmlns:a16="http://schemas.microsoft.com/office/drawing/2014/main" id="{3BC4D656-2526-1B8E-5ED7-9B0DB696EA93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3" name="pg3852">
                <a:extLst>
                  <a:ext uri="{FF2B5EF4-FFF2-40B4-BE49-F238E27FC236}">
                    <a16:creationId xmlns:a16="http://schemas.microsoft.com/office/drawing/2014/main" id="{24471B65-5292-620A-92F1-4C1C62D7D022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4" name="pg3853">
                <a:extLst>
                  <a:ext uri="{FF2B5EF4-FFF2-40B4-BE49-F238E27FC236}">
                    <a16:creationId xmlns:a16="http://schemas.microsoft.com/office/drawing/2014/main" id="{30B6C860-70A2-0506-7D0C-9107B0F2C6DB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5" name="pg3854">
                <a:extLst>
                  <a:ext uri="{FF2B5EF4-FFF2-40B4-BE49-F238E27FC236}">
                    <a16:creationId xmlns:a16="http://schemas.microsoft.com/office/drawing/2014/main" id="{01027E29-3021-CB98-985D-AF9F67460432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6" name="pg3855">
                <a:extLst>
                  <a:ext uri="{FF2B5EF4-FFF2-40B4-BE49-F238E27FC236}">
                    <a16:creationId xmlns:a16="http://schemas.microsoft.com/office/drawing/2014/main" id="{E2739116-913A-87E0-7D34-1F85D6DB8D26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7" name="pg3856">
                <a:extLst>
                  <a:ext uri="{FF2B5EF4-FFF2-40B4-BE49-F238E27FC236}">
                    <a16:creationId xmlns:a16="http://schemas.microsoft.com/office/drawing/2014/main" id="{6A534A34-CF01-75E1-F7F8-7982A7680A11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8" name="pg3857">
                <a:extLst>
                  <a:ext uri="{FF2B5EF4-FFF2-40B4-BE49-F238E27FC236}">
                    <a16:creationId xmlns:a16="http://schemas.microsoft.com/office/drawing/2014/main" id="{1A7E5517-7180-C731-30AF-4BE6AED197D1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9" name="pg3858">
                <a:extLst>
                  <a:ext uri="{FF2B5EF4-FFF2-40B4-BE49-F238E27FC236}">
                    <a16:creationId xmlns:a16="http://schemas.microsoft.com/office/drawing/2014/main" id="{24CDB895-C901-2DE6-2483-163CAD46EDEA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0" name="pg3859">
                <a:extLst>
                  <a:ext uri="{FF2B5EF4-FFF2-40B4-BE49-F238E27FC236}">
                    <a16:creationId xmlns:a16="http://schemas.microsoft.com/office/drawing/2014/main" id="{00A2B9D0-CCE6-7403-A513-C98471B68540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1" name="pg3860">
                <a:extLst>
                  <a:ext uri="{FF2B5EF4-FFF2-40B4-BE49-F238E27FC236}">
                    <a16:creationId xmlns:a16="http://schemas.microsoft.com/office/drawing/2014/main" id="{A8F7C544-0195-EBC3-2F38-78697CB584D7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2" name="pg3861">
                <a:extLst>
                  <a:ext uri="{FF2B5EF4-FFF2-40B4-BE49-F238E27FC236}">
                    <a16:creationId xmlns:a16="http://schemas.microsoft.com/office/drawing/2014/main" id="{A55988A2-E22E-A6B6-3019-E89174026FAC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3" name="pg3862">
                <a:extLst>
                  <a:ext uri="{FF2B5EF4-FFF2-40B4-BE49-F238E27FC236}">
                    <a16:creationId xmlns:a16="http://schemas.microsoft.com/office/drawing/2014/main" id="{92884578-E45F-4CA3-AB17-ED1C32BA0560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4" name="pg3863">
                <a:extLst>
                  <a:ext uri="{FF2B5EF4-FFF2-40B4-BE49-F238E27FC236}">
                    <a16:creationId xmlns:a16="http://schemas.microsoft.com/office/drawing/2014/main" id="{9E8457E1-5E44-2905-66C9-E7899DF62FA6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5" name="pg3864">
                <a:extLst>
                  <a:ext uri="{FF2B5EF4-FFF2-40B4-BE49-F238E27FC236}">
                    <a16:creationId xmlns:a16="http://schemas.microsoft.com/office/drawing/2014/main" id="{519D4D01-DD25-BC74-F9A9-40CB70FA01CD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6" name="pg3865">
                <a:extLst>
                  <a:ext uri="{FF2B5EF4-FFF2-40B4-BE49-F238E27FC236}">
                    <a16:creationId xmlns:a16="http://schemas.microsoft.com/office/drawing/2014/main" id="{B39CFBAA-0DA9-211C-36C1-590C93D880E1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7" name="pg3866">
                <a:extLst>
                  <a:ext uri="{FF2B5EF4-FFF2-40B4-BE49-F238E27FC236}">
                    <a16:creationId xmlns:a16="http://schemas.microsoft.com/office/drawing/2014/main" id="{D6EE376C-8DF3-9CB9-55A0-CC31E82123E6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8" name="pg3867">
                <a:extLst>
                  <a:ext uri="{FF2B5EF4-FFF2-40B4-BE49-F238E27FC236}">
                    <a16:creationId xmlns:a16="http://schemas.microsoft.com/office/drawing/2014/main" id="{95C7771E-1D90-A0CB-C409-B848B65F30EB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9" name="pg3868">
                <a:extLst>
                  <a:ext uri="{FF2B5EF4-FFF2-40B4-BE49-F238E27FC236}">
                    <a16:creationId xmlns:a16="http://schemas.microsoft.com/office/drawing/2014/main" id="{E5BED292-16A3-7932-B5B9-9D97B97E8BBE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0" name="pg3869">
                <a:extLst>
                  <a:ext uri="{FF2B5EF4-FFF2-40B4-BE49-F238E27FC236}">
                    <a16:creationId xmlns:a16="http://schemas.microsoft.com/office/drawing/2014/main" id="{204EEE2B-7224-E9B1-1700-7008AA592520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1" name="pg3870">
                <a:extLst>
                  <a:ext uri="{FF2B5EF4-FFF2-40B4-BE49-F238E27FC236}">
                    <a16:creationId xmlns:a16="http://schemas.microsoft.com/office/drawing/2014/main" id="{A866D63A-35E1-7412-9FD4-E95A1A062DDC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2" name="pg3871">
                <a:extLst>
                  <a:ext uri="{FF2B5EF4-FFF2-40B4-BE49-F238E27FC236}">
                    <a16:creationId xmlns:a16="http://schemas.microsoft.com/office/drawing/2014/main" id="{63F70E36-21D3-60FB-7C09-61381935F436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3" name="pg3872">
                <a:extLst>
                  <a:ext uri="{FF2B5EF4-FFF2-40B4-BE49-F238E27FC236}">
                    <a16:creationId xmlns:a16="http://schemas.microsoft.com/office/drawing/2014/main" id="{A7770DAD-B67B-CB7F-3D3A-74A0D220162B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4" name="pg3873">
                <a:extLst>
                  <a:ext uri="{FF2B5EF4-FFF2-40B4-BE49-F238E27FC236}">
                    <a16:creationId xmlns:a16="http://schemas.microsoft.com/office/drawing/2014/main" id="{7829C3A6-B9A4-AFF5-0405-AC8440AA167B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5" name="pg3874">
                <a:extLst>
                  <a:ext uri="{FF2B5EF4-FFF2-40B4-BE49-F238E27FC236}">
                    <a16:creationId xmlns:a16="http://schemas.microsoft.com/office/drawing/2014/main" id="{4234E4B4-1084-82C2-304C-EBAF1607E1DA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6" name="pg3875">
                <a:extLst>
                  <a:ext uri="{FF2B5EF4-FFF2-40B4-BE49-F238E27FC236}">
                    <a16:creationId xmlns:a16="http://schemas.microsoft.com/office/drawing/2014/main" id="{04A7BA3E-9127-5FB9-BF57-1803DC2B0864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7" name="pg3876">
                <a:extLst>
                  <a:ext uri="{FF2B5EF4-FFF2-40B4-BE49-F238E27FC236}">
                    <a16:creationId xmlns:a16="http://schemas.microsoft.com/office/drawing/2014/main" id="{4F3DD250-5285-88C8-93FF-C23D6621A736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8" name="pg3877">
                <a:extLst>
                  <a:ext uri="{FF2B5EF4-FFF2-40B4-BE49-F238E27FC236}">
                    <a16:creationId xmlns:a16="http://schemas.microsoft.com/office/drawing/2014/main" id="{E2846F0D-8CA6-A82B-1D3A-323ABDC6E24E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9" name="pg3878">
                <a:extLst>
                  <a:ext uri="{FF2B5EF4-FFF2-40B4-BE49-F238E27FC236}">
                    <a16:creationId xmlns:a16="http://schemas.microsoft.com/office/drawing/2014/main" id="{AA73F4D8-408A-2F63-F3F2-300857C38A02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0" name="pg3879">
                <a:extLst>
                  <a:ext uri="{FF2B5EF4-FFF2-40B4-BE49-F238E27FC236}">
                    <a16:creationId xmlns:a16="http://schemas.microsoft.com/office/drawing/2014/main" id="{F3EF7C25-5FC8-B93B-578E-4A80BDAED583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1" name="pg3880">
                <a:extLst>
                  <a:ext uri="{FF2B5EF4-FFF2-40B4-BE49-F238E27FC236}">
                    <a16:creationId xmlns:a16="http://schemas.microsoft.com/office/drawing/2014/main" id="{C9F22B69-36A5-C178-A627-7220D1FDC044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2" name="pg3881">
                <a:extLst>
                  <a:ext uri="{FF2B5EF4-FFF2-40B4-BE49-F238E27FC236}">
                    <a16:creationId xmlns:a16="http://schemas.microsoft.com/office/drawing/2014/main" id="{49A7DE19-AA2B-BA5B-2B5C-64C385B87C53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3" name="pg3882">
                <a:extLst>
                  <a:ext uri="{FF2B5EF4-FFF2-40B4-BE49-F238E27FC236}">
                    <a16:creationId xmlns:a16="http://schemas.microsoft.com/office/drawing/2014/main" id="{8ACAD953-2242-7071-DB4C-E0ACE1F850D5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4" name="pg3883">
                <a:extLst>
                  <a:ext uri="{FF2B5EF4-FFF2-40B4-BE49-F238E27FC236}">
                    <a16:creationId xmlns:a16="http://schemas.microsoft.com/office/drawing/2014/main" id="{BF28EC87-98CF-9E0E-7CAB-762BBF0C1B87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5" name="pg3884">
                <a:extLst>
                  <a:ext uri="{FF2B5EF4-FFF2-40B4-BE49-F238E27FC236}">
                    <a16:creationId xmlns:a16="http://schemas.microsoft.com/office/drawing/2014/main" id="{1E46B06E-6B77-BBFD-E3C9-8C351186E1E5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6" name="pg3885">
                <a:extLst>
                  <a:ext uri="{FF2B5EF4-FFF2-40B4-BE49-F238E27FC236}">
                    <a16:creationId xmlns:a16="http://schemas.microsoft.com/office/drawing/2014/main" id="{11FF4D33-3CD8-98A1-7689-D3E2913F9B7B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7" name="pg3886">
                <a:extLst>
                  <a:ext uri="{FF2B5EF4-FFF2-40B4-BE49-F238E27FC236}">
                    <a16:creationId xmlns:a16="http://schemas.microsoft.com/office/drawing/2014/main" id="{46E7BBC1-42C8-8FC9-322E-26D625E75BE2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8" name="pg3887">
                <a:extLst>
                  <a:ext uri="{FF2B5EF4-FFF2-40B4-BE49-F238E27FC236}">
                    <a16:creationId xmlns:a16="http://schemas.microsoft.com/office/drawing/2014/main" id="{E11C06EA-78EB-03E2-AB64-F0735FD0EEDE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9" name="pg3888">
                <a:extLst>
                  <a:ext uri="{FF2B5EF4-FFF2-40B4-BE49-F238E27FC236}">
                    <a16:creationId xmlns:a16="http://schemas.microsoft.com/office/drawing/2014/main" id="{9E6BECB7-C761-D953-9C6C-E7F579F3C98E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0" name="pg3889">
                <a:extLst>
                  <a:ext uri="{FF2B5EF4-FFF2-40B4-BE49-F238E27FC236}">
                    <a16:creationId xmlns:a16="http://schemas.microsoft.com/office/drawing/2014/main" id="{7FB3EAA6-A84A-C9DB-5479-757CCCD19B74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1" name="pg3890">
                <a:extLst>
                  <a:ext uri="{FF2B5EF4-FFF2-40B4-BE49-F238E27FC236}">
                    <a16:creationId xmlns:a16="http://schemas.microsoft.com/office/drawing/2014/main" id="{1AEF6F00-8480-4669-D120-52E35A5CC2CE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2" name="pg3891">
                <a:extLst>
                  <a:ext uri="{FF2B5EF4-FFF2-40B4-BE49-F238E27FC236}">
                    <a16:creationId xmlns:a16="http://schemas.microsoft.com/office/drawing/2014/main" id="{2C210622-CCFB-DC70-D431-C6880605DFA3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3" name="pg3892">
                <a:extLst>
                  <a:ext uri="{FF2B5EF4-FFF2-40B4-BE49-F238E27FC236}">
                    <a16:creationId xmlns:a16="http://schemas.microsoft.com/office/drawing/2014/main" id="{108B1379-CFAA-B6A8-14D2-871C2021B23B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4" name="pg3893">
                <a:extLst>
                  <a:ext uri="{FF2B5EF4-FFF2-40B4-BE49-F238E27FC236}">
                    <a16:creationId xmlns:a16="http://schemas.microsoft.com/office/drawing/2014/main" id="{042011CD-4D73-E2AC-E7FC-1D77109CC595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5" name="pg3894">
                <a:extLst>
                  <a:ext uri="{FF2B5EF4-FFF2-40B4-BE49-F238E27FC236}">
                    <a16:creationId xmlns:a16="http://schemas.microsoft.com/office/drawing/2014/main" id="{649C347D-99C4-47C0-4168-E7BF87468DFB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6" name="pg3895">
                <a:extLst>
                  <a:ext uri="{FF2B5EF4-FFF2-40B4-BE49-F238E27FC236}">
                    <a16:creationId xmlns:a16="http://schemas.microsoft.com/office/drawing/2014/main" id="{961960E1-0214-B21B-C6EA-CE451E966F0A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7" name="pg3896">
                <a:extLst>
                  <a:ext uri="{FF2B5EF4-FFF2-40B4-BE49-F238E27FC236}">
                    <a16:creationId xmlns:a16="http://schemas.microsoft.com/office/drawing/2014/main" id="{2A0CB452-DA48-DAD7-5D60-2C16B67080CE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8" name="pg3897">
                <a:extLst>
                  <a:ext uri="{FF2B5EF4-FFF2-40B4-BE49-F238E27FC236}">
                    <a16:creationId xmlns:a16="http://schemas.microsoft.com/office/drawing/2014/main" id="{FB5DA65D-281B-1764-186A-A4F59190990E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9" name="pg3898">
                <a:extLst>
                  <a:ext uri="{FF2B5EF4-FFF2-40B4-BE49-F238E27FC236}">
                    <a16:creationId xmlns:a16="http://schemas.microsoft.com/office/drawing/2014/main" id="{9088D5F7-4764-6A43-986E-DB4E1C5238EA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0" name="pg3899">
                <a:extLst>
                  <a:ext uri="{FF2B5EF4-FFF2-40B4-BE49-F238E27FC236}">
                    <a16:creationId xmlns:a16="http://schemas.microsoft.com/office/drawing/2014/main" id="{61C6A009-9879-FEB6-8767-826024DFB0AB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1" name="pg3900">
                <a:extLst>
                  <a:ext uri="{FF2B5EF4-FFF2-40B4-BE49-F238E27FC236}">
                    <a16:creationId xmlns:a16="http://schemas.microsoft.com/office/drawing/2014/main" id="{6BB3C601-8126-BD78-0C3F-C025D2CA2D02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2" name="pg3901">
                <a:extLst>
                  <a:ext uri="{FF2B5EF4-FFF2-40B4-BE49-F238E27FC236}">
                    <a16:creationId xmlns:a16="http://schemas.microsoft.com/office/drawing/2014/main" id="{9CAC2902-7586-3EA7-0AEB-DCC7034649FE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3" name="pg3902">
                <a:extLst>
                  <a:ext uri="{FF2B5EF4-FFF2-40B4-BE49-F238E27FC236}">
                    <a16:creationId xmlns:a16="http://schemas.microsoft.com/office/drawing/2014/main" id="{D288D128-68A6-3ED4-C3AE-184AEBD9F0E0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4" name="pg3903">
                <a:extLst>
                  <a:ext uri="{FF2B5EF4-FFF2-40B4-BE49-F238E27FC236}">
                    <a16:creationId xmlns:a16="http://schemas.microsoft.com/office/drawing/2014/main" id="{C3AA42B7-30E7-2BD9-04DA-FA6FEA772920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5" name="pg3904">
                <a:extLst>
                  <a:ext uri="{FF2B5EF4-FFF2-40B4-BE49-F238E27FC236}">
                    <a16:creationId xmlns:a16="http://schemas.microsoft.com/office/drawing/2014/main" id="{D761DBD9-37CA-9747-1DF1-C04302463FB9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6" name="pg3905">
                <a:extLst>
                  <a:ext uri="{FF2B5EF4-FFF2-40B4-BE49-F238E27FC236}">
                    <a16:creationId xmlns:a16="http://schemas.microsoft.com/office/drawing/2014/main" id="{AF4FE918-3D56-8EED-15A2-5C5F3EBC5AEC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7" name="pg3906">
                <a:extLst>
                  <a:ext uri="{FF2B5EF4-FFF2-40B4-BE49-F238E27FC236}">
                    <a16:creationId xmlns:a16="http://schemas.microsoft.com/office/drawing/2014/main" id="{4B9A65AC-D3ED-3061-6315-6161D3F5D2B4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8" name="pg3907">
                <a:extLst>
                  <a:ext uri="{FF2B5EF4-FFF2-40B4-BE49-F238E27FC236}">
                    <a16:creationId xmlns:a16="http://schemas.microsoft.com/office/drawing/2014/main" id="{95400796-F292-8F07-1BBA-198623BF0F9F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9" name="pg3908">
                <a:extLst>
                  <a:ext uri="{FF2B5EF4-FFF2-40B4-BE49-F238E27FC236}">
                    <a16:creationId xmlns:a16="http://schemas.microsoft.com/office/drawing/2014/main" id="{74DF7538-F8DF-C620-FDE5-CB9F7A2EE4BB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0" name="pg3909">
                <a:extLst>
                  <a:ext uri="{FF2B5EF4-FFF2-40B4-BE49-F238E27FC236}">
                    <a16:creationId xmlns:a16="http://schemas.microsoft.com/office/drawing/2014/main" id="{5C67B71A-02DB-C6B1-27E8-DCDF442010CF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1" name="pg3910">
                <a:extLst>
                  <a:ext uri="{FF2B5EF4-FFF2-40B4-BE49-F238E27FC236}">
                    <a16:creationId xmlns:a16="http://schemas.microsoft.com/office/drawing/2014/main" id="{A42E7125-B8BB-A7DE-3D0D-D24419C599ED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2" name="pg3911">
                <a:extLst>
                  <a:ext uri="{FF2B5EF4-FFF2-40B4-BE49-F238E27FC236}">
                    <a16:creationId xmlns:a16="http://schemas.microsoft.com/office/drawing/2014/main" id="{DCB112E6-6E30-C171-DA47-055CF872F1FC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3" name="pg3912">
                <a:extLst>
                  <a:ext uri="{FF2B5EF4-FFF2-40B4-BE49-F238E27FC236}">
                    <a16:creationId xmlns:a16="http://schemas.microsoft.com/office/drawing/2014/main" id="{68A60923-2F4F-DAC3-996C-E55ABB3ACAFF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4" name="pg3913">
                <a:extLst>
                  <a:ext uri="{FF2B5EF4-FFF2-40B4-BE49-F238E27FC236}">
                    <a16:creationId xmlns:a16="http://schemas.microsoft.com/office/drawing/2014/main" id="{BB85D74B-FF7A-D3CE-8F88-6F0E49F4F2A7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5" name="pg3914">
                <a:extLst>
                  <a:ext uri="{FF2B5EF4-FFF2-40B4-BE49-F238E27FC236}">
                    <a16:creationId xmlns:a16="http://schemas.microsoft.com/office/drawing/2014/main" id="{B29D3A0B-54ED-E042-8A73-BCD35CC17B7D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6" name="pg3915">
                <a:extLst>
                  <a:ext uri="{FF2B5EF4-FFF2-40B4-BE49-F238E27FC236}">
                    <a16:creationId xmlns:a16="http://schemas.microsoft.com/office/drawing/2014/main" id="{EAE28EC7-DA73-9A2B-F668-E4FD052F21A2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7" name="pg3916">
                <a:extLst>
                  <a:ext uri="{FF2B5EF4-FFF2-40B4-BE49-F238E27FC236}">
                    <a16:creationId xmlns:a16="http://schemas.microsoft.com/office/drawing/2014/main" id="{C346269F-34C3-AF35-213E-60EADFA76E48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8" name="pg3917">
                <a:extLst>
                  <a:ext uri="{FF2B5EF4-FFF2-40B4-BE49-F238E27FC236}">
                    <a16:creationId xmlns:a16="http://schemas.microsoft.com/office/drawing/2014/main" id="{560519C9-36AF-B537-90C3-5D9E1DD0E41B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9" name="pg3918">
                <a:extLst>
                  <a:ext uri="{FF2B5EF4-FFF2-40B4-BE49-F238E27FC236}">
                    <a16:creationId xmlns:a16="http://schemas.microsoft.com/office/drawing/2014/main" id="{318CB348-0B70-52C7-3772-416B922C8540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0" name="pg3919">
                <a:extLst>
                  <a:ext uri="{FF2B5EF4-FFF2-40B4-BE49-F238E27FC236}">
                    <a16:creationId xmlns:a16="http://schemas.microsoft.com/office/drawing/2014/main" id="{2DA325CD-4BA0-3EE8-7464-AC28998769BB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1" name="pg3920">
                <a:extLst>
                  <a:ext uri="{FF2B5EF4-FFF2-40B4-BE49-F238E27FC236}">
                    <a16:creationId xmlns:a16="http://schemas.microsoft.com/office/drawing/2014/main" id="{713A7C7E-0345-4DC3-4336-026E09C18AB0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2" name="pg3921">
                <a:extLst>
                  <a:ext uri="{FF2B5EF4-FFF2-40B4-BE49-F238E27FC236}">
                    <a16:creationId xmlns:a16="http://schemas.microsoft.com/office/drawing/2014/main" id="{41A0B1DC-C704-2F30-295E-7D5B325F0A52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3" name="pg3922">
                <a:extLst>
                  <a:ext uri="{FF2B5EF4-FFF2-40B4-BE49-F238E27FC236}">
                    <a16:creationId xmlns:a16="http://schemas.microsoft.com/office/drawing/2014/main" id="{5798C195-BC48-90BA-8EAC-1E7B1097CC8C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4" name="pg3923">
                <a:extLst>
                  <a:ext uri="{FF2B5EF4-FFF2-40B4-BE49-F238E27FC236}">
                    <a16:creationId xmlns:a16="http://schemas.microsoft.com/office/drawing/2014/main" id="{EF2C1856-2CEC-3298-83DF-DDDA6279F1B4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5" name="pt3924">
                <a:extLst>
                  <a:ext uri="{FF2B5EF4-FFF2-40B4-BE49-F238E27FC236}">
                    <a16:creationId xmlns:a16="http://schemas.microsoft.com/office/drawing/2014/main" id="{8F62CD3F-907E-EFE6-E212-306622A124D2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A4E2C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6" name="pt3925">
                <a:extLst>
                  <a:ext uri="{FF2B5EF4-FFF2-40B4-BE49-F238E27FC236}">
                    <a16:creationId xmlns:a16="http://schemas.microsoft.com/office/drawing/2014/main" id="{6E7733A6-7BBD-4592-ECBA-3AAAA27B675D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3A61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7" name="pt3926">
                <a:extLst>
                  <a:ext uri="{FF2B5EF4-FFF2-40B4-BE49-F238E27FC236}">
                    <a16:creationId xmlns:a16="http://schemas.microsoft.com/office/drawing/2014/main" id="{194A15FB-CFD3-46A7-6E6F-CAB31BD92857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3A6E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8" name="pt3927">
                <a:extLst>
                  <a:ext uri="{FF2B5EF4-FFF2-40B4-BE49-F238E27FC236}">
                    <a16:creationId xmlns:a16="http://schemas.microsoft.com/office/drawing/2014/main" id="{17B8BDF8-C47B-6504-B5DD-E0A39A8E0BA6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6B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9" name="pt3928">
                <a:extLst>
                  <a:ext uri="{FF2B5EF4-FFF2-40B4-BE49-F238E27FC236}">
                    <a16:creationId xmlns:a16="http://schemas.microsoft.com/office/drawing/2014/main" id="{0307440F-B5B8-938F-0125-61CDDBB5EAD5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3981A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0" name="pt3929">
                <a:extLst>
                  <a:ext uri="{FF2B5EF4-FFF2-40B4-BE49-F238E27FC236}">
                    <a16:creationId xmlns:a16="http://schemas.microsoft.com/office/drawing/2014/main" id="{57A00335-C613-4B03-C171-8997D5831624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C6EDD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1" name="pt3930">
                <a:extLst>
                  <a:ext uri="{FF2B5EF4-FFF2-40B4-BE49-F238E27FC236}">
                    <a16:creationId xmlns:a16="http://schemas.microsoft.com/office/drawing/2014/main" id="{EF2E9A7D-DE45-1449-6C51-DDAF8A9F0253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36285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2" name="pt3931">
                <a:extLst>
                  <a:ext uri="{FF2B5EF4-FFF2-40B4-BE49-F238E27FC236}">
                    <a16:creationId xmlns:a16="http://schemas.microsoft.com/office/drawing/2014/main" id="{28A8C369-5DF9-35A7-0D68-FD6DEBCF0056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78E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3" name="pt3932">
                <a:extLst>
                  <a:ext uri="{FF2B5EF4-FFF2-40B4-BE49-F238E27FC236}">
                    <a16:creationId xmlns:a16="http://schemas.microsoft.com/office/drawing/2014/main" id="{EFA9D7CA-640A-16D3-7551-13E1B68CDAE1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3B72A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4" name="pt3933">
                <a:extLst>
                  <a:ext uri="{FF2B5EF4-FFF2-40B4-BE49-F238E27FC236}">
                    <a16:creationId xmlns:a16="http://schemas.microsoft.com/office/drawing/2014/main" id="{2DA882BE-24AF-5252-7AB6-961678C6003D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56BF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5" name="pt3934">
                <a:extLst>
                  <a:ext uri="{FF2B5EF4-FFF2-40B4-BE49-F238E27FC236}">
                    <a16:creationId xmlns:a16="http://schemas.microsoft.com/office/drawing/2014/main" id="{A4CD1126-B2F9-604F-63D0-1F8D56893BFC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3A79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6" name="pt3935">
                <a:extLst>
                  <a:ext uri="{FF2B5EF4-FFF2-40B4-BE49-F238E27FC236}">
                    <a16:creationId xmlns:a16="http://schemas.microsoft.com/office/drawing/2014/main" id="{B9B5E3F1-0340-0F30-B1D9-E4FDE534455D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A7E3C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7" name="pt3936">
                <a:extLst>
                  <a:ext uri="{FF2B5EF4-FFF2-40B4-BE49-F238E27FC236}">
                    <a16:creationId xmlns:a16="http://schemas.microsoft.com/office/drawing/2014/main" id="{3E5EC951-C9D7-ABB4-ABAD-4D8DFDFD555D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AFE6C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8" name="pt3937">
                <a:extLst>
                  <a:ext uri="{FF2B5EF4-FFF2-40B4-BE49-F238E27FC236}">
                    <a16:creationId xmlns:a16="http://schemas.microsoft.com/office/drawing/2014/main" id="{42586C87-2402-9959-A715-AF16B285AACC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57C1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9" name="pt3938">
                <a:extLst>
                  <a:ext uri="{FF2B5EF4-FFF2-40B4-BE49-F238E27FC236}">
                    <a16:creationId xmlns:a16="http://schemas.microsoft.com/office/drawing/2014/main" id="{A79E35B8-BFDC-4969-45D1-E868C99627C6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3B72A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0" name="pt3939">
                <a:extLst>
                  <a:ext uri="{FF2B5EF4-FFF2-40B4-BE49-F238E27FC236}">
                    <a16:creationId xmlns:a16="http://schemas.microsoft.com/office/drawing/2014/main" id="{6533DB44-E070-4788-19B0-496617F9A5D5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1" name="pt3940">
                <a:extLst>
                  <a:ext uri="{FF2B5EF4-FFF2-40B4-BE49-F238E27FC236}">
                    <a16:creationId xmlns:a16="http://schemas.microsoft.com/office/drawing/2014/main" id="{E627DB3C-9385-1B6A-60AC-54B453AE8972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2" name="pt3941">
                <a:extLst>
                  <a:ext uri="{FF2B5EF4-FFF2-40B4-BE49-F238E27FC236}">
                    <a16:creationId xmlns:a16="http://schemas.microsoft.com/office/drawing/2014/main" id="{E4283F70-7F49-F2D5-A3C9-476369A70DBC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3" name="pt3942">
                <a:extLst>
                  <a:ext uri="{FF2B5EF4-FFF2-40B4-BE49-F238E27FC236}">
                    <a16:creationId xmlns:a16="http://schemas.microsoft.com/office/drawing/2014/main" id="{1C437977-27C7-8ECE-263D-E5652E4D8644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44A7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4" name="pt3943">
                <a:extLst>
                  <a:ext uri="{FF2B5EF4-FFF2-40B4-BE49-F238E27FC236}">
                    <a16:creationId xmlns:a16="http://schemas.microsoft.com/office/drawing/2014/main" id="{5A81A187-1388-BFD0-050E-9C4037F18044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51B8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5" name="pt3944">
                <a:extLst>
                  <a:ext uri="{FF2B5EF4-FFF2-40B4-BE49-F238E27FC236}">
                    <a16:creationId xmlns:a16="http://schemas.microsoft.com/office/drawing/2014/main" id="{52F3FF01-A0E1-80D2-7483-AB987B402BEB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271D3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6" name="pt3945">
                <a:extLst>
                  <a:ext uri="{FF2B5EF4-FFF2-40B4-BE49-F238E27FC236}">
                    <a16:creationId xmlns:a16="http://schemas.microsoft.com/office/drawing/2014/main" id="{51B1BA06-9A13-DD7D-B058-B1D080676434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B9E9D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7" name="pt3946">
                <a:extLst>
                  <a:ext uri="{FF2B5EF4-FFF2-40B4-BE49-F238E27FC236}">
                    <a16:creationId xmlns:a16="http://schemas.microsoft.com/office/drawing/2014/main" id="{1062298E-391E-FEF8-76B4-503A5C4D3745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D9F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8" name="pt3947">
                <a:extLst>
                  <a:ext uri="{FF2B5EF4-FFF2-40B4-BE49-F238E27FC236}">
                    <a16:creationId xmlns:a16="http://schemas.microsoft.com/office/drawing/2014/main" id="{D954606C-3A91-1FD5-AF25-65EFD0971003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3B538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9" name="pt3948">
                <a:extLst>
                  <a:ext uri="{FF2B5EF4-FFF2-40B4-BE49-F238E27FC236}">
                    <a16:creationId xmlns:a16="http://schemas.microsoft.com/office/drawing/2014/main" id="{7B01BFBF-C4C1-9698-0758-DFD57E00B8AC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0" name="pt3949">
                <a:extLst>
                  <a:ext uri="{FF2B5EF4-FFF2-40B4-BE49-F238E27FC236}">
                    <a16:creationId xmlns:a16="http://schemas.microsoft.com/office/drawing/2014/main" id="{44D774C8-9841-9CB1-9C84-4C9411B5D0D3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5DCA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1" name="pt3950">
                <a:extLst>
                  <a:ext uri="{FF2B5EF4-FFF2-40B4-BE49-F238E27FC236}">
                    <a16:creationId xmlns:a16="http://schemas.microsoft.com/office/drawing/2014/main" id="{2ED8FFA1-70FF-47BA-7C96-B4F3AA8DF2FB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8CDBB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2" name="pt3951">
                <a:extLst>
                  <a:ext uri="{FF2B5EF4-FFF2-40B4-BE49-F238E27FC236}">
                    <a16:creationId xmlns:a16="http://schemas.microsoft.com/office/drawing/2014/main" id="{87B37B9B-A963-57B6-21C5-63829DB6E2D6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3" name="pt3952">
                <a:extLst>
                  <a:ext uri="{FF2B5EF4-FFF2-40B4-BE49-F238E27FC236}">
                    <a16:creationId xmlns:a16="http://schemas.microsoft.com/office/drawing/2014/main" id="{EE0447B5-D8B9-0708-F4C8-473DE3C565F7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4" name="pt3953">
                <a:extLst>
                  <a:ext uri="{FF2B5EF4-FFF2-40B4-BE49-F238E27FC236}">
                    <a16:creationId xmlns:a16="http://schemas.microsoft.com/office/drawing/2014/main" id="{744F0443-2584-37B3-1EB9-9151A2A1B4B2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95DD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5" name="pt3954">
                <a:extLst>
                  <a:ext uri="{FF2B5EF4-FFF2-40B4-BE49-F238E27FC236}">
                    <a16:creationId xmlns:a16="http://schemas.microsoft.com/office/drawing/2014/main" id="{0BEB7F00-6897-52CA-6A48-6B3A8AFD8584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395E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6" name="pt3955">
                <a:extLst>
                  <a:ext uri="{FF2B5EF4-FFF2-40B4-BE49-F238E27FC236}">
                    <a16:creationId xmlns:a16="http://schemas.microsoft.com/office/drawing/2014/main" id="{877478D7-7E44-4884-8410-A34A1C53C9AD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5ECB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7" name="pt3956">
                <a:extLst>
                  <a:ext uri="{FF2B5EF4-FFF2-40B4-BE49-F238E27FC236}">
                    <a16:creationId xmlns:a16="http://schemas.microsoft.com/office/drawing/2014/main" id="{774A7774-F818-BA4E-5ADD-0B2959B3437B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A6E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8" name="pt3957">
                <a:extLst>
                  <a:ext uri="{FF2B5EF4-FFF2-40B4-BE49-F238E27FC236}">
                    <a16:creationId xmlns:a16="http://schemas.microsoft.com/office/drawing/2014/main" id="{CCE267AA-FA70-5EEB-28C4-DF52C8F760EE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78E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9" name="pt3958">
                <a:extLst>
                  <a:ext uri="{FF2B5EF4-FFF2-40B4-BE49-F238E27FC236}">
                    <a16:creationId xmlns:a16="http://schemas.microsoft.com/office/drawing/2014/main" id="{0FB53583-76C9-B5E2-2F2D-35E9607FF1C1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0" name="pt3959">
                <a:extLst>
                  <a:ext uri="{FF2B5EF4-FFF2-40B4-BE49-F238E27FC236}">
                    <a16:creationId xmlns:a16="http://schemas.microsoft.com/office/drawing/2014/main" id="{22DBA33B-314C-9073-E225-F4BD51C1E816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382B5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1" name="pt3960">
                <a:extLst>
                  <a:ext uri="{FF2B5EF4-FFF2-40B4-BE49-F238E27FC236}">
                    <a16:creationId xmlns:a16="http://schemas.microsoft.com/office/drawing/2014/main" id="{B38BE53C-7786-3142-525C-0E9BB154C96C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95DD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2" name="pl3961">
                <a:extLst>
                  <a:ext uri="{FF2B5EF4-FFF2-40B4-BE49-F238E27FC236}">
                    <a16:creationId xmlns:a16="http://schemas.microsoft.com/office/drawing/2014/main" id="{10D58DF6-9B6F-B6CB-F2A6-E4406CB56C03}"/>
                  </a:ext>
                </a:extLst>
              </p:cNvPr>
              <p:cNvSpPr/>
              <p:nvPr/>
            </p:nvSpPr>
            <p:spPr>
              <a:xfrm>
                <a:off x="2850433" y="4909087"/>
                <a:ext cx="52380" cy="84441"/>
              </a:xfrm>
              <a:custGeom>
                <a:avLst/>
                <a:gdLst/>
                <a:ahLst/>
                <a:cxnLst/>
                <a:rect l="0" t="0" r="0" b="0"/>
                <a:pathLst>
                  <a:path w="52380" h="84441">
                    <a:moveTo>
                      <a:pt x="0" y="0"/>
                    </a:moveTo>
                    <a:lnTo>
                      <a:pt x="52380" y="8444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3" name="pl3962">
                <a:extLst>
                  <a:ext uri="{FF2B5EF4-FFF2-40B4-BE49-F238E27FC236}">
                    <a16:creationId xmlns:a16="http://schemas.microsoft.com/office/drawing/2014/main" id="{0A90B604-E765-583D-39D3-76ED744E09B0}"/>
                  </a:ext>
                </a:extLst>
              </p:cNvPr>
              <p:cNvSpPr/>
              <p:nvPr/>
            </p:nvSpPr>
            <p:spPr>
              <a:xfrm>
                <a:off x="5732476" y="2845384"/>
                <a:ext cx="91851" cy="78616"/>
              </a:xfrm>
              <a:custGeom>
                <a:avLst/>
                <a:gdLst/>
                <a:ahLst/>
                <a:cxnLst/>
                <a:rect l="0" t="0" r="0" b="0"/>
                <a:pathLst>
                  <a:path w="91851" h="78616">
                    <a:moveTo>
                      <a:pt x="0" y="0"/>
                    </a:moveTo>
                    <a:lnTo>
                      <a:pt x="91851" y="7861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4" name="pl3963">
                <a:extLst>
                  <a:ext uri="{FF2B5EF4-FFF2-40B4-BE49-F238E27FC236}">
                    <a16:creationId xmlns:a16="http://schemas.microsoft.com/office/drawing/2014/main" id="{631D0DE2-332D-2C67-8665-F64726A966A9}"/>
                  </a:ext>
                </a:extLst>
              </p:cNvPr>
              <p:cNvSpPr/>
              <p:nvPr/>
            </p:nvSpPr>
            <p:spPr>
              <a:xfrm>
                <a:off x="4513520" y="4609365"/>
                <a:ext cx="54307" cy="79533"/>
              </a:xfrm>
              <a:custGeom>
                <a:avLst/>
                <a:gdLst/>
                <a:ahLst/>
                <a:cxnLst/>
                <a:rect l="0" t="0" r="0" b="0"/>
                <a:pathLst>
                  <a:path w="54307" h="79533">
                    <a:moveTo>
                      <a:pt x="0" y="0"/>
                    </a:moveTo>
                    <a:lnTo>
                      <a:pt x="54307" y="7953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5" name="pl3964">
                <a:extLst>
                  <a:ext uri="{FF2B5EF4-FFF2-40B4-BE49-F238E27FC236}">
                    <a16:creationId xmlns:a16="http://schemas.microsoft.com/office/drawing/2014/main" id="{F7A48FAB-5176-B075-6D26-3172C1C9D072}"/>
                  </a:ext>
                </a:extLst>
              </p:cNvPr>
              <p:cNvSpPr/>
              <p:nvPr/>
            </p:nvSpPr>
            <p:spPr>
              <a:xfrm>
                <a:off x="3511768" y="4762591"/>
                <a:ext cx="53564" cy="82273"/>
              </a:xfrm>
              <a:custGeom>
                <a:avLst/>
                <a:gdLst/>
                <a:ahLst/>
                <a:cxnLst/>
                <a:rect l="0" t="0" r="0" b="0"/>
                <a:pathLst>
                  <a:path w="53564" h="82273">
                    <a:moveTo>
                      <a:pt x="0" y="0"/>
                    </a:moveTo>
                    <a:lnTo>
                      <a:pt x="53564" y="8227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6" name="pl3965">
                <a:extLst>
                  <a:ext uri="{FF2B5EF4-FFF2-40B4-BE49-F238E27FC236}">
                    <a16:creationId xmlns:a16="http://schemas.microsoft.com/office/drawing/2014/main" id="{96CBB261-3722-C3CA-1A20-4A485DFF63F8}"/>
                  </a:ext>
                </a:extLst>
              </p:cNvPr>
              <p:cNvSpPr/>
              <p:nvPr/>
            </p:nvSpPr>
            <p:spPr>
              <a:xfrm>
                <a:off x="5518569" y="3032887"/>
                <a:ext cx="154602" cy="24384"/>
              </a:xfrm>
              <a:custGeom>
                <a:avLst/>
                <a:gdLst/>
                <a:ahLst/>
                <a:cxnLst/>
                <a:rect l="0" t="0" r="0" b="0"/>
                <a:pathLst>
                  <a:path w="154602" h="24384">
                    <a:moveTo>
                      <a:pt x="0" y="0"/>
                    </a:moveTo>
                    <a:lnTo>
                      <a:pt x="154602" y="2438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7" name="pg3966">
                <a:extLst>
                  <a:ext uri="{FF2B5EF4-FFF2-40B4-BE49-F238E27FC236}">
                    <a16:creationId xmlns:a16="http://schemas.microsoft.com/office/drawing/2014/main" id="{1C6C6777-AE00-5BAA-524F-A3AC1D59A482}"/>
                  </a:ext>
                </a:extLst>
              </p:cNvPr>
              <p:cNvSpPr/>
              <p:nvPr/>
            </p:nvSpPr>
            <p:spPr>
              <a:xfrm>
                <a:off x="2291917" y="4760396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8" name="tx3967">
                <a:extLst>
                  <a:ext uri="{FF2B5EF4-FFF2-40B4-BE49-F238E27FC236}">
                    <a16:creationId xmlns:a16="http://schemas.microsoft.com/office/drawing/2014/main" id="{910C310E-3D7B-2E95-D1BC-E751DEBE5F4A}"/>
                  </a:ext>
                </a:extLst>
              </p:cNvPr>
              <p:cNvSpPr/>
              <p:nvPr/>
            </p:nvSpPr>
            <p:spPr>
              <a:xfrm>
                <a:off x="2337637" y="4806116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4629" name="pg3968">
                <a:extLst>
                  <a:ext uri="{FF2B5EF4-FFF2-40B4-BE49-F238E27FC236}">
                    <a16:creationId xmlns:a16="http://schemas.microsoft.com/office/drawing/2014/main" id="{8E0611A4-879D-2795-B9E6-430F073FC10F}"/>
                  </a:ext>
                </a:extLst>
              </p:cNvPr>
              <p:cNvSpPr/>
              <p:nvPr/>
            </p:nvSpPr>
            <p:spPr>
              <a:xfrm>
                <a:off x="5297539" y="2653451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1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0" name="tx3969">
                <a:extLst>
                  <a:ext uri="{FF2B5EF4-FFF2-40B4-BE49-F238E27FC236}">
                    <a16:creationId xmlns:a16="http://schemas.microsoft.com/office/drawing/2014/main" id="{CF76C326-400C-DDC2-C020-3D8640027B80}"/>
                  </a:ext>
                </a:extLst>
              </p:cNvPr>
              <p:cNvSpPr/>
              <p:nvPr/>
            </p:nvSpPr>
            <p:spPr>
              <a:xfrm>
                <a:off x="5343259" y="2699171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4631" name="pg3970">
                <a:extLst>
                  <a:ext uri="{FF2B5EF4-FFF2-40B4-BE49-F238E27FC236}">
                    <a16:creationId xmlns:a16="http://schemas.microsoft.com/office/drawing/2014/main" id="{E7B548F3-C4D2-C8B2-F060-50F7E6E65E48}"/>
                  </a:ext>
                </a:extLst>
              </p:cNvPr>
              <p:cNvSpPr/>
              <p:nvPr/>
            </p:nvSpPr>
            <p:spPr>
              <a:xfrm>
                <a:off x="3970550" y="4460415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2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1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2" name="tx3971">
                <a:extLst>
                  <a:ext uri="{FF2B5EF4-FFF2-40B4-BE49-F238E27FC236}">
                    <a16:creationId xmlns:a16="http://schemas.microsoft.com/office/drawing/2014/main" id="{9D4AB5E5-9BFF-C3A9-D96B-D4B30A75AA70}"/>
                  </a:ext>
                </a:extLst>
              </p:cNvPr>
              <p:cNvSpPr/>
              <p:nvPr/>
            </p:nvSpPr>
            <p:spPr>
              <a:xfrm>
                <a:off x="4016270" y="4506135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4633" name="pg3972">
                <a:extLst>
                  <a:ext uri="{FF2B5EF4-FFF2-40B4-BE49-F238E27FC236}">
                    <a16:creationId xmlns:a16="http://schemas.microsoft.com/office/drawing/2014/main" id="{72782C15-176D-42AF-4756-F4C8434FAC1D}"/>
                  </a:ext>
                </a:extLst>
              </p:cNvPr>
              <p:cNvSpPr/>
              <p:nvPr/>
            </p:nvSpPr>
            <p:spPr>
              <a:xfrm>
                <a:off x="2960933" y="4613847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1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4" name="tx3973">
                <a:extLst>
                  <a:ext uri="{FF2B5EF4-FFF2-40B4-BE49-F238E27FC236}">
                    <a16:creationId xmlns:a16="http://schemas.microsoft.com/office/drawing/2014/main" id="{3EFEB063-0EAF-06C4-04D3-569B853EED44}"/>
                  </a:ext>
                </a:extLst>
              </p:cNvPr>
              <p:cNvSpPr/>
              <p:nvPr/>
            </p:nvSpPr>
            <p:spPr>
              <a:xfrm>
                <a:off x="3006653" y="4659567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4635" name="pg3974">
                <a:extLst>
                  <a:ext uri="{FF2B5EF4-FFF2-40B4-BE49-F238E27FC236}">
                    <a16:creationId xmlns:a16="http://schemas.microsoft.com/office/drawing/2014/main" id="{EBAF8688-3EF2-CBE7-7CE9-740DD4C47118}"/>
                  </a:ext>
                </a:extLst>
              </p:cNvPr>
              <p:cNvSpPr/>
              <p:nvPr/>
            </p:nvSpPr>
            <p:spPr>
              <a:xfrm>
                <a:off x="4936828" y="2936345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1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6" name="tx3975">
                <a:extLst>
                  <a:ext uri="{FF2B5EF4-FFF2-40B4-BE49-F238E27FC236}">
                    <a16:creationId xmlns:a16="http://schemas.microsoft.com/office/drawing/2014/main" id="{3482B370-1010-FD11-8071-43695EC988F6}"/>
                  </a:ext>
                </a:extLst>
              </p:cNvPr>
              <p:cNvSpPr/>
              <p:nvPr/>
            </p:nvSpPr>
            <p:spPr>
              <a:xfrm>
                <a:off x="4982548" y="2982065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4637" name="rc3976">
                <a:extLst>
                  <a:ext uri="{FF2B5EF4-FFF2-40B4-BE49-F238E27FC236}">
                    <a16:creationId xmlns:a16="http://schemas.microsoft.com/office/drawing/2014/main" id="{99C2D12A-062B-94DE-2146-BE451186D6A6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8" name="tx3977">
                <a:extLst>
                  <a:ext uri="{FF2B5EF4-FFF2-40B4-BE49-F238E27FC236}">
                    <a16:creationId xmlns:a16="http://schemas.microsoft.com/office/drawing/2014/main" id="{4A0B43EB-A58A-A8AC-344C-B658781CCE5E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4639" name="tx3978">
                <a:extLst>
                  <a:ext uri="{FF2B5EF4-FFF2-40B4-BE49-F238E27FC236}">
                    <a16:creationId xmlns:a16="http://schemas.microsoft.com/office/drawing/2014/main" id="{7235FB1F-D77B-76B2-7840-FB63383ECEFA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40" name="tx3979">
                <a:extLst>
                  <a:ext uri="{FF2B5EF4-FFF2-40B4-BE49-F238E27FC236}">
                    <a16:creationId xmlns:a16="http://schemas.microsoft.com/office/drawing/2014/main" id="{3483F816-AAD3-534E-C21D-049A779F0D23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4641" name="tx3980">
                <a:extLst>
                  <a:ext uri="{FF2B5EF4-FFF2-40B4-BE49-F238E27FC236}">
                    <a16:creationId xmlns:a16="http://schemas.microsoft.com/office/drawing/2014/main" id="{9E716FF5-69B9-2B0E-CB8D-E69217301CC1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4642" name="tx3981">
                <a:extLst>
                  <a:ext uri="{FF2B5EF4-FFF2-40B4-BE49-F238E27FC236}">
                    <a16:creationId xmlns:a16="http://schemas.microsoft.com/office/drawing/2014/main" id="{62460876-D1FF-7622-5814-43DBF3D689E7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43" name="tx3982">
                <a:extLst>
                  <a:ext uri="{FF2B5EF4-FFF2-40B4-BE49-F238E27FC236}">
                    <a16:creationId xmlns:a16="http://schemas.microsoft.com/office/drawing/2014/main" id="{9CDF3470-75DF-562C-A791-5A65C9CD169A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4644" name="tx3983">
                <a:extLst>
                  <a:ext uri="{FF2B5EF4-FFF2-40B4-BE49-F238E27FC236}">
                    <a16:creationId xmlns:a16="http://schemas.microsoft.com/office/drawing/2014/main" id="{FD173321-AA12-39CE-D1C9-3800A8C6BFE5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4645" name="tx3984">
                <a:extLst>
                  <a:ext uri="{FF2B5EF4-FFF2-40B4-BE49-F238E27FC236}">
                    <a16:creationId xmlns:a16="http://schemas.microsoft.com/office/drawing/2014/main" id="{B6D44BF0-DCB0-55F7-77E2-593C83790391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46" name="tx3985">
                <a:extLst>
                  <a:ext uri="{FF2B5EF4-FFF2-40B4-BE49-F238E27FC236}">
                    <a16:creationId xmlns:a16="http://schemas.microsoft.com/office/drawing/2014/main" id="{5F11D116-FE74-8A1E-CF69-9C742E4B067C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4647" name="tx3986">
                <a:extLst>
                  <a:ext uri="{FF2B5EF4-FFF2-40B4-BE49-F238E27FC236}">
                    <a16:creationId xmlns:a16="http://schemas.microsoft.com/office/drawing/2014/main" id="{B0A15797-CD53-FE28-4BA9-46733789D85A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4648" name="tx3987">
                <a:extLst>
                  <a:ext uri="{FF2B5EF4-FFF2-40B4-BE49-F238E27FC236}">
                    <a16:creationId xmlns:a16="http://schemas.microsoft.com/office/drawing/2014/main" id="{48D38CC7-4F60-94EA-C6A5-56FDBAA7F0A0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49" name="tx3988">
                <a:extLst>
                  <a:ext uri="{FF2B5EF4-FFF2-40B4-BE49-F238E27FC236}">
                    <a16:creationId xmlns:a16="http://schemas.microsoft.com/office/drawing/2014/main" id="{EB81EB60-96D0-4318-B260-6BC60FBA3398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4650" name="tx3989">
                <a:extLst>
                  <a:ext uri="{FF2B5EF4-FFF2-40B4-BE49-F238E27FC236}">
                    <a16:creationId xmlns:a16="http://schemas.microsoft.com/office/drawing/2014/main" id="{72DD08F0-54EB-3AD1-FD9B-4586F73A8E1C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4651" name="tx3990">
                <a:extLst>
                  <a:ext uri="{FF2B5EF4-FFF2-40B4-BE49-F238E27FC236}">
                    <a16:creationId xmlns:a16="http://schemas.microsoft.com/office/drawing/2014/main" id="{13D0A921-5EB2-616E-5728-6EF99947C280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52" name="tx3991">
                <a:extLst>
                  <a:ext uri="{FF2B5EF4-FFF2-40B4-BE49-F238E27FC236}">
                    <a16:creationId xmlns:a16="http://schemas.microsoft.com/office/drawing/2014/main" id="{8462A257-6C5B-451E-6C5D-CBA0A6B18DBE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4653" name="pl3992">
                <a:extLst>
                  <a:ext uri="{FF2B5EF4-FFF2-40B4-BE49-F238E27FC236}">
                    <a16:creationId xmlns:a16="http://schemas.microsoft.com/office/drawing/2014/main" id="{182600B9-FE10-8CC4-47B9-67D31708032F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4" name="pl3993">
                <a:extLst>
                  <a:ext uri="{FF2B5EF4-FFF2-40B4-BE49-F238E27FC236}">
                    <a16:creationId xmlns:a16="http://schemas.microsoft.com/office/drawing/2014/main" id="{BE021E58-FFC7-C759-E41B-080E108F9A7A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5" name="pl3994">
                <a:extLst>
                  <a:ext uri="{FF2B5EF4-FFF2-40B4-BE49-F238E27FC236}">
                    <a16:creationId xmlns:a16="http://schemas.microsoft.com/office/drawing/2014/main" id="{342423D4-F1DE-295E-6CAC-6527F1410771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6" name="pl3995">
                <a:extLst>
                  <a:ext uri="{FF2B5EF4-FFF2-40B4-BE49-F238E27FC236}">
                    <a16:creationId xmlns:a16="http://schemas.microsoft.com/office/drawing/2014/main" id="{47DC45FA-59A8-AA54-7AEA-FF0D02095C43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7" name="pl3996">
                <a:extLst>
                  <a:ext uri="{FF2B5EF4-FFF2-40B4-BE49-F238E27FC236}">
                    <a16:creationId xmlns:a16="http://schemas.microsoft.com/office/drawing/2014/main" id="{E1BE7E76-CE05-950A-5964-AD8974AE0C40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8" name="pl3997">
                <a:extLst>
                  <a:ext uri="{FF2B5EF4-FFF2-40B4-BE49-F238E27FC236}">
                    <a16:creationId xmlns:a16="http://schemas.microsoft.com/office/drawing/2014/main" id="{3601E966-332C-9CF1-3E06-578AC0A3D3B3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9" name="pl3998">
                <a:extLst>
                  <a:ext uri="{FF2B5EF4-FFF2-40B4-BE49-F238E27FC236}">
                    <a16:creationId xmlns:a16="http://schemas.microsoft.com/office/drawing/2014/main" id="{A49ECA81-E8A1-01C4-9C2A-3E45F8D30424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0" name="pl3999">
                <a:extLst>
                  <a:ext uri="{FF2B5EF4-FFF2-40B4-BE49-F238E27FC236}">
                    <a16:creationId xmlns:a16="http://schemas.microsoft.com/office/drawing/2014/main" id="{64C683C3-1998-CC55-9F27-7200802CD0C7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1" name="pl4000">
                <a:extLst>
                  <a:ext uri="{FF2B5EF4-FFF2-40B4-BE49-F238E27FC236}">
                    <a16:creationId xmlns:a16="http://schemas.microsoft.com/office/drawing/2014/main" id="{16CA457D-D6C4-2907-BF4A-C27C0652DAA6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2" name="pl4001">
                <a:extLst>
                  <a:ext uri="{FF2B5EF4-FFF2-40B4-BE49-F238E27FC236}">
                    <a16:creationId xmlns:a16="http://schemas.microsoft.com/office/drawing/2014/main" id="{3DB30501-390A-FAFD-B546-AB26EBABB6D8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3" name="pl4002">
                <a:extLst>
                  <a:ext uri="{FF2B5EF4-FFF2-40B4-BE49-F238E27FC236}">
                    <a16:creationId xmlns:a16="http://schemas.microsoft.com/office/drawing/2014/main" id="{36B6908D-E196-C29F-B7D1-E8489CB8CFD5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4" name="pl4003">
                <a:extLst>
                  <a:ext uri="{FF2B5EF4-FFF2-40B4-BE49-F238E27FC236}">
                    <a16:creationId xmlns:a16="http://schemas.microsoft.com/office/drawing/2014/main" id="{DF1967C1-764F-5655-B15C-7908A3B6DC23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5" name="pl4004">
                <a:extLst>
                  <a:ext uri="{FF2B5EF4-FFF2-40B4-BE49-F238E27FC236}">
                    <a16:creationId xmlns:a16="http://schemas.microsoft.com/office/drawing/2014/main" id="{8DF4BEA6-471C-54A5-E511-9590FBB01194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6" name="tx4005">
                <a:extLst>
                  <a:ext uri="{FF2B5EF4-FFF2-40B4-BE49-F238E27FC236}">
                    <a16:creationId xmlns:a16="http://schemas.microsoft.com/office/drawing/2014/main" id="{00BB3067-2EC4-29D6-84D8-0F34803A30E5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4667" name="tx4006">
                <a:extLst>
                  <a:ext uri="{FF2B5EF4-FFF2-40B4-BE49-F238E27FC236}">
                    <a16:creationId xmlns:a16="http://schemas.microsoft.com/office/drawing/2014/main" id="{3E9765EC-E3E0-654A-099C-24303AEDB445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68" name="tx4007">
                <a:extLst>
                  <a:ext uri="{FF2B5EF4-FFF2-40B4-BE49-F238E27FC236}">
                    <a16:creationId xmlns:a16="http://schemas.microsoft.com/office/drawing/2014/main" id="{B2DF6B88-FE51-E78A-F5BB-FDD6F76F2415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669" name="tx4008">
                <a:extLst>
                  <a:ext uri="{FF2B5EF4-FFF2-40B4-BE49-F238E27FC236}">
                    <a16:creationId xmlns:a16="http://schemas.microsoft.com/office/drawing/2014/main" id="{58C982DA-592E-7B8D-0013-338A7BA32EC4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4670" name="tx4009">
                <a:extLst>
                  <a:ext uri="{FF2B5EF4-FFF2-40B4-BE49-F238E27FC236}">
                    <a16:creationId xmlns:a16="http://schemas.microsoft.com/office/drawing/2014/main" id="{A112126E-191E-F92A-E9D6-244EB43DEEED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71" name="tx4010">
                <a:extLst>
                  <a:ext uri="{FF2B5EF4-FFF2-40B4-BE49-F238E27FC236}">
                    <a16:creationId xmlns:a16="http://schemas.microsoft.com/office/drawing/2014/main" id="{80A10D7B-0C33-2FC1-8928-7EC8973DDDF2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672" name="tx4011">
                <a:extLst>
                  <a:ext uri="{FF2B5EF4-FFF2-40B4-BE49-F238E27FC236}">
                    <a16:creationId xmlns:a16="http://schemas.microsoft.com/office/drawing/2014/main" id="{B56472DC-26C1-AF86-7DB7-B966113D5458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4673" name="tx4012">
                <a:extLst>
                  <a:ext uri="{FF2B5EF4-FFF2-40B4-BE49-F238E27FC236}">
                    <a16:creationId xmlns:a16="http://schemas.microsoft.com/office/drawing/2014/main" id="{A0E93876-7BCD-51C3-AD77-D481003F79DA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74" name="tx4013">
                <a:extLst>
                  <a:ext uri="{FF2B5EF4-FFF2-40B4-BE49-F238E27FC236}">
                    <a16:creationId xmlns:a16="http://schemas.microsoft.com/office/drawing/2014/main" id="{3C14F9C6-9A72-6365-6E22-CEB52329996A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675" name="tx4014">
                <a:extLst>
                  <a:ext uri="{FF2B5EF4-FFF2-40B4-BE49-F238E27FC236}">
                    <a16:creationId xmlns:a16="http://schemas.microsoft.com/office/drawing/2014/main" id="{47DBA62A-5011-A36E-DB22-577FCD5B1D6E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4676" name="tx4015">
                <a:extLst>
                  <a:ext uri="{FF2B5EF4-FFF2-40B4-BE49-F238E27FC236}">
                    <a16:creationId xmlns:a16="http://schemas.microsoft.com/office/drawing/2014/main" id="{2E748DFB-9EF9-3ED4-9DD6-E3E91C6151B9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77" name="tx4016">
                <a:extLst>
                  <a:ext uri="{FF2B5EF4-FFF2-40B4-BE49-F238E27FC236}">
                    <a16:creationId xmlns:a16="http://schemas.microsoft.com/office/drawing/2014/main" id="{16E62CF3-1F2D-1BDA-4477-92778484F0B3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678" name="tx4017">
                <a:extLst>
                  <a:ext uri="{FF2B5EF4-FFF2-40B4-BE49-F238E27FC236}">
                    <a16:creationId xmlns:a16="http://schemas.microsoft.com/office/drawing/2014/main" id="{DF73CDD0-988A-CE97-28CE-CB882989E37E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4679" name="tx4018">
                <a:extLst>
                  <a:ext uri="{FF2B5EF4-FFF2-40B4-BE49-F238E27FC236}">
                    <a16:creationId xmlns:a16="http://schemas.microsoft.com/office/drawing/2014/main" id="{20B40388-8353-7FF5-9B72-9EBB7FCB1182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80" name="tx4019">
                <a:extLst>
                  <a:ext uri="{FF2B5EF4-FFF2-40B4-BE49-F238E27FC236}">
                    <a16:creationId xmlns:a16="http://schemas.microsoft.com/office/drawing/2014/main" id="{EF80B7ED-FAF7-E2D5-0D95-232C7498991D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681" name="tx4020">
                <a:extLst>
                  <a:ext uri="{FF2B5EF4-FFF2-40B4-BE49-F238E27FC236}">
                    <a16:creationId xmlns:a16="http://schemas.microsoft.com/office/drawing/2014/main" id="{C0622996-F8ED-8ACC-0741-1D48FE9E771A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4682" name="tx4021">
                <a:extLst>
                  <a:ext uri="{FF2B5EF4-FFF2-40B4-BE49-F238E27FC236}">
                    <a16:creationId xmlns:a16="http://schemas.microsoft.com/office/drawing/2014/main" id="{EAA905F1-C741-C1DE-8BCE-7E05FB24342A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83" name="tx4022">
                <a:extLst>
                  <a:ext uri="{FF2B5EF4-FFF2-40B4-BE49-F238E27FC236}">
                    <a16:creationId xmlns:a16="http://schemas.microsoft.com/office/drawing/2014/main" id="{4DD7D7F6-48DB-70AC-8E51-A10FBA8D225D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684" name="tx4023">
                <a:extLst>
                  <a:ext uri="{FF2B5EF4-FFF2-40B4-BE49-F238E27FC236}">
                    <a16:creationId xmlns:a16="http://schemas.microsoft.com/office/drawing/2014/main" id="{96E76AB1-4475-BD38-97CB-4CFD30C3787C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4685" name="tx4024">
                <a:extLst>
                  <a:ext uri="{FF2B5EF4-FFF2-40B4-BE49-F238E27FC236}">
                    <a16:creationId xmlns:a16="http://schemas.microsoft.com/office/drawing/2014/main" id="{9E8148B7-B0FD-74D8-C1A5-2C28A819D889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86" name="tx4025">
                <a:extLst>
                  <a:ext uri="{FF2B5EF4-FFF2-40B4-BE49-F238E27FC236}">
                    <a16:creationId xmlns:a16="http://schemas.microsoft.com/office/drawing/2014/main" id="{05EF0295-7E05-77E2-FB0D-7B264C6DE5D5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687" name="tx4026">
                <a:extLst>
                  <a:ext uri="{FF2B5EF4-FFF2-40B4-BE49-F238E27FC236}">
                    <a16:creationId xmlns:a16="http://schemas.microsoft.com/office/drawing/2014/main" id="{27721B21-0F8E-B3A5-9DE3-6BB808281ECF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4688" name="tx4027">
                <a:extLst>
                  <a:ext uri="{FF2B5EF4-FFF2-40B4-BE49-F238E27FC236}">
                    <a16:creationId xmlns:a16="http://schemas.microsoft.com/office/drawing/2014/main" id="{8D6CC7A0-D222-E7C7-DE6C-0CB116167EF4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4689" name="tx4028">
                <a:extLst>
                  <a:ext uri="{FF2B5EF4-FFF2-40B4-BE49-F238E27FC236}">
                    <a16:creationId xmlns:a16="http://schemas.microsoft.com/office/drawing/2014/main" id="{4528BCE1-CEBD-A77C-2714-898ADACA0D2F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4690" name="tx4029">
                <a:extLst>
                  <a:ext uri="{FF2B5EF4-FFF2-40B4-BE49-F238E27FC236}">
                    <a16:creationId xmlns:a16="http://schemas.microsoft.com/office/drawing/2014/main" id="{B4F18595-0D00-5927-9412-AD69C96EEDDF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4691" name="tx4030">
                <a:extLst>
                  <a:ext uri="{FF2B5EF4-FFF2-40B4-BE49-F238E27FC236}">
                    <a16:creationId xmlns:a16="http://schemas.microsoft.com/office/drawing/2014/main" id="{903DD5EF-0B7B-3905-6918-BDA921D12800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4692" name="rc4031">
                <a:extLst>
                  <a:ext uri="{FF2B5EF4-FFF2-40B4-BE49-F238E27FC236}">
                    <a16:creationId xmlns:a16="http://schemas.microsoft.com/office/drawing/2014/main" id="{10933621-6BAD-1783-218B-115FFC1ED53F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3" name="tx4032">
                <a:extLst>
                  <a:ext uri="{FF2B5EF4-FFF2-40B4-BE49-F238E27FC236}">
                    <a16:creationId xmlns:a16="http://schemas.microsoft.com/office/drawing/2014/main" id="{17DA7FDE-3A6D-8B90-C5BA-98CF342F02DD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4694" name="tx4033">
                <a:extLst>
                  <a:ext uri="{FF2B5EF4-FFF2-40B4-BE49-F238E27FC236}">
                    <a16:creationId xmlns:a16="http://schemas.microsoft.com/office/drawing/2014/main" id="{245F391A-A9A3-E054-FC10-50052211641F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4695" name="pic4034">
                <a:extLst>
                  <a:ext uri="{FF2B5EF4-FFF2-40B4-BE49-F238E27FC236}">
                    <a16:creationId xmlns:a16="http://schemas.microsoft.com/office/drawing/2014/main" id="{36BD6F8A-49FE-B095-8E9D-52DEBB8E4910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4696" name="pl4035">
                <a:extLst>
                  <a:ext uri="{FF2B5EF4-FFF2-40B4-BE49-F238E27FC236}">
                    <a16:creationId xmlns:a16="http://schemas.microsoft.com/office/drawing/2014/main" id="{792025F1-B7FF-2EF6-181A-1BC32F40BE08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7" name="pl4036">
                <a:extLst>
                  <a:ext uri="{FF2B5EF4-FFF2-40B4-BE49-F238E27FC236}">
                    <a16:creationId xmlns:a16="http://schemas.microsoft.com/office/drawing/2014/main" id="{B7197E38-74CC-DD26-6AA9-5991A67290B8}"/>
                  </a:ext>
                </a:extLst>
              </p:cNvPr>
              <p:cNvSpPr/>
              <p:nvPr/>
            </p:nvSpPr>
            <p:spPr>
              <a:xfrm>
                <a:off x="6928496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8" name="pl4037">
                <a:extLst>
                  <a:ext uri="{FF2B5EF4-FFF2-40B4-BE49-F238E27FC236}">
                    <a16:creationId xmlns:a16="http://schemas.microsoft.com/office/drawing/2014/main" id="{406B02BB-4141-0228-E8FE-524C29945965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9" name="pl4038">
                <a:extLst>
                  <a:ext uri="{FF2B5EF4-FFF2-40B4-BE49-F238E27FC236}">
                    <a16:creationId xmlns:a16="http://schemas.microsoft.com/office/drawing/2014/main" id="{8EE97982-F1A4-5973-4798-BA2EE53F1B13}"/>
                  </a:ext>
                </a:extLst>
              </p:cNvPr>
              <p:cNvSpPr/>
              <p:nvPr/>
            </p:nvSpPr>
            <p:spPr>
              <a:xfrm>
                <a:off x="6928496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0" name="pl4039">
                <a:extLst>
                  <a:ext uri="{FF2B5EF4-FFF2-40B4-BE49-F238E27FC236}">
                    <a16:creationId xmlns:a16="http://schemas.microsoft.com/office/drawing/2014/main" id="{7BFFA241-EBC3-3655-E217-4CD153E3CCD4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1" name="pl4040">
                <a:extLst>
                  <a:ext uri="{FF2B5EF4-FFF2-40B4-BE49-F238E27FC236}">
                    <a16:creationId xmlns:a16="http://schemas.microsoft.com/office/drawing/2014/main" id="{D28EF372-CEB3-0ECC-C211-A1BB68613A46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2" name="pl4041">
                <a:extLst>
                  <a:ext uri="{FF2B5EF4-FFF2-40B4-BE49-F238E27FC236}">
                    <a16:creationId xmlns:a16="http://schemas.microsoft.com/office/drawing/2014/main" id="{BA943FD4-214A-1A16-87CB-04A5EFE8CF15}"/>
                  </a:ext>
                </a:extLst>
              </p:cNvPr>
              <p:cNvSpPr/>
              <p:nvPr/>
            </p:nvSpPr>
            <p:spPr>
              <a:xfrm>
                <a:off x="6752931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3" name="pl4042">
                <a:extLst>
                  <a:ext uri="{FF2B5EF4-FFF2-40B4-BE49-F238E27FC236}">
                    <a16:creationId xmlns:a16="http://schemas.microsoft.com/office/drawing/2014/main" id="{FF5981B5-2132-FC58-0EB0-2731082A6A89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4" name="pl4043">
                <a:extLst>
                  <a:ext uri="{FF2B5EF4-FFF2-40B4-BE49-F238E27FC236}">
                    <a16:creationId xmlns:a16="http://schemas.microsoft.com/office/drawing/2014/main" id="{09EE4A56-BA21-BB02-5E64-733AC9A53C28}"/>
                  </a:ext>
                </a:extLst>
              </p:cNvPr>
              <p:cNvSpPr/>
              <p:nvPr/>
            </p:nvSpPr>
            <p:spPr>
              <a:xfrm>
                <a:off x="6752931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5" name="pl4044">
                <a:extLst>
                  <a:ext uri="{FF2B5EF4-FFF2-40B4-BE49-F238E27FC236}">
                    <a16:creationId xmlns:a16="http://schemas.microsoft.com/office/drawing/2014/main" id="{E00A93EA-0ADA-C9B0-1329-019969F1B6A4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6" name="tx4045">
                <a:extLst>
                  <a:ext uri="{FF2B5EF4-FFF2-40B4-BE49-F238E27FC236}">
                    <a16:creationId xmlns:a16="http://schemas.microsoft.com/office/drawing/2014/main" id="{1F948821-5855-14AD-7AE5-81CE30574311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</a:t>
                </a:r>
              </a:p>
            </p:txBody>
          </p:sp>
          <p:sp>
            <p:nvSpPr>
              <p:cNvPr id="4707" name="tx4046">
                <a:extLst>
                  <a:ext uri="{FF2B5EF4-FFF2-40B4-BE49-F238E27FC236}">
                    <a16:creationId xmlns:a16="http://schemas.microsoft.com/office/drawing/2014/main" id="{8ACF4188-464A-EC77-A923-5F84382B0F8F}"/>
                  </a:ext>
                </a:extLst>
              </p:cNvPr>
              <p:cNvSpPr/>
              <p:nvPr/>
            </p:nvSpPr>
            <p:spPr>
              <a:xfrm>
                <a:off x="7041976" y="4446917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</a:t>
                </a:r>
              </a:p>
            </p:txBody>
          </p:sp>
          <p:sp>
            <p:nvSpPr>
              <p:cNvPr id="4708" name="tx4047">
                <a:extLst>
                  <a:ext uri="{FF2B5EF4-FFF2-40B4-BE49-F238E27FC236}">
                    <a16:creationId xmlns:a16="http://schemas.microsoft.com/office/drawing/2014/main" id="{87BCDECF-2E16-4D88-9A17-7C9C885BA877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2</a:t>
                </a:r>
              </a:p>
            </p:txBody>
          </p:sp>
          <p:sp>
            <p:nvSpPr>
              <p:cNvPr id="4709" name="tx4048">
                <a:extLst>
                  <a:ext uri="{FF2B5EF4-FFF2-40B4-BE49-F238E27FC236}">
                    <a16:creationId xmlns:a16="http://schemas.microsoft.com/office/drawing/2014/main" id="{D94A885B-A027-7328-C919-90E23C2037FE}"/>
                  </a:ext>
                </a:extLst>
              </p:cNvPr>
              <p:cNvSpPr/>
              <p:nvPr/>
            </p:nvSpPr>
            <p:spPr>
              <a:xfrm>
                <a:off x="7041976" y="3900105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3</a:t>
                </a:r>
              </a:p>
            </p:txBody>
          </p:sp>
          <p:sp>
            <p:nvSpPr>
              <p:cNvPr id="4710" name="tx4049">
                <a:extLst>
                  <a:ext uri="{FF2B5EF4-FFF2-40B4-BE49-F238E27FC236}">
                    <a16:creationId xmlns:a16="http://schemas.microsoft.com/office/drawing/2014/main" id="{183EE96F-25EB-66BF-B6E9-C46C7580A39E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62179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4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EA5C699-EBAE-940B-ECF0-6BF19D0738FC}"/>
                </a:ext>
              </a:extLst>
            </p:cNvPr>
            <p:cNvGrpSpPr/>
            <p:nvPr/>
          </p:nvGrpSpPr>
          <p:grpSpPr>
            <a:xfrm>
              <a:off x="11457432" y="16962120"/>
              <a:ext cx="1920240" cy="1728216"/>
              <a:chOff x="2301906" y="1853932"/>
              <a:chExt cx="4149766" cy="3667707"/>
            </a:xfrm>
          </p:grpSpPr>
          <p:sp>
            <p:nvSpPr>
              <p:cNvPr id="16" name="rc5">
                <a:extLst>
                  <a:ext uri="{FF2B5EF4-FFF2-40B4-BE49-F238E27FC236}">
                    <a16:creationId xmlns:a16="http://schemas.microsoft.com/office/drawing/2014/main" id="{1394C41B-08A8-4AB7-2B82-46E20FEA2B6A}"/>
                  </a:ext>
                </a:extLst>
              </p:cNvPr>
              <p:cNvSpPr/>
              <p:nvPr/>
            </p:nvSpPr>
            <p:spPr>
              <a:xfrm>
                <a:off x="2483768" y="1859856"/>
                <a:ext cx="3967903" cy="3657376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pl13">
                <a:extLst>
                  <a:ext uri="{FF2B5EF4-FFF2-40B4-BE49-F238E27FC236}">
                    <a16:creationId xmlns:a16="http://schemas.microsoft.com/office/drawing/2014/main" id="{F6A3E3F8-6E42-4DFA-A03A-B1D238E4A1B3}"/>
                  </a:ext>
                </a:extLst>
              </p:cNvPr>
              <p:cNvSpPr/>
              <p:nvPr/>
            </p:nvSpPr>
            <p:spPr>
              <a:xfrm>
                <a:off x="2301906" y="4615577"/>
                <a:ext cx="4149766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pl14">
                <a:extLst>
                  <a:ext uri="{FF2B5EF4-FFF2-40B4-BE49-F238E27FC236}">
                    <a16:creationId xmlns:a16="http://schemas.microsoft.com/office/drawing/2014/main" id="{5A3D23E5-3DB4-53F0-F554-42BDF5156608}"/>
                  </a:ext>
                </a:extLst>
              </p:cNvPr>
              <p:cNvSpPr/>
              <p:nvPr/>
            </p:nvSpPr>
            <p:spPr>
              <a:xfrm>
                <a:off x="2301906" y="3675975"/>
                <a:ext cx="4149766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pl15">
                <a:extLst>
                  <a:ext uri="{FF2B5EF4-FFF2-40B4-BE49-F238E27FC236}">
                    <a16:creationId xmlns:a16="http://schemas.microsoft.com/office/drawing/2014/main" id="{55E62B89-BB6D-C02D-85D5-2F5C3891D522}"/>
                  </a:ext>
                </a:extLst>
              </p:cNvPr>
              <p:cNvSpPr/>
              <p:nvPr/>
            </p:nvSpPr>
            <p:spPr>
              <a:xfrm>
                <a:off x="2301906" y="2736372"/>
                <a:ext cx="4149766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" name="pg29">
                <a:extLst>
                  <a:ext uri="{FF2B5EF4-FFF2-40B4-BE49-F238E27FC236}">
                    <a16:creationId xmlns:a16="http://schemas.microsoft.com/office/drawing/2014/main" id="{4CE40F50-8901-E497-7ED0-EAE8FFEFDE42}"/>
                  </a:ext>
                </a:extLst>
              </p:cNvPr>
              <p:cNvSpPr/>
              <p:nvPr/>
            </p:nvSpPr>
            <p:spPr>
              <a:xfrm>
                <a:off x="408979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pg30">
                <a:extLst>
                  <a:ext uri="{FF2B5EF4-FFF2-40B4-BE49-F238E27FC236}">
                    <a16:creationId xmlns:a16="http://schemas.microsoft.com/office/drawing/2014/main" id="{F6E81B8B-BAA8-2D75-796F-89EE7F5D2358}"/>
                  </a:ext>
                </a:extLst>
              </p:cNvPr>
              <p:cNvSpPr/>
              <p:nvPr/>
            </p:nvSpPr>
            <p:spPr>
              <a:xfrm>
                <a:off x="4171236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pg31">
                <a:extLst>
                  <a:ext uri="{FF2B5EF4-FFF2-40B4-BE49-F238E27FC236}">
                    <a16:creationId xmlns:a16="http://schemas.microsoft.com/office/drawing/2014/main" id="{4CF1BECB-FD6B-B6E4-72EC-03724361AB65}"/>
                  </a:ext>
                </a:extLst>
              </p:cNvPr>
              <p:cNvSpPr/>
              <p:nvPr/>
            </p:nvSpPr>
            <p:spPr>
              <a:xfrm>
                <a:off x="425267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pg32">
                <a:extLst>
                  <a:ext uri="{FF2B5EF4-FFF2-40B4-BE49-F238E27FC236}">
                    <a16:creationId xmlns:a16="http://schemas.microsoft.com/office/drawing/2014/main" id="{4BE179CA-5351-103C-5264-D22A63140B21}"/>
                  </a:ext>
                </a:extLst>
              </p:cNvPr>
              <p:cNvSpPr/>
              <p:nvPr/>
            </p:nvSpPr>
            <p:spPr>
              <a:xfrm>
                <a:off x="4334110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pg33">
                <a:extLst>
                  <a:ext uri="{FF2B5EF4-FFF2-40B4-BE49-F238E27FC236}">
                    <a16:creationId xmlns:a16="http://schemas.microsoft.com/office/drawing/2014/main" id="{2B7A9F44-3626-92EE-84C0-C5DF4624DD73}"/>
                  </a:ext>
                </a:extLst>
              </p:cNvPr>
              <p:cNvSpPr/>
              <p:nvPr/>
            </p:nvSpPr>
            <p:spPr>
              <a:xfrm>
                <a:off x="4415547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pg34">
                <a:extLst>
                  <a:ext uri="{FF2B5EF4-FFF2-40B4-BE49-F238E27FC236}">
                    <a16:creationId xmlns:a16="http://schemas.microsoft.com/office/drawing/2014/main" id="{CAE53752-29B5-6D57-82C5-7AB4DDC8E54E}"/>
                  </a:ext>
                </a:extLst>
              </p:cNvPr>
              <p:cNvSpPr/>
              <p:nvPr/>
            </p:nvSpPr>
            <p:spPr>
              <a:xfrm>
                <a:off x="449698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pg35">
                <a:extLst>
                  <a:ext uri="{FF2B5EF4-FFF2-40B4-BE49-F238E27FC236}">
                    <a16:creationId xmlns:a16="http://schemas.microsoft.com/office/drawing/2014/main" id="{5F6EF2CA-65FF-7FE8-FA20-2C4FE981FC9F}"/>
                  </a:ext>
                </a:extLst>
              </p:cNvPr>
              <p:cNvSpPr/>
              <p:nvPr/>
            </p:nvSpPr>
            <p:spPr>
              <a:xfrm>
                <a:off x="457842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pg36">
                <a:extLst>
                  <a:ext uri="{FF2B5EF4-FFF2-40B4-BE49-F238E27FC236}">
                    <a16:creationId xmlns:a16="http://schemas.microsoft.com/office/drawing/2014/main" id="{DB3790C3-0ECA-F77F-3169-7CFD869CA238}"/>
                  </a:ext>
                </a:extLst>
              </p:cNvPr>
              <p:cNvSpPr/>
              <p:nvPr/>
            </p:nvSpPr>
            <p:spPr>
              <a:xfrm>
                <a:off x="465985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pg37">
                <a:extLst>
                  <a:ext uri="{FF2B5EF4-FFF2-40B4-BE49-F238E27FC236}">
                    <a16:creationId xmlns:a16="http://schemas.microsoft.com/office/drawing/2014/main" id="{CE7B703E-AB36-8FDB-8F10-A017FBF2F7A1}"/>
                  </a:ext>
                </a:extLst>
              </p:cNvPr>
              <p:cNvSpPr/>
              <p:nvPr/>
            </p:nvSpPr>
            <p:spPr>
              <a:xfrm>
                <a:off x="506704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pg38">
                <a:extLst>
                  <a:ext uri="{FF2B5EF4-FFF2-40B4-BE49-F238E27FC236}">
                    <a16:creationId xmlns:a16="http://schemas.microsoft.com/office/drawing/2014/main" id="{32E0B055-CB25-952C-8359-60CDA8B1771E}"/>
                  </a:ext>
                </a:extLst>
              </p:cNvPr>
              <p:cNvSpPr/>
              <p:nvPr/>
            </p:nvSpPr>
            <p:spPr>
              <a:xfrm>
                <a:off x="514848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pg39">
                <a:extLst>
                  <a:ext uri="{FF2B5EF4-FFF2-40B4-BE49-F238E27FC236}">
                    <a16:creationId xmlns:a16="http://schemas.microsoft.com/office/drawing/2014/main" id="{7A020EE0-3459-939A-F73D-D20ABC8E9D97}"/>
                  </a:ext>
                </a:extLst>
              </p:cNvPr>
              <p:cNvSpPr/>
              <p:nvPr/>
            </p:nvSpPr>
            <p:spPr>
              <a:xfrm>
                <a:off x="522991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" name="pg40">
                <a:extLst>
                  <a:ext uri="{FF2B5EF4-FFF2-40B4-BE49-F238E27FC236}">
                    <a16:creationId xmlns:a16="http://schemas.microsoft.com/office/drawing/2014/main" id="{B2EAAECE-AEB9-8038-6C6D-C8DDB9EBAEB4}"/>
                  </a:ext>
                </a:extLst>
              </p:cNvPr>
              <p:cNvSpPr/>
              <p:nvPr/>
            </p:nvSpPr>
            <p:spPr>
              <a:xfrm>
                <a:off x="5311355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pg41">
                <a:extLst>
                  <a:ext uri="{FF2B5EF4-FFF2-40B4-BE49-F238E27FC236}">
                    <a16:creationId xmlns:a16="http://schemas.microsoft.com/office/drawing/2014/main" id="{30B2CD6E-BEC1-8973-7B30-1AB8F2ABF0EA}"/>
                  </a:ext>
                </a:extLst>
              </p:cNvPr>
              <p:cNvSpPr/>
              <p:nvPr/>
            </p:nvSpPr>
            <p:spPr>
              <a:xfrm>
                <a:off x="539279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pg42">
                <a:extLst>
                  <a:ext uri="{FF2B5EF4-FFF2-40B4-BE49-F238E27FC236}">
                    <a16:creationId xmlns:a16="http://schemas.microsoft.com/office/drawing/2014/main" id="{76B37447-8E0A-7623-24A8-2E6B8B86214F}"/>
                  </a:ext>
                </a:extLst>
              </p:cNvPr>
              <p:cNvSpPr/>
              <p:nvPr/>
            </p:nvSpPr>
            <p:spPr>
              <a:xfrm>
                <a:off x="368261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pg43">
                <a:extLst>
                  <a:ext uri="{FF2B5EF4-FFF2-40B4-BE49-F238E27FC236}">
                    <a16:creationId xmlns:a16="http://schemas.microsoft.com/office/drawing/2014/main" id="{500EF537-EF5D-5DD1-4B1A-C36975105255}"/>
                  </a:ext>
                </a:extLst>
              </p:cNvPr>
              <p:cNvSpPr/>
              <p:nvPr/>
            </p:nvSpPr>
            <p:spPr>
              <a:xfrm>
                <a:off x="376405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pg44">
                <a:extLst>
                  <a:ext uri="{FF2B5EF4-FFF2-40B4-BE49-F238E27FC236}">
                    <a16:creationId xmlns:a16="http://schemas.microsoft.com/office/drawing/2014/main" id="{3A7E6F2E-BC52-0EAB-6A64-D02F2450E653}"/>
                  </a:ext>
                </a:extLst>
              </p:cNvPr>
              <p:cNvSpPr/>
              <p:nvPr/>
            </p:nvSpPr>
            <p:spPr>
              <a:xfrm>
                <a:off x="384548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pg45">
                <a:extLst>
                  <a:ext uri="{FF2B5EF4-FFF2-40B4-BE49-F238E27FC236}">
                    <a16:creationId xmlns:a16="http://schemas.microsoft.com/office/drawing/2014/main" id="{B97BECE4-0625-26A2-D839-ED4D75BACA56}"/>
                  </a:ext>
                </a:extLst>
              </p:cNvPr>
              <p:cNvSpPr/>
              <p:nvPr/>
            </p:nvSpPr>
            <p:spPr>
              <a:xfrm>
                <a:off x="392692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pg46">
                <a:extLst>
                  <a:ext uri="{FF2B5EF4-FFF2-40B4-BE49-F238E27FC236}">
                    <a16:creationId xmlns:a16="http://schemas.microsoft.com/office/drawing/2014/main" id="{CF730D72-765B-BE5D-4350-D98440EDF1E4}"/>
                  </a:ext>
                </a:extLst>
              </p:cNvPr>
              <p:cNvSpPr/>
              <p:nvPr/>
            </p:nvSpPr>
            <p:spPr>
              <a:xfrm>
                <a:off x="400836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" name="pg47">
                <a:extLst>
                  <a:ext uri="{FF2B5EF4-FFF2-40B4-BE49-F238E27FC236}">
                    <a16:creationId xmlns:a16="http://schemas.microsoft.com/office/drawing/2014/main" id="{E50F5006-0032-B06A-42F3-B1D6185F4270}"/>
                  </a:ext>
                </a:extLst>
              </p:cNvPr>
              <p:cNvSpPr/>
              <p:nvPr/>
            </p:nvSpPr>
            <p:spPr>
              <a:xfrm>
                <a:off x="408979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pg48">
                <a:extLst>
                  <a:ext uri="{FF2B5EF4-FFF2-40B4-BE49-F238E27FC236}">
                    <a16:creationId xmlns:a16="http://schemas.microsoft.com/office/drawing/2014/main" id="{35D48743-2CED-F82E-12CF-817694A3B902}"/>
                  </a:ext>
                </a:extLst>
              </p:cNvPr>
              <p:cNvSpPr/>
              <p:nvPr/>
            </p:nvSpPr>
            <p:spPr>
              <a:xfrm>
                <a:off x="4171236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pg49">
                <a:extLst>
                  <a:ext uri="{FF2B5EF4-FFF2-40B4-BE49-F238E27FC236}">
                    <a16:creationId xmlns:a16="http://schemas.microsoft.com/office/drawing/2014/main" id="{A44769EA-6613-E408-6E7D-C96980B41DE1}"/>
                  </a:ext>
                </a:extLst>
              </p:cNvPr>
              <p:cNvSpPr/>
              <p:nvPr/>
            </p:nvSpPr>
            <p:spPr>
              <a:xfrm>
                <a:off x="425267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pg50">
                <a:extLst>
                  <a:ext uri="{FF2B5EF4-FFF2-40B4-BE49-F238E27FC236}">
                    <a16:creationId xmlns:a16="http://schemas.microsoft.com/office/drawing/2014/main" id="{509C2C37-40B2-DBBB-6B49-6BC421D84D11}"/>
                  </a:ext>
                </a:extLst>
              </p:cNvPr>
              <p:cNvSpPr/>
              <p:nvPr/>
            </p:nvSpPr>
            <p:spPr>
              <a:xfrm>
                <a:off x="433411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pg51">
                <a:extLst>
                  <a:ext uri="{FF2B5EF4-FFF2-40B4-BE49-F238E27FC236}">
                    <a16:creationId xmlns:a16="http://schemas.microsoft.com/office/drawing/2014/main" id="{09AD4720-C141-E060-6922-B7F5AD0A7985}"/>
                  </a:ext>
                </a:extLst>
              </p:cNvPr>
              <p:cNvSpPr/>
              <p:nvPr/>
            </p:nvSpPr>
            <p:spPr>
              <a:xfrm>
                <a:off x="441554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" name="pg52">
                <a:extLst>
                  <a:ext uri="{FF2B5EF4-FFF2-40B4-BE49-F238E27FC236}">
                    <a16:creationId xmlns:a16="http://schemas.microsoft.com/office/drawing/2014/main" id="{5D871672-6323-53CB-0B7E-612D23A9C90B}"/>
                  </a:ext>
                </a:extLst>
              </p:cNvPr>
              <p:cNvSpPr/>
              <p:nvPr/>
            </p:nvSpPr>
            <p:spPr>
              <a:xfrm>
                <a:off x="449698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" name="pg53">
                <a:extLst>
                  <a:ext uri="{FF2B5EF4-FFF2-40B4-BE49-F238E27FC236}">
                    <a16:creationId xmlns:a16="http://schemas.microsoft.com/office/drawing/2014/main" id="{49B12D9D-2C74-6A54-E435-B2F42DBEA5A8}"/>
                  </a:ext>
                </a:extLst>
              </p:cNvPr>
              <p:cNvSpPr/>
              <p:nvPr/>
            </p:nvSpPr>
            <p:spPr>
              <a:xfrm>
                <a:off x="457842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pg54">
                <a:extLst>
                  <a:ext uri="{FF2B5EF4-FFF2-40B4-BE49-F238E27FC236}">
                    <a16:creationId xmlns:a16="http://schemas.microsoft.com/office/drawing/2014/main" id="{1EF0BF02-E2A4-AE9E-18E1-8E07CB3EB2AF}"/>
                  </a:ext>
                </a:extLst>
              </p:cNvPr>
              <p:cNvSpPr/>
              <p:nvPr/>
            </p:nvSpPr>
            <p:spPr>
              <a:xfrm>
                <a:off x="498560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pg55">
                <a:extLst>
                  <a:ext uri="{FF2B5EF4-FFF2-40B4-BE49-F238E27FC236}">
                    <a16:creationId xmlns:a16="http://schemas.microsoft.com/office/drawing/2014/main" id="{18969D88-C4F3-F4D5-A8D5-C33B7F077AA8}"/>
                  </a:ext>
                </a:extLst>
              </p:cNvPr>
              <p:cNvSpPr/>
              <p:nvPr/>
            </p:nvSpPr>
            <p:spPr>
              <a:xfrm>
                <a:off x="506704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pg56">
                <a:extLst>
                  <a:ext uri="{FF2B5EF4-FFF2-40B4-BE49-F238E27FC236}">
                    <a16:creationId xmlns:a16="http://schemas.microsoft.com/office/drawing/2014/main" id="{7594576C-3AA6-DDC8-EC14-5C23A4418543}"/>
                  </a:ext>
                </a:extLst>
              </p:cNvPr>
              <p:cNvSpPr/>
              <p:nvPr/>
            </p:nvSpPr>
            <p:spPr>
              <a:xfrm>
                <a:off x="514848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pg57">
                <a:extLst>
                  <a:ext uri="{FF2B5EF4-FFF2-40B4-BE49-F238E27FC236}">
                    <a16:creationId xmlns:a16="http://schemas.microsoft.com/office/drawing/2014/main" id="{4922A94A-EC79-A54E-8FFE-FE46880372D6}"/>
                  </a:ext>
                </a:extLst>
              </p:cNvPr>
              <p:cNvSpPr/>
              <p:nvPr/>
            </p:nvSpPr>
            <p:spPr>
              <a:xfrm>
                <a:off x="522991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pg58">
                <a:extLst>
                  <a:ext uri="{FF2B5EF4-FFF2-40B4-BE49-F238E27FC236}">
                    <a16:creationId xmlns:a16="http://schemas.microsoft.com/office/drawing/2014/main" id="{AD398035-E7C7-2A9B-9DAA-592D6CF1A4AE}"/>
                  </a:ext>
                </a:extLst>
              </p:cNvPr>
              <p:cNvSpPr/>
              <p:nvPr/>
            </p:nvSpPr>
            <p:spPr>
              <a:xfrm>
                <a:off x="5311355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pg59">
                <a:extLst>
                  <a:ext uri="{FF2B5EF4-FFF2-40B4-BE49-F238E27FC236}">
                    <a16:creationId xmlns:a16="http://schemas.microsoft.com/office/drawing/2014/main" id="{4910B7E5-55D7-2D2C-AE86-8F98335AEB24}"/>
                  </a:ext>
                </a:extLst>
              </p:cNvPr>
              <p:cNvSpPr/>
              <p:nvPr/>
            </p:nvSpPr>
            <p:spPr>
              <a:xfrm>
                <a:off x="539279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pg60">
                <a:extLst>
                  <a:ext uri="{FF2B5EF4-FFF2-40B4-BE49-F238E27FC236}">
                    <a16:creationId xmlns:a16="http://schemas.microsoft.com/office/drawing/2014/main" id="{5FB8A909-DA7F-42CD-8E58-B20A44F39660}"/>
                  </a:ext>
                </a:extLst>
              </p:cNvPr>
              <p:cNvSpPr/>
              <p:nvPr/>
            </p:nvSpPr>
            <p:spPr>
              <a:xfrm>
                <a:off x="360117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pg61">
                <a:extLst>
                  <a:ext uri="{FF2B5EF4-FFF2-40B4-BE49-F238E27FC236}">
                    <a16:creationId xmlns:a16="http://schemas.microsoft.com/office/drawing/2014/main" id="{87683607-9730-154A-7786-C575B0C27D65}"/>
                  </a:ext>
                </a:extLst>
              </p:cNvPr>
              <p:cNvSpPr/>
              <p:nvPr/>
            </p:nvSpPr>
            <p:spPr>
              <a:xfrm>
                <a:off x="368261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pg62">
                <a:extLst>
                  <a:ext uri="{FF2B5EF4-FFF2-40B4-BE49-F238E27FC236}">
                    <a16:creationId xmlns:a16="http://schemas.microsoft.com/office/drawing/2014/main" id="{CADF0E20-074F-5B8E-3C35-8D31F336A0A0}"/>
                  </a:ext>
                </a:extLst>
              </p:cNvPr>
              <p:cNvSpPr/>
              <p:nvPr/>
            </p:nvSpPr>
            <p:spPr>
              <a:xfrm>
                <a:off x="376405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pg63">
                <a:extLst>
                  <a:ext uri="{FF2B5EF4-FFF2-40B4-BE49-F238E27FC236}">
                    <a16:creationId xmlns:a16="http://schemas.microsoft.com/office/drawing/2014/main" id="{3A2CBAC2-8DAB-4F1D-B97E-5041BA035D96}"/>
                  </a:ext>
                </a:extLst>
              </p:cNvPr>
              <p:cNvSpPr/>
              <p:nvPr/>
            </p:nvSpPr>
            <p:spPr>
              <a:xfrm>
                <a:off x="384548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" name="pg64">
                <a:extLst>
                  <a:ext uri="{FF2B5EF4-FFF2-40B4-BE49-F238E27FC236}">
                    <a16:creationId xmlns:a16="http://schemas.microsoft.com/office/drawing/2014/main" id="{36196B0D-4573-6A15-E25C-5A31A849A1F9}"/>
                  </a:ext>
                </a:extLst>
              </p:cNvPr>
              <p:cNvSpPr/>
              <p:nvPr/>
            </p:nvSpPr>
            <p:spPr>
              <a:xfrm>
                <a:off x="392692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pg65">
                <a:extLst>
                  <a:ext uri="{FF2B5EF4-FFF2-40B4-BE49-F238E27FC236}">
                    <a16:creationId xmlns:a16="http://schemas.microsoft.com/office/drawing/2014/main" id="{50FD34D6-125F-C983-DB74-6CFA2B17B863}"/>
                  </a:ext>
                </a:extLst>
              </p:cNvPr>
              <p:cNvSpPr/>
              <p:nvPr/>
            </p:nvSpPr>
            <p:spPr>
              <a:xfrm>
                <a:off x="400836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pg66">
                <a:extLst>
                  <a:ext uri="{FF2B5EF4-FFF2-40B4-BE49-F238E27FC236}">
                    <a16:creationId xmlns:a16="http://schemas.microsoft.com/office/drawing/2014/main" id="{69740F2E-E0DA-6DD6-DC68-CD7EEB55F542}"/>
                  </a:ext>
                </a:extLst>
              </p:cNvPr>
              <p:cNvSpPr/>
              <p:nvPr/>
            </p:nvSpPr>
            <p:spPr>
              <a:xfrm>
                <a:off x="408979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pg67">
                <a:extLst>
                  <a:ext uri="{FF2B5EF4-FFF2-40B4-BE49-F238E27FC236}">
                    <a16:creationId xmlns:a16="http://schemas.microsoft.com/office/drawing/2014/main" id="{70A7893F-F011-2F54-2A67-B841AE04BB6C}"/>
                  </a:ext>
                </a:extLst>
              </p:cNvPr>
              <p:cNvSpPr/>
              <p:nvPr/>
            </p:nvSpPr>
            <p:spPr>
              <a:xfrm>
                <a:off x="417123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pg68">
                <a:extLst>
                  <a:ext uri="{FF2B5EF4-FFF2-40B4-BE49-F238E27FC236}">
                    <a16:creationId xmlns:a16="http://schemas.microsoft.com/office/drawing/2014/main" id="{27BFAA30-42AB-95FF-5BD1-30D89AAFF3D4}"/>
                  </a:ext>
                </a:extLst>
              </p:cNvPr>
              <p:cNvSpPr/>
              <p:nvPr/>
            </p:nvSpPr>
            <p:spPr>
              <a:xfrm>
                <a:off x="425267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pg69">
                <a:extLst>
                  <a:ext uri="{FF2B5EF4-FFF2-40B4-BE49-F238E27FC236}">
                    <a16:creationId xmlns:a16="http://schemas.microsoft.com/office/drawing/2014/main" id="{9A778D95-E74E-0256-5AD6-9B125E131F6B}"/>
                  </a:ext>
                </a:extLst>
              </p:cNvPr>
              <p:cNvSpPr/>
              <p:nvPr/>
            </p:nvSpPr>
            <p:spPr>
              <a:xfrm>
                <a:off x="433411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" name="pg70">
                <a:extLst>
                  <a:ext uri="{FF2B5EF4-FFF2-40B4-BE49-F238E27FC236}">
                    <a16:creationId xmlns:a16="http://schemas.microsoft.com/office/drawing/2014/main" id="{D2525711-9AE9-8FCD-71BF-B94F97F6AAA6}"/>
                  </a:ext>
                </a:extLst>
              </p:cNvPr>
              <p:cNvSpPr/>
              <p:nvPr/>
            </p:nvSpPr>
            <p:spPr>
              <a:xfrm>
                <a:off x="441554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" name="pg71">
                <a:extLst>
                  <a:ext uri="{FF2B5EF4-FFF2-40B4-BE49-F238E27FC236}">
                    <a16:creationId xmlns:a16="http://schemas.microsoft.com/office/drawing/2014/main" id="{9E4CF6A0-8825-5025-8BD7-0F9BB597874D}"/>
                  </a:ext>
                </a:extLst>
              </p:cNvPr>
              <p:cNvSpPr/>
              <p:nvPr/>
            </p:nvSpPr>
            <p:spPr>
              <a:xfrm>
                <a:off x="449698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pg72">
                <a:extLst>
                  <a:ext uri="{FF2B5EF4-FFF2-40B4-BE49-F238E27FC236}">
                    <a16:creationId xmlns:a16="http://schemas.microsoft.com/office/drawing/2014/main" id="{4AE0E094-5262-4222-EEA4-F11E2EBB80D0}"/>
                  </a:ext>
                </a:extLst>
              </p:cNvPr>
              <p:cNvSpPr/>
              <p:nvPr/>
            </p:nvSpPr>
            <p:spPr>
              <a:xfrm>
                <a:off x="490417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pg73">
                <a:extLst>
                  <a:ext uri="{FF2B5EF4-FFF2-40B4-BE49-F238E27FC236}">
                    <a16:creationId xmlns:a16="http://schemas.microsoft.com/office/drawing/2014/main" id="{F2843D31-45E3-E0F0-F7E6-F79D6B5C7893}"/>
                  </a:ext>
                </a:extLst>
              </p:cNvPr>
              <p:cNvSpPr/>
              <p:nvPr/>
            </p:nvSpPr>
            <p:spPr>
              <a:xfrm>
                <a:off x="498560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pg74">
                <a:extLst>
                  <a:ext uri="{FF2B5EF4-FFF2-40B4-BE49-F238E27FC236}">
                    <a16:creationId xmlns:a16="http://schemas.microsoft.com/office/drawing/2014/main" id="{E06B0AD5-EEFD-B4CB-119A-DD865AF8E2CD}"/>
                  </a:ext>
                </a:extLst>
              </p:cNvPr>
              <p:cNvSpPr/>
              <p:nvPr/>
            </p:nvSpPr>
            <p:spPr>
              <a:xfrm>
                <a:off x="506704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pg75">
                <a:extLst>
                  <a:ext uri="{FF2B5EF4-FFF2-40B4-BE49-F238E27FC236}">
                    <a16:creationId xmlns:a16="http://schemas.microsoft.com/office/drawing/2014/main" id="{01689E51-9F0C-AE5A-31D9-A70A880C0BCD}"/>
                  </a:ext>
                </a:extLst>
              </p:cNvPr>
              <p:cNvSpPr/>
              <p:nvPr/>
            </p:nvSpPr>
            <p:spPr>
              <a:xfrm>
                <a:off x="514848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" name="pg76">
                <a:extLst>
                  <a:ext uri="{FF2B5EF4-FFF2-40B4-BE49-F238E27FC236}">
                    <a16:creationId xmlns:a16="http://schemas.microsoft.com/office/drawing/2014/main" id="{06109672-7EE4-F24D-B88E-359FDF214D17}"/>
                  </a:ext>
                </a:extLst>
              </p:cNvPr>
              <p:cNvSpPr/>
              <p:nvPr/>
            </p:nvSpPr>
            <p:spPr>
              <a:xfrm>
                <a:off x="522991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8" name="pg77">
                <a:extLst>
                  <a:ext uri="{FF2B5EF4-FFF2-40B4-BE49-F238E27FC236}">
                    <a16:creationId xmlns:a16="http://schemas.microsoft.com/office/drawing/2014/main" id="{DB5E8E48-6E86-FF6B-94DF-9050FF462F29}"/>
                  </a:ext>
                </a:extLst>
              </p:cNvPr>
              <p:cNvSpPr/>
              <p:nvPr/>
            </p:nvSpPr>
            <p:spPr>
              <a:xfrm>
                <a:off x="5311355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pg78">
                <a:extLst>
                  <a:ext uri="{FF2B5EF4-FFF2-40B4-BE49-F238E27FC236}">
                    <a16:creationId xmlns:a16="http://schemas.microsoft.com/office/drawing/2014/main" id="{3BDE61A8-4F6C-E937-0E5F-C4C68CE0200F}"/>
                  </a:ext>
                </a:extLst>
              </p:cNvPr>
              <p:cNvSpPr/>
              <p:nvPr/>
            </p:nvSpPr>
            <p:spPr>
              <a:xfrm>
                <a:off x="539279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pg79">
                <a:extLst>
                  <a:ext uri="{FF2B5EF4-FFF2-40B4-BE49-F238E27FC236}">
                    <a16:creationId xmlns:a16="http://schemas.microsoft.com/office/drawing/2014/main" id="{B944D8CB-94D6-90FA-06DC-DF24E76DD25C}"/>
                  </a:ext>
                </a:extLst>
              </p:cNvPr>
              <p:cNvSpPr/>
              <p:nvPr/>
            </p:nvSpPr>
            <p:spPr>
              <a:xfrm>
                <a:off x="343830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pg80">
                <a:extLst>
                  <a:ext uri="{FF2B5EF4-FFF2-40B4-BE49-F238E27FC236}">
                    <a16:creationId xmlns:a16="http://schemas.microsoft.com/office/drawing/2014/main" id="{1A7EC18C-6D2E-B05B-AE64-3C9A75F57C26}"/>
                  </a:ext>
                </a:extLst>
              </p:cNvPr>
              <p:cNvSpPr/>
              <p:nvPr/>
            </p:nvSpPr>
            <p:spPr>
              <a:xfrm>
                <a:off x="351973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pg81">
                <a:extLst>
                  <a:ext uri="{FF2B5EF4-FFF2-40B4-BE49-F238E27FC236}">
                    <a16:creationId xmlns:a16="http://schemas.microsoft.com/office/drawing/2014/main" id="{E32AF7C4-040F-515D-4DC4-3EC719B7438E}"/>
                  </a:ext>
                </a:extLst>
              </p:cNvPr>
              <p:cNvSpPr/>
              <p:nvPr/>
            </p:nvSpPr>
            <p:spPr>
              <a:xfrm>
                <a:off x="360117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3" name="pg82">
                <a:extLst>
                  <a:ext uri="{FF2B5EF4-FFF2-40B4-BE49-F238E27FC236}">
                    <a16:creationId xmlns:a16="http://schemas.microsoft.com/office/drawing/2014/main" id="{87D0F822-AD59-FACC-E982-76A44EEDC247}"/>
                  </a:ext>
                </a:extLst>
              </p:cNvPr>
              <p:cNvSpPr/>
              <p:nvPr/>
            </p:nvSpPr>
            <p:spPr>
              <a:xfrm>
                <a:off x="368261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" name="pg83">
                <a:extLst>
                  <a:ext uri="{FF2B5EF4-FFF2-40B4-BE49-F238E27FC236}">
                    <a16:creationId xmlns:a16="http://schemas.microsoft.com/office/drawing/2014/main" id="{9DE8C597-D59E-84C4-5A4B-C99117765C26}"/>
                  </a:ext>
                </a:extLst>
              </p:cNvPr>
              <p:cNvSpPr/>
              <p:nvPr/>
            </p:nvSpPr>
            <p:spPr>
              <a:xfrm>
                <a:off x="376405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pg84">
                <a:extLst>
                  <a:ext uri="{FF2B5EF4-FFF2-40B4-BE49-F238E27FC236}">
                    <a16:creationId xmlns:a16="http://schemas.microsoft.com/office/drawing/2014/main" id="{13F1C60D-8CC1-69FE-FA3A-82D2091B7F07}"/>
                  </a:ext>
                </a:extLst>
              </p:cNvPr>
              <p:cNvSpPr/>
              <p:nvPr/>
            </p:nvSpPr>
            <p:spPr>
              <a:xfrm>
                <a:off x="384548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pg85">
                <a:extLst>
                  <a:ext uri="{FF2B5EF4-FFF2-40B4-BE49-F238E27FC236}">
                    <a16:creationId xmlns:a16="http://schemas.microsoft.com/office/drawing/2014/main" id="{9B3B7FF3-8FC3-2B0D-1B7F-24BA36F2EBB8}"/>
                  </a:ext>
                </a:extLst>
              </p:cNvPr>
              <p:cNvSpPr/>
              <p:nvPr/>
            </p:nvSpPr>
            <p:spPr>
              <a:xfrm>
                <a:off x="392692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pg86">
                <a:extLst>
                  <a:ext uri="{FF2B5EF4-FFF2-40B4-BE49-F238E27FC236}">
                    <a16:creationId xmlns:a16="http://schemas.microsoft.com/office/drawing/2014/main" id="{1D0449A4-0351-C527-315F-4DEB611FCAA8}"/>
                  </a:ext>
                </a:extLst>
              </p:cNvPr>
              <p:cNvSpPr/>
              <p:nvPr/>
            </p:nvSpPr>
            <p:spPr>
              <a:xfrm>
                <a:off x="400836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pg87">
                <a:extLst>
                  <a:ext uri="{FF2B5EF4-FFF2-40B4-BE49-F238E27FC236}">
                    <a16:creationId xmlns:a16="http://schemas.microsoft.com/office/drawing/2014/main" id="{6DC5675B-309C-6163-4FD5-901835439F24}"/>
                  </a:ext>
                </a:extLst>
              </p:cNvPr>
              <p:cNvSpPr/>
              <p:nvPr/>
            </p:nvSpPr>
            <p:spPr>
              <a:xfrm>
                <a:off x="408979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9" name="pg88">
                <a:extLst>
                  <a:ext uri="{FF2B5EF4-FFF2-40B4-BE49-F238E27FC236}">
                    <a16:creationId xmlns:a16="http://schemas.microsoft.com/office/drawing/2014/main" id="{AAA25C74-8E2B-0DFD-3050-955C1F2FAE61}"/>
                  </a:ext>
                </a:extLst>
              </p:cNvPr>
              <p:cNvSpPr/>
              <p:nvPr/>
            </p:nvSpPr>
            <p:spPr>
              <a:xfrm>
                <a:off x="417123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0" name="pg89">
                <a:extLst>
                  <a:ext uri="{FF2B5EF4-FFF2-40B4-BE49-F238E27FC236}">
                    <a16:creationId xmlns:a16="http://schemas.microsoft.com/office/drawing/2014/main" id="{76B840BE-0F16-33C3-6F5E-0B2FFD897F67}"/>
                  </a:ext>
                </a:extLst>
              </p:cNvPr>
              <p:cNvSpPr/>
              <p:nvPr/>
            </p:nvSpPr>
            <p:spPr>
              <a:xfrm>
                <a:off x="425267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pg90">
                <a:extLst>
                  <a:ext uri="{FF2B5EF4-FFF2-40B4-BE49-F238E27FC236}">
                    <a16:creationId xmlns:a16="http://schemas.microsoft.com/office/drawing/2014/main" id="{97003622-DAFE-7506-592A-07046C415EA8}"/>
                  </a:ext>
                </a:extLst>
              </p:cNvPr>
              <p:cNvSpPr/>
              <p:nvPr/>
            </p:nvSpPr>
            <p:spPr>
              <a:xfrm>
                <a:off x="433411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pg91">
                <a:extLst>
                  <a:ext uri="{FF2B5EF4-FFF2-40B4-BE49-F238E27FC236}">
                    <a16:creationId xmlns:a16="http://schemas.microsoft.com/office/drawing/2014/main" id="{264C5824-A6EE-B66C-51DA-808F86E6A879}"/>
                  </a:ext>
                </a:extLst>
              </p:cNvPr>
              <p:cNvSpPr/>
              <p:nvPr/>
            </p:nvSpPr>
            <p:spPr>
              <a:xfrm>
                <a:off x="482273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pg92">
                <a:extLst>
                  <a:ext uri="{FF2B5EF4-FFF2-40B4-BE49-F238E27FC236}">
                    <a16:creationId xmlns:a16="http://schemas.microsoft.com/office/drawing/2014/main" id="{6412520A-1234-D775-9994-196E1419146C}"/>
                  </a:ext>
                </a:extLst>
              </p:cNvPr>
              <p:cNvSpPr/>
              <p:nvPr/>
            </p:nvSpPr>
            <p:spPr>
              <a:xfrm>
                <a:off x="490417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pg93">
                <a:extLst>
                  <a:ext uri="{FF2B5EF4-FFF2-40B4-BE49-F238E27FC236}">
                    <a16:creationId xmlns:a16="http://schemas.microsoft.com/office/drawing/2014/main" id="{0F7FD192-D69E-EB52-E335-90AB8B3D95BE}"/>
                  </a:ext>
                </a:extLst>
              </p:cNvPr>
              <p:cNvSpPr/>
              <p:nvPr/>
            </p:nvSpPr>
            <p:spPr>
              <a:xfrm>
                <a:off x="498560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" name="pg94">
                <a:extLst>
                  <a:ext uri="{FF2B5EF4-FFF2-40B4-BE49-F238E27FC236}">
                    <a16:creationId xmlns:a16="http://schemas.microsoft.com/office/drawing/2014/main" id="{24BAD42F-AC51-950F-77EA-BE539703E730}"/>
                  </a:ext>
                </a:extLst>
              </p:cNvPr>
              <p:cNvSpPr/>
              <p:nvPr/>
            </p:nvSpPr>
            <p:spPr>
              <a:xfrm>
                <a:off x="506704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" name="pg95">
                <a:extLst>
                  <a:ext uri="{FF2B5EF4-FFF2-40B4-BE49-F238E27FC236}">
                    <a16:creationId xmlns:a16="http://schemas.microsoft.com/office/drawing/2014/main" id="{4AF5C544-FDB1-AC0D-CFA3-D4D232E4D4A2}"/>
                  </a:ext>
                </a:extLst>
              </p:cNvPr>
              <p:cNvSpPr/>
              <p:nvPr/>
            </p:nvSpPr>
            <p:spPr>
              <a:xfrm>
                <a:off x="514848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pg96">
                <a:extLst>
                  <a:ext uri="{FF2B5EF4-FFF2-40B4-BE49-F238E27FC236}">
                    <a16:creationId xmlns:a16="http://schemas.microsoft.com/office/drawing/2014/main" id="{5A416CB1-CD38-787F-1114-C9D5422F59B6}"/>
                  </a:ext>
                </a:extLst>
              </p:cNvPr>
              <p:cNvSpPr/>
              <p:nvPr/>
            </p:nvSpPr>
            <p:spPr>
              <a:xfrm>
                <a:off x="522991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pg97">
                <a:extLst>
                  <a:ext uri="{FF2B5EF4-FFF2-40B4-BE49-F238E27FC236}">
                    <a16:creationId xmlns:a16="http://schemas.microsoft.com/office/drawing/2014/main" id="{C9F1EDF8-01AF-7819-0F20-29B1BF5A949A}"/>
                  </a:ext>
                </a:extLst>
              </p:cNvPr>
              <p:cNvSpPr/>
              <p:nvPr/>
            </p:nvSpPr>
            <p:spPr>
              <a:xfrm>
                <a:off x="327542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" name="pg98">
                <a:extLst>
                  <a:ext uri="{FF2B5EF4-FFF2-40B4-BE49-F238E27FC236}">
                    <a16:creationId xmlns:a16="http://schemas.microsoft.com/office/drawing/2014/main" id="{D34171BB-8D4A-3671-0549-B7EBB39AF363}"/>
                  </a:ext>
                </a:extLst>
              </p:cNvPr>
              <p:cNvSpPr/>
              <p:nvPr/>
            </p:nvSpPr>
            <p:spPr>
              <a:xfrm>
                <a:off x="335686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" name="pg99">
                <a:extLst>
                  <a:ext uri="{FF2B5EF4-FFF2-40B4-BE49-F238E27FC236}">
                    <a16:creationId xmlns:a16="http://schemas.microsoft.com/office/drawing/2014/main" id="{861F7ACC-BC5A-702D-41BB-04DBDE93E9C5}"/>
                  </a:ext>
                </a:extLst>
              </p:cNvPr>
              <p:cNvSpPr/>
              <p:nvPr/>
            </p:nvSpPr>
            <p:spPr>
              <a:xfrm>
                <a:off x="343830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pg100">
                <a:extLst>
                  <a:ext uri="{FF2B5EF4-FFF2-40B4-BE49-F238E27FC236}">
                    <a16:creationId xmlns:a16="http://schemas.microsoft.com/office/drawing/2014/main" id="{4CBB5521-9EDD-C889-837A-742911C23997}"/>
                  </a:ext>
                </a:extLst>
              </p:cNvPr>
              <p:cNvSpPr/>
              <p:nvPr/>
            </p:nvSpPr>
            <p:spPr>
              <a:xfrm>
                <a:off x="351973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" name="pg101">
                <a:extLst>
                  <a:ext uri="{FF2B5EF4-FFF2-40B4-BE49-F238E27FC236}">
                    <a16:creationId xmlns:a16="http://schemas.microsoft.com/office/drawing/2014/main" id="{0E088D33-39FA-4380-60E9-35D00EFCDC25}"/>
                  </a:ext>
                </a:extLst>
              </p:cNvPr>
              <p:cNvSpPr/>
              <p:nvPr/>
            </p:nvSpPr>
            <p:spPr>
              <a:xfrm>
                <a:off x="360117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" name="pg102">
                <a:extLst>
                  <a:ext uri="{FF2B5EF4-FFF2-40B4-BE49-F238E27FC236}">
                    <a16:creationId xmlns:a16="http://schemas.microsoft.com/office/drawing/2014/main" id="{F1448897-6B56-13A5-21E2-71A245184ACE}"/>
                  </a:ext>
                </a:extLst>
              </p:cNvPr>
              <p:cNvSpPr/>
              <p:nvPr/>
            </p:nvSpPr>
            <p:spPr>
              <a:xfrm>
                <a:off x="368261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" name="pg103">
                <a:extLst>
                  <a:ext uri="{FF2B5EF4-FFF2-40B4-BE49-F238E27FC236}">
                    <a16:creationId xmlns:a16="http://schemas.microsoft.com/office/drawing/2014/main" id="{9444A005-BF25-A47F-4891-1082643E46E9}"/>
                  </a:ext>
                </a:extLst>
              </p:cNvPr>
              <p:cNvSpPr/>
              <p:nvPr/>
            </p:nvSpPr>
            <p:spPr>
              <a:xfrm>
                <a:off x="376405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" name="pg104">
                <a:extLst>
                  <a:ext uri="{FF2B5EF4-FFF2-40B4-BE49-F238E27FC236}">
                    <a16:creationId xmlns:a16="http://schemas.microsoft.com/office/drawing/2014/main" id="{E0AE6E27-F36D-ECB3-FC9A-0DE0C17CBD17}"/>
                  </a:ext>
                </a:extLst>
              </p:cNvPr>
              <p:cNvSpPr/>
              <p:nvPr/>
            </p:nvSpPr>
            <p:spPr>
              <a:xfrm>
                <a:off x="384548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" name="pg105">
                <a:extLst>
                  <a:ext uri="{FF2B5EF4-FFF2-40B4-BE49-F238E27FC236}">
                    <a16:creationId xmlns:a16="http://schemas.microsoft.com/office/drawing/2014/main" id="{12797EA7-9E34-6DEF-4312-05A3CA3679E4}"/>
                  </a:ext>
                </a:extLst>
              </p:cNvPr>
              <p:cNvSpPr/>
              <p:nvPr/>
            </p:nvSpPr>
            <p:spPr>
              <a:xfrm>
                <a:off x="392692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" name="pg106">
                <a:extLst>
                  <a:ext uri="{FF2B5EF4-FFF2-40B4-BE49-F238E27FC236}">
                    <a16:creationId xmlns:a16="http://schemas.microsoft.com/office/drawing/2014/main" id="{F089B1C0-FD57-0C6E-DC24-0B4F16956129}"/>
                  </a:ext>
                </a:extLst>
              </p:cNvPr>
              <p:cNvSpPr/>
              <p:nvPr/>
            </p:nvSpPr>
            <p:spPr>
              <a:xfrm>
                <a:off x="400836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" name="pg107">
                <a:extLst>
                  <a:ext uri="{FF2B5EF4-FFF2-40B4-BE49-F238E27FC236}">
                    <a16:creationId xmlns:a16="http://schemas.microsoft.com/office/drawing/2014/main" id="{5235FEDB-447D-4CDA-5895-D4086F5E3B64}"/>
                  </a:ext>
                </a:extLst>
              </p:cNvPr>
              <p:cNvSpPr/>
              <p:nvPr/>
            </p:nvSpPr>
            <p:spPr>
              <a:xfrm>
                <a:off x="408979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" name="pg108">
                <a:extLst>
                  <a:ext uri="{FF2B5EF4-FFF2-40B4-BE49-F238E27FC236}">
                    <a16:creationId xmlns:a16="http://schemas.microsoft.com/office/drawing/2014/main" id="{41B60E09-83CD-2CB5-63B4-1A093E812AFC}"/>
                  </a:ext>
                </a:extLst>
              </p:cNvPr>
              <p:cNvSpPr/>
              <p:nvPr/>
            </p:nvSpPr>
            <p:spPr>
              <a:xfrm>
                <a:off x="417123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" name="pg109">
                <a:extLst>
                  <a:ext uri="{FF2B5EF4-FFF2-40B4-BE49-F238E27FC236}">
                    <a16:creationId xmlns:a16="http://schemas.microsoft.com/office/drawing/2014/main" id="{285953E8-97E3-B866-EAD3-EA769A92C7F6}"/>
                  </a:ext>
                </a:extLst>
              </p:cNvPr>
              <p:cNvSpPr/>
              <p:nvPr/>
            </p:nvSpPr>
            <p:spPr>
              <a:xfrm>
                <a:off x="425267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" name="pg110">
                <a:extLst>
                  <a:ext uri="{FF2B5EF4-FFF2-40B4-BE49-F238E27FC236}">
                    <a16:creationId xmlns:a16="http://schemas.microsoft.com/office/drawing/2014/main" id="{C34B6BAD-0EB8-983A-D94E-C8E8A8C8D458}"/>
                  </a:ext>
                </a:extLst>
              </p:cNvPr>
              <p:cNvSpPr/>
              <p:nvPr/>
            </p:nvSpPr>
            <p:spPr>
              <a:xfrm>
                <a:off x="433411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" name="pg111">
                <a:extLst>
                  <a:ext uri="{FF2B5EF4-FFF2-40B4-BE49-F238E27FC236}">
                    <a16:creationId xmlns:a16="http://schemas.microsoft.com/office/drawing/2014/main" id="{3DCE4992-5666-93E4-8A63-1417E0DF34B2}"/>
                  </a:ext>
                </a:extLst>
              </p:cNvPr>
              <p:cNvSpPr/>
              <p:nvPr/>
            </p:nvSpPr>
            <p:spPr>
              <a:xfrm>
                <a:off x="441554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" name="pg112">
                <a:extLst>
                  <a:ext uri="{FF2B5EF4-FFF2-40B4-BE49-F238E27FC236}">
                    <a16:creationId xmlns:a16="http://schemas.microsoft.com/office/drawing/2014/main" id="{DAC7F70D-9A64-DECE-B1F7-D6131848C14B}"/>
                  </a:ext>
                </a:extLst>
              </p:cNvPr>
              <p:cNvSpPr/>
              <p:nvPr/>
            </p:nvSpPr>
            <p:spPr>
              <a:xfrm>
                <a:off x="449698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" name="pg113">
                <a:extLst>
                  <a:ext uri="{FF2B5EF4-FFF2-40B4-BE49-F238E27FC236}">
                    <a16:creationId xmlns:a16="http://schemas.microsoft.com/office/drawing/2014/main" id="{A5EA8B45-6810-0635-275E-2BED8268300E}"/>
                  </a:ext>
                </a:extLst>
              </p:cNvPr>
              <p:cNvSpPr/>
              <p:nvPr/>
            </p:nvSpPr>
            <p:spPr>
              <a:xfrm>
                <a:off x="457842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" name="pg114">
                <a:extLst>
                  <a:ext uri="{FF2B5EF4-FFF2-40B4-BE49-F238E27FC236}">
                    <a16:creationId xmlns:a16="http://schemas.microsoft.com/office/drawing/2014/main" id="{90B7B3D4-A0E2-04AE-3775-CBFADEBF6525}"/>
                  </a:ext>
                </a:extLst>
              </p:cNvPr>
              <p:cNvSpPr/>
              <p:nvPr/>
            </p:nvSpPr>
            <p:spPr>
              <a:xfrm>
                <a:off x="474129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" name="pg115">
                <a:extLst>
                  <a:ext uri="{FF2B5EF4-FFF2-40B4-BE49-F238E27FC236}">
                    <a16:creationId xmlns:a16="http://schemas.microsoft.com/office/drawing/2014/main" id="{DC62918D-4B98-9B23-8BC5-A9EC8AF7DB13}"/>
                  </a:ext>
                </a:extLst>
              </p:cNvPr>
              <p:cNvSpPr/>
              <p:nvPr/>
            </p:nvSpPr>
            <p:spPr>
              <a:xfrm>
                <a:off x="482273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" name="pg116">
                <a:extLst>
                  <a:ext uri="{FF2B5EF4-FFF2-40B4-BE49-F238E27FC236}">
                    <a16:creationId xmlns:a16="http://schemas.microsoft.com/office/drawing/2014/main" id="{76A8FBA5-5FF2-CCCF-0E41-79309713CF58}"/>
                  </a:ext>
                </a:extLst>
              </p:cNvPr>
              <p:cNvSpPr/>
              <p:nvPr/>
            </p:nvSpPr>
            <p:spPr>
              <a:xfrm>
                <a:off x="490417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" name="pg117">
                <a:extLst>
                  <a:ext uri="{FF2B5EF4-FFF2-40B4-BE49-F238E27FC236}">
                    <a16:creationId xmlns:a16="http://schemas.microsoft.com/office/drawing/2014/main" id="{533761F6-9588-009B-E92F-089F3163453C}"/>
                  </a:ext>
                </a:extLst>
              </p:cNvPr>
              <p:cNvSpPr/>
              <p:nvPr/>
            </p:nvSpPr>
            <p:spPr>
              <a:xfrm>
                <a:off x="498560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" name="pg118">
                <a:extLst>
                  <a:ext uri="{FF2B5EF4-FFF2-40B4-BE49-F238E27FC236}">
                    <a16:creationId xmlns:a16="http://schemas.microsoft.com/office/drawing/2014/main" id="{0C6F48AC-7FCA-A4CF-4096-EBB2CC5695EF}"/>
                  </a:ext>
                </a:extLst>
              </p:cNvPr>
              <p:cNvSpPr/>
              <p:nvPr/>
            </p:nvSpPr>
            <p:spPr>
              <a:xfrm>
                <a:off x="506704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" name="pg119">
                <a:extLst>
                  <a:ext uri="{FF2B5EF4-FFF2-40B4-BE49-F238E27FC236}">
                    <a16:creationId xmlns:a16="http://schemas.microsoft.com/office/drawing/2014/main" id="{6F93A93B-86E6-6A10-0C32-7C81A63B6BEF}"/>
                  </a:ext>
                </a:extLst>
              </p:cNvPr>
              <p:cNvSpPr/>
              <p:nvPr/>
            </p:nvSpPr>
            <p:spPr>
              <a:xfrm>
                <a:off x="514848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" name="pg120">
                <a:extLst>
                  <a:ext uri="{FF2B5EF4-FFF2-40B4-BE49-F238E27FC236}">
                    <a16:creationId xmlns:a16="http://schemas.microsoft.com/office/drawing/2014/main" id="{C4BABFFD-0D36-7946-2F25-0E9284B5A278}"/>
                  </a:ext>
                </a:extLst>
              </p:cNvPr>
              <p:cNvSpPr/>
              <p:nvPr/>
            </p:nvSpPr>
            <p:spPr>
              <a:xfrm>
                <a:off x="522991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" name="pg121">
                <a:extLst>
                  <a:ext uri="{FF2B5EF4-FFF2-40B4-BE49-F238E27FC236}">
                    <a16:creationId xmlns:a16="http://schemas.microsoft.com/office/drawing/2014/main" id="{D909C432-B883-B8CA-BBB7-85415A15AEEE}"/>
                  </a:ext>
                </a:extLst>
              </p:cNvPr>
              <p:cNvSpPr/>
              <p:nvPr/>
            </p:nvSpPr>
            <p:spPr>
              <a:xfrm>
                <a:off x="327542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pg122">
                <a:extLst>
                  <a:ext uri="{FF2B5EF4-FFF2-40B4-BE49-F238E27FC236}">
                    <a16:creationId xmlns:a16="http://schemas.microsoft.com/office/drawing/2014/main" id="{865D1589-F428-2750-FC15-6972BC481788}"/>
                  </a:ext>
                </a:extLst>
              </p:cNvPr>
              <p:cNvSpPr/>
              <p:nvPr/>
            </p:nvSpPr>
            <p:spPr>
              <a:xfrm>
                <a:off x="335686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" name="pg123">
                <a:extLst>
                  <a:ext uri="{FF2B5EF4-FFF2-40B4-BE49-F238E27FC236}">
                    <a16:creationId xmlns:a16="http://schemas.microsoft.com/office/drawing/2014/main" id="{DCB3E400-E49B-A48F-251E-795F7EFA7F64}"/>
                  </a:ext>
                </a:extLst>
              </p:cNvPr>
              <p:cNvSpPr/>
              <p:nvPr/>
            </p:nvSpPr>
            <p:spPr>
              <a:xfrm>
                <a:off x="343830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" name="pg124">
                <a:extLst>
                  <a:ext uri="{FF2B5EF4-FFF2-40B4-BE49-F238E27FC236}">
                    <a16:creationId xmlns:a16="http://schemas.microsoft.com/office/drawing/2014/main" id="{3964E80D-A199-C22C-A861-F0956865709C}"/>
                  </a:ext>
                </a:extLst>
              </p:cNvPr>
              <p:cNvSpPr/>
              <p:nvPr/>
            </p:nvSpPr>
            <p:spPr>
              <a:xfrm>
                <a:off x="351973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" name="pg125">
                <a:extLst>
                  <a:ext uri="{FF2B5EF4-FFF2-40B4-BE49-F238E27FC236}">
                    <a16:creationId xmlns:a16="http://schemas.microsoft.com/office/drawing/2014/main" id="{5230E414-4EFE-74F4-74CF-CDC1A1E85C96}"/>
                  </a:ext>
                </a:extLst>
              </p:cNvPr>
              <p:cNvSpPr/>
              <p:nvPr/>
            </p:nvSpPr>
            <p:spPr>
              <a:xfrm>
                <a:off x="360117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" name="pg126">
                <a:extLst>
                  <a:ext uri="{FF2B5EF4-FFF2-40B4-BE49-F238E27FC236}">
                    <a16:creationId xmlns:a16="http://schemas.microsoft.com/office/drawing/2014/main" id="{E994AF6C-3301-FBFE-6C03-E123FC6433E8}"/>
                  </a:ext>
                </a:extLst>
              </p:cNvPr>
              <p:cNvSpPr/>
              <p:nvPr/>
            </p:nvSpPr>
            <p:spPr>
              <a:xfrm>
                <a:off x="368261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" name="pg127">
                <a:extLst>
                  <a:ext uri="{FF2B5EF4-FFF2-40B4-BE49-F238E27FC236}">
                    <a16:creationId xmlns:a16="http://schemas.microsoft.com/office/drawing/2014/main" id="{BC329128-0615-D714-8006-2B11AD1BB3CE}"/>
                  </a:ext>
                </a:extLst>
              </p:cNvPr>
              <p:cNvSpPr/>
              <p:nvPr/>
            </p:nvSpPr>
            <p:spPr>
              <a:xfrm>
                <a:off x="376405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" name="pg128">
                <a:extLst>
                  <a:ext uri="{FF2B5EF4-FFF2-40B4-BE49-F238E27FC236}">
                    <a16:creationId xmlns:a16="http://schemas.microsoft.com/office/drawing/2014/main" id="{86B92919-D3EF-3591-CBE3-E1831FA7FA1F}"/>
                  </a:ext>
                </a:extLst>
              </p:cNvPr>
              <p:cNvSpPr/>
              <p:nvPr/>
            </p:nvSpPr>
            <p:spPr>
              <a:xfrm>
                <a:off x="384548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" name="pg129">
                <a:extLst>
                  <a:ext uri="{FF2B5EF4-FFF2-40B4-BE49-F238E27FC236}">
                    <a16:creationId xmlns:a16="http://schemas.microsoft.com/office/drawing/2014/main" id="{3BBCD5D3-2546-CDA3-8917-F85B6C77C745}"/>
                  </a:ext>
                </a:extLst>
              </p:cNvPr>
              <p:cNvSpPr/>
              <p:nvPr/>
            </p:nvSpPr>
            <p:spPr>
              <a:xfrm>
                <a:off x="392692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" name="pg130">
                <a:extLst>
                  <a:ext uri="{FF2B5EF4-FFF2-40B4-BE49-F238E27FC236}">
                    <a16:creationId xmlns:a16="http://schemas.microsoft.com/office/drawing/2014/main" id="{489A21A0-D4DE-A8F0-96A0-0681C8E9AAD0}"/>
                  </a:ext>
                </a:extLst>
              </p:cNvPr>
              <p:cNvSpPr/>
              <p:nvPr/>
            </p:nvSpPr>
            <p:spPr>
              <a:xfrm>
                <a:off x="400836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" name="pg131">
                <a:extLst>
                  <a:ext uri="{FF2B5EF4-FFF2-40B4-BE49-F238E27FC236}">
                    <a16:creationId xmlns:a16="http://schemas.microsoft.com/office/drawing/2014/main" id="{AFFA4997-8A76-7115-AF14-642A8AC3150B}"/>
                  </a:ext>
                </a:extLst>
              </p:cNvPr>
              <p:cNvSpPr/>
              <p:nvPr/>
            </p:nvSpPr>
            <p:spPr>
              <a:xfrm>
                <a:off x="408979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" name="pg132">
                <a:extLst>
                  <a:ext uri="{FF2B5EF4-FFF2-40B4-BE49-F238E27FC236}">
                    <a16:creationId xmlns:a16="http://schemas.microsoft.com/office/drawing/2014/main" id="{E7FD19C3-8ADF-A19E-A05C-5C16353358AF}"/>
                  </a:ext>
                </a:extLst>
              </p:cNvPr>
              <p:cNvSpPr/>
              <p:nvPr/>
            </p:nvSpPr>
            <p:spPr>
              <a:xfrm>
                <a:off x="417123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" name="pg133">
                <a:extLst>
                  <a:ext uri="{FF2B5EF4-FFF2-40B4-BE49-F238E27FC236}">
                    <a16:creationId xmlns:a16="http://schemas.microsoft.com/office/drawing/2014/main" id="{440BEC42-450B-6DBE-4F1C-D5101EEE4C68}"/>
                  </a:ext>
                </a:extLst>
              </p:cNvPr>
              <p:cNvSpPr/>
              <p:nvPr/>
            </p:nvSpPr>
            <p:spPr>
              <a:xfrm>
                <a:off x="425267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" name="pg134">
                <a:extLst>
                  <a:ext uri="{FF2B5EF4-FFF2-40B4-BE49-F238E27FC236}">
                    <a16:creationId xmlns:a16="http://schemas.microsoft.com/office/drawing/2014/main" id="{B9AAF851-BD06-A803-30BE-94AD090A7712}"/>
                  </a:ext>
                </a:extLst>
              </p:cNvPr>
              <p:cNvSpPr/>
              <p:nvPr/>
            </p:nvSpPr>
            <p:spPr>
              <a:xfrm>
                <a:off x="433411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" name="pg135">
                <a:extLst>
                  <a:ext uri="{FF2B5EF4-FFF2-40B4-BE49-F238E27FC236}">
                    <a16:creationId xmlns:a16="http://schemas.microsoft.com/office/drawing/2014/main" id="{262E422B-AECF-13C8-66EE-8A42FA202DB0}"/>
                  </a:ext>
                </a:extLst>
              </p:cNvPr>
              <p:cNvSpPr/>
              <p:nvPr/>
            </p:nvSpPr>
            <p:spPr>
              <a:xfrm>
                <a:off x="441554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" name="pg136">
                <a:extLst>
                  <a:ext uri="{FF2B5EF4-FFF2-40B4-BE49-F238E27FC236}">
                    <a16:creationId xmlns:a16="http://schemas.microsoft.com/office/drawing/2014/main" id="{BA0DFF74-1792-2061-E399-23263D4C3913}"/>
                  </a:ext>
                </a:extLst>
              </p:cNvPr>
              <p:cNvSpPr/>
              <p:nvPr/>
            </p:nvSpPr>
            <p:spPr>
              <a:xfrm>
                <a:off x="449698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" name="pg137">
                <a:extLst>
                  <a:ext uri="{FF2B5EF4-FFF2-40B4-BE49-F238E27FC236}">
                    <a16:creationId xmlns:a16="http://schemas.microsoft.com/office/drawing/2014/main" id="{877984FD-341E-CDBE-A951-858A8DE1DADA}"/>
                  </a:ext>
                </a:extLst>
              </p:cNvPr>
              <p:cNvSpPr/>
              <p:nvPr/>
            </p:nvSpPr>
            <p:spPr>
              <a:xfrm>
                <a:off x="457842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" name="pg138">
                <a:extLst>
                  <a:ext uri="{FF2B5EF4-FFF2-40B4-BE49-F238E27FC236}">
                    <a16:creationId xmlns:a16="http://schemas.microsoft.com/office/drawing/2014/main" id="{EC7A351D-7704-DF8D-F27C-DEF81E773120}"/>
                  </a:ext>
                </a:extLst>
              </p:cNvPr>
              <p:cNvSpPr/>
              <p:nvPr/>
            </p:nvSpPr>
            <p:spPr>
              <a:xfrm>
                <a:off x="465985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" name="pg139">
                <a:extLst>
                  <a:ext uri="{FF2B5EF4-FFF2-40B4-BE49-F238E27FC236}">
                    <a16:creationId xmlns:a16="http://schemas.microsoft.com/office/drawing/2014/main" id="{98C63E8F-DEB5-A601-6DEA-D13DB3BE8556}"/>
                  </a:ext>
                </a:extLst>
              </p:cNvPr>
              <p:cNvSpPr/>
              <p:nvPr/>
            </p:nvSpPr>
            <p:spPr>
              <a:xfrm>
                <a:off x="474129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" name="pg140">
                <a:extLst>
                  <a:ext uri="{FF2B5EF4-FFF2-40B4-BE49-F238E27FC236}">
                    <a16:creationId xmlns:a16="http://schemas.microsoft.com/office/drawing/2014/main" id="{1DA9D805-848D-37BE-C915-40D8808C1855}"/>
                  </a:ext>
                </a:extLst>
              </p:cNvPr>
              <p:cNvSpPr/>
              <p:nvPr/>
            </p:nvSpPr>
            <p:spPr>
              <a:xfrm>
                <a:off x="482273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" name="pg141">
                <a:extLst>
                  <a:ext uri="{FF2B5EF4-FFF2-40B4-BE49-F238E27FC236}">
                    <a16:creationId xmlns:a16="http://schemas.microsoft.com/office/drawing/2014/main" id="{9EF33788-3AFA-9CB4-9520-FA73AE7292AA}"/>
                  </a:ext>
                </a:extLst>
              </p:cNvPr>
              <p:cNvSpPr/>
              <p:nvPr/>
            </p:nvSpPr>
            <p:spPr>
              <a:xfrm>
                <a:off x="490417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" name="pg142">
                <a:extLst>
                  <a:ext uri="{FF2B5EF4-FFF2-40B4-BE49-F238E27FC236}">
                    <a16:creationId xmlns:a16="http://schemas.microsoft.com/office/drawing/2014/main" id="{45C824D6-E3DE-3B08-8862-612C40951A46}"/>
                  </a:ext>
                </a:extLst>
              </p:cNvPr>
              <p:cNvSpPr/>
              <p:nvPr/>
            </p:nvSpPr>
            <p:spPr>
              <a:xfrm>
                <a:off x="498560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" name="pg143">
                <a:extLst>
                  <a:ext uri="{FF2B5EF4-FFF2-40B4-BE49-F238E27FC236}">
                    <a16:creationId xmlns:a16="http://schemas.microsoft.com/office/drawing/2014/main" id="{0F18EE71-4697-C58E-20D3-533553B2F5EE}"/>
                  </a:ext>
                </a:extLst>
              </p:cNvPr>
              <p:cNvSpPr/>
              <p:nvPr/>
            </p:nvSpPr>
            <p:spPr>
              <a:xfrm>
                <a:off x="506704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" name="pg144">
                <a:extLst>
                  <a:ext uri="{FF2B5EF4-FFF2-40B4-BE49-F238E27FC236}">
                    <a16:creationId xmlns:a16="http://schemas.microsoft.com/office/drawing/2014/main" id="{B58A4A17-2A9D-0A66-923D-8F6CA3DDCF4E}"/>
                  </a:ext>
                </a:extLst>
              </p:cNvPr>
              <p:cNvSpPr/>
              <p:nvPr/>
            </p:nvSpPr>
            <p:spPr>
              <a:xfrm>
                <a:off x="514848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" name="pg145">
                <a:extLst>
                  <a:ext uri="{FF2B5EF4-FFF2-40B4-BE49-F238E27FC236}">
                    <a16:creationId xmlns:a16="http://schemas.microsoft.com/office/drawing/2014/main" id="{AF7F35D7-F826-E612-F08D-A35BF908BB84}"/>
                  </a:ext>
                </a:extLst>
              </p:cNvPr>
              <p:cNvSpPr/>
              <p:nvPr/>
            </p:nvSpPr>
            <p:spPr>
              <a:xfrm>
                <a:off x="327542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" name="pg146">
                <a:extLst>
                  <a:ext uri="{FF2B5EF4-FFF2-40B4-BE49-F238E27FC236}">
                    <a16:creationId xmlns:a16="http://schemas.microsoft.com/office/drawing/2014/main" id="{B93A6870-4D70-8795-5963-1FB60F3093E2}"/>
                  </a:ext>
                </a:extLst>
              </p:cNvPr>
              <p:cNvSpPr/>
              <p:nvPr/>
            </p:nvSpPr>
            <p:spPr>
              <a:xfrm>
                <a:off x="335686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" name="pg147">
                <a:extLst>
                  <a:ext uri="{FF2B5EF4-FFF2-40B4-BE49-F238E27FC236}">
                    <a16:creationId xmlns:a16="http://schemas.microsoft.com/office/drawing/2014/main" id="{D778F1FB-4826-7B36-EB75-ABCB47E67A9F}"/>
                  </a:ext>
                </a:extLst>
              </p:cNvPr>
              <p:cNvSpPr/>
              <p:nvPr/>
            </p:nvSpPr>
            <p:spPr>
              <a:xfrm>
                <a:off x="343830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" name="pg148">
                <a:extLst>
                  <a:ext uri="{FF2B5EF4-FFF2-40B4-BE49-F238E27FC236}">
                    <a16:creationId xmlns:a16="http://schemas.microsoft.com/office/drawing/2014/main" id="{FA9F1CF3-9CBF-24D6-1A94-CBE6E347319F}"/>
                  </a:ext>
                </a:extLst>
              </p:cNvPr>
              <p:cNvSpPr/>
              <p:nvPr/>
            </p:nvSpPr>
            <p:spPr>
              <a:xfrm>
                <a:off x="351973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" name="pg149">
                <a:extLst>
                  <a:ext uri="{FF2B5EF4-FFF2-40B4-BE49-F238E27FC236}">
                    <a16:creationId xmlns:a16="http://schemas.microsoft.com/office/drawing/2014/main" id="{3A14AA89-3553-4517-F7E1-7944B6CC733A}"/>
                  </a:ext>
                </a:extLst>
              </p:cNvPr>
              <p:cNvSpPr/>
              <p:nvPr/>
            </p:nvSpPr>
            <p:spPr>
              <a:xfrm>
                <a:off x="360117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" name="pg150">
                <a:extLst>
                  <a:ext uri="{FF2B5EF4-FFF2-40B4-BE49-F238E27FC236}">
                    <a16:creationId xmlns:a16="http://schemas.microsoft.com/office/drawing/2014/main" id="{0D76ACF5-65B9-823A-7A62-97417F367C24}"/>
                  </a:ext>
                </a:extLst>
              </p:cNvPr>
              <p:cNvSpPr/>
              <p:nvPr/>
            </p:nvSpPr>
            <p:spPr>
              <a:xfrm>
                <a:off x="368261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" name="pg151">
                <a:extLst>
                  <a:ext uri="{FF2B5EF4-FFF2-40B4-BE49-F238E27FC236}">
                    <a16:creationId xmlns:a16="http://schemas.microsoft.com/office/drawing/2014/main" id="{49603E04-87C5-EB95-5013-2EBE1101F5E5}"/>
                  </a:ext>
                </a:extLst>
              </p:cNvPr>
              <p:cNvSpPr/>
              <p:nvPr/>
            </p:nvSpPr>
            <p:spPr>
              <a:xfrm>
                <a:off x="376405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" name="pg152">
                <a:extLst>
                  <a:ext uri="{FF2B5EF4-FFF2-40B4-BE49-F238E27FC236}">
                    <a16:creationId xmlns:a16="http://schemas.microsoft.com/office/drawing/2014/main" id="{FFDF018A-A22E-63FB-FA27-ADCD0748344B}"/>
                  </a:ext>
                </a:extLst>
              </p:cNvPr>
              <p:cNvSpPr/>
              <p:nvPr/>
            </p:nvSpPr>
            <p:spPr>
              <a:xfrm>
                <a:off x="384548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" name="pg153">
                <a:extLst>
                  <a:ext uri="{FF2B5EF4-FFF2-40B4-BE49-F238E27FC236}">
                    <a16:creationId xmlns:a16="http://schemas.microsoft.com/office/drawing/2014/main" id="{528FCE27-EC14-8E18-D21E-1C5F4599B742}"/>
                  </a:ext>
                </a:extLst>
              </p:cNvPr>
              <p:cNvSpPr/>
              <p:nvPr/>
            </p:nvSpPr>
            <p:spPr>
              <a:xfrm>
                <a:off x="392692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" name="pg154">
                <a:extLst>
                  <a:ext uri="{FF2B5EF4-FFF2-40B4-BE49-F238E27FC236}">
                    <a16:creationId xmlns:a16="http://schemas.microsoft.com/office/drawing/2014/main" id="{BB3071A5-53D8-90CA-3B5A-B2FE55C22462}"/>
                  </a:ext>
                </a:extLst>
              </p:cNvPr>
              <p:cNvSpPr/>
              <p:nvPr/>
            </p:nvSpPr>
            <p:spPr>
              <a:xfrm>
                <a:off x="400836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" name="pg155">
                <a:extLst>
                  <a:ext uri="{FF2B5EF4-FFF2-40B4-BE49-F238E27FC236}">
                    <a16:creationId xmlns:a16="http://schemas.microsoft.com/office/drawing/2014/main" id="{4EE6EA27-0335-6B5D-7901-F1EE29CBE81C}"/>
                  </a:ext>
                </a:extLst>
              </p:cNvPr>
              <p:cNvSpPr/>
              <p:nvPr/>
            </p:nvSpPr>
            <p:spPr>
              <a:xfrm>
                <a:off x="408979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" name="pg156">
                <a:extLst>
                  <a:ext uri="{FF2B5EF4-FFF2-40B4-BE49-F238E27FC236}">
                    <a16:creationId xmlns:a16="http://schemas.microsoft.com/office/drawing/2014/main" id="{581FC137-8F50-EB60-7020-0D81E5F344F6}"/>
                  </a:ext>
                </a:extLst>
              </p:cNvPr>
              <p:cNvSpPr/>
              <p:nvPr/>
            </p:nvSpPr>
            <p:spPr>
              <a:xfrm>
                <a:off x="417123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8" name="pg157">
                <a:extLst>
                  <a:ext uri="{FF2B5EF4-FFF2-40B4-BE49-F238E27FC236}">
                    <a16:creationId xmlns:a16="http://schemas.microsoft.com/office/drawing/2014/main" id="{CD52ADC7-554C-6486-7C1E-283AEF335984}"/>
                  </a:ext>
                </a:extLst>
              </p:cNvPr>
              <p:cNvSpPr/>
              <p:nvPr/>
            </p:nvSpPr>
            <p:spPr>
              <a:xfrm>
                <a:off x="425267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" name="pg158">
                <a:extLst>
                  <a:ext uri="{FF2B5EF4-FFF2-40B4-BE49-F238E27FC236}">
                    <a16:creationId xmlns:a16="http://schemas.microsoft.com/office/drawing/2014/main" id="{5FFBD00D-FC58-8879-DC68-2432C4001096}"/>
                  </a:ext>
                </a:extLst>
              </p:cNvPr>
              <p:cNvSpPr/>
              <p:nvPr/>
            </p:nvSpPr>
            <p:spPr>
              <a:xfrm>
                <a:off x="433411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0" name="pg159">
                <a:extLst>
                  <a:ext uri="{FF2B5EF4-FFF2-40B4-BE49-F238E27FC236}">
                    <a16:creationId xmlns:a16="http://schemas.microsoft.com/office/drawing/2014/main" id="{C5935615-7323-DCD2-BD18-7FC3B904195C}"/>
                  </a:ext>
                </a:extLst>
              </p:cNvPr>
              <p:cNvSpPr/>
              <p:nvPr/>
            </p:nvSpPr>
            <p:spPr>
              <a:xfrm>
                <a:off x="441554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1" name="pg160">
                <a:extLst>
                  <a:ext uri="{FF2B5EF4-FFF2-40B4-BE49-F238E27FC236}">
                    <a16:creationId xmlns:a16="http://schemas.microsoft.com/office/drawing/2014/main" id="{A42664E8-AF63-4C50-0032-DA9AEAD57ED8}"/>
                  </a:ext>
                </a:extLst>
              </p:cNvPr>
              <p:cNvSpPr/>
              <p:nvPr/>
            </p:nvSpPr>
            <p:spPr>
              <a:xfrm>
                <a:off x="449698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2" name="pg161">
                <a:extLst>
                  <a:ext uri="{FF2B5EF4-FFF2-40B4-BE49-F238E27FC236}">
                    <a16:creationId xmlns:a16="http://schemas.microsoft.com/office/drawing/2014/main" id="{3CE0C1F9-AE72-2087-B76F-1CB602679A93}"/>
                  </a:ext>
                </a:extLst>
              </p:cNvPr>
              <p:cNvSpPr/>
              <p:nvPr/>
            </p:nvSpPr>
            <p:spPr>
              <a:xfrm>
                <a:off x="457842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" name="pg162">
                <a:extLst>
                  <a:ext uri="{FF2B5EF4-FFF2-40B4-BE49-F238E27FC236}">
                    <a16:creationId xmlns:a16="http://schemas.microsoft.com/office/drawing/2014/main" id="{484419D4-2BA3-3B49-3BA1-EC806FF7E316}"/>
                  </a:ext>
                </a:extLst>
              </p:cNvPr>
              <p:cNvSpPr/>
              <p:nvPr/>
            </p:nvSpPr>
            <p:spPr>
              <a:xfrm>
                <a:off x="465985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4" name="pg163">
                <a:extLst>
                  <a:ext uri="{FF2B5EF4-FFF2-40B4-BE49-F238E27FC236}">
                    <a16:creationId xmlns:a16="http://schemas.microsoft.com/office/drawing/2014/main" id="{B3678CD5-0F7B-1664-5CF0-C189C0E3877D}"/>
                  </a:ext>
                </a:extLst>
              </p:cNvPr>
              <p:cNvSpPr/>
              <p:nvPr/>
            </p:nvSpPr>
            <p:spPr>
              <a:xfrm>
                <a:off x="474129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5" name="pg164">
                <a:extLst>
                  <a:ext uri="{FF2B5EF4-FFF2-40B4-BE49-F238E27FC236}">
                    <a16:creationId xmlns:a16="http://schemas.microsoft.com/office/drawing/2014/main" id="{9AD511A1-4943-0E12-1D99-F8520AD97A18}"/>
                  </a:ext>
                </a:extLst>
              </p:cNvPr>
              <p:cNvSpPr/>
              <p:nvPr/>
            </p:nvSpPr>
            <p:spPr>
              <a:xfrm>
                <a:off x="482273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" name="pg165">
                <a:extLst>
                  <a:ext uri="{FF2B5EF4-FFF2-40B4-BE49-F238E27FC236}">
                    <a16:creationId xmlns:a16="http://schemas.microsoft.com/office/drawing/2014/main" id="{47D52867-2282-2196-1E70-5BF31D7A5624}"/>
                  </a:ext>
                </a:extLst>
              </p:cNvPr>
              <p:cNvSpPr/>
              <p:nvPr/>
            </p:nvSpPr>
            <p:spPr>
              <a:xfrm>
                <a:off x="490417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7" name="pg166">
                <a:extLst>
                  <a:ext uri="{FF2B5EF4-FFF2-40B4-BE49-F238E27FC236}">
                    <a16:creationId xmlns:a16="http://schemas.microsoft.com/office/drawing/2014/main" id="{1A2FF3EC-FA48-8738-1779-FD46AFBB5ABF}"/>
                  </a:ext>
                </a:extLst>
              </p:cNvPr>
              <p:cNvSpPr/>
              <p:nvPr/>
            </p:nvSpPr>
            <p:spPr>
              <a:xfrm>
                <a:off x="498560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8" name="pg167">
                <a:extLst>
                  <a:ext uri="{FF2B5EF4-FFF2-40B4-BE49-F238E27FC236}">
                    <a16:creationId xmlns:a16="http://schemas.microsoft.com/office/drawing/2014/main" id="{B0050016-8F55-E4D3-9472-6CCC6B9AA959}"/>
                  </a:ext>
                </a:extLst>
              </p:cNvPr>
              <p:cNvSpPr/>
              <p:nvPr/>
            </p:nvSpPr>
            <p:spPr>
              <a:xfrm>
                <a:off x="506704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9" name="pg168">
                <a:extLst>
                  <a:ext uri="{FF2B5EF4-FFF2-40B4-BE49-F238E27FC236}">
                    <a16:creationId xmlns:a16="http://schemas.microsoft.com/office/drawing/2014/main" id="{C12C28D5-B735-2C2D-EEF5-F7EE14FDD357}"/>
                  </a:ext>
                </a:extLst>
              </p:cNvPr>
              <p:cNvSpPr/>
              <p:nvPr/>
            </p:nvSpPr>
            <p:spPr>
              <a:xfrm>
                <a:off x="303111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0" name="pg169">
                <a:extLst>
                  <a:ext uri="{FF2B5EF4-FFF2-40B4-BE49-F238E27FC236}">
                    <a16:creationId xmlns:a16="http://schemas.microsoft.com/office/drawing/2014/main" id="{C7930F85-9F43-46CB-0236-5C00297FAF2A}"/>
                  </a:ext>
                </a:extLst>
              </p:cNvPr>
              <p:cNvSpPr/>
              <p:nvPr/>
            </p:nvSpPr>
            <p:spPr>
              <a:xfrm>
                <a:off x="311255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1" name="pg170">
                <a:extLst>
                  <a:ext uri="{FF2B5EF4-FFF2-40B4-BE49-F238E27FC236}">
                    <a16:creationId xmlns:a16="http://schemas.microsoft.com/office/drawing/2014/main" id="{62CB464F-61A1-3C34-3F5E-36BB25177CDD}"/>
                  </a:ext>
                </a:extLst>
              </p:cNvPr>
              <p:cNvSpPr/>
              <p:nvPr/>
            </p:nvSpPr>
            <p:spPr>
              <a:xfrm>
                <a:off x="327542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2" name="pg171">
                <a:extLst>
                  <a:ext uri="{FF2B5EF4-FFF2-40B4-BE49-F238E27FC236}">
                    <a16:creationId xmlns:a16="http://schemas.microsoft.com/office/drawing/2014/main" id="{3953BF0E-D9B6-8819-F472-D48A4705E403}"/>
                  </a:ext>
                </a:extLst>
              </p:cNvPr>
              <p:cNvSpPr/>
              <p:nvPr/>
            </p:nvSpPr>
            <p:spPr>
              <a:xfrm>
                <a:off x="335686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3" name="pg172">
                <a:extLst>
                  <a:ext uri="{FF2B5EF4-FFF2-40B4-BE49-F238E27FC236}">
                    <a16:creationId xmlns:a16="http://schemas.microsoft.com/office/drawing/2014/main" id="{3F383D34-6EB8-D2A2-5D68-BEF71CA92EA3}"/>
                  </a:ext>
                </a:extLst>
              </p:cNvPr>
              <p:cNvSpPr/>
              <p:nvPr/>
            </p:nvSpPr>
            <p:spPr>
              <a:xfrm>
                <a:off x="343830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4" name="pg173">
                <a:extLst>
                  <a:ext uri="{FF2B5EF4-FFF2-40B4-BE49-F238E27FC236}">
                    <a16:creationId xmlns:a16="http://schemas.microsoft.com/office/drawing/2014/main" id="{F613CF19-2A27-EC00-C644-42D8CB2C89F5}"/>
                  </a:ext>
                </a:extLst>
              </p:cNvPr>
              <p:cNvSpPr/>
              <p:nvPr/>
            </p:nvSpPr>
            <p:spPr>
              <a:xfrm>
                <a:off x="351973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5" name="pg174">
                <a:extLst>
                  <a:ext uri="{FF2B5EF4-FFF2-40B4-BE49-F238E27FC236}">
                    <a16:creationId xmlns:a16="http://schemas.microsoft.com/office/drawing/2014/main" id="{DC01BAD4-89ED-EAA1-9F07-08B6E3CBCA47}"/>
                  </a:ext>
                </a:extLst>
              </p:cNvPr>
              <p:cNvSpPr/>
              <p:nvPr/>
            </p:nvSpPr>
            <p:spPr>
              <a:xfrm>
                <a:off x="360117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6" name="pg175">
                <a:extLst>
                  <a:ext uri="{FF2B5EF4-FFF2-40B4-BE49-F238E27FC236}">
                    <a16:creationId xmlns:a16="http://schemas.microsoft.com/office/drawing/2014/main" id="{83B3527D-982E-7123-A479-C2E0B63D73CC}"/>
                  </a:ext>
                </a:extLst>
              </p:cNvPr>
              <p:cNvSpPr/>
              <p:nvPr/>
            </p:nvSpPr>
            <p:spPr>
              <a:xfrm>
                <a:off x="368261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7" name="pg176">
                <a:extLst>
                  <a:ext uri="{FF2B5EF4-FFF2-40B4-BE49-F238E27FC236}">
                    <a16:creationId xmlns:a16="http://schemas.microsoft.com/office/drawing/2014/main" id="{E70B2540-D994-74CF-7629-3E865D6A005E}"/>
                  </a:ext>
                </a:extLst>
              </p:cNvPr>
              <p:cNvSpPr/>
              <p:nvPr/>
            </p:nvSpPr>
            <p:spPr>
              <a:xfrm>
                <a:off x="376405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8" name="pg177">
                <a:extLst>
                  <a:ext uri="{FF2B5EF4-FFF2-40B4-BE49-F238E27FC236}">
                    <a16:creationId xmlns:a16="http://schemas.microsoft.com/office/drawing/2014/main" id="{61907D21-5761-3CE7-7BB8-058661F57737}"/>
                  </a:ext>
                </a:extLst>
              </p:cNvPr>
              <p:cNvSpPr/>
              <p:nvPr/>
            </p:nvSpPr>
            <p:spPr>
              <a:xfrm>
                <a:off x="384548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9" name="pg178">
                <a:extLst>
                  <a:ext uri="{FF2B5EF4-FFF2-40B4-BE49-F238E27FC236}">
                    <a16:creationId xmlns:a16="http://schemas.microsoft.com/office/drawing/2014/main" id="{8EABFD61-5D6D-F391-4FD9-E7D463CC9C3D}"/>
                  </a:ext>
                </a:extLst>
              </p:cNvPr>
              <p:cNvSpPr/>
              <p:nvPr/>
            </p:nvSpPr>
            <p:spPr>
              <a:xfrm>
                <a:off x="408979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0" name="pg179">
                <a:extLst>
                  <a:ext uri="{FF2B5EF4-FFF2-40B4-BE49-F238E27FC236}">
                    <a16:creationId xmlns:a16="http://schemas.microsoft.com/office/drawing/2014/main" id="{92C3CD96-85F5-191F-76A8-4A002563D50A}"/>
                  </a:ext>
                </a:extLst>
              </p:cNvPr>
              <p:cNvSpPr/>
              <p:nvPr/>
            </p:nvSpPr>
            <p:spPr>
              <a:xfrm>
                <a:off x="417123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1" name="pg180">
                <a:extLst>
                  <a:ext uri="{FF2B5EF4-FFF2-40B4-BE49-F238E27FC236}">
                    <a16:creationId xmlns:a16="http://schemas.microsoft.com/office/drawing/2014/main" id="{2EB5F1E0-BC6E-23DF-5548-15BC0AE8DAC7}"/>
                  </a:ext>
                </a:extLst>
              </p:cNvPr>
              <p:cNvSpPr/>
              <p:nvPr/>
            </p:nvSpPr>
            <p:spPr>
              <a:xfrm>
                <a:off x="425267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" name="pg181">
                <a:extLst>
                  <a:ext uri="{FF2B5EF4-FFF2-40B4-BE49-F238E27FC236}">
                    <a16:creationId xmlns:a16="http://schemas.microsoft.com/office/drawing/2014/main" id="{06C45820-CDE9-375B-4723-1CB93466C916}"/>
                  </a:ext>
                </a:extLst>
              </p:cNvPr>
              <p:cNvSpPr/>
              <p:nvPr/>
            </p:nvSpPr>
            <p:spPr>
              <a:xfrm>
                <a:off x="433411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3" name="pg182">
                <a:extLst>
                  <a:ext uri="{FF2B5EF4-FFF2-40B4-BE49-F238E27FC236}">
                    <a16:creationId xmlns:a16="http://schemas.microsoft.com/office/drawing/2014/main" id="{42DE92C8-58B9-E4DB-1EA3-A7276663B473}"/>
                  </a:ext>
                </a:extLst>
              </p:cNvPr>
              <p:cNvSpPr/>
              <p:nvPr/>
            </p:nvSpPr>
            <p:spPr>
              <a:xfrm>
                <a:off x="441554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4" name="pg183">
                <a:extLst>
                  <a:ext uri="{FF2B5EF4-FFF2-40B4-BE49-F238E27FC236}">
                    <a16:creationId xmlns:a16="http://schemas.microsoft.com/office/drawing/2014/main" id="{71339717-FE24-7D3D-5FB3-6D247C8765A3}"/>
                  </a:ext>
                </a:extLst>
              </p:cNvPr>
              <p:cNvSpPr/>
              <p:nvPr/>
            </p:nvSpPr>
            <p:spPr>
              <a:xfrm>
                <a:off x="449698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5" name="pg184">
                <a:extLst>
                  <a:ext uri="{FF2B5EF4-FFF2-40B4-BE49-F238E27FC236}">
                    <a16:creationId xmlns:a16="http://schemas.microsoft.com/office/drawing/2014/main" id="{F4A6DAC6-4616-4F21-D207-C3F5615B51D1}"/>
                  </a:ext>
                </a:extLst>
              </p:cNvPr>
              <p:cNvSpPr/>
              <p:nvPr/>
            </p:nvSpPr>
            <p:spPr>
              <a:xfrm>
                <a:off x="457842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6" name="pg185">
                <a:extLst>
                  <a:ext uri="{FF2B5EF4-FFF2-40B4-BE49-F238E27FC236}">
                    <a16:creationId xmlns:a16="http://schemas.microsoft.com/office/drawing/2014/main" id="{8608E920-E9DA-E26C-F5FD-5699FA1FE0B1}"/>
                  </a:ext>
                </a:extLst>
              </p:cNvPr>
              <p:cNvSpPr/>
              <p:nvPr/>
            </p:nvSpPr>
            <p:spPr>
              <a:xfrm>
                <a:off x="465985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7" name="pg186">
                <a:extLst>
                  <a:ext uri="{FF2B5EF4-FFF2-40B4-BE49-F238E27FC236}">
                    <a16:creationId xmlns:a16="http://schemas.microsoft.com/office/drawing/2014/main" id="{8B2BE515-46A0-FFA9-6308-E6BB30504E63}"/>
                  </a:ext>
                </a:extLst>
              </p:cNvPr>
              <p:cNvSpPr/>
              <p:nvPr/>
            </p:nvSpPr>
            <p:spPr>
              <a:xfrm>
                <a:off x="474129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8" name="pg187">
                <a:extLst>
                  <a:ext uri="{FF2B5EF4-FFF2-40B4-BE49-F238E27FC236}">
                    <a16:creationId xmlns:a16="http://schemas.microsoft.com/office/drawing/2014/main" id="{EF9DA220-A192-C9EC-254F-D1AC71F8F1BB}"/>
                  </a:ext>
                </a:extLst>
              </p:cNvPr>
              <p:cNvSpPr/>
              <p:nvPr/>
            </p:nvSpPr>
            <p:spPr>
              <a:xfrm>
                <a:off x="482273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9" name="pg188">
                <a:extLst>
                  <a:ext uri="{FF2B5EF4-FFF2-40B4-BE49-F238E27FC236}">
                    <a16:creationId xmlns:a16="http://schemas.microsoft.com/office/drawing/2014/main" id="{948315A3-8055-FC5A-1037-1D8A43EA9942}"/>
                  </a:ext>
                </a:extLst>
              </p:cNvPr>
              <p:cNvSpPr/>
              <p:nvPr/>
            </p:nvSpPr>
            <p:spPr>
              <a:xfrm>
                <a:off x="490417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" name="pg189">
                <a:extLst>
                  <a:ext uri="{FF2B5EF4-FFF2-40B4-BE49-F238E27FC236}">
                    <a16:creationId xmlns:a16="http://schemas.microsoft.com/office/drawing/2014/main" id="{EAD2378B-4426-0DFC-C47A-D1A5DB9D93B0}"/>
                  </a:ext>
                </a:extLst>
              </p:cNvPr>
              <p:cNvSpPr/>
              <p:nvPr/>
            </p:nvSpPr>
            <p:spPr>
              <a:xfrm>
                <a:off x="498560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1" name="pg190">
                <a:extLst>
                  <a:ext uri="{FF2B5EF4-FFF2-40B4-BE49-F238E27FC236}">
                    <a16:creationId xmlns:a16="http://schemas.microsoft.com/office/drawing/2014/main" id="{97FC57C8-F43A-7F85-A620-CF7CFA4A7D13}"/>
                  </a:ext>
                </a:extLst>
              </p:cNvPr>
              <p:cNvSpPr/>
              <p:nvPr/>
            </p:nvSpPr>
            <p:spPr>
              <a:xfrm>
                <a:off x="294967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2" name="pg191">
                <a:extLst>
                  <a:ext uri="{FF2B5EF4-FFF2-40B4-BE49-F238E27FC236}">
                    <a16:creationId xmlns:a16="http://schemas.microsoft.com/office/drawing/2014/main" id="{1A54C981-747B-D766-3299-0831A1C9B277}"/>
                  </a:ext>
                </a:extLst>
              </p:cNvPr>
              <p:cNvSpPr/>
              <p:nvPr/>
            </p:nvSpPr>
            <p:spPr>
              <a:xfrm>
                <a:off x="303111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3" name="pg192">
                <a:extLst>
                  <a:ext uri="{FF2B5EF4-FFF2-40B4-BE49-F238E27FC236}">
                    <a16:creationId xmlns:a16="http://schemas.microsoft.com/office/drawing/2014/main" id="{D98280BA-F6BE-85BF-1C8E-DDD966481698}"/>
                  </a:ext>
                </a:extLst>
              </p:cNvPr>
              <p:cNvSpPr/>
              <p:nvPr/>
            </p:nvSpPr>
            <p:spPr>
              <a:xfrm>
                <a:off x="311255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4" name="pg193">
                <a:extLst>
                  <a:ext uri="{FF2B5EF4-FFF2-40B4-BE49-F238E27FC236}">
                    <a16:creationId xmlns:a16="http://schemas.microsoft.com/office/drawing/2014/main" id="{81086069-96BD-22C3-5C16-957F4C6CAD15}"/>
                  </a:ext>
                </a:extLst>
              </p:cNvPr>
              <p:cNvSpPr/>
              <p:nvPr/>
            </p:nvSpPr>
            <p:spPr>
              <a:xfrm>
                <a:off x="319399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5" name="pg194">
                <a:extLst>
                  <a:ext uri="{FF2B5EF4-FFF2-40B4-BE49-F238E27FC236}">
                    <a16:creationId xmlns:a16="http://schemas.microsoft.com/office/drawing/2014/main" id="{9D275F14-2F6B-84D2-56D4-058C8BB064BF}"/>
                  </a:ext>
                </a:extLst>
              </p:cNvPr>
              <p:cNvSpPr/>
              <p:nvPr/>
            </p:nvSpPr>
            <p:spPr>
              <a:xfrm>
                <a:off x="327542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" name="pg195">
                <a:extLst>
                  <a:ext uri="{FF2B5EF4-FFF2-40B4-BE49-F238E27FC236}">
                    <a16:creationId xmlns:a16="http://schemas.microsoft.com/office/drawing/2014/main" id="{4CF7FBFD-84A7-ADB2-D04D-FDCBDE3D9B27}"/>
                  </a:ext>
                </a:extLst>
              </p:cNvPr>
              <p:cNvSpPr/>
              <p:nvPr/>
            </p:nvSpPr>
            <p:spPr>
              <a:xfrm>
                <a:off x="335686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" name="pg196">
                <a:extLst>
                  <a:ext uri="{FF2B5EF4-FFF2-40B4-BE49-F238E27FC236}">
                    <a16:creationId xmlns:a16="http://schemas.microsoft.com/office/drawing/2014/main" id="{A0CBA40C-9B61-134F-6467-5E289F84D0FF}"/>
                  </a:ext>
                </a:extLst>
              </p:cNvPr>
              <p:cNvSpPr/>
              <p:nvPr/>
            </p:nvSpPr>
            <p:spPr>
              <a:xfrm>
                <a:off x="343830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" name="pg197">
                <a:extLst>
                  <a:ext uri="{FF2B5EF4-FFF2-40B4-BE49-F238E27FC236}">
                    <a16:creationId xmlns:a16="http://schemas.microsoft.com/office/drawing/2014/main" id="{D975818B-6ED2-E1FC-8879-59BC520FD588}"/>
                  </a:ext>
                </a:extLst>
              </p:cNvPr>
              <p:cNvSpPr/>
              <p:nvPr/>
            </p:nvSpPr>
            <p:spPr>
              <a:xfrm>
                <a:off x="351973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" name="pg198">
                <a:extLst>
                  <a:ext uri="{FF2B5EF4-FFF2-40B4-BE49-F238E27FC236}">
                    <a16:creationId xmlns:a16="http://schemas.microsoft.com/office/drawing/2014/main" id="{29746284-F489-4668-4929-8514A7790F63}"/>
                  </a:ext>
                </a:extLst>
              </p:cNvPr>
              <p:cNvSpPr/>
              <p:nvPr/>
            </p:nvSpPr>
            <p:spPr>
              <a:xfrm>
                <a:off x="360117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" name="pg199">
                <a:extLst>
                  <a:ext uri="{FF2B5EF4-FFF2-40B4-BE49-F238E27FC236}">
                    <a16:creationId xmlns:a16="http://schemas.microsoft.com/office/drawing/2014/main" id="{F1CE0536-37BC-8D59-F7CD-5D9C304E73D9}"/>
                  </a:ext>
                </a:extLst>
              </p:cNvPr>
              <p:cNvSpPr/>
              <p:nvPr/>
            </p:nvSpPr>
            <p:spPr>
              <a:xfrm>
                <a:off x="368261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" name="pg200">
                <a:extLst>
                  <a:ext uri="{FF2B5EF4-FFF2-40B4-BE49-F238E27FC236}">
                    <a16:creationId xmlns:a16="http://schemas.microsoft.com/office/drawing/2014/main" id="{04569FE0-D0C8-C6FA-3F6C-D899C2112BF5}"/>
                  </a:ext>
                </a:extLst>
              </p:cNvPr>
              <p:cNvSpPr/>
              <p:nvPr/>
            </p:nvSpPr>
            <p:spPr>
              <a:xfrm>
                <a:off x="376405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" name="pg201">
                <a:extLst>
                  <a:ext uri="{FF2B5EF4-FFF2-40B4-BE49-F238E27FC236}">
                    <a16:creationId xmlns:a16="http://schemas.microsoft.com/office/drawing/2014/main" id="{ABBE7F67-2F8C-51BF-EDC8-D4946B33A2FA}"/>
                  </a:ext>
                </a:extLst>
              </p:cNvPr>
              <p:cNvSpPr/>
              <p:nvPr/>
            </p:nvSpPr>
            <p:spPr>
              <a:xfrm>
                <a:off x="384548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" name="pg202">
                <a:extLst>
                  <a:ext uri="{FF2B5EF4-FFF2-40B4-BE49-F238E27FC236}">
                    <a16:creationId xmlns:a16="http://schemas.microsoft.com/office/drawing/2014/main" id="{35EBD05B-5246-770C-56BD-9437023E95D7}"/>
                  </a:ext>
                </a:extLst>
              </p:cNvPr>
              <p:cNvSpPr/>
              <p:nvPr/>
            </p:nvSpPr>
            <p:spPr>
              <a:xfrm>
                <a:off x="417123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4" name="pg203">
                <a:extLst>
                  <a:ext uri="{FF2B5EF4-FFF2-40B4-BE49-F238E27FC236}">
                    <a16:creationId xmlns:a16="http://schemas.microsoft.com/office/drawing/2014/main" id="{2C683475-19F1-D7E0-B69E-7900EE9766B6}"/>
                  </a:ext>
                </a:extLst>
              </p:cNvPr>
              <p:cNvSpPr/>
              <p:nvPr/>
            </p:nvSpPr>
            <p:spPr>
              <a:xfrm>
                <a:off x="425267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5" name="pg204">
                <a:extLst>
                  <a:ext uri="{FF2B5EF4-FFF2-40B4-BE49-F238E27FC236}">
                    <a16:creationId xmlns:a16="http://schemas.microsoft.com/office/drawing/2014/main" id="{E88CAC92-3B3B-8193-A1E8-27531BE3BE78}"/>
                  </a:ext>
                </a:extLst>
              </p:cNvPr>
              <p:cNvSpPr/>
              <p:nvPr/>
            </p:nvSpPr>
            <p:spPr>
              <a:xfrm>
                <a:off x="433411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6" name="pg205">
                <a:extLst>
                  <a:ext uri="{FF2B5EF4-FFF2-40B4-BE49-F238E27FC236}">
                    <a16:creationId xmlns:a16="http://schemas.microsoft.com/office/drawing/2014/main" id="{82F50646-77E1-314D-95A2-2A98CBF04AE1}"/>
                  </a:ext>
                </a:extLst>
              </p:cNvPr>
              <p:cNvSpPr/>
              <p:nvPr/>
            </p:nvSpPr>
            <p:spPr>
              <a:xfrm>
                <a:off x="441554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7" name="pg206">
                <a:extLst>
                  <a:ext uri="{FF2B5EF4-FFF2-40B4-BE49-F238E27FC236}">
                    <a16:creationId xmlns:a16="http://schemas.microsoft.com/office/drawing/2014/main" id="{E82B0721-34F5-F7FF-C640-E13BAB0F09ED}"/>
                  </a:ext>
                </a:extLst>
              </p:cNvPr>
              <p:cNvSpPr/>
              <p:nvPr/>
            </p:nvSpPr>
            <p:spPr>
              <a:xfrm>
                <a:off x="449698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8" name="pg207">
                <a:extLst>
                  <a:ext uri="{FF2B5EF4-FFF2-40B4-BE49-F238E27FC236}">
                    <a16:creationId xmlns:a16="http://schemas.microsoft.com/office/drawing/2014/main" id="{7F4B83D7-1909-7B85-4140-A2D8F6159249}"/>
                  </a:ext>
                </a:extLst>
              </p:cNvPr>
              <p:cNvSpPr/>
              <p:nvPr/>
            </p:nvSpPr>
            <p:spPr>
              <a:xfrm>
                <a:off x="457842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9" name="pg208">
                <a:extLst>
                  <a:ext uri="{FF2B5EF4-FFF2-40B4-BE49-F238E27FC236}">
                    <a16:creationId xmlns:a16="http://schemas.microsoft.com/office/drawing/2014/main" id="{CC7A67DC-C1C6-E73E-A312-92DB65DEE4A3}"/>
                  </a:ext>
                </a:extLst>
              </p:cNvPr>
              <p:cNvSpPr/>
              <p:nvPr/>
            </p:nvSpPr>
            <p:spPr>
              <a:xfrm>
                <a:off x="465985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0" name="pg209">
                <a:extLst>
                  <a:ext uri="{FF2B5EF4-FFF2-40B4-BE49-F238E27FC236}">
                    <a16:creationId xmlns:a16="http://schemas.microsoft.com/office/drawing/2014/main" id="{5B50DA78-EA9D-2BD5-9A09-DA9841484215}"/>
                  </a:ext>
                </a:extLst>
              </p:cNvPr>
              <p:cNvSpPr/>
              <p:nvPr/>
            </p:nvSpPr>
            <p:spPr>
              <a:xfrm>
                <a:off x="474129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1" name="pg210">
                <a:extLst>
                  <a:ext uri="{FF2B5EF4-FFF2-40B4-BE49-F238E27FC236}">
                    <a16:creationId xmlns:a16="http://schemas.microsoft.com/office/drawing/2014/main" id="{279C05AB-A274-CDAA-01F0-6BDE3D859D8D}"/>
                  </a:ext>
                </a:extLst>
              </p:cNvPr>
              <p:cNvSpPr/>
              <p:nvPr/>
            </p:nvSpPr>
            <p:spPr>
              <a:xfrm>
                <a:off x="482273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2" name="pg211">
                <a:extLst>
                  <a:ext uri="{FF2B5EF4-FFF2-40B4-BE49-F238E27FC236}">
                    <a16:creationId xmlns:a16="http://schemas.microsoft.com/office/drawing/2014/main" id="{99951EB9-7996-D880-EE0C-08E46CF6D532}"/>
                  </a:ext>
                </a:extLst>
              </p:cNvPr>
              <p:cNvSpPr/>
              <p:nvPr/>
            </p:nvSpPr>
            <p:spPr>
              <a:xfrm>
                <a:off x="490417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3" name="pg212">
                <a:extLst>
                  <a:ext uri="{FF2B5EF4-FFF2-40B4-BE49-F238E27FC236}">
                    <a16:creationId xmlns:a16="http://schemas.microsoft.com/office/drawing/2014/main" id="{FC50DEA1-6801-7A87-53D1-A581C52B1765}"/>
                  </a:ext>
                </a:extLst>
              </p:cNvPr>
              <p:cNvSpPr/>
              <p:nvPr/>
            </p:nvSpPr>
            <p:spPr>
              <a:xfrm>
                <a:off x="286824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4" name="pg213">
                <a:extLst>
                  <a:ext uri="{FF2B5EF4-FFF2-40B4-BE49-F238E27FC236}">
                    <a16:creationId xmlns:a16="http://schemas.microsoft.com/office/drawing/2014/main" id="{CA6A568E-29F9-B821-E5AB-AFE066519E58}"/>
                  </a:ext>
                </a:extLst>
              </p:cNvPr>
              <p:cNvSpPr/>
              <p:nvPr/>
            </p:nvSpPr>
            <p:spPr>
              <a:xfrm>
                <a:off x="294967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" name="pg214">
                <a:extLst>
                  <a:ext uri="{FF2B5EF4-FFF2-40B4-BE49-F238E27FC236}">
                    <a16:creationId xmlns:a16="http://schemas.microsoft.com/office/drawing/2014/main" id="{E2E431B7-EBA7-380D-C113-48C9CCB3E285}"/>
                  </a:ext>
                </a:extLst>
              </p:cNvPr>
              <p:cNvSpPr/>
              <p:nvPr/>
            </p:nvSpPr>
            <p:spPr>
              <a:xfrm>
                <a:off x="303111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6" name="pg215">
                <a:extLst>
                  <a:ext uri="{FF2B5EF4-FFF2-40B4-BE49-F238E27FC236}">
                    <a16:creationId xmlns:a16="http://schemas.microsoft.com/office/drawing/2014/main" id="{5B3A06AF-399E-DC0A-1F3C-0157ECF4F58A}"/>
                  </a:ext>
                </a:extLst>
              </p:cNvPr>
              <p:cNvSpPr/>
              <p:nvPr/>
            </p:nvSpPr>
            <p:spPr>
              <a:xfrm>
                <a:off x="311255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7" name="pg216">
                <a:extLst>
                  <a:ext uri="{FF2B5EF4-FFF2-40B4-BE49-F238E27FC236}">
                    <a16:creationId xmlns:a16="http://schemas.microsoft.com/office/drawing/2014/main" id="{E6434FFA-6026-5B17-A147-2DCCE1767B17}"/>
                  </a:ext>
                </a:extLst>
              </p:cNvPr>
              <p:cNvSpPr/>
              <p:nvPr/>
            </p:nvSpPr>
            <p:spPr>
              <a:xfrm>
                <a:off x="319399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8" name="pg217">
                <a:extLst>
                  <a:ext uri="{FF2B5EF4-FFF2-40B4-BE49-F238E27FC236}">
                    <a16:creationId xmlns:a16="http://schemas.microsoft.com/office/drawing/2014/main" id="{D34797A1-AAD2-7259-3BB9-1FE27BD6361F}"/>
                  </a:ext>
                </a:extLst>
              </p:cNvPr>
              <p:cNvSpPr/>
              <p:nvPr/>
            </p:nvSpPr>
            <p:spPr>
              <a:xfrm>
                <a:off x="327542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9" name="pg218">
                <a:extLst>
                  <a:ext uri="{FF2B5EF4-FFF2-40B4-BE49-F238E27FC236}">
                    <a16:creationId xmlns:a16="http://schemas.microsoft.com/office/drawing/2014/main" id="{F30691D7-CE79-FE01-78CE-B486D038C685}"/>
                  </a:ext>
                </a:extLst>
              </p:cNvPr>
              <p:cNvSpPr/>
              <p:nvPr/>
            </p:nvSpPr>
            <p:spPr>
              <a:xfrm>
                <a:off x="335686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0" name="pg219">
                <a:extLst>
                  <a:ext uri="{FF2B5EF4-FFF2-40B4-BE49-F238E27FC236}">
                    <a16:creationId xmlns:a16="http://schemas.microsoft.com/office/drawing/2014/main" id="{58A7D514-0BC8-D16E-E8E1-EF8684A293CD}"/>
                  </a:ext>
                </a:extLst>
              </p:cNvPr>
              <p:cNvSpPr/>
              <p:nvPr/>
            </p:nvSpPr>
            <p:spPr>
              <a:xfrm>
                <a:off x="343830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1" name="pg220">
                <a:extLst>
                  <a:ext uri="{FF2B5EF4-FFF2-40B4-BE49-F238E27FC236}">
                    <a16:creationId xmlns:a16="http://schemas.microsoft.com/office/drawing/2014/main" id="{70E133AF-F27A-24DE-E03D-690C69065A17}"/>
                  </a:ext>
                </a:extLst>
              </p:cNvPr>
              <p:cNvSpPr/>
              <p:nvPr/>
            </p:nvSpPr>
            <p:spPr>
              <a:xfrm>
                <a:off x="351973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2" name="pg221">
                <a:extLst>
                  <a:ext uri="{FF2B5EF4-FFF2-40B4-BE49-F238E27FC236}">
                    <a16:creationId xmlns:a16="http://schemas.microsoft.com/office/drawing/2014/main" id="{AA698FAA-162E-8F6E-EDED-8F06264A4946}"/>
                  </a:ext>
                </a:extLst>
              </p:cNvPr>
              <p:cNvSpPr/>
              <p:nvPr/>
            </p:nvSpPr>
            <p:spPr>
              <a:xfrm>
                <a:off x="360117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3" name="pg222">
                <a:extLst>
                  <a:ext uri="{FF2B5EF4-FFF2-40B4-BE49-F238E27FC236}">
                    <a16:creationId xmlns:a16="http://schemas.microsoft.com/office/drawing/2014/main" id="{5BE146CC-1C62-5C63-3967-F0F69846FCA0}"/>
                  </a:ext>
                </a:extLst>
              </p:cNvPr>
              <p:cNvSpPr/>
              <p:nvPr/>
            </p:nvSpPr>
            <p:spPr>
              <a:xfrm>
                <a:off x="368261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4" name="pg223">
                <a:extLst>
                  <a:ext uri="{FF2B5EF4-FFF2-40B4-BE49-F238E27FC236}">
                    <a16:creationId xmlns:a16="http://schemas.microsoft.com/office/drawing/2014/main" id="{48DC5ACE-8D11-615F-43FD-4BE39D09C1BC}"/>
                  </a:ext>
                </a:extLst>
              </p:cNvPr>
              <p:cNvSpPr/>
              <p:nvPr/>
            </p:nvSpPr>
            <p:spPr>
              <a:xfrm>
                <a:off x="376405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5" name="pg224">
                <a:extLst>
                  <a:ext uri="{FF2B5EF4-FFF2-40B4-BE49-F238E27FC236}">
                    <a16:creationId xmlns:a16="http://schemas.microsoft.com/office/drawing/2014/main" id="{E366ED75-919B-FA13-7D3C-8B11A6205A6E}"/>
                  </a:ext>
                </a:extLst>
              </p:cNvPr>
              <p:cNvSpPr/>
              <p:nvPr/>
            </p:nvSpPr>
            <p:spPr>
              <a:xfrm>
                <a:off x="384548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6" name="pg225">
                <a:extLst>
                  <a:ext uri="{FF2B5EF4-FFF2-40B4-BE49-F238E27FC236}">
                    <a16:creationId xmlns:a16="http://schemas.microsoft.com/office/drawing/2014/main" id="{7FD70C19-3BB5-A234-55E2-A0021C521B27}"/>
                  </a:ext>
                </a:extLst>
              </p:cNvPr>
              <p:cNvSpPr/>
              <p:nvPr/>
            </p:nvSpPr>
            <p:spPr>
              <a:xfrm>
                <a:off x="417123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7" name="pg226">
                <a:extLst>
                  <a:ext uri="{FF2B5EF4-FFF2-40B4-BE49-F238E27FC236}">
                    <a16:creationId xmlns:a16="http://schemas.microsoft.com/office/drawing/2014/main" id="{F63C4242-BB08-9434-1254-377095054B2F}"/>
                  </a:ext>
                </a:extLst>
              </p:cNvPr>
              <p:cNvSpPr/>
              <p:nvPr/>
            </p:nvSpPr>
            <p:spPr>
              <a:xfrm>
                <a:off x="425267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8" name="pg227">
                <a:extLst>
                  <a:ext uri="{FF2B5EF4-FFF2-40B4-BE49-F238E27FC236}">
                    <a16:creationId xmlns:a16="http://schemas.microsoft.com/office/drawing/2014/main" id="{1CF38E65-ADAD-7584-2E83-C3F9ACDAE7F5}"/>
                  </a:ext>
                </a:extLst>
              </p:cNvPr>
              <p:cNvSpPr/>
              <p:nvPr/>
            </p:nvSpPr>
            <p:spPr>
              <a:xfrm>
                <a:off x="433411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9" name="pg228">
                <a:extLst>
                  <a:ext uri="{FF2B5EF4-FFF2-40B4-BE49-F238E27FC236}">
                    <a16:creationId xmlns:a16="http://schemas.microsoft.com/office/drawing/2014/main" id="{68605397-0678-4836-2A1B-B61C92DD610E}"/>
                  </a:ext>
                </a:extLst>
              </p:cNvPr>
              <p:cNvSpPr/>
              <p:nvPr/>
            </p:nvSpPr>
            <p:spPr>
              <a:xfrm>
                <a:off x="441554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E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0" name="pg229">
                <a:extLst>
                  <a:ext uri="{FF2B5EF4-FFF2-40B4-BE49-F238E27FC236}">
                    <a16:creationId xmlns:a16="http://schemas.microsoft.com/office/drawing/2014/main" id="{BBBD3811-4F6D-A58F-C0EF-DCD9E4FEE357}"/>
                  </a:ext>
                </a:extLst>
              </p:cNvPr>
              <p:cNvSpPr/>
              <p:nvPr/>
            </p:nvSpPr>
            <p:spPr>
              <a:xfrm>
                <a:off x="449698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" name="pg230">
                <a:extLst>
                  <a:ext uri="{FF2B5EF4-FFF2-40B4-BE49-F238E27FC236}">
                    <a16:creationId xmlns:a16="http://schemas.microsoft.com/office/drawing/2014/main" id="{1E86C8BA-E051-E74B-DC0F-B5A6113154CF}"/>
                  </a:ext>
                </a:extLst>
              </p:cNvPr>
              <p:cNvSpPr/>
              <p:nvPr/>
            </p:nvSpPr>
            <p:spPr>
              <a:xfrm>
                <a:off x="457842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2" name="pg231">
                <a:extLst>
                  <a:ext uri="{FF2B5EF4-FFF2-40B4-BE49-F238E27FC236}">
                    <a16:creationId xmlns:a16="http://schemas.microsoft.com/office/drawing/2014/main" id="{F8F0E0A8-24C2-500F-2179-741758D05AF3}"/>
                  </a:ext>
                </a:extLst>
              </p:cNvPr>
              <p:cNvSpPr/>
              <p:nvPr/>
            </p:nvSpPr>
            <p:spPr>
              <a:xfrm>
                <a:off x="465985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3" name="pg232">
                <a:extLst>
                  <a:ext uri="{FF2B5EF4-FFF2-40B4-BE49-F238E27FC236}">
                    <a16:creationId xmlns:a16="http://schemas.microsoft.com/office/drawing/2014/main" id="{8423970C-4AFC-7B10-CD28-B307A3863202}"/>
                  </a:ext>
                </a:extLst>
              </p:cNvPr>
              <p:cNvSpPr/>
              <p:nvPr/>
            </p:nvSpPr>
            <p:spPr>
              <a:xfrm>
                <a:off x="474129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" name="pg233">
                <a:extLst>
                  <a:ext uri="{FF2B5EF4-FFF2-40B4-BE49-F238E27FC236}">
                    <a16:creationId xmlns:a16="http://schemas.microsoft.com/office/drawing/2014/main" id="{19BB2302-BB9F-0811-91BB-8C7210BC67E2}"/>
                  </a:ext>
                </a:extLst>
              </p:cNvPr>
              <p:cNvSpPr/>
              <p:nvPr/>
            </p:nvSpPr>
            <p:spPr>
              <a:xfrm>
                <a:off x="482273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5" name="pg234">
                <a:extLst>
                  <a:ext uri="{FF2B5EF4-FFF2-40B4-BE49-F238E27FC236}">
                    <a16:creationId xmlns:a16="http://schemas.microsoft.com/office/drawing/2014/main" id="{2DE06D38-F90B-9200-D21E-93E9DA426E62}"/>
                  </a:ext>
                </a:extLst>
              </p:cNvPr>
              <p:cNvSpPr/>
              <p:nvPr/>
            </p:nvSpPr>
            <p:spPr>
              <a:xfrm>
                <a:off x="278680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6" name="pg235">
                <a:extLst>
                  <a:ext uri="{FF2B5EF4-FFF2-40B4-BE49-F238E27FC236}">
                    <a16:creationId xmlns:a16="http://schemas.microsoft.com/office/drawing/2014/main" id="{F2CD631C-FFCA-0044-8071-3581FA50E35B}"/>
                  </a:ext>
                </a:extLst>
              </p:cNvPr>
              <p:cNvSpPr/>
              <p:nvPr/>
            </p:nvSpPr>
            <p:spPr>
              <a:xfrm>
                <a:off x="286824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7" name="pg236">
                <a:extLst>
                  <a:ext uri="{FF2B5EF4-FFF2-40B4-BE49-F238E27FC236}">
                    <a16:creationId xmlns:a16="http://schemas.microsoft.com/office/drawing/2014/main" id="{6FEA6AA8-913D-F4E6-551B-C68FABA07D97}"/>
                  </a:ext>
                </a:extLst>
              </p:cNvPr>
              <p:cNvSpPr/>
              <p:nvPr/>
            </p:nvSpPr>
            <p:spPr>
              <a:xfrm>
                <a:off x="294967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8" name="pg237">
                <a:extLst>
                  <a:ext uri="{FF2B5EF4-FFF2-40B4-BE49-F238E27FC236}">
                    <a16:creationId xmlns:a16="http://schemas.microsoft.com/office/drawing/2014/main" id="{CD02F555-D400-B801-8A1E-3D3B7DCA00EB}"/>
                  </a:ext>
                </a:extLst>
              </p:cNvPr>
              <p:cNvSpPr/>
              <p:nvPr/>
            </p:nvSpPr>
            <p:spPr>
              <a:xfrm>
                <a:off x="303111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9" name="pg238">
                <a:extLst>
                  <a:ext uri="{FF2B5EF4-FFF2-40B4-BE49-F238E27FC236}">
                    <a16:creationId xmlns:a16="http://schemas.microsoft.com/office/drawing/2014/main" id="{6363172F-79F7-9CE7-5488-4CED68644F1E}"/>
                  </a:ext>
                </a:extLst>
              </p:cNvPr>
              <p:cNvSpPr/>
              <p:nvPr/>
            </p:nvSpPr>
            <p:spPr>
              <a:xfrm>
                <a:off x="311255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0" name="pg239">
                <a:extLst>
                  <a:ext uri="{FF2B5EF4-FFF2-40B4-BE49-F238E27FC236}">
                    <a16:creationId xmlns:a16="http://schemas.microsoft.com/office/drawing/2014/main" id="{4EB4BD6B-2C08-27E4-C01E-90F2892600E3}"/>
                  </a:ext>
                </a:extLst>
              </p:cNvPr>
              <p:cNvSpPr/>
              <p:nvPr/>
            </p:nvSpPr>
            <p:spPr>
              <a:xfrm>
                <a:off x="319399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1" name="pg240">
                <a:extLst>
                  <a:ext uri="{FF2B5EF4-FFF2-40B4-BE49-F238E27FC236}">
                    <a16:creationId xmlns:a16="http://schemas.microsoft.com/office/drawing/2014/main" id="{7EE7FDA8-63EC-360D-FCEC-4E028692A043}"/>
                  </a:ext>
                </a:extLst>
              </p:cNvPr>
              <p:cNvSpPr/>
              <p:nvPr/>
            </p:nvSpPr>
            <p:spPr>
              <a:xfrm>
                <a:off x="327542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2" name="pg241">
                <a:extLst>
                  <a:ext uri="{FF2B5EF4-FFF2-40B4-BE49-F238E27FC236}">
                    <a16:creationId xmlns:a16="http://schemas.microsoft.com/office/drawing/2014/main" id="{9FAA4C72-F423-87D8-9E2F-F42256CF8D5E}"/>
                  </a:ext>
                </a:extLst>
              </p:cNvPr>
              <p:cNvSpPr/>
              <p:nvPr/>
            </p:nvSpPr>
            <p:spPr>
              <a:xfrm>
                <a:off x="335686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3" name="pg242">
                <a:extLst>
                  <a:ext uri="{FF2B5EF4-FFF2-40B4-BE49-F238E27FC236}">
                    <a16:creationId xmlns:a16="http://schemas.microsoft.com/office/drawing/2014/main" id="{44B3B386-E7E7-A910-61D2-58EC500BBE60}"/>
                  </a:ext>
                </a:extLst>
              </p:cNvPr>
              <p:cNvSpPr/>
              <p:nvPr/>
            </p:nvSpPr>
            <p:spPr>
              <a:xfrm>
                <a:off x="343830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4" name="pg243">
                <a:extLst>
                  <a:ext uri="{FF2B5EF4-FFF2-40B4-BE49-F238E27FC236}">
                    <a16:creationId xmlns:a16="http://schemas.microsoft.com/office/drawing/2014/main" id="{E1860E9C-5ED2-75DD-5A83-CE00960214FA}"/>
                  </a:ext>
                </a:extLst>
              </p:cNvPr>
              <p:cNvSpPr/>
              <p:nvPr/>
            </p:nvSpPr>
            <p:spPr>
              <a:xfrm>
                <a:off x="351973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5" name="pg244">
                <a:extLst>
                  <a:ext uri="{FF2B5EF4-FFF2-40B4-BE49-F238E27FC236}">
                    <a16:creationId xmlns:a16="http://schemas.microsoft.com/office/drawing/2014/main" id="{1995A0DF-B88A-5411-04CF-32DA2B0D4207}"/>
                  </a:ext>
                </a:extLst>
              </p:cNvPr>
              <p:cNvSpPr/>
              <p:nvPr/>
            </p:nvSpPr>
            <p:spPr>
              <a:xfrm>
                <a:off x="360117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6" name="pg245">
                <a:extLst>
                  <a:ext uri="{FF2B5EF4-FFF2-40B4-BE49-F238E27FC236}">
                    <a16:creationId xmlns:a16="http://schemas.microsoft.com/office/drawing/2014/main" id="{A03BD8B3-3326-DFEF-D8F9-A4462072A44F}"/>
                  </a:ext>
                </a:extLst>
              </p:cNvPr>
              <p:cNvSpPr/>
              <p:nvPr/>
            </p:nvSpPr>
            <p:spPr>
              <a:xfrm>
                <a:off x="368261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7" name="pg246">
                <a:extLst>
                  <a:ext uri="{FF2B5EF4-FFF2-40B4-BE49-F238E27FC236}">
                    <a16:creationId xmlns:a16="http://schemas.microsoft.com/office/drawing/2014/main" id="{B6CCD843-8556-8E3B-311D-0480C5BFAF4A}"/>
                  </a:ext>
                </a:extLst>
              </p:cNvPr>
              <p:cNvSpPr/>
              <p:nvPr/>
            </p:nvSpPr>
            <p:spPr>
              <a:xfrm>
                <a:off x="376405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8" name="pg247">
                <a:extLst>
                  <a:ext uri="{FF2B5EF4-FFF2-40B4-BE49-F238E27FC236}">
                    <a16:creationId xmlns:a16="http://schemas.microsoft.com/office/drawing/2014/main" id="{22473AF1-0A6A-7FB7-7027-86A448CCDA34}"/>
                  </a:ext>
                </a:extLst>
              </p:cNvPr>
              <p:cNvSpPr/>
              <p:nvPr/>
            </p:nvSpPr>
            <p:spPr>
              <a:xfrm>
                <a:off x="384548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9" name="pg248">
                <a:extLst>
                  <a:ext uri="{FF2B5EF4-FFF2-40B4-BE49-F238E27FC236}">
                    <a16:creationId xmlns:a16="http://schemas.microsoft.com/office/drawing/2014/main" id="{8EC07864-95FD-564D-FC37-F3B0C4D16F9E}"/>
                  </a:ext>
                </a:extLst>
              </p:cNvPr>
              <p:cNvSpPr/>
              <p:nvPr/>
            </p:nvSpPr>
            <p:spPr>
              <a:xfrm>
                <a:off x="392692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" name="pg249">
                <a:extLst>
                  <a:ext uri="{FF2B5EF4-FFF2-40B4-BE49-F238E27FC236}">
                    <a16:creationId xmlns:a16="http://schemas.microsoft.com/office/drawing/2014/main" id="{D7ECDB4D-55B3-FCA7-8297-183B649E31E7}"/>
                  </a:ext>
                </a:extLst>
              </p:cNvPr>
              <p:cNvSpPr/>
              <p:nvPr/>
            </p:nvSpPr>
            <p:spPr>
              <a:xfrm>
                <a:off x="425267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1" name="pg250">
                <a:extLst>
                  <a:ext uri="{FF2B5EF4-FFF2-40B4-BE49-F238E27FC236}">
                    <a16:creationId xmlns:a16="http://schemas.microsoft.com/office/drawing/2014/main" id="{80ACBC8A-8E8D-420D-5993-7E579FE66765}"/>
                  </a:ext>
                </a:extLst>
              </p:cNvPr>
              <p:cNvSpPr/>
              <p:nvPr/>
            </p:nvSpPr>
            <p:spPr>
              <a:xfrm>
                <a:off x="433411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" name="pg251">
                <a:extLst>
                  <a:ext uri="{FF2B5EF4-FFF2-40B4-BE49-F238E27FC236}">
                    <a16:creationId xmlns:a16="http://schemas.microsoft.com/office/drawing/2014/main" id="{CFD269BD-5C0E-3049-56C1-70E94DB2FDDC}"/>
                  </a:ext>
                </a:extLst>
              </p:cNvPr>
              <p:cNvSpPr/>
              <p:nvPr/>
            </p:nvSpPr>
            <p:spPr>
              <a:xfrm>
                <a:off x="441554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" name="pg252">
                <a:extLst>
                  <a:ext uri="{FF2B5EF4-FFF2-40B4-BE49-F238E27FC236}">
                    <a16:creationId xmlns:a16="http://schemas.microsoft.com/office/drawing/2014/main" id="{C523F9C8-F0E7-0119-67D1-80625FFDE97C}"/>
                  </a:ext>
                </a:extLst>
              </p:cNvPr>
              <p:cNvSpPr/>
              <p:nvPr/>
            </p:nvSpPr>
            <p:spPr>
              <a:xfrm>
                <a:off x="449698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" name="pg253">
                <a:extLst>
                  <a:ext uri="{FF2B5EF4-FFF2-40B4-BE49-F238E27FC236}">
                    <a16:creationId xmlns:a16="http://schemas.microsoft.com/office/drawing/2014/main" id="{85F4EDDE-5EDC-ABD1-FF74-323D5458AC5F}"/>
                  </a:ext>
                </a:extLst>
              </p:cNvPr>
              <p:cNvSpPr/>
              <p:nvPr/>
            </p:nvSpPr>
            <p:spPr>
              <a:xfrm>
                <a:off x="457842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" name="pg254">
                <a:extLst>
                  <a:ext uri="{FF2B5EF4-FFF2-40B4-BE49-F238E27FC236}">
                    <a16:creationId xmlns:a16="http://schemas.microsoft.com/office/drawing/2014/main" id="{CA69D7B8-4B1C-28EB-9442-90B2C24153AD}"/>
                  </a:ext>
                </a:extLst>
              </p:cNvPr>
              <p:cNvSpPr/>
              <p:nvPr/>
            </p:nvSpPr>
            <p:spPr>
              <a:xfrm>
                <a:off x="465985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" name="pg255">
                <a:extLst>
                  <a:ext uri="{FF2B5EF4-FFF2-40B4-BE49-F238E27FC236}">
                    <a16:creationId xmlns:a16="http://schemas.microsoft.com/office/drawing/2014/main" id="{9172E2F7-6FA7-E978-0C38-EF24A388F3AC}"/>
                  </a:ext>
                </a:extLst>
              </p:cNvPr>
              <p:cNvSpPr/>
              <p:nvPr/>
            </p:nvSpPr>
            <p:spPr>
              <a:xfrm>
                <a:off x="474129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" name="pg256">
                <a:extLst>
                  <a:ext uri="{FF2B5EF4-FFF2-40B4-BE49-F238E27FC236}">
                    <a16:creationId xmlns:a16="http://schemas.microsoft.com/office/drawing/2014/main" id="{08D0EDF2-C3AE-20FA-CEF7-58F6A6F509C3}"/>
                  </a:ext>
                </a:extLst>
              </p:cNvPr>
              <p:cNvSpPr/>
              <p:nvPr/>
            </p:nvSpPr>
            <p:spPr>
              <a:xfrm>
                <a:off x="278680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" name="pg257">
                <a:extLst>
                  <a:ext uri="{FF2B5EF4-FFF2-40B4-BE49-F238E27FC236}">
                    <a16:creationId xmlns:a16="http://schemas.microsoft.com/office/drawing/2014/main" id="{A377E5B3-369C-AE28-38EE-B3360683B466}"/>
                  </a:ext>
                </a:extLst>
              </p:cNvPr>
              <p:cNvSpPr/>
              <p:nvPr/>
            </p:nvSpPr>
            <p:spPr>
              <a:xfrm>
                <a:off x="286824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" name="pg258">
                <a:extLst>
                  <a:ext uri="{FF2B5EF4-FFF2-40B4-BE49-F238E27FC236}">
                    <a16:creationId xmlns:a16="http://schemas.microsoft.com/office/drawing/2014/main" id="{5DAAEBCD-A093-D9DA-F59D-4DB1344B552C}"/>
                  </a:ext>
                </a:extLst>
              </p:cNvPr>
              <p:cNvSpPr/>
              <p:nvPr/>
            </p:nvSpPr>
            <p:spPr>
              <a:xfrm>
                <a:off x="294967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" name="pg259">
                <a:extLst>
                  <a:ext uri="{FF2B5EF4-FFF2-40B4-BE49-F238E27FC236}">
                    <a16:creationId xmlns:a16="http://schemas.microsoft.com/office/drawing/2014/main" id="{13C5A27C-E3D5-7C3F-2EE0-AEC40DA13C33}"/>
                  </a:ext>
                </a:extLst>
              </p:cNvPr>
              <p:cNvSpPr/>
              <p:nvPr/>
            </p:nvSpPr>
            <p:spPr>
              <a:xfrm>
                <a:off x="303111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" name="pg260">
                <a:extLst>
                  <a:ext uri="{FF2B5EF4-FFF2-40B4-BE49-F238E27FC236}">
                    <a16:creationId xmlns:a16="http://schemas.microsoft.com/office/drawing/2014/main" id="{E9A4200F-8EEE-911C-8D7D-9C9F012A0B6F}"/>
                  </a:ext>
                </a:extLst>
              </p:cNvPr>
              <p:cNvSpPr/>
              <p:nvPr/>
            </p:nvSpPr>
            <p:spPr>
              <a:xfrm>
                <a:off x="311255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" name="pg261">
                <a:extLst>
                  <a:ext uri="{FF2B5EF4-FFF2-40B4-BE49-F238E27FC236}">
                    <a16:creationId xmlns:a16="http://schemas.microsoft.com/office/drawing/2014/main" id="{879A34B7-EA42-15E5-8F41-10243197B28B}"/>
                  </a:ext>
                </a:extLst>
              </p:cNvPr>
              <p:cNvSpPr/>
              <p:nvPr/>
            </p:nvSpPr>
            <p:spPr>
              <a:xfrm>
                <a:off x="319399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" name="pg262">
                <a:extLst>
                  <a:ext uri="{FF2B5EF4-FFF2-40B4-BE49-F238E27FC236}">
                    <a16:creationId xmlns:a16="http://schemas.microsoft.com/office/drawing/2014/main" id="{751CBE95-A0CD-3352-121B-19CA34B61870}"/>
                  </a:ext>
                </a:extLst>
              </p:cNvPr>
              <p:cNvSpPr/>
              <p:nvPr/>
            </p:nvSpPr>
            <p:spPr>
              <a:xfrm>
                <a:off x="327542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" name="pg263">
                <a:extLst>
                  <a:ext uri="{FF2B5EF4-FFF2-40B4-BE49-F238E27FC236}">
                    <a16:creationId xmlns:a16="http://schemas.microsoft.com/office/drawing/2014/main" id="{CF526BC4-F04A-9A6F-8D8C-9D4E3DBCB537}"/>
                  </a:ext>
                </a:extLst>
              </p:cNvPr>
              <p:cNvSpPr/>
              <p:nvPr/>
            </p:nvSpPr>
            <p:spPr>
              <a:xfrm>
                <a:off x="335686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" name="pg264">
                <a:extLst>
                  <a:ext uri="{FF2B5EF4-FFF2-40B4-BE49-F238E27FC236}">
                    <a16:creationId xmlns:a16="http://schemas.microsoft.com/office/drawing/2014/main" id="{5B60B0DE-8230-B3CF-5612-BEA4755C9226}"/>
                  </a:ext>
                </a:extLst>
              </p:cNvPr>
              <p:cNvSpPr/>
              <p:nvPr/>
            </p:nvSpPr>
            <p:spPr>
              <a:xfrm>
                <a:off x="343830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" name="pg265">
                <a:extLst>
                  <a:ext uri="{FF2B5EF4-FFF2-40B4-BE49-F238E27FC236}">
                    <a16:creationId xmlns:a16="http://schemas.microsoft.com/office/drawing/2014/main" id="{3C1DDC13-AB1C-6ECF-100D-861611015F1E}"/>
                  </a:ext>
                </a:extLst>
              </p:cNvPr>
              <p:cNvSpPr/>
              <p:nvPr/>
            </p:nvSpPr>
            <p:spPr>
              <a:xfrm>
                <a:off x="351973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" name="pg266">
                <a:extLst>
                  <a:ext uri="{FF2B5EF4-FFF2-40B4-BE49-F238E27FC236}">
                    <a16:creationId xmlns:a16="http://schemas.microsoft.com/office/drawing/2014/main" id="{6D94A82F-F151-A5B0-97F4-1B2465C3B86A}"/>
                  </a:ext>
                </a:extLst>
              </p:cNvPr>
              <p:cNvSpPr/>
              <p:nvPr/>
            </p:nvSpPr>
            <p:spPr>
              <a:xfrm>
                <a:off x="360117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" name="pg267">
                <a:extLst>
                  <a:ext uri="{FF2B5EF4-FFF2-40B4-BE49-F238E27FC236}">
                    <a16:creationId xmlns:a16="http://schemas.microsoft.com/office/drawing/2014/main" id="{A81147E5-18C4-9806-CED2-144695069A2B}"/>
                  </a:ext>
                </a:extLst>
              </p:cNvPr>
              <p:cNvSpPr/>
              <p:nvPr/>
            </p:nvSpPr>
            <p:spPr>
              <a:xfrm>
                <a:off x="368261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" name="pg268">
                <a:extLst>
                  <a:ext uri="{FF2B5EF4-FFF2-40B4-BE49-F238E27FC236}">
                    <a16:creationId xmlns:a16="http://schemas.microsoft.com/office/drawing/2014/main" id="{D29120A7-B87C-EA11-6FF6-7F4CC9BF33D0}"/>
                  </a:ext>
                </a:extLst>
              </p:cNvPr>
              <p:cNvSpPr/>
              <p:nvPr/>
            </p:nvSpPr>
            <p:spPr>
              <a:xfrm>
                <a:off x="376405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" name="pg269">
                <a:extLst>
                  <a:ext uri="{FF2B5EF4-FFF2-40B4-BE49-F238E27FC236}">
                    <a16:creationId xmlns:a16="http://schemas.microsoft.com/office/drawing/2014/main" id="{575CCF11-648C-CD33-634C-B635B404214F}"/>
                  </a:ext>
                </a:extLst>
              </p:cNvPr>
              <p:cNvSpPr/>
              <p:nvPr/>
            </p:nvSpPr>
            <p:spPr>
              <a:xfrm>
                <a:off x="384548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" name="pg270">
                <a:extLst>
                  <a:ext uri="{FF2B5EF4-FFF2-40B4-BE49-F238E27FC236}">
                    <a16:creationId xmlns:a16="http://schemas.microsoft.com/office/drawing/2014/main" id="{D9F3A0A0-DADD-5A43-9F1D-9A176087BE1B}"/>
                  </a:ext>
                </a:extLst>
              </p:cNvPr>
              <p:cNvSpPr/>
              <p:nvPr/>
            </p:nvSpPr>
            <p:spPr>
              <a:xfrm>
                <a:off x="392692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" name="pg271">
                <a:extLst>
                  <a:ext uri="{FF2B5EF4-FFF2-40B4-BE49-F238E27FC236}">
                    <a16:creationId xmlns:a16="http://schemas.microsoft.com/office/drawing/2014/main" id="{001DD6B2-AC11-4888-AB71-D1E8487CBF0E}"/>
                  </a:ext>
                </a:extLst>
              </p:cNvPr>
              <p:cNvSpPr/>
              <p:nvPr/>
            </p:nvSpPr>
            <p:spPr>
              <a:xfrm>
                <a:off x="425267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" name="pg272">
                <a:extLst>
                  <a:ext uri="{FF2B5EF4-FFF2-40B4-BE49-F238E27FC236}">
                    <a16:creationId xmlns:a16="http://schemas.microsoft.com/office/drawing/2014/main" id="{6D4F1C70-C1B1-C69B-94F9-4053EDACBF38}"/>
                  </a:ext>
                </a:extLst>
              </p:cNvPr>
              <p:cNvSpPr/>
              <p:nvPr/>
            </p:nvSpPr>
            <p:spPr>
              <a:xfrm>
                <a:off x="433411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" name="pg273">
                <a:extLst>
                  <a:ext uri="{FF2B5EF4-FFF2-40B4-BE49-F238E27FC236}">
                    <a16:creationId xmlns:a16="http://schemas.microsoft.com/office/drawing/2014/main" id="{E25E8DAD-0A78-F327-4F0E-410291137652}"/>
                  </a:ext>
                </a:extLst>
              </p:cNvPr>
              <p:cNvSpPr/>
              <p:nvPr/>
            </p:nvSpPr>
            <p:spPr>
              <a:xfrm>
                <a:off x="441554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" name="pg274">
                <a:extLst>
                  <a:ext uri="{FF2B5EF4-FFF2-40B4-BE49-F238E27FC236}">
                    <a16:creationId xmlns:a16="http://schemas.microsoft.com/office/drawing/2014/main" id="{3E5598BF-1B9D-CCFA-39AE-2595ABCE8EFF}"/>
                  </a:ext>
                </a:extLst>
              </p:cNvPr>
              <p:cNvSpPr/>
              <p:nvPr/>
            </p:nvSpPr>
            <p:spPr>
              <a:xfrm>
                <a:off x="449698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" name="pg275">
                <a:extLst>
                  <a:ext uri="{FF2B5EF4-FFF2-40B4-BE49-F238E27FC236}">
                    <a16:creationId xmlns:a16="http://schemas.microsoft.com/office/drawing/2014/main" id="{778A1F73-327B-677F-C316-9C3D96F281AC}"/>
                  </a:ext>
                </a:extLst>
              </p:cNvPr>
              <p:cNvSpPr/>
              <p:nvPr/>
            </p:nvSpPr>
            <p:spPr>
              <a:xfrm>
                <a:off x="457842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" name="pg276">
                <a:extLst>
                  <a:ext uri="{FF2B5EF4-FFF2-40B4-BE49-F238E27FC236}">
                    <a16:creationId xmlns:a16="http://schemas.microsoft.com/office/drawing/2014/main" id="{A320A036-3011-3894-3823-7661FAFBE86E}"/>
                  </a:ext>
                </a:extLst>
              </p:cNvPr>
              <p:cNvSpPr/>
              <p:nvPr/>
            </p:nvSpPr>
            <p:spPr>
              <a:xfrm>
                <a:off x="465985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" name="pg277">
                <a:extLst>
                  <a:ext uri="{FF2B5EF4-FFF2-40B4-BE49-F238E27FC236}">
                    <a16:creationId xmlns:a16="http://schemas.microsoft.com/office/drawing/2014/main" id="{60F1D22A-5E88-6E6B-466C-2077C996A31C}"/>
                  </a:ext>
                </a:extLst>
              </p:cNvPr>
              <p:cNvSpPr/>
              <p:nvPr/>
            </p:nvSpPr>
            <p:spPr>
              <a:xfrm>
                <a:off x="270536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" name="pg278">
                <a:extLst>
                  <a:ext uri="{FF2B5EF4-FFF2-40B4-BE49-F238E27FC236}">
                    <a16:creationId xmlns:a16="http://schemas.microsoft.com/office/drawing/2014/main" id="{FAFE8758-D6C4-4B5B-67A5-3B145A905F95}"/>
                  </a:ext>
                </a:extLst>
              </p:cNvPr>
              <p:cNvSpPr/>
              <p:nvPr/>
            </p:nvSpPr>
            <p:spPr>
              <a:xfrm>
                <a:off x="278680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" name="pg279">
                <a:extLst>
                  <a:ext uri="{FF2B5EF4-FFF2-40B4-BE49-F238E27FC236}">
                    <a16:creationId xmlns:a16="http://schemas.microsoft.com/office/drawing/2014/main" id="{A933EF18-3B68-6558-E9F3-2D6FF3B15B75}"/>
                  </a:ext>
                </a:extLst>
              </p:cNvPr>
              <p:cNvSpPr/>
              <p:nvPr/>
            </p:nvSpPr>
            <p:spPr>
              <a:xfrm>
                <a:off x="286824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" name="pg280">
                <a:extLst>
                  <a:ext uri="{FF2B5EF4-FFF2-40B4-BE49-F238E27FC236}">
                    <a16:creationId xmlns:a16="http://schemas.microsoft.com/office/drawing/2014/main" id="{539D6523-649D-8197-9D8C-552C1FC1C631}"/>
                  </a:ext>
                </a:extLst>
              </p:cNvPr>
              <p:cNvSpPr/>
              <p:nvPr/>
            </p:nvSpPr>
            <p:spPr>
              <a:xfrm>
                <a:off x="294967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" name="pg281">
                <a:extLst>
                  <a:ext uri="{FF2B5EF4-FFF2-40B4-BE49-F238E27FC236}">
                    <a16:creationId xmlns:a16="http://schemas.microsoft.com/office/drawing/2014/main" id="{E9606A6A-4CE3-AAF8-8F62-9CFCC220EB76}"/>
                  </a:ext>
                </a:extLst>
              </p:cNvPr>
              <p:cNvSpPr/>
              <p:nvPr/>
            </p:nvSpPr>
            <p:spPr>
              <a:xfrm>
                <a:off x="303111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" name="pg282">
                <a:extLst>
                  <a:ext uri="{FF2B5EF4-FFF2-40B4-BE49-F238E27FC236}">
                    <a16:creationId xmlns:a16="http://schemas.microsoft.com/office/drawing/2014/main" id="{020B4FD5-87D6-F238-7FA4-6195FD240FC9}"/>
                  </a:ext>
                </a:extLst>
              </p:cNvPr>
              <p:cNvSpPr/>
              <p:nvPr/>
            </p:nvSpPr>
            <p:spPr>
              <a:xfrm>
                <a:off x="311255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" name="pg283">
                <a:extLst>
                  <a:ext uri="{FF2B5EF4-FFF2-40B4-BE49-F238E27FC236}">
                    <a16:creationId xmlns:a16="http://schemas.microsoft.com/office/drawing/2014/main" id="{162326EE-1CEC-6DFA-8763-19F16DF1353D}"/>
                  </a:ext>
                </a:extLst>
              </p:cNvPr>
              <p:cNvSpPr/>
              <p:nvPr/>
            </p:nvSpPr>
            <p:spPr>
              <a:xfrm>
                <a:off x="319399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" name="pg284">
                <a:extLst>
                  <a:ext uri="{FF2B5EF4-FFF2-40B4-BE49-F238E27FC236}">
                    <a16:creationId xmlns:a16="http://schemas.microsoft.com/office/drawing/2014/main" id="{7FA5F825-4EB2-97CC-68FB-46D7695268D3}"/>
                  </a:ext>
                </a:extLst>
              </p:cNvPr>
              <p:cNvSpPr/>
              <p:nvPr/>
            </p:nvSpPr>
            <p:spPr>
              <a:xfrm>
                <a:off x="327542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" name="pg285">
                <a:extLst>
                  <a:ext uri="{FF2B5EF4-FFF2-40B4-BE49-F238E27FC236}">
                    <a16:creationId xmlns:a16="http://schemas.microsoft.com/office/drawing/2014/main" id="{1B7DAC3A-6152-93BD-99DF-63DAE6316B00}"/>
                  </a:ext>
                </a:extLst>
              </p:cNvPr>
              <p:cNvSpPr/>
              <p:nvPr/>
            </p:nvSpPr>
            <p:spPr>
              <a:xfrm>
                <a:off x="335686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" name="pg286">
                <a:extLst>
                  <a:ext uri="{FF2B5EF4-FFF2-40B4-BE49-F238E27FC236}">
                    <a16:creationId xmlns:a16="http://schemas.microsoft.com/office/drawing/2014/main" id="{32434D64-575B-4EE3-476E-C742B358DE4E}"/>
                  </a:ext>
                </a:extLst>
              </p:cNvPr>
              <p:cNvSpPr/>
              <p:nvPr/>
            </p:nvSpPr>
            <p:spPr>
              <a:xfrm>
                <a:off x="343830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" name="pg287">
                <a:extLst>
                  <a:ext uri="{FF2B5EF4-FFF2-40B4-BE49-F238E27FC236}">
                    <a16:creationId xmlns:a16="http://schemas.microsoft.com/office/drawing/2014/main" id="{6F0D2FFC-9623-0FB7-2A4B-8CBE698D71DD}"/>
                  </a:ext>
                </a:extLst>
              </p:cNvPr>
              <p:cNvSpPr/>
              <p:nvPr/>
            </p:nvSpPr>
            <p:spPr>
              <a:xfrm>
                <a:off x="351973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" name="pg288">
                <a:extLst>
                  <a:ext uri="{FF2B5EF4-FFF2-40B4-BE49-F238E27FC236}">
                    <a16:creationId xmlns:a16="http://schemas.microsoft.com/office/drawing/2014/main" id="{27B872B8-275A-441B-78C3-64524E223F1E}"/>
                  </a:ext>
                </a:extLst>
              </p:cNvPr>
              <p:cNvSpPr/>
              <p:nvPr/>
            </p:nvSpPr>
            <p:spPr>
              <a:xfrm>
                <a:off x="360117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" name="pg289">
                <a:extLst>
                  <a:ext uri="{FF2B5EF4-FFF2-40B4-BE49-F238E27FC236}">
                    <a16:creationId xmlns:a16="http://schemas.microsoft.com/office/drawing/2014/main" id="{3F5132FD-1F20-1504-D9B8-7FA028B3BA53}"/>
                  </a:ext>
                </a:extLst>
              </p:cNvPr>
              <p:cNvSpPr/>
              <p:nvPr/>
            </p:nvSpPr>
            <p:spPr>
              <a:xfrm>
                <a:off x="368261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" name="pg290">
                <a:extLst>
                  <a:ext uri="{FF2B5EF4-FFF2-40B4-BE49-F238E27FC236}">
                    <a16:creationId xmlns:a16="http://schemas.microsoft.com/office/drawing/2014/main" id="{70BBB8AD-EC69-568E-0806-4C1E62794F37}"/>
                  </a:ext>
                </a:extLst>
              </p:cNvPr>
              <p:cNvSpPr/>
              <p:nvPr/>
            </p:nvSpPr>
            <p:spPr>
              <a:xfrm>
                <a:off x="376405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" name="pg291">
                <a:extLst>
                  <a:ext uri="{FF2B5EF4-FFF2-40B4-BE49-F238E27FC236}">
                    <a16:creationId xmlns:a16="http://schemas.microsoft.com/office/drawing/2014/main" id="{BB3C8C7E-2CBB-E213-C8D3-9F853CB49810}"/>
                  </a:ext>
                </a:extLst>
              </p:cNvPr>
              <p:cNvSpPr/>
              <p:nvPr/>
            </p:nvSpPr>
            <p:spPr>
              <a:xfrm>
                <a:off x="384548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" name="pg292">
                <a:extLst>
                  <a:ext uri="{FF2B5EF4-FFF2-40B4-BE49-F238E27FC236}">
                    <a16:creationId xmlns:a16="http://schemas.microsoft.com/office/drawing/2014/main" id="{58001334-874E-4A67-BA09-17E1C5289E82}"/>
                  </a:ext>
                </a:extLst>
              </p:cNvPr>
              <p:cNvSpPr/>
              <p:nvPr/>
            </p:nvSpPr>
            <p:spPr>
              <a:xfrm>
                <a:off x="392692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" name="pg293">
                <a:extLst>
                  <a:ext uri="{FF2B5EF4-FFF2-40B4-BE49-F238E27FC236}">
                    <a16:creationId xmlns:a16="http://schemas.microsoft.com/office/drawing/2014/main" id="{0239CBCB-8EA4-07C8-1825-4A3CDAF4CEB4}"/>
                  </a:ext>
                </a:extLst>
              </p:cNvPr>
              <p:cNvSpPr/>
              <p:nvPr/>
            </p:nvSpPr>
            <p:spPr>
              <a:xfrm>
                <a:off x="400836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" name="pg294">
                <a:extLst>
                  <a:ext uri="{FF2B5EF4-FFF2-40B4-BE49-F238E27FC236}">
                    <a16:creationId xmlns:a16="http://schemas.microsoft.com/office/drawing/2014/main" id="{DE83822A-BB22-4D4E-C5BF-EF8272DD1FF1}"/>
                  </a:ext>
                </a:extLst>
              </p:cNvPr>
              <p:cNvSpPr/>
              <p:nvPr/>
            </p:nvSpPr>
            <p:spPr>
              <a:xfrm>
                <a:off x="425267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" name="pg295">
                <a:extLst>
                  <a:ext uri="{FF2B5EF4-FFF2-40B4-BE49-F238E27FC236}">
                    <a16:creationId xmlns:a16="http://schemas.microsoft.com/office/drawing/2014/main" id="{669CA15E-1357-3878-2A2B-87987BB1E57F}"/>
                  </a:ext>
                </a:extLst>
              </p:cNvPr>
              <p:cNvSpPr/>
              <p:nvPr/>
            </p:nvSpPr>
            <p:spPr>
              <a:xfrm>
                <a:off x="433411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" name="pg296">
                <a:extLst>
                  <a:ext uri="{FF2B5EF4-FFF2-40B4-BE49-F238E27FC236}">
                    <a16:creationId xmlns:a16="http://schemas.microsoft.com/office/drawing/2014/main" id="{62B96723-3D83-349D-E7A8-0972CA101B39}"/>
                  </a:ext>
                </a:extLst>
              </p:cNvPr>
              <p:cNvSpPr/>
              <p:nvPr/>
            </p:nvSpPr>
            <p:spPr>
              <a:xfrm>
                <a:off x="441554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" name="pg297">
                <a:extLst>
                  <a:ext uri="{FF2B5EF4-FFF2-40B4-BE49-F238E27FC236}">
                    <a16:creationId xmlns:a16="http://schemas.microsoft.com/office/drawing/2014/main" id="{62C14716-5E0A-A4A7-F301-C186EF230E32}"/>
                  </a:ext>
                </a:extLst>
              </p:cNvPr>
              <p:cNvSpPr/>
              <p:nvPr/>
            </p:nvSpPr>
            <p:spPr>
              <a:xfrm>
                <a:off x="449698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" name="pg298">
                <a:extLst>
                  <a:ext uri="{FF2B5EF4-FFF2-40B4-BE49-F238E27FC236}">
                    <a16:creationId xmlns:a16="http://schemas.microsoft.com/office/drawing/2014/main" id="{02C1E4D4-79C4-953F-8DAC-E0DACC941D85}"/>
                  </a:ext>
                </a:extLst>
              </p:cNvPr>
              <p:cNvSpPr/>
              <p:nvPr/>
            </p:nvSpPr>
            <p:spPr>
              <a:xfrm>
                <a:off x="457842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0" name="pg299">
                <a:extLst>
                  <a:ext uri="{FF2B5EF4-FFF2-40B4-BE49-F238E27FC236}">
                    <a16:creationId xmlns:a16="http://schemas.microsoft.com/office/drawing/2014/main" id="{9D182E70-5D65-55ED-BF4A-C81A3FBC1CA1}"/>
                  </a:ext>
                </a:extLst>
              </p:cNvPr>
              <p:cNvSpPr/>
              <p:nvPr/>
            </p:nvSpPr>
            <p:spPr>
              <a:xfrm>
                <a:off x="465985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1" name="pg300">
                <a:extLst>
                  <a:ext uri="{FF2B5EF4-FFF2-40B4-BE49-F238E27FC236}">
                    <a16:creationId xmlns:a16="http://schemas.microsoft.com/office/drawing/2014/main" id="{1E4DA287-121D-59BB-7A01-CB7FB5997099}"/>
                  </a:ext>
                </a:extLst>
              </p:cNvPr>
              <p:cNvSpPr/>
              <p:nvPr/>
            </p:nvSpPr>
            <p:spPr>
              <a:xfrm>
                <a:off x="270536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2" name="pg301">
                <a:extLst>
                  <a:ext uri="{FF2B5EF4-FFF2-40B4-BE49-F238E27FC236}">
                    <a16:creationId xmlns:a16="http://schemas.microsoft.com/office/drawing/2014/main" id="{1BB9A6AA-A832-601F-4E32-B2DE9C2FB9F5}"/>
                  </a:ext>
                </a:extLst>
              </p:cNvPr>
              <p:cNvSpPr/>
              <p:nvPr/>
            </p:nvSpPr>
            <p:spPr>
              <a:xfrm>
                <a:off x="278680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3" name="pg302">
                <a:extLst>
                  <a:ext uri="{FF2B5EF4-FFF2-40B4-BE49-F238E27FC236}">
                    <a16:creationId xmlns:a16="http://schemas.microsoft.com/office/drawing/2014/main" id="{ACAABC4D-49DB-69AA-24C9-3BA2CC3B4FEA}"/>
                  </a:ext>
                </a:extLst>
              </p:cNvPr>
              <p:cNvSpPr/>
              <p:nvPr/>
            </p:nvSpPr>
            <p:spPr>
              <a:xfrm>
                <a:off x="286824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4" name="pg303">
                <a:extLst>
                  <a:ext uri="{FF2B5EF4-FFF2-40B4-BE49-F238E27FC236}">
                    <a16:creationId xmlns:a16="http://schemas.microsoft.com/office/drawing/2014/main" id="{8ED0D3F7-2B75-7F9E-23D3-42A19378ADC9}"/>
                  </a:ext>
                </a:extLst>
              </p:cNvPr>
              <p:cNvSpPr/>
              <p:nvPr/>
            </p:nvSpPr>
            <p:spPr>
              <a:xfrm>
                <a:off x="294967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5" name="pg304">
                <a:extLst>
                  <a:ext uri="{FF2B5EF4-FFF2-40B4-BE49-F238E27FC236}">
                    <a16:creationId xmlns:a16="http://schemas.microsoft.com/office/drawing/2014/main" id="{460A5071-9726-E809-F263-871BD4B90B54}"/>
                  </a:ext>
                </a:extLst>
              </p:cNvPr>
              <p:cNvSpPr/>
              <p:nvPr/>
            </p:nvSpPr>
            <p:spPr>
              <a:xfrm>
                <a:off x="303111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6" name="pg305">
                <a:extLst>
                  <a:ext uri="{FF2B5EF4-FFF2-40B4-BE49-F238E27FC236}">
                    <a16:creationId xmlns:a16="http://schemas.microsoft.com/office/drawing/2014/main" id="{C3030DDC-603D-2F08-EFA5-F3055D38AE1A}"/>
                  </a:ext>
                </a:extLst>
              </p:cNvPr>
              <p:cNvSpPr/>
              <p:nvPr/>
            </p:nvSpPr>
            <p:spPr>
              <a:xfrm>
                <a:off x="311255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7" name="pg306">
                <a:extLst>
                  <a:ext uri="{FF2B5EF4-FFF2-40B4-BE49-F238E27FC236}">
                    <a16:creationId xmlns:a16="http://schemas.microsoft.com/office/drawing/2014/main" id="{F3EE6FF2-1AB9-36CF-5B28-8D7F3D033183}"/>
                  </a:ext>
                </a:extLst>
              </p:cNvPr>
              <p:cNvSpPr/>
              <p:nvPr/>
            </p:nvSpPr>
            <p:spPr>
              <a:xfrm>
                <a:off x="319399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8" name="pg307">
                <a:extLst>
                  <a:ext uri="{FF2B5EF4-FFF2-40B4-BE49-F238E27FC236}">
                    <a16:creationId xmlns:a16="http://schemas.microsoft.com/office/drawing/2014/main" id="{3E7A6EE8-06D9-24FA-48E2-9C141A5F7D64}"/>
                  </a:ext>
                </a:extLst>
              </p:cNvPr>
              <p:cNvSpPr/>
              <p:nvPr/>
            </p:nvSpPr>
            <p:spPr>
              <a:xfrm>
                <a:off x="327542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9" name="pg308">
                <a:extLst>
                  <a:ext uri="{FF2B5EF4-FFF2-40B4-BE49-F238E27FC236}">
                    <a16:creationId xmlns:a16="http://schemas.microsoft.com/office/drawing/2014/main" id="{54D26B45-9F2C-B228-54A6-EE70B7D8A01E}"/>
                  </a:ext>
                </a:extLst>
              </p:cNvPr>
              <p:cNvSpPr/>
              <p:nvPr/>
            </p:nvSpPr>
            <p:spPr>
              <a:xfrm>
                <a:off x="335686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0" name="pg309">
                <a:extLst>
                  <a:ext uri="{FF2B5EF4-FFF2-40B4-BE49-F238E27FC236}">
                    <a16:creationId xmlns:a16="http://schemas.microsoft.com/office/drawing/2014/main" id="{EE109811-543D-B295-31E6-A467B1DB8778}"/>
                  </a:ext>
                </a:extLst>
              </p:cNvPr>
              <p:cNvSpPr/>
              <p:nvPr/>
            </p:nvSpPr>
            <p:spPr>
              <a:xfrm>
                <a:off x="343830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1" name="pg310">
                <a:extLst>
                  <a:ext uri="{FF2B5EF4-FFF2-40B4-BE49-F238E27FC236}">
                    <a16:creationId xmlns:a16="http://schemas.microsoft.com/office/drawing/2014/main" id="{08072903-40FC-12B9-9CC2-F88271258B8E}"/>
                  </a:ext>
                </a:extLst>
              </p:cNvPr>
              <p:cNvSpPr/>
              <p:nvPr/>
            </p:nvSpPr>
            <p:spPr>
              <a:xfrm>
                <a:off x="351973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2" name="pg311">
                <a:extLst>
                  <a:ext uri="{FF2B5EF4-FFF2-40B4-BE49-F238E27FC236}">
                    <a16:creationId xmlns:a16="http://schemas.microsoft.com/office/drawing/2014/main" id="{51FED9F7-8D76-C78B-88E1-9D86270855E5}"/>
                  </a:ext>
                </a:extLst>
              </p:cNvPr>
              <p:cNvSpPr/>
              <p:nvPr/>
            </p:nvSpPr>
            <p:spPr>
              <a:xfrm>
                <a:off x="360117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3" name="pg312">
                <a:extLst>
                  <a:ext uri="{FF2B5EF4-FFF2-40B4-BE49-F238E27FC236}">
                    <a16:creationId xmlns:a16="http://schemas.microsoft.com/office/drawing/2014/main" id="{8C7D8DEB-E404-52E0-7BB0-94071361C9F6}"/>
                  </a:ext>
                </a:extLst>
              </p:cNvPr>
              <p:cNvSpPr/>
              <p:nvPr/>
            </p:nvSpPr>
            <p:spPr>
              <a:xfrm>
                <a:off x="368261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4" name="pg313">
                <a:extLst>
                  <a:ext uri="{FF2B5EF4-FFF2-40B4-BE49-F238E27FC236}">
                    <a16:creationId xmlns:a16="http://schemas.microsoft.com/office/drawing/2014/main" id="{26CA3C95-86C5-A3BE-9630-F00C4B854B94}"/>
                  </a:ext>
                </a:extLst>
              </p:cNvPr>
              <p:cNvSpPr/>
              <p:nvPr/>
            </p:nvSpPr>
            <p:spPr>
              <a:xfrm>
                <a:off x="376405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5" name="pg314">
                <a:extLst>
                  <a:ext uri="{FF2B5EF4-FFF2-40B4-BE49-F238E27FC236}">
                    <a16:creationId xmlns:a16="http://schemas.microsoft.com/office/drawing/2014/main" id="{E8B83D05-5DDF-2381-CD5B-7C0C8AA4D8F0}"/>
                  </a:ext>
                </a:extLst>
              </p:cNvPr>
              <p:cNvSpPr/>
              <p:nvPr/>
            </p:nvSpPr>
            <p:spPr>
              <a:xfrm>
                <a:off x="384548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6" name="pg315">
                <a:extLst>
                  <a:ext uri="{FF2B5EF4-FFF2-40B4-BE49-F238E27FC236}">
                    <a16:creationId xmlns:a16="http://schemas.microsoft.com/office/drawing/2014/main" id="{29BD5EFA-855F-8FF4-EB25-B8E08DD93C04}"/>
                  </a:ext>
                </a:extLst>
              </p:cNvPr>
              <p:cNvSpPr/>
              <p:nvPr/>
            </p:nvSpPr>
            <p:spPr>
              <a:xfrm>
                <a:off x="392692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7" name="pg316">
                <a:extLst>
                  <a:ext uri="{FF2B5EF4-FFF2-40B4-BE49-F238E27FC236}">
                    <a16:creationId xmlns:a16="http://schemas.microsoft.com/office/drawing/2014/main" id="{AB0CDCE9-7759-D168-5583-8A828FCEE478}"/>
                  </a:ext>
                </a:extLst>
              </p:cNvPr>
              <p:cNvSpPr/>
              <p:nvPr/>
            </p:nvSpPr>
            <p:spPr>
              <a:xfrm>
                <a:off x="400836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8" name="pg317">
                <a:extLst>
                  <a:ext uri="{FF2B5EF4-FFF2-40B4-BE49-F238E27FC236}">
                    <a16:creationId xmlns:a16="http://schemas.microsoft.com/office/drawing/2014/main" id="{4898D240-CA18-82A2-4E5D-84F7AC1D8DF9}"/>
                  </a:ext>
                </a:extLst>
              </p:cNvPr>
              <p:cNvSpPr/>
              <p:nvPr/>
            </p:nvSpPr>
            <p:spPr>
              <a:xfrm>
                <a:off x="408979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9" name="pg318">
                <a:extLst>
                  <a:ext uri="{FF2B5EF4-FFF2-40B4-BE49-F238E27FC236}">
                    <a16:creationId xmlns:a16="http://schemas.microsoft.com/office/drawing/2014/main" id="{551FC38B-69DB-A8B5-0357-9DCD678925FC}"/>
                  </a:ext>
                </a:extLst>
              </p:cNvPr>
              <p:cNvSpPr/>
              <p:nvPr/>
            </p:nvSpPr>
            <p:spPr>
              <a:xfrm>
                <a:off x="433411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0" name="pg319">
                <a:extLst>
                  <a:ext uri="{FF2B5EF4-FFF2-40B4-BE49-F238E27FC236}">
                    <a16:creationId xmlns:a16="http://schemas.microsoft.com/office/drawing/2014/main" id="{F447D2DE-4BDA-BF16-E0B0-0CE122BDBAB2}"/>
                  </a:ext>
                </a:extLst>
              </p:cNvPr>
              <p:cNvSpPr/>
              <p:nvPr/>
            </p:nvSpPr>
            <p:spPr>
              <a:xfrm>
                <a:off x="441554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1" name="pg320">
                <a:extLst>
                  <a:ext uri="{FF2B5EF4-FFF2-40B4-BE49-F238E27FC236}">
                    <a16:creationId xmlns:a16="http://schemas.microsoft.com/office/drawing/2014/main" id="{891E7C3B-FF79-B116-D15E-DE5E66A78690}"/>
                  </a:ext>
                </a:extLst>
              </p:cNvPr>
              <p:cNvSpPr/>
              <p:nvPr/>
            </p:nvSpPr>
            <p:spPr>
              <a:xfrm>
                <a:off x="449698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2" name="pg321">
                <a:extLst>
                  <a:ext uri="{FF2B5EF4-FFF2-40B4-BE49-F238E27FC236}">
                    <a16:creationId xmlns:a16="http://schemas.microsoft.com/office/drawing/2014/main" id="{8F186041-B81E-8B7C-D53F-9B17EFEC41BA}"/>
                  </a:ext>
                </a:extLst>
              </p:cNvPr>
              <p:cNvSpPr/>
              <p:nvPr/>
            </p:nvSpPr>
            <p:spPr>
              <a:xfrm>
                <a:off x="457842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3" name="pg322">
                <a:extLst>
                  <a:ext uri="{FF2B5EF4-FFF2-40B4-BE49-F238E27FC236}">
                    <a16:creationId xmlns:a16="http://schemas.microsoft.com/office/drawing/2014/main" id="{C9E5752C-9A10-EC27-01C3-A636925A988D}"/>
                  </a:ext>
                </a:extLst>
              </p:cNvPr>
              <p:cNvSpPr/>
              <p:nvPr/>
            </p:nvSpPr>
            <p:spPr>
              <a:xfrm>
                <a:off x="465985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4" name="pg323">
                <a:extLst>
                  <a:ext uri="{FF2B5EF4-FFF2-40B4-BE49-F238E27FC236}">
                    <a16:creationId xmlns:a16="http://schemas.microsoft.com/office/drawing/2014/main" id="{5FBE8C5C-3B05-4DAF-D479-7EC0140AB711}"/>
                  </a:ext>
                </a:extLst>
              </p:cNvPr>
              <p:cNvSpPr/>
              <p:nvPr/>
            </p:nvSpPr>
            <p:spPr>
              <a:xfrm>
                <a:off x="270536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5" name="pg324">
                <a:extLst>
                  <a:ext uri="{FF2B5EF4-FFF2-40B4-BE49-F238E27FC236}">
                    <a16:creationId xmlns:a16="http://schemas.microsoft.com/office/drawing/2014/main" id="{2897B9A6-1EF2-E4C2-B5A3-D740CEB3A93D}"/>
                  </a:ext>
                </a:extLst>
              </p:cNvPr>
              <p:cNvSpPr/>
              <p:nvPr/>
            </p:nvSpPr>
            <p:spPr>
              <a:xfrm>
                <a:off x="278680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6" name="pg325">
                <a:extLst>
                  <a:ext uri="{FF2B5EF4-FFF2-40B4-BE49-F238E27FC236}">
                    <a16:creationId xmlns:a16="http://schemas.microsoft.com/office/drawing/2014/main" id="{28880486-C111-C1E4-CD98-1222C5C12C74}"/>
                  </a:ext>
                </a:extLst>
              </p:cNvPr>
              <p:cNvSpPr/>
              <p:nvPr/>
            </p:nvSpPr>
            <p:spPr>
              <a:xfrm>
                <a:off x="286824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7" name="pg326">
                <a:extLst>
                  <a:ext uri="{FF2B5EF4-FFF2-40B4-BE49-F238E27FC236}">
                    <a16:creationId xmlns:a16="http://schemas.microsoft.com/office/drawing/2014/main" id="{FF2C0ABD-4245-F904-D26D-03A10B914ED4}"/>
                  </a:ext>
                </a:extLst>
              </p:cNvPr>
              <p:cNvSpPr/>
              <p:nvPr/>
            </p:nvSpPr>
            <p:spPr>
              <a:xfrm>
                <a:off x="294967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8" name="pg327">
                <a:extLst>
                  <a:ext uri="{FF2B5EF4-FFF2-40B4-BE49-F238E27FC236}">
                    <a16:creationId xmlns:a16="http://schemas.microsoft.com/office/drawing/2014/main" id="{F25AE883-47FA-4754-1644-8CC35CF46307}"/>
                  </a:ext>
                </a:extLst>
              </p:cNvPr>
              <p:cNvSpPr/>
              <p:nvPr/>
            </p:nvSpPr>
            <p:spPr>
              <a:xfrm>
                <a:off x="303111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19" name="pg328">
                <a:extLst>
                  <a:ext uri="{FF2B5EF4-FFF2-40B4-BE49-F238E27FC236}">
                    <a16:creationId xmlns:a16="http://schemas.microsoft.com/office/drawing/2014/main" id="{B3500ECF-48DF-97B2-AFC3-50E2FFC46BCF}"/>
                  </a:ext>
                </a:extLst>
              </p:cNvPr>
              <p:cNvSpPr/>
              <p:nvPr/>
            </p:nvSpPr>
            <p:spPr>
              <a:xfrm>
                <a:off x="311255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0" name="pg329">
                <a:extLst>
                  <a:ext uri="{FF2B5EF4-FFF2-40B4-BE49-F238E27FC236}">
                    <a16:creationId xmlns:a16="http://schemas.microsoft.com/office/drawing/2014/main" id="{595C3D83-3A1B-A6D3-27C3-4666470E8A37}"/>
                  </a:ext>
                </a:extLst>
              </p:cNvPr>
              <p:cNvSpPr/>
              <p:nvPr/>
            </p:nvSpPr>
            <p:spPr>
              <a:xfrm>
                <a:off x="319399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1" name="pg330">
                <a:extLst>
                  <a:ext uri="{FF2B5EF4-FFF2-40B4-BE49-F238E27FC236}">
                    <a16:creationId xmlns:a16="http://schemas.microsoft.com/office/drawing/2014/main" id="{936B5CC1-2DA8-3CE0-297A-671FEA383EDF}"/>
                  </a:ext>
                </a:extLst>
              </p:cNvPr>
              <p:cNvSpPr/>
              <p:nvPr/>
            </p:nvSpPr>
            <p:spPr>
              <a:xfrm>
                <a:off x="327542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2" name="pg331">
                <a:extLst>
                  <a:ext uri="{FF2B5EF4-FFF2-40B4-BE49-F238E27FC236}">
                    <a16:creationId xmlns:a16="http://schemas.microsoft.com/office/drawing/2014/main" id="{B4D18DFE-2994-F5B6-0209-9FFC561A0AFF}"/>
                  </a:ext>
                </a:extLst>
              </p:cNvPr>
              <p:cNvSpPr/>
              <p:nvPr/>
            </p:nvSpPr>
            <p:spPr>
              <a:xfrm>
                <a:off x="335686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3" name="pg332">
                <a:extLst>
                  <a:ext uri="{FF2B5EF4-FFF2-40B4-BE49-F238E27FC236}">
                    <a16:creationId xmlns:a16="http://schemas.microsoft.com/office/drawing/2014/main" id="{26F1AD50-49E1-A115-28A2-17A74DEF342B}"/>
                  </a:ext>
                </a:extLst>
              </p:cNvPr>
              <p:cNvSpPr/>
              <p:nvPr/>
            </p:nvSpPr>
            <p:spPr>
              <a:xfrm>
                <a:off x="343830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4" name="pg333">
                <a:extLst>
                  <a:ext uri="{FF2B5EF4-FFF2-40B4-BE49-F238E27FC236}">
                    <a16:creationId xmlns:a16="http://schemas.microsoft.com/office/drawing/2014/main" id="{0511E70D-5366-A910-B057-35F7DE625064}"/>
                  </a:ext>
                </a:extLst>
              </p:cNvPr>
              <p:cNvSpPr/>
              <p:nvPr/>
            </p:nvSpPr>
            <p:spPr>
              <a:xfrm>
                <a:off x="351973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5" name="pg334">
                <a:extLst>
                  <a:ext uri="{FF2B5EF4-FFF2-40B4-BE49-F238E27FC236}">
                    <a16:creationId xmlns:a16="http://schemas.microsoft.com/office/drawing/2014/main" id="{99538D12-33FD-CEE7-D002-554EAA2A21BE}"/>
                  </a:ext>
                </a:extLst>
              </p:cNvPr>
              <p:cNvSpPr/>
              <p:nvPr/>
            </p:nvSpPr>
            <p:spPr>
              <a:xfrm>
                <a:off x="360117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6" name="pg335">
                <a:extLst>
                  <a:ext uri="{FF2B5EF4-FFF2-40B4-BE49-F238E27FC236}">
                    <a16:creationId xmlns:a16="http://schemas.microsoft.com/office/drawing/2014/main" id="{A9F9466F-E53F-A0F2-515C-A63D57B26330}"/>
                  </a:ext>
                </a:extLst>
              </p:cNvPr>
              <p:cNvSpPr/>
              <p:nvPr/>
            </p:nvSpPr>
            <p:spPr>
              <a:xfrm>
                <a:off x="368261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7" name="pg336">
                <a:extLst>
                  <a:ext uri="{FF2B5EF4-FFF2-40B4-BE49-F238E27FC236}">
                    <a16:creationId xmlns:a16="http://schemas.microsoft.com/office/drawing/2014/main" id="{18F97B94-820D-9DAD-D3FE-C99C107D7BFE}"/>
                  </a:ext>
                </a:extLst>
              </p:cNvPr>
              <p:cNvSpPr/>
              <p:nvPr/>
            </p:nvSpPr>
            <p:spPr>
              <a:xfrm>
                <a:off x="376405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8" name="pg337">
                <a:extLst>
                  <a:ext uri="{FF2B5EF4-FFF2-40B4-BE49-F238E27FC236}">
                    <a16:creationId xmlns:a16="http://schemas.microsoft.com/office/drawing/2014/main" id="{A9ED6B7F-2700-64F8-2D5F-F477ADD4C40D}"/>
                  </a:ext>
                </a:extLst>
              </p:cNvPr>
              <p:cNvSpPr/>
              <p:nvPr/>
            </p:nvSpPr>
            <p:spPr>
              <a:xfrm>
                <a:off x="384548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9" name="pg338">
                <a:extLst>
                  <a:ext uri="{FF2B5EF4-FFF2-40B4-BE49-F238E27FC236}">
                    <a16:creationId xmlns:a16="http://schemas.microsoft.com/office/drawing/2014/main" id="{B0E4B4D7-167D-D6F7-68CE-EBEE0045D7F3}"/>
                  </a:ext>
                </a:extLst>
              </p:cNvPr>
              <p:cNvSpPr/>
              <p:nvPr/>
            </p:nvSpPr>
            <p:spPr>
              <a:xfrm>
                <a:off x="392692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0" name="pg339">
                <a:extLst>
                  <a:ext uri="{FF2B5EF4-FFF2-40B4-BE49-F238E27FC236}">
                    <a16:creationId xmlns:a16="http://schemas.microsoft.com/office/drawing/2014/main" id="{8DBA8E5D-7D0A-72AD-DBFC-B2B4ADF7033B}"/>
                  </a:ext>
                </a:extLst>
              </p:cNvPr>
              <p:cNvSpPr/>
              <p:nvPr/>
            </p:nvSpPr>
            <p:spPr>
              <a:xfrm>
                <a:off x="400836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1" name="pg340">
                <a:extLst>
                  <a:ext uri="{FF2B5EF4-FFF2-40B4-BE49-F238E27FC236}">
                    <a16:creationId xmlns:a16="http://schemas.microsoft.com/office/drawing/2014/main" id="{A3017E1A-2094-ADD5-725B-7BC4360750FB}"/>
                  </a:ext>
                </a:extLst>
              </p:cNvPr>
              <p:cNvSpPr/>
              <p:nvPr/>
            </p:nvSpPr>
            <p:spPr>
              <a:xfrm>
                <a:off x="408979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2" name="pg341">
                <a:extLst>
                  <a:ext uri="{FF2B5EF4-FFF2-40B4-BE49-F238E27FC236}">
                    <a16:creationId xmlns:a16="http://schemas.microsoft.com/office/drawing/2014/main" id="{561987B7-0DD7-D6B2-73C2-1CA176773072}"/>
                  </a:ext>
                </a:extLst>
              </p:cNvPr>
              <p:cNvSpPr/>
              <p:nvPr/>
            </p:nvSpPr>
            <p:spPr>
              <a:xfrm>
                <a:off x="425267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3" name="pg342">
                <a:extLst>
                  <a:ext uri="{FF2B5EF4-FFF2-40B4-BE49-F238E27FC236}">
                    <a16:creationId xmlns:a16="http://schemas.microsoft.com/office/drawing/2014/main" id="{C10AF196-9DF2-5D7B-51FD-1820D7CFD6DB}"/>
                  </a:ext>
                </a:extLst>
              </p:cNvPr>
              <p:cNvSpPr/>
              <p:nvPr/>
            </p:nvSpPr>
            <p:spPr>
              <a:xfrm>
                <a:off x="433411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4" name="pg343">
                <a:extLst>
                  <a:ext uri="{FF2B5EF4-FFF2-40B4-BE49-F238E27FC236}">
                    <a16:creationId xmlns:a16="http://schemas.microsoft.com/office/drawing/2014/main" id="{BCD0E2B2-F455-FE46-1694-3D8663776407}"/>
                  </a:ext>
                </a:extLst>
              </p:cNvPr>
              <p:cNvSpPr/>
              <p:nvPr/>
            </p:nvSpPr>
            <p:spPr>
              <a:xfrm>
                <a:off x="441554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5" name="pg344">
                <a:extLst>
                  <a:ext uri="{FF2B5EF4-FFF2-40B4-BE49-F238E27FC236}">
                    <a16:creationId xmlns:a16="http://schemas.microsoft.com/office/drawing/2014/main" id="{F0E24A7A-456D-31D8-9ABE-FC77759474D7}"/>
                  </a:ext>
                </a:extLst>
              </p:cNvPr>
              <p:cNvSpPr/>
              <p:nvPr/>
            </p:nvSpPr>
            <p:spPr>
              <a:xfrm>
                <a:off x="449698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6" name="pg345">
                <a:extLst>
                  <a:ext uri="{FF2B5EF4-FFF2-40B4-BE49-F238E27FC236}">
                    <a16:creationId xmlns:a16="http://schemas.microsoft.com/office/drawing/2014/main" id="{D5BA942B-057C-0FFF-012F-A7B5682D334E}"/>
                  </a:ext>
                </a:extLst>
              </p:cNvPr>
              <p:cNvSpPr/>
              <p:nvPr/>
            </p:nvSpPr>
            <p:spPr>
              <a:xfrm>
                <a:off x="457842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7" name="pg346">
                <a:extLst>
                  <a:ext uri="{FF2B5EF4-FFF2-40B4-BE49-F238E27FC236}">
                    <a16:creationId xmlns:a16="http://schemas.microsoft.com/office/drawing/2014/main" id="{77BA7936-5F80-D528-051B-E8476E61C8B0}"/>
                  </a:ext>
                </a:extLst>
              </p:cNvPr>
              <p:cNvSpPr/>
              <p:nvPr/>
            </p:nvSpPr>
            <p:spPr>
              <a:xfrm>
                <a:off x="465985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8" name="pg347">
                <a:extLst>
                  <a:ext uri="{FF2B5EF4-FFF2-40B4-BE49-F238E27FC236}">
                    <a16:creationId xmlns:a16="http://schemas.microsoft.com/office/drawing/2014/main" id="{EBDD16D2-3E10-16CD-565B-FDBEC43D864A}"/>
                  </a:ext>
                </a:extLst>
              </p:cNvPr>
              <p:cNvSpPr/>
              <p:nvPr/>
            </p:nvSpPr>
            <p:spPr>
              <a:xfrm>
                <a:off x="278680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9" name="pg348">
                <a:extLst>
                  <a:ext uri="{FF2B5EF4-FFF2-40B4-BE49-F238E27FC236}">
                    <a16:creationId xmlns:a16="http://schemas.microsoft.com/office/drawing/2014/main" id="{74409BC0-10B6-98CB-EE50-832D6AF0BED2}"/>
                  </a:ext>
                </a:extLst>
              </p:cNvPr>
              <p:cNvSpPr/>
              <p:nvPr/>
            </p:nvSpPr>
            <p:spPr>
              <a:xfrm>
                <a:off x="286824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0" name="pg349">
                <a:extLst>
                  <a:ext uri="{FF2B5EF4-FFF2-40B4-BE49-F238E27FC236}">
                    <a16:creationId xmlns:a16="http://schemas.microsoft.com/office/drawing/2014/main" id="{0C46332E-D12C-33DA-C575-8359C10FE8A5}"/>
                  </a:ext>
                </a:extLst>
              </p:cNvPr>
              <p:cNvSpPr/>
              <p:nvPr/>
            </p:nvSpPr>
            <p:spPr>
              <a:xfrm>
                <a:off x="294967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1" name="pg350">
                <a:extLst>
                  <a:ext uri="{FF2B5EF4-FFF2-40B4-BE49-F238E27FC236}">
                    <a16:creationId xmlns:a16="http://schemas.microsoft.com/office/drawing/2014/main" id="{5F1B0A08-16C7-83F7-1B64-E6C4905904FE}"/>
                  </a:ext>
                </a:extLst>
              </p:cNvPr>
              <p:cNvSpPr/>
              <p:nvPr/>
            </p:nvSpPr>
            <p:spPr>
              <a:xfrm>
                <a:off x="303111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2" name="pg351">
                <a:extLst>
                  <a:ext uri="{FF2B5EF4-FFF2-40B4-BE49-F238E27FC236}">
                    <a16:creationId xmlns:a16="http://schemas.microsoft.com/office/drawing/2014/main" id="{756F0B60-D861-9F83-EAD8-19E595230D47}"/>
                  </a:ext>
                </a:extLst>
              </p:cNvPr>
              <p:cNvSpPr/>
              <p:nvPr/>
            </p:nvSpPr>
            <p:spPr>
              <a:xfrm>
                <a:off x="311255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3" name="pg352">
                <a:extLst>
                  <a:ext uri="{FF2B5EF4-FFF2-40B4-BE49-F238E27FC236}">
                    <a16:creationId xmlns:a16="http://schemas.microsoft.com/office/drawing/2014/main" id="{DEB4DACC-C2EA-7FC5-8342-E95070B51955}"/>
                  </a:ext>
                </a:extLst>
              </p:cNvPr>
              <p:cNvSpPr/>
              <p:nvPr/>
            </p:nvSpPr>
            <p:spPr>
              <a:xfrm>
                <a:off x="319399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4" name="pg353">
                <a:extLst>
                  <a:ext uri="{FF2B5EF4-FFF2-40B4-BE49-F238E27FC236}">
                    <a16:creationId xmlns:a16="http://schemas.microsoft.com/office/drawing/2014/main" id="{7200C14C-E400-BC39-DC54-7DAD46271E70}"/>
                  </a:ext>
                </a:extLst>
              </p:cNvPr>
              <p:cNvSpPr/>
              <p:nvPr/>
            </p:nvSpPr>
            <p:spPr>
              <a:xfrm>
                <a:off x="327542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5" name="pg354">
                <a:extLst>
                  <a:ext uri="{FF2B5EF4-FFF2-40B4-BE49-F238E27FC236}">
                    <a16:creationId xmlns:a16="http://schemas.microsoft.com/office/drawing/2014/main" id="{1DAD88ED-8268-AEA6-548E-347748C60232}"/>
                  </a:ext>
                </a:extLst>
              </p:cNvPr>
              <p:cNvSpPr/>
              <p:nvPr/>
            </p:nvSpPr>
            <p:spPr>
              <a:xfrm>
                <a:off x="335686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6" name="pg355">
                <a:extLst>
                  <a:ext uri="{FF2B5EF4-FFF2-40B4-BE49-F238E27FC236}">
                    <a16:creationId xmlns:a16="http://schemas.microsoft.com/office/drawing/2014/main" id="{63A9249F-7E10-69B6-0CE9-4EB3A71DC38C}"/>
                  </a:ext>
                </a:extLst>
              </p:cNvPr>
              <p:cNvSpPr/>
              <p:nvPr/>
            </p:nvSpPr>
            <p:spPr>
              <a:xfrm>
                <a:off x="343830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7" name="pg356">
                <a:extLst>
                  <a:ext uri="{FF2B5EF4-FFF2-40B4-BE49-F238E27FC236}">
                    <a16:creationId xmlns:a16="http://schemas.microsoft.com/office/drawing/2014/main" id="{3E471E4E-F849-017C-2C1D-0E51C0AE957D}"/>
                  </a:ext>
                </a:extLst>
              </p:cNvPr>
              <p:cNvSpPr/>
              <p:nvPr/>
            </p:nvSpPr>
            <p:spPr>
              <a:xfrm>
                <a:off x="351973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8" name="pg357">
                <a:extLst>
                  <a:ext uri="{FF2B5EF4-FFF2-40B4-BE49-F238E27FC236}">
                    <a16:creationId xmlns:a16="http://schemas.microsoft.com/office/drawing/2014/main" id="{7334A4A2-6BC3-28F4-4B8F-96297BF88C65}"/>
                  </a:ext>
                </a:extLst>
              </p:cNvPr>
              <p:cNvSpPr/>
              <p:nvPr/>
            </p:nvSpPr>
            <p:spPr>
              <a:xfrm>
                <a:off x="360117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9" name="pg358">
                <a:extLst>
                  <a:ext uri="{FF2B5EF4-FFF2-40B4-BE49-F238E27FC236}">
                    <a16:creationId xmlns:a16="http://schemas.microsoft.com/office/drawing/2014/main" id="{12E531C4-B549-65AA-CC96-A9244D4B8093}"/>
                  </a:ext>
                </a:extLst>
              </p:cNvPr>
              <p:cNvSpPr/>
              <p:nvPr/>
            </p:nvSpPr>
            <p:spPr>
              <a:xfrm>
                <a:off x="368261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0" name="pg359">
                <a:extLst>
                  <a:ext uri="{FF2B5EF4-FFF2-40B4-BE49-F238E27FC236}">
                    <a16:creationId xmlns:a16="http://schemas.microsoft.com/office/drawing/2014/main" id="{888D3C86-4603-C70B-C950-4F759E8C9BC1}"/>
                  </a:ext>
                </a:extLst>
              </p:cNvPr>
              <p:cNvSpPr/>
              <p:nvPr/>
            </p:nvSpPr>
            <p:spPr>
              <a:xfrm>
                <a:off x="376405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1" name="pg360">
                <a:extLst>
                  <a:ext uri="{FF2B5EF4-FFF2-40B4-BE49-F238E27FC236}">
                    <a16:creationId xmlns:a16="http://schemas.microsoft.com/office/drawing/2014/main" id="{5F0DC32A-D25B-6369-5FD1-A62CEB063D21}"/>
                  </a:ext>
                </a:extLst>
              </p:cNvPr>
              <p:cNvSpPr/>
              <p:nvPr/>
            </p:nvSpPr>
            <p:spPr>
              <a:xfrm>
                <a:off x="384548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2" name="pg361">
                <a:extLst>
                  <a:ext uri="{FF2B5EF4-FFF2-40B4-BE49-F238E27FC236}">
                    <a16:creationId xmlns:a16="http://schemas.microsoft.com/office/drawing/2014/main" id="{2DDE7221-630E-A5AF-5317-799FD2327717}"/>
                  </a:ext>
                </a:extLst>
              </p:cNvPr>
              <p:cNvSpPr/>
              <p:nvPr/>
            </p:nvSpPr>
            <p:spPr>
              <a:xfrm>
                <a:off x="392692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3" name="pg362">
                <a:extLst>
                  <a:ext uri="{FF2B5EF4-FFF2-40B4-BE49-F238E27FC236}">
                    <a16:creationId xmlns:a16="http://schemas.microsoft.com/office/drawing/2014/main" id="{48A88BD2-AA59-749B-C82F-E6466BC25AE4}"/>
                  </a:ext>
                </a:extLst>
              </p:cNvPr>
              <p:cNvSpPr/>
              <p:nvPr/>
            </p:nvSpPr>
            <p:spPr>
              <a:xfrm>
                <a:off x="400836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4" name="pg363">
                <a:extLst>
                  <a:ext uri="{FF2B5EF4-FFF2-40B4-BE49-F238E27FC236}">
                    <a16:creationId xmlns:a16="http://schemas.microsoft.com/office/drawing/2014/main" id="{ED0B2604-9628-4201-D96A-0AA378C98FAB}"/>
                  </a:ext>
                </a:extLst>
              </p:cNvPr>
              <p:cNvSpPr/>
              <p:nvPr/>
            </p:nvSpPr>
            <p:spPr>
              <a:xfrm>
                <a:off x="408979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5" name="pg364">
                <a:extLst>
                  <a:ext uri="{FF2B5EF4-FFF2-40B4-BE49-F238E27FC236}">
                    <a16:creationId xmlns:a16="http://schemas.microsoft.com/office/drawing/2014/main" id="{302D543F-646C-7B05-D801-4FEEC8B2FAD7}"/>
                  </a:ext>
                </a:extLst>
              </p:cNvPr>
              <p:cNvSpPr/>
              <p:nvPr/>
            </p:nvSpPr>
            <p:spPr>
              <a:xfrm>
                <a:off x="417123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6" name="pg365">
                <a:extLst>
                  <a:ext uri="{FF2B5EF4-FFF2-40B4-BE49-F238E27FC236}">
                    <a16:creationId xmlns:a16="http://schemas.microsoft.com/office/drawing/2014/main" id="{537D6566-FD4A-9F46-435F-49A587E37FC2}"/>
                  </a:ext>
                </a:extLst>
              </p:cNvPr>
              <p:cNvSpPr/>
              <p:nvPr/>
            </p:nvSpPr>
            <p:spPr>
              <a:xfrm>
                <a:off x="425267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7" name="pg366">
                <a:extLst>
                  <a:ext uri="{FF2B5EF4-FFF2-40B4-BE49-F238E27FC236}">
                    <a16:creationId xmlns:a16="http://schemas.microsoft.com/office/drawing/2014/main" id="{4712E1BC-5246-89C3-428D-DB98FB34B75F}"/>
                  </a:ext>
                </a:extLst>
              </p:cNvPr>
              <p:cNvSpPr/>
              <p:nvPr/>
            </p:nvSpPr>
            <p:spPr>
              <a:xfrm>
                <a:off x="433411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8" name="pg367">
                <a:extLst>
                  <a:ext uri="{FF2B5EF4-FFF2-40B4-BE49-F238E27FC236}">
                    <a16:creationId xmlns:a16="http://schemas.microsoft.com/office/drawing/2014/main" id="{CB92AE5A-CB8B-073E-F877-2D03A8243A18}"/>
                  </a:ext>
                </a:extLst>
              </p:cNvPr>
              <p:cNvSpPr/>
              <p:nvPr/>
            </p:nvSpPr>
            <p:spPr>
              <a:xfrm>
                <a:off x="441554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9" name="pg368">
                <a:extLst>
                  <a:ext uri="{FF2B5EF4-FFF2-40B4-BE49-F238E27FC236}">
                    <a16:creationId xmlns:a16="http://schemas.microsoft.com/office/drawing/2014/main" id="{8A002E6D-2C40-6439-9295-EB3B5AC2C390}"/>
                  </a:ext>
                </a:extLst>
              </p:cNvPr>
              <p:cNvSpPr/>
              <p:nvPr/>
            </p:nvSpPr>
            <p:spPr>
              <a:xfrm>
                <a:off x="449698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0" name="pg369">
                <a:extLst>
                  <a:ext uri="{FF2B5EF4-FFF2-40B4-BE49-F238E27FC236}">
                    <a16:creationId xmlns:a16="http://schemas.microsoft.com/office/drawing/2014/main" id="{6651987E-978C-94F9-D6CB-83C87F883F39}"/>
                  </a:ext>
                </a:extLst>
              </p:cNvPr>
              <p:cNvSpPr/>
              <p:nvPr/>
            </p:nvSpPr>
            <p:spPr>
              <a:xfrm>
                <a:off x="457842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1" name="pg370">
                <a:extLst>
                  <a:ext uri="{FF2B5EF4-FFF2-40B4-BE49-F238E27FC236}">
                    <a16:creationId xmlns:a16="http://schemas.microsoft.com/office/drawing/2014/main" id="{4B77A0C8-595A-9BF3-FE22-D113674E84A4}"/>
                  </a:ext>
                </a:extLst>
              </p:cNvPr>
              <p:cNvSpPr/>
              <p:nvPr/>
            </p:nvSpPr>
            <p:spPr>
              <a:xfrm>
                <a:off x="465985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2" name="pg371">
                <a:extLst>
                  <a:ext uri="{FF2B5EF4-FFF2-40B4-BE49-F238E27FC236}">
                    <a16:creationId xmlns:a16="http://schemas.microsoft.com/office/drawing/2014/main" id="{98444983-B951-A1F6-B38C-BDF1FA57C904}"/>
                  </a:ext>
                </a:extLst>
              </p:cNvPr>
              <p:cNvSpPr/>
              <p:nvPr/>
            </p:nvSpPr>
            <p:spPr>
              <a:xfrm>
                <a:off x="286824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3" name="pg372">
                <a:extLst>
                  <a:ext uri="{FF2B5EF4-FFF2-40B4-BE49-F238E27FC236}">
                    <a16:creationId xmlns:a16="http://schemas.microsoft.com/office/drawing/2014/main" id="{ADC4ACE6-883B-889F-ED1A-EB2ADFB179F8}"/>
                  </a:ext>
                </a:extLst>
              </p:cNvPr>
              <p:cNvSpPr/>
              <p:nvPr/>
            </p:nvSpPr>
            <p:spPr>
              <a:xfrm>
                <a:off x="294967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4" name="pg373">
                <a:extLst>
                  <a:ext uri="{FF2B5EF4-FFF2-40B4-BE49-F238E27FC236}">
                    <a16:creationId xmlns:a16="http://schemas.microsoft.com/office/drawing/2014/main" id="{64ADDD68-CF76-A764-81B2-C47E1E9F71C9}"/>
                  </a:ext>
                </a:extLst>
              </p:cNvPr>
              <p:cNvSpPr/>
              <p:nvPr/>
            </p:nvSpPr>
            <p:spPr>
              <a:xfrm>
                <a:off x="303111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5" name="pg374">
                <a:extLst>
                  <a:ext uri="{FF2B5EF4-FFF2-40B4-BE49-F238E27FC236}">
                    <a16:creationId xmlns:a16="http://schemas.microsoft.com/office/drawing/2014/main" id="{5FD3A977-CD96-28B2-8D86-E8BDBAAB3EA7}"/>
                  </a:ext>
                </a:extLst>
              </p:cNvPr>
              <p:cNvSpPr/>
              <p:nvPr/>
            </p:nvSpPr>
            <p:spPr>
              <a:xfrm>
                <a:off x="311255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6" name="pg375">
                <a:extLst>
                  <a:ext uri="{FF2B5EF4-FFF2-40B4-BE49-F238E27FC236}">
                    <a16:creationId xmlns:a16="http://schemas.microsoft.com/office/drawing/2014/main" id="{36AF1818-E029-C1EF-2498-01D6A9F0104F}"/>
                  </a:ext>
                </a:extLst>
              </p:cNvPr>
              <p:cNvSpPr/>
              <p:nvPr/>
            </p:nvSpPr>
            <p:spPr>
              <a:xfrm>
                <a:off x="319399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7" name="pg376">
                <a:extLst>
                  <a:ext uri="{FF2B5EF4-FFF2-40B4-BE49-F238E27FC236}">
                    <a16:creationId xmlns:a16="http://schemas.microsoft.com/office/drawing/2014/main" id="{7A4FF027-F7BE-F657-A835-D7CD0E75AF36}"/>
                  </a:ext>
                </a:extLst>
              </p:cNvPr>
              <p:cNvSpPr/>
              <p:nvPr/>
            </p:nvSpPr>
            <p:spPr>
              <a:xfrm>
                <a:off x="327542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8" name="pg377">
                <a:extLst>
                  <a:ext uri="{FF2B5EF4-FFF2-40B4-BE49-F238E27FC236}">
                    <a16:creationId xmlns:a16="http://schemas.microsoft.com/office/drawing/2014/main" id="{8BE9C30E-FB3A-9F20-41D9-AC8E5A8F32EF}"/>
                  </a:ext>
                </a:extLst>
              </p:cNvPr>
              <p:cNvSpPr/>
              <p:nvPr/>
            </p:nvSpPr>
            <p:spPr>
              <a:xfrm>
                <a:off x="335686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9" name="pg378">
                <a:extLst>
                  <a:ext uri="{FF2B5EF4-FFF2-40B4-BE49-F238E27FC236}">
                    <a16:creationId xmlns:a16="http://schemas.microsoft.com/office/drawing/2014/main" id="{CB2EE133-B249-EDFB-A24E-81461ED2249F}"/>
                  </a:ext>
                </a:extLst>
              </p:cNvPr>
              <p:cNvSpPr/>
              <p:nvPr/>
            </p:nvSpPr>
            <p:spPr>
              <a:xfrm>
                <a:off x="343830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0" name="pg379">
                <a:extLst>
                  <a:ext uri="{FF2B5EF4-FFF2-40B4-BE49-F238E27FC236}">
                    <a16:creationId xmlns:a16="http://schemas.microsoft.com/office/drawing/2014/main" id="{4E6837ED-8D86-20C8-C7FF-E4A573949250}"/>
                  </a:ext>
                </a:extLst>
              </p:cNvPr>
              <p:cNvSpPr/>
              <p:nvPr/>
            </p:nvSpPr>
            <p:spPr>
              <a:xfrm>
                <a:off x="351973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1" name="pg380">
                <a:extLst>
                  <a:ext uri="{FF2B5EF4-FFF2-40B4-BE49-F238E27FC236}">
                    <a16:creationId xmlns:a16="http://schemas.microsoft.com/office/drawing/2014/main" id="{B1E6884B-43C6-2590-1217-6AA313A51A6B}"/>
                  </a:ext>
                </a:extLst>
              </p:cNvPr>
              <p:cNvSpPr/>
              <p:nvPr/>
            </p:nvSpPr>
            <p:spPr>
              <a:xfrm>
                <a:off x="360117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2" name="pg381">
                <a:extLst>
                  <a:ext uri="{FF2B5EF4-FFF2-40B4-BE49-F238E27FC236}">
                    <a16:creationId xmlns:a16="http://schemas.microsoft.com/office/drawing/2014/main" id="{4FB0A68E-3F2E-3684-5246-A89238716152}"/>
                  </a:ext>
                </a:extLst>
              </p:cNvPr>
              <p:cNvSpPr/>
              <p:nvPr/>
            </p:nvSpPr>
            <p:spPr>
              <a:xfrm>
                <a:off x="368261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3" name="pg382">
                <a:extLst>
                  <a:ext uri="{FF2B5EF4-FFF2-40B4-BE49-F238E27FC236}">
                    <a16:creationId xmlns:a16="http://schemas.microsoft.com/office/drawing/2014/main" id="{2AD01724-B749-DE96-40B0-0C804046D306}"/>
                  </a:ext>
                </a:extLst>
              </p:cNvPr>
              <p:cNvSpPr/>
              <p:nvPr/>
            </p:nvSpPr>
            <p:spPr>
              <a:xfrm>
                <a:off x="376405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4" name="pg383">
                <a:extLst>
                  <a:ext uri="{FF2B5EF4-FFF2-40B4-BE49-F238E27FC236}">
                    <a16:creationId xmlns:a16="http://schemas.microsoft.com/office/drawing/2014/main" id="{F04E3BB8-D602-7F67-56C3-E9999AC1056C}"/>
                  </a:ext>
                </a:extLst>
              </p:cNvPr>
              <p:cNvSpPr/>
              <p:nvPr/>
            </p:nvSpPr>
            <p:spPr>
              <a:xfrm>
                <a:off x="384548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5" name="pg384">
                <a:extLst>
                  <a:ext uri="{FF2B5EF4-FFF2-40B4-BE49-F238E27FC236}">
                    <a16:creationId xmlns:a16="http://schemas.microsoft.com/office/drawing/2014/main" id="{DFA8184F-4BFD-DD87-563E-F4DAAAE3C86C}"/>
                  </a:ext>
                </a:extLst>
              </p:cNvPr>
              <p:cNvSpPr/>
              <p:nvPr/>
            </p:nvSpPr>
            <p:spPr>
              <a:xfrm>
                <a:off x="392692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6" name="pg385">
                <a:extLst>
                  <a:ext uri="{FF2B5EF4-FFF2-40B4-BE49-F238E27FC236}">
                    <a16:creationId xmlns:a16="http://schemas.microsoft.com/office/drawing/2014/main" id="{B4255881-4794-C885-74D8-8C49C7C8E46C}"/>
                  </a:ext>
                </a:extLst>
              </p:cNvPr>
              <p:cNvSpPr/>
              <p:nvPr/>
            </p:nvSpPr>
            <p:spPr>
              <a:xfrm>
                <a:off x="400836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7" name="pg386">
                <a:extLst>
                  <a:ext uri="{FF2B5EF4-FFF2-40B4-BE49-F238E27FC236}">
                    <a16:creationId xmlns:a16="http://schemas.microsoft.com/office/drawing/2014/main" id="{3254CCCA-648D-8F72-BBCF-FC270B14D428}"/>
                  </a:ext>
                </a:extLst>
              </p:cNvPr>
              <p:cNvSpPr/>
              <p:nvPr/>
            </p:nvSpPr>
            <p:spPr>
              <a:xfrm>
                <a:off x="408979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8" name="pg387">
                <a:extLst>
                  <a:ext uri="{FF2B5EF4-FFF2-40B4-BE49-F238E27FC236}">
                    <a16:creationId xmlns:a16="http://schemas.microsoft.com/office/drawing/2014/main" id="{F40C9CE0-02BD-6885-D5F6-78A156637EDD}"/>
                  </a:ext>
                </a:extLst>
              </p:cNvPr>
              <p:cNvSpPr/>
              <p:nvPr/>
            </p:nvSpPr>
            <p:spPr>
              <a:xfrm>
                <a:off x="417123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9" name="pg388">
                <a:extLst>
                  <a:ext uri="{FF2B5EF4-FFF2-40B4-BE49-F238E27FC236}">
                    <a16:creationId xmlns:a16="http://schemas.microsoft.com/office/drawing/2014/main" id="{9A514C7E-4913-4B4E-6CD1-8519B9A09CB7}"/>
                  </a:ext>
                </a:extLst>
              </p:cNvPr>
              <p:cNvSpPr/>
              <p:nvPr/>
            </p:nvSpPr>
            <p:spPr>
              <a:xfrm>
                <a:off x="425267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0" name="pg389">
                <a:extLst>
                  <a:ext uri="{FF2B5EF4-FFF2-40B4-BE49-F238E27FC236}">
                    <a16:creationId xmlns:a16="http://schemas.microsoft.com/office/drawing/2014/main" id="{8D7F397A-3A73-743F-C11B-72B3D8C1F341}"/>
                  </a:ext>
                </a:extLst>
              </p:cNvPr>
              <p:cNvSpPr/>
              <p:nvPr/>
            </p:nvSpPr>
            <p:spPr>
              <a:xfrm>
                <a:off x="433411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1" name="pg390">
                <a:extLst>
                  <a:ext uri="{FF2B5EF4-FFF2-40B4-BE49-F238E27FC236}">
                    <a16:creationId xmlns:a16="http://schemas.microsoft.com/office/drawing/2014/main" id="{37381C49-FB43-E062-1AF1-0D778B8409B1}"/>
                  </a:ext>
                </a:extLst>
              </p:cNvPr>
              <p:cNvSpPr/>
              <p:nvPr/>
            </p:nvSpPr>
            <p:spPr>
              <a:xfrm>
                <a:off x="441554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2" name="pg391">
                <a:extLst>
                  <a:ext uri="{FF2B5EF4-FFF2-40B4-BE49-F238E27FC236}">
                    <a16:creationId xmlns:a16="http://schemas.microsoft.com/office/drawing/2014/main" id="{5470BC9E-906F-7B60-6025-0BA65653D5F1}"/>
                  </a:ext>
                </a:extLst>
              </p:cNvPr>
              <p:cNvSpPr/>
              <p:nvPr/>
            </p:nvSpPr>
            <p:spPr>
              <a:xfrm>
                <a:off x="449698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3" name="pg392">
                <a:extLst>
                  <a:ext uri="{FF2B5EF4-FFF2-40B4-BE49-F238E27FC236}">
                    <a16:creationId xmlns:a16="http://schemas.microsoft.com/office/drawing/2014/main" id="{B06EAB97-FE95-E78D-F16B-1F5D61E19FD3}"/>
                  </a:ext>
                </a:extLst>
              </p:cNvPr>
              <p:cNvSpPr/>
              <p:nvPr/>
            </p:nvSpPr>
            <p:spPr>
              <a:xfrm>
                <a:off x="457842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4" name="pg393">
                <a:extLst>
                  <a:ext uri="{FF2B5EF4-FFF2-40B4-BE49-F238E27FC236}">
                    <a16:creationId xmlns:a16="http://schemas.microsoft.com/office/drawing/2014/main" id="{72BF0973-A79A-B8A3-3FB7-D7BD9DA08C06}"/>
                  </a:ext>
                </a:extLst>
              </p:cNvPr>
              <p:cNvSpPr/>
              <p:nvPr/>
            </p:nvSpPr>
            <p:spPr>
              <a:xfrm>
                <a:off x="286824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5" name="pg394">
                <a:extLst>
                  <a:ext uri="{FF2B5EF4-FFF2-40B4-BE49-F238E27FC236}">
                    <a16:creationId xmlns:a16="http://schemas.microsoft.com/office/drawing/2014/main" id="{71B2C65E-8E6D-DCC4-F973-C1F61E8FC16A}"/>
                  </a:ext>
                </a:extLst>
              </p:cNvPr>
              <p:cNvSpPr/>
              <p:nvPr/>
            </p:nvSpPr>
            <p:spPr>
              <a:xfrm>
                <a:off x="294967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6" name="pg395">
                <a:extLst>
                  <a:ext uri="{FF2B5EF4-FFF2-40B4-BE49-F238E27FC236}">
                    <a16:creationId xmlns:a16="http://schemas.microsoft.com/office/drawing/2014/main" id="{159EB866-869C-A0DF-F553-FDD51ECDCF30}"/>
                  </a:ext>
                </a:extLst>
              </p:cNvPr>
              <p:cNvSpPr/>
              <p:nvPr/>
            </p:nvSpPr>
            <p:spPr>
              <a:xfrm>
                <a:off x="303111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7" name="pg396">
                <a:extLst>
                  <a:ext uri="{FF2B5EF4-FFF2-40B4-BE49-F238E27FC236}">
                    <a16:creationId xmlns:a16="http://schemas.microsoft.com/office/drawing/2014/main" id="{C841FD3A-28CF-F728-ADD0-37051560C94F}"/>
                  </a:ext>
                </a:extLst>
              </p:cNvPr>
              <p:cNvSpPr/>
              <p:nvPr/>
            </p:nvSpPr>
            <p:spPr>
              <a:xfrm>
                <a:off x="311255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8" name="pg397">
                <a:extLst>
                  <a:ext uri="{FF2B5EF4-FFF2-40B4-BE49-F238E27FC236}">
                    <a16:creationId xmlns:a16="http://schemas.microsoft.com/office/drawing/2014/main" id="{C1113B9B-AD0B-3599-D866-289DAD8A75B9}"/>
                  </a:ext>
                </a:extLst>
              </p:cNvPr>
              <p:cNvSpPr/>
              <p:nvPr/>
            </p:nvSpPr>
            <p:spPr>
              <a:xfrm>
                <a:off x="319399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89" name="pg398">
                <a:extLst>
                  <a:ext uri="{FF2B5EF4-FFF2-40B4-BE49-F238E27FC236}">
                    <a16:creationId xmlns:a16="http://schemas.microsoft.com/office/drawing/2014/main" id="{FBA31ECC-2397-8BBE-12BB-31B3B26A90EE}"/>
                  </a:ext>
                </a:extLst>
              </p:cNvPr>
              <p:cNvSpPr/>
              <p:nvPr/>
            </p:nvSpPr>
            <p:spPr>
              <a:xfrm>
                <a:off x="327542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0" name="pg399">
                <a:extLst>
                  <a:ext uri="{FF2B5EF4-FFF2-40B4-BE49-F238E27FC236}">
                    <a16:creationId xmlns:a16="http://schemas.microsoft.com/office/drawing/2014/main" id="{B5C5A545-01AB-B89A-9F15-9FA84AFCE89B}"/>
                  </a:ext>
                </a:extLst>
              </p:cNvPr>
              <p:cNvSpPr/>
              <p:nvPr/>
            </p:nvSpPr>
            <p:spPr>
              <a:xfrm>
                <a:off x="335686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1" name="pg400">
                <a:extLst>
                  <a:ext uri="{FF2B5EF4-FFF2-40B4-BE49-F238E27FC236}">
                    <a16:creationId xmlns:a16="http://schemas.microsoft.com/office/drawing/2014/main" id="{E1D6D5CC-59D7-A17D-E104-BECD14A77797}"/>
                  </a:ext>
                </a:extLst>
              </p:cNvPr>
              <p:cNvSpPr/>
              <p:nvPr/>
            </p:nvSpPr>
            <p:spPr>
              <a:xfrm>
                <a:off x="343830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2" name="pg401">
                <a:extLst>
                  <a:ext uri="{FF2B5EF4-FFF2-40B4-BE49-F238E27FC236}">
                    <a16:creationId xmlns:a16="http://schemas.microsoft.com/office/drawing/2014/main" id="{7A98DA3A-ECBB-6107-E4CE-E32D42016F10}"/>
                  </a:ext>
                </a:extLst>
              </p:cNvPr>
              <p:cNvSpPr/>
              <p:nvPr/>
            </p:nvSpPr>
            <p:spPr>
              <a:xfrm>
                <a:off x="351973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3" name="pg402">
                <a:extLst>
                  <a:ext uri="{FF2B5EF4-FFF2-40B4-BE49-F238E27FC236}">
                    <a16:creationId xmlns:a16="http://schemas.microsoft.com/office/drawing/2014/main" id="{DB46EE43-45D2-E78D-BBBA-436FF28DBB5E}"/>
                  </a:ext>
                </a:extLst>
              </p:cNvPr>
              <p:cNvSpPr/>
              <p:nvPr/>
            </p:nvSpPr>
            <p:spPr>
              <a:xfrm>
                <a:off x="360117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4" name="pg403">
                <a:extLst>
                  <a:ext uri="{FF2B5EF4-FFF2-40B4-BE49-F238E27FC236}">
                    <a16:creationId xmlns:a16="http://schemas.microsoft.com/office/drawing/2014/main" id="{6958A886-DF64-6434-3D51-6454E9180C68}"/>
                  </a:ext>
                </a:extLst>
              </p:cNvPr>
              <p:cNvSpPr/>
              <p:nvPr/>
            </p:nvSpPr>
            <p:spPr>
              <a:xfrm>
                <a:off x="368261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5" name="pg404">
                <a:extLst>
                  <a:ext uri="{FF2B5EF4-FFF2-40B4-BE49-F238E27FC236}">
                    <a16:creationId xmlns:a16="http://schemas.microsoft.com/office/drawing/2014/main" id="{619CDBCA-5279-0FD6-E95C-EA77F50F31A6}"/>
                  </a:ext>
                </a:extLst>
              </p:cNvPr>
              <p:cNvSpPr/>
              <p:nvPr/>
            </p:nvSpPr>
            <p:spPr>
              <a:xfrm>
                <a:off x="376405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6" name="pg405">
                <a:extLst>
                  <a:ext uri="{FF2B5EF4-FFF2-40B4-BE49-F238E27FC236}">
                    <a16:creationId xmlns:a16="http://schemas.microsoft.com/office/drawing/2014/main" id="{A7010F3E-D665-0FAF-69C3-4A7BD22FEC96}"/>
                  </a:ext>
                </a:extLst>
              </p:cNvPr>
              <p:cNvSpPr/>
              <p:nvPr/>
            </p:nvSpPr>
            <p:spPr>
              <a:xfrm>
                <a:off x="384548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7" name="pg406">
                <a:extLst>
                  <a:ext uri="{FF2B5EF4-FFF2-40B4-BE49-F238E27FC236}">
                    <a16:creationId xmlns:a16="http://schemas.microsoft.com/office/drawing/2014/main" id="{3FC052F6-04AF-47B3-5653-4D44D119F592}"/>
                  </a:ext>
                </a:extLst>
              </p:cNvPr>
              <p:cNvSpPr/>
              <p:nvPr/>
            </p:nvSpPr>
            <p:spPr>
              <a:xfrm>
                <a:off x="392692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8" name="pg407">
                <a:extLst>
                  <a:ext uri="{FF2B5EF4-FFF2-40B4-BE49-F238E27FC236}">
                    <a16:creationId xmlns:a16="http://schemas.microsoft.com/office/drawing/2014/main" id="{B41F921D-7ABF-A927-BD55-53BDD2AFAB45}"/>
                  </a:ext>
                </a:extLst>
              </p:cNvPr>
              <p:cNvSpPr/>
              <p:nvPr/>
            </p:nvSpPr>
            <p:spPr>
              <a:xfrm>
                <a:off x="400836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9" name="pg408">
                <a:extLst>
                  <a:ext uri="{FF2B5EF4-FFF2-40B4-BE49-F238E27FC236}">
                    <a16:creationId xmlns:a16="http://schemas.microsoft.com/office/drawing/2014/main" id="{A1937824-D45F-A58D-7AF1-FAB94595AB7E}"/>
                  </a:ext>
                </a:extLst>
              </p:cNvPr>
              <p:cNvSpPr/>
              <p:nvPr/>
            </p:nvSpPr>
            <p:spPr>
              <a:xfrm>
                <a:off x="408979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0" name="pg409">
                <a:extLst>
                  <a:ext uri="{FF2B5EF4-FFF2-40B4-BE49-F238E27FC236}">
                    <a16:creationId xmlns:a16="http://schemas.microsoft.com/office/drawing/2014/main" id="{6CC17B3A-A998-6B11-7479-E25908E3371F}"/>
                  </a:ext>
                </a:extLst>
              </p:cNvPr>
              <p:cNvSpPr/>
              <p:nvPr/>
            </p:nvSpPr>
            <p:spPr>
              <a:xfrm>
                <a:off x="417123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1" name="pg410">
                <a:extLst>
                  <a:ext uri="{FF2B5EF4-FFF2-40B4-BE49-F238E27FC236}">
                    <a16:creationId xmlns:a16="http://schemas.microsoft.com/office/drawing/2014/main" id="{AD42C007-B7E5-1F09-257D-B876BCAABD21}"/>
                  </a:ext>
                </a:extLst>
              </p:cNvPr>
              <p:cNvSpPr/>
              <p:nvPr/>
            </p:nvSpPr>
            <p:spPr>
              <a:xfrm>
                <a:off x="425267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2" name="pg411">
                <a:extLst>
                  <a:ext uri="{FF2B5EF4-FFF2-40B4-BE49-F238E27FC236}">
                    <a16:creationId xmlns:a16="http://schemas.microsoft.com/office/drawing/2014/main" id="{9A95AE16-833F-DE2F-1854-A4B64CCE0A73}"/>
                  </a:ext>
                </a:extLst>
              </p:cNvPr>
              <p:cNvSpPr/>
              <p:nvPr/>
            </p:nvSpPr>
            <p:spPr>
              <a:xfrm>
                <a:off x="433411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3" name="pg412">
                <a:extLst>
                  <a:ext uri="{FF2B5EF4-FFF2-40B4-BE49-F238E27FC236}">
                    <a16:creationId xmlns:a16="http://schemas.microsoft.com/office/drawing/2014/main" id="{6C385AC4-0C22-1DA9-B292-CF53AF21DC6E}"/>
                  </a:ext>
                </a:extLst>
              </p:cNvPr>
              <p:cNvSpPr/>
              <p:nvPr/>
            </p:nvSpPr>
            <p:spPr>
              <a:xfrm>
                <a:off x="441554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4" name="pg413">
                <a:extLst>
                  <a:ext uri="{FF2B5EF4-FFF2-40B4-BE49-F238E27FC236}">
                    <a16:creationId xmlns:a16="http://schemas.microsoft.com/office/drawing/2014/main" id="{C0073CE8-C019-D4A1-23AD-05FF3BC7957C}"/>
                  </a:ext>
                </a:extLst>
              </p:cNvPr>
              <p:cNvSpPr/>
              <p:nvPr/>
            </p:nvSpPr>
            <p:spPr>
              <a:xfrm>
                <a:off x="449698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" name="pg414">
                <a:extLst>
                  <a:ext uri="{FF2B5EF4-FFF2-40B4-BE49-F238E27FC236}">
                    <a16:creationId xmlns:a16="http://schemas.microsoft.com/office/drawing/2014/main" id="{1A393EC1-2962-E022-6955-93933DA5C050}"/>
                  </a:ext>
                </a:extLst>
              </p:cNvPr>
              <p:cNvSpPr/>
              <p:nvPr/>
            </p:nvSpPr>
            <p:spPr>
              <a:xfrm>
                <a:off x="303111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" name="pg415">
                <a:extLst>
                  <a:ext uri="{FF2B5EF4-FFF2-40B4-BE49-F238E27FC236}">
                    <a16:creationId xmlns:a16="http://schemas.microsoft.com/office/drawing/2014/main" id="{93012CCD-594D-57D8-1FC7-A8F26D4A7FE2}"/>
                  </a:ext>
                </a:extLst>
              </p:cNvPr>
              <p:cNvSpPr/>
              <p:nvPr/>
            </p:nvSpPr>
            <p:spPr>
              <a:xfrm>
                <a:off x="311255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" name="pg416">
                <a:extLst>
                  <a:ext uri="{FF2B5EF4-FFF2-40B4-BE49-F238E27FC236}">
                    <a16:creationId xmlns:a16="http://schemas.microsoft.com/office/drawing/2014/main" id="{0A3A2B5C-4954-A3D4-4DCA-6F2169918676}"/>
                  </a:ext>
                </a:extLst>
              </p:cNvPr>
              <p:cNvSpPr/>
              <p:nvPr/>
            </p:nvSpPr>
            <p:spPr>
              <a:xfrm>
                <a:off x="319399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" name="pg417">
                <a:extLst>
                  <a:ext uri="{FF2B5EF4-FFF2-40B4-BE49-F238E27FC236}">
                    <a16:creationId xmlns:a16="http://schemas.microsoft.com/office/drawing/2014/main" id="{CBDA5B46-72D6-C776-B3B4-546EC7347F3A}"/>
                  </a:ext>
                </a:extLst>
              </p:cNvPr>
              <p:cNvSpPr/>
              <p:nvPr/>
            </p:nvSpPr>
            <p:spPr>
              <a:xfrm>
                <a:off x="327542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" name="pg418">
                <a:extLst>
                  <a:ext uri="{FF2B5EF4-FFF2-40B4-BE49-F238E27FC236}">
                    <a16:creationId xmlns:a16="http://schemas.microsoft.com/office/drawing/2014/main" id="{850F6E14-6338-DE85-B436-D2FC233931F1}"/>
                  </a:ext>
                </a:extLst>
              </p:cNvPr>
              <p:cNvSpPr/>
              <p:nvPr/>
            </p:nvSpPr>
            <p:spPr>
              <a:xfrm>
                <a:off x="335686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0" name="pg419">
                <a:extLst>
                  <a:ext uri="{FF2B5EF4-FFF2-40B4-BE49-F238E27FC236}">
                    <a16:creationId xmlns:a16="http://schemas.microsoft.com/office/drawing/2014/main" id="{4A2ED6D8-14C3-C358-1955-59A881DF889B}"/>
                  </a:ext>
                </a:extLst>
              </p:cNvPr>
              <p:cNvSpPr/>
              <p:nvPr/>
            </p:nvSpPr>
            <p:spPr>
              <a:xfrm>
                <a:off x="343830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1" name="pg420">
                <a:extLst>
                  <a:ext uri="{FF2B5EF4-FFF2-40B4-BE49-F238E27FC236}">
                    <a16:creationId xmlns:a16="http://schemas.microsoft.com/office/drawing/2014/main" id="{F1A7F778-EF68-9114-0665-CD20AEF08021}"/>
                  </a:ext>
                </a:extLst>
              </p:cNvPr>
              <p:cNvSpPr/>
              <p:nvPr/>
            </p:nvSpPr>
            <p:spPr>
              <a:xfrm>
                <a:off x="351973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2" name="pg421">
                <a:extLst>
                  <a:ext uri="{FF2B5EF4-FFF2-40B4-BE49-F238E27FC236}">
                    <a16:creationId xmlns:a16="http://schemas.microsoft.com/office/drawing/2014/main" id="{E94C67D2-69A4-5D6E-336F-88B46EBDCAB5}"/>
                  </a:ext>
                </a:extLst>
              </p:cNvPr>
              <p:cNvSpPr/>
              <p:nvPr/>
            </p:nvSpPr>
            <p:spPr>
              <a:xfrm>
                <a:off x="360117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3" name="pg422">
                <a:extLst>
                  <a:ext uri="{FF2B5EF4-FFF2-40B4-BE49-F238E27FC236}">
                    <a16:creationId xmlns:a16="http://schemas.microsoft.com/office/drawing/2014/main" id="{2DEFF9CD-A1D8-0469-9952-92ACB4D1A83C}"/>
                  </a:ext>
                </a:extLst>
              </p:cNvPr>
              <p:cNvSpPr/>
              <p:nvPr/>
            </p:nvSpPr>
            <p:spPr>
              <a:xfrm>
                <a:off x="368261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4" name="pg423">
                <a:extLst>
                  <a:ext uri="{FF2B5EF4-FFF2-40B4-BE49-F238E27FC236}">
                    <a16:creationId xmlns:a16="http://schemas.microsoft.com/office/drawing/2014/main" id="{942F48B2-F902-81D9-0150-0A30D414315D}"/>
                  </a:ext>
                </a:extLst>
              </p:cNvPr>
              <p:cNvSpPr/>
              <p:nvPr/>
            </p:nvSpPr>
            <p:spPr>
              <a:xfrm>
                <a:off x="376405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5" name="pg424">
                <a:extLst>
                  <a:ext uri="{FF2B5EF4-FFF2-40B4-BE49-F238E27FC236}">
                    <a16:creationId xmlns:a16="http://schemas.microsoft.com/office/drawing/2014/main" id="{CDB44477-21AE-A91E-998B-C7B12054E79F}"/>
                  </a:ext>
                </a:extLst>
              </p:cNvPr>
              <p:cNvSpPr/>
              <p:nvPr/>
            </p:nvSpPr>
            <p:spPr>
              <a:xfrm>
                <a:off x="384548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6" name="pg425">
                <a:extLst>
                  <a:ext uri="{FF2B5EF4-FFF2-40B4-BE49-F238E27FC236}">
                    <a16:creationId xmlns:a16="http://schemas.microsoft.com/office/drawing/2014/main" id="{DE19AE39-8C43-118E-3F53-8EBA9A3F48D7}"/>
                  </a:ext>
                </a:extLst>
              </p:cNvPr>
              <p:cNvSpPr/>
              <p:nvPr/>
            </p:nvSpPr>
            <p:spPr>
              <a:xfrm>
                <a:off x="392692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7" name="pg426">
                <a:extLst>
                  <a:ext uri="{FF2B5EF4-FFF2-40B4-BE49-F238E27FC236}">
                    <a16:creationId xmlns:a16="http://schemas.microsoft.com/office/drawing/2014/main" id="{FB13DF18-6CAB-CB41-52A9-A6E923B35A2C}"/>
                  </a:ext>
                </a:extLst>
              </p:cNvPr>
              <p:cNvSpPr/>
              <p:nvPr/>
            </p:nvSpPr>
            <p:spPr>
              <a:xfrm>
                <a:off x="400836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8" name="pg427">
                <a:extLst>
                  <a:ext uri="{FF2B5EF4-FFF2-40B4-BE49-F238E27FC236}">
                    <a16:creationId xmlns:a16="http://schemas.microsoft.com/office/drawing/2014/main" id="{1F8E1A55-3D3B-FBD1-824C-0F517937D42E}"/>
                  </a:ext>
                </a:extLst>
              </p:cNvPr>
              <p:cNvSpPr/>
              <p:nvPr/>
            </p:nvSpPr>
            <p:spPr>
              <a:xfrm>
                <a:off x="408979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9" name="pg428">
                <a:extLst>
                  <a:ext uri="{FF2B5EF4-FFF2-40B4-BE49-F238E27FC236}">
                    <a16:creationId xmlns:a16="http://schemas.microsoft.com/office/drawing/2014/main" id="{84B80CD0-ED0A-D5EA-62AA-27008275FA87}"/>
                  </a:ext>
                </a:extLst>
              </p:cNvPr>
              <p:cNvSpPr/>
              <p:nvPr/>
            </p:nvSpPr>
            <p:spPr>
              <a:xfrm>
                <a:off x="417123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0" name="pg429">
                <a:extLst>
                  <a:ext uri="{FF2B5EF4-FFF2-40B4-BE49-F238E27FC236}">
                    <a16:creationId xmlns:a16="http://schemas.microsoft.com/office/drawing/2014/main" id="{2904093F-01B2-232C-D0E0-EBC0D5EBFBE3}"/>
                  </a:ext>
                </a:extLst>
              </p:cNvPr>
              <p:cNvSpPr/>
              <p:nvPr/>
            </p:nvSpPr>
            <p:spPr>
              <a:xfrm>
                <a:off x="425267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1" name="pg430">
                <a:extLst>
                  <a:ext uri="{FF2B5EF4-FFF2-40B4-BE49-F238E27FC236}">
                    <a16:creationId xmlns:a16="http://schemas.microsoft.com/office/drawing/2014/main" id="{6987528A-2B03-2604-F152-4468DFDD27FA}"/>
                  </a:ext>
                </a:extLst>
              </p:cNvPr>
              <p:cNvSpPr/>
              <p:nvPr/>
            </p:nvSpPr>
            <p:spPr>
              <a:xfrm>
                <a:off x="433411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2" name="pg431">
                <a:extLst>
                  <a:ext uri="{FF2B5EF4-FFF2-40B4-BE49-F238E27FC236}">
                    <a16:creationId xmlns:a16="http://schemas.microsoft.com/office/drawing/2014/main" id="{F15A04D1-B979-BEC2-17A8-8D14E27E5662}"/>
                  </a:ext>
                </a:extLst>
              </p:cNvPr>
              <p:cNvSpPr/>
              <p:nvPr/>
            </p:nvSpPr>
            <p:spPr>
              <a:xfrm>
                <a:off x="441554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3" name="pg432">
                <a:extLst>
                  <a:ext uri="{FF2B5EF4-FFF2-40B4-BE49-F238E27FC236}">
                    <a16:creationId xmlns:a16="http://schemas.microsoft.com/office/drawing/2014/main" id="{7F1356C7-ECEC-2EE7-9BF7-0EB47B976A6F}"/>
                  </a:ext>
                </a:extLst>
              </p:cNvPr>
              <p:cNvSpPr/>
              <p:nvPr/>
            </p:nvSpPr>
            <p:spPr>
              <a:xfrm>
                <a:off x="311255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4" name="pg433">
                <a:extLst>
                  <a:ext uri="{FF2B5EF4-FFF2-40B4-BE49-F238E27FC236}">
                    <a16:creationId xmlns:a16="http://schemas.microsoft.com/office/drawing/2014/main" id="{3CFC784A-B1A7-53F3-2066-002BEEF8E961}"/>
                  </a:ext>
                </a:extLst>
              </p:cNvPr>
              <p:cNvSpPr/>
              <p:nvPr/>
            </p:nvSpPr>
            <p:spPr>
              <a:xfrm>
                <a:off x="319399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5" name="pg434">
                <a:extLst>
                  <a:ext uri="{FF2B5EF4-FFF2-40B4-BE49-F238E27FC236}">
                    <a16:creationId xmlns:a16="http://schemas.microsoft.com/office/drawing/2014/main" id="{B7ADBD19-5AB2-C3CD-5000-58E1F3D89DF7}"/>
                  </a:ext>
                </a:extLst>
              </p:cNvPr>
              <p:cNvSpPr/>
              <p:nvPr/>
            </p:nvSpPr>
            <p:spPr>
              <a:xfrm>
                <a:off x="327542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6" name="pg435">
                <a:extLst>
                  <a:ext uri="{FF2B5EF4-FFF2-40B4-BE49-F238E27FC236}">
                    <a16:creationId xmlns:a16="http://schemas.microsoft.com/office/drawing/2014/main" id="{5A856A1E-62E3-D4E5-BEB7-6C6CA3D8CC58}"/>
                  </a:ext>
                </a:extLst>
              </p:cNvPr>
              <p:cNvSpPr/>
              <p:nvPr/>
            </p:nvSpPr>
            <p:spPr>
              <a:xfrm>
                <a:off x="335686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7" name="pg436">
                <a:extLst>
                  <a:ext uri="{FF2B5EF4-FFF2-40B4-BE49-F238E27FC236}">
                    <a16:creationId xmlns:a16="http://schemas.microsoft.com/office/drawing/2014/main" id="{AD8E3F68-6295-8096-8528-41EA182CA528}"/>
                  </a:ext>
                </a:extLst>
              </p:cNvPr>
              <p:cNvSpPr/>
              <p:nvPr/>
            </p:nvSpPr>
            <p:spPr>
              <a:xfrm>
                <a:off x="343830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8" name="pg437">
                <a:extLst>
                  <a:ext uri="{FF2B5EF4-FFF2-40B4-BE49-F238E27FC236}">
                    <a16:creationId xmlns:a16="http://schemas.microsoft.com/office/drawing/2014/main" id="{FF5E2F86-F615-741B-B2D8-871472958E9D}"/>
                  </a:ext>
                </a:extLst>
              </p:cNvPr>
              <p:cNvSpPr/>
              <p:nvPr/>
            </p:nvSpPr>
            <p:spPr>
              <a:xfrm>
                <a:off x="351973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9" name="pg438">
                <a:extLst>
                  <a:ext uri="{FF2B5EF4-FFF2-40B4-BE49-F238E27FC236}">
                    <a16:creationId xmlns:a16="http://schemas.microsoft.com/office/drawing/2014/main" id="{02FAEDC7-1CC0-0BAE-DD1D-97DBAE3F64F3}"/>
                  </a:ext>
                </a:extLst>
              </p:cNvPr>
              <p:cNvSpPr/>
              <p:nvPr/>
            </p:nvSpPr>
            <p:spPr>
              <a:xfrm>
                <a:off x="360117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0" name="pg439">
                <a:extLst>
                  <a:ext uri="{FF2B5EF4-FFF2-40B4-BE49-F238E27FC236}">
                    <a16:creationId xmlns:a16="http://schemas.microsoft.com/office/drawing/2014/main" id="{A5603DB9-0A1F-1014-43C1-2BCDA5A55B3B}"/>
                  </a:ext>
                </a:extLst>
              </p:cNvPr>
              <p:cNvSpPr/>
              <p:nvPr/>
            </p:nvSpPr>
            <p:spPr>
              <a:xfrm>
                <a:off x="368261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1" name="pg440">
                <a:extLst>
                  <a:ext uri="{FF2B5EF4-FFF2-40B4-BE49-F238E27FC236}">
                    <a16:creationId xmlns:a16="http://schemas.microsoft.com/office/drawing/2014/main" id="{4D6DCE03-1A29-EA1F-C288-CAF95026C9C1}"/>
                  </a:ext>
                </a:extLst>
              </p:cNvPr>
              <p:cNvSpPr/>
              <p:nvPr/>
            </p:nvSpPr>
            <p:spPr>
              <a:xfrm>
                <a:off x="376405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2" name="pg441">
                <a:extLst>
                  <a:ext uri="{FF2B5EF4-FFF2-40B4-BE49-F238E27FC236}">
                    <a16:creationId xmlns:a16="http://schemas.microsoft.com/office/drawing/2014/main" id="{A6CFF0BA-443E-B0E6-EF78-5837B3A7D422}"/>
                  </a:ext>
                </a:extLst>
              </p:cNvPr>
              <p:cNvSpPr/>
              <p:nvPr/>
            </p:nvSpPr>
            <p:spPr>
              <a:xfrm>
                <a:off x="384548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3" name="pg442">
                <a:extLst>
                  <a:ext uri="{FF2B5EF4-FFF2-40B4-BE49-F238E27FC236}">
                    <a16:creationId xmlns:a16="http://schemas.microsoft.com/office/drawing/2014/main" id="{2F3FB01F-7D40-9331-DE30-376656C8C6EF}"/>
                  </a:ext>
                </a:extLst>
              </p:cNvPr>
              <p:cNvSpPr/>
              <p:nvPr/>
            </p:nvSpPr>
            <p:spPr>
              <a:xfrm>
                <a:off x="392692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4" name="pg443">
                <a:extLst>
                  <a:ext uri="{FF2B5EF4-FFF2-40B4-BE49-F238E27FC236}">
                    <a16:creationId xmlns:a16="http://schemas.microsoft.com/office/drawing/2014/main" id="{1B8D789D-47AC-C3B7-08D5-B6D0DC459AA8}"/>
                  </a:ext>
                </a:extLst>
              </p:cNvPr>
              <p:cNvSpPr/>
              <p:nvPr/>
            </p:nvSpPr>
            <p:spPr>
              <a:xfrm>
                <a:off x="400836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5" name="pg444">
                <a:extLst>
                  <a:ext uri="{FF2B5EF4-FFF2-40B4-BE49-F238E27FC236}">
                    <a16:creationId xmlns:a16="http://schemas.microsoft.com/office/drawing/2014/main" id="{2EB333ED-0CC7-B5DC-8B61-F498E6A68B93}"/>
                  </a:ext>
                </a:extLst>
              </p:cNvPr>
              <p:cNvSpPr/>
              <p:nvPr/>
            </p:nvSpPr>
            <p:spPr>
              <a:xfrm>
                <a:off x="408979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6" name="pg445">
                <a:extLst>
                  <a:ext uri="{FF2B5EF4-FFF2-40B4-BE49-F238E27FC236}">
                    <a16:creationId xmlns:a16="http://schemas.microsoft.com/office/drawing/2014/main" id="{6CF4C75B-695F-1E7E-5283-F44F33E532F7}"/>
                  </a:ext>
                </a:extLst>
              </p:cNvPr>
              <p:cNvSpPr/>
              <p:nvPr/>
            </p:nvSpPr>
            <p:spPr>
              <a:xfrm>
                <a:off x="417123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7" name="pg446">
                <a:extLst>
                  <a:ext uri="{FF2B5EF4-FFF2-40B4-BE49-F238E27FC236}">
                    <a16:creationId xmlns:a16="http://schemas.microsoft.com/office/drawing/2014/main" id="{3BCDE77D-ABCA-68EE-097C-8F9C15560CC0}"/>
                  </a:ext>
                </a:extLst>
              </p:cNvPr>
              <p:cNvSpPr/>
              <p:nvPr/>
            </p:nvSpPr>
            <p:spPr>
              <a:xfrm>
                <a:off x="425267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8" name="pg447">
                <a:extLst>
                  <a:ext uri="{FF2B5EF4-FFF2-40B4-BE49-F238E27FC236}">
                    <a16:creationId xmlns:a16="http://schemas.microsoft.com/office/drawing/2014/main" id="{28A2638F-FCDD-B29D-164D-6C2EE3985BCE}"/>
                  </a:ext>
                </a:extLst>
              </p:cNvPr>
              <p:cNvSpPr/>
              <p:nvPr/>
            </p:nvSpPr>
            <p:spPr>
              <a:xfrm>
                <a:off x="433411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9" name="pg448">
                <a:extLst>
                  <a:ext uri="{FF2B5EF4-FFF2-40B4-BE49-F238E27FC236}">
                    <a16:creationId xmlns:a16="http://schemas.microsoft.com/office/drawing/2014/main" id="{D7C3102D-FCD9-C7D5-1465-0DC29CE74805}"/>
                  </a:ext>
                </a:extLst>
              </p:cNvPr>
              <p:cNvSpPr/>
              <p:nvPr/>
            </p:nvSpPr>
            <p:spPr>
              <a:xfrm>
                <a:off x="319399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0" name="pg449">
                <a:extLst>
                  <a:ext uri="{FF2B5EF4-FFF2-40B4-BE49-F238E27FC236}">
                    <a16:creationId xmlns:a16="http://schemas.microsoft.com/office/drawing/2014/main" id="{030C28B9-1E66-FFC3-8C89-5FB3154BFC11}"/>
                  </a:ext>
                </a:extLst>
              </p:cNvPr>
              <p:cNvSpPr/>
              <p:nvPr/>
            </p:nvSpPr>
            <p:spPr>
              <a:xfrm>
                <a:off x="327542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1" name="pg450">
                <a:extLst>
                  <a:ext uri="{FF2B5EF4-FFF2-40B4-BE49-F238E27FC236}">
                    <a16:creationId xmlns:a16="http://schemas.microsoft.com/office/drawing/2014/main" id="{92EB6A5C-8136-0D33-12F1-056F4FD8B516}"/>
                  </a:ext>
                </a:extLst>
              </p:cNvPr>
              <p:cNvSpPr/>
              <p:nvPr/>
            </p:nvSpPr>
            <p:spPr>
              <a:xfrm>
                <a:off x="335686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2" name="pg451">
                <a:extLst>
                  <a:ext uri="{FF2B5EF4-FFF2-40B4-BE49-F238E27FC236}">
                    <a16:creationId xmlns:a16="http://schemas.microsoft.com/office/drawing/2014/main" id="{03E92A8E-0E57-198B-8007-4738655859EA}"/>
                  </a:ext>
                </a:extLst>
              </p:cNvPr>
              <p:cNvSpPr/>
              <p:nvPr/>
            </p:nvSpPr>
            <p:spPr>
              <a:xfrm>
                <a:off x="343830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3" name="pg452">
                <a:extLst>
                  <a:ext uri="{FF2B5EF4-FFF2-40B4-BE49-F238E27FC236}">
                    <a16:creationId xmlns:a16="http://schemas.microsoft.com/office/drawing/2014/main" id="{CA0FFADD-2F1B-CCDB-30B9-1ABE0277E9B6}"/>
                  </a:ext>
                </a:extLst>
              </p:cNvPr>
              <p:cNvSpPr/>
              <p:nvPr/>
            </p:nvSpPr>
            <p:spPr>
              <a:xfrm>
                <a:off x="351973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4" name="pg453">
                <a:extLst>
                  <a:ext uri="{FF2B5EF4-FFF2-40B4-BE49-F238E27FC236}">
                    <a16:creationId xmlns:a16="http://schemas.microsoft.com/office/drawing/2014/main" id="{5C60A8C5-96CB-095E-4456-10DAAC3B0F21}"/>
                  </a:ext>
                </a:extLst>
              </p:cNvPr>
              <p:cNvSpPr/>
              <p:nvPr/>
            </p:nvSpPr>
            <p:spPr>
              <a:xfrm>
                <a:off x="360117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5" name="pg454">
                <a:extLst>
                  <a:ext uri="{FF2B5EF4-FFF2-40B4-BE49-F238E27FC236}">
                    <a16:creationId xmlns:a16="http://schemas.microsoft.com/office/drawing/2014/main" id="{50158473-89F6-3C74-B780-F7EB5E37848B}"/>
                  </a:ext>
                </a:extLst>
              </p:cNvPr>
              <p:cNvSpPr/>
              <p:nvPr/>
            </p:nvSpPr>
            <p:spPr>
              <a:xfrm>
                <a:off x="368261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6" name="pg455">
                <a:extLst>
                  <a:ext uri="{FF2B5EF4-FFF2-40B4-BE49-F238E27FC236}">
                    <a16:creationId xmlns:a16="http://schemas.microsoft.com/office/drawing/2014/main" id="{684C9812-C54C-FF1A-2A76-7E0DCBD4F3C1}"/>
                  </a:ext>
                </a:extLst>
              </p:cNvPr>
              <p:cNvSpPr/>
              <p:nvPr/>
            </p:nvSpPr>
            <p:spPr>
              <a:xfrm>
                <a:off x="376405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7" name="pg456">
                <a:extLst>
                  <a:ext uri="{FF2B5EF4-FFF2-40B4-BE49-F238E27FC236}">
                    <a16:creationId xmlns:a16="http://schemas.microsoft.com/office/drawing/2014/main" id="{25A45589-DE2E-2749-F351-A6ACBDF43017}"/>
                  </a:ext>
                </a:extLst>
              </p:cNvPr>
              <p:cNvSpPr/>
              <p:nvPr/>
            </p:nvSpPr>
            <p:spPr>
              <a:xfrm>
                <a:off x="384548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8" name="pg457">
                <a:extLst>
                  <a:ext uri="{FF2B5EF4-FFF2-40B4-BE49-F238E27FC236}">
                    <a16:creationId xmlns:a16="http://schemas.microsoft.com/office/drawing/2014/main" id="{ABB54DD8-4BE3-E924-FF52-D230A5B66BDE}"/>
                  </a:ext>
                </a:extLst>
              </p:cNvPr>
              <p:cNvSpPr/>
              <p:nvPr/>
            </p:nvSpPr>
            <p:spPr>
              <a:xfrm>
                <a:off x="392692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9" name="pg458">
                <a:extLst>
                  <a:ext uri="{FF2B5EF4-FFF2-40B4-BE49-F238E27FC236}">
                    <a16:creationId xmlns:a16="http://schemas.microsoft.com/office/drawing/2014/main" id="{24D3A4A9-C246-FBAC-F3E4-168F8DF76F45}"/>
                  </a:ext>
                </a:extLst>
              </p:cNvPr>
              <p:cNvSpPr/>
              <p:nvPr/>
            </p:nvSpPr>
            <p:spPr>
              <a:xfrm>
                <a:off x="400836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0" name="pg459">
                <a:extLst>
                  <a:ext uri="{FF2B5EF4-FFF2-40B4-BE49-F238E27FC236}">
                    <a16:creationId xmlns:a16="http://schemas.microsoft.com/office/drawing/2014/main" id="{A447C7D7-0FDA-75E4-1117-9D74BB90AA6A}"/>
                  </a:ext>
                </a:extLst>
              </p:cNvPr>
              <p:cNvSpPr/>
              <p:nvPr/>
            </p:nvSpPr>
            <p:spPr>
              <a:xfrm>
                <a:off x="408979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1" name="pg460">
                <a:extLst>
                  <a:ext uri="{FF2B5EF4-FFF2-40B4-BE49-F238E27FC236}">
                    <a16:creationId xmlns:a16="http://schemas.microsoft.com/office/drawing/2014/main" id="{9F4A821B-97B3-911C-F7FB-B3BF5154454C}"/>
                  </a:ext>
                </a:extLst>
              </p:cNvPr>
              <p:cNvSpPr/>
              <p:nvPr/>
            </p:nvSpPr>
            <p:spPr>
              <a:xfrm>
                <a:off x="417123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2" name="pg461">
                <a:extLst>
                  <a:ext uri="{FF2B5EF4-FFF2-40B4-BE49-F238E27FC236}">
                    <a16:creationId xmlns:a16="http://schemas.microsoft.com/office/drawing/2014/main" id="{D92BE190-48A1-05E9-E989-14A8CF6EFF04}"/>
                  </a:ext>
                </a:extLst>
              </p:cNvPr>
              <p:cNvSpPr/>
              <p:nvPr/>
            </p:nvSpPr>
            <p:spPr>
              <a:xfrm>
                <a:off x="425267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3" name="pg462">
                <a:extLst>
                  <a:ext uri="{FF2B5EF4-FFF2-40B4-BE49-F238E27FC236}">
                    <a16:creationId xmlns:a16="http://schemas.microsoft.com/office/drawing/2014/main" id="{BA313249-8D16-6FB8-F140-B528ACFEFF73}"/>
                  </a:ext>
                </a:extLst>
              </p:cNvPr>
              <p:cNvSpPr/>
              <p:nvPr/>
            </p:nvSpPr>
            <p:spPr>
              <a:xfrm>
                <a:off x="433411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4" name="pg463">
                <a:extLst>
                  <a:ext uri="{FF2B5EF4-FFF2-40B4-BE49-F238E27FC236}">
                    <a16:creationId xmlns:a16="http://schemas.microsoft.com/office/drawing/2014/main" id="{AF0CA432-3E37-C937-0D1B-730A3A3196B0}"/>
                  </a:ext>
                </a:extLst>
              </p:cNvPr>
              <p:cNvSpPr/>
              <p:nvPr/>
            </p:nvSpPr>
            <p:spPr>
              <a:xfrm>
                <a:off x="286824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5" name="pg464">
                <a:extLst>
                  <a:ext uri="{FF2B5EF4-FFF2-40B4-BE49-F238E27FC236}">
                    <a16:creationId xmlns:a16="http://schemas.microsoft.com/office/drawing/2014/main" id="{DE9A1769-D44C-5108-BF65-F66720A2894A}"/>
                  </a:ext>
                </a:extLst>
              </p:cNvPr>
              <p:cNvSpPr/>
              <p:nvPr/>
            </p:nvSpPr>
            <p:spPr>
              <a:xfrm>
                <a:off x="294967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6" name="pg465">
                <a:extLst>
                  <a:ext uri="{FF2B5EF4-FFF2-40B4-BE49-F238E27FC236}">
                    <a16:creationId xmlns:a16="http://schemas.microsoft.com/office/drawing/2014/main" id="{ABF06971-7FC0-1DFD-8AA4-E52859C89380}"/>
                  </a:ext>
                </a:extLst>
              </p:cNvPr>
              <p:cNvSpPr/>
              <p:nvPr/>
            </p:nvSpPr>
            <p:spPr>
              <a:xfrm>
                <a:off x="303111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7" name="pg466">
                <a:extLst>
                  <a:ext uri="{FF2B5EF4-FFF2-40B4-BE49-F238E27FC236}">
                    <a16:creationId xmlns:a16="http://schemas.microsoft.com/office/drawing/2014/main" id="{E8AB7366-5ECA-6AB5-9DF8-985C678C1278}"/>
                  </a:ext>
                </a:extLst>
              </p:cNvPr>
              <p:cNvSpPr/>
              <p:nvPr/>
            </p:nvSpPr>
            <p:spPr>
              <a:xfrm>
                <a:off x="311255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8" name="pg467">
                <a:extLst>
                  <a:ext uri="{FF2B5EF4-FFF2-40B4-BE49-F238E27FC236}">
                    <a16:creationId xmlns:a16="http://schemas.microsoft.com/office/drawing/2014/main" id="{AC69D142-E829-945E-B8BA-645579B95A86}"/>
                  </a:ext>
                </a:extLst>
              </p:cNvPr>
              <p:cNvSpPr/>
              <p:nvPr/>
            </p:nvSpPr>
            <p:spPr>
              <a:xfrm>
                <a:off x="319399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9" name="pg468">
                <a:extLst>
                  <a:ext uri="{FF2B5EF4-FFF2-40B4-BE49-F238E27FC236}">
                    <a16:creationId xmlns:a16="http://schemas.microsoft.com/office/drawing/2014/main" id="{C2B33AE6-2A94-8DC4-5ADD-C638218AC1AF}"/>
                  </a:ext>
                </a:extLst>
              </p:cNvPr>
              <p:cNvSpPr/>
              <p:nvPr/>
            </p:nvSpPr>
            <p:spPr>
              <a:xfrm>
                <a:off x="327542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0" name="pg469">
                <a:extLst>
                  <a:ext uri="{FF2B5EF4-FFF2-40B4-BE49-F238E27FC236}">
                    <a16:creationId xmlns:a16="http://schemas.microsoft.com/office/drawing/2014/main" id="{21CC9487-867A-CA67-7990-9212BA79F85A}"/>
                  </a:ext>
                </a:extLst>
              </p:cNvPr>
              <p:cNvSpPr/>
              <p:nvPr/>
            </p:nvSpPr>
            <p:spPr>
              <a:xfrm>
                <a:off x="335686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1" name="pg470">
                <a:extLst>
                  <a:ext uri="{FF2B5EF4-FFF2-40B4-BE49-F238E27FC236}">
                    <a16:creationId xmlns:a16="http://schemas.microsoft.com/office/drawing/2014/main" id="{620AF46C-005C-E076-1955-EBAC87A81607}"/>
                  </a:ext>
                </a:extLst>
              </p:cNvPr>
              <p:cNvSpPr/>
              <p:nvPr/>
            </p:nvSpPr>
            <p:spPr>
              <a:xfrm>
                <a:off x="343830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2" name="pg471">
                <a:extLst>
                  <a:ext uri="{FF2B5EF4-FFF2-40B4-BE49-F238E27FC236}">
                    <a16:creationId xmlns:a16="http://schemas.microsoft.com/office/drawing/2014/main" id="{C9E43C97-0DFC-B31E-F7E5-13697BD6C13B}"/>
                  </a:ext>
                </a:extLst>
              </p:cNvPr>
              <p:cNvSpPr/>
              <p:nvPr/>
            </p:nvSpPr>
            <p:spPr>
              <a:xfrm>
                <a:off x="351973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3" name="pg472">
                <a:extLst>
                  <a:ext uri="{FF2B5EF4-FFF2-40B4-BE49-F238E27FC236}">
                    <a16:creationId xmlns:a16="http://schemas.microsoft.com/office/drawing/2014/main" id="{18BDFCE2-F135-A68E-39F5-F909EDB46026}"/>
                  </a:ext>
                </a:extLst>
              </p:cNvPr>
              <p:cNvSpPr/>
              <p:nvPr/>
            </p:nvSpPr>
            <p:spPr>
              <a:xfrm>
                <a:off x="360117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4" name="pg473">
                <a:extLst>
                  <a:ext uri="{FF2B5EF4-FFF2-40B4-BE49-F238E27FC236}">
                    <a16:creationId xmlns:a16="http://schemas.microsoft.com/office/drawing/2014/main" id="{54C1E815-627D-8769-7B2C-9B4E52BB681B}"/>
                  </a:ext>
                </a:extLst>
              </p:cNvPr>
              <p:cNvSpPr/>
              <p:nvPr/>
            </p:nvSpPr>
            <p:spPr>
              <a:xfrm>
                <a:off x="368261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5" name="pg474">
                <a:extLst>
                  <a:ext uri="{FF2B5EF4-FFF2-40B4-BE49-F238E27FC236}">
                    <a16:creationId xmlns:a16="http://schemas.microsoft.com/office/drawing/2014/main" id="{EDE14EFA-5682-E148-2D7B-04D8FC171F55}"/>
                  </a:ext>
                </a:extLst>
              </p:cNvPr>
              <p:cNvSpPr/>
              <p:nvPr/>
            </p:nvSpPr>
            <p:spPr>
              <a:xfrm>
                <a:off x="376405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6" name="pg475">
                <a:extLst>
                  <a:ext uri="{FF2B5EF4-FFF2-40B4-BE49-F238E27FC236}">
                    <a16:creationId xmlns:a16="http://schemas.microsoft.com/office/drawing/2014/main" id="{91384EFA-1878-1E85-83CD-A9F6392E4DC8}"/>
                  </a:ext>
                </a:extLst>
              </p:cNvPr>
              <p:cNvSpPr/>
              <p:nvPr/>
            </p:nvSpPr>
            <p:spPr>
              <a:xfrm>
                <a:off x="384548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7" name="pg476">
                <a:extLst>
                  <a:ext uri="{FF2B5EF4-FFF2-40B4-BE49-F238E27FC236}">
                    <a16:creationId xmlns:a16="http://schemas.microsoft.com/office/drawing/2014/main" id="{43CE6B95-F9F1-D995-0A75-1CFA5A41E209}"/>
                  </a:ext>
                </a:extLst>
              </p:cNvPr>
              <p:cNvSpPr/>
              <p:nvPr/>
            </p:nvSpPr>
            <p:spPr>
              <a:xfrm>
                <a:off x="392692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8" name="pg477">
                <a:extLst>
                  <a:ext uri="{FF2B5EF4-FFF2-40B4-BE49-F238E27FC236}">
                    <a16:creationId xmlns:a16="http://schemas.microsoft.com/office/drawing/2014/main" id="{F41F273F-00DC-9E1C-3A22-5994DB10C8B2}"/>
                  </a:ext>
                </a:extLst>
              </p:cNvPr>
              <p:cNvSpPr/>
              <p:nvPr/>
            </p:nvSpPr>
            <p:spPr>
              <a:xfrm>
                <a:off x="400836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9" name="pg478">
                <a:extLst>
                  <a:ext uri="{FF2B5EF4-FFF2-40B4-BE49-F238E27FC236}">
                    <a16:creationId xmlns:a16="http://schemas.microsoft.com/office/drawing/2014/main" id="{FC22CE45-F889-5DC5-5580-BF30DFCE974C}"/>
                  </a:ext>
                </a:extLst>
              </p:cNvPr>
              <p:cNvSpPr/>
              <p:nvPr/>
            </p:nvSpPr>
            <p:spPr>
              <a:xfrm>
                <a:off x="408979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0" name="pg479">
                <a:extLst>
                  <a:ext uri="{FF2B5EF4-FFF2-40B4-BE49-F238E27FC236}">
                    <a16:creationId xmlns:a16="http://schemas.microsoft.com/office/drawing/2014/main" id="{AEC7A53E-DC7A-D916-DF99-88704BB2CEEB}"/>
                  </a:ext>
                </a:extLst>
              </p:cNvPr>
              <p:cNvSpPr/>
              <p:nvPr/>
            </p:nvSpPr>
            <p:spPr>
              <a:xfrm>
                <a:off x="417123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1" name="pg480">
                <a:extLst>
                  <a:ext uri="{FF2B5EF4-FFF2-40B4-BE49-F238E27FC236}">
                    <a16:creationId xmlns:a16="http://schemas.microsoft.com/office/drawing/2014/main" id="{CF9E5A9E-7523-079F-C250-37B5A6A4E61E}"/>
                  </a:ext>
                </a:extLst>
              </p:cNvPr>
              <p:cNvSpPr/>
              <p:nvPr/>
            </p:nvSpPr>
            <p:spPr>
              <a:xfrm>
                <a:off x="425267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2" name="pg481">
                <a:extLst>
                  <a:ext uri="{FF2B5EF4-FFF2-40B4-BE49-F238E27FC236}">
                    <a16:creationId xmlns:a16="http://schemas.microsoft.com/office/drawing/2014/main" id="{DE921EF1-BBC1-39F0-EBB3-FEC5F3A4F835}"/>
                  </a:ext>
                </a:extLst>
              </p:cNvPr>
              <p:cNvSpPr/>
              <p:nvPr/>
            </p:nvSpPr>
            <p:spPr>
              <a:xfrm>
                <a:off x="278680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3" name="pg482">
                <a:extLst>
                  <a:ext uri="{FF2B5EF4-FFF2-40B4-BE49-F238E27FC236}">
                    <a16:creationId xmlns:a16="http://schemas.microsoft.com/office/drawing/2014/main" id="{91B83A25-C325-C4AC-04FC-E3FD92A47782}"/>
                  </a:ext>
                </a:extLst>
              </p:cNvPr>
              <p:cNvSpPr/>
              <p:nvPr/>
            </p:nvSpPr>
            <p:spPr>
              <a:xfrm>
                <a:off x="286824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4" name="pg483">
                <a:extLst>
                  <a:ext uri="{FF2B5EF4-FFF2-40B4-BE49-F238E27FC236}">
                    <a16:creationId xmlns:a16="http://schemas.microsoft.com/office/drawing/2014/main" id="{0A5DC585-6353-53E2-76F1-A336650E9D6D}"/>
                  </a:ext>
                </a:extLst>
              </p:cNvPr>
              <p:cNvSpPr/>
              <p:nvPr/>
            </p:nvSpPr>
            <p:spPr>
              <a:xfrm>
                <a:off x="294967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5" name="pg484">
                <a:extLst>
                  <a:ext uri="{FF2B5EF4-FFF2-40B4-BE49-F238E27FC236}">
                    <a16:creationId xmlns:a16="http://schemas.microsoft.com/office/drawing/2014/main" id="{4075FD31-B129-19FA-4422-C8821E589ABA}"/>
                  </a:ext>
                </a:extLst>
              </p:cNvPr>
              <p:cNvSpPr/>
              <p:nvPr/>
            </p:nvSpPr>
            <p:spPr>
              <a:xfrm>
                <a:off x="303111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6" name="pg485">
                <a:extLst>
                  <a:ext uri="{FF2B5EF4-FFF2-40B4-BE49-F238E27FC236}">
                    <a16:creationId xmlns:a16="http://schemas.microsoft.com/office/drawing/2014/main" id="{A440027B-075A-D02F-FD84-DD9552E9F00F}"/>
                  </a:ext>
                </a:extLst>
              </p:cNvPr>
              <p:cNvSpPr/>
              <p:nvPr/>
            </p:nvSpPr>
            <p:spPr>
              <a:xfrm>
                <a:off x="311255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7" name="pg486">
                <a:extLst>
                  <a:ext uri="{FF2B5EF4-FFF2-40B4-BE49-F238E27FC236}">
                    <a16:creationId xmlns:a16="http://schemas.microsoft.com/office/drawing/2014/main" id="{47836568-00AA-A598-F4B4-150060E6B0DA}"/>
                  </a:ext>
                </a:extLst>
              </p:cNvPr>
              <p:cNvSpPr/>
              <p:nvPr/>
            </p:nvSpPr>
            <p:spPr>
              <a:xfrm>
                <a:off x="319399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8" name="pg487">
                <a:extLst>
                  <a:ext uri="{FF2B5EF4-FFF2-40B4-BE49-F238E27FC236}">
                    <a16:creationId xmlns:a16="http://schemas.microsoft.com/office/drawing/2014/main" id="{D0AE9A3E-4280-FA17-687E-609AC6DCD3C4}"/>
                  </a:ext>
                </a:extLst>
              </p:cNvPr>
              <p:cNvSpPr/>
              <p:nvPr/>
            </p:nvSpPr>
            <p:spPr>
              <a:xfrm>
                <a:off x="327542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9" name="pg488">
                <a:extLst>
                  <a:ext uri="{FF2B5EF4-FFF2-40B4-BE49-F238E27FC236}">
                    <a16:creationId xmlns:a16="http://schemas.microsoft.com/office/drawing/2014/main" id="{1CA4ED73-73F1-B29E-BF54-209B003664C4}"/>
                  </a:ext>
                </a:extLst>
              </p:cNvPr>
              <p:cNvSpPr/>
              <p:nvPr/>
            </p:nvSpPr>
            <p:spPr>
              <a:xfrm>
                <a:off x="335686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0" name="pg489">
                <a:extLst>
                  <a:ext uri="{FF2B5EF4-FFF2-40B4-BE49-F238E27FC236}">
                    <a16:creationId xmlns:a16="http://schemas.microsoft.com/office/drawing/2014/main" id="{B5B3E30A-2454-5999-71CF-4493B1837761}"/>
                  </a:ext>
                </a:extLst>
              </p:cNvPr>
              <p:cNvSpPr/>
              <p:nvPr/>
            </p:nvSpPr>
            <p:spPr>
              <a:xfrm>
                <a:off x="343830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1" name="pg490">
                <a:extLst>
                  <a:ext uri="{FF2B5EF4-FFF2-40B4-BE49-F238E27FC236}">
                    <a16:creationId xmlns:a16="http://schemas.microsoft.com/office/drawing/2014/main" id="{D79B3E07-1BB9-572A-4D1A-938AC5574821}"/>
                  </a:ext>
                </a:extLst>
              </p:cNvPr>
              <p:cNvSpPr/>
              <p:nvPr/>
            </p:nvSpPr>
            <p:spPr>
              <a:xfrm>
                <a:off x="351973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2" name="pg491">
                <a:extLst>
                  <a:ext uri="{FF2B5EF4-FFF2-40B4-BE49-F238E27FC236}">
                    <a16:creationId xmlns:a16="http://schemas.microsoft.com/office/drawing/2014/main" id="{DEADB740-7CA1-55C9-4179-4B09CA330D0A}"/>
                  </a:ext>
                </a:extLst>
              </p:cNvPr>
              <p:cNvSpPr/>
              <p:nvPr/>
            </p:nvSpPr>
            <p:spPr>
              <a:xfrm>
                <a:off x="360117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3" name="pg492">
                <a:extLst>
                  <a:ext uri="{FF2B5EF4-FFF2-40B4-BE49-F238E27FC236}">
                    <a16:creationId xmlns:a16="http://schemas.microsoft.com/office/drawing/2014/main" id="{ED78896C-A177-A871-20CF-F128541503C9}"/>
                  </a:ext>
                </a:extLst>
              </p:cNvPr>
              <p:cNvSpPr/>
              <p:nvPr/>
            </p:nvSpPr>
            <p:spPr>
              <a:xfrm>
                <a:off x="368261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4" name="pg493">
                <a:extLst>
                  <a:ext uri="{FF2B5EF4-FFF2-40B4-BE49-F238E27FC236}">
                    <a16:creationId xmlns:a16="http://schemas.microsoft.com/office/drawing/2014/main" id="{85D4C84C-BF5D-98BC-3952-DB611982DAE3}"/>
                  </a:ext>
                </a:extLst>
              </p:cNvPr>
              <p:cNvSpPr/>
              <p:nvPr/>
            </p:nvSpPr>
            <p:spPr>
              <a:xfrm>
                <a:off x="376405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5" name="pg494">
                <a:extLst>
                  <a:ext uri="{FF2B5EF4-FFF2-40B4-BE49-F238E27FC236}">
                    <a16:creationId xmlns:a16="http://schemas.microsoft.com/office/drawing/2014/main" id="{BDF0F107-8557-4915-CB4F-8E0E1418F7C8}"/>
                  </a:ext>
                </a:extLst>
              </p:cNvPr>
              <p:cNvSpPr/>
              <p:nvPr/>
            </p:nvSpPr>
            <p:spPr>
              <a:xfrm>
                <a:off x="384548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6" name="pg495">
                <a:extLst>
                  <a:ext uri="{FF2B5EF4-FFF2-40B4-BE49-F238E27FC236}">
                    <a16:creationId xmlns:a16="http://schemas.microsoft.com/office/drawing/2014/main" id="{CDFBFB14-6EB8-899E-0B58-C02D1D20B196}"/>
                  </a:ext>
                </a:extLst>
              </p:cNvPr>
              <p:cNvSpPr/>
              <p:nvPr/>
            </p:nvSpPr>
            <p:spPr>
              <a:xfrm>
                <a:off x="392692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7" name="pg496">
                <a:extLst>
                  <a:ext uri="{FF2B5EF4-FFF2-40B4-BE49-F238E27FC236}">
                    <a16:creationId xmlns:a16="http://schemas.microsoft.com/office/drawing/2014/main" id="{36CC85C5-ABFB-61F7-84E9-46F7B9B04DAB}"/>
                  </a:ext>
                </a:extLst>
              </p:cNvPr>
              <p:cNvSpPr/>
              <p:nvPr/>
            </p:nvSpPr>
            <p:spPr>
              <a:xfrm>
                <a:off x="400836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8" name="pg497">
                <a:extLst>
                  <a:ext uri="{FF2B5EF4-FFF2-40B4-BE49-F238E27FC236}">
                    <a16:creationId xmlns:a16="http://schemas.microsoft.com/office/drawing/2014/main" id="{F04F6CBE-20CC-E49B-F978-A910B801FDC7}"/>
                  </a:ext>
                </a:extLst>
              </p:cNvPr>
              <p:cNvSpPr/>
              <p:nvPr/>
            </p:nvSpPr>
            <p:spPr>
              <a:xfrm>
                <a:off x="408979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9" name="pg498">
                <a:extLst>
                  <a:ext uri="{FF2B5EF4-FFF2-40B4-BE49-F238E27FC236}">
                    <a16:creationId xmlns:a16="http://schemas.microsoft.com/office/drawing/2014/main" id="{E25E24A2-8082-1EB2-6724-F54F184C5236}"/>
                  </a:ext>
                </a:extLst>
              </p:cNvPr>
              <p:cNvSpPr/>
              <p:nvPr/>
            </p:nvSpPr>
            <p:spPr>
              <a:xfrm>
                <a:off x="417123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0" name="pg499">
                <a:extLst>
                  <a:ext uri="{FF2B5EF4-FFF2-40B4-BE49-F238E27FC236}">
                    <a16:creationId xmlns:a16="http://schemas.microsoft.com/office/drawing/2014/main" id="{72E9C3EE-5DDD-1AC2-A7EF-1F36BB83DA1D}"/>
                  </a:ext>
                </a:extLst>
              </p:cNvPr>
              <p:cNvSpPr/>
              <p:nvPr/>
            </p:nvSpPr>
            <p:spPr>
              <a:xfrm>
                <a:off x="425267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1" name="pg500">
                <a:extLst>
                  <a:ext uri="{FF2B5EF4-FFF2-40B4-BE49-F238E27FC236}">
                    <a16:creationId xmlns:a16="http://schemas.microsoft.com/office/drawing/2014/main" id="{A9A8A13C-2577-AB87-BC90-CFCAE46115E4}"/>
                  </a:ext>
                </a:extLst>
              </p:cNvPr>
              <p:cNvSpPr/>
              <p:nvPr/>
            </p:nvSpPr>
            <p:spPr>
              <a:xfrm>
                <a:off x="278680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2" name="pg501">
                <a:extLst>
                  <a:ext uri="{FF2B5EF4-FFF2-40B4-BE49-F238E27FC236}">
                    <a16:creationId xmlns:a16="http://schemas.microsoft.com/office/drawing/2014/main" id="{90C174E2-F88C-9837-9D12-B45AF5D83D2C}"/>
                  </a:ext>
                </a:extLst>
              </p:cNvPr>
              <p:cNvSpPr/>
              <p:nvPr/>
            </p:nvSpPr>
            <p:spPr>
              <a:xfrm>
                <a:off x="286824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3" name="pg502">
                <a:extLst>
                  <a:ext uri="{FF2B5EF4-FFF2-40B4-BE49-F238E27FC236}">
                    <a16:creationId xmlns:a16="http://schemas.microsoft.com/office/drawing/2014/main" id="{32DAEBD0-8502-F24A-9AE8-4476799B7EC4}"/>
                  </a:ext>
                </a:extLst>
              </p:cNvPr>
              <p:cNvSpPr/>
              <p:nvPr/>
            </p:nvSpPr>
            <p:spPr>
              <a:xfrm>
                <a:off x="294967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4" name="pg503">
                <a:extLst>
                  <a:ext uri="{FF2B5EF4-FFF2-40B4-BE49-F238E27FC236}">
                    <a16:creationId xmlns:a16="http://schemas.microsoft.com/office/drawing/2014/main" id="{FA1F2E24-1487-D249-C6C6-FFBBABC4BD3A}"/>
                  </a:ext>
                </a:extLst>
              </p:cNvPr>
              <p:cNvSpPr/>
              <p:nvPr/>
            </p:nvSpPr>
            <p:spPr>
              <a:xfrm>
                <a:off x="303111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5" name="pg504">
                <a:extLst>
                  <a:ext uri="{FF2B5EF4-FFF2-40B4-BE49-F238E27FC236}">
                    <a16:creationId xmlns:a16="http://schemas.microsoft.com/office/drawing/2014/main" id="{94696916-5AEF-9438-583B-3CF80DCBAD69}"/>
                  </a:ext>
                </a:extLst>
              </p:cNvPr>
              <p:cNvSpPr/>
              <p:nvPr/>
            </p:nvSpPr>
            <p:spPr>
              <a:xfrm>
                <a:off x="311255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6" name="pg505">
                <a:extLst>
                  <a:ext uri="{FF2B5EF4-FFF2-40B4-BE49-F238E27FC236}">
                    <a16:creationId xmlns:a16="http://schemas.microsoft.com/office/drawing/2014/main" id="{741E15B1-FDB6-CBF1-5876-7B2AE5B02E23}"/>
                  </a:ext>
                </a:extLst>
              </p:cNvPr>
              <p:cNvSpPr/>
              <p:nvPr/>
            </p:nvSpPr>
            <p:spPr>
              <a:xfrm>
                <a:off x="319399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7" name="pg506">
                <a:extLst>
                  <a:ext uri="{FF2B5EF4-FFF2-40B4-BE49-F238E27FC236}">
                    <a16:creationId xmlns:a16="http://schemas.microsoft.com/office/drawing/2014/main" id="{38A28D3B-C3B8-DAF3-EC06-FBAD77EC7F6B}"/>
                  </a:ext>
                </a:extLst>
              </p:cNvPr>
              <p:cNvSpPr/>
              <p:nvPr/>
            </p:nvSpPr>
            <p:spPr>
              <a:xfrm>
                <a:off x="327542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8" name="pg507">
                <a:extLst>
                  <a:ext uri="{FF2B5EF4-FFF2-40B4-BE49-F238E27FC236}">
                    <a16:creationId xmlns:a16="http://schemas.microsoft.com/office/drawing/2014/main" id="{DCE13090-ED01-2647-2DEC-24C652D44A98}"/>
                  </a:ext>
                </a:extLst>
              </p:cNvPr>
              <p:cNvSpPr/>
              <p:nvPr/>
            </p:nvSpPr>
            <p:spPr>
              <a:xfrm>
                <a:off x="335686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9" name="pg508">
                <a:extLst>
                  <a:ext uri="{FF2B5EF4-FFF2-40B4-BE49-F238E27FC236}">
                    <a16:creationId xmlns:a16="http://schemas.microsoft.com/office/drawing/2014/main" id="{0665C9BC-307A-0AFD-AAFA-C56058883210}"/>
                  </a:ext>
                </a:extLst>
              </p:cNvPr>
              <p:cNvSpPr/>
              <p:nvPr/>
            </p:nvSpPr>
            <p:spPr>
              <a:xfrm>
                <a:off x="343830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0" name="pg509">
                <a:extLst>
                  <a:ext uri="{FF2B5EF4-FFF2-40B4-BE49-F238E27FC236}">
                    <a16:creationId xmlns:a16="http://schemas.microsoft.com/office/drawing/2014/main" id="{F0DCF178-FD4E-C6A8-80E8-50F5F7208249}"/>
                  </a:ext>
                </a:extLst>
              </p:cNvPr>
              <p:cNvSpPr/>
              <p:nvPr/>
            </p:nvSpPr>
            <p:spPr>
              <a:xfrm>
                <a:off x="351973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1" name="pg510">
                <a:extLst>
                  <a:ext uri="{FF2B5EF4-FFF2-40B4-BE49-F238E27FC236}">
                    <a16:creationId xmlns:a16="http://schemas.microsoft.com/office/drawing/2014/main" id="{316C704C-9434-1792-2D9B-81BF389FC86F}"/>
                  </a:ext>
                </a:extLst>
              </p:cNvPr>
              <p:cNvSpPr/>
              <p:nvPr/>
            </p:nvSpPr>
            <p:spPr>
              <a:xfrm>
                <a:off x="360117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2" name="pg511">
                <a:extLst>
                  <a:ext uri="{FF2B5EF4-FFF2-40B4-BE49-F238E27FC236}">
                    <a16:creationId xmlns:a16="http://schemas.microsoft.com/office/drawing/2014/main" id="{614C97EA-342A-A977-CEC0-88433E9AD3DD}"/>
                  </a:ext>
                </a:extLst>
              </p:cNvPr>
              <p:cNvSpPr/>
              <p:nvPr/>
            </p:nvSpPr>
            <p:spPr>
              <a:xfrm>
                <a:off x="368261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3" name="pg512">
                <a:extLst>
                  <a:ext uri="{FF2B5EF4-FFF2-40B4-BE49-F238E27FC236}">
                    <a16:creationId xmlns:a16="http://schemas.microsoft.com/office/drawing/2014/main" id="{12DDE5FA-BE05-93AF-914F-8DE70C462B78}"/>
                  </a:ext>
                </a:extLst>
              </p:cNvPr>
              <p:cNvSpPr/>
              <p:nvPr/>
            </p:nvSpPr>
            <p:spPr>
              <a:xfrm>
                <a:off x="376405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4" name="pg513">
                <a:extLst>
                  <a:ext uri="{FF2B5EF4-FFF2-40B4-BE49-F238E27FC236}">
                    <a16:creationId xmlns:a16="http://schemas.microsoft.com/office/drawing/2014/main" id="{BBB780E2-5A54-519E-3302-97F51E98D184}"/>
                  </a:ext>
                </a:extLst>
              </p:cNvPr>
              <p:cNvSpPr/>
              <p:nvPr/>
            </p:nvSpPr>
            <p:spPr>
              <a:xfrm>
                <a:off x="384548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5" name="pg514">
                <a:extLst>
                  <a:ext uri="{FF2B5EF4-FFF2-40B4-BE49-F238E27FC236}">
                    <a16:creationId xmlns:a16="http://schemas.microsoft.com/office/drawing/2014/main" id="{14B2EDBA-C481-F9B6-9313-EB2B1AD6BF3A}"/>
                  </a:ext>
                </a:extLst>
              </p:cNvPr>
              <p:cNvSpPr/>
              <p:nvPr/>
            </p:nvSpPr>
            <p:spPr>
              <a:xfrm>
                <a:off x="392692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6" name="pg515">
                <a:extLst>
                  <a:ext uri="{FF2B5EF4-FFF2-40B4-BE49-F238E27FC236}">
                    <a16:creationId xmlns:a16="http://schemas.microsoft.com/office/drawing/2014/main" id="{D3DE7EEB-335D-5781-667D-21103E06EC43}"/>
                  </a:ext>
                </a:extLst>
              </p:cNvPr>
              <p:cNvSpPr/>
              <p:nvPr/>
            </p:nvSpPr>
            <p:spPr>
              <a:xfrm>
                <a:off x="400836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7" name="pg516">
                <a:extLst>
                  <a:ext uri="{FF2B5EF4-FFF2-40B4-BE49-F238E27FC236}">
                    <a16:creationId xmlns:a16="http://schemas.microsoft.com/office/drawing/2014/main" id="{47752C12-648D-908A-B5D2-3ED7FE2B214F}"/>
                  </a:ext>
                </a:extLst>
              </p:cNvPr>
              <p:cNvSpPr/>
              <p:nvPr/>
            </p:nvSpPr>
            <p:spPr>
              <a:xfrm>
                <a:off x="408979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8" name="pg517">
                <a:extLst>
                  <a:ext uri="{FF2B5EF4-FFF2-40B4-BE49-F238E27FC236}">
                    <a16:creationId xmlns:a16="http://schemas.microsoft.com/office/drawing/2014/main" id="{C7C0A2D2-0780-EDB2-67C0-0F16B071650A}"/>
                  </a:ext>
                </a:extLst>
              </p:cNvPr>
              <p:cNvSpPr/>
              <p:nvPr/>
            </p:nvSpPr>
            <p:spPr>
              <a:xfrm>
                <a:off x="417123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9" name="pg518">
                <a:extLst>
                  <a:ext uri="{FF2B5EF4-FFF2-40B4-BE49-F238E27FC236}">
                    <a16:creationId xmlns:a16="http://schemas.microsoft.com/office/drawing/2014/main" id="{9C58AA3B-DA56-F2CC-D40B-5DD586E82D51}"/>
                  </a:ext>
                </a:extLst>
              </p:cNvPr>
              <p:cNvSpPr/>
              <p:nvPr/>
            </p:nvSpPr>
            <p:spPr>
              <a:xfrm>
                <a:off x="278680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0" name="pg519">
                <a:extLst>
                  <a:ext uri="{FF2B5EF4-FFF2-40B4-BE49-F238E27FC236}">
                    <a16:creationId xmlns:a16="http://schemas.microsoft.com/office/drawing/2014/main" id="{A13E415C-B42A-555E-0B6A-0A1D36006756}"/>
                  </a:ext>
                </a:extLst>
              </p:cNvPr>
              <p:cNvSpPr/>
              <p:nvPr/>
            </p:nvSpPr>
            <p:spPr>
              <a:xfrm>
                <a:off x="286824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1" name="pg520">
                <a:extLst>
                  <a:ext uri="{FF2B5EF4-FFF2-40B4-BE49-F238E27FC236}">
                    <a16:creationId xmlns:a16="http://schemas.microsoft.com/office/drawing/2014/main" id="{5AE308CD-7C76-0D92-AE9A-AABB4E886130}"/>
                  </a:ext>
                </a:extLst>
              </p:cNvPr>
              <p:cNvSpPr/>
              <p:nvPr/>
            </p:nvSpPr>
            <p:spPr>
              <a:xfrm>
                <a:off x="294967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2" name="pg521">
                <a:extLst>
                  <a:ext uri="{FF2B5EF4-FFF2-40B4-BE49-F238E27FC236}">
                    <a16:creationId xmlns:a16="http://schemas.microsoft.com/office/drawing/2014/main" id="{E49F2961-5B61-5199-362D-7FF25E815E17}"/>
                  </a:ext>
                </a:extLst>
              </p:cNvPr>
              <p:cNvSpPr/>
              <p:nvPr/>
            </p:nvSpPr>
            <p:spPr>
              <a:xfrm>
                <a:off x="303111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3" name="pg522">
                <a:extLst>
                  <a:ext uri="{FF2B5EF4-FFF2-40B4-BE49-F238E27FC236}">
                    <a16:creationId xmlns:a16="http://schemas.microsoft.com/office/drawing/2014/main" id="{38FABE86-A255-795D-4D06-2AEB331180E1}"/>
                  </a:ext>
                </a:extLst>
              </p:cNvPr>
              <p:cNvSpPr/>
              <p:nvPr/>
            </p:nvSpPr>
            <p:spPr>
              <a:xfrm>
                <a:off x="311255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4" name="pg523">
                <a:extLst>
                  <a:ext uri="{FF2B5EF4-FFF2-40B4-BE49-F238E27FC236}">
                    <a16:creationId xmlns:a16="http://schemas.microsoft.com/office/drawing/2014/main" id="{E0349DF0-1FB0-5C79-C1DB-DEB91CF2D32A}"/>
                  </a:ext>
                </a:extLst>
              </p:cNvPr>
              <p:cNvSpPr/>
              <p:nvPr/>
            </p:nvSpPr>
            <p:spPr>
              <a:xfrm>
                <a:off x="319399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5" name="pg524">
                <a:extLst>
                  <a:ext uri="{FF2B5EF4-FFF2-40B4-BE49-F238E27FC236}">
                    <a16:creationId xmlns:a16="http://schemas.microsoft.com/office/drawing/2014/main" id="{10A9D5F1-8E00-AC1E-0BD6-70AFF25BFC5E}"/>
                  </a:ext>
                </a:extLst>
              </p:cNvPr>
              <p:cNvSpPr/>
              <p:nvPr/>
            </p:nvSpPr>
            <p:spPr>
              <a:xfrm>
                <a:off x="327542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6" name="pg525">
                <a:extLst>
                  <a:ext uri="{FF2B5EF4-FFF2-40B4-BE49-F238E27FC236}">
                    <a16:creationId xmlns:a16="http://schemas.microsoft.com/office/drawing/2014/main" id="{07519EB1-5206-9DFE-1CB7-B48560EE0433}"/>
                  </a:ext>
                </a:extLst>
              </p:cNvPr>
              <p:cNvSpPr/>
              <p:nvPr/>
            </p:nvSpPr>
            <p:spPr>
              <a:xfrm>
                <a:off x="335686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7" name="pg526">
                <a:extLst>
                  <a:ext uri="{FF2B5EF4-FFF2-40B4-BE49-F238E27FC236}">
                    <a16:creationId xmlns:a16="http://schemas.microsoft.com/office/drawing/2014/main" id="{4AFB05B7-2A1A-D3D6-6A00-510B2AF0AE56}"/>
                  </a:ext>
                </a:extLst>
              </p:cNvPr>
              <p:cNvSpPr/>
              <p:nvPr/>
            </p:nvSpPr>
            <p:spPr>
              <a:xfrm>
                <a:off x="343830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8" name="pg527">
                <a:extLst>
                  <a:ext uri="{FF2B5EF4-FFF2-40B4-BE49-F238E27FC236}">
                    <a16:creationId xmlns:a16="http://schemas.microsoft.com/office/drawing/2014/main" id="{33BA5FAD-9DB5-8452-A8E5-1AABA4C97866}"/>
                  </a:ext>
                </a:extLst>
              </p:cNvPr>
              <p:cNvSpPr/>
              <p:nvPr/>
            </p:nvSpPr>
            <p:spPr>
              <a:xfrm>
                <a:off x="351973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9" name="pg528">
                <a:extLst>
                  <a:ext uri="{FF2B5EF4-FFF2-40B4-BE49-F238E27FC236}">
                    <a16:creationId xmlns:a16="http://schemas.microsoft.com/office/drawing/2014/main" id="{9D5BE883-5DA0-6DBC-34C5-6FBE923A5D31}"/>
                  </a:ext>
                </a:extLst>
              </p:cNvPr>
              <p:cNvSpPr/>
              <p:nvPr/>
            </p:nvSpPr>
            <p:spPr>
              <a:xfrm>
                <a:off x="360117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0" name="pg529">
                <a:extLst>
                  <a:ext uri="{FF2B5EF4-FFF2-40B4-BE49-F238E27FC236}">
                    <a16:creationId xmlns:a16="http://schemas.microsoft.com/office/drawing/2014/main" id="{C2DEFC86-DAE5-056A-0AA9-60CC89964607}"/>
                  </a:ext>
                </a:extLst>
              </p:cNvPr>
              <p:cNvSpPr/>
              <p:nvPr/>
            </p:nvSpPr>
            <p:spPr>
              <a:xfrm>
                <a:off x="368261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1" name="pg530">
                <a:extLst>
                  <a:ext uri="{FF2B5EF4-FFF2-40B4-BE49-F238E27FC236}">
                    <a16:creationId xmlns:a16="http://schemas.microsoft.com/office/drawing/2014/main" id="{D1ABA9A0-8F60-2469-6461-1A0B7E777026}"/>
                  </a:ext>
                </a:extLst>
              </p:cNvPr>
              <p:cNvSpPr/>
              <p:nvPr/>
            </p:nvSpPr>
            <p:spPr>
              <a:xfrm>
                <a:off x="376405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2" name="pg531">
                <a:extLst>
                  <a:ext uri="{FF2B5EF4-FFF2-40B4-BE49-F238E27FC236}">
                    <a16:creationId xmlns:a16="http://schemas.microsoft.com/office/drawing/2014/main" id="{8FDF5AE3-B37C-166C-73B9-44B5C7C3D59B}"/>
                  </a:ext>
                </a:extLst>
              </p:cNvPr>
              <p:cNvSpPr/>
              <p:nvPr/>
            </p:nvSpPr>
            <p:spPr>
              <a:xfrm>
                <a:off x="384548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3" name="pg532">
                <a:extLst>
                  <a:ext uri="{FF2B5EF4-FFF2-40B4-BE49-F238E27FC236}">
                    <a16:creationId xmlns:a16="http://schemas.microsoft.com/office/drawing/2014/main" id="{EAE90EE5-1998-7F08-42D4-7B414DD380D0}"/>
                  </a:ext>
                </a:extLst>
              </p:cNvPr>
              <p:cNvSpPr/>
              <p:nvPr/>
            </p:nvSpPr>
            <p:spPr>
              <a:xfrm>
                <a:off x="392692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4" name="pg533">
                <a:extLst>
                  <a:ext uri="{FF2B5EF4-FFF2-40B4-BE49-F238E27FC236}">
                    <a16:creationId xmlns:a16="http://schemas.microsoft.com/office/drawing/2014/main" id="{8747F20C-9478-978B-D84E-BC66BCCCB765}"/>
                  </a:ext>
                </a:extLst>
              </p:cNvPr>
              <p:cNvSpPr/>
              <p:nvPr/>
            </p:nvSpPr>
            <p:spPr>
              <a:xfrm>
                <a:off x="400836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5" name="pg534">
                <a:extLst>
                  <a:ext uri="{FF2B5EF4-FFF2-40B4-BE49-F238E27FC236}">
                    <a16:creationId xmlns:a16="http://schemas.microsoft.com/office/drawing/2014/main" id="{6E0D4AC3-F210-CA17-D205-82FF26BCD70B}"/>
                  </a:ext>
                </a:extLst>
              </p:cNvPr>
              <p:cNvSpPr/>
              <p:nvPr/>
            </p:nvSpPr>
            <p:spPr>
              <a:xfrm>
                <a:off x="408979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6" name="pg535">
                <a:extLst>
                  <a:ext uri="{FF2B5EF4-FFF2-40B4-BE49-F238E27FC236}">
                    <a16:creationId xmlns:a16="http://schemas.microsoft.com/office/drawing/2014/main" id="{146465BB-B495-9543-B1C7-3C58A5C92BA4}"/>
                  </a:ext>
                </a:extLst>
              </p:cNvPr>
              <p:cNvSpPr/>
              <p:nvPr/>
            </p:nvSpPr>
            <p:spPr>
              <a:xfrm>
                <a:off x="286824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7" name="pg536">
                <a:extLst>
                  <a:ext uri="{FF2B5EF4-FFF2-40B4-BE49-F238E27FC236}">
                    <a16:creationId xmlns:a16="http://schemas.microsoft.com/office/drawing/2014/main" id="{99095704-E23C-FB6B-C669-236977580027}"/>
                  </a:ext>
                </a:extLst>
              </p:cNvPr>
              <p:cNvSpPr/>
              <p:nvPr/>
            </p:nvSpPr>
            <p:spPr>
              <a:xfrm>
                <a:off x="294967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8" name="pg537">
                <a:extLst>
                  <a:ext uri="{FF2B5EF4-FFF2-40B4-BE49-F238E27FC236}">
                    <a16:creationId xmlns:a16="http://schemas.microsoft.com/office/drawing/2014/main" id="{8965FC40-DB2F-9759-D432-5F1BC1905261}"/>
                  </a:ext>
                </a:extLst>
              </p:cNvPr>
              <p:cNvSpPr/>
              <p:nvPr/>
            </p:nvSpPr>
            <p:spPr>
              <a:xfrm>
                <a:off x="303111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9" name="pg538">
                <a:extLst>
                  <a:ext uri="{FF2B5EF4-FFF2-40B4-BE49-F238E27FC236}">
                    <a16:creationId xmlns:a16="http://schemas.microsoft.com/office/drawing/2014/main" id="{3DE34EFC-A818-E491-0F7E-7CE59FA44EF6}"/>
                  </a:ext>
                </a:extLst>
              </p:cNvPr>
              <p:cNvSpPr/>
              <p:nvPr/>
            </p:nvSpPr>
            <p:spPr>
              <a:xfrm>
                <a:off x="311255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0" name="pg539">
                <a:extLst>
                  <a:ext uri="{FF2B5EF4-FFF2-40B4-BE49-F238E27FC236}">
                    <a16:creationId xmlns:a16="http://schemas.microsoft.com/office/drawing/2014/main" id="{1181D84B-824A-09C4-A2D6-4AB2EFEFA9CB}"/>
                  </a:ext>
                </a:extLst>
              </p:cNvPr>
              <p:cNvSpPr/>
              <p:nvPr/>
            </p:nvSpPr>
            <p:spPr>
              <a:xfrm>
                <a:off x="319399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1" name="pg540">
                <a:extLst>
                  <a:ext uri="{FF2B5EF4-FFF2-40B4-BE49-F238E27FC236}">
                    <a16:creationId xmlns:a16="http://schemas.microsoft.com/office/drawing/2014/main" id="{039011E5-41F3-B8E1-FD9A-3AEC5A712B22}"/>
                  </a:ext>
                </a:extLst>
              </p:cNvPr>
              <p:cNvSpPr/>
              <p:nvPr/>
            </p:nvSpPr>
            <p:spPr>
              <a:xfrm>
                <a:off x="327542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2" name="pg541">
                <a:extLst>
                  <a:ext uri="{FF2B5EF4-FFF2-40B4-BE49-F238E27FC236}">
                    <a16:creationId xmlns:a16="http://schemas.microsoft.com/office/drawing/2014/main" id="{42E9547E-BCD8-BE49-F984-7933238D6426}"/>
                  </a:ext>
                </a:extLst>
              </p:cNvPr>
              <p:cNvSpPr/>
              <p:nvPr/>
            </p:nvSpPr>
            <p:spPr>
              <a:xfrm>
                <a:off x="335686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3" name="pg542">
                <a:extLst>
                  <a:ext uri="{FF2B5EF4-FFF2-40B4-BE49-F238E27FC236}">
                    <a16:creationId xmlns:a16="http://schemas.microsoft.com/office/drawing/2014/main" id="{F4220AA8-9FEE-CF3F-8436-92ACBD96D520}"/>
                  </a:ext>
                </a:extLst>
              </p:cNvPr>
              <p:cNvSpPr/>
              <p:nvPr/>
            </p:nvSpPr>
            <p:spPr>
              <a:xfrm>
                <a:off x="343830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4" name="pg543">
                <a:extLst>
                  <a:ext uri="{FF2B5EF4-FFF2-40B4-BE49-F238E27FC236}">
                    <a16:creationId xmlns:a16="http://schemas.microsoft.com/office/drawing/2014/main" id="{DB30DDD7-1955-6886-8611-B7AC4E058A12}"/>
                  </a:ext>
                </a:extLst>
              </p:cNvPr>
              <p:cNvSpPr/>
              <p:nvPr/>
            </p:nvSpPr>
            <p:spPr>
              <a:xfrm>
                <a:off x="351973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5" name="pg544">
                <a:extLst>
                  <a:ext uri="{FF2B5EF4-FFF2-40B4-BE49-F238E27FC236}">
                    <a16:creationId xmlns:a16="http://schemas.microsoft.com/office/drawing/2014/main" id="{F2AD4192-358F-198E-1946-DE26E2AA671E}"/>
                  </a:ext>
                </a:extLst>
              </p:cNvPr>
              <p:cNvSpPr/>
              <p:nvPr/>
            </p:nvSpPr>
            <p:spPr>
              <a:xfrm>
                <a:off x="360117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6" name="pg545">
                <a:extLst>
                  <a:ext uri="{FF2B5EF4-FFF2-40B4-BE49-F238E27FC236}">
                    <a16:creationId xmlns:a16="http://schemas.microsoft.com/office/drawing/2014/main" id="{093EC80C-9013-3904-80B7-0DB6C7CA15B0}"/>
                  </a:ext>
                </a:extLst>
              </p:cNvPr>
              <p:cNvSpPr/>
              <p:nvPr/>
            </p:nvSpPr>
            <p:spPr>
              <a:xfrm>
                <a:off x="368261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7" name="pg546">
                <a:extLst>
                  <a:ext uri="{FF2B5EF4-FFF2-40B4-BE49-F238E27FC236}">
                    <a16:creationId xmlns:a16="http://schemas.microsoft.com/office/drawing/2014/main" id="{9AA3412D-D8AB-CFC7-3DD4-855B44DAAC0F}"/>
                  </a:ext>
                </a:extLst>
              </p:cNvPr>
              <p:cNvSpPr/>
              <p:nvPr/>
            </p:nvSpPr>
            <p:spPr>
              <a:xfrm>
                <a:off x="376405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8" name="pg547">
                <a:extLst>
                  <a:ext uri="{FF2B5EF4-FFF2-40B4-BE49-F238E27FC236}">
                    <a16:creationId xmlns:a16="http://schemas.microsoft.com/office/drawing/2014/main" id="{8DA5E784-C8A1-0F28-250D-5B07855D3C5E}"/>
                  </a:ext>
                </a:extLst>
              </p:cNvPr>
              <p:cNvSpPr/>
              <p:nvPr/>
            </p:nvSpPr>
            <p:spPr>
              <a:xfrm>
                <a:off x="384548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9" name="pg548">
                <a:extLst>
                  <a:ext uri="{FF2B5EF4-FFF2-40B4-BE49-F238E27FC236}">
                    <a16:creationId xmlns:a16="http://schemas.microsoft.com/office/drawing/2014/main" id="{C0019B98-B310-C527-440E-12B1B3AF7F9E}"/>
                  </a:ext>
                </a:extLst>
              </p:cNvPr>
              <p:cNvSpPr/>
              <p:nvPr/>
            </p:nvSpPr>
            <p:spPr>
              <a:xfrm>
                <a:off x="392692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0" name="pg549">
                <a:extLst>
                  <a:ext uri="{FF2B5EF4-FFF2-40B4-BE49-F238E27FC236}">
                    <a16:creationId xmlns:a16="http://schemas.microsoft.com/office/drawing/2014/main" id="{8EEAEFCB-238D-0375-16ED-FAA3D05B5CFC}"/>
                  </a:ext>
                </a:extLst>
              </p:cNvPr>
              <p:cNvSpPr/>
              <p:nvPr/>
            </p:nvSpPr>
            <p:spPr>
              <a:xfrm>
                <a:off x="400836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1" name="pg550">
                <a:extLst>
                  <a:ext uri="{FF2B5EF4-FFF2-40B4-BE49-F238E27FC236}">
                    <a16:creationId xmlns:a16="http://schemas.microsoft.com/office/drawing/2014/main" id="{C4E7EF1D-4322-0A2F-5B61-66421E9DC75E}"/>
                  </a:ext>
                </a:extLst>
              </p:cNvPr>
              <p:cNvSpPr/>
              <p:nvPr/>
            </p:nvSpPr>
            <p:spPr>
              <a:xfrm>
                <a:off x="311255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2" name="pg551">
                <a:extLst>
                  <a:ext uri="{FF2B5EF4-FFF2-40B4-BE49-F238E27FC236}">
                    <a16:creationId xmlns:a16="http://schemas.microsoft.com/office/drawing/2014/main" id="{6262E791-3BD5-996D-5695-C8AEBB416D78}"/>
                  </a:ext>
                </a:extLst>
              </p:cNvPr>
              <p:cNvSpPr/>
              <p:nvPr/>
            </p:nvSpPr>
            <p:spPr>
              <a:xfrm>
                <a:off x="319399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3" name="pg552">
                <a:extLst>
                  <a:ext uri="{FF2B5EF4-FFF2-40B4-BE49-F238E27FC236}">
                    <a16:creationId xmlns:a16="http://schemas.microsoft.com/office/drawing/2014/main" id="{A6C6A3F8-9B99-30A2-FC1D-3B8F1A9B46BC}"/>
                  </a:ext>
                </a:extLst>
              </p:cNvPr>
              <p:cNvSpPr/>
              <p:nvPr/>
            </p:nvSpPr>
            <p:spPr>
              <a:xfrm>
                <a:off x="327542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4" name="pg553">
                <a:extLst>
                  <a:ext uri="{FF2B5EF4-FFF2-40B4-BE49-F238E27FC236}">
                    <a16:creationId xmlns:a16="http://schemas.microsoft.com/office/drawing/2014/main" id="{78344048-205A-D803-A0C0-ED383085EFE7}"/>
                  </a:ext>
                </a:extLst>
              </p:cNvPr>
              <p:cNvSpPr/>
              <p:nvPr/>
            </p:nvSpPr>
            <p:spPr>
              <a:xfrm>
                <a:off x="335686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5" name="pg554">
                <a:extLst>
                  <a:ext uri="{FF2B5EF4-FFF2-40B4-BE49-F238E27FC236}">
                    <a16:creationId xmlns:a16="http://schemas.microsoft.com/office/drawing/2014/main" id="{1A7015D9-C78C-D971-080C-AFDF0A014465}"/>
                  </a:ext>
                </a:extLst>
              </p:cNvPr>
              <p:cNvSpPr/>
              <p:nvPr/>
            </p:nvSpPr>
            <p:spPr>
              <a:xfrm>
                <a:off x="343830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6" name="pg555">
                <a:extLst>
                  <a:ext uri="{FF2B5EF4-FFF2-40B4-BE49-F238E27FC236}">
                    <a16:creationId xmlns:a16="http://schemas.microsoft.com/office/drawing/2014/main" id="{EB2DCC16-C3B0-2DAC-EA52-CD89EA851632}"/>
                  </a:ext>
                </a:extLst>
              </p:cNvPr>
              <p:cNvSpPr/>
              <p:nvPr/>
            </p:nvSpPr>
            <p:spPr>
              <a:xfrm>
                <a:off x="3519738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7" name="pg556">
                <a:extLst>
                  <a:ext uri="{FF2B5EF4-FFF2-40B4-BE49-F238E27FC236}">
                    <a16:creationId xmlns:a16="http://schemas.microsoft.com/office/drawing/2014/main" id="{2D31F96A-1A77-DDDE-1F2F-53414A23E325}"/>
                  </a:ext>
                </a:extLst>
              </p:cNvPr>
              <p:cNvSpPr/>
              <p:nvPr/>
            </p:nvSpPr>
            <p:spPr>
              <a:xfrm>
                <a:off x="3601176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8" name="pg557">
                <a:extLst>
                  <a:ext uri="{FF2B5EF4-FFF2-40B4-BE49-F238E27FC236}">
                    <a16:creationId xmlns:a16="http://schemas.microsoft.com/office/drawing/2014/main" id="{FB642412-6F18-8C8F-43B7-6ADD73CD5156}"/>
                  </a:ext>
                </a:extLst>
              </p:cNvPr>
              <p:cNvSpPr/>
              <p:nvPr/>
            </p:nvSpPr>
            <p:spPr>
              <a:xfrm>
                <a:off x="368261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9" name="pg558">
                <a:extLst>
                  <a:ext uri="{FF2B5EF4-FFF2-40B4-BE49-F238E27FC236}">
                    <a16:creationId xmlns:a16="http://schemas.microsoft.com/office/drawing/2014/main" id="{645EF44A-226A-5E2E-27FD-1CBC1FFDE359}"/>
                  </a:ext>
                </a:extLst>
              </p:cNvPr>
              <p:cNvSpPr/>
              <p:nvPr/>
            </p:nvSpPr>
            <p:spPr>
              <a:xfrm>
                <a:off x="376405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0" name="pg559">
                <a:extLst>
                  <a:ext uri="{FF2B5EF4-FFF2-40B4-BE49-F238E27FC236}">
                    <a16:creationId xmlns:a16="http://schemas.microsoft.com/office/drawing/2014/main" id="{A844DAB9-EA28-5A97-3175-FB637FCD2FCB}"/>
                  </a:ext>
                </a:extLst>
              </p:cNvPr>
              <p:cNvSpPr/>
              <p:nvPr/>
            </p:nvSpPr>
            <p:spPr>
              <a:xfrm>
                <a:off x="384548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1" name="pg560">
                <a:extLst>
                  <a:ext uri="{FF2B5EF4-FFF2-40B4-BE49-F238E27FC236}">
                    <a16:creationId xmlns:a16="http://schemas.microsoft.com/office/drawing/2014/main" id="{A0A39DAE-E4D4-B78E-DFC3-EEB03C0BF271}"/>
                  </a:ext>
                </a:extLst>
              </p:cNvPr>
              <p:cNvSpPr/>
              <p:nvPr/>
            </p:nvSpPr>
            <p:spPr>
              <a:xfrm>
                <a:off x="392692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2" name="pg561">
                <a:extLst>
                  <a:ext uri="{FF2B5EF4-FFF2-40B4-BE49-F238E27FC236}">
                    <a16:creationId xmlns:a16="http://schemas.microsoft.com/office/drawing/2014/main" id="{BE64364D-CEE6-2DE0-EE1F-9B200EE7909E}"/>
                  </a:ext>
                </a:extLst>
              </p:cNvPr>
              <p:cNvSpPr/>
              <p:nvPr/>
            </p:nvSpPr>
            <p:spPr>
              <a:xfrm>
                <a:off x="400836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3" name="pg562">
                <a:extLst>
                  <a:ext uri="{FF2B5EF4-FFF2-40B4-BE49-F238E27FC236}">
                    <a16:creationId xmlns:a16="http://schemas.microsoft.com/office/drawing/2014/main" id="{AC18BB5A-AEB7-A00F-02C0-8768F2C4482C}"/>
                  </a:ext>
                </a:extLst>
              </p:cNvPr>
              <p:cNvSpPr/>
              <p:nvPr/>
            </p:nvSpPr>
            <p:spPr>
              <a:xfrm>
                <a:off x="327542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4" name="pg563">
                <a:extLst>
                  <a:ext uri="{FF2B5EF4-FFF2-40B4-BE49-F238E27FC236}">
                    <a16:creationId xmlns:a16="http://schemas.microsoft.com/office/drawing/2014/main" id="{BEBB47AC-C72E-9A55-892C-92C818F47DDE}"/>
                  </a:ext>
                </a:extLst>
              </p:cNvPr>
              <p:cNvSpPr/>
              <p:nvPr/>
            </p:nvSpPr>
            <p:spPr>
              <a:xfrm>
                <a:off x="335686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5" name="pg564">
                <a:extLst>
                  <a:ext uri="{FF2B5EF4-FFF2-40B4-BE49-F238E27FC236}">
                    <a16:creationId xmlns:a16="http://schemas.microsoft.com/office/drawing/2014/main" id="{41A9D991-867C-D71C-216A-7C1D71918DCB}"/>
                  </a:ext>
                </a:extLst>
              </p:cNvPr>
              <p:cNvSpPr/>
              <p:nvPr/>
            </p:nvSpPr>
            <p:spPr>
              <a:xfrm>
                <a:off x="343830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6" name="pg565">
                <a:extLst>
                  <a:ext uri="{FF2B5EF4-FFF2-40B4-BE49-F238E27FC236}">
                    <a16:creationId xmlns:a16="http://schemas.microsoft.com/office/drawing/2014/main" id="{BB43865D-3CA7-2611-3F57-B08DD85C59DF}"/>
                  </a:ext>
                </a:extLst>
              </p:cNvPr>
              <p:cNvSpPr/>
              <p:nvPr/>
            </p:nvSpPr>
            <p:spPr>
              <a:xfrm>
                <a:off x="3519738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7" name="pg566">
                <a:extLst>
                  <a:ext uri="{FF2B5EF4-FFF2-40B4-BE49-F238E27FC236}">
                    <a16:creationId xmlns:a16="http://schemas.microsoft.com/office/drawing/2014/main" id="{608FF3BD-2074-8917-E958-32CAB9B2D85C}"/>
                  </a:ext>
                </a:extLst>
              </p:cNvPr>
              <p:cNvSpPr/>
              <p:nvPr/>
            </p:nvSpPr>
            <p:spPr>
              <a:xfrm>
                <a:off x="3601176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8" name="pg567">
                <a:extLst>
                  <a:ext uri="{FF2B5EF4-FFF2-40B4-BE49-F238E27FC236}">
                    <a16:creationId xmlns:a16="http://schemas.microsoft.com/office/drawing/2014/main" id="{7EA4CA23-C879-618C-3D45-43B26B0FC56E}"/>
                  </a:ext>
                </a:extLst>
              </p:cNvPr>
              <p:cNvSpPr/>
              <p:nvPr/>
            </p:nvSpPr>
            <p:spPr>
              <a:xfrm>
                <a:off x="3682613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9" name="pg568">
                <a:extLst>
                  <a:ext uri="{FF2B5EF4-FFF2-40B4-BE49-F238E27FC236}">
                    <a16:creationId xmlns:a16="http://schemas.microsoft.com/office/drawing/2014/main" id="{4E2CEDC6-F32E-5D94-E1D5-85EFE6B11C57}"/>
                  </a:ext>
                </a:extLst>
              </p:cNvPr>
              <p:cNvSpPr/>
              <p:nvPr/>
            </p:nvSpPr>
            <p:spPr>
              <a:xfrm>
                <a:off x="3764050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0" name="pg569">
                <a:extLst>
                  <a:ext uri="{FF2B5EF4-FFF2-40B4-BE49-F238E27FC236}">
                    <a16:creationId xmlns:a16="http://schemas.microsoft.com/office/drawing/2014/main" id="{2F85B541-F79A-F36A-57D2-58E1157D30AE}"/>
                  </a:ext>
                </a:extLst>
              </p:cNvPr>
              <p:cNvSpPr/>
              <p:nvPr/>
            </p:nvSpPr>
            <p:spPr>
              <a:xfrm>
                <a:off x="384548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1" name="pg570">
                <a:extLst>
                  <a:ext uri="{FF2B5EF4-FFF2-40B4-BE49-F238E27FC236}">
                    <a16:creationId xmlns:a16="http://schemas.microsoft.com/office/drawing/2014/main" id="{530A2F9A-C981-AA0F-82E2-1FAD4B3B5214}"/>
                  </a:ext>
                </a:extLst>
              </p:cNvPr>
              <p:cNvSpPr/>
              <p:nvPr/>
            </p:nvSpPr>
            <p:spPr>
              <a:xfrm>
                <a:off x="392692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2" name="pg571">
                <a:extLst>
                  <a:ext uri="{FF2B5EF4-FFF2-40B4-BE49-F238E27FC236}">
                    <a16:creationId xmlns:a16="http://schemas.microsoft.com/office/drawing/2014/main" id="{A2556BF2-4D50-4160-3697-812A785B13F1}"/>
                  </a:ext>
                </a:extLst>
              </p:cNvPr>
              <p:cNvSpPr/>
              <p:nvPr/>
            </p:nvSpPr>
            <p:spPr>
              <a:xfrm>
                <a:off x="400836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3" name="pg572">
                <a:extLst>
                  <a:ext uri="{FF2B5EF4-FFF2-40B4-BE49-F238E27FC236}">
                    <a16:creationId xmlns:a16="http://schemas.microsoft.com/office/drawing/2014/main" id="{6037855C-A355-4E70-0927-D081A49ADCDD}"/>
                  </a:ext>
                </a:extLst>
              </p:cNvPr>
              <p:cNvSpPr/>
              <p:nvPr/>
            </p:nvSpPr>
            <p:spPr>
              <a:xfrm>
                <a:off x="335686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4" name="pg573">
                <a:extLst>
                  <a:ext uri="{FF2B5EF4-FFF2-40B4-BE49-F238E27FC236}">
                    <a16:creationId xmlns:a16="http://schemas.microsoft.com/office/drawing/2014/main" id="{F4206B45-40DD-03A3-F398-D5BCEE40A561}"/>
                  </a:ext>
                </a:extLst>
              </p:cNvPr>
              <p:cNvSpPr/>
              <p:nvPr/>
            </p:nvSpPr>
            <p:spPr>
              <a:xfrm>
                <a:off x="343830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5" name="pg574">
                <a:extLst>
                  <a:ext uri="{FF2B5EF4-FFF2-40B4-BE49-F238E27FC236}">
                    <a16:creationId xmlns:a16="http://schemas.microsoft.com/office/drawing/2014/main" id="{4240B44A-648A-C922-81E9-6F111E963F7F}"/>
                  </a:ext>
                </a:extLst>
              </p:cNvPr>
              <p:cNvSpPr/>
              <p:nvPr/>
            </p:nvSpPr>
            <p:spPr>
              <a:xfrm>
                <a:off x="3519738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6" name="pg575">
                <a:extLst>
                  <a:ext uri="{FF2B5EF4-FFF2-40B4-BE49-F238E27FC236}">
                    <a16:creationId xmlns:a16="http://schemas.microsoft.com/office/drawing/2014/main" id="{6C328A69-B481-EC31-D3E6-312287B6BA8A}"/>
                  </a:ext>
                </a:extLst>
              </p:cNvPr>
              <p:cNvSpPr/>
              <p:nvPr/>
            </p:nvSpPr>
            <p:spPr>
              <a:xfrm>
                <a:off x="3601176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7" name="pg576">
                <a:extLst>
                  <a:ext uri="{FF2B5EF4-FFF2-40B4-BE49-F238E27FC236}">
                    <a16:creationId xmlns:a16="http://schemas.microsoft.com/office/drawing/2014/main" id="{4A0BA701-E03F-6532-AC85-549FC975C273}"/>
                  </a:ext>
                </a:extLst>
              </p:cNvPr>
              <p:cNvSpPr/>
              <p:nvPr/>
            </p:nvSpPr>
            <p:spPr>
              <a:xfrm>
                <a:off x="3682613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8" name="pg577">
                <a:extLst>
                  <a:ext uri="{FF2B5EF4-FFF2-40B4-BE49-F238E27FC236}">
                    <a16:creationId xmlns:a16="http://schemas.microsoft.com/office/drawing/2014/main" id="{23CE1CCD-DAE2-FB6D-513B-2A7814EB9409}"/>
                  </a:ext>
                </a:extLst>
              </p:cNvPr>
              <p:cNvSpPr/>
              <p:nvPr/>
            </p:nvSpPr>
            <p:spPr>
              <a:xfrm>
                <a:off x="3764050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9" name="pg578">
                <a:extLst>
                  <a:ext uri="{FF2B5EF4-FFF2-40B4-BE49-F238E27FC236}">
                    <a16:creationId xmlns:a16="http://schemas.microsoft.com/office/drawing/2014/main" id="{0014A178-5B22-C065-35DC-FC716C1828CD}"/>
                  </a:ext>
                </a:extLst>
              </p:cNvPr>
              <p:cNvSpPr/>
              <p:nvPr/>
            </p:nvSpPr>
            <p:spPr>
              <a:xfrm>
                <a:off x="3845487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0" name="pg579">
                <a:extLst>
                  <a:ext uri="{FF2B5EF4-FFF2-40B4-BE49-F238E27FC236}">
                    <a16:creationId xmlns:a16="http://schemas.microsoft.com/office/drawing/2014/main" id="{FD15D173-D2CF-939F-4E06-895296DC0B73}"/>
                  </a:ext>
                </a:extLst>
              </p:cNvPr>
              <p:cNvSpPr/>
              <p:nvPr/>
            </p:nvSpPr>
            <p:spPr>
              <a:xfrm>
                <a:off x="392692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1" name="pg580">
                <a:extLst>
                  <a:ext uri="{FF2B5EF4-FFF2-40B4-BE49-F238E27FC236}">
                    <a16:creationId xmlns:a16="http://schemas.microsoft.com/office/drawing/2014/main" id="{6612E85C-DE46-033A-2C97-6F809350F484}"/>
                  </a:ext>
                </a:extLst>
              </p:cNvPr>
              <p:cNvSpPr/>
              <p:nvPr/>
            </p:nvSpPr>
            <p:spPr>
              <a:xfrm>
                <a:off x="400836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2" name="pg581">
                <a:extLst>
                  <a:ext uri="{FF2B5EF4-FFF2-40B4-BE49-F238E27FC236}">
                    <a16:creationId xmlns:a16="http://schemas.microsoft.com/office/drawing/2014/main" id="{1F01A139-6BBD-D650-1268-502BB041EDD7}"/>
                  </a:ext>
                </a:extLst>
              </p:cNvPr>
              <p:cNvSpPr/>
              <p:nvPr/>
            </p:nvSpPr>
            <p:spPr>
              <a:xfrm>
                <a:off x="343830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3" name="pg582">
                <a:extLst>
                  <a:ext uri="{FF2B5EF4-FFF2-40B4-BE49-F238E27FC236}">
                    <a16:creationId xmlns:a16="http://schemas.microsoft.com/office/drawing/2014/main" id="{9F366670-91CF-D101-AE4A-D5F123328C9B}"/>
                  </a:ext>
                </a:extLst>
              </p:cNvPr>
              <p:cNvSpPr/>
              <p:nvPr/>
            </p:nvSpPr>
            <p:spPr>
              <a:xfrm>
                <a:off x="351973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4" name="pg583">
                <a:extLst>
                  <a:ext uri="{FF2B5EF4-FFF2-40B4-BE49-F238E27FC236}">
                    <a16:creationId xmlns:a16="http://schemas.microsoft.com/office/drawing/2014/main" id="{8213C3F4-28E6-7395-1A42-D21C5C846D61}"/>
                  </a:ext>
                </a:extLst>
              </p:cNvPr>
              <p:cNvSpPr/>
              <p:nvPr/>
            </p:nvSpPr>
            <p:spPr>
              <a:xfrm>
                <a:off x="3601176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5" name="pg584">
                <a:extLst>
                  <a:ext uri="{FF2B5EF4-FFF2-40B4-BE49-F238E27FC236}">
                    <a16:creationId xmlns:a16="http://schemas.microsoft.com/office/drawing/2014/main" id="{55F0E7D6-65CA-0915-815B-7407DD801B15}"/>
                  </a:ext>
                </a:extLst>
              </p:cNvPr>
              <p:cNvSpPr/>
              <p:nvPr/>
            </p:nvSpPr>
            <p:spPr>
              <a:xfrm>
                <a:off x="3682613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6" name="pg585">
                <a:extLst>
                  <a:ext uri="{FF2B5EF4-FFF2-40B4-BE49-F238E27FC236}">
                    <a16:creationId xmlns:a16="http://schemas.microsoft.com/office/drawing/2014/main" id="{4C881665-5155-E943-9844-9576B9AB7264}"/>
                  </a:ext>
                </a:extLst>
              </p:cNvPr>
              <p:cNvSpPr/>
              <p:nvPr/>
            </p:nvSpPr>
            <p:spPr>
              <a:xfrm>
                <a:off x="3764050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7" name="pg586">
                <a:extLst>
                  <a:ext uri="{FF2B5EF4-FFF2-40B4-BE49-F238E27FC236}">
                    <a16:creationId xmlns:a16="http://schemas.microsoft.com/office/drawing/2014/main" id="{9148BD4D-DD80-4ACE-7ACF-01E204654350}"/>
                  </a:ext>
                </a:extLst>
              </p:cNvPr>
              <p:cNvSpPr/>
              <p:nvPr/>
            </p:nvSpPr>
            <p:spPr>
              <a:xfrm>
                <a:off x="3845487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8" name="pg587">
                <a:extLst>
                  <a:ext uri="{FF2B5EF4-FFF2-40B4-BE49-F238E27FC236}">
                    <a16:creationId xmlns:a16="http://schemas.microsoft.com/office/drawing/2014/main" id="{F3D8DC2E-46D5-D82F-020D-A2D764FA93AA}"/>
                  </a:ext>
                </a:extLst>
              </p:cNvPr>
              <p:cNvSpPr/>
              <p:nvPr/>
            </p:nvSpPr>
            <p:spPr>
              <a:xfrm>
                <a:off x="3926924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9" name="pg588">
                <a:extLst>
                  <a:ext uri="{FF2B5EF4-FFF2-40B4-BE49-F238E27FC236}">
                    <a16:creationId xmlns:a16="http://schemas.microsoft.com/office/drawing/2014/main" id="{A18C3F04-B49D-5F8E-3E82-2D5E2C241FAB}"/>
                  </a:ext>
                </a:extLst>
              </p:cNvPr>
              <p:cNvSpPr/>
              <p:nvPr/>
            </p:nvSpPr>
            <p:spPr>
              <a:xfrm>
                <a:off x="400836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0" name="pg589">
                <a:extLst>
                  <a:ext uri="{FF2B5EF4-FFF2-40B4-BE49-F238E27FC236}">
                    <a16:creationId xmlns:a16="http://schemas.microsoft.com/office/drawing/2014/main" id="{0C08D8E8-6138-9CC5-1902-7CA95E5CFF09}"/>
                  </a:ext>
                </a:extLst>
              </p:cNvPr>
              <p:cNvSpPr/>
              <p:nvPr/>
            </p:nvSpPr>
            <p:spPr>
              <a:xfrm>
                <a:off x="408979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1" name="pg590">
                <a:extLst>
                  <a:ext uri="{FF2B5EF4-FFF2-40B4-BE49-F238E27FC236}">
                    <a16:creationId xmlns:a16="http://schemas.microsoft.com/office/drawing/2014/main" id="{A628FB6B-F015-D6A1-65AA-C22745A3BC1E}"/>
                  </a:ext>
                </a:extLst>
              </p:cNvPr>
              <p:cNvSpPr/>
              <p:nvPr/>
            </p:nvSpPr>
            <p:spPr>
              <a:xfrm>
                <a:off x="3682613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2" name="pg591">
                <a:extLst>
                  <a:ext uri="{FF2B5EF4-FFF2-40B4-BE49-F238E27FC236}">
                    <a16:creationId xmlns:a16="http://schemas.microsoft.com/office/drawing/2014/main" id="{888D09AE-3F25-D9C2-E4C2-C3E0FFAED08E}"/>
                  </a:ext>
                </a:extLst>
              </p:cNvPr>
              <p:cNvSpPr/>
              <p:nvPr/>
            </p:nvSpPr>
            <p:spPr>
              <a:xfrm>
                <a:off x="3764050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3" name="pg592">
                <a:extLst>
                  <a:ext uri="{FF2B5EF4-FFF2-40B4-BE49-F238E27FC236}">
                    <a16:creationId xmlns:a16="http://schemas.microsoft.com/office/drawing/2014/main" id="{490CD3F7-893F-68F3-9DC2-38F0E76BC978}"/>
                  </a:ext>
                </a:extLst>
              </p:cNvPr>
              <p:cNvSpPr/>
              <p:nvPr/>
            </p:nvSpPr>
            <p:spPr>
              <a:xfrm>
                <a:off x="3845487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4" name="pg593">
                <a:extLst>
                  <a:ext uri="{FF2B5EF4-FFF2-40B4-BE49-F238E27FC236}">
                    <a16:creationId xmlns:a16="http://schemas.microsoft.com/office/drawing/2014/main" id="{02E7A384-8D36-D2EF-3FA8-72D6F9D92FC6}"/>
                  </a:ext>
                </a:extLst>
              </p:cNvPr>
              <p:cNvSpPr/>
              <p:nvPr/>
            </p:nvSpPr>
            <p:spPr>
              <a:xfrm>
                <a:off x="3926924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5" name="pg594">
                <a:extLst>
                  <a:ext uri="{FF2B5EF4-FFF2-40B4-BE49-F238E27FC236}">
                    <a16:creationId xmlns:a16="http://schemas.microsoft.com/office/drawing/2014/main" id="{9DCB70BA-B77B-E0FE-B21F-317E21A9A092}"/>
                  </a:ext>
                </a:extLst>
              </p:cNvPr>
              <p:cNvSpPr/>
              <p:nvPr/>
            </p:nvSpPr>
            <p:spPr>
              <a:xfrm>
                <a:off x="4008361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6" name="pg595">
                <a:extLst>
                  <a:ext uri="{FF2B5EF4-FFF2-40B4-BE49-F238E27FC236}">
                    <a16:creationId xmlns:a16="http://schemas.microsoft.com/office/drawing/2014/main" id="{48B90042-9EF6-495A-CD29-18FDE6693DE6}"/>
                  </a:ext>
                </a:extLst>
              </p:cNvPr>
              <p:cNvSpPr/>
              <p:nvPr/>
            </p:nvSpPr>
            <p:spPr>
              <a:xfrm>
                <a:off x="4089798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7" name="pg596">
                <a:extLst>
                  <a:ext uri="{FF2B5EF4-FFF2-40B4-BE49-F238E27FC236}">
                    <a16:creationId xmlns:a16="http://schemas.microsoft.com/office/drawing/2014/main" id="{84497AA0-964C-B1FC-E6E1-D9B302FC7303}"/>
                  </a:ext>
                </a:extLst>
              </p:cNvPr>
              <p:cNvSpPr/>
              <p:nvPr/>
            </p:nvSpPr>
            <p:spPr>
              <a:xfrm>
                <a:off x="327542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8" name="pg597">
                <a:extLst>
                  <a:ext uri="{FF2B5EF4-FFF2-40B4-BE49-F238E27FC236}">
                    <a16:creationId xmlns:a16="http://schemas.microsoft.com/office/drawing/2014/main" id="{037832DC-7561-CE11-6303-9E78ABDFA5D7}"/>
                  </a:ext>
                </a:extLst>
              </p:cNvPr>
              <p:cNvSpPr/>
              <p:nvPr/>
            </p:nvSpPr>
            <p:spPr>
              <a:xfrm>
                <a:off x="3601176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9" name="pg598">
                <a:extLst>
                  <a:ext uri="{FF2B5EF4-FFF2-40B4-BE49-F238E27FC236}">
                    <a16:creationId xmlns:a16="http://schemas.microsoft.com/office/drawing/2014/main" id="{031A23CE-A550-2D37-9C14-92A687597074}"/>
                  </a:ext>
                </a:extLst>
              </p:cNvPr>
              <p:cNvSpPr/>
              <p:nvPr/>
            </p:nvSpPr>
            <p:spPr>
              <a:xfrm>
                <a:off x="3682613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0" name="pg599">
                <a:extLst>
                  <a:ext uri="{FF2B5EF4-FFF2-40B4-BE49-F238E27FC236}">
                    <a16:creationId xmlns:a16="http://schemas.microsoft.com/office/drawing/2014/main" id="{FAB892C9-B37B-859E-E859-7B0CD4241BCB}"/>
                  </a:ext>
                </a:extLst>
              </p:cNvPr>
              <p:cNvSpPr/>
              <p:nvPr/>
            </p:nvSpPr>
            <p:spPr>
              <a:xfrm>
                <a:off x="3764050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1" name="pg600">
                <a:extLst>
                  <a:ext uri="{FF2B5EF4-FFF2-40B4-BE49-F238E27FC236}">
                    <a16:creationId xmlns:a16="http://schemas.microsoft.com/office/drawing/2014/main" id="{53647CF0-126A-02FA-0EB4-878C3DFD1EFB}"/>
                  </a:ext>
                </a:extLst>
              </p:cNvPr>
              <p:cNvSpPr/>
              <p:nvPr/>
            </p:nvSpPr>
            <p:spPr>
              <a:xfrm>
                <a:off x="384548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2" name="pg601">
                <a:extLst>
                  <a:ext uri="{FF2B5EF4-FFF2-40B4-BE49-F238E27FC236}">
                    <a16:creationId xmlns:a16="http://schemas.microsoft.com/office/drawing/2014/main" id="{7CD513D4-64CF-4A39-9C11-194CCD0A6E83}"/>
                  </a:ext>
                </a:extLst>
              </p:cNvPr>
              <p:cNvSpPr/>
              <p:nvPr/>
            </p:nvSpPr>
            <p:spPr>
              <a:xfrm>
                <a:off x="3926924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3" name="pg602">
                <a:extLst>
                  <a:ext uri="{FF2B5EF4-FFF2-40B4-BE49-F238E27FC236}">
                    <a16:creationId xmlns:a16="http://schemas.microsoft.com/office/drawing/2014/main" id="{E49A6851-9A41-1A15-7E84-E6E34F11CA0F}"/>
                  </a:ext>
                </a:extLst>
              </p:cNvPr>
              <p:cNvSpPr/>
              <p:nvPr/>
            </p:nvSpPr>
            <p:spPr>
              <a:xfrm>
                <a:off x="4008361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4" name="pg603">
                <a:extLst>
                  <a:ext uri="{FF2B5EF4-FFF2-40B4-BE49-F238E27FC236}">
                    <a16:creationId xmlns:a16="http://schemas.microsoft.com/office/drawing/2014/main" id="{A338E3FA-348B-EF44-8431-1726602508A6}"/>
                  </a:ext>
                </a:extLst>
              </p:cNvPr>
              <p:cNvSpPr/>
              <p:nvPr/>
            </p:nvSpPr>
            <p:spPr>
              <a:xfrm>
                <a:off x="4089798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5" name="pg604">
                <a:extLst>
                  <a:ext uri="{FF2B5EF4-FFF2-40B4-BE49-F238E27FC236}">
                    <a16:creationId xmlns:a16="http://schemas.microsoft.com/office/drawing/2014/main" id="{D87ADD05-BD61-0186-26C5-C95AF945B274}"/>
                  </a:ext>
                </a:extLst>
              </p:cNvPr>
              <p:cNvSpPr/>
              <p:nvPr/>
            </p:nvSpPr>
            <p:spPr>
              <a:xfrm>
                <a:off x="319399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6" name="pg605">
                <a:extLst>
                  <a:ext uri="{FF2B5EF4-FFF2-40B4-BE49-F238E27FC236}">
                    <a16:creationId xmlns:a16="http://schemas.microsoft.com/office/drawing/2014/main" id="{8BFF15E8-BCB2-F4F3-1CF2-7F282C050883}"/>
                  </a:ext>
                </a:extLst>
              </p:cNvPr>
              <p:cNvSpPr/>
              <p:nvPr/>
            </p:nvSpPr>
            <p:spPr>
              <a:xfrm>
                <a:off x="327542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7" name="pg606">
                <a:extLst>
                  <a:ext uri="{FF2B5EF4-FFF2-40B4-BE49-F238E27FC236}">
                    <a16:creationId xmlns:a16="http://schemas.microsoft.com/office/drawing/2014/main" id="{943293F1-0C5A-D18F-E825-D91BDB51895F}"/>
                  </a:ext>
                </a:extLst>
              </p:cNvPr>
              <p:cNvSpPr/>
              <p:nvPr/>
            </p:nvSpPr>
            <p:spPr>
              <a:xfrm>
                <a:off x="335686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8" name="pg607">
                <a:extLst>
                  <a:ext uri="{FF2B5EF4-FFF2-40B4-BE49-F238E27FC236}">
                    <a16:creationId xmlns:a16="http://schemas.microsoft.com/office/drawing/2014/main" id="{D4C3A0C5-9D7F-87D6-482E-18EF7302D74D}"/>
                  </a:ext>
                </a:extLst>
              </p:cNvPr>
              <p:cNvSpPr/>
              <p:nvPr/>
            </p:nvSpPr>
            <p:spPr>
              <a:xfrm>
                <a:off x="343830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9" name="pg608">
                <a:extLst>
                  <a:ext uri="{FF2B5EF4-FFF2-40B4-BE49-F238E27FC236}">
                    <a16:creationId xmlns:a16="http://schemas.microsoft.com/office/drawing/2014/main" id="{C45B6479-8CFD-6011-80CB-C710720B41C2}"/>
                  </a:ext>
                </a:extLst>
              </p:cNvPr>
              <p:cNvSpPr/>
              <p:nvPr/>
            </p:nvSpPr>
            <p:spPr>
              <a:xfrm>
                <a:off x="351973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0" name="pg609">
                <a:extLst>
                  <a:ext uri="{FF2B5EF4-FFF2-40B4-BE49-F238E27FC236}">
                    <a16:creationId xmlns:a16="http://schemas.microsoft.com/office/drawing/2014/main" id="{0A7F72D4-26D9-C4B4-A0BA-8F637C4E6FF8}"/>
                  </a:ext>
                </a:extLst>
              </p:cNvPr>
              <p:cNvSpPr/>
              <p:nvPr/>
            </p:nvSpPr>
            <p:spPr>
              <a:xfrm>
                <a:off x="3601176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1" name="pg610">
                <a:extLst>
                  <a:ext uri="{FF2B5EF4-FFF2-40B4-BE49-F238E27FC236}">
                    <a16:creationId xmlns:a16="http://schemas.microsoft.com/office/drawing/2014/main" id="{7ED727A7-0013-49B0-48FD-84E108207516}"/>
                  </a:ext>
                </a:extLst>
              </p:cNvPr>
              <p:cNvSpPr/>
              <p:nvPr/>
            </p:nvSpPr>
            <p:spPr>
              <a:xfrm>
                <a:off x="3682613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2" name="pg611">
                <a:extLst>
                  <a:ext uri="{FF2B5EF4-FFF2-40B4-BE49-F238E27FC236}">
                    <a16:creationId xmlns:a16="http://schemas.microsoft.com/office/drawing/2014/main" id="{27C34118-811D-4B99-39EE-C5BB2138BE36}"/>
                  </a:ext>
                </a:extLst>
              </p:cNvPr>
              <p:cNvSpPr/>
              <p:nvPr/>
            </p:nvSpPr>
            <p:spPr>
              <a:xfrm>
                <a:off x="376405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3" name="pg612">
                <a:extLst>
                  <a:ext uri="{FF2B5EF4-FFF2-40B4-BE49-F238E27FC236}">
                    <a16:creationId xmlns:a16="http://schemas.microsoft.com/office/drawing/2014/main" id="{83608926-F602-BF38-6DC6-8CFC2B41E42C}"/>
                  </a:ext>
                </a:extLst>
              </p:cNvPr>
              <p:cNvSpPr/>
              <p:nvPr/>
            </p:nvSpPr>
            <p:spPr>
              <a:xfrm>
                <a:off x="384548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4" name="pg613">
                <a:extLst>
                  <a:ext uri="{FF2B5EF4-FFF2-40B4-BE49-F238E27FC236}">
                    <a16:creationId xmlns:a16="http://schemas.microsoft.com/office/drawing/2014/main" id="{01F3452C-026F-C22F-BD29-0400BD47AA06}"/>
                  </a:ext>
                </a:extLst>
              </p:cNvPr>
              <p:cNvSpPr/>
              <p:nvPr/>
            </p:nvSpPr>
            <p:spPr>
              <a:xfrm>
                <a:off x="392692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5" name="pg614">
                <a:extLst>
                  <a:ext uri="{FF2B5EF4-FFF2-40B4-BE49-F238E27FC236}">
                    <a16:creationId xmlns:a16="http://schemas.microsoft.com/office/drawing/2014/main" id="{88E59971-B33E-58FF-FD1F-485F05199A28}"/>
                  </a:ext>
                </a:extLst>
              </p:cNvPr>
              <p:cNvSpPr/>
              <p:nvPr/>
            </p:nvSpPr>
            <p:spPr>
              <a:xfrm>
                <a:off x="400836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6" name="pg615">
                <a:extLst>
                  <a:ext uri="{FF2B5EF4-FFF2-40B4-BE49-F238E27FC236}">
                    <a16:creationId xmlns:a16="http://schemas.microsoft.com/office/drawing/2014/main" id="{33DB1079-19B2-A482-4541-0E33E1478A86}"/>
                  </a:ext>
                </a:extLst>
              </p:cNvPr>
              <p:cNvSpPr/>
              <p:nvPr/>
            </p:nvSpPr>
            <p:spPr>
              <a:xfrm>
                <a:off x="408979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7" name="pg616">
                <a:extLst>
                  <a:ext uri="{FF2B5EF4-FFF2-40B4-BE49-F238E27FC236}">
                    <a16:creationId xmlns:a16="http://schemas.microsoft.com/office/drawing/2014/main" id="{106782E2-497C-C713-3164-06E931A67217}"/>
                  </a:ext>
                </a:extLst>
              </p:cNvPr>
              <p:cNvSpPr/>
              <p:nvPr/>
            </p:nvSpPr>
            <p:spPr>
              <a:xfrm>
                <a:off x="311255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8" name="pg617">
                <a:extLst>
                  <a:ext uri="{FF2B5EF4-FFF2-40B4-BE49-F238E27FC236}">
                    <a16:creationId xmlns:a16="http://schemas.microsoft.com/office/drawing/2014/main" id="{F2886C77-D219-E27D-237C-F93832B725EF}"/>
                  </a:ext>
                </a:extLst>
              </p:cNvPr>
              <p:cNvSpPr/>
              <p:nvPr/>
            </p:nvSpPr>
            <p:spPr>
              <a:xfrm>
                <a:off x="319399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9" name="pg618">
                <a:extLst>
                  <a:ext uri="{FF2B5EF4-FFF2-40B4-BE49-F238E27FC236}">
                    <a16:creationId xmlns:a16="http://schemas.microsoft.com/office/drawing/2014/main" id="{2AD86B7E-B199-6754-4619-44EEB07D6643}"/>
                  </a:ext>
                </a:extLst>
              </p:cNvPr>
              <p:cNvSpPr/>
              <p:nvPr/>
            </p:nvSpPr>
            <p:spPr>
              <a:xfrm>
                <a:off x="327542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0" name="pg619">
                <a:extLst>
                  <a:ext uri="{FF2B5EF4-FFF2-40B4-BE49-F238E27FC236}">
                    <a16:creationId xmlns:a16="http://schemas.microsoft.com/office/drawing/2014/main" id="{5B818A2E-2845-902D-3DA6-5FDC0EC69DCB}"/>
                  </a:ext>
                </a:extLst>
              </p:cNvPr>
              <p:cNvSpPr/>
              <p:nvPr/>
            </p:nvSpPr>
            <p:spPr>
              <a:xfrm>
                <a:off x="335686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1" name="pg620">
                <a:extLst>
                  <a:ext uri="{FF2B5EF4-FFF2-40B4-BE49-F238E27FC236}">
                    <a16:creationId xmlns:a16="http://schemas.microsoft.com/office/drawing/2014/main" id="{E5E01F34-1469-680B-2B80-768E363FDD83}"/>
                  </a:ext>
                </a:extLst>
              </p:cNvPr>
              <p:cNvSpPr/>
              <p:nvPr/>
            </p:nvSpPr>
            <p:spPr>
              <a:xfrm>
                <a:off x="343830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2" name="pg621">
                <a:extLst>
                  <a:ext uri="{FF2B5EF4-FFF2-40B4-BE49-F238E27FC236}">
                    <a16:creationId xmlns:a16="http://schemas.microsoft.com/office/drawing/2014/main" id="{227B3E31-388A-FC00-4266-FD922219AFB9}"/>
                  </a:ext>
                </a:extLst>
              </p:cNvPr>
              <p:cNvSpPr/>
              <p:nvPr/>
            </p:nvSpPr>
            <p:spPr>
              <a:xfrm>
                <a:off x="351973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3" name="pg622">
                <a:extLst>
                  <a:ext uri="{FF2B5EF4-FFF2-40B4-BE49-F238E27FC236}">
                    <a16:creationId xmlns:a16="http://schemas.microsoft.com/office/drawing/2014/main" id="{0F8E12B9-ADF9-A3B2-A1C9-976E90BD0BCC}"/>
                  </a:ext>
                </a:extLst>
              </p:cNvPr>
              <p:cNvSpPr/>
              <p:nvPr/>
            </p:nvSpPr>
            <p:spPr>
              <a:xfrm>
                <a:off x="360117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4" name="pg623">
                <a:extLst>
                  <a:ext uri="{FF2B5EF4-FFF2-40B4-BE49-F238E27FC236}">
                    <a16:creationId xmlns:a16="http://schemas.microsoft.com/office/drawing/2014/main" id="{3834C55C-265A-0928-8302-6FE32156BF98}"/>
                  </a:ext>
                </a:extLst>
              </p:cNvPr>
              <p:cNvSpPr/>
              <p:nvPr/>
            </p:nvSpPr>
            <p:spPr>
              <a:xfrm>
                <a:off x="368261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5" name="pg624">
                <a:extLst>
                  <a:ext uri="{FF2B5EF4-FFF2-40B4-BE49-F238E27FC236}">
                    <a16:creationId xmlns:a16="http://schemas.microsoft.com/office/drawing/2014/main" id="{9BF9DA16-7796-78D1-52F5-5A22545E2192}"/>
                  </a:ext>
                </a:extLst>
              </p:cNvPr>
              <p:cNvSpPr/>
              <p:nvPr/>
            </p:nvSpPr>
            <p:spPr>
              <a:xfrm>
                <a:off x="376405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6" name="pg625">
                <a:extLst>
                  <a:ext uri="{FF2B5EF4-FFF2-40B4-BE49-F238E27FC236}">
                    <a16:creationId xmlns:a16="http://schemas.microsoft.com/office/drawing/2014/main" id="{EEA75EAE-0181-BAA7-A1DD-88FD09EA394E}"/>
                  </a:ext>
                </a:extLst>
              </p:cNvPr>
              <p:cNvSpPr/>
              <p:nvPr/>
            </p:nvSpPr>
            <p:spPr>
              <a:xfrm>
                <a:off x="384548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7" name="pg626">
                <a:extLst>
                  <a:ext uri="{FF2B5EF4-FFF2-40B4-BE49-F238E27FC236}">
                    <a16:creationId xmlns:a16="http://schemas.microsoft.com/office/drawing/2014/main" id="{3FC36D30-5D35-6E5C-C339-AD562BDF8589}"/>
                  </a:ext>
                </a:extLst>
              </p:cNvPr>
              <p:cNvSpPr/>
              <p:nvPr/>
            </p:nvSpPr>
            <p:spPr>
              <a:xfrm>
                <a:off x="392692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8" name="pg627">
                <a:extLst>
                  <a:ext uri="{FF2B5EF4-FFF2-40B4-BE49-F238E27FC236}">
                    <a16:creationId xmlns:a16="http://schemas.microsoft.com/office/drawing/2014/main" id="{34346219-8176-38E2-DCD0-8EC1DED2D9F5}"/>
                  </a:ext>
                </a:extLst>
              </p:cNvPr>
              <p:cNvSpPr/>
              <p:nvPr/>
            </p:nvSpPr>
            <p:spPr>
              <a:xfrm>
                <a:off x="400836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19" name="pg628">
                <a:extLst>
                  <a:ext uri="{FF2B5EF4-FFF2-40B4-BE49-F238E27FC236}">
                    <a16:creationId xmlns:a16="http://schemas.microsoft.com/office/drawing/2014/main" id="{4F29E9D9-CE6B-C9B5-1751-16738C068FEC}"/>
                  </a:ext>
                </a:extLst>
              </p:cNvPr>
              <p:cNvSpPr/>
              <p:nvPr/>
            </p:nvSpPr>
            <p:spPr>
              <a:xfrm>
                <a:off x="408979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0" name="pg629">
                <a:extLst>
                  <a:ext uri="{FF2B5EF4-FFF2-40B4-BE49-F238E27FC236}">
                    <a16:creationId xmlns:a16="http://schemas.microsoft.com/office/drawing/2014/main" id="{EA9D1FDC-3805-7FD2-B114-8C036CDA9260}"/>
                  </a:ext>
                </a:extLst>
              </p:cNvPr>
              <p:cNvSpPr/>
              <p:nvPr/>
            </p:nvSpPr>
            <p:spPr>
              <a:xfrm>
                <a:off x="417123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1" name="pg630">
                <a:extLst>
                  <a:ext uri="{FF2B5EF4-FFF2-40B4-BE49-F238E27FC236}">
                    <a16:creationId xmlns:a16="http://schemas.microsoft.com/office/drawing/2014/main" id="{8A70DE8D-0FC6-D3B3-F18F-AE052502CCFA}"/>
                  </a:ext>
                </a:extLst>
              </p:cNvPr>
              <p:cNvSpPr/>
              <p:nvPr/>
            </p:nvSpPr>
            <p:spPr>
              <a:xfrm>
                <a:off x="311255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2" name="pg631">
                <a:extLst>
                  <a:ext uri="{FF2B5EF4-FFF2-40B4-BE49-F238E27FC236}">
                    <a16:creationId xmlns:a16="http://schemas.microsoft.com/office/drawing/2014/main" id="{657E3D83-15AD-C5A9-11FE-EDDEE72874CC}"/>
                  </a:ext>
                </a:extLst>
              </p:cNvPr>
              <p:cNvSpPr/>
              <p:nvPr/>
            </p:nvSpPr>
            <p:spPr>
              <a:xfrm>
                <a:off x="319399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3" name="pg632">
                <a:extLst>
                  <a:ext uri="{FF2B5EF4-FFF2-40B4-BE49-F238E27FC236}">
                    <a16:creationId xmlns:a16="http://schemas.microsoft.com/office/drawing/2014/main" id="{0C2F0717-7B35-FDBD-4F2C-D94D51ACAB38}"/>
                  </a:ext>
                </a:extLst>
              </p:cNvPr>
              <p:cNvSpPr/>
              <p:nvPr/>
            </p:nvSpPr>
            <p:spPr>
              <a:xfrm>
                <a:off x="327542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4" name="pg633">
                <a:extLst>
                  <a:ext uri="{FF2B5EF4-FFF2-40B4-BE49-F238E27FC236}">
                    <a16:creationId xmlns:a16="http://schemas.microsoft.com/office/drawing/2014/main" id="{0165D1B7-4BEC-3E3F-A57E-6CB93B9D4AC7}"/>
                  </a:ext>
                </a:extLst>
              </p:cNvPr>
              <p:cNvSpPr/>
              <p:nvPr/>
            </p:nvSpPr>
            <p:spPr>
              <a:xfrm>
                <a:off x="335686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5" name="pg634">
                <a:extLst>
                  <a:ext uri="{FF2B5EF4-FFF2-40B4-BE49-F238E27FC236}">
                    <a16:creationId xmlns:a16="http://schemas.microsoft.com/office/drawing/2014/main" id="{3F859F46-22D2-C561-6766-F62F1E4CEAE3}"/>
                  </a:ext>
                </a:extLst>
              </p:cNvPr>
              <p:cNvSpPr/>
              <p:nvPr/>
            </p:nvSpPr>
            <p:spPr>
              <a:xfrm>
                <a:off x="343830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6" name="pg635">
                <a:extLst>
                  <a:ext uri="{FF2B5EF4-FFF2-40B4-BE49-F238E27FC236}">
                    <a16:creationId xmlns:a16="http://schemas.microsoft.com/office/drawing/2014/main" id="{35DB72E2-F706-7096-11B9-A10A2CB3ECC7}"/>
                  </a:ext>
                </a:extLst>
              </p:cNvPr>
              <p:cNvSpPr/>
              <p:nvPr/>
            </p:nvSpPr>
            <p:spPr>
              <a:xfrm>
                <a:off x="351973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7" name="pg636">
                <a:extLst>
                  <a:ext uri="{FF2B5EF4-FFF2-40B4-BE49-F238E27FC236}">
                    <a16:creationId xmlns:a16="http://schemas.microsoft.com/office/drawing/2014/main" id="{999E7AAD-4B45-43B9-2E1C-1779D3FBC497}"/>
                  </a:ext>
                </a:extLst>
              </p:cNvPr>
              <p:cNvSpPr/>
              <p:nvPr/>
            </p:nvSpPr>
            <p:spPr>
              <a:xfrm>
                <a:off x="360117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8" name="pg637">
                <a:extLst>
                  <a:ext uri="{FF2B5EF4-FFF2-40B4-BE49-F238E27FC236}">
                    <a16:creationId xmlns:a16="http://schemas.microsoft.com/office/drawing/2014/main" id="{8E3B2D8F-24BD-1D8B-C628-F35D76ED242A}"/>
                  </a:ext>
                </a:extLst>
              </p:cNvPr>
              <p:cNvSpPr/>
              <p:nvPr/>
            </p:nvSpPr>
            <p:spPr>
              <a:xfrm>
                <a:off x="368261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29" name="pg638">
                <a:extLst>
                  <a:ext uri="{FF2B5EF4-FFF2-40B4-BE49-F238E27FC236}">
                    <a16:creationId xmlns:a16="http://schemas.microsoft.com/office/drawing/2014/main" id="{F4CE4849-D0EB-0CF9-6923-013AB4E8DE64}"/>
                  </a:ext>
                </a:extLst>
              </p:cNvPr>
              <p:cNvSpPr/>
              <p:nvPr/>
            </p:nvSpPr>
            <p:spPr>
              <a:xfrm>
                <a:off x="376405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0" name="pg639">
                <a:extLst>
                  <a:ext uri="{FF2B5EF4-FFF2-40B4-BE49-F238E27FC236}">
                    <a16:creationId xmlns:a16="http://schemas.microsoft.com/office/drawing/2014/main" id="{51A1913C-3320-BBE9-995C-1DDFEF14C8F1}"/>
                  </a:ext>
                </a:extLst>
              </p:cNvPr>
              <p:cNvSpPr/>
              <p:nvPr/>
            </p:nvSpPr>
            <p:spPr>
              <a:xfrm>
                <a:off x="384548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1" name="pg640">
                <a:extLst>
                  <a:ext uri="{FF2B5EF4-FFF2-40B4-BE49-F238E27FC236}">
                    <a16:creationId xmlns:a16="http://schemas.microsoft.com/office/drawing/2014/main" id="{CE68A474-DB6A-4C1C-B7A4-9A89131D32B4}"/>
                  </a:ext>
                </a:extLst>
              </p:cNvPr>
              <p:cNvSpPr/>
              <p:nvPr/>
            </p:nvSpPr>
            <p:spPr>
              <a:xfrm>
                <a:off x="392692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2" name="pg641">
                <a:extLst>
                  <a:ext uri="{FF2B5EF4-FFF2-40B4-BE49-F238E27FC236}">
                    <a16:creationId xmlns:a16="http://schemas.microsoft.com/office/drawing/2014/main" id="{B40268C6-9E39-09DC-E5F7-B41A195D86E0}"/>
                  </a:ext>
                </a:extLst>
              </p:cNvPr>
              <p:cNvSpPr/>
              <p:nvPr/>
            </p:nvSpPr>
            <p:spPr>
              <a:xfrm>
                <a:off x="400836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3" name="pg642">
                <a:extLst>
                  <a:ext uri="{FF2B5EF4-FFF2-40B4-BE49-F238E27FC236}">
                    <a16:creationId xmlns:a16="http://schemas.microsoft.com/office/drawing/2014/main" id="{E32A237D-5C73-321C-7BF8-E8654E0BB433}"/>
                  </a:ext>
                </a:extLst>
              </p:cNvPr>
              <p:cNvSpPr/>
              <p:nvPr/>
            </p:nvSpPr>
            <p:spPr>
              <a:xfrm>
                <a:off x="408979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4" name="pg643">
                <a:extLst>
                  <a:ext uri="{FF2B5EF4-FFF2-40B4-BE49-F238E27FC236}">
                    <a16:creationId xmlns:a16="http://schemas.microsoft.com/office/drawing/2014/main" id="{3B211523-5590-6B4A-2706-438EFAA1EEAE}"/>
                  </a:ext>
                </a:extLst>
              </p:cNvPr>
              <p:cNvSpPr/>
              <p:nvPr/>
            </p:nvSpPr>
            <p:spPr>
              <a:xfrm>
                <a:off x="417123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5" name="pg644">
                <a:extLst>
                  <a:ext uri="{FF2B5EF4-FFF2-40B4-BE49-F238E27FC236}">
                    <a16:creationId xmlns:a16="http://schemas.microsoft.com/office/drawing/2014/main" id="{FD2E665D-D5AC-2047-FCDF-0A9D01561409}"/>
                  </a:ext>
                </a:extLst>
              </p:cNvPr>
              <p:cNvSpPr/>
              <p:nvPr/>
            </p:nvSpPr>
            <p:spPr>
              <a:xfrm>
                <a:off x="425267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6" name="pg645">
                <a:extLst>
                  <a:ext uri="{FF2B5EF4-FFF2-40B4-BE49-F238E27FC236}">
                    <a16:creationId xmlns:a16="http://schemas.microsoft.com/office/drawing/2014/main" id="{F3821571-831C-65D0-FF17-F35E5F3C4471}"/>
                  </a:ext>
                </a:extLst>
              </p:cNvPr>
              <p:cNvSpPr/>
              <p:nvPr/>
            </p:nvSpPr>
            <p:spPr>
              <a:xfrm>
                <a:off x="311255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7" name="pg646">
                <a:extLst>
                  <a:ext uri="{FF2B5EF4-FFF2-40B4-BE49-F238E27FC236}">
                    <a16:creationId xmlns:a16="http://schemas.microsoft.com/office/drawing/2014/main" id="{80231FAA-08DB-B89D-6EC3-DCD0B7A777C1}"/>
                  </a:ext>
                </a:extLst>
              </p:cNvPr>
              <p:cNvSpPr/>
              <p:nvPr/>
            </p:nvSpPr>
            <p:spPr>
              <a:xfrm>
                <a:off x="319399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8" name="pg647">
                <a:extLst>
                  <a:ext uri="{FF2B5EF4-FFF2-40B4-BE49-F238E27FC236}">
                    <a16:creationId xmlns:a16="http://schemas.microsoft.com/office/drawing/2014/main" id="{6744ACE1-F09E-8504-7868-BB3CDA7135CD}"/>
                  </a:ext>
                </a:extLst>
              </p:cNvPr>
              <p:cNvSpPr/>
              <p:nvPr/>
            </p:nvSpPr>
            <p:spPr>
              <a:xfrm>
                <a:off x="327542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9" name="pg648">
                <a:extLst>
                  <a:ext uri="{FF2B5EF4-FFF2-40B4-BE49-F238E27FC236}">
                    <a16:creationId xmlns:a16="http://schemas.microsoft.com/office/drawing/2014/main" id="{1549564D-B4E5-FBA8-F60E-D1B777232BC7}"/>
                  </a:ext>
                </a:extLst>
              </p:cNvPr>
              <p:cNvSpPr/>
              <p:nvPr/>
            </p:nvSpPr>
            <p:spPr>
              <a:xfrm>
                <a:off x="335686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0" name="pg649">
                <a:extLst>
                  <a:ext uri="{FF2B5EF4-FFF2-40B4-BE49-F238E27FC236}">
                    <a16:creationId xmlns:a16="http://schemas.microsoft.com/office/drawing/2014/main" id="{2218665C-4322-F191-8E7A-A824E0BBBAD6}"/>
                  </a:ext>
                </a:extLst>
              </p:cNvPr>
              <p:cNvSpPr/>
              <p:nvPr/>
            </p:nvSpPr>
            <p:spPr>
              <a:xfrm>
                <a:off x="343830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1" name="pg650">
                <a:extLst>
                  <a:ext uri="{FF2B5EF4-FFF2-40B4-BE49-F238E27FC236}">
                    <a16:creationId xmlns:a16="http://schemas.microsoft.com/office/drawing/2014/main" id="{096158CE-1778-6A8C-CEA8-630806FA0995}"/>
                  </a:ext>
                </a:extLst>
              </p:cNvPr>
              <p:cNvSpPr/>
              <p:nvPr/>
            </p:nvSpPr>
            <p:spPr>
              <a:xfrm>
                <a:off x="351973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2" name="pg651">
                <a:extLst>
                  <a:ext uri="{FF2B5EF4-FFF2-40B4-BE49-F238E27FC236}">
                    <a16:creationId xmlns:a16="http://schemas.microsoft.com/office/drawing/2014/main" id="{63EE4637-C47A-04DA-E74E-659E62CC5959}"/>
                  </a:ext>
                </a:extLst>
              </p:cNvPr>
              <p:cNvSpPr/>
              <p:nvPr/>
            </p:nvSpPr>
            <p:spPr>
              <a:xfrm>
                <a:off x="360117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3" name="pg652">
                <a:extLst>
                  <a:ext uri="{FF2B5EF4-FFF2-40B4-BE49-F238E27FC236}">
                    <a16:creationId xmlns:a16="http://schemas.microsoft.com/office/drawing/2014/main" id="{6F285995-7A9D-BD3E-9E9E-E0C502FD8D9A}"/>
                  </a:ext>
                </a:extLst>
              </p:cNvPr>
              <p:cNvSpPr/>
              <p:nvPr/>
            </p:nvSpPr>
            <p:spPr>
              <a:xfrm>
                <a:off x="368261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4" name="pg653">
                <a:extLst>
                  <a:ext uri="{FF2B5EF4-FFF2-40B4-BE49-F238E27FC236}">
                    <a16:creationId xmlns:a16="http://schemas.microsoft.com/office/drawing/2014/main" id="{1E26DBD9-3F2E-7AC0-6C06-12049919B4EC}"/>
                  </a:ext>
                </a:extLst>
              </p:cNvPr>
              <p:cNvSpPr/>
              <p:nvPr/>
            </p:nvSpPr>
            <p:spPr>
              <a:xfrm>
                <a:off x="376405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5" name="pg654">
                <a:extLst>
                  <a:ext uri="{FF2B5EF4-FFF2-40B4-BE49-F238E27FC236}">
                    <a16:creationId xmlns:a16="http://schemas.microsoft.com/office/drawing/2014/main" id="{D9BF8C6D-3552-D5F4-5F3C-67FEB0BA9C61}"/>
                  </a:ext>
                </a:extLst>
              </p:cNvPr>
              <p:cNvSpPr/>
              <p:nvPr/>
            </p:nvSpPr>
            <p:spPr>
              <a:xfrm>
                <a:off x="384548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6" name="pg655">
                <a:extLst>
                  <a:ext uri="{FF2B5EF4-FFF2-40B4-BE49-F238E27FC236}">
                    <a16:creationId xmlns:a16="http://schemas.microsoft.com/office/drawing/2014/main" id="{0614E4C0-394C-27C6-F8F0-3C170B94331D}"/>
                  </a:ext>
                </a:extLst>
              </p:cNvPr>
              <p:cNvSpPr/>
              <p:nvPr/>
            </p:nvSpPr>
            <p:spPr>
              <a:xfrm>
                <a:off x="392692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7" name="pg656">
                <a:extLst>
                  <a:ext uri="{FF2B5EF4-FFF2-40B4-BE49-F238E27FC236}">
                    <a16:creationId xmlns:a16="http://schemas.microsoft.com/office/drawing/2014/main" id="{1AC69A21-71F3-431F-F0F5-799D865D57E7}"/>
                  </a:ext>
                </a:extLst>
              </p:cNvPr>
              <p:cNvSpPr/>
              <p:nvPr/>
            </p:nvSpPr>
            <p:spPr>
              <a:xfrm>
                <a:off x="400836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8" name="pg657">
                <a:extLst>
                  <a:ext uri="{FF2B5EF4-FFF2-40B4-BE49-F238E27FC236}">
                    <a16:creationId xmlns:a16="http://schemas.microsoft.com/office/drawing/2014/main" id="{5DE613BB-06DD-893B-459D-140635BA87B5}"/>
                  </a:ext>
                </a:extLst>
              </p:cNvPr>
              <p:cNvSpPr/>
              <p:nvPr/>
            </p:nvSpPr>
            <p:spPr>
              <a:xfrm>
                <a:off x="408979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9" name="pg658">
                <a:extLst>
                  <a:ext uri="{FF2B5EF4-FFF2-40B4-BE49-F238E27FC236}">
                    <a16:creationId xmlns:a16="http://schemas.microsoft.com/office/drawing/2014/main" id="{BC52CA52-C0AE-6F80-2F7C-5585CA465DF4}"/>
                  </a:ext>
                </a:extLst>
              </p:cNvPr>
              <p:cNvSpPr/>
              <p:nvPr/>
            </p:nvSpPr>
            <p:spPr>
              <a:xfrm>
                <a:off x="417123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0" name="pg660">
                <a:extLst>
                  <a:ext uri="{FF2B5EF4-FFF2-40B4-BE49-F238E27FC236}">
                    <a16:creationId xmlns:a16="http://schemas.microsoft.com/office/drawing/2014/main" id="{6AD48895-EAA9-A78E-9345-687394E0D419}"/>
                  </a:ext>
                </a:extLst>
              </p:cNvPr>
              <p:cNvSpPr/>
              <p:nvPr/>
            </p:nvSpPr>
            <p:spPr>
              <a:xfrm>
                <a:off x="5284534" y="1853932"/>
                <a:ext cx="27605" cy="141906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1" name="pg661">
                <a:extLst>
                  <a:ext uri="{FF2B5EF4-FFF2-40B4-BE49-F238E27FC236}">
                    <a16:creationId xmlns:a16="http://schemas.microsoft.com/office/drawing/2014/main" id="{96AF8C15-F564-6407-A0E8-2775322E2235}"/>
                  </a:ext>
                </a:extLst>
              </p:cNvPr>
              <p:cNvSpPr/>
              <p:nvPr/>
            </p:nvSpPr>
            <p:spPr>
              <a:xfrm>
                <a:off x="4217860" y="1853932"/>
                <a:ext cx="1042192" cy="937770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2" name="pg662">
                <a:extLst>
                  <a:ext uri="{FF2B5EF4-FFF2-40B4-BE49-F238E27FC236}">
                    <a16:creationId xmlns:a16="http://schemas.microsoft.com/office/drawing/2014/main" id="{A6A6F7D6-4587-52D5-9B4C-20F34B169B77}"/>
                  </a:ext>
                </a:extLst>
              </p:cNvPr>
              <p:cNvSpPr/>
              <p:nvPr/>
            </p:nvSpPr>
            <p:spPr>
              <a:xfrm>
                <a:off x="2490532" y="1853932"/>
                <a:ext cx="2088998" cy="3657377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3" name="pg663">
                <a:extLst>
                  <a:ext uri="{FF2B5EF4-FFF2-40B4-BE49-F238E27FC236}">
                    <a16:creationId xmlns:a16="http://schemas.microsoft.com/office/drawing/2014/main" id="{FCB24644-BDEC-E3D0-8C40-5A1256C79DE6}"/>
                  </a:ext>
                </a:extLst>
              </p:cNvPr>
              <p:cNvSpPr/>
              <p:nvPr/>
            </p:nvSpPr>
            <p:spPr>
              <a:xfrm>
                <a:off x="5159228" y="2035019"/>
                <a:ext cx="108453" cy="203932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4" name="pg664">
                <a:extLst>
                  <a:ext uri="{FF2B5EF4-FFF2-40B4-BE49-F238E27FC236}">
                    <a16:creationId xmlns:a16="http://schemas.microsoft.com/office/drawing/2014/main" id="{7D17C92D-0DE9-06CB-927D-1D6B4D25D886}"/>
                  </a:ext>
                </a:extLst>
              </p:cNvPr>
              <p:cNvSpPr/>
              <p:nvPr/>
            </p:nvSpPr>
            <p:spPr>
              <a:xfrm>
                <a:off x="4325772" y="3395883"/>
                <a:ext cx="207830" cy="400294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5" name="pt665">
                <a:extLst>
                  <a:ext uri="{FF2B5EF4-FFF2-40B4-BE49-F238E27FC236}">
                    <a16:creationId xmlns:a16="http://schemas.microsoft.com/office/drawing/2014/main" id="{0251F204-2DDC-5347-693A-3E70494F959D}"/>
                  </a:ext>
                </a:extLst>
              </p:cNvPr>
              <p:cNvSpPr/>
              <p:nvPr/>
            </p:nvSpPr>
            <p:spPr>
              <a:xfrm>
                <a:off x="4042131" y="3963949"/>
                <a:ext cx="144506" cy="144506"/>
              </a:xfrm>
              <a:prstGeom prst="ellipse">
                <a:avLst/>
              </a:prstGeom>
              <a:solidFill>
                <a:srgbClr val="5ECB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6" name="pt666">
                <a:extLst>
                  <a:ext uri="{FF2B5EF4-FFF2-40B4-BE49-F238E27FC236}">
                    <a16:creationId xmlns:a16="http://schemas.microsoft.com/office/drawing/2014/main" id="{C16AA0AA-CA93-6AEE-7CC2-7E76EA410089}"/>
                  </a:ext>
                </a:extLst>
              </p:cNvPr>
              <p:cNvSpPr/>
              <p:nvPr/>
            </p:nvSpPr>
            <p:spPr>
              <a:xfrm>
                <a:off x="4598279" y="2594972"/>
                <a:ext cx="144506" cy="144506"/>
              </a:xfrm>
              <a:prstGeom prst="ellipse">
                <a:avLst/>
              </a:prstGeom>
              <a:solidFill>
                <a:srgbClr val="C3ECD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7" name="pt667">
                <a:extLst>
                  <a:ext uri="{FF2B5EF4-FFF2-40B4-BE49-F238E27FC236}">
                    <a16:creationId xmlns:a16="http://schemas.microsoft.com/office/drawing/2014/main" id="{AFBFA8D9-5370-394B-8F1F-53A3F3233A7A}"/>
                  </a:ext>
                </a:extLst>
              </p:cNvPr>
              <p:cNvSpPr/>
              <p:nvPr/>
            </p:nvSpPr>
            <p:spPr>
              <a:xfrm>
                <a:off x="3322535" y="4403436"/>
                <a:ext cx="144506" cy="144506"/>
              </a:xfrm>
              <a:prstGeom prst="ellipse">
                <a:avLst/>
              </a:prstGeom>
              <a:solidFill>
                <a:srgbClr val="4FB5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8" name="pt668">
                <a:extLst>
                  <a:ext uri="{FF2B5EF4-FFF2-40B4-BE49-F238E27FC236}">
                    <a16:creationId xmlns:a16="http://schemas.microsoft.com/office/drawing/2014/main" id="{9C4AD059-B7C7-AFBD-BB15-2D90CC18358F}"/>
                  </a:ext>
                </a:extLst>
              </p:cNvPr>
              <p:cNvSpPr/>
              <p:nvPr/>
            </p:nvSpPr>
            <p:spPr>
              <a:xfrm>
                <a:off x="4150995" y="2255653"/>
                <a:ext cx="144506" cy="144506"/>
              </a:xfrm>
              <a:prstGeom prst="ellipse">
                <a:avLst/>
              </a:prstGeom>
              <a:solidFill>
                <a:srgbClr val="395D9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9" name="pt669">
                <a:extLst>
                  <a:ext uri="{FF2B5EF4-FFF2-40B4-BE49-F238E27FC236}">
                    <a16:creationId xmlns:a16="http://schemas.microsoft.com/office/drawing/2014/main" id="{936593B3-B96D-9E3A-4C89-074D664A9348}"/>
                  </a:ext>
                </a:extLst>
              </p:cNvPr>
              <p:cNvSpPr/>
              <p:nvPr/>
            </p:nvSpPr>
            <p:spPr>
              <a:xfrm>
                <a:off x="3069870" y="3287113"/>
                <a:ext cx="144506" cy="144506"/>
              </a:xfrm>
              <a:prstGeom prst="ellipse">
                <a:avLst/>
              </a:prstGeom>
              <a:solidFill>
                <a:srgbClr val="379A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0" name="pt670">
                <a:extLst>
                  <a:ext uri="{FF2B5EF4-FFF2-40B4-BE49-F238E27FC236}">
                    <a16:creationId xmlns:a16="http://schemas.microsoft.com/office/drawing/2014/main" id="{B26C1DD7-9EF2-5E69-028E-4877FCE50ACC}"/>
                  </a:ext>
                </a:extLst>
              </p:cNvPr>
              <p:cNvSpPr/>
              <p:nvPr/>
            </p:nvSpPr>
            <p:spPr>
              <a:xfrm>
                <a:off x="3268332" y="4349234"/>
                <a:ext cx="252911" cy="252911"/>
              </a:xfrm>
              <a:prstGeom prst="ellipse">
                <a:avLst/>
              </a:prstGeom>
              <a:solidFill>
                <a:srgbClr val="4FB5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1" name="pt671">
                <a:extLst>
                  <a:ext uri="{FF2B5EF4-FFF2-40B4-BE49-F238E27FC236}">
                    <a16:creationId xmlns:a16="http://schemas.microsoft.com/office/drawing/2014/main" id="{B0160454-24CF-A208-F91A-590F65BBE60F}"/>
                  </a:ext>
                </a:extLst>
              </p:cNvPr>
              <p:cNvSpPr/>
              <p:nvPr/>
            </p:nvSpPr>
            <p:spPr>
              <a:xfrm>
                <a:off x="3396934" y="3568029"/>
                <a:ext cx="252911" cy="252911"/>
              </a:xfrm>
              <a:prstGeom prst="ellipse">
                <a:avLst/>
              </a:prstGeom>
              <a:solidFill>
                <a:srgbClr val="379A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2" name="pt672">
                <a:extLst>
                  <a:ext uri="{FF2B5EF4-FFF2-40B4-BE49-F238E27FC236}">
                    <a16:creationId xmlns:a16="http://schemas.microsoft.com/office/drawing/2014/main" id="{B4854F54-08A5-853C-62D0-C4BB739DF698}"/>
                  </a:ext>
                </a:extLst>
              </p:cNvPr>
              <p:cNvSpPr/>
              <p:nvPr/>
            </p:nvSpPr>
            <p:spPr>
              <a:xfrm>
                <a:off x="3369183" y="4256777"/>
                <a:ext cx="252911" cy="252911"/>
              </a:xfrm>
              <a:prstGeom prst="ellipse">
                <a:avLst/>
              </a:prstGeom>
              <a:solidFill>
                <a:srgbClr val="ACE5C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3" name="pl675">
                <a:extLst>
                  <a:ext uri="{FF2B5EF4-FFF2-40B4-BE49-F238E27FC236}">
                    <a16:creationId xmlns:a16="http://schemas.microsoft.com/office/drawing/2014/main" id="{A391F2C7-6DCF-5A57-B7F1-54F73307E072}"/>
                  </a:ext>
                </a:extLst>
              </p:cNvPr>
              <p:cNvSpPr/>
              <p:nvPr/>
            </p:nvSpPr>
            <p:spPr>
              <a:xfrm>
                <a:off x="3535687" y="3046619"/>
                <a:ext cx="1088780" cy="640630"/>
              </a:xfrm>
              <a:custGeom>
                <a:avLst/>
                <a:gdLst/>
                <a:ahLst/>
                <a:cxnLst/>
                <a:rect l="0" t="0" r="0" b="0"/>
                <a:pathLst>
                  <a:path w="1088780" h="640630">
                    <a:moveTo>
                      <a:pt x="1088780" y="0"/>
                    </a:moveTo>
                    <a:lnTo>
                      <a:pt x="0" y="64063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4" name="pl676">
                <a:extLst>
                  <a:ext uri="{FF2B5EF4-FFF2-40B4-BE49-F238E27FC236}">
                    <a16:creationId xmlns:a16="http://schemas.microsoft.com/office/drawing/2014/main" id="{DF29B32E-1440-6D4F-11BA-8B6AEE47353F}"/>
                  </a:ext>
                </a:extLst>
              </p:cNvPr>
              <p:cNvSpPr/>
              <p:nvPr/>
            </p:nvSpPr>
            <p:spPr>
              <a:xfrm>
                <a:off x="3507507" y="3545424"/>
                <a:ext cx="1248569" cy="829919"/>
              </a:xfrm>
              <a:custGeom>
                <a:avLst/>
                <a:gdLst/>
                <a:ahLst/>
                <a:cxnLst/>
                <a:rect l="0" t="0" r="0" b="0"/>
                <a:pathLst>
                  <a:path w="1248569" h="829919">
                    <a:moveTo>
                      <a:pt x="1248569" y="0"/>
                    </a:moveTo>
                    <a:lnTo>
                      <a:pt x="0" y="82991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5" name="rc683">
                <a:extLst>
                  <a:ext uri="{FF2B5EF4-FFF2-40B4-BE49-F238E27FC236}">
                    <a16:creationId xmlns:a16="http://schemas.microsoft.com/office/drawing/2014/main" id="{68DD26FC-6084-A1EF-5307-357EB5876917}"/>
                  </a:ext>
                </a:extLst>
              </p:cNvPr>
              <p:cNvSpPr/>
              <p:nvPr/>
            </p:nvSpPr>
            <p:spPr>
              <a:xfrm>
                <a:off x="2483768" y="1859856"/>
                <a:ext cx="3967904" cy="3657376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" name="pl677">
              <a:extLst>
                <a:ext uri="{FF2B5EF4-FFF2-40B4-BE49-F238E27FC236}">
                  <a16:creationId xmlns:a16="http://schemas.microsoft.com/office/drawing/2014/main" id="{4356E143-E171-F7F9-2FFA-F7498939D434}"/>
                </a:ext>
              </a:extLst>
            </p:cNvPr>
            <p:cNvSpPr/>
            <p:nvPr/>
          </p:nvSpPr>
          <p:spPr>
            <a:xfrm>
              <a:off x="11771090" y="18113250"/>
              <a:ext cx="153868" cy="288032"/>
            </a:xfrm>
            <a:custGeom>
              <a:avLst/>
              <a:gdLst/>
              <a:ahLst/>
              <a:cxnLst/>
              <a:rect l="0" t="0" r="0" b="0"/>
              <a:pathLst>
                <a:path w="1087883" h="456649">
                  <a:moveTo>
                    <a:pt x="1087883" y="0"/>
                  </a:moveTo>
                  <a:lnTo>
                    <a:pt x="0" y="4566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sp>
          <p:nvSpPr>
            <p:cNvPr id="6" name="pg675">
              <a:extLst>
                <a:ext uri="{FF2B5EF4-FFF2-40B4-BE49-F238E27FC236}">
                  <a16:creationId xmlns:a16="http://schemas.microsoft.com/office/drawing/2014/main" id="{CC6E9874-4B9B-BDAE-074C-D1897400CAFB}"/>
                </a:ext>
              </a:extLst>
            </p:cNvPr>
            <p:cNvSpPr/>
            <p:nvPr/>
          </p:nvSpPr>
          <p:spPr>
            <a:xfrm>
              <a:off x="11864334" y="18030153"/>
              <a:ext cx="123475" cy="106933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g681">
              <a:extLst>
                <a:ext uri="{FF2B5EF4-FFF2-40B4-BE49-F238E27FC236}">
                  <a16:creationId xmlns:a16="http://schemas.microsoft.com/office/drawing/2014/main" id="{D2069197-8B9F-D2A0-8E9D-7225A93A6E62}"/>
                </a:ext>
              </a:extLst>
            </p:cNvPr>
            <p:cNvSpPr/>
            <p:nvPr/>
          </p:nvSpPr>
          <p:spPr>
            <a:xfrm>
              <a:off x="11640844" y="18401282"/>
              <a:ext cx="717348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York River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8" name="pl674">
              <a:extLst>
                <a:ext uri="{FF2B5EF4-FFF2-40B4-BE49-F238E27FC236}">
                  <a16:creationId xmlns:a16="http://schemas.microsoft.com/office/drawing/2014/main" id="{1FBEDB06-1618-549B-1269-A849DC6DE742}"/>
                </a:ext>
              </a:extLst>
            </p:cNvPr>
            <p:cNvSpPr/>
            <p:nvPr/>
          </p:nvSpPr>
          <p:spPr>
            <a:xfrm flipV="1">
              <a:off x="11960983" y="18218998"/>
              <a:ext cx="580713" cy="6900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g679">
              <a:extLst>
                <a:ext uri="{FF2B5EF4-FFF2-40B4-BE49-F238E27FC236}">
                  <a16:creationId xmlns:a16="http://schemas.microsoft.com/office/drawing/2014/main" id="{2FC473AD-990B-DDCD-A69C-307AE2728457}"/>
                </a:ext>
              </a:extLst>
            </p:cNvPr>
            <p:cNvSpPr/>
            <p:nvPr/>
          </p:nvSpPr>
          <p:spPr>
            <a:xfrm>
              <a:off x="12504218" y="18171812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0" name="pg683">
              <a:extLst>
                <a:ext uri="{FF2B5EF4-FFF2-40B4-BE49-F238E27FC236}">
                  <a16:creationId xmlns:a16="http://schemas.microsoft.com/office/drawing/2014/main" id="{7D6CD5C3-DF66-D4C8-ACEE-ACEE81F78A8C}"/>
                </a:ext>
              </a:extLst>
            </p:cNvPr>
            <p:cNvSpPr/>
            <p:nvPr/>
          </p:nvSpPr>
          <p:spPr>
            <a:xfrm>
              <a:off x="12563276" y="17711936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S2-DEBY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1" name="pg681">
              <a:extLst>
                <a:ext uri="{FF2B5EF4-FFF2-40B4-BE49-F238E27FC236}">
                  <a16:creationId xmlns:a16="http://schemas.microsoft.com/office/drawing/2014/main" id="{8894E95C-FD83-BFB4-BD0A-76F1AFB22B45}"/>
                </a:ext>
              </a:extLst>
            </p:cNvPr>
            <p:cNvSpPr/>
            <p:nvPr/>
          </p:nvSpPr>
          <p:spPr>
            <a:xfrm>
              <a:off x="12541695" y="17425796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S1-LOLA</a:t>
              </a:r>
              <a:endParaRPr sz="1100" dirty="0">
                <a:latin typeface="Helvetica" pitchFamily="2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02F6A4D-9700-78DB-1A6C-0F7512E1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16938" y="16876253"/>
              <a:ext cx="1799263" cy="84869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8918D51-1870-689E-2DBF-E768FAA31598}"/>
                </a:ext>
              </a:extLst>
            </p:cNvPr>
            <p:cNvSpPr/>
            <p:nvPr/>
          </p:nvSpPr>
          <p:spPr>
            <a:xfrm>
              <a:off x="14061232" y="17897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AAFF704-7FA9-4D8D-BB3A-91A904F32C64}"/>
                </a:ext>
              </a:extLst>
            </p:cNvPr>
            <p:cNvCxnSpPr>
              <a:cxnSpLocks/>
            </p:cNvCxnSpPr>
            <p:nvPr/>
          </p:nvCxnSpPr>
          <p:spPr>
            <a:xfrm>
              <a:off x="13382674" y="16961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91C6468-07FB-8B30-6B6C-804FB5CCF8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82674" y="18401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27" name="Group 9426">
            <a:extLst>
              <a:ext uri="{FF2B5EF4-FFF2-40B4-BE49-F238E27FC236}">
                <a16:creationId xmlns:a16="http://schemas.microsoft.com/office/drawing/2014/main" id="{E971A925-0D0A-53CD-84BD-5BD63F114D1B}"/>
              </a:ext>
            </a:extLst>
          </p:cNvPr>
          <p:cNvGrpSpPr/>
          <p:nvPr/>
        </p:nvGrpSpPr>
        <p:grpSpPr>
          <a:xfrm>
            <a:off x="9293878" y="11379712"/>
            <a:ext cx="5835888" cy="4525962"/>
            <a:chOff x="10798055" y="16025018"/>
            <a:chExt cx="5835888" cy="4525962"/>
          </a:xfrm>
        </p:grpSpPr>
        <p:grpSp>
          <p:nvGrpSpPr>
            <p:cNvPr id="9428" name="Content Placeholder 2">
              <a:extLst>
                <a:ext uri="{FF2B5EF4-FFF2-40B4-BE49-F238E27FC236}">
                  <a16:creationId xmlns:a16="http://schemas.microsoft.com/office/drawing/2014/main" id="{23F55166-0812-9E33-9807-9633DCD9081E}"/>
                </a:ext>
              </a:extLst>
            </p:cNvPr>
            <p:cNvGrpSpPr/>
            <p:nvPr/>
          </p:nvGrpSpPr>
          <p:grpSpPr>
            <a:xfrm>
              <a:off x="10798055" y="16025018"/>
              <a:ext cx="5835888" cy="4525962"/>
              <a:chOff x="1654055" y="1600200"/>
              <a:chExt cx="5835888" cy="4525962"/>
            </a:xfrm>
          </p:grpSpPr>
          <p:sp>
            <p:nvSpPr>
              <p:cNvPr id="10751" name="rc4">
                <a:extLst>
                  <a:ext uri="{FF2B5EF4-FFF2-40B4-BE49-F238E27FC236}">
                    <a16:creationId xmlns:a16="http://schemas.microsoft.com/office/drawing/2014/main" id="{B501AE84-2DA1-43B7-7047-182D8BCA207F}"/>
                  </a:ext>
                </a:extLst>
              </p:cNvPr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2" name="rc5">
                <a:extLst>
                  <a:ext uri="{FF2B5EF4-FFF2-40B4-BE49-F238E27FC236}">
                    <a16:creationId xmlns:a16="http://schemas.microsoft.com/office/drawing/2014/main" id="{5E10E370-4D51-98AB-5C10-849D4D5BDE38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3" name="pl6">
                <a:extLst>
                  <a:ext uri="{FF2B5EF4-FFF2-40B4-BE49-F238E27FC236}">
                    <a16:creationId xmlns:a16="http://schemas.microsoft.com/office/drawing/2014/main" id="{FD267E36-EBB6-98D9-F5BB-179FD361FB65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4" name="pl7">
                <a:extLst>
                  <a:ext uri="{FF2B5EF4-FFF2-40B4-BE49-F238E27FC236}">
                    <a16:creationId xmlns:a16="http://schemas.microsoft.com/office/drawing/2014/main" id="{518E57BC-571B-7A4F-44B3-A65A0BA63B07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5" name="pl8">
                <a:extLst>
                  <a:ext uri="{FF2B5EF4-FFF2-40B4-BE49-F238E27FC236}">
                    <a16:creationId xmlns:a16="http://schemas.microsoft.com/office/drawing/2014/main" id="{D098C943-9D06-3018-DB04-DE32BF53C8C1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6" name="pl9">
                <a:extLst>
                  <a:ext uri="{FF2B5EF4-FFF2-40B4-BE49-F238E27FC236}">
                    <a16:creationId xmlns:a16="http://schemas.microsoft.com/office/drawing/2014/main" id="{0BCC373D-1213-C812-543A-0ABA5ABEBD24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7" name="pl10">
                <a:extLst>
                  <a:ext uri="{FF2B5EF4-FFF2-40B4-BE49-F238E27FC236}">
                    <a16:creationId xmlns:a16="http://schemas.microsoft.com/office/drawing/2014/main" id="{26EC8972-4ABC-2E0C-6DD7-02FBEE736FA8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8" name="pl11">
                <a:extLst>
                  <a:ext uri="{FF2B5EF4-FFF2-40B4-BE49-F238E27FC236}">
                    <a16:creationId xmlns:a16="http://schemas.microsoft.com/office/drawing/2014/main" id="{4011B3D3-7C55-0DCF-1515-C99D628B3D35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9" name="pl12">
                <a:extLst>
                  <a:ext uri="{FF2B5EF4-FFF2-40B4-BE49-F238E27FC236}">
                    <a16:creationId xmlns:a16="http://schemas.microsoft.com/office/drawing/2014/main" id="{89155F18-274A-BE84-3D5F-BB9F7B69F9C6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0" name="pl13">
                <a:extLst>
                  <a:ext uri="{FF2B5EF4-FFF2-40B4-BE49-F238E27FC236}">
                    <a16:creationId xmlns:a16="http://schemas.microsoft.com/office/drawing/2014/main" id="{230C934C-84E8-C1BF-AB40-2B720B91297B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1" name="pl14">
                <a:extLst>
                  <a:ext uri="{FF2B5EF4-FFF2-40B4-BE49-F238E27FC236}">
                    <a16:creationId xmlns:a16="http://schemas.microsoft.com/office/drawing/2014/main" id="{29D2210B-BD83-B55F-6010-31756D33B624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2" name="pl15">
                <a:extLst>
                  <a:ext uri="{FF2B5EF4-FFF2-40B4-BE49-F238E27FC236}">
                    <a16:creationId xmlns:a16="http://schemas.microsoft.com/office/drawing/2014/main" id="{27D401A4-ABE8-9AA9-FCD6-A11E425D4448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3" name="pl16">
                <a:extLst>
                  <a:ext uri="{FF2B5EF4-FFF2-40B4-BE49-F238E27FC236}">
                    <a16:creationId xmlns:a16="http://schemas.microsoft.com/office/drawing/2014/main" id="{10AF9159-DAEA-D595-4BDE-96686CDC7D65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4" name="pl17">
                <a:extLst>
                  <a:ext uri="{FF2B5EF4-FFF2-40B4-BE49-F238E27FC236}">
                    <a16:creationId xmlns:a16="http://schemas.microsoft.com/office/drawing/2014/main" id="{994AA238-96CF-A791-BC8B-89EFC1B3A4F2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5" name="pl18">
                <a:extLst>
                  <a:ext uri="{FF2B5EF4-FFF2-40B4-BE49-F238E27FC236}">
                    <a16:creationId xmlns:a16="http://schemas.microsoft.com/office/drawing/2014/main" id="{554BD8A4-A14E-A9F5-498F-E003C3F85A7D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6" name="pg19">
                <a:extLst>
                  <a:ext uri="{FF2B5EF4-FFF2-40B4-BE49-F238E27FC236}">
                    <a16:creationId xmlns:a16="http://schemas.microsoft.com/office/drawing/2014/main" id="{7848ECD1-F953-F4BB-69B0-1995AE6E7F6D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7" name="pg20">
                <a:extLst>
                  <a:ext uri="{FF2B5EF4-FFF2-40B4-BE49-F238E27FC236}">
                    <a16:creationId xmlns:a16="http://schemas.microsoft.com/office/drawing/2014/main" id="{2409846E-8A0A-2380-82A5-A0101B3AD9BA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8" name="pg21">
                <a:extLst>
                  <a:ext uri="{FF2B5EF4-FFF2-40B4-BE49-F238E27FC236}">
                    <a16:creationId xmlns:a16="http://schemas.microsoft.com/office/drawing/2014/main" id="{A8657FC4-1E7D-59E8-AC5A-B0ACDCE70B8C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9" name="pg22">
                <a:extLst>
                  <a:ext uri="{FF2B5EF4-FFF2-40B4-BE49-F238E27FC236}">
                    <a16:creationId xmlns:a16="http://schemas.microsoft.com/office/drawing/2014/main" id="{7D12E6FF-C720-DE90-B2BD-89C5BB327ECD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0" name="pg23">
                <a:extLst>
                  <a:ext uri="{FF2B5EF4-FFF2-40B4-BE49-F238E27FC236}">
                    <a16:creationId xmlns:a16="http://schemas.microsoft.com/office/drawing/2014/main" id="{AB8148BC-9605-FC30-B4D9-FF90AD5F9956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1" name="pg24">
                <a:extLst>
                  <a:ext uri="{FF2B5EF4-FFF2-40B4-BE49-F238E27FC236}">
                    <a16:creationId xmlns:a16="http://schemas.microsoft.com/office/drawing/2014/main" id="{57E9DE85-FCE1-9735-12AA-7A096CBAC108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2" name="pg25">
                <a:extLst>
                  <a:ext uri="{FF2B5EF4-FFF2-40B4-BE49-F238E27FC236}">
                    <a16:creationId xmlns:a16="http://schemas.microsoft.com/office/drawing/2014/main" id="{5EE72DA7-E24C-2762-469D-4EAF5C57D93A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3" name="pg26">
                <a:extLst>
                  <a:ext uri="{FF2B5EF4-FFF2-40B4-BE49-F238E27FC236}">
                    <a16:creationId xmlns:a16="http://schemas.microsoft.com/office/drawing/2014/main" id="{B796FE2B-6269-9219-035F-DD8A0F64DDBF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4" name="pg27">
                <a:extLst>
                  <a:ext uri="{FF2B5EF4-FFF2-40B4-BE49-F238E27FC236}">
                    <a16:creationId xmlns:a16="http://schemas.microsoft.com/office/drawing/2014/main" id="{8E072708-31AB-75C0-CD0C-BA9AB9786C5C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5" name="pg28">
                <a:extLst>
                  <a:ext uri="{FF2B5EF4-FFF2-40B4-BE49-F238E27FC236}">
                    <a16:creationId xmlns:a16="http://schemas.microsoft.com/office/drawing/2014/main" id="{249DAE5F-37B5-2197-1BD0-8ECC8DC28CE1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6" name="pg29">
                <a:extLst>
                  <a:ext uri="{FF2B5EF4-FFF2-40B4-BE49-F238E27FC236}">
                    <a16:creationId xmlns:a16="http://schemas.microsoft.com/office/drawing/2014/main" id="{13E47B8F-132E-13EC-6D29-D41D6E9F9C8D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7" name="pg30">
                <a:extLst>
                  <a:ext uri="{FF2B5EF4-FFF2-40B4-BE49-F238E27FC236}">
                    <a16:creationId xmlns:a16="http://schemas.microsoft.com/office/drawing/2014/main" id="{3009B09B-762C-BD6E-A23E-BD53BD1EE635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8" name="pg31">
                <a:extLst>
                  <a:ext uri="{FF2B5EF4-FFF2-40B4-BE49-F238E27FC236}">
                    <a16:creationId xmlns:a16="http://schemas.microsoft.com/office/drawing/2014/main" id="{5CDAE5DD-57D9-B540-E274-504146B41012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9" name="pg32">
                <a:extLst>
                  <a:ext uri="{FF2B5EF4-FFF2-40B4-BE49-F238E27FC236}">
                    <a16:creationId xmlns:a16="http://schemas.microsoft.com/office/drawing/2014/main" id="{6DD90113-3B78-2000-5736-C7A1B61E6C4A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0" name="pg33">
                <a:extLst>
                  <a:ext uri="{FF2B5EF4-FFF2-40B4-BE49-F238E27FC236}">
                    <a16:creationId xmlns:a16="http://schemas.microsoft.com/office/drawing/2014/main" id="{153A6742-E454-6E2A-3A3C-92F7EBDAA7BB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1" name="pg34">
                <a:extLst>
                  <a:ext uri="{FF2B5EF4-FFF2-40B4-BE49-F238E27FC236}">
                    <a16:creationId xmlns:a16="http://schemas.microsoft.com/office/drawing/2014/main" id="{FEF3A2E4-0A61-2894-8877-EB511279696B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2" name="pg35">
                <a:extLst>
                  <a:ext uri="{FF2B5EF4-FFF2-40B4-BE49-F238E27FC236}">
                    <a16:creationId xmlns:a16="http://schemas.microsoft.com/office/drawing/2014/main" id="{7474BD13-F9F8-EB31-F9FA-5DBAD003AAF6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3" name="pg36">
                <a:extLst>
                  <a:ext uri="{FF2B5EF4-FFF2-40B4-BE49-F238E27FC236}">
                    <a16:creationId xmlns:a16="http://schemas.microsoft.com/office/drawing/2014/main" id="{5E670FC4-383C-F994-29D1-59C24F886DC8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4" name="pg37">
                <a:extLst>
                  <a:ext uri="{FF2B5EF4-FFF2-40B4-BE49-F238E27FC236}">
                    <a16:creationId xmlns:a16="http://schemas.microsoft.com/office/drawing/2014/main" id="{6F2AD597-978E-E3B7-C66E-F90A1C66BC5D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5" name="pg38">
                <a:extLst>
                  <a:ext uri="{FF2B5EF4-FFF2-40B4-BE49-F238E27FC236}">
                    <a16:creationId xmlns:a16="http://schemas.microsoft.com/office/drawing/2014/main" id="{85119A3C-2616-6246-B55B-8481BCACA5A6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6" name="pg39">
                <a:extLst>
                  <a:ext uri="{FF2B5EF4-FFF2-40B4-BE49-F238E27FC236}">
                    <a16:creationId xmlns:a16="http://schemas.microsoft.com/office/drawing/2014/main" id="{40E44F13-E527-4AA3-D5A9-A41124843BD6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7" name="pg40">
                <a:extLst>
                  <a:ext uri="{FF2B5EF4-FFF2-40B4-BE49-F238E27FC236}">
                    <a16:creationId xmlns:a16="http://schemas.microsoft.com/office/drawing/2014/main" id="{A4FE14B5-4ED8-2977-9A5E-82BC7183B2BD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8" name="pg41">
                <a:extLst>
                  <a:ext uri="{FF2B5EF4-FFF2-40B4-BE49-F238E27FC236}">
                    <a16:creationId xmlns:a16="http://schemas.microsoft.com/office/drawing/2014/main" id="{0AB4F8E8-A043-185D-5E4D-F1DD9AFB82F1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9" name="pg42">
                <a:extLst>
                  <a:ext uri="{FF2B5EF4-FFF2-40B4-BE49-F238E27FC236}">
                    <a16:creationId xmlns:a16="http://schemas.microsoft.com/office/drawing/2014/main" id="{DDCE77E7-5A80-E56F-13A2-B2C2B3B63EB4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0" name="pg43">
                <a:extLst>
                  <a:ext uri="{FF2B5EF4-FFF2-40B4-BE49-F238E27FC236}">
                    <a16:creationId xmlns:a16="http://schemas.microsoft.com/office/drawing/2014/main" id="{051893D5-3FB6-743D-99F1-77D57F4F4D1B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1" name="pg44">
                <a:extLst>
                  <a:ext uri="{FF2B5EF4-FFF2-40B4-BE49-F238E27FC236}">
                    <a16:creationId xmlns:a16="http://schemas.microsoft.com/office/drawing/2014/main" id="{E1600B4B-EA1D-F30A-2673-E9C025CF2DFA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2" name="pg45">
                <a:extLst>
                  <a:ext uri="{FF2B5EF4-FFF2-40B4-BE49-F238E27FC236}">
                    <a16:creationId xmlns:a16="http://schemas.microsoft.com/office/drawing/2014/main" id="{E807AF14-DDBA-38BC-D960-34DEDC3FFF63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3" name="pg46">
                <a:extLst>
                  <a:ext uri="{FF2B5EF4-FFF2-40B4-BE49-F238E27FC236}">
                    <a16:creationId xmlns:a16="http://schemas.microsoft.com/office/drawing/2014/main" id="{F05EB328-B9F5-71AD-F2AE-9E54871425FE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4" name="pg47">
                <a:extLst>
                  <a:ext uri="{FF2B5EF4-FFF2-40B4-BE49-F238E27FC236}">
                    <a16:creationId xmlns:a16="http://schemas.microsoft.com/office/drawing/2014/main" id="{5D06EA16-1B16-52B7-7F8C-CBD7A870F56A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5" name="pg48">
                <a:extLst>
                  <a:ext uri="{FF2B5EF4-FFF2-40B4-BE49-F238E27FC236}">
                    <a16:creationId xmlns:a16="http://schemas.microsoft.com/office/drawing/2014/main" id="{D7DD7988-5BB9-60D9-9AB7-4784537B5AFE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6" name="pg49">
                <a:extLst>
                  <a:ext uri="{FF2B5EF4-FFF2-40B4-BE49-F238E27FC236}">
                    <a16:creationId xmlns:a16="http://schemas.microsoft.com/office/drawing/2014/main" id="{A8FBCD42-621E-A827-BB48-7033D4CFB304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7" name="pg50">
                <a:extLst>
                  <a:ext uri="{FF2B5EF4-FFF2-40B4-BE49-F238E27FC236}">
                    <a16:creationId xmlns:a16="http://schemas.microsoft.com/office/drawing/2014/main" id="{62285459-61F6-D072-9D2C-E7D80B66D10B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8" name="pg51">
                <a:extLst>
                  <a:ext uri="{FF2B5EF4-FFF2-40B4-BE49-F238E27FC236}">
                    <a16:creationId xmlns:a16="http://schemas.microsoft.com/office/drawing/2014/main" id="{F51B8D00-B15E-172E-0AF4-FA7817169DFB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9" name="pg52">
                <a:extLst>
                  <a:ext uri="{FF2B5EF4-FFF2-40B4-BE49-F238E27FC236}">
                    <a16:creationId xmlns:a16="http://schemas.microsoft.com/office/drawing/2014/main" id="{E7D00E38-4C7A-0C7E-B064-4BFAA70C3662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0" name="pg53">
                <a:extLst>
                  <a:ext uri="{FF2B5EF4-FFF2-40B4-BE49-F238E27FC236}">
                    <a16:creationId xmlns:a16="http://schemas.microsoft.com/office/drawing/2014/main" id="{7BE4AE1B-BB3F-EEB0-DD81-DBE6E946B9DE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1" name="pg54">
                <a:extLst>
                  <a:ext uri="{FF2B5EF4-FFF2-40B4-BE49-F238E27FC236}">
                    <a16:creationId xmlns:a16="http://schemas.microsoft.com/office/drawing/2014/main" id="{9550C7BE-818D-E37F-6BD4-4049C6DFFACF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2" name="pg55">
                <a:extLst>
                  <a:ext uri="{FF2B5EF4-FFF2-40B4-BE49-F238E27FC236}">
                    <a16:creationId xmlns:a16="http://schemas.microsoft.com/office/drawing/2014/main" id="{404E2E91-7AA7-0D2E-BC93-CEAC2F14F564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3" name="pg56">
                <a:extLst>
                  <a:ext uri="{FF2B5EF4-FFF2-40B4-BE49-F238E27FC236}">
                    <a16:creationId xmlns:a16="http://schemas.microsoft.com/office/drawing/2014/main" id="{60B8F6F6-A5EF-7937-57CB-5A4B075FEC04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4" name="pg57">
                <a:extLst>
                  <a:ext uri="{FF2B5EF4-FFF2-40B4-BE49-F238E27FC236}">
                    <a16:creationId xmlns:a16="http://schemas.microsoft.com/office/drawing/2014/main" id="{30C9E4E7-4646-EAC6-7E24-D9355A6618E3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5" name="pg58">
                <a:extLst>
                  <a:ext uri="{FF2B5EF4-FFF2-40B4-BE49-F238E27FC236}">
                    <a16:creationId xmlns:a16="http://schemas.microsoft.com/office/drawing/2014/main" id="{E973E704-DDFD-0B89-3FE8-AD9824F70EF5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6" name="pg59">
                <a:extLst>
                  <a:ext uri="{FF2B5EF4-FFF2-40B4-BE49-F238E27FC236}">
                    <a16:creationId xmlns:a16="http://schemas.microsoft.com/office/drawing/2014/main" id="{51D05475-3A51-C7CD-B51D-83430F0B2E41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7" name="pg60">
                <a:extLst>
                  <a:ext uri="{FF2B5EF4-FFF2-40B4-BE49-F238E27FC236}">
                    <a16:creationId xmlns:a16="http://schemas.microsoft.com/office/drawing/2014/main" id="{E4E5CEE6-8FDE-06FF-C3E6-0A5E42A456B3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8" name="pg61">
                <a:extLst>
                  <a:ext uri="{FF2B5EF4-FFF2-40B4-BE49-F238E27FC236}">
                    <a16:creationId xmlns:a16="http://schemas.microsoft.com/office/drawing/2014/main" id="{9F2A20DE-0667-B33B-775B-945E0618F096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9" name="pg62">
                <a:extLst>
                  <a:ext uri="{FF2B5EF4-FFF2-40B4-BE49-F238E27FC236}">
                    <a16:creationId xmlns:a16="http://schemas.microsoft.com/office/drawing/2014/main" id="{9C81134C-594A-2F4A-5449-7B880F27866C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0" name="pg63">
                <a:extLst>
                  <a:ext uri="{FF2B5EF4-FFF2-40B4-BE49-F238E27FC236}">
                    <a16:creationId xmlns:a16="http://schemas.microsoft.com/office/drawing/2014/main" id="{80975EE4-7CA3-3AF8-D49D-AA160F8FA51C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1" name="pg64">
                <a:extLst>
                  <a:ext uri="{FF2B5EF4-FFF2-40B4-BE49-F238E27FC236}">
                    <a16:creationId xmlns:a16="http://schemas.microsoft.com/office/drawing/2014/main" id="{8B04641D-9DDA-81F9-B4D6-514FAB4395B8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2" name="pg65">
                <a:extLst>
                  <a:ext uri="{FF2B5EF4-FFF2-40B4-BE49-F238E27FC236}">
                    <a16:creationId xmlns:a16="http://schemas.microsoft.com/office/drawing/2014/main" id="{0C167A8E-3CAD-3F3B-5E01-6CC782008C5C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3" name="pg66">
                <a:extLst>
                  <a:ext uri="{FF2B5EF4-FFF2-40B4-BE49-F238E27FC236}">
                    <a16:creationId xmlns:a16="http://schemas.microsoft.com/office/drawing/2014/main" id="{24CC5E8C-77B5-D875-A000-F243340B8303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4" name="pg67">
                <a:extLst>
                  <a:ext uri="{FF2B5EF4-FFF2-40B4-BE49-F238E27FC236}">
                    <a16:creationId xmlns:a16="http://schemas.microsoft.com/office/drawing/2014/main" id="{9DAA7C46-73A7-25A4-CE2F-ECDF41C7C905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5" name="pg68">
                <a:extLst>
                  <a:ext uri="{FF2B5EF4-FFF2-40B4-BE49-F238E27FC236}">
                    <a16:creationId xmlns:a16="http://schemas.microsoft.com/office/drawing/2014/main" id="{2205CADD-E262-1E2B-3703-83F4C42A4E93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6" name="pg69">
                <a:extLst>
                  <a:ext uri="{FF2B5EF4-FFF2-40B4-BE49-F238E27FC236}">
                    <a16:creationId xmlns:a16="http://schemas.microsoft.com/office/drawing/2014/main" id="{D7BB90D9-CEBC-82E6-327E-126153E3E6A0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7" name="pg70">
                <a:extLst>
                  <a:ext uri="{FF2B5EF4-FFF2-40B4-BE49-F238E27FC236}">
                    <a16:creationId xmlns:a16="http://schemas.microsoft.com/office/drawing/2014/main" id="{D080BC7B-CDED-4EFD-1180-A72F8FF69B3B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8" name="pg71">
                <a:extLst>
                  <a:ext uri="{FF2B5EF4-FFF2-40B4-BE49-F238E27FC236}">
                    <a16:creationId xmlns:a16="http://schemas.microsoft.com/office/drawing/2014/main" id="{6873FF6C-8736-A66A-0DF1-55E337CD5C50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9" name="pg72">
                <a:extLst>
                  <a:ext uri="{FF2B5EF4-FFF2-40B4-BE49-F238E27FC236}">
                    <a16:creationId xmlns:a16="http://schemas.microsoft.com/office/drawing/2014/main" id="{157DC781-6FF1-6D69-C850-0AC447DE0771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0" name="pg73">
                <a:extLst>
                  <a:ext uri="{FF2B5EF4-FFF2-40B4-BE49-F238E27FC236}">
                    <a16:creationId xmlns:a16="http://schemas.microsoft.com/office/drawing/2014/main" id="{20F24739-3437-7344-2682-36F48B936CE4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1" name="pg74">
                <a:extLst>
                  <a:ext uri="{FF2B5EF4-FFF2-40B4-BE49-F238E27FC236}">
                    <a16:creationId xmlns:a16="http://schemas.microsoft.com/office/drawing/2014/main" id="{5646DFC7-F0A2-840B-AEC8-80546368F24A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2" name="pg75">
                <a:extLst>
                  <a:ext uri="{FF2B5EF4-FFF2-40B4-BE49-F238E27FC236}">
                    <a16:creationId xmlns:a16="http://schemas.microsoft.com/office/drawing/2014/main" id="{A04FCF84-F8EA-E7CE-F6C1-D27261D3B322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3" name="pg76">
                <a:extLst>
                  <a:ext uri="{FF2B5EF4-FFF2-40B4-BE49-F238E27FC236}">
                    <a16:creationId xmlns:a16="http://schemas.microsoft.com/office/drawing/2014/main" id="{451D2BB0-E921-1DA2-6B17-347054A8428F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4" name="pg77">
                <a:extLst>
                  <a:ext uri="{FF2B5EF4-FFF2-40B4-BE49-F238E27FC236}">
                    <a16:creationId xmlns:a16="http://schemas.microsoft.com/office/drawing/2014/main" id="{0DA6C32B-E553-B78A-87CA-421ADDFAB28B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5" name="pg78">
                <a:extLst>
                  <a:ext uri="{FF2B5EF4-FFF2-40B4-BE49-F238E27FC236}">
                    <a16:creationId xmlns:a16="http://schemas.microsoft.com/office/drawing/2014/main" id="{CF6E2448-03D7-5A4D-498B-901460A45295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6" name="pg79">
                <a:extLst>
                  <a:ext uri="{FF2B5EF4-FFF2-40B4-BE49-F238E27FC236}">
                    <a16:creationId xmlns:a16="http://schemas.microsoft.com/office/drawing/2014/main" id="{237D2485-70C7-E46C-202C-EDF4573AAB4B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7" name="pg80">
                <a:extLst>
                  <a:ext uri="{FF2B5EF4-FFF2-40B4-BE49-F238E27FC236}">
                    <a16:creationId xmlns:a16="http://schemas.microsoft.com/office/drawing/2014/main" id="{E2523B0A-D522-BA0A-8DC5-7E9FDA70E012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8" name="pg81">
                <a:extLst>
                  <a:ext uri="{FF2B5EF4-FFF2-40B4-BE49-F238E27FC236}">
                    <a16:creationId xmlns:a16="http://schemas.microsoft.com/office/drawing/2014/main" id="{1C280B1A-3C13-2805-E3A1-A1F3C47A6D4E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9" name="pg82">
                <a:extLst>
                  <a:ext uri="{FF2B5EF4-FFF2-40B4-BE49-F238E27FC236}">
                    <a16:creationId xmlns:a16="http://schemas.microsoft.com/office/drawing/2014/main" id="{8766B260-21B9-6542-5654-9993631AF885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0" name="pg83">
                <a:extLst>
                  <a:ext uri="{FF2B5EF4-FFF2-40B4-BE49-F238E27FC236}">
                    <a16:creationId xmlns:a16="http://schemas.microsoft.com/office/drawing/2014/main" id="{0183833B-5CA1-48B5-ACFC-34E05FB8D1A2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1" name="pg84">
                <a:extLst>
                  <a:ext uri="{FF2B5EF4-FFF2-40B4-BE49-F238E27FC236}">
                    <a16:creationId xmlns:a16="http://schemas.microsoft.com/office/drawing/2014/main" id="{1C5A8214-7312-7BDA-3C9F-F6A1F30DADF1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2" name="pg85">
                <a:extLst>
                  <a:ext uri="{FF2B5EF4-FFF2-40B4-BE49-F238E27FC236}">
                    <a16:creationId xmlns:a16="http://schemas.microsoft.com/office/drawing/2014/main" id="{A2496EC1-92FA-0B8A-1179-BDDE9F183F8E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3" name="pg86">
                <a:extLst>
                  <a:ext uri="{FF2B5EF4-FFF2-40B4-BE49-F238E27FC236}">
                    <a16:creationId xmlns:a16="http://schemas.microsoft.com/office/drawing/2014/main" id="{DF67C574-0A7D-7CAE-E34D-8D2B3FA961A1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4" name="pg87">
                <a:extLst>
                  <a:ext uri="{FF2B5EF4-FFF2-40B4-BE49-F238E27FC236}">
                    <a16:creationId xmlns:a16="http://schemas.microsoft.com/office/drawing/2014/main" id="{5A0EBB85-20F5-5C3C-83B6-911E5A78653A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5" name="pg88">
                <a:extLst>
                  <a:ext uri="{FF2B5EF4-FFF2-40B4-BE49-F238E27FC236}">
                    <a16:creationId xmlns:a16="http://schemas.microsoft.com/office/drawing/2014/main" id="{A9EDAA16-DBD0-224C-F561-03688291C337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6" name="pg89">
                <a:extLst>
                  <a:ext uri="{FF2B5EF4-FFF2-40B4-BE49-F238E27FC236}">
                    <a16:creationId xmlns:a16="http://schemas.microsoft.com/office/drawing/2014/main" id="{429891BE-2CDA-5053-398C-D0ADB11D4924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7" name="pg90">
                <a:extLst>
                  <a:ext uri="{FF2B5EF4-FFF2-40B4-BE49-F238E27FC236}">
                    <a16:creationId xmlns:a16="http://schemas.microsoft.com/office/drawing/2014/main" id="{C81B4147-5FC1-882B-472F-46C14F43F1EA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8" name="pg91">
                <a:extLst>
                  <a:ext uri="{FF2B5EF4-FFF2-40B4-BE49-F238E27FC236}">
                    <a16:creationId xmlns:a16="http://schemas.microsoft.com/office/drawing/2014/main" id="{CEC069BD-A293-63A5-D1A8-75ED98455253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9" name="pg92">
                <a:extLst>
                  <a:ext uri="{FF2B5EF4-FFF2-40B4-BE49-F238E27FC236}">
                    <a16:creationId xmlns:a16="http://schemas.microsoft.com/office/drawing/2014/main" id="{48BC570F-E02E-F085-CEA9-00E38ADF4A40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0" name="pg93">
                <a:extLst>
                  <a:ext uri="{FF2B5EF4-FFF2-40B4-BE49-F238E27FC236}">
                    <a16:creationId xmlns:a16="http://schemas.microsoft.com/office/drawing/2014/main" id="{0716D8C7-5877-BD90-84C4-914570BAB2C9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1" name="pg94">
                <a:extLst>
                  <a:ext uri="{FF2B5EF4-FFF2-40B4-BE49-F238E27FC236}">
                    <a16:creationId xmlns:a16="http://schemas.microsoft.com/office/drawing/2014/main" id="{0A737976-7115-8A94-6668-0F8704998211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2" name="pg95">
                <a:extLst>
                  <a:ext uri="{FF2B5EF4-FFF2-40B4-BE49-F238E27FC236}">
                    <a16:creationId xmlns:a16="http://schemas.microsoft.com/office/drawing/2014/main" id="{65A28531-7512-8CFB-329E-FF421BFB9D37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3" name="pg96">
                <a:extLst>
                  <a:ext uri="{FF2B5EF4-FFF2-40B4-BE49-F238E27FC236}">
                    <a16:creationId xmlns:a16="http://schemas.microsoft.com/office/drawing/2014/main" id="{F9FEBC2D-4EA4-BC40-1EAA-63EBA7DFA427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4" name="pg97">
                <a:extLst>
                  <a:ext uri="{FF2B5EF4-FFF2-40B4-BE49-F238E27FC236}">
                    <a16:creationId xmlns:a16="http://schemas.microsoft.com/office/drawing/2014/main" id="{096016F8-4282-5914-E5FA-AEBF4DE50F13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5" name="pg98">
                <a:extLst>
                  <a:ext uri="{FF2B5EF4-FFF2-40B4-BE49-F238E27FC236}">
                    <a16:creationId xmlns:a16="http://schemas.microsoft.com/office/drawing/2014/main" id="{51DBB1FF-8977-AE06-FFB0-184D4280FCFA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6" name="pg99">
                <a:extLst>
                  <a:ext uri="{FF2B5EF4-FFF2-40B4-BE49-F238E27FC236}">
                    <a16:creationId xmlns:a16="http://schemas.microsoft.com/office/drawing/2014/main" id="{BF5A62E6-12F9-2B03-81C1-9BF2FDEB9325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7" name="pg100">
                <a:extLst>
                  <a:ext uri="{FF2B5EF4-FFF2-40B4-BE49-F238E27FC236}">
                    <a16:creationId xmlns:a16="http://schemas.microsoft.com/office/drawing/2014/main" id="{C560A964-AECB-C0EF-C6EF-CCEEDD206113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8" name="pg101">
                <a:extLst>
                  <a:ext uri="{FF2B5EF4-FFF2-40B4-BE49-F238E27FC236}">
                    <a16:creationId xmlns:a16="http://schemas.microsoft.com/office/drawing/2014/main" id="{CC06C209-4E2F-3268-994D-BE061A7E5E0C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9" name="pg102">
                <a:extLst>
                  <a:ext uri="{FF2B5EF4-FFF2-40B4-BE49-F238E27FC236}">
                    <a16:creationId xmlns:a16="http://schemas.microsoft.com/office/drawing/2014/main" id="{58344B37-4371-CAE0-5B71-F04C994F9EB8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0" name="pg103">
                <a:extLst>
                  <a:ext uri="{FF2B5EF4-FFF2-40B4-BE49-F238E27FC236}">
                    <a16:creationId xmlns:a16="http://schemas.microsoft.com/office/drawing/2014/main" id="{E830AD30-B682-250B-421F-B4929C0F2633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1" name="pg104">
                <a:extLst>
                  <a:ext uri="{FF2B5EF4-FFF2-40B4-BE49-F238E27FC236}">
                    <a16:creationId xmlns:a16="http://schemas.microsoft.com/office/drawing/2014/main" id="{7380B809-92EC-7E4A-DF25-B05319307B6F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2" name="pg105">
                <a:extLst>
                  <a:ext uri="{FF2B5EF4-FFF2-40B4-BE49-F238E27FC236}">
                    <a16:creationId xmlns:a16="http://schemas.microsoft.com/office/drawing/2014/main" id="{0ECFD14C-59E0-6B05-4B69-1B6B15882852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3" name="pg106">
                <a:extLst>
                  <a:ext uri="{FF2B5EF4-FFF2-40B4-BE49-F238E27FC236}">
                    <a16:creationId xmlns:a16="http://schemas.microsoft.com/office/drawing/2014/main" id="{5C133573-7A0C-10D0-C44F-314FBBC057E7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4" name="pg107">
                <a:extLst>
                  <a:ext uri="{FF2B5EF4-FFF2-40B4-BE49-F238E27FC236}">
                    <a16:creationId xmlns:a16="http://schemas.microsoft.com/office/drawing/2014/main" id="{841A213A-2BF5-27A6-365F-DA7AC4A0A2D2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5" name="pg108">
                <a:extLst>
                  <a:ext uri="{FF2B5EF4-FFF2-40B4-BE49-F238E27FC236}">
                    <a16:creationId xmlns:a16="http://schemas.microsoft.com/office/drawing/2014/main" id="{4195FC4C-B1FC-9F60-F427-5263BB1E374D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6" name="pg109">
                <a:extLst>
                  <a:ext uri="{FF2B5EF4-FFF2-40B4-BE49-F238E27FC236}">
                    <a16:creationId xmlns:a16="http://schemas.microsoft.com/office/drawing/2014/main" id="{5CE7EBE5-2865-1DAF-A4BD-A08E9CCCA8DF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7" name="pg110">
                <a:extLst>
                  <a:ext uri="{FF2B5EF4-FFF2-40B4-BE49-F238E27FC236}">
                    <a16:creationId xmlns:a16="http://schemas.microsoft.com/office/drawing/2014/main" id="{EEFEBF66-8688-409B-2AC2-356A2CDD5381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8" name="pg111">
                <a:extLst>
                  <a:ext uri="{FF2B5EF4-FFF2-40B4-BE49-F238E27FC236}">
                    <a16:creationId xmlns:a16="http://schemas.microsoft.com/office/drawing/2014/main" id="{330836A5-71BF-78A8-533C-62AD4FF594A9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9" name="pg112">
                <a:extLst>
                  <a:ext uri="{FF2B5EF4-FFF2-40B4-BE49-F238E27FC236}">
                    <a16:creationId xmlns:a16="http://schemas.microsoft.com/office/drawing/2014/main" id="{2866DE82-DF39-7418-BAB1-95861C3B84B2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0" name="pg113">
                <a:extLst>
                  <a:ext uri="{FF2B5EF4-FFF2-40B4-BE49-F238E27FC236}">
                    <a16:creationId xmlns:a16="http://schemas.microsoft.com/office/drawing/2014/main" id="{23388119-50E3-157E-FE2A-945CD86888FB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1" name="pg114">
                <a:extLst>
                  <a:ext uri="{FF2B5EF4-FFF2-40B4-BE49-F238E27FC236}">
                    <a16:creationId xmlns:a16="http://schemas.microsoft.com/office/drawing/2014/main" id="{EDA40AA6-652D-6A5F-FD0A-68562FF87A3B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2" name="pg115">
                <a:extLst>
                  <a:ext uri="{FF2B5EF4-FFF2-40B4-BE49-F238E27FC236}">
                    <a16:creationId xmlns:a16="http://schemas.microsoft.com/office/drawing/2014/main" id="{679B7082-4F83-0133-72DB-2D98A5EE5E64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3" name="pg116">
                <a:extLst>
                  <a:ext uri="{FF2B5EF4-FFF2-40B4-BE49-F238E27FC236}">
                    <a16:creationId xmlns:a16="http://schemas.microsoft.com/office/drawing/2014/main" id="{931BB061-CB3D-CA33-8942-F9F0DE1A828A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4" name="pg117">
                <a:extLst>
                  <a:ext uri="{FF2B5EF4-FFF2-40B4-BE49-F238E27FC236}">
                    <a16:creationId xmlns:a16="http://schemas.microsoft.com/office/drawing/2014/main" id="{DB4F1364-A74B-6124-D774-617E32331873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5" name="pg118">
                <a:extLst>
                  <a:ext uri="{FF2B5EF4-FFF2-40B4-BE49-F238E27FC236}">
                    <a16:creationId xmlns:a16="http://schemas.microsoft.com/office/drawing/2014/main" id="{F5180D7F-0C8D-6E87-3B56-3D3AD2420FD5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6" name="pg119">
                <a:extLst>
                  <a:ext uri="{FF2B5EF4-FFF2-40B4-BE49-F238E27FC236}">
                    <a16:creationId xmlns:a16="http://schemas.microsoft.com/office/drawing/2014/main" id="{C4DE7EDA-1AC6-3CD5-C860-5C0DC798D11D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7" name="pg120">
                <a:extLst>
                  <a:ext uri="{FF2B5EF4-FFF2-40B4-BE49-F238E27FC236}">
                    <a16:creationId xmlns:a16="http://schemas.microsoft.com/office/drawing/2014/main" id="{5564D444-71A7-C4D3-D709-D8482B6F339C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8" name="pg121">
                <a:extLst>
                  <a:ext uri="{FF2B5EF4-FFF2-40B4-BE49-F238E27FC236}">
                    <a16:creationId xmlns:a16="http://schemas.microsoft.com/office/drawing/2014/main" id="{664AF3E0-5E29-63D9-B9A6-D946DA9D5421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9" name="pg122">
                <a:extLst>
                  <a:ext uri="{FF2B5EF4-FFF2-40B4-BE49-F238E27FC236}">
                    <a16:creationId xmlns:a16="http://schemas.microsoft.com/office/drawing/2014/main" id="{0D262C30-1836-0F2B-7151-E55B2272C1D1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0" name="pg123">
                <a:extLst>
                  <a:ext uri="{FF2B5EF4-FFF2-40B4-BE49-F238E27FC236}">
                    <a16:creationId xmlns:a16="http://schemas.microsoft.com/office/drawing/2014/main" id="{74B38872-5E94-463C-28E5-FDBFC85CBB81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1" name="pg124">
                <a:extLst>
                  <a:ext uri="{FF2B5EF4-FFF2-40B4-BE49-F238E27FC236}">
                    <a16:creationId xmlns:a16="http://schemas.microsoft.com/office/drawing/2014/main" id="{1FF8320A-1596-1F58-30EE-852EC76F1422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2" name="pg125">
                <a:extLst>
                  <a:ext uri="{FF2B5EF4-FFF2-40B4-BE49-F238E27FC236}">
                    <a16:creationId xmlns:a16="http://schemas.microsoft.com/office/drawing/2014/main" id="{84BA48C3-A73D-50FC-7A10-53C388157CAC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3" name="pg126">
                <a:extLst>
                  <a:ext uri="{FF2B5EF4-FFF2-40B4-BE49-F238E27FC236}">
                    <a16:creationId xmlns:a16="http://schemas.microsoft.com/office/drawing/2014/main" id="{BC59E248-B241-55D4-A1A9-C60FAA25B0DC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4" name="pg127">
                <a:extLst>
                  <a:ext uri="{FF2B5EF4-FFF2-40B4-BE49-F238E27FC236}">
                    <a16:creationId xmlns:a16="http://schemas.microsoft.com/office/drawing/2014/main" id="{E6174692-C6B7-13F8-6BFB-803D03046E17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5" name="pg128">
                <a:extLst>
                  <a:ext uri="{FF2B5EF4-FFF2-40B4-BE49-F238E27FC236}">
                    <a16:creationId xmlns:a16="http://schemas.microsoft.com/office/drawing/2014/main" id="{FC5C9C9D-4273-94FA-5EB9-FF125AB99E6C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6" name="pg129">
                <a:extLst>
                  <a:ext uri="{FF2B5EF4-FFF2-40B4-BE49-F238E27FC236}">
                    <a16:creationId xmlns:a16="http://schemas.microsoft.com/office/drawing/2014/main" id="{3AAE41F8-E868-1931-91D7-82DA431158FF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7" name="pg130">
                <a:extLst>
                  <a:ext uri="{FF2B5EF4-FFF2-40B4-BE49-F238E27FC236}">
                    <a16:creationId xmlns:a16="http://schemas.microsoft.com/office/drawing/2014/main" id="{C4E6359E-7004-08DF-454E-27B29AD0B0E9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8" name="pg131">
                <a:extLst>
                  <a:ext uri="{FF2B5EF4-FFF2-40B4-BE49-F238E27FC236}">
                    <a16:creationId xmlns:a16="http://schemas.microsoft.com/office/drawing/2014/main" id="{287D658C-E7BC-F9ED-39CE-3EE534DEADBB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9" name="pg132">
                <a:extLst>
                  <a:ext uri="{FF2B5EF4-FFF2-40B4-BE49-F238E27FC236}">
                    <a16:creationId xmlns:a16="http://schemas.microsoft.com/office/drawing/2014/main" id="{209E1802-725D-D630-31C5-DE9FA394A269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0" name="pg133">
                <a:extLst>
                  <a:ext uri="{FF2B5EF4-FFF2-40B4-BE49-F238E27FC236}">
                    <a16:creationId xmlns:a16="http://schemas.microsoft.com/office/drawing/2014/main" id="{19F7CD2A-8F39-DF07-287D-13B8D1C38349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1" name="pg134">
                <a:extLst>
                  <a:ext uri="{FF2B5EF4-FFF2-40B4-BE49-F238E27FC236}">
                    <a16:creationId xmlns:a16="http://schemas.microsoft.com/office/drawing/2014/main" id="{283C3608-FBBB-21FF-3057-AAE0069E5062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2" name="pg135">
                <a:extLst>
                  <a:ext uri="{FF2B5EF4-FFF2-40B4-BE49-F238E27FC236}">
                    <a16:creationId xmlns:a16="http://schemas.microsoft.com/office/drawing/2014/main" id="{190438C0-1CBD-5398-AE7A-F340C24B29E5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3" name="pg136">
                <a:extLst>
                  <a:ext uri="{FF2B5EF4-FFF2-40B4-BE49-F238E27FC236}">
                    <a16:creationId xmlns:a16="http://schemas.microsoft.com/office/drawing/2014/main" id="{E16A631E-DDCE-CF19-FFC1-906631F462AC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4" name="pg137">
                <a:extLst>
                  <a:ext uri="{FF2B5EF4-FFF2-40B4-BE49-F238E27FC236}">
                    <a16:creationId xmlns:a16="http://schemas.microsoft.com/office/drawing/2014/main" id="{30838636-C70D-1923-498A-575831594733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5" name="pg138">
                <a:extLst>
                  <a:ext uri="{FF2B5EF4-FFF2-40B4-BE49-F238E27FC236}">
                    <a16:creationId xmlns:a16="http://schemas.microsoft.com/office/drawing/2014/main" id="{3208C0E6-A32E-71CD-007A-A525AC469150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6" name="pg139">
                <a:extLst>
                  <a:ext uri="{FF2B5EF4-FFF2-40B4-BE49-F238E27FC236}">
                    <a16:creationId xmlns:a16="http://schemas.microsoft.com/office/drawing/2014/main" id="{54B84C81-2293-F7E9-75E2-0902817BBB24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7" name="pg140">
                <a:extLst>
                  <a:ext uri="{FF2B5EF4-FFF2-40B4-BE49-F238E27FC236}">
                    <a16:creationId xmlns:a16="http://schemas.microsoft.com/office/drawing/2014/main" id="{BA93E9B9-34DE-7776-FD53-129AB0188AFC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8" name="pg141">
                <a:extLst>
                  <a:ext uri="{FF2B5EF4-FFF2-40B4-BE49-F238E27FC236}">
                    <a16:creationId xmlns:a16="http://schemas.microsoft.com/office/drawing/2014/main" id="{4BF699A9-0984-A6A7-132F-084C3D87E541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9" name="pg142">
                <a:extLst>
                  <a:ext uri="{FF2B5EF4-FFF2-40B4-BE49-F238E27FC236}">
                    <a16:creationId xmlns:a16="http://schemas.microsoft.com/office/drawing/2014/main" id="{57F8C066-F0B8-29B1-685C-773EAC5172D1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0" name="pg143">
                <a:extLst>
                  <a:ext uri="{FF2B5EF4-FFF2-40B4-BE49-F238E27FC236}">
                    <a16:creationId xmlns:a16="http://schemas.microsoft.com/office/drawing/2014/main" id="{AE859739-141B-FB63-44DA-9BFDAC53CBB8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1" name="pg144">
                <a:extLst>
                  <a:ext uri="{FF2B5EF4-FFF2-40B4-BE49-F238E27FC236}">
                    <a16:creationId xmlns:a16="http://schemas.microsoft.com/office/drawing/2014/main" id="{1060117E-12A2-C5CF-90BE-6A59EA4E3409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2" name="pg145">
                <a:extLst>
                  <a:ext uri="{FF2B5EF4-FFF2-40B4-BE49-F238E27FC236}">
                    <a16:creationId xmlns:a16="http://schemas.microsoft.com/office/drawing/2014/main" id="{EBCA372E-C0B7-D3CB-5FC9-6517C9CA0F01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3" name="pg146">
                <a:extLst>
                  <a:ext uri="{FF2B5EF4-FFF2-40B4-BE49-F238E27FC236}">
                    <a16:creationId xmlns:a16="http://schemas.microsoft.com/office/drawing/2014/main" id="{1334CB57-DA3B-93B8-409C-B4E8EF69C8A1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4" name="pg147">
                <a:extLst>
                  <a:ext uri="{FF2B5EF4-FFF2-40B4-BE49-F238E27FC236}">
                    <a16:creationId xmlns:a16="http://schemas.microsoft.com/office/drawing/2014/main" id="{5ED013DB-3B19-CF95-5879-09B8A3A936D4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5" name="pg148">
                <a:extLst>
                  <a:ext uri="{FF2B5EF4-FFF2-40B4-BE49-F238E27FC236}">
                    <a16:creationId xmlns:a16="http://schemas.microsoft.com/office/drawing/2014/main" id="{07C178DB-8828-FA59-D0F1-90C62CD4C3EF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6" name="pg149">
                <a:extLst>
                  <a:ext uri="{FF2B5EF4-FFF2-40B4-BE49-F238E27FC236}">
                    <a16:creationId xmlns:a16="http://schemas.microsoft.com/office/drawing/2014/main" id="{11C3ADE4-DE9F-7B7D-D772-87FB9B7FEF18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7" name="pg150">
                <a:extLst>
                  <a:ext uri="{FF2B5EF4-FFF2-40B4-BE49-F238E27FC236}">
                    <a16:creationId xmlns:a16="http://schemas.microsoft.com/office/drawing/2014/main" id="{AE6B9B18-2B54-4F3B-1C62-E90C7EE8332A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8" name="pg151">
                <a:extLst>
                  <a:ext uri="{FF2B5EF4-FFF2-40B4-BE49-F238E27FC236}">
                    <a16:creationId xmlns:a16="http://schemas.microsoft.com/office/drawing/2014/main" id="{C3089318-14BD-A7DC-9BAD-9EE8F00E96E2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9" name="pg152">
                <a:extLst>
                  <a:ext uri="{FF2B5EF4-FFF2-40B4-BE49-F238E27FC236}">
                    <a16:creationId xmlns:a16="http://schemas.microsoft.com/office/drawing/2014/main" id="{37140FE1-CC0F-5073-FE84-A6104C80739C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0" name="pg153">
                <a:extLst>
                  <a:ext uri="{FF2B5EF4-FFF2-40B4-BE49-F238E27FC236}">
                    <a16:creationId xmlns:a16="http://schemas.microsoft.com/office/drawing/2014/main" id="{D8F98B17-A885-227E-E031-12E95FADFD90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1" name="pg154">
                <a:extLst>
                  <a:ext uri="{FF2B5EF4-FFF2-40B4-BE49-F238E27FC236}">
                    <a16:creationId xmlns:a16="http://schemas.microsoft.com/office/drawing/2014/main" id="{32C7E2BF-8D47-9E37-064E-38BC739AE6D1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2" name="pg155">
                <a:extLst>
                  <a:ext uri="{FF2B5EF4-FFF2-40B4-BE49-F238E27FC236}">
                    <a16:creationId xmlns:a16="http://schemas.microsoft.com/office/drawing/2014/main" id="{C56C66BF-4075-EA50-BC3E-7C9362EF2EA1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3" name="pg156">
                <a:extLst>
                  <a:ext uri="{FF2B5EF4-FFF2-40B4-BE49-F238E27FC236}">
                    <a16:creationId xmlns:a16="http://schemas.microsoft.com/office/drawing/2014/main" id="{7F3F50C7-64B4-48D5-C307-C5C3C59B7CE7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4" name="pg157">
                <a:extLst>
                  <a:ext uri="{FF2B5EF4-FFF2-40B4-BE49-F238E27FC236}">
                    <a16:creationId xmlns:a16="http://schemas.microsoft.com/office/drawing/2014/main" id="{4FB0D2AE-D9E2-BA7C-F752-4A33D9FF5603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5" name="pg158">
                <a:extLst>
                  <a:ext uri="{FF2B5EF4-FFF2-40B4-BE49-F238E27FC236}">
                    <a16:creationId xmlns:a16="http://schemas.microsoft.com/office/drawing/2014/main" id="{49FF0A04-9ABA-71E5-BBDD-E4D89CC2731E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6" name="pg159">
                <a:extLst>
                  <a:ext uri="{FF2B5EF4-FFF2-40B4-BE49-F238E27FC236}">
                    <a16:creationId xmlns:a16="http://schemas.microsoft.com/office/drawing/2014/main" id="{7802EC85-574B-8A4E-FEC9-BE0F8D6EA441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7" name="pg160">
                <a:extLst>
                  <a:ext uri="{FF2B5EF4-FFF2-40B4-BE49-F238E27FC236}">
                    <a16:creationId xmlns:a16="http://schemas.microsoft.com/office/drawing/2014/main" id="{94C99E8C-AB10-9116-786D-4AACF06CA39F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8" name="pg161">
                <a:extLst>
                  <a:ext uri="{FF2B5EF4-FFF2-40B4-BE49-F238E27FC236}">
                    <a16:creationId xmlns:a16="http://schemas.microsoft.com/office/drawing/2014/main" id="{E8DD9990-7CA9-F727-93E7-44A6937B72DC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9" name="pg162">
                <a:extLst>
                  <a:ext uri="{FF2B5EF4-FFF2-40B4-BE49-F238E27FC236}">
                    <a16:creationId xmlns:a16="http://schemas.microsoft.com/office/drawing/2014/main" id="{8537B071-64B0-6E5E-4EB2-28437B3C7C5A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0" name="pg163">
                <a:extLst>
                  <a:ext uri="{FF2B5EF4-FFF2-40B4-BE49-F238E27FC236}">
                    <a16:creationId xmlns:a16="http://schemas.microsoft.com/office/drawing/2014/main" id="{094D3258-015D-24E6-5B96-EAD9F27D9C3B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1" name="pg164">
                <a:extLst>
                  <a:ext uri="{FF2B5EF4-FFF2-40B4-BE49-F238E27FC236}">
                    <a16:creationId xmlns:a16="http://schemas.microsoft.com/office/drawing/2014/main" id="{1F3592F4-3462-5A5C-B6F3-B80A848A359A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2" name="pg165">
                <a:extLst>
                  <a:ext uri="{FF2B5EF4-FFF2-40B4-BE49-F238E27FC236}">
                    <a16:creationId xmlns:a16="http://schemas.microsoft.com/office/drawing/2014/main" id="{9E487E6D-4C93-27EA-8FC5-7FC9B320E310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3" name="pg166">
                <a:extLst>
                  <a:ext uri="{FF2B5EF4-FFF2-40B4-BE49-F238E27FC236}">
                    <a16:creationId xmlns:a16="http://schemas.microsoft.com/office/drawing/2014/main" id="{1E690B41-3FA0-19CF-9876-B44A8DE1CE68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4" name="pg167">
                <a:extLst>
                  <a:ext uri="{FF2B5EF4-FFF2-40B4-BE49-F238E27FC236}">
                    <a16:creationId xmlns:a16="http://schemas.microsoft.com/office/drawing/2014/main" id="{66EDB70E-23CD-8C19-0931-17FD8455EF96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5" name="pg168">
                <a:extLst>
                  <a:ext uri="{FF2B5EF4-FFF2-40B4-BE49-F238E27FC236}">
                    <a16:creationId xmlns:a16="http://schemas.microsoft.com/office/drawing/2014/main" id="{ACB6C92D-4972-CB29-076A-1BF4713DA080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6" name="pg169">
                <a:extLst>
                  <a:ext uri="{FF2B5EF4-FFF2-40B4-BE49-F238E27FC236}">
                    <a16:creationId xmlns:a16="http://schemas.microsoft.com/office/drawing/2014/main" id="{655A83C7-4AAC-7AB8-FDB8-33778C235AEF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7" name="pg170">
                <a:extLst>
                  <a:ext uri="{FF2B5EF4-FFF2-40B4-BE49-F238E27FC236}">
                    <a16:creationId xmlns:a16="http://schemas.microsoft.com/office/drawing/2014/main" id="{E0DD25AE-2125-EE84-14A4-D62810265D1A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8" name="pg171">
                <a:extLst>
                  <a:ext uri="{FF2B5EF4-FFF2-40B4-BE49-F238E27FC236}">
                    <a16:creationId xmlns:a16="http://schemas.microsoft.com/office/drawing/2014/main" id="{F85DB343-437B-C995-B924-33BC20C9B471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9" name="pg172">
                <a:extLst>
                  <a:ext uri="{FF2B5EF4-FFF2-40B4-BE49-F238E27FC236}">
                    <a16:creationId xmlns:a16="http://schemas.microsoft.com/office/drawing/2014/main" id="{291021FF-9539-F5DF-EB9F-58F34913E69C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0" name="pg173">
                <a:extLst>
                  <a:ext uri="{FF2B5EF4-FFF2-40B4-BE49-F238E27FC236}">
                    <a16:creationId xmlns:a16="http://schemas.microsoft.com/office/drawing/2014/main" id="{269B4340-2D85-A16A-F7F0-CA7FC1E567CA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1" name="pg174">
                <a:extLst>
                  <a:ext uri="{FF2B5EF4-FFF2-40B4-BE49-F238E27FC236}">
                    <a16:creationId xmlns:a16="http://schemas.microsoft.com/office/drawing/2014/main" id="{3335ADB3-F337-F4CE-C4CB-B644D0F81E2F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2" name="pg175">
                <a:extLst>
                  <a:ext uri="{FF2B5EF4-FFF2-40B4-BE49-F238E27FC236}">
                    <a16:creationId xmlns:a16="http://schemas.microsoft.com/office/drawing/2014/main" id="{722A37A8-A341-CA36-BAC6-FD4A4F5AD3F6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3" name="pg176">
                <a:extLst>
                  <a:ext uri="{FF2B5EF4-FFF2-40B4-BE49-F238E27FC236}">
                    <a16:creationId xmlns:a16="http://schemas.microsoft.com/office/drawing/2014/main" id="{D1F6C660-9C95-57A4-167B-14DD2006DD68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4" name="pg177">
                <a:extLst>
                  <a:ext uri="{FF2B5EF4-FFF2-40B4-BE49-F238E27FC236}">
                    <a16:creationId xmlns:a16="http://schemas.microsoft.com/office/drawing/2014/main" id="{E25A98CB-D75E-9C51-E557-EC021D246C6A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5" name="pg178">
                <a:extLst>
                  <a:ext uri="{FF2B5EF4-FFF2-40B4-BE49-F238E27FC236}">
                    <a16:creationId xmlns:a16="http://schemas.microsoft.com/office/drawing/2014/main" id="{C706FE73-BDCF-F9B0-BAC6-273EB0093850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6" name="pg179">
                <a:extLst>
                  <a:ext uri="{FF2B5EF4-FFF2-40B4-BE49-F238E27FC236}">
                    <a16:creationId xmlns:a16="http://schemas.microsoft.com/office/drawing/2014/main" id="{F800BDAF-5F76-28D1-5F15-49587C57FF85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7" name="pg180">
                <a:extLst>
                  <a:ext uri="{FF2B5EF4-FFF2-40B4-BE49-F238E27FC236}">
                    <a16:creationId xmlns:a16="http://schemas.microsoft.com/office/drawing/2014/main" id="{052AD9AE-8833-8D55-A01F-74EE395DF5F3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8" name="pg181">
                <a:extLst>
                  <a:ext uri="{FF2B5EF4-FFF2-40B4-BE49-F238E27FC236}">
                    <a16:creationId xmlns:a16="http://schemas.microsoft.com/office/drawing/2014/main" id="{A874C156-399D-963C-D955-772306926986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9" name="pg182">
                <a:extLst>
                  <a:ext uri="{FF2B5EF4-FFF2-40B4-BE49-F238E27FC236}">
                    <a16:creationId xmlns:a16="http://schemas.microsoft.com/office/drawing/2014/main" id="{061386E1-672F-779C-C5F0-452234E3DC8C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0" name="pg183">
                <a:extLst>
                  <a:ext uri="{FF2B5EF4-FFF2-40B4-BE49-F238E27FC236}">
                    <a16:creationId xmlns:a16="http://schemas.microsoft.com/office/drawing/2014/main" id="{66C5CAE5-C6D9-F015-E251-3D71155E80DA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1" name="pg184">
                <a:extLst>
                  <a:ext uri="{FF2B5EF4-FFF2-40B4-BE49-F238E27FC236}">
                    <a16:creationId xmlns:a16="http://schemas.microsoft.com/office/drawing/2014/main" id="{00A97C05-D7BD-1151-7074-717F27173390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2" name="pg185">
                <a:extLst>
                  <a:ext uri="{FF2B5EF4-FFF2-40B4-BE49-F238E27FC236}">
                    <a16:creationId xmlns:a16="http://schemas.microsoft.com/office/drawing/2014/main" id="{CDEFE6DD-83AE-F1D4-F01D-AADC0ACC44D5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3" name="pg186">
                <a:extLst>
                  <a:ext uri="{FF2B5EF4-FFF2-40B4-BE49-F238E27FC236}">
                    <a16:creationId xmlns:a16="http://schemas.microsoft.com/office/drawing/2014/main" id="{DB619FA2-DF8C-844C-E3FA-C69C66B3D60E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4" name="pg187">
                <a:extLst>
                  <a:ext uri="{FF2B5EF4-FFF2-40B4-BE49-F238E27FC236}">
                    <a16:creationId xmlns:a16="http://schemas.microsoft.com/office/drawing/2014/main" id="{86A6E7BC-9D65-3C4B-9310-8033C5CE5D7F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5" name="pg188">
                <a:extLst>
                  <a:ext uri="{FF2B5EF4-FFF2-40B4-BE49-F238E27FC236}">
                    <a16:creationId xmlns:a16="http://schemas.microsoft.com/office/drawing/2014/main" id="{AB1AB03F-4117-C102-2A55-9A635849FA43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6" name="pg189">
                <a:extLst>
                  <a:ext uri="{FF2B5EF4-FFF2-40B4-BE49-F238E27FC236}">
                    <a16:creationId xmlns:a16="http://schemas.microsoft.com/office/drawing/2014/main" id="{3487BE21-47DA-6DD6-6B9A-C0EC49F09932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7" name="pg190">
                <a:extLst>
                  <a:ext uri="{FF2B5EF4-FFF2-40B4-BE49-F238E27FC236}">
                    <a16:creationId xmlns:a16="http://schemas.microsoft.com/office/drawing/2014/main" id="{8B827317-CEFC-0730-9C84-1BA4AAE892FE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8" name="pg191">
                <a:extLst>
                  <a:ext uri="{FF2B5EF4-FFF2-40B4-BE49-F238E27FC236}">
                    <a16:creationId xmlns:a16="http://schemas.microsoft.com/office/drawing/2014/main" id="{9C416215-AD10-96B7-F7C6-9E4088D09D5B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9" name="pg192">
                <a:extLst>
                  <a:ext uri="{FF2B5EF4-FFF2-40B4-BE49-F238E27FC236}">
                    <a16:creationId xmlns:a16="http://schemas.microsoft.com/office/drawing/2014/main" id="{10B89732-D8C1-AD5D-A6BF-8F110CB5FC07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0" name="pg193">
                <a:extLst>
                  <a:ext uri="{FF2B5EF4-FFF2-40B4-BE49-F238E27FC236}">
                    <a16:creationId xmlns:a16="http://schemas.microsoft.com/office/drawing/2014/main" id="{C4510881-7A04-66B8-07E1-5994F7AABB6E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1" name="pg194">
                <a:extLst>
                  <a:ext uri="{FF2B5EF4-FFF2-40B4-BE49-F238E27FC236}">
                    <a16:creationId xmlns:a16="http://schemas.microsoft.com/office/drawing/2014/main" id="{CB87C50A-CB85-9741-21D7-DC742A1CC54E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2" name="pg195">
                <a:extLst>
                  <a:ext uri="{FF2B5EF4-FFF2-40B4-BE49-F238E27FC236}">
                    <a16:creationId xmlns:a16="http://schemas.microsoft.com/office/drawing/2014/main" id="{18E84C4A-658A-9488-6EED-4E6D6FA8411B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3" name="pg196">
                <a:extLst>
                  <a:ext uri="{FF2B5EF4-FFF2-40B4-BE49-F238E27FC236}">
                    <a16:creationId xmlns:a16="http://schemas.microsoft.com/office/drawing/2014/main" id="{6A0DAB2A-9D19-C3D7-A937-E5B400AD44E5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4" name="pg197">
                <a:extLst>
                  <a:ext uri="{FF2B5EF4-FFF2-40B4-BE49-F238E27FC236}">
                    <a16:creationId xmlns:a16="http://schemas.microsoft.com/office/drawing/2014/main" id="{587CC6C6-5DDA-0E9C-776E-7B36AF7C0659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5" name="pg198">
                <a:extLst>
                  <a:ext uri="{FF2B5EF4-FFF2-40B4-BE49-F238E27FC236}">
                    <a16:creationId xmlns:a16="http://schemas.microsoft.com/office/drawing/2014/main" id="{E86CDBFC-72F5-78AE-67DB-02B08C49C6CA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6" name="pg199">
                <a:extLst>
                  <a:ext uri="{FF2B5EF4-FFF2-40B4-BE49-F238E27FC236}">
                    <a16:creationId xmlns:a16="http://schemas.microsoft.com/office/drawing/2014/main" id="{CCD6C054-A1BB-0EA2-3E0D-7B881AB7C31C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7" name="pg200">
                <a:extLst>
                  <a:ext uri="{FF2B5EF4-FFF2-40B4-BE49-F238E27FC236}">
                    <a16:creationId xmlns:a16="http://schemas.microsoft.com/office/drawing/2014/main" id="{9F054FF7-5A81-C98C-B585-5DF64F387C82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8" name="pg201">
                <a:extLst>
                  <a:ext uri="{FF2B5EF4-FFF2-40B4-BE49-F238E27FC236}">
                    <a16:creationId xmlns:a16="http://schemas.microsoft.com/office/drawing/2014/main" id="{46D8C916-5E67-AA82-F070-B8279E05B39E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9" name="pg202">
                <a:extLst>
                  <a:ext uri="{FF2B5EF4-FFF2-40B4-BE49-F238E27FC236}">
                    <a16:creationId xmlns:a16="http://schemas.microsoft.com/office/drawing/2014/main" id="{7CFD726D-A8C6-2FF1-7A6A-7DD6BAAAE3FD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0" name="pg203">
                <a:extLst>
                  <a:ext uri="{FF2B5EF4-FFF2-40B4-BE49-F238E27FC236}">
                    <a16:creationId xmlns:a16="http://schemas.microsoft.com/office/drawing/2014/main" id="{20DD3BA2-5EFD-AE4D-0162-3769E3B7434C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1" name="pg204">
                <a:extLst>
                  <a:ext uri="{FF2B5EF4-FFF2-40B4-BE49-F238E27FC236}">
                    <a16:creationId xmlns:a16="http://schemas.microsoft.com/office/drawing/2014/main" id="{030DBCD1-A186-09E4-5010-FCD37C1CC2CB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2" name="pg205">
                <a:extLst>
                  <a:ext uri="{FF2B5EF4-FFF2-40B4-BE49-F238E27FC236}">
                    <a16:creationId xmlns:a16="http://schemas.microsoft.com/office/drawing/2014/main" id="{78EB307B-481F-5837-96E8-F7B7BFA9531E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3" name="pg206">
                <a:extLst>
                  <a:ext uri="{FF2B5EF4-FFF2-40B4-BE49-F238E27FC236}">
                    <a16:creationId xmlns:a16="http://schemas.microsoft.com/office/drawing/2014/main" id="{30D4D3E1-0970-FB7D-CFEB-E3F849ED1947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4" name="pg207">
                <a:extLst>
                  <a:ext uri="{FF2B5EF4-FFF2-40B4-BE49-F238E27FC236}">
                    <a16:creationId xmlns:a16="http://schemas.microsoft.com/office/drawing/2014/main" id="{2FDEEE5D-3E05-ABAB-DFA7-399D3DE9A219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5" name="pg208">
                <a:extLst>
                  <a:ext uri="{FF2B5EF4-FFF2-40B4-BE49-F238E27FC236}">
                    <a16:creationId xmlns:a16="http://schemas.microsoft.com/office/drawing/2014/main" id="{54096861-95CD-D8AD-5646-9BAF30991E6F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6" name="pg209">
                <a:extLst>
                  <a:ext uri="{FF2B5EF4-FFF2-40B4-BE49-F238E27FC236}">
                    <a16:creationId xmlns:a16="http://schemas.microsoft.com/office/drawing/2014/main" id="{3AE1D597-3E6B-C2A9-2C0C-470B539472BA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7" name="pg210">
                <a:extLst>
                  <a:ext uri="{FF2B5EF4-FFF2-40B4-BE49-F238E27FC236}">
                    <a16:creationId xmlns:a16="http://schemas.microsoft.com/office/drawing/2014/main" id="{792AAEE0-644E-5C6A-A029-65245C417069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8" name="pg211">
                <a:extLst>
                  <a:ext uri="{FF2B5EF4-FFF2-40B4-BE49-F238E27FC236}">
                    <a16:creationId xmlns:a16="http://schemas.microsoft.com/office/drawing/2014/main" id="{7949C2C4-58CB-3904-CF54-EA71A4CF871D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9" name="pg212">
                <a:extLst>
                  <a:ext uri="{FF2B5EF4-FFF2-40B4-BE49-F238E27FC236}">
                    <a16:creationId xmlns:a16="http://schemas.microsoft.com/office/drawing/2014/main" id="{11F39DC2-3EC3-AA65-2EC9-E1D53F9A6FA7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0" name="pg213">
                <a:extLst>
                  <a:ext uri="{FF2B5EF4-FFF2-40B4-BE49-F238E27FC236}">
                    <a16:creationId xmlns:a16="http://schemas.microsoft.com/office/drawing/2014/main" id="{A13756B3-47A2-2862-CB2E-6DFAB4AC90D1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1" name="pg214">
                <a:extLst>
                  <a:ext uri="{FF2B5EF4-FFF2-40B4-BE49-F238E27FC236}">
                    <a16:creationId xmlns:a16="http://schemas.microsoft.com/office/drawing/2014/main" id="{7C65527D-4C97-547A-FB28-6361B472C474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2" name="pg215">
                <a:extLst>
                  <a:ext uri="{FF2B5EF4-FFF2-40B4-BE49-F238E27FC236}">
                    <a16:creationId xmlns:a16="http://schemas.microsoft.com/office/drawing/2014/main" id="{C85CF934-DFF3-D3A0-2523-73BD043C7977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3" name="pg216">
                <a:extLst>
                  <a:ext uri="{FF2B5EF4-FFF2-40B4-BE49-F238E27FC236}">
                    <a16:creationId xmlns:a16="http://schemas.microsoft.com/office/drawing/2014/main" id="{7C22F96D-CFDA-7D9E-6F5F-3C0ACA5C3106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4" name="pg217">
                <a:extLst>
                  <a:ext uri="{FF2B5EF4-FFF2-40B4-BE49-F238E27FC236}">
                    <a16:creationId xmlns:a16="http://schemas.microsoft.com/office/drawing/2014/main" id="{9605C7F8-56D4-F997-DE8F-0AF0A6FE56F1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5" name="pg218">
                <a:extLst>
                  <a:ext uri="{FF2B5EF4-FFF2-40B4-BE49-F238E27FC236}">
                    <a16:creationId xmlns:a16="http://schemas.microsoft.com/office/drawing/2014/main" id="{C4FEE006-555E-5791-4DC1-119C7C52A062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6" name="pg219">
                <a:extLst>
                  <a:ext uri="{FF2B5EF4-FFF2-40B4-BE49-F238E27FC236}">
                    <a16:creationId xmlns:a16="http://schemas.microsoft.com/office/drawing/2014/main" id="{241AC774-DF5C-2ABB-FB3E-8E850BB43168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7" name="pg220">
                <a:extLst>
                  <a:ext uri="{FF2B5EF4-FFF2-40B4-BE49-F238E27FC236}">
                    <a16:creationId xmlns:a16="http://schemas.microsoft.com/office/drawing/2014/main" id="{FA5B9DFB-D7EE-4790-E86F-18456735FFB5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8" name="pg221">
                <a:extLst>
                  <a:ext uri="{FF2B5EF4-FFF2-40B4-BE49-F238E27FC236}">
                    <a16:creationId xmlns:a16="http://schemas.microsoft.com/office/drawing/2014/main" id="{F54F9F7B-5A86-4E49-BE39-9E8854FE1A61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9" name="pg222">
                <a:extLst>
                  <a:ext uri="{FF2B5EF4-FFF2-40B4-BE49-F238E27FC236}">
                    <a16:creationId xmlns:a16="http://schemas.microsoft.com/office/drawing/2014/main" id="{4D519D62-FB1E-5235-0547-F8D69DE6AF15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0" name="pg223">
                <a:extLst>
                  <a:ext uri="{FF2B5EF4-FFF2-40B4-BE49-F238E27FC236}">
                    <a16:creationId xmlns:a16="http://schemas.microsoft.com/office/drawing/2014/main" id="{8B6B1251-A684-1C91-01F5-D6835C88F2C1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1" name="pg224">
                <a:extLst>
                  <a:ext uri="{FF2B5EF4-FFF2-40B4-BE49-F238E27FC236}">
                    <a16:creationId xmlns:a16="http://schemas.microsoft.com/office/drawing/2014/main" id="{5D605A77-2C72-BD5D-8467-9E10EBCF6E6E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2" name="pg225">
                <a:extLst>
                  <a:ext uri="{FF2B5EF4-FFF2-40B4-BE49-F238E27FC236}">
                    <a16:creationId xmlns:a16="http://schemas.microsoft.com/office/drawing/2014/main" id="{69F432FA-8CC2-9A81-8CF9-A9704A624A9E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3" name="pg226">
                <a:extLst>
                  <a:ext uri="{FF2B5EF4-FFF2-40B4-BE49-F238E27FC236}">
                    <a16:creationId xmlns:a16="http://schemas.microsoft.com/office/drawing/2014/main" id="{F3AC2BE9-4F50-9255-BF7C-B47977131592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4" name="pg227">
                <a:extLst>
                  <a:ext uri="{FF2B5EF4-FFF2-40B4-BE49-F238E27FC236}">
                    <a16:creationId xmlns:a16="http://schemas.microsoft.com/office/drawing/2014/main" id="{D98B848E-DBCC-C43E-8030-33C35E38917E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5" name="pg228">
                <a:extLst>
                  <a:ext uri="{FF2B5EF4-FFF2-40B4-BE49-F238E27FC236}">
                    <a16:creationId xmlns:a16="http://schemas.microsoft.com/office/drawing/2014/main" id="{76214EDF-5EBA-93D8-40C1-583C7CD9087C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6" name="pg229">
                <a:extLst>
                  <a:ext uri="{FF2B5EF4-FFF2-40B4-BE49-F238E27FC236}">
                    <a16:creationId xmlns:a16="http://schemas.microsoft.com/office/drawing/2014/main" id="{1661DA27-C1E3-732D-E01F-DC88413096F8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7" name="pg230">
                <a:extLst>
                  <a:ext uri="{FF2B5EF4-FFF2-40B4-BE49-F238E27FC236}">
                    <a16:creationId xmlns:a16="http://schemas.microsoft.com/office/drawing/2014/main" id="{92E41A9F-E454-DE07-2F03-F4FA4EB6E315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8" name="pg231">
                <a:extLst>
                  <a:ext uri="{FF2B5EF4-FFF2-40B4-BE49-F238E27FC236}">
                    <a16:creationId xmlns:a16="http://schemas.microsoft.com/office/drawing/2014/main" id="{8AEF544A-2184-147B-B2C9-74EC18E91FB5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9" name="pg232">
                <a:extLst>
                  <a:ext uri="{FF2B5EF4-FFF2-40B4-BE49-F238E27FC236}">
                    <a16:creationId xmlns:a16="http://schemas.microsoft.com/office/drawing/2014/main" id="{DC8A4BAE-CB04-D938-53CD-0F2AB41C666F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0" name="pg233">
                <a:extLst>
                  <a:ext uri="{FF2B5EF4-FFF2-40B4-BE49-F238E27FC236}">
                    <a16:creationId xmlns:a16="http://schemas.microsoft.com/office/drawing/2014/main" id="{533BD2A3-39FE-8423-538F-007D65BF8D08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1" name="pg234">
                <a:extLst>
                  <a:ext uri="{FF2B5EF4-FFF2-40B4-BE49-F238E27FC236}">
                    <a16:creationId xmlns:a16="http://schemas.microsoft.com/office/drawing/2014/main" id="{73E2EDDF-58A7-0303-38B3-955070C601E5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2" name="pg235">
                <a:extLst>
                  <a:ext uri="{FF2B5EF4-FFF2-40B4-BE49-F238E27FC236}">
                    <a16:creationId xmlns:a16="http://schemas.microsoft.com/office/drawing/2014/main" id="{6BF0149A-B491-AB99-3286-F82B12400F69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3" name="pg236">
                <a:extLst>
                  <a:ext uri="{FF2B5EF4-FFF2-40B4-BE49-F238E27FC236}">
                    <a16:creationId xmlns:a16="http://schemas.microsoft.com/office/drawing/2014/main" id="{B3BDCAE7-3C1B-D1FE-1E58-5E3BC60F093A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4" name="pg237">
                <a:extLst>
                  <a:ext uri="{FF2B5EF4-FFF2-40B4-BE49-F238E27FC236}">
                    <a16:creationId xmlns:a16="http://schemas.microsoft.com/office/drawing/2014/main" id="{D52F21B3-8199-FFC0-1777-4B52858DCB3D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5" name="pg238">
                <a:extLst>
                  <a:ext uri="{FF2B5EF4-FFF2-40B4-BE49-F238E27FC236}">
                    <a16:creationId xmlns:a16="http://schemas.microsoft.com/office/drawing/2014/main" id="{9E72CA98-0C1F-0CD0-13B3-E14964367C8B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6" name="pg239">
                <a:extLst>
                  <a:ext uri="{FF2B5EF4-FFF2-40B4-BE49-F238E27FC236}">
                    <a16:creationId xmlns:a16="http://schemas.microsoft.com/office/drawing/2014/main" id="{0BF63269-A9BA-1BA8-D595-A771847D8AE1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7" name="pg240">
                <a:extLst>
                  <a:ext uri="{FF2B5EF4-FFF2-40B4-BE49-F238E27FC236}">
                    <a16:creationId xmlns:a16="http://schemas.microsoft.com/office/drawing/2014/main" id="{ADFF794D-AE3D-A4CE-26B2-6D4E2F49CC8D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8" name="pg241">
                <a:extLst>
                  <a:ext uri="{FF2B5EF4-FFF2-40B4-BE49-F238E27FC236}">
                    <a16:creationId xmlns:a16="http://schemas.microsoft.com/office/drawing/2014/main" id="{37C0364F-31D9-AC36-6C59-2595EC5F2E8E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9" name="pg242">
                <a:extLst>
                  <a:ext uri="{FF2B5EF4-FFF2-40B4-BE49-F238E27FC236}">
                    <a16:creationId xmlns:a16="http://schemas.microsoft.com/office/drawing/2014/main" id="{7A7B091E-2201-2645-040B-9D0A9C1BCD0E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0" name="pg243">
                <a:extLst>
                  <a:ext uri="{FF2B5EF4-FFF2-40B4-BE49-F238E27FC236}">
                    <a16:creationId xmlns:a16="http://schemas.microsoft.com/office/drawing/2014/main" id="{863ABBB3-8C70-4EAC-2C49-4FFB23E80C73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1" name="pg244">
                <a:extLst>
                  <a:ext uri="{FF2B5EF4-FFF2-40B4-BE49-F238E27FC236}">
                    <a16:creationId xmlns:a16="http://schemas.microsoft.com/office/drawing/2014/main" id="{CB6D65AF-57E4-4E37-B54C-FF4EAE64B1DD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2" name="pg245">
                <a:extLst>
                  <a:ext uri="{FF2B5EF4-FFF2-40B4-BE49-F238E27FC236}">
                    <a16:creationId xmlns:a16="http://schemas.microsoft.com/office/drawing/2014/main" id="{1F30A477-3CEE-6A22-3423-4EE6F409E952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3" name="pg246">
                <a:extLst>
                  <a:ext uri="{FF2B5EF4-FFF2-40B4-BE49-F238E27FC236}">
                    <a16:creationId xmlns:a16="http://schemas.microsoft.com/office/drawing/2014/main" id="{2DD9E2DF-8F1E-5AE9-9340-133151A03E9B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4" name="pg247">
                <a:extLst>
                  <a:ext uri="{FF2B5EF4-FFF2-40B4-BE49-F238E27FC236}">
                    <a16:creationId xmlns:a16="http://schemas.microsoft.com/office/drawing/2014/main" id="{E99EEE15-23F8-2367-5FD4-BF1F9A69C680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5" name="pg248">
                <a:extLst>
                  <a:ext uri="{FF2B5EF4-FFF2-40B4-BE49-F238E27FC236}">
                    <a16:creationId xmlns:a16="http://schemas.microsoft.com/office/drawing/2014/main" id="{1C2686F9-F765-A19F-4EDC-340EF3D10E3C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6" name="pg249">
                <a:extLst>
                  <a:ext uri="{FF2B5EF4-FFF2-40B4-BE49-F238E27FC236}">
                    <a16:creationId xmlns:a16="http://schemas.microsoft.com/office/drawing/2014/main" id="{BFC63603-D771-8DCE-7B6A-B68FBF6FDBD8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7" name="pg250">
                <a:extLst>
                  <a:ext uri="{FF2B5EF4-FFF2-40B4-BE49-F238E27FC236}">
                    <a16:creationId xmlns:a16="http://schemas.microsoft.com/office/drawing/2014/main" id="{116546C1-8298-CF00-8141-6E959B6786BE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8" name="pg251">
                <a:extLst>
                  <a:ext uri="{FF2B5EF4-FFF2-40B4-BE49-F238E27FC236}">
                    <a16:creationId xmlns:a16="http://schemas.microsoft.com/office/drawing/2014/main" id="{5664816F-B49B-9AA8-3215-169119BEFEB2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9" name="pg252">
                <a:extLst>
                  <a:ext uri="{FF2B5EF4-FFF2-40B4-BE49-F238E27FC236}">
                    <a16:creationId xmlns:a16="http://schemas.microsoft.com/office/drawing/2014/main" id="{AFA172BF-CA07-8C91-18FA-DB1B61CDE2E5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0" name="pg253">
                <a:extLst>
                  <a:ext uri="{FF2B5EF4-FFF2-40B4-BE49-F238E27FC236}">
                    <a16:creationId xmlns:a16="http://schemas.microsoft.com/office/drawing/2014/main" id="{40BE6EA2-E1B7-CB66-B0B5-30CDBC6E712A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1" name="pg254">
                <a:extLst>
                  <a:ext uri="{FF2B5EF4-FFF2-40B4-BE49-F238E27FC236}">
                    <a16:creationId xmlns:a16="http://schemas.microsoft.com/office/drawing/2014/main" id="{188BF19E-4904-7EC3-7979-B763C25C148F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2" name="pg255">
                <a:extLst>
                  <a:ext uri="{FF2B5EF4-FFF2-40B4-BE49-F238E27FC236}">
                    <a16:creationId xmlns:a16="http://schemas.microsoft.com/office/drawing/2014/main" id="{AC8A9283-967D-5672-C684-152909D7BC24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3" name="pg256">
                <a:extLst>
                  <a:ext uri="{FF2B5EF4-FFF2-40B4-BE49-F238E27FC236}">
                    <a16:creationId xmlns:a16="http://schemas.microsoft.com/office/drawing/2014/main" id="{7986356D-4B07-311E-9EC0-244453C67A2D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4" name="pg257">
                <a:extLst>
                  <a:ext uri="{FF2B5EF4-FFF2-40B4-BE49-F238E27FC236}">
                    <a16:creationId xmlns:a16="http://schemas.microsoft.com/office/drawing/2014/main" id="{7AEF1AE0-4909-4A5E-11B2-8DC38AB952F8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5" name="pg258">
                <a:extLst>
                  <a:ext uri="{FF2B5EF4-FFF2-40B4-BE49-F238E27FC236}">
                    <a16:creationId xmlns:a16="http://schemas.microsoft.com/office/drawing/2014/main" id="{7DFD3F5D-7D4C-FCFB-160E-4EE96EB70FAF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6" name="pg259">
                <a:extLst>
                  <a:ext uri="{FF2B5EF4-FFF2-40B4-BE49-F238E27FC236}">
                    <a16:creationId xmlns:a16="http://schemas.microsoft.com/office/drawing/2014/main" id="{3F5BCEBD-6889-89A7-322E-C26A53567C78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7" name="pg260">
                <a:extLst>
                  <a:ext uri="{FF2B5EF4-FFF2-40B4-BE49-F238E27FC236}">
                    <a16:creationId xmlns:a16="http://schemas.microsoft.com/office/drawing/2014/main" id="{8F69C35D-C179-6BFB-DE51-954B7FAF1832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8" name="pg261">
                <a:extLst>
                  <a:ext uri="{FF2B5EF4-FFF2-40B4-BE49-F238E27FC236}">
                    <a16:creationId xmlns:a16="http://schemas.microsoft.com/office/drawing/2014/main" id="{73272154-6142-CCB5-283B-39A8A8497560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9" name="pg262">
                <a:extLst>
                  <a:ext uri="{FF2B5EF4-FFF2-40B4-BE49-F238E27FC236}">
                    <a16:creationId xmlns:a16="http://schemas.microsoft.com/office/drawing/2014/main" id="{93DCA0BB-F257-001D-A543-9115FF59F0C8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0" name="pg263">
                <a:extLst>
                  <a:ext uri="{FF2B5EF4-FFF2-40B4-BE49-F238E27FC236}">
                    <a16:creationId xmlns:a16="http://schemas.microsoft.com/office/drawing/2014/main" id="{51806250-8FEC-956A-BC65-B5AE0945D42B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1" name="pg264">
                <a:extLst>
                  <a:ext uri="{FF2B5EF4-FFF2-40B4-BE49-F238E27FC236}">
                    <a16:creationId xmlns:a16="http://schemas.microsoft.com/office/drawing/2014/main" id="{1706C59A-9997-CD83-5C48-980FF5A7B013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2" name="pg265">
                <a:extLst>
                  <a:ext uri="{FF2B5EF4-FFF2-40B4-BE49-F238E27FC236}">
                    <a16:creationId xmlns:a16="http://schemas.microsoft.com/office/drawing/2014/main" id="{3D38EBA6-B976-B196-9E60-D1B5CD304DAC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3" name="pg266">
                <a:extLst>
                  <a:ext uri="{FF2B5EF4-FFF2-40B4-BE49-F238E27FC236}">
                    <a16:creationId xmlns:a16="http://schemas.microsoft.com/office/drawing/2014/main" id="{EA5BC3C5-708D-9C2F-8E8A-588B490B7B02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4" name="pg267">
                <a:extLst>
                  <a:ext uri="{FF2B5EF4-FFF2-40B4-BE49-F238E27FC236}">
                    <a16:creationId xmlns:a16="http://schemas.microsoft.com/office/drawing/2014/main" id="{D9C479CF-0E74-D77C-BD5C-C9EDA84DBEBD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5" name="pg268">
                <a:extLst>
                  <a:ext uri="{FF2B5EF4-FFF2-40B4-BE49-F238E27FC236}">
                    <a16:creationId xmlns:a16="http://schemas.microsoft.com/office/drawing/2014/main" id="{29DE2A0D-94FE-E808-29E6-28C925889D2D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6" name="pg269">
                <a:extLst>
                  <a:ext uri="{FF2B5EF4-FFF2-40B4-BE49-F238E27FC236}">
                    <a16:creationId xmlns:a16="http://schemas.microsoft.com/office/drawing/2014/main" id="{11F5D2E3-F091-54BF-F01B-349CF59AEC86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7" name="pg270">
                <a:extLst>
                  <a:ext uri="{FF2B5EF4-FFF2-40B4-BE49-F238E27FC236}">
                    <a16:creationId xmlns:a16="http://schemas.microsoft.com/office/drawing/2014/main" id="{DBD8C0C5-FB70-E7A4-0F3A-8E3228C05BD1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8" name="pg271">
                <a:extLst>
                  <a:ext uri="{FF2B5EF4-FFF2-40B4-BE49-F238E27FC236}">
                    <a16:creationId xmlns:a16="http://schemas.microsoft.com/office/drawing/2014/main" id="{64070BD9-F728-5349-5943-6CDA0452543C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9" name="pg272">
                <a:extLst>
                  <a:ext uri="{FF2B5EF4-FFF2-40B4-BE49-F238E27FC236}">
                    <a16:creationId xmlns:a16="http://schemas.microsoft.com/office/drawing/2014/main" id="{C53BC450-F5D5-8C0F-B770-B9150CBB2E9D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0" name="pg273">
                <a:extLst>
                  <a:ext uri="{FF2B5EF4-FFF2-40B4-BE49-F238E27FC236}">
                    <a16:creationId xmlns:a16="http://schemas.microsoft.com/office/drawing/2014/main" id="{31090C37-A604-C64D-B0C9-EDA578CC5AF1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1" name="pg274">
                <a:extLst>
                  <a:ext uri="{FF2B5EF4-FFF2-40B4-BE49-F238E27FC236}">
                    <a16:creationId xmlns:a16="http://schemas.microsoft.com/office/drawing/2014/main" id="{AF06A78E-1603-7BD4-30AA-852BFE11E1D8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2" name="pg275">
                <a:extLst>
                  <a:ext uri="{FF2B5EF4-FFF2-40B4-BE49-F238E27FC236}">
                    <a16:creationId xmlns:a16="http://schemas.microsoft.com/office/drawing/2014/main" id="{83B70676-F6F3-276C-1EA4-35D6DA2A38B6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3" name="pg276">
                <a:extLst>
                  <a:ext uri="{FF2B5EF4-FFF2-40B4-BE49-F238E27FC236}">
                    <a16:creationId xmlns:a16="http://schemas.microsoft.com/office/drawing/2014/main" id="{4A4DF189-95CD-48B4-7CB6-95D0205043FB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4" name="pg277">
                <a:extLst>
                  <a:ext uri="{FF2B5EF4-FFF2-40B4-BE49-F238E27FC236}">
                    <a16:creationId xmlns:a16="http://schemas.microsoft.com/office/drawing/2014/main" id="{E6B71F5E-BEC7-897A-B75D-AEE080B10626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5" name="pg278">
                <a:extLst>
                  <a:ext uri="{FF2B5EF4-FFF2-40B4-BE49-F238E27FC236}">
                    <a16:creationId xmlns:a16="http://schemas.microsoft.com/office/drawing/2014/main" id="{051BB5B5-FE0D-BB13-90E6-78B16DD1BFB9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6" name="pg279">
                <a:extLst>
                  <a:ext uri="{FF2B5EF4-FFF2-40B4-BE49-F238E27FC236}">
                    <a16:creationId xmlns:a16="http://schemas.microsoft.com/office/drawing/2014/main" id="{1695339D-EB74-135C-7982-D5FCF70ED483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7" name="pg280">
                <a:extLst>
                  <a:ext uri="{FF2B5EF4-FFF2-40B4-BE49-F238E27FC236}">
                    <a16:creationId xmlns:a16="http://schemas.microsoft.com/office/drawing/2014/main" id="{489C6951-3E0F-4721-E907-15EBB333BEDC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8" name="pg281">
                <a:extLst>
                  <a:ext uri="{FF2B5EF4-FFF2-40B4-BE49-F238E27FC236}">
                    <a16:creationId xmlns:a16="http://schemas.microsoft.com/office/drawing/2014/main" id="{4D55F630-98CC-D67B-F230-ED5BBE43998A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9" name="pg282">
                <a:extLst>
                  <a:ext uri="{FF2B5EF4-FFF2-40B4-BE49-F238E27FC236}">
                    <a16:creationId xmlns:a16="http://schemas.microsoft.com/office/drawing/2014/main" id="{CFACDA55-008C-5EB7-7020-1E3146E7B487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0" name="pg283">
                <a:extLst>
                  <a:ext uri="{FF2B5EF4-FFF2-40B4-BE49-F238E27FC236}">
                    <a16:creationId xmlns:a16="http://schemas.microsoft.com/office/drawing/2014/main" id="{7F23E15D-3970-7DE8-BBB2-94EA34D0F922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1" name="pg284">
                <a:extLst>
                  <a:ext uri="{FF2B5EF4-FFF2-40B4-BE49-F238E27FC236}">
                    <a16:creationId xmlns:a16="http://schemas.microsoft.com/office/drawing/2014/main" id="{DB338C74-DC28-A0F6-F3E8-A1DFC1A98A5C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2" name="pg285">
                <a:extLst>
                  <a:ext uri="{FF2B5EF4-FFF2-40B4-BE49-F238E27FC236}">
                    <a16:creationId xmlns:a16="http://schemas.microsoft.com/office/drawing/2014/main" id="{5E3BABE5-D4D2-8D1B-C0DB-F791F1B69BA0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3" name="pg286">
                <a:extLst>
                  <a:ext uri="{FF2B5EF4-FFF2-40B4-BE49-F238E27FC236}">
                    <a16:creationId xmlns:a16="http://schemas.microsoft.com/office/drawing/2014/main" id="{7837921A-F37D-6120-30D5-3CC5E298AC46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4AA">
                  <a:alpha val="100000"/>
                </a:srgbClr>
              </a:solidFill>
              <a:ln w="5420" cap="flat">
                <a:solidFill>
                  <a:srgbClr val="42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4" name="pg287">
                <a:extLst>
                  <a:ext uri="{FF2B5EF4-FFF2-40B4-BE49-F238E27FC236}">
                    <a16:creationId xmlns:a16="http://schemas.microsoft.com/office/drawing/2014/main" id="{BB44CA6C-263A-5432-9920-6433845C934A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5" name="pg288">
                <a:extLst>
                  <a:ext uri="{FF2B5EF4-FFF2-40B4-BE49-F238E27FC236}">
                    <a16:creationId xmlns:a16="http://schemas.microsoft.com/office/drawing/2014/main" id="{8575DF0A-0939-8A86-D0F3-F724474DABD4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6" name="pg289">
                <a:extLst>
                  <a:ext uri="{FF2B5EF4-FFF2-40B4-BE49-F238E27FC236}">
                    <a16:creationId xmlns:a16="http://schemas.microsoft.com/office/drawing/2014/main" id="{FFFF2ACA-40D4-B7F7-1062-B297726E26B2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7" name="pg290">
                <a:extLst>
                  <a:ext uri="{FF2B5EF4-FFF2-40B4-BE49-F238E27FC236}">
                    <a16:creationId xmlns:a16="http://schemas.microsoft.com/office/drawing/2014/main" id="{FA081DC2-358E-F798-42CB-F704DE3AA925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8" name="pg291">
                <a:extLst>
                  <a:ext uri="{FF2B5EF4-FFF2-40B4-BE49-F238E27FC236}">
                    <a16:creationId xmlns:a16="http://schemas.microsoft.com/office/drawing/2014/main" id="{FF260335-33AB-A968-25FA-BDEB497F30C5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9" name="pg292">
                <a:extLst>
                  <a:ext uri="{FF2B5EF4-FFF2-40B4-BE49-F238E27FC236}">
                    <a16:creationId xmlns:a16="http://schemas.microsoft.com/office/drawing/2014/main" id="{C8C30748-5075-763F-25CD-0D5FC7A3DBA5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0" name="pg293">
                <a:extLst>
                  <a:ext uri="{FF2B5EF4-FFF2-40B4-BE49-F238E27FC236}">
                    <a16:creationId xmlns:a16="http://schemas.microsoft.com/office/drawing/2014/main" id="{835C6255-DD44-CD7B-E4C3-F9EF7681CB24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1" name="pg294">
                <a:extLst>
                  <a:ext uri="{FF2B5EF4-FFF2-40B4-BE49-F238E27FC236}">
                    <a16:creationId xmlns:a16="http://schemas.microsoft.com/office/drawing/2014/main" id="{2648AED1-B430-8D3D-6AFD-E1AA60E1323B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2" name="pg295">
                <a:extLst>
                  <a:ext uri="{FF2B5EF4-FFF2-40B4-BE49-F238E27FC236}">
                    <a16:creationId xmlns:a16="http://schemas.microsoft.com/office/drawing/2014/main" id="{135780BD-30FC-0762-85C2-19BE6046A621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3" name="pg296">
                <a:extLst>
                  <a:ext uri="{FF2B5EF4-FFF2-40B4-BE49-F238E27FC236}">
                    <a16:creationId xmlns:a16="http://schemas.microsoft.com/office/drawing/2014/main" id="{AF34319A-FDB6-D9F7-FFD7-84B04A5FE7F9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4" name="pg297">
                <a:extLst>
                  <a:ext uri="{FF2B5EF4-FFF2-40B4-BE49-F238E27FC236}">
                    <a16:creationId xmlns:a16="http://schemas.microsoft.com/office/drawing/2014/main" id="{5110A38E-3A00-C2D9-9B30-15F1E255AA3E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5" name="pg298">
                <a:extLst>
                  <a:ext uri="{FF2B5EF4-FFF2-40B4-BE49-F238E27FC236}">
                    <a16:creationId xmlns:a16="http://schemas.microsoft.com/office/drawing/2014/main" id="{E1D4C744-B24E-238A-93FB-3854F8EEAECA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6" name="pg299">
                <a:extLst>
                  <a:ext uri="{FF2B5EF4-FFF2-40B4-BE49-F238E27FC236}">
                    <a16:creationId xmlns:a16="http://schemas.microsoft.com/office/drawing/2014/main" id="{81BCF640-335D-304D-55CE-2C6AE0C68C42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7" name="pg300">
                <a:extLst>
                  <a:ext uri="{FF2B5EF4-FFF2-40B4-BE49-F238E27FC236}">
                    <a16:creationId xmlns:a16="http://schemas.microsoft.com/office/drawing/2014/main" id="{A8EF0EA0-204B-30E5-39EE-F8561A66825F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8" name="pg301">
                <a:extLst>
                  <a:ext uri="{FF2B5EF4-FFF2-40B4-BE49-F238E27FC236}">
                    <a16:creationId xmlns:a16="http://schemas.microsoft.com/office/drawing/2014/main" id="{0A33440D-CFCF-DF8C-CA31-8034F72772E3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9" name="pg302">
                <a:extLst>
                  <a:ext uri="{FF2B5EF4-FFF2-40B4-BE49-F238E27FC236}">
                    <a16:creationId xmlns:a16="http://schemas.microsoft.com/office/drawing/2014/main" id="{37D2473E-5A30-3B2E-EFF9-839A7ED8D4E8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0" name="pg303">
                <a:extLst>
                  <a:ext uri="{FF2B5EF4-FFF2-40B4-BE49-F238E27FC236}">
                    <a16:creationId xmlns:a16="http://schemas.microsoft.com/office/drawing/2014/main" id="{633377BC-D821-6981-ABF8-2E6848D45EEF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1" name="pg304">
                <a:extLst>
                  <a:ext uri="{FF2B5EF4-FFF2-40B4-BE49-F238E27FC236}">
                    <a16:creationId xmlns:a16="http://schemas.microsoft.com/office/drawing/2014/main" id="{90ACA8AD-9DB5-6856-967E-88E1821D907C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2" name="pg305">
                <a:extLst>
                  <a:ext uri="{FF2B5EF4-FFF2-40B4-BE49-F238E27FC236}">
                    <a16:creationId xmlns:a16="http://schemas.microsoft.com/office/drawing/2014/main" id="{89866903-6FAE-7F7B-AECF-982FF9A39407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3" name="pg306">
                <a:extLst>
                  <a:ext uri="{FF2B5EF4-FFF2-40B4-BE49-F238E27FC236}">
                    <a16:creationId xmlns:a16="http://schemas.microsoft.com/office/drawing/2014/main" id="{433F4529-1C67-09F9-61B9-360BD2CF2525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4" name="pg307">
                <a:extLst>
                  <a:ext uri="{FF2B5EF4-FFF2-40B4-BE49-F238E27FC236}">
                    <a16:creationId xmlns:a16="http://schemas.microsoft.com/office/drawing/2014/main" id="{C356506C-2226-9FA0-4735-60D782C9A96D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5" name="pg308">
                <a:extLst>
                  <a:ext uri="{FF2B5EF4-FFF2-40B4-BE49-F238E27FC236}">
                    <a16:creationId xmlns:a16="http://schemas.microsoft.com/office/drawing/2014/main" id="{3E1A3531-095B-35F7-7B69-DC7ED73256D0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6" name="pg309">
                <a:extLst>
                  <a:ext uri="{FF2B5EF4-FFF2-40B4-BE49-F238E27FC236}">
                    <a16:creationId xmlns:a16="http://schemas.microsoft.com/office/drawing/2014/main" id="{B2882A34-8056-A958-61B7-AECE950098C1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7" name="pg310">
                <a:extLst>
                  <a:ext uri="{FF2B5EF4-FFF2-40B4-BE49-F238E27FC236}">
                    <a16:creationId xmlns:a16="http://schemas.microsoft.com/office/drawing/2014/main" id="{25D803BF-BD8F-CBC1-E2D5-6A40C59EEA9D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8" name="pg311">
                <a:extLst>
                  <a:ext uri="{FF2B5EF4-FFF2-40B4-BE49-F238E27FC236}">
                    <a16:creationId xmlns:a16="http://schemas.microsoft.com/office/drawing/2014/main" id="{6DA2A9EA-FC20-E9A7-90EA-961436D4A6F4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9" name="pg312">
                <a:extLst>
                  <a:ext uri="{FF2B5EF4-FFF2-40B4-BE49-F238E27FC236}">
                    <a16:creationId xmlns:a16="http://schemas.microsoft.com/office/drawing/2014/main" id="{3F08F62B-9509-1593-26F4-C05F9A6D0872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0" name="pg313">
                <a:extLst>
                  <a:ext uri="{FF2B5EF4-FFF2-40B4-BE49-F238E27FC236}">
                    <a16:creationId xmlns:a16="http://schemas.microsoft.com/office/drawing/2014/main" id="{A141388B-6D08-2DCB-3C61-10632026DE0E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1" name="pg314">
                <a:extLst>
                  <a:ext uri="{FF2B5EF4-FFF2-40B4-BE49-F238E27FC236}">
                    <a16:creationId xmlns:a16="http://schemas.microsoft.com/office/drawing/2014/main" id="{3B7AB00C-3A82-699C-278F-2DA8AEFEFE3F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2" name="pg315">
                <a:extLst>
                  <a:ext uri="{FF2B5EF4-FFF2-40B4-BE49-F238E27FC236}">
                    <a16:creationId xmlns:a16="http://schemas.microsoft.com/office/drawing/2014/main" id="{0812589C-18E0-33B7-6143-67EA952E0EBB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3" name="pg316">
                <a:extLst>
                  <a:ext uri="{FF2B5EF4-FFF2-40B4-BE49-F238E27FC236}">
                    <a16:creationId xmlns:a16="http://schemas.microsoft.com/office/drawing/2014/main" id="{B26B5A9C-50FB-A691-DEE5-8D825CAA4873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4" name="pg317">
                <a:extLst>
                  <a:ext uri="{FF2B5EF4-FFF2-40B4-BE49-F238E27FC236}">
                    <a16:creationId xmlns:a16="http://schemas.microsoft.com/office/drawing/2014/main" id="{F4BF3580-7050-C4E9-66BE-03A1D08C7CCF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5" name="pg318">
                <a:extLst>
                  <a:ext uri="{FF2B5EF4-FFF2-40B4-BE49-F238E27FC236}">
                    <a16:creationId xmlns:a16="http://schemas.microsoft.com/office/drawing/2014/main" id="{D251A0B4-7157-32FE-2396-6A27E23271F8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6" name="pg319">
                <a:extLst>
                  <a:ext uri="{FF2B5EF4-FFF2-40B4-BE49-F238E27FC236}">
                    <a16:creationId xmlns:a16="http://schemas.microsoft.com/office/drawing/2014/main" id="{2601A0A3-9218-831F-2474-2A55AE11D11E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7" name="pg320">
                <a:extLst>
                  <a:ext uri="{FF2B5EF4-FFF2-40B4-BE49-F238E27FC236}">
                    <a16:creationId xmlns:a16="http://schemas.microsoft.com/office/drawing/2014/main" id="{C9C44C62-8190-2070-B5CA-194595A667BB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8" name="pg321">
                <a:extLst>
                  <a:ext uri="{FF2B5EF4-FFF2-40B4-BE49-F238E27FC236}">
                    <a16:creationId xmlns:a16="http://schemas.microsoft.com/office/drawing/2014/main" id="{2DB61EDF-6F22-DD67-C83B-E5E1ABC29153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9" name="pg322">
                <a:extLst>
                  <a:ext uri="{FF2B5EF4-FFF2-40B4-BE49-F238E27FC236}">
                    <a16:creationId xmlns:a16="http://schemas.microsoft.com/office/drawing/2014/main" id="{4B68BC12-14A4-221F-ED41-15113C7EF501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0" name="pg323">
                <a:extLst>
                  <a:ext uri="{FF2B5EF4-FFF2-40B4-BE49-F238E27FC236}">
                    <a16:creationId xmlns:a16="http://schemas.microsoft.com/office/drawing/2014/main" id="{BE4F34AA-775D-DE9C-C0D8-060CA49D98A7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1" name="pg324">
                <a:extLst>
                  <a:ext uri="{FF2B5EF4-FFF2-40B4-BE49-F238E27FC236}">
                    <a16:creationId xmlns:a16="http://schemas.microsoft.com/office/drawing/2014/main" id="{E5E428E5-2A6D-1D4E-1BEA-BC7154F1B67A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2" name="pg325">
                <a:extLst>
                  <a:ext uri="{FF2B5EF4-FFF2-40B4-BE49-F238E27FC236}">
                    <a16:creationId xmlns:a16="http://schemas.microsoft.com/office/drawing/2014/main" id="{97A9A6F8-B6E4-E386-6395-9D789E29779C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3" name="pg326">
                <a:extLst>
                  <a:ext uri="{FF2B5EF4-FFF2-40B4-BE49-F238E27FC236}">
                    <a16:creationId xmlns:a16="http://schemas.microsoft.com/office/drawing/2014/main" id="{5C0424BC-067E-74AC-BE54-195C0FA13869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4" name="pg327">
                <a:extLst>
                  <a:ext uri="{FF2B5EF4-FFF2-40B4-BE49-F238E27FC236}">
                    <a16:creationId xmlns:a16="http://schemas.microsoft.com/office/drawing/2014/main" id="{043AB142-254B-AC8E-0559-686EE98042A7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5" name="pg328">
                <a:extLst>
                  <a:ext uri="{FF2B5EF4-FFF2-40B4-BE49-F238E27FC236}">
                    <a16:creationId xmlns:a16="http://schemas.microsoft.com/office/drawing/2014/main" id="{DEFB5EEC-3266-D11D-C475-2D0522052118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6" name="pg329">
                <a:extLst>
                  <a:ext uri="{FF2B5EF4-FFF2-40B4-BE49-F238E27FC236}">
                    <a16:creationId xmlns:a16="http://schemas.microsoft.com/office/drawing/2014/main" id="{5E19011A-3CE3-781F-DDB0-97D61D774010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7" name="pg330">
                <a:extLst>
                  <a:ext uri="{FF2B5EF4-FFF2-40B4-BE49-F238E27FC236}">
                    <a16:creationId xmlns:a16="http://schemas.microsoft.com/office/drawing/2014/main" id="{090C7C97-6EBE-D614-99F0-E21E4858057E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8" name="pg331">
                <a:extLst>
                  <a:ext uri="{FF2B5EF4-FFF2-40B4-BE49-F238E27FC236}">
                    <a16:creationId xmlns:a16="http://schemas.microsoft.com/office/drawing/2014/main" id="{AFC0EC71-13C1-B449-ABEB-97B695F92DE2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9" name="pg332">
                <a:extLst>
                  <a:ext uri="{FF2B5EF4-FFF2-40B4-BE49-F238E27FC236}">
                    <a16:creationId xmlns:a16="http://schemas.microsoft.com/office/drawing/2014/main" id="{E2D3240C-08B9-4AFC-F024-5CFF3D7FA719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0" name="pg333">
                <a:extLst>
                  <a:ext uri="{FF2B5EF4-FFF2-40B4-BE49-F238E27FC236}">
                    <a16:creationId xmlns:a16="http://schemas.microsoft.com/office/drawing/2014/main" id="{E63F4A42-B80D-92F3-032A-E9B06EB55DFD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1" name="pg334">
                <a:extLst>
                  <a:ext uri="{FF2B5EF4-FFF2-40B4-BE49-F238E27FC236}">
                    <a16:creationId xmlns:a16="http://schemas.microsoft.com/office/drawing/2014/main" id="{9757F198-87F0-5D52-4B4D-41919EFF3E21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2" name="pg335">
                <a:extLst>
                  <a:ext uri="{FF2B5EF4-FFF2-40B4-BE49-F238E27FC236}">
                    <a16:creationId xmlns:a16="http://schemas.microsoft.com/office/drawing/2014/main" id="{17BC065E-1462-EBF7-7455-743F42C9C48D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3" name="pg336">
                <a:extLst>
                  <a:ext uri="{FF2B5EF4-FFF2-40B4-BE49-F238E27FC236}">
                    <a16:creationId xmlns:a16="http://schemas.microsoft.com/office/drawing/2014/main" id="{9B88CCE9-0F14-600E-1020-ECB4B97BF8C2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4" name="pg337">
                <a:extLst>
                  <a:ext uri="{FF2B5EF4-FFF2-40B4-BE49-F238E27FC236}">
                    <a16:creationId xmlns:a16="http://schemas.microsoft.com/office/drawing/2014/main" id="{0FC9836B-B550-8378-CE1A-F5A8502E666B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5" name="pg338">
                <a:extLst>
                  <a:ext uri="{FF2B5EF4-FFF2-40B4-BE49-F238E27FC236}">
                    <a16:creationId xmlns:a16="http://schemas.microsoft.com/office/drawing/2014/main" id="{252EB7E0-C288-1202-3481-E8435D164BCC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6" name="pg339">
                <a:extLst>
                  <a:ext uri="{FF2B5EF4-FFF2-40B4-BE49-F238E27FC236}">
                    <a16:creationId xmlns:a16="http://schemas.microsoft.com/office/drawing/2014/main" id="{5506D77A-284E-5352-8222-610ACD09433E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7" name="pg340">
                <a:extLst>
                  <a:ext uri="{FF2B5EF4-FFF2-40B4-BE49-F238E27FC236}">
                    <a16:creationId xmlns:a16="http://schemas.microsoft.com/office/drawing/2014/main" id="{D1F4113E-482E-5D3B-97FA-312E5B2DFFC6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8" name="pg341">
                <a:extLst>
                  <a:ext uri="{FF2B5EF4-FFF2-40B4-BE49-F238E27FC236}">
                    <a16:creationId xmlns:a16="http://schemas.microsoft.com/office/drawing/2014/main" id="{BBF2229F-76EB-BC41-8A17-FA85947E8825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9" name="pg342">
                <a:extLst>
                  <a:ext uri="{FF2B5EF4-FFF2-40B4-BE49-F238E27FC236}">
                    <a16:creationId xmlns:a16="http://schemas.microsoft.com/office/drawing/2014/main" id="{E8059F23-550A-EDC8-7D03-0CF6BBC16A36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0" name="pg343">
                <a:extLst>
                  <a:ext uri="{FF2B5EF4-FFF2-40B4-BE49-F238E27FC236}">
                    <a16:creationId xmlns:a16="http://schemas.microsoft.com/office/drawing/2014/main" id="{57704216-EE40-B38B-8991-8912417C5640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1" name="pg344">
                <a:extLst>
                  <a:ext uri="{FF2B5EF4-FFF2-40B4-BE49-F238E27FC236}">
                    <a16:creationId xmlns:a16="http://schemas.microsoft.com/office/drawing/2014/main" id="{7D51B961-F080-97D5-243E-D7B8785E401B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2" name="pg345">
                <a:extLst>
                  <a:ext uri="{FF2B5EF4-FFF2-40B4-BE49-F238E27FC236}">
                    <a16:creationId xmlns:a16="http://schemas.microsoft.com/office/drawing/2014/main" id="{633E5EEA-E97B-04F7-CD9C-9EA65EFACA18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3" name="pg346">
                <a:extLst>
                  <a:ext uri="{FF2B5EF4-FFF2-40B4-BE49-F238E27FC236}">
                    <a16:creationId xmlns:a16="http://schemas.microsoft.com/office/drawing/2014/main" id="{E1D1F221-370B-764C-9139-0A0E15994782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4" name="pg347">
                <a:extLst>
                  <a:ext uri="{FF2B5EF4-FFF2-40B4-BE49-F238E27FC236}">
                    <a16:creationId xmlns:a16="http://schemas.microsoft.com/office/drawing/2014/main" id="{8DB15CC9-0413-076D-3B4B-87BC996318DA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5" name="pg348">
                <a:extLst>
                  <a:ext uri="{FF2B5EF4-FFF2-40B4-BE49-F238E27FC236}">
                    <a16:creationId xmlns:a16="http://schemas.microsoft.com/office/drawing/2014/main" id="{214A239E-4FB9-BDD8-4E77-0E5A5E5A9620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6" name="pg349">
                <a:extLst>
                  <a:ext uri="{FF2B5EF4-FFF2-40B4-BE49-F238E27FC236}">
                    <a16:creationId xmlns:a16="http://schemas.microsoft.com/office/drawing/2014/main" id="{35FA8D3A-1303-7EB0-72C2-6725F1E27306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7" name="pg350">
                <a:extLst>
                  <a:ext uri="{FF2B5EF4-FFF2-40B4-BE49-F238E27FC236}">
                    <a16:creationId xmlns:a16="http://schemas.microsoft.com/office/drawing/2014/main" id="{EF85B75B-A5EC-25A1-8FF5-7DE1370B1148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8" name="pg351">
                <a:extLst>
                  <a:ext uri="{FF2B5EF4-FFF2-40B4-BE49-F238E27FC236}">
                    <a16:creationId xmlns:a16="http://schemas.microsoft.com/office/drawing/2014/main" id="{124EDCE4-A72E-25E9-6323-2D667F56DB6B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9" name="pg352">
                <a:extLst>
                  <a:ext uri="{FF2B5EF4-FFF2-40B4-BE49-F238E27FC236}">
                    <a16:creationId xmlns:a16="http://schemas.microsoft.com/office/drawing/2014/main" id="{C1455BBC-4C66-94BB-6265-7673C9848A75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0" name="pg353">
                <a:extLst>
                  <a:ext uri="{FF2B5EF4-FFF2-40B4-BE49-F238E27FC236}">
                    <a16:creationId xmlns:a16="http://schemas.microsoft.com/office/drawing/2014/main" id="{B1E08FCB-101F-987C-332F-B97C92F62DC5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1" name="pg354">
                <a:extLst>
                  <a:ext uri="{FF2B5EF4-FFF2-40B4-BE49-F238E27FC236}">
                    <a16:creationId xmlns:a16="http://schemas.microsoft.com/office/drawing/2014/main" id="{4684EB58-7500-EB18-77CD-951A6568ABF5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2" name="pg355">
                <a:extLst>
                  <a:ext uri="{FF2B5EF4-FFF2-40B4-BE49-F238E27FC236}">
                    <a16:creationId xmlns:a16="http://schemas.microsoft.com/office/drawing/2014/main" id="{9BAB8CC4-A43F-4D3F-ACEF-93395DFDD5EC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3" name="pg356">
                <a:extLst>
                  <a:ext uri="{FF2B5EF4-FFF2-40B4-BE49-F238E27FC236}">
                    <a16:creationId xmlns:a16="http://schemas.microsoft.com/office/drawing/2014/main" id="{069F62DF-959A-D9E9-8806-6C897234E625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4" name="pg357">
                <a:extLst>
                  <a:ext uri="{FF2B5EF4-FFF2-40B4-BE49-F238E27FC236}">
                    <a16:creationId xmlns:a16="http://schemas.microsoft.com/office/drawing/2014/main" id="{74ED7BD4-DC27-C324-1AF7-8A5FF3C3802B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5" name="pg358">
                <a:extLst>
                  <a:ext uri="{FF2B5EF4-FFF2-40B4-BE49-F238E27FC236}">
                    <a16:creationId xmlns:a16="http://schemas.microsoft.com/office/drawing/2014/main" id="{147987AF-A483-F490-22C3-2404416CD4CB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6" name="pg359">
                <a:extLst>
                  <a:ext uri="{FF2B5EF4-FFF2-40B4-BE49-F238E27FC236}">
                    <a16:creationId xmlns:a16="http://schemas.microsoft.com/office/drawing/2014/main" id="{04296FE5-A3B2-FE40-2BD0-244B50F0DEB2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7" name="pg360">
                <a:extLst>
                  <a:ext uri="{FF2B5EF4-FFF2-40B4-BE49-F238E27FC236}">
                    <a16:creationId xmlns:a16="http://schemas.microsoft.com/office/drawing/2014/main" id="{960259D0-79BC-6278-D3E1-23F7FA02A76C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8" name="pg361">
                <a:extLst>
                  <a:ext uri="{FF2B5EF4-FFF2-40B4-BE49-F238E27FC236}">
                    <a16:creationId xmlns:a16="http://schemas.microsoft.com/office/drawing/2014/main" id="{C99177B5-9214-E2F1-583F-4119C78058DC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9" name="pg362">
                <a:extLst>
                  <a:ext uri="{FF2B5EF4-FFF2-40B4-BE49-F238E27FC236}">
                    <a16:creationId xmlns:a16="http://schemas.microsoft.com/office/drawing/2014/main" id="{CCED115F-C0ED-DF93-4D6B-CB83D08034C3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0" name="pg363">
                <a:extLst>
                  <a:ext uri="{FF2B5EF4-FFF2-40B4-BE49-F238E27FC236}">
                    <a16:creationId xmlns:a16="http://schemas.microsoft.com/office/drawing/2014/main" id="{D9FF2A5A-ACD9-44C8-025F-2AE32EC8B978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1" name="pg364">
                <a:extLst>
                  <a:ext uri="{FF2B5EF4-FFF2-40B4-BE49-F238E27FC236}">
                    <a16:creationId xmlns:a16="http://schemas.microsoft.com/office/drawing/2014/main" id="{C31CD37B-AAE7-54DB-0FD6-DA5476978171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2" name="pg365">
                <a:extLst>
                  <a:ext uri="{FF2B5EF4-FFF2-40B4-BE49-F238E27FC236}">
                    <a16:creationId xmlns:a16="http://schemas.microsoft.com/office/drawing/2014/main" id="{82B67A5C-5CFD-5715-CD40-72AF0BC22D54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3" name="pg366">
                <a:extLst>
                  <a:ext uri="{FF2B5EF4-FFF2-40B4-BE49-F238E27FC236}">
                    <a16:creationId xmlns:a16="http://schemas.microsoft.com/office/drawing/2014/main" id="{F6CE419B-89D2-6BC2-A19A-2CE87647A7DA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4" name="pg367">
                <a:extLst>
                  <a:ext uri="{FF2B5EF4-FFF2-40B4-BE49-F238E27FC236}">
                    <a16:creationId xmlns:a16="http://schemas.microsoft.com/office/drawing/2014/main" id="{282F3EF2-A010-24AF-45E6-0098B3346487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5" name="pg368">
                <a:extLst>
                  <a:ext uri="{FF2B5EF4-FFF2-40B4-BE49-F238E27FC236}">
                    <a16:creationId xmlns:a16="http://schemas.microsoft.com/office/drawing/2014/main" id="{A4DD0F56-785B-457A-9A8F-41038F45208E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6" name="pg369">
                <a:extLst>
                  <a:ext uri="{FF2B5EF4-FFF2-40B4-BE49-F238E27FC236}">
                    <a16:creationId xmlns:a16="http://schemas.microsoft.com/office/drawing/2014/main" id="{4DA3A1CE-DFA1-1F7E-89BB-25720A6790F2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7" name="pg370">
                <a:extLst>
                  <a:ext uri="{FF2B5EF4-FFF2-40B4-BE49-F238E27FC236}">
                    <a16:creationId xmlns:a16="http://schemas.microsoft.com/office/drawing/2014/main" id="{87340F41-631E-CA9D-1859-377DB6C95612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8" name="pg371">
                <a:extLst>
                  <a:ext uri="{FF2B5EF4-FFF2-40B4-BE49-F238E27FC236}">
                    <a16:creationId xmlns:a16="http://schemas.microsoft.com/office/drawing/2014/main" id="{336B7304-6388-E196-7ECE-E6BF0050C00F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9" name="pg372">
                <a:extLst>
                  <a:ext uri="{FF2B5EF4-FFF2-40B4-BE49-F238E27FC236}">
                    <a16:creationId xmlns:a16="http://schemas.microsoft.com/office/drawing/2014/main" id="{0840C64A-CC02-BC6F-EBDE-1C1BCB8FAB1F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0" name="pg373">
                <a:extLst>
                  <a:ext uri="{FF2B5EF4-FFF2-40B4-BE49-F238E27FC236}">
                    <a16:creationId xmlns:a16="http://schemas.microsoft.com/office/drawing/2014/main" id="{E57F400A-4819-22D2-A09D-239E0D2D7F54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1" name="pg374">
                <a:extLst>
                  <a:ext uri="{FF2B5EF4-FFF2-40B4-BE49-F238E27FC236}">
                    <a16:creationId xmlns:a16="http://schemas.microsoft.com/office/drawing/2014/main" id="{8F1196E0-4797-3FC5-81BA-6B9B254229B1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2" name="pg375">
                <a:extLst>
                  <a:ext uri="{FF2B5EF4-FFF2-40B4-BE49-F238E27FC236}">
                    <a16:creationId xmlns:a16="http://schemas.microsoft.com/office/drawing/2014/main" id="{A05B91D6-1CF9-D83E-DFE9-DA7497426477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3" name="pg376">
                <a:extLst>
                  <a:ext uri="{FF2B5EF4-FFF2-40B4-BE49-F238E27FC236}">
                    <a16:creationId xmlns:a16="http://schemas.microsoft.com/office/drawing/2014/main" id="{E2CB6D13-973F-48E3-FAEE-B29543FE18D0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4" name="pg377">
                <a:extLst>
                  <a:ext uri="{FF2B5EF4-FFF2-40B4-BE49-F238E27FC236}">
                    <a16:creationId xmlns:a16="http://schemas.microsoft.com/office/drawing/2014/main" id="{29A5F51A-57A4-BD41-CC8E-13CD685102CF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5" name="pg378">
                <a:extLst>
                  <a:ext uri="{FF2B5EF4-FFF2-40B4-BE49-F238E27FC236}">
                    <a16:creationId xmlns:a16="http://schemas.microsoft.com/office/drawing/2014/main" id="{4D64EBBA-0EC1-EF6F-B58D-3475CC75EE74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6" name="pg379">
                <a:extLst>
                  <a:ext uri="{FF2B5EF4-FFF2-40B4-BE49-F238E27FC236}">
                    <a16:creationId xmlns:a16="http://schemas.microsoft.com/office/drawing/2014/main" id="{5B28938F-B95F-D264-9178-529E424BA83B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7" name="pg380">
                <a:extLst>
                  <a:ext uri="{FF2B5EF4-FFF2-40B4-BE49-F238E27FC236}">
                    <a16:creationId xmlns:a16="http://schemas.microsoft.com/office/drawing/2014/main" id="{EEF5814F-0D1A-0FCD-04AE-6517016A682F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8" name="pg381">
                <a:extLst>
                  <a:ext uri="{FF2B5EF4-FFF2-40B4-BE49-F238E27FC236}">
                    <a16:creationId xmlns:a16="http://schemas.microsoft.com/office/drawing/2014/main" id="{EBF8977E-541B-7E4E-45EE-E8C8CCC3BC21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9" name="pg382">
                <a:extLst>
                  <a:ext uri="{FF2B5EF4-FFF2-40B4-BE49-F238E27FC236}">
                    <a16:creationId xmlns:a16="http://schemas.microsoft.com/office/drawing/2014/main" id="{50F862CD-EB8A-F2E9-B5BF-7E0450165DB2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0" name="pg383">
                <a:extLst>
                  <a:ext uri="{FF2B5EF4-FFF2-40B4-BE49-F238E27FC236}">
                    <a16:creationId xmlns:a16="http://schemas.microsoft.com/office/drawing/2014/main" id="{8FE4223D-3E75-D1AE-4985-4F35F1FBB9EF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1" name="pg384">
                <a:extLst>
                  <a:ext uri="{FF2B5EF4-FFF2-40B4-BE49-F238E27FC236}">
                    <a16:creationId xmlns:a16="http://schemas.microsoft.com/office/drawing/2014/main" id="{29E80120-9786-43A2-8CE1-624D782A4D27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2" name="pg385">
                <a:extLst>
                  <a:ext uri="{FF2B5EF4-FFF2-40B4-BE49-F238E27FC236}">
                    <a16:creationId xmlns:a16="http://schemas.microsoft.com/office/drawing/2014/main" id="{17342E39-38C0-E5B6-5F9B-9744A9AB0697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3" name="pg386">
                <a:extLst>
                  <a:ext uri="{FF2B5EF4-FFF2-40B4-BE49-F238E27FC236}">
                    <a16:creationId xmlns:a16="http://schemas.microsoft.com/office/drawing/2014/main" id="{1EF1737E-5CD0-4B88-0AAC-E0AE075F7A8B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4" name="pg387">
                <a:extLst>
                  <a:ext uri="{FF2B5EF4-FFF2-40B4-BE49-F238E27FC236}">
                    <a16:creationId xmlns:a16="http://schemas.microsoft.com/office/drawing/2014/main" id="{87AED72B-6607-E8A5-818F-D47D6F80E88B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5" name="pg388">
                <a:extLst>
                  <a:ext uri="{FF2B5EF4-FFF2-40B4-BE49-F238E27FC236}">
                    <a16:creationId xmlns:a16="http://schemas.microsoft.com/office/drawing/2014/main" id="{148FAB1B-DB6B-FA03-90E9-D306214E7EA4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6" name="pg389">
                <a:extLst>
                  <a:ext uri="{FF2B5EF4-FFF2-40B4-BE49-F238E27FC236}">
                    <a16:creationId xmlns:a16="http://schemas.microsoft.com/office/drawing/2014/main" id="{F1B61EBB-4E95-CC3D-243A-A9B3E6B38387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7" name="pg390">
                <a:extLst>
                  <a:ext uri="{FF2B5EF4-FFF2-40B4-BE49-F238E27FC236}">
                    <a16:creationId xmlns:a16="http://schemas.microsoft.com/office/drawing/2014/main" id="{D3A3CCCF-E378-4201-3561-31E5A71573C6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8" name="pg391">
                <a:extLst>
                  <a:ext uri="{FF2B5EF4-FFF2-40B4-BE49-F238E27FC236}">
                    <a16:creationId xmlns:a16="http://schemas.microsoft.com/office/drawing/2014/main" id="{467F03E3-7409-0350-EF09-57CBF9FE8CC2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9" name="pg392">
                <a:extLst>
                  <a:ext uri="{FF2B5EF4-FFF2-40B4-BE49-F238E27FC236}">
                    <a16:creationId xmlns:a16="http://schemas.microsoft.com/office/drawing/2014/main" id="{D77FC529-5A2B-61FC-1683-7D3CAEE8F1D6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0" name="pg393">
                <a:extLst>
                  <a:ext uri="{FF2B5EF4-FFF2-40B4-BE49-F238E27FC236}">
                    <a16:creationId xmlns:a16="http://schemas.microsoft.com/office/drawing/2014/main" id="{1BDF9539-D08E-238A-DF0F-9FA7CF2772A4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1" name="pg394">
                <a:extLst>
                  <a:ext uri="{FF2B5EF4-FFF2-40B4-BE49-F238E27FC236}">
                    <a16:creationId xmlns:a16="http://schemas.microsoft.com/office/drawing/2014/main" id="{EACED570-638A-4D96-AD2B-F42BF966908B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2" name="pg395">
                <a:extLst>
                  <a:ext uri="{FF2B5EF4-FFF2-40B4-BE49-F238E27FC236}">
                    <a16:creationId xmlns:a16="http://schemas.microsoft.com/office/drawing/2014/main" id="{7CED1A26-6C96-8147-730F-2A60DC4ADEBE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3" name="pg396">
                <a:extLst>
                  <a:ext uri="{FF2B5EF4-FFF2-40B4-BE49-F238E27FC236}">
                    <a16:creationId xmlns:a16="http://schemas.microsoft.com/office/drawing/2014/main" id="{6391CE7D-5A44-14AA-9AE3-340474E4897F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4" name="pg397">
                <a:extLst>
                  <a:ext uri="{FF2B5EF4-FFF2-40B4-BE49-F238E27FC236}">
                    <a16:creationId xmlns:a16="http://schemas.microsoft.com/office/drawing/2014/main" id="{E8BC8D13-6F46-2F3D-E83A-18996AD6A33F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5" name="pg398">
                <a:extLst>
                  <a:ext uri="{FF2B5EF4-FFF2-40B4-BE49-F238E27FC236}">
                    <a16:creationId xmlns:a16="http://schemas.microsoft.com/office/drawing/2014/main" id="{A2DC25E8-4E1C-7A70-C247-C9CE7343E072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6" name="pg399">
                <a:extLst>
                  <a:ext uri="{FF2B5EF4-FFF2-40B4-BE49-F238E27FC236}">
                    <a16:creationId xmlns:a16="http://schemas.microsoft.com/office/drawing/2014/main" id="{B95A0804-D93B-C351-E4FB-85266ED87ED6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7" name="pg400">
                <a:extLst>
                  <a:ext uri="{FF2B5EF4-FFF2-40B4-BE49-F238E27FC236}">
                    <a16:creationId xmlns:a16="http://schemas.microsoft.com/office/drawing/2014/main" id="{3A211861-436A-B840-11E2-A14C8E4C23AE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8" name="pg401">
                <a:extLst>
                  <a:ext uri="{FF2B5EF4-FFF2-40B4-BE49-F238E27FC236}">
                    <a16:creationId xmlns:a16="http://schemas.microsoft.com/office/drawing/2014/main" id="{69CC078B-887B-CBA6-A2F1-CA7DCB3C9518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9" name="pg402">
                <a:extLst>
                  <a:ext uri="{FF2B5EF4-FFF2-40B4-BE49-F238E27FC236}">
                    <a16:creationId xmlns:a16="http://schemas.microsoft.com/office/drawing/2014/main" id="{156089C4-85B4-BA6F-21CA-251EAF25BB81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0" name="pg403">
                <a:extLst>
                  <a:ext uri="{FF2B5EF4-FFF2-40B4-BE49-F238E27FC236}">
                    <a16:creationId xmlns:a16="http://schemas.microsoft.com/office/drawing/2014/main" id="{3E4936AF-A863-5AE0-E6E5-B226023565CA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1" name="pg404">
                <a:extLst>
                  <a:ext uri="{FF2B5EF4-FFF2-40B4-BE49-F238E27FC236}">
                    <a16:creationId xmlns:a16="http://schemas.microsoft.com/office/drawing/2014/main" id="{D9C3EBAE-09E7-D039-F54E-19D9B838ABA3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2" name="pg405">
                <a:extLst>
                  <a:ext uri="{FF2B5EF4-FFF2-40B4-BE49-F238E27FC236}">
                    <a16:creationId xmlns:a16="http://schemas.microsoft.com/office/drawing/2014/main" id="{89974704-33D4-0C95-B840-968CB4C40DED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3" name="pg406">
                <a:extLst>
                  <a:ext uri="{FF2B5EF4-FFF2-40B4-BE49-F238E27FC236}">
                    <a16:creationId xmlns:a16="http://schemas.microsoft.com/office/drawing/2014/main" id="{0E271DF5-F2DC-0133-E31D-515C556AE2AE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4" name="pg407">
                <a:extLst>
                  <a:ext uri="{FF2B5EF4-FFF2-40B4-BE49-F238E27FC236}">
                    <a16:creationId xmlns:a16="http://schemas.microsoft.com/office/drawing/2014/main" id="{D2017207-4A86-53AA-15C3-3FD03CC3C904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5" name="pg408">
                <a:extLst>
                  <a:ext uri="{FF2B5EF4-FFF2-40B4-BE49-F238E27FC236}">
                    <a16:creationId xmlns:a16="http://schemas.microsoft.com/office/drawing/2014/main" id="{34A73E47-E304-EF82-259A-CC4C4C4353BA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6" name="pg409">
                <a:extLst>
                  <a:ext uri="{FF2B5EF4-FFF2-40B4-BE49-F238E27FC236}">
                    <a16:creationId xmlns:a16="http://schemas.microsoft.com/office/drawing/2014/main" id="{73F845F2-F28F-E3D1-1FBC-B25CE4D0CEB2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7" name="pg410">
                <a:extLst>
                  <a:ext uri="{FF2B5EF4-FFF2-40B4-BE49-F238E27FC236}">
                    <a16:creationId xmlns:a16="http://schemas.microsoft.com/office/drawing/2014/main" id="{4EA10131-E3C9-3C2E-54C5-74DC4BB21D60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8" name="pg411">
                <a:extLst>
                  <a:ext uri="{FF2B5EF4-FFF2-40B4-BE49-F238E27FC236}">
                    <a16:creationId xmlns:a16="http://schemas.microsoft.com/office/drawing/2014/main" id="{7B61D29F-D2D2-D91D-1E69-864486D2F79D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9" name="pg412">
                <a:extLst>
                  <a:ext uri="{FF2B5EF4-FFF2-40B4-BE49-F238E27FC236}">
                    <a16:creationId xmlns:a16="http://schemas.microsoft.com/office/drawing/2014/main" id="{20E94EF6-D3FD-5FD1-C85D-FF013B0493B9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0" name="pg413">
                <a:extLst>
                  <a:ext uri="{FF2B5EF4-FFF2-40B4-BE49-F238E27FC236}">
                    <a16:creationId xmlns:a16="http://schemas.microsoft.com/office/drawing/2014/main" id="{637A0CFA-0D7A-E5C1-27AD-A6E940B31D49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1" name="pg414">
                <a:extLst>
                  <a:ext uri="{FF2B5EF4-FFF2-40B4-BE49-F238E27FC236}">
                    <a16:creationId xmlns:a16="http://schemas.microsoft.com/office/drawing/2014/main" id="{16986723-E47E-977F-BB4C-7640983BCB2F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2" name="pg415">
                <a:extLst>
                  <a:ext uri="{FF2B5EF4-FFF2-40B4-BE49-F238E27FC236}">
                    <a16:creationId xmlns:a16="http://schemas.microsoft.com/office/drawing/2014/main" id="{CF462AF4-FD2C-225E-E026-FA10E2B4109C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3" name="pg416">
                <a:extLst>
                  <a:ext uri="{FF2B5EF4-FFF2-40B4-BE49-F238E27FC236}">
                    <a16:creationId xmlns:a16="http://schemas.microsoft.com/office/drawing/2014/main" id="{FB882253-C559-88E6-2673-3695E89858E9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4" name="pg417">
                <a:extLst>
                  <a:ext uri="{FF2B5EF4-FFF2-40B4-BE49-F238E27FC236}">
                    <a16:creationId xmlns:a16="http://schemas.microsoft.com/office/drawing/2014/main" id="{F39A45DC-04AC-170A-8FBB-848BC9AC9405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5" name="pg418">
                <a:extLst>
                  <a:ext uri="{FF2B5EF4-FFF2-40B4-BE49-F238E27FC236}">
                    <a16:creationId xmlns:a16="http://schemas.microsoft.com/office/drawing/2014/main" id="{FAD3EC45-3C14-35B6-D522-714C20414805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6" name="pg419">
                <a:extLst>
                  <a:ext uri="{FF2B5EF4-FFF2-40B4-BE49-F238E27FC236}">
                    <a16:creationId xmlns:a16="http://schemas.microsoft.com/office/drawing/2014/main" id="{F02B6280-FD14-F076-01D0-53F01480E745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7" name="pg420">
                <a:extLst>
                  <a:ext uri="{FF2B5EF4-FFF2-40B4-BE49-F238E27FC236}">
                    <a16:creationId xmlns:a16="http://schemas.microsoft.com/office/drawing/2014/main" id="{38C9F66E-D897-5DB7-CF70-33762DF69BE5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8" name="pg421">
                <a:extLst>
                  <a:ext uri="{FF2B5EF4-FFF2-40B4-BE49-F238E27FC236}">
                    <a16:creationId xmlns:a16="http://schemas.microsoft.com/office/drawing/2014/main" id="{037B3FF9-7445-2510-F36E-0D076F1DCAB2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9" name="pg422">
                <a:extLst>
                  <a:ext uri="{FF2B5EF4-FFF2-40B4-BE49-F238E27FC236}">
                    <a16:creationId xmlns:a16="http://schemas.microsoft.com/office/drawing/2014/main" id="{CC40CE4A-3597-D46B-51F4-24BBCDD99316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0" name="pg423">
                <a:extLst>
                  <a:ext uri="{FF2B5EF4-FFF2-40B4-BE49-F238E27FC236}">
                    <a16:creationId xmlns:a16="http://schemas.microsoft.com/office/drawing/2014/main" id="{C3D105BE-DD53-AB5D-032D-F1E4C0D5B387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1" name="pg424">
                <a:extLst>
                  <a:ext uri="{FF2B5EF4-FFF2-40B4-BE49-F238E27FC236}">
                    <a16:creationId xmlns:a16="http://schemas.microsoft.com/office/drawing/2014/main" id="{8C91C496-F27C-C350-0476-C86249493033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2" name="pg425">
                <a:extLst>
                  <a:ext uri="{FF2B5EF4-FFF2-40B4-BE49-F238E27FC236}">
                    <a16:creationId xmlns:a16="http://schemas.microsoft.com/office/drawing/2014/main" id="{C209D6D9-EB72-6A46-435E-7D279C990B3D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3" name="pg426">
                <a:extLst>
                  <a:ext uri="{FF2B5EF4-FFF2-40B4-BE49-F238E27FC236}">
                    <a16:creationId xmlns:a16="http://schemas.microsoft.com/office/drawing/2014/main" id="{31B718A9-C14B-D836-0829-53941D20EF79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4" name="pg427">
                <a:extLst>
                  <a:ext uri="{FF2B5EF4-FFF2-40B4-BE49-F238E27FC236}">
                    <a16:creationId xmlns:a16="http://schemas.microsoft.com/office/drawing/2014/main" id="{A4CDA051-14EC-EF2B-5DC9-DD7B8BC40EB3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5" name="pg428">
                <a:extLst>
                  <a:ext uri="{FF2B5EF4-FFF2-40B4-BE49-F238E27FC236}">
                    <a16:creationId xmlns:a16="http://schemas.microsoft.com/office/drawing/2014/main" id="{28904891-45FC-18DD-3F0B-E81D42B91E83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6" name="pg429">
                <a:extLst>
                  <a:ext uri="{FF2B5EF4-FFF2-40B4-BE49-F238E27FC236}">
                    <a16:creationId xmlns:a16="http://schemas.microsoft.com/office/drawing/2014/main" id="{9AA8F011-03FB-4CBC-C515-5AAAA90E9C04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7" name="pg430">
                <a:extLst>
                  <a:ext uri="{FF2B5EF4-FFF2-40B4-BE49-F238E27FC236}">
                    <a16:creationId xmlns:a16="http://schemas.microsoft.com/office/drawing/2014/main" id="{BD654543-D3E7-D2FF-CEF2-AC73A5257208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8" name="pg431">
                <a:extLst>
                  <a:ext uri="{FF2B5EF4-FFF2-40B4-BE49-F238E27FC236}">
                    <a16:creationId xmlns:a16="http://schemas.microsoft.com/office/drawing/2014/main" id="{3E1502C4-DF40-E481-5C89-113AAEAEE1D4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9" name="pg432">
                <a:extLst>
                  <a:ext uri="{FF2B5EF4-FFF2-40B4-BE49-F238E27FC236}">
                    <a16:creationId xmlns:a16="http://schemas.microsoft.com/office/drawing/2014/main" id="{34A11841-0297-2C21-268F-E5D3C4282528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0" name="pg433">
                <a:extLst>
                  <a:ext uri="{FF2B5EF4-FFF2-40B4-BE49-F238E27FC236}">
                    <a16:creationId xmlns:a16="http://schemas.microsoft.com/office/drawing/2014/main" id="{1DB086CD-03F2-2819-B7AE-8BE2AA6BD7A7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1" name="pg434">
                <a:extLst>
                  <a:ext uri="{FF2B5EF4-FFF2-40B4-BE49-F238E27FC236}">
                    <a16:creationId xmlns:a16="http://schemas.microsoft.com/office/drawing/2014/main" id="{AD149C9F-5BE8-1259-6679-3D947E2E4629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2" name="pg435">
                <a:extLst>
                  <a:ext uri="{FF2B5EF4-FFF2-40B4-BE49-F238E27FC236}">
                    <a16:creationId xmlns:a16="http://schemas.microsoft.com/office/drawing/2014/main" id="{0A4998E7-A1A3-AF68-CB2C-4B1AAB46078C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3" name="pg436">
                <a:extLst>
                  <a:ext uri="{FF2B5EF4-FFF2-40B4-BE49-F238E27FC236}">
                    <a16:creationId xmlns:a16="http://schemas.microsoft.com/office/drawing/2014/main" id="{899F2427-1C03-21FF-44D8-C24C3205EF8C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4" name="pg437">
                <a:extLst>
                  <a:ext uri="{FF2B5EF4-FFF2-40B4-BE49-F238E27FC236}">
                    <a16:creationId xmlns:a16="http://schemas.microsoft.com/office/drawing/2014/main" id="{14F8EB56-5E92-3117-E05D-1074F8F580D1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5" name="pg438">
                <a:extLst>
                  <a:ext uri="{FF2B5EF4-FFF2-40B4-BE49-F238E27FC236}">
                    <a16:creationId xmlns:a16="http://schemas.microsoft.com/office/drawing/2014/main" id="{CD02B2CE-3479-5629-29CE-C34EFBA73A81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6" name="pg439">
                <a:extLst>
                  <a:ext uri="{FF2B5EF4-FFF2-40B4-BE49-F238E27FC236}">
                    <a16:creationId xmlns:a16="http://schemas.microsoft.com/office/drawing/2014/main" id="{15C70764-AE45-F582-4230-26943E849F0B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7" name="pg440">
                <a:extLst>
                  <a:ext uri="{FF2B5EF4-FFF2-40B4-BE49-F238E27FC236}">
                    <a16:creationId xmlns:a16="http://schemas.microsoft.com/office/drawing/2014/main" id="{3566F85B-3CB1-8033-C6E3-E74153B131C7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8" name="pg441">
                <a:extLst>
                  <a:ext uri="{FF2B5EF4-FFF2-40B4-BE49-F238E27FC236}">
                    <a16:creationId xmlns:a16="http://schemas.microsoft.com/office/drawing/2014/main" id="{466E4F7F-2B6F-1F04-25D7-E9AFE68BA232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9" name="pg442">
                <a:extLst>
                  <a:ext uri="{FF2B5EF4-FFF2-40B4-BE49-F238E27FC236}">
                    <a16:creationId xmlns:a16="http://schemas.microsoft.com/office/drawing/2014/main" id="{2A08E831-160F-79C8-A4EE-840A6BA0FF3A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0" name="pg443">
                <a:extLst>
                  <a:ext uri="{FF2B5EF4-FFF2-40B4-BE49-F238E27FC236}">
                    <a16:creationId xmlns:a16="http://schemas.microsoft.com/office/drawing/2014/main" id="{D8480EE0-223A-0932-EE26-CA8486B37C4B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1" name="pg444">
                <a:extLst>
                  <a:ext uri="{FF2B5EF4-FFF2-40B4-BE49-F238E27FC236}">
                    <a16:creationId xmlns:a16="http://schemas.microsoft.com/office/drawing/2014/main" id="{6638B0F0-16CC-7FA8-C060-A9277C1C05AD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2" name="pg445">
                <a:extLst>
                  <a:ext uri="{FF2B5EF4-FFF2-40B4-BE49-F238E27FC236}">
                    <a16:creationId xmlns:a16="http://schemas.microsoft.com/office/drawing/2014/main" id="{44EE8F95-276C-4339-DA81-649243159B68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3" name="pg446">
                <a:extLst>
                  <a:ext uri="{FF2B5EF4-FFF2-40B4-BE49-F238E27FC236}">
                    <a16:creationId xmlns:a16="http://schemas.microsoft.com/office/drawing/2014/main" id="{92323F91-5D62-3102-3AF7-C6D959407D6F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4" name="pg447">
                <a:extLst>
                  <a:ext uri="{FF2B5EF4-FFF2-40B4-BE49-F238E27FC236}">
                    <a16:creationId xmlns:a16="http://schemas.microsoft.com/office/drawing/2014/main" id="{B89305EE-8F24-75D3-E9D8-AB38296AF865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5" name="pg448">
                <a:extLst>
                  <a:ext uri="{FF2B5EF4-FFF2-40B4-BE49-F238E27FC236}">
                    <a16:creationId xmlns:a16="http://schemas.microsoft.com/office/drawing/2014/main" id="{0DCCC225-20BA-8709-EB07-A6DD4671AC04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6" name="pg449">
                <a:extLst>
                  <a:ext uri="{FF2B5EF4-FFF2-40B4-BE49-F238E27FC236}">
                    <a16:creationId xmlns:a16="http://schemas.microsoft.com/office/drawing/2014/main" id="{87AB0485-7D4F-3F52-2991-9DF47174CDEA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7" name="pg450">
                <a:extLst>
                  <a:ext uri="{FF2B5EF4-FFF2-40B4-BE49-F238E27FC236}">
                    <a16:creationId xmlns:a16="http://schemas.microsoft.com/office/drawing/2014/main" id="{F1E0C68A-E161-F1B4-08B1-51978C7722FD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8" name="pg451">
                <a:extLst>
                  <a:ext uri="{FF2B5EF4-FFF2-40B4-BE49-F238E27FC236}">
                    <a16:creationId xmlns:a16="http://schemas.microsoft.com/office/drawing/2014/main" id="{DB6B6270-D458-A087-CED0-10DABA9BBD16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9" name="pg452">
                <a:extLst>
                  <a:ext uri="{FF2B5EF4-FFF2-40B4-BE49-F238E27FC236}">
                    <a16:creationId xmlns:a16="http://schemas.microsoft.com/office/drawing/2014/main" id="{7B7B56A2-CEC4-5140-8253-B84273145712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0" name="pg453">
                <a:extLst>
                  <a:ext uri="{FF2B5EF4-FFF2-40B4-BE49-F238E27FC236}">
                    <a16:creationId xmlns:a16="http://schemas.microsoft.com/office/drawing/2014/main" id="{DE4EC41E-582B-2B0D-F91D-01B7728DA438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1" name="pg454">
                <a:extLst>
                  <a:ext uri="{FF2B5EF4-FFF2-40B4-BE49-F238E27FC236}">
                    <a16:creationId xmlns:a16="http://schemas.microsoft.com/office/drawing/2014/main" id="{1E0A05C8-30BD-E612-B470-A0A34D5105FB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2" name="pg455">
                <a:extLst>
                  <a:ext uri="{FF2B5EF4-FFF2-40B4-BE49-F238E27FC236}">
                    <a16:creationId xmlns:a16="http://schemas.microsoft.com/office/drawing/2014/main" id="{6B112DDF-B3AA-B3CA-C537-790C9BBF5FAB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3" name="pg456">
                <a:extLst>
                  <a:ext uri="{FF2B5EF4-FFF2-40B4-BE49-F238E27FC236}">
                    <a16:creationId xmlns:a16="http://schemas.microsoft.com/office/drawing/2014/main" id="{847414D2-14BF-E44C-7EBD-1E83C9FDDB3A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4" name="pg457">
                <a:extLst>
                  <a:ext uri="{FF2B5EF4-FFF2-40B4-BE49-F238E27FC236}">
                    <a16:creationId xmlns:a16="http://schemas.microsoft.com/office/drawing/2014/main" id="{C8C3C34B-DAFA-CE93-547F-7C1E832E065B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5" name="pg458">
                <a:extLst>
                  <a:ext uri="{FF2B5EF4-FFF2-40B4-BE49-F238E27FC236}">
                    <a16:creationId xmlns:a16="http://schemas.microsoft.com/office/drawing/2014/main" id="{C1886A0C-A8F4-D7E2-81E3-C88FC33178DF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6" name="pg459">
                <a:extLst>
                  <a:ext uri="{FF2B5EF4-FFF2-40B4-BE49-F238E27FC236}">
                    <a16:creationId xmlns:a16="http://schemas.microsoft.com/office/drawing/2014/main" id="{F250B795-DE76-FF8C-C6DA-13F7E79345C4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7" name="pg460">
                <a:extLst>
                  <a:ext uri="{FF2B5EF4-FFF2-40B4-BE49-F238E27FC236}">
                    <a16:creationId xmlns:a16="http://schemas.microsoft.com/office/drawing/2014/main" id="{3B1832AD-6E35-A0C5-2590-422CD61A13DF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8" name="pg461">
                <a:extLst>
                  <a:ext uri="{FF2B5EF4-FFF2-40B4-BE49-F238E27FC236}">
                    <a16:creationId xmlns:a16="http://schemas.microsoft.com/office/drawing/2014/main" id="{711EBB2E-CF87-9BA4-E16C-3180614B6A7E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9" name="pg462">
                <a:extLst>
                  <a:ext uri="{FF2B5EF4-FFF2-40B4-BE49-F238E27FC236}">
                    <a16:creationId xmlns:a16="http://schemas.microsoft.com/office/drawing/2014/main" id="{5F2D1C96-F7D8-D4B9-C358-9BE3929E3167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0" name="pg463">
                <a:extLst>
                  <a:ext uri="{FF2B5EF4-FFF2-40B4-BE49-F238E27FC236}">
                    <a16:creationId xmlns:a16="http://schemas.microsoft.com/office/drawing/2014/main" id="{9A8843D8-921C-07BB-B042-A43F3FAE3403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1" name="pg464">
                <a:extLst>
                  <a:ext uri="{FF2B5EF4-FFF2-40B4-BE49-F238E27FC236}">
                    <a16:creationId xmlns:a16="http://schemas.microsoft.com/office/drawing/2014/main" id="{723D9CAC-5225-1B4A-0158-5E6FF4AD88FF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2" name="pg465">
                <a:extLst>
                  <a:ext uri="{FF2B5EF4-FFF2-40B4-BE49-F238E27FC236}">
                    <a16:creationId xmlns:a16="http://schemas.microsoft.com/office/drawing/2014/main" id="{96381DED-24C0-5E22-1E7E-0FE403909DF5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3" name="pg466">
                <a:extLst>
                  <a:ext uri="{FF2B5EF4-FFF2-40B4-BE49-F238E27FC236}">
                    <a16:creationId xmlns:a16="http://schemas.microsoft.com/office/drawing/2014/main" id="{BD6A22D0-FDF8-8CFF-1957-B255481B4AD0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4" name="pg467">
                <a:extLst>
                  <a:ext uri="{FF2B5EF4-FFF2-40B4-BE49-F238E27FC236}">
                    <a16:creationId xmlns:a16="http://schemas.microsoft.com/office/drawing/2014/main" id="{51304191-9251-F78C-384F-66C0037D7AC9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5" name="pg468">
                <a:extLst>
                  <a:ext uri="{FF2B5EF4-FFF2-40B4-BE49-F238E27FC236}">
                    <a16:creationId xmlns:a16="http://schemas.microsoft.com/office/drawing/2014/main" id="{BF587DBA-D8B9-8F12-E350-7C0E7449115A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6" name="pg469">
                <a:extLst>
                  <a:ext uri="{FF2B5EF4-FFF2-40B4-BE49-F238E27FC236}">
                    <a16:creationId xmlns:a16="http://schemas.microsoft.com/office/drawing/2014/main" id="{F9B9C5EC-407A-9EBA-2877-CD374F1536C4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7" name="pg470">
                <a:extLst>
                  <a:ext uri="{FF2B5EF4-FFF2-40B4-BE49-F238E27FC236}">
                    <a16:creationId xmlns:a16="http://schemas.microsoft.com/office/drawing/2014/main" id="{C97EB856-D063-768C-A068-3F8218C1F516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8" name="pg471">
                <a:extLst>
                  <a:ext uri="{FF2B5EF4-FFF2-40B4-BE49-F238E27FC236}">
                    <a16:creationId xmlns:a16="http://schemas.microsoft.com/office/drawing/2014/main" id="{DAA2404C-6CE9-6E4C-3F61-C4ED67BD5A74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9" name="pg472">
                <a:extLst>
                  <a:ext uri="{FF2B5EF4-FFF2-40B4-BE49-F238E27FC236}">
                    <a16:creationId xmlns:a16="http://schemas.microsoft.com/office/drawing/2014/main" id="{72E10E8C-9797-ACBF-E52E-05A04983F86E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0" name="pg473">
                <a:extLst>
                  <a:ext uri="{FF2B5EF4-FFF2-40B4-BE49-F238E27FC236}">
                    <a16:creationId xmlns:a16="http://schemas.microsoft.com/office/drawing/2014/main" id="{9518A349-D5A3-19A5-C829-B04D0948D542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1" name="pg474">
                <a:extLst>
                  <a:ext uri="{FF2B5EF4-FFF2-40B4-BE49-F238E27FC236}">
                    <a16:creationId xmlns:a16="http://schemas.microsoft.com/office/drawing/2014/main" id="{AC0E8FE6-D2D7-CF50-CA58-A0EDFDAF4D2D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2" name="pg475">
                <a:extLst>
                  <a:ext uri="{FF2B5EF4-FFF2-40B4-BE49-F238E27FC236}">
                    <a16:creationId xmlns:a16="http://schemas.microsoft.com/office/drawing/2014/main" id="{186E4142-F2CE-3EFA-3B54-F23CD68FDDA9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3" name="pg476">
                <a:extLst>
                  <a:ext uri="{FF2B5EF4-FFF2-40B4-BE49-F238E27FC236}">
                    <a16:creationId xmlns:a16="http://schemas.microsoft.com/office/drawing/2014/main" id="{E9ECA78D-954B-1DBF-A253-9560603B6A13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4" name="pg477">
                <a:extLst>
                  <a:ext uri="{FF2B5EF4-FFF2-40B4-BE49-F238E27FC236}">
                    <a16:creationId xmlns:a16="http://schemas.microsoft.com/office/drawing/2014/main" id="{1979955C-309D-C378-914D-D447875D43F2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5" name="pg478">
                <a:extLst>
                  <a:ext uri="{FF2B5EF4-FFF2-40B4-BE49-F238E27FC236}">
                    <a16:creationId xmlns:a16="http://schemas.microsoft.com/office/drawing/2014/main" id="{F9A71491-009C-B789-0AB4-341333446E71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6" name="pg479">
                <a:extLst>
                  <a:ext uri="{FF2B5EF4-FFF2-40B4-BE49-F238E27FC236}">
                    <a16:creationId xmlns:a16="http://schemas.microsoft.com/office/drawing/2014/main" id="{2E7C8608-F970-8144-0A99-DCE8F5026807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7" name="pg480">
                <a:extLst>
                  <a:ext uri="{FF2B5EF4-FFF2-40B4-BE49-F238E27FC236}">
                    <a16:creationId xmlns:a16="http://schemas.microsoft.com/office/drawing/2014/main" id="{611D8AE9-4109-B71B-55B3-842CA66EA711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8" name="pg481">
                <a:extLst>
                  <a:ext uri="{FF2B5EF4-FFF2-40B4-BE49-F238E27FC236}">
                    <a16:creationId xmlns:a16="http://schemas.microsoft.com/office/drawing/2014/main" id="{CBC6EF1D-4148-4897-3D1B-763FEBD3CF06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9" name="pg482">
                <a:extLst>
                  <a:ext uri="{FF2B5EF4-FFF2-40B4-BE49-F238E27FC236}">
                    <a16:creationId xmlns:a16="http://schemas.microsoft.com/office/drawing/2014/main" id="{8575AFCC-91B9-216C-E9FA-4B3D99236AEA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0" name="pg483">
                <a:extLst>
                  <a:ext uri="{FF2B5EF4-FFF2-40B4-BE49-F238E27FC236}">
                    <a16:creationId xmlns:a16="http://schemas.microsoft.com/office/drawing/2014/main" id="{7D46E8EE-4A9A-CF4B-DEF4-ABE8A69B8989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1" name="pg484">
                <a:extLst>
                  <a:ext uri="{FF2B5EF4-FFF2-40B4-BE49-F238E27FC236}">
                    <a16:creationId xmlns:a16="http://schemas.microsoft.com/office/drawing/2014/main" id="{BCE78E23-5182-159A-6261-FA0565BBEBD1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2" name="pg485">
                <a:extLst>
                  <a:ext uri="{FF2B5EF4-FFF2-40B4-BE49-F238E27FC236}">
                    <a16:creationId xmlns:a16="http://schemas.microsoft.com/office/drawing/2014/main" id="{1CBB71D9-8FF2-669E-0D44-F61D109F4D49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3" name="pg486">
                <a:extLst>
                  <a:ext uri="{FF2B5EF4-FFF2-40B4-BE49-F238E27FC236}">
                    <a16:creationId xmlns:a16="http://schemas.microsoft.com/office/drawing/2014/main" id="{4FEEE3E2-955B-D05D-0AE2-F6CBF2477F54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4" name="pg487">
                <a:extLst>
                  <a:ext uri="{FF2B5EF4-FFF2-40B4-BE49-F238E27FC236}">
                    <a16:creationId xmlns:a16="http://schemas.microsoft.com/office/drawing/2014/main" id="{18527320-0211-4C36-6ECD-02728FDAD34A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5" name="pg488">
                <a:extLst>
                  <a:ext uri="{FF2B5EF4-FFF2-40B4-BE49-F238E27FC236}">
                    <a16:creationId xmlns:a16="http://schemas.microsoft.com/office/drawing/2014/main" id="{070EDFBA-EA03-3779-72A2-FED7E238272C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6" name="pg489">
                <a:extLst>
                  <a:ext uri="{FF2B5EF4-FFF2-40B4-BE49-F238E27FC236}">
                    <a16:creationId xmlns:a16="http://schemas.microsoft.com/office/drawing/2014/main" id="{13A9C741-4A99-4DBA-B632-182019EAD9EA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7" name="pg490">
                <a:extLst>
                  <a:ext uri="{FF2B5EF4-FFF2-40B4-BE49-F238E27FC236}">
                    <a16:creationId xmlns:a16="http://schemas.microsoft.com/office/drawing/2014/main" id="{69425EE3-1E33-D87E-1DE8-C06CC83CE0B7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8" name="pg491">
                <a:extLst>
                  <a:ext uri="{FF2B5EF4-FFF2-40B4-BE49-F238E27FC236}">
                    <a16:creationId xmlns:a16="http://schemas.microsoft.com/office/drawing/2014/main" id="{2E658955-F007-9CA0-6080-597A4F8BD993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9" name="pg492">
                <a:extLst>
                  <a:ext uri="{FF2B5EF4-FFF2-40B4-BE49-F238E27FC236}">
                    <a16:creationId xmlns:a16="http://schemas.microsoft.com/office/drawing/2014/main" id="{834BB0B1-2B51-A984-5B12-50C9C9F7AFF3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0" name="pg493">
                <a:extLst>
                  <a:ext uri="{FF2B5EF4-FFF2-40B4-BE49-F238E27FC236}">
                    <a16:creationId xmlns:a16="http://schemas.microsoft.com/office/drawing/2014/main" id="{62E490C0-AAC0-05AD-5FE3-050AFE7EE2F1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1" name="pg494">
                <a:extLst>
                  <a:ext uri="{FF2B5EF4-FFF2-40B4-BE49-F238E27FC236}">
                    <a16:creationId xmlns:a16="http://schemas.microsoft.com/office/drawing/2014/main" id="{6EEF780F-E568-05DD-790A-863C4A445CB2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2" name="pg495">
                <a:extLst>
                  <a:ext uri="{FF2B5EF4-FFF2-40B4-BE49-F238E27FC236}">
                    <a16:creationId xmlns:a16="http://schemas.microsoft.com/office/drawing/2014/main" id="{02358D39-A546-281E-AE2C-88D4B1C86980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3" name="pg496">
                <a:extLst>
                  <a:ext uri="{FF2B5EF4-FFF2-40B4-BE49-F238E27FC236}">
                    <a16:creationId xmlns:a16="http://schemas.microsoft.com/office/drawing/2014/main" id="{2DE5AE93-382C-9F49-32BB-06F6F9916BC7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4" name="pg497">
                <a:extLst>
                  <a:ext uri="{FF2B5EF4-FFF2-40B4-BE49-F238E27FC236}">
                    <a16:creationId xmlns:a16="http://schemas.microsoft.com/office/drawing/2014/main" id="{AEE71E74-A3B9-90CD-A5C9-1D9F50239740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5" name="pg498">
                <a:extLst>
                  <a:ext uri="{FF2B5EF4-FFF2-40B4-BE49-F238E27FC236}">
                    <a16:creationId xmlns:a16="http://schemas.microsoft.com/office/drawing/2014/main" id="{3B7AF692-9F53-5CAC-E572-09792DDA8EFF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6" name="pg499">
                <a:extLst>
                  <a:ext uri="{FF2B5EF4-FFF2-40B4-BE49-F238E27FC236}">
                    <a16:creationId xmlns:a16="http://schemas.microsoft.com/office/drawing/2014/main" id="{7AC4B3A7-A485-C5CE-0434-CCDE331BAA02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7" name="pg500">
                <a:extLst>
                  <a:ext uri="{FF2B5EF4-FFF2-40B4-BE49-F238E27FC236}">
                    <a16:creationId xmlns:a16="http://schemas.microsoft.com/office/drawing/2014/main" id="{62E5EAFB-B97C-433C-909C-6D519AA38B95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8" name="pg501">
                <a:extLst>
                  <a:ext uri="{FF2B5EF4-FFF2-40B4-BE49-F238E27FC236}">
                    <a16:creationId xmlns:a16="http://schemas.microsoft.com/office/drawing/2014/main" id="{DAD6591F-7EE2-9B66-3ED3-9BE693EFB9D2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9" name="pg502">
                <a:extLst>
                  <a:ext uri="{FF2B5EF4-FFF2-40B4-BE49-F238E27FC236}">
                    <a16:creationId xmlns:a16="http://schemas.microsoft.com/office/drawing/2014/main" id="{DD70CC1E-FF6F-C530-7D64-B440D2031EF8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0" name="pg503">
                <a:extLst>
                  <a:ext uri="{FF2B5EF4-FFF2-40B4-BE49-F238E27FC236}">
                    <a16:creationId xmlns:a16="http://schemas.microsoft.com/office/drawing/2014/main" id="{B34C09BA-FE38-382A-C4B8-A7AA56CFC822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1" name="pg504">
                <a:extLst>
                  <a:ext uri="{FF2B5EF4-FFF2-40B4-BE49-F238E27FC236}">
                    <a16:creationId xmlns:a16="http://schemas.microsoft.com/office/drawing/2014/main" id="{568700D2-BB3C-E252-2B61-8528F9B61862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2" name="pg505">
                <a:extLst>
                  <a:ext uri="{FF2B5EF4-FFF2-40B4-BE49-F238E27FC236}">
                    <a16:creationId xmlns:a16="http://schemas.microsoft.com/office/drawing/2014/main" id="{0DF433DD-3BCC-8F59-441E-1E1979998516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3" name="pg506">
                <a:extLst>
                  <a:ext uri="{FF2B5EF4-FFF2-40B4-BE49-F238E27FC236}">
                    <a16:creationId xmlns:a16="http://schemas.microsoft.com/office/drawing/2014/main" id="{64C55E4A-ADB3-0638-5F91-FAB7884D0503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4" name="pg507">
                <a:extLst>
                  <a:ext uri="{FF2B5EF4-FFF2-40B4-BE49-F238E27FC236}">
                    <a16:creationId xmlns:a16="http://schemas.microsoft.com/office/drawing/2014/main" id="{C4731B60-7A64-FE9C-8F9E-1E7BBCBADDBF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5" name="pg508">
                <a:extLst>
                  <a:ext uri="{FF2B5EF4-FFF2-40B4-BE49-F238E27FC236}">
                    <a16:creationId xmlns:a16="http://schemas.microsoft.com/office/drawing/2014/main" id="{6B0C47D1-A8C8-935D-5E3E-B9C8FB0D4F83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6" name="pg509">
                <a:extLst>
                  <a:ext uri="{FF2B5EF4-FFF2-40B4-BE49-F238E27FC236}">
                    <a16:creationId xmlns:a16="http://schemas.microsoft.com/office/drawing/2014/main" id="{F16193ED-24BB-B89F-24B4-228A1972AC98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7" name="pg510">
                <a:extLst>
                  <a:ext uri="{FF2B5EF4-FFF2-40B4-BE49-F238E27FC236}">
                    <a16:creationId xmlns:a16="http://schemas.microsoft.com/office/drawing/2014/main" id="{C699454F-B047-718A-3C8A-3C53122E2276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8" name="pg511">
                <a:extLst>
                  <a:ext uri="{FF2B5EF4-FFF2-40B4-BE49-F238E27FC236}">
                    <a16:creationId xmlns:a16="http://schemas.microsoft.com/office/drawing/2014/main" id="{CC5D39B9-E8E3-19F5-CE1E-19A52CB67F34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9" name="pg512">
                <a:extLst>
                  <a:ext uri="{FF2B5EF4-FFF2-40B4-BE49-F238E27FC236}">
                    <a16:creationId xmlns:a16="http://schemas.microsoft.com/office/drawing/2014/main" id="{07512F36-DBF0-3AB7-842C-697B49FD2269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0" name="pg513">
                <a:extLst>
                  <a:ext uri="{FF2B5EF4-FFF2-40B4-BE49-F238E27FC236}">
                    <a16:creationId xmlns:a16="http://schemas.microsoft.com/office/drawing/2014/main" id="{31E0C4CA-F3F8-6410-DF0F-EBB084CFB093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1" name="pg514">
                <a:extLst>
                  <a:ext uri="{FF2B5EF4-FFF2-40B4-BE49-F238E27FC236}">
                    <a16:creationId xmlns:a16="http://schemas.microsoft.com/office/drawing/2014/main" id="{8F658787-C02F-45E9-D92B-D5EFC3726D92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2" name="pg515">
                <a:extLst>
                  <a:ext uri="{FF2B5EF4-FFF2-40B4-BE49-F238E27FC236}">
                    <a16:creationId xmlns:a16="http://schemas.microsoft.com/office/drawing/2014/main" id="{CEF08F28-3663-A4C7-2745-CAB4F2105069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3" name="pg516">
                <a:extLst>
                  <a:ext uri="{FF2B5EF4-FFF2-40B4-BE49-F238E27FC236}">
                    <a16:creationId xmlns:a16="http://schemas.microsoft.com/office/drawing/2014/main" id="{2588A759-4E4F-7CC7-6717-2214B9132377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4" name="pg517">
                <a:extLst>
                  <a:ext uri="{FF2B5EF4-FFF2-40B4-BE49-F238E27FC236}">
                    <a16:creationId xmlns:a16="http://schemas.microsoft.com/office/drawing/2014/main" id="{69773759-43E7-8EF0-D753-7697C7640302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5" name="pg518">
                <a:extLst>
                  <a:ext uri="{FF2B5EF4-FFF2-40B4-BE49-F238E27FC236}">
                    <a16:creationId xmlns:a16="http://schemas.microsoft.com/office/drawing/2014/main" id="{96DE15E0-FF05-BACD-F7E9-AB047A31027E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6" name="pg519">
                <a:extLst>
                  <a:ext uri="{FF2B5EF4-FFF2-40B4-BE49-F238E27FC236}">
                    <a16:creationId xmlns:a16="http://schemas.microsoft.com/office/drawing/2014/main" id="{DF4073E0-E9DE-C31A-A94F-BF8D87FE42F8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7" name="pg520">
                <a:extLst>
                  <a:ext uri="{FF2B5EF4-FFF2-40B4-BE49-F238E27FC236}">
                    <a16:creationId xmlns:a16="http://schemas.microsoft.com/office/drawing/2014/main" id="{CA203B26-4D67-479C-960E-A8358531DC25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8" name="pg521">
                <a:extLst>
                  <a:ext uri="{FF2B5EF4-FFF2-40B4-BE49-F238E27FC236}">
                    <a16:creationId xmlns:a16="http://schemas.microsoft.com/office/drawing/2014/main" id="{F905C0DF-FB59-D1FF-DFB9-992A025A3C2F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9" name="pg522">
                <a:extLst>
                  <a:ext uri="{FF2B5EF4-FFF2-40B4-BE49-F238E27FC236}">
                    <a16:creationId xmlns:a16="http://schemas.microsoft.com/office/drawing/2014/main" id="{582C73BA-D95F-5189-5510-C1A52E545DBF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0" name="pg523">
                <a:extLst>
                  <a:ext uri="{FF2B5EF4-FFF2-40B4-BE49-F238E27FC236}">
                    <a16:creationId xmlns:a16="http://schemas.microsoft.com/office/drawing/2014/main" id="{582E801D-3185-0DB9-1AA5-3517A274E48E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1" name="pg524">
                <a:extLst>
                  <a:ext uri="{FF2B5EF4-FFF2-40B4-BE49-F238E27FC236}">
                    <a16:creationId xmlns:a16="http://schemas.microsoft.com/office/drawing/2014/main" id="{DB61CCAE-64E4-6E2F-91CA-C9DED64188AC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2" name="pg525">
                <a:extLst>
                  <a:ext uri="{FF2B5EF4-FFF2-40B4-BE49-F238E27FC236}">
                    <a16:creationId xmlns:a16="http://schemas.microsoft.com/office/drawing/2014/main" id="{1381749E-4DF3-CD83-5A7A-18D923AE7CE6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3" name="pg526">
                <a:extLst>
                  <a:ext uri="{FF2B5EF4-FFF2-40B4-BE49-F238E27FC236}">
                    <a16:creationId xmlns:a16="http://schemas.microsoft.com/office/drawing/2014/main" id="{29A81569-ECFA-73C7-B012-A8D2704B6CD5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4" name="pg527">
                <a:extLst>
                  <a:ext uri="{FF2B5EF4-FFF2-40B4-BE49-F238E27FC236}">
                    <a16:creationId xmlns:a16="http://schemas.microsoft.com/office/drawing/2014/main" id="{D1C9B7DB-5231-EC35-38FD-AEE41CCE9EEA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5" name="pg528">
                <a:extLst>
                  <a:ext uri="{FF2B5EF4-FFF2-40B4-BE49-F238E27FC236}">
                    <a16:creationId xmlns:a16="http://schemas.microsoft.com/office/drawing/2014/main" id="{209C7000-691D-8822-1608-640D120EA56D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6" name="pg529">
                <a:extLst>
                  <a:ext uri="{FF2B5EF4-FFF2-40B4-BE49-F238E27FC236}">
                    <a16:creationId xmlns:a16="http://schemas.microsoft.com/office/drawing/2014/main" id="{9814F0FA-27EF-78A9-822D-3BD67212F0B4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7" name="pg530">
                <a:extLst>
                  <a:ext uri="{FF2B5EF4-FFF2-40B4-BE49-F238E27FC236}">
                    <a16:creationId xmlns:a16="http://schemas.microsoft.com/office/drawing/2014/main" id="{B3030B9E-7344-B601-48D4-EF9440EFC82D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8" name="pg531">
                <a:extLst>
                  <a:ext uri="{FF2B5EF4-FFF2-40B4-BE49-F238E27FC236}">
                    <a16:creationId xmlns:a16="http://schemas.microsoft.com/office/drawing/2014/main" id="{DA3E39DA-AF2B-0760-05C7-1F4DF6B9DFCA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9" name="pg532">
                <a:extLst>
                  <a:ext uri="{FF2B5EF4-FFF2-40B4-BE49-F238E27FC236}">
                    <a16:creationId xmlns:a16="http://schemas.microsoft.com/office/drawing/2014/main" id="{7A2928C9-0E0B-9280-BBB1-00ED6E629176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0" name="pg533">
                <a:extLst>
                  <a:ext uri="{FF2B5EF4-FFF2-40B4-BE49-F238E27FC236}">
                    <a16:creationId xmlns:a16="http://schemas.microsoft.com/office/drawing/2014/main" id="{D8162EA6-AB9B-67F2-B08D-6F0BE553B791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1" name="pg534">
                <a:extLst>
                  <a:ext uri="{FF2B5EF4-FFF2-40B4-BE49-F238E27FC236}">
                    <a16:creationId xmlns:a16="http://schemas.microsoft.com/office/drawing/2014/main" id="{EE1FB8CF-9784-0FBC-4F2E-AE84FA5661B3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2" name="pg535">
                <a:extLst>
                  <a:ext uri="{FF2B5EF4-FFF2-40B4-BE49-F238E27FC236}">
                    <a16:creationId xmlns:a16="http://schemas.microsoft.com/office/drawing/2014/main" id="{F5366C99-4698-72B6-9E68-D85364F42E00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3" name="pg536">
                <a:extLst>
                  <a:ext uri="{FF2B5EF4-FFF2-40B4-BE49-F238E27FC236}">
                    <a16:creationId xmlns:a16="http://schemas.microsoft.com/office/drawing/2014/main" id="{0F0CACE8-063C-950C-BE08-F3BD9796EE35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4" name="pg537">
                <a:extLst>
                  <a:ext uri="{FF2B5EF4-FFF2-40B4-BE49-F238E27FC236}">
                    <a16:creationId xmlns:a16="http://schemas.microsoft.com/office/drawing/2014/main" id="{9147A00A-DBB0-C450-4731-8BE0585D591F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5" name="pg538">
                <a:extLst>
                  <a:ext uri="{FF2B5EF4-FFF2-40B4-BE49-F238E27FC236}">
                    <a16:creationId xmlns:a16="http://schemas.microsoft.com/office/drawing/2014/main" id="{EA69C24A-8961-3E61-2596-E8EED7FFD65A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6" name="pg539">
                <a:extLst>
                  <a:ext uri="{FF2B5EF4-FFF2-40B4-BE49-F238E27FC236}">
                    <a16:creationId xmlns:a16="http://schemas.microsoft.com/office/drawing/2014/main" id="{A5582414-6218-CE43-FE03-EB3003808117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7" name="pg540">
                <a:extLst>
                  <a:ext uri="{FF2B5EF4-FFF2-40B4-BE49-F238E27FC236}">
                    <a16:creationId xmlns:a16="http://schemas.microsoft.com/office/drawing/2014/main" id="{C5A5503E-E636-D5B4-0548-B64A85F6F413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8" name="pg541">
                <a:extLst>
                  <a:ext uri="{FF2B5EF4-FFF2-40B4-BE49-F238E27FC236}">
                    <a16:creationId xmlns:a16="http://schemas.microsoft.com/office/drawing/2014/main" id="{91C449F9-2458-91BF-D6BC-6113A7C20507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9" name="pg542">
                <a:extLst>
                  <a:ext uri="{FF2B5EF4-FFF2-40B4-BE49-F238E27FC236}">
                    <a16:creationId xmlns:a16="http://schemas.microsoft.com/office/drawing/2014/main" id="{27764EB5-D6E5-3A9D-3920-2CF8E23A3037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0" name="pg543">
                <a:extLst>
                  <a:ext uri="{FF2B5EF4-FFF2-40B4-BE49-F238E27FC236}">
                    <a16:creationId xmlns:a16="http://schemas.microsoft.com/office/drawing/2014/main" id="{401649CF-C8DF-0981-7AA3-9E5F07E17EAB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1" name="pg544">
                <a:extLst>
                  <a:ext uri="{FF2B5EF4-FFF2-40B4-BE49-F238E27FC236}">
                    <a16:creationId xmlns:a16="http://schemas.microsoft.com/office/drawing/2014/main" id="{8FD5387C-A401-0B26-924A-281E402C595B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2" name="pg545">
                <a:extLst>
                  <a:ext uri="{FF2B5EF4-FFF2-40B4-BE49-F238E27FC236}">
                    <a16:creationId xmlns:a16="http://schemas.microsoft.com/office/drawing/2014/main" id="{FD19A43A-F6DD-EB98-5C00-1482F4F5234D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3" name="pg546">
                <a:extLst>
                  <a:ext uri="{FF2B5EF4-FFF2-40B4-BE49-F238E27FC236}">
                    <a16:creationId xmlns:a16="http://schemas.microsoft.com/office/drawing/2014/main" id="{13AE9AF6-0470-E195-3C1E-89725BA0D4E3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4" name="pg547">
                <a:extLst>
                  <a:ext uri="{FF2B5EF4-FFF2-40B4-BE49-F238E27FC236}">
                    <a16:creationId xmlns:a16="http://schemas.microsoft.com/office/drawing/2014/main" id="{F0CFAC60-4A5A-BAA2-0F31-1EA9DFD69974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5" name="pg548">
                <a:extLst>
                  <a:ext uri="{FF2B5EF4-FFF2-40B4-BE49-F238E27FC236}">
                    <a16:creationId xmlns:a16="http://schemas.microsoft.com/office/drawing/2014/main" id="{C2163571-C89B-79FE-D31A-88BFBD6EE1EF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6" name="pg549">
                <a:extLst>
                  <a:ext uri="{FF2B5EF4-FFF2-40B4-BE49-F238E27FC236}">
                    <a16:creationId xmlns:a16="http://schemas.microsoft.com/office/drawing/2014/main" id="{D34FAFA7-638A-E93B-B9D4-8BFB5E416223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7" name="pg550">
                <a:extLst>
                  <a:ext uri="{FF2B5EF4-FFF2-40B4-BE49-F238E27FC236}">
                    <a16:creationId xmlns:a16="http://schemas.microsoft.com/office/drawing/2014/main" id="{73A73CFE-3FD6-9F95-63CA-75D51CB875CB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8" name="pg551">
                <a:extLst>
                  <a:ext uri="{FF2B5EF4-FFF2-40B4-BE49-F238E27FC236}">
                    <a16:creationId xmlns:a16="http://schemas.microsoft.com/office/drawing/2014/main" id="{65C62D88-E800-8916-AB09-289D204CD651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9" name="pg552">
                <a:extLst>
                  <a:ext uri="{FF2B5EF4-FFF2-40B4-BE49-F238E27FC236}">
                    <a16:creationId xmlns:a16="http://schemas.microsoft.com/office/drawing/2014/main" id="{33361C39-2A39-59CF-DE92-46AFFB16D23E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0" name="pg553">
                <a:extLst>
                  <a:ext uri="{FF2B5EF4-FFF2-40B4-BE49-F238E27FC236}">
                    <a16:creationId xmlns:a16="http://schemas.microsoft.com/office/drawing/2014/main" id="{C5F42AA8-28E4-A23E-81AE-F0CC95F0DA68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1" name="pg554">
                <a:extLst>
                  <a:ext uri="{FF2B5EF4-FFF2-40B4-BE49-F238E27FC236}">
                    <a16:creationId xmlns:a16="http://schemas.microsoft.com/office/drawing/2014/main" id="{1088B97B-3925-D1F9-556A-8EBAC6311894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2" name="pg555">
                <a:extLst>
                  <a:ext uri="{FF2B5EF4-FFF2-40B4-BE49-F238E27FC236}">
                    <a16:creationId xmlns:a16="http://schemas.microsoft.com/office/drawing/2014/main" id="{1A324C7D-860B-C7EC-1B1B-11CA7F1606DF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3" name="pg556">
                <a:extLst>
                  <a:ext uri="{FF2B5EF4-FFF2-40B4-BE49-F238E27FC236}">
                    <a16:creationId xmlns:a16="http://schemas.microsoft.com/office/drawing/2014/main" id="{07B0EB68-3EE7-F58B-752F-C19F8A2DE79C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4" name="pg557">
                <a:extLst>
                  <a:ext uri="{FF2B5EF4-FFF2-40B4-BE49-F238E27FC236}">
                    <a16:creationId xmlns:a16="http://schemas.microsoft.com/office/drawing/2014/main" id="{65B5F6F4-843E-6518-B2A4-3579C5938D16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5" name="pg558">
                <a:extLst>
                  <a:ext uri="{FF2B5EF4-FFF2-40B4-BE49-F238E27FC236}">
                    <a16:creationId xmlns:a16="http://schemas.microsoft.com/office/drawing/2014/main" id="{EFD26EE7-B7CC-6ECD-8A31-A5A11CCAC850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6" name="pg559">
                <a:extLst>
                  <a:ext uri="{FF2B5EF4-FFF2-40B4-BE49-F238E27FC236}">
                    <a16:creationId xmlns:a16="http://schemas.microsoft.com/office/drawing/2014/main" id="{ADD30F9F-C6F3-FBA5-0DF0-0FADEB1DE610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7" name="pg560">
                <a:extLst>
                  <a:ext uri="{FF2B5EF4-FFF2-40B4-BE49-F238E27FC236}">
                    <a16:creationId xmlns:a16="http://schemas.microsoft.com/office/drawing/2014/main" id="{DCA49911-282D-A83B-3EAA-D4880F4BD083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8" name="pg561">
                <a:extLst>
                  <a:ext uri="{FF2B5EF4-FFF2-40B4-BE49-F238E27FC236}">
                    <a16:creationId xmlns:a16="http://schemas.microsoft.com/office/drawing/2014/main" id="{4D433A40-ACED-E1C3-C69E-0D75E6FF4442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9" name="pg562">
                <a:extLst>
                  <a:ext uri="{FF2B5EF4-FFF2-40B4-BE49-F238E27FC236}">
                    <a16:creationId xmlns:a16="http://schemas.microsoft.com/office/drawing/2014/main" id="{90C3E2A3-4827-C30A-AFF4-35605AEE9214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0" name="pg563">
                <a:extLst>
                  <a:ext uri="{FF2B5EF4-FFF2-40B4-BE49-F238E27FC236}">
                    <a16:creationId xmlns:a16="http://schemas.microsoft.com/office/drawing/2014/main" id="{1EF60643-17CA-0994-E780-11541ECB7BE5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1" name="pg564">
                <a:extLst>
                  <a:ext uri="{FF2B5EF4-FFF2-40B4-BE49-F238E27FC236}">
                    <a16:creationId xmlns:a16="http://schemas.microsoft.com/office/drawing/2014/main" id="{83AC81C3-186C-24EE-EA22-44AB56678ED2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2" name="pg565">
                <a:extLst>
                  <a:ext uri="{FF2B5EF4-FFF2-40B4-BE49-F238E27FC236}">
                    <a16:creationId xmlns:a16="http://schemas.microsoft.com/office/drawing/2014/main" id="{D909329C-F6DD-EEB6-A3EF-044A9926133A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3" name="pg566">
                <a:extLst>
                  <a:ext uri="{FF2B5EF4-FFF2-40B4-BE49-F238E27FC236}">
                    <a16:creationId xmlns:a16="http://schemas.microsoft.com/office/drawing/2014/main" id="{CD11B961-2D90-3F04-5B64-79C26DF89B68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4" name="pg567">
                <a:extLst>
                  <a:ext uri="{FF2B5EF4-FFF2-40B4-BE49-F238E27FC236}">
                    <a16:creationId xmlns:a16="http://schemas.microsoft.com/office/drawing/2014/main" id="{E721BA33-A8F5-C40D-E694-0C1AC2656269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5" name="pg568">
                <a:extLst>
                  <a:ext uri="{FF2B5EF4-FFF2-40B4-BE49-F238E27FC236}">
                    <a16:creationId xmlns:a16="http://schemas.microsoft.com/office/drawing/2014/main" id="{DB2E3F6C-FD4D-B430-F013-6BD6C26869E1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6" name="pg569">
                <a:extLst>
                  <a:ext uri="{FF2B5EF4-FFF2-40B4-BE49-F238E27FC236}">
                    <a16:creationId xmlns:a16="http://schemas.microsoft.com/office/drawing/2014/main" id="{6C7564EE-5025-5F10-73B6-695212B7142B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7" name="pg570">
                <a:extLst>
                  <a:ext uri="{FF2B5EF4-FFF2-40B4-BE49-F238E27FC236}">
                    <a16:creationId xmlns:a16="http://schemas.microsoft.com/office/drawing/2014/main" id="{1287764A-9D49-9290-E58C-4C75FA04C4CD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8" name="pg571">
                <a:extLst>
                  <a:ext uri="{FF2B5EF4-FFF2-40B4-BE49-F238E27FC236}">
                    <a16:creationId xmlns:a16="http://schemas.microsoft.com/office/drawing/2014/main" id="{FB2B8B22-14E3-03F3-D479-9DE7C9B03724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9" name="pg572">
                <a:extLst>
                  <a:ext uri="{FF2B5EF4-FFF2-40B4-BE49-F238E27FC236}">
                    <a16:creationId xmlns:a16="http://schemas.microsoft.com/office/drawing/2014/main" id="{119059A8-55A7-1D78-0403-3CC0E3E3E09A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0" name="pg573">
                <a:extLst>
                  <a:ext uri="{FF2B5EF4-FFF2-40B4-BE49-F238E27FC236}">
                    <a16:creationId xmlns:a16="http://schemas.microsoft.com/office/drawing/2014/main" id="{186FD531-0F42-15F9-9EF9-8F0D0268832C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1" name="pg574">
                <a:extLst>
                  <a:ext uri="{FF2B5EF4-FFF2-40B4-BE49-F238E27FC236}">
                    <a16:creationId xmlns:a16="http://schemas.microsoft.com/office/drawing/2014/main" id="{8AD673B7-E949-57B1-B533-94BD033AE960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2" name="pg575">
                <a:extLst>
                  <a:ext uri="{FF2B5EF4-FFF2-40B4-BE49-F238E27FC236}">
                    <a16:creationId xmlns:a16="http://schemas.microsoft.com/office/drawing/2014/main" id="{E8314659-BD2F-BF54-68F5-81FC8EFEB08E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3" name="pg576">
                <a:extLst>
                  <a:ext uri="{FF2B5EF4-FFF2-40B4-BE49-F238E27FC236}">
                    <a16:creationId xmlns:a16="http://schemas.microsoft.com/office/drawing/2014/main" id="{8F3F9932-BE5C-8793-F861-412630D1F272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4" name="pg577">
                <a:extLst>
                  <a:ext uri="{FF2B5EF4-FFF2-40B4-BE49-F238E27FC236}">
                    <a16:creationId xmlns:a16="http://schemas.microsoft.com/office/drawing/2014/main" id="{0BCDAB49-7613-0CAC-F61D-25819EA4A30D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5" name="pg578">
                <a:extLst>
                  <a:ext uri="{FF2B5EF4-FFF2-40B4-BE49-F238E27FC236}">
                    <a16:creationId xmlns:a16="http://schemas.microsoft.com/office/drawing/2014/main" id="{F70C8FCB-592E-7936-D4D4-445A529A7BE0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6" name="pg579">
                <a:extLst>
                  <a:ext uri="{FF2B5EF4-FFF2-40B4-BE49-F238E27FC236}">
                    <a16:creationId xmlns:a16="http://schemas.microsoft.com/office/drawing/2014/main" id="{7379137C-583E-75C8-007A-FE269A533DBD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7" name="pg580">
                <a:extLst>
                  <a:ext uri="{FF2B5EF4-FFF2-40B4-BE49-F238E27FC236}">
                    <a16:creationId xmlns:a16="http://schemas.microsoft.com/office/drawing/2014/main" id="{30753821-CF9C-8164-4D4D-531DFC4AA74D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8" name="pg581">
                <a:extLst>
                  <a:ext uri="{FF2B5EF4-FFF2-40B4-BE49-F238E27FC236}">
                    <a16:creationId xmlns:a16="http://schemas.microsoft.com/office/drawing/2014/main" id="{5B5C2747-7216-2902-A023-DAF8BB6A1AD3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9" name="pg582">
                <a:extLst>
                  <a:ext uri="{FF2B5EF4-FFF2-40B4-BE49-F238E27FC236}">
                    <a16:creationId xmlns:a16="http://schemas.microsoft.com/office/drawing/2014/main" id="{1312EF41-8149-8628-FA45-59E5562E749F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0" name="pg583">
                <a:extLst>
                  <a:ext uri="{FF2B5EF4-FFF2-40B4-BE49-F238E27FC236}">
                    <a16:creationId xmlns:a16="http://schemas.microsoft.com/office/drawing/2014/main" id="{76A77E98-0C13-A7D7-6F26-5F849E1CE317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1" name="pg584">
                <a:extLst>
                  <a:ext uri="{FF2B5EF4-FFF2-40B4-BE49-F238E27FC236}">
                    <a16:creationId xmlns:a16="http://schemas.microsoft.com/office/drawing/2014/main" id="{16823DEC-37C3-A02A-A1C7-45773F72C601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2" name="pg585">
                <a:extLst>
                  <a:ext uri="{FF2B5EF4-FFF2-40B4-BE49-F238E27FC236}">
                    <a16:creationId xmlns:a16="http://schemas.microsoft.com/office/drawing/2014/main" id="{BB3C2BD1-973B-AD49-DF92-FB6EA58588E9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3" name="pg586">
                <a:extLst>
                  <a:ext uri="{FF2B5EF4-FFF2-40B4-BE49-F238E27FC236}">
                    <a16:creationId xmlns:a16="http://schemas.microsoft.com/office/drawing/2014/main" id="{8E4D6929-716F-5F62-6769-35DFE3198390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4" name="pg587">
                <a:extLst>
                  <a:ext uri="{FF2B5EF4-FFF2-40B4-BE49-F238E27FC236}">
                    <a16:creationId xmlns:a16="http://schemas.microsoft.com/office/drawing/2014/main" id="{9365FF76-D518-90EA-C6AE-E0627A1877C0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5" name="pg588">
                <a:extLst>
                  <a:ext uri="{FF2B5EF4-FFF2-40B4-BE49-F238E27FC236}">
                    <a16:creationId xmlns:a16="http://schemas.microsoft.com/office/drawing/2014/main" id="{EE425771-7F71-6120-5A10-14E0903AB719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6" name="pg589">
                <a:extLst>
                  <a:ext uri="{FF2B5EF4-FFF2-40B4-BE49-F238E27FC236}">
                    <a16:creationId xmlns:a16="http://schemas.microsoft.com/office/drawing/2014/main" id="{CB85BE72-D455-73E8-89F5-4B9B2D1DFFBA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7" name="pg590">
                <a:extLst>
                  <a:ext uri="{FF2B5EF4-FFF2-40B4-BE49-F238E27FC236}">
                    <a16:creationId xmlns:a16="http://schemas.microsoft.com/office/drawing/2014/main" id="{DD83317B-B869-84C0-87D6-D61D5EB04F3F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8" name="pg591">
                <a:extLst>
                  <a:ext uri="{FF2B5EF4-FFF2-40B4-BE49-F238E27FC236}">
                    <a16:creationId xmlns:a16="http://schemas.microsoft.com/office/drawing/2014/main" id="{3CC00CF8-1ACD-DE6F-8B72-9D740EC294DF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9" name="pg592">
                <a:extLst>
                  <a:ext uri="{FF2B5EF4-FFF2-40B4-BE49-F238E27FC236}">
                    <a16:creationId xmlns:a16="http://schemas.microsoft.com/office/drawing/2014/main" id="{BC51B1D0-A882-7226-A1FB-74BAA4092837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0" name="pg593">
                <a:extLst>
                  <a:ext uri="{FF2B5EF4-FFF2-40B4-BE49-F238E27FC236}">
                    <a16:creationId xmlns:a16="http://schemas.microsoft.com/office/drawing/2014/main" id="{B469973E-9389-D99F-AB5B-FD0E2D9A8F28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1" name="pg594">
                <a:extLst>
                  <a:ext uri="{FF2B5EF4-FFF2-40B4-BE49-F238E27FC236}">
                    <a16:creationId xmlns:a16="http://schemas.microsoft.com/office/drawing/2014/main" id="{307F82D5-F2F6-14FF-97EB-51AFD3F54712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2" name="pg595">
                <a:extLst>
                  <a:ext uri="{FF2B5EF4-FFF2-40B4-BE49-F238E27FC236}">
                    <a16:creationId xmlns:a16="http://schemas.microsoft.com/office/drawing/2014/main" id="{F32FC563-7B58-8D60-0E42-237A6AA3937D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3" name="pg596">
                <a:extLst>
                  <a:ext uri="{FF2B5EF4-FFF2-40B4-BE49-F238E27FC236}">
                    <a16:creationId xmlns:a16="http://schemas.microsoft.com/office/drawing/2014/main" id="{76CCE620-9FAB-2532-7B1B-7A692173F4A5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4" name="pg597">
                <a:extLst>
                  <a:ext uri="{FF2B5EF4-FFF2-40B4-BE49-F238E27FC236}">
                    <a16:creationId xmlns:a16="http://schemas.microsoft.com/office/drawing/2014/main" id="{6AC48CF2-77B0-7C69-C78A-F68C84402535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5" name="pg598">
                <a:extLst>
                  <a:ext uri="{FF2B5EF4-FFF2-40B4-BE49-F238E27FC236}">
                    <a16:creationId xmlns:a16="http://schemas.microsoft.com/office/drawing/2014/main" id="{7267B823-F617-007F-25B0-89411DF7CCFE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6" name="pg599">
                <a:extLst>
                  <a:ext uri="{FF2B5EF4-FFF2-40B4-BE49-F238E27FC236}">
                    <a16:creationId xmlns:a16="http://schemas.microsoft.com/office/drawing/2014/main" id="{063F361F-A358-264D-9831-7D40B7EE6EC6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7" name="pg600">
                <a:extLst>
                  <a:ext uri="{FF2B5EF4-FFF2-40B4-BE49-F238E27FC236}">
                    <a16:creationId xmlns:a16="http://schemas.microsoft.com/office/drawing/2014/main" id="{35E57E04-85DD-9D19-959F-FF8C699F7030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8" name="pg601">
                <a:extLst>
                  <a:ext uri="{FF2B5EF4-FFF2-40B4-BE49-F238E27FC236}">
                    <a16:creationId xmlns:a16="http://schemas.microsoft.com/office/drawing/2014/main" id="{63E99602-DDDB-20CD-6B6E-C7DCF4DCE2F0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9" name="pg602">
                <a:extLst>
                  <a:ext uri="{FF2B5EF4-FFF2-40B4-BE49-F238E27FC236}">
                    <a16:creationId xmlns:a16="http://schemas.microsoft.com/office/drawing/2014/main" id="{6CDC8575-2DCA-45D3-2885-72318A0A8454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0" name="pg603">
                <a:extLst>
                  <a:ext uri="{FF2B5EF4-FFF2-40B4-BE49-F238E27FC236}">
                    <a16:creationId xmlns:a16="http://schemas.microsoft.com/office/drawing/2014/main" id="{BE16F9C6-B9F0-AB6D-6602-04AE023EEA1E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1" name="pg604">
                <a:extLst>
                  <a:ext uri="{FF2B5EF4-FFF2-40B4-BE49-F238E27FC236}">
                    <a16:creationId xmlns:a16="http://schemas.microsoft.com/office/drawing/2014/main" id="{B8B2C8D6-8C56-72CD-FFAF-3CF3824B1BF5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2" name="pg605">
                <a:extLst>
                  <a:ext uri="{FF2B5EF4-FFF2-40B4-BE49-F238E27FC236}">
                    <a16:creationId xmlns:a16="http://schemas.microsoft.com/office/drawing/2014/main" id="{502E32BB-5F87-C9D5-0E99-FA5B05C94C48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3" name="pg606">
                <a:extLst>
                  <a:ext uri="{FF2B5EF4-FFF2-40B4-BE49-F238E27FC236}">
                    <a16:creationId xmlns:a16="http://schemas.microsoft.com/office/drawing/2014/main" id="{4462F8EC-3B27-AD49-A0E9-19E8EA5AC25A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4" name="pg607">
                <a:extLst>
                  <a:ext uri="{FF2B5EF4-FFF2-40B4-BE49-F238E27FC236}">
                    <a16:creationId xmlns:a16="http://schemas.microsoft.com/office/drawing/2014/main" id="{C91AF446-A785-B626-5421-756B133A99B8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5" name="pg608">
                <a:extLst>
                  <a:ext uri="{FF2B5EF4-FFF2-40B4-BE49-F238E27FC236}">
                    <a16:creationId xmlns:a16="http://schemas.microsoft.com/office/drawing/2014/main" id="{6A070849-C2B9-324B-03FB-FFDBDDB257E7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6" name="pg609">
                <a:extLst>
                  <a:ext uri="{FF2B5EF4-FFF2-40B4-BE49-F238E27FC236}">
                    <a16:creationId xmlns:a16="http://schemas.microsoft.com/office/drawing/2014/main" id="{3657DB8E-E994-5238-028E-3E54E98C6D3F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7" name="pg610">
                <a:extLst>
                  <a:ext uri="{FF2B5EF4-FFF2-40B4-BE49-F238E27FC236}">
                    <a16:creationId xmlns:a16="http://schemas.microsoft.com/office/drawing/2014/main" id="{A80A1EE5-479D-8B0B-5473-84F9AA9D6170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8" name="pg611">
                <a:extLst>
                  <a:ext uri="{FF2B5EF4-FFF2-40B4-BE49-F238E27FC236}">
                    <a16:creationId xmlns:a16="http://schemas.microsoft.com/office/drawing/2014/main" id="{F828DB74-75C0-D817-C0F8-C646B188D23B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9" name="pg612">
                <a:extLst>
                  <a:ext uri="{FF2B5EF4-FFF2-40B4-BE49-F238E27FC236}">
                    <a16:creationId xmlns:a16="http://schemas.microsoft.com/office/drawing/2014/main" id="{77B257D8-793B-8004-3B25-CE420F1C9AFD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0" name="pg613">
                <a:extLst>
                  <a:ext uri="{FF2B5EF4-FFF2-40B4-BE49-F238E27FC236}">
                    <a16:creationId xmlns:a16="http://schemas.microsoft.com/office/drawing/2014/main" id="{395762E6-E629-5F04-617F-EDDCD0D03193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1" name="pg614">
                <a:extLst>
                  <a:ext uri="{FF2B5EF4-FFF2-40B4-BE49-F238E27FC236}">
                    <a16:creationId xmlns:a16="http://schemas.microsoft.com/office/drawing/2014/main" id="{E643897F-58AF-275B-7B43-E6DE98F40C94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2" name="pg615">
                <a:extLst>
                  <a:ext uri="{FF2B5EF4-FFF2-40B4-BE49-F238E27FC236}">
                    <a16:creationId xmlns:a16="http://schemas.microsoft.com/office/drawing/2014/main" id="{FC6E8670-0B4D-6132-A16D-6563C7727201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3" name="pg616">
                <a:extLst>
                  <a:ext uri="{FF2B5EF4-FFF2-40B4-BE49-F238E27FC236}">
                    <a16:creationId xmlns:a16="http://schemas.microsoft.com/office/drawing/2014/main" id="{BEB4E272-E779-F311-D38A-18D156D28E9F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4" name="pg617">
                <a:extLst>
                  <a:ext uri="{FF2B5EF4-FFF2-40B4-BE49-F238E27FC236}">
                    <a16:creationId xmlns:a16="http://schemas.microsoft.com/office/drawing/2014/main" id="{8245523C-775F-13D6-DECF-720824BB06BE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5" name="pg618">
                <a:extLst>
                  <a:ext uri="{FF2B5EF4-FFF2-40B4-BE49-F238E27FC236}">
                    <a16:creationId xmlns:a16="http://schemas.microsoft.com/office/drawing/2014/main" id="{2FB2D75B-3C55-EC04-9E94-C3BE4DD778C6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6" name="pg619">
                <a:extLst>
                  <a:ext uri="{FF2B5EF4-FFF2-40B4-BE49-F238E27FC236}">
                    <a16:creationId xmlns:a16="http://schemas.microsoft.com/office/drawing/2014/main" id="{E189F5CC-57BD-4920-AB25-4DED91048AE1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7" name="pg620">
                <a:extLst>
                  <a:ext uri="{FF2B5EF4-FFF2-40B4-BE49-F238E27FC236}">
                    <a16:creationId xmlns:a16="http://schemas.microsoft.com/office/drawing/2014/main" id="{8A23E67F-917E-9F59-6622-3982ED4A2D16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8" name="pg621">
                <a:extLst>
                  <a:ext uri="{FF2B5EF4-FFF2-40B4-BE49-F238E27FC236}">
                    <a16:creationId xmlns:a16="http://schemas.microsoft.com/office/drawing/2014/main" id="{0277B0A8-F0D5-D25C-7757-6C9A78E9CFA7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9" name="pg622">
                <a:extLst>
                  <a:ext uri="{FF2B5EF4-FFF2-40B4-BE49-F238E27FC236}">
                    <a16:creationId xmlns:a16="http://schemas.microsoft.com/office/drawing/2014/main" id="{75E8718D-ECF9-A4DE-7FE8-A558E8809025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0" name="pg623">
                <a:extLst>
                  <a:ext uri="{FF2B5EF4-FFF2-40B4-BE49-F238E27FC236}">
                    <a16:creationId xmlns:a16="http://schemas.microsoft.com/office/drawing/2014/main" id="{E15DF87A-631C-41AD-3C3D-98AA3F8D9DFB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1" name="pg624">
                <a:extLst>
                  <a:ext uri="{FF2B5EF4-FFF2-40B4-BE49-F238E27FC236}">
                    <a16:creationId xmlns:a16="http://schemas.microsoft.com/office/drawing/2014/main" id="{CB03F0DB-3D24-47A3-F13E-FE748230CE98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2" name="pg625">
                <a:extLst>
                  <a:ext uri="{FF2B5EF4-FFF2-40B4-BE49-F238E27FC236}">
                    <a16:creationId xmlns:a16="http://schemas.microsoft.com/office/drawing/2014/main" id="{01EB5B24-129B-EB92-D7FA-4A12DF59F696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3" name="pg626">
                <a:extLst>
                  <a:ext uri="{FF2B5EF4-FFF2-40B4-BE49-F238E27FC236}">
                    <a16:creationId xmlns:a16="http://schemas.microsoft.com/office/drawing/2014/main" id="{83181FB4-538D-0659-9DF7-5FFFF0550D45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4" name="pg627">
                <a:extLst>
                  <a:ext uri="{FF2B5EF4-FFF2-40B4-BE49-F238E27FC236}">
                    <a16:creationId xmlns:a16="http://schemas.microsoft.com/office/drawing/2014/main" id="{585E978C-3384-128E-DCF2-42679AB9397A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5" name="pg628">
                <a:extLst>
                  <a:ext uri="{FF2B5EF4-FFF2-40B4-BE49-F238E27FC236}">
                    <a16:creationId xmlns:a16="http://schemas.microsoft.com/office/drawing/2014/main" id="{19ACBC15-E227-C8C8-2209-3D285D7DA7E8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6" name="pg629">
                <a:extLst>
                  <a:ext uri="{FF2B5EF4-FFF2-40B4-BE49-F238E27FC236}">
                    <a16:creationId xmlns:a16="http://schemas.microsoft.com/office/drawing/2014/main" id="{FD229A24-9FEA-C652-D857-93837F89EE71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7" name="pg630">
                <a:extLst>
                  <a:ext uri="{FF2B5EF4-FFF2-40B4-BE49-F238E27FC236}">
                    <a16:creationId xmlns:a16="http://schemas.microsoft.com/office/drawing/2014/main" id="{CBA8B01C-D216-858D-A372-EE9A08E052ED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8" name="pg631">
                <a:extLst>
                  <a:ext uri="{FF2B5EF4-FFF2-40B4-BE49-F238E27FC236}">
                    <a16:creationId xmlns:a16="http://schemas.microsoft.com/office/drawing/2014/main" id="{18736E6C-284C-D31E-CCB6-2923610E2C14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9" name="pg632">
                <a:extLst>
                  <a:ext uri="{FF2B5EF4-FFF2-40B4-BE49-F238E27FC236}">
                    <a16:creationId xmlns:a16="http://schemas.microsoft.com/office/drawing/2014/main" id="{51AEA589-744B-7525-5897-50ADF157B040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0" name="pg633">
                <a:extLst>
                  <a:ext uri="{FF2B5EF4-FFF2-40B4-BE49-F238E27FC236}">
                    <a16:creationId xmlns:a16="http://schemas.microsoft.com/office/drawing/2014/main" id="{A9821F56-C54E-A6E5-C222-D32640C286BB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1" name="pg634">
                <a:extLst>
                  <a:ext uri="{FF2B5EF4-FFF2-40B4-BE49-F238E27FC236}">
                    <a16:creationId xmlns:a16="http://schemas.microsoft.com/office/drawing/2014/main" id="{804F10E6-4E58-A885-4222-1916FABBC3CF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2" name="pg635">
                <a:extLst>
                  <a:ext uri="{FF2B5EF4-FFF2-40B4-BE49-F238E27FC236}">
                    <a16:creationId xmlns:a16="http://schemas.microsoft.com/office/drawing/2014/main" id="{089CEBE8-F951-62A0-DD8C-4638C8350E3B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3" name="pg636">
                <a:extLst>
                  <a:ext uri="{FF2B5EF4-FFF2-40B4-BE49-F238E27FC236}">
                    <a16:creationId xmlns:a16="http://schemas.microsoft.com/office/drawing/2014/main" id="{6F23FB06-380A-4074-8CEF-E0F2597C546A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4" name="pg637">
                <a:extLst>
                  <a:ext uri="{FF2B5EF4-FFF2-40B4-BE49-F238E27FC236}">
                    <a16:creationId xmlns:a16="http://schemas.microsoft.com/office/drawing/2014/main" id="{0E7057C9-DB49-C22F-6BF5-AE3AE8C86781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5" name="pg638">
                <a:extLst>
                  <a:ext uri="{FF2B5EF4-FFF2-40B4-BE49-F238E27FC236}">
                    <a16:creationId xmlns:a16="http://schemas.microsoft.com/office/drawing/2014/main" id="{0CCADF33-3476-90C6-578F-126B20E943DE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6" name="pg639">
                <a:extLst>
                  <a:ext uri="{FF2B5EF4-FFF2-40B4-BE49-F238E27FC236}">
                    <a16:creationId xmlns:a16="http://schemas.microsoft.com/office/drawing/2014/main" id="{BF0B55BE-26DC-C0FD-8CD2-CF7EB26D2BF6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7" name="pg640">
                <a:extLst>
                  <a:ext uri="{FF2B5EF4-FFF2-40B4-BE49-F238E27FC236}">
                    <a16:creationId xmlns:a16="http://schemas.microsoft.com/office/drawing/2014/main" id="{72692AB0-72F8-22EC-5235-9A1B8499550C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8" name="pg641">
                <a:extLst>
                  <a:ext uri="{FF2B5EF4-FFF2-40B4-BE49-F238E27FC236}">
                    <a16:creationId xmlns:a16="http://schemas.microsoft.com/office/drawing/2014/main" id="{E06AD1BC-BA99-DFB4-DB9A-6FC558D53FB8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9" name="pg642">
                <a:extLst>
                  <a:ext uri="{FF2B5EF4-FFF2-40B4-BE49-F238E27FC236}">
                    <a16:creationId xmlns:a16="http://schemas.microsoft.com/office/drawing/2014/main" id="{22E52E35-CDA0-3FF5-AEB7-4CE7F5E383BB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0" name="pg643">
                <a:extLst>
                  <a:ext uri="{FF2B5EF4-FFF2-40B4-BE49-F238E27FC236}">
                    <a16:creationId xmlns:a16="http://schemas.microsoft.com/office/drawing/2014/main" id="{1A07EB09-3F7D-056E-A05D-D1284E78789C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1" name="pg644">
                <a:extLst>
                  <a:ext uri="{FF2B5EF4-FFF2-40B4-BE49-F238E27FC236}">
                    <a16:creationId xmlns:a16="http://schemas.microsoft.com/office/drawing/2014/main" id="{4CBD2DBB-E52C-D1AD-B2DE-9492F43A8698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2" name="pg645">
                <a:extLst>
                  <a:ext uri="{FF2B5EF4-FFF2-40B4-BE49-F238E27FC236}">
                    <a16:creationId xmlns:a16="http://schemas.microsoft.com/office/drawing/2014/main" id="{9ACC1E50-DC70-D75F-7572-F43100AFEA27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3" name="pg646">
                <a:extLst>
                  <a:ext uri="{FF2B5EF4-FFF2-40B4-BE49-F238E27FC236}">
                    <a16:creationId xmlns:a16="http://schemas.microsoft.com/office/drawing/2014/main" id="{24836416-5024-2CB0-8446-551BD043F6E6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4" name="pg647">
                <a:extLst>
                  <a:ext uri="{FF2B5EF4-FFF2-40B4-BE49-F238E27FC236}">
                    <a16:creationId xmlns:a16="http://schemas.microsoft.com/office/drawing/2014/main" id="{7ECA43E0-A7B0-6B02-6F5A-C5DFDB282950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5" name="pg648">
                <a:extLst>
                  <a:ext uri="{FF2B5EF4-FFF2-40B4-BE49-F238E27FC236}">
                    <a16:creationId xmlns:a16="http://schemas.microsoft.com/office/drawing/2014/main" id="{2166601E-4C4B-ED93-4B6F-1CB7DC03E5E0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6" name="pg649">
                <a:extLst>
                  <a:ext uri="{FF2B5EF4-FFF2-40B4-BE49-F238E27FC236}">
                    <a16:creationId xmlns:a16="http://schemas.microsoft.com/office/drawing/2014/main" id="{B3BF356B-2733-25B3-C4EF-C108D8897344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7" name="pg650">
                <a:extLst>
                  <a:ext uri="{FF2B5EF4-FFF2-40B4-BE49-F238E27FC236}">
                    <a16:creationId xmlns:a16="http://schemas.microsoft.com/office/drawing/2014/main" id="{EF0200F0-614B-2EA1-1D31-7BBB96CFAE62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8" name="pg651">
                <a:extLst>
                  <a:ext uri="{FF2B5EF4-FFF2-40B4-BE49-F238E27FC236}">
                    <a16:creationId xmlns:a16="http://schemas.microsoft.com/office/drawing/2014/main" id="{06B4CAE1-1103-AB95-F429-F05139873491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9" name="pg652">
                <a:extLst>
                  <a:ext uri="{FF2B5EF4-FFF2-40B4-BE49-F238E27FC236}">
                    <a16:creationId xmlns:a16="http://schemas.microsoft.com/office/drawing/2014/main" id="{D299DF16-3EF5-C307-7AB8-23CA95BE9F4A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0" name="pg653">
                <a:extLst>
                  <a:ext uri="{FF2B5EF4-FFF2-40B4-BE49-F238E27FC236}">
                    <a16:creationId xmlns:a16="http://schemas.microsoft.com/office/drawing/2014/main" id="{032F6AD8-F2A0-7865-E4FC-D8CC5C71321C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1" name="pg654">
                <a:extLst>
                  <a:ext uri="{FF2B5EF4-FFF2-40B4-BE49-F238E27FC236}">
                    <a16:creationId xmlns:a16="http://schemas.microsoft.com/office/drawing/2014/main" id="{A61B9B68-A839-79B4-3DFA-BEA7415B4E34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2" name="pg655">
                <a:extLst>
                  <a:ext uri="{FF2B5EF4-FFF2-40B4-BE49-F238E27FC236}">
                    <a16:creationId xmlns:a16="http://schemas.microsoft.com/office/drawing/2014/main" id="{A10AEAC9-32A8-D563-020B-114891FD6462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3" name="pg656">
                <a:extLst>
                  <a:ext uri="{FF2B5EF4-FFF2-40B4-BE49-F238E27FC236}">
                    <a16:creationId xmlns:a16="http://schemas.microsoft.com/office/drawing/2014/main" id="{C945B22D-F1AB-CFF5-A6D7-2C00164B8996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4" name="pg657">
                <a:extLst>
                  <a:ext uri="{FF2B5EF4-FFF2-40B4-BE49-F238E27FC236}">
                    <a16:creationId xmlns:a16="http://schemas.microsoft.com/office/drawing/2014/main" id="{ED4530AB-0376-9BB7-DBDF-1E0C7F35372F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5" name="pg658">
                <a:extLst>
                  <a:ext uri="{FF2B5EF4-FFF2-40B4-BE49-F238E27FC236}">
                    <a16:creationId xmlns:a16="http://schemas.microsoft.com/office/drawing/2014/main" id="{831C4F2A-1B77-6F06-E0E6-106B389F28EA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6" name="pg659">
                <a:extLst>
                  <a:ext uri="{FF2B5EF4-FFF2-40B4-BE49-F238E27FC236}">
                    <a16:creationId xmlns:a16="http://schemas.microsoft.com/office/drawing/2014/main" id="{EEC9A877-A0EE-2884-3A1C-04FE4A000234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7" name="pg660">
                <a:extLst>
                  <a:ext uri="{FF2B5EF4-FFF2-40B4-BE49-F238E27FC236}">
                    <a16:creationId xmlns:a16="http://schemas.microsoft.com/office/drawing/2014/main" id="{66F582ED-06DD-2B94-72D7-5ACDD603C178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8" name="pg661">
                <a:extLst>
                  <a:ext uri="{FF2B5EF4-FFF2-40B4-BE49-F238E27FC236}">
                    <a16:creationId xmlns:a16="http://schemas.microsoft.com/office/drawing/2014/main" id="{32E44CA9-B8F9-CC1A-09F5-61EB403F58B8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9" name="pg662">
                <a:extLst>
                  <a:ext uri="{FF2B5EF4-FFF2-40B4-BE49-F238E27FC236}">
                    <a16:creationId xmlns:a16="http://schemas.microsoft.com/office/drawing/2014/main" id="{E79AD947-42BC-5796-97CB-A13E57544CDC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0" name="pg663">
                <a:extLst>
                  <a:ext uri="{FF2B5EF4-FFF2-40B4-BE49-F238E27FC236}">
                    <a16:creationId xmlns:a16="http://schemas.microsoft.com/office/drawing/2014/main" id="{10FC9E6D-ECD9-BA6D-4DE1-C037752D22F5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1" name="pg664">
                <a:extLst>
                  <a:ext uri="{FF2B5EF4-FFF2-40B4-BE49-F238E27FC236}">
                    <a16:creationId xmlns:a16="http://schemas.microsoft.com/office/drawing/2014/main" id="{68096743-48B0-C164-CADB-B84AB2B03FAE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2" name="pg665">
                <a:extLst>
                  <a:ext uri="{FF2B5EF4-FFF2-40B4-BE49-F238E27FC236}">
                    <a16:creationId xmlns:a16="http://schemas.microsoft.com/office/drawing/2014/main" id="{8046BE17-BF86-2CB9-D75B-272784A9836E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3" name="pg666">
                <a:extLst>
                  <a:ext uri="{FF2B5EF4-FFF2-40B4-BE49-F238E27FC236}">
                    <a16:creationId xmlns:a16="http://schemas.microsoft.com/office/drawing/2014/main" id="{F7BB4C0E-8D8F-B264-AEA3-BCFBB1731E71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4" name="pg667">
                <a:extLst>
                  <a:ext uri="{FF2B5EF4-FFF2-40B4-BE49-F238E27FC236}">
                    <a16:creationId xmlns:a16="http://schemas.microsoft.com/office/drawing/2014/main" id="{0D799E89-DADA-6442-8F9F-55353345DF24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5" name="pg668">
                <a:extLst>
                  <a:ext uri="{FF2B5EF4-FFF2-40B4-BE49-F238E27FC236}">
                    <a16:creationId xmlns:a16="http://schemas.microsoft.com/office/drawing/2014/main" id="{D97095BB-D4CF-38D3-70BB-E0B7DF6ADDFA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6" name="pg669">
                <a:extLst>
                  <a:ext uri="{FF2B5EF4-FFF2-40B4-BE49-F238E27FC236}">
                    <a16:creationId xmlns:a16="http://schemas.microsoft.com/office/drawing/2014/main" id="{350BE03C-F486-5832-4D9A-091DCB17E883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7" name="pg670">
                <a:extLst>
                  <a:ext uri="{FF2B5EF4-FFF2-40B4-BE49-F238E27FC236}">
                    <a16:creationId xmlns:a16="http://schemas.microsoft.com/office/drawing/2014/main" id="{7E95F05F-449E-AAFE-7168-1B8CB3945CFE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8" name="pg671">
                <a:extLst>
                  <a:ext uri="{FF2B5EF4-FFF2-40B4-BE49-F238E27FC236}">
                    <a16:creationId xmlns:a16="http://schemas.microsoft.com/office/drawing/2014/main" id="{CEB4EF3B-E034-D833-D3AE-872200D5B112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9" name="pg672">
                <a:extLst>
                  <a:ext uri="{FF2B5EF4-FFF2-40B4-BE49-F238E27FC236}">
                    <a16:creationId xmlns:a16="http://schemas.microsoft.com/office/drawing/2014/main" id="{A3A05540-6820-F670-8DEB-3818C10FF98F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0" name="pg673">
                <a:extLst>
                  <a:ext uri="{FF2B5EF4-FFF2-40B4-BE49-F238E27FC236}">
                    <a16:creationId xmlns:a16="http://schemas.microsoft.com/office/drawing/2014/main" id="{C2AFDE39-71CE-7D52-7E15-D4A8C6F7A7A6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1" name="pg674">
                <a:extLst>
                  <a:ext uri="{FF2B5EF4-FFF2-40B4-BE49-F238E27FC236}">
                    <a16:creationId xmlns:a16="http://schemas.microsoft.com/office/drawing/2014/main" id="{34A8554E-5C8A-B02C-2118-3B1CF2564B33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2" name="pg675">
                <a:extLst>
                  <a:ext uri="{FF2B5EF4-FFF2-40B4-BE49-F238E27FC236}">
                    <a16:creationId xmlns:a16="http://schemas.microsoft.com/office/drawing/2014/main" id="{34176698-D73C-1809-E1D4-D1F9C3461F9A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3" name="pg676">
                <a:extLst>
                  <a:ext uri="{FF2B5EF4-FFF2-40B4-BE49-F238E27FC236}">
                    <a16:creationId xmlns:a16="http://schemas.microsoft.com/office/drawing/2014/main" id="{91144437-4DA0-62E0-072D-1E6D109D219C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4" name="pg677">
                <a:extLst>
                  <a:ext uri="{FF2B5EF4-FFF2-40B4-BE49-F238E27FC236}">
                    <a16:creationId xmlns:a16="http://schemas.microsoft.com/office/drawing/2014/main" id="{FA1337FE-078B-1368-640E-4EEC172BF4B9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5" name="pg678">
                <a:extLst>
                  <a:ext uri="{FF2B5EF4-FFF2-40B4-BE49-F238E27FC236}">
                    <a16:creationId xmlns:a16="http://schemas.microsoft.com/office/drawing/2014/main" id="{5FD3F481-E4D4-6125-07CE-DADDC7BA8A6D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6" name="pg679">
                <a:extLst>
                  <a:ext uri="{FF2B5EF4-FFF2-40B4-BE49-F238E27FC236}">
                    <a16:creationId xmlns:a16="http://schemas.microsoft.com/office/drawing/2014/main" id="{553A3D4D-0F85-6166-23F7-21F7743E1DBD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7" name="pg680">
                <a:extLst>
                  <a:ext uri="{FF2B5EF4-FFF2-40B4-BE49-F238E27FC236}">
                    <a16:creationId xmlns:a16="http://schemas.microsoft.com/office/drawing/2014/main" id="{3640F30B-42FD-7319-0985-D2F2A9401EEE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8" name="pg681">
                <a:extLst>
                  <a:ext uri="{FF2B5EF4-FFF2-40B4-BE49-F238E27FC236}">
                    <a16:creationId xmlns:a16="http://schemas.microsoft.com/office/drawing/2014/main" id="{98E51D1A-BC73-11A4-62F1-232BF441A67E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9" name="pg682">
                <a:extLst>
                  <a:ext uri="{FF2B5EF4-FFF2-40B4-BE49-F238E27FC236}">
                    <a16:creationId xmlns:a16="http://schemas.microsoft.com/office/drawing/2014/main" id="{ACF7AD2F-0889-DFA1-8770-E3C3D14B7145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0" name="pg683">
                <a:extLst>
                  <a:ext uri="{FF2B5EF4-FFF2-40B4-BE49-F238E27FC236}">
                    <a16:creationId xmlns:a16="http://schemas.microsoft.com/office/drawing/2014/main" id="{76114423-65BF-5C4B-3A56-9AA7CDDCC26F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1" name="pg684">
                <a:extLst>
                  <a:ext uri="{FF2B5EF4-FFF2-40B4-BE49-F238E27FC236}">
                    <a16:creationId xmlns:a16="http://schemas.microsoft.com/office/drawing/2014/main" id="{AA233F47-9DBD-A8E3-88CA-1ADB347E86FC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2" name="pg685">
                <a:extLst>
                  <a:ext uri="{FF2B5EF4-FFF2-40B4-BE49-F238E27FC236}">
                    <a16:creationId xmlns:a16="http://schemas.microsoft.com/office/drawing/2014/main" id="{2EF23666-C99F-0C02-3A23-95AE575DF194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3" name="pg686">
                <a:extLst>
                  <a:ext uri="{FF2B5EF4-FFF2-40B4-BE49-F238E27FC236}">
                    <a16:creationId xmlns:a16="http://schemas.microsoft.com/office/drawing/2014/main" id="{2016CF61-2A04-48C4-9860-8605A28CB5AC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4" name="pg687">
                <a:extLst>
                  <a:ext uri="{FF2B5EF4-FFF2-40B4-BE49-F238E27FC236}">
                    <a16:creationId xmlns:a16="http://schemas.microsoft.com/office/drawing/2014/main" id="{D03BAAC8-BCCF-60D7-5267-6D6CAB123DB6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5" name="pg688">
                <a:extLst>
                  <a:ext uri="{FF2B5EF4-FFF2-40B4-BE49-F238E27FC236}">
                    <a16:creationId xmlns:a16="http://schemas.microsoft.com/office/drawing/2014/main" id="{9896CEA0-F383-60C3-6151-F3CF4FDE1C4A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6" name="pg689">
                <a:extLst>
                  <a:ext uri="{FF2B5EF4-FFF2-40B4-BE49-F238E27FC236}">
                    <a16:creationId xmlns:a16="http://schemas.microsoft.com/office/drawing/2014/main" id="{2D4BC1E5-1DEE-A607-5092-50B69ACE6C0C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7" name="pg690">
                <a:extLst>
                  <a:ext uri="{FF2B5EF4-FFF2-40B4-BE49-F238E27FC236}">
                    <a16:creationId xmlns:a16="http://schemas.microsoft.com/office/drawing/2014/main" id="{7DEAB389-E09E-1FC2-EA91-F7C63C01B7E7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8" name="pg691">
                <a:extLst>
                  <a:ext uri="{FF2B5EF4-FFF2-40B4-BE49-F238E27FC236}">
                    <a16:creationId xmlns:a16="http://schemas.microsoft.com/office/drawing/2014/main" id="{A28BF17D-A3D8-89E9-A4A5-17EE78E635F9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9" name="pg692">
                <a:extLst>
                  <a:ext uri="{FF2B5EF4-FFF2-40B4-BE49-F238E27FC236}">
                    <a16:creationId xmlns:a16="http://schemas.microsoft.com/office/drawing/2014/main" id="{D9EB46B2-9246-F328-4330-3E2A0B8D3D79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0" name="pg693">
                <a:extLst>
                  <a:ext uri="{FF2B5EF4-FFF2-40B4-BE49-F238E27FC236}">
                    <a16:creationId xmlns:a16="http://schemas.microsoft.com/office/drawing/2014/main" id="{121E2B1A-6EFC-EC5D-34A7-6BAFFA2ABFFA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1" name="pg694">
                <a:extLst>
                  <a:ext uri="{FF2B5EF4-FFF2-40B4-BE49-F238E27FC236}">
                    <a16:creationId xmlns:a16="http://schemas.microsoft.com/office/drawing/2014/main" id="{818D6482-B55B-1D88-6F38-2A39548E52A6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2" name="pg695">
                <a:extLst>
                  <a:ext uri="{FF2B5EF4-FFF2-40B4-BE49-F238E27FC236}">
                    <a16:creationId xmlns:a16="http://schemas.microsoft.com/office/drawing/2014/main" id="{1436D2B1-02BF-071E-F6C2-0E829A6E168C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3" name="pg696">
                <a:extLst>
                  <a:ext uri="{FF2B5EF4-FFF2-40B4-BE49-F238E27FC236}">
                    <a16:creationId xmlns:a16="http://schemas.microsoft.com/office/drawing/2014/main" id="{921719B2-7EFB-3BE7-573C-3AFD5D98F59F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4" name="pg697">
                <a:extLst>
                  <a:ext uri="{FF2B5EF4-FFF2-40B4-BE49-F238E27FC236}">
                    <a16:creationId xmlns:a16="http://schemas.microsoft.com/office/drawing/2014/main" id="{E190FAF9-F7C3-615B-20E3-142ECC2072DF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5" name="pg698">
                <a:extLst>
                  <a:ext uri="{FF2B5EF4-FFF2-40B4-BE49-F238E27FC236}">
                    <a16:creationId xmlns:a16="http://schemas.microsoft.com/office/drawing/2014/main" id="{5B4FC35E-5D3A-F737-0E47-00560F8914F3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6" name="pg699">
                <a:extLst>
                  <a:ext uri="{FF2B5EF4-FFF2-40B4-BE49-F238E27FC236}">
                    <a16:creationId xmlns:a16="http://schemas.microsoft.com/office/drawing/2014/main" id="{E074C251-4625-34F3-BA7C-77EE3A247EF4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7" name="pg700">
                <a:extLst>
                  <a:ext uri="{FF2B5EF4-FFF2-40B4-BE49-F238E27FC236}">
                    <a16:creationId xmlns:a16="http://schemas.microsoft.com/office/drawing/2014/main" id="{2248B16C-D4FC-8327-DDC1-C5459203FBF0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8" name="pg701">
                <a:extLst>
                  <a:ext uri="{FF2B5EF4-FFF2-40B4-BE49-F238E27FC236}">
                    <a16:creationId xmlns:a16="http://schemas.microsoft.com/office/drawing/2014/main" id="{78FA7909-284B-6FFB-6390-D66F2FFEF2F2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9" name="pg702">
                <a:extLst>
                  <a:ext uri="{FF2B5EF4-FFF2-40B4-BE49-F238E27FC236}">
                    <a16:creationId xmlns:a16="http://schemas.microsoft.com/office/drawing/2014/main" id="{B14161B5-BB59-5C2F-BB6F-99544F083ABE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0" name="pg703">
                <a:extLst>
                  <a:ext uri="{FF2B5EF4-FFF2-40B4-BE49-F238E27FC236}">
                    <a16:creationId xmlns:a16="http://schemas.microsoft.com/office/drawing/2014/main" id="{DBAF8515-DE27-DCD2-447E-B74A68F97F33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1" name="pg704">
                <a:extLst>
                  <a:ext uri="{FF2B5EF4-FFF2-40B4-BE49-F238E27FC236}">
                    <a16:creationId xmlns:a16="http://schemas.microsoft.com/office/drawing/2014/main" id="{53F952B1-9BBC-018D-43F4-546F0D6AFD09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2" name="pg705">
                <a:extLst>
                  <a:ext uri="{FF2B5EF4-FFF2-40B4-BE49-F238E27FC236}">
                    <a16:creationId xmlns:a16="http://schemas.microsoft.com/office/drawing/2014/main" id="{920BF6B6-3B99-2898-7263-204D16C93EE4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3" name="pg706">
                <a:extLst>
                  <a:ext uri="{FF2B5EF4-FFF2-40B4-BE49-F238E27FC236}">
                    <a16:creationId xmlns:a16="http://schemas.microsoft.com/office/drawing/2014/main" id="{B85E9C3E-BBE9-ED17-1E91-E9A42AD5AEFD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4" name="pg707">
                <a:extLst>
                  <a:ext uri="{FF2B5EF4-FFF2-40B4-BE49-F238E27FC236}">
                    <a16:creationId xmlns:a16="http://schemas.microsoft.com/office/drawing/2014/main" id="{CBC3E7C8-C13E-0A81-F183-DE3E6D82A3F0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5" name="pg708">
                <a:extLst>
                  <a:ext uri="{FF2B5EF4-FFF2-40B4-BE49-F238E27FC236}">
                    <a16:creationId xmlns:a16="http://schemas.microsoft.com/office/drawing/2014/main" id="{46B7DBA8-49AF-A193-0D11-FBC58E83EDFA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6" name="pg709">
                <a:extLst>
                  <a:ext uri="{FF2B5EF4-FFF2-40B4-BE49-F238E27FC236}">
                    <a16:creationId xmlns:a16="http://schemas.microsoft.com/office/drawing/2014/main" id="{90A12D55-73BA-02B0-DB52-32949A310E75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7" name="pg710">
                <a:extLst>
                  <a:ext uri="{FF2B5EF4-FFF2-40B4-BE49-F238E27FC236}">
                    <a16:creationId xmlns:a16="http://schemas.microsoft.com/office/drawing/2014/main" id="{B74D73A7-3974-39BA-CF46-5C33EEF7275A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8" name="pg711">
                <a:extLst>
                  <a:ext uri="{FF2B5EF4-FFF2-40B4-BE49-F238E27FC236}">
                    <a16:creationId xmlns:a16="http://schemas.microsoft.com/office/drawing/2014/main" id="{A3FC5CAD-D4B6-81F6-E12B-78101BC13DE1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9" name="pg712">
                <a:extLst>
                  <a:ext uri="{FF2B5EF4-FFF2-40B4-BE49-F238E27FC236}">
                    <a16:creationId xmlns:a16="http://schemas.microsoft.com/office/drawing/2014/main" id="{F4CE0F0F-9982-8421-73F3-D0ADBB84C644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0" name="pg713">
                <a:extLst>
                  <a:ext uri="{FF2B5EF4-FFF2-40B4-BE49-F238E27FC236}">
                    <a16:creationId xmlns:a16="http://schemas.microsoft.com/office/drawing/2014/main" id="{BEF1BAE7-5EB4-7A93-C66D-1F88DC84BD31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1" name="pg714">
                <a:extLst>
                  <a:ext uri="{FF2B5EF4-FFF2-40B4-BE49-F238E27FC236}">
                    <a16:creationId xmlns:a16="http://schemas.microsoft.com/office/drawing/2014/main" id="{76ACBA1D-BE0F-EAAD-5738-876E7BEC03DE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2" name="pg715">
                <a:extLst>
                  <a:ext uri="{FF2B5EF4-FFF2-40B4-BE49-F238E27FC236}">
                    <a16:creationId xmlns:a16="http://schemas.microsoft.com/office/drawing/2014/main" id="{B937B9D5-B528-050C-9421-A4423D83479A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3" name="pg716">
                <a:extLst>
                  <a:ext uri="{FF2B5EF4-FFF2-40B4-BE49-F238E27FC236}">
                    <a16:creationId xmlns:a16="http://schemas.microsoft.com/office/drawing/2014/main" id="{08290651-4955-0A97-C8CE-2C4957A5CBBA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4" name="pg717">
                <a:extLst>
                  <a:ext uri="{FF2B5EF4-FFF2-40B4-BE49-F238E27FC236}">
                    <a16:creationId xmlns:a16="http://schemas.microsoft.com/office/drawing/2014/main" id="{6CF24988-BE43-733F-19E3-4A3D9B24447D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5" name="pg718">
                <a:extLst>
                  <a:ext uri="{FF2B5EF4-FFF2-40B4-BE49-F238E27FC236}">
                    <a16:creationId xmlns:a16="http://schemas.microsoft.com/office/drawing/2014/main" id="{E716937D-FB7F-B496-F2D7-A7C47628A40D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6" name="pg719">
                <a:extLst>
                  <a:ext uri="{FF2B5EF4-FFF2-40B4-BE49-F238E27FC236}">
                    <a16:creationId xmlns:a16="http://schemas.microsoft.com/office/drawing/2014/main" id="{FBA6AEA2-5A52-7AE5-A046-8E46DB076578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7" name="pg720">
                <a:extLst>
                  <a:ext uri="{FF2B5EF4-FFF2-40B4-BE49-F238E27FC236}">
                    <a16:creationId xmlns:a16="http://schemas.microsoft.com/office/drawing/2014/main" id="{5A789FE5-FEFA-760E-3BAF-52F223DC14F7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8" name="pg721">
                <a:extLst>
                  <a:ext uri="{FF2B5EF4-FFF2-40B4-BE49-F238E27FC236}">
                    <a16:creationId xmlns:a16="http://schemas.microsoft.com/office/drawing/2014/main" id="{7613355C-ED99-342E-CAFC-2E809D702845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9" name="pg722">
                <a:extLst>
                  <a:ext uri="{FF2B5EF4-FFF2-40B4-BE49-F238E27FC236}">
                    <a16:creationId xmlns:a16="http://schemas.microsoft.com/office/drawing/2014/main" id="{78211FCF-2949-52B4-A96A-C1675E9770A1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0" name="pg723">
                <a:extLst>
                  <a:ext uri="{FF2B5EF4-FFF2-40B4-BE49-F238E27FC236}">
                    <a16:creationId xmlns:a16="http://schemas.microsoft.com/office/drawing/2014/main" id="{3D031231-9579-9CAA-3218-B1B28A087E58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1" name="pg724">
                <a:extLst>
                  <a:ext uri="{FF2B5EF4-FFF2-40B4-BE49-F238E27FC236}">
                    <a16:creationId xmlns:a16="http://schemas.microsoft.com/office/drawing/2014/main" id="{CD9C32EB-7581-CA0C-A10A-18E1FEDD7F14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2" name="pg725">
                <a:extLst>
                  <a:ext uri="{FF2B5EF4-FFF2-40B4-BE49-F238E27FC236}">
                    <a16:creationId xmlns:a16="http://schemas.microsoft.com/office/drawing/2014/main" id="{0B2758F3-F86F-5CD1-08B8-293FC296852C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3" name="pg726">
                <a:extLst>
                  <a:ext uri="{FF2B5EF4-FFF2-40B4-BE49-F238E27FC236}">
                    <a16:creationId xmlns:a16="http://schemas.microsoft.com/office/drawing/2014/main" id="{694FED71-CFF2-00AB-FCB1-C150F5A44FC1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4" name="pg727">
                <a:extLst>
                  <a:ext uri="{FF2B5EF4-FFF2-40B4-BE49-F238E27FC236}">
                    <a16:creationId xmlns:a16="http://schemas.microsoft.com/office/drawing/2014/main" id="{8A5A9FE1-A996-1E72-89CE-6D448D3DC2F7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5" name="pg728">
                <a:extLst>
                  <a:ext uri="{FF2B5EF4-FFF2-40B4-BE49-F238E27FC236}">
                    <a16:creationId xmlns:a16="http://schemas.microsoft.com/office/drawing/2014/main" id="{A17EF8AC-F9DE-EDB7-4875-17361BC4E6FD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6" name="pg729">
                <a:extLst>
                  <a:ext uri="{FF2B5EF4-FFF2-40B4-BE49-F238E27FC236}">
                    <a16:creationId xmlns:a16="http://schemas.microsoft.com/office/drawing/2014/main" id="{1BBA2C31-2109-CC3A-1C10-2AEA2A652A3D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7" name="pg730">
                <a:extLst>
                  <a:ext uri="{FF2B5EF4-FFF2-40B4-BE49-F238E27FC236}">
                    <a16:creationId xmlns:a16="http://schemas.microsoft.com/office/drawing/2014/main" id="{7BA9405A-C2B6-499D-027E-EBF6886825EE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8" name="pg731">
                <a:extLst>
                  <a:ext uri="{FF2B5EF4-FFF2-40B4-BE49-F238E27FC236}">
                    <a16:creationId xmlns:a16="http://schemas.microsoft.com/office/drawing/2014/main" id="{7AF1BD05-DAC5-ED12-CC14-A94536BCFB68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9" name="pg732">
                <a:extLst>
                  <a:ext uri="{FF2B5EF4-FFF2-40B4-BE49-F238E27FC236}">
                    <a16:creationId xmlns:a16="http://schemas.microsoft.com/office/drawing/2014/main" id="{12AB6B2B-8AB8-F5EB-49A3-E2D5478969E2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0" name="pg733">
                <a:extLst>
                  <a:ext uri="{FF2B5EF4-FFF2-40B4-BE49-F238E27FC236}">
                    <a16:creationId xmlns:a16="http://schemas.microsoft.com/office/drawing/2014/main" id="{7A0C11EE-B83E-37A5-C6A9-B0928801854B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1" name="pg734">
                <a:extLst>
                  <a:ext uri="{FF2B5EF4-FFF2-40B4-BE49-F238E27FC236}">
                    <a16:creationId xmlns:a16="http://schemas.microsoft.com/office/drawing/2014/main" id="{712008A2-5CAB-8156-52A1-3682C8A14C7B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2" name="pg735">
                <a:extLst>
                  <a:ext uri="{FF2B5EF4-FFF2-40B4-BE49-F238E27FC236}">
                    <a16:creationId xmlns:a16="http://schemas.microsoft.com/office/drawing/2014/main" id="{3AF144F4-5CE8-60E3-7085-EF38F026AC4A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3" name="pg736">
                <a:extLst>
                  <a:ext uri="{FF2B5EF4-FFF2-40B4-BE49-F238E27FC236}">
                    <a16:creationId xmlns:a16="http://schemas.microsoft.com/office/drawing/2014/main" id="{27ACEB3B-C773-BB26-7F76-FC20E19634C6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4" name="pg737">
                <a:extLst>
                  <a:ext uri="{FF2B5EF4-FFF2-40B4-BE49-F238E27FC236}">
                    <a16:creationId xmlns:a16="http://schemas.microsoft.com/office/drawing/2014/main" id="{8B50AEB7-D09D-EE65-5304-F12DBAAA65D6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5" name="pg738">
                <a:extLst>
                  <a:ext uri="{FF2B5EF4-FFF2-40B4-BE49-F238E27FC236}">
                    <a16:creationId xmlns:a16="http://schemas.microsoft.com/office/drawing/2014/main" id="{DDB4857A-0FFB-4766-8C71-FCD5103BB88D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6" name="pg739">
                <a:extLst>
                  <a:ext uri="{FF2B5EF4-FFF2-40B4-BE49-F238E27FC236}">
                    <a16:creationId xmlns:a16="http://schemas.microsoft.com/office/drawing/2014/main" id="{47B6B483-6F14-3A76-C51B-1A4C288F159E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7" name="pg740">
                <a:extLst>
                  <a:ext uri="{FF2B5EF4-FFF2-40B4-BE49-F238E27FC236}">
                    <a16:creationId xmlns:a16="http://schemas.microsoft.com/office/drawing/2014/main" id="{DFFBA612-B042-5373-2F59-E9D7F56A2023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8" name="pg741">
                <a:extLst>
                  <a:ext uri="{FF2B5EF4-FFF2-40B4-BE49-F238E27FC236}">
                    <a16:creationId xmlns:a16="http://schemas.microsoft.com/office/drawing/2014/main" id="{52EDA431-9E6C-4830-2710-B867D0CB3487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9" name="pg742">
                <a:extLst>
                  <a:ext uri="{FF2B5EF4-FFF2-40B4-BE49-F238E27FC236}">
                    <a16:creationId xmlns:a16="http://schemas.microsoft.com/office/drawing/2014/main" id="{668F2C91-34AE-17BD-AF55-DD4B3300D1A6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0" name="pg743">
                <a:extLst>
                  <a:ext uri="{FF2B5EF4-FFF2-40B4-BE49-F238E27FC236}">
                    <a16:creationId xmlns:a16="http://schemas.microsoft.com/office/drawing/2014/main" id="{AC111CC5-0E62-F012-FAC5-DF560A7E5433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1" name="pg744">
                <a:extLst>
                  <a:ext uri="{FF2B5EF4-FFF2-40B4-BE49-F238E27FC236}">
                    <a16:creationId xmlns:a16="http://schemas.microsoft.com/office/drawing/2014/main" id="{8A1E7140-E996-10A6-6D85-14EB5BF0851D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2" name="pg745">
                <a:extLst>
                  <a:ext uri="{FF2B5EF4-FFF2-40B4-BE49-F238E27FC236}">
                    <a16:creationId xmlns:a16="http://schemas.microsoft.com/office/drawing/2014/main" id="{C9117C20-3CBF-90DB-D751-D12E06BD5346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3" name="pg746">
                <a:extLst>
                  <a:ext uri="{FF2B5EF4-FFF2-40B4-BE49-F238E27FC236}">
                    <a16:creationId xmlns:a16="http://schemas.microsoft.com/office/drawing/2014/main" id="{665DE088-1E34-B46D-78DB-F52FA0132ADE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4" name="pg747">
                <a:extLst>
                  <a:ext uri="{FF2B5EF4-FFF2-40B4-BE49-F238E27FC236}">
                    <a16:creationId xmlns:a16="http://schemas.microsoft.com/office/drawing/2014/main" id="{47D7766C-3B22-A9B3-DCF9-F9B1530883CB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5" name="pg748">
                <a:extLst>
                  <a:ext uri="{FF2B5EF4-FFF2-40B4-BE49-F238E27FC236}">
                    <a16:creationId xmlns:a16="http://schemas.microsoft.com/office/drawing/2014/main" id="{3A071EFD-C5E2-133F-C1D6-2B195CF59772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6" name="pg749">
                <a:extLst>
                  <a:ext uri="{FF2B5EF4-FFF2-40B4-BE49-F238E27FC236}">
                    <a16:creationId xmlns:a16="http://schemas.microsoft.com/office/drawing/2014/main" id="{C5D315F6-B8C5-9B12-4903-41212B1D70E6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7" name="pg750">
                <a:extLst>
                  <a:ext uri="{FF2B5EF4-FFF2-40B4-BE49-F238E27FC236}">
                    <a16:creationId xmlns:a16="http://schemas.microsoft.com/office/drawing/2014/main" id="{DE18DB2E-D2A5-9942-F2F9-040141CB9D49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8" name="pg751">
                <a:extLst>
                  <a:ext uri="{FF2B5EF4-FFF2-40B4-BE49-F238E27FC236}">
                    <a16:creationId xmlns:a16="http://schemas.microsoft.com/office/drawing/2014/main" id="{6209AFE8-0980-EB5F-D50C-FD688BFBA9AD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9" name="pg752">
                <a:extLst>
                  <a:ext uri="{FF2B5EF4-FFF2-40B4-BE49-F238E27FC236}">
                    <a16:creationId xmlns:a16="http://schemas.microsoft.com/office/drawing/2014/main" id="{F6E69CCF-7DFE-BB23-53B7-F64E4C92E810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0" name="pg753">
                <a:extLst>
                  <a:ext uri="{FF2B5EF4-FFF2-40B4-BE49-F238E27FC236}">
                    <a16:creationId xmlns:a16="http://schemas.microsoft.com/office/drawing/2014/main" id="{6B4AE0AD-D590-D01C-BDC8-9BF88A4D4351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1" name="pg754">
                <a:extLst>
                  <a:ext uri="{FF2B5EF4-FFF2-40B4-BE49-F238E27FC236}">
                    <a16:creationId xmlns:a16="http://schemas.microsoft.com/office/drawing/2014/main" id="{756B55EC-397E-B65E-A7C3-0E2288B7B0FD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2" name="pg755">
                <a:extLst>
                  <a:ext uri="{FF2B5EF4-FFF2-40B4-BE49-F238E27FC236}">
                    <a16:creationId xmlns:a16="http://schemas.microsoft.com/office/drawing/2014/main" id="{68315437-C63A-1AC7-DC47-ED5AED5B4611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3" name="pg756">
                <a:extLst>
                  <a:ext uri="{FF2B5EF4-FFF2-40B4-BE49-F238E27FC236}">
                    <a16:creationId xmlns:a16="http://schemas.microsoft.com/office/drawing/2014/main" id="{F7FD6A9F-F4E3-8552-BE1C-E8348C2CC7D9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4" name="pg757">
                <a:extLst>
                  <a:ext uri="{FF2B5EF4-FFF2-40B4-BE49-F238E27FC236}">
                    <a16:creationId xmlns:a16="http://schemas.microsoft.com/office/drawing/2014/main" id="{21151B0F-29EB-2829-2ED9-DACD2CE9C939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5" name="pg758">
                <a:extLst>
                  <a:ext uri="{FF2B5EF4-FFF2-40B4-BE49-F238E27FC236}">
                    <a16:creationId xmlns:a16="http://schemas.microsoft.com/office/drawing/2014/main" id="{B9CBF141-1004-85A6-B7A2-C59F314BA0E0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6" name="pg759">
                <a:extLst>
                  <a:ext uri="{FF2B5EF4-FFF2-40B4-BE49-F238E27FC236}">
                    <a16:creationId xmlns:a16="http://schemas.microsoft.com/office/drawing/2014/main" id="{E7B2907B-11C9-C5C8-FC5B-1208320257E5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7" name="pg760">
                <a:extLst>
                  <a:ext uri="{FF2B5EF4-FFF2-40B4-BE49-F238E27FC236}">
                    <a16:creationId xmlns:a16="http://schemas.microsoft.com/office/drawing/2014/main" id="{851F015B-E4C2-3540-DA32-1C78BDBEA281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8" name="pg761">
                <a:extLst>
                  <a:ext uri="{FF2B5EF4-FFF2-40B4-BE49-F238E27FC236}">
                    <a16:creationId xmlns:a16="http://schemas.microsoft.com/office/drawing/2014/main" id="{501938F1-ACD3-B346-F70F-89790EECBD42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9" name="pg762">
                <a:extLst>
                  <a:ext uri="{FF2B5EF4-FFF2-40B4-BE49-F238E27FC236}">
                    <a16:creationId xmlns:a16="http://schemas.microsoft.com/office/drawing/2014/main" id="{DD3149FB-8A09-F184-1B93-34248D7B9218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0" name="pg763">
                <a:extLst>
                  <a:ext uri="{FF2B5EF4-FFF2-40B4-BE49-F238E27FC236}">
                    <a16:creationId xmlns:a16="http://schemas.microsoft.com/office/drawing/2014/main" id="{D632F13D-B732-7305-FC97-A3795E2672B1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1" name="pg764">
                <a:extLst>
                  <a:ext uri="{FF2B5EF4-FFF2-40B4-BE49-F238E27FC236}">
                    <a16:creationId xmlns:a16="http://schemas.microsoft.com/office/drawing/2014/main" id="{611DB542-748D-BCCA-0EAA-B8247BCDE432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2" name="pg765">
                <a:extLst>
                  <a:ext uri="{FF2B5EF4-FFF2-40B4-BE49-F238E27FC236}">
                    <a16:creationId xmlns:a16="http://schemas.microsoft.com/office/drawing/2014/main" id="{5C303572-DF3A-A775-5217-DBE8AC5D45CE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3" name="pg766">
                <a:extLst>
                  <a:ext uri="{FF2B5EF4-FFF2-40B4-BE49-F238E27FC236}">
                    <a16:creationId xmlns:a16="http://schemas.microsoft.com/office/drawing/2014/main" id="{2CEF0407-969C-19FE-226D-05AA0049AE97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4" name="pg767">
                <a:extLst>
                  <a:ext uri="{FF2B5EF4-FFF2-40B4-BE49-F238E27FC236}">
                    <a16:creationId xmlns:a16="http://schemas.microsoft.com/office/drawing/2014/main" id="{2CBD507B-22AF-A0B9-03AE-22D4C4C31212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5" name="pg768">
                <a:extLst>
                  <a:ext uri="{FF2B5EF4-FFF2-40B4-BE49-F238E27FC236}">
                    <a16:creationId xmlns:a16="http://schemas.microsoft.com/office/drawing/2014/main" id="{AF97D690-CB5C-F4F2-AA9B-EA6328EC074D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6" name="pg769">
                <a:extLst>
                  <a:ext uri="{FF2B5EF4-FFF2-40B4-BE49-F238E27FC236}">
                    <a16:creationId xmlns:a16="http://schemas.microsoft.com/office/drawing/2014/main" id="{3FF4F96F-39DF-97BE-A811-BA4E2A093C74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7" name="pg770">
                <a:extLst>
                  <a:ext uri="{FF2B5EF4-FFF2-40B4-BE49-F238E27FC236}">
                    <a16:creationId xmlns:a16="http://schemas.microsoft.com/office/drawing/2014/main" id="{4DE9DB25-45BC-4038-069F-6F145B8D1610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8" name="pg771">
                <a:extLst>
                  <a:ext uri="{FF2B5EF4-FFF2-40B4-BE49-F238E27FC236}">
                    <a16:creationId xmlns:a16="http://schemas.microsoft.com/office/drawing/2014/main" id="{0D290B65-F4B0-899F-8AD0-34621522BCC1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9" name="pg772">
                <a:extLst>
                  <a:ext uri="{FF2B5EF4-FFF2-40B4-BE49-F238E27FC236}">
                    <a16:creationId xmlns:a16="http://schemas.microsoft.com/office/drawing/2014/main" id="{F01ADB25-C025-F85E-FF23-EADB8D8DF0E0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0" name="pg773">
                <a:extLst>
                  <a:ext uri="{FF2B5EF4-FFF2-40B4-BE49-F238E27FC236}">
                    <a16:creationId xmlns:a16="http://schemas.microsoft.com/office/drawing/2014/main" id="{ACDA2C3C-865B-3B6A-E4F3-7C1655A1BAF6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1" name="pg774">
                <a:extLst>
                  <a:ext uri="{FF2B5EF4-FFF2-40B4-BE49-F238E27FC236}">
                    <a16:creationId xmlns:a16="http://schemas.microsoft.com/office/drawing/2014/main" id="{8C9191D0-29ED-7B80-C5EB-5864A294878A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2" name="pg775">
                <a:extLst>
                  <a:ext uri="{FF2B5EF4-FFF2-40B4-BE49-F238E27FC236}">
                    <a16:creationId xmlns:a16="http://schemas.microsoft.com/office/drawing/2014/main" id="{9F9A5804-BDD9-8B51-5678-B82E86D53BBB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3" name="pg776">
                <a:extLst>
                  <a:ext uri="{FF2B5EF4-FFF2-40B4-BE49-F238E27FC236}">
                    <a16:creationId xmlns:a16="http://schemas.microsoft.com/office/drawing/2014/main" id="{CADF6DCD-5723-0767-C43F-92CB0F08EBD8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4" name="pg777">
                <a:extLst>
                  <a:ext uri="{FF2B5EF4-FFF2-40B4-BE49-F238E27FC236}">
                    <a16:creationId xmlns:a16="http://schemas.microsoft.com/office/drawing/2014/main" id="{6BA3A8F6-CF62-32A6-3970-6BF8F130C489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5" name="pg778">
                <a:extLst>
                  <a:ext uri="{FF2B5EF4-FFF2-40B4-BE49-F238E27FC236}">
                    <a16:creationId xmlns:a16="http://schemas.microsoft.com/office/drawing/2014/main" id="{19041A14-0376-B8CC-15B3-AA3FFCA9A314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6" name="pg779">
                <a:extLst>
                  <a:ext uri="{FF2B5EF4-FFF2-40B4-BE49-F238E27FC236}">
                    <a16:creationId xmlns:a16="http://schemas.microsoft.com/office/drawing/2014/main" id="{B32777D0-C672-749F-A1EA-9219F66D0E2D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7" name="pg780">
                <a:extLst>
                  <a:ext uri="{FF2B5EF4-FFF2-40B4-BE49-F238E27FC236}">
                    <a16:creationId xmlns:a16="http://schemas.microsoft.com/office/drawing/2014/main" id="{E4537CD7-0A8E-E862-6526-99C41999481A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8" name="pg781">
                <a:extLst>
                  <a:ext uri="{FF2B5EF4-FFF2-40B4-BE49-F238E27FC236}">
                    <a16:creationId xmlns:a16="http://schemas.microsoft.com/office/drawing/2014/main" id="{4B953154-CADD-0614-4D65-F3F7D544E314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9" name="pg782">
                <a:extLst>
                  <a:ext uri="{FF2B5EF4-FFF2-40B4-BE49-F238E27FC236}">
                    <a16:creationId xmlns:a16="http://schemas.microsoft.com/office/drawing/2014/main" id="{288DC4E6-01F0-96D7-D68D-EC6A58AC9C5B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0" name="pg783">
                <a:extLst>
                  <a:ext uri="{FF2B5EF4-FFF2-40B4-BE49-F238E27FC236}">
                    <a16:creationId xmlns:a16="http://schemas.microsoft.com/office/drawing/2014/main" id="{B8F10538-B62E-D43D-4519-43C7812A576B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1" name="pg784">
                <a:extLst>
                  <a:ext uri="{FF2B5EF4-FFF2-40B4-BE49-F238E27FC236}">
                    <a16:creationId xmlns:a16="http://schemas.microsoft.com/office/drawing/2014/main" id="{C6867EE7-3921-2BEF-5012-155E38252F8C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2" name="pg785">
                <a:extLst>
                  <a:ext uri="{FF2B5EF4-FFF2-40B4-BE49-F238E27FC236}">
                    <a16:creationId xmlns:a16="http://schemas.microsoft.com/office/drawing/2014/main" id="{DD94818E-461B-9918-A362-38250597E5AB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3" name="pg786">
                <a:extLst>
                  <a:ext uri="{FF2B5EF4-FFF2-40B4-BE49-F238E27FC236}">
                    <a16:creationId xmlns:a16="http://schemas.microsoft.com/office/drawing/2014/main" id="{A03F0BDA-9BF6-95E0-14F1-D45F8023C0C5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4" name="pg787">
                <a:extLst>
                  <a:ext uri="{FF2B5EF4-FFF2-40B4-BE49-F238E27FC236}">
                    <a16:creationId xmlns:a16="http://schemas.microsoft.com/office/drawing/2014/main" id="{6712D3B7-A126-5E80-D071-E4148DD5BA69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5" name="pg788">
                <a:extLst>
                  <a:ext uri="{FF2B5EF4-FFF2-40B4-BE49-F238E27FC236}">
                    <a16:creationId xmlns:a16="http://schemas.microsoft.com/office/drawing/2014/main" id="{7F78D912-C48E-4556-DB15-33256135CE34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6" name="pg789">
                <a:extLst>
                  <a:ext uri="{FF2B5EF4-FFF2-40B4-BE49-F238E27FC236}">
                    <a16:creationId xmlns:a16="http://schemas.microsoft.com/office/drawing/2014/main" id="{F5279CA8-9079-4D23-CC96-28983963BB79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7" name="pg790">
                <a:extLst>
                  <a:ext uri="{FF2B5EF4-FFF2-40B4-BE49-F238E27FC236}">
                    <a16:creationId xmlns:a16="http://schemas.microsoft.com/office/drawing/2014/main" id="{DEC35BCC-F938-F800-C0DB-E175768FF6E3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8" name="pg791">
                <a:extLst>
                  <a:ext uri="{FF2B5EF4-FFF2-40B4-BE49-F238E27FC236}">
                    <a16:creationId xmlns:a16="http://schemas.microsoft.com/office/drawing/2014/main" id="{8AAFC353-BD60-D81B-F479-E31DF6ACCE6E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9" name="pg792">
                <a:extLst>
                  <a:ext uri="{FF2B5EF4-FFF2-40B4-BE49-F238E27FC236}">
                    <a16:creationId xmlns:a16="http://schemas.microsoft.com/office/drawing/2014/main" id="{1929DF7F-0738-27BA-9635-26FDA287E50F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0" name="pg793">
                <a:extLst>
                  <a:ext uri="{FF2B5EF4-FFF2-40B4-BE49-F238E27FC236}">
                    <a16:creationId xmlns:a16="http://schemas.microsoft.com/office/drawing/2014/main" id="{2404B6EF-8859-12FF-5626-A7490C633286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1" name="pg794">
                <a:extLst>
                  <a:ext uri="{FF2B5EF4-FFF2-40B4-BE49-F238E27FC236}">
                    <a16:creationId xmlns:a16="http://schemas.microsoft.com/office/drawing/2014/main" id="{16289325-55DD-31C8-C16E-920D4D990DA3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2" name="pg795">
                <a:extLst>
                  <a:ext uri="{FF2B5EF4-FFF2-40B4-BE49-F238E27FC236}">
                    <a16:creationId xmlns:a16="http://schemas.microsoft.com/office/drawing/2014/main" id="{67536987-7234-1FBC-963C-CF8EB940AD43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3" name="pg796">
                <a:extLst>
                  <a:ext uri="{FF2B5EF4-FFF2-40B4-BE49-F238E27FC236}">
                    <a16:creationId xmlns:a16="http://schemas.microsoft.com/office/drawing/2014/main" id="{DA892576-A8E0-18D9-4BB9-CA60C3D4E0AE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4" name="pg797">
                <a:extLst>
                  <a:ext uri="{FF2B5EF4-FFF2-40B4-BE49-F238E27FC236}">
                    <a16:creationId xmlns:a16="http://schemas.microsoft.com/office/drawing/2014/main" id="{EDC58513-E0D1-DE94-8EC9-FBB3753D585F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5" name="pg798">
                <a:extLst>
                  <a:ext uri="{FF2B5EF4-FFF2-40B4-BE49-F238E27FC236}">
                    <a16:creationId xmlns:a16="http://schemas.microsoft.com/office/drawing/2014/main" id="{7CB543CF-4374-72C0-BA4B-B01AD3422FD3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6" name="pg799">
                <a:extLst>
                  <a:ext uri="{FF2B5EF4-FFF2-40B4-BE49-F238E27FC236}">
                    <a16:creationId xmlns:a16="http://schemas.microsoft.com/office/drawing/2014/main" id="{5AB20C59-037D-A8D6-119A-A4BECF099245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7" name="pg800">
                <a:extLst>
                  <a:ext uri="{FF2B5EF4-FFF2-40B4-BE49-F238E27FC236}">
                    <a16:creationId xmlns:a16="http://schemas.microsoft.com/office/drawing/2014/main" id="{8D70B19F-3D49-A934-2531-FB70F6ADE3CC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8" name="pg801">
                <a:extLst>
                  <a:ext uri="{FF2B5EF4-FFF2-40B4-BE49-F238E27FC236}">
                    <a16:creationId xmlns:a16="http://schemas.microsoft.com/office/drawing/2014/main" id="{3EAEC505-636D-C9E4-31CB-33E053804954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9" name="pg802">
                <a:extLst>
                  <a:ext uri="{FF2B5EF4-FFF2-40B4-BE49-F238E27FC236}">
                    <a16:creationId xmlns:a16="http://schemas.microsoft.com/office/drawing/2014/main" id="{E893ACC6-B411-2260-1843-D8B5CCB001D1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0" name="pg803">
                <a:extLst>
                  <a:ext uri="{FF2B5EF4-FFF2-40B4-BE49-F238E27FC236}">
                    <a16:creationId xmlns:a16="http://schemas.microsoft.com/office/drawing/2014/main" id="{9310C836-08E1-ED0F-9714-E875B02A611A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1" name="pg804">
                <a:extLst>
                  <a:ext uri="{FF2B5EF4-FFF2-40B4-BE49-F238E27FC236}">
                    <a16:creationId xmlns:a16="http://schemas.microsoft.com/office/drawing/2014/main" id="{264B0AA6-C011-7E7B-A358-094B3AECB8C5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2" name="pg805">
                <a:extLst>
                  <a:ext uri="{FF2B5EF4-FFF2-40B4-BE49-F238E27FC236}">
                    <a16:creationId xmlns:a16="http://schemas.microsoft.com/office/drawing/2014/main" id="{C47F3336-EB23-938F-5A8A-62C3DBE62EF4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3" name="pg806">
                <a:extLst>
                  <a:ext uri="{FF2B5EF4-FFF2-40B4-BE49-F238E27FC236}">
                    <a16:creationId xmlns:a16="http://schemas.microsoft.com/office/drawing/2014/main" id="{21692347-D23C-78F5-18E6-2B80CF3D8E59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4" name="pg807">
                <a:extLst>
                  <a:ext uri="{FF2B5EF4-FFF2-40B4-BE49-F238E27FC236}">
                    <a16:creationId xmlns:a16="http://schemas.microsoft.com/office/drawing/2014/main" id="{8EBA4A8F-E2F6-68A3-309E-8F25AE81AFD0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5" name="pg808">
                <a:extLst>
                  <a:ext uri="{FF2B5EF4-FFF2-40B4-BE49-F238E27FC236}">
                    <a16:creationId xmlns:a16="http://schemas.microsoft.com/office/drawing/2014/main" id="{8C42531A-5A22-C097-FD89-FB0B052139FC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6" name="pg809">
                <a:extLst>
                  <a:ext uri="{FF2B5EF4-FFF2-40B4-BE49-F238E27FC236}">
                    <a16:creationId xmlns:a16="http://schemas.microsoft.com/office/drawing/2014/main" id="{FBD3FC63-3998-4EC5-EA3A-C705DD51A81B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7" name="pg810">
                <a:extLst>
                  <a:ext uri="{FF2B5EF4-FFF2-40B4-BE49-F238E27FC236}">
                    <a16:creationId xmlns:a16="http://schemas.microsoft.com/office/drawing/2014/main" id="{CC06D67B-851F-D7E4-84CA-707A04B8461D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8" name="pg811">
                <a:extLst>
                  <a:ext uri="{FF2B5EF4-FFF2-40B4-BE49-F238E27FC236}">
                    <a16:creationId xmlns:a16="http://schemas.microsoft.com/office/drawing/2014/main" id="{70E767D7-0B5D-5C68-132A-F6AA0480E6D9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9" name="pg812">
                <a:extLst>
                  <a:ext uri="{FF2B5EF4-FFF2-40B4-BE49-F238E27FC236}">
                    <a16:creationId xmlns:a16="http://schemas.microsoft.com/office/drawing/2014/main" id="{C050168B-664C-ABBF-9747-CB5C712861E4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0" name="pg813">
                <a:extLst>
                  <a:ext uri="{FF2B5EF4-FFF2-40B4-BE49-F238E27FC236}">
                    <a16:creationId xmlns:a16="http://schemas.microsoft.com/office/drawing/2014/main" id="{2C38F54B-87A3-0B4A-899E-3603367B1780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1" name="pg814">
                <a:extLst>
                  <a:ext uri="{FF2B5EF4-FFF2-40B4-BE49-F238E27FC236}">
                    <a16:creationId xmlns:a16="http://schemas.microsoft.com/office/drawing/2014/main" id="{B9DFCF82-5A77-1C1C-1193-EA4F137E09B5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2" name="pg815">
                <a:extLst>
                  <a:ext uri="{FF2B5EF4-FFF2-40B4-BE49-F238E27FC236}">
                    <a16:creationId xmlns:a16="http://schemas.microsoft.com/office/drawing/2014/main" id="{2A1D1C0D-4ABF-49F2-01FD-199BB2C944B1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3" name="pg816">
                <a:extLst>
                  <a:ext uri="{FF2B5EF4-FFF2-40B4-BE49-F238E27FC236}">
                    <a16:creationId xmlns:a16="http://schemas.microsoft.com/office/drawing/2014/main" id="{1F263DA0-B585-FAFA-F822-F599804C6E43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4" name="pg817">
                <a:extLst>
                  <a:ext uri="{FF2B5EF4-FFF2-40B4-BE49-F238E27FC236}">
                    <a16:creationId xmlns:a16="http://schemas.microsoft.com/office/drawing/2014/main" id="{9BDC19AE-B9CD-ADBC-D62A-313EA400B958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5" name="pg818">
                <a:extLst>
                  <a:ext uri="{FF2B5EF4-FFF2-40B4-BE49-F238E27FC236}">
                    <a16:creationId xmlns:a16="http://schemas.microsoft.com/office/drawing/2014/main" id="{1C064F90-EB8E-E880-9CA4-78BA1540C9F2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6" name="pg819">
                <a:extLst>
                  <a:ext uri="{FF2B5EF4-FFF2-40B4-BE49-F238E27FC236}">
                    <a16:creationId xmlns:a16="http://schemas.microsoft.com/office/drawing/2014/main" id="{E4111985-5A04-F674-4285-F7299624A7CD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7" name="pg820">
                <a:extLst>
                  <a:ext uri="{FF2B5EF4-FFF2-40B4-BE49-F238E27FC236}">
                    <a16:creationId xmlns:a16="http://schemas.microsoft.com/office/drawing/2014/main" id="{EDC11A7B-DCAB-E1AF-9624-44848C5240EE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8" name="pg821">
                <a:extLst>
                  <a:ext uri="{FF2B5EF4-FFF2-40B4-BE49-F238E27FC236}">
                    <a16:creationId xmlns:a16="http://schemas.microsoft.com/office/drawing/2014/main" id="{585B84C9-C10F-16CC-090B-1E88AD26F599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9" name="pg822">
                <a:extLst>
                  <a:ext uri="{FF2B5EF4-FFF2-40B4-BE49-F238E27FC236}">
                    <a16:creationId xmlns:a16="http://schemas.microsoft.com/office/drawing/2014/main" id="{18E6B16C-2205-3F5E-FCBE-67E81CA7E180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0" name="pg823">
                <a:extLst>
                  <a:ext uri="{FF2B5EF4-FFF2-40B4-BE49-F238E27FC236}">
                    <a16:creationId xmlns:a16="http://schemas.microsoft.com/office/drawing/2014/main" id="{95154F92-99B5-1DC6-A501-F2760648CE3F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1" name="pg824">
                <a:extLst>
                  <a:ext uri="{FF2B5EF4-FFF2-40B4-BE49-F238E27FC236}">
                    <a16:creationId xmlns:a16="http://schemas.microsoft.com/office/drawing/2014/main" id="{75F3334B-C048-22CF-C42A-CC39DB72B680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2" name="pg825">
                <a:extLst>
                  <a:ext uri="{FF2B5EF4-FFF2-40B4-BE49-F238E27FC236}">
                    <a16:creationId xmlns:a16="http://schemas.microsoft.com/office/drawing/2014/main" id="{4D700CAB-E410-05BD-157A-8B61858B1CB7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3" name="pg826">
                <a:extLst>
                  <a:ext uri="{FF2B5EF4-FFF2-40B4-BE49-F238E27FC236}">
                    <a16:creationId xmlns:a16="http://schemas.microsoft.com/office/drawing/2014/main" id="{ABD0A5EA-5F6B-F97A-BA73-6E33219AC10B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4" name="pg827">
                <a:extLst>
                  <a:ext uri="{FF2B5EF4-FFF2-40B4-BE49-F238E27FC236}">
                    <a16:creationId xmlns:a16="http://schemas.microsoft.com/office/drawing/2014/main" id="{36CD665E-8D31-7196-EA5F-93C2023A8806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5" name="pg828">
                <a:extLst>
                  <a:ext uri="{FF2B5EF4-FFF2-40B4-BE49-F238E27FC236}">
                    <a16:creationId xmlns:a16="http://schemas.microsoft.com/office/drawing/2014/main" id="{976E89D8-4D83-566E-6599-5A1C70D5DE14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6" name="pg829">
                <a:extLst>
                  <a:ext uri="{FF2B5EF4-FFF2-40B4-BE49-F238E27FC236}">
                    <a16:creationId xmlns:a16="http://schemas.microsoft.com/office/drawing/2014/main" id="{8BA6A01F-957F-0465-B2D1-49C8891C73C9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7" name="pg830">
                <a:extLst>
                  <a:ext uri="{FF2B5EF4-FFF2-40B4-BE49-F238E27FC236}">
                    <a16:creationId xmlns:a16="http://schemas.microsoft.com/office/drawing/2014/main" id="{D4B9B0D2-EBC2-7841-CBDA-8395B2057FDE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8" name="pg831">
                <a:extLst>
                  <a:ext uri="{FF2B5EF4-FFF2-40B4-BE49-F238E27FC236}">
                    <a16:creationId xmlns:a16="http://schemas.microsoft.com/office/drawing/2014/main" id="{424F2AD0-B12A-BAC2-D775-F87A33915F90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9" name="pg832">
                <a:extLst>
                  <a:ext uri="{FF2B5EF4-FFF2-40B4-BE49-F238E27FC236}">
                    <a16:creationId xmlns:a16="http://schemas.microsoft.com/office/drawing/2014/main" id="{5771EDEE-21DD-E7F6-5BCD-0C89C9DF3D04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0" name="pg833">
                <a:extLst>
                  <a:ext uri="{FF2B5EF4-FFF2-40B4-BE49-F238E27FC236}">
                    <a16:creationId xmlns:a16="http://schemas.microsoft.com/office/drawing/2014/main" id="{6030CFF0-7EC1-F8AD-2637-6CF544310028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1" name="pg834">
                <a:extLst>
                  <a:ext uri="{FF2B5EF4-FFF2-40B4-BE49-F238E27FC236}">
                    <a16:creationId xmlns:a16="http://schemas.microsoft.com/office/drawing/2014/main" id="{0CDFAFFB-2D47-B9F7-46F7-5FBB5C2C86F4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2" name="pg835">
                <a:extLst>
                  <a:ext uri="{FF2B5EF4-FFF2-40B4-BE49-F238E27FC236}">
                    <a16:creationId xmlns:a16="http://schemas.microsoft.com/office/drawing/2014/main" id="{C790456F-8B29-DF4B-4E3C-FC522F9ECCAD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3" name="pg836">
                <a:extLst>
                  <a:ext uri="{FF2B5EF4-FFF2-40B4-BE49-F238E27FC236}">
                    <a16:creationId xmlns:a16="http://schemas.microsoft.com/office/drawing/2014/main" id="{21C5F285-089E-99E1-AECE-B904C7B97AAF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4" name="pg837">
                <a:extLst>
                  <a:ext uri="{FF2B5EF4-FFF2-40B4-BE49-F238E27FC236}">
                    <a16:creationId xmlns:a16="http://schemas.microsoft.com/office/drawing/2014/main" id="{6FFA230D-042C-ED3A-CC4D-5F0061732111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5" name="pg838">
                <a:extLst>
                  <a:ext uri="{FF2B5EF4-FFF2-40B4-BE49-F238E27FC236}">
                    <a16:creationId xmlns:a16="http://schemas.microsoft.com/office/drawing/2014/main" id="{CD46327D-90AA-124E-1733-733FFF29B25D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6" name="pg839">
                <a:extLst>
                  <a:ext uri="{FF2B5EF4-FFF2-40B4-BE49-F238E27FC236}">
                    <a16:creationId xmlns:a16="http://schemas.microsoft.com/office/drawing/2014/main" id="{1BA89A85-98CF-7D1B-5D75-2A053B3A1A55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7" name="pg840">
                <a:extLst>
                  <a:ext uri="{FF2B5EF4-FFF2-40B4-BE49-F238E27FC236}">
                    <a16:creationId xmlns:a16="http://schemas.microsoft.com/office/drawing/2014/main" id="{BED7747F-5193-3546-12B3-AA3CC71FBCCF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8" name="pg841">
                <a:extLst>
                  <a:ext uri="{FF2B5EF4-FFF2-40B4-BE49-F238E27FC236}">
                    <a16:creationId xmlns:a16="http://schemas.microsoft.com/office/drawing/2014/main" id="{366D5412-112D-5886-1E32-918DC37A31F7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9" name="pg842">
                <a:extLst>
                  <a:ext uri="{FF2B5EF4-FFF2-40B4-BE49-F238E27FC236}">
                    <a16:creationId xmlns:a16="http://schemas.microsoft.com/office/drawing/2014/main" id="{AB7D4E8D-3AAF-5A0E-C4E0-CB174614A09A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0" name="pg843">
                <a:extLst>
                  <a:ext uri="{FF2B5EF4-FFF2-40B4-BE49-F238E27FC236}">
                    <a16:creationId xmlns:a16="http://schemas.microsoft.com/office/drawing/2014/main" id="{95BD864B-CED9-3C65-0AFE-C162E64F6BEE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1" name="pg844">
                <a:extLst>
                  <a:ext uri="{FF2B5EF4-FFF2-40B4-BE49-F238E27FC236}">
                    <a16:creationId xmlns:a16="http://schemas.microsoft.com/office/drawing/2014/main" id="{0FE0EC7D-6EAF-1040-F9A6-01E73F7E9AEF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2" name="pg845">
                <a:extLst>
                  <a:ext uri="{FF2B5EF4-FFF2-40B4-BE49-F238E27FC236}">
                    <a16:creationId xmlns:a16="http://schemas.microsoft.com/office/drawing/2014/main" id="{6CB834B9-C2E3-EF2A-C006-5CAAB26D4F3E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3" name="pg846">
                <a:extLst>
                  <a:ext uri="{FF2B5EF4-FFF2-40B4-BE49-F238E27FC236}">
                    <a16:creationId xmlns:a16="http://schemas.microsoft.com/office/drawing/2014/main" id="{EBB5A3EF-69A7-837A-E4C6-B9D6196DACEC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4" name="pg847">
                <a:extLst>
                  <a:ext uri="{FF2B5EF4-FFF2-40B4-BE49-F238E27FC236}">
                    <a16:creationId xmlns:a16="http://schemas.microsoft.com/office/drawing/2014/main" id="{84932E83-DE09-6058-7C6F-09928DBB1C3A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5" name="pg848">
                <a:extLst>
                  <a:ext uri="{FF2B5EF4-FFF2-40B4-BE49-F238E27FC236}">
                    <a16:creationId xmlns:a16="http://schemas.microsoft.com/office/drawing/2014/main" id="{26AB4201-3BA1-E863-1C69-147C184B4CD9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6" name="pg849">
                <a:extLst>
                  <a:ext uri="{FF2B5EF4-FFF2-40B4-BE49-F238E27FC236}">
                    <a16:creationId xmlns:a16="http://schemas.microsoft.com/office/drawing/2014/main" id="{AF317BA9-2048-E378-D048-50CFE1087717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7" name="pg850">
                <a:extLst>
                  <a:ext uri="{FF2B5EF4-FFF2-40B4-BE49-F238E27FC236}">
                    <a16:creationId xmlns:a16="http://schemas.microsoft.com/office/drawing/2014/main" id="{1FE4804B-75D6-F03D-3FFA-CAC0F3F68731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8" name="pg851">
                <a:extLst>
                  <a:ext uri="{FF2B5EF4-FFF2-40B4-BE49-F238E27FC236}">
                    <a16:creationId xmlns:a16="http://schemas.microsoft.com/office/drawing/2014/main" id="{2178E529-B984-B47C-A18B-2422843F8006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9" name="pg852">
                <a:extLst>
                  <a:ext uri="{FF2B5EF4-FFF2-40B4-BE49-F238E27FC236}">
                    <a16:creationId xmlns:a16="http://schemas.microsoft.com/office/drawing/2014/main" id="{B7558938-889C-0DE9-5058-7376DE9FC1B6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0" name="pg853">
                <a:extLst>
                  <a:ext uri="{FF2B5EF4-FFF2-40B4-BE49-F238E27FC236}">
                    <a16:creationId xmlns:a16="http://schemas.microsoft.com/office/drawing/2014/main" id="{164DCB69-113C-CB87-6FDB-D27117DF94D1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1" name="pg854">
                <a:extLst>
                  <a:ext uri="{FF2B5EF4-FFF2-40B4-BE49-F238E27FC236}">
                    <a16:creationId xmlns:a16="http://schemas.microsoft.com/office/drawing/2014/main" id="{F28E1200-C2B8-74FA-1D2E-D42CF29694EA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2" name="pg855">
                <a:extLst>
                  <a:ext uri="{FF2B5EF4-FFF2-40B4-BE49-F238E27FC236}">
                    <a16:creationId xmlns:a16="http://schemas.microsoft.com/office/drawing/2014/main" id="{14DA6141-2B84-5852-C18C-A59DFB1986FB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3" name="pg856">
                <a:extLst>
                  <a:ext uri="{FF2B5EF4-FFF2-40B4-BE49-F238E27FC236}">
                    <a16:creationId xmlns:a16="http://schemas.microsoft.com/office/drawing/2014/main" id="{ABF4E462-4843-6B47-B586-712F89D6D141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4" name="pg857">
                <a:extLst>
                  <a:ext uri="{FF2B5EF4-FFF2-40B4-BE49-F238E27FC236}">
                    <a16:creationId xmlns:a16="http://schemas.microsoft.com/office/drawing/2014/main" id="{5EFA1693-CDE2-4132-1A7D-9580FDCF8F50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5" name="pg858">
                <a:extLst>
                  <a:ext uri="{FF2B5EF4-FFF2-40B4-BE49-F238E27FC236}">
                    <a16:creationId xmlns:a16="http://schemas.microsoft.com/office/drawing/2014/main" id="{E5E70C51-F535-394D-38C5-79D39B4FBF32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6" name="pg859">
                <a:extLst>
                  <a:ext uri="{FF2B5EF4-FFF2-40B4-BE49-F238E27FC236}">
                    <a16:creationId xmlns:a16="http://schemas.microsoft.com/office/drawing/2014/main" id="{74A2D893-7C8D-84F1-E087-798C9EAD10E8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7" name="pg860">
                <a:extLst>
                  <a:ext uri="{FF2B5EF4-FFF2-40B4-BE49-F238E27FC236}">
                    <a16:creationId xmlns:a16="http://schemas.microsoft.com/office/drawing/2014/main" id="{2E487696-722A-FD32-8D12-4EF56D8D3678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8" name="pg861">
                <a:extLst>
                  <a:ext uri="{FF2B5EF4-FFF2-40B4-BE49-F238E27FC236}">
                    <a16:creationId xmlns:a16="http://schemas.microsoft.com/office/drawing/2014/main" id="{65D35B0B-E3CA-6C80-62B4-D8561ABA9C22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9" name="pg862">
                <a:extLst>
                  <a:ext uri="{FF2B5EF4-FFF2-40B4-BE49-F238E27FC236}">
                    <a16:creationId xmlns:a16="http://schemas.microsoft.com/office/drawing/2014/main" id="{6D9F654D-3791-3018-1F62-41BAA9857836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0" name="pg863">
                <a:extLst>
                  <a:ext uri="{FF2B5EF4-FFF2-40B4-BE49-F238E27FC236}">
                    <a16:creationId xmlns:a16="http://schemas.microsoft.com/office/drawing/2014/main" id="{3012EFA1-05DF-EA66-A9A2-525E1A75F5FB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1" name="pg864">
                <a:extLst>
                  <a:ext uri="{FF2B5EF4-FFF2-40B4-BE49-F238E27FC236}">
                    <a16:creationId xmlns:a16="http://schemas.microsoft.com/office/drawing/2014/main" id="{588DC073-D56E-9B93-C550-FD2F1DAF89E0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2" name="pg865">
                <a:extLst>
                  <a:ext uri="{FF2B5EF4-FFF2-40B4-BE49-F238E27FC236}">
                    <a16:creationId xmlns:a16="http://schemas.microsoft.com/office/drawing/2014/main" id="{979AF87E-1FA1-630F-4C5F-0BCA04D3E374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3" name="pg866">
                <a:extLst>
                  <a:ext uri="{FF2B5EF4-FFF2-40B4-BE49-F238E27FC236}">
                    <a16:creationId xmlns:a16="http://schemas.microsoft.com/office/drawing/2014/main" id="{1722FAF8-952C-441A-5E90-0F64C3D1437C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4" name="pg867">
                <a:extLst>
                  <a:ext uri="{FF2B5EF4-FFF2-40B4-BE49-F238E27FC236}">
                    <a16:creationId xmlns:a16="http://schemas.microsoft.com/office/drawing/2014/main" id="{38C33D37-7F4F-EA74-6B9C-724EBE4CE00C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5" name="pg868">
                <a:extLst>
                  <a:ext uri="{FF2B5EF4-FFF2-40B4-BE49-F238E27FC236}">
                    <a16:creationId xmlns:a16="http://schemas.microsoft.com/office/drawing/2014/main" id="{00606EE9-9EA4-78AF-87C0-53B76ADD7F52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6" name="pg869">
                <a:extLst>
                  <a:ext uri="{FF2B5EF4-FFF2-40B4-BE49-F238E27FC236}">
                    <a16:creationId xmlns:a16="http://schemas.microsoft.com/office/drawing/2014/main" id="{D832D256-6493-D535-850B-54A6939F91E9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7" name="pg870">
                <a:extLst>
                  <a:ext uri="{FF2B5EF4-FFF2-40B4-BE49-F238E27FC236}">
                    <a16:creationId xmlns:a16="http://schemas.microsoft.com/office/drawing/2014/main" id="{41464E0E-6BA0-8D94-4259-4D02A6F6FAC2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8" name="pg871">
                <a:extLst>
                  <a:ext uri="{FF2B5EF4-FFF2-40B4-BE49-F238E27FC236}">
                    <a16:creationId xmlns:a16="http://schemas.microsoft.com/office/drawing/2014/main" id="{B611E61E-7EC9-85B4-581E-3228F21FFD43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9" name="pg872">
                <a:extLst>
                  <a:ext uri="{FF2B5EF4-FFF2-40B4-BE49-F238E27FC236}">
                    <a16:creationId xmlns:a16="http://schemas.microsoft.com/office/drawing/2014/main" id="{8AE8DD3C-7A6B-975B-2AA2-F026A70632AE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0" name="pg873">
                <a:extLst>
                  <a:ext uri="{FF2B5EF4-FFF2-40B4-BE49-F238E27FC236}">
                    <a16:creationId xmlns:a16="http://schemas.microsoft.com/office/drawing/2014/main" id="{D5410E8C-2971-17C3-8A8A-CBEF814656EB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1" name="pg874">
                <a:extLst>
                  <a:ext uri="{FF2B5EF4-FFF2-40B4-BE49-F238E27FC236}">
                    <a16:creationId xmlns:a16="http://schemas.microsoft.com/office/drawing/2014/main" id="{C9D3CDA6-2CB7-5006-190D-4F96A714F862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2" name="pg875">
                <a:extLst>
                  <a:ext uri="{FF2B5EF4-FFF2-40B4-BE49-F238E27FC236}">
                    <a16:creationId xmlns:a16="http://schemas.microsoft.com/office/drawing/2014/main" id="{D2C02281-23D5-8C56-87E0-6C682C92BA62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3" name="pg876">
                <a:extLst>
                  <a:ext uri="{FF2B5EF4-FFF2-40B4-BE49-F238E27FC236}">
                    <a16:creationId xmlns:a16="http://schemas.microsoft.com/office/drawing/2014/main" id="{DF981A7B-18D0-2AA3-7646-B901A8EB41CA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4" name="pg877">
                <a:extLst>
                  <a:ext uri="{FF2B5EF4-FFF2-40B4-BE49-F238E27FC236}">
                    <a16:creationId xmlns:a16="http://schemas.microsoft.com/office/drawing/2014/main" id="{41EA3836-E61E-3BE8-0192-4DF6B3FD7B2E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5" name="pg878">
                <a:extLst>
                  <a:ext uri="{FF2B5EF4-FFF2-40B4-BE49-F238E27FC236}">
                    <a16:creationId xmlns:a16="http://schemas.microsoft.com/office/drawing/2014/main" id="{7A126A6E-9D5F-6C7E-D3A0-2EC0491123E9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6" name="pg879">
                <a:extLst>
                  <a:ext uri="{FF2B5EF4-FFF2-40B4-BE49-F238E27FC236}">
                    <a16:creationId xmlns:a16="http://schemas.microsoft.com/office/drawing/2014/main" id="{FBDC4824-79A2-2C5D-FCB9-9381175B51D8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7" name="pg880">
                <a:extLst>
                  <a:ext uri="{FF2B5EF4-FFF2-40B4-BE49-F238E27FC236}">
                    <a16:creationId xmlns:a16="http://schemas.microsoft.com/office/drawing/2014/main" id="{B4EC7265-3091-C394-4A2A-20CCBB5317DA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8" name="pg881">
                <a:extLst>
                  <a:ext uri="{FF2B5EF4-FFF2-40B4-BE49-F238E27FC236}">
                    <a16:creationId xmlns:a16="http://schemas.microsoft.com/office/drawing/2014/main" id="{FE27B9C4-9C4F-AF8F-CB79-21D4243DB8A2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9" name="pg882">
                <a:extLst>
                  <a:ext uri="{FF2B5EF4-FFF2-40B4-BE49-F238E27FC236}">
                    <a16:creationId xmlns:a16="http://schemas.microsoft.com/office/drawing/2014/main" id="{01C05D35-AC02-28B0-15A2-1D6E7CB6DF69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0" name="pg883">
                <a:extLst>
                  <a:ext uri="{FF2B5EF4-FFF2-40B4-BE49-F238E27FC236}">
                    <a16:creationId xmlns:a16="http://schemas.microsoft.com/office/drawing/2014/main" id="{4DA876FB-9FC9-CB5E-58FC-78A016CAC801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1" name="pg884">
                <a:extLst>
                  <a:ext uri="{FF2B5EF4-FFF2-40B4-BE49-F238E27FC236}">
                    <a16:creationId xmlns:a16="http://schemas.microsoft.com/office/drawing/2014/main" id="{4E46020B-41F2-BECF-00E6-2E22987401AA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2" name="pg885">
                <a:extLst>
                  <a:ext uri="{FF2B5EF4-FFF2-40B4-BE49-F238E27FC236}">
                    <a16:creationId xmlns:a16="http://schemas.microsoft.com/office/drawing/2014/main" id="{661346E3-B8D7-1AFA-6E4F-013F31F37774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3" name="pg886">
                <a:extLst>
                  <a:ext uri="{FF2B5EF4-FFF2-40B4-BE49-F238E27FC236}">
                    <a16:creationId xmlns:a16="http://schemas.microsoft.com/office/drawing/2014/main" id="{1FE7C0C7-B1C4-C44D-A9DC-D9111C28C733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4" name="pg887">
                <a:extLst>
                  <a:ext uri="{FF2B5EF4-FFF2-40B4-BE49-F238E27FC236}">
                    <a16:creationId xmlns:a16="http://schemas.microsoft.com/office/drawing/2014/main" id="{FCC30998-79E6-058F-A7C7-2F9D2B6580F8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5" name="pg888">
                <a:extLst>
                  <a:ext uri="{FF2B5EF4-FFF2-40B4-BE49-F238E27FC236}">
                    <a16:creationId xmlns:a16="http://schemas.microsoft.com/office/drawing/2014/main" id="{DE31E320-1734-9E11-DBA1-F4912076BF5D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6" name="pg889">
                <a:extLst>
                  <a:ext uri="{FF2B5EF4-FFF2-40B4-BE49-F238E27FC236}">
                    <a16:creationId xmlns:a16="http://schemas.microsoft.com/office/drawing/2014/main" id="{6C16A932-9598-D02C-55C3-96CFBB9EC6E0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7" name="pg890">
                <a:extLst>
                  <a:ext uri="{FF2B5EF4-FFF2-40B4-BE49-F238E27FC236}">
                    <a16:creationId xmlns:a16="http://schemas.microsoft.com/office/drawing/2014/main" id="{E03B1D83-D251-49AC-C081-16A8051966CF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8" name="pg891">
                <a:extLst>
                  <a:ext uri="{FF2B5EF4-FFF2-40B4-BE49-F238E27FC236}">
                    <a16:creationId xmlns:a16="http://schemas.microsoft.com/office/drawing/2014/main" id="{67C70FCC-1AC9-520F-E3A1-FD2EDFEE1DE5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9" name="pg892">
                <a:extLst>
                  <a:ext uri="{FF2B5EF4-FFF2-40B4-BE49-F238E27FC236}">
                    <a16:creationId xmlns:a16="http://schemas.microsoft.com/office/drawing/2014/main" id="{E32D93FB-FE60-4BD6-302F-259E74589ACD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0" name="pg893">
                <a:extLst>
                  <a:ext uri="{FF2B5EF4-FFF2-40B4-BE49-F238E27FC236}">
                    <a16:creationId xmlns:a16="http://schemas.microsoft.com/office/drawing/2014/main" id="{A542C0C7-C259-0D42-23DD-7C7E3569970A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1" name="pg894">
                <a:extLst>
                  <a:ext uri="{FF2B5EF4-FFF2-40B4-BE49-F238E27FC236}">
                    <a16:creationId xmlns:a16="http://schemas.microsoft.com/office/drawing/2014/main" id="{EA33628E-1E62-37D8-4086-7B2C29CD92B7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2" name="pg895">
                <a:extLst>
                  <a:ext uri="{FF2B5EF4-FFF2-40B4-BE49-F238E27FC236}">
                    <a16:creationId xmlns:a16="http://schemas.microsoft.com/office/drawing/2014/main" id="{E9249FB3-E562-E63F-C219-06E5019509B8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3" name="pg896">
                <a:extLst>
                  <a:ext uri="{FF2B5EF4-FFF2-40B4-BE49-F238E27FC236}">
                    <a16:creationId xmlns:a16="http://schemas.microsoft.com/office/drawing/2014/main" id="{7F0B9FED-0CCD-8989-F6CA-6B3EA7EB46B2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4" name="pg897">
                <a:extLst>
                  <a:ext uri="{FF2B5EF4-FFF2-40B4-BE49-F238E27FC236}">
                    <a16:creationId xmlns:a16="http://schemas.microsoft.com/office/drawing/2014/main" id="{0EFD486E-8408-29FC-26FA-2C85B390FE5B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5" name="pg898">
                <a:extLst>
                  <a:ext uri="{FF2B5EF4-FFF2-40B4-BE49-F238E27FC236}">
                    <a16:creationId xmlns:a16="http://schemas.microsoft.com/office/drawing/2014/main" id="{7B63ACF3-1C9D-A3BC-27E7-9BA0ED0FE134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6" name="pg899">
                <a:extLst>
                  <a:ext uri="{FF2B5EF4-FFF2-40B4-BE49-F238E27FC236}">
                    <a16:creationId xmlns:a16="http://schemas.microsoft.com/office/drawing/2014/main" id="{22C062F4-DC98-4886-9C85-923623EDD603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7" name="pg900">
                <a:extLst>
                  <a:ext uri="{FF2B5EF4-FFF2-40B4-BE49-F238E27FC236}">
                    <a16:creationId xmlns:a16="http://schemas.microsoft.com/office/drawing/2014/main" id="{49359238-B470-4EF8-2419-706D1D511A38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8" name="pg901">
                <a:extLst>
                  <a:ext uri="{FF2B5EF4-FFF2-40B4-BE49-F238E27FC236}">
                    <a16:creationId xmlns:a16="http://schemas.microsoft.com/office/drawing/2014/main" id="{E50D4C3D-B69B-14E2-8CFC-B113F33EA0DD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9" name="pg902">
                <a:extLst>
                  <a:ext uri="{FF2B5EF4-FFF2-40B4-BE49-F238E27FC236}">
                    <a16:creationId xmlns:a16="http://schemas.microsoft.com/office/drawing/2014/main" id="{9724AF8C-F81D-03DB-FB80-4E840A8AD6A0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0" name="pg903">
                <a:extLst>
                  <a:ext uri="{FF2B5EF4-FFF2-40B4-BE49-F238E27FC236}">
                    <a16:creationId xmlns:a16="http://schemas.microsoft.com/office/drawing/2014/main" id="{BDBB69E6-EE9F-22F6-12F0-1EDD6C442DE7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1" name="pg904">
                <a:extLst>
                  <a:ext uri="{FF2B5EF4-FFF2-40B4-BE49-F238E27FC236}">
                    <a16:creationId xmlns:a16="http://schemas.microsoft.com/office/drawing/2014/main" id="{5A6F4692-4100-D8D6-FBE1-87C95FE009FD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2" name="pg905">
                <a:extLst>
                  <a:ext uri="{FF2B5EF4-FFF2-40B4-BE49-F238E27FC236}">
                    <a16:creationId xmlns:a16="http://schemas.microsoft.com/office/drawing/2014/main" id="{2E235416-949E-A622-084B-F9F9CC50B64B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3" name="pg906">
                <a:extLst>
                  <a:ext uri="{FF2B5EF4-FFF2-40B4-BE49-F238E27FC236}">
                    <a16:creationId xmlns:a16="http://schemas.microsoft.com/office/drawing/2014/main" id="{F93123EE-27D3-0019-B99D-2D13147A8DB5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4" name="pg907">
                <a:extLst>
                  <a:ext uri="{FF2B5EF4-FFF2-40B4-BE49-F238E27FC236}">
                    <a16:creationId xmlns:a16="http://schemas.microsoft.com/office/drawing/2014/main" id="{953C079E-0C47-5D9C-B91F-DEF4F571BBA9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5" name="pg908">
                <a:extLst>
                  <a:ext uri="{FF2B5EF4-FFF2-40B4-BE49-F238E27FC236}">
                    <a16:creationId xmlns:a16="http://schemas.microsoft.com/office/drawing/2014/main" id="{F8BA7F03-64F7-4C78-22C1-D881C98E548B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6" name="pg909">
                <a:extLst>
                  <a:ext uri="{FF2B5EF4-FFF2-40B4-BE49-F238E27FC236}">
                    <a16:creationId xmlns:a16="http://schemas.microsoft.com/office/drawing/2014/main" id="{5A2D58B6-5EFA-00F1-5A56-7B76C7A91483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7" name="pg910">
                <a:extLst>
                  <a:ext uri="{FF2B5EF4-FFF2-40B4-BE49-F238E27FC236}">
                    <a16:creationId xmlns:a16="http://schemas.microsoft.com/office/drawing/2014/main" id="{31FB4448-FBC5-9F1B-6D0C-1A49E5B80F47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8" name="pg911">
                <a:extLst>
                  <a:ext uri="{FF2B5EF4-FFF2-40B4-BE49-F238E27FC236}">
                    <a16:creationId xmlns:a16="http://schemas.microsoft.com/office/drawing/2014/main" id="{A35BD350-8E56-9240-2B67-491B35D481CB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9" name="pg912">
                <a:extLst>
                  <a:ext uri="{FF2B5EF4-FFF2-40B4-BE49-F238E27FC236}">
                    <a16:creationId xmlns:a16="http://schemas.microsoft.com/office/drawing/2014/main" id="{C6E8C7D9-F2D7-12F8-2C44-DD7B0D51D120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0" name="pg913">
                <a:extLst>
                  <a:ext uri="{FF2B5EF4-FFF2-40B4-BE49-F238E27FC236}">
                    <a16:creationId xmlns:a16="http://schemas.microsoft.com/office/drawing/2014/main" id="{00F1B542-FE8F-A5CF-C14A-92786F0B192C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1" name="pg914">
                <a:extLst>
                  <a:ext uri="{FF2B5EF4-FFF2-40B4-BE49-F238E27FC236}">
                    <a16:creationId xmlns:a16="http://schemas.microsoft.com/office/drawing/2014/main" id="{D490C6CF-F89D-8CF0-E84C-8AA9023653E7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2" name="pg915">
                <a:extLst>
                  <a:ext uri="{FF2B5EF4-FFF2-40B4-BE49-F238E27FC236}">
                    <a16:creationId xmlns:a16="http://schemas.microsoft.com/office/drawing/2014/main" id="{B63B1C05-99DE-A5B5-3321-F0C2DC4FA0DA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3" name="pg916">
                <a:extLst>
                  <a:ext uri="{FF2B5EF4-FFF2-40B4-BE49-F238E27FC236}">
                    <a16:creationId xmlns:a16="http://schemas.microsoft.com/office/drawing/2014/main" id="{06F603DC-1412-BEE8-C150-A46502297E60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4" name="pg917">
                <a:extLst>
                  <a:ext uri="{FF2B5EF4-FFF2-40B4-BE49-F238E27FC236}">
                    <a16:creationId xmlns:a16="http://schemas.microsoft.com/office/drawing/2014/main" id="{29CBE492-CAD9-E0E4-E40D-10644EC88B26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5" name="pg918">
                <a:extLst>
                  <a:ext uri="{FF2B5EF4-FFF2-40B4-BE49-F238E27FC236}">
                    <a16:creationId xmlns:a16="http://schemas.microsoft.com/office/drawing/2014/main" id="{C1C39DBC-B330-DD99-C7F5-C98DF80EB9ED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6" name="pg919">
                <a:extLst>
                  <a:ext uri="{FF2B5EF4-FFF2-40B4-BE49-F238E27FC236}">
                    <a16:creationId xmlns:a16="http://schemas.microsoft.com/office/drawing/2014/main" id="{FAB2F004-D3D2-1A95-0024-2CE674E742C8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7" name="pg920">
                <a:extLst>
                  <a:ext uri="{FF2B5EF4-FFF2-40B4-BE49-F238E27FC236}">
                    <a16:creationId xmlns:a16="http://schemas.microsoft.com/office/drawing/2014/main" id="{FD166F2D-5498-0868-A107-1C74882A199E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8" name="pg921">
                <a:extLst>
                  <a:ext uri="{FF2B5EF4-FFF2-40B4-BE49-F238E27FC236}">
                    <a16:creationId xmlns:a16="http://schemas.microsoft.com/office/drawing/2014/main" id="{7204E269-96CE-BCD6-1E53-ADAE60D2D60E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9" name="pg922">
                <a:extLst>
                  <a:ext uri="{FF2B5EF4-FFF2-40B4-BE49-F238E27FC236}">
                    <a16:creationId xmlns:a16="http://schemas.microsoft.com/office/drawing/2014/main" id="{8839B45D-8D08-2D4C-08BE-25A1130503AD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0" name="pg923">
                <a:extLst>
                  <a:ext uri="{FF2B5EF4-FFF2-40B4-BE49-F238E27FC236}">
                    <a16:creationId xmlns:a16="http://schemas.microsoft.com/office/drawing/2014/main" id="{4BFBD2FC-00C8-4BD8-1CB7-3AF215EAC931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1" name="pg924">
                <a:extLst>
                  <a:ext uri="{FF2B5EF4-FFF2-40B4-BE49-F238E27FC236}">
                    <a16:creationId xmlns:a16="http://schemas.microsoft.com/office/drawing/2014/main" id="{832D06BE-07DB-981F-756E-8274A6006AB5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2" name="pg925">
                <a:extLst>
                  <a:ext uri="{FF2B5EF4-FFF2-40B4-BE49-F238E27FC236}">
                    <a16:creationId xmlns:a16="http://schemas.microsoft.com/office/drawing/2014/main" id="{84C9E559-C277-8BCF-633C-D976400A8529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3" name="pg926">
                <a:extLst>
                  <a:ext uri="{FF2B5EF4-FFF2-40B4-BE49-F238E27FC236}">
                    <a16:creationId xmlns:a16="http://schemas.microsoft.com/office/drawing/2014/main" id="{166E1A89-87B3-ED3C-8F28-A059BBAC80FA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4" name="pg927">
                <a:extLst>
                  <a:ext uri="{FF2B5EF4-FFF2-40B4-BE49-F238E27FC236}">
                    <a16:creationId xmlns:a16="http://schemas.microsoft.com/office/drawing/2014/main" id="{5687D4D2-3D93-433D-C8E4-640F1449AE5D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5" name="pg928">
                <a:extLst>
                  <a:ext uri="{FF2B5EF4-FFF2-40B4-BE49-F238E27FC236}">
                    <a16:creationId xmlns:a16="http://schemas.microsoft.com/office/drawing/2014/main" id="{ADE14AF5-36B3-85F4-AA30-863534E2FBF1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6" name="pg929">
                <a:extLst>
                  <a:ext uri="{FF2B5EF4-FFF2-40B4-BE49-F238E27FC236}">
                    <a16:creationId xmlns:a16="http://schemas.microsoft.com/office/drawing/2014/main" id="{FE6A4EB5-DC7F-A5AC-DC3D-839DD0CFBCDD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7" name="pg930">
                <a:extLst>
                  <a:ext uri="{FF2B5EF4-FFF2-40B4-BE49-F238E27FC236}">
                    <a16:creationId xmlns:a16="http://schemas.microsoft.com/office/drawing/2014/main" id="{B101BBC5-6309-9ECE-2623-9B04C306279F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8" name="pg931">
                <a:extLst>
                  <a:ext uri="{FF2B5EF4-FFF2-40B4-BE49-F238E27FC236}">
                    <a16:creationId xmlns:a16="http://schemas.microsoft.com/office/drawing/2014/main" id="{14EC4CC1-6FE8-E387-6BAA-A0912DFBA0A1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9" name="pg932">
                <a:extLst>
                  <a:ext uri="{FF2B5EF4-FFF2-40B4-BE49-F238E27FC236}">
                    <a16:creationId xmlns:a16="http://schemas.microsoft.com/office/drawing/2014/main" id="{5CBB1BE4-BE63-6299-3DE1-C66240993413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0" name="pg933">
                <a:extLst>
                  <a:ext uri="{FF2B5EF4-FFF2-40B4-BE49-F238E27FC236}">
                    <a16:creationId xmlns:a16="http://schemas.microsoft.com/office/drawing/2014/main" id="{5F6FB787-924F-70CE-F481-5EDDADF618EA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1" name="pg934">
                <a:extLst>
                  <a:ext uri="{FF2B5EF4-FFF2-40B4-BE49-F238E27FC236}">
                    <a16:creationId xmlns:a16="http://schemas.microsoft.com/office/drawing/2014/main" id="{69BDF463-3737-6B21-18CA-01B0CD5ADEAA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2" name="pg935">
                <a:extLst>
                  <a:ext uri="{FF2B5EF4-FFF2-40B4-BE49-F238E27FC236}">
                    <a16:creationId xmlns:a16="http://schemas.microsoft.com/office/drawing/2014/main" id="{20538C90-DC64-9EA9-B6F0-A96F4551B6B0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3" name="pg936">
                <a:extLst>
                  <a:ext uri="{FF2B5EF4-FFF2-40B4-BE49-F238E27FC236}">
                    <a16:creationId xmlns:a16="http://schemas.microsoft.com/office/drawing/2014/main" id="{8CDE6250-5271-C1B8-A07C-D07CCEF4DCA1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4" name="pg937">
                <a:extLst>
                  <a:ext uri="{FF2B5EF4-FFF2-40B4-BE49-F238E27FC236}">
                    <a16:creationId xmlns:a16="http://schemas.microsoft.com/office/drawing/2014/main" id="{EC800B46-A176-F8C1-D0B9-EFF0188A21F1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5" name="pg938">
                <a:extLst>
                  <a:ext uri="{FF2B5EF4-FFF2-40B4-BE49-F238E27FC236}">
                    <a16:creationId xmlns:a16="http://schemas.microsoft.com/office/drawing/2014/main" id="{3E59509A-EF06-4887-0960-ECB0241D9AA9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6" name="pg939">
                <a:extLst>
                  <a:ext uri="{FF2B5EF4-FFF2-40B4-BE49-F238E27FC236}">
                    <a16:creationId xmlns:a16="http://schemas.microsoft.com/office/drawing/2014/main" id="{CFB13190-03F6-8934-3D87-F318719BF090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7" name="pg940">
                <a:extLst>
                  <a:ext uri="{FF2B5EF4-FFF2-40B4-BE49-F238E27FC236}">
                    <a16:creationId xmlns:a16="http://schemas.microsoft.com/office/drawing/2014/main" id="{FFC7F75F-6DDD-1058-8123-B6AE6ABCF112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8" name="pg941">
                <a:extLst>
                  <a:ext uri="{FF2B5EF4-FFF2-40B4-BE49-F238E27FC236}">
                    <a16:creationId xmlns:a16="http://schemas.microsoft.com/office/drawing/2014/main" id="{E054F0B0-896C-38CD-12BA-6175FB4ACFE1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9" name="pg942">
                <a:extLst>
                  <a:ext uri="{FF2B5EF4-FFF2-40B4-BE49-F238E27FC236}">
                    <a16:creationId xmlns:a16="http://schemas.microsoft.com/office/drawing/2014/main" id="{4BA690C9-7A06-2EE7-9D48-5B0A6B9BE362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0" name="pg943">
                <a:extLst>
                  <a:ext uri="{FF2B5EF4-FFF2-40B4-BE49-F238E27FC236}">
                    <a16:creationId xmlns:a16="http://schemas.microsoft.com/office/drawing/2014/main" id="{D55E014C-6DFD-E272-ABF9-76D2173A5AAC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1" name="pg944">
                <a:extLst>
                  <a:ext uri="{FF2B5EF4-FFF2-40B4-BE49-F238E27FC236}">
                    <a16:creationId xmlns:a16="http://schemas.microsoft.com/office/drawing/2014/main" id="{AB5880F7-4A5C-85EF-28CA-C5C6A8A76C7C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2" name="pg945">
                <a:extLst>
                  <a:ext uri="{FF2B5EF4-FFF2-40B4-BE49-F238E27FC236}">
                    <a16:creationId xmlns:a16="http://schemas.microsoft.com/office/drawing/2014/main" id="{7B9E7ADE-403E-8D7F-C5CD-2ECF7F5DEC37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3" name="pg946">
                <a:extLst>
                  <a:ext uri="{FF2B5EF4-FFF2-40B4-BE49-F238E27FC236}">
                    <a16:creationId xmlns:a16="http://schemas.microsoft.com/office/drawing/2014/main" id="{27D0D702-D036-900A-4237-62E8BF7C3F47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4" name="pg947">
                <a:extLst>
                  <a:ext uri="{FF2B5EF4-FFF2-40B4-BE49-F238E27FC236}">
                    <a16:creationId xmlns:a16="http://schemas.microsoft.com/office/drawing/2014/main" id="{8845A2D5-DD17-B6FE-B5A9-5ADCA67BAD22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5" name="pg948">
                <a:extLst>
                  <a:ext uri="{FF2B5EF4-FFF2-40B4-BE49-F238E27FC236}">
                    <a16:creationId xmlns:a16="http://schemas.microsoft.com/office/drawing/2014/main" id="{287595AC-9C61-02C8-F563-6CE30D09927C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6" name="pg949">
                <a:extLst>
                  <a:ext uri="{FF2B5EF4-FFF2-40B4-BE49-F238E27FC236}">
                    <a16:creationId xmlns:a16="http://schemas.microsoft.com/office/drawing/2014/main" id="{9AF2718A-693F-FF8E-4D37-D964162FE9A9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7" name="pg950">
                <a:extLst>
                  <a:ext uri="{FF2B5EF4-FFF2-40B4-BE49-F238E27FC236}">
                    <a16:creationId xmlns:a16="http://schemas.microsoft.com/office/drawing/2014/main" id="{0E1B7980-E75E-E6E2-3B14-9BF2E4E72C6C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8" name="pg951">
                <a:extLst>
                  <a:ext uri="{FF2B5EF4-FFF2-40B4-BE49-F238E27FC236}">
                    <a16:creationId xmlns:a16="http://schemas.microsoft.com/office/drawing/2014/main" id="{8CB5E6BA-1C30-BD7A-CE50-0EFBAB82D88E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9" name="pg952">
                <a:extLst>
                  <a:ext uri="{FF2B5EF4-FFF2-40B4-BE49-F238E27FC236}">
                    <a16:creationId xmlns:a16="http://schemas.microsoft.com/office/drawing/2014/main" id="{C4D1A46D-4C55-4EF1-2BAA-42E5FFCE51DC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0" name="pg953">
                <a:extLst>
                  <a:ext uri="{FF2B5EF4-FFF2-40B4-BE49-F238E27FC236}">
                    <a16:creationId xmlns:a16="http://schemas.microsoft.com/office/drawing/2014/main" id="{9D6426EE-806B-398E-B2CE-63F3AAACC9AC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1" name="pg954">
                <a:extLst>
                  <a:ext uri="{FF2B5EF4-FFF2-40B4-BE49-F238E27FC236}">
                    <a16:creationId xmlns:a16="http://schemas.microsoft.com/office/drawing/2014/main" id="{23E7973B-14A2-82E1-ABEC-4C75F8A16B8E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2" name="pg955">
                <a:extLst>
                  <a:ext uri="{FF2B5EF4-FFF2-40B4-BE49-F238E27FC236}">
                    <a16:creationId xmlns:a16="http://schemas.microsoft.com/office/drawing/2014/main" id="{DDB37B0D-CFD0-5BB3-A504-C2D3845A712F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3" name="pg956">
                <a:extLst>
                  <a:ext uri="{FF2B5EF4-FFF2-40B4-BE49-F238E27FC236}">
                    <a16:creationId xmlns:a16="http://schemas.microsoft.com/office/drawing/2014/main" id="{B4177AF8-8397-C3CB-F7A1-AB583BA87FB7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4" name="pg957">
                <a:extLst>
                  <a:ext uri="{FF2B5EF4-FFF2-40B4-BE49-F238E27FC236}">
                    <a16:creationId xmlns:a16="http://schemas.microsoft.com/office/drawing/2014/main" id="{603C7126-139C-EC3C-ED5D-B5E753CC9C3F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5" name="pg958">
                <a:extLst>
                  <a:ext uri="{FF2B5EF4-FFF2-40B4-BE49-F238E27FC236}">
                    <a16:creationId xmlns:a16="http://schemas.microsoft.com/office/drawing/2014/main" id="{B857B5B6-CF4A-72A7-6A1E-49EEB6967EDF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6" name="pg959">
                <a:extLst>
                  <a:ext uri="{FF2B5EF4-FFF2-40B4-BE49-F238E27FC236}">
                    <a16:creationId xmlns:a16="http://schemas.microsoft.com/office/drawing/2014/main" id="{5DC647B7-9CED-54E6-DD45-0C343AE743CF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7" name="pg960">
                <a:extLst>
                  <a:ext uri="{FF2B5EF4-FFF2-40B4-BE49-F238E27FC236}">
                    <a16:creationId xmlns:a16="http://schemas.microsoft.com/office/drawing/2014/main" id="{951E5079-8693-45BA-CD05-4A91EDB4D47F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8" name="pg961">
                <a:extLst>
                  <a:ext uri="{FF2B5EF4-FFF2-40B4-BE49-F238E27FC236}">
                    <a16:creationId xmlns:a16="http://schemas.microsoft.com/office/drawing/2014/main" id="{B6B8E6D9-E03C-6ED8-4D3A-675FFD1BCA25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9" name="pg962">
                <a:extLst>
                  <a:ext uri="{FF2B5EF4-FFF2-40B4-BE49-F238E27FC236}">
                    <a16:creationId xmlns:a16="http://schemas.microsoft.com/office/drawing/2014/main" id="{381E50FF-CA24-9116-44CE-6EFC07907652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0" name="pg963">
                <a:extLst>
                  <a:ext uri="{FF2B5EF4-FFF2-40B4-BE49-F238E27FC236}">
                    <a16:creationId xmlns:a16="http://schemas.microsoft.com/office/drawing/2014/main" id="{C768C75F-CBE4-FBAC-601C-B6673FBA125E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1" name="pg964">
                <a:extLst>
                  <a:ext uri="{FF2B5EF4-FFF2-40B4-BE49-F238E27FC236}">
                    <a16:creationId xmlns:a16="http://schemas.microsoft.com/office/drawing/2014/main" id="{B9EAA2FE-5607-2166-5065-17D6AED91BC5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2" name="pg965">
                <a:extLst>
                  <a:ext uri="{FF2B5EF4-FFF2-40B4-BE49-F238E27FC236}">
                    <a16:creationId xmlns:a16="http://schemas.microsoft.com/office/drawing/2014/main" id="{92099625-BF76-8A6F-D00F-964A16CF3760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3" name="pg966">
                <a:extLst>
                  <a:ext uri="{FF2B5EF4-FFF2-40B4-BE49-F238E27FC236}">
                    <a16:creationId xmlns:a16="http://schemas.microsoft.com/office/drawing/2014/main" id="{CD5E12F4-A45F-5365-4277-A4EE37774FFB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4" name="pg967">
                <a:extLst>
                  <a:ext uri="{FF2B5EF4-FFF2-40B4-BE49-F238E27FC236}">
                    <a16:creationId xmlns:a16="http://schemas.microsoft.com/office/drawing/2014/main" id="{8812107A-C5D9-594B-01C2-2C6D6B7A863B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5" name="pg968">
                <a:extLst>
                  <a:ext uri="{FF2B5EF4-FFF2-40B4-BE49-F238E27FC236}">
                    <a16:creationId xmlns:a16="http://schemas.microsoft.com/office/drawing/2014/main" id="{7B286564-90A2-7205-5A7D-890E173A580F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6" name="pg969">
                <a:extLst>
                  <a:ext uri="{FF2B5EF4-FFF2-40B4-BE49-F238E27FC236}">
                    <a16:creationId xmlns:a16="http://schemas.microsoft.com/office/drawing/2014/main" id="{5D58C2C8-CB80-1532-F5EA-63982D55D166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7" name="pg970">
                <a:extLst>
                  <a:ext uri="{FF2B5EF4-FFF2-40B4-BE49-F238E27FC236}">
                    <a16:creationId xmlns:a16="http://schemas.microsoft.com/office/drawing/2014/main" id="{B6A217FA-21DF-54E0-A6E3-BEFDFF61BB1C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8" name="pg971">
                <a:extLst>
                  <a:ext uri="{FF2B5EF4-FFF2-40B4-BE49-F238E27FC236}">
                    <a16:creationId xmlns:a16="http://schemas.microsoft.com/office/drawing/2014/main" id="{C1F4AD66-70AA-8559-A1E5-3D1F45A82932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9" name="pg972">
                <a:extLst>
                  <a:ext uri="{FF2B5EF4-FFF2-40B4-BE49-F238E27FC236}">
                    <a16:creationId xmlns:a16="http://schemas.microsoft.com/office/drawing/2014/main" id="{73C00A18-B696-F46B-43B2-76FBFDD64A08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0" name="pg973">
                <a:extLst>
                  <a:ext uri="{FF2B5EF4-FFF2-40B4-BE49-F238E27FC236}">
                    <a16:creationId xmlns:a16="http://schemas.microsoft.com/office/drawing/2014/main" id="{6E2BFED8-267F-6567-9440-98C752E9B6D5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1" name="pg974">
                <a:extLst>
                  <a:ext uri="{FF2B5EF4-FFF2-40B4-BE49-F238E27FC236}">
                    <a16:creationId xmlns:a16="http://schemas.microsoft.com/office/drawing/2014/main" id="{6A60894A-DA13-5EFA-BF17-E30C128070C8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2" name="pg975">
                <a:extLst>
                  <a:ext uri="{FF2B5EF4-FFF2-40B4-BE49-F238E27FC236}">
                    <a16:creationId xmlns:a16="http://schemas.microsoft.com/office/drawing/2014/main" id="{333609D1-9C3B-3CFF-22C4-24D729FB74F2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3" name="pg976">
                <a:extLst>
                  <a:ext uri="{FF2B5EF4-FFF2-40B4-BE49-F238E27FC236}">
                    <a16:creationId xmlns:a16="http://schemas.microsoft.com/office/drawing/2014/main" id="{6DB2060A-E75E-366C-6E34-F34BAFEAD282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4" name="pg977">
                <a:extLst>
                  <a:ext uri="{FF2B5EF4-FFF2-40B4-BE49-F238E27FC236}">
                    <a16:creationId xmlns:a16="http://schemas.microsoft.com/office/drawing/2014/main" id="{54E1A351-F053-5E33-224F-B172D708DB68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5" name="pg978">
                <a:extLst>
                  <a:ext uri="{FF2B5EF4-FFF2-40B4-BE49-F238E27FC236}">
                    <a16:creationId xmlns:a16="http://schemas.microsoft.com/office/drawing/2014/main" id="{DAF925BD-E6B2-3C5D-9FD0-91B11B1D002D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6" name="pg979">
                <a:extLst>
                  <a:ext uri="{FF2B5EF4-FFF2-40B4-BE49-F238E27FC236}">
                    <a16:creationId xmlns:a16="http://schemas.microsoft.com/office/drawing/2014/main" id="{30361446-42E7-C17F-A7F9-684143573FA4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7" name="pg980">
                <a:extLst>
                  <a:ext uri="{FF2B5EF4-FFF2-40B4-BE49-F238E27FC236}">
                    <a16:creationId xmlns:a16="http://schemas.microsoft.com/office/drawing/2014/main" id="{ADF494EF-25C5-B401-BA6E-6FFD8F8E476B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8" name="pg981">
                <a:extLst>
                  <a:ext uri="{FF2B5EF4-FFF2-40B4-BE49-F238E27FC236}">
                    <a16:creationId xmlns:a16="http://schemas.microsoft.com/office/drawing/2014/main" id="{A2E37BAF-BDC4-9F37-FCBA-E922DE2A1C0C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9" name="pg982">
                <a:extLst>
                  <a:ext uri="{FF2B5EF4-FFF2-40B4-BE49-F238E27FC236}">
                    <a16:creationId xmlns:a16="http://schemas.microsoft.com/office/drawing/2014/main" id="{6ECAE9C2-814A-7F69-F8A9-3C39C0755079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0" name="pg983">
                <a:extLst>
                  <a:ext uri="{FF2B5EF4-FFF2-40B4-BE49-F238E27FC236}">
                    <a16:creationId xmlns:a16="http://schemas.microsoft.com/office/drawing/2014/main" id="{F88C505A-721F-B71B-4D81-1C426972E513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1" name="pg984">
                <a:extLst>
                  <a:ext uri="{FF2B5EF4-FFF2-40B4-BE49-F238E27FC236}">
                    <a16:creationId xmlns:a16="http://schemas.microsoft.com/office/drawing/2014/main" id="{C7F62408-70CF-9D8D-09DD-3039B9FC2561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2" name="pg985">
                <a:extLst>
                  <a:ext uri="{FF2B5EF4-FFF2-40B4-BE49-F238E27FC236}">
                    <a16:creationId xmlns:a16="http://schemas.microsoft.com/office/drawing/2014/main" id="{43EE467E-C64B-400A-50FD-ED32EF9E2D5C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3" name="pg986">
                <a:extLst>
                  <a:ext uri="{FF2B5EF4-FFF2-40B4-BE49-F238E27FC236}">
                    <a16:creationId xmlns:a16="http://schemas.microsoft.com/office/drawing/2014/main" id="{0EA9801B-1E76-109F-5A9B-03B963E6399D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4" name="pg987">
                <a:extLst>
                  <a:ext uri="{FF2B5EF4-FFF2-40B4-BE49-F238E27FC236}">
                    <a16:creationId xmlns:a16="http://schemas.microsoft.com/office/drawing/2014/main" id="{322B993C-FC8C-8682-62B8-A013AAB2B8BB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5" name="pg988">
                <a:extLst>
                  <a:ext uri="{FF2B5EF4-FFF2-40B4-BE49-F238E27FC236}">
                    <a16:creationId xmlns:a16="http://schemas.microsoft.com/office/drawing/2014/main" id="{75BDB309-94CF-900F-7E87-6514631F9681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6" name="pg989">
                <a:extLst>
                  <a:ext uri="{FF2B5EF4-FFF2-40B4-BE49-F238E27FC236}">
                    <a16:creationId xmlns:a16="http://schemas.microsoft.com/office/drawing/2014/main" id="{46913A4A-6EC1-1894-193A-B600C571E057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7" name="pg990">
                <a:extLst>
                  <a:ext uri="{FF2B5EF4-FFF2-40B4-BE49-F238E27FC236}">
                    <a16:creationId xmlns:a16="http://schemas.microsoft.com/office/drawing/2014/main" id="{A297BA9B-11A7-24C2-BF03-901984E79337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8" name="pg991">
                <a:extLst>
                  <a:ext uri="{FF2B5EF4-FFF2-40B4-BE49-F238E27FC236}">
                    <a16:creationId xmlns:a16="http://schemas.microsoft.com/office/drawing/2014/main" id="{5C5C3D55-84F3-C106-C860-01894B635B75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9" name="pg992">
                <a:extLst>
                  <a:ext uri="{FF2B5EF4-FFF2-40B4-BE49-F238E27FC236}">
                    <a16:creationId xmlns:a16="http://schemas.microsoft.com/office/drawing/2014/main" id="{BDF6985F-67FF-B40C-27AE-2C8E962A7703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0" name="pg993">
                <a:extLst>
                  <a:ext uri="{FF2B5EF4-FFF2-40B4-BE49-F238E27FC236}">
                    <a16:creationId xmlns:a16="http://schemas.microsoft.com/office/drawing/2014/main" id="{84B72160-C02C-C44A-5847-1D39C60056B0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1" name="pg994">
                <a:extLst>
                  <a:ext uri="{FF2B5EF4-FFF2-40B4-BE49-F238E27FC236}">
                    <a16:creationId xmlns:a16="http://schemas.microsoft.com/office/drawing/2014/main" id="{E9D92A1B-B8A4-6581-EDAF-BA99A9102CCA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2" name="pg995">
                <a:extLst>
                  <a:ext uri="{FF2B5EF4-FFF2-40B4-BE49-F238E27FC236}">
                    <a16:creationId xmlns:a16="http://schemas.microsoft.com/office/drawing/2014/main" id="{A979E928-2FD3-406E-2B63-6D1C511857B6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3" name="pg996">
                <a:extLst>
                  <a:ext uri="{FF2B5EF4-FFF2-40B4-BE49-F238E27FC236}">
                    <a16:creationId xmlns:a16="http://schemas.microsoft.com/office/drawing/2014/main" id="{7BFE97CE-AABF-3DAD-98E4-D5742CA9D259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4" name="pg997">
                <a:extLst>
                  <a:ext uri="{FF2B5EF4-FFF2-40B4-BE49-F238E27FC236}">
                    <a16:creationId xmlns:a16="http://schemas.microsoft.com/office/drawing/2014/main" id="{2BD824C0-C3C9-D4AF-3032-F7E4739D72E1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5" name="pg998">
                <a:extLst>
                  <a:ext uri="{FF2B5EF4-FFF2-40B4-BE49-F238E27FC236}">
                    <a16:creationId xmlns:a16="http://schemas.microsoft.com/office/drawing/2014/main" id="{95839139-D034-266F-D1D7-9E6A653057D7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6" name="pg999">
                <a:extLst>
                  <a:ext uri="{FF2B5EF4-FFF2-40B4-BE49-F238E27FC236}">
                    <a16:creationId xmlns:a16="http://schemas.microsoft.com/office/drawing/2014/main" id="{AFD8C513-2E89-D04B-A66E-51EE7BCE1F6D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7" name="pg1000">
                <a:extLst>
                  <a:ext uri="{FF2B5EF4-FFF2-40B4-BE49-F238E27FC236}">
                    <a16:creationId xmlns:a16="http://schemas.microsoft.com/office/drawing/2014/main" id="{C94273D1-8675-CE52-A3A8-2DF1174B837A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8" name="pg1001">
                <a:extLst>
                  <a:ext uri="{FF2B5EF4-FFF2-40B4-BE49-F238E27FC236}">
                    <a16:creationId xmlns:a16="http://schemas.microsoft.com/office/drawing/2014/main" id="{2E706AA6-9F6A-2AD2-3C31-63FC27A50919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9" name="pg1002">
                <a:extLst>
                  <a:ext uri="{FF2B5EF4-FFF2-40B4-BE49-F238E27FC236}">
                    <a16:creationId xmlns:a16="http://schemas.microsoft.com/office/drawing/2014/main" id="{DF3C7BCC-478C-2B17-5685-4C1B292A7894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0" name="pg1003">
                <a:extLst>
                  <a:ext uri="{FF2B5EF4-FFF2-40B4-BE49-F238E27FC236}">
                    <a16:creationId xmlns:a16="http://schemas.microsoft.com/office/drawing/2014/main" id="{5F707003-A2A2-90BC-4621-2EC3AEC075D0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1" name="pg1004">
                <a:extLst>
                  <a:ext uri="{FF2B5EF4-FFF2-40B4-BE49-F238E27FC236}">
                    <a16:creationId xmlns:a16="http://schemas.microsoft.com/office/drawing/2014/main" id="{FD3309EA-E305-5AE6-ABC8-06610C8FD0D5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2" name="pg1005">
                <a:extLst>
                  <a:ext uri="{FF2B5EF4-FFF2-40B4-BE49-F238E27FC236}">
                    <a16:creationId xmlns:a16="http://schemas.microsoft.com/office/drawing/2014/main" id="{B8D29E85-8677-41DC-B717-71EDEE8A10D1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3" name="pg1006">
                <a:extLst>
                  <a:ext uri="{FF2B5EF4-FFF2-40B4-BE49-F238E27FC236}">
                    <a16:creationId xmlns:a16="http://schemas.microsoft.com/office/drawing/2014/main" id="{F847EFF8-FA97-063B-F687-0F190893C119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4" name="pg1007">
                <a:extLst>
                  <a:ext uri="{FF2B5EF4-FFF2-40B4-BE49-F238E27FC236}">
                    <a16:creationId xmlns:a16="http://schemas.microsoft.com/office/drawing/2014/main" id="{4046D98B-B2CF-FAC8-16A8-82C3F54701EA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5" name="pg1008">
                <a:extLst>
                  <a:ext uri="{FF2B5EF4-FFF2-40B4-BE49-F238E27FC236}">
                    <a16:creationId xmlns:a16="http://schemas.microsoft.com/office/drawing/2014/main" id="{AFDF9D82-CC52-EE3D-2917-5DA85E5B345D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6" name="pg1009">
                <a:extLst>
                  <a:ext uri="{FF2B5EF4-FFF2-40B4-BE49-F238E27FC236}">
                    <a16:creationId xmlns:a16="http://schemas.microsoft.com/office/drawing/2014/main" id="{D246FCEA-58C0-92C4-75A0-3C7EFC6256F9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7" name="pg1010">
                <a:extLst>
                  <a:ext uri="{FF2B5EF4-FFF2-40B4-BE49-F238E27FC236}">
                    <a16:creationId xmlns:a16="http://schemas.microsoft.com/office/drawing/2014/main" id="{89F3ED52-95FA-4CBB-FEDB-8EB1D710A335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8" name="pg1011">
                <a:extLst>
                  <a:ext uri="{FF2B5EF4-FFF2-40B4-BE49-F238E27FC236}">
                    <a16:creationId xmlns:a16="http://schemas.microsoft.com/office/drawing/2014/main" id="{250DAA67-7680-3102-2EF8-AC119C36C68D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9" name="pg1012">
                <a:extLst>
                  <a:ext uri="{FF2B5EF4-FFF2-40B4-BE49-F238E27FC236}">
                    <a16:creationId xmlns:a16="http://schemas.microsoft.com/office/drawing/2014/main" id="{33A6C1AE-6B2C-EEAE-0525-1F7BE68847D8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0" name="pg1013">
                <a:extLst>
                  <a:ext uri="{FF2B5EF4-FFF2-40B4-BE49-F238E27FC236}">
                    <a16:creationId xmlns:a16="http://schemas.microsoft.com/office/drawing/2014/main" id="{1EF59243-476A-3278-A3C7-C481F55D9202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1" name="pg1014">
                <a:extLst>
                  <a:ext uri="{FF2B5EF4-FFF2-40B4-BE49-F238E27FC236}">
                    <a16:creationId xmlns:a16="http://schemas.microsoft.com/office/drawing/2014/main" id="{34E85081-6C2C-597D-5D10-667027FDDBAC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2" name="pg1015">
                <a:extLst>
                  <a:ext uri="{FF2B5EF4-FFF2-40B4-BE49-F238E27FC236}">
                    <a16:creationId xmlns:a16="http://schemas.microsoft.com/office/drawing/2014/main" id="{D1E8A9E0-210E-B13E-3357-0D6FD1435F47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3" name="pg1016">
                <a:extLst>
                  <a:ext uri="{FF2B5EF4-FFF2-40B4-BE49-F238E27FC236}">
                    <a16:creationId xmlns:a16="http://schemas.microsoft.com/office/drawing/2014/main" id="{C3C9DE38-B82E-8E64-3102-05BDD9E17F1A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4" name="pg1017">
                <a:extLst>
                  <a:ext uri="{FF2B5EF4-FFF2-40B4-BE49-F238E27FC236}">
                    <a16:creationId xmlns:a16="http://schemas.microsoft.com/office/drawing/2014/main" id="{378FB844-9510-E198-791E-07CC89863C00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5" name="pg1018">
                <a:extLst>
                  <a:ext uri="{FF2B5EF4-FFF2-40B4-BE49-F238E27FC236}">
                    <a16:creationId xmlns:a16="http://schemas.microsoft.com/office/drawing/2014/main" id="{A33CD17F-567B-8469-7BFD-D2DBCE1C17AB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6" name="pg1019">
                <a:extLst>
                  <a:ext uri="{FF2B5EF4-FFF2-40B4-BE49-F238E27FC236}">
                    <a16:creationId xmlns:a16="http://schemas.microsoft.com/office/drawing/2014/main" id="{E4585E71-ADB1-9B07-E0A6-DF7BED0A437C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7" name="pg1020">
                <a:extLst>
                  <a:ext uri="{FF2B5EF4-FFF2-40B4-BE49-F238E27FC236}">
                    <a16:creationId xmlns:a16="http://schemas.microsoft.com/office/drawing/2014/main" id="{FFD1D48A-92EF-A967-CE49-BB1B44F1D7B3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8" name="pg1021">
                <a:extLst>
                  <a:ext uri="{FF2B5EF4-FFF2-40B4-BE49-F238E27FC236}">
                    <a16:creationId xmlns:a16="http://schemas.microsoft.com/office/drawing/2014/main" id="{71C04F03-4404-9F4E-EA24-FC0D6557CB0F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9" name="pg1022">
                <a:extLst>
                  <a:ext uri="{FF2B5EF4-FFF2-40B4-BE49-F238E27FC236}">
                    <a16:creationId xmlns:a16="http://schemas.microsoft.com/office/drawing/2014/main" id="{C38031B1-8826-4FC4-471B-4EFB9D669B04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0" name="pg1023">
                <a:extLst>
                  <a:ext uri="{FF2B5EF4-FFF2-40B4-BE49-F238E27FC236}">
                    <a16:creationId xmlns:a16="http://schemas.microsoft.com/office/drawing/2014/main" id="{3A0DB7C2-FEE3-0D8D-A51B-619C7641789E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1" name="pg1024">
                <a:extLst>
                  <a:ext uri="{FF2B5EF4-FFF2-40B4-BE49-F238E27FC236}">
                    <a16:creationId xmlns:a16="http://schemas.microsoft.com/office/drawing/2014/main" id="{820E72F9-75AA-EA33-9B80-783AF8C4EA0F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2" name="pg1025">
                <a:extLst>
                  <a:ext uri="{FF2B5EF4-FFF2-40B4-BE49-F238E27FC236}">
                    <a16:creationId xmlns:a16="http://schemas.microsoft.com/office/drawing/2014/main" id="{E4385060-348D-EED8-FF92-5190B65B1322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3" name="pg1026">
                <a:extLst>
                  <a:ext uri="{FF2B5EF4-FFF2-40B4-BE49-F238E27FC236}">
                    <a16:creationId xmlns:a16="http://schemas.microsoft.com/office/drawing/2014/main" id="{E5DBFA0B-B4D3-8E01-F3E0-86E73F2D1AC5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4" name="pg1027">
                <a:extLst>
                  <a:ext uri="{FF2B5EF4-FFF2-40B4-BE49-F238E27FC236}">
                    <a16:creationId xmlns:a16="http://schemas.microsoft.com/office/drawing/2014/main" id="{9B63BDB4-A7C8-A135-5C67-D560F3A1F8A0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5" name="pg1028">
                <a:extLst>
                  <a:ext uri="{FF2B5EF4-FFF2-40B4-BE49-F238E27FC236}">
                    <a16:creationId xmlns:a16="http://schemas.microsoft.com/office/drawing/2014/main" id="{1CDC9CFC-42A5-2705-B769-9C930CC5B7A3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6" name="pg1029">
                <a:extLst>
                  <a:ext uri="{FF2B5EF4-FFF2-40B4-BE49-F238E27FC236}">
                    <a16:creationId xmlns:a16="http://schemas.microsoft.com/office/drawing/2014/main" id="{EF0082ED-2CB4-B7CA-6A21-2052C60EABB3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7" name="pg1030">
                <a:extLst>
                  <a:ext uri="{FF2B5EF4-FFF2-40B4-BE49-F238E27FC236}">
                    <a16:creationId xmlns:a16="http://schemas.microsoft.com/office/drawing/2014/main" id="{B2C71F3E-4FE9-37FF-6BFB-F0266D1BE50F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8" name="pg1031">
                <a:extLst>
                  <a:ext uri="{FF2B5EF4-FFF2-40B4-BE49-F238E27FC236}">
                    <a16:creationId xmlns:a16="http://schemas.microsoft.com/office/drawing/2014/main" id="{D1FB29CE-9736-E2A2-FADE-5469119C2596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9" name="pg1032">
                <a:extLst>
                  <a:ext uri="{FF2B5EF4-FFF2-40B4-BE49-F238E27FC236}">
                    <a16:creationId xmlns:a16="http://schemas.microsoft.com/office/drawing/2014/main" id="{51A2EE2E-4197-D57D-CBDE-52A2CE7F4770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0" name="pg1033">
                <a:extLst>
                  <a:ext uri="{FF2B5EF4-FFF2-40B4-BE49-F238E27FC236}">
                    <a16:creationId xmlns:a16="http://schemas.microsoft.com/office/drawing/2014/main" id="{E6E09C5F-C8BC-11F5-57A6-BF49138A757A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1" name="pg1034">
                <a:extLst>
                  <a:ext uri="{FF2B5EF4-FFF2-40B4-BE49-F238E27FC236}">
                    <a16:creationId xmlns:a16="http://schemas.microsoft.com/office/drawing/2014/main" id="{B8A7857C-D931-726E-7675-A54BBAB9AE6D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2" name="pg1035">
                <a:extLst>
                  <a:ext uri="{FF2B5EF4-FFF2-40B4-BE49-F238E27FC236}">
                    <a16:creationId xmlns:a16="http://schemas.microsoft.com/office/drawing/2014/main" id="{32CD463A-C1D5-B2CD-C465-2D1D0B84CBAA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3" name="pg1036">
                <a:extLst>
                  <a:ext uri="{FF2B5EF4-FFF2-40B4-BE49-F238E27FC236}">
                    <a16:creationId xmlns:a16="http://schemas.microsoft.com/office/drawing/2014/main" id="{E608E1A3-412F-37DD-519F-38C864B698A6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4" name="pg1037">
                <a:extLst>
                  <a:ext uri="{FF2B5EF4-FFF2-40B4-BE49-F238E27FC236}">
                    <a16:creationId xmlns:a16="http://schemas.microsoft.com/office/drawing/2014/main" id="{89076990-592A-2B63-E96E-202B099B32B2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5" name="pg1038">
                <a:extLst>
                  <a:ext uri="{FF2B5EF4-FFF2-40B4-BE49-F238E27FC236}">
                    <a16:creationId xmlns:a16="http://schemas.microsoft.com/office/drawing/2014/main" id="{2B9BC5DA-E6F9-F53D-F92B-2D9B0255DF4E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6" name="pg1039">
                <a:extLst>
                  <a:ext uri="{FF2B5EF4-FFF2-40B4-BE49-F238E27FC236}">
                    <a16:creationId xmlns:a16="http://schemas.microsoft.com/office/drawing/2014/main" id="{44E8BC4F-9643-F041-F71B-7427775D1CBE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7" name="pg1040">
                <a:extLst>
                  <a:ext uri="{FF2B5EF4-FFF2-40B4-BE49-F238E27FC236}">
                    <a16:creationId xmlns:a16="http://schemas.microsoft.com/office/drawing/2014/main" id="{613F9E07-3486-723B-ABAA-93DDAFEBB964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8" name="pg1041">
                <a:extLst>
                  <a:ext uri="{FF2B5EF4-FFF2-40B4-BE49-F238E27FC236}">
                    <a16:creationId xmlns:a16="http://schemas.microsoft.com/office/drawing/2014/main" id="{6B731D93-28DD-613F-A46F-FAB8D9BA9487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9" name="pg1042">
                <a:extLst>
                  <a:ext uri="{FF2B5EF4-FFF2-40B4-BE49-F238E27FC236}">
                    <a16:creationId xmlns:a16="http://schemas.microsoft.com/office/drawing/2014/main" id="{58AF146B-CA83-3ED0-5872-282214363BAB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0" name="pg1043">
                <a:extLst>
                  <a:ext uri="{FF2B5EF4-FFF2-40B4-BE49-F238E27FC236}">
                    <a16:creationId xmlns:a16="http://schemas.microsoft.com/office/drawing/2014/main" id="{08D46092-AE26-8AD3-9484-572600C6A6C6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1" name="pg1044">
                <a:extLst>
                  <a:ext uri="{FF2B5EF4-FFF2-40B4-BE49-F238E27FC236}">
                    <a16:creationId xmlns:a16="http://schemas.microsoft.com/office/drawing/2014/main" id="{683EA798-67BB-9A06-745C-877FDB131DC5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2" name="pg1045">
                <a:extLst>
                  <a:ext uri="{FF2B5EF4-FFF2-40B4-BE49-F238E27FC236}">
                    <a16:creationId xmlns:a16="http://schemas.microsoft.com/office/drawing/2014/main" id="{CAB540C7-C124-AD28-02FC-1F1CE090B6D3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3" name="pg1046">
                <a:extLst>
                  <a:ext uri="{FF2B5EF4-FFF2-40B4-BE49-F238E27FC236}">
                    <a16:creationId xmlns:a16="http://schemas.microsoft.com/office/drawing/2014/main" id="{174422A2-7349-29CE-24E3-4DA1F0EBC38C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4" name="pg1047">
                <a:extLst>
                  <a:ext uri="{FF2B5EF4-FFF2-40B4-BE49-F238E27FC236}">
                    <a16:creationId xmlns:a16="http://schemas.microsoft.com/office/drawing/2014/main" id="{CCD41924-D2C8-2101-44F3-E08540622B8B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5" name="pg1048">
                <a:extLst>
                  <a:ext uri="{FF2B5EF4-FFF2-40B4-BE49-F238E27FC236}">
                    <a16:creationId xmlns:a16="http://schemas.microsoft.com/office/drawing/2014/main" id="{A149090F-2075-584F-538A-907D1867203E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6" name="pg1049">
                <a:extLst>
                  <a:ext uri="{FF2B5EF4-FFF2-40B4-BE49-F238E27FC236}">
                    <a16:creationId xmlns:a16="http://schemas.microsoft.com/office/drawing/2014/main" id="{E0411D13-6B6E-D979-046D-52C4179960C8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7" name="pg1050">
                <a:extLst>
                  <a:ext uri="{FF2B5EF4-FFF2-40B4-BE49-F238E27FC236}">
                    <a16:creationId xmlns:a16="http://schemas.microsoft.com/office/drawing/2014/main" id="{762EF4AD-35F3-8B67-713F-B6991164E2D9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8" name="pg1051">
                <a:extLst>
                  <a:ext uri="{FF2B5EF4-FFF2-40B4-BE49-F238E27FC236}">
                    <a16:creationId xmlns:a16="http://schemas.microsoft.com/office/drawing/2014/main" id="{FF60B1DF-8BAD-24D3-6403-F203891A3B3B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9" name="pg1052">
                <a:extLst>
                  <a:ext uri="{FF2B5EF4-FFF2-40B4-BE49-F238E27FC236}">
                    <a16:creationId xmlns:a16="http://schemas.microsoft.com/office/drawing/2014/main" id="{1C3D2E1C-ED83-553E-C8B5-B4CBBA0F7080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0" name="pg1053">
                <a:extLst>
                  <a:ext uri="{FF2B5EF4-FFF2-40B4-BE49-F238E27FC236}">
                    <a16:creationId xmlns:a16="http://schemas.microsoft.com/office/drawing/2014/main" id="{25D6C2FA-03D9-2282-999B-21A8CB7350BF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1" name="pg1054">
                <a:extLst>
                  <a:ext uri="{FF2B5EF4-FFF2-40B4-BE49-F238E27FC236}">
                    <a16:creationId xmlns:a16="http://schemas.microsoft.com/office/drawing/2014/main" id="{474B180C-4776-CE06-BF4C-BB4BC87E6A9B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2" name="pg1055">
                <a:extLst>
                  <a:ext uri="{FF2B5EF4-FFF2-40B4-BE49-F238E27FC236}">
                    <a16:creationId xmlns:a16="http://schemas.microsoft.com/office/drawing/2014/main" id="{168C74F8-09E4-4848-1501-81FB4B2D086D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3" name="pg1056">
                <a:extLst>
                  <a:ext uri="{FF2B5EF4-FFF2-40B4-BE49-F238E27FC236}">
                    <a16:creationId xmlns:a16="http://schemas.microsoft.com/office/drawing/2014/main" id="{F723F6B5-28C4-D161-E19E-95C0DF82655A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4" name="pg1057">
                <a:extLst>
                  <a:ext uri="{FF2B5EF4-FFF2-40B4-BE49-F238E27FC236}">
                    <a16:creationId xmlns:a16="http://schemas.microsoft.com/office/drawing/2014/main" id="{16245DE6-DE7B-D5D0-6577-3E05EA750819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5" name="pg1058">
                <a:extLst>
                  <a:ext uri="{FF2B5EF4-FFF2-40B4-BE49-F238E27FC236}">
                    <a16:creationId xmlns:a16="http://schemas.microsoft.com/office/drawing/2014/main" id="{C73F54AE-6256-65ED-D27A-199D10ECAD39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6" name="pg1059">
                <a:extLst>
                  <a:ext uri="{FF2B5EF4-FFF2-40B4-BE49-F238E27FC236}">
                    <a16:creationId xmlns:a16="http://schemas.microsoft.com/office/drawing/2014/main" id="{06DA0B53-B1B8-49B3-C782-76D56BDD44BA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7" name="pg1060">
                <a:extLst>
                  <a:ext uri="{FF2B5EF4-FFF2-40B4-BE49-F238E27FC236}">
                    <a16:creationId xmlns:a16="http://schemas.microsoft.com/office/drawing/2014/main" id="{6B297B8F-5BBB-0DAA-9968-0C9566178E18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8" name="pg1061">
                <a:extLst>
                  <a:ext uri="{FF2B5EF4-FFF2-40B4-BE49-F238E27FC236}">
                    <a16:creationId xmlns:a16="http://schemas.microsoft.com/office/drawing/2014/main" id="{4B10151D-5966-FB99-EAD6-CF467E403B93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9" name="pg1062">
                <a:extLst>
                  <a:ext uri="{FF2B5EF4-FFF2-40B4-BE49-F238E27FC236}">
                    <a16:creationId xmlns:a16="http://schemas.microsoft.com/office/drawing/2014/main" id="{0A629597-6750-ED7C-2B0C-9F963046AD72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0" name="pg1063">
                <a:extLst>
                  <a:ext uri="{FF2B5EF4-FFF2-40B4-BE49-F238E27FC236}">
                    <a16:creationId xmlns:a16="http://schemas.microsoft.com/office/drawing/2014/main" id="{4EC75B9F-5030-3E7E-11B9-1890783FBF23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1" name="pg1064">
                <a:extLst>
                  <a:ext uri="{FF2B5EF4-FFF2-40B4-BE49-F238E27FC236}">
                    <a16:creationId xmlns:a16="http://schemas.microsoft.com/office/drawing/2014/main" id="{F0675FF5-B359-1763-6AF8-79D6C28AB363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2" name="pg1065">
                <a:extLst>
                  <a:ext uri="{FF2B5EF4-FFF2-40B4-BE49-F238E27FC236}">
                    <a16:creationId xmlns:a16="http://schemas.microsoft.com/office/drawing/2014/main" id="{3998C343-2B76-4F59-366F-AABC89B5D045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3" name="pg1066">
                <a:extLst>
                  <a:ext uri="{FF2B5EF4-FFF2-40B4-BE49-F238E27FC236}">
                    <a16:creationId xmlns:a16="http://schemas.microsoft.com/office/drawing/2014/main" id="{32F6F185-1088-A819-98D5-49D8A022FCB9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4" name="pg1067">
                <a:extLst>
                  <a:ext uri="{FF2B5EF4-FFF2-40B4-BE49-F238E27FC236}">
                    <a16:creationId xmlns:a16="http://schemas.microsoft.com/office/drawing/2014/main" id="{EEC3ED1A-E831-BE4B-D552-649D6B7EC4DD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5" name="pg1068">
                <a:extLst>
                  <a:ext uri="{FF2B5EF4-FFF2-40B4-BE49-F238E27FC236}">
                    <a16:creationId xmlns:a16="http://schemas.microsoft.com/office/drawing/2014/main" id="{48C98C07-3310-7743-9BF2-A4F0C24EF002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6" name="pg1069">
                <a:extLst>
                  <a:ext uri="{FF2B5EF4-FFF2-40B4-BE49-F238E27FC236}">
                    <a16:creationId xmlns:a16="http://schemas.microsoft.com/office/drawing/2014/main" id="{392CCF74-DDCF-134A-C11B-7A45D0EF7F9F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7" name="pg1070">
                <a:extLst>
                  <a:ext uri="{FF2B5EF4-FFF2-40B4-BE49-F238E27FC236}">
                    <a16:creationId xmlns:a16="http://schemas.microsoft.com/office/drawing/2014/main" id="{A793A83B-4F0E-9AC6-BB04-39C9D504E059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8" name="pg1071">
                <a:extLst>
                  <a:ext uri="{FF2B5EF4-FFF2-40B4-BE49-F238E27FC236}">
                    <a16:creationId xmlns:a16="http://schemas.microsoft.com/office/drawing/2014/main" id="{FFB6D016-394D-5430-BC87-6DD58CC706C2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9" name="pg1072">
                <a:extLst>
                  <a:ext uri="{FF2B5EF4-FFF2-40B4-BE49-F238E27FC236}">
                    <a16:creationId xmlns:a16="http://schemas.microsoft.com/office/drawing/2014/main" id="{E6F14705-CCE5-AF8D-83E9-A91C27571C9C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0" name="pg1073">
                <a:extLst>
                  <a:ext uri="{FF2B5EF4-FFF2-40B4-BE49-F238E27FC236}">
                    <a16:creationId xmlns:a16="http://schemas.microsoft.com/office/drawing/2014/main" id="{0A41EC55-F196-2E69-032C-DB2DF0C0C908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1" name="pg1074">
                <a:extLst>
                  <a:ext uri="{FF2B5EF4-FFF2-40B4-BE49-F238E27FC236}">
                    <a16:creationId xmlns:a16="http://schemas.microsoft.com/office/drawing/2014/main" id="{909F9415-4F05-45D6-BB60-233ECF8C4E47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2" name="pg1075">
                <a:extLst>
                  <a:ext uri="{FF2B5EF4-FFF2-40B4-BE49-F238E27FC236}">
                    <a16:creationId xmlns:a16="http://schemas.microsoft.com/office/drawing/2014/main" id="{DEB91E58-14C4-7F15-3C9A-1C02C32DBEF9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3" name="pg1076">
                <a:extLst>
                  <a:ext uri="{FF2B5EF4-FFF2-40B4-BE49-F238E27FC236}">
                    <a16:creationId xmlns:a16="http://schemas.microsoft.com/office/drawing/2014/main" id="{8CAC3559-D1AA-B04E-20C9-D4BAE0C0D1A2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4" name="pg1077">
                <a:extLst>
                  <a:ext uri="{FF2B5EF4-FFF2-40B4-BE49-F238E27FC236}">
                    <a16:creationId xmlns:a16="http://schemas.microsoft.com/office/drawing/2014/main" id="{ABB08128-0E99-6AC8-56DE-401C37182DF6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5" name="pg1078">
                <a:extLst>
                  <a:ext uri="{FF2B5EF4-FFF2-40B4-BE49-F238E27FC236}">
                    <a16:creationId xmlns:a16="http://schemas.microsoft.com/office/drawing/2014/main" id="{CE023F95-9420-5452-6A0C-7261FA883130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6" name="pg1079">
                <a:extLst>
                  <a:ext uri="{FF2B5EF4-FFF2-40B4-BE49-F238E27FC236}">
                    <a16:creationId xmlns:a16="http://schemas.microsoft.com/office/drawing/2014/main" id="{A63D15C5-E4CB-74EA-F5B4-42D9E0C9AB4C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7" name="pg1080">
                <a:extLst>
                  <a:ext uri="{FF2B5EF4-FFF2-40B4-BE49-F238E27FC236}">
                    <a16:creationId xmlns:a16="http://schemas.microsoft.com/office/drawing/2014/main" id="{48F6B64C-C838-1D6B-6DA4-8D5AD916ADEF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8" name="pg1081">
                <a:extLst>
                  <a:ext uri="{FF2B5EF4-FFF2-40B4-BE49-F238E27FC236}">
                    <a16:creationId xmlns:a16="http://schemas.microsoft.com/office/drawing/2014/main" id="{295E442E-80DD-8644-0929-FD0158EF3723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9" name="pg1082">
                <a:extLst>
                  <a:ext uri="{FF2B5EF4-FFF2-40B4-BE49-F238E27FC236}">
                    <a16:creationId xmlns:a16="http://schemas.microsoft.com/office/drawing/2014/main" id="{ED295787-5608-716E-C91E-B53E660F7A55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0" name="pg1083">
                <a:extLst>
                  <a:ext uri="{FF2B5EF4-FFF2-40B4-BE49-F238E27FC236}">
                    <a16:creationId xmlns:a16="http://schemas.microsoft.com/office/drawing/2014/main" id="{89A5889C-E15F-B859-B147-A9C16126BE76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1" name="pg1084">
                <a:extLst>
                  <a:ext uri="{FF2B5EF4-FFF2-40B4-BE49-F238E27FC236}">
                    <a16:creationId xmlns:a16="http://schemas.microsoft.com/office/drawing/2014/main" id="{FE5F71D0-56C2-64E7-B554-ED6CE3346C83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2" name="pg1085">
                <a:extLst>
                  <a:ext uri="{FF2B5EF4-FFF2-40B4-BE49-F238E27FC236}">
                    <a16:creationId xmlns:a16="http://schemas.microsoft.com/office/drawing/2014/main" id="{42456FBD-8481-F9DD-135D-FB1AA10F823E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3" name="pg1086">
                <a:extLst>
                  <a:ext uri="{FF2B5EF4-FFF2-40B4-BE49-F238E27FC236}">
                    <a16:creationId xmlns:a16="http://schemas.microsoft.com/office/drawing/2014/main" id="{01D6E30A-DB8A-F327-54A5-A8212B63EA4A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4" name="pg1087">
                <a:extLst>
                  <a:ext uri="{FF2B5EF4-FFF2-40B4-BE49-F238E27FC236}">
                    <a16:creationId xmlns:a16="http://schemas.microsoft.com/office/drawing/2014/main" id="{7102F01D-64EF-2A8B-B382-1F3BD63C15BA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5" name="pg1088">
                <a:extLst>
                  <a:ext uri="{FF2B5EF4-FFF2-40B4-BE49-F238E27FC236}">
                    <a16:creationId xmlns:a16="http://schemas.microsoft.com/office/drawing/2014/main" id="{C7975181-E50C-BC32-52BA-D12C79DCFAE5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6" name="pg1089">
                <a:extLst>
                  <a:ext uri="{FF2B5EF4-FFF2-40B4-BE49-F238E27FC236}">
                    <a16:creationId xmlns:a16="http://schemas.microsoft.com/office/drawing/2014/main" id="{F9420386-7EEA-A6DF-DEC0-04F5A5A71910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7" name="pg1090">
                <a:extLst>
                  <a:ext uri="{FF2B5EF4-FFF2-40B4-BE49-F238E27FC236}">
                    <a16:creationId xmlns:a16="http://schemas.microsoft.com/office/drawing/2014/main" id="{B0EA9AD0-3990-D22F-4A38-20ACABAA0BF7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8" name="pg1091">
                <a:extLst>
                  <a:ext uri="{FF2B5EF4-FFF2-40B4-BE49-F238E27FC236}">
                    <a16:creationId xmlns:a16="http://schemas.microsoft.com/office/drawing/2014/main" id="{44C6D195-5E3F-53DF-A0B0-61B3293D86F6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9" name="pg1092">
                <a:extLst>
                  <a:ext uri="{FF2B5EF4-FFF2-40B4-BE49-F238E27FC236}">
                    <a16:creationId xmlns:a16="http://schemas.microsoft.com/office/drawing/2014/main" id="{16AF7F19-6B8F-64D4-285E-18786916D636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0" name="pg1093">
                <a:extLst>
                  <a:ext uri="{FF2B5EF4-FFF2-40B4-BE49-F238E27FC236}">
                    <a16:creationId xmlns:a16="http://schemas.microsoft.com/office/drawing/2014/main" id="{1958770B-7B1A-4927-7F2D-7B4D72F3B193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1" name="pg1094">
                <a:extLst>
                  <a:ext uri="{FF2B5EF4-FFF2-40B4-BE49-F238E27FC236}">
                    <a16:creationId xmlns:a16="http://schemas.microsoft.com/office/drawing/2014/main" id="{9027068B-06E8-D78B-F33C-97D4D93D844A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2" name="pg1095">
                <a:extLst>
                  <a:ext uri="{FF2B5EF4-FFF2-40B4-BE49-F238E27FC236}">
                    <a16:creationId xmlns:a16="http://schemas.microsoft.com/office/drawing/2014/main" id="{74D560CE-FFCE-EA0F-8704-DD60D5B5F3CD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3" name="pg1096">
                <a:extLst>
                  <a:ext uri="{FF2B5EF4-FFF2-40B4-BE49-F238E27FC236}">
                    <a16:creationId xmlns:a16="http://schemas.microsoft.com/office/drawing/2014/main" id="{1EED5D30-E251-AE8D-F582-250F61A083F5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4" name="pg1097">
                <a:extLst>
                  <a:ext uri="{FF2B5EF4-FFF2-40B4-BE49-F238E27FC236}">
                    <a16:creationId xmlns:a16="http://schemas.microsoft.com/office/drawing/2014/main" id="{BAC5FC55-FFC5-823D-53D5-00AA37B284D2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5" name="pg1098">
                <a:extLst>
                  <a:ext uri="{FF2B5EF4-FFF2-40B4-BE49-F238E27FC236}">
                    <a16:creationId xmlns:a16="http://schemas.microsoft.com/office/drawing/2014/main" id="{F2A38033-5175-E75F-6600-6D938763A09A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6" name="pg1099">
                <a:extLst>
                  <a:ext uri="{FF2B5EF4-FFF2-40B4-BE49-F238E27FC236}">
                    <a16:creationId xmlns:a16="http://schemas.microsoft.com/office/drawing/2014/main" id="{25176BAD-48BA-5D74-5972-4576FE8604FD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7" name="pg1100">
                <a:extLst>
                  <a:ext uri="{FF2B5EF4-FFF2-40B4-BE49-F238E27FC236}">
                    <a16:creationId xmlns:a16="http://schemas.microsoft.com/office/drawing/2014/main" id="{CDADE114-FF18-F244-CAF0-86C35E0D94AB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8" name="pg1101">
                <a:extLst>
                  <a:ext uri="{FF2B5EF4-FFF2-40B4-BE49-F238E27FC236}">
                    <a16:creationId xmlns:a16="http://schemas.microsoft.com/office/drawing/2014/main" id="{4111E0E7-3A3F-962B-61E8-953DD338698C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9" name="pg1102">
                <a:extLst>
                  <a:ext uri="{FF2B5EF4-FFF2-40B4-BE49-F238E27FC236}">
                    <a16:creationId xmlns:a16="http://schemas.microsoft.com/office/drawing/2014/main" id="{ED21CA01-2946-8741-FFC3-D05F34BD4650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0" name="pg1103">
                <a:extLst>
                  <a:ext uri="{FF2B5EF4-FFF2-40B4-BE49-F238E27FC236}">
                    <a16:creationId xmlns:a16="http://schemas.microsoft.com/office/drawing/2014/main" id="{580B7763-F04F-5DD6-5A93-5330EBC7E45C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1" name="pg1104">
                <a:extLst>
                  <a:ext uri="{FF2B5EF4-FFF2-40B4-BE49-F238E27FC236}">
                    <a16:creationId xmlns:a16="http://schemas.microsoft.com/office/drawing/2014/main" id="{4A80512D-E5FC-0CD8-5D2A-D75440C6D9CB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2" name="pg1105">
                <a:extLst>
                  <a:ext uri="{FF2B5EF4-FFF2-40B4-BE49-F238E27FC236}">
                    <a16:creationId xmlns:a16="http://schemas.microsoft.com/office/drawing/2014/main" id="{F1E67BD1-57E3-8F07-6576-6F0C016A2AAC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3" name="pg1106">
                <a:extLst>
                  <a:ext uri="{FF2B5EF4-FFF2-40B4-BE49-F238E27FC236}">
                    <a16:creationId xmlns:a16="http://schemas.microsoft.com/office/drawing/2014/main" id="{42487048-B8B7-E621-6775-66375E84EA18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4" name="pg1107">
                <a:extLst>
                  <a:ext uri="{FF2B5EF4-FFF2-40B4-BE49-F238E27FC236}">
                    <a16:creationId xmlns:a16="http://schemas.microsoft.com/office/drawing/2014/main" id="{58579FDE-8B39-8F27-A4DB-E9E456F93D8D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5" name="pg1108">
                <a:extLst>
                  <a:ext uri="{FF2B5EF4-FFF2-40B4-BE49-F238E27FC236}">
                    <a16:creationId xmlns:a16="http://schemas.microsoft.com/office/drawing/2014/main" id="{43681AB2-BA98-73D1-F886-06A3CD9ACA63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6" name="pg1109">
                <a:extLst>
                  <a:ext uri="{FF2B5EF4-FFF2-40B4-BE49-F238E27FC236}">
                    <a16:creationId xmlns:a16="http://schemas.microsoft.com/office/drawing/2014/main" id="{E4CA1C2D-7446-39D4-940B-DA7E7069193D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7" name="pg1110">
                <a:extLst>
                  <a:ext uri="{FF2B5EF4-FFF2-40B4-BE49-F238E27FC236}">
                    <a16:creationId xmlns:a16="http://schemas.microsoft.com/office/drawing/2014/main" id="{5D66A44E-8E2D-946A-6341-18475F3D00FD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8" name="pg1111">
                <a:extLst>
                  <a:ext uri="{FF2B5EF4-FFF2-40B4-BE49-F238E27FC236}">
                    <a16:creationId xmlns:a16="http://schemas.microsoft.com/office/drawing/2014/main" id="{CF6B5B2A-36AB-1C15-BFFE-59A73B7703A1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9" name="pg1112">
                <a:extLst>
                  <a:ext uri="{FF2B5EF4-FFF2-40B4-BE49-F238E27FC236}">
                    <a16:creationId xmlns:a16="http://schemas.microsoft.com/office/drawing/2014/main" id="{5AD0C107-2C9A-42AD-2C62-C988212F0CD6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0" name="pg1113">
                <a:extLst>
                  <a:ext uri="{FF2B5EF4-FFF2-40B4-BE49-F238E27FC236}">
                    <a16:creationId xmlns:a16="http://schemas.microsoft.com/office/drawing/2014/main" id="{1ECC648A-D133-7B53-34E3-E074480E9B1A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1" name="pg1114">
                <a:extLst>
                  <a:ext uri="{FF2B5EF4-FFF2-40B4-BE49-F238E27FC236}">
                    <a16:creationId xmlns:a16="http://schemas.microsoft.com/office/drawing/2014/main" id="{26B0313C-0E31-06E0-D2EF-4CFE0D50F469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2" name="pg1115">
                <a:extLst>
                  <a:ext uri="{FF2B5EF4-FFF2-40B4-BE49-F238E27FC236}">
                    <a16:creationId xmlns:a16="http://schemas.microsoft.com/office/drawing/2014/main" id="{0486EC5B-8919-7DEA-30D0-B11B090E8C07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3" name="pg1116">
                <a:extLst>
                  <a:ext uri="{FF2B5EF4-FFF2-40B4-BE49-F238E27FC236}">
                    <a16:creationId xmlns:a16="http://schemas.microsoft.com/office/drawing/2014/main" id="{AC044948-1D82-05D7-95CC-1ED274A18FE2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4" name="pg1117">
                <a:extLst>
                  <a:ext uri="{FF2B5EF4-FFF2-40B4-BE49-F238E27FC236}">
                    <a16:creationId xmlns:a16="http://schemas.microsoft.com/office/drawing/2014/main" id="{2C9937FE-6863-59FD-0D6C-85D1DE3BB36D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5" name="pg1118">
                <a:extLst>
                  <a:ext uri="{FF2B5EF4-FFF2-40B4-BE49-F238E27FC236}">
                    <a16:creationId xmlns:a16="http://schemas.microsoft.com/office/drawing/2014/main" id="{411C275F-F07D-BD49-01E1-DA5196E1A1E6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6" name="pg1119">
                <a:extLst>
                  <a:ext uri="{FF2B5EF4-FFF2-40B4-BE49-F238E27FC236}">
                    <a16:creationId xmlns:a16="http://schemas.microsoft.com/office/drawing/2014/main" id="{7F0FCC1D-FF25-D542-425C-9F7F83B0A5D8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7" name="pg1120">
                <a:extLst>
                  <a:ext uri="{FF2B5EF4-FFF2-40B4-BE49-F238E27FC236}">
                    <a16:creationId xmlns:a16="http://schemas.microsoft.com/office/drawing/2014/main" id="{E83D09DA-1F78-463D-4EF7-D5809D42B2D4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8" name="pg1121">
                <a:extLst>
                  <a:ext uri="{FF2B5EF4-FFF2-40B4-BE49-F238E27FC236}">
                    <a16:creationId xmlns:a16="http://schemas.microsoft.com/office/drawing/2014/main" id="{326048B5-9D4E-4F8F-CB57-DCF95EEC4964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9" name="pg1122">
                <a:extLst>
                  <a:ext uri="{FF2B5EF4-FFF2-40B4-BE49-F238E27FC236}">
                    <a16:creationId xmlns:a16="http://schemas.microsoft.com/office/drawing/2014/main" id="{94E749AA-469F-38B9-F085-9DA68FD1B850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0" name="pg1123">
                <a:extLst>
                  <a:ext uri="{FF2B5EF4-FFF2-40B4-BE49-F238E27FC236}">
                    <a16:creationId xmlns:a16="http://schemas.microsoft.com/office/drawing/2014/main" id="{35A36A33-7553-4DD6-618F-A1E2D51FAC71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1" name="pg1124">
                <a:extLst>
                  <a:ext uri="{FF2B5EF4-FFF2-40B4-BE49-F238E27FC236}">
                    <a16:creationId xmlns:a16="http://schemas.microsoft.com/office/drawing/2014/main" id="{51393811-264E-4610-FF90-C17744F5D145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2" name="pg1125">
                <a:extLst>
                  <a:ext uri="{FF2B5EF4-FFF2-40B4-BE49-F238E27FC236}">
                    <a16:creationId xmlns:a16="http://schemas.microsoft.com/office/drawing/2014/main" id="{9EC69D0D-B829-F7EB-2C7C-DACE8FA9D3CB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3" name="pg1126">
                <a:extLst>
                  <a:ext uri="{FF2B5EF4-FFF2-40B4-BE49-F238E27FC236}">
                    <a16:creationId xmlns:a16="http://schemas.microsoft.com/office/drawing/2014/main" id="{839384DF-BFC6-9C12-6E66-0AED712B9625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4" name="pg1127">
                <a:extLst>
                  <a:ext uri="{FF2B5EF4-FFF2-40B4-BE49-F238E27FC236}">
                    <a16:creationId xmlns:a16="http://schemas.microsoft.com/office/drawing/2014/main" id="{4077E17C-C19C-C5CF-87CC-AA6E3E8A7318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5" name="pg1128">
                <a:extLst>
                  <a:ext uri="{FF2B5EF4-FFF2-40B4-BE49-F238E27FC236}">
                    <a16:creationId xmlns:a16="http://schemas.microsoft.com/office/drawing/2014/main" id="{DA683C5F-389C-6407-3362-0EEFC18BDE2A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6" name="pg1129">
                <a:extLst>
                  <a:ext uri="{FF2B5EF4-FFF2-40B4-BE49-F238E27FC236}">
                    <a16:creationId xmlns:a16="http://schemas.microsoft.com/office/drawing/2014/main" id="{E2D23D82-1022-A37A-C546-4CA5798644C9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7" name="pg1130">
                <a:extLst>
                  <a:ext uri="{FF2B5EF4-FFF2-40B4-BE49-F238E27FC236}">
                    <a16:creationId xmlns:a16="http://schemas.microsoft.com/office/drawing/2014/main" id="{28A72867-B5F1-42FC-1D6D-16E8F890A71F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8" name="pg1131">
                <a:extLst>
                  <a:ext uri="{FF2B5EF4-FFF2-40B4-BE49-F238E27FC236}">
                    <a16:creationId xmlns:a16="http://schemas.microsoft.com/office/drawing/2014/main" id="{186FBAAE-7A09-631B-8AD8-48B93A7FE0F6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9" name="pg1132">
                <a:extLst>
                  <a:ext uri="{FF2B5EF4-FFF2-40B4-BE49-F238E27FC236}">
                    <a16:creationId xmlns:a16="http://schemas.microsoft.com/office/drawing/2014/main" id="{7B9DDC9D-B5E8-345C-EDDF-3A7DC3469F81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0" name="pg1133">
                <a:extLst>
                  <a:ext uri="{FF2B5EF4-FFF2-40B4-BE49-F238E27FC236}">
                    <a16:creationId xmlns:a16="http://schemas.microsoft.com/office/drawing/2014/main" id="{211CC2EE-A9F6-BD1C-3AB1-857A191F168A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1" name="pg1134">
                <a:extLst>
                  <a:ext uri="{FF2B5EF4-FFF2-40B4-BE49-F238E27FC236}">
                    <a16:creationId xmlns:a16="http://schemas.microsoft.com/office/drawing/2014/main" id="{B3649410-7E77-949C-3DDD-7FDB70B0FFAD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2" name="pg1135">
                <a:extLst>
                  <a:ext uri="{FF2B5EF4-FFF2-40B4-BE49-F238E27FC236}">
                    <a16:creationId xmlns:a16="http://schemas.microsoft.com/office/drawing/2014/main" id="{8ACBF654-8A21-17FE-09EA-DF97028B0C9A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3" name="pg1136">
                <a:extLst>
                  <a:ext uri="{FF2B5EF4-FFF2-40B4-BE49-F238E27FC236}">
                    <a16:creationId xmlns:a16="http://schemas.microsoft.com/office/drawing/2014/main" id="{858C48E0-2418-502B-31A5-DACDAC75A91F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4" name="pg1137">
                <a:extLst>
                  <a:ext uri="{FF2B5EF4-FFF2-40B4-BE49-F238E27FC236}">
                    <a16:creationId xmlns:a16="http://schemas.microsoft.com/office/drawing/2014/main" id="{AE5A4378-B5BE-6617-5712-2F69B5BAB3FF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5" name="pg1138">
                <a:extLst>
                  <a:ext uri="{FF2B5EF4-FFF2-40B4-BE49-F238E27FC236}">
                    <a16:creationId xmlns:a16="http://schemas.microsoft.com/office/drawing/2014/main" id="{C2FFB88E-48F4-7E02-1193-F71A1D6BC1CA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6" name="pg1139">
                <a:extLst>
                  <a:ext uri="{FF2B5EF4-FFF2-40B4-BE49-F238E27FC236}">
                    <a16:creationId xmlns:a16="http://schemas.microsoft.com/office/drawing/2014/main" id="{83FAD797-9ED1-70F4-DFF5-4020E9DFFAAE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7" name="pg1140">
                <a:extLst>
                  <a:ext uri="{FF2B5EF4-FFF2-40B4-BE49-F238E27FC236}">
                    <a16:creationId xmlns:a16="http://schemas.microsoft.com/office/drawing/2014/main" id="{B4A163AD-B442-B650-D9D3-B3FAF26979B4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8" name="pg1141">
                <a:extLst>
                  <a:ext uri="{FF2B5EF4-FFF2-40B4-BE49-F238E27FC236}">
                    <a16:creationId xmlns:a16="http://schemas.microsoft.com/office/drawing/2014/main" id="{04DFB11C-E4A0-4945-D512-677967AEC5FE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9" name="pg1142">
                <a:extLst>
                  <a:ext uri="{FF2B5EF4-FFF2-40B4-BE49-F238E27FC236}">
                    <a16:creationId xmlns:a16="http://schemas.microsoft.com/office/drawing/2014/main" id="{8DB4E0BA-983C-E375-2486-360DD5004935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0" name="pg1143">
                <a:extLst>
                  <a:ext uri="{FF2B5EF4-FFF2-40B4-BE49-F238E27FC236}">
                    <a16:creationId xmlns:a16="http://schemas.microsoft.com/office/drawing/2014/main" id="{23B1FA57-8313-26D6-7913-53208C93E6E6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1" name="pg1144">
                <a:extLst>
                  <a:ext uri="{FF2B5EF4-FFF2-40B4-BE49-F238E27FC236}">
                    <a16:creationId xmlns:a16="http://schemas.microsoft.com/office/drawing/2014/main" id="{9D53862C-2689-BB63-47B2-377E547F7C7C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2" name="pg1145">
                <a:extLst>
                  <a:ext uri="{FF2B5EF4-FFF2-40B4-BE49-F238E27FC236}">
                    <a16:creationId xmlns:a16="http://schemas.microsoft.com/office/drawing/2014/main" id="{A10BA7E4-6ACE-16FC-F74B-7B0A0F6075DC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3" name="pg1146">
                <a:extLst>
                  <a:ext uri="{FF2B5EF4-FFF2-40B4-BE49-F238E27FC236}">
                    <a16:creationId xmlns:a16="http://schemas.microsoft.com/office/drawing/2014/main" id="{BF9291EA-6F04-B516-27BB-F15E20989244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4" name="pg1147">
                <a:extLst>
                  <a:ext uri="{FF2B5EF4-FFF2-40B4-BE49-F238E27FC236}">
                    <a16:creationId xmlns:a16="http://schemas.microsoft.com/office/drawing/2014/main" id="{145E8345-6714-4415-0ED2-03CD809BD1BA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5" name="pg1148">
                <a:extLst>
                  <a:ext uri="{FF2B5EF4-FFF2-40B4-BE49-F238E27FC236}">
                    <a16:creationId xmlns:a16="http://schemas.microsoft.com/office/drawing/2014/main" id="{0B064735-A94D-1321-C3BF-6B447E23B6AC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6" name="pg1149">
                <a:extLst>
                  <a:ext uri="{FF2B5EF4-FFF2-40B4-BE49-F238E27FC236}">
                    <a16:creationId xmlns:a16="http://schemas.microsoft.com/office/drawing/2014/main" id="{C40179AB-B1B9-D8DC-4D3B-10AE6A5D2ADA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7" name="pg1150">
                <a:extLst>
                  <a:ext uri="{FF2B5EF4-FFF2-40B4-BE49-F238E27FC236}">
                    <a16:creationId xmlns:a16="http://schemas.microsoft.com/office/drawing/2014/main" id="{A4AEC39B-3151-75BA-E7B0-AF92E494CCC9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8" name="pg1151">
                <a:extLst>
                  <a:ext uri="{FF2B5EF4-FFF2-40B4-BE49-F238E27FC236}">
                    <a16:creationId xmlns:a16="http://schemas.microsoft.com/office/drawing/2014/main" id="{7FF8F428-6E13-FC0F-5615-6D7E8494C136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9" name="pg1152">
                <a:extLst>
                  <a:ext uri="{FF2B5EF4-FFF2-40B4-BE49-F238E27FC236}">
                    <a16:creationId xmlns:a16="http://schemas.microsoft.com/office/drawing/2014/main" id="{AE01D74D-E822-3B1A-C9C9-21FAACBE8E3A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0" name="pg1153">
                <a:extLst>
                  <a:ext uri="{FF2B5EF4-FFF2-40B4-BE49-F238E27FC236}">
                    <a16:creationId xmlns:a16="http://schemas.microsoft.com/office/drawing/2014/main" id="{AAD9D1C5-A8AA-C52C-673D-AC13AE8B8749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1" name="pg1154">
                <a:extLst>
                  <a:ext uri="{FF2B5EF4-FFF2-40B4-BE49-F238E27FC236}">
                    <a16:creationId xmlns:a16="http://schemas.microsoft.com/office/drawing/2014/main" id="{1BA5ECD0-40B2-746A-AE7D-961403F1D242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2" name="pg1155">
                <a:extLst>
                  <a:ext uri="{FF2B5EF4-FFF2-40B4-BE49-F238E27FC236}">
                    <a16:creationId xmlns:a16="http://schemas.microsoft.com/office/drawing/2014/main" id="{25939E3B-C8D8-5582-8D19-F43D289295BC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3" name="pg1156">
                <a:extLst>
                  <a:ext uri="{FF2B5EF4-FFF2-40B4-BE49-F238E27FC236}">
                    <a16:creationId xmlns:a16="http://schemas.microsoft.com/office/drawing/2014/main" id="{AF44057D-6C2F-1558-E633-D7187C9B9A83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4" name="pg1157">
                <a:extLst>
                  <a:ext uri="{FF2B5EF4-FFF2-40B4-BE49-F238E27FC236}">
                    <a16:creationId xmlns:a16="http://schemas.microsoft.com/office/drawing/2014/main" id="{32AFECCD-FDD9-94D8-C667-FDE8437905D1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5" name="pg1158">
                <a:extLst>
                  <a:ext uri="{FF2B5EF4-FFF2-40B4-BE49-F238E27FC236}">
                    <a16:creationId xmlns:a16="http://schemas.microsoft.com/office/drawing/2014/main" id="{270AF3CE-53F3-50AB-DAE5-533147D84878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6" name="pg1159">
                <a:extLst>
                  <a:ext uri="{FF2B5EF4-FFF2-40B4-BE49-F238E27FC236}">
                    <a16:creationId xmlns:a16="http://schemas.microsoft.com/office/drawing/2014/main" id="{7AB111F0-81DC-5892-D9A5-72F16CB5B464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7" name="pg1160">
                <a:extLst>
                  <a:ext uri="{FF2B5EF4-FFF2-40B4-BE49-F238E27FC236}">
                    <a16:creationId xmlns:a16="http://schemas.microsoft.com/office/drawing/2014/main" id="{DDE19912-740B-5732-4FAD-808156514667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8" name="pg1161">
                <a:extLst>
                  <a:ext uri="{FF2B5EF4-FFF2-40B4-BE49-F238E27FC236}">
                    <a16:creationId xmlns:a16="http://schemas.microsoft.com/office/drawing/2014/main" id="{48CD5FBE-0520-96EE-87BF-A7BF96FEAE2E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9" name="pg1162">
                <a:extLst>
                  <a:ext uri="{FF2B5EF4-FFF2-40B4-BE49-F238E27FC236}">
                    <a16:creationId xmlns:a16="http://schemas.microsoft.com/office/drawing/2014/main" id="{D3F556BB-1D18-10A3-F10B-7AD1E147F80D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0" name="pg1163">
                <a:extLst>
                  <a:ext uri="{FF2B5EF4-FFF2-40B4-BE49-F238E27FC236}">
                    <a16:creationId xmlns:a16="http://schemas.microsoft.com/office/drawing/2014/main" id="{14CD9E75-2683-87E0-8DB7-9333D45E5CE1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1" name="pg1164">
                <a:extLst>
                  <a:ext uri="{FF2B5EF4-FFF2-40B4-BE49-F238E27FC236}">
                    <a16:creationId xmlns:a16="http://schemas.microsoft.com/office/drawing/2014/main" id="{1FCEA32D-DE98-FF0A-4F05-35BEFBFE14AE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2" name="pg1165">
                <a:extLst>
                  <a:ext uri="{FF2B5EF4-FFF2-40B4-BE49-F238E27FC236}">
                    <a16:creationId xmlns:a16="http://schemas.microsoft.com/office/drawing/2014/main" id="{57D94810-DA22-61E7-B89D-C7F254F57BEA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3" name="pg1166">
                <a:extLst>
                  <a:ext uri="{FF2B5EF4-FFF2-40B4-BE49-F238E27FC236}">
                    <a16:creationId xmlns:a16="http://schemas.microsoft.com/office/drawing/2014/main" id="{ABBB47EE-12C3-0247-E821-B63B6D3FB552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4" name="pg1167">
                <a:extLst>
                  <a:ext uri="{FF2B5EF4-FFF2-40B4-BE49-F238E27FC236}">
                    <a16:creationId xmlns:a16="http://schemas.microsoft.com/office/drawing/2014/main" id="{C5B219B2-1576-3B71-CB42-9B7C2D8D139F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5" name="pg1168">
                <a:extLst>
                  <a:ext uri="{FF2B5EF4-FFF2-40B4-BE49-F238E27FC236}">
                    <a16:creationId xmlns:a16="http://schemas.microsoft.com/office/drawing/2014/main" id="{013F01D8-E033-F27A-EE31-DFA490D561D5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9BC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6" name="pg1169">
                <a:extLst>
                  <a:ext uri="{FF2B5EF4-FFF2-40B4-BE49-F238E27FC236}">
                    <a16:creationId xmlns:a16="http://schemas.microsoft.com/office/drawing/2014/main" id="{B7DD292B-90A2-4214-B81E-15A2975BDEC4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7" name="pg1170">
                <a:extLst>
                  <a:ext uri="{FF2B5EF4-FFF2-40B4-BE49-F238E27FC236}">
                    <a16:creationId xmlns:a16="http://schemas.microsoft.com/office/drawing/2014/main" id="{25FE813E-F21A-38A8-6A8C-3B88EB85F88C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8" name="pg1171">
                <a:extLst>
                  <a:ext uri="{FF2B5EF4-FFF2-40B4-BE49-F238E27FC236}">
                    <a16:creationId xmlns:a16="http://schemas.microsoft.com/office/drawing/2014/main" id="{59682DA0-48F5-BBE3-8904-640257377E8B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9" name="pg1172">
                <a:extLst>
                  <a:ext uri="{FF2B5EF4-FFF2-40B4-BE49-F238E27FC236}">
                    <a16:creationId xmlns:a16="http://schemas.microsoft.com/office/drawing/2014/main" id="{6D17E940-C378-DD74-AB04-BD890004D79D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0" name="pg1173">
                <a:extLst>
                  <a:ext uri="{FF2B5EF4-FFF2-40B4-BE49-F238E27FC236}">
                    <a16:creationId xmlns:a16="http://schemas.microsoft.com/office/drawing/2014/main" id="{7B44BBDB-F779-221E-89E2-47285CE97CF8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1" name="pg1174">
                <a:extLst>
                  <a:ext uri="{FF2B5EF4-FFF2-40B4-BE49-F238E27FC236}">
                    <a16:creationId xmlns:a16="http://schemas.microsoft.com/office/drawing/2014/main" id="{1A3B093C-C053-F829-3F20-B2BB6E263B8F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2" name="pg1175">
                <a:extLst>
                  <a:ext uri="{FF2B5EF4-FFF2-40B4-BE49-F238E27FC236}">
                    <a16:creationId xmlns:a16="http://schemas.microsoft.com/office/drawing/2014/main" id="{44DBA9DD-EE21-FCC7-D54B-1FB3FBBC07D2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3" name="pg1176">
                <a:extLst>
                  <a:ext uri="{FF2B5EF4-FFF2-40B4-BE49-F238E27FC236}">
                    <a16:creationId xmlns:a16="http://schemas.microsoft.com/office/drawing/2014/main" id="{374F5B0D-C7A4-6FD6-79AD-1072F872AD7F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4" name="pg1177">
                <a:extLst>
                  <a:ext uri="{FF2B5EF4-FFF2-40B4-BE49-F238E27FC236}">
                    <a16:creationId xmlns:a16="http://schemas.microsoft.com/office/drawing/2014/main" id="{FA9C2880-6941-FEA7-8C5A-5C119905013A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5" name="pg1178">
                <a:extLst>
                  <a:ext uri="{FF2B5EF4-FFF2-40B4-BE49-F238E27FC236}">
                    <a16:creationId xmlns:a16="http://schemas.microsoft.com/office/drawing/2014/main" id="{0393E5CD-82DC-58A4-4657-6B7E35135361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6" name="pg1179">
                <a:extLst>
                  <a:ext uri="{FF2B5EF4-FFF2-40B4-BE49-F238E27FC236}">
                    <a16:creationId xmlns:a16="http://schemas.microsoft.com/office/drawing/2014/main" id="{F32F4D1D-D33E-90E4-6FA7-0FECD317D414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7" name="pg1180">
                <a:extLst>
                  <a:ext uri="{FF2B5EF4-FFF2-40B4-BE49-F238E27FC236}">
                    <a16:creationId xmlns:a16="http://schemas.microsoft.com/office/drawing/2014/main" id="{ED9FB3EA-C7CA-5135-990E-CD65FDD80B7A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8" name="pg1181">
                <a:extLst>
                  <a:ext uri="{FF2B5EF4-FFF2-40B4-BE49-F238E27FC236}">
                    <a16:creationId xmlns:a16="http://schemas.microsoft.com/office/drawing/2014/main" id="{D27C8332-C0AB-6B96-5A1B-C2BFDFBA1AC1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9" name="pg1182">
                <a:extLst>
                  <a:ext uri="{FF2B5EF4-FFF2-40B4-BE49-F238E27FC236}">
                    <a16:creationId xmlns:a16="http://schemas.microsoft.com/office/drawing/2014/main" id="{A6E4D5B1-B2AB-8BAE-2FC7-8781FC285A2E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0" name="pg1183">
                <a:extLst>
                  <a:ext uri="{FF2B5EF4-FFF2-40B4-BE49-F238E27FC236}">
                    <a16:creationId xmlns:a16="http://schemas.microsoft.com/office/drawing/2014/main" id="{42E58F23-2FAA-5C59-4F71-C0A13EAA06CE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1" name="pg1184">
                <a:extLst>
                  <a:ext uri="{FF2B5EF4-FFF2-40B4-BE49-F238E27FC236}">
                    <a16:creationId xmlns:a16="http://schemas.microsoft.com/office/drawing/2014/main" id="{F7A89DBF-9748-68EB-40C7-278A0B1ED2FD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2" name="pg1185">
                <a:extLst>
                  <a:ext uri="{FF2B5EF4-FFF2-40B4-BE49-F238E27FC236}">
                    <a16:creationId xmlns:a16="http://schemas.microsoft.com/office/drawing/2014/main" id="{F9009679-E5A5-90DD-CF2B-CC91CE8997FA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3" name="pg1186">
                <a:extLst>
                  <a:ext uri="{FF2B5EF4-FFF2-40B4-BE49-F238E27FC236}">
                    <a16:creationId xmlns:a16="http://schemas.microsoft.com/office/drawing/2014/main" id="{B3CA23B7-5D39-FD6D-FCFE-B2C9BCD7908E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4" name="pg1187">
                <a:extLst>
                  <a:ext uri="{FF2B5EF4-FFF2-40B4-BE49-F238E27FC236}">
                    <a16:creationId xmlns:a16="http://schemas.microsoft.com/office/drawing/2014/main" id="{B9E5501C-DFCE-0EE9-C30E-C58C0C85555F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5" name="pg1188">
                <a:extLst>
                  <a:ext uri="{FF2B5EF4-FFF2-40B4-BE49-F238E27FC236}">
                    <a16:creationId xmlns:a16="http://schemas.microsoft.com/office/drawing/2014/main" id="{6E9E9E80-29BD-CF15-8903-BE03177589B2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6" name="pg1189">
                <a:extLst>
                  <a:ext uri="{FF2B5EF4-FFF2-40B4-BE49-F238E27FC236}">
                    <a16:creationId xmlns:a16="http://schemas.microsoft.com/office/drawing/2014/main" id="{1B01FAB8-2B59-AC25-2139-E05F0CC76F14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7" name="pg1190">
                <a:extLst>
                  <a:ext uri="{FF2B5EF4-FFF2-40B4-BE49-F238E27FC236}">
                    <a16:creationId xmlns:a16="http://schemas.microsoft.com/office/drawing/2014/main" id="{2FD2D863-9E09-9E4C-42F4-1166DD17E0AE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8" name="pg1191">
                <a:extLst>
                  <a:ext uri="{FF2B5EF4-FFF2-40B4-BE49-F238E27FC236}">
                    <a16:creationId xmlns:a16="http://schemas.microsoft.com/office/drawing/2014/main" id="{B6065CA5-7D21-2886-87B5-DE8DB4990A6F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9" name="pg1192">
                <a:extLst>
                  <a:ext uri="{FF2B5EF4-FFF2-40B4-BE49-F238E27FC236}">
                    <a16:creationId xmlns:a16="http://schemas.microsoft.com/office/drawing/2014/main" id="{765A8743-F1D2-220D-0B9C-CFCC7549CCEC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0" name="pg1193">
                <a:extLst>
                  <a:ext uri="{FF2B5EF4-FFF2-40B4-BE49-F238E27FC236}">
                    <a16:creationId xmlns:a16="http://schemas.microsoft.com/office/drawing/2014/main" id="{0D68B56D-AE5A-B0E8-B068-208E59B6CDCB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1" name="pg1194">
                <a:extLst>
                  <a:ext uri="{FF2B5EF4-FFF2-40B4-BE49-F238E27FC236}">
                    <a16:creationId xmlns:a16="http://schemas.microsoft.com/office/drawing/2014/main" id="{91B83AA7-7600-F359-3BFD-BF0BC1700237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2" name="pg1195">
                <a:extLst>
                  <a:ext uri="{FF2B5EF4-FFF2-40B4-BE49-F238E27FC236}">
                    <a16:creationId xmlns:a16="http://schemas.microsoft.com/office/drawing/2014/main" id="{9B67CED7-96AE-A225-FA5D-4ED40CAE4BA4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3" name="pg1196">
                <a:extLst>
                  <a:ext uri="{FF2B5EF4-FFF2-40B4-BE49-F238E27FC236}">
                    <a16:creationId xmlns:a16="http://schemas.microsoft.com/office/drawing/2014/main" id="{A4220409-560A-4C4C-723B-850819E0FC76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4" name="pg1197">
                <a:extLst>
                  <a:ext uri="{FF2B5EF4-FFF2-40B4-BE49-F238E27FC236}">
                    <a16:creationId xmlns:a16="http://schemas.microsoft.com/office/drawing/2014/main" id="{BD75F375-5BF0-1EEF-91B4-F7037FCC69DB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5" name="pg1198">
                <a:extLst>
                  <a:ext uri="{FF2B5EF4-FFF2-40B4-BE49-F238E27FC236}">
                    <a16:creationId xmlns:a16="http://schemas.microsoft.com/office/drawing/2014/main" id="{38F93ACB-064E-87A6-93C8-569466242818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6" name="pg1199">
                <a:extLst>
                  <a:ext uri="{FF2B5EF4-FFF2-40B4-BE49-F238E27FC236}">
                    <a16:creationId xmlns:a16="http://schemas.microsoft.com/office/drawing/2014/main" id="{06E77319-5C82-0F1D-9D58-9C9643E2791C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7" name="pg1200">
                <a:extLst>
                  <a:ext uri="{FF2B5EF4-FFF2-40B4-BE49-F238E27FC236}">
                    <a16:creationId xmlns:a16="http://schemas.microsoft.com/office/drawing/2014/main" id="{FCBC78AC-8E12-E21C-4623-49F1BB9AFF51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8" name="pg1201">
                <a:extLst>
                  <a:ext uri="{FF2B5EF4-FFF2-40B4-BE49-F238E27FC236}">
                    <a16:creationId xmlns:a16="http://schemas.microsoft.com/office/drawing/2014/main" id="{6D7AF502-6060-020B-AEBB-7291AC3F5CC2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9" name="pg1202">
                <a:extLst>
                  <a:ext uri="{FF2B5EF4-FFF2-40B4-BE49-F238E27FC236}">
                    <a16:creationId xmlns:a16="http://schemas.microsoft.com/office/drawing/2014/main" id="{6EBE6E9F-9DB6-CF33-28E8-D35B0867AA7C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0" name="pg1203">
                <a:extLst>
                  <a:ext uri="{FF2B5EF4-FFF2-40B4-BE49-F238E27FC236}">
                    <a16:creationId xmlns:a16="http://schemas.microsoft.com/office/drawing/2014/main" id="{1841BDA3-4434-77B8-4C53-D845F7B132D1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1" name="pg1204">
                <a:extLst>
                  <a:ext uri="{FF2B5EF4-FFF2-40B4-BE49-F238E27FC236}">
                    <a16:creationId xmlns:a16="http://schemas.microsoft.com/office/drawing/2014/main" id="{D7DB82E0-41D4-D89A-73F0-8F62BC1032F7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2" name="pg1205">
                <a:extLst>
                  <a:ext uri="{FF2B5EF4-FFF2-40B4-BE49-F238E27FC236}">
                    <a16:creationId xmlns:a16="http://schemas.microsoft.com/office/drawing/2014/main" id="{6931174B-A683-421A-F802-B1ACA1C4B10A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3" name="pg1206">
                <a:extLst>
                  <a:ext uri="{FF2B5EF4-FFF2-40B4-BE49-F238E27FC236}">
                    <a16:creationId xmlns:a16="http://schemas.microsoft.com/office/drawing/2014/main" id="{37CA38F7-7FA3-86B4-40C7-5713F0D2C5D9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4" name="pg1207">
                <a:extLst>
                  <a:ext uri="{FF2B5EF4-FFF2-40B4-BE49-F238E27FC236}">
                    <a16:creationId xmlns:a16="http://schemas.microsoft.com/office/drawing/2014/main" id="{3309A479-E007-3FBA-5830-1F23B8EEF4C3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5" name="pg1208">
                <a:extLst>
                  <a:ext uri="{FF2B5EF4-FFF2-40B4-BE49-F238E27FC236}">
                    <a16:creationId xmlns:a16="http://schemas.microsoft.com/office/drawing/2014/main" id="{0946411B-9B2B-0702-7621-4E5719891DDF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6" name="pg1209">
                <a:extLst>
                  <a:ext uri="{FF2B5EF4-FFF2-40B4-BE49-F238E27FC236}">
                    <a16:creationId xmlns:a16="http://schemas.microsoft.com/office/drawing/2014/main" id="{DC86211C-71A1-A747-D5F1-B55D03BAD39C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7" name="pg1210">
                <a:extLst>
                  <a:ext uri="{FF2B5EF4-FFF2-40B4-BE49-F238E27FC236}">
                    <a16:creationId xmlns:a16="http://schemas.microsoft.com/office/drawing/2014/main" id="{C29BACD3-D8DB-8889-53A3-780C4EC8CE39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8" name="pg1211">
                <a:extLst>
                  <a:ext uri="{FF2B5EF4-FFF2-40B4-BE49-F238E27FC236}">
                    <a16:creationId xmlns:a16="http://schemas.microsoft.com/office/drawing/2014/main" id="{4CBDA88F-10FF-1381-E9D6-BC7299D5B794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9" name="pg1212">
                <a:extLst>
                  <a:ext uri="{FF2B5EF4-FFF2-40B4-BE49-F238E27FC236}">
                    <a16:creationId xmlns:a16="http://schemas.microsoft.com/office/drawing/2014/main" id="{3404058C-7844-0495-6307-71E1C95D4EBE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0" name="pg1213">
                <a:extLst>
                  <a:ext uri="{FF2B5EF4-FFF2-40B4-BE49-F238E27FC236}">
                    <a16:creationId xmlns:a16="http://schemas.microsoft.com/office/drawing/2014/main" id="{1B242A2A-5B83-D964-D7AE-9D0A3C80B17C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1" name="pg1214">
                <a:extLst>
                  <a:ext uri="{FF2B5EF4-FFF2-40B4-BE49-F238E27FC236}">
                    <a16:creationId xmlns:a16="http://schemas.microsoft.com/office/drawing/2014/main" id="{37EA82BA-AFE5-C9DB-069D-32AA791D9908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2" name="pg1215">
                <a:extLst>
                  <a:ext uri="{FF2B5EF4-FFF2-40B4-BE49-F238E27FC236}">
                    <a16:creationId xmlns:a16="http://schemas.microsoft.com/office/drawing/2014/main" id="{CC499894-6719-2B32-2DE5-1CE433C3BD3F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3" name="pg1216">
                <a:extLst>
                  <a:ext uri="{FF2B5EF4-FFF2-40B4-BE49-F238E27FC236}">
                    <a16:creationId xmlns:a16="http://schemas.microsoft.com/office/drawing/2014/main" id="{EBB08B19-2188-8B0D-2E5D-2A60784D9959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4" name="pg1217">
                <a:extLst>
                  <a:ext uri="{FF2B5EF4-FFF2-40B4-BE49-F238E27FC236}">
                    <a16:creationId xmlns:a16="http://schemas.microsoft.com/office/drawing/2014/main" id="{A60E8EBF-8161-71EA-9E0A-C02252FC9752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5" name="pg1218">
                <a:extLst>
                  <a:ext uri="{FF2B5EF4-FFF2-40B4-BE49-F238E27FC236}">
                    <a16:creationId xmlns:a16="http://schemas.microsoft.com/office/drawing/2014/main" id="{2BF85A22-B6E5-6B5A-F19D-25806222A2A2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6" name="pg1219">
                <a:extLst>
                  <a:ext uri="{FF2B5EF4-FFF2-40B4-BE49-F238E27FC236}">
                    <a16:creationId xmlns:a16="http://schemas.microsoft.com/office/drawing/2014/main" id="{7F76E65D-11B5-D33A-081F-EE5E9DED06D7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7" name="pg1220">
                <a:extLst>
                  <a:ext uri="{FF2B5EF4-FFF2-40B4-BE49-F238E27FC236}">
                    <a16:creationId xmlns:a16="http://schemas.microsoft.com/office/drawing/2014/main" id="{97900F0D-A4A3-C382-3A6E-7BFB2A92AA6F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8" name="pg1221">
                <a:extLst>
                  <a:ext uri="{FF2B5EF4-FFF2-40B4-BE49-F238E27FC236}">
                    <a16:creationId xmlns:a16="http://schemas.microsoft.com/office/drawing/2014/main" id="{28DD408B-9C46-E86A-D272-34A3B8C5517C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9" name="pg1222">
                <a:extLst>
                  <a:ext uri="{FF2B5EF4-FFF2-40B4-BE49-F238E27FC236}">
                    <a16:creationId xmlns:a16="http://schemas.microsoft.com/office/drawing/2014/main" id="{D785523D-45F0-16A0-7AE1-E48DB49C5DA0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0" name="pg1223">
                <a:extLst>
                  <a:ext uri="{FF2B5EF4-FFF2-40B4-BE49-F238E27FC236}">
                    <a16:creationId xmlns:a16="http://schemas.microsoft.com/office/drawing/2014/main" id="{AFDE3313-EF4D-7A4B-0CDA-6080AE9CFE10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1" name="pg1224">
                <a:extLst>
                  <a:ext uri="{FF2B5EF4-FFF2-40B4-BE49-F238E27FC236}">
                    <a16:creationId xmlns:a16="http://schemas.microsoft.com/office/drawing/2014/main" id="{2F193F14-D572-82E1-F8F3-40AEB33FCEA2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2" name="pg1225">
                <a:extLst>
                  <a:ext uri="{FF2B5EF4-FFF2-40B4-BE49-F238E27FC236}">
                    <a16:creationId xmlns:a16="http://schemas.microsoft.com/office/drawing/2014/main" id="{6C0E3C6D-509F-40BB-26CB-6F9690F44821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3" name="pg1226">
                <a:extLst>
                  <a:ext uri="{FF2B5EF4-FFF2-40B4-BE49-F238E27FC236}">
                    <a16:creationId xmlns:a16="http://schemas.microsoft.com/office/drawing/2014/main" id="{E180519E-DF53-A2EA-5772-C9FD74BFC32B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4" name="pg1227">
                <a:extLst>
                  <a:ext uri="{FF2B5EF4-FFF2-40B4-BE49-F238E27FC236}">
                    <a16:creationId xmlns:a16="http://schemas.microsoft.com/office/drawing/2014/main" id="{6DB58E81-1942-E3BD-CCAB-72EA9D14D6F1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5" name="pg1228">
                <a:extLst>
                  <a:ext uri="{FF2B5EF4-FFF2-40B4-BE49-F238E27FC236}">
                    <a16:creationId xmlns:a16="http://schemas.microsoft.com/office/drawing/2014/main" id="{E6B050C9-1AF5-560C-B7A3-792E951B0BE6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6" name="pg1229">
                <a:extLst>
                  <a:ext uri="{FF2B5EF4-FFF2-40B4-BE49-F238E27FC236}">
                    <a16:creationId xmlns:a16="http://schemas.microsoft.com/office/drawing/2014/main" id="{EDEE3137-0298-3F42-9E73-F908FD7F5F31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7" name="pg1230">
                <a:extLst>
                  <a:ext uri="{FF2B5EF4-FFF2-40B4-BE49-F238E27FC236}">
                    <a16:creationId xmlns:a16="http://schemas.microsoft.com/office/drawing/2014/main" id="{E741CD09-F9FB-5DBC-D201-55C2A780B5B9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8" name="pg1231">
                <a:extLst>
                  <a:ext uri="{FF2B5EF4-FFF2-40B4-BE49-F238E27FC236}">
                    <a16:creationId xmlns:a16="http://schemas.microsoft.com/office/drawing/2014/main" id="{E6179351-AC04-946F-8D0B-56DE3AFA6B4A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9" name="pg1232">
                <a:extLst>
                  <a:ext uri="{FF2B5EF4-FFF2-40B4-BE49-F238E27FC236}">
                    <a16:creationId xmlns:a16="http://schemas.microsoft.com/office/drawing/2014/main" id="{D24CE077-D450-1CAF-DFDA-84C0D0B6ADF5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0" name="pg1233">
                <a:extLst>
                  <a:ext uri="{FF2B5EF4-FFF2-40B4-BE49-F238E27FC236}">
                    <a16:creationId xmlns:a16="http://schemas.microsoft.com/office/drawing/2014/main" id="{2B855C6A-B29D-2FAF-FB5D-AC2C759AD38D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1" name="pg1234">
                <a:extLst>
                  <a:ext uri="{FF2B5EF4-FFF2-40B4-BE49-F238E27FC236}">
                    <a16:creationId xmlns:a16="http://schemas.microsoft.com/office/drawing/2014/main" id="{A3B6DEB6-68D2-FFED-015D-F066E84FCF25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2" name="pg1235">
                <a:extLst>
                  <a:ext uri="{FF2B5EF4-FFF2-40B4-BE49-F238E27FC236}">
                    <a16:creationId xmlns:a16="http://schemas.microsoft.com/office/drawing/2014/main" id="{A06D1946-56A6-3D6F-820B-78F9D8D39270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3" name="pg1236">
                <a:extLst>
                  <a:ext uri="{FF2B5EF4-FFF2-40B4-BE49-F238E27FC236}">
                    <a16:creationId xmlns:a16="http://schemas.microsoft.com/office/drawing/2014/main" id="{0E7DD97C-4545-E53B-D3AE-E1FDCFD155AA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4" name="pg1237">
                <a:extLst>
                  <a:ext uri="{FF2B5EF4-FFF2-40B4-BE49-F238E27FC236}">
                    <a16:creationId xmlns:a16="http://schemas.microsoft.com/office/drawing/2014/main" id="{284DFC9C-79FA-2DF7-6484-23C5B2B79F34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5" name="pg1238">
                <a:extLst>
                  <a:ext uri="{FF2B5EF4-FFF2-40B4-BE49-F238E27FC236}">
                    <a16:creationId xmlns:a16="http://schemas.microsoft.com/office/drawing/2014/main" id="{66E3A324-B03E-BFCD-665B-DFD3D5E445C4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6" name="pg1239">
                <a:extLst>
                  <a:ext uri="{FF2B5EF4-FFF2-40B4-BE49-F238E27FC236}">
                    <a16:creationId xmlns:a16="http://schemas.microsoft.com/office/drawing/2014/main" id="{1FE5EF2E-67B0-7C8C-8E01-08393CB43A63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7" name="pg1240">
                <a:extLst>
                  <a:ext uri="{FF2B5EF4-FFF2-40B4-BE49-F238E27FC236}">
                    <a16:creationId xmlns:a16="http://schemas.microsoft.com/office/drawing/2014/main" id="{D54C2BA3-6CEB-D09C-803F-A945CD0A3DB8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8" name="pg1241">
                <a:extLst>
                  <a:ext uri="{FF2B5EF4-FFF2-40B4-BE49-F238E27FC236}">
                    <a16:creationId xmlns:a16="http://schemas.microsoft.com/office/drawing/2014/main" id="{EDE8F5B5-EC75-7C7A-974F-F4B2FBDC0B7C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9" name="pg1242">
                <a:extLst>
                  <a:ext uri="{FF2B5EF4-FFF2-40B4-BE49-F238E27FC236}">
                    <a16:creationId xmlns:a16="http://schemas.microsoft.com/office/drawing/2014/main" id="{7A757AA6-39C6-C664-B8B1-C9A8B6069E2B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0" name="pg1243">
                <a:extLst>
                  <a:ext uri="{FF2B5EF4-FFF2-40B4-BE49-F238E27FC236}">
                    <a16:creationId xmlns:a16="http://schemas.microsoft.com/office/drawing/2014/main" id="{95322006-E6F1-B59C-4D1E-C55AD5ED5FF9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1" name="pg1244">
                <a:extLst>
                  <a:ext uri="{FF2B5EF4-FFF2-40B4-BE49-F238E27FC236}">
                    <a16:creationId xmlns:a16="http://schemas.microsoft.com/office/drawing/2014/main" id="{FEBE8704-AC58-CAB5-3937-7A7F13921BCB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2" name="pg1245">
                <a:extLst>
                  <a:ext uri="{FF2B5EF4-FFF2-40B4-BE49-F238E27FC236}">
                    <a16:creationId xmlns:a16="http://schemas.microsoft.com/office/drawing/2014/main" id="{5142E439-2801-4FA4-F305-4BBDD042B4C9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3" name="pg1246">
                <a:extLst>
                  <a:ext uri="{FF2B5EF4-FFF2-40B4-BE49-F238E27FC236}">
                    <a16:creationId xmlns:a16="http://schemas.microsoft.com/office/drawing/2014/main" id="{86D77531-B3AC-030C-EC12-0D21A5A32F1C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4" name="pg1247">
                <a:extLst>
                  <a:ext uri="{FF2B5EF4-FFF2-40B4-BE49-F238E27FC236}">
                    <a16:creationId xmlns:a16="http://schemas.microsoft.com/office/drawing/2014/main" id="{A0F709B8-6DE1-8394-D71D-2AD16072A33D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5" name="pg1248">
                <a:extLst>
                  <a:ext uri="{FF2B5EF4-FFF2-40B4-BE49-F238E27FC236}">
                    <a16:creationId xmlns:a16="http://schemas.microsoft.com/office/drawing/2014/main" id="{587D2130-D290-F797-299E-43AF017EDA12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6" name="pg1249">
                <a:extLst>
                  <a:ext uri="{FF2B5EF4-FFF2-40B4-BE49-F238E27FC236}">
                    <a16:creationId xmlns:a16="http://schemas.microsoft.com/office/drawing/2014/main" id="{84E5D501-15C7-FB55-CF8A-A9A72D434F78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7" name="pg1250">
                <a:extLst>
                  <a:ext uri="{FF2B5EF4-FFF2-40B4-BE49-F238E27FC236}">
                    <a16:creationId xmlns:a16="http://schemas.microsoft.com/office/drawing/2014/main" id="{6B377410-D5A1-DAB6-407E-2B7D7AB43A10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8" name="pg1251">
                <a:extLst>
                  <a:ext uri="{FF2B5EF4-FFF2-40B4-BE49-F238E27FC236}">
                    <a16:creationId xmlns:a16="http://schemas.microsoft.com/office/drawing/2014/main" id="{50326FB1-069B-207B-402D-70FFC8F0A68F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9" name="pg1252">
                <a:extLst>
                  <a:ext uri="{FF2B5EF4-FFF2-40B4-BE49-F238E27FC236}">
                    <a16:creationId xmlns:a16="http://schemas.microsoft.com/office/drawing/2014/main" id="{3943C582-F2FE-F334-290F-1DD383ACAAC5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0" name="pg1253">
                <a:extLst>
                  <a:ext uri="{FF2B5EF4-FFF2-40B4-BE49-F238E27FC236}">
                    <a16:creationId xmlns:a16="http://schemas.microsoft.com/office/drawing/2014/main" id="{26F6A44B-772A-9AFB-0B9C-5896328A3396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1" name="pg1254">
                <a:extLst>
                  <a:ext uri="{FF2B5EF4-FFF2-40B4-BE49-F238E27FC236}">
                    <a16:creationId xmlns:a16="http://schemas.microsoft.com/office/drawing/2014/main" id="{B5E8CEF9-CFA6-DB32-1549-4C5A3E465D51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2" name="pg1255">
                <a:extLst>
                  <a:ext uri="{FF2B5EF4-FFF2-40B4-BE49-F238E27FC236}">
                    <a16:creationId xmlns:a16="http://schemas.microsoft.com/office/drawing/2014/main" id="{078ED313-C814-3D46-4222-53944A6C801F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3" name="pg1256">
                <a:extLst>
                  <a:ext uri="{FF2B5EF4-FFF2-40B4-BE49-F238E27FC236}">
                    <a16:creationId xmlns:a16="http://schemas.microsoft.com/office/drawing/2014/main" id="{22BEC9CE-D04A-5CD7-19A4-D365FF60EA67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4" name="pg1257">
                <a:extLst>
                  <a:ext uri="{FF2B5EF4-FFF2-40B4-BE49-F238E27FC236}">
                    <a16:creationId xmlns:a16="http://schemas.microsoft.com/office/drawing/2014/main" id="{4A29C1CD-F660-E6E0-1E9F-9D67F2C75BCF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5" name="pg1258">
                <a:extLst>
                  <a:ext uri="{FF2B5EF4-FFF2-40B4-BE49-F238E27FC236}">
                    <a16:creationId xmlns:a16="http://schemas.microsoft.com/office/drawing/2014/main" id="{5C239317-E671-F94B-0167-58A5828A11CF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6" name="pg1259">
                <a:extLst>
                  <a:ext uri="{FF2B5EF4-FFF2-40B4-BE49-F238E27FC236}">
                    <a16:creationId xmlns:a16="http://schemas.microsoft.com/office/drawing/2014/main" id="{E33C9426-D3EF-D895-CFB0-4080921F3FBA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7" name="pg1260">
                <a:extLst>
                  <a:ext uri="{FF2B5EF4-FFF2-40B4-BE49-F238E27FC236}">
                    <a16:creationId xmlns:a16="http://schemas.microsoft.com/office/drawing/2014/main" id="{7BE59E35-E243-3EF7-3614-9C9767594199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8" name="pg1261">
                <a:extLst>
                  <a:ext uri="{FF2B5EF4-FFF2-40B4-BE49-F238E27FC236}">
                    <a16:creationId xmlns:a16="http://schemas.microsoft.com/office/drawing/2014/main" id="{3D86097A-AEAC-7447-21E9-4FE75EB701EF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9" name="pg1262">
                <a:extLst>
                  <a:ext uri="{FF2B5EF4-FFF2-40B4-BE49-F238E27FC236}">
                    <a16:creationId xmlns:a16="http://schemas.microsoft.com/office/drawing/2014/main" id="{D2D98B82-DE13-F9D1-9B72-7FD5EE4CC169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0" name="pg1263">
                <a:extLst>
                  <a:ext uri="{FF2B5EF4-FFF2-40B4-BE49-F238E27FC236}">
                    <a16:creationId xmlns:a16="http://schemas.microsoft.com/office/drawing/2014/main" id="{AF9B3B6D-C53A-E39D-DDCA-AA8D6D6F2B62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1" name="pg1264">
                <a:extLst>
                  <a:ext uri="{FF2B5EF4-FFF2-40B4-BE49-F238E27FC236}">
                    <a16:creationId xmlns:a16="http://schemas.microsoft.com/office/drawing/2014/main" id="{D7E5337F-0162-FA4E-B9D8-EA379E0C6602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2" name="pg1265">
                <a:extLst>
                  <a:ext uri="{FF2B5EF4-FFF2-40B4-BE49-F238E27FC236}">
                    <a16:creationId xmlns:a16="http://schemas.microsoft.com/office/drawing/2014/main" id="{5AE76FFB-803E-7099-2927-260D62CB3E62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3" name="pg1266">
                <a:extLst>
                  <a:ext uri="{FF2B5EF4-FFF2-40B4-BE49-F238E27FC236}">
                    <a16:creationId xmlns:a16="http://schemas.microsoft.com/office/drawing/2014/main" id="{6F7A454D-72F9-D3F6-C6E3-73FD26730E83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4" name="pg1267">
                <a:extLst>
                  <a:ext uri="{FF2B5EF4-FFF2-40B4-BE49-F238E27FC236}">
                    <a16:creationId xmlns:a16="http://schemas.microsoft.com/office/drawing/2014/main" id="{FC013D5D-1B27-DCF8-4853-B96089EDF10C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5" name="pg1268">
                <a:extLst>
                  <a:ext uri="{FF2B5EF4-FFF2-40B4-BE49-F238E27FC236}">
                    <a16:creationId xmlns:a16="http://schemas.microsoft.com/office/drawing/2014/main" id="{1C3BE403-2B76-B2E6-E393-BB7536C2C7E1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6" name="pg1269">
                <a:extLst>
                  <a:ext uri="{FF2B5EF4-FFF2-40B4-BE49-F238E27FC236}">
                    <a16:creationId xmlns:a16="http://schemas.microsoft.com/office/drawing/2014/main" id="{D60D2D6F-CEBF-015F-8CCC-6103C40FFB30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7" name="pg1270">
                <a:extLst>
                  <a:ext uri="{FF2B5EF4-FFF2-40B4-BE49-F238E27FC236}">
                    <a16:creationId xmlns:a16="http://schemas.microsoft.com/office/drawing/2014/main" id="{2B2EEEED-046C-54D0-533C-98DBA4F3074C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8" name="pg1271">
                <a:extLst>
                  <a:ext uri="{FF2B5EF4-FFF2-40B4-BE49-F238E27FC236}">
                    <a16:creationId xmlns:a16="http://schemas.microsoft.com/office/drawing/2014/main" id="{CF933899-C6C0-17FB-C14F-350DDDD2ECF7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9" name="pg1272">
                <a:extLst>
                  <a:ext uri="{FF2B5EF4-FFF2-40B4-BE49-F238E27FC236}">
                    <a16:creationId xmlns:a16="http://schemas.microsoft.com/office/drawing/2014/main" id="{A6E4E430-9A58-3082-4251-8BC14D03EC07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0" name="pg1273">
                <a:extLst>
                  <a:ext uri="{FF2B5EF4-FFF2-40B4-BE49-F238E27FC236}">
                    <a16:creationId xmlns:a16="http://schemas.microsoft.com/office/drawing/2014/main" id="{14D52EE4-52B9-532B-D961-2572CDCB2EA1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1" name="pg1274">
                <a:extLst>
                  <a:ext uri="{FF2B5EF4-FFF2-40B4-BE49-F238E27FC236}">
                    <a16:creationId xmlns:a16="http://schemas.microsoft.com/office/drawing/2014/main" id="{4240F987-1CB5-B629-A079-7BB068202631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2" name="pg1275">
                <a:extLst>
                  <a:ext uri="{FF2B5EF4-FFF2-40B4-BE49-F238E27FC236}">
                    <a16:creationId xmlns:a16="http://schemas.microsoft.com/office/drawing/2014/main" id="{F5FDE32E-E9ED-81EA-9173-33F4790BFCE2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3" name="pg1276">
                <a:extLst>
                  <a:ext uri="{FF2B5EF4-FFF2-40B4-BE49-F238E27FC236}">
                    <a16:creationId xmlns:a16="http://schemas.microsoft.com/office/drawing/2014/main" id="{B6D10D1C-75C5-1198-EF08-7E5084B6C735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4" name="pg1277">
                <a:extLst>
                  <a:ext uri="{FF2B5EF4-FFF2-40B4-BE49-F238E27FC236}">
                    <a16:creationId xmlns:a16="http://schemas.microsoft.com/office/drawing/2014/main" id="{B05890FA-D863-4BE5-BFC2-43D1B5062B88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5" name="pg1278">
                <a:extLst>
                  <a:ext uri="{FF2B5EF4-FFF2-40B4-BE49-F238E27FC236}">
                    <a16:creationId xmlns:a16="http://schemas.microsoft.com/office/drawing/2014/main" id="{C45333A5-DC1A-FA88-D956-5D6E33B7954F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6" name="pg1279">
                <a:extLst>
                  <a:ext uri="{FF2B5EF4-FFF2-40B4-BE49-F238E27FC236}">
                    <a16:creationId xmlns:a16="http://schemas.microsoft.com/office/drawing/2014/main" id="{846A3439-2ED9-689C-CF9C-CB96A8968A36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7" name="pg1280">
                <a:extLst>
                  <a:ext uri="{FF2B5EF4-FFF2-40B4-BE49-F238E27FC236}">
                    <a16:creationId xmlns:a16="http://schemas.microsoft.com/office/drawing/2014/main" id="{84C69E24-2170-158A-3E68-43ADD1602B3F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8" name="pg1281">
                <a:extLst>
                  <a:ext uri="{FF2B5EF4-FFF2-40B4-BE49-F238E27FC236}">
                    <a16:creationId xmlns:a16="http://schemas.microsoft.com/office/drawing/2014/main" id="{E4678873-D87C-4132-45E3-99DAA8676933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9" name="pg1282">
                <a:extLst>
                  <a:ext uri="{FF2B5EF4-FFF2-40B4-BE49-F238E27FC236}">
                    <a16:creationId xmlns:a16="http://schemas.microsoft.com/office/drawing/2014/main" id="{F7DFC911-E18A-636C-DEC4-E80E9A42B469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0" name="pg1283">
                <a:extLst>
                  <a:ext uri="{FF2B5EF4-FFF2-40B4-BE49-F238E27FC236}">
                    <a16:creationId xmlns:a16="http://schemas.microsoft.com/office/drawing/2014/main" id="{B0AEBF6D-60D1-76AE-EAC6-9AA198951B0C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1" name="pg1284">
                <a:extLst>
                  <a:ext uri="{FF2B5EF4-FFF2-40B4-BE49-F238E27FC236}">
                    <a16:creationId xmlns:a16="http://schemas.microsoft.com/office/drawing/2014/main" id="{279C8DF1-D1A5-3FBB-C474-4E7357674D4D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2" name="pg1285">
                <a:extLst>
                  <a:ext uri="{FF2B5EF4-FFF2-40B4-BE49-F238E27FC236}">
                    <a16:creationId xmlns:a16="http://schemas.microsoft.com/office/drawing/2014/main" id="{227CBFED-CE9A-D148-52F6-C00821941E25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3" name="pg1286">
                <a:extLst>
                  <a:ext uri="{FF2B5EF4-FFF2-40B4-BE49-F238E27FC236}">
                    <a16:creationId xmlns:a16="http://schemas.microsoft.com/office/drawing/2014/main" id="{24204120-F6A3-8ABB-050A-D434FCA8837A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4" name="pg1287">
                <a:extLst>
                  <a:ext uri="{FF2B5EF4-FFF2-40B4-BE49-F238E27FC236}">
                    <a16:creationId xmlns:a16="http://schemas.microsoft.com/office/drawing/2014/main" id="{89D7384F-C0A2-BDC3-8AB3-910C3F5AD172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5" name="pg1288">
                <a:extLst>
                  <a:ext uri="{FF2B5EF4-FFF2-40B4-BE49-F238E27FC236}">
                    <a16:creationId xmlns:a16="http://schemas.microsoft.com/office/drawing/2014/main" id="{62DD341B-FC97-ACD1-8DA0-B6CE9FE8B534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6" name="pg1289">
                <a:extLst>
                  <a:ext uri="{FF2B5EF4-FFF2-40B4-BE49-F238E27FC236}">
                    <a16:creationId xmlns:a16="http://schemas.microsoft.com/office/drawing/2014/main" id="{1DAF6B06-DAC1-B00C-C5DC-45B8C46DF523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7" name="pg1290">
                <a:extLst>
                  <a:ext uri="{FF2B5EF4-FFF2-40B4-BE49-F238E27FC236}">
                    <a16:creationId xmlns:a16="http://schemas.microsoft.com/office/drawing/2014/main" id="{6D4CB02D-548A-349E-648A-FBFA567A3B70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8" name="pg1291">
                <a:extLst>
                  <a:ext uri="{FF2B5EF4-FFF2-40B4-BE49-F238E27FC236}">
                    <a16:creationId xmlns:a16="http://schemas.microsoft.com/office/drawing/2014/main" id="{3A44E1BC-8919-0933-F397-5C1DC8E06F32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9" name="pg1292">
                <a:extLst>
                  <a:ext uri="{FF2B5EF4-FFF2-40B4-BE49-F238E27FC236}">
                    <a16:creationId xmlns:a16="http://schemas.microsoft.com/office/drawing/2014/main" id="{1DC00876-002D-5B6A-6F9A-208EA17DAF94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0" name="pg1293">
                <a:extLst>
                  <a:ext uri="{FF2B5EF4-FFF2-40B4-BE49-F238E27FC236}">
                    <a16:creationId xmlns:a16="http://schemas.microsoft.com/office/drawing/2014/main" id="{EE5D962D-DC9A-9A46-326B-8BA5C889924B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1" name="pg1294">
                <a:extLst>
                  <a:ext uri="{FF2B5EF4-FFF2-40B4-BE49-F238E27FC236}">
                    <a16:creationId xmlns:a16="http://schemas.microsoft.com/office/drawing/2014/main" id="{13F9C3E6-873D-6D55-0102-6B229A6D9BBE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2" name="pg1295">
                <a:extLst>
                  <a:ext uri="{FF2B5EF4-FFF2-40B4-BE49-F238E27FC236}">
                    <a16:creationId xmlns:a16="http://schemas.microsoft.com/office/drawing/2014/main" id="{497BBA26-B02C-EFD9-1045-C4F791EEC9FC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3" name="pg1296">
                <a:extLst>
                  <a:ext uri="{FF2B5EF4-FFF2-40B4-BE49-F238E27FC236}">
                    <a16:creationId xmlns:a16="http://schemas.microsoft.com/office/drawing/2014/main" id="{6003C184-4F3C-2405-4582-5A6F5F4CDC69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4" name="pg1297">
                <a:extLst>
                  <a:ext uri="{FF2B5EF4-FFF2-40B4-BE49-F238E27FC236}">
                    <a16:creationId xmlns:a16="http://schemas.microsoft.com/office/drawing/2014/main" id="{BBCA6731-D7B7-326F-E1EE-7C1C98EE2C58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CD7">
                  <a:alpha val="100000"/>
                </a:srgbClr>
              </a:solidFill>
              <a:ln w="5420" cap="flat">
                <a:solidFill>
                  <a:srgbClr val="C1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5" name="pg1298">
                <a:extLst>
                  <a:ext uri="{FF2B5EF4-FFF2-40B4-BE49-F238E27FC236}">
                    <a16:creationId xmlns:a16="http://schemas.microsoft.com/office/drawing/2014/main" id="{89874D59-21EA-BC48-86D1-15CA75437B60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6" name="pg1299">
                <a:extLst>
                  <a:ext uri="{FF2B5EF4-FFF2-40B4-BE49-F238E27FC236}">
                    <a16:creationId xmlns:a16="http://schemas.microsoft.com/office/drawing/2014/main" id="{73463088-C017-8E27-5708-9781C0BE8BAB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7" name="pg1300">
                <a:extLst>
                  <a:ext uri="{FF2B5EF4-FFF2-40B4-BE49-F238E27FC236}">
                    <a16:creationId xmlns:a16="http://schemas.microsoft.com/office/drawing/2014/main" id="{C60B4EC9-4A3D-1961-C16C-BE5FD9CD9185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8" name="pg1301">
                <a:extLst>
                  <a:ext uri="{FF2B5EF4-FFF2-40B4-BE49-F238E27FC236}">
                    <a16:creationId xmlns:a16="http://schemas.microsoft.com/office/drawing/2014/main" id="{08C399A7-CA79-D5D6-9ACB-32FCC1ED384A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9" name="pg1302">
                <a:extLst>
                  <a:ext uri="{FF2B5EF4-FFF2-40B4-BE49-F238E27FC236}">
                    <a16:creationId xmlns:a16="http://schemas.microsoft.com/office/drawing/2014/main" id="{F942EE65-F52E-7F29-4731-6F8E249F7757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0" name="pg1303">
                <a:extLst>
                  <a:ext uri="{FF2B5EF4-FFF2-40B4-BE49-F238E27FC236}">
                    <a16:creationId xmlns:a16="http://schemas.microsoft.com/office/drawing/2014/main" id="{1C7C9B28-8890-F0D4-C787-E40A49506702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1" name="pg1304">
                <a:extLst>
                  <a:ext uri="{FF2B5EF4-FFF2-40B4-BE49-F238E27FC236}">
                    <a16:creationId xmlns:a16="http://schemas.microsoft.com/office/drawing/2014/main" id="{90126146-3104-C2A9-5CFC-06AA911C5E7A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2" name="pg1305">
                <a:extLst>
                  <a:ext uri="{FF2B5EF4-FFF2-40B4-BE49-F238E27FC236}">
                    <a16:creationId xmlns:a16="http://schemas.microsoft.com/office/drawing/2014/main" id="{0819EEE8-86FD-8063-B7E9-1923BD589A8A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3" name="pg1306">
                <a:extLst>
                  <a:ext uri="{FF2B5EF4-FFF2-40B4-BE49-F238E27FC236}">
                    <a16:creationId xmlns:a16="http://schemas.microsoft.com/office/drawing/2014/main" id="{0161D098-EE8C-0834-BD55-83B136C80015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4" name="pg1307">
                <a:extLst>
                  <a:ext uri="{FF2B5EF4-FFF2-40B4-BE49-F238E27FC236}">
                    <a16:creationId xmlns:a16="http://schemas.microsoft.com/office/drawing/2014/main" id="{C9129D4B-6422-7846-D369-0AF2BB560F9B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5" name="pg1308">
                <a:extLst>
                  <a:ext uri="{FF2B5EF4-FFF2-40B4-BE49-F238E27FC236}">
                    <a16:creationId xmlns:a16="http://schemas.microsoft.com/office/drawing/2014/main" id="{A2E11754-0FFD-8FFE-31FC-EE31859857B9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6" name="pg1309">
                <a:extLst>
                  <a:ext uri="{FF2B5EF4-FFF2-40B4-BE49-F238E27FC236}">
                    <a16:creationId xmlns:a16="http://schemas.microsoft.com/office/drawing/2014/main" id="{E7F48229-28D3-71E6-1384-A447158BEBCA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7" name="pg1310">
                <a:extLst>
                  <a:ext uri="{FF2B5EF4-FFF2-40B4-BE49-F238E27FC236}">
                    <a16:creationId xmlns:a16="http://schemas.microsoft.com/office/drawing/2014/main" id="{363FDFBB-A4B1-ED24-EAAC-B56B4EC8801E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8" name="pg1311">
                <a:extLst>
                  <a:ext uri="{FF2B5EF4-FFF2-40B4-BE49-F238E27FC236}">
                    <a16:creationId xmlns:a16="http://schemas.microsoft.com/office/drawing/2014/main" id="{535D6AA7-5F55-C844-5497-7B8AA2D003FE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9" name="pg1312">
                <a:extLst>
                  <a:ext uri="{FF2B5EF4-FFF2-40B4-BE49-F238E27FC236}">
                    <a16:creationId xmlns:a16="http://schemas.microsoft.com/office/drawing/2014/main" id="{4BEEFAB4-3643-523B-4A5B-008F082462E8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0" name="pg1313">
                <a:extLst>
                  <a:ext uri="{FF2B5EF4-FFF2-40B4-BE49-F238E27FC236}">
                    <a16:creationId xmlns:a16="http://schemas.microsoft.com/office/drawing/2014/main" id="{C7AAAD8F-AB4A-2D86-33DD-F4568DD9C496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1" name="pg1314">
                <a:extLst>
                  <a:ext uri="{FF2B5EF4-FFF2-40B4-BE49-F238E27FC236}">
                    <a16:creationId xmlns:a16="http://schemas.microsoft.com/office/drawing/2014/main" id="{B0AA13AC-8BEE-0165-C898-C7F28E33F73C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2" name="pg1315">
                <a:extLst>
                  <a:ext uri="{FF2B5EF4-FFF2-40B4-BE49-F238E27FC236}">
                    <a16:creationId xmlns:a16="http://schemas.microsoft.com/office/drawing/2014/main" id="{7002D851-EC6F-135A-4367-56971CB117F3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3" name="pg1316">
                <a:extLst>
                  <a:ext uri="{FF2B5EF4-FFF2-40B4-BE49-F238E27FC236}">
                    <a16:creationId xmlns:a16="http://schemas.microsoft.com/office/drawing/2014/main" id="{051C6761-B400-8B37-11E5-906ADF4A70ED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4" name="pg1317">
                <a:extLst>
                  <a:ext uri="{FF2B5EF4-FFF2-40B4-BE49-F238E27FC236}">
                    <a16:creationId xmlns:a16="http://schemas.microsoft.com/office/drawing/2014/main" id="{F334A27F-C795-5632-18C8-C6CA48640540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5" name="pg1318">
                <a:extLst>
                  <a:ext uri="{FF2B5EF4-FFF2-40B4-BE49-F238E27FC236}">
                    <a16:creationId xmlns:a16="http://schemas.microsoft.com/office/drawing/2014/main" id="{29034B9E-ECC0-CF9B-4E90-81F5AE3C05F9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6" name="pg1319">
                <a:extLst>
                  <a:ext uri="{FF2B5EF4-FFF2-40B4-BE49-F238E27FC236}">
                    <a16:creationId xmlns:a16="http://schemas.microsoft.com/office/drawing/2014/main" id="{B4DF9EAC-530B-663B-DCA8-E1E5D14BD8A1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7" name="pg1320">
                <a:extLst>
                  <a:ext uri="{FF2B5EF4-FFF2-40B4-BE49-F238E27FC236}">
                    <a16:creationId xmlns:a16="http://schemas.microsoft.com/office/drawing/2014/main" id="{CC13D5C7-EE7D-B08E-A75C-69D4B65111C1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8" name="pg1321">
                <a:extLst>
                  <a:ext uri="{FF2B5EF4-FFF2-40B4-BE49-F238E27FC236}">
                    <a16:creationId xmlns:a16="http://schemas.microsoft.com/office/drawing/2014/main" id="{5CE0FFA7-8474-C65B-079A-1EC97E84607D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9" name="pg1322">
                <a:extLst>
                  <a:ext uri="{FF2B5EF4-FFF2-40B4-BE49-F238E27FC236}">
                    <a16:creationId xmlns:a16="http://schemas.microsoft.com/office/drawing/2014/main" id="{A4BB9343-1095-1033-F100-8F16A73099F9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0" name="pg1323">
                <a:extLst>
                  <a:ext uri="{FF2B5EF4-FFF2-40B4-BE49-F238E27FC236}">
                    <a16:creationId xmlns:a16="http://schemas.microsoft.com/office/drawing/2014/main" id="{009A5531-130C-07B3-4D22-DAD9CEEBD5B2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1" name="pg1324">
                <a:extLst>
                  <a:ext uri="{FF2B5EF4-FFF2-40B4-BE49-F238E27FC236}">
                    <a16:creationId xmlns:a16="http://schemas.microsoft.com/office/drawing/2014/main" id="{C8CD588B-B5D9-7218-98B8-A09129501644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2" name="pg1325">
                <a:extLst>
                  <a:ext uri="{FF2B5EF4-FFF2-40B4-BE49-F238E27FC236}">
                    <a16:creationId xmlns:a16="http://schemas.microsoft.com/office/drawing/2014/main" id="{ED6CDC6E-4D7F-04DF-6763-6220F774D465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3" name="pg1326">
                <a:extLst>
                  <a:ext uri="{FF2B5EF4-FFF2-40B4-BE49-F238E27FC236}">
                    <a16:creationId xmlns:a16="http://schemas.microsoft.com/office/drawing/2014/main" id="{70E857FD-D4E1-3CB8-7C8E-6ABB05DF41C5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4" name="pg1327">
                <a:extLst>
                  <a:ext uri="{FF2B5EF4-FFF2-40B4-BE49-F238E27FC236}">
                    <a16:creationId xmlns:a16="http://schemas.microsoft.com/office/drawing/2014/main" id="{534D5EC6-FA43-C038-7EDC-0F5124BCF760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5" name="pg1328">
                <a:extLst>
                  <a:ext uri="{FF2B5EF4-FFF2-40B4-BE49-F238E27FC236}">
                    <a16:creationId xmlns:a16="http://schemas.microsoft.com/office/drawing/2014/main" id="{A13FDBC0-5FF7-B4EE-E858-B34A23352FBB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6" name="pg1329">
                <a:extLst>
                  <a:ext uri="{FF2B5EF4-FFF2-40B4-BE49-F238E27FC236}">
                    <a16:creationId xmlns:a16="http://schemas.microsoft.com/office/drawing/2014/main" id="{90CDFBE2-9015-B614-BFFD-00070C6EAFA7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7" name="pg1330">
                <a:extLst>
                  <a:ext uri="{FF2B5EF4-FFF2-40B4-BE49-F238E27FC236}">
                    <a16:creationId xmlns:a16="http://schemas.microsoft.com/office/drawing/2014/main" id="{428E72D6-B188-AED6-9454-0C37481A8AF7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8" name="pg1331">
                <a:extLst>
                  <a:ext uri="{FF2B5EF4-FFF2-40B4-BE49-F238E27FC236}">
                    <a16:creationId xmlns:a16="http://schemas.microsoft.com/office/drawing/2014/main" id="{D561D309-A52B-DF3A-D42E-A93009DC0057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9" name="pg1332">
                <a:extLst>
                  <a:ext uri="{FF2B5EF4-FFF2-40B4-BE49-F238E27FC236}">
                    <a16:creationId xmlns:a16="http://schemas.microsoft.com/office/drawing/2014/main" id="{F26B8E00-2063-F8CA-286C-05EA09F7D9F4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0" name="pg1333">
                <a:extLst>
                  <a:ext uri="{FF2B5EF4-FFF2-40B4-BE49-F238E27FC236}">
                    <a16:creationId xmlns:a16="http://schemas.microsoft.com/office/drawing/2014/main" id="{61E84AE4-7F72-9648-55BD-A7671317C364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1" name="pg1334">
                <a:extLst>
                  <a:ext uri="{FF2B5EF4-FFF2-40B4-BE49-F238E27FC236}">
                    <a16:creationId xmlns:a16="http://schemas.microsoft.com/office/drawing/2014/main" id="{B9971181-9822-DB40-B4E7-82051BAB1CC1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2" name="pg1335">
                <a:extLst>
                  <a:ext uri="{FF2B5EF4-FFF2-40B4-BE49-F238E27FC236}">
                    <a16:creationId xmlns:a16="http://schemas.microsoft.com/office/drawing/2014/main" id="{A0CA6B43-E13B-A129-68D4-761DE79FD374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3" name="pg1336">
                <a:extLst>
                  <a:ext uri="{FF2B5EF4-FFF2-40B4-BE49-F238E27FC236}">
                    <a16:creationId xmlns:a16="http://schemas.microsoft.com/office/drawing/2014/main" id="{EF6FE32B-1C20-0EBD-7B58-8D0841668EB8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4" name="pg1337">
                <a:extLst>
                  <a:ext uri="{FF2B5EF4-FFF2-40B4-BE49-F238E27FC236}">
                    <a16:creationId xmlns:a16="http://schemas.microsoft.com/office/drawing/2014/main" id="{B9B5E0A8-7D93-B53B-CB56-A2CB719012BB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5" name="pg1338">
                <a:extLst>
                  <a:ext uri="{FF2B5EF4-FFF2-40B4-BE49-F238E27FC236}">
                    <a16:creationId xmlns:a16="http://schemas.microsoft.com/office/drawing/2014/main" id="{28DF7293-576A-1CE4-12F4-9532EB585E5F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6" name="pg1339">
                <a:extLst>
                  <a:ext uri="{FF2B5EF4-FFF2-40B4-BE49-F238E27FC236}">
                    <a16:creationId xmlns:a16="http://schemas.microsoft.com/office/drawing/2014/main" id="{2D1F6344-CDD4-6029-741D-E94614640708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7" name="pg1340">
                <a:extLst>
                  <a:ext uri="{FF2B5EF4-FFF2-40B4-BE49-F238E27FC236}">
                    <a16:creationId xmlns:a16="http://schemas.microsoft.com/office/drawing/2014/main" id="{7C090203-A284-495E-5D62-71588E443690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8" name="pg1341">
                <a:extLst>
                  <a:ext uri="{FF2B5EF4-FFF2-40B4-BE49-F238E27FC236}">
                    <a16:creationId xmlns:a16="http://schemas.microsoft.com/office/drawing/2014/main" id="{0DBF60D0-21F5-FB71-8E55-236DE8B2F98E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9" name="pg1342">
                <a:extLst>
                  <a:ext uri="{FF2B5EF4-FFF2-40B4-BE49-F238E27FC236}">
                    <a16:creationId xmlns:a16="http://schemas.microsoft.com/office/drawing/2014/main" id="{224F1F6A-B709-DBA9-4220-ED47507F8FA1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0" name="pg1343">
                <a:extLst>
                  <a:ext uri="{FF2B5EF4-FFF2-40B4-BE49-F238E27FC236}">
                    <a16:creationId xmlns:a16="http://schemas.microsoft.com/office/drawing/2014/main" id="{6ACAD48A-6202-4C3E-5035-3D66358394C1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1" name="pg1344">
                <a:extLst>
                  <a:ext uri="{FF2B5EF4-FFF2-40B4-BE49-F238E27FC236}">
                    <a16:creationId xmlns:a16="http://schemas.microsoft.com/office/drawing/2014/main" id="{E9B57B5F-1CD7-8FAC-252D-B965B6701E3C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2" name="pg1345">
                <a:extLst>
                  <a:ext uri="{FF2B5EF4-FFF2-40B4-BE49-F238E27FC236}">
                    <a16:creationId xmlns:a16="http://schemas.microsoft.com/office/drawing/2014/main" id="{7B49E2FB-E3CD-292A-06BD-353F94887F82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3" name="pg1346">
                <a:extLst>
                  <a:ext uri="{FF2B5EF4-FFF2-40B4-BE49-F238E27FC236}">
                    <a16:creationId xmlns:a16="http://schemas.microsoft.com/office/drawing/2014/main" id="{F94D1F67-BF8A-DC0A-6567-7FF7F18DDC73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4" name="pg1347">
                <a:extLst>
                  <a:ext uri="{FF2B5EF4-FFF2-40B4-BE49-F238E27FC236}">
                    <a16:creationId xmlns:a16="http://schemas.microsoft.com/office/drawing/2014/main" id="{61598FEF-FD55-6018-9E28-808E24F713A3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5" name="pg1348">
                <a:extLst>
                  <a:ext uri="{FF2B5EF4-FFF2-40B4-BE49-F238E27FC236}">
                    <a16:creationId xmlns:a16="http://schemas.microsoft.com/office/drawing/2014/main" id="{5F5D80FF-9A70-9F88-5B92-AC9C42C64C55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6" name="pg1349">
                <a:extLst>
                  <a:ext uri="{FF2B5EF4-FFF2-40B4-BE49-F238E27FC236}">
                    <a16:creationId xmlns:a16="http://schemas.microsoft.com/office/drawing/2014/main" id="{A63BFCCB-354D-0D5E-631B-33563B70869E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7" name="pg1350">
                <a:extLst>
                  <a:ext uri="{FF2B5EF4-FFF2-40B4-BE49-F238E27FC236}">
                    <a16:creationId xmlns:a16="http://schemas.microsoft.com/office/drawing/2014/main" id="{6AA0FF73-EF87-33B2-E83C-75572EEBB1EE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8" name="pg1351">
                <a:extLst>
                  <a:ext uri="{FF2B5EF4-FFF2-40B4-BE49-F238E27FC236}">
                    <a16:creationId xmlns:a16="http://schemas.microsoft.com/office/drawing/2014/main" id="{1679F7C9-0A5C-1B9E-8890-F9414B6BAA70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9" name="pg1352">
                <a:extLst>
                  <a:ext uri="{FF2B5EF4-FFF2-40B4-BE49-F238E27FC236}">
                    <a16:creationId xmlns:a16="http://schemas.microsoft.com/office/drawing/2014/main" id="{A6804696-5346-78BB-DAC8-9EC76D9BB1E5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0" name="pg1353">
                <a:extLst>
                  <a:ext uri="{FF2B5EF4-FFF2-40B4-BE49-F238E27FC236}">
                    <a16:creationId xmlns:a16="http://schemas.microsoft.com/office/drawing/2014/main" id="{AC75669E-CA21-A64E-C8A2-954F187AA3A5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1" name="pg1354">
                <a:extLst>
                  <a:ext uri="{FF2B5EF4-FFF2-40B4-BE49-F238E27FC236}">
                    <a16:creationId xmlns:a16="http://schemas.microsoft.com/office/drawing/2014/main" id="{6E026528-083D-AD65-509F-AE8359B3B445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2" name="pg1355">
                <a:extLst>
                  <a:ext uri="{FF2B5EF4-FFF2-40B4-BE49-F238E27FC236}">
                    <a16:creationId xmlns:a16="http://schemas.microsoft.com/office/drawing/2014/main" id="{FC051161-174C-9B67-A908-2993757E66B3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3" name="pg1356">
                <a:extLst>
                  <a:ext uri="{FF2B5EF4-FFF2-40B4-BE49-F238E27FC236}">
                    <a16:creationId xmlns:a16="http://schemas.microsoft.com/office/drawing/2014/main" id="{810C1076-479E-7B3A-702A-1A1EB8195007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4" name="pg1357">
                <a:extLst>
                  <a:ext uri="{FF2B5EF4-FFF2-40B4-BE49-F238E27FC236}">
                    <a16:creationId xmlns:a16="http://schemas.microsoft.com/office/drawing/2014/main" id="{B5457D52-D9EF-12F0-2CDD-FAC1D84127B5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5" name="pg1358">
                <a:extLst>
                  <a:ext uri="{FF2B5EF4-FFF2-40B4-BE49-F238E27FC236}">
                    <a16:creationId xmlns:a16="http://schemas.microsoft.com/office/drawing/2014/main" id="{64D3A431-5393-43D2-70AB-A5CA212E12DF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6" name="pg1359">
                <a:extLst>
                  <a:ext uri="{FF2B5EF4-FFF2-40B4-BE49-F238E27FC236}">
                    <a16:creationId xmlns:a16="http://schemas.microsoft.com/office/drawing/2014/main" id="{85DAF595-0CA7-A786-B134-591DBAE81408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7" name="pg1360">
                <a:extLst>
                  <a:ext uri="{FF2B5EF4-FFF2-40B4-BE49-F238E27FC236}">
                    <a16:creationId xmlns:a16="http://schemas.microsoft.com/office/drawing/2014/main" id="{92AAA8F8-73ED-6B21-DB97-9D243BC51F9E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8" name="pg1361">
                <a:extLst>
                  <a:ext uri="{FF2B5EF4-FFF2-40B4-BE49-F238E27FC236}">
                    <a16:creationId xmlns:a16="http://schemas.microsoft.com/office/drawing/2014/main" id="{9E8C09B0-3831-EE0E-0F15-2A65FEAA7C37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9" name="pg1362">
                <a:extLst>
                  <a:ext uri="{FF2B5EF4-FFF2-40B4-BE49-F238E27FC236}">
                    <a16:creationId xmlns:a16="http://schemas.microsoft.com/office/drawing/2014/main" id="{0EE4FDC2-C2C1-2499-77A2-76AAC0011734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0" name="pg1363">
                <a:extLst>
                  <a:ext uri="{FF2B5EF4-FFF2-40B4-BE49-F238E27FC236}">
                    <a16:creationId xmlns:a16="http://schemas.microsoft.com/office/drawing/2014/main" id="{837B8190-6912-F970-5BF8-ADB41E6DAFE0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1" name="pg1364">
                <a:extLst>
                  <a:ext uri="{FF2B5EF4-FFF2-40B4-BE49-F238E27FC236}">
                    <a16:creationId xmlns:a16="http://schemas.microsoft.com/office/drawing/2014/main" id="{D38C4FF3-4743-D151-6E1B-30B1618CCA90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2" name="pg1365">
                <a:extLst>
                  <a:ext uri="{FF2B5EF4-FFF2-40B4-BE49-F238E27FC236}">
                    <a16:creationId xmlns:a16="http://schemas.microsoft.com/office/drawing/2014/main" id="{345FC6FE-C135-BC61-1CDB-7C3D48612B34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3" name="pg1366">
                <a:extLst>
                  <a:ext uri="{FF2B5EF4-FFF2-40B4-BE49-F238E27FC236}">
                    <a16:creationId xmlns:a16="http://schemas.microsoft.com/office/drawing/2014/main" id="{962FC0CD-0821-C6B0-0752-CEB76EBD193A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4" name="pg1367">
                <a:extLst>
                  <a:ext uri="{FF2B5EF4-FFF2-40B4-BE49-F238E27FC236}">
                    <a16:creationId xmlns:a16="http://schemas.microsoft.com/office/drawing/2014/main" id="{C09A3259-4BA2-F1B7-670A-F3BD4A901A87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5" name="pg1368">
                <a:extLst>
                  <a:ext uri="{FF2B5EF4-FFF2-40B4-BE49-F238E27FC236}">
                    <a16:creationId xmlns:a16="http://schemas.microsoft.com/office/drawing/2014/main" id="{7D1BF061-01DE-62EE-848A-DAB9F5F8A9A3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6" name="pg1369">
                <a:extLst>
                  <a:ext uri="{FF2B5EF4-FFF2-40B4-BE49-F238E27FC236}">
                    <a16:creationId xmlns:a16="http://schemas.microsoft.com/office/drawing/2014/main" id="{6E411F09-C438-B47E-3F0C-6133E130BC9B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7" name="pg1370">
                <a:extLst>
                  <a:ext uri="{FF2B5EF4-FFF2-40B4-BE49-F238E27FC236}">
                    <a16:creationId xmlns:a16="http://schemas.microsoft.com/office/drawing/2014/main" id="{237CAAB6-77D5-E95B-ADC6-D3F037179F82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8" name="pg1371">
                <a:extLst>
                  <a:ext uri="{FF2B5EF4-FFF2-40B4-BE49-F238E27FC236}">
                    <a16:creationId xmlns:a16="http://schemas.microsoft.com/office/drawing/2014/main" id="{91E5F774-8CB2-BFE4-C22E-18E4A61F7351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8">
                  <a:alpha val="100000"/>
                </a:srgbClr>
              </a:solidFill>
              <a:ln w="5420" cap="flat">
                <a:solidFill>
                  <a:srgbClr val="A2E1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9" name="pg1372">
                <a:extLst>
                  <a:ext uri="{FF2B5EF4-FFF2-40B4-BE49-F238E27FC236}">
                    <a16:creationId xmlns:a16="http://schemas.microsoft.com/office/drawing/2014/main" id="{90F1F4F0-E6B3-6DF4-91C6-9C87733ED3F3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0" name="pg1373">
                <a:extLst>
                  <a:ext uri="{FF2B5EF4-FFF2-40B4-BE49-F238E27FC236}">
                    <a16:creationId xmlns:a16="http://schemas.microsoft.com/office/drawing/2014/main" id="{6CDD15DB-67B3-91BC-DFC6-D8E9038BC0DB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1" name="pg1374">
                <a:extLst>
                  <a:ext uri="{FF2B5EF4-FFF2-40B4-BE49-F238E27FC236}">
                    <a16:creationId xmlns:a16="http://schemas.microsoft.com/office/drawing/2014/main" id="{3E54368B-417D-7B0D-672E-93CC9C5D7F25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2" name="pg1375">
                <a:extLst>
                  <a:ext uri="{FF2B5EF4-FFF2-40B4-BE49-F238E27FC236}">
                    <a16:creationId xmlns:a16="http://schemas.microsoft.com/office/drawing/2014/main" id="{F9FEFBD9-1B82-05CF-DEC1-68FD1A3471C2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3" name="pg1376">
                <a:extLst>
                  <a:ext uri="{FF2B5EF4-FFF2-40B4-BE49-F238E27FC236}">
                    <a16:creationId xmlns:a16="http://schemas.microsoft.com/office/drawing/2014/main" id="{1A7E9DA3-80D4-AC20-3CC6-350C91DDEE79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4" name="pg1377">
                <a:extLst>
                  <a:ext uri="{FF2B5EF4-FFF2-40B4-BE49-F238E27FC236}">
                    <a16:creationId xmlns:a16="http://schemas.microsoft.com/office/drawing/2014/main" id="{1AB18098-BF85-B093-7304-2A78EC79739F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5" name="pg1378">
                <a:extLst>
                  <a:ext uri="{FF2B5EF4-FFF2-40B4-BE49-F238E27FC236}">
                    <a16:creationId xmlns:a16="http://schemas.microsoft.com/office/drawing/2014/main" id="{91D02844-C317-0733-440A-B96FE6E7D089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6" name="pg1379">
                <a:extLst>
                  <a:ext uri="{FF2B5EF4-FFF2-40B4-BE49-F238E27FC236}">
                    <a16:creationId xmlns:a16="http://schemas.microsoft.com/office/drawing/2014/main" id="{0A8F58A5-DCDB-4236-CA07-3DC98AE14235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7" name="pg1380">
                <a:extLst>
                  <a:ext uri="{FF2B5EF4-FFF2-40B4-BE49-F238E27FC236}">
                    <a16:creationId xmlns:a16="http://schemas.microsoft.com/office/drawing/2014/main" id="{2F833152-BE85-8C51-15EA-A56905DAE93F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8" name="pg1381">
                <a:extLst>
                  <a:ext uri="{FF2B5EF4-FFF2-40B4-BE49-F238E27FC236}">
                    <a16:creationId xmlns:a16="http://schemas.microsoft.com/office/drawing/2014/main" id="{FCD42A6D-5183-A03B-9701-6D80F7CFEAE6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9" name="pg1382">
                <a:extLst>
                  <a:ext uri="{FF2B5EF4-FFF2-40B4-BE49-F238E27FC236}">
                    <a16:creationId xmlns:a16="http://schemas.microsoft.com/office/drawing/2014/main" id="{1C862E7C-8655-3A8F-1AC6-CE339B7F004F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0" name="pg1383">
                <a:extLst>
                  <a:ext uri="{FF2B5EF4-FFF2-40B4-BE49-F238E27FC236}">
                    <a16:creationId xmlns:a16="http://schemas.microsoft.com/office/drawing/2014/main" id="{B45C72F5-9173-09FA-8553-4DFAC5D4CA51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1" name="pg1384">
                <a:extLst>
                  <a:ext uri="{FF2B5EF4-FFF2-40B4-BE49-F238E27FC236}">
                    <a16:creationId xmlns:a16="http://schemas.microsoft.com/office/drawing/2014/main" id="{95E22BD3-ACBE-DD55-D991-8B0CFDCE467D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2" name="pg1385">
                <a:extLst>
                  <a:ext uri="{FF2B5EF4-FFF2-40B4-BE49-F238E27FC236}">
                    <a16:creationId xmlns:a16="http://schemas.microsoft.com/office/drawing/2014/main" id="{AF86CED0-ABC0-365B-504B-296F1779AC56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3" name="pg1386">
                <a:extLst>
                  <a:ext uri="{FF2B5EF4-FFF2-40B4-BE49-F238E27FC236}">
                    <a16:creationId xmlns:a16="http://schemas.microsoft.com/office/drawing/2014/main" id="{D1825B0B-E589-0061-433E-32D5C6BDC696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4" name="pg1387">
                <a:extLst>
                  <a:ext uri="{FF2B5EF4-FFF2-40B4-BE49-F238E27FC236}">
                    <a16:creationId xmlns:a16="http://schemas.microsoft.com/office/drawing/2014/main" id="{6EE6481A-59DB-DDA0-7A43-F2FF52B60D6F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5" name="pg1388">
                <a:extLst>
                  <a:ext uri="{FF2B5EF4-FFF2-40B4-BE49-F238E27FC236}">
                    <a16:creationId xmlns:a16="http://schemas.microsoft.com/office/drawing/2014/main" id="{DEF8FAAD-94A5-3AD9-D4DC-FAEB48BFDD78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6" name="pg1389">
                <a:extLst>
                  <a:ext uri="{FF2B5EF4-FFF2-40B4-BE49-F238E27FC236}">
                    <a16:creationId xmlns:a16="http://schemas.microsoft.com/office/drawing/2014/main" id="{F8505C58-AFB7-7D97-EC88-EA5873891EBB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7" name="pg1390">
                <a:extLst>
                  <a:ext uri="{FF2B5EF4-FFF2-40B4-BE49-F238E27FC236}">
                    <a16:creationId xmlns:a16="http://schemas.microsoft.com/office/drawing/2014/main" id="{1CC09256-589F-F775-FBDC-C613072C6A7A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8" name="pg1391">
                <a:extLst>
                  <a:ext uri="{FF2B5EF4-FFF2-40B4-BE49-F238E27FC236}">
                    <a16:creationId xmlns:a16="http://schemas.microsoft.com/office/drawing/2014/main" id="{7637A031-4188-0F37-F7B6-D75DBB4EBBCB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9" name="pg1392">
                <a:extLst>
                  <a:ext uri="{FF2B5EF4-FFF2-40B4-BE49-F238E27FC236}">
                    <a16:creationId xmlns:a16="http://schemas.microsoft.com/office/drawing/2014/main" id="{905B971C-7CDD-14EC-2B2D-E21649EE76FC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0" name="pg1393">
                <a:extLst>
                  <a:ext uri="{FF2B5EF4-FFF2-40B4-BE49-F238E27FC236}">
                    <a16:creationId xmlns:a16="http://schemas.microsoft.com/office/drawing/2014/main" id="{1D0907D1-223D-588F-1C71-82F87AD05B50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1" name="pg1394">
                <a:extLst>
                  <a:ext uri="{FF2B5EF4-FFF2-40B4-BE49-F238E27FC236}">
                    <a16:creationId xmlns:a16="http://schemas.microsoft.com/office/drawing/2014/main" id="{311523D4-8D1A-DE2F-BFB9-E494935F200A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2" name="pg1395">
                <a:extLst>
                  <a:ext uri="{FF2B5EF4-FFF2-40B4-BE49-F238E27FC236}">
                    <a16:creationId xmlns:a16="http://schemas.microsoft.com/office/drawing/2014/main" id="{B483653A-5F5E-D069-2A75-F22E35DA0FDD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3" name="pg1396">
                <a:extLst>
                  <a:ext uri="{FF2B5EF4-FFF2-40B4-BE49-F238E27FC236}">
                    <a16:creationId xmlns:a16="http://schemas.microsoft.com/office/drawing/2014/main" id="{FC752A45-D7F5-F942-0CAE-1A3FACAE2E24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4" name="pg1397">
                <a:extLst>
                  <a:ext uri="{FF2B5EF4-FFF2-40B4-BE49-F238E27FC236}">
                    <a16:creationId xmlns:a16="http://schemas.microsoft.com/office/drawing/2014/main" id="{CFAC9898-C76D-AF1F-DA7A-4B41187EFE9E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5" name="pg1398">
                <a:extLst>
                  <a:ext uri="{FF2B5EF4-FFF2-40B4-BE49-F238E27FC236}">
                    <a16:creationId xmlns:a16="http://schemas.microsoft.com/office/drawing/2014/main" id="{93F7C214-45AA-14DD-33D9-06A8D281E8CA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6" name="pg1399">
                <a:extLst>
                  <a:ext uri="{FF2B5EF4-FFF2-40B4-BE49-F238E27FC236}">
                    <a16:creationId xmlns:a16="http://schemas.microsoft.com/office/drawing/2014/main" id="{6B9E15DC-30FD-2523-3A0F-7D8C5BD2A030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7" name="pg1400">
                <a:extLst>
                  <a:ext uri="{FF2B5EF4-FFF2-40B4-BE49-F238E27FC236}">
                    <a16:creationId xmlns:a16="http://schemas.microsoft.com/office/drawing/2014/main" id="{FA3A619B-0DA4-EAA8-7C5F-BE4AFF6F65A9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8" name="pg1401">
                <a:extLst>
                  <a:ext uri="{FF2B5EF4-FFF2-40B4-BE49-F238E27FC236}">
                    <a16:creationId xmlns:a16="http://schemas.microsoft.com/office/drawing/2014/main" id="{EE0844CC-26C8-7EFB-2A52-E3BAFE93BFDC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9" name="pg1402">
                <a:extLst>
                  <a:ext uri="{FF2B5EF4-FFF2-40B4-BE49-F238E27FC236}">
                    <a16:creationId xmlns:a16="http://schemas.microsoft.com/office/drawing/2014/main" id="{C180EEBF-B721-7E26-CBB0-85494787A244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0" name="pg1403">
                <a:extLst>
                  <a:ext uri="{FF2B5EF4-FFF2-40B4-BE49-F238E27FC236}">
                    <a16:creationId xmlns:a16="http://schemas.microsoft.com/office/drawing/2014/main" id="{688500ED-7BFE-8BD4-D5F6-AC913C9038E8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1" name="pg1404">
                <a:extLst>
                  <a:ext uri="{FF2B5EF4-FFF2-40B4-BE49-F238E27FC236}">
                    <a16:creationId xmlns:a16="http://schemas.microsoft.com/office/drawing/2014/main" id="{B6394B72-ACB2-6B98-B3B3-79179362B202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2" name="pg1405">
                <a:extLst>
                  <a:ext uri="{FF2B5EF4-FFF2-40B4-BE49-F238E27FC236}">
                    <a16:creationId xmlns:a16="http://schemas.microsoft.com/office/drawing/2014/main" id="{A60797CF-4F9A-3D7B-89CC-8822525BA629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3" name="pg1406">
                <a:extLst>
                  <a:ext uri="{FF2B5EF4-FFF2-40B4-BE49-F238E27FC236}">
                    <a16:creationId xmlns:a16="http://schemas.microsoft.com/office/drawing/2014/main" id="{6621BBFA-41A8-8310-1BA3-0CDBD3DCDAB6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4" name="pg1407">
                <a:extLst>
                  <a:ext uri="{FF2B5EF4-FFF2-40B4-BE49-F238E27FC236}">
                    <a16:creationId xmlns:a16="http://schemas.microsoft.com/office/drawing/2014/main" id="{BF2A4249-6034-0561-0ABF-4566FFD9EB57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5" name="pg1408">
                <a:extLst>
                  <a:ext uri="{FF2B5EF4-FFF2-40B4-BE49-F238E27FC236}">
                    <a16:creationId xmlns:a16="http://schemas.microsoft.com/office/drawing/2014/main" id="{1B19B0D7-AA18-DFDF-E088-74AFE2960305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6" name="pg1409">
                <a:extLst>
                  <a:ext uri="{FF2B5EF4-FFF2-40B4-BE49-F238E27FC236}">
                    <a16:creationId xmlns:a16="http://schemas.microsoft.com/office/drawing/2014/main" id="{AE90F806-8FF2-A3F1-9398-DAA3265AF323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7" name="pg1410">
                <a:extLst>
                  <a:ext uri="{FF2B5EF4-FFF2-40B4-BE49-F238E27FC236}">
                    <a16:creationId xmlns:a16="http://schemas.microsoft.com/office/drawing/2014/main" id="{68373657-FAD1-D4EB-C72E-D7B6536539EC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8" name="pg1411">
                <a:extLst>
                  <a:ext uri="{FF2B5EF4-FFF2-40B4-BE49-F238E27FC236}">
                    <a16:creationId xmlns:a16="http://schemas.microsoft.com/office/drawing/2014/main" id="{7E69C1C8-E387-C80B-E11D-D748B7E433C0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9" name="pg1412">
                <a:extLst>
                  <a:ext uri="{FF2B5EF4-FFF2-40B4-BE49-F238E27FC236}">
                    <a16:creationId xmlns:a16="http://schemas.microsoft.com/office/drawing/2014/main" id="{B15C6AFB-16A0-AF5A-6CCB-0B836E32BEE5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0" name="pg1413">
                <a:extLst>
                  <a:ext uri="{FF2B5EF4-FFF2-40B4-BE49-F238E27FC236}">
                    <a16:creationId xmlns:a16="http://schemas.microsoft.com/office/drawing/2014/main" id="{909C3A82-3B5A-F18B-0B12-6DEF10867E8F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1" name="pg1414">
                <a:extLst>
                  <a:ext uri="{FF2B5EF4-FFF2-40B4-BE49-F238E27FC236}">
                    <a16:creationId xmlns:a16="http://schemas.microsoft.com/office/drawing/2014/main" id="{C7ACDA83-65E3-C3EE-FEC9-295FDDC7C88B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2" name="pg1415">
                <a:extLst>
                  <a:ext uri="{FF2B5EF4-FFF2-40B4-BE49-F238E27FC236}">
                    <a16:creationId xmlns:a16="http://schemas.microsoft.com/office/drawing/2014/main" id="{92070B8D-680D-DA35-B185-1579EC480682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3" name="pg1416">
                <a:extLst>
                  <a:ext uri="{FF2B5EF4-FFF2-40B4-BE49-F238E27FC236}">
                    <a16:creationId xmlns:a16="http://schemas.microsoft.com/office/drawing/2014/main" id="{29355371-58A7-C20D-A0DB-A1C89BB507C7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4" name="pg1417">
                <a:extLst>
                  <a:ext uri="{FF2B5EF4-FFF2-40B4-BE49-F238E27FC236}">
                    <a16:creationId xmlns:a16="http://schemas.microsoft.com/office/drawing/2014/main" id="{1B9A146B-FF95-39C7-9762-F4F2A81270A2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5" name="pg1418">
                <a:extLst>
                  <a:ext uri="{FF2B5EF4-FFF2-40B4-BE49-F238E27FC236}">
                    <a16:creationId xmlns:a16="http://schemas.microsoft.com/office/drawing/2014/main" id="{929492D2-852E-AC4E-AA57-78BBC66E12FD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6" name="pg1419">
                <a:extLst>
                  <a:ext uri="{FF2B5EF4-FFF2-40B4-BE49-F238E27FC236}">
                    <a16:creationId xmlns:a16="http://schemas.microsoft.com/office/drawing/2014/main" id="{35A028F6-14D9-22D2-FF39-019BB9317748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7" name="pg1420">
                <a:extLst>
                  <a:ext uri="{FF2B5EF4-FFF2-40B4-BE49-F238E27FC236}">
                    <a16:creationId xmlns:a16="http://schemas.microsoft.com/office/drawing/2014/main" id="{4BC70DB9-1107-BC1E-BE41-7B3BDA6B9FA2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8" name="pg1421">
                <a:extLst>
                  <a:ext uri="{FF2B5EF4-FFF2-40B4-BE49-F238E27FC236}">
                    <a16:creationId xmlns:a16="http://schemas.microsoft.com/office/drawing/2014/main" id="{471782A3-BA8F-4284-DAE8-8FCCD01ECBF6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9" name="pg1422">
                <a:extLst>
                  <a:ext uri="{FF2B5EF4-FFF2-40B4-BE49-F238E27FC236}">
                    <a16:creationId xmlns:a16="http://schemas.microsoft.com/office/drawing/2014/main" id="{D2D4B370-3603-A092-06C0-EC375726FBBA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0" name="pg1423">
                <a:extLst>
                  <a:ext uri="{FF2B5EF4-FFF2-40B4-BE49-F238E27FC236}">
                    <a16:creationId xmlns:a16="http://schemas.microsoft.com/office/drawing/2014/main" id="{315CCD80-0A56-D4A4-70E7-16620AD56FB9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1" name="pg1424">
                <a:extLst>
                  <a:ext uri="{FF2B5EF4-FFF2-40B4-BE49-F238E27FC236}">
                    <a16:creationId xmlns:a16="http://schemas.microsoft.com/office/drawing/2014/main" id="{02D12142-6FAE-0242-3E22-A6D8C31FE117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2" name="pg1425">
                <a:extLst>
                  <a:ext uri="{FF2B5EF4-FFF2-40B4-BE49-F238E27FC236}">
                    <a16:creationId xmlns:a16="http://schemas.microsoft.com/office/drawing/2014/main" id="{7DFA2683-6CED-987C-DE0C-3000071EFDDA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3" name="pg1426">
                <a:extLst>
                  <a:ext uri="{FF2B5EF4-FFF2-40B4-BE49-F238E27FC236}">
                    <a16:creationId xmlns:a16="http://schemas.microsoft.com/office/drawing/2014/main" id="{297FA4F8-6682-4E41-8421-D14667A91864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4" name="pg1427">
                <a:extLst>
                  <a:ext uri="{FF2B5EF4-FFF2-40B4-BE49-F238E27FC236}">
                    <a16:creationId xmlns:a16="http://schemas.microsoft.com/office/drawing/2014/main" id="{50C6E72C-5304-AE27-89F5-7C18B24163FA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5" name="pg1428">
                <a:extLst>
                  <a:ext uri="{FF2B5EF4-FFF2-40B4-BE49-F238E27FC236}">
                    <a16:creationId xmlns:a16="http://schemas.microsoft.com/office/drawing/2014/main" id="{CB6CCFA1-14C7-29A6-73FC-7CD0F047589D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6" name="pg1429">
                <a:extLst>
                  <a:ext uri="{FF2B5EF4-FFF2-40B4-BE49-F238E27FC236}">
                    <a16:creationId xmlns:a16="http://schemas.microsoft.com/office/drawing/2014/main" id="{986AEDDB-C285-CC6D-E59B-CB3EC68FDD7F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7" name="pg1430">
                <a:extLst>
                  <a:ext uri="{FF2B5EF4-FFF2-40B4-BE49-F238E27FC236}">
                    <a16:creationId xmlns:a16="http://schemas.microsoft.com/office/drawing/2014/main" id="{502AFA26-713B-1760-4887-7B54DEE64BA1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8" name="pg1431">
                <a:extLst>
                  <a:ext uri="{FF2B5EF4-FFF2-40B4-BE49-F238E27FC236}">
                    <a16:creationId xmlns:a16="http://schemas.microsoft.com/office/drawing/2014/main" id="{7253485A-F928-0910-4F87-058CF08204B0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9" name="pg1432">
                <a:extLst>
                  <a:ext uri="{FF2B5EF4-FFF2-40B4-BE49-F238E27FC236}">
                    <a16:creationId xmlns:a16="http://schemas.microsoft.com/office/drawing/2014/main" id="{4AAE62D0-28D8-86D3-4261-DDF4137E5CD4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0" name="pg1433">
                <a:extLst>
                  <a:ext uri="{FF2B5EF4-FFF2-40B4-BE49-F238E27FC236}">
                    <a16:creationId xmlns:a16="http://schemas.microsoft.com/office/drawing/2014/main" id="{B615748A-9159-2DB2-A49C-9AC295046DFA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1" name="pg1434">
                <a:extLst>
                  <a:ext uri="{FF2B5EF4-FFF2-40B4-BE49-F238E27FC236}">
                    <a16:creationId xmlns:a16="http://schemas.microsoft.com/office/drawing/2014/main" id="{9CE2F700-946B-D5E1-3189-3BD465DBC514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2" name="pg1435">
                <a:extLst>
                  <a:ext uri="{FF2B5EF4-FFF2-40B4-BE49-F238E27FC236}">
                    <a16:creationId xmlns:a16="http://schemas.microsoft.com/office/drawing/2014/main" id="{721F7463-CE5A-04F8-CBD9-E65379C3B89C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3" name="pg1436">
                <a:extLst>
                  <a:ext uri="{FF2B5EF4-FFF2-40B4-BE49-F238E27FC236}">
                    <a16:creationId xmlns:a16="http://schemas.microsoft.com/office/drawing/2014/main" id="{A97BCF81-B2E3-F06A-9BF5-69F4ED6D9B78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4" name="pg1437">
                <a:extLst>
                  <a:ext uri="{FF2B5EF4-FFF2-40B4-BE49-F238E27FC236}">
                    <a16:creationId xmlns:a16="http://schemas.microsoft.com/office/drawing/2014/main" id="{C9F361F7-C6A0-3269-379E-5DB82B8CFCE6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5" name="pg1438">
                <a:extLst>
                  <a:ext uri="{FF2B5EF4-FFF2-40B4-BE49-F238E27FC236}">
                    <a16:creationId xmlns:a16="http://schemas.microsoft.com/office/drawing/2014/main" id="{2FF4161E-AC48-60AC-A392-70E8CE89746A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6" name="pg1439">
                <a:extLst>
                  <a:ext uri="{FF2B5EF4-FFF2-40B4-BE49-F238E27FC236}">
                    <a16:creationId xmlns:a16="http://schemas.microsoft.com/office/drawing/2014/main" id="{A82A97EF-5B1B-20A8-3284-2736FDF2235F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7" name="pg1440">
                <a:extLst>
                  <a:ext uri="{FF2B5EF4-FFF2-40B4-BE49-F238E27FC236}">
                    <a16:creationId xmlns:a16="http://schemas.microsoft.com/office/drawing/2014/main" id="{BF694199-67F7-95B4-1282-AF10BA30A413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8" name="pg1441">
                <a:extLst>
                  <a:ext uri="{FF2B5EF4-FFF2-40B4-BE49-F238E27FC236}">
                    <a16:creationId xmlns:a16="http://schemas.microsoft.com/office/drawing/2014/main" id="{836DDB3C-9719-72C7-E0B4-D52683BFCC17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9" name="pg1442">
                <a:extLst>
                  <a:ext uri="{FF2B5EF4-FFF2-40B4-BE49-F238E27FC236}">
                    <a16:creationId xmlns:a16="http://schemas.microsoft.com/office/drawing/2014/main" id="{2EB9F554-DA6C-2327-39E4-E0DC04BE5D7F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0" name="pg1443">
                <a:extLst>
                  <a:ext uri="{FF2B5EF4-FFF2-40B4-BE49-F238E27FC236}">
                    <a16:creationId xmlns:a16="http://schemas.microsoft.com/office/drawing/2014/main" id="{B9BA35A3-C07A-F686-FE78-A5180D1F09CB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1" name="pg1444">
                <a:extLst>
                  <a:ext uri="{FF2B5EF4-FFF2-40B4-BE49-F238E27FC236}">
                    <a16:creationId xmlns:a16="http://schemas.microsoft.com/office/drawing/2014/main" id="{DD73E393-4A50-CDDF-23F0-2B63D509CE1C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2" name="pg1445">
                <a:extLst>
                  <a:ext uri="{FF2B5EF4-FFF2-40B4-BE49-F238E27FC236}">
                    <a16:creationId xmlns:a16="http://schemas.microsoft.com/office/drawing/2014/main" id="{F1C584B6-79F0-C21F-450A-B43EB060CDE4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3" name="pg1446">
                <a:extLst>
                  <a:ext uri="{FF2B5EF4-FFF2-40B4-BE49-F238E27FC236}">
                    <a16:creationId xmlns:a16="http://schemas.microsoft.com/office/drawing/2014/main" id="{40E3EA17-35ED-CD8F-4118-C91E9D3CF529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4" name="pg1447">
                <a:extLst>
                  <a:ext uri="{FF2B5EF4-FFF2-40B4-BE49-F238E27FC236}">
                    <a16:creationId xmlns:a16="http://schemas.microsoft.com/office/drawing/2014/main" id="{B0B51DAF-6AB7-8CB5-7E7D-EEC4FFC455A1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5" name="pg1448">
                <a:extLst>
                  <a:ext uri="{FF2B5EF4-FFF2-40B4-BE49-F238E27FC236}">
                    <a16:creationId xmlns:a16="http://schemas.microsoft.com/office/drawing/2014/main" id="{AD0449AC-9982-F1D7-B026-DD82E6BEEE0A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6" name="pg1449">
                <a:extLst>
                  <a:ext uri="{FF2B5EF4-FFF2-40B4-BE49-F238E27FC236}">
                    <a16:creationId xmlns:a16="http://schemas.microsoft.com/office/drawing/2014/main" id="{6976E4C4-E90F-CF4C-BFB3-A9D1267C0982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7" name="pg1450">
                <a:extLst>
                  <a:ext uri="{FF2B5EF4-FFF2-40B4-BE49-F238E27FC236}">
                    <a16:creationId xmlns:a16="http://schemas.microsoft.com/office/drawing/2014/main" id="{8AF70ED9-F95E-55F0-3BA1-845E35F2DBC1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8" name="pg1451">
                <a:extLst>
                  <a:ext uri="{FF2B5EF4-FFF2-40B4-BE49-F238E27FC236}">
                    <a16:creationId xmlns:a16="http://schemas.microsoft.com/office/drawing/2014/main" id="{88A01C3B-0228-D75C-2B28-8662FE1F8DBE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9" name="pg1452">
                <a:extLst>
                  <a:ext uri="{FF2B5EF4-FFF2-40B4-BE49-F238E27FC236}">
                    <a16:creationId xmlns:a16="http://schemas.microsoft.com/office/drawing/2014/main" id="{E163C5E5-4740-05D6-C119-C098C35A7F30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0" name="pg1453">
                <a:extLst>
                  <a:ext uri="{FF2B5EF4-FFF2-40B4-BE49-F238E27FC236}">
                    <a16:creationId xmlns:a16="http://schemas.microsoft.com/office/drawing/2014/main" id="{4F3FA867-CB71-E147-B5B8-C36C0A46B594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1" name="pg1454">
                <a:extLst>
                  <a:ext uri="{FF2B5EF4-FFF2-40B4-BE49-F238E27FC236}">
                    <a16:creationId xmlns:a16="http://schemas.microsoft.com/office/drawing/2014/main" id="{FB043678-9032-53D9-0A98-385BB2340BF1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2" name="pg1455">
                <a:extLst>
                  <a:ext uri="{FF2B5EF4-FFF2-40B4-BE49-F238E27FC236}">
                    <a16:creationId xmlns:a16="http://schemas.microsoft.com/office/drawing/2014/main" id="{7DF1A54E-E241-D5E2-3A04-8E92EB0753EB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3" name="pg1456">
                <a:extLst>
                  <a:ext uri="{FF2B5EF4-FFF2-40B4-BE49-F238E27FC236}">
                    <a16:creationId xmlns:a16="http://schemas.microsoft.com/office/drawing/2014/main" id="{BD30C745-1603-DB59-7BD9-85240F39A8AA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4" name="pg1457">
                <a:extLst>
                  <a:ext uri="{FF2B5EF4-FFF2-40B4-BE49-F238E27FC236}">
                    <a16:creationId xmlns:a16="http://schemas.microsoft.com/office/drawing/2014/main" id="{B2A0C7BD-08E3-D8DA-52FF-F9F171D22144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5" name="pg1458">
                <a:extLst>
                  <a:ext uri="{FF2B5EF4-FFF2-40B4-BE49-F238E27FC236}">
                    <a16:creationId xmlns:a16="http://schemas.microsoft.com/office/drawing/2014/main" id="{0942E958-0920-27B8-3AAA-119D03730EA1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6" name="pg1459">
                <a:extLst>
                  <a:ext uri="{FF2B5EF4-FFF2-40B4-BE49-F238E27FC236}">
                    <a16:creationId xmlns:a16="http://schemas.microsoft.com/office/drawing/2014/main" id="{069DF992-E3DC-DD08-F1A2-66E5667A187C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7" name="pg1460">
                <a:extLst>
                  <a:ext uri="{FF2B5EF4-FFF2-40B4-BE49-F238E27FC236}">
                    <a16:creationId xmlns:a16="http://schemas.microsoft.com/office/drawing/2014/main" id="{DC42C63D-AA7C-AE04-24B1-4CD96616A315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8" name="pg1461">
                <a:extLst>
                  <a:ext uri="{FF2B5EF4-FFF2-40B4-BE49-F238E27FC236}">
                    <a16:creationId xmlns:a16="http://schemas.microsoft.com/office/drawing/2014/main" id="{3F7CF86D-DACF-543F-F65C-D15DE456FEBF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9" name="pg1462">
                <a:extLst>
                  <a:ext uri="{FF2B5EF4-FFF2-40B4-BE49-F238E27FC236}">
                    <a16:creationId xmlns:a16="http://schemas.microsoft.com/office/drawing/2014/main" id="{271A2196-C533-9A8A-C1AD-73AA2B3E9167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0" name="pg1463">
                <a:extLst>
                  <a:ext uri="{FF2B5EF4-FFF2-40B4-BE49-F238E27FC236}">
                    <a16:creationId xmlns:a16="http://schemas.microsoft.com/office/drawing/2014/main" id="{7E3158AD-C3ED-9C71-6BCE-22092EFB91D8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1" name="pg1464">
                <a:extLst>
                  <a:ext uri="{FF2B5EF4-FFF2-40B4-BE49-F238E27FC236}">
                    <a16:creationId xmlns:a16="http://schemas.microsoft.com/office/drawing/2014/main" id="{0B016DC2-A886-54D7-D19F-B691B1162E26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2" name="pg1465">
                <a:extLst>
                  <a:ext uri="{FF2B5EF4-FFF2-40B4-BE49-F238E27FC236}">
                    <a16:creationId xmlns:a16="http://schemas.microsoft.com/office/drawing/2014/main" id="{16CFAAC2-E087-D9EF-9C15-384139BE71E7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3" name="pg1466">
                <a:extLst>
                  <a:ext uri="{FF2B5EF4-FFF2-40B4-BE49-F238E27FC236}">
                    <a16:creationId xmlns:a16="http://schemas.microsoft.com/office/drawing/2014/main" id="{4BA7562D-0553-97F6-B923-6E8BC792E0FF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4" name="pg1467">
                <a:extLst>
                  <a:ext uri="{FF2B5EF4-FFF2-40B4-BE49-F238E27FC236}">
                    <a16:creationId xmlns:a16="http://schemas.microsoft.com/office/drawing/2014/main" id="{1180CDA3-1AAE-5F5A-1767-E3C99416A20D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5" name="pg1468">
                <a:extLst>
                  <a:ext uri="{FF2B5EF4-FFF2-40B4-BE49-F238E27FC236}">
                    <a16:creationId xmlns:a16="http://schemas.microsoft.com/office/drawing/2014/main" id="{4F8457B4-490C-2AE4-2E78-7DEB74E5A033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6" name="pg1469">
                <a:extLst>
                  <a:ext uri="{FF2B5EF4-FFF2-40B4-BE49-F238E27FC236}">
                    <a16:creationId xmlns:a16="http://schemas.microsoft.com/office/drawing/2014/main" id="{DD907578-F1C3-C401-5167-9DE9049A5564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7" name="pg1470">
                <a:extLst>
                  <a:ext uri="{FF2B5EF4-FFF2-40B4-BE49-F238E27FC236}">
                    <a16:creationId xmlns:a16="http://schemas.microsoft.com/office/drawing/2014/main" id="{58663AB5-EF18-BA8A-4D5D-F2149A9269B5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8" name="pg1471">
                <a:extLst>
                  <a:ext uri="{FF2B5EF4-FFF2-40B4-BE49-F238E27FC236}">
                    <a16:creationId xmlns:a16="http://schemas.microsoft.com/office/drawing/2014/main" id="{221E4CDC-3ABB-7296-6705-37B56373E07A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9" name="pg1472">
                <a:extLst>
                  <a:ext uri="{FF2B5EF4-FFF2-40B4-BE49-F238E27FC236}">
                    <a16:creationId xmlns:a16="http://schemas.microsoft.com/office/drawing/2014/main" id="{8B75E643-31A8-8365-660D-B60B46CEA2E8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0" name="pg1473">
                <a:extLst>
                  <a:ext uri="{FF2B5EF4-FFF2-40B4-BE49-F238E27FC236}">
                    <a16:creationId xmlns:a16="http://schemas.microsoft.com/office/drawing/2014/main" id="{EB454FF7-7C64-1E85-CDA8-AEE45936336C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1" name="pg1474">
                <a:extLst>
                  <a:ext uri="{FF2B5EF4-FFF2-40B4-BE49-F238E27FC236}">
                    <a16:creationId xmlns:a16="http://schemas.microsoft.com/office/drawing/2014/main" id="{F1444850-F749-E896-C1A0-E74955EBAC8B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2" name="pg1475">
                <a:extLst>
                  <a:ext uri="{FF2B5EF4-FFF2-40B4-BE49-F238E27FC236}">
                    <a16:creationId xmlns:a16="http://schemas.microsoft.com/office/drawing/2014/main" id="{A03AB533-33BB-B3E3-01E5-B0F0957D4EB1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3" name="pg1476">
                <a:extLst>
                  <a:ext uri="{FF2B5EF4-FFF2-40B4-BE49-F238E27FC236}">
                    <a16:creationId xmlns:a16="http://schemas.microsoft.com/office/drawing/2014/main" id="{7B5FEC10-8AB1-9E82-A74E-6CB1DFDD52E1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4" name="pg1477">
                <a:extLst>
                  <a:ext uri="{FF2B5EF4-FFF2-40B4-BE49-F238E27FC236}">
                    <a16:creationId xmlns:a16="http://schemas.microsoft.com/office/drawing/2014/main" id="{1288A34C-D53F-2D89-C9E4-058268548A2C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5" name="pg1478">
                <a:extLst>
                  <a:ext uri="{FF2B5EF4-FFF2-40B4-BE49-F238E27FC236}">
                    <a16:creationId xmlns:a16="http://schemas.microsoft.com/office/drawing/2014/main" id="{646561D1-CEAA-BCC1-5313-9E1DABFBF1F8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6" name="pg1479">
                <a:extLst>
                  <a:ext uri="{FF2B5EF4-FFF2-40B4-BE49-F238E27FC236}">
                    <a16:creationId xmlns:a16="http://schemas.microsoft.com/office/drawing/2014/main" id="{5FCF02D2-1797-2A5D-1F76-78C92B33BAA4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7" name="pg1480">
                <a:extLst>
                  <a:ext uri="{FF2B5EF4-FFF2-40B4-BE49-F238E27FC236}">
                    <a16:creationId xmlns:a16="http://schemas.microsoft.com/office/drawing/2014/main" id="{B6B54E03-8115-B510-1E92-0F2ED9DAB41F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8" name="pg1481">
                <a:extLst>
                  <a:ext uri="{FF2B5EF4-FFF2-40B4-BE49-F238E27FC236}">
                    <a16:creationId xmlns:a16="http://schemas.microsoft.com/office/drawing/2014/main" id="{94B9F35E-5874-C133-59C5-D2168228BA94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9" name="pg1482">
                <a:extLst>
                  <a:ext uri="{FF2B5EF4-FFF2-40B4-BE49-F238E27FC236}">
                    <a16:creationId xmlns:a16="http://schemas.microsoft.com/office/drawing/2014/main" id="{E9EB0F93-810E-0EE2-8E20-56A335094395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0" name="pg1483">
                <a:extLst>
                  <a:ext uri="{FF2B5EF4-FFF2-40B4-BE49-F238E27FC236}">
                    <a16:creationId xmlns:a16="http://schemas.microsoft.com/office/drawing/2014/main" id="{1F9F79B5-6C00-4270-8FA2-6AF6A992B33E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1" name="pg1484">
                <a:extLst>
                  <a:ext uri="{FF2B5EF4-FFF2-40B4-BE49-F238E27FC236}">
                    <a16:creationId xmlns:a16="http://schemas.microsoft.com/office/drawing/2014/main" id="{1A81E133-4386-5D7A-0B6C-C05B3058B24A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2" name="pg1485">
                <a:extLst>
                  <a:ext uri="{FF2B5EF4-FFF2-40B4-BE49-F238E27FC236}">
                    <a16:creationId xmlns:a16="http://schemas.microsoft.com/office/drawing/2014/main" id="{DBA6A2B1-0242-52DD-3A95-4BA8B1B753F8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3" name="pg1486">
                <a:extLst>
                  <a:ext uri="{FF2B5EF4-FFF2-40B4-BE49-F238E27FC236}">
                    <a16:creationId xmlns:a16="http://schemas.microsoft.com/office/drawing/2014/main" id="{023798C4-DF07-119E-90B0-4E3CEDC0C930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4" name="pg1487">
                <a:extLst>
                  <a:ext uri="{FF2B5EF4-FFF2-40B4-BE49-F238E27FC236}">
                    <a16:creationId xmlns:a16="http://schemas.microsoft.com/office/drawing/2014/main" id="{37B09FD0-B9D1-985F-CB9B-A49566CBEAFD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5" name="pg1488">
                <a:extLst>
                  <a:ext uri="{FF2B5EF4-FFF2-40B4-BE49-F238E27FC236}">
                    <a16:creationId xmlns:a16="http://schemas.microsoft.com/office/drawing/2014/main" id="{C0716A78-A8ED-B668-89DC-3D487F2184E2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6" name="pg1489">
                <a:extLst>
                  <a:ext uri="{FF2B5EF4-FFF2-40B4-BE49-F238E27FC236}">
                    <a16:creationId xmlns:a16="http://schemas.microsoft.com/office/drawing/2014/main" id="{7AFA18A8-D21B-62C7-1E29-4A22ACB8A9B5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7" name="pg1490">
                <a:extLst>
                  <a:ext uri="{FF2B5EF4-FFF2-40B4-BE49-F238E27FC236}">
                    <a16:creationId xmlns:a16="http://schemas.microsoft.com/office/drawing/2014/main" id="{C8B3BCFB-C602-B0D5-1AE9-9F942941A1E8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8" name="pg1491">
                <a:extLst>
                  <a:ext uri="{FF2B5EF4-FFF2-40B4-BE49-F238E27FC236}">
                    <a16:creationId xmlns:a16="http://schemas.microsoft.com/office/drawing/2014/main" id="{E065ACD9-AB25-24A3-A3D5-29724D605A34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9" name="pg1492">
                <a:extLst>
                  <a:ext uri="{FF2B5EF4-FFF2-40B4-BE49-F238E27FC236}">
                    <a16:creationId xmlns:a16="http://schemas.microsoft.com/office/drawing/2014/main" id="{9A5EB72C-D054-7718-D303-9BC532757A29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0" name="pg1493">
                <a:extLst>
                  <a:ext uri="{FF2B5EF4-FFF2-40B4-BE49-F238E27FC236}">
                    <a16:creationId xmlns:a16="http://schemas.microsoft.com/office/drawing/2014/main" id="{A5222795-C9C2-B6E6-CFC2-31111A92BF13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1" name="pg1494">
                <a:extLst>
                  <a:ext uri="{FF2B5EF4-FFF2-40B4-BE49-F238E27FC236}">
                    <a16:creationId xmlns:a16="http://schemas.microsoft.com/office/drawing/2014/main" id="{DC2F4B2C-EE7E-6E2D-4578-C6665B65B228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2" name="pg1495">
                <a:extLst>
                  <a:ext uri="{FF2B5EF4-FFF2-40B4-BE49-F238E27FC236}">
                    <a16:creationId xmlns:a16="http://schemas.microsoft.com/office/drawing/2014/main" id="{73DEAC36-FDC8-4A52-2607-EBC73792D8C1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3" name="pg1496">
                <a:extLst>
                  <a:ext uri="{FF2B5EF4-FFF2-40B4-BE49-F238E27FC236}">
                    <a16:creationId xmlns:a16="http://schemas.microsoft.com/office/drawing/2014/main" id="{5262D79D-E7D4-2D61-E5EB-F25A68D0114B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4" name="pg1497">
                <a:extLst>
                  <a:ext uri="{FF2B5EF4-FFF2-40B4-BE49-F238E27FC236}">
                    <a16:creationId xmlns:a16="http://schemas.microsoft.com/office/drawing/2014/main" id="{4236F35F-F108-61BD-C4B0-D852315F4670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5" name="pg1498">
                <a:extLst>
                  <a:ext uri="{FF2B5EF4-FFF2-40B4-BE49-F238E27FC236}">
                    <a16:creationId xmlns:a16="http://schemas.microsoft.com/office/drawing/2014/main" id="{578B1690-74C6-14BA-AFA6-107A02D36C81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6" name="pg1499">
                <a:extLst>
                  <a:ext uri="{FF2B5EF4-FFF2-40B4-BE49-F238E27FC236}">
                    <a16:creationId xmlns:a16="http://schemas.microsoft.com/office/drawing/2014/main" id="{689F6BDA-502F-A6E9-C9B3-C99F16D737B5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7" name="pg1500">
                <a:extLst>
                  <a:ext uri="{FF2B5EF4-FFF2-40B4-BE49-F238E27FC236}">
                    <a16:creationId xmlns:a16="http://schemas.microsoft.com/office/drawing/2014/main" id="{85EA0769-154D-9683-2258-0E7D5694829C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8" name="pg1501">
                <a:extLst>
                  <a:ext uri="{FF2B5EF4-FFF2-40B4-BE49-F238E27FC236}">
                    <a16:creationId xmlns:a16="http://schemas.microsoft.com/office/drawing/2014/main" id="{263F367E-58AE-9D91-E99D-204BB04B4F2E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9" name="pg1502">
                <a:extLst>
                  <a:ext uri="{FF2B5EF4-FFF2-40B4-BE49-F238E27FC236}">
                    <a16:creationId xmlns:a16="http://schemas.microsoft.com/office/drawing/2014/main" id="{F310E784-07DC-5E57-1285-A175AC6646BD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0" name="pg1503">
                <a:extLst>
                  <a:ext uri="{FF2B5EF4-FFF2-40B4-BE49-F238E27FC236}">
                    <a16:creationId xmlns:a16="http://schemas.microsoft.com/office/drawing/2014/main" id="{34056E03-D786-2B61-FCD1-EAF02974A778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1" name="pg1504">
                <a:extLst>
                  <a:ext uri="{FF2B5EF4-FFF2-40B4-BE49-F238E27FC236}">
                    <a16:creationId xmlns:a16="http://schemas.microsoft.com/office/drawing/2014/main" id="{AE710F9E-F445-1B6D-982A-3A7CB3A78D7B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2" name="pg1505">
                <a:extLst>
                  <a:ext uri="{FF2B5EF4-FFF2-40B4-BE49-F238E27FC236}">
                    <a16:creationId xmlns:a16="http://schemas.microsoft.com/office/drawing/2014/main" id="{CD4647B8-F30A-F7B4-B555-ECDB43435CAB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3" name="pg1506">
                <a:extLst>
                  <a:ext uri="{FF2B5EF4-FFF2-40B4-BE49-F238E27FC236}">
                    <a16:creationId xmlns:a16="http://schemas.microsoft.com/office/drawing/2014/main" id="{A744C4B3-4FE1-3CAC-3C1B-204840B0EC2C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4" name="pg1507">
                <a:extLst>
                  <a:ext uri="{FF2B5EF4-FFF2-40B4-BE49-F238E27FC236}">
                    <a16:creationId xmlns:a16="http://schemas.microsoft.com/office/drawing/2014/main" id="{9ECE961B-D28B-9AC9-3B09-2DE742E13C3B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5" name="pg1508">
                <a:extLst>
                  <a:ext uri="{FF2B5EF4-FFF2-40B4-BE49-F238E27FC236}">
                    <a16:creationId xmlns:a16="http://schemas.microsoft.com/office/drawing/2014/main" id="{EB4686ED-DB30-360E-6F3D-E445AE2C07D8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6" name="pg1509">
                <a:extLst>
                  <a:ext uri="{FF2B5EF4-FFF2-40B4-BE49-F238E27FC236}">
                    <a16:creationId xmlns:a16="http://schemas.microsoft.com/office/drawing/2014/main" id="{A910BE6D-6398-A069-1933-4502EBC92BA3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7" name="pg1510">
                <a:extLst>
                  <a:ext uri="{FF2B5EF4-FFF2-40B4-BE49-F238E27FC236}">
                    <a16:creationId xmlns:a16="http://schemas.microsoft.com/office/drawing/2014/main" id="{23B827AA-82E2-3B1A-033C-BA157BE93768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8" name="pg1511">
                <a:extLst>
                  <a:ext uri="{FF2B5EF4-FFF2-40B4-BE49-F238E27FC236}">
                    <a16:creationId xmlns:a16="http://schemas.microsoft.com/office/drawing/2014/main" id="{9CBAFF59-E16F-189E-63E4-10CF37B52B8A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9" name="pg1512">
                <a:extLst>
                  <a:ext uri="{FF2B5EF4-FFF2-40B4-BE49-F238E27FC236}">
                    <a16:creationId xmlns:a16="http://schemas.microsoft.com/office/drawing/2014/main" id="{4492C1E5-C340-406B-FA44-31C4F1FC83C4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0" name="pg1513">
                <a:extLst>
                  <a:ext uri="{FF2B5EF4-FFF2-40B4-BE49-F238E27FC236}">
                    <a16:creationId xmlns:a16="http://schemas.microsoft.com/office/drawing/2014/main" id="{DF9DD6FB-96EB-AEE2-E07F-BAECE502BA3E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1" name="pg1514">
                <a:extLst>
                  <a:ext uri="{FF2B5EF4-FFF2-40B4-BE49-F238E27FC236}">
                    <a16:creationId xmlns:a16="http://schemas.microsoft.com/office/drawing/2014/main" id="{0412DAC4-4E56-CD95-029F-DB75D44C2335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2" name="pg1515">
                <a:extLst>
                  <a:ext uri="{FF2B5EF4-FFF2-40B4-BE49-F238E27FC236}">
                    <a16:creationId xmlns:a16="http://schemas.microsoft.com/office/drawing/2014/main" id="{F9BD03EA-E3D2-9B73-4C2D-7780BFDDB0E2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3" name="pg1516">
                <a:extLst>
                  <a:ext uri="{FF2B5EF4-FFF2-40B4-BE49-F238E27FC236}">
                    <a16:creationId xmlns:a16="http://schemas.microsoft.com/office/drawing/2014/main" id="{25A85FF5-BD22-CF3B-81F1-1B95936B66C4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4" name="pg1517">
                <a:extLst>
                  <a:ext uri="{FF2B5EF4-FFF2-40B4-BE49-F238E27FC236}">
                    <a16:creationId xmlns:a16="http://schemas.microsoft.com/office/drawing/2014/main" id="{A546115A-82BF-776E-E430-6A979FF6AE60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5" name="pg1518">
                <a:extLst>
                  <a:ext uri="{FF2B5EF4-FFF2-40B4-BE49-F238E27FC236}">
                    <a16:creationId xmlns:a16="http://schemas.microsoft.com/office/drawing/2014/main" id="{157338C8-930E-9E56-BC17-F8160F98EC44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6" name="pg1519">
                <a:extLst>
                  <a:ext uri="{FF2B5EF4-FFF2-40B4-BE49-F238E27FC236}">
                    <a16:creationId xmlns:a16="http://schemas.microsoft.com/office/drawing/2014/main" id="{162249FA-9237-E382-CD5B-43FC23136B90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7" name="pg1520">
                <a:extLst>
                  <a:ext uri="{FF2B5EF4-FFF2-40B4-BE49-F238E27FC236}">
                    <a16:creationId xmlns:a16="http://schemas.microsoft.com/office/drawing/2014/main" id="{F82BA7BA-7DE8-55B7-02D3-0CD69896C34C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8" name="pg1521">
                <a:extLst>
                  <a:ext uri="{FF2B5EF4-FFF2-40B4-BE49-F238E27FC236}">
                    <a16:creationId xmlns:a16="http://schemas.microsoft.com/office/drawing/2014/main" id="{A85BCF7F-0E0F-8D87-B50C-9917647587C3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9" name="pg1522">
                <a:extLst>
                  <a:ext uri="{FF2B5EF4-FFF2-40B4-BE49-F238E27FC236}">
                    <a16:creationId xmlns:a16="http://schemas.microsoft.com/office/drawing/2014/main" id="{1A11E83F-C6EA-B513-E5D9-6E3C15BD335A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0" name="pg1523">
                <a:extLst>
                  <a:ext uri="{FF2B5EF4-FFF2-40B4-BE49-F238E27FC236}">
                    <a16:creationId xmlns:a16="http://schemas.microsoft.com/office/drawing/2014/main" id="{7DA58367-3FB4-116B-58EA-A13CA2951DD7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1" name="pg1524">
                <a:extLst>
                  <a:ext uri="{FF2B5EF4-FFF2-40B4-BE49-F238E27FC236}">
                    <a16:creationId xmlns:a16="http://schemas.microsoft.com/office/drawing/2014/main" id="{3AFF97E8-20AF-48DF-C933-93FC63D28B3F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2" name="pg1525">
                <a:extLst>
                  <a:ext uri="{FF2B5EF4-FFF2-40B4-BE49-F238E27FC236}">
                    <a16:creationId xmlns:a16="http://schemas.microsoft.com/office/drawing/2014/main" id="{D436A568-CB7D-ED12-6F75-11B0E950E7EA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3" name="pg1526">
                <a:extLst>
                  <a:ext uri="{FF2B5EF4-FFF2-40B4-BE49-F238E27FC236}">
                    <a16:creationId xmlns:a16="http://schemas.microsoft.com/office/drawing/2014/main" id="{0DF07791-5D44-F82F-CB6C-37AC270F8B09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4" name="pg1527">
                <a:extLst>
                  <a:ext uri="{FF2B5EF4-FFF2-40B4-BE49-F238E27FC236}">
                    <a16:creationId xmlns:a16="http://schemas.microsoft.com/office/drawing/2014/main" id="{5853C418-1E41-777F-97B2-3A60B636BC4B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5" name="pg1528">
                <a:extLst>
                  <a:ext uri="{FF2B5EF4-FFF2-40B4-BE49-F238E27FC236}">
                    <a16:creationId xmlns:a16="http://schemas.microsoft.com/office/drawing/2014/main" id="{1D924E80-ADD6-0E78-54A4-5AA66437AA3D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6" name="pg1529">
                <a:extLst>
                  <a:ext uri="{FF2B5EF4-FFF2-40B4-BE49-F238E27FC236}">
                    <a16:creationId xmlns:a16="http://schemas.microsoft.com/office/drawing/2014/main" id="{CA046471-A84E-6715-4E3D-D51839CDB287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7" name="pg1530">
                <a:extLst>
                  <a:ext uri="{FF2B5EF4-FFF2-40B4-BE49-F238E27FC236}">
                    <a16:creationId xmlns:a16="http://schemas.microsoft.com/office/drawing/2014/main" id="{5B989D3D-6D03-AD07-B18F-C03EFEC878C0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8" name="pg1531">
                <a:extLst>
                  <a:ext uri="{FF2B5EF4-FFF2-40B4-BE49-F238E27FC236}">
                    <a16:creationId xmlns:a16="http://schemas.microsoft.com/office/drawing/2014/main" id="{8C833725-B085-4727-5AED-C118DAFDCB6C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9" name="pg1532">
                <a:extLst>
                  <a:ext uri="{FF2B5EF4-FFF2-40B4-BE49-F238E27FC236}">
                    <a16:creationId xmlns:a16="http://schemas.microsoft.com/office/drawing/2014/main" id="{06C561E5-B500-F5EA-7D17-9B82FCECA4F9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0" name="pg1533">
                <a:extLst>
                  <a:ext uri="{FF2B5EF4-FFF2-40B4-BE49-F238E27FC236}">
                    <a16:creationId xmlns:a16="http://schemas.microsoft.com/office/drawing/2014/main" id="{C3E26FCF-0386-586D-D52C-970CE2B1CC69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1" name="pg1534">
                <a:extLst>
                  <a:ext uri="{FF2B5EF4-FFF2-40B4-BE49-F238E27FC236}">
                    <a16:creationId xmlns:a16="http://schemas.microsoft.com/office/drawing/2014/main" id="{592F7649-AEB4-8A1C-19BC-DB848C35647C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2" name="pg1535">
                <a:extLst>
                  <a:ext uri="{FF2B5EF4-FFF2-40B4-BE49-F238E27FC236}">
                    <a16:creationId xmlns:a16="http://schemas.microsoft.com/office/drawing/2014/main" id="{EC3E8207-AF61-F6EF-FEC8-D41A50F49C83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3" name="pg1536">
                <a:extLst>
                  <a:ext uri="{FF2B5EF4-FFF2-40B4-BE49-F238E27FC236}">
                    <a16:creationId xmlns:a16="http://schemas.microsoft.com/office/drawing/2014/main" id="{C1E8420B-9D6E-1E01-A199-4684671F3828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4" name="pg1537">
                <a:extLst>
                  <a:ext uri="{FF2B5EF4-FFF2-40B4-BE49-F238E27FC236}">
                    <a16:creationId xmlns:a16="http://schemas.microsoft.com/office/drawing/2014/main" id="{5E6F8D86-0F1F-84F2-3EE9-EFD62DC2C0C5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5" name="pg1538">
                <a:extLst>
                  <a:ext uri="{FF2B5EF4-FFF2-40B4-BE49-F238E27FC236}">
                    <a16:creationId xmlns:a16="http://schemas.microsoft.com/office/drawing/2014/main" id="{2F12B737-B76E-B016-13CA-26289CF7B4BA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6" name="pg1539">
                <a:extLst>
                  <a:ext uri="{FF2B5EF4-FFF2-40B4-BE49-F238E27FC236}">
                    <a16:creationId xmlns:a16="http://schemas.microsoft.com/office/drawing/2014/main" id="{062B96A6-74B9-6F10-A61F-0937551A88EF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7" name="pg1540">
                <a:extLst>
                  <a:ext uri="{FF2B5EF4-FFF2-40B4-BE49-F238E27FC236}">
                    <a16:creationId xmlns:a16="http://schemas.microsoft.com/office/drawing/2014/main" id="{C3572921-916F-B82F-9C21-F5A600850F64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8" name="pg1541">
                <a:extLst>
                  <a:ext uri="{FF2B5EF4-FFF2-40B4-BE49-F238E27FC236}">
                    <a16:creationId xmlns:a16="http://schemas.microsoft.com/office/drawing/2014/main" id="{C616ACB9-BCE0-94F7-E910-7F85DC18C1A7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9" name="pg1542">
                <a:extLst>
                  <a:ext uri="{FF2B5EF4-FFF2-40B4-BE49-F238E27FC236}">
                    <a16:creationId xmlns:a16="http://schemas.microsoft.com/office/drawing/2014/main" id="{254AFFB5-A188-CE84-BE36-860C76738B97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0" name="pg1543">
                <a:extLst>
                  <a:ext uri="{FF2B5EF4-FFF2-40B4-BE49-F238E27FC236}">
                    <a16:creationId xmlns:a16="http://schemas.microsoft.com/office/drawing/2014/main" id="{B7A5165E-F04C-F897-C930-653E46C94ECA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1" name="pg1544">
                <a:extLst>
                  <a:ext uri="{FF2B5EF4-FFF2-40B4-BE49-F238E27FC236}">
                    <a16:creationId xmlns:a16="http://schemas.microsoft.com/office/drawing/2014/main" id="{7AEE377C-83F6-BEB0-9713-A0D20504D4ED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2" name="pg1545">
                <a:extLst>
                  <a:ext uri="{FF2B5EF4-FFF2-40B4-BE49-F238E27FC236}">
                    <a16:creationId xmlns:a16="http://schemas.microsoft.com/office/drawing/2014/main" id="{13922CD9-20DB-61D5-70D4-DEDB5F4B8DF0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3" name="pg1546">
                <a:extLst>
                  <a:ext uri="{FF2B5EF4-FFF2-40B4-BE49-F238E27FC236}">
                    <a16:creationId xmlns:a16="http://schemas.microsoft.com/office/drawing/2014/main" id="{9FFA75DA-5B7B-7D52-E837-F3A63B2E437C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4" name="pg1547">
                <a:extLst>
                  <a:ext uri="{FF2B5EF4-FFF2-40B4-BE49-F238E27FC236}">
                    <a16:creationId xmlns:a16="http://schemas.microsoft.com/office/drawing/2014/main" id="{2F47DFC6-BFDC-329D-E113-525ECD7A6B3F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5" name="pg1548">
                <a:extLst>
                  <a:ext uri="{FF2B5EF4-FFF2-40B4-BE49-F238E27FC236}">
                    <a16:creationId xmlns:a16="http://schemas.microsoft.com/office/drawing/2014/main" id="{ED68E12A-B0DD-CC17-677C-979216FDC550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6" name="pg1549">
                <a:extLst>
                  <a:ext uri="{FF2B5EF4-FFF2-40B4-BE49-F238E27FC236}">
                    <a16:creationId xmlns:a16="http://schemas.microsoft.com/office/drawing/2014/main" id="{2A2F99E3-0325-6661-CE50-03B10679EB52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7" name="pg1550">
                <a:extLst>
                  <a:ext uri="{FF2B5EF4-FFF2-40B4-BE49-F238E27FC236}">
                    <a16:creationId xmlns:a16="http://schemas.microsoft.com/office/drawing/2014/main" id="{0B66AED2-57C9-B7EA-C51E-77B2056CF2C7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8" name="pg1551">
                <a:extLst>
                  <a:ext uri="{FF2B5EF4-FFF2-40B4-BE49-F238E27FC236}">
                    <a16:creationId xmlns:a16="http://schemas.microsoft.com/office/drawing/2014/main" id="{2A0519BE-D82D-4C70-9022-C367C6E1D006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9" name="pg1552">
                <a:extLst>
                  <a:ext uri="{FF2B5EF4-FFF2-40B4-BE49-F238E27FC236}">
                    <a16:creationId xmlns:a16="http://schemas.microsoft.com/office/drawing/2014/main" id="{3D4E4E60-1830-B17A-C5D9-9D428F6A1DD8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0" name="pg1553">
                <a:extLst>
                  <a:ext uri="{FF2B5EF4-FFF2-40B4-BE49-F238E27FC236}">
                    <a16:creationId xmlns:a16="http://schemas.microsoft.com/office/drawing/2014/main" id="{9E0B4E36-4600-DCDC-AAF7-97AC55330EFA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1" name="pg1554">
                <a:extLst>
                  <a:ext uri="{FF2B5EF4-FFF2-40B4-BE49-F238E27FC236}">
                    <a16:creationId xmlns:a16="http://schemas.microsoft.com/office/drawing/2014/main" id="{3EBD0308-271B-D9AA-E319-348709E44DA2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2" name="pg1555">
                <a:extLst>
                  <a:ext uri="{FF2B5EF4-FFF2-40B4-BE49-F238E27FC236}">
                    <a16:creationId xmlns:a16="http://schemas.microsoft.com/office/drawing/2014/main" id="{465DBD21-1453-B701-BB8A-E2A9C76D45CF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3" name="pg1556">
                <a:extLst>
                  <a:ext uri="{FF2B5EF4-FFF2-40B4-BE49-F238E27FC236}">
                    <a16:creationId xmlns:a16="http://schemas.microsoft.com/office/drawing/2014/main" id="{3DD1DAC9-7287-0689-9381-2D78B2970A83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4" name="pg1557">
                <a:extLst>
                  <a:ext uri="{FF2B5EF4-FFF2-40B4-BE49-F238E27FC236}">
                    <a16:creationId xmlns:a16="http://schemas.microsoft.com/office/drawing/2014/main" id="{A5DE5EFE-D1EF-62A7-66BC-FCC00715D687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5" name="pg1558">
                <a:extLst>
                  <a:ext uri="{FF2B5EF4-FFF2-40B4-BE49-F238E27FC236}">
                    <a16:creationId xmlns:a16="http://schemas.microsoft.com/office/drawing/2014/main" id="{1C94734B-1790-7BBE-446C-7E5569D62609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6" name="pg1559">
                <a:extLst>
                  <a:ext uri="{FF2B5EF4-FFF2-40B4-BE49-F238E27FC236}">
                    <a16:creationId xmlns:a16="http://schemas.microsoft.com/office/drawing/2014/main" id="{F1905677-528F-2C13-6863-7F6A1732DDDD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7" name="pg1560">
                <a:extLst>
                  <a:ext uri="{FF2B5EF4-FFF2-40B4-BE49-F238E27FC236}">
                    <a16:creationId xmlns:a16="http://schemas.microsoft.com/office/drawing/2014/main" id="{4275D543-FC62-FF00-3587-FFF742F086F1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8" name="pg1561">
                <a:extLst>
                  <a:ext uri="{FF2B5EF4-FFF2-40B4-BE49-F238E27FC236}">
                    <a16:creationId xmlns:a16="http://schemas.microsoft.com/office/drawing/2014/main" id="{43C57711-5EB2-42D7-62F4-6ED7A9FD2168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9" name="pg1562">
                <a:extLst>
                  <a:ext uri="{FF2B5EF4-FFF2-40B4-BE49-F238E27FC236}">
                    <a16:creationId xmlns:a16="http://schemas.microsoft.com/office/drawing/2014/main" id="{303D052E-68E1-D60C-4740-C9E0C38DDBBA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0" name="pg1563">
                <a:extLst>
                  <a:ext uri="{FF2B5EF4-FFF2-40B4-BE49-F238E27FC236}">
                    <a16:creationId xmlns:a16="http://schemas.microsoft.com/office/drawing/2014/main" id="{F7DA7505-2EF9-B290-5118-FEC7E99D7B5A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1" name="pg1564">
                <a:extLst>
                  <a:ext uri="{FF2B5EF4-FFF2-40B4-BE49-F238E27FC236}">
                    <a16:creationId xmlns:a16="http://schemas.microsoft.com/office/drawing/2014/main" id="{095556AF-89A5-1497-9C69-A4A9E12F492F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2" name="pg1565">
                <a:extLst>
                  <a:ext uri="{FF2B5EF4-FFF2-40B4-BE49-F238E27FC236}">
                    <a16:creationId xmlns:a16="http://schemas.microsoft.com/office/drawing/2014/main" id="{BB4974A4-F819-9B35-F9A8-F704B188E890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3" name="pg1566">
                <a:extLst>
                  <a:ext uri="{FF2B5EF4-FFF2-40B4-BE49-F238E27FC236}">
                    <a16:creationId xmlns:a16="http://schemas.microsoft.com/office/drawing/2014/main" id="{D5F330FA-83C5-6AC0-60FB-8001B0BEAC59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4" name="pg1567">
                <a:extLst>
                  <a:ext uri="{FF2B5EF4-FFF2-40B4-BE49-F238E27FC236}">
                    <a16:creationId xmlns:a16="http://schemas.microsoft.com/office/drawing/2014/main" id="{30575EAB-D078-D756-887C-ABE0C90F250E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5" name="pg1568">
                <a:extLst>
                  <a:ext uri="{FF2B5EF4-FFF2-40B4-BE49-F238E27FC236}">
                    <a16:creationId xmlns:a16="http://schemas.microsoft.com/office/drawing/2014/main" id="{8FB3C878-D625-7042-528D-7F85E31338DF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6" name="pg1569">
                <a:extLst>
                  <a:ext uri="{FF2B5EF4-FFF2-40B4-BE49-F238E27FC236}">
                    <a16:creationId xmlns:a16="http://schemas.microsoft.com/office/drawing/2014/main" id="{FF025D82-D3FE-B687-0631-A3CCBB6754DE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7" name="pg1570">
                <a:extLst>
                  <a:ext uri="{FF2B5EF4-FFF2-40B4-BE49-F238E27FC236}">
                    <a16:creationId xmlns:a16="http://schemas.microsoft.com/office/drawing/2014/main" id="{878E6F3D-1D61-77D3-2EA4-3C015ABC6040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8" name="pg1571">
                <a:extLst>
                  <a:ext uri="{FF2B5EF4-FFF2-40B4-BE49-F238E27FC236}">
                    <a16:creationId xmlns:a16="http://schemas.microsoft.com/office/drawing/2014/main" id="{9087D999-0896-1733-BA05-0C36C286C0E7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9" name="pg1572">
                <a:extLst>
                  <a:ext uri="{FF2B5EF4-FFF2-40B4-BE49-F238E27FC236}">
                    <a16:creationId xmlns:a16="http://schemas.microsoft.com/office/drawing/2014/main" id="{BD050726-2F14-08B8-310F-882085552419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0" name="pg1573">
                <a:extLst>
                  <a:ext uri="{FF2B5EF4-FFF2-40B4-BE49-F238E27FC236}">
                    <a16:creationId xmlns:a16="http://schemas.microsoft.com/office/drawing/2014/main" id="{8DB045DC-A0D0-EA9E-E487-91DF7402C09F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1" name="pg1574">
                <a:extLst>
                  <a:ext uri="{FF2B5EF4-FFF2-40B4-BE49-F238E27FC236}">
                    <a16:creationId xmlns:a16="http://schemas.microsoft.com/office/drawing/2014/main" id="{413805F2-5494-0979-917A-09F1A8FCEB65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2" name="pg1575">
                <a:extLst>
                  <a:ext uri="{FF2B5EF4-FFF2-40B4-BE49-F238E27FC236}">
                    <a16:creationId xmlns:a16="http://schemas.microsoft.com/office/drawing/2014/main" id="{2169A5B4-A05E-06B1-E819-CFB3F57647DD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3" name="pg1576">
                <a:extLst>
                  <a:ext uri="{FF2B5EF4-FFF2-40B4-BE49-F238E27FC236}">
                    <a16:creationId xmlns:a16="http://schemas.microsoft.com/office/drawing/2014/main" id="{13AC8E60-C46F-6ADA-E765-99A15875A32B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4" name="pg1577">
                <a:extLst>
                  <a:ext uri="{FF2B5EF4-FFF2-40B4-BE49-F238E27FC236}">
                    <a16:creationId xmlns:a16="http://schemas.microsoft.com/office/drawing/2014/main" id="{1FBB157A-02B7-80A5-0390-66B2D493570A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5" name="pg1578">
                <a:extLst>
                  <a:ext uri="{FF2B5EF4-FFF2-40B4-BE49-F238E27FC236}">
                    <a16:creationId xmlns:a16="http://schemas.microsoft.com/office/drawing/2014/main" id="{222146AA-2445-5B23-380E-7F62473CD108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6" name="pg1579">
                <a:extLst>
                  <a:ext uri="{FF2B5EF4-FFF2-40B4-BE49-F238E27FC236}">
                    <a16:creationId xmlns:a16="http://schemas.microsoft.com/office/drawing/2014/main" id="{E51BAF13-4A19-4A08-F5DE-1D952594C96F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7" name="pg1580">
                <a:extLst>
                  <a:ext uri="{FF2B5EF4-FFF2-40B4-BE49-F238E27FC236}">
                    <a16:creationId xmlns:a16="http://schemas.microsoft.com/office/drawing/2014/main" id="{0D190F1E-AE42-07D7-82BD-FF9AE3BAADF4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8" name="pg1581">
                <a:extLst>
                  <a:ext uri="{FF2B5EF4-FFF2-40B4-BE49-F238E27FC236}">
                    <a16:creationId xmlns:a16="http://schemas.microsoft.com/office/drawing/2014/main" id="{626FB763-57D6-75EA-06EF-9BE70824AD85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9" name="pg1582">
                <a:extLst>
                  <a:ext uri="{FF2B5EF4-FFF2-40B4-BE49-F238E27FC236}">
                    <a16:creationId xmlns:a16="http://schemas.microsoft.com/office/drawing/2014/main" id="{86E0443B-B8B9-35C7-1551-9A4E2C07D7C3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0" name="pg1583">
                <a:extLst>
                  <a:ext uri="{FF2B5EF4-FFF2-40B4-BE49-F238E27FC236}">
                    <a16:creationId xmlns:a16="http://schemas.microsoft.com/office/drawing/2014/main" id="{F7A903FA-52EB-5C6B-DF06-EC0720B7E8CB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1" name="pg1584">
                <a:extLst>
                  <a:ext uri="{FF2B5EF4-FFF2-40B4-BE49-F238E27FC236}">
                    <a16:creationId xmlns:a16="http://schemas.microsoft.com/office/drawing/2014/main" id="{62FD40FF-B79D-994F-AE4D-3B0C7C0C0BDF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2" name="pg1585">
                <a:extLst>
                  <a:ext uri="{FF2B5EF4-FFF2-40B4-BE49-F238E27FC236}">
                    <a16:creationId xmlns:a16="http://schemas.microsoft.com/office/drawing/2014/main" id="{AF5EC68C-9C6D-4C00-50B2-BE53C1807237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3" name="pg1586">
                <a:extLst>
                  <a:ext uri="{FF2B5EF4-FFF2-40B4-BE49-F238E27FC236}">
                    <a16:creationId xmlns:a16="http://schemas.microsoft.com/office/drawing/2014/main" id="{9686BF55-1210-FECD-0424-5D9D57098D6C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4" name="pg1587">
                <a:extLst>
                  <a:ext uri="{FF2B5EF4-FFF2-40B4-BE49-F238E27FC236}">
                    <a16:creationId xmlns:a16="http://schemas.microsoft.com/office/drawing/2014/main" id="{62AE4D20-D1A9-6D12-F4AF-FEA502AFBF97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5" name="pg1588">
                <a:extLst>
                  <a:ext uri="{FF2B5EF4-FFF2-40B4-BE49-F238E27FC236}">
                    <a16:creationId xmlns:a16="http://schemas.microsoft.com/office/drawing/2014/main" id="{EFDE6045-9204-5C19-85BE-D073FCBEE819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6" name="pg1589">
                <a:extLst>
                  <a:ext uri="{FF2B5EF4-FFF2-40B4-BE49-F238E27FC236}">
                    <a16:creationId xmlns:a16="http://schemas.microsoft.com/office/drawing/2014/main" id="{F8E474D6-9B5B-3653-6030-BA19FC12288B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7" name="pg1590">
                <a:extLst>
                  <a:ext uri="{FF2B5EF4-FFF2-40B4-BE49-F238E27FC236}">
                    <a16:creationId xmlns:a16="http://schemas.microsoft.com/office/drawing/2014/main" id="{233DB76C-8398-9CBB-F48D-03AE784D10A3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8" name="pg1591">
                <a:extLst>
                  <a:ext uri="{FF2B5EF4-FFF2-40B4-BE49-F238E27FC236}">
                    <a16:creationId xmlns:a16="http://schemas.microsoft.com/office/drawing/2014/main" id="{2A7102B6-EE30-3FC3-C181-71D62AFFAD6B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9" name="pg1592">
                <a:extLst>
                  <a:ext uri="{FF2B5EF4-FFF2-40B4-BE49-F238E27FC236}">
                    <a16:creationId xmlns:a16="http://schemas.microsoft.com/office/drawing/2014/main" id="{1C076FCD-21F1-8178-ADFF-FCA7E6CBBE5C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0" name="pg1593">
                <a:extLst>
                  <a:ext uri="{FF2B5EF4-FFF2-40B4-BE49-F238E27FC236}">
                    <a16:creationId xmlns:a16="http://schemas.microsoft.com/office/drawing/2014/main" id="{79338B7C-4C2F-3935-D1A1-9AF4194C84C4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1" name="pg1594">
                <a:extLst>
                  <a:ext uri="{FF2B5EF4-FFF2-40B4-BE49-F238E27FC236}">
                    <a16:creationId xmlns:a16="http://schemas.microsoft.com/office/drawing/2014/main" id="{B47D62C1-30F3-C65D-D381-B1776AC70B01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2" name="pg1595">
                <a:extLst>
                  <a:ext uri="{FF2B5EF4-FFF2-40B4-BE49-F238E27FC236}">
                    <a16:creationId xmlns:a16="http://schemas.microsoft.com/office/drawing/2014/main" id="{D0966D60-2515-72AB-BA51-2D8ECB00B8BD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3" name="pg1596">
                <a:extLst>
                  <a:ext uri="{FF2B5EF4-FFF2-40B4-BE49-F238E27FC236}">
                    <a16:creationId xmlns:a16="http://schemas.microsoft.com/office/drawing/2014/main" id="{E3DAC9D7-CCED-013F-A1B4-9580389D6818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4" name="pg1597">
                <a:extLst>
                  <a:ext uri="{FF2B5EF4-FFF2-40B4-BE49-F238E27FC236}">
                    <a16:creationId xmlns:a16="http://schemas.microsoft.com/office/drawing/2014/main" id="{0D17F521-F053-5254-F5C5-176DA4DE4654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5" name="pg1598">
                <a:extLst>
                  <a:ext uri="{FF2B5EF4-FFF2-40B4-BE49-F238E27FC236}">
                    <a16:creationId xmlns:a16="http://schemas.microsoft.com/office/drawing/2014/main" id="{0000FA2A-7734-0250-354B-4BF305F74779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6" name="pg1599">
                <a:extLst>
                  <a:ext uri="{FF2B5EF4-FFF2-40B4-BE49-F238E27FC236}">
                    <a16:creationId xmlns:a16="http://schemas.microsoft.com/office/drawing/2014/main" id="{ABC58F6A-332D-430F-EAAE-F5D3A1FA92B0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7" name="pg1600">
                <a:extLst>
                  <a:ext uri="{FF2B5EF4-FFF2-40B4-BE49-F238E27FC236}">
                    <a16:creationId xmlns:a16="http://schemas.microsoft.com/office/drawing/2014/main" id="{A25E085D-E843-197B-E968-E7FC88BCAAC8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8" name="pg1601">
                <a:extLst>
                  <a:ext uri="{FF2B5EF4-FFF2-40B4-BE49-F238E27FC236}">
                    <a16:creationId xmlns:a16="http://schemas.microsoft.com/office/drawing/2014/main" id="{AFE552E5-4F9E-6B9E-7B81-065D8915F61F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9" name="pg1602">
                <a:extLst>
                  <a:ext uri="{FF2B5EF4-FFF2-40B4-BE49-F238E27FC236}">
                    <a16:creationId xmlns:a16="http://schemas.microsoft.com/office/drawing/2014/main" id="{3E5AC66F-B7C1-50F3-DE5E-CC703B05A8F4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0" name="pg1603">
                <a:extLst>
                  <a:ext uri="{FF2B5EF4-FFF2-40B4-BE49-F238E27FC236}">
                    <a16:creationId xmlns:a16="http://schemas.microsoft.com/office/drawing/2014/main" id="{82E5A8AF-53FC-AD07-A01E-A8D08EF4435B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1" name="pg1604">
                <a:extLst>
                  <a:ext uri="{FF2B5EF4-FFF2-40B4-BE49-F238E27FC236}">
                    <a16:creationId xmlns:a16="http://schemas.microsoft.com/office/drawing/2014/main" id="{2F4995BA-F12C-1E62-DD45-7F5156ECED84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2" name="pg1605">
                <a:extLst>
                  <a:ext uri="{FF2B5EF4-FFF2-40B4-BE49-F238E27FC236}">
                    <a16:creationId xmlns:a16="http://schemas.microsoft.com/office/drawing/2014/main" id="{71C16336-7A30-FEA4-866F-F4563E425393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3" name="pg1606">
                <a:extLst>
                  <a:ext uri="{FF2B5EF4-FFF2-40B4-BE49-F238E27FC236}">
                    <a16:creationId xmlns:a16="http://schemas.microsoft.com/office/drawing/2014/main" id="{CF8B9222-8513-E6CA-0813-0D82293B6206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4" name="pg1607">
                <a:extLst>
                  <a:ext uri="{FF2B5EF4-FFF2-40B4-BE49-F238E27FC236}">
                    <a16:creationId xmlns:a16="http://schemas.microsoft.com/office/drawing/2014/main" id="{361234D2-27F5-A127-EBD4-68005D88AC9F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5" name="pg1608">
                <a:extLst>
                  <a:ext uri="{FF2B5EF4-FFF2-40B4-BE49-F238E27FC236}">
                    <a16:creationId xmlns:a16="http://schemas.microsoft.com/office/drawing/2014/main" id="{52B8965F-79B9-BA85-D26C-03DAA369B42A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6" name="pg1609">
                <a:extLst>
                  <a:ext uri="{FF2B5EF4-FFF2-40B4-BE49-F238E27FC236}">
                    <a16:creationId xmlns:a16="http://schemas.microsoft.com/office/drawing/2014/main" id="{111A4739-3F18-80C0-ADF8-82326A5F3277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7" name="pg1610">
                <a:extLst>
                  <a:ext uri="{FF2B5EF4-FFF2-40B4-BE49-F238E27FC236}">
                    <a16:creationId xmlns:a16="http://schemas.microsoft.com/office/drawing/2014/main" id="{09BB43EA-6F33-7E6A-D626-5FC58C04E9B0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8" name="pg1611">
                <a:extLst>
                  <a:ext uri="{FF2B5EF4-FFF2-40B4-BE49-F238E27FC236}">
                    <a16:creationId xmlns:a16="http://schemas.microsoft.com/office/drawing/2014/main" id="{3F2AF9C4-5325-E69F-6514-4F5D7E5EB0C1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9" name="pg1612">
                <a:extLst>
                  <a:ext uri="{FF2B5EF4-FFF2-40B4-BE49-F238E27FC236}">
                    <a16:creationId xmlns:a16="http://schemas.microsoft.com/office/drawing/2014/main" id="{8BB6EB71-1BD9-4FFB-5AEF-C7166F2B4EAF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0" name="pg1613">
                <a:extLst>
                  <a:ext uri="{FF2B5EF4-FFF2-40B4-BE49-F238E27FC236}">
                    <a16:creationId xmlns:a16="http://schemas.microsoft.com/office/drawing/2014/main" id="{92A0E32C-8375-17C5-3B61-99D32908BBED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1" name="pg1614">
                <a:extLst>
                  <a:ext uri="{FF2B5EF4-FFF2-40B4-BE49-F238E27FC236}">
                    <a16:creationId xmlns:a16="http://schemas.microsoft.com/office/drawing/2014/main" id="{A9749723-980B-29C4-E6B2-E550C64843D8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C1EC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2" name="pg1615">
                <a:extLst>
                  <a:ext uri="{FF2B5EF4-FFF2-40B4-BE49-F238E27FC236}">
                    <a16:creationId xmlns:a16="http://schemas.microsoft.com/office/drawing/2014/main" id="{6BE599C6-E631-95C4-70FB-51486BEEE0C6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3" name="pg1616">
                <a:extLst>
                  <a:ext uri="{FF2B5EF4-FFF2-40B4-BE49-F238E27FC236}">
                    <a16:creationId xmlns:a16="http://schemas.microsoft.com/office/drawing/2014/main" id="{ADD521EE-2F2A-4A15-8926-157A2F3E654E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4" name="pg1617">
                <a:extLst>
                  <a:ext uri="{FF2B5EF4-FFF2-40B4-BE49-F238E27FC236}">
                    <a16:creationId xmlns:a16="http://schemas.microsoft.com/office/drawing/2014/main" id="{C1799988-4531-64F7-6C7A-E61CBAB7EFA2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5" name="pg1618">
                <a:extLst>
                  <a:ext uri="{FF2B5EF4-FFF2-40B4-BE49-F238E27FC236}">
                    <a16:creationId xmlns:a16="http://schemas.microsoft.com/office/drawing/2014/main" id="{FC924934-AC7D-2674-41FC-F2F040A25D50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6" name="pg1619">
                <a:extLst>
                  <a:ext uri="{FF2B5EF4-FFF2-40B4-BE49-F238E27FC236}">
                    <a16:creationId xmlns:a16="http://schemas.microsoft.com/office/drawing/2014/main" id="{225FD32B-1ED9-1DA6-5CD0-B4533EDDBDAA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7" name="pg1620">
                <a:extLst>
                  <a:ext uri="{FF2B5EF4-FFF2-40B4-BE49-F238E27FC236}">
                    <a16:creationId xmlns:a16="http://schemas.microsoft.com/office/drawing/2014/main" id="{41EE9B2F-7AD5-B522-BDFA-89DF070BF7E6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8" name="pg1621">
                <a:extLst>
                  <a:ext uri="{FF2B5EF4-FFF2-40B4-BE49-F238E27FC236}">
                    <a16:creationId xmlns:a16="http://schemas.microsoft.com/office/drawing/2014/main" id="{53FEE639-E506-F358-3E12-93972D06EA3C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9" name="pg1622">
                <a:extLst>
                  <a:ext uri="{FF2B5EF4-FFF2-40B4-BE49-F238E27FC236}">
                    <a16:creationId xmlns:a16="http://schemas.microsoft.com/office/drawing/2014/main" id="{A1F416C2-729B-1862-531F-F4FD78FBFEBA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0" name="pg1623">
                <a:extLst>
                  <a:ext uri="{FF2B5EF4-FFF2-40B4-BE49-F238E27FC236}">
                    <a16:creationId xmlns:a16="http://schemas.microsoft.com/office/drawing/2014/main" id="{A932EB8A-94F1-05D2-B1C6-D35C8A459DD6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1" name="pg1624">
                <a:extLst>
                  <a:ext uri="{FF2B5EF4-FFF2-40B4-BE49-F238E27FC236}">
                    <a16:creationId xmlns:a16="http://schemas.microsoft.com/office/drawing/2014/main" id="{6971995D-74CA-7DDE-E4F8-9CE769BA71C1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2" name="pg1625">
                <a:extLst>
                  <a:ext uri="{FF2B5EF4-FFF2-40B4-BE49-F238E27FC236}">
                    <a16:creationId xmlns:a16="http://schemas.microsoft.com/office/drawing/2014/main" id="{3DC67F8E-F1AA-088D-7739-EFE27070A730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B">
                  <a:alpha val="100000"/>
                </a:srgbClr>
              </a:solidFill>
              <a:ln w="5420" cap="flat">
                <a:solidFill>
                  <a:srgbClr val="AB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3" name="pg1626">
                <a:extLst>
                  <a:ext uri="{FF2B5EF4-FFF2-40B4-BE49-F238E27FC236}">
                    <a16:creationId xmlns:a16="http://schemas.microsoft.com/office/drawing/2014/main" id="{2CB0307C-280D-764C-C271-83453B23121D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4" name="pg1627">
                <a:extLst>
                  <a:ext uri="{FF2B5EF4-FFF2-40B4-BE49-F238E27FC236}">
                    <a16:creationId xmlns:a16="http://schemas.microsoft.com/office/drawing/2014/main" id="{3FC7BC99-3A39-D507-3D12-158C71EEE17E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5" name="pg1628">
                <a:extLst>
                  <a:ext uri="{FF2B5EF4-FFF2-40B4-BE49-F238E27FC236}">
                    <a16:creationId xmlns:a16="http://schemas.microsoft.com/office/drawing/2014/main" id="{47EB588A-1476-E09D-E017-EED0D99096EA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6" name="pg1629">
                <a:extLst>
                  <a:ext uri="{FF2B5EF4-FFF2-40B4-BE49-F238E27FC236}">
                    <a16:creationId xmlns:a16="http://schemas.microsoft.com/office/drawing/2014/main" id="{F4946780-7AF8-4DD5-66FB-58FA4099731E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7" name="pg1630">
                <a:extLst>
                  <a:ext uri="{FF2B5EF4-FFF2-40B4-BE49-F238E27FC236}">
                    <a16:creationId xmlns:a16="http://schemas.microsoft.com/office/drawing/2014/main" id="{3D61DFAD-2745-E2D6-828C-589984DDE71F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8" name="pg1631">
                <a:extLst>
                  <a:ext uri="{FF2B5EF4-FFF2-40B4-BE49-F238E27FC236}">
                    <a16:creationId xmlns:a16="http://schemas.microsoft.com/office/drawing/2014/main" id="{8A64A0AC-5A8F-8D19-F5A7-B13B080DD198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9" name="pg1632">
                <a:extLst>
                  <a:ext uri="{FF2B5EF4-FFF2-40B4-BE49-F238E27FC236}">
                    <a16:creationId xmlns:a16="http://schemas.microsoft.com/office/drawing/2014/main" id="{4EB4A241-0201-6EC5-92E0-9B7A35F74AC1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0" name="pg1633">
                <a:extLst>
                  <a:ext uri="{FF2B5EF4-FFF2-40B4-BE49-F238E27FC236}">
                    <a16:creationId xmlns:a16="http://schemas.microsoft.com/office/drawing/2014/main" id="{9F7973CA-0228-ACD5-1438-D88A55CB1822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7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1" name="pg1634">
                <a:extLst>
                  <a:ext uri="{FF2B5EF4-FFF2-40B4-BE49-F238E27FC236}">
                    <a16:creationId xmlns:a16="http://schemas.microsoft.com/office/drawing/2014/main" id="{34FF20D0-ACAF-778C-B4A3-9D58329F5A26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2" name="pg1635">
                <a:extLst>
                  <a:ext uri="{FF2B5EF4-FFF2-40B4-BE49-F238E27FC236}">
                    <a16:creationId xmlns:a16="http://schemas.microsoft.com/office/drawing/2014/main" id="{E50954CA-DED8-100E-559B-C3DCC1F0A70F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3" name="pg1636">
                <a:extLst>
                  <a:ext uri="{FF2B5EF4-FFF2-40B4-BE49-F238E27FC236}">
                    <a16:creationId xmlns:a16="http://schemas.microsoft.com/office/drawing/2014/main" id="{014CC08A-2B7D-87AE-A8F0-ED91314C53CC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FF0DE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4" name="pg1637">
                <a:extLst>
                  <a:ext uri="{FF2B5EF4-FFF2-40B4-BE49-F238E27FC236}">
                    <a16:creationId xmlns:a16="http://schemas.microsoft.com/office/drawing/2014/main" id="{E694FDDA-B8D2-7458-2546-4F179535D48C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5" name="pg1638">
                <a:extLst>
                  <a:ext uri="{FF2B5EF4-FFF2-40B4-BE49-F238E27FC236}">
                    <a16:creationId xmlns:a16="http://schemas.microsoft.com/office/drawing/2014/main" id="{46BF9791-ECF7-D32B-39C2-F576C7784B57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6" name="pg1639">
                <a:extLst>
                  <a:ext uri="{FF2B5EF4-FFF2-40B4-BE49-F238E27FC236}">
                    <a16:creationId xmlns:a16="http://schemas.microsoft.com/office/drawing/2014/main" id="{9B47EC3E-03B4-D39D-3757-52E3FBE7F024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7" name="pg1640">
                <a:extLst>
                  <a:ext uri="{FF2B5EF4-FFF2-40B4-BE49-F238E27FC236}">
                    <a16:creationId xmlns:a16="http://schemas.microsoft.com/office/drawing/2014/main" id="{9FD27B40-4F00-2F71-7427-50673E753ACD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8" name="pg1641">
                <a:extLst>
                  <a:ext uri="{FF2B5EF4-FFF2-40B4-BE49-F238E27FC236}">
                    <a16:creationId xmlns:a16="http://schemas.microsoft.com/office/drawing/2014/main" id="{FF1BCD31-03A6-57C0-BF49-311E20D7BCBA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9" name="pg1642">
                <a:extLst>
                  <a:ext uri="{FF2B5EF4-FFF2-40B4-BE49-F238E27FC236}">
                    <a16:creationId xmlns:a16="http://schemas.microsoft.com/office/drawing/2014/main" id="{9C3805EF-2C56-9311-EB3A-CF491BDEFAF1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0" name="pg1643">
                <a:extLst>
                  <a:ext uri="{FF2B5EF4-FFF2-40B4-BE49-F238E27FC236}">
                    <a16:creationId xmlns:a16="http://schemas.microsoft.com/office/drawing/2014/main" id="{CB1E1426-B98C-C322-0E17-B8CCEB22307B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1" name="pg1644">
                <a:extLst>
                  <a:ext uri="{FF2B5EF4-FFF2-40B4-BE49-F238E27FC236}">
                    <a16:creationId xmlns:a16="http://schemas.microsoft.com/office/drawing/2014/main" id="{C997BA0C-1BA9-7BF8-DF49-10653D89BA34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2" name="pg1645">
                <a:extLst>
                  <a:ext uri="{FF2B5EF4-FFF2-40B4-BE49-F238E27FC236}">
                    <a16:creationId xmlns:a16="http://schemas.microsoft.com/office/drawing/2014/main" id="{0F8E6C61-313E-0642-5E51-C631237BBA44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3" name="pg1646">
                <a:extLst>
                  <a:ext uri="{FF2B5EF4-FFF2-40B4-BE49-F238E27FC236}">
                    <a16:creationId xmlns:a16="http://schemas.microsoft.com/office/drawing/2014/main" id="{6E3CACCC-CF85-B761-A97B-884F4D2C20E6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4" name="pg1647">
                <a:extLst>
                  <a:ext uri="{FF2B5EF4-FFF2-40B4-BE49-F238E27FC236}">
                    <a16:creationId xmlns:a16="http://schemas.microsoft.com/office/drawing/2014/main" id="{3D30CDA0-C6D3-14D3-BE57-4F85FCCB76B6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5" name="pg1648">
                <a:extLst>
                  <a:ext uri="{FF2B5EF4-FFF2-40B4-BE49-F238E27FC236}">
                    <a16:creationId xmlns:a16="http://schemas.microsoft.com/office/drawing/2014/main" id="{9AF9DD83-345A-E776-2CA1-9FEBF8821028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6" name="pg1649">
                <a:extLst>
                  <a:ext uri="{FF2B5EF4-FFF2-40B4-BE49-F238E27FC236}">
                    <a16:creationId xmlns:a16="http://schemas.microsoft.com/office/drawing/2014/main" id="{EAD4231C-5119-56C6-1C0F-F51D35482168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7" name="pg1650">
                <a:extLst>
                  <a:ext uri="{FF2B5EF4-FFF2-40B4-BE49-F238E27FC236}">
                    <a16:creationId xmlns:a16="http://schemas.microsoft.com/office/drawing/2014/main" id="{1A4D21CE-2C03-A4FC-BB42-0336219F7A96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BEFDC">
                  <a:alpha val="100000"/>
                </a:srgbClr>
              </a:solidFill>
              <a:ln w="5420" cap="flat">
                <a:solidFill>
                  <a:srgbClr val="CB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8" name="pg1651">
                <a:extLst>
                  <a:ext uri="{FF2B5EF4-FFF2-40B4-BE49-F238E27FC236}">
                    <a16:creationId xmlns:a16="http://schemas.microsoft.com/office/drawing/2014/main" id="{F5628F60-9735-BDD9-5815-3F7620D834FB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9" name="pg1652">
                <a:extLst>
                  <a:ext uri="{FF2B5EF4-FFF2-40B4-BE49-F238E27FC236}">
                    <a16:creationId xmlns:a16="http://schemas.microsoft.com/office/drawing/2014/main" id="{AD7BD602-09CD-ED43-10C4-C05DDA23B850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FF0DE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0" name="pg1653">
                <a:extLst>
                  <a:ext uri="{FF2B5EF4-FFF2-40B4-BE49-F238E27FC236}">
                    <a16:creationId xmlns:a16="http://schemas.microsoft.com/office/drawing/2014/main" id="{E4B8EF90-E791-31C7-D66C-600F1D768387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1" name="pg1654">
                <a:extLst>
                  <a:ext uri="{FF2B5EF4-FFF2-40B4-BE49-F238E27FC236}">
                    <a16:creationId xmlns:a16="http://schemas.microsoft.com/office/drawing/2014/main" id="{59E2AE3E-4A1C-CE11-6C62-AC0F6E3474D3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2" name="pg1655">
                <a:extLst>
                  <a:ext uri="{FF2B5EF4-FFF2-40B4-BE49-F238E27FC236}">
                    <a16:creationId xmlns:a16="http://schemas.microsoft.com/office/drawing/2014/main" id="{B7FC42D7-CCCB-779D-D2A7-D6706F2E8CF3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3" name="pg1656">
                <a:extLst>
                  <a:ext uri="{FF2B5EF4-FFF2-40B4-BE49-F238E27FC236}">
                    <a16:creationId xmlns:a16="http://schemas.microsoft.com/office/drawing/2014/main" id="{251D72D0-DE09-2840-9499-F31E6330C58F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4" name="pg1657">
                <a:extLst>
                  <a:ext uri="{FF2B5EF4-FFF2-40B4-BE49-F238E27FC236}">
                    <a16:creationId xmlns:a16="http://schemas.microsoft.com/office/drawing/2014/main" id="{5B6A1AB2-2672-8B4C-585F-0559070EA890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5" name="pg1658">
                <a:extLst>
                  <a:ext uri="{FF2B5EF4-FFF2-40B4-BE49-F238E27FC236}">
                    <a16:creationId xmlns:a16="http://schemas.microsoft.com/office/drawing/2014/main" id="{69F7ED71-1328-A118-83F3-8E2A150A0AED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6" name="pg1659">
                <a:extLst>
                  <a:ext uri="{FF2B5EF4-FFF2-40B4-BE49-F238E27FC236}">
                    <a16:creationId xmlns:a16="http://schemas.microsoft.com/office/drawing/2014/main" id="{DA7CF17F-5641-B090-7C8F-70CB8C051CBA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7" name="pg1660">
                <a:extLst>
                  <a:ext uri="{FF2B5EF4-FFF2-40B4-BE49-F238E27FC236}">
                    <a16:creationId xmlns:a16="http://schemas.microsoft.com/office/drawing/2014/main" id="{40CA590C-24C7-373C-041A-C6FBDC9325A1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8" name="pg1661">
                <a:extLst>
                  <a:ext uri="{FF2B5EF4-FFF2-40B4-BE49-F238E27FC236}">
                    <a16:creationId xmlns:a16="http://schemas.microsoft.com/office/drawing/2014/main" id="{1D5A25B6-16EA-D96E-CBE4-3948636D4ABC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C7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9" name="pg1662">
                <a:extLst>
                  <a:ext uri="{FF2B5EF4-FFF2-40B4-BE49-F238E27FC236}">
                    <a16:creationId xmlns:a16="http://schemas.microsoft.com/office/drawing/2014/main" id="{1172E526-CA9F-8478-73A8-66078CB28653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AEE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0" name="pg1663">
                <a:extLst>
                  <a:ext uri="{FF2B5EF4-FFF2-40B4-BE49-F238E27FC236}">
                    <a16:creationId xmlns:a16="http://schemas.microsoft.com/office/drawing/2014/main" id="{5B309ECA-7122-4662-94DF-D5036D705DA4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1" name="pg1664">
                <a:extLst>
                  <a:ext uri="{FF2B5EF4-FFF2-40B4-BE49-F238E27FC236}">
                    <a16:creationId xmlns:a16="http://schemas.microsoft.com/office/drawing/2014/main" id="{779AF2C4-0484-44E4-DBBC-97D25B77E89F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2" name="pg1665">
                <a:extLst>
                  <a:ext uri="{FF2B5EF4-FFF2-40B4-BE49-F238E27FC236}">
                    <a16:creationId xmlns:a16="http://schemas.microsoft.com/office/drawing/2014/main" id="{CFE876CF-359B-4AD5-55AD-F8542378729C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3" name="pg1666">
                <a:extLst>
                  <a:ext uri="{FF2B5EF4-FFF2-40B4-BE49-F238E27FC236}">
                    <a16:creationId xmlns:a16="http://schemas.microsoft.com/office/drawing/2014/main" id="{349945EA-B62C-7B50-60A6-634AFD21171D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C7EE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4" name="pg1667">
                <a:extLst>
                  <a:ext uri="{FF2B5EF4-FFF2-40B4-BE49-F238E27FC236}">
                    <a16:creationId xmlns:a16="http://schemas.microsoft.com/office/drawing/2014/main" id="{BE64847C-10E7-4CAF-A6AB-1E439ADB7F84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5" name="pg1668">
                <a:extLst>
                  <a:ext uri="{FF2B5EF4-FFF2-40B4-BE49-F238E27FC236}">
                    <a16:creationId xmlns:a16="http://schemas.microsoft.com/office/drawing/2014/main" id="{88194F6F-4A38-4BCC-B507-777839BC741F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6" name="pg1669">
                <a:extLst>
                  <a:ext uri="{FF2B5EF4-FFF2-40B4-BE49-F238E27FC236}">
                    <a16:creationId xmlns:a16="http://schemas.microsoft.com/office/drawing/2014/main" id="{8D8B7CE6-E443-04CA-404B-FA3336CE64C9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7" name="pg1670">
                <a:extLst>
                  <a:ext uri="{FF2B5EF4-FFF2-40B4-BE49-F238E27FC236}">
                    <a16:creationId xmlns:a16="http://schemas.microsoft.com/office/drawing/2014/main" id="{0D328F67-5608-6216-BA89-003C730AEABA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8" name="pg1671">
                <a:extLst>
                  <a:ext uri="{FF2B5EF4-FFF2-40B4-BE49-F238E27FC236}">
                    <a16:creationId xmlns:a16="http://schemas.microsoft.com/office/drawing/2014/main" id="{A3663CC2-1908-9562-CA09-C85B443DBAF1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9" name="pg1672">
                <a:extLst>
                  <a:ext uri="{FF2B5EF4-FFF2-40B4-BE49-F238E27FC236}">
                    <a16:creationId xmlns:a16="http://schemas.microsoft.com/office/drawing/2014/main" id="{6A8C893A-0A51-999B-6A43-CEF5F8F9EEAC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0" name="pg1673">
                <a:extLst>
                  <a:ext uri="{FF2B5EF4-FFF2-40B4-BE49-F238E27FC236}">
                    <a16:creationId xmlns:a16="http://schemas.microsoft.com/office/drawing/2014/main" id="{F6D19C15-78FB-A225-058C-3D3BFC119670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1" name="pg1674">
                <a:extLst>
                  <a:ext uri="{FF2B5EF4-FFF2-40B4-BE49-F238E27FC236}">
                    <a16:creationId xmlns:a16="http://schemas.microsoft.com/office/drawing/2014/main" id="{0AD22538-1A77-6261-ABDA-AA977659F8E7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2" name="pg1675">
                <a:extLst>
                  <a:ext uri="{FF2B5EF4-FFF2-40B4-BE49-F238E27FC236}">
                    <a16:creationId xmlns:a16="http://schemas.microsoft.com/office/drawing/2014/main" id="{9F924C18-3874-B53F-0E54-4F75F52F9CBC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3" name="pg1676">
                <a:extLst>
                  <a:ext uri="{FF2B5EF4-FFF2-40B4-BE49-F238E27FC236}">
                    <a16:creationId xmlns:a16="http://schemas.microsoft.com/office/drawing/2014/main" id="{3F4FFF3E-CA54-E397-C705-A62FD2C21134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4" name="pg1677">
                <a:extLst>
                  <a:ext uri="{FF2B5EF4-FFF2-40B4-BE49-F238E27FC236}">
                    <a16:creationId xmlns:a16="http://schemas.microsoft.com/office/drawing/2014/main" id="{36295280-10F2-8D92-6E43-551EE83EB2B3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5" name="pg1678">
                <a:extLst>
                  <a:ext uri="{FF2B5EF4-FFF2-40B4-BE49-F238E27FC236}">
                    <a16:creationId xmlns:a16="http://schemas.microsoft.com/office/drawing/2014/main" id="{30163F49-B23F-E1B0-E0AB-D0B01FFF40F4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6" name="pg1679">
                <a:extLst>
                  <a:ext uri="{FF2B5EF4-FFF2-40B4-BE49-F238E27FC236}">
                    <a16:creationId xmlns:a16="http://schemas.microsoft.com/office/drawing/2014/main" id="{52015182-4A20-08FD-BBF2-AD7E18130695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7" name="pg1680">
                <a:extLst>
                  <a:ext uri="{FF2B5EF4-FFF2-40B4-BE49-F238E27FC236}">
                    <a16:creationId xmlns:a16="http://schemas.microsoft.com/office/drawing/2014/main" id="{2CCA1336-FD8C-CB6A-7EE8-0CD6A32793E7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8" name="pg1681">
                <a:extLst>
                  <a:ext uri="{FF2B5EF4-FFF2-40B4-BE49-F238E27FC236}">
                    <a16:creationId xmlns:a16="http://schemas.microsoft.com/office/drawing/2014/main" id="{360F5675-AEED-492B-2D18-F56B9C384512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9" name="pg1682">
                <a:extLst>
                  <a:ext uri="{FF2B5EF4-FFF2-40B4-BE49-F238E27FC236}">
                    <a16:creationId xmlns:a16="http://schemas.microsoft.com/office/drawing/2014/main" id="{4E76556E-DF8E-0ED1-FFAF-6BCB93B74273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0" name="pg1683">
                <a:extLst>
                  <a:ext uri="{FF2B5EF4-FFF2-40B4-BE49-F238E27FC236}">
                    <a16:creationId xmlns:a16="http://schemas.microsoft.com/office/drawing/2014/main" id="{EFC487CC-6F2D-672D-47A5-223775E80D82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1" name="pg1684">
                <a:extLst>
                  <a:ext uri="{FF2B5EF4-FFF2-40B4-BE49-F238E27FC236}">
                    <a16:creationId xmlns:a16="http://schemas.microsoft.com/office/drawing/2014/main" id="{4B3F84B7-07E6-DB8D-CA7C-3A70F8CDEB90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2" name="pg1685">
                <a:extLst>
                  <a:ext uri="{FF2B5EF4-FFF2-40B4-BE49-F238E27FC236}">
                    <a16:creationId xmlns:a16="http://schemas.microsoft.com/office/drawing/2014/main" id="{74F81D2A-00A4-A076-40BE-3C7EA3F94C63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3" name="pg1686">
                <a:extLst>
                  <a:ext uri="{FF2B5EF4-FFF2-40B4-BE49-F238E27FC236}">
                    <a16:creationId xmlns:a16="http://schemas.microsoft.com/office/drawing/2014/main" id="{24CEDC08-BC17-CE82-68CD-01DF279914EC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4" name="pg1687">
                <a:extLst>
                  <a:ext uri="{FF2B5EF4-FFF2-40B4-BE49-F238E27FC236}">
                    <a16:creationId xmlns:a16="http://schemas.microsoft.com/office/drawing/2014/main" id="{392FF759-3080-04C6-AA21-F43F3F190096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5" name="pg1688">
                <a:extLst>
                  <a:ext uri="{FF2B5EF4-FFF2-40B4-BE49-F238E27FC236}">
                    <a16:creationId xmlns:a16="http://schemas.microsoft.com/office/drawing/2014/main" id="{6EC12FF4-6E85-0B8A-9259-D1E805B8ACCC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6" name="pg1689">
                <a:extLst>
                  <a:ext uri="{FF2B5EF4-FFF2-40B4-BE49-F238E27FC236}">
                    <a16:creationId xmlns:a16="http://schemas.microsoft.com/office/drawing/2014/main" id="{72CA94E0-6082-E96C-F0C9-B4A54F9DE28D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7" name="pg1690">
                <a:extLst>
                  <a:ext uri="{FF2B5EF4-FFF2-40B4-BE49-F238E27FC236}">
                    <a16:creationId xmlns:a16="http://schemas.microsoft.com/office/drawing/2014/main" id="{B0E0B25C-639F-AFEA-1175-AC3E0D8A13BB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8" name="pg1691">
                <a:extLst>
                  <a:ext uri="{FF2B5EF4-FFF2-40B4-BE49-F238E27FC236}">
                    <a16:creationId xmlns:a16="http://schemas.microsoft.com/office/drawing/2014/main" id="{452CA8DA-70FF-EFC0-188E-243F8BE1F2E1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9" name="pg1692">
                <a:extLst>
                  <a:ext uri="{FF2B5EF4-FFF2-40B4-BE49-F238E27FC236}">
                    <a16:creationId xmlns:a16="http://schemas.microsoft.com/office/drawing/2014/main" id="{B78B7122-0658-92BC-561B-BF526EE8A779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0" name="pg1693">
                <a:extLst>
                  <a:ext uri="{FF2B5EF4-FFF2-40B4-BE49-F238E27FC236}">
                    <a16:creationId xmlns:a16="http://schemas.microsoft.com/office/drawing/2014/main" id="{34045B13-2C80-5FE5-901A-A901253B3BB4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1" name="pg1694">
                <a:extLst>
                  <a:ext uri="{FF2B5EF4-FFF2-40B4-BE49-F238E27FC236}">
                    <a16:creationId xmlns:a16="http://schemas.microsoft.com/office/drawing/2014/main" id="{D954F0D9-602E-DA50-8ADC-2955359222F2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2" name="pg1695">
                <a:extLst>
                  <a:ext uri="{FF2B5EF4-FFF2-40B4-BE49-F238E27FC236}">
                    <a16:creationId xmlns:a16="http://schemas.microsoft.com/office/drawing/2014/main" id="{A989F9C6-5949-F9D2-FC44-2880C4A31B16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3" name="pg1696">
                <a:extLst>
                  <a:ext uri="{FF2B5EF4-FFF2-40B4-BE49-F238E27FC236}">
                    <a16:creationId xmlns:a16="http://schemas.microsoft.com/office/drawing/2014/main" id="{4321E92D-E973-6CCB-E144-AC048C7BB9E1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4" name="pg1697">
                <a:extLst>
                  <a:ext uri="{FF2B5EF4-FFF2-40B4-BE49-F238E27FC236}">
                    <a16:creationId xmlns:a16="http://schemas.microsoft.com/office/drawing/2014/main" id="{A916906B-F0C4-93D9-6DF4-42E4B3E5D8BA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5" name="pg1698">
                <a:extLst>
                  <a:ext uri="{FF2B5EF4-FFF2-40B4-BE49-F238E27FC236}">
                    <a16:creationId xmlns:a16="http://schemas.microsoft.com/office/drawing/2014/main" id="{C038DC17-C95A-EAC3-C10A-AB6036870D5E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6" name="pg1699">
                <a:extLst>
                  <a:ext uri="{FF2B5EF4-FFF2-40B4-BE49-F238E27FC236}">
                    <a16:creationId xmlns:a16="http://schemas.microsoft.com/office/drawing/2014/main" id="{580818D7-8426-3C5B-77A5-C22B25804032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7" name="pg1700">
                <a:extLst>
                  <a:ext uri="{FF2B5EF4-FFF2-40B4-BE49-F238E27FC236}">
                    <a16:creationId xmlns:a16="http://schemas.microsoft.com/office/drawing/2014/main" id="{966EF637-F547-57D8-C103-184D24FEA0C9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8" name="pg1701">
                <a:extLst>
                  <a:ext uri="{FF2B5EF4-FFF2-40B4-BE49-F238E27FC236}">
                    <a16:creationId xmlns:a16="http://schemas.microsoft.com/office/drawing/2014/main" id="{2929CB56-96B8-8087-E0C8-377383FED037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9" name="pg1702">
                <a:extLst>
                  <a:ext uri="{FF2B5EF4-FFF2-40B4-BE49-F238E27FC236}">
                    <a16:creationId xmlns:a16="http://schemas.microsoft.com/office/drawing/2014/main" id="{7A325BFA-E697-0880-BAA4-FFCF8C15E5BD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0" name="pg1703">
                <a:extLst>
                  <a:ext uri="{FF2B5EF4-FFF2-40B4-BE49-F238E27FC236}">
                    <a16:creationId xmlns:a16="http://schemas.microsoft.com/office/drawing/2014/main" id="{63E6C566-6378-AF26-03EB-BC9458C8477E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1" name="pg1704">
                <a:extLst>
                  <a:ext uri="{FF2B5EF4-FFF2-40B4-BE49-F238E27FC236}">
                    <a16:creationId xmlns:a16="http://schemas.microsoft.com/office/drawing/2014/main" id="{1C021855-BA4A-6BC7-6803-EB1944EAE37F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2" name="pg1705">
                <a:extLst>
                  <a:ext uri="{FF2B5EF4-FFF2-40B4-BE49-F238E27FC236}">
                    <a16:creationId xmlns:a16="http://schemas.microsoft.com/office/drawing/2014/main" id="{5FE18AF7-45D9-6453-23AD-51A245A2244D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3" name="pg1706">
                <a:extLst>
                  <a:ext uri="{FF2B5EF4-FFF2-40B4-BE49-F238E27FC236}">
                    <a16:creationId xmlns:a16="http://schemas.microsoft.com/office/drawing/2014/main" id="{81EF31C4-947A-774C-66AA-8EE93BCCDEB7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4" name="pg1707">
                <a:extLst>
                  <a:ext uri="{FF2B5EF4-FFF2-40B4-BE49-F238E27FC236}">
                    <a16:creationId xmlns:a16="http://schemas.microsoft.com/office/drawing/2014/main" id="{6CF4B4CC-9F3F-DA48-D2F6-CBC3D844FA48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5" name="pg1708">
                <a:extLst>
                  <a:ext uri="{FF2B5EF4-FFF2-40B4-BE49-F238E27FC236}">
                    <a16:creationId xmlns:a16="http://schemas.microsoft.com/office/drawing/2014/main" id="{305C88E9-A996-A80F-716D-C33A87382B03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6" name="pg1709">
                <a:extLst>
                  <a:ext uri="{FF2B5EF4-FFF2-40B4-BE49-F238E27FC236}">
                    <a16:creationId xmlns:a16="http://schemas.microsoft.com/office/drawing/2014/main" id="{AE7937F9-DCC2-49C8-8DAC-7185D18A2284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7" name="pg1710">
                <a:extLst>
                  <a:ext uri="{FF2B5EF4-FFF2-40B4-BE49-F238E27FC236}">
                    <a16:creationId xmlns:a16="http://schemas.microsoft.com/office/drawing/2014/main" id="{019126F1-0E33-14FD-EDD4-C23291F11007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8" name="pg1711">
                <a:extLst>
                  <a:ext uri="{FF2B5EF4-FFF2-40B4-BE49-F238E27FC236}">
                    <a16:creationId xmlns:a16="http://schemas.microsoft.com/office/drawing/2014/main" id="{507FF061-8966-AB61-7EED-3A09E3DD52BE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9" name="pg1712">
                <a:extLst>
                  <a:ext uri="{FF2B5EF4-FFF2-40B4-BE49-F238E27FC236}">
                    <a16:creationId xmlns:a16="http://schemas.microsoft.com/office/drawing/2014/main" id="{0A8A418C-172C-DA02-9729-F1171E6C98CE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0" name="pg1713">
                <a:extLst>
                  <a:ext uri="{FF2B5EF4-FFF2-40B4-BE49-F238E27FC236}">
                    <a16:creationId xmlns:a16="http://schemas.microsoft.com/office/drawing/2014/main" id="{525D66A7-7F7D-7286-93C6-161F54373C25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1" name="pg1714">
                <a:extLst>
                  <a:ext uri="{FF2B5EF4-FFF2-40B4-BE49-F238E27FC236}">
                    <a16:creationId xmlns:a16="http://schemas.microsoft.com/office/drawing/2014/main" id="{27FD2FD4-6C26-AA7A-8071-F877A67C5028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2" name="pg1715">
                <a:extLst>
                  <a:ext uri="{FF2B5EF4-FFF2-40B4-BE49-F238E27FC236}">
                    <a16:creationId xmlns:a16="http://schemas.microsoft.com/office/drawing/2014/main" id="{8E8BCCB9-BC0D-35EC-8029-0A7C5C61AA8F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3" name="pg1716">
                <a:extLst>
                  <a:ext uri="{FF2B5EF4-FFF2-40B4-BE49-F238E27FC236}">
                    <a16:creationId xmlns:a16="http://schemas.microsoft.com/office/drawing/2014/main" id="{88DFA719-B309-4DC8-DCC1-57A95518FA49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4" name="pg1717">
                <a:extLst>
                  <a:ext uri="{FF2B5EF4-FFF2-40B4-BE49-F238E27FC236}">
                    <a16:creationId xmlns:a16="http://schemas.microsoft.com/office/drawing/2014/main" id="{32AC9C1E-B175-E7EB-5F35-E6B22E669D90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5" name="pg1718">
                <a:extLst>
                  <a:ext uri="{FF2B5EF4-FFF2-40B4-BE49-F238E27FC236}">
                    <a16:creationId xmlns:a16="http://schemas.microsoft.com/office/drawing/2014/main" id="{16B2A696-0928-062D-C046-A67A4D7BFBA7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6" name="pg1719">
                <a:extLst>
                  <a:ext uri="{FF2B5EF4-FFF2-40B4-BE49-F238E27FC236}">
                    <a16:creationId xmlns:a16="http://schemas.microsoft.com/office/drawing/2014/main" id="{1EF38369-53C4-D9E4-8110-604294272E01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7" name="pg1720">
                <a:extLst>
                  <a:ext uri="{FF2B5EF4-FFF2-40B4-BE49-F238E27FC236}">
                    <a16:creationId xmlns:a16="http://schemas.microsoft.com/office/drawing/2014/main" id="{801D9EAD-C0D8-F0D0-04E6-859E308E725D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8" name="pg1721">
                <a:extLst>
                  <a:ext uri="{FF2B5EF4-FFF2-40B4-BE49-F238E27FC236}">
                    <a16:creationId xmlns:a16="http://schemas.microsoft.com/office/drawing/2014/main" id="{7F07FE0A-4039-13B5-6252-CAD7E823E771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9" name="pg1722">
                <a:extLst>
                  <a:ext uri="{FF2B5EF4-FFF2-40B4-BE49-F238E27FC236}">
                    <a16:creationId xmlns:a16="http://schemas.microsoft.com/office/drawing/2014/main" id="{EEA7278C-E975-A51F-5B7F-A799A566F5B7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0" name="pg1723">
                <a:extLst>
                  <a:ext uri="{FF2B5EF4-FFF2-40B4-BE49-F238E27FC236}">
                    <a16:creationId xmlns:a16="http://schemas.microsoft.com/office/drawing/2014/main" id="{9EF40067-647E-4C50-50A9-3FCB936D86D6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1" name="pg1724">
                <a:extLst>
                  <a:ext uri="{FF2B5EF4-FFF2-40B4-BE49-F238E27FC236}">
                    <a16:creationId xmlns:a16="http://schemas.microsoft.com/office/drawing/2014/main" id="{CCDB66DA-5E95-7415-B709-2A7338747A6C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2" name="pg1725">
                <a:extLst>
                  <a:ext uri="{FF2B5EF4-FFF2-40B4-BE49-F238E27FC236}">
                    <a16:creationId xmlns:a16="http://schemas.microsoft.com/office/drawing/2014/main" id="{F4E5A7F7-AE5A-A1D0-C0EF-3A1259696BE7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3" name="pg1726">
                <a:extLst>
                  <a:ext uri="{FF2B5EF4-FFF2-40B4-BE49-F238E27FC236}">
                    <a16:creationId xmlns:a16="http://schemas.microsoft.com/office/drawing/2014/main" id="{7A814624-9BF1-6CF6-1077-932B614949B2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4" name="pg1727">
                <a:extLst>
                  <a:ext uri="{FF2B5EF4-FFF2-40B4-BE49-F238E27FC236}">
                    <a16:creationId xmlns:a16="http://schemas.microsoft.com/office/drawing/2014/main" id="{5A0D3D6B-72FE-EE67-47EE-A6F51E536364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5" name="pg1728">
                <a:extLst>
                  <a:ext uri="{FF2B5EF4-FFF2-40B4-BE49-F238E27FC236}">
                    <a16:creationId xmlns:a16="http://schemas.microsoft.com/office/drawing/2014/main" id="{79BAB0B6-E0CD-41E1-9848-C461C5E51DCD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6" name="pg1729">
                <a:extLst>
                  <a:ext uri="{FF2B5EF4-FFF2-40B4-BE49-F238E27FC236}">
                    <a16:creationId xmlns:a16="http://schemas.microsoft.com/office/drawing/2014/main" id="{F8153EEF-A0B8-2DD0-E146-139F84F1A72F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7" name="pg1730">
                <a:extLst>
                  <a:ext uri="{FF2B5EF4-FFF2-40B4-BE49-F238E27FC236}">
                    <a16:creationId xmlns:a16="http://schemas.microsoft.com/office/drawing/2014/main" id="{896536BA-81B3-6357-426B-F2DBA7CD05A1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8" name="pg1731">
                <a:extLst>
                  <a:ext uri="{FF2B5EF4-FFF2-40B4-BE49-F238E27FC236}">
                    <a16:creationId xmlns:a16="http://schemas.microsoft.com/office/drawing/2014/main" id="{E1A47204-ABA8-D2E5-DC24-7FA21F233AB2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9" name="pg1732">
                <a:extLst>
                  <a:ext uri="{FF2B5EF4-FFF2-40B4-BE49-F238E27FC236}">
                    <a16:creationId xmlns:a16="http://schemas.microsoft.com/office/drawing/2014/main" id="{667A0806-CDB0-8EA2-EAEB-9D0C1C288AB9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0" name="pg1733">
                <a:extLst>
                  <a:ext uri="{FF2B5EF4-FFF2-40B4-BE49-F238E27FC236}">
                    <a16:creationId xmlns:a16="http://schemas.microsoft.com/office/drawing/2014/main" id="{4A20B4A9-3891-E4E3-AD1E-826FE92861EE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1" name="pg1734">
                <a:extLst>
                  <a:ext uri="{FF2B5EF4-FFF2-40B4-BE49-F238E27FC236}">
                    <a16:creationId xmlns:a16="http://schemas.microsoft.com/office/drawing/2014/main" id="{0DBA7ABB-A85E-5D21-FD9D-8B6DFC877883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2" name="pg1735">
                <a:extLst>
                  <a:ext uri="{FF2B5EF4-FFF2-40B4-BE49-F238E27FC236}">
                    <a16:creationId xmlns:a16="http://schemas.microsoft.com/office/drawing/2014/main" id="{301DA9EE-BAF5-4B76-9599-A9C3482C7554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3" name="pg1736">
                <a:extLst>
                  <a:ext uri="{FF2B5EF4-FFF2-40B4-BE49-F238E27FC236}">
                    <a16:creationId xmlns:a16="http://schemas.microsoft.com/office/drawing/2014/main" id="{911538CA-A41B-AED3-632F-A5FAEBF9DE1A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4" name="pg1737">
                <a:extLst>
                  <a:ext uri="{FF2B5EF4-FFF2-40B4-BE49-F238E27FC236}">
                    <a16:creationId xmlns:a16="http://schemas.microsoft.com/office/drawing/2014/main" id="{0FA13552-4691-FA90-B3FE-4335CD33A308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5" name="pg1738">
                <a:extLst>
                  <a:ext uri="{FF2B5EF4-FFF2-40B4-BE49-F238E27FC236}">
                    <a16:creationId xmlns:a16="http://schemas.microsoft.com/office/drawing/2014/main" id="{338F9D8B-22DC-2FB5-2863-4E09999DDAE1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6" name="pg1739">
                <a:extLst>
                  <a:ext uri="{FF2B5EF4-FFF2-40B4-BE49-F238E27FC236}">
                    <a16:creationId xmlns:a16="http://schemas.microsoft.com/office/drawing/2014/main" id="{03458631-2A0B-72F0-7801-F8685BDB0DE7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7" name="pg1740">
                <a:extLst>
                  <a:ext uri="{FF2B5EF4-FFF2-40B4-BE49-F238E27FC236}">
                    <a16:creationId xmlns:a16="http://schemas.microsoft.com/office/drawing/2014/main" id="{3AF497B0-7E85-D8DF-3CB1-645CED12F779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8" name="pg1741">
                <a:extLst>
                  <a:ext uri="{FF2B5EF4-FFF2-40B4-BE49-F238E27FC236}">
                    <a16:creationId xmlns:a16="http://schemas.microsoft.com/office/drawing/2014/main" id="{B4D5B41A-0CB8-E591-2C16-A868F5E37667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9" name="pg1742">
                <a:extLst>
                  <a:ext uri="{FF2B5EF4-FFF2-40B4-BE49-F238E27FC236}">
                    <a16:creationId xmlns:a16="http://schemas.microsoft.com/office/drawing/2014/main" id="{1E2380C0-34BA-2F7A-3C20-B29679F3E28E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0" name="pg1743">
                <a:extLst>
                  <a:ext uri="{FF2B5EF4-FFF2-40B4-BE49-F238E27FC236}">
                    <a16:creationId xmlns:a16="http://schemas.microsoft.com/office/drawing/2014/main" id="{E9BF94AB-A864-F128-6BF1-A2C20C07E688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1" name="pg1744">
                <a:extLst>
                  <a:ext uri="{FF2B5EF4-FFF2-40B4-BE49-F238E27FC236}">
                    <a16:creationId xmlns:a16="http://schemas.microsoft.com/office/drawing/2014/main" id="{594E4234-913F-03A0-F6F5-724F8FED6803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2" name="pg1745">
                <a:extLst>
                  <a:ext uri="{FF2B5EF4-FFF2-40B4-BE49-F238E27FC236}">
                    <a16:creationId xmlns:a16="http://schemas.microsoft.com/office/drawing/2014/main" id="{DB0EED56-E4D5-5707-E5BE-82F7730F8804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3" name="pg1746">
                <a:extLst>
                  <a:ext uri="{FF2B5EF4-FFF2-40B4-BE49-F238E27FC236}">
                    <a16:creationId xmlns:a16="http://schemas.microsoft.com/office/drawing/2014/main" id="{48860FC6-044F-A1F7-3181-EE46BDE3B6B1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4" name="pg1747">
                <a:extLst>
                  <a:ext uri="{FF2B5EF4-FFF2-40B4-BE49-F238E27FC236}">
                    <a16:creationId xmlns:a16="http://schemas.microsoft.com/office/drawing/2014/main" id="{8D70E44E-659A-CAE9-F19A-3058B850EB12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5" name="pg1748">
                <a:extLst>
                  <a:ext uri="{FF2B5EF4-FFF2-40B4-BE49-F238E27FC236}">
                    <a16:creationId xmlns:a16="http://schemas.microsoft.com/office/drawing/2014/main" id="{78B87F4A-2BFC-7AA4-D2D0-F29215C4FC8C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6" name="pg1749">
                <a:extLst>
                  <a:ext uri="{FF2B5EF4-FFF2-40B4-BE49-F238E27FC236}">
                    <a16:creationId xmlns:a16="http://schemas.microsoft.com/office/drawing/2014/main" id="{7CA3AE65-E3BC-EC6E-BBFF-CD927D7F62FB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7" name="pg1750">
                <a:extLst>
                  <a:ext uri="{FF2B5EF4-FFF2-40B4-BE49-F238E27FC236}">
                    <a16:creationId xmlns:a16="http://schemas.microsoft.com/office/drawing/2014/main" id="{51CBAA8F-A685-A7A2-CBA1-F3929244B8DD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8" name="pg1751">
                <a:extLst>
                  <a:ext uri="{FF2B5EF4-FFF2-40B4-BE49-F238E27FC236}">
                    <a16:creationId xmlns:a16="http://schemas.microsoft.com/office/drawing/2014/main" id="{1FF4E613-D07D-C8B5-880C-B1BB96F2D6AC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9" name="pg1752">
                <a:extLst>
                  <a:ext uri="{FF2B5EF4-FFF2-40B4-BE49-F238E27FC236}">
                    <a16:creationId xmlns:a16="http://schemas.microsoft.com/office/drawing/2014/main" id="{332E13E3-BA89-C8D9-09E2-9AF3502EA0DF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0" name="pg1753">
                <a:extLst>
                  <a:ext uri="{FF2B5EF4-FFF2-40B4-BE49-F238E27FC236}">
                    <a16:creationId xmlns:a16="http://schemas.microsoft.com/office/drawing/2014/main" id="{C0436D70-6046-55FC-3A61-DF9637A1C2E0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1" name="pg1754">
                <a:extLst>
                  <a:ext uri="{FF2B5EF4-FFF2-40B4-BE49-F238E27FC236}">
                    <a16:creationId xmlns:a16="http://schemas.microsoft.com/office/drawing/2014/main" id="{9C357404-8808-6601-612F-22C5750065A8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2" name="pg1755">
                <a:extLst>
                  <a:ext uri="{FF2B5EF4-FFF2-40B4-BE49-F238E27FC236}">
                    <a16:creationId xmlns:a16="http://schemas.microsoft.com/office/drawing/2014/main" id="{9ABFEE0D-AF6D-6C6B-C4FF-3BDD4576A209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3" name="pg1756">
                <a:extLst>
                  <a:ext uri="{FF2B5EF4-FFF2-40B4-BE49-F238E27FC236}">
                    <a16:creationId xmlns:a16="http://schemas.microsoft.com/office/drawing/2014/main" id="{2F90E4FD-2849-E475-2F8B-925C235D1B79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4" name="pg1757">
                <a:extLst>
                  <a:ext uri="{FF2B5EF4-FFF2-40B4-BE49-F238E27FC236}">
                    <a16:creationId xmlns:a16="http://schemas.microsoft.com/office/drawing/2014/main" id="{A8997F9E-7183-1A85-9B83-A84281972E43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5" name="pg1758">
                <a:extLst>
                  <a:ext uri="{FF2B5EF4-FFF2-40B4-BE49-F238E27FC236}">
                    <a16:creationId xmlns:a16="http://schemas.microsoft.com/office/drawing/2014/main" id="{D3C00813-7562-A921-1A29-FD8342C7DE10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6" name="pg1759">
                <a:extLst>
                  <a:ext uri="{FF2B5EF4-FFF2-40B4-BE49-F238E27FC236}">
                    <a16:creationId xmlns:a16="http://schemas.microsoft.com/office/drawing/2014/main" id="{639E7B9B-AB46-F1F7-AD53-24C73303CAAC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7" name="pg1760">
                <a:extLst>
                  <a:ext uri="{FF2B5EF4-FFF2-40B4-BE49-F238E27FC236}">
                    <a16:creationId xmlns:a16="http://schemas.microsoft.com/office/drawing/2014/main" id="{E6DE5054-42C8-25EA-E363-3D0AE39EEF3E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8" name="pg1761">
                <a:extLst>
                  <a:ext uri="{FF2B5EF4-FFF2-40B4-BE49-F238E27FC236}">
                    <a16:creationId xmlns:a16="http://schemas.microsoft.com/office/drawing/2014/main" id="{EB5E4C8E-1470-F516-EB4C-385DB391CC03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9" name="pg1762">
                <a:extLst>
                  <a:ext uri="{FF2B5EF4-FFF2-40B4-BE49-F238E27FC236}">
                    <a16:creationId xmlns:a16="http://schemas.microsoft.com/office/drawing/2014/main" id="{135489C0-EC9D-7841-4009-D16D8DDF2411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0" name="pg1763">
                <a:extLst>
                  <a:ext uri="{FF2B5EF4-FFF2-40B4-BE49-F238E27FC236}">
                    <a16:creationId xmlns:a16="http://schemas.microsoft.com/office/drawing/2014/main" id="{F4AFAE13-0126-0ACB-4D42-39BBAC530899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1" name="pg1764">
                <a:extLst>
                  <a:ext uri="{FF2B5EF4-FFF2-40B4-BE49-F238E27FC236}">
                    <a16:creationId xmlns:a16="http://schemas.microsoft.com/office/drawing/2014/main" id="{21960746-6DFB-C597-6F55-41E5F5ECF053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2" name="pg1765">
                <a:extLst>
                  <a:ext uri="{FF2B5EF4-FFF2-40B4-BE49-F238E27FC236}">
                    <a16:creationId xmlns:a16="http://schemas.microsoft.com/office/drawing/2014/main" id="{45A8C22D-759B-A7FE-2554-50C59B8CC156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3" name="pg1766">
                <a:extLst>
                  <a:ext uri="{FF2B5EF4-FFF2-40B4-BE49-F238E27FC236}">
                    <a16:creationId xmlns:a16="http://schemas.microsoft.com/office/drawing/2014/main" id="{2528CE0E-F656-74C3-86E4-3965ECF42A91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4" name="pg1767">
                <a:extLst>
                  <a:ext uri="{FF2B5EF4-FFF2-40B4-BE49-F238E27FC236}">
                    <a16:creationId xmlns:a16="http://schemas.microsoft.com/office/drawing/2014/main" id="{7FDE04FB-54FA-F568-000B-B6BE4D7B8701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5" name="pg1768">
                <a:extLst>
                  <a:ext uri="{FF2B5EF4-FFF2-40B4-BE49-F238E27FC236}">
                    <a16:creationId xmlns:a16="http://schemas.microsoft.com/office/drawing/2014/main" id="{8CA29381-557B-948B-B91D-72D71B3097BB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6" name="pg1769">
                <a:extLst>
                  <a:ext uri="{FF2B5EF4-FFF2-40B4-BE49-F238E27FC236}">
                    <a16:creationId xmlns:a16="http://schemas.microsoft.com/office/drawing/2014/main" id="{6D76CD42-3B7D-E210-6AEC-97A523E1DFDC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7" name="pg1770">
                <a:extLst>
                  <a:ext uri="{FF2B5EF4-FFF2-40B4-BE49-F238E27FC236}">
                    <a16:creationId xmlns:a16="http://schemas.microsoft.com/office/drawing/2014/main" id="{4E15E73A-8772-70B0-A403-49502240DF60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8" name="pg1771">
                <a:extLst>
                  <a:ext uri="{FF2B5EF4-FFF2-40B4-BE49-F238E27FC236}">
                    <a16:creationId xmlns:a16="http://schemas.microsoft.com/office/drawing/2014/main" id="{B42074F6-924E-0C96-4098-AB16D997DD17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9" name="pg1772">
                <a:extLst>
                  <a:ext uri="{FF2B5EF4-FFF2-40B4-BE49-F238E27FC236}">
                    <a16:creationId xmlns:a16="http://schemas.microsoft.com/office/drawing/2014/main" id="{B15E3855-8306-8B1D-A623-B2E3DE606209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0" name="pg1773">
                <a:extLst>
                  <a:ext uri="{FF2B5EF4-FFF2-40B4-BE49-F238E27FC236}">
                    <a16:creationId xmlns:a16="http://schemas.microsoft.com/office/drawing/2014/main" id="{94880082-1D10-3090-A6AF-D94EACE04084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1" name="pg1774">
                <a:extLst>
                  <a:ext uri="{FF2B5EF4-FFF2-40B4-BE49-F238E27FC236}">
                    <a16:creationId xmlns:a16="http://schemas.microsoft.com/office/drawing/2014/main" id="{FDA54D5A-618C-591B-1220-1ED9DE7CA01F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2" name="pg1775">
                <a:extLst>
                  <a:ext uri="{FF2B5EF4-FFF2-40B4-BE49-F238E27FC236}">
                    <a16:creationId xmlns:a16="http://schemas.microsoft.com/office/drawing/2014/main" id="{7A5E3607-AAB0-BB39-2EBC-687C74CC86F8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3" name="pg1776">
                <a:extLst>
                  <a:ext uri="{FF2B5EF4-FFF2-40B4-BE49-F238E27FC236}">
                    <a16:creationId xmlns:a16="http://schemas.microsoft.com/office/drawing/2014/main" id="{273063CE-C328-022B-7127-81C34E9E1A2A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4" name="pg1777">
                <a:extLst>
                  <a:ext uri="{FF2B5EF4-FFF2-40B4-BE49-F238E27FC236}">
                    <a16:creationId xmlns:a16="http://schemas.microsoft.com/office/drawing/2014/main" id="{07EDBC16-774A-8A7D-4125-A660AC234425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5" name="pg1778">
                <a:extLst>
                  <a:ext uri="{FF2B5EF4-FFF2-40B4-BE49-F238E27FC236}">
                    <a16:creationId xmlns:a16="http://schemas.microsoft.com/office/drawing/2014/main" id="{3331309D-02F3-611C-8BA2-EAE8764879CF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6" name="pg1779">
                <a:extLst>
                  <a:ext uri="{FF2B5EF4-FFF2-40B4-BE49-F238E27FC236}">
                    <a16:creationId xmlns:a16="http://schemas.microsoft.com/office/drawing/2014/main" id="{BB8F2720-6090-4E26-E20F-275B5575DD2D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7" name="pg1780">
                <a:extLst>
                  <a:ext uri="{FF2B5EF4-FFF2-40B4-BE49-F238E27FC236}">
                    <a16:creationId xmlns:a16="http://schemas.microsoft.com/office/drawing/2014/main" id="{7DC08096-9670-501A-CAD9-66A1C0C5641C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8" name="pg1781">
                <a:extLst>
                  <a:ext uri="{FF2B5EF4-FFF2-40B4-BE49-F238E27FC236}">
                    <a16:creationId xmlns:a16="http://schemas.microsoft.com/office/drawing/2014/main" id="{46A55F4F-DA52-D753-4AA3-54FD8541F377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9" name="pg1782">
                <a:extLst>
                  <a:ext uri="{FF2B5EF4-FFF2-40B4-BE49-F238E27FC236}">
                    <a16:creationId xmlns:a16="http://schemas.microsoft.com/office/drawing/2014/main" id="{68B9BA1C-1C76-5CAE-C36A-FA8CF94348E6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0" name="pg1783">
                <a:extLst>
                  <a:ext uri="{FF2B5EF4-FFF2-40B4-BE49-F238E27FC236}">
                    <a16:creationId xmlns:a16="http://schemas.microsoft.com/office/drawing/2014/main" id="{3F3612CE-6F3A-4415-9649-025A8822CD27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1" name="pg1784">
                <a:extLst>
                  <a:ext uri="{FF2B5EF4-FFF2-40B4-BE49-F238E27FC236}">
                    <a16:creationId xmlns:a16="http://schemas.microsoft.com/office/drawing/2014/main" id="{98297C4B-6F4B-03AB-28E8-C28A1F1519AE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2" name="pg1785">
                <a:extLst>
                  <a:ext uri="{FF2B5EF4-FFF2-40B4-BE49-F238E27FC236}">
                    <a16:creationId xmlns:a16="http://schemas.microsoft.com/office/drawing/2014/main" id="{BFBF9F21-FC99-1545-6732-26046F029CDE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3" name="pg1786">
                <a:extLst>
                  <a:ext uri="{FF2B5EF4-FFF2-40B4-BE49-F238E27FC236}">
                    <a16:creationId xmlns:a16="http://schemas.microsoft.com/office/drawing/2014/main" id="{1A3F1248-B244-F62D-30FF-280234DCC022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4" name="pg1787">
                <a:extLst>
                  <a:ext uri="{FF2B5EF4-FFF2-40B4-BE49-F238E27FC236}">
                    <a16:creationId xmlns:a16="http://schemas.microsoft.com/office/drawing/2014/main" id="{B8F38564-5FFC-23BD-4526-5F508B42CDC1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5" name="pg1788">
                <a:extLst>
                  <a:ext uri="{FF2B5EF4-FFF2-40B4-BE49-F238E27FC236}">
                    <a16:creationId xmlns:a16="http://schemas.microsoft.com/office/drawing/2014/main" id="{6CF2E512-5697-3C5D-CB14-5F16F0B08076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6" name="pg1789">
                <a:extLst>
                  <a:ext uri="{FF2B5EF4-FFF2-40B4-BE49-F238E27FC236}">
                    <a16:creationId xmlns:a16="http://schemas.microsoft.com/office/drawing/2014/main" id="{53DA524C-993E-E4DB-001C-DA5469EE59B9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7" name="pg1790">
                <a:extLst>
                  <a:ext uri="{FF2B5EF4-FFF2-40B4-BE49-F238E27FC236}">
                    <a16:creationId xmlns:a16="http://schemas.microsoft.com/office/drawing/2014/main" id="{E1F9A4C6-012C-4A25-7A94-A150B02E3A31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8" name="pg1791">
                <a:extLst>
                  <a:ext uri="{FF2B5EF4-FFF2-40B4-BE49-F238E27FC236}">
                    <a16:creationId xmlns:a16="http://schemas.microsoft.com/office/drawing/2014/main" id="{0649DB07-5ECE-1A24-DFBE-2AB26096B680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9" name="pg1792">
                <a:extLst>
                  <a:ext uri="{FF2B5EF4-FFF2-40B4-BE49-F238E27FC236}">
                    <a16:creationId xmlns:a16="http://schemas.microsoft.com/office/drawing/2014/main" id="{21C0C7CB-A448-9602-C408-787E3FAB542B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0" name="pg1793">
                <a:extLst>
                  <a:ext uri="{FF2B5EF4-FFF2-40B4-BE49-F238E27FC236}">
                    <a16:creationId xmlns:a16="http://schemas.microsoft.com/office/drawing/2014/main" id="{3F4AD927-3509-8A7A-1CE9-86B433464A17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1" name="pg1794">
                <a:extLst>
                  <a:ext uri="{FF2B5EF4-FFF2-40B4-BE49-F238E27FC236}">
                    <a16:creationId xmlns:a16="http://schemas.microsoft.com/office/drawing/2014/main" id="{5B360206-3AE7-9F39-C7E8-39B430C708BE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2" name="pg1795">
                <a:extLst>
                  <a:ext uri="{FF2B5EF4-FFF2-40B4-BE49-F238E27FC236}">
                    <a16:creationId xmlns:a16="http://schemas.microsoft.com/office/drawing/2014/main" id="{DE497C13-0D96-0F75-D876-EB33A737E44F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3" name="pg1796">
                <a:extLst>
                  <a:ext uri="{FF2B5EF4-FFF2-40B4-BE49-F238E27FC236}">
                    <a16:creationId xmlns:a16="http://schemas.microsoft.com/office/drawing/2014/main" id="{6CC99A4A-924F-C5CE-2458-0CC6B5143D7C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4" name="pg1797">
                <a:extLst>
                  <a:ext uri="{FF2B5EF4-FFF2-40B4-BE49-F238E27FC236}">
                    <a16:creationId xmlns:a16="http://schemas.microsoft.com/office/drawing/2014/main" id="{B85CD515-BB84-E468-0417-D7646DA2A23D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5" name="pg1798">
                <a:extLst>
                  <a:ext uri="{FF2B5EF4-FFF2-40B4-BE49-F238E27FC236}">
                    <a16:creationId xmlns:a16="http://schemas.microsoft.com/office/drawing/2014/main" id="{EF8D711A-23CD-8B6A-8263-E03F8D5FB3B4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6" name="pg1799">
                <a:extLst>
                  <a:ext uri="{FF2B5EF4-FFF2-40B4-BE49-F238E27FC236}">
                    <a16:creationId xmlns:a16="http://schemas.microsoft.com/office/drawing/2014/main" id="{40E08F83-6D48-55B5-AD3E-9651EEEB50B0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7" name="pg1800">
                <a:extLst>
                  <a:ext uri="{FF2B5EF4-FFF2-40B4-BE49-F238E27FC236}">
                    <a16:creationId xmlns:a16="http://schemas.microsoft.com/office/drawing/2014/main" id="{141AEC45-AD0D-3312-28D4-AEC9BC90A750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8" name="pg1801">
                <a:extLst>
                  <a:ext uri="{FF2B5EF4-FFF2-40B4-BE49-F238E27FC236}">
                    <a16:creationId xmlns:a16="http://schemas.microsoft.com/office/drawing/2014/main" id="{F6BA012B-2890-319D-D466-C314C3548F11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9" name="pg1802">
                <a:extLst>
                  <a:ext uri="{FF2B5EF4-FFF2-40B4-BE49-F238E27FC236}">
                    <a16:creationId xmlns:a16="http://schemas.microsoft.com/office/drawing/2014/main" id="{E0C34A48-3F7C-42FB-55C6-85D058CC60CC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0" name="pg1803">
                <a:extLst>
                  <a:ext uri="{FF2B5EF4-FFF2-40B4-BE49-F238E27FC236}">
                    <a16:creationId xmlns:a16="http://schemas.microsoft.com/office/drawing/2014/main" id="{E3F78D89-8119-082D-0D46-134BFA7DC5D6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1" name="pg1804">
                <a:extLst>
                  <a:ext uri="{FF2B5EF4-FFF2-40B4-BE49-F238E27FC236}">
                    <a16:creationId xmlns:a16="http://schemas.microsoft.com/office/drawing/2014/main" id="{DFCAA760-A7D8-7443-294D-F963B48F859F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2" name="pg1805">
                <a:extLst>
                  <a:ext uri="{FF2B5EF4-FFF2-40B4-BE49-F238E27FC236}">
                    <a16:creationId xmlns:a16="http://schemas.microsoft.com/office/drawing/2014/main" id="{AC31E7E3-E89D-E281-7066-E13193D5850C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3" name="pg1806">
                <a:extLst>
                  <a:ext uri="{FF2B5EF4-FFF2-40B4-BE49-F238E27FC236}">
                    <a16:creationId xmlns:a16="http://schemas.microsoft.com/office/drawing/2014/main" id="{19D8BE0E-20E9-B490-9E35-92BA9D843E96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4" name="pg1807">
                <a:extLst>
                  <a:ext uri="{FF2B5EF4-FFF2-40B4-BE49-F238E27FC236}">
                    <a16:creationId xmlns:a16="http://schemas.microsoft.com/office/drawing/2014/main" id="{D0F65556-8D11-5296-6306-D8FD4A0D6819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5" name="pg1808">
                <a:extLst>
                  <a:ext uri="{FF2B5EF4-FFF2-40B4-BE49-F238E27FC236}">
                    <a16:creationId xmlns:a16="http://schemas.microsoft.com/office/drawing/2014/main" id="{00F93C3D-CF38-2520-25DF-DF04E148BF72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6" name="pg1809">
                <a:extLst>
                  <a:ext uri="{FF2B5EF4-FFF2-40B4-BE49-F238E27FC236}">
                    <a16:creationId xmlns:a16="http://schemas.microsoft.com/office/drawing/2014/main" id="{C2A0E214-446C-90CC-354E-857FC35F982C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7" name="pg1810">
                <a:extLst>
                  <a:ext uri="{FF2B5EF4-FFF2-40B4-BE49-F238E27FC236}">
                    <a16:creationId xmlns:a16="http://schemas.microsoft.com/office/drawing/2014/main" id="{CE2F612F-1CE7-4714-8E23-124D1AA9216C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8" name="pg1811">
                <a:extLst>
                  <a:ext uri="{FF2B5EF4-FFF2-40B4-BE49-F238E27FC236}">
                    <a16:creationId xmlns:a16="http://schemas.microsoft.com/office/drawing/2014/main" id="{AFF058AC-ED3A-9A23-46EC-9F3618A2C2B1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9" name="pg1812">
                <a:extLst>
                  <a:ext uri="{FF2B5EF4-FFF2-40B4-BE49-F238E27FC236}">
                    <a16:creationId xmlns:a16="http://schemas.microsoft.com/office/drawing/2014/main" id="{FF965673-3DBF-C0FC-51A2-7DDA96C7FB6B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0" name="pg1813">
                <a:extLst>
                  <a:ext uri="{FF2B5EF4-FFF2-40B4-BE49-F238E27FC236}">
                    <a16:creationId xmlns:a16="http://schemas.microsoft.com/office/drawing/2014/main" id="{CA03AAD6-A2AB-3746-CBD3-5200E8510465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1" name="pg1814">
                <a:extLst>
                  <a:ext uri="{FF2B5EF4-FFF2-40B4-BE49-F238E27FC236}">
                    <a16:creationId xmlns:a16="http://schemas.microsoft.com/office/drawing/2014/main" id="{65DE3DB9-763F-BF4D-949E-5BD8ABA205FA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2" name="pg1815">
                <a:extLst>
                  <a:ext uri="{FF2B5EF4-FFF2-40B4-BE49-F238E27FC236}">
                    <a16:creationId xmlns:a16="http://schemas.microsoft.com/office/drawing/2014/main" id="{087EE748-AEFF-1DDD-6BDF-700B440D0F9D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3" name="pg1816">
                <a:extLst>
                  <a:ext uri="{FF2B5EF4-FFF2-40B4-BE49-F238E27FC236}">
                    <a16:creationId xmlns:a16="http://schemas.microsoft.com/office/drawing/2014/main" id="{7B620938-733F-7CE3-50D6-47BCB4BC1085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4" name="pg1817">
                <a:extLst>
                  <a:ext uri="{FF2B5EF4-FFF2-40B4-BE49-F238E27FC236}">
                    <a16:creationId xmlns:a16="http://schemas.microsoft.com/office/drawing/2014/main" id="{DC0FB17A-9B69-F404-8F64-D2EC72DA6734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5" name="pg1818">
                <a:extLst>
                  <a:ext uri="{FF2B5EF4-FFF2-40B4-BE49-F238E27FC236}">
                    <a16:creationId xmlns:a16="http://schemas.microsoft.com/office/drawing/2014/main" id="{2B055662-0A04-2D9F-FED2-DEBBA05E3BF3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6" name="pg1819">
                <a:extLst>
                  <a:ext uri="{FF2B5EF4-FFF2-40B4-BE49-F238E27FC236}">
                    <a16:creationId xmlns:a16="http://schemas.microsoft.com/office/drawing/2014/main" id="{87B205BF-BD5D-AF93-E79C-38FC8EAB6873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7" name="pg1820">
                <a:extLst>
                  <a:ext uri="{FF2B5EF4-FFF2-40B4-BE49-F238E27FC236}">
                    <a16:creationId xmlns:a16="http://schemas.microsoft.com/office/drawing/2014/main" id="{76272B96-1F1E-F4B7-CCCC-FD385E0472C2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8" name="pg1821">
                <a:extLst>
                  <a:ext uri="{FF2B5EF4-FFF2-40B4-BE49-F238E27FC236}">
                    <a16:creationId xmlns:a16="http://schemas.microsoft.com/office/drawing/2014/main" id="{E1FD1131-7823-8C07-4914-E65E8ECD33AF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9" name="pg1822">
                <a:extLst>
                  <a:ext uri="{FF2B5EF4-FFF2-40B4-BE49-F238E27FC236}">
                    <a16:creationId xmlns:a16="http://schemas.microsoft.com/office/drawing/2014/main" id="{43E92348-A7DD-EA15-4FB1-2B43243B85E3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0" name="pg1823">
                <a:extLst>
                  <a:ext uri="{FF2B5EF4-FFF2-40B4-BE49-F238E27FC236}">
                    <a16:creationId xmlns:a16="http://schemas.microsoft.com/office/drawing/2014/main" id="{E1598883-1118-F9B8-A677-3978D2179FF2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1" name="pg1824">
                <a:extLst>
                  <a:ext uri="{FF2B5EF4-FFF2-40B4-BE49-F238E27FC236}">
                    <a16:creationId xmlns:a16="http://schemas.microsoft.com/office/drawing/2014/main" id="{7D3A8AC7-4403-A3F8-6BEF-4ECEDD9C51A6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2" name="pg1825">
                <a:extLst>
                  <a:ext uri="{FF2B5EF4-FFF2-40B4-BE49-F238E27FC236}">
                    <a16:creationId xmlns:a16="http://schemas.microsoft.com/office/drawing/2014/main" id="{B32164D9-9BEA-2F2B-6373-B39BDFCA7526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3" name="pg1826">
                <a:extLst>
                  <a:ext uri="{FF2B5EF4-FFF2-40B4-BE49-F238E27FC236}">
                    <a16:creationId xmlns:a16="http://schemas.microsoft.com/office/drawing/2014/main" id="{3BC0AB26-2DB4-4F93-39DD-3A301CD810E0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4" name="pg1827">
                <a:extLst>
                  <a:ext uri="{FF2B5EF4-FFF2-40B4-BE49-F238E27FC236}">
                    <a16:creationId xmlns:a16="http://schemas.microsoft.com/office/drawing/2014/main" id="{0FA77CBD-4166-AD24-AF88-7ABAFB8AE92C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5" name="pg1828">
                <a:extLst>
                  <a:ext uri="{FF2B5EF4-FFF2-40B4-BE49-F238E27FC236}">
                    <a16:creationId xmlns:a16="http://schemas.microsoft.com/office/drawing/2014/main" id="{92EB53EE-BA55-0349-43ED-1247612015A9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6" name="pg1829">
                <a:extLst>
                  <a:ext uri="{FF2B5EF4-FFF2-40B4-BE49-F238E27FC236}">
                    <a16:creationId xmlns:a16="http://schemas.microsoft.com/office/drawing/2014/main" id="{CC4FCA65-9ADF-8473-DED6-BF609933F749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7" name="pg1830">
                <a:extLst>
                  <a:ext uri="{FF2B5EF4-FFF2-40B4-BE49-F238E27FC236}">
                    <a16:creationId xmlns:a16="http://schemas.microsoft.com/office/drawing/2014/main" id="{465FEC4C-3437-B9B9-EF16-A82E3FF7427D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8" name="pg1831">
                <a:extLst>
                  <a:ext uri="{FF2B5EF4-FFF2-40B4-BE49-F238E27FC236}">
                    <a16:creationId xmlns:a16="http://schemas.microsoft.com/office/drawing/2014/main" id="{07BD7E61-D3A3-DC97-1276-09A81C24636E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9" name="pg1832">
                <a:extLst>
                  <a:ext uri="{FF2B5EF4-FFF2-40B4-BE49-F238E27FC236}">
                    <a16:creationId xmlns:a16="http://schemas.microsoft.com/office/drawing/2014/main" id="{84983A88-072B-0F90-6A25-E5B2AADAD0DC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0" name="pg1833">
                <a:extLst>
                  <a:ext uri="{FF2B5EF4-FFF2-40B4-BE49-F238E27FC236}">
                    <a16:creationId xmlns:a16="http://schemas.microsoft.com/office/drawing/2014/main" id="{E79D9DD4-1ABE-A793-F1BA-05607C2083A7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1" name="pg1834">
                <a:extLst>
                  <a:ext uri="{FF2B5EF4-FFF2-40B4-BE49-F238E27FC236}">
                    <a16:creationId xmlns:a16="http://schemas.microsoft.com/office/drawing/2014/main" id="{7BD64534-DEB6-C89D-65D1-EF4CFFEBC236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2" name="pg1835">
                <a:extLst>
                  <a:ext uri="{FF2B5EF4-FFF2-40B4-BE49-F238E27FC236}">
                    <a16:creationId xmlns:a16="http://schemas.microsoft.com/office/drawing/2014/main" id="{0AD352B6-D5DD-69E2-33CC-DD48CFF96ADC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3" name="pg1836">
                <a:extLst>
                  <a:ext uri="{FF2B5EF4-FFF2-40B4-BE49-F238E27FC236}">
                    <a16:creationId xmlns:a16="http://schemas.microsoft.com/office/drawing/2014/main" id="{4C581F5B-F693-5930-7256-623FA7D65EFD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4" name="pg1837">
                <a:extLst>
                  <a:ext uri="{FF2B5EF4-FFF2-40B4-BE49-F238E27FC236}">
                    <a16:creationId xmlns:a16="http://schemas.microsoft.com/office/drawing/2014/main" id="{58E388D3-5D10-E5D7-90B1-A90B8BD55C3A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5" name="pg1838">
                <a:extLst>
                  <a:ext uri="{FF2B5EF4-FFF2-40B4-BE49-F238E27FC236}">
                    <a16:creationId xmlns:a16="http://schemas.microsoft.com/office/drawing/2014/main" id="{0820B3E0-4CC7-05A4-DD44-D7466174EF48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6" name="pg1839">
                <a:extLst>
                  <a:ext uri="{FF2B5EF4-FFF2-40B4-BE49-F238E27FC236}">
                    <a16:creationId xmlns:a16="http://schemas.microsoft.com/office/drawing/2014/main" id="{CED389D5-7C08-6838-316C-DAE896B20A7E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7" name="pg1840">
                <a:extLst>
                  <a:ext uri="{FF2B5EF4-FFF2-40B4-BE49-F238E27FC236}">
                    <a16:creationId xmlns:a16="http://schemas.microsoft.com/office/drawing/2014/main" id="{D6A76682-224A-CE18-F830-835BCD4D6A0D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8" name="pg1841">
                <a:extLst>
                  <a:ext uri="{FF2B5EF4-FFF2-40B4-BE49-F238E27FC236}">
                    <a16:creationId xmlns:a16="http://schemas.microsoft.com/office/drawing/2014/main" id="{02AC9A2A-D795-F695-0FDC-E7A623A3A55F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9" name="pg1842">
                <a:extLst>
                  <a:ext uri="{FF2B5EF4-FFF2-40B4-BE49-F238E27FC236}">
                    <a16:creationId xmlns:a16="http://schemas.microsoft.com/office/drawing/2014/main" id="{93AD99DE-F1E2-46B8-1598-0A745CBBD4A3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0" name="pg1843">
                <a:extLst>
                  <a:ext uri="{FF2B5EF4-FFF2-40B4-BE49-F238E27FC236}">
                    <a16:creationId xmlns:a16="http://schemas.microsoft.com/office/drawing/2014/main" id="{60FE458D-42B0-B126-5713-292A399B447D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1" name="pg1844">
                <a:extLst>
                  <a:ext uri="{FF2B5EF4-FFF2-40B4-BE49-F238E27FC236}">
                    <a16:creationId xmlns:a16="http://schemas.microsoft.com/office/drawing/2014/main" id="{3AE3D1DA-AA84-043E-9BD8-CE1B747295BC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2" name="pg1845">
                <a:extLst>
                  <a:ext uri="{FF2B5EF4-FFF2-40B4-BE49-F238E27FC236}">
                    <a16:creationId xmlns:a16="http://schemas.microsoft.com/office/drawing/2014/main" id="{9BC57014-7E77-849D-020B-B8D1FCC33B16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3" name="pg1846">
                <a:extLst>
                  <a:ext uri="{FF2B5EF4-FFF2-40B4-BE49-F238E27FC236}">
                    <a16:creationId xmlns:a16="http://schemas.microsoft.com/office/drawing/2014/main" id="{29B7562B-59F6-4C61-18F8-9E3F97133030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4" name="pg1847">
                <a:extLst>
                  <a:ext uri="{FF2B5EF4-FFF2-40B4-BE49-F238E27FC236}">
                    <a16:creationId xmlns:a16="http://schemas.microsoft.com/office/drawing/2014/main" id="{5A3C43E1-F057-0E24-FC22-3AC432A078E6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5" name="pg1848">
                <a:extLst>
                  <a:ext uri="{FF2B5EF4-FFF2-40B4-BE49-F238E27FC236}">
                    <a16:creationId xmlns:a16="http://schemas.microsoft.com/office/drawing/2014/main" id="{808ABA1E-27DC-BCCA-8E2F-91F67C17565C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6" name="pg1849">
                <a:extLst>
                  <a:ext uri="{FF2B5EF4-FFF2-40B4-BE49-F238E27FC236}">
                    <a16:creationId xmlns:a16="http://schemas.microsoft.com/office/drawing/2014/main" id="{59B8F477-0937-458C-0626-27DF7E6C79E9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7" name="pg1850">
                <a:extLst>
                  <a:ext uri="{FF2B5EF4-FFF2-40B4-BE49-F238E27FC236}">
                    <a16:creationId xmlns:a16="http://schemas.microsoft.com/office/drawing/2014/main" id="{B342FEEE-D7BD-27F8-E3AB-55EAA7333AD5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8" name="pg1851">
                <a:extLst>
                  <a:ext uri="{FF2B5EF4-FFF2-40B4-BE49-F238E27FC236}">
                    <a16:creationId xmlns:a16="http://schemas.microsoft.com/office/drawing/2014/main" id="{458E0598-63A3-AC67-6A24-2233D4C4E75A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9" name="pg1852">
                <a:extLst>
                  <a:ext uri="{FF2B5EF4-FFF2-40B4-BE49-F238E27FC236}">
                    <a16:creationId xmlns:a16="http://schemas.microsoft.com/office/drawing/2014/main" id="{15BFF3BA-2BFD-9364-437A-F986C62ECE8A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0" name="pg1853">
                <a:extLst>
                  <a:ext uri="{FF2B5EF4-FFF2-40B4-BE49-F238E27FC236}">
                    <a16:creationId xmlns:a16="http://schemas.microsoft.com/office/drawing/2014/main" id="{D737AC68-1C97-7329-419A-3BED571DBD65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1" name="pg1854">
                <a:extLst>
                  <a:ext uri="{FF2B5EF4-FFF2-40B4-BE49-F238E27FC236}">
                    <a16:creationId xmlns:a16="http://schemas.microsoft.com/office/drawing/2014/main" id="{CFCDDF4B-8FD7-6521-5727-FABF909EF92A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2" name="pg1855">
                <a:extLst>
                  <a:ext uri="{FF2B5EF4-FFF2-40B4-BE49-F238E27FC236}">
                    <a16:creationId xmlns:a16="http://schemas.microsoft.com/office/drawing/2014/main" id="{521BEF97-C7F2-4FC1-4D8A-B50560EC29B1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3" name="pg1856">
                <a:extLst>
                  <a:ext uri="{FF2B5EF4-FFF2-40B4-BE49-F238E27FC236}">
                    <a16:creationId xmlns:a16="http://schemas.microsoft.com/office/drawing/2014/main" id="{3FF0572E-996A-F69A-406B-D3CB68212EBF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4" name="pg1857">
                <a:extLst>
                  <a:ext uri="{FF2B5EF4-FFF2-40B4-BE49-F238E27FC236}">
                    <a16:creationId xmlns:a16="http://schemas.microsoft.com/office/drawing/2014/main" id="{63963043-DCB0-6F17-6AD7-25A5D00EAFA7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5" name="pg1858">
                <a:extLst>
                  <a:ext uri="{FF2B5EF4-FFF2-40B4-BE49-F238E27FC236}">
                    <a16:creationId xmlns:a16="http://schemas.microsoft.com/office/drawing/2014/main" id="{A51D895A-2A24-3EC1-5834-E29F9692C226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6" name="pg1859">
                <a:extLst>
                  <a:ext uri="{FF2B5EF4-FFF2-40B4-BE49-F238E27FC236}">
                    <a16:creationId xmlns:a16="http://schemas.microsoft.com/office/drawing/2014/main" id="{ABE18FE8-DB9C-079C-61B7-2F29A485B6F9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7" name="pg1860">
                <a:extLst>
                  <a:ext uri="{FF2B5EF4-FFF2-40B4-BE49-F238E27FC236}">
                    <a16:creationId xmlns:a16="http://schemas.microsoft.com/office/drawing/2014/main" id="{C88CB272-84BE-DC88-B09C-D1221DEA50C5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8" name="pg1861">
                <a:extLst>
                  <a:ext uri="{FF2B5EF4-FFF2-40B4-BE49-F238E27FC236}">
                    <a16:creationId xmlns:a16="http://schemas.microsoft.com/office/drawing/2014/main" id="{AC035C40-D0F8-BDA0-8753-4D697411CBF8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9" name="pg1862">
                <a:extLst>
                  <a:ext uri="{FF2B5EF4-FFF2-40B4-BE49-F238E27FC236}">
                    <a16:creationId xmlns:a16="http://schemas.microsoft.com/office/drawing/2014/main" id="{E7808E6A-30E6-4A00-59AE-A9F40DD50AC3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0" name="pg1863">
                <a:extLst>
                  <a:ext uri="{FF2B5EF4-FFF2-40B4-BE49-F238E27FC236}">
                    <a16:creationId xmlns:a16="http://schemas.microsoft.com/office/drawing/2014/main" id="{5455E95A-1B05-CFDC-6BD9-66BAFC4E92DA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1" name="pg1864">
                <a:extLst>
                  <a:ext uri="{FF2B5EF4-FFF2-40B4-BE49-F238E27FC236}">
                    <a16:creationId xmlns:a16="http://schemas.microsoft.com/office/drawing/2014/main" id="{B6A18609-458D-FC84-6528-64FB2CDEB2F9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2" name="pg1865">
                <a:extLst>
                  <a:ext uri="{FF2B5EF4-FFF2-40B4-BE49-F238E27FC236}">
                    <a16:creationId xmlns:a16="http://schemas.microsoft.com/office/drawing/2014/main" id="{18099F16-0B68-9B81-1AC3-424376D498BE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3" name="pg1866">
                <a:extLst>
                  <a:ext uri="{FF2B5EF4-FFF2-40B4-BE49-F238E27FC236}">
                    <a16:creationId xmlns:a16="http://schemas.microsoft.com/office/drawing/2014/main" id="{5F5193AD-D8FC-6892-F469-F9AACAFC17C1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4" name="pg1867">
                <a:extLst>
                  <a:ext uri="{FF2B5EF4-FFF2-40B4-BE49-F238E27FC236}">
                    <a16:creationId xmlns:a16="http://schemas.microsoft.com/office/drawing/2014/main" id="{9C8C0D7B-5384-4D6E-9F56-28E2E6D068A0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5" name="pg1868">
                <a:extLst>
                  <a:ext uri="{FF2B5EF4-FFF2-40B4-BE49-F238E27FC236}">
                    <a16:creationId xmlns:a16="http://schemas.microsoft.com/office/drawing/2014/main" id="{4CD4F6BA-290D-5627-714C-A8D664030D92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6" name="pg1869">
                <a:extLst>
                  <a:ext uri="{FF2B5EF4-FFF2-40B4-BE49-F238E27FC236}">
                    <a16:creationId xmlns:a16="http://schemas.microsoft.com/office/drawing/2014/main" id="{168A3EEF-F35B-7028-CAB6-D47F78594FE7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7" name="pg1870">
                <a:extLst>
                  <a:ext uri="{FF2B5EF4-FFF2-40B4-BE49-F238E27FC236}">
                    <a16:creationId xmlns:a16="http://schemas.microsoft.com/office/drawing/2014/main" id="{BF1D88B5-022F-F1F4-B051-66306C9B712A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8" name="pg1871">
                <a:extLst>
                  <a:ext uri="{FF2B5EF4-FFF2-40B4-BE49-F238E27FC236}">
                    <a16:creationId xmlns:a16="http://schemas.microsoft.com/office/drawing/2014/main" id="{6F39CA9B-12BE-AE17-C6C6-7E8692BF0D3F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9" name="pg1872">
                <a:extLst>
                  <a:ext uri="{FF2B5EF4-FFF2-40B4-BE49-F238E27FC236}">
                    <a16:creationId xmlns:a16="http://schemas.microsoft.com/office/drawing/2014/main" id="{BE5E6C53-A9BA-40B1-C506-057C64F70C49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0" name="pg1873">
                <a:extLst>
                  <a:ext uri="{FF2B5EF4-FFF2-40B4-BE49-F238E27FC236}">
                    <a16:creationId xmlns:a16="http://schemas.microsoft.com/office/drawing/2014/main" id="{EB03FE9A-C951-E609-D8A1-11F75CE0521E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1" name="pg1874">
                <a:extLst>
                  <a:ext uri="{FF2B5EF4-FFF2-40B4-BE49-F238E27FC236}">
                    <a16:creationId xmlns:a16="http://schemas.microsoft.com/office/drawing/2014/main" id="{08323BB3-7DF2-71D9-F072-FDFF3B1888E0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2" name="pg1875">
                <a:extLst>
                  <a:ext uri="{FF2B5EF4-FFF2-40B4-BE49-F238E27FC236}">
                    <a16:creationId xmlns:a16="http://schemas.microsoft.com/office/drawing/2014/main" id="{7DB2CC8B-4E22-DD5F-180A-490D958C7C0C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3" name="pg1876">
                <a:extLst>
                  <a:ext uri="{FF2B5EF4-FFF2-40B4-BE49-F238E27FC236}">
                    <a16:creationId xmlns:a16="http://schemas.microsoft.com/office/drawing/2014/main" id="{87C0743F-A852-5F89-D381-58074129A583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4" name="pg1877">
                <a:extLst>
                  <a:ext uri="{FF2B5EF4-FFF2-40B4-BE49-F238E27FC236}">
                    <a16:creationId xmlns:a16="http://schemas.microsoft.com/office/drawing/2014/main" id="{0A2DA7FF-43D6-9CEF-4DD3-7F7005062997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5" name="pg1878">
                <a:extLst>
                  <a:ext uri="{FF2B5EF4-FFF2-40B4-BE49-F238E27FC236}">
                    <a16:creationId xmlns:a16="http://schemas.microsoft.com/office/drawing/2014/main" id="{4DEBF619-3C36-2E01-16ED-68DB95161A14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6" name="pg1879">
                <a:extLst>
                  <a:ext uri="{FF2B5EF4-FFF2-40B4-BE49-F238E27FC236}">
                    <a16:creationId xmlns:a16="http://schemas.microsoft.com/office/drawing/2014/main" id="{BF6BF57E-03CB-948F-6F09-C91EDB40AB6D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7" name="pg1880">
                <a:extLst>
                  <a:ext uri="{FF2B5EF4-FFF2-40B4-BE49-F238E27FC236}">
                    <a16:creationId xmlns:a16="http://schemas.microsoft.com/office/drawing/2014/main" id="{6EE5A4B5-95F2-0CD0-581E-A2E98AA53316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8" name="pg1881">
                <a:extLst>
                  <a:ext uri="{FF2B5EF4-FFF2-40B4-BE49-F238E27FC236}">
                    <a16:creationId xmlns:a16="http://schemas.microsoft.com/office/drawing/2014/main" id="{5E518B8C-E281-B5B5-FF2B-3D9CE5D1102A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9" name="pg1882">
                <a:extLst>
                  <a:ext uri="{FF2B5EF4-FFF2-40B4-BE49-F238E27FC236}">
                    <a16:creationId xmlns:a16="http://schemas.microsoft.com/office/drawing/2014/main" id="{E933B9DC-7267-9416-C8CD-0ADF7FD4DBF8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0" name="pg1883">
                <a:extLst>
                  <a:ext uri="{FF2B5EF4-FFF2-40B4-BE49-F238E27FC236}">
                    <a16:creationId xmlns:a16="http://schemas.microsoft.com/office/drawing/2014/main" id="{69DD13ED-F007-FD01-96AB-5C7906488D0C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1" name="pg1884">
                <a:extLst>
                  <a:ext uri="{FF2B5EF4-FFF2-40B4-BE49-F238E27FC236}">
                    <a16:creationId xmlns:a16="http://schemas.microsoft.com/office/drawing/2014/main" id="{DE923030-7E0E-D172-4FCA-63E858350405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2" name="pg1885">
                <a:extLst>
                  <a:ext uri="{FF2B5EF4-FFF2-40B4-BE49-F238E27FC236}">
                    <a16:creationId xmlns:a16="http://schemas.microsoft.com/office/drawing/2014/main" id="{30471FA3-6F53-4FC2-C059-4F4262D9DB45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3" name="pg1886">
                <a:extLst>
                  <a:ext uri="{FF2B5EF4-FFF2-40B4-BE49-F238E27FC236}">
                    <a16:creationId xmlns:a16="http://schemas.microsoft.com/office/drawing/2014/main" id="{BB4920C7-033A-E0FE-D301-97AA8C2174FA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4" name="pg1887">
                <a:extLst>
                  <a:ext uri="{FF2B5EF4-FFF2-40B4-BE49-F238E27FC236}">
                    <a16:creationId xmlns:a16="http://schemas.microsoft.com/office/drawing/2014/main" id="{A13262A5-6B6A-CDD3-BF3A-378173E48A20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5" name="pg1888">
                <a:extLst>
                  <a:ext uri="{FF2B5EF4-FFF2-40B4-BE49-F238E27FC236}">
                    <a16:creationId xmlns:a16="http://schemas.microsoft.com/office/drawing/2014/main" id="{74AC4133-3AD6-F34F-DAE2-66264E261432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6" name="pg1889">
                <a:extLst>
                  <a:ext uri="{FF2B5EF4-FFF2-40B4-BE49-F238E27FC236}">
                    <a16:creationId xmlns:a16="http://schemas.microsoft.com/office/drawing/2014/main" id="{09604D54-7BFF-A408-A44D-BA8D764C5A36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7" name="pg1890">
                <a:extLst>
                  <a:ext uri="{FF2B5EF4-FFF2-40B4-BE49-F238E27FC236}">
                    <a16:creationId xmlns:a16="http://schemas.microsoft.com/office/drawing/2014/main" id="{E73D31C0-6CB6-1758-FD3A-EFE1ACB7D56A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8" name="pg1891">
                <a:extLst>
                  <a:ext uri="{FF2B5EF4-FFF2-40B4-BE49-F238E27FC236}">
                    <a16:creationId xmlns:a16="http://schemas.microsoft.com/office/drawing/2014/main" id="{77B3E743-6791-9E1F-1AFE-9673CBD2B323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9" name="pg1892">
                <a:extLst>
                  <a:ext uri="{FF2B5EF4-FFF2-40B4-BE49-F238E27FC236}">
                    <a16:creationId xmlns:a16="http://schemas.microsoft.com/office/drawing/2014/main" id="{8681BC9A-9BAF-7E9A-A2E7-75FD0E87D28A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0" name="pg1893">
                <a:extLst>
                  <a:ext uri="{FF2B5EF4-FFF2-40B4-BE49-F238E27FC236}">
                    <a16:creationId xmlns:a16="http://schemas.microsoft.com/office/drawing/2014/main" id="{CAD33A5C-30C8-70CD-C7D2-5CA02AC0EFBA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1" name="pg1894">
                <a:extLst>
                  <a:ext uri="{FF2B5EF4-FFF2-40B4-BE49-F238E27FC236}">
                    <a16:creationId xmlns:a16="http://schemas.microsoft.com/office/drawing/2014/main" id="{AF4E5825-F845-3909-8398-073569065733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2" name="pg1895">
                <a:extLst>
                  <a:ext uri="{FF2B5EF4-FFF2-40B4-BE49-F238E27FC236}">
                    <a16:creationId xmlns:a16="http://schemas.microsoft.com/office/drawing/2014/main" id="{E5A19F56-D83B-818A-9C53-46B12784AE68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3" name="pg1896">
                <a:extLst>
                  <a:ext uri="{FF2B5EF4-FFF2-40B4-BE49-F238E27FC236}">
                    <a16:creationId xmlns:a16="http://schemas.microsoft.com/office/drawing/2014/main" id="{404C17B3-7FE8-2461-A480-132C8A2D8515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4" name="pg1897">
                <a:extLst>
                  <a:ext uri="{FF2B5EF4-FFF2-40B4-BE49-F238E27FC236}">
                    <a16:creationId xmlns:a16="http://schemas.microsoft.com/office/drawing/2014/main" id="{0E6A52EE-1F31-2907-26A0-EBA7A63EAF05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5" name="pg1898">
                <a:extLst>
                  <a:ext uri="{FF2B5EF4-FFF2-40B4-BE49-F238E27FC236}">
                    <a16:creationId xmlns:a16="http://schemas.microsoft.com/office/drawing/2014/main" id="{7B401CB3-2EF2-BCF5-EF97-87E86D025784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6" name="pg1899">
                <a:extLst>
                  <a:ext uri="{FF2B5EF4-FFF2-40B4-BE49-F238E27FC236}">
                    <a16:creationId xmlns:a16="http://schemas.microsoft.com/office/drawing/2014/main" id="{725CF8A6-72DB-3D21-A151-2A94B46AC0B0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7" name="pg1900">
                <a:extLst>
                  <a:ext uri="{FF2B5EF4-FFF2-40B4-BE49-F238E27FC236}">
                    <a16:creationId xmlns:a16="http://schemas.microsoft.com/office/drawing/2014/main" id="{9E83B6CE-2778-42AA-AC7D-C36CB0871357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8" name="pg1901">
                <a:extLst>
                  <a:ext uri="{FF2B5EF4-FFF2-40B4-BE49-F238E27FC236}">
                    <a16:creationId xmlns:a16="http://schemas.microsoft.com/office/drawing/2014/main" id="{971F0E72-A4A5-F704-4725-0BED7CC81B41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9" name="pg1902">
                <a:extLst>
                  <a:ext uri="{FF2B5EF4-FFF2-40B4-BE49-F238E27FC236}">
                    <a16:creationId xmlns:a16="http://schemas.microsoft.com/office/drawing/2014/main" id="{697D2888-21FA-6148-2E87-09ECA7F09FEB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0" name="pg1903">
                <a:extLst>
                  <a:ext uri="{FF2B5EF4-FFF2-40B4-BE49-F238E27FC236}">
                    <a16:creationId xmlns:a16="http://schemas.microsoft.com/office/drawing/2014/main" id="{CB02BE9D-06E9-C90C-C90C-B374B810DF16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1" name="pg1904">
                <a:extLst>
                  <a:ext uri="{FF2B5EF4-FFF2-40B4-BE49-F238E27FC236}">
                    <a16:creationId xmlns:a16="http://schemas.microsoft.com/office/drawing/2014/main" id="{10CEE322-5810-AFBD-FC6B-650A4E06599F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2" name="pg1905">
                <a:extLst>
                  <a:ext uri="{FF2B5EF4-FFF2-40B4-BE49-F238E27FC236}">
                    <a16:creationId xmlns:a16="http://schemas.microsoft.com/office/drawing/2014/main" id="{3752634A-272C-0339-64F8-1ABA138C442E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3" name="pg1906">
                <a:extLst>
                  <a:ext uri="{FF2B5EF4-FFF2-40B4-BE49-F238E27FC236}">
                    <a16:creationId xmlns:a16="http://schemas.microsoft.com/office/drawing/2014/main" id="{CA3483F7-DD8E-FBA7-6821-F5A40A43C6BE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4" name="pg1907">
                <a:extLst>
                  <a:ext uri="{FF2B5EF4-FFF2-40B4-BE49-F238E27FC236}">
                    <a16:creationId xmlns:a16="http://schemas.microsoft.com/office/drawing/2014/main" id="{2505DE62-334C-7A7D-8CCD-DF21FB2C47BE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5" name="pg1908">
                <a:extLst>
                  <a:ext uri="{FF2B5EF4-FFF2-40B4-BE49-F238E27FC236}">
                    <a16:creationId xmlns:a16="http://schemas.microsoft.com/office/drawing/2014/main" id="{5DE7AF0A-7DC6-E231-9541-A6B9F60D9825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6" name="pg1909">
                <a:extLst>
                  <a:ext uri="{FF2B5EF4-FFF2-40B4-BE49-F238E27FC236}">
                    <a16:creationId xmlns:a16="http://schemas.microsoft.com/office/drawing/2014/main" id="{003EFF3E-10AA-6837-C390-2B9905AD6F05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7" name="pg1910">
                <a:extLst>
                  <a:ext uri="{FF2B5EF4-FFF2-40B4-BE49-F238E27FC236}">
                    <a16:creationId xmlns:a16="http://schemas.microsoft.com/office/drawing/2014/main" id="{ECDF1B75-7B38-B65B-AFDE-06F17890A995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8" name="pg1911">
                <a:extLst>
                  <a:ext uri="{FF2B5EF4-FFF2-40B4-BE49-F238E27FC236}">
                    <a16:creationId xmlns:a16="http://schemas.microsoft.com/office/drawing/2014/main" id="{C2714077-5A9E-402D-FFDA-ACB34D88F249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9" name="pg1912">
                <a:extLst>
                  <a:ext uri="{FF2B5EF4-FFF2-40B4-BE49-F238E27FC236}">
                    <a16:creationId xmlns:a16="http://schemas.microsoft.com/office/drawing/2014/main" id="{23E11532-598C-7A78-A33C-FE1443B640E4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0" name="pg1913">
                <a:extLst>
                  <a:ext uri="{FF2B5EF4-FFF2-40B4-BE49-F238E27FC236}">
                    <a16:creationId xmlns:a16="http://schemas.microsoft.com/office/drawing/2014/main" id="{B1D93CE2-B596-A7A7-0226-4220FE2752CE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1" name="pg1914">
                <a:extLst>
                  <a:ext uri="{FF2B5EF4-FFF2-40B4-BE49-F238E27FC236}">
                    <a16:creationId xmlns:a16="http://schemas.microsoft.com/office/drawing/2014/main" id="{F9D8F020-36D9-26AC-D185-F8D84C527CA0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2" name="pg1915">
                <a:extLst>
                  <a:ext uri="{FF2B5EF4-FFF2-40B4-BE49-F238E27FC236}">
                    <a16:creationId xmlns:a16="http://schemas.microsoft.com/office/drawing/2014/main" id="{805264B9-81D3-7EDF-3FA2-72A209921055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3" name="pg1916">
                <a:extLst>
                  <a:ext uri="{FF2B5EF4-FFF2-40B4-BE49-F238E27FC236}">
                    <a16:creationId xmlns:a16="http://schemas.microsoft.com/office/drawing/2014/main" id="{F3EED538-84E4-84EB-D0B2-50C20A12762A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4" name="pg1917">
                <a:extLst>
                  <a:ext uri="{FF2B5EF4-FFF2-40B4-BE49-F238E27FC236}">
                    <a16:creationId xmlns:a16="http://schemas.microsoft.com/office/drawing/2014/main" id="{FE230BC0-4578-07C0-C82E-36C08AD4D544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5" name="pg1918">
                <a:extLst>
                  <a:ext uri="{FF2B5EF4-FFF2-40B4-BE49-F238E27FC236}">
                    <a16:creationId xmlns:a16="http://schemas.microsoft.com/office/drawing/2014/main" id="{D79E6C8E-DD94-9E41-E819-0EE43512B9F4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6" name="pg1919">
                <a:extLst>
                  <a:ext uri="{FF2B5EF4-FFF2-40B4-BE49-F238E27FC236}">
                    <a16:creationId xmlns:a16="http://schemas.microsoft.com/office/drawing/2014/main" id="{F361BC3E-3684-0DFA-50D8-35458B0AE373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7" name="pg1920">
                <a:extLst>
                  <a:ext uri="{FF2B5EF4-FFF2-40B4-BE49-F238E27FC236}">
                    <a16:creationId xmlns:a16="http://schemas.microsoft.com/office/drawing/2014/main" id="{F4F7CC24-3F27-658C-7408-87CA41F7C55E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8" name="pg1921">
                <a:extLst>
                  <a:ext uri="{FF2B5EF4-FFF2-40B4-BE49-F238E27FC236}">
                    <a16:creationId xmlns:a16="http://schemas.microsoft.com/office/drawing/2014/main" id="{54A67C8B-A2C3-F1FD-5BB6-F8E439601BFB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9" name="pg1922">
                <a:extLst>
                  <a:ext uri="{FF2B5EF4-FFF2-40B4-BE49-F238E27FC236}">
                    <a16:creationId xmlns:a16="http://schemas.microsoft.com/office/drawing/2014/main" id="{9F37E920-EB7E-91C9-14F1-5EA0CC406AAA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0" name="pg1923">
                <a:extLst>
                  <a:ext uri="{FF2B5EF4-FFF2-40B4-BE49-F238E27FC236}">
                    <a16:creationId xmlns:a16="http://schemas.microsoft.com/office/drawing/2014/main" id="{070C860D-FBC3-7E8E-4640-AAD9E24320DC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1" name="pg1924">
                <a:extLst>
                  <a:ext uri="{FF2B5EF4-FFF2-40B4-BE49-F238E27FC236}">
                    <a16:creationId xmlns:a16="http://schemas.microsoft.com/office/drawing/2014/main" id="{05006005-810E-FDB5-D1D0-D9C6C913D1E5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2" name="pg1925">
                <a:extLst>
                  <a:ext uri="{FF2B5EF4-FFF2-40B4-BE49-F238E27FC236}">
                    <a16:creationId xmlns:a16="http://schemas.microsoft.com/office/drawing/2014/main" id="{AFAAB39C-26CA-9EBB-1F96-77B82A4F0963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3" name="pg1926">
                <a:extLst>
                  <a:ext uri="{FF2B5EF4-FFF2-40B4-BE49-F238E27FC236}">
                    <a16:creationId xmlns:a16="http://schemas.microsoft.com/office/drawing/2014/main" id="{0A0DA638-4459-D013-DA64-C829B05C78B1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4" name="pg1927">
                <a:extLst>
                  <a:ext uri="{FF2B5EF4-FFF2-40B4-BE49-F238E27FC236}">
                    <a16:creationId xmlns:a16="http://schemas.microsoft.com/office/drawing/2014/main" id="{158B2163-F62C-C6E2-5375-609555845D53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5" name="pg1928">
                <a:extLst>
                  <a:ext uri="{FF2B5EF4-FFF2-40B4-BE49-F238E27FC236}">
                    <a16:creationId xmlns:a16="http://schemas.microsoft.com/office/drawing/2014/main" id="{261FE99C-38D1-8E44-6831-D63A02DDDCD5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6" name="pg1929">
                <a:extLst>
                  <a:ext uri="{FF2B5EF4-FFF2-40B4-BE49-F238E27FC236}">
                    <a16:creationId xmlns:a16="http://schemas.microsoft.com/office/drawing/2014/main" id="{7583E0F4-BE69-8EA0-75FA-68024CD55F66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7" name="pg1930">
                <a:extLst>
                  <a:ext uri="{FF2B5EF4-FFF2-40B4-BE49-F238E27FC236}">
                    <a16:creationId xmlns:a16="http://schemas.microsoft.com/office/drawing/2014/main" id="{736EEC4D-E133-CDDD-E351-A66A1B1CCAB4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8" name="pg1931">
                <a:extLst>
                  <a:ext uri="{FF2B5EF4-FFF2-40B4-BE49-F238E27FC236}">
                    <a16:creationId xmlns:a16="http://schemas.microsoft.com/office/drawing/2014/main" id="{EDD28BC3-93CD-9A45-3834-C94F57E15036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9" name="pg1932">
                <a:extLst>
                  <a:ext uri="{FF2B5EF4-FFF2-40B4-BE49-F238E27FC236}">
                    <a16:creationId xmlns:a16="http://schemas.microsoft.com/office/drawing/2014/main" id="{189FB193-4255-0F41-0A84-4673F4B22BAF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0" name="pg1933">
                <a:extLst>
                  <a:ext uri="{FF2B5EF4-FFF2-40B4-BE49-F238E27FC236}">
                    <a16:creationId xmlns:a16="http://schemas.microsoft.com/office/drawing/2014/main" id="{6182C17B-9B16-609D-71D3-913A6979B7B5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1" name="pg1934">
                <a:extLst>
                  <a:ext uri="{FF2B5EF4-FFF2-40B4-BE49-F238E27FC236}">
                    <a16:creationId xmlns:a16="http://schemas.microsoft.com/office/drawing/2014/main" id="{B5843B1C-CB93-023F-6DA1-6BC6D0AD7570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2" name="pg1935">
                <a:extLst>
                  <a:ext uri="{FF2B5EF4-FFF2-40B4-BE49-F238E27FC236}">
                    <a16:creationId xmlns:a16="http://schemas.microsoft.com/office/drawing/2014/main" id="{EBE56071-E436-5C85-7898-89818843C591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3" name="pg1936">
                <a:extLst>
                  <a:ext uri="{FF2B5EF4-FFF2-40B4-BE49-F238E27FC236}">
                    <a16:creationId xmlns:a16="http://schemas.microsoft.com/office/drawing/2014/main" id="{D3983CCE-9F3B-D6EE-F0E6-B646B6E0B8D9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4" name="pg1937">
                <a:extLst>
                  <a:ext uri="{FF2B5EF4-FFF2-40B4-BE49-F238E27FC236}">
                    <a16:creationId xmlns:a16="http://schemas.microsoft.com/office/drawing/2014/main" id="{82BCCC34-2AB6-17E6-7BFB-3D3C4A90BB54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5" name="pg1938">
                <a:extLst>
                  <a:ext uri="{FF2B5EF4-FFF2-40B4-BE49-F238E27FC236}">
                    <a16:creationId xmlns:a16="http://schemas.microsoft.com/office/drawing/2014/main" id="{F03626D7-D5EA-01EC-6CE5-7E771FA82CEC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6" name="pg1939">
                <a:extLst>
                  <a:ext uri="{FF2B5EF4-FFF2-40B4-BE49-F238E27FC236}">
                    <a16:creationId xmlns:a16="http://schemas.microsoft.com/office/drawing/2014/main" id="{0EC2310A-38E6-4DA2-565B-2EAF907C59E3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7" name="pg1940">
                <a:extLst>
                  <a:ext uri="{FF2B5EF4-FFF2-40B4-BE49-F238E27FC236}">
                    <a16:creationId xmlns:a16="http://schemas.microsoft.com/office/drawing/2014/main" id="{EDF2A56F-2BBA-A20C-134A-C830A4CC8E2B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8" name="pg1941">
                <a:extLst>
                  <a:ext uri="{FF2B5EF4-FFF2-40B4-BE49-F238E27FC236}">
                    <a16:creationId xmlns:a16="http://schemas.microsoft.com/office/drawing/2014/main" id="{CB5066E6-B252-5771-BB9F-0FE1F17414EF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9" name="pg1942">
                <a:extLst>
                  <a:ext uri="{FF2B5EF4-FFF2-40B4-BE49-F238E27FC236}">
                    <a16:creationId xmlns:a16="http://schemas.microsoft.com/office/drawing/2014/main" id="{33081063-879F-7902-7E84-7B5BEDC6BD85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0" name="pg1943">
                <a:extLst>
                  <a:ext uri="{FF2B5EF4-FFF2-40B4-BE49-F238E27FC236}">
                    <a16:creationId xmlns:a16="http://schemas.microsoft.com/office/drawing/2014/main" id="{8681F6B6-AFA7-7CC9-9CEA-A39D4688209E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1" name="pg1944">
                <a:extLst>
                  <a:ext uri="{FF2B5EF4-FFF2-40B4-BE49-F238E27FC236}">
                    <a16:creationId xmlns:a16="http://schemas.microsoft.com/office/drawing/2014/main" id="{C8B843C3-BE60-B50E-8518-5ACA87925CC2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2" name="pg1945">
                <a:extLst>
                  <a:ext uri="{FF2B5EF4-FFF2-40B4-BE49-F238E27FC236}">
                    <a16:creationId xmlns:a16="http://schemas.microsoft.com/office/drawing/2014/main" id="{33DB2927-A782-943B-2142-3EB7F5B27A8F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3" name="pg1946">
                <a:extLst>
                  <a:ext uri="{FF2B5EF4-FFF2-40B4-BE49-F238E27FC236}">
                    <a16:creationId xmlns:a16="http://schemas.microsoft.com/office/drawing/2014/main" id="{11403062-CB4B-40AC-C2E6-CED0A59D3C03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4" name="pg1947">
                <a:extLst>
                  <a:ext uri="{FF2B5EF4-FFF2-40B4-BE49-F238E27FC236}">
                    <a16:creationId xmlns:a16="http://schemas.microsoft.com/office/drawing/2014/main" id="{71783A66-47B6-6276-BFA7-47B929F8CF9C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5" name="pg1948">
                <a:extLst>
                  <a:ext uri="{FF2B5EF4-FFF2-40B4-BE49-F238E27FC236}">
                    <a16:creationId xmlns:a16="http://schemas.microsoft.com/office/drawing/2014/main" id="{A2D8C269-2AE5-9188-001B-2AF531D58142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6" name="pg1949">
                <a:extLst>
                  <a:ext uri="{FF2B5EF4-FFF2-40B4-BE49-F238E27FC236}">
                    <a16:creationId xmlns:a16="http://schemas.microsoft.com/office/drawing/2014/main" id="{7FEEEE61-ED9A-3F7A-4280-F89E7583D845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7" name="pg1950">
                <a:extLst>
                  <a:ext uri="{FF2B5EF4-FFF2-40B4-BE49-F238E27FC236}">
                    <a16:creationId xmlns:a16="http://schemas.microsoft.com/office/drawing/2014/main" id="{8CA4AE7C-00DA-DD8A-BC2F-000C629695BA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8" name="pg1951">
                <a:extLst>
                  <a:ext uri="{FF2B5EF4-FFF2-40B4-BE49-F238E27FC236}">
                    <a16:creationId xmlns:a16="http://schemas.microsoft.com/office/drawing/2014/main" id="{EE84E0BF-AC41-8B3E-3698-25007FC18368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9" name="pg1952">
                <a:extLst>
                  <a:ext uri="{FF2B5EF4-FFF2-40B4-BE49-F238E27FC236}">
                    <a16:creationId xmlns:a16="http://schemas.microsoft.com/office/drawing/2014/main" id="{CD13F88C-BF6A-6FB8-15F2-A9E265CB1E3D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0" name="pg1953">
                <a:extLst>
                  <a:ext uri="{FF2B5EF4-FFF2-40B4-BE49-F238E27FC236}">
                    <a16:creationId xmlns:a16="http://schemas.microsoft.com/office/drawing/2014/main" id="{8C3A3603-56F3-0E3B-8E50-E3A1652C7C4D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1" name="pg1954">
                <a:extLst>
                  <a:ext uri="{FF2B5EF4-FFF2-40B4-BE49-F238E27FC236}">
                    <a16:creationId xmlns:a16="http://schemas.microsoft.com/office/drawing/2014/main" id="{B9320A15-BA94-D6EA-31F4-137F2D0E5821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2" name="pg1955">
                <a:extLst>
                  <a:ext uri="{FF2B5EF4-FFF2-40B4-BE49-F238E27FC236}">
                    <a16:creationId xmlns:a16="http://schemas.microsoft.com/office/drawing/2014/main" id="{04BD435D-F165-FB03-B71F-B95A38BD7C9A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9C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3" name="pg1956">
                <a:extLst>
                  <a:ext uri="{FF2B5EF4-FFF2-40B4-BE49-F238E27FC236}">
                    <a16:creationId xmlns:a16="http://schemas.microsoft.com/office/drawing/2014/main" id="{E5F9E108-E150-85C4-9FEC-B0BEE320F4B0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4" name="pg1957">
                <a:extLst>
                  <a:ext uri="{FF2B5EF4-FFF2-40B4-BE49-F238E27FC236}">
                    <a16:creationId xmlns:a16="http://schemas.microsoft.com/office/drawing/2014/main" id="{DC7BDDC6-E054-B6E9-E8B8-760B8DB8A345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5" name="pg1958">
                <a:extLst>
                  <a:ext uri="{FF2B5EF4-FFF2-40B4-BE49-F238E27FC236}">
                    <a16:creationId xmlns:a16="http://schemas.microsoft.com/office/drawing/2014/main" id="{93E47760-8569-9A50-A23F-BDAC41C9B799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6" name="pg1959">
                <a:extLst>
                  <a:ext uri="{FF2B5EF4-FFF2-40B4-BE49-F238E27FC236}">
                    <a16:creationId xmlns:a16="http://schemas.microsoft.com/office/drawing/2014/main" id="{5D4C0FBE-787D-3676-0028-4C6BC656B4EC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99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7" name="pg1960">
                <a:extLst>
                  <a:ext uri="{FF2B5EF4-FFF2-40B4-BE49-F238E27FC236}">
                    <a16:creationId xmlns:a16="http://schemas.microsoft.com/office/drawing/2014/main" id="{6F2717E7-183F-B214-C58A-AB02078DB365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8" name="pg1961">
                <a:extLst>
                  <a:ext uri="{FF2B5EF4-FFF2-40B4-BE49-F238E27FC236}">
                    <a16:creationId xmlns:a16="http://schemas.microsoft.com/office/drawing/2014/main" id="{5BA23E94-D23F-D634-5556-85531D6523C2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9" name="pg1962">
                <a:extLst>
                  <a:ext uri="{FF2B5EF4-FFF2-40B4-BE49-F238E27FC236}">
                    <a16:creationId xmlns:a16="http://schemas.microsoft.com/office/drawing/2014/main" id="{5C8B579D-A266-7D25-F7B9-03B537B94F24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0" name="pg1963">
                <a:extLst>
                  <a:ext uri="{FF2B5EF4-FFF2-40B4-BE49-F238E27FC236}">
                    <a16:creationId xmlns:a16="http://schemas.microsoft.com/office/drawing/2014/main" id="{6328A1A8-E753-85F6-22A2-A2F022AD5E0B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1" name="pg1964">
                <a:extLst>
                  <a:ext uri="{FF2B5EF4-FFF2-40B4-BE49-F238E27FC236}">
                    <a16:creationId xmlns:a16="http://schemas.microsoft.com/office/drawing/2014/main" id="{9E157561-001B-8FBF-3A89-61DCA70EBDF3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2" name="pg1965">
                <a:extLst>
                  <a:ext uri="{FF2B5EF4-FFF2-40B4-BE49-F238E27FC236}">
                    <a16:creationId xmlns:a16="http://schemas.microsoft.com/office/drawing/2014/main" id="{B80F26C4-BD76-3A82-652B-798C41E77F4F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3" name="pg1966">
                <a:extLst>
                  <a:ext uri="{FF2B5EF4-FFF2-40B4-BE49-F238E27FC236}">
                    <a16:creationId xmlns:a16="http://schemas.microsoft.com/office/drawing/2014/main" id="{2B79B56E-E442-5C25-41C5-DAF464B3628F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4" name="pg1967">
                <a:extLst>
                  <a:ext uri="{FF2B5EF4-FFF2-40B4-BE49-F238E27FC236}">
                    <a16:creationId xmlns:a16="http://schemas.microsoft.com/office/drawing/2014/main" id="{39AEC341-84D4-8A79-FB28-CB343F3F7955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5" name="pg1968">
                <a:extLst>
                  <a:ext uri="{FF2B5EF4-FFF2-40B4-BE49-F238E27FC236}">
                    <a16:creationId xmlns:a16="http://schemas.microsoft.com/office/drawing/2014/main" id="{C319B898-23FB-BD18-F93D-A141EBBB4554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6" name="pg1969">
                <a:extLst>
                  <a:ext uri="{FF2B5EF4-FFF2-40B4-BE49-F238E27FC236}">
                    <a16:creationId xmlns:a16="http://schemas.microsoft.com/office/drawing/2014/main" id="{3B9275CB-4BDE-A2C8-9741-6DA42103EF8C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7" name="pg1970">
                <a:extLst>
                  <a:ext uri="{FF2B5EF4-FFF2-40B4-BE49-F238E27FC236}">
                    <a16:creationId xmlns:a16="http://schemas.microsoft.com/office/drawing/2014/main" id="{F2AA50AD-25A3-93DA-DA73-1375E99A321D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8" name="pg1971">
                <a:extLst>
                  <a:ext uri="{FF2B5EF4-FFF2-40B4-BE49-F238E27FC236}">
                    <a16:creationId xmlns:a16="http://schemas.microsoft.com/office/drawing/2014/main" id="{6007BA52-5D9A-BA5A-C60C-18842372D1A8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9" name="pg1972">
                <a:extLst>
                  <a:ext uri="{FF2B5EF4-FFF2-40B4-BE49-F238E27FC236}">
                    <a16:creationId xmlns:a16="http://schemas.microsoft.com/office/drawing/2014/main" id="{E02E8A5A-CC40-8406-7CD1-9AE0B44A1294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0" name="pg1973">
                <a:extLst>
                  <a:ext uri="{FF2B5EF4-FFF2-40B4-BE49-F238E27FC236}">
                    <a16:creationId xmlns:a16="http://schemas.microsoft.com/office/drawing/2014/main" id="{912CB274-BF9C-8E06-705D-0FB5F1CCAD76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1" name="pg1974">
                <a:extLst>
                  <a:ext uri="{FF2B5EF4-FFF2-40B4-BE49-F238E27FC236}">
                    <a16:creationId xmlns:a16="http://schemas.microsoft.com/office/drawing/2014/main" id="{5A9E1499-BD43-FFE1-E6CD-A0EFBBF327BA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2" name="pg1975">
                <a:extLst>
                  <a:ext uri="{FF2B5EF4-FFF2-40B4-BE49-F238E27FC236}">
                    <a16:creationId xmlns:a16="http://schemas.microsoft.com/office/drawing/2014/main" id="{0C4F54B7-4ADF-EAEE-1672-8EE43FEC88E5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3" name="pg1976">
                <a:extLst>
                  <a:ext uri="{FF2B5EF4-FFF2-40B4-BE49-F238E27FC236}">
                    <a16:creationId xmlns:a16="http://schemas.microsoft.com/office/drawing/2014/main" id="{F08B178F-2085-4F87-50A0-F8094C4B038E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4" name="pg1977">
                <a:extLst>
                  <a:ext uri="{FF2B5EF4-FFF2-40B4-BE49-F238E27FC236}">
                    <a16:creationId xmlns:a16="http://schemas.microsoft.com/office/drawing/2014/main" id="{9D64FB98-82CF-3479-CE2C-CDFC947ADE35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5" name="pg1978">
                <a:extLst>
                  <a:ext uri="{FF2B5EF4-FFF2-40B4-BE49-F238E27FC236}">
                    <a16:creationId xmlns:a16="http://schemas.microsoft.com/office/drawing/2014/main" id="{E33B90CB-C081-5C58-85EA-CC96B106CCE3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6" name="pg1979">
                <a:extLst>
                  <a:ext uri="{FF2B5EF4-FFF2-40B4-BE49-F238E27FC236}">
                    <a16:creationId xmlns:a16="http://schemas.microsoft.com/office/drawing/2014/main" id="{E1D5EAAC-F28C-B123-4F50-17D047F43E2F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7" name="pg1980">
                <a:extLst>
                  <a:ext uri="{FF2B5EF4-FFF2-40B4-BE49-F238E27FC236}">
                    <a16:creationId xmlns:a16="http://schemas.microsoft.com/office/drawing/2014/main" id="{80D79376-FB9A-F0A9-43EA-EA71FF46E1E6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8" name="pg1981">
                <a:extLst>
                  <a:ext uri="{FF2B5EF4-FFF2-40B4-BE49-F238E27FC236}">
                    <a16:creationId xmlns:a16="http://schemas.microsoft.com/office/drawing/2014/main" id="{6EA2FC09-5935-6615-D414-5B9D1BDF558A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9" name="pg1982">
                <a:extLst>
                  <a:ext uri="{FF2B5EF4-FFF2-40B4-BE49-F238E27FC236}">
                    <a16:creationId xmlns:a16="http://schemas.microsoft.com/office/drawing/2014/main" id="{E86C026D-59A3-C082-6704-DDE4A665EA09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0" name="pg1983">
                <a:extLst>
                  <a:ext uri="{FF2B5EF4-FFF2-40B4-BE49-F238E27FC236}">
                    <a16:creationId xmlns:a16="http://schemas.microsoft.com/office/drawing/2014/main" id="{9A3808B8-A631-36C3-0D51-CF0F16C04E6E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1" name="pg1984">
                <a:extLst>
                  <a:ext uri="{FF2B5EF4-FFF2-40B4-BE49-F238E27FC236}">
                    <a16:creationId xmlns:a16="http://schemas.microsoft.com/office/drawing/2014/main" id="{01DDC931-A59C-8E98-9BD0-960443AD9AA3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2" name="pg1985">
                <a:extLst>
                  <a:ext uri="{FF2B5EF4-FFF2-40B4-BE49-F238E27FC236}">
                    <a16:creationId xmlns:a16="http://schemas.microsoft.com/office/drawing/2014/main" id="{8756DEAE-9DC1-2DB2-4A26-33CD625F6ADD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3" name="pg1986">
                <a:extLst>
                  <a:ext uri="{FF2B5EF4-FFF2-40B4-BE49-F238E27FC236}">
                    <a16:creationId xmlns:a16="http://schemas.microsoft.com/office/drawing/2014/main" id="{FCB42640-7BEF-1009-5F36-313744DF4E5E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4" name="pg1987">
                <a:extLst>
                  <a:ext uri="{FF2B5EF4-FFF2-40B4-BE49-F238E27FC236}">
                    <a16:creationId xmlns:a16="http://schemas.microsoft.com/office/drawing/2014/main" id="{B3B9038F-5267-30CE-A5CF-1FD4368D4D97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5" name="pg1988">
                <a:extLst>
                  <a:ext uri="{FF2B5EF4-FFF2-40B4-BE49-F238E27FC236}">
                    <a16:creationId xmlns:a16="http://schemas.microsoft.com/office/drawing/2014/main" id="{F6A3C728-E8AE-76AC-284D-F357C73EACF9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6" name="pg1989">
                <a:extLst>
                  <a:ext uri="{FF2B5EF4-FFF2-40B4-BE49-F238E27FC236}">
                    <a16:creationId xmlns:a16="http://schemas.microsoft.com/office/drawing/2014/main" id="{0E4D8FC8-68DA-0EB5-48C8-C0F4D7ED2940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7" name="pg1990">
                <a:extLst>
                  <a:ext uri="{FF2B5EF4-FFF2-40B4-BE49-F238E27FC236}">
                    <a16:creationId xmlns:a16="http://schemas.microsoft.com/office/drawing/2014/main" id="{83923AAB-77F3-171D-AF22-28C06E1CA1AE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8" name="pg1991">
                <a:extLst>
                  <a:ext uri="{FF2B5EF4-FFF2-40B4-BE49-F238E27FC236}">
                    <a16:creationId xmlns:a16="http://schemas.microsoft.com/office/drawing/2014/main" id="{5CA19F9B-8335-08C5-7172-B49D3179C499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9" name="pg1992">
                <a:extLst>
                  <a:ext uri="{FF2B5EF4-FFF2-40B4-BE49-F238E27FC236}">
                    <a16:creationId xmlns:a16="http://schemas.microsoft.com/office/drawing/2014/main" id="{3F7DF21C-D697-7D06-02EA-31832189BC40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DC0">
                  <a:alpha val="100000"/>
                </a:srgbClr>
              </a:solidFill>
              <a:ln w="5420" cap="flat">
                <a:solidFill>
                  <a:srgbClr val="92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0" name="pg1993">
                <a:extLst>
                  <a:ext uri="{FF2B5EF4-FFF2-40B4-BE49-F238E27FC236}">
                    <a16:creationId xmlns:a16="http://schemas.microsoft.com/office/drawing/2014/main" id="{750033F1-8C86-0F6D-BD83-1BFCB32A15CD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1" name="pg1994">
                <a:extLst>
                  <a:ext uri="{FF2B5EF4-FFF2-40B4-BE49-F238E27FC236}">
                    <a16:creationId xmlns:a16="http://schemas.microsoft.com/office/drawing/2014/main" id="{3754FD34-D9EF-E8C3-FF5B-B33DE04CC43F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2" name="pg1995">
                <a:extLst>
                  <a:ext uri="{FF2B5EF4-FFF2-40B4-BE49-F238E27FC236}">
                    <a16:creationId xmlns:a16="http://schemas.microsoft.com/office/drawing/2014/main" id="{EB53AA24-424E-5C4F-DE70-8DB07EA55974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3" name="pg1996">
                <a:extLst>
                  <a:ext uri="{FF2B5EF4-FFF2-40B4-BE49-F238E27FC236}">
                    <a16:creationId xmlns:a16="http://schemas.microsoft.com/office/drawing/2014/main" id="{5F0F77B5-AC1D-0D53-91F0-FCB45E94E577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4" name="pg1997">
                <a:extLst>
                  <a:ext uri="{FF2B5EF4-FFF2-40B4-BE49-F238E27FC236}">
                    <a16:creationId xmlns:a16="http://schemas.microsoft.com/office/drawing/2014/main" id="{CC8B62CC-4CF3-242F-435E-D3D9D68807FF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5" name="pg1998">
                <a:extLst>
                  <a:ext uri="{FF2B5EF4-FFF2-40B4-BE49-F238E27FC236}">
                    <a16:creationId xmlns:a16="http://schemas.microsoft.com/office/drawing/2014/main" id="{B41DAFE2-88EA-CB5F-9E77-CFEF0D57BA7E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6" name="pg1999">
                <a:extLst>
                  <a:ext uri="{FF2B5EF4-FFF2-40B4-BE49-F238E27FC236}">
                    <a16:creationId xmlns:a16="http://schemas.microsoft.com/office/drawing/2014/main" id="{54E85AAF-EAB2-D13C-3BC6-C427BC3B21AF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7" name="pg2000">
                <a:extLst>
                  <a:ext uri="{FF2B5EF4-FFF2-40B4-BE49-F238E27FC236}">
                    <a16:creationId xmlns:a16="http://schemas.microsoft.com/office/drawing/2014/main" id="{DC0B4DF7-D754-8738-FAB3-FAB81A8FDB62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8" name="pg2001">
                <a:extLst>
                  <a:ext uri="{FF2B5EF4-FFF2-40B4-BE49-F238E27FC236}">
                    <a16:creationId xmlns:a16="http://schemas.microsoft.com/office/drawing/2014/main" id="{0A52DBD4-F252-8510-E8BF-CC409D00B819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9" name="pg2002">
                <a:extLst>
                  <a:ext uri="{FF2B5EF4-FFF2-40B4-BE49-F238E27FC236}">
                    <a16:creationId xmlns:a16="http://schemas.microsoft.com/office/drawing/2014/main" id="{8A125906-6F9D-9231-6AD7-A96F29A775B4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0" name="pg2003">
                <a:extLst>
                  <a:ext uri="{FF2B5EF4-FFF2-40B4-BE49-F238E27FC236}">
                    <a16:creationId xmlns:a16="http://schemas.microsoft.com/office/drawing/2014/main" id="{E55BB200-ADFB-6FBB-7AB8-A0C5E4F0FF24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1" name="pg2004">
                <a:extLst>
                  <a:ext uri="{FF2B5EF4-FFF2-40B4-BE49-F238E27FC236}">
                    <a16:creationId xmlns:a16="http://schemas.microsoft.com/office/drawing/2014/main" id="{6AF02F77-2DAC-7041-AB06-E4B4D8174078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2" name="pg2005">
                <a:extLst>
                  <a:ext uri="{FF2B5EF4-FFF2-40B4-BE49-F238E27FC236}">
                    <a16:creationId xmlns:a16="http://schemas.microsoft.com/office/drawing/2014/main" id="{3409610B-E2C2-E410-E59A-2471F82348A9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3" name="pg2006">
                <a:extLst>
                  <a:ext uri="{FF2B5EF4-FFF2-40B4-BE49-F238E27FC236}">
                    <a16:creationId xmlns:a16="http://schemas.microsoft.com/office/drawing/2014/main" id="{6AE1C006-B22F-2DCA-730C-D180273C0491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4" name="pg2007">
                <a:extLst>
                  <a:ext uri="{FF2B5EF4-FFF2-40B4-BE49-F238E27FC236}">
                    <a16:creationId xmlns:a16="http://schemas.microsoft.com/office/drawing/2014/main" id="{8A66A2D9-E469-DDC4-B356-C44D16D778F5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5" name="pg2008">
                <a:extLst>
                  <a:ext uri="{FF2B5EF4-FFF2-40B4-BE49-F238E27FC236}">
                    <a16:creationId xmlns:a16="http://schemas.microsoft.com/office/drawing/2014/main" id="{248A37CB-9CD8-01EB-2C31-700FB2B12E5C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6" name="pg2009">
                <a:extLst>
                  <a:ext uri="{FF2B5EF4-FFF2-40B4-BE49-F238E27FC236}">
                    <a16:creationId xmlns:a16="http://schemas.microsoft.com/office/drawing/2014/main" id="{9AB3F752-C6B8-E1FB-320F-DAA684CA3BCE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7" name="pg2010">
                <a:extLst>
                  <a:ext uri="{FF2B5EF4-FFF2-40B4-BE49-F238E27FC236}">
                    <a16:creationId xmlns:a16="http://schemas.microsoft.com/office/drawing/2014/main" id="{6808CD4E-D01C-D882-A2D4-49F8F0ED17AE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8" name="pg2011">
                <a:extLst>
                  <a:ext uri="{FF2B5EF4-FFF2-40B4-BE49-F238E27FC236}">
                    <a16:creationId xmlns:a16="http://schemas.microsoft.com/office/drawing/2014/main" id="{00F72D98-3414-7E70-3212-A231A5B01D8C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9" name="pg2012">
                <a:extLst>
                  <a:ext uri="{FF2B5EF4-FFF2-40B4-BE49-F238E27FC236}">
                    <a16:creationId xmlns:a16="http://schemas.microsoft.com/office/drawing/2014/main" id="{958F5AA0-4A50-9E64-6D46-8A6937E55B1F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0" name="pg2013">
                <a:extLst>
                  <a:ext uri="{FF2B5EF4-FFF2-40B4-BE49-F238E27FC236}">
                    <a16:creationId xmlns:a16="http://schemas.microsoft.com/office/drawing/2014/main" id="{A1C5C08D-8DF9-48E8-E4DB-AE0004144207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1" name="pg2014">
                <a:extLst>
                  <a:ext uri="{FF2B5EF4-FFF2-40B4-BE49-F238E27FC236}">
                    <a16:creationId xmlns:a16="http://schemas.microsoft.com/office/drawing/2014/main" id="{68A295A3-7E29-308C-3C0A-EC3EB122FFE0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2" name="pg2015">
                <a:extLst>
                  <a:ext uri="{FF2B5EF4-FFF2-40B4-BE49-F238E27FC236}">
                    <a16:creationId xmlns:a16="http://schemas.microsoft.com/office/drawing/2014/main" id="{3968E2B7-4877-F758-F989-8AFA8B0320C6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3" name="pg2016">
                <a:extLst>
                  <a:ext uri="{FF2B5EF4-FFF2-40B4-BE49-F238E27FC236}">
                    <a16:creationId xmlns:a16="http://schemas.microsoft.com/office/drawing/2014/main" id="{BB5D1EDA-75C2-430D-5471-4AC27A763CDF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4" name="pg2017">
                <a:extLst>
                  <a:ext uri="{FF2B5EF4-FFF2-40B4-BE49-F238E27FC236}">
                    <a16:creationId xmlns:a16="http://schemas.microsoft.com/office/drawing/2014/main" id="{311D1A34-66D6-D0B2-E4A5-69DE1BD1804E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5" name="pg2018">
                <a:extLst>
                  <a:ext uri="{FF2B5EF4-FFF2-40B4-BE49-F238E27FC236}">
                    <a16:creationId xmlns:a16="http://schemas.microsoft.com/office/drawing/2014/main" id="{D777D0CE-E01F-3D41-D17F-6B6A5E3C1AC7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6" name="pg2019">
                <a:extLst>
                  <a:ext uri="{FF2B5EF4-FFF2-40B4-BE49-F238E27FC236}">
                    <a16:creationId xmlns:a16="http://schemas.microsoft.com/office/drawing/2014/main" id="{F9498004-7117-4BF0-DBA6-B7647EE849C0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90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7" name="pg2020">
                <a:extLst>
                  <a:ext uri="{FF2B5EF4-FFF2-40B4-BE49-F238E27FC236}">
                    <a16:creationId xmlns:a16="http://schemas.microsoft.com/office/drawing/2014/main" id="{606DB17A-6D1E-6F56-3601-FB6BF9CD1BC8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97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8" name="pg2021">
                <a:extLst>
                  <a:ext uri="{FF2B5EF4-FFF2-40B4-BE49-F238E27FC236}">
                    <a16:creationId xmlns:a16="http://schemas.microsoft.com/office/drawing/2014/main" id="{D064C4B6-8C63-3712-9938-96E3193F007A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9" name="pg2022">
                <a:extLst>
                  <a:ext uri="{FF2B5EF4-FFF2-40B4-BE49-F238E27FC236}">
                    <a16:creationId xmlns:a16="http://schemas.microsoft.com/office/drawing/2014/main" id="{F7E3B089-CB0C-B600-B26D-8CDFC42DE077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0" name="pg2023">
                <a:extLst>
                  <a:ext uri="{FF2B5EF4-FFF2-40B4-BE49-F238E27FC236}">
                    <a16:creationId xmlns:a16="http://schemas.microsoft.com/office/drawing/2014/main" id="{CBC6F3B9-6420-626A-A1FB-4EC5A6E0FD77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1" name="pg2024">
                <a:extLst>
                  <a:ext uri="{FF2B5EF4-FFF2-40B4-BE49-F238E27FC236}">
                    <a16:creationId xmlns:a16="http://schemas.microsoft.com/office/drawing/2014/main" id="{54FD5FF4-D478-B9CF-AA93-B30E254B8E21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2" name="pg2025">
                <a:extLst>
                  <a:ext uri="{FF2B5EF4-FFF2-40B4-BE49-F238E27FC236}">
                    <a16:creationId xmlns:a16="http://schemas.microsoft.com/office/drawing/2014/main" id="{BDC9F962-3455-7074-435F-94116C78A791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3" name="pg2026">
                <a:extLst>
                  <a:ext uri="{FF2B5EF4-FFF2-40B4-BE49-F238E27FC236}">
                    <a16:creationId xmlns:a16="http://schemas.microsoft.com/office/drawing/2014/main" id="{09B39CD9-3128-988F-949A-76BC6911890C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4" name="pg2027">
                <a:extLst>
                  <a:ext uri="{FF2B5EF4-FFF2-40B4-BE49-F238E27FC236}">
                    <a16:creationId xmlns:a16="http://schemas.microsoft.com/office/drawing/2014/main" id="{C4F6A4BA-BAD0-F575-7764-4BC14D6EF9F0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5" name="pg2028">
                <a:extLst>
                  <a:ext uri="{FF2B5EF4-FFF2-40B4-BE49-F238E27FC236}">
                    <a16:creationId xmlns:a16="http://schemas.microsoft.com/office/drawing/2014/main" id="{A15469FE-3957-6459-8E83-C74CC4F0265A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6" name="pg2029">
                <a:extLst>
                  <a:ext uri="{FF2B5EF4-FFF2-40B4-BE49-F238E27FC236}">
                    <a16:creationId xmlns:a16="http://schemas.microsoft.com/office/drawing/2014/main" id="{6C25BED2-36C6-2100-BFF0-9DF0C31E1E47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7" name="pg2030">
                <a:extLst>
                  <a:ext uri="{FF2B5EF4-FFF2-40B4-BE49-F238E27FC236}">
                    <a16:creationId xmlns:a16="http://schemas.microsoft.com/office/drawing/2014/main" id="{BFE07923-DFAA-1631-BB2C-CF0F69CD781B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8" name="pg2031">
                <a:extLst>
                  <a:ext uri="{FF2B5EF4-FFF2-40B4-BE49-F238E27FC236}">
                    <a16:creationId xmlns:a16="http://schemas.microsoft.com/office/drawing/2014/main" id="{A1AE6138-0C56-7FE1-9185-39248D43F5E2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9" name="pg2032">
                <a:extLst>
                  <a:ext uri="{FF2B5EF4-FFF2-40B4-BE49-F238E27FC236}">
                    <a16:creationId xmlns:a16="http://schemas.microsoft.com/office/drawing/2014/main" id="{F7B0386B-A31C-337F-AA1A-63415D571BB0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0" name="pg2033">
                <a:extLst>
                  <a:ext uri="{FF2B5EF4-FFF2-40B4-BE49-F238E27FC236}">
                    <a16:creationId xmlns:a16="http://schemas.microsoft.com/office/drawing/2014/main" id="{0E437013-4177-0B6C-14E2-FA1EF1089489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1" name="pg2034">
                <a:extLst>
                  <a:ext uri="{FF2B5EF4-FFF2-40B4-BE49-F238E27FC236}">
                    <a16:creationId xmlns:a16="http://schemas.microsoft.com/office/drawing/2014/main" id="{2D8A638A-19F7-51DB-79F8-F01B73CB1C92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2" name="pg2035">
                <a:extLst>
                  <a:ext uri="{FF2B5EF4-FFF2-40B4-BE49-F238E27FC236}">
                    <a16:creationId xmlns:a16="http://schemas.microsoft.com/office/drawing/2014/main" id="{F86CD318-D9B1-BF71-EC19-A3EFB9A70FBA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3" name="pg2036">
                <a:extLst>
                  <a:ext uri="{FF2B5EF4-FFF2-40B4-BE49-F238E27FC236}">
                    <a16:creationId xmlns:a16="http://schemas.microsoft.com/office/drawing/2014/main" id="{A3B27AA7-0852-A736-BDE5-5C81F04E9D1F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4" name="pg2037">
                <a:extLst>
                  <a:ext uri="{FF2B5EF4-FFF2-40B4-BE49-F238E27FC236}">
                    <a16:creationId xmlns:a16="http://schemas.microsoft.com/office/drawing/2014/main" id="{53F4AED3-4593-6B72-633B-6A399FAF5488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5" name="pg2038">
                <a:extLst>
                  <a:ext uri="{FF2B5EF4-FFF2-40B4-BE49-F238E27FC236}">
                    <a16:creationId xmlns:a16="http://schemas.microsoft.com/office/drawing/2014/main" id="{75507CB4-15E8-C6A0-069E-B35E4F4D39D5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6" name="pg2039">
                <a:extLst>
                  <a:ext uri="{FF2B5EF4-FFF2-40B4-BE49-F238E27FC236}">
                    <a16:creationId xmlns:a16="http://schemas.microsoft.com/office/drawing/2014/main" id="{41BAFB57-8C50-84E9-19CE-4632222A7B5F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9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7" name="pg2040">
                <a:extLst>
                  <a:ext uri="{FF2B5EF4-FFF2-40B4-BE49-F238E27FC236}">
                    <a16:creationId xmlns:a16="http://schemas.microsoft.com/office/drawing/2014/main" id="{C403C50F-5F75-1F78-7E36-42262CF136B0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8" name="pg2041">
                <a:extLst>
                  <a:ext uri="{FF2B5EF4-FFF2-40B4-BE49-F238E27FC236}">
                    <a16:creationId xmlns:a16="http://schemas.microsoft.com/office/drawing/2014/main" id="{FAD914A0-10A8-FB0C-3347-CD3DF081206E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9" name="pg2042">
                <a:extLst>
                  <a:ext uri="{FF2B5EF4-FFF2-40B4-BE49-F238E27FC236}">
                    <a16:creationId xmlns:a16="http://schemas.microsoft.com/office/drawing/2014/main" id="{E5A21AA7-7051-E240-395A-8D29A4C43B01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0" name="pg2043">
                <a:extLst>
                  <a:ext uri="{FF2B5EF4-FFF2-40B4-BE49-F238E27FC236}">
                    <a16:creationId xmlns:a16="http://schemas.microsoft.com/office/drawing/2014/main" id="{F6F84318-212D-28C9-B598-FC906AF84ADC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1" name="pg2044">
                <a:extLst>
                  <a:ext uri="{FF2B5EF4-FFF2-40B4-BE49-F238E27FC236}">
                    <a16:creationId xmlns:a16="http://schemas.microsoft.com/office/drawing/2014/main" id="{E8371FFF-1B40-FB54-4BE7-2F800FB88711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2" name="pg2045">
                <a:extLst>
                  <a:ext uri="{FF2B5EF4-FFF2-40B4-BE49-F238E27FC236}">
                    <a16:creationId xmlns:a16="http://schemas.microsoft.com/office/drawing/2014/main" id="{09A8BF85-63A8-1706-8D4A-06325B41486B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3" name="pg2046">
                <a:extLst>
                  <a:ext uri="{FF2B5EF4-FFF2-40B4-BE49-F238E27FC236}">
                    <a16:creationId xmlns:a16="http://schemas.microsoft.com/office/drawing/2014/main" id="{BB3D39CF-00C8-FBC7-698F-EB401649C919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4" name="pg2047">
                <a:extLst>
                  <a:ext uri="{FF2B5EF4-FFF2-40B4-BE49-F238E27FC236}">
                    <a16:creationId xmlns:a16="http://schemas.microsoft.com/office/drawing/2014/main" id="{1F585354-8571-7582-744E-DE3B787D1718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5" name="pg2048">
                <a:extLst>
                  <a:ext uri="{FF2B5EF4-FFF2-40B4-BE49-F238E27FC236}">
                    <a16:creationId xmlns:a16="http://schemas.microsoft.com/office/drawing/2014/main" id="{822A8D13-DE98-C638-65A6-F16D1B6376DC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6" name="pg2049">
                <a:extLst>
                  <a:ext uri="{FF2B5EF4-FFF2-40B4-BE49-F238E27FC236}">
                    <a16:creationId xmlns:a16="http://schemas.microsoft.com/office/drawing/2014/main" id="{46F9C04F-11FE-F5E8-B67E-4648364CE851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7" name="pg2050">
                <a:extLst>
                  <a:ext uri="{FF2B5EF4-FFF2-40B4-BE49-F238E27FC236}">
                    <a16:creationId xmlns:a16="http://schemas.microsoft.com/office/drawing/2014/main" id="{585703F6-85BF-9BA9-5309-204139B5EF76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8" name="pg2051">
                <a:extLst>
                  <a:ext uri="{FF2B5EF4-FFF2-40B4-BE49-F238E27FC236}">
                    <a16:creationId xmlns:a16="http://schemas.microsoft.com/office/drawing/2014/main" id="{D26E426C-5F23-E78C-1AB0-96733A8786D0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9" name="pg2052">
                <a:extLst>
                  <a:ext uri="{FF2B5EF4-FFF2-40B4-BE49-F238E27FC236}">
                    <a16:creationId xmlns:a16="http://schemas.microsoft.com/office/drawing/2014/main" id="{83098E78-1EEB-07F9-B2AD-AF77CCAD83CD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0" name="pg2053">
                <a:extLst>
                  <a:ext uri="{FF2B5EF4-FFF2-40B4-BE49-F238E27FC236}">
                    <a16:creationId xmlns:a16="http://schemas.microsoft.com/office/drawing/2014/main" id="{450B1CCF-7E98-973C-0B12-DF4F747548B4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1" name="pg2054">
                <a:extLst>
                  <a:ext uri="{FF2B5EF4-FFF2-40B4-BE49-F238E27FC236}">
                    <a16:creationId xmlns:a16="http://schemas.microsoft.com/office/drawing/2014/main" id="{8DB5FF75-13A5-0A29-D459-CBBE8A8AAF18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2" name="pg2055">
                <a:extLst>
                  <a:ext uri="{FF2B5EF4-FFF2-40B4-BE49-F238E27FC236}">
                    <a16:creationId xmlns:a16="http://schemas.microsoft.com/office/drawing/2014/main" id="{A0DB6DB3-58F7-1C0B-E932-37CE901702CA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3" name="pg2056">
                <a:extLst>
                  <a:ext uri="{FF2B5EF4-FFF2-40B4-BE49-F238E27FC236}">
                    <a16:creationId xmlns:a16="http://schemas.microsoft.com/office/drawing/2014/main" id="{24C58972-0BED-5CDC-A4B1-FE908BAF6D0E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4" name="pg2057">
                <a:extLst>
                  <a:ext uri="{FF2B5EF4-FFF2-40B4-BE49-F238E27FC236}">
                    <a16:creationId xmlns:a16="http://schemas.microsoft.com/office/drawing/2014/main" id="{E7AA3BCB-1D72-4596-4D1B-6597AC09C425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5" name="pg2058">
                <a:extLst>
                  <a:ext uri="{FF2B5EF4-FFF2-40B4-BE49-F238E27FC236}">
                    <a16:creationId xmlns:a16="http://schemas.microsoft.com/office/drawing/2014/main" id="{99D64DFC-260C-B529-41B5-3916B03B656E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6" name="pg2059">
                <a:extLst>
                  <a:ext uri="{FF2B5EF4-FFF2-40B4-BE49-F238E27FC236}">
                    <a16:creationId xmlns:a16="http://schemas.microsoft.com/office/drawing/2014/main" id="{AB99086B-A31E-DCBE-B895-80FEF719620A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7" name="pg2060">
                <a:extLst>
                  <a:ext uri="{FF2B5EF4-FFF2-40B4-BE49-F238E27FC236}">
                    <a16:creationId xmlns:a16="http://schemas.microsoft.com/office/drawing/2014/main" id="{A002D9F1-1083-11FE-0A21-7B9A7735DFD1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8" name="pg2061">
                <a:extLst>
                  <a:ext uri="{FF2B5EF4-FFF2-40B4-BE49-F238E27FC236}">
                    <a16:creationId xmlns:a16="http://schemas.microsoft.com/office/drawing/2014/main" id="{305583E0-0001-B63B-1F93-4E29A769287A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9" name="pg2062">
                <a:extLst>
                  <a:ext uri="{FF2B5EF4-FFF2-40B4-BE49-F238E27FC236}">
                    <a16:creationId xmlns:a16="http://schemas.microsoft.com/office/drawing/2014/main" id="{8166DA40-9D3A-915F-7C16-41317C7E59A0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0" name="pg2063">
                <a:extLst>
                  <a:ext uri="{FF2B5EF4-FFF2-40B4-BE49-F238E27FC236}">
                    <a16:creationId xmlns:a16="http://schemas.microsoft.com/office/drawing/2014/main" id="{55691D12-C65D-E28F-DBDA-5FAE36658967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1" name="pg2064">
                <a:extLst>
                  <a:ext uri="{FF2B5EF4-FFF2-40B4-BE49-F238E27FC236}">
                    <a16:creationId xmlns:a16="http://schemas.microsoft.com/office/drawing/2014/main" id="{05C20C4E-D8B3-D29C-617D-B93E6F54B1CC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2" name="pg2065">
                <a:extLst>
                  <a:ext uri="{FF2B5EF4-FFF2-40B4-BE49-F238E27FC236}">
                    <a16:creationId xmlns:a16="http://schemas.microsoft.com/office/drawing/2014/main" id="{03B7AA70-6295-6401-727F-4A8F37094EC1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3" name="pg2066">
                <a:extLst>
                  <a:ext uri="{FF2B5EF4-FFF2-40B4-BE49-F238E27FC236}">
                    <a16:creationId xmlns:a16="http://schemas.microsoft.com/office/drawing/2014/main" id="{6D0CA125-0251-F441-EDB1-3F04876FE88F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4" name="pg2067">
                <a:extLst>
                  <a:ext uri="{FF2B5EF4-FFF2-40B4-BE49-F238E27FC236}">
                    <a16:creationId xmlns:a16="http://schemas.microsoft.com/office/drawing/2014/main" id="{49FAE004-3CBB-5664-8AEB-C265FDF17AC2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5" name="pg2068">
                <a:extLst>
                  <a:ext uri="{FF2B5EF4-FFF2-40B4-BE49-F238E27FC236}">
                    <a16:creationId xmlns:a16="http://schemas.microsoft.com/office/drawing/2014/main" id="{1D95706F-EABC-BEBC-A589-E80AF7B4DE41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6" name="pg2069">
                <a:extLst>
                  <a:ext uri="{FF2B5EF4-FFF2-40B4-BE49-F238E27FC236}">
                    <a16:creationId xmlns:a16="http://schemas.microsoft.com/office/drawing/2014/main" id="{35221B79-41A8-AE37-68E7-7889058F3088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7" name="pg2070">
                <a:extLst>
                  <a:ext uri="{FF2B5EF4-FFF2-40B4-BE49-F238E27FC236}">
                    <a16:creationId xmlns:a16="http://schemas.microsoft.com/office/drawing/2014/main" id="{22E8C923-CCDA-281B-09FE-D5EFE014B671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8" name="pg2071">
                <a:extLst>
                  <a:ext uri="{FF2B5EF4-FFF2-40B4-BE49-F238E27FC236}">
                    <a16:creationId xmlns:a16="http://schemas.microsoft.com/office/drawing/2014/main" id="{1236A696-2D1D-D55F-40E5-EF330271EE65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9" name="pg2072">
                <a:extLst>
                  <a:ext uri="{FF2B5EF4-FFF2-40B4-BE49-F238E27FC236}">
                    <a16:creationId xmlns:a16="http://schemas.microsoft.com/office/drawing/2014/main" id="{D7FE2CAC-6573-8D3E-AEA6-2B8B4AE89D94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0" name="pg2073">
                <a:extLst>
                  <a:ext uri="{FF2B5EF4-FFF2-40B4-BE49-F238E27FC236}">
                    <a16:creationId xmlns:a16="http://schemas.microsoft.com/office/drawing/2014/main" id="{08326D4E-7B60-8D61-F8A8-6A72EDBD71B4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1" name="pg2074">
                <a:extLst>
                  <a:ext uri="{FF2B5EF4-FFF2-40B4-BE49-F238E27FC236}">
                    <a16:creationId xmlns:a16="http://schemas.microsoft.com/office/drawing/2014/main" id="{0027E18C-1F1C-1AA6-AB60-6A439F098C4E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2" name="pg2075">
                <a:extLst>
                  <a:ext uri="{FF2B5EF4-FFF2-40B4-BE49-F238E27FC236}">
                    <a16:creationId xmlns:a16="http://schemas.microsoft.com/office/drawing/2014/main" id="{F96405C8-35F2-4B3A-FF0B-7A87CE060539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3" name="pg2076">
                <a:extLst>
                  <a:ext uri="{FF2B5EF4-FFF2-40B4-BE49-F238E27FC236}">
                    <a16:creationId xmlns:a16="http://schemas.microsoft.com/office/drawing/2014/main" id="{6FDCDAD1-8181-B729-1B8D-0C053CD4E27C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4" name="pg2077">
                <a:extLst>
                  <a:ext uri="{FF2B5EF4-FFF2-40B4-BE49-F238E27FC236}">
                    <a16:creationId xmlns:a16="http://schemas.microsoft.com/office/drawing/2014/main" id="{6FF4F877-8E84-7140-681E-186AF56D01F3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5" name="pg2078">
                <a:extLst>
                  <a:ext uri="{FF2B5EF4-FFF2-40B4-BE49-F238E27FC236}">
                    <a16:creationId xmlns:a16="http://schemas.microsoft.com/office/drawing/2014/main" id="{E2D3B63D-8997-1E36-6F77-728996ADC4B1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6" name="pg2079">
                <a:extLst>
                  <a:ext uri="{FF2B5EF4-FFF2-40B4-BE49-F238E27FC236}">
                    <a16:creationId xmlns:a16="http://schemas.microsoft.com/office/drawing/2014/main" id="{22C2F117-FAB2-A52A-6F4D-D3F544AF27DF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7" name="pg2080">
                <a:extLst>
                  <a:ext uri="{FF2B5EF4-FFF2-40B4-BE49-F238E27FC236}">
                    <a16:creationId xmlns:a16="http://schemas.microsoft.com/office/drawing/2014/main" id="{29F88926-3189-C4CA-C116-C744D7106B82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8" name="pg2081">
                <a:extLst>
                  <a:ext uri="{FF2B5EF4-FFF2-40B4-BE49-F238E27FC236}">
                    <a16:creationId xmlns:a16="http://schemas.microsoft.com/office/drawing/2014/main" id="{74BAA9F8-5F46-89C5-02FA-89FD5D000441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9" name="pg2082">
                <a:extLst>
                  <a:ext uri="{FF2B5EF4-FFF2-40B4-BE49-F238E27FC236}">
                    <a16:creationId xmlns:a16="http://schemas.microsoft.com/office/drawing/2014/main" id="{1D15DC70-C2C4-8B3C-2F67-463CEBF39D1A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0" name="pg2083">
                <a:extLst>
                  <a:ext uri="{FF2B5EF4-FFF2-40B4-BE49-F238E27FC236}">
                    <a16:creationId xmlns:a16="http://schemas.microsoft.com/office/drawing/2014/main" id="{F1CDCFF5-4B35-6BC3-8F26-69EFF01FD73B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1" name="pg2084">
                <a:extLst>
                  <a:ext uri="{FF2B5EF4-FFF2-40B4-BE49-F238E27FC236}">
                    <a16:creationId xmlns:a16="http://schemas.microsoft.com/office/drawing/2014/main" id="{F9E96D65-615A-C575-0A74-A2E6C86481D7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2" name="pg2085">
                <a:extLst>
                  <a:ext uri="{FF2B5EF4-FFF2-40B4-BE49-F238E27FC236}">
                    <a16:creationId xmlns:a16="http://schemas.microsoft.com/office/drawing/2014/main" id="{05806821-A2B7-3D32-E977-C907DEBDF3D6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3" name="pg2086">
                <a:extLst>
                  <a:ext uri="{FF2B5EF4-FFF2-40B4-BE49-F238E27FC236}">
                    <a16:creationId xmlns:a16="http://schemas.microsoft.com/office/drawing/2014/main" id="{ADC0AB19-F864-1A3B-87B7-7975F528C78F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4" name="pg2087">
                <a:extLst>
                  <a:ext uri="{FF2B5EF4-FFF2-40B4-BE49-F238E27FC236}">
                    <a16:creationId xmlns:a16="http://schemas.microsoft.com/office/drawing/2014/main" id="{DC95FFA7-3804-53CE-9079-CF9620261E2C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5" name="pg2088">
                <a:extLst>
                  <a:ext uri="{FF2B5EF4-FFF2-40B4-BE49-F238E27FC236}">
                    <a16:creationId xmlns:a16="http://schemas.microsoft.com/office/drawing/2014/main" id="{18FB2636-017F-0AF9-E873-38C78CC50B99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6" name="pg2089">
                <a:extLst>
                  <a:ext uri="{FF2B5EF4-FFF2-40B4-BE49-F238E27FC236}">
                    <a16:creationId xmlns:a16="http://schemas.microsoft.com/office/drawing/2014/main" id="{D622B434-195D-8B7C-2813-2AEA5932C069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7" name="pg2090">
                <a:extLst>
                  <a:ext uri="{FF2B5EF4-FFF2-40B4-BE49-F238E27FC236}">
                    <a16:creationId xmlns:a16="http://schemas.microsoft.com/office/drawing/2014/main" id="{8FF1224C-B9FF-BC8C-CA86-5BE17DD3A196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8" name="pg2091">
                <a:extLst>
                  <a:ext uri="{FF2B5EF4-FFF2-40B4-BE49-F238E27FC236}">
                    <a16:creationId xmlns:a16="http://schemas.microsoft.com/office/drawing/2014/main" id="{00A4EF5B-4EAE-01D6-248D-01B3ABB00605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9" name="pg2092">
                <a:extLst>
                  <a:ext uri="{FF2B5EF4-FFF2-40B4-BE49-F238E27FC236}">
                    <a16:creationId xmlns:a16="http://schemas.microsoft.com/office/drawing/2014/main" id="{D1B6E3C2-0A5E-735D-8849-55D839B782FB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0" name="pg2093">
                <a:extLst>
                  <a:ext uri="{FF2B5EF4-FFF2-40B4-BE49-F238E27FC236}">
                    <a16:creationId xmlns:a16="http://schemas.microsoft.com/office/drawing/2014/main" id="{C52DAED1-59DE-9681-C339-909ED88BF553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1" name="pg2094">
                <a:extLst>
                  <a:ext uri="{FF2B5EF4-FFF2-40B4-BE49-F238E27FC236}">
                    <a16:creationId xmlns:a16="http://schemas.microsoft.com/office/drawing/2014/main" id="{64B7A6E9-47C3-08B5-7452-0B4D0E989F8C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2" name="pg2095">
                <a:extLst>
                  <a:ext uri="{FF2B5EF4-FFF2-40B4-BE49-F238E27FC236}">
                    <a16:creationId xmlns:a16="http://schemas.microsoft.com/office/drawing/2014/main" id="{4B4613E7-FE8B-E8F0-797A-14D8798A8BFF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3" name="pg2096">
                <a:extLst>
                  <a:ext uri="{FF2B5EF4-FFF2-40B4-BE49-F238E27FC236}">
                    <a16:creationId xmlns:a16="http://schemas.microsoft.com/office/drawing/2014/main" id="{6132424D-33E5-AA5F-1367-5E17786ED37B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4" name="pg2097">
                <a:extLst>
                  <a:ext uri="{FF2B5EF4-FFF2-40B4-BE49-F238E27FC236}">
                    <a16:creationId xmlns:a16="http://schemas.microsoft.com/office/drawing/2014/main" id="{10AF455C-52FE-D60C-2004-C2D6FB6527A9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5" name="pg2098">
                <a:extLst>
                  <a:ext uri="{FF2B5EF4-FFF2-40B4-BE49-F238E27FC236}">
                    <a16:creationId xmlns:a16="http://schemas.microsoft.com/office/drawing/2014/main" id="{A25D53D0-7A22-655F-C6FE-26F0DF171B51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6" name="pg2099">
                <a:extLst>
                  <a:ext uri="{FF2B5EF4-FFF2-40B4-BE49-F238E27FC236}">
                    <a16:creationId xmlns:a16="http://schemas.microsoft.com/office/drawing/2014/main" id="{C9A44FCC-0284-7522-6169-E42EC5D2772A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7" name="pg2100">
                <a:extLst>
                  <a:ext uri="{FF2B5EF4-FFF2-40B4-BE49-F238E27FC236}">
                    <a16:creationId xmlns:a16="http://schemas.microsoft.com/office/drawing/2014/main" id="{A581CC6F-9396-4C92-FD27-947342D33485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8" name="pg2101">
                <a:extLst>
                  <a:ext uri="{FF2B5EF4-FFF2-40B4-BE49-F238E27FC236}">
                    <a16:creationId xmlns:a16="http://schemas.microsoft.com/office/drawing/2014/main" id="{DBAE10A6-5436-B8B5-99CB-4E2D75732680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9" name="pg2102">
                <a:extLst>
                  <a:ext uri="{FF2B5EF4-FFF2-40B4-BE49-F238E27FC236}">
                    <a16:creationId xmlns:a16="http://schemas.microsoft.com/office/drawing/2014/main" id="{E475E23D-A218-64EC-A98E-1B0666246EB2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0" name="pg2103">
                <a:extLst>
                  <a:ext uri="{FF2B5EF4-FFF2-40B4-BE49-F238E27FC236}">
                    <a16:creationId xmlns:a16="http://schemas.microsoft.com/office/drawing/2014/main" id="{BED96580-08AF-C6F6-536B-01E3B95FFF6E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1" name="pg2104">
                <a:extLst>
                  <a:ext uri="{FF2B5EF4-FFF2-40B4-BE49-F238E27FC236}">
                    <a16:creationId xmlns:a16="http://schemas.microsoft.com/office/drawing/2014/main" id="{AD01E00C-B36B-0F81-7F4D-44582E8AC56F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2" name="pg2105">
                <a:extLst>
                  <a:ext uri="{FF2B5EF4-FFF2-40B4-BE49-F238E27FC236}">
                    <a16:creationId xmlns:a16="http://schemas.microsoft.com/office/drawing/2014/main" id="{F499C3EE-25E7-D939-74D9-317768CF80F0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3" name="pg2106">
                <a:extLst>
                  <a:ext uri="{FF2B5EF4-FFF2-40B4-BE49-F238E27FC236}">
                    <a16:creationId xmlns:a16="http://schemas.microsoft.com/office/drawing/2014/main" id="{A05B340A-D52B-2E0A-58F0-76723F572468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4" name="pg2107">
                <a:extLst>
                  <a:ext uri="{FF2B5EF4-FFF2-40B4-BE49-F238E27FC236}">
                    <a16:creationId xmlns:a16="http://schemas.microsoft.com/office/drawing/2014/main" id="{B5E5E247-185F-F707-7634-35A506A3134A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5" name="pg2108">
                <a:extLst>
                  <a:ext uri="{FF2B5EF4-FFF2-40B4-BE49-F238E27FC236}">
                    <a16:creationId xmlns:a16="http://schemas.microsoft.com/office/drawing/2014/main" id="{7A45C7AF-3F5D-B7D2-542A-50C97C4BD332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6" name="pg2109">
                <a:extLst>
                  <a:ext uri="{FF2B5EF4-FFF2-40B4-BE49-F238E27FC236}">
                    <a16:creationId xmlns:a16="http://schemas.microsoft.com/office/drawing/2014/main" id="{009924B2-1305-2903-6A42-825E4AA66E91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7" name="pg2110">
                <a:extLst>
                  <a:ext uri="{FF2B5EF4-FFF2-40B4-BE49-F238E27FC236}">
                    <a16:creationId xmlns:a16="http://schemas.microsoft.com/office/drawing/2014/main" id="{7AD557AF-E6C8-3825-2AE7-85D170911871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8" name="pg2111">
                <a:extLst>
                  <a:ext uri="{FF2B5EF4-FFF2-40B4-BE49-F238E27FC236}">
                    <a16:creationId xmlns:a16="http://schemas.microsoft.com/office/drawing/2014/main" id="{916FFA9E-E6A4-4B0B-4DD1-7269C6DF02F1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9" name="pg2112">
                <a:extLst>
                  <a:ext uri="{FF2B5EF4-FFF2-40B4-BE49-F238E27FC236}">
                    <a16:creationId xmlns:a16="http://schemas.microsoft.com/office/drawing/2014/main" id="{6BC0A684-B4B8-21E7-0662-442A706FD5AD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0" name="pg2113">
                <a:extLst>
                  <a:ext uri="{FF2B5EF4-FFF2-40B4-BE49-F238E27FC236}">
                    <a16:creationId xmlns:a16="http://schemas.microsoft.com/office/drawing/2014/main" id="{D823A0F6-B71F-A598-F578-A0DF7CB99058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1" name="pg2114">
                <a:extLst>
                  <a:ext uri="{FF2B5EF4-FFF2-40B4-BE49-F238E27FC236}">
                    <a16:creationId xmlns:a16="http://schemas.microsoft.com/office/drawing/2014/main" id="{A595A902-B054-3256-D20D-0AF9C2C788C9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2" name="pg2115">
                <a:extLst>
                  <a:ext uri="{FF2B5EF4-FFF2-40B4-BE49-F238E27FC236}">
                    <a16:creationId xmlns:a16="http://schemas.microsoft.com/office/drawing/2014/main" id="{6B7DD6EE-1154-334A-71FF-F73669B04DF0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3" name="pg2116">
                <a:extLst>
                  <a:ext uri="{FF2B5EF4-FFF2-40B4-BE49-F238E27FC236}">
                    <a16:creationId xmlns:a16="http://schemas.microsoft.com/office/drawing/2014/main" id="{AD14EC86-6483-6368-D117-129BC1A423DB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4" name="pg2117">
                <a:extLst>
                  <a:ext uri="{FF2B5EF4-FFF2-40B4-BE49-F238E27FC236}">
                    <a16:creationId xmlns:a16="http://schemas.microsoft.com/office/drawing/2014/main" id="{782A7676-E95C-74D0-076E-7DFA8CAF8F64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5" name="pg2118">
                <a:extLst>
                  <a:ext uri="{FF2B5EF4-FFF2-40B4-BE49-F238E27FC236}">
                    <a16:creationId xmlns:a16="http://schemas.microsoft.com/office/drawing/2014/main" id="{17AFB157-4D2B-8AAC-B312-EF2D5FC25F91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6" name="pg2119">
                <a:extLst>
                  <a:ext uri="{FF2B5EF4-FFF2-40B4-BE49-F238E27FC236}">
                    <a16:creationId xmlns:a16="http://schemas.microsoft.com/office/drawing/2014/main" id="{1A4B32BD-A6EC-0EDC-73FA-D3195358CECF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7" name="pg2120">
                <a:extLst>
                  <a:ext uri="{FF2B5EF4-FFF2-40B4-BE49-F238E27FC236}">
                    <a16:creationId xmlns:a16="http://schemas.microsoft.com/office/drawing/2014/main" id="{BD06144F-ACA3-865F-ECC5-973C5D416DBE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8" name="pg2121">
                <a:extLst>
                  <a:ext uri="{FF2B5EF4-FFF2-40B4-BE49-F238E27FC236}">
                    <a16:creationId xmlns:a16="http://schemas.microsoft.com/office/drawing/2014/main" id="{2D5C07CE-CB82-8143-A021-0C321FBB9853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9" name="pg2122">
                <a:extLst>
                  <a:ext uri="{FF2B5EF4-FFF2-40B4-BE49-F238E27FC236}">
                    <a16:creationId xmlns:a16="http://schemas.microsoft.com/office/drawing/2014/main" id="{46EB879E-8D29-8AFF-01C6-23B57B308A2D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0" name="pg2123">
                <a:extLst>
                  <a:ext uri="{FF2B5EF4-FFF2-40B4-BE49-F238E27FC236}">
                    <a16:creationId xmlns:a16="http://schemas.microsoft.com/office/drawing/2014/main" id="{A0C2955C-2C45-C89B-4673-83691BDC2728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1" name="pg2124">
                <a:extLst>
                  <a:ext uri="{FF2B5EF4-FFF2-40B4-BE49-F238E27FC236}">
                    <a16:creationId xmlns:a16="http://schemas.microsoft.com/office/drawing/2014/main" id="{068C9501-A834-91FD-9B79-936C25B55A58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2" name="pg2125">
                <a:extLst>
                  <a:ext uri="{FF2B5EF4-FFF2-40B4-BE49-F238E27FC236}">
                    <a16:creationId xmlns:a16="http://schemas.microsoft.com/office/drawing/2014/main" id="{76A88997-E7AC-413B-8AC8-33C93BC21C8F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3" name="pg2126">
                <a:extLst>
                  <a:ext uri="{FF2B5EF4-FFF2-40B4-BE49-F238E27FC236}">
                    <a16:creationId xmlns:a16="http://schemas.microsoft.com/office/drawing/2014/main" id="{6A61CC2B-B68A-91F3-24BE-CDA7360637F8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4" name="pg2127">
                <a:extLst>
                  <a:ext uri="{FF2B5EF4-FFF2-40B4-BE49-F238E27FC236}">
                    <a16:creationId xmlns:a16="http://schemas.microsoft.com/office/drawing/2014/main" id="{4A57C768-AABB-FC9E-1C46-4AD17246B5BE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5" name="pg2128">
                <a:extLst>
                  <a:ext uri="{FF2B5EF4-FFF2-40B4-BE49-F238E27FC236}">
                    <a16:creationId xmlns:a16="http://schemas.microsoft.com/office/drawing/2014/main" id="{B8964F2A-8C8C-7037-B6B5-FE47B0670A3C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6" name="pg2129">
                <a:extLst>
                  <a:ext uri="{FF2B5EF4-FFF2-40B4-BE49-F238E27FC236}">
                    <a16:creationId xmlns:a16="http://schemas.microsoft.com/office/drawing/2014/main" id="{CB093D3E-453A-DB84-4201-A50ADC052218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7" name="pg2130">
                <a:extLst>
                  <a:ext uri="{FF2B5EF4-FFF2-40B4-BE49-F238E27FC236}">
                    <a16:creationId xmlns:a16="http://schemas.microsoft.com/office/drawing/2014/main" id="{8865E85B-208D-0CEE-5B0D-541B424C40FC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8" name="pg2131">
                <a:extLst>
                  <a:ext uri="{FF2B5EF4-FFF2-40B4-BE49-F238E27FC236}">
                    <a16:creationId xmlns:a16="http://schemas.microsoft.com/office/drawing/2014/main" id="{27876065-D410-FBFC-BC64-59DBA0DF947B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9" name="pg2132">
                <a:extLst>
                  <a:ext uri="{FF2B5EF4-FFF2-40B4-BE49-F238E27FC236}">
                    <a16:creationId xmlns:a16="http://schemas.microsoft.com/office/drawing/2014/main" id="{6F15E6BA-C2F3-641F-0407-91858050475D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0" name="pg2133">
                <a:extLst>
                  <a:ext uri="{FF2B5EF4-FFF2-40B4-BE49-F238E27FC236}">
                    <a16:creationId xmlns:a16="http://schemas.microsoft.com/office/drawing/2014/main" id="{BA3FA1CA-F282-4A3E-11AC-8E4EA5725CE9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1" name="pg2134">
                <a:extLst>
                  <a:ext uri="{FF2B5EF4-FFF2-40B4-BE49-F238E27FC236}">
                    <a16:creationId xmlns:a16="http://schemas.microsoft.com/office/drawing/2014/main" id="{D7CFBDB4-689C-1A11-0010-A8A62CAE7923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2" name="pg2135">
                <a:extLst>
                  <a:ext uri="{FF2B5EF4-FFF2-40B4-BE49-F238E27FC236}">
                    <a16:creationId xmlns:a16="http://schemas.microsoft.com/office/drawing/2014/main" id="{6B30739F-009D-026A-3D78-87D400D1EE2C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3" name="pg2136">
                <a:extLst>
                  <a:ext uri="{FF2B5EF4-FFF2-40B4-BE49-F238E27FC236}">
                    <a16:creationId xmlns:a16="http://schemas.microsoft.com/office/drawing/2014/main" id="{02420F59-8267-CA81-6C42-EE7289A81296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4" name="pg2137">
                <a:extLst>
                  <a:ext uri="{FF2B5EF4-FFF2-40B4-BE49-F238E27FC236}">
                    <a16:creationId xmlns:a16="http://schemas.microsoft.com/office/drawing/2014/main" id="{5D1008CC-3684-EBFB-87E1-A9832A215677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5" name="pg2138">
                <a:extLst>
                  <a:ext uri="{FF2B5EF4-FFF2-40B4-BE49-F238E27FC236}">
                    <a16:creationId xmlns:a16="http://schemas.microsoft.com/office/drawing/2014/main" id="{820B6F12-2BF4-6BD7-7E36-24B847541EC5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6" name="pg2139">
                <a:extLst>
                  <a:ext uri="{FF2B5EF4-FFF2-40B4-BE49-F238E27FC236}">
                    <a16:creationId xmlns:a16="http://schemas.microsoft.com/office/drawing/2014/main" id="{DF29A1B6-C560-BBA4-EE1D-7F05EB94FC48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7" name="pg2140">
                <a:extLst>
                  <a:ext uri="{FF2B5EF4-FFF2-40B4-BE49-F238E27FC236}">
                    <a16:creationId xmlns:a16="http://schemas.microsoft.com/office/drawing/2014/main" id="{529A0DC8-8794-CC85-188B-BB4225A3F882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8" name="pg2141">
                <a:extLst>
                  <a:ext uri="{FF2B5EF4-FFF2-40B4-BE49-F238E27FC236}">
                    <a16:creationId xmlns:a16="http://schemas.microsoft.com/office/drawing/2014/main" id="{B99AC204-58CD-5FE6-0097-9DC745FE5FFF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9" name="pg2142">
                <a:extLst>
                  <a:ext uri="{FF2B5EF4-FFF2-40B4-BE49-F238E27FC236}">
                    <a16:creationId xmlns:a16="http://schemas.microsoft.com/office/drawing/2014/main" id="{B6634329-12E7-0B1A-D6FD-4BE38A9EC247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0" name="pg2143">
                <a:extLst>
                  <a:ext uri="{FF2B5EF4-FFF2-40B4-BE49-F238E27FC236}">
                    <a16:creationId xmlns:a16="http://schemas.microsoft.com/office/drawing/2014/main" id="{B39F30FB-A76E-F0D9-9DD3-6CE495B12108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1" name="pg2144">
                <a:extLst>
                  <a:ext uri="{FF2B5EF4-FFF2-40B4-BE49-F238E27FC236}">
                    <a16:creationId xmlns:a16="http://schemas.microsoft.com/office/drawing/2014/main" id="{159BEDBE-3F20-F779-8798-57778D19DF00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2" name="pg2145">
                <a:extLst>
                  <a:ext uri="{FF2B5EF4-FFF2-40B4-BE49-F238E27FC236}">
                    <a16:creationId xmlns:a16="http://schemas.microsoft.com/office/drawing/2014/main" id="{E977EFEA-D1EC-BDBF-DE6F-0436B5D8F74E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3" name="pg2146">
                <a:extLst>
                  <a:ext uri="{FF2B5EF4-FFF2-40B4-BE49-F238E27FC236}">
                    <a16:creationId xmlns:a16="http://schemas.microsoft.com/office/drawing/2014/main" id="{7D63FD4D-CC31-298C-4B61-0041C50E350B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4" name="pg2147">
                <a:extLst>
                  <a:ext uri="{FF2B5EF4-FFF2-40B4-BE49-F238E27FC236}">
                    <a16:creationId xmlns:a16="http://schemas.microsoft.com/office/drawing/2014/main" id="{F2EE425D-C033-A6C4-5647-D80864E40A0D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5" name="pg2148">
                <a:extLst>
                  <a:ext uri="{FF2B5EF4-FFF2-40B4-BE49-F238E27FC236}">
                    <a16:creationId xmlns:a16="http://schemas.microsoft.com/office/drawing/2014/main" id="{950078AC-E751-F588-9FE6-0FD7C378C28A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6" name="pg2149">
                <a:extLst>
                  <a:ext uri="{FF2B5EF4-FFF2-40B4-BE49-F238E27FC236}">
                    <a16:creationId xmlns:a16="http://schemas.microsoft.com/office/drawing/2014/main" id="{60C222A3-96BD-A6A7-3881-9492995A857C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7" name="pg2150">
                <a:extLst>
                  <a:ext uri="{FF2B5EF4-FFF2-40B4-BE49-F238E27FC236}">
                    <a16:creationId xmlns:a16="http://schemas.microsoft.com/office/drawing/2014/main" id="{88BBE7EB-9488-90F9-98F9-605394F3089A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8" name="pg2151">
                <a:extLst>
                  <a:ext uri="{FF2B5EF4-FFF2-40B4-BE49-F238E27FC236}">
                    <a16:creationId xmlns:a16="http://schemas.microsoft.com/office/drawing/2014/main" id="{F47D5065-E5A5-0F90-0C60-0A59A607361E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9" name="pg2152">
                <a:extLst>
                  <a:ext uri="{FF2B5EF4-FFF2-40B4-BE49-F238E27FC236}">
                    <a16:creationId xmlns:a16="http://schemas.microsoft.com/office/drawing/2014/main" id="{ED06C805-67B8-56C1-D1AA-8B84E34CB7B9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0" name="pg2153">
                <a:extLst>
                  <a:ext uri="{FF2B5EF4-FFF2-40B4-BE49-F238E27FC236}">
                    <a16:creationId xmlns:a16="http://schemas.microsoft.com/office/drawing/2014/main" id="{87DA6D3B-629D-5BEE-4950-CCDCFE663D42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1" name="pg2154">
                <a:extLst>
                  <a:ext uri="{FF2B5EF4-FFF2-40B4-BE49-F238E27FC236}">
                    <a16:creationId xmlns:a16="http://schemas.microsoft.com/office/drawing/2014/main" id="{28F8D96C-BBC4-410A-5B00-51060493E351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2" name="pg2155">
                <a:extLst>
                  <a:ext uri="{FF2B5EF4-FFF2-40B4-BE49-F238E27FC236}">
                    <a16:creationId xmlns:a16="http://schemas.microsoft.com/office/drawing/2014/main" id="{DA4DC585-9F35-FC5C-C31C-A14902A0DD3C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9BC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3" name="pg2156">
                <a:extLst>
                  <a:ext uri="{FF2B5EF4-FFF2-40B4-BE49-F238E27FC236}">
                    <a16:creationId xmlns:a16="http://schemas.microsoft.com/office/drawing/2014/main" id="{035F28AE-EE68-CFE1-F235-FF108FDB268C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4" name="pg2157">
                <a:extLst>
                  <a:ext uri="{FF2B5EF4-FFF2-40B4-BE49-F238E27FC236}">
                    <a16:creationId xmlns:a16="http://schemas.microsoft.com/office/drawing/2014/main" id="{CF1B7507-24AC-0E6A-46B9-ACF7A3B307BB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5" name="pg2158">
                <a:extLst>
                  <a:ext uri="{FF2B5EF4-FFF2-40B4-BE49-F238E27FC236}">
                    <a16:creationId xmlns:a16="http://schemas.microsoft.com/office/drawing/2014/main" id="{76CB855C-70F0-57FD-4BF1-5DD856BA17F5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6" name="pg2159">
                <a:extLst>
                  <a:ext uri="{FF2B5EF4-FFF2-40B4-BE49-F238E27FC236}">
                    <a16:creationId xmlns:a16="http://schemas.microsoft.com/office/drawing/2014/main" id="{E217B036-8973-FA6A-0F2B-3DD4E4F58383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7" name="pg2160">
                <a:extLst>
                  <a:ext uri="{FF2B5EF4-FFF2-40B4-BE49-F238E27FC236}">
                    <a16:creationId xmlns:a16="http://schemas.microsoft.com/office/drawing/2014/main" id="{7D7821EA-F9E4-B6BC-9FB5-C4321ABA5284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8" name="pg2161">
                <a:extLst>
                  <a:ext uri="{FF2B5EF4-FFF2-40B4-BE49-F238E27FC236}">
                    <a16:creationId xmlns:a16="http://schemas.microsoft.com/office/drawing/2014/main" id="{AD1CF922-083D-8640-317B-03A679F6C40C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9" name="pg2162">
                <a:extLst>
                  <a:ext uri="{FF2B5EF4-FFF2-40B4-BE49-F238E27FC236}">
                    <a16:creationId xmlns:a16="http://schemas.microsoft.com/office/drawing/2014/main" id="{06914FDD-A616-6D43-E79B-0310A716C29A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0" name="pg2163">
                <a:extLst>
                  <a:ext uri="{FF2B5EF4-FFF2-40B4-BE49-F238E27FC236}">
                    <a16:creationId xmlns:a16="http://schemas.microsoft.com/office/drawing/2014/main" id="{A4440F34-4404-C8FE-C088-166F96512E40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1" name="pg2164">
                <a:extLst>
                  <a:ext uri="{FF2B5EF4-FFF2-40B4-BE49-F238E27FC236}">
                    <a16:creationId xmlns:a16="http://schemas.microsoft.com/office/drawing/2014/main" id="{4A6DEBED-52DC-E4B6-83A1-645E154FABC5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2" name="pg2165">
                <a:extLst>
                  <a:ext uri="{FF2B5EF4-FFF2-40B4-BE49-F238E27FC236}">
                    <a16:creationId xmlns:a16="http://schemas.microsoft.com/office/drawing/2014/main" id="{B81C0D61-5389-DE2D-E68A-6BDA709078E9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3" name="pg2166">
                <a:extLst>
                  <a:ext uri="{FF2B5EF4-FFF2-40B4-BE49-F238E27FC236}">
                    <a16:creationId xmlns:a16="http://schemas.microsoft.com/office/drawing/2014/main" id="{D760D411-21CB-1863-E624-34201FA28837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4" name="pg2167">
                <a:extLst>
                  <a:ext uri="{FF2B5EF4-FFF2-40B4-BE49-F238E27FC236}">
                    <a16:creationId xmlns:a16="http://schemas.microsoft.com/office/drawing/2014/main" id="{1F30C7C2-A1FE-6808-54B2-C6C07ADF66C4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5" name="pg2168">
                <a:extLst>
                  <a:ext uri="{FF2B5EF4-FFF2-40B4-BE49-F238E27FC236}">
                    <a16:creationId xmlns:a16="http://schemas.microsoft.com/office/drawing/2014/main" id="{6E1084E9-C60A-3B53-2DB5-AF071BA0B016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6" name="pg2169">
                <a:extLst>
                  <a:ext uri="{FF2B5EF4-FFF2-40B4-BE49-F238E27FC236}">
                    <a16:creationId xmlns:a16="http://schemas.microsoft.com/office/drawing/2014/main" id="{5E50A5DD-38AE-2E64-32E1-8BF86A201E7F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7" name="pg2170">
                <a:extLst>
                  <a:ext uri="{FF2B5EF4-FFF2-40B4-BE49-F238E27FC236}">
                    <a16:creationId xmlns:a16="http://schemas.microsoft.com/office/drawing/2014/main" id="{840683BD-2110-796F-C4BB-6492423906F1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8" name="pg2171">
                <a:extLst>
                  <a:ext uri="{FF2B5EF4-FFF2-40B4-BE49-F238E27FC236}">
                    <a16:creationId xmlns:a16="http://schemas.microsoft.com/office/drawing/2014/main" id="{5D1C34A5-A8B3-07DA-C484-F1342DCBC6B2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9" name="pg2172">
                <a:extLst>
                  <a:ext uri="{FF2B5EF4-FFF2-40B4-BE49-F238E27FC236}">
                    <a16:creationId xmlns:a16="http://schemas.microsoft.com/office/drawing/2014/main" id="{10A6F77A-7E0B-A8D1-F5CA-CFB8F2899204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0" name="pg2173">
                <a:extLst>
                  <a:ext uri="{FF2B5EF4-FFF2-40B4-BE49-F238E27FC236}">
                    <a16:creationId xmlns:a16="http://schemas.microsoft.com/office/drawing/2014/main" id="{DF314BC9-6DC1-7F0B-7C31-AA0B5AA5D7D2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1" name="pg2174">
                <a:extLst>
                  <a:ext uri="{FF2B5EF4-FFF2-40B4-BE49-F238E27FC236}">
                    <a16:creationId xmlns:a16="http://schemas.microsoft.com/office/drawing/2014/main" id="{E00B0CD3-697C-E2C4-865C-8BAD3397CFF5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2" name="pg2175">
                <a:extLst>
                  <a:ext uri="{FF2B5EF4-FFF2-40B4-BE49-F238E27FC236}">
                    <a16:creationId xmlns:a16="http://schemas.microsoft.com/office/drawing/2014/main" id="{0D2451B4-B02D-B964-C41F-848DA07F346B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3" name="pg2176">
                <a:extLst>
                  <a:ext uri="{FF2B5EF4-FFF2-40B4-BE49-F238E27FC236}">
                    <a16:creationId xmlns:a16="http://schemas.microsoft.com/office/drawing/2014/main" id="{F2D28698-5928-80B9-E369-013E3A31E286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4" name="pg2177">
                <a:extLst>
                  <a:ext uri="{FF2B5EF4-FFF2-40B4-BE49-F238E27FC236}">
                    <a16:creationId xmlns:a16="http://schemas.microsoft.com/office/drawing/2014/main" id="{94B77309-2C2C-2D33-BF66-457CA4D06E96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5" name="pg2178">
                <a:extLst>
                  <a:ext uri="{FF2B5EF4-FFF2-40B4-BE49-F238E27FC236}">
                    <a16:creationId xmlns:a16="http://schemas.microsoft.com/office/drawing/2014/main" id="{509BC4EB-2871-83B8-AF55-97CE6A7C7906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6" name="pg2179">
                <a:extLst>
                  <a:ext uri="{FF2B5EF4-FFF2-40B4-BE49-F238E27FC236}">
                    <a16:creationId xmlns:a16="http://schemas.microsoft.com/office/drawing/2014/main" id="{92B19C5B-FE1B-8804-A4D6-9BDB141A5E20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7" name="pg2180">
                <a:extLst>
                  <a:ext uri="{FF2B5EF4-FFF2-40B4-BE49-F238E27FC236}">
                    <a16:creationId xmlns:a16="http://schemas.microsoft.com/office/drawing/2014/main" id="{4E73160F-06AB-9A42-6114-BE03D692E675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8" name="pg2181">
                <a:extLst>
                  <a:ext uri="{FF2B5EF4-FFF2-40B4-BE49-F238E27FC236}">
                    <a16:creationId xmlns:a16="http://schemas.microsoft.com/office/drawing/2014/main" id="{FD9071C6-706C-E676-9A16-D199EC0B9A05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C">
                  <a:alpha val="100000"/>
                </a:srgbClr>
              </a:solidFill>
              <a:ln w="5420" cap="flat">
                <a:solidFill>
                  <a:srgbClr val="87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9" name="pg2182">
                <a:extLst>
                  <a:ext uri="{FF2B5EF4-FFF2-40B4-BE49-F238E27FC236}">
                    <a16:creationId xmlns:a16="http://schemas.microsoft.com/office/drawing/2014/main" id="{35F259D1-AE89-0EF0-3A1D-3C8486FFA30C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0" name="pg2183">
                <a:extLst>
                  <a:ext uri="{FF2B5EF4-FFF2-40B4-BE49-F238E27FC236}">
                    <a16:creationId xmlns:a16="http://schemas.microsoft.com/office/drawing/2014/main" id="{51B13916-D288-5E62-C2AF-6657E4144579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1" name="pg2184">
                <a:extLst>
                  <a:ext uri="{FF2B5EF4-FFF2-40B4-BE49-F238E27FC236}">
                    <a16:creationId xmlns:a16="http://schemas.microsoft.com/office/drawing/2014/main" id="{A9745516-A86D-6F04-8123-ECD8B2D1DCCB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2" name="pg2185">
                <a:extLst>
                  <a:ext uri="{FF2B5EF4-FFF2-40B4-BE49-F238E27FC236}">
                    <a16:creationId xmlns:a16="http://schemas.microsoft.com/office/drawing/2014/main" id="{5C217CFC-F9AB-0B34-44D0-5BBC3A41DEC9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3" name="pg2186">
                <a:extLst>
                  <a:ext uri="{FF2B5EF4-FFF2-40B4-BE49-F238E27FC236}">
                    <a16:creationId xmlns:a16="http://schemas.microsoft.com/office/drawing/2014/main" id="{8A04FD9C-FD0E-F197-06BA-B4D9C0C87A6F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4" name="pg2187">
                <a:extLst>
                  <a:ext uri="{FF2B5EF4-FFF2-40B4-BE49-F238E27FC236}">
                    <a16:creationId xmlns:a16="http://schemas.microsoft.com/office/drawing/2014/main" id="{D325FA6D-9503-5EA1-363C-C733CF60F508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5" name="pg2188">
                <a:extLst>
                  <a:ext uri="{FF2B5EF4-FFF2-40B4-BE49-F238E27FC236}">
                    <a16:creationId xmlns:a16="http://schemas.microsoft.com/office/drawing/2014/main" id="{D84DFF04-7025-730F-57C9-2DDE1E59FDA1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6" name="pg2189">
                <a:extLst>
                  <a:ext uri="{FF2B5EF4-FFF2-40B4-BE49-F238E27FC236}">
                    <a16:creationId xmlns:a16="http://schemas.microsoft.com/office/drawing/2014/main" id="{F3EA741B-EC84-C3B2-BAA6-7686086F2DBB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7" name="pg2190">
                <a:extLst>
                  <a:ext uri="{FF2B5EF4-FFF2-40B4-BE49-F238E27FC236}">
                    <a16:creationId xmlns:a16="http://schemas.microsoft.com/office/drawing/2014/main" id="{FEC50D7C-9C2A-ACC8-40B9-C4CC8043F1BE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8" name="pg2191">
                <a:extLst>
                  <a:ext uri="{FF2B5EF4-FFF2-40B4-BE49-F238E27FC236}">
                    <a16:creationId xmlns:a16="http://schemas.microsoft.com/office/drawing/2014/main" id="{148DB19F-05DC-8421-EEFA-9668D9B87830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9" name="pg2192">
                <a:extLst>
                  <a:ext uri="{FF2B5EF4-FFF2-40B4-BE49-F238E27FC236}">
                    <a16:creationId xmlns:a16="http://schemas.microsoft.com/office/drawing/2014/main" id="{84512384-AF52-56CD-EF39-282F92550FF7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0" name="pg2193">
                <a:extLst>
                  <a:ext uri="{FF2B5EF4-FFF2-40B4-BE49-F238E27FC236}">
                    <a16:creationId xmlns:a16="http://schemas.microsoft.com/office/drawing/2014/main" id="{6EA16874-1FAA-71C0-30C6-868BA28DA671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1" name="pg2194">
                <a:extLst>
                  <a:ext uri="{FF2B5EF4-FFF2-40B4-BE49-F238E27FC236}">
                    <a16:creationId xmlns:a16="http://schemas.microsoft.com/office/drawing/2014/main" id="{D4CFECA6-CE33-9E07-7DE9-994D29A34934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2" name="pg2195">
                <a:extLst>
                  <a:ext uri="{FF2B5EF4-FFF2-40B4-BE49-F238E27FC236}">
                    <a16:creationId xmlns:a16="http://schemas.microsoft.com/office/drawing/2014/main" id="{2F1F13DB-2626-6F98-744B-7BA52AD2BEF4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3" name="pg2196">
                <a:extLst>
                  <a:ext uri="{FF2B5EF4-FFF2-40B4-BE49-F238E27FC236}">
                    <a16:creationId xmlns:a16="http://schemas.microsoft.com/office/drawing/2014/main" id="{DC1FA73A-ABBB-4ED5-8AA7-768288FC4B34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4" name="pg2197">
                <a:extLst>
                  <a:ext uri="{FF2B5EF4-FFF2-40B4-BE49-F238E27FC236}">
                    <a16:creationId xmlns:a16="http://schemas.microsoft.com/office/drawing/2014/main" id="{D9A3E225-7FE4-AEEC-6260-8206718B76B7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5" name="pg2198">
                <a:extLst>
                  <a:ext uri="{FF2B5EF4-FFF2-40B4-BE49-F238E27FC236}">
                    <a16:creationId xmlns:a16="http://schemas.microsoft.com/office/drawing/2014/main" id="{1755A374-E453-03B3-722D-AB76AA46F335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6" name="pg2199">
                <a:extLst>
                  <a:ext uri="{FF2B5EF4-FFF2-40B4-BE49-F238E27FC236}">
                    <a16:creationId xmlns:a16="http://schemas.microsoft.com/office/drawing/2014/main" id="{0C6B22F0-2FB1-D13B-AFCC-03049830071C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7" name="pg2200">
                <a:extLst>
                  <a:ext uri="{FF2B5EF4-FFF2-40B4-BE49-F238E27FC236}">
                    <a16:creationId xmlns:a16="http://schemas.microsoft.com/office/drawing/2014/main" id="{E796A4B0-DFFF-480A-AA86-EEBC4A264FD6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8" name="pg2201">
                <a:extLst>
                  <a:ext uri="{FF2B5EF4-FFF2-40B4-BE49-F238E27FC236}">
                    <a16:creationId xmlns:a16="http://schemas.microsoft.com/office/drawing/2014/main" id="{155BE0E0-EE90-0E40-71C2-202ABDBBA34C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9" name="pg2202">
                <a:extLst>
                  <a:ext uri="{FF2B5EF4-FFF2-40B4-BE49-F238E27FC236}">
                    <a16:creationId xmlns:a16="http://schemas.microsoft.com/office/drawing/2014/main" id="{0A4C45E9-3F77-2255-064B-FEC0C462A05D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0" name="pg2203">
                <a:extLst>
                  <a:ext uri="{FF2B5EF4-FFF2-40B4-BE49-F238E27FC236}">
                    <a16:creationId xmlns:a16="http://schemas.microsoft.com/office/drawing/2014/main" id="{09B41731-C8E3-2456-8B34-B16FCD3A91D4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1" name="pg2204">
                <a:extLst>
                  <a:ext uri="{FF2B5EF4-FFF2-40B4-BE49-F238E27FC236}">
                    <a16:creationId xmlns:a16="http://schemas.microsoft.com/office/drawing/2014/main" id="{A4B4FAFB-755A-9BF4-4E6D-F793C6292550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2" name="pg2205">
                <a:extLst>
                  <a:ext uri="{FF2B5EF4-FFF2-40B4-BE49-F238E27FC236}">
                    <a16:creationId xmlns:a16="http://schemas.microsoft.com/office/drawing/2014/main" id="{21E80807-73DC-68F3-5AB6-31D5A9FD6FF5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3" name="pg2206">
                <a:extLst>
                  <a:ext uri="{FF2B5EF4-FFF2-40B4-BE49-F238E27FC236}">
                    <a16:creationId xmlns:a16="http://schemas.microsoft.com/office/drawing/2014/main" id="{AC7FFF0F-4395-304C-9C6D-BABE09421539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4" name="pg2207">
                <a:extLst>
                  <a:ext uri="{FF2B5EF4-FFF2-40B4-BE49-F238E27FC236}">
                    <a16:creationId xmlns:a16="http://schemas.microsoft.com/office/drawing/2014/main" id="{B0D57701-287E-6437-9B15-F86EFEC6DAD8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5" name="pg2208">
                <a:extLst>
                  <a:ext uri="{FF2B5EF4-FFF2-40B4-BE49-F238E27FC236}">
                    <a16:creationId xmlns:a16="http://schemas.microsoft.com/office/drawing/2014/main" id="{6ACB1759-557C-C5A1-FA62-83E3A7699E40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6" name="pg2209">
                <a:extLst>
                  <a:ext uri="{FF2B5EF4-FFF2-40B4-BE49-F238E27FC236}">
                    <a16:creationId xmlns:a16="http://schemas.microsoft.com/office/drawing/2014/main" id="{3D72FDA3-DD28-F515-11EB-A0BFCA64527B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7" name="pg2210">
                <a:extLst>
                  <a:ext uri="{FF2B5EF4-FFF2-40B4-BE49-F238E27FC236}">
                    <a16:creationId xmlns:a16="http://schemas.microsoft.com/office/drawing/2014/main" id="{AEEB2D70-2EF3-8DBC-930C-3B2F72ADD138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8" name="pg2211">
                <a:extLst>
                  <a:ext uri="{FF2B5EF4-FFF2-40B4-BE49-F238E27FC236}">
                    <a16:creationId xmlns:a16="http://schemas.microsoft.com/office/drawing/2014/main" id="{3A0EC5A2-3136-008C-46E0-0764EC80D9D4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9" name="pg2212">
                <a:extLst>
                  <a:ext uri="{FF2B5EF4-FFF2-40B4-BE49-F238E27FC236}">
                    <a16:creationId xmlns:a16="http://schemas.microsoft.com/office/drawing/2014/main" id="{9B6A6C0B-C57D-6C59-6A90-61BDA8C12689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0" name="pg2213">
                <a:extLst>
                  <a:ext uri="{FF2B5EF4-FFF2-40B4-BE49-F238E27FC236}">
                    <a16:creationId xmlns:a16="http://schemas.microsoft.com/office/drawing/2014/main" id="{591E331F-242A-A335-83F5-0C5ED015DA6B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1" name="pg2214">
                <a:extLst>
                  <a:ext uri="{FF2B5EF4-FFF2-40B4-BE49-F238E27FC236}">
                    <a16:creationId xmlns:a16="http://schemas.microsoft.com/office/drawing/2014/main" id="{93C81EF5-44DA-706F-6E21-54E2C4AD9067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2" name="pg2215">
                <a:extLst>
                  <a:ext uri="{FF2B5EF4-FFF2-40B4-BE49-F238E27FC236}">
                    <a16:creationId xmlns:a16="http://schemas.microsoft.com/office/drawing/2014/main" id="{DDB41A13-B05C-AA01-71B3-63E6B7FF907D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3" name="pg2216">
                <a:extLst>
                  <a:ext uri="{FF2B5EF4-FFF2-40B4-BE49-F238E27FC236}">
                    <a16:creationId xmlns:a16="http://schemas.microsoft.com/office/drawing/2014/main" id="{3745DA60-DF14-0590-BEBC-260854B4761F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4" name="pg2217">
                <a:extLst>
                  <a:ext uri="{FF2B5EF4-FFF2-40B4-BE49-F238E27FC236}">
                    <a16:creationId xmlns:a16="http://schemas.microsoft.com/office/drawing/2014/main" id="{09423505-40E7-7285-60AA-7237DAC4760D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5" name="pg2218">
                <a:extLst>
                  <a:ext uri="{FF2B5EF4-FFF2-40B4-BE49-F238E27FC236}">
                    <a16:creationId xmlns:a16="http://schemas.microsoft.com/office/drawing/2014/main" id="{9DF670BC-B69D-8C72-6DCB-22C92486A9C3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6" name="pg2219">
                <a:extLst>
                  <a:ext uri="{FF2B5EF4-FFF2-40B4-BE49-F238E27FC236}">
                    <a16:creationId xmlns:a16="http://schemas.microsoft.com/office/drawing/2014/main" id="{6FA1F8A9-87FD-F9F8-552F-7BFDA639744C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7" name="pg2220">
                <a:extLst>
                  <a:ext uri="{FF2B5EF4-FFF2-40B4-BE49-F238E27FC236}">
                    <a16:creationId xmlns:a16="http://schemas.microsoft.com/office/drawing/2014/main" id="{AD5D2704-280F-CAFA-02E3-02AC4C7A9907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8" name="pg2221">
                <a:extLst>
                  <a:ext uri="{FF2B5EF4-FFF2-40B4-BE49-F238E27FC236}">
                    <a16:creationId xmlns:a16="http://schemas.microsoft.com/office/drawing/2014/main" id="{8F30C095-013D-1D06-3BD9-245AD1CD0DC7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9" name="pg2222">
                <a:extLst>
                  <a:ext uri="{FF2B5EF4-FFF2-40B4-BE49-F238E27FC236}">
                    <a16:creationId xmlns:a16="http://schemas.microsoft.com/office/drawing/2014/main" id="{6D5B490C-507D-A29B-97D8-571A509DEFF4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0" name="pg2223">
                <a:extLst>
                  <a:ext uri="{FF2B5EF4-FFF2-40B4-BE49-F238E27FC236}">
                    <a16:creationId xmlns:a16="http://schemas.microsoft.com/office/drawing/2014/main" id="{E0F35D70-69C4-D77D-3F8A-54FB8AFEF0E3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1" name="pg2224">
                <a:extLst>
                  <a:ext uri="{FF2B5EF4-FFF2-40B4-BE49-F238E27FC236}">
                    <a16:creationId xmlns:a16="http://schemas.microsoft.com/office/drawing/2014/main" id="{1207C1CE-C0C2-C8F8-E71F-48009EF6E78C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2" name="pg2225">
                <a:extLst>
                  <a:ext uri="{FF2B5EF4-FFF2-40B4-BE49-F238E27FC236}">
                    <a16:creationId xmlns:a16="http://schemas.microsoft.com/office/drawing/2014/main" id="{AE0C26B0-B7A7-8F28-5A5F-FFFDCD7530DF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3" name="pg2226">
                <a:extLst>
                  <a:ext uri="{FF2B5EF4-FFF2-40B4-BE49-F238E27FC236}">
                    <a16:creationId xmlns:a16="http://schemas.microsoft.com/office/drawing/2014/main" id="{2CEAD431-ACCC-57D5-42BE-45A0EE50E367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4" name="pg2227">
                <a:extLst>
                  <a:ext uri="{FF2B5EF4-FFF2-40B4-BE49-F238E27FC236}">
                    <a16:creationId xmlns:a16="http://schemas.microsoft.com/office/drawing/2014/main" id="{05F22FFE-664C-11FA-9F4C-7010970C4AC8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5" name="pg2228">
                <a:extLst>
                  <a:ext uri="{FF2B5EF4-FFF2-40B4-BE49-F238E27FC236}">
                    <a16:creationId xmlns:a16="http://schemas.microsoft.com/office/drawing/2014/main" id="{409018A1-5E68-74B1-0221-02C0FC09232C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6" name="pg2229">
                <a:extLst>
                  <a:ext uri="{FF2B5EF4-FFF2-40B4-BE49-F238E27FC236}">
                    <a16:creationId xmlns:a16="http://schemas.microsoft.com/office/drawing/2014/main" id="{FFFA0BF6-EC36-5FCB-61D5-C777A5E1E29D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7" name="pg2230">
                <a:extLst>
                  <a:ext uri="{FF2B5EF4-FFF2-40B4-BE49-F238E27FC236}">
                    <a16:creationId xmlns:a16="http://schemas.microsoft.com/office/drawing/2014/main" id="{EA905AEC-11CC-71D0-C11D-43CB36E39FA3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8" name="pg2231">
                <a:extLst>
                  <a:ext uri="{FF2B5EF4-FFF2-40B4-BE49-F238E27FC236}">
                    <a16:creationId xmlns:a16="http://schemas.microsoft.com/office/drawing/2014/main" id="{4DA907C9-5A60-BFE6-B65F-0A0F9F16EB9D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9" name="pg2232">
                <a:extLst>
                  <a:ext uri="{FF2B5EF4-FFF2-40B4-BE49-F238E27FC236}">
                    <a16:creationId xmlns:a16="http://schemas.microsoft.com/office/drawing/2014/main" id="{2CB9C928-43B6-B44C-31C1-A5991E17EBEF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0" name="pg2233">
                <a:extLst>
                  <a:ext uri="{FF2B5EF4-FFF2-40B4-BE49-F238E27FC236}">
                    <a16:creationId xmlns:a16="http://schemas.microsoft.com/office/drawing/2014/main" id="{F5C12DED-E781-77C4-99E7-4D2D9446EEB4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1" name="pg2234">
                <a:extLst>
                  <a:ext uri="{FF2B5EF4-FFF2-40B4-BE49-F238E27FC236}">
                    <a16:creationId xmlns:a16="http://schemas.microsoft.com/office/drawing/2014/main" id="{B0DF3980-CBD8-C9CC-3830-5025746E672B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2" name="pg2235">
                <a:extLst>
                  <a:ext uri="{FF2B5EF4-FFF2-40B4-BE49-F238E27FC236}">
                    <a16:creationId xmlns:a16="http://schemas.microsoft.com/office/drawing/2014/main" id="{199EF078-989F-48ED-0640-54C1C3C99E30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3" name="pg2236">
                <a:extLst>
                  <a:ext uri="{FF2B5EF4-FFF2-40B4-BE49-F238E27FC236}">
                    <a16:creationId xmlns:a16="http://schemas.microsoft.com/office/drawing/2014/main" id="{E4D42E88-1E02-D1D3-CBA8-74CDF5A65437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4" name="pg2237">
                <a:extLst>
                  <a:ext uri="{FF2B5EF4-FFF2-40B4-BE49-F238E27FC236}">
                    <a16:creationId xmlns:a16="http://schemas.microsoft.com/office/drawing/2014/main" id="{D4D3D21D-F78B-1D7D-7502-A82721B7DB28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5" name="pg2238">
                <a:extLst>
                  <a:ext uri="{FF2B5EF4-FFF2-40B4-BE49-F238E27FC236}">
                    <a16:creationId xmlns:a16="http://schemas.microsoft.com/office/drawing/2014/main" id="{27218BC8-F81D-092C-A249-D387047863E5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6" name="pg2239">
                <a:extLst>
                  <a:ext uri="{FF2B5EF4-FFF2-40B4-BE49-F238E27FC236}">
                    <a16:creationId xmlns:a16="http://schemas.microsoft.com/office/drawing/2014/main" id="{2F04FD49-CF95-2A5C-3474-0C4914DAA048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7" name="pg2240">
                <a:extLst>
                  <a:ext uri="{FF2B5EF4-FFF2-40B4-BE49-F238E27FC236}">
                    <a16:creationId xmlns:a16="http://schemas.microsoft.com/office/drawing/2014/main" id="{9687ABA2-2A6A-414D-7927-03A56C268DA7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8" name="pg2241">
                <a:extLst>
                  <a:ext uri="{FF2B5EF4-FFF2-40B4-BE49-F238E27FC236}">
                    <a16:creationId xmlns:a16="http://schemas.microsoft.com/office/drawing/2014/main" id="{DBAEB8B8-F475-21C4-EC44-33AD470E787F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9" name="pg2242">
                <a:extLst>
                  <a:ext uri="{FF2B5EF4-FFF2-40B4-BE49-F238E27FC236}">
                    <a16:creationId xmlns:a16="http://schemas.microsoft.com/office/drawing/2014/main" id="{7CE78A45-8202-EA3D-1FF4-18FF5AE7A230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0" name="pg2243">
                <a:extLst>
                  <a:ext uri="{FF2B5EF4-FFF2-40B4-BE49-F238E27FC236}">
                    <a16:creationId xmlns:a16="http://schemas.microsoft.com/office/drawing/2014/main" id="{D62EB328-AD1A-B8E4-967D-C8D755E845B7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1" name="pg2244">
                <a:extLst>
                  <a:ext uri="{FF2B5EF4-FFF2-40B4-BE49-F238E27FC236}">
                    <a16:creationId xmlns:a16="http://schemas.microsoft.com/office/drawing/2014/main" id="{D3DE2C7D-E02D-FBAC-85B9-D1176E1437C9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2" name="pg2245">
                <a:extLst>
                  <a:ext uri="{FF2B5EF4-FFF2-40B4-BE49-F238E27FC236}">
                    <a16:creationId xmlns:a16="http://schemas.microsoft.com/office/drawing/2014/main" id="{7AAB6A36-046F-8F0A-F058-1721EC1824AF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3" name="pg2246">
                <a:extLst>
                  <a:ext uri="{FF2B5EF4-FFF2-40B4-BE49-F238E27FC236}">
                    <a16:creationId xmlns:a16="http://schemas.microsoft.com/office/drawing/2014/main" id="{EFDE5E10-6300-AB97-9FD7-4EE8622302CF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4" name="pg2247">
                <a:extLst>
                  <a:ext uri="{FF2B5EF4-FFF2-40B4-BE49-F238E27FC236}">
                    <a16:creationId xmlns:a16="http://schemas.microsoft.com/office/drawing/2014/main" id="{8D53150E-DD53-2B5F-24C5-45B3406C58A0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5" name="pg2248">
                <a:extLst>
                  <a:ext uri="{FF2B5EF4-FFF2-40B4-BE49-F238E27FC236}">
                    <a16:creationId xmlns:a16="http://schemas.microsoft.com/office/drawing/2014/main" id="{21091AA0-D8A3-FEA4-2C30-0F576B4B1806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6" name="pg2249">
                <a:extLst>
                  <a:ext uri="{FF2B5EF4-FFF2-40B4-BE49-F238E27FC236}">
                    <a16:creationId xmlns:a16="http://schemas.microsoft.com/office/drawing/2014/main" id="{368A4051-BF18-10F5-F87F-435B7E80817B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7" name="pg2250">
                <a:extLst>
                  <a:ext uri="{FF2B5EF4-FFF2-40B4-BE49-F238E27FC236}">
                    <a16:creationId xmlns:a16="http://schemas.microsoft.com/office/drawing/2014/main" id="{6AFDD178-BFEC-C5C1-F981-37664A4E3200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8" name="pg2251">
                <a:extLst>
                  <a:ext uri="{FF2B5EF4-FFF2-40B4-BE49-F238E27FC236}">
                    <a16:creationId xmlns:a16="http://schemas.microsoft.com/office/drawing/2014/main" id="{5C01E10C-9219-3946-B6C8-60F74665C4F4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9" name="pg2252">
                <a:extLst>
                  <a:ext uri="{FF2B5EF4-FFF2-40B4-BE49-F238E27FC236}">
                    <a16:creationId xmlns:a16="http://schemas.microsoft.com/office/drawing/2014/main" id="{D1C122E0-07F7-B6EE-34F0-BFE4B8288C86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0" name="pg2253">
                <a:extLst>
                  <a:ext uri="{FF2B5EF4-FFF2-40B4-BE49-F238E27FC236}">
                    <a16:creationId xmlns:a16="http://schemas.microsoft.com/office/drawing/2014/main" id="{2182E730-EA00-D0C8-3CEF-F20695D68EB0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1" name="pg2254">
                <a:extLst>
                  <a:ext uri="{FF2B5EF4-FFF2-40B4-BE49-F238E27FC236}">
                    <a16:creationId xmlns:a16="http://schemas.microsoft.com/office/drawing/2014/main" id="{8CAC2829-6991-3FE7-CA55-F95FC9235F69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2" name="pg2255">
                <a:extLst>
                  <a:ext uri="{FF2B5EF4-FFF2-40B4-BE49-F238E27FC236}">
                    <a16:creationId xmlns:a16="http://schemas.microsoft.com/office/drawing/2014/main" id="{8EFE0617-7A20-1DD9-00BB-7ED064969CAE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3" name="pg2256">
                <a:extLst>
                  <a:ext uri="{FF2B5EF4-FFF2-40B4-BE49-F238E27FC236}">
                    <a16:creationId xmlns:a16="http://schemas.microsoft.com/office/drawing/2014/main" id="{F209C359-3115-72FD-9401-C1700E85B96B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4" name="pg2257">
                <a:extLst>
                  <a:ext uri="{FF2B5EF4-FFF2-40B4-BE49-F238E27FC236}">
                    <a16:creationId xmlns:a16="http://schemas.microsoft.com/office/drawing/2014/main" id="{41C5C0A6-E49A-006E-569C-5DD4AAE96C07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5" name="pg2258">
                <a:extLst>
                  <a:ext uri="{FF2B5EF4-FFF2-40B4-BE49-F238E27FC236}">
                    <a16:creationId xmlns:a16="http://schemas.microsoft.com/office/drawing/2014/main" id="{F9097E0F-C319-DC91-FE47-4B1BD2807D09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6" name="pg2259">
                <a:extLst>
                  <a:ext uri="{FF2B5EF4-FFF2-40B4-BE49-F238E27FC236}">
                    <a16:creationId xmlns:a16="http://schemas.microsoft.com/office/drawing/2014/main" id="{0232250F-1AD9-A2BF-D0A5-1352275C4368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7" name="pg2260">
                <a:extLst>
                  <a:ext uri="{FF2B5EF4-FFF2-40B4-BE49-F238E27FC236}">
                    <a16:creationId xmlns:a16="http://schemas.microsoft.com/office/drawing/2014/main" id="{05543477-02CA-7405-F3F5-589F760C2647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8" name="pg2261">
                <a:extLst>
                  <a:ext uri="{FF2B5EF4-FFF2-40B4-BE49-F238E27FC236}">
                    <a16:creationId xmlns:a16="http://schemas.microsoft.com/office/drawing/2014/main" id="{0859FB07-6FEC-54A0-F19B-9B96B5A85922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9" name="pg2262">
                <a:extLst>
                  <a:ext uri="{FF2B5EF4-FFF2-40B4-BE49-F238E27FC236}">
                    <a16:creationId xmlns:a16="http://schemas.microsoft.com/office/drawing/2014/main" id="{52451D10-24B7-0AE3-E812-B43509B71522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0" name="pg2263">
                <a:extLst>
                  <a:ext uri="{FF2B5EF4-FFF2-40B4-BE49-F238E27FC236}">
                    <a16:creationId xmlns:a16="http://schemas.microsoft.com/office/drawing/2014/main" id="{5CBB1AC9-01FE-B47A-32F1-8E3E8840DAD0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1" name="pg2264">
                <a:extLst>
                  <a:ext uri="{FF2B5EF4-FFF2-40B4-BE49-F238E27FC236}">
                    <a16:creationId xmlns:a16="http://schemas.microsoft.com/office/drawing/2014/main" id="{C13ADB48-DE27-C6E9-2650-07006EF65CBD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2" name="pg2265">
                <a:extLst>
                  <a:ext uri="{FF2B5EF4-FFF2-40B4-BE49-F238E27FC236}">
                    <a16:creationId xmlns:a16="http://schemas.microsoft.com/office/drawing/2014/main" id="{E3FB93F1-D1AB-9B1B-0636-FFF32A1F5A57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3" name="pg2266">
                <a:extLst>
                  <a:ext uri="{FF2B5EF4-FFF2-40B4-BE49-F238E27FC236}">
                    <a16:creationId xmlns:a16="http://schemas.microsoft.com/office/drawing/2014/main" id="{95755BDF-D679-462B-AFEC-9E576409FA5F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4" name="pg2267">
                <a:extLst>
                  <a:ext uri="{FF2B5EF4-FFF2-40B4-BE49-F238E27FC236}">
                    <a16:creationId xmlns:a16="http://schemas.microsoft.com/office/drawing/2014/main" id="{5D0BF083-BDD6-A362-DBC0-E4CD50E297F6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5" name="pg2268">
                <a:extLst>
                  <a:ext uri="{FF2B5EF4-FFF2-40B4-BE49-F238E27FC236}">
                    <a16:creationId xmlns:a16="http://schemas.microsoft.com/office/drawing/2014/main" id="{E3C12DA4-2DCB-67F6-42C7-685D74323CFE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6" name="pg2269">
                <a:extLst>
                  <a:ext uri="{FF2B5EF4-FFF2-40B4-BE49-F238E27FC236}">
                    <a16:creationId xmlns:a16="http://schemas.microsoft.com/office/drawing/2014/main" id="{913F5F84-5F7C-898D-6B0E-3D51FC854EDF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7" name="pg2270">
                <a:extLst>
                  <a:ext uri="{FF2B5EF4-FFF2-40B4-BE49-F238E27FC236}">
                    <a16:creationId xmlns:a16="http://schemas.microsoft.com/office/drawing/2014/main" id="{56017C57-2854-6B60-E8DC-46092D763FA6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8" name="pg2271">
                <a:extLst>
                  <a:ext uri="{FF2B5EF4-FFF2-40B4-BE49-F238E27FC236}">
                    <a16:creationId xmlns:a16="http://schemas.microsoft.com/office/drawing/2014/main" id="{3F34DFA1-AAF6-FB2D-A727-AE70B0C2264F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9" name="pg2272">
                <a:extLst>
                  <a:ext uri="{FF2B5EF4-FFF2-40B4-BE49-F238E27FC236}">
                    <a16:creationId xmlns:a16="http://schemas.microsoft.com/office/drawing/2014/main" id="{53BCBD37-822E-8E35-F33D-4D03BD7EA557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0" name="pg2273">
                <a:extLst>
                  <a:ext uri="{FF2B5EF4-FFF2-40B4-BE49-F238E27FC236}">
                    <a16:creationId xmlns:a16="http://schemas.microsoft.com/office/drawing/2014/main" id="{6DA116B9-B56A-4744-484D-374C5B0959A8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1" name="pg2274">
                <a:extLst>
                  <a:ext uri="{FF2B5EF4-FFF2-40B4-BE49-F238E27FC236}">
                    <a16:creationId xmlns:a16="http://schemas.microsoft.com/office/drawing/2014/main" id="{F477A97F-60D9-0A9C-DB27-4F4BF0961F15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2" name="pg2275">
                <a:extLst>
                  <a:ext uri="{FF2B5EF4-FFF2-40B4-BE49-F238E27FC236}">
                    <a16:creationId xmlns:a16="http://schemas.microsoft.com/office/drawing/2014/main" id="{7F39E5E7-12C6-3B2B-0BAB-507FF2B66B99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3" name="pg2276">
                <a:extLst>
                  <a:ext uri="{FF2B5EF4-FFF2-40B4-BE49-F238E27FC236}">
                    <a16:creationId xmlns:a16="http://schemas.microsoft.com/office/drawing/2014/main" id="{35FD7CC2-A7CE-366F-E307-8AD0933D8A7D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4" name="pg2277">
                <a:extLst>
                  <a:ext uri="{FF2B5EF4-FFF2-40B4-BE49-F238E27FC236}">
                    <a16:creationId xmlns:a16="http://schemas.microsoft.com/office/drawing/2014/main" id="{09F7B03D-6D33-3CDE-31F4-30D9952F073D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5" name="pg2278">
                <a:extLst>
                  <a:ext uri="{FF2B5EF4-FFF2-40B4-BE49-F238E27FC236}">
                    <a16:creationId xmlns:a16="http://schemas.microsoft.com/office/drawing/2014/main" id="{F6108CB9-27B8-73EF-A0C5-AA1D1C9E9373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6" name="pg2279">
                <a:extLst>
                  <a:ext uri="{FF2B5EF4-FFF2-40B4-BE49-F238E27FC236}">
                    <a16:creationId xmlns:a16="http://schemas.microsoft.com/office/drawing/2014/main" id="{414DFD58-C9F3-D3D5-9B99-1E44CDDAD262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7" name="pg2280">
                <a:extLst>
                  <a:ext uri="{FF2B5EF4-FFF2-40B4-BE49-F238E27FC236}">
                    <a16:creationId xmlns:a16="http://schemas.microsoft.com/office/drawing/2014/main" id="{78BE9EBD-449B-F3D3-7B56-D8A5C4FF1497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8" name="pg2281">
                <a:extLst>
                  <a:ext uri="{FF2B5EF4-FFF2-40B4-BE49-F238E27FC236}">
                    <a16:creationId xmlns:a16="http://schemas.microsoft.com/office/drawing/2014/main" id="{58908689-0E29-8ED2-3193-F322377A96D3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9" name="pg2282">
                <a:extLst>
                  <a:ext uri="{FF2B5EF4-FFF2-40B4-BE49-F238E27FC236}">
                    <a16:creationId xmlns:a16="http://schemas.microsoft.com/office/drawing/2014/main" id="{9785A5A1-4406-832E-182B-A4D755BDF9FC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0" name="pg2283">
                <a:extLst>
                  <a:ext uri="{FF2B5EF4-FFF2-40B4-BE49-F238E27FC236}">
                    <a16:creationId xmlns:a16="http://schemas.microsoft.com/office/drawing/2014/main" id="{3AAEEAA6-D484-3CCE-D839-442D471967EF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1" name="pg2284">
                <a:extLst>
                  <a:ext uri="{FF2B5EF4-FFF2-40B4-BE49-F238E27FC236}">
                    <a16:creationId xmlns:a16="http://schemas.microsoft.com/office/drawing/2014/main" id="{257BA797-2AC7-0EB1-7EB1-82834755945C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2" name="pg2285">
                <a:extLst>
                  <a:ext uri="{FF2B5EF4-FFF2-40B4-BE49-F238E27FC236}">
                    <a16:creationId xmlns:a16="http://schemas.microsoft.com/office/drawing/2014/main" id="{888A4EEC-0E85-7A59-1CF5-03E46F14CF88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3" name="pg2286">
                <a:extLst>
                  <a:ext uri="{FF2B5EF4-FFF2-40B4-BE49-F238E27FC236}">
                    <a16:creationId xmlns:a16="http://schemas.microsoft.com/office/drawing/2014/main" id="{98F3BB34-8A8E-1D79-C10E-B4B650C0B054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4" name="pg2287">
                <a:extLst>
                  <a:ext uri="{FF2B5EF4-FFF2-40B4-BE49-F238E27FC236}">
                    <a16:creationId xmlns:a16="http://schemas.microsoft.com/office/drawing/2014/main" id="{BB6C8A21-95B5-958A-D872-C4BFD2D29F08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5" name="pg2288">
                <a:extLst>
                  <a:ext uri="{FF2B5EF4-FFF2-40B4-BE49-F238E27FC236}">
                    <a16:creationId xmlns:a16="http://schemas.microsoft.com/office/drawing/2014/main" id="{0B5D1887-65D7-1B9A-7B7F-779C2B866A5D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6" name="pg2289">
                <a:extLst>
                  <a:ext uri="{FF2B5EF4-FFF2-40B4-BE49-F238E27FC236}">
                    <a16:creationId xmlns:a16="http://schemas.microsoft.com/office/drawing/2014/main" id="{D26C3FFF-1286-0512-FD33-30B60EBC1C8E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7" name="pg2290">
                <a:extLst>
                  <a:ext uri="{FF2B5EF4-FFF2-40B4-BE49-F238E27FC236}">
                    <a16:creationId xmlns:a16="http://schemas.microsoft.com/office/drawing/2014/main" id="{13FA8A4F-5AB2-AD2E-004E-2C907586AC40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8" name="pg2291">
                <a:extLst>
                  <a:ext uri="{FF2B5EF4-FFF2-40B4-BE49-F238E27FC236}">
                    <a16:creationId xmlns:a16="http://schemas.microsoft.com/office/drawing/2014/main" id="{8B4F8FDD-95DC-63E6-DB00-2D0FE6DFC672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9" name="pg2292">
                <a:extLst>
                  <a:ext uri="{FF2B5EF4-FFF2-40B4-BE49-F238E27FC236}">
                    <a16:creationId xmlns:a16="http://schemas.microsoft.com/office/drawing/2014/main" id="{DD17565B-73DA-5407-FF61-43ED187AEDA1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0" name="pg2293">
                <a:extLst>
                  <a:ext uri="{FF2B5EF4-FFF2-40B4-BE49-F238E27FC236}">
                    <a16:creationId xmlns:a16="http://schemas.microsoft.com/office/drawing/2014/main" id="{27D73A04-5A8A-1EDD-D9A5-5AD87F061B26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1" name="pg2294">
                <a:extLst>
                  <a:ext uri="{FF2B5EF4-FFF2-40B4-BE49-F238E27FC236}">
                    <a16:creationId xmlns:a16="http://schemas.microsoft.com/office/drawing/2014/main" id="{8AF42F2A-9DC2-2533-0815-E618044BF7A6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2" name="pg2295">
                <a:extLst>
                  <a:ext uri="{FF2B5EF4-FFF2-40B4-BE49-F238E27FC236}">
                    <a16:creationId xmlns:a16="http://schemas.microsoft.com/office/drawing/2014/main" id="{2F4F160C-0403-8A99-E936-557545093E39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3" name="pg2296">
                <a:extLst>
                  <a:ext uri="{FF2B5EF4-FFF2-40B4-BE49-F238E27FC236}">
                    <a16:creationId xmlns:a16="http://schemas.microsoft.com/office/drawing/2014/main" id="{D0952C43-0A3B-B376-67C7-69DF61502DB3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4" name="pg2297">
                <a:extLst>
                  <a:ext uri="{FF2B5EF4-FFF2-40B4-BE49-F238E27FC236}">
                    <a16:creationId xmlns:a16="http://schemas.microsoft.com/office/drawing/2014/main" id="{ED7DCD1A-7C50-9DE9-8C55-043FA9316181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5" name="pg2298">
                <a:extLst>
                  <a:ext uri="{FF2B5EF4-FFF2-40B4-BE49-F238E27FC236}">
                    <a16:creationId xmlns:a16="http://schemas.microsoft.com/office/drawing/2014/main" id="{489D9FAD-8DE9-45FA-7880-B0575C8F6661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6" name="pg2299">
                <a:extLst>
                  <a:ext uri="{FF2B5EF4-FFF2-40B4-BE49-F238E27FC236}">
                    <a16:creationId xmlns:a16="http://schemas.microsoft.com/office/drawing/2014/main" id="{B676DBEF-CAFA-A7ED-2CE7-D5B1C8334933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7" name="pg2300">
                <a:extLst>
                  <a:ext uri="{FF2B5EF4-FFF2-40B4-BE49-F238E27FC236}">
                    <a16:creationId xmlns:a16="http://schemas.microsoft.com/office/drawing/2014/main" id="{28B2FA40-DC2A-D275-3EB8-1B41652B3CEC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8" name="pg2301">
                <a:extLst>
                  <a:ext uri="{FF2B5EF4-FFF2-40B4-BE49-F238E27FC236}">
                    <a16:creationId xmlns:a16="http://schemas.microsoft.com/office/drawing/2014/main" id="{772BC3F8-87EA-CE5B-0DD8-D1B9AABFB825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1AF">
                  <a:alpha val="100000"/>
                </a:srgbClr>
              </a:solidFill>
              <a:ln w="5420" cap="flat">
                <a:solidFill>
                  <a:srgbClr val="69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9" name="pg2302">
                <a:extLst>
                  <a:ext uri="{FF2B5EF4-FFF2-40B4-BE49-F238E27FC236}">
                    <a16:creationId xmlns:a16="http://schemas.microsoft.com/office/drawing/2014/main" id="{5245F6AA-1D07-E7B2-00D2-B03F96E720D4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0" name="pg2303">
                <a:extLst>
                  <a:ext uri="{FF2B5EF4-FFF2-40B4-BE49-F238E27FC236}">
                    <a16:creationId xmlns:a16="http://schemas.microsoft.com/office/drawing/2014/main" id="{B1E447C5-DCD2-DC23-4123-ADAE7714D12E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1" name="pg2304">
                <a:extLst>
                  <a:ext uri="{FF2B5EF4-FFF2-40B4-BE49-F238E27FC236}">
                    <a16:creationId xmlns:a16="http://schemas.microsoft.com/office/drawing/2014/main" id="{D8E89683-4B4F-9E44-3C89-1B1A5BF69C07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2" name="pg2305">
                <a:extLst>
                  <a:ext uri="{FF2B5EF4-FFF2-40B4-BE49-F238E27FC236}">
                    <a16:creationId xmlns:a16="http://schemas.microsoft.com/office/drawing/2014/main" id="{4467A35B-5060-D27D-F0AD-11F1EA576087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3" name="pg2306">
                <a:extLst>
                  <a:ext uri="{FF2B5EF4-FFF2-40B4-BE49-F238E27FC236}">
                    <a16:creationId xmlns:a16="http://schemas.microsoft.com/office/drawing/2014/main" id="{968A1503-EF4D-8E10-6C9A-32075DF8F479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4" name="pg2307">
                <a:extLst>
                  <a:ext uri="{FF2B5EF4-FFF2-40B4-BE49-F238E27FC236}">
                    <a16:creationId xmlns:a16="http://schemas.microsoft.com/office/drawing/2014/main" id="{30AAC4D0-BEC0-8681-1B83-CF84BA36FC31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5" name="pg2308">
                <a:extLst>
                  <a:ext uri="{FF2B5EF4-FFF2-40B4-BE49-F238E27FC236}">
                    <a16:creationId xmlns:a16="http://schemas.microsoft.com/office/drawing/2014/main" id="{A89FDC92-49FB-FDC9-2D53-16C9652FDEAC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6" name="pg2309">
                <a:extLst>
                  <a:ext uri="{FF2B5EF4-FFF2-40B4-BE49-F238E27FC236}">
                    <a16:creationId xmlns:a16="http://schemas.microsoft.com/office/drawing/2014/main" id="{BE5B3177-4AD0-1D3C-5CCE-ACE0B60916B3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7" name="pg2310">
                <a:extLst>
                  <a:ext uri="{FF2B5EF4-FFF2-40B4-BE49-F238E27FC236}">
                    <a16:creationId xmlns:a16="http://schemas.microsoft.com/office/drawing/2014/main" id="{90BA6C8C-FDD5-2316-BD62-7BD0B768B5C0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8" name="pg2311">
                <a:extLst>
                  <a:ext uri="{FF2B5EF4-FFF2-40B4-BE49-F238E27FC236}">
                    <a16:creationId xmlns:a16="http://schemas.microsoft.com/office/drawing/2014/main" id="{AFE31DDF-40C0-C750-EEEE-6EE4A1FA9450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9" name="pg2312">
                <a:extLst>
                  <a:ext uri="{FF2B5EF4-FFF2-40B4-BE49-F238E27FC236}">
                    <a16:creationId xmlns:a16="http://schemas.microsoft.com/office/drawing/2014/main" id="{FED5D603-609C-1B11-1873-8E19F0F53482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0" name="pg2313">
                <a:extLst>
                  <a:ext uri="{FF2B5EF4-FFF2-40B4-BE49-F238E27FC236}">
                    <a16:creationId xmlns:a16="http://schemas.microsoft.com/office/drawing/2014/main" id="{C9C05987-D54A-C348-997C-DD7E51749C69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1" name="pg2314">
                <a:extLst>
                  <a:ext uri="{FF2B5EF4-FFF2-40B4-BE49-F238E27FC236}">
                    <a16:creationId xmlns:a16="http://schemas.microsoft.com/office/drawing/2014/main" id="{5AD46439-8FA7-53F4-E1CF-E2C4703F1688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2" name="pg2315">
                <a:extLst>
                  <a:ext uri="{FF2B5EF4-FFF2-40B4-BE49-F238E27FC236}">
                    <a16:creationId xmlns:a16="http://schemas.microsoft.com/office/drawing/2014/main" id="{B82CE26B-36E0-D7C5-C045-22C26E65FA83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3" name="pg2316">
                <a:extLst>
                  <a:ext uri="{FF2B5EF4-FFF2-40B4-BE49-F238E27FC236}">
                    <a16:creationId xmlns:a16="http://schemas.microsoft.com/office/drawing/2014/main" id="{F455B2E5-E344-F811-1351-2478D915D2BF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4" name="pg2317">
                <a:extLst>
                  <a:ext uri="{FF2B5EF4-FFF2-40B4-BE49-F238E27FC236}">
                    <a16:creationId xmlns:a16="http://schemas.microsoft.com/office/drawing/2014/main" id="{4C76F9F3-1DB9-5BC1-F062-391BE323DDCA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5" name="pg2318">
                <a:extLst>
                  <a:ext uri="{FF2B5EF4-FFF2-40B4-BE49-F238E27FC236}">
                    <a16:creationId xmlns:a16="http://schemas.microsoft.com/office/drawing/2014/main" id="{54D1D55D-0064-0F93-59E9-0EAB8DBA3AAE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6" name="pg2319">
                <a:extLst>
                  <a:ext uri="{FF2B5EF4-FFF2-40B4-BE49-F238E27FC236}">
                    <a16:creationId xmlns:a16="http://schemas.microsoft.com/office/drawing/2014/main" id="{19B54F2B-C42A-110B-F702-F18DAB5C013D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7" name="pg2320">
                <a:extLst>
                  <a:ext uri="{FF2B5EF4-FFF2-40B4-BE49-F238E27FC236}">
                    <a16:creationId xmlns:a16="http://schemas.microsoft.com/office/drawing/2014/main" id="{1156078B-337B-6B3C-F7C8-BE8059C69505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8" name="pg2321">
                <a:extLst>
                  <a:ext uri="{FF2B5EF4-FFF2-40B4-BE49-F238E27FC236}">
                    <a16:creationId xmlns:a16="http://schemas.microsoft.com/office/drawing/2014/main" id="{059E299A-0F3E-8F39-4355-E33F6CD7D390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9" name="pg2322">
                <a:extLst>
                  <a:ext uri="{FF2B5EF4-FFF2-40B4-BE49-F238E27FC236}">
                    <a16:creationId xmlns:a16="http://schemas.microsoft.com/office/drawing/2014/main" id="{32CC3B3A-7313-6CB3-D4F1-A9F740EC1B00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0" name="pg2323">
                <a:extLst>
                  <a:ext uri="{FF2B5EF4-FFF2-40B4-BE49-F238E27FC236}">
                    <a16:creationId xmlns:a16="http://schemas.microsoft.com/office/drawing/2014/main" id="{1FC4BC6D-0E52-D8D1-9F68-EEC34C3B66E5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1" name="pg2324">
                <a:extLst>
                  <a:ext uri="{FF2B5EF4-FFF2-40B4-BE49-F238E27FC236}">
                    <a16:creationId xmlns:a16="http://schemas.microsoft.com/office/drawing/2014/main" id="{0540076E-9C11-16C0-C7C8-588FDA631DC4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2" name="pg2325">
                <a:extLst>
                  <a:ext uri="{FF2B5EF4-FFF2-40B4-BE49-F238E27FC236}">
                    <a16:creationId xmlns:a16="http://schemas.microsoft.com/office/drawing/2014/main" id="{C83D1E00-38D4-DEAC-5885-DFE31D8149B7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3" name="pg2326">
                <a:extLst>
                  <a:ext uri="{FF2B5EF4-FFF2-40B4-BE49-F238E27FC236}">
                    <a16:creationId xmlns:a16="http://schemas.microsoft.com/office/drawing/2014/main" id="{49C2200C-8B24-9BD8-F77B-E0FE855B8DEF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4" name="pg2327">
                <a:extLst>
                  <a:ext uri="{FF2B5EF4-FFF2-40B4-BE49-F238E27FC236}">
                    <a16:creationId xmlns:a16="http://schemas.microsoft.com/office/drawing/2014/main" id="{7B544176-7849-C161-16D5-5C2137A5BC7B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5" name="pg2328">
                <a:extLst>
                  <a:ext uri="{FF2B5EF4-FFF2-40B4-BE49-F238E27FC236}">
                    <a16:creationId xmlns:a16="http://schemas.microsoft.com/office/drawing/2014/main" id="{A2780541-359C-5DE9-5938-A30C109B30C4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6" name="pg2329">
                <a:extLst>
                  <a:ext uri="{FF2B5EF4-FFF2-40B4-BE49-F238E27FC236}">
                    <a16:creationId xmlns:a16="http://schemas.microsoft.com/office/drawing/2014/main" id="{2DF7E083-1E2D-68C0-FF43-0CF9BF4DC132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7" name="pg2330">
                <a:extLst>
                  <a:ext uri="{FF2B5EF4-FFF2-40B4-BE49-F238E27FC236}">
                    <a16:creationId xmlns:a16="http://schemas.microsoft.com/office/drawing/2014/main" id="{2AD47EA2-E0DC-00EE-9E6A-AE05BF964B25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8" name="pg2331">
                <a:extLst>
                  <a:ext uri="{FF2B5EF4-FFF2-40B4-BE49-F238E27FC236}">
                    <a16:creationId xmlns:a16="http://schemas.microsoft.com/office/drawing/2014/main" id="{A2D9DBC8-FBD7-D1F7-40F2-06169E3FEB33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9" name="pg2332">
                <a:extLst>
                  <a:ext uri="{FF2B5EF4-FFF2-40B4-BE49-F238E27FC236}">
                    <a16:creationId xmlns:a16="http://schemas.microsoft.com/office/drawing/2014/main" id="{5CBD45C4-43F0-F725-9826-9BD684887A75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0" name="pg2333">
                <a:extLst>
                  <a:ext uri="{FF2B5EF4-FFF2-40B4-BE49-F238E27FC236}">
                    <a16:creationId xmlns:a16="http://schemas.microsoft.com/office/drawing/2014/main" id="{DCA64597-2448-598E-0796-2C02EF1C723C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1" name="pg2334">
                <a:extLst>
                  <a:ext uri="{FF2B5EF4-FFF2-40B4-BE49-F238E27FC236}">
                    <a16:creationId xmlns:a16="http://schemas.microsoft.com/office/drawing/2014/main" id="{9545917C-6668-CB06-234D-7650EA1CFB1B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2" name="pg2335">
                <a:extLst>
                  <a:ext uri="{FF2B5EF4-FFF2-40B4-BE49-F238E27FC236}">
                    <a16:creationId xmlns:a16="http://schemas.microsoft.com/office/drawing/2014/main" id="{1634616C-FFB5-37E9-3A4A-888D0874AE78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3" name="pg2336">
                <a:extLst>
                  <a:ext uri="{FF2B5EF4-FFF2-40B4-BE49-F238E27FC236}">
                    <a16:creationId xmlns:a16="http://schemas.microsoft.com/office/drawing/2014/main" id="{19502489-FE1A-817E-DAA0-8735D0C8A40A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4" name="pg2337">
                <a:extLst>
                  <a:ext uri="{FF2B5EF4-FFF2-40B4-BE49-F238E27FC236}">
                    <a16:creationId xmlns:a16="http://schemas.microsoft.com/office/drawing/2014/main" id="{3B9C1B24-C532-F24C-214D-0C91A10356C9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5" name="pg2338">
                <a:extLst>
                  <a:ext uri="{FF2B5EF4-FFF2-40B4-BE49-F238E27FC236}">
                    <a16:creationId xmlns:a16="http://schemas.microsoft.com/office/drawing/2014/main" id="{D00ACDAB-DF84-E884-690B-D00CE9D27777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6" name="pg2339">
                <a:extLst>
                  <a:ext uri="{FF2B5EF4-FFF2-40B4-BE49-F238E27FC236}">
                    <a16:creationId xmlns:a16="http://schemas.microsoft.com/office/drawing/2014/main" id="{DA2055EE-9339-7DE3-29FE-7ED3A6D43571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7" name="pg2340">
                <a:extLst>
                  <a:ext uri="{FF2B5EF4-FFF2-40B4-BE49-F238E27FC236}">
                    <a16:creationId xmlns:a16="http://schemas.microsoft.com/office/drawing/2014/main" id="{1DF252BD-73C0-53FA-A4CB-19A3FB62CBBC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8" name="pg2341">
                <a:extLst>
                  <a:ext uri="{FF2B5EF4-FFF2-40B4-BE49-F238E27FC236}">
                    <a16:creationId xmlns:a16="http://schemas.microsoft.com/office/drawing/2014/main" id="{F6AEC383-B0A8-C2A0-BEA1-093EB9752340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9" name="pg2342">
                <a:extLst>
                  <a:ext uri="{FF2B5EF4-FFF2-40B4-BE49-F238E27FC236}">
                    <a16:creationId xmlns:a16="http://schemas.microsoft.com/office/drawing/2014/main" id="{3389FD5A-6D4B-4216-4352-7AD8E7E18210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0" name="pg2343">
                <a:extLst>
                  <a:ext uri="{FF2B5EF4-FFF2-40B4-BE49-F238E27FC236}">
                    <a16:creationId xmlns:a16="http://schemas.microsoft.com/office/drawing/2014/main" id="{03E40618-246E-EE04-49E3-0F71E1E27771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1" name="pg2344">
                <a:extLst>
                  <a:ext uri="{FF2B5EF4-FFF2-40B4-BE49-F238E27FC236}">
                    <a16:creationId xmlns:a16="http://schemas.microsoft.com/office/drawing/2014/main" id="{09CC3386-CC50-2391-80FB-A8E369779229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2" name="pg2345">
                <a:extLst>
                  <a:ext uri="{FF2B5EF4-FFF2-40B4-BE49-F238E27FC236}">
                    <a16:creationId xmlns:a16="http://schemas.microsoft.com/office/drawing/2014/main" id="{1DE1B1F2-2E6C-C346-48B6-BFC8CE3C7421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3" name="pg2346">
                <a:extLst>
                  <a:ext uri="{FF2B5EF4-FFF2-40B4-BE49-F238E27FC236}">
                    <a16:creationId xmlns:a16="http://schemas.microsoft.com/office/drawing/2014/main" id="{1F81839A-CBDF-CE0D-7178-8004F8AA2F38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4" name="pg2347">
                <a:extLst>
                  <a:ext uri="{FF2B5EF4-FFF2-40B4-BE49-F238E27FC236}">
                    <a16:creationId xmlns:a16="http://schemas.microsoft.com/office/drawing/2014/main" id="{265B7F3A-CE9A-D579-EC8B-39FFF2F2581C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5" name="pg2348">
                <a:extLst>
                  <a:ext uri="{FF2B5EF4-FFF2-40B4-BE49-F238E27FC236}">
                    <a16:creationId xmlns:a16="http://schemas.microsoft.com/office/drawing/2014/main" id="{AC0170A5-644A-389F-1713-B27028E7D610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6" name="pg2349">
                <a:extLst>
                  <a:ext uri="{FF2B5EF4-FFF2-40B4-BE49-F238E27FC236}">
                    <a16:creationId xmlns:a16="http://schemas.microsoft.com/office/drawing/2014/main" id="{27018EC8-C7A6-78C0-DE9E-2CFCE9DB4C09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7" name="pg2350">
                <a:extLst>
                  <a:ext uri="{FF2B5EF4-FFF2-40B4-BE49-F238E27FC236}">
                    <a16:creationId xmlns:a16="http://schemas.microsoft.com/office/drawing/2014/main" id="{45CDE131-1A67-765B-8689-8687B2E78607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8" name="pg2351">
                <a:extLst>
                  <a:ext uri="{FF2B5EF4-FFF2-40B4-BE49-F238E27FC236}">
                    <a16:creationId xmlns:a16="http://schemas.microsoft.com/office/drawing/2014/main" id="{F6385AB8-67C7-8371-459E-463A4584EC6F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9" name="pg2352">
                <a:extLst>
                  <a:ext uri="{FF2B5EF4-FFF2-40B4-BE49-F238E27FC236}">
                    <a16:creationId xmlns:a16="http://schemas.microsoft.com/office/drawing/2014/main" id="{6094FCA1-7AC0-A752-F5D1-0A7508A2DA94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0" name="pg2353">
                <a:extLst>
                  <a:ext uri="{FF2B5EF4-FFF2-40B4-BE49-F238E27FC236}">
                    <a16:creationId xmlns:a16="http://schemas.microsoft.com/office/drawing/2014/main" id="{F507211E-F631-5C76-EDE6-918719A1927D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1" name="pg2354">
                <a:extLst>
                  <a:ext uri="{FF2B5EF4-FFF2-40B4-BE49-F238E27FC236}">
                    <a16:creationId xmlns:a16="http://schemas.microsoft.com/office/drawing/2014/main" id="{5278D840-564B-35F5-0222-C1B7DB8EFB9A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2" name="pg2355">
                <a:extLst>
                  <a:ext uri="{FF2B5EF4-FFF2-40B4-BE49-F238E27FC236}">
                    <a16:creationId xmlns:a16="http://schemas.microsoft.com/office/drawing/2014/main" id="{B1A504C7-2565-83BF-6233-752004849BB2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3" name="pg2356">
                <a:extLst>
                  <a:ext uri="{FF2B5EF4-FFF2-40B4-BE49-F238E27FC236}">
                    <a16:creationId xmlns:a16="http://schemas.microsoft.com/office/drawing/2014/main" id="{2728644F-4E6B-10B4-7360-AA2958BEE283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4" name="pg2357">
                <a:extLst>
                  <a:ext uri="{FF2B5EF4-FFF2-40B4-BE49-F238E27FC236}">
                    <a16:creationId xmlns:a16="http://schemas.microsoft.com/office/drawing/2014/main" id="{202B1138-5559-BA18-9F98-602B10644437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5" name="pg2358">
                <a:extLst>
                  <a:ext uri="{FF2B5EF4-FFF2-40B4-BE49-F238E27FC236}">
                    <a16:creationId xmlns:a16="http://schemas.microsoft.com/office/drawing/2014/main" id="{A7665A77-A9F1-7230-489C-97A89F5344DC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6" name="pg2359">
                <a:extLst>
                  <a:ext uri="{FF2B5EF4-FFF2-40B4-BE49-F238E27FC236}">
                    <a16:creationId xmlns:a16="http://schemas.microsoft.com/office/drawing/2014/main" id="{0E7911C8-ECFA-6A87-D536-F936F661A137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7" name="pg2360">
                <a:extLst>
                  <a:ext uri="{FF2B5EF4-FFF2-40B4-BE49-F238E27FC236}">
                    <a16:creationId xmlns:a16="http://schemas.microsoft.com/office/drawing/2014/main" id="{8785DBC6-A66B-1ADC-15C9-D5E02227B387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8" name="pg2361">
                <a:extLst>
                  <a:ext uri="{FF2B5EF4-FFF2-40B4-BE49-F238E27FC236}">
                    <a16:creationId xmlns:a16="http://schemas.microsoft.com/office/drawing/2014/main" id="{40F62E5D-07FC-2238-5C20-19E545397E4E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9" name="pg2362">
                <a:extLst>
                  <a:ext uri="{FF2B5EF4-FFF2-40B4-BE49-F238E27FC236}">
                    <a16:creationId xmlns:a16="http://schemas.microsoft.com/office/drawing/2014/main" id="{A3820AA1-EFD3-0894-CAD2-1A4C5B01571E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0" name="pg2363">
                <a:extLst>
                  <a:ext uri="{FF2B5EF4-FFF2-40B4-BE49-F238E27FC236}">
                    <a16:creationId xmlns:a16="http://schemas.microsoft.com/office/drawing/2014/main" id="{DFBA4395-3129-DFFF-2B88-FE6E49ABBD14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1" name="pg2364">
                <a:extLst>
                  <a:ext uri="{FF2B5EF4-FFF2-40B4-BE49-F238E27FC236}">
                    <a16:creationId xmlns:a16="http://schemas.microsoft.com/office/drawing/2014/main" id="{472944FA-F374-3CC3-39B9-761F3DCB39C4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2" name="pg2365">
                <a:extLst>
                  <a:ext uri="{FF2B5EF4-FFF2-40B4-BE49-F238E27FC236}">
                    <a16:creationId xmlns:a16="http://schemas.microsoft.com/office/drawing/2014/main" id="{715E8C90-694D-B942-A493-244D545E48BE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3" name="pg2366">
                <a:extLst>
                  <a:ext uri="{FF2B5EF4-FFF2-40B4-BE49-F238E27FC236}">
                    <a16:creationId xmlns:a16="http://schemas.microsoft.com/office/drawing/2014/main" id="{F2F69D9C-A580-943C-9AB8-026316E0FFDA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4" name="pg2367">
                <a:extLst>
                  <a:ext uri="{FF2B5EF4-FFF2-40B4-BE49-F238E27FC236}">
                    <a16:creationId xmlns:a16="http://schemas.microsoft.com/office/drawing/2014/main" id="{9A308333-5279-C2C5-DF4E-5E07C8675018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5" name="pg2368">
                <a:extLst>
                  <a:ext uri="{FF2B5EF4-FFF2-40B4-BE49-F238E27FC236}">
                    <a16:creationId xmlns:a16="http://schemas.microsoft.com/office/drawing/2014/main" id="{6ABA0846-CB37-F107-9D6F-C495B46F6E6D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6" name="pg2369">
                <a:extLst>
                  <a:ext uri="{FF2B5EF4-FFF2-40B4-BE49-F238E27FC236}">
                    <a16:creationId xmlns:a16="http://schemas.microsoft.com/office/drawing/2014/main" id="{1B9360B6-1308-725D-C633-D3225364AE5A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7" name="pg2370">
                <a:extLst>
                  <a:ext uri="{FF2B5EF4-FFF2-40B4-BE49-F238E27FC236}">
                    <a16:creationId xmlns:a16="http://schemas.microsoft.com/office/drawing/2014/main" id="{40C5A08E-BB71-7F4E-B128-55739973065F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8" name="pg2371">
                <a:extLst>
                  <a:ext uri="{FF2B5EF4-FFF2-40B4-BE49-F238E27FC236}">
                    <a16:creationId xmlns:a16="http://schemas.microsoft.com/office/drawing/2014/main" id="{56924AB9-3696-0FB8-E357-5AA672F557D4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9" name="pg2372">
                <a:extLst>
                  <a:ext uri="{FF2B5EF4-FFF2-40B4-BE49-F238E27FC236}">
                    <a16:creationId xmlns:a16="http://schemas.microsoft.com/office/drawing/2014/main" id="{B560B18A-D004-011F-FB02-1223A9D2032A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0" name="pg2373">
                <a:extLst>
                  <a:ext uri="{FF2B5EF4-FFF2-40B4-BE49-F238E27FC236}">
                    <a16:creationId xmlns:a16="http://schemas.microsoft.com/office/drawing/2014/main" id="{ED381D16-37A4-CEFB-9976-1937ABE4C958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1" name="pg2374">
                <a:extLst>
                  <a:ext uri="{FF2B5EF4-FFF2-40B4-BE49-F238E27FC236}">
                    <a16:creationId xmlns:a16="http://schemas.microsoft.com/office/drawing/2014/main" id="{2F7ABFE5-1A40-274E-D9B1-A792CA7C685B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2" name="pg2375">
                <a:extLst>
                  <a:ext uri="{FF2B5EF4-FFF2-40B4-BE49-F238E27FC236}">
                    <a16:creationId xmlns:a16="http://schemas.microsoft.com/office/drawing/2014/main" id="{00B96EF3-8575-74BE-A3CD-B6B79FE4CEAF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3" name="pg2376">
                <a:extLst>
                  <a:ext uri="{FF2B5EF4-FFF2-40B4-BE49-F238E27FC236}">
                    <a16:creationId xmlns:a16="http://schemas.microsoft.com/office/drawing/2014/main" id="{0E9443D5-1DAA-45C8-0302-9F611BF913C7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4" name="pg2377">
                <a:extLst>
                  <a:ext uri="{FF2B5EF4-FFF2-40B4-BE49-F238E27FC236}">
                    <a16:creationId xmlns:a16="http://schemas.microsoft.com/office/drawing/2014/main" id="{E4D12DC5-2B18-AC7A-62C4-1113304F80EA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5" name="pg2378">
                <a:extLst>
                  <a:ext uri="{FF2B5EF4-FFF2-40B4-BE49-F238E27FC236}">
                    <a16:creationId xmlns:a16="http://schemas.microsoft.com/office/drawing/2014/main" id="{3367C203-62A1-1871-482B-FA27085E08DF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6" name="pg2379">
                <a:extLst>
                  <a:ext uri="{FF2B5EF4-FFF2-40B4-BE49-F238E27FC236}">
                    <a16:creationId xmlns:a16="http://schemas.microsoft.com/office/drawing/2014/main" id="{84060F53-61D0-35CD-40FD-0A8C183C29F6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7" name="pg2380">
                <a:extLst>
                  <a:ext uri="{FF2B5EF4-FFF2-40B4-BE49-F238E27FC236}">
                    <a16:creationId xmlns:a16="http://schemas.microsoft.com/office/drawing/2014/main" id="{F263F378-9AD5-E648-B1CD-E2172DC2A5E4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8" name="pg2381">
                <a:extLst>
                  <a:ext uri="{FF2B5EF4-FFF2-40B4-BE49-F238E27FC236}">
                    <a16:creationId xmlns:a16="http://schemas.microsoft.com/office/drawing/2014/main" id="{A51CD29C-4056-4A22-6746-4E8852434CF8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9" name="pg2382">
                <a:extLst>
                  <a:ext uri="{FF2B5EF4-FFF2-40B4-BE49-F238E27FC236}">
                    <a16:creationId xmlns:a16="http://schemas.microsoft.com/office/drawing/2014/main" id="{2820E64E-99B6-0A83-9293-61A559249D32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0" name="pg2383">
                <a:extLst>
                  <a:ext uri="{FF2B5EF4-FFF2-40B4-BE49-F238E27FC236}">
                    <a16:creationId xmlns:a16="http://schemas.microsoft.com/office/drawing/2014/main" id="{29CA39C5-8412-E3AA-6AE4-D1B16853FA3A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1" name="pg2384">
                <a:extLst>
                  <a:ext uri="{FF2B5EF4-FFF2-40B4-BE49-F238E27FC236}">
                    <a16:creationId xmlns:a16="http://schemas.microsoft.com/office/drawing/2014/main" id="{9781132F-7CB5-A60D-9212-ED385345CC68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2" name="pg2385">
                <a:extLst>
                  <a:ext uri="{FF2B5EF4-FFF2-40B4-BE49-F238E27FC236}">
                    <a16:creationId xmlns:a16="http://schemas.microsoft.com/office/drawing/2014/main" id="{8D57FCE0-D71C-21A6-EF34-F998895614F6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3" name="pg2386">
                <a:extLst>
                  <a:ext uri="{FF2B5EF4-FFF2-40B4-BE49-F238E27FC236}">
                    <a16:creationId xmlns:a16="http://schemas.microsoft.com/office/drawing/2014/main" id="{AF252DF6-D45C-A217-FB81-4F7D41A6F94B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4" name="pg2387">
                <a:extLst>
                  <a:ext uri="{FF2B5EF4-FFF2-40B4-BE49-F238E27FC236}">
                    <a16:creationId xmlns:a16="http://schemas.microsoft.com/office/drawing/2014/main" id="{C9D4F566-C834-515F-DE27-B20FD8E572FD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5" name="pg2388">
                <a:extLst>
                  <a:ext uri="{FF2B5EF4-FFF2-40B4-BE49-F238E27FC236}">
                    <a16:creationId xmlns:a16="http://schemas.microsoft.com/office/drawing/2014/main" id="{5AEDFD91-8E79-D848-757E-696930034C95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6" name="pg2389">
                <a:extLst>
                  <a:ext uri="{FF2B5EF4-FFF2-40B4-BE49-F238E27FC236}">
                    <a16:creationId xmlns:a16="http://schemas.microsoft.com/office/drawing/2014/main" id="{1BB35182-AD77-7DCC-9EAF-7134E49F7267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7" name="pg2390">
                <a:extLst>
                  <a:ext uri="{FF2B5EF4-FFF2-40B4-BE49-F238E27FC236}">
                    <a16:creationId xmlns:a16="http://schemas.microsoft.com/office/drawing/2014/main" id="{01DEF0C1-DB38-2A9A-AB05-CCB9431052FE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8" name="pg2391">
                <a:extLst>
                  <a:ext uri="{FF2B5EF4-FFF2-40B4-BE49-F238E27FC236}">
                    <a16:creationId xmlns:a16="http://schemas.microsoft.com/office/drawing/2014/main" id="{9524EB21-97FF-188D-7C63-FC2DAB1106D5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9" name="pg2392">
                <a:extLst>
                  <a:ext uri="{FF2B5EF4-FFF2-40B4-BE49-F238E27FC236}">
                    <a16:creationId xmlns:a16="http://schemas.microsoft.com/office/drawing/2014/main" id="{349F0189-B981-F8F9-266E-045CB536BA4C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0" name="pg2393">
                <a:extLst>
                  <a:ext uri="{FF2B5EF4-FFF2-40B4-BE49-F238E27FC236}">
                    <a16:creationId xmlns:a16="http://schemas.microsoft.com/office/drawing/2014/main" id="{61E30AB0-7163-849B-7A5C-77CD3EB5728D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1" name="pg2394">
                <a:extLst>
                  <a:ext uri="{FF2B5EF4-FFF2-40B4-BE49-F238E27FC236}">
                    <a16:creationId xmlns:a16="http://schemas.microsoft.com/office/drawing/2014/main" id="{7D2B0547-50E8-9EC6-2C65-2C9B0448C2D8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2" name="pg2395">
                <a:extLst>
                  <a:ext uri="{FF2B5EF4-FFF2-40B4-BE49-F238E27FC236}">
                    <a16:creationId xmlns:a16="http://schemas.microsoft.com/office/drawing/2014/main" id="{AC7EF931-EC86-27E9-925A-8741D35B46D8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3" name="pg2396">
                <a:extLst>
                  <a:ext uri="{FF2B5EF4-FFF2-40B4-BE49-F238E27FC236}">
                    <a16:creationId xmlns:a16="http://schemas.microsoft.com/office/drawing/2014/main" id="{F2E3B438-1C42-C1F0-0187-6C9F61D421DD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4" name="pg2397">
                <a:extLst>
                  <a:ext uri="{FF2B5EF4-FFF2-40B4-BE49-F238E27FC236}">
                    <a16:creationId xmlns:a16="http://schemas.microsoft.com/office/drawing/2014/main" id="{0AA4602B-4024-5BD5-8A71-418A8DB0E360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5" name="pg2398">
                <a:extLst>
                  <a:ext uri="{FF2B5EF4-FFF2-40B4-BE49-F238E27FC236}">
                    <a16:creationId xmlns:a16="http://schemas.microsoft.com/office/drawing/2014/main" id="{B9AFF004-4C35-1C3F-CDF1-3824CA929610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6" name="pg2399">
                <a:extLst>
                  <a:ext uri="{FF2B5EF4-FFF2-40B4-BE49-F238E27FC236}">
                    <a16:creationId xmlns:a16="http://schemas.microsoft.com/office/drawing/2014/main" id="{AE5AF1D7-6CD6-1D97-65D6-08D1CE89AC76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7" name="pg2400">
                <a:extLst>
                  <a:ext uri="{FF2B5EF4-FFF2-40B4-BE49-F238E27FC236}">
                    <a16:creationId xmlns:a16="http://schemas.microsoft.com/office/drawing/2014/main" id="{01A31BDE-9F0E-1A43-AEE3-75E352464CD7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8" name="pg2401">
                <a:extLst>
                  <a:ext uri="{FF2B5EF4-FFF2-40B4-BE49-F238E27FC236}">
                    <a16:creationId xmlns:a16="http://schemas.microsoft.com/office/drawing/2014/main" id="{D1180CE6-2F92-00E6-AA65-15321D0969AC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9" name="pg2402">
                <a:extLst>
                  <a:ext uri="{FF2B5EF4-FFF2-40B4-BE49-F238E27FC236}">
                    <a16:creationId xmlns:a16="http://schemas.microsoft.com/office/drawing/2014/main" id="{EBE513C2-5859-71CA-E635-E8BB72A6ADFF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0" name="pg2403">
                <a:extLst>
                  <a:ext uri="{FF2B5EF4-FFF2-40B4-BE49-F238E27FC236}">
                    <a16:creationId xmlns:a16="http://schemas.microsoft.com/office/drawing/2014/main" id="{5D2ECF24-B8AD-8B76-B73C-473F6D5446D5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1" name="pg2404">
                <a:extLst>
                  <a:ext uri="{FF2B5EF4-FFF2-40B4-BE49-F238E27FC236}">
                    <a16:creationId xmlns:a16="http://schemas.microsoft.com/office/drawing/2014/main" id="{92CA7D70-0D80-A346-FF8B-0F1560412C5C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2" name="pg2405">
                <a:extLst>
                  <a:ext uri="{FF2B5EF4-FFF2-40B4-BE49-F238E27FC236}">
                    <a16:creationId xmlns:a16="http://schemas.microsoft.com/office/drawing/2014/main" id="{3AAF884E-5D6A-A2E0-9478-764EC7F3F996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3" name="pg2406">
                <a:extLst>
                  <a:ext uri="{FF2B5EF4-FFF2-40B4-BE49-F238E27FC236}">
                    <a16:creationId xmlns:a16="http://schemas.microsoft.com/office/drawing/2014/main" id="{33321433-0ACE-D2E5-7E43-24657071D445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4" name="pg2407">
                <a:extLst>
                  <a:ext uri="{FF2B5EF4-FFF2-40B4-BE49-F238E27FC236}">
                    <a16:creationId xmlns:a16="http://schemas.microsoft.com/office/drawing/2014/main" id="{9442B9E5-8664-0AE3-EB9F-D425426565B6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5" name="pg2408">
                <a:extLst>
                  <a:ext uri="{FF2B5EF4-FFF2-40B4-BE49-F238E27FC236}">
                    <a16:creationId xmlns:a16="http://schemas.microsoft.com/office/drawing/2014/main" id="{68A55805-BAB1-EC47-1081-C3FBF3D1CFAA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6" name="pg2409">
                <a:extLst>
                  <a:ext uri="{FF2B5EF4-FFF2-40B4-BE49-F238E27FC236}">
                    <a16:creationId xmlns:a16="http://schemas.microsoft.com/office/drawing/2014/main" id="{A059AE7B-E2D5-157D-B10F-D4E5B4D82B30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7" name="pg2410">
                <a:extLst>
                  <a:ext uri="{FF2B5EF4-FFF2-40B4-BE49-F238E27FC236}">
                    <a16:creationId xmlns:a16="http://schemas.microsoft.com/office/drawing/2014/main" id="{8E2B49EA-3383-88F7-410F-D926A4D4C750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8" name="pg2411">
                <a:extLst>
                  <a:ext uri="{FF2B5EF4-FFF2-40B4-BE49-F238E27FC236}">
                    <a16:creationId xmlns:a16="http://schemas.microsoft.com/office/drawing/2014/main" id="{8F9D8DAD-00C8-02D3-97F0-DA334CC208CB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9" name="pg2412">
                <a:extLst>
                  <a:ext uri="{FF2B5EF4-FFF2-40B4-BE49-F238E27FC236}">
                    <a16:creationId xmlns:a16="http://schemas.microsoft.com/office/drawing/2014/main" id="{BBAEC27F-2E2A-BB79-BEF5-18236B965763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0" name="pg2413">
                <a:extLst>
                  <a:ext uri="{FF2B5EF4-FFF2-40B4-BE49-F238E27FC236}">
                    <a16:creationId xmlns:a16="http://schemas.microsoft.com/office/drawing/2014/main" id="{68FF5184-C461-44FD-2E0A-6E3253948007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1" name="pg2414">
                <a:extLst>
                  <a:ext uri="{FF2B5EF4-FFF2-40B4-BE49-F238E27FC236}">
                    <a16:creationId xmlns:a16="http://schemas.microsoft.com/office/drawing/2014/main" id="{0A38E1AA-3DA1-D2C6-D2EF-F0CB9EE75571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2" name="pg2415">
                <a:extLst>
                  <a:ext uri="{FF2B5EF4-FFF2-40B4-BE49-F238E27FC236}">
                    <a16:creationId xmlns:a16="http://schemas.microsoft.com/office/drawing/2014/main" id="{E60027F7-5AE0-BFF0-5146-4B003B0D745C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3" name="pg2416">
                <a:extLst>
                  <a:ext uri="{FF2B5EF4-FFF2-40B4-BE49-F238E27FC236}">
                    <a16:creationId xmlns:a16="http://schemas.microsoft.com/office/drawing/2014/main" id="{ACF67446-28F0-C89C-F1C3-10C3545168B4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4" name="pg2417">
                <a:extLst>
                  <a:ext uri="{FF2B5EF4-FFF2-40B4-BE49-F238E27FC236}">
                    <a16:creationId xmlns:a16="http://schemas.microsoft.com/office/drawing/2014/main" id="{372CED0C-A27E-29FE-D6F2-9067E70B0833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5" name="pg2418">
                <a:extLst>
                  <a:ext uri="{FF2B5EF4-FFF2-40B4-BE49-F238E27FC236}">
                    <a16:creationId xmlns:a16="http://schemas.microsoft.com/office/drawing/2014/main" id="{05CF93F9-67D5-392A-922E-15AE3785AB4F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6" name="pg2419">
                <a:extLst>
                  <a:ext uri="{FF2B5EF4-FFF2-40B4-BE49-F238E27FC236}">
                    <a16:creationId xmlns:a16="http://schemas.microsoft.com/office/drawing/2014/main" id="{61EA7C97-B127-075D-657C-9242699F737F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7" name="pg2420">
                <a:extLst>
                  <a:ext uri="{FF2B5EF4-FFF2-40B4-BE49-F238E27FC236}">
                    <a16:creationId xmlns:a16="http://schemas.microsoft.com/office/drawing/2014/main" id="{880E595D-EBBC-A0CA-AB6A-7E5BE0AA7D49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8" name="pg2421">
                <a:extLst>
                  <a:ext uri="{FF2B5EF4-FFF2-40B4-BE49-F238E27FC236}">
                    <a16:creationId xmlns:a16="http://schemas.microsoft.com/office/drawing/2014/main" id="{ADE37049-20EC-EF07-548C-274CBA9A647E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9" name="pg2422">
                <a:extLst>
                  <a:ext uri="{FF2B5EF4-FFF2-40B4-BE49-F238E27FC236}">
                    <a16:creationId xmlns:a16="http://schemas.microsoft.com/office/drawing/2014/main" id="{992297CB-23D6-1991-0C62-74EEEB3275F1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0" name="pg2423">
                <a:extLst>
                  <a:ext uri="{FF2B5EF4-FFF2-40B4-BE49-F238E27FC236}">
                    <a16:creationId xmlns:a16="http://schemas.microsoft.com/office/drawing/2014/main" id="{F679378B-E483-484C-DA5A-CDE78C7034A7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1" name="pg2424">
                <a:extLst>
                  <a:ext uri="{FF2B5EF4-FFF2-40B4-BE49-F238E27FC236}">
                    <a16:creationId xmlns:a16="http://schemas.microsoft.com/office/drawing/2014/main" id="{E21822D0-740A-A6FC-11E0-AA986DC4260F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2" name="pg2425">
                <a:extLst>
                  <a:ext uri="{FF2B5EF4-FFF2-40B4-BE49-F238E27FC236}">
                    <a16:creationId xmlns:a16="http://schemas.microsoft.com/office/drawing/2014/main" id="{523F541A-D5B3-1F36-CECC-4FD9985F2342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3" name="pg2426">
                <a:extLst>
                  <a:ext uri="{FF2B5EF4-FFF2-40B4-BE49-F238E27FC236}">
                    <a16:creationId xmlns:a16="http://schemas.microsoft.com/office/drawing/2014/main" id="{23B210EB-5519-109C-1D20-D33C3452E0CE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4" name="pg2427">
                <a:extLst>
                  <a:ext uri="{FF2B5EF4-FFF2-40B4-BE49-F238E27FC236}">
                    <a16:creationId xmlns:a16="http://schemas.microsoft.com/office/drawing/2014/main" id="{D99A27D2-9E3D-5384-A35F-AD3759EDEC81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5" name="pg2428">
                <a:extLst>
                  <a:ext uri="{FF2B5EF4-FFF2-40B4-BE49-F238E27FC236}">
                    <a16:creationId xmlns:a16="http://schemas.microsoft.com/office/drawing/2014/main" id="{489DCCDA-6554-2039-BD28-88D36B0A1226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6" name="pg2429">
                <a:extLst>
                  <a:ext uri="{FF2B5EF4-FFF2-40B4-BE49-F238E27FC236}">
                    <a16:creationId xmlns:a16="http://schemas.microsoft.com/office/drawing/2014/main" id="{77EC5217-AA24-B335-7AC0-EB921A2D9219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7" name="pg2430">
                <a:extLst>
                  <a:ext uri="{FF2B5EF4-FFF2-40B4-BE49-F238E27FC236}">
                    <a16:creationId xmlns:a16="http://schemas.microsoft.com/office/drawing/2014/main" id="{D070F58D-B3F1-905F-39B4-1DCBA6A4471F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8" name="pg2431">
                <a:extLst>
                  <a:ext uri="{FF2B5EF4-FFF2-40B4-BE49-F238E27FC236}">
                    <a16:creationId xmlns:a16="http://schemas.microsoft.com/office/drawing/2014/main" id="{52BA37DA-3639-83AD-62B4-43133CB4B900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9" name="pg2432">
                <a:extLst>
                  <a:ext uri="{FF2B5EF4-FFF2-40B4-BE49-F238E27FC236}">
                    <a16:creationId xmlns:a16="http://schemas.microsoft.com/office/drawing/2014/main" id="{6C91CF32-2E31-006D-D3B4-15FAA4A919B8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0" name="pg2433">
                <a:extLst>
                  <a:ext uri="{FF2B5EF4-FFF2-40B4-BE49-F238E27FC236}">
                    <a16:creationId xmlns:a16="http://schemas.microsoft.com/office/drawing/2014/main" id="{99517AF9-97BC-8268-DED0-F42E124EC02B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1" name="pg2434">
                <a:extLst>
                  <a:ext uri="{FF2B5EF4-FFF2-40B4-BE49-F238E27FC236}">
                    <a16:creationId xmlns:a16="http://schemas.microsoft.com/office/drawing/2014/main" id="{AAB5D5D2-FE22-B97A-3248-321BCF72CA69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2" name="pg2435">
                <a:extLst>
                  <a:ext uri="{FF2B5EF4-FFF2-40B4-BE49-F238E27FC236}">
                    <a16:creationId xmlns:a16="http://schemas.microsoft.com/office/drawing/2014/main" id="{5B521104-BFD0-9E29-5EB3-87C8FFDD0CA8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3" name="pg2436">
                <a:extLst>
                  <a:ext uri="{FF2B5EF4-FFF2-40B4-BE49-F238E27FC236}">
                    <a16:creationId xmlns:a16="http://schemas.microsoft.com/office/drawing/2014/main" id="{FD436734-FE32-033F-8E97-25C2418601CB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4" name="pg2437">
                <a:extLst>
                  <a:ext uri="{FF2B5EF4-FFF2-40B4-BE49-F238E27FC236}">
                    <a16:creationId xmlns:a16="http://schemas.microsoft.com/office/drawing/2014/main" id="{7A4059DE-350F-6AF2-55AB-E9A4AF9C831A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5" name="pg2438">
                <a:extLst>
                  <a:ext uri="{FF2B5EF4-FFF2-40B4-BE49-F238E27FC236}">
                    <a16:creationId xmlns:a16="http://schemas.microsoft.com/office/drawing/2014/main" id="{68D898CA-1075-3C19-0F71-13186B77D7F4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6" name="pg2439">
                <a:extLst>
                  <a:ext uri="{FF2B5EF4-FFF2-40B4-BE49-F238E27FC236}">
                    <a16:creationId xmlns:a16="http://schemas.microsoft.com/office/drawing/2014/main" id="{75B4716F-B2B2-2036-C49C-0F95DE90789D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7" name="pg2440">
                <a:extLst>
                  <a:ext uri="{FF2B5EF4-FFF2-40B4-BE49-F238E27FC236}">
                    <a16:creationId xmlns:a16="http://schemas.microsoft.com/office/drawing/2014/main" id="{7834F447-B6FE-9414-9BCE-00F827E01F87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8" name="pg2441">
                <a:extLst>
                  <a:ext uri="{FF2B5EF4-FFF2-40B4-BE49-F238E27FC236}">
                    <a16:creationId xmlns:a16="http://schemas.microsoft.com/office/drawing/2014/main" id="{000DAD6A-43BE-6C8D-C65C-352880E41339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9" name="pg2442">
                <a:extLst>
                  <a:ext uri="{FF2B5EF4-FFF2-40B4-BE49-F238E27FC236}">
                    <a16:creationId xmlns:a16="http://schemas.microsoft.com/office/drawing/2014/main" id="{DBF6B8F0-66AC-79DC-56D6-3D3FFB1A8389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0" name="pg2443">
                <a:extLst>
                  <a:ext uri="{FF2B5EF4-FFF2-40B4-BE49-F238E27FC236}">
                    <a16:creationId xmlns:a16="http://schemas.microsoft.com/office/drawing/2014/main" id="{A8B11E1E-76A0-4E62-7752-646CF3E3A22C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1" name="pg2444">
                <a:extLst>
                  <a:ext uri="{FF2B5EF4-FFF2-40B4-BE49-F238E27FC236}">
                    <a16:creationId xmlns:a16="http://schemas.microsoft.com/office/drawing/2014/main" id="{62A4173F-3D30-6E6C-2CFD-580A92860247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2" name="pg2445">
                <a:extLst>
                  <a:ext uri="{FF2B5EF4-FFF2-40B4-BE49-F238E27FC236}">
                    <a16:creationId xmlns:a16="http://schemas.microsoft.com/office/drawing/2014/main" id="{BEC31A6B-C0DE-4728-7B35-C17EF8FE5EC9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3" name="pg2446">
                <a:extLst>
                  <a:ext uri="{FF2B5EF4-FFF2-40B4-BE49-F238E27FC236}">
                    <a16:creationId xmlns:a16="http://schemas.microsoft.com/office/drawing/2014/main" id="{57F8F57D-56FB-48F5-9D4A-77D909823EC8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4" name="pg2447">
                <a:extLst>
                  <a:ext uri="{FF2B5EF4-FFF2-40B4-BE49-F238E27FC236}">
                    <a16:creationId xmlns:a16="http://schemas.microsoft.com/office/drawing/2014/main" id="{6967DDE0-27A6-E131-8BA2-D1610FF7B5CE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5" name="pg2448">
                <a:extLst>
                  <a:ext uri="{FF2B5EF4-FFF2-40B4-BE49-F238E27FC236}">
                    <a16:creationId xmlns:a16="http://schemas.microsoft.com/office/drawing/2014/main" id="{7C3289E4-ABD2-0FBC-9E39-D7D00813C404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6" name="pg2449">
                <a:extLst>
                  <a:ext uri="{FF2B5EF4-FFF2-40B4-BE49-F238E27FC236}">
                    <a16:creationId xmlns:a16="http://schemas.microsoft.com/office/drawing/2014/main" id="{A477C5D9-98FE-E4A2-7DB1-03A6F00A916C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7" name="pg2450">
                <a:extLst>
                  <a:ext uri="{FF2B5EF4-FFF2-40B4-BE49-F238E27FC236}">
                    <a16:creationId xmlns:a16="http://schemas.microsoft.com/office/drawing/2014/main" id="{AF9E3207-80C6-189A-5E0B-6685AFEAC6B1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8" name="pg2451">
                <a:extLst>
                  <a:ext uri="{FF2B5EF4-FFF2-40B4-BE49-F238E27FC236}">
                    <a16:creationId xmlns:a16="http://schemas.microsoft.com/office/drawing/2014/main" id="{FDC567FC-D255-3F13-8E4D-1B8ABC9CF0AA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9" name="pg2452">
                <a:extLst>
                  <a:ext uri="{FF2B5EF4-FFF2-40B4-BE49-F238E27FC236}">
                    <a16:creationId xmlns:a16="http://schemas.microsoft.com/office/drawing/2014/main" id="{55DE3ED2-FAF8-46BE-1077-36D35BB0B5F4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0" name="pg2453">
                <a:extLst>
                  <a:ext uri="{FF2B5EF4-FFF2-40B4-BE49-F238E27FC236}">
                    <a16:creationId xmlns:a16="http://schemas.microsoft.com/office/drawing/2014/main" id="{CDBEBD53-D816-C197-1633-DCFBFC47874D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1" name="pg2454">
                <a:extLst>
                  <a:ext uri="{FF2B5EF4-FFF2-40B4-BE49-F238E27FC236}">
                    <a16:creationId xmlns:a16="http://schemas.microsoft.com/office/drawing/2014/main" id="{E2137BC8-1AFE-6700-CCC5-331827F45A6A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2" name="pg2455">
                <a:extLst>
                  <a:ext uri="{FF2B5EF4-FFF2-40B4-BE49-F238E27FC236}">
                    <a16:creationId xmlns:a16="http://schemas.microsoft.com/office/drawing/2014/main" id="{82F14723-A0A2-AC3F-CB3F-DE8C713C3EC1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3" name="pg2456">
                <a:extLst>
                  <a:ext uri="{FF2B5EF4-FFF2-40B4-BE49-F238E27FC236}">
                    <a16:creationId xmlns:a16="http://schemas.microsoft.com/office/drawing/2014/main" id="{4C5E0244-4DFF-0D8E-F234-F2BAB51EB573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4" name="pg2457">
                <a:extLst>
                  <a:ext uri="{FF2B5EF4-FFF2-40B4-BE49-F238E27FC236}">
                    <a16:creationId xmlns:a16="http://schemas.microsoft.com/office/drawing/2014/main" id="{5D203684-88D4-B5E9-4CF2-26C08BFCD8D8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5" name="pg2458">
                <a:extLst>
                  <a:ext uri="{FF2B5EF4-FFF2-40B4-BE49-F238E27FC236}">
                    <a16:creationId xmlns:a16="http://schemas.microsoft.com/office/drawing/2014/main" id="{2145934C-C052-794A-6BC7-02E4F463AD38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6" name="pg2459">
                <a:extLst>
                  <a:ext uri="{FF2B5EF4-FFF2-40B4-BE49-F238E27FC236}">
                    <a16:creationId xmlns:a16="http://schemas.microsoft.com/office/drawing/2014/main" id="{94C4ED63-6DE1-8727-730B-4229AA68747F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7" name="pg2460">
                <a:extLst>
                  <a:ext uri="{FF2B5EF4-FFF2-40B4-BE49-F238E27FC236}">
                    <a16:creationId xmlns:a16="http://schemas.microsoft.com/office/drawing/2014/main" id="{1D14DAD5-CE9E-BE27-11B9-C534D391BCEE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8" name="pg2461">
                <a:extLst>
                  <a:ext uri="{FF2B5EF4-FFF2-40B4-BE49-F238E27FC236}">
                    <a16:creationId xmlns:a16="http://schemas.microsoft.com/office/drawing/2014/main" id="{5D18677C-EC23-4977-C68B-17DD7D307F5B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9" name="pg2462">
                <a:extLst>
                  <a:ext uri="{FF2B5EF4-FFF2-40B4-BE49-F238E27FC236}">
                    <a16:creationId xmlns:a16="http://schemas.microsoft.com/office/drawing/2014/main" id="{E2E4C5EC-9C55-D9F6-A13D-D50F65C7C3BF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0" name="pg2463">
                <a:extLst>
                  <a:ext uri="{FF2B5EF4-FFF2-40B4-BE49-F238E27FC236}">
                    <a16:creationId xmlns:a16="http://schemas.microsoft.com/office/drawing/2014/main" id="{35F93F18-2A52-B8C2-6633-1883BDC33F93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1" name="pg2464">
                <a:extLst>
                  <a:ext uri="{FF2B5EF4-FFF2-40B4-BE49-F238E27FC236}">
                    <a16:creationId xmlns:a16="http://schemas.microsoft.com/office/drawing/2014/main" id="{E10B2DCF-2DE5-920C-91F0-243A1498CA0E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2" name="pg2465">
                <a:extLst>
                  <a:ext uri="{FF2B5EF4-FFF2-40B4-BE49-F238E27FC236}">
                    <a16:creationId xmlns:a16="http://schemas.microsoft.com/office/drawing/2014/main" id="{7621EAD8-8475-B82B-ACFD-91CD99F68793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3" name="pg2466">
                <a:extLst>
                  <a:ext uri="{FF2B5EF4-FFF2-40B4-BE49-F238E27FC236}">
                    <a16:creationId xmlns:a16="http://schemas.microsoft.com/office/drawing/2014/main" id="{DDA1F59C-5F2B-A2B6-F403-5D147F5B72ED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4" name="pg2467">
                <a:extLst>
                  <a:ext uri="{FF2B5EF4-FFF2-40B4-BE49-F238E27FC236}">
                    <a16:creationId xmlns:a16="http://schemas.microsoft.com/office/drawing/2014/main" id="{864CC906-4BB2-043E-F6D5-66380BBA6B9A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5" name="pg2468">
                <a:extLst>
                  <a:ext uri="{FF2B5EF4-FFF2-40B4-BE49-F238E27FC236}">
                    <a16:creationId xmlns:a16="http://schemas.microsoft.com/office/drawing/2014/main" id="{5468E116-98E3-961A-258F-76F20E124275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6" name="pg2469">
                <a:extLst>
                  <a:ext uri="{FF2B5EF4-FFF2-40B4-BE49-F238E27FC236}">
                    <a16:creationId xmlns:a16="http://schemas.microsoft.com/office/drawing/2014/main" id="{42EB39E6-0C90-6E32-6F2B-FE3EC0EDAC5F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7" name="pg2470">
                <a:extLst>
                  <a:ext uri="{FF2B5EF4-FFF2-40B4-BE49-F238E27FC236}">
                    <a16:creationId xmlns:a16="http://schemas.microsoft.com/office/drawing/2014/main" id="{DB24A077-3243-EDAD-29E0-E463669C5F1C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8" name="pg2471">
                <a:extLst>
                  <a:ext uri="{FF2B5EF4-FFF2-40B4-BE49-F238E27FC236}">
                    <a16:creationId xmlns:a16="http://schemas.microsoft.com/office/drawing/2014/main" id="{59F4F998-A0AD-7C9E-F7C5-DDA9639C34AA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9" name="pg2472">
                <a:extLst>
                  <a:ext uri="{FF2B5EF4-FFF2-40B4-BE49-F238E27FC236}">
                    <a16:creationId xmlns:a16="http://schemas.microsoft.com/office/drawing/2014/main" id="{7CB0C808-5F2E-891F-7AFE-7E7E49257941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0" name="pg2473">
                <a:extLst>
                  <a:ext uri="{FF2B5EF4-FFF2-40B4-BE49-F238E27FC236}">
                    <a16:creationId xmlns:a16="http://schemas.microsoft.com/office/drawing/2014/main" id="{B698AD4E-F69E-BECB-2210-90BD9E84B230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1" name="pg2474">
                <a:extLst>
                  <a:ext uri="{FF2B5EF4-FFF2-40B4-BE49-F238E27FC236}">
                    <a16:creationId xmlns:a16="http://schemas.microsoft.com/office/drawing/2014/main" id="{8813AB67-A6E7-060C-2CB7-88A85A8C4BC9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2" name="pg2475">
                <a:extLst>
                  <a:ext uri="{FF2B5EF4-FFF2-40B4-BE49-F238E27FC236}">
                    <a16:creationId xmlns:a16="http://schemas.microsoft.com/office/drawing/2014/main" id="{439E75BE-64AB-8F25-A11B-9C83AEB4A034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3" name="pg2476">
                <a:extLst>
                  <a:ext uri="{FF2B5EF4-FFF2-40B4-BE49-F238E27FC236}">
                    <a16:creationId xmlns:a16="http://schemas.microsoft.com/office/drawing/2014/main" id="{BD0F41F5-2A57-565C-7BDD-E3ED6FE93A6E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4" name="pg2477">
                <a:extLst>
                  <a:ext uri="{FF2B5EF4-FFF2-40B4-BE49-F238E27FC236}">
                    <a16:creationId xmlns:a16="http://schemas.microsoft.com/office/drawing/2014/main" id="{EF07B6CB-00EF-691E-0E80-20D88AB830F7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5" name="pg2478">
                <a:extLst>
                  <a:ext uri="{FF2B5EF4-FFF2-40B4-BE49-F238E27FC236}">
                    <a16:creationId xmlns:a16="http://schemas.microsoft.com/office/drawing/2014/main" id="{0DB9BDDE-F3A6-D8C5-E7C1-22EA5D01A2C8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6" name="pg2479">
                <a:extLst>
                  <a:ext uri="{FF2B5EF4-FFF2-40B4-BE49-F238E27FC236}">
                    <a16:creationId xmlns:a16="http://schemas.microsoft.com/office/drawing/2014/main" id="{1D9799F2-A478-FCD4-A3B2-DC716824FEA4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7" name="pg2480">
                <a:extLst>
                  <a:ext uri="{FF2B5EF4-FFF2-40B4-BE49-F238E27FC236}">
                    <a16:creationId xmlns:a16="http://schemas.microsoft.com/office/drawing/2014/main" id="{A5CAD434-1836-1F6C-424F-43692746067A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8" name="pg2481">
                <a:extLst>
                  <a:ext uri="{FF2B5EF4-FFF2-40B4-BE49-F238E27FC236}">
                    <a16:creationId xmlns:a16="http://schemas.microsoft.com/office/drawing/2014/main" id="{DCAD9F12-0923-EDB3-1C5A-931025CF75BF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9" name="pg2482">
                <a:extLst>
                  <a:ext uri="{FF2B5EF4-FFF2-40B4-BE49-F238E27FC236}">
                    <a16:creationId xmlns:a16="http://schemas.microsoft.com/office/drawing/2014/main" id="{C0F1E9FD-EFE3-D483-630E-6CF7D04CB812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0" name="pg2483">
                <a:extLst>
                  <a:ext uri="{FF2B5EF4-FFF2-40B4-BE49-F238E27FC236}">
                    <a16:creationId xmlns:a16="http://schemas.microsoft.com/office/drawing/2014/main" id="{588496F1-C15B-7627-1106-EF0762F25E0C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1" name="pg2484">
                <a:extLst>
                  <a:ext uri="{FF2B5EF4-FFF2-40B4-BE49-F238E27FC236}">
                    <a16:creationId xmlns:a16="http://schemas.microsoft.com/office/drawing/2014/main" id="{84BB41B6-5879-4EA2-23BF-BCF02BCB3BD0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2" name="pg2485">
                <a:extLst>
                  <a:ext uri="{FF2B5EF4-FFF2-40B4-BE49-F238E27FC236}">
                    <a16:creationId xmlns:a16="http://schemas.microsoft.com/office/drawing/2014/main" id="{67D3637C-1200-9A97-C4EA-1E807D44C808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3" name="pg2486">
                <a:extLst>
                  <a:ext uri="{FF2B5EF4-FFF2-40B4-BE49-F238E27FC236}">
                    <a16:creationId xmlns:a16="http://schemas.microsoft.com/office/drawing/2014/main" id="{D1514B60-52DC-8092-FB02-B058D01BD902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4" name="pg2487">
                <a:extLst>
                  <a:ext uri="{FF2B5EF4-FFF2-40B4-BE49-F238E27FC236}">
                    <a16:creationId xmlns:a16="http://schemas.microsoft.com/office/drawing/2014/main" id="{C1F6F729-7710-E0FE-28E3-EDA4FBE3BCB1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5" name="pg2488">
                <a:extLst>
                  <a:ext uri="{FF2B5EF4-FFF2-40B4-BE49-F238E27FC236}">
                    <a16:creationId xmlns:a16="http://schemas.microsoft.com/office/drawing/2014/main" id="{A170781E-F678-1EE3-7D80-2C663829EABD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6" name="pg2489">
                <a:extLst>
                  <a:ext uri="{FF2B5EF4-FFF2-40B4-BE49-F238E27FC236}">
                    <a16:creationId xmlns:a16="http://schemas.microsoft.com/office/drawing/2014/main" id="{5ECED99F-C010-6B31-69FE-640F4D620640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7" name="pg2490">
                <a:extLst>
                  <a:ext uri="{FF2B5EF4-FFF2-40B4-BE49-F238E27FC236}">
                    <a16:creationId xmlns:a16="http://schemas.microsoft.com/office/drawing/2014/main" id="{F93AB877-4A28-CA37-90ED-64DADA1FB4B6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8" name="pg2491">
                <a:extLst>
                  <a:ext uri="{FF2B5EF4-FFF2-40B4-BE49-F238E27FC236}">
                    <a16:creationId xmlns:a16="http://schemas.microsoft.com/office/drawing/2014/main" id="{802D4D02-5FFE-91E2-D3F3-6F8D5AE36F77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9" name="pg2492">
                <a:extLst>
                  <a:ext uri="{FF2B5EF4-FFF2-40B4-BE49-F238E27FC236}">
                    <a16:creationId xmlns:a16="http://schemas.microsoft.com/office/drawing/2014/main" id="{9D8075BC-AE7B-7EAC-12A4-493F116EA761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0" name="pg2493">
                <a:extLst>
                  <a:ext uri="{FF2B5EF4-FFF2-40B4-BE49-F238E27FC236}">
                    <a16:creationId xmlns:a16="http://schemas.microsoft.com/office/drawing/2014/main" id="{8F236291-0BE2-C37F-3CBC-6EE74E800BA3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1" name="pg2494">
                <a:extLst>
                  <a:ext uri="{FF2B5EF4-FFF2-40B4-BE49-F238E27FC236}">
                    <a16:creationId xmlns:a16="http://schemas.microsoft.com/office/drawing/2014/main" id="{0877D7D2-8C48-445E-2333-86DD930D6CF4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2" name="pg2495">
                <a:extLst>
                  <a:ext uri="{FF2B5EF4-FFF2-40B4-BE49-F238E27FC236}">
                    <a16:creationId xmlns:a16="http://schemas.microsoft.com/office/drawing/2014/main" id="{C3923F3B-52A2-66DE-DEF9-CA3D877C7FD8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3" name="pg2496">
                <a:extLst>
                  <a:ext uri="{FF2B5EF4-FFF2-40B4-BE49-F238E27FC236}">
                    <a16:creationId xmlns:a16="http://schemas.microsoft.com/office/drawing/2014/main" id="{3A93D5C6-2549-F362-6EF1-64C1E10E056A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4" name="pg2497">
                <a:extLst>
                  <a:ext uri="{FF2B5EF4-FFF2-40B4-BE49-F238E27FC236}">
                    <a16:creationId xmlns:a16="http://schemas.microsoft.com/office/drawing/2014/main" id="{1C84E83A-F67F-AA23-8DD0-912CC3BD5B18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5" name="pg2498">
                <a:extLst>
                  <a:ext uri="{FF2B5EF4-FFF2-40B4-BE49-F238E27FC236}">
                    <a16:creationId xmlns:a16="http://schemas.microsoft.com/office/drawing/2014/main" id="{28D490E2-7EEA-3A30-5311-C47A8BECBAB5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6" name="pg2499">
                <a:extLst>
                  <a:ext uri="{FF2B5EF4-FFF2-40B4-BE49-F238E27FC236}">
                    <a16:creationId xmlns:a16="http://schemas.microsoft.com/office/drawing/2014/main" id="{B0C906A1-33FC-F9FD-5085-382B6DD691A3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7" name="pg2500">
                <a:extLst>
                  <a:ext uri="{FF2B5EF4-FFF2-40B4-BE49-F238E27FC236}">
                    <a16:creationId xmlns:a16="http://schemas.microsoft.com/office/drawing/2014/main" id="{0CDC462E-D4C1-B289-A82D-8A52E66501DE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8" name="pg2501">
                <a:extLst>
                  <a:ext uri="{FF2B5EF4-FFF2-40B4-BE49-F238E27FC236}">
                    <a16:creationId xmlns:a16="http://schemas.microsoft.com/office/drawing/2014/main" id="{F4C07F01-5603-C36D-C398-FF164BE0D3E3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9" name="pg2502">
                <a:extLst>
                  <a:ext uri="{FF2B5EF4-FFF2-40B4-BE49-F238E27FC236}">
                    <a16:creationId xmlns:a16="http://schemas.microsoft.com/office/drawing/2014/main" id="{95602EBB-7DC5-0A0C-28CD-55AFC52565C5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0" name="pg2503">
                <a:extLst>
                  <a:ext uri="{FF2B5EF4-FFF2-40B4-BE49-F238E27FC236}">
                    <a16:creationId xmlns:a16="http://schemas.microsoft.com/office/drawing/2014/main" id="{2B1AFD46-215A-7EEC-283D-F8542D551FE4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1" name="pg2504">
                <a:extLst>
                  <a:ext uri="{FF2B5EF4-FFF2-40B4-BE49-F238E27FC236}">
                    <a16:creationId xmlns:a16="http://schemas.microsoft.com/office/drawing/2014/main" id="{0916DF79-1281-E4F1-3E82-94E02C73A3AE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2" name="pg2505">
                <a:extLst>
                  <a:ext uri="{FF2B5EF4-FFF2-40B4-BE49-F238E27FC236}">
                    <a16:creationId xmlns:a16="http://schemas.microsoft.com/office/drawing/2014/main" id="{67BB445D-C1B2-FCD5-1043-848E76C87D58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3" name="pg2506">
                <a:extLst>
                  <a:ext uri="{FF2B5EF4-FFF2-40B4-BE49-F238E27FC236}">
                    <a16:creationId xmlns:a16="http://schemas.microsoft.com/office/drawing/2014/main" id="{F05A532C-840E-FF02-8C73-8823665100E8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4" name="pg2507">
                <a:extLst>
                  <a:ext uri="{FF2B5EF4-FFF2-40B4-BE49-F238E27FC236}">
                    <a16:creationId xmlns:a16="http://schemas.microsoft.com/office/drawing/2014/main" id="{3F0238BB-10A9-B27C-9706-D0C7C5E2F437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5" name="pg2508">
                <a:extLst>
                  <a:ext uri="{FF2B5EF4-FFF2-40B4-BE49-F238E27FC236}">
                    <a16:creationId xmlns:a16="http://schemas.microsoft.com/office/drawing/2014/main" id="{63C7DBCF-591F-B2EA-18A1-5791CB9AD791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6" name="pg2509">
                <a:extLst>
                  <a:ext uri="{FF2B5EF4-FFF2-40B4-BE49-F238E27FC236}">
                    <a16:creationId xmlns:a16="http://schemas.microsoft.com/office/drawing/2014/main" id="{6EF1259E-05D7-9C78-ACAC-60F80D0E14E9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7" name="pg2510">
                <a:extLst>
                  <a:ext uri="{FF2B5EF4-FFF2-40B4-BE49-F238E27FC236}">
                    <a16:creationId xmlns:a16="http://schemas.microsoft.com/office/drawing/2014/main" id="{BBD290DB-FBA9-A1A5-9924-47FED876CD45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8" name="pg2511">
                <a:extLst>
                  <a:ext uri="{FF2B5EF4-FFF2-40B4-BE49-F238E27FC236}">
                    <a16:creationId xmlns:a16="http://schemas.microsoft.com/office/drawing/2014/main" id="{DBCD0372-4B15-F893-2DFA-DA29E708AAF0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9" name="pg2512">
                <a:extLst>
                  <a:ext uri="{FF2B5EF4-FFF2-40B4-BE49-F238E27FC236}">
                    <a16:creationId xmlns:a16="http://schemas.microsoft.com/office/drawing/2014/main" id="{58B82740-380A-2EF7-1C6C-F07B3D59C6EB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0" name="pg2513">
                <a:extLst>
                  <a:ext uri="{FF2B5EF4-FFF2-40B4-BE49-F238E27FC236}">
                    <a16:creationId xmlns:a16="http://schemas.microsoft.com/office/drawing/2014/main" id="{43BE1215-3751-3C1D-9B43-551A58D5E01A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1" name="pg2514">
                <a:extLst>
                  <a:ext uri="{FF2B5EF4-FFF2-40B4-BE49-F238E27FC236}">
                    <a16:creationId xmlns:a16="http://schemas.microsoft.com/office/drawing/2014/main" id="{FE1DC49D-F1FE-0D4F-C6BF-B19F819BB39F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2" name="pg2515">
                <a:extLst>
                  <a:ext uri="{FF2B5EF4-FFF2-40B4-BE49-F238E27FC236}">
                    <a16:creationId xmlns:a16="http://schemas.microsoft.com/office/drawing/2014/main" id="{3AFDAA97-A75C-AF96-09A5-DC06F553DF22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3" name="pg2516">
                <a:extLst>
                  <a:ext uri="{FF2B5EF4-FFF2-40B4-BE49-F238E27FC236}">
                    <a16:creationId xmlns:a16="http://schemas.microsoft.com/office/drawing/2014/main" id="{4E10D942-9257-D19C-2EFE-EBBD14FCE318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4" name="pg2517">
                <a:extLst>
                  <a:ext uri="{FF2B5EF4-FFF2-40B4-BE49-F238E27FC236}">
                    <a16:creationId xmlns:a16="http://schemas.microsoft.com/office/drawing/2014/main" id="{D72ECA67-EC4C-CE6A-CDF6-1512FBBCD1F7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5" name="pg2518">
                <a:extLst>
                  <a:ext uri="{FF2B5EF4-FFF2-40B4-BE49-F238E27FC236}">
                    <a16:creationId xmlns:a16="http://schemas.microsoft.com/office/drawing/2014/main" id="{866A27B1-745C-A8F9-178C-0F8CFDAC6F29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6" name="pg2519">
                <a:extLst>
                  <a:ext uri="{FF2B5EF4-FFF2-40B4-BE49-F238E27FC236}">
                    <a16:creationId xmlns:a16="http://schemas.microsoft.com/office/drawing/2014/main" id="{EA105660-A0B3-70D2-0B25-E91D6A02DBBE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7" name="pg2520">
                <a:extLst>
                  <a:ext uri="{FF2B5EF4-FFF2-40B4-BE49-F238E27FC236}">
                    <a16:creationId xmlns:a16="http://schemas.microsoft.com/office/drawing/2014/main" id="{C7157789-FB14-8F0D-0071-622797A9CD83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8" name="pg2521">
                <a:extLst>
                  <a:ext uri="{FF2B5EF4-FFF2-40B4-BE49-F238E27FC236}">
                    <a16:creationId xmlns:a16="http://schemas.microsoft.com/office/drawing/2014/main" id="{2B683CBB-9711-1BBF-EFBB-523A1176E0BD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9" name="pg2522">
                <a:extLst>
                  <a:ext uri="{FF2B5EF4-FFF2-40B4-BE49-F238E27FC236}">
                    <a16:creationId xmlns:a16="http://schemas.microsoft.com/office/drawing/2014/main" id="{9C360985-B364-2E00-95CC-CF7F781D0EE1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0" name="pg2523">
                <a:extLst>
                  <a:ext uri="{FF2B5EF4-FFF2-40B4-BE49-F238E27FC236}">
                    <a16:creationId xmlns:a16="http://schemas.microsoft.com/office/drawing/2014/main" id="{B1D36593-6661-A9C6-8620-18AA024C5A00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1" name="pg2524">
                <a:extLst>
                  <a:ext uri="{FF2B5EF4-FFF2-40B4-BE49-F238E27FC236}">
                    <a16:creationId xmlns:a16="http://schemas.microsoft.com/office/drawing/2014/main" id="{433F0D5D-848D-1DCC-8D60-DE779616D69E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2" name="pg2525">
                <a:extLst>
                  <a:ext uri="{FF2B5EF4-FFF2-40B4-BE49-F238E27FC236}">
                    <a16:creationId xmlns:a16="http://schemas.microsoft.com/office/drawing/2014/main" id="{15F51420-B376-6572-C104-2D326AAAAB5B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3" name="pg2526">
                <a:extLst>
                  <a:ext uri="{FF2B5EF4-FFF2-40B4-BE49-F238E27FC236}">
                    <a16:creationId xmlns:a16="http://schemas.microsoft.com/office/drawing/2014/main" id="{3FF84CE9-944B-EB8A-56D4-2E7FE6EA3874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4" name="pg2527">
                <a:extLst>
                  <a:ext uri="{FF2B5EF4-FFF2-40B4-BE49-F238E27FC236}">
                    <a16:creationId xmlns:a16="http://schemas.microsoft.com/office/drawing/2014/main" id="{93209518-0077-D67C-B3FB-2CBE0106141A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5" name="pg2528">
                <a:extLst>
                  <a:ext uri="{FF2B5EF4-FFF2-40B4-BE49-F238E27FC236}">
                    <a16:creationId xmlns:a16="http://schemas.microsoft.com/office/drawing/2014/main" id="{A9D9ED0E-94B2-8539-B162-235DE1F3918C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6" name="pg2529">
                <a:extLst>
                  <a:ext uri="{FF2B5EF4-FFF2-40B4-BE49-F238E27FC236}">
                    <a16:creationId xmlns:a16="http://schemas.microsoft.com/office/drawing/2014/main" id="{523C1956-D4E6-C1C1-BD66-8310357AA4CC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7" name="pg2530">
                <a:extLst>
                  <a:ext uri="{FF2B5EF4-FFF2-40B4-BE49-F238E27FC236}">
                    <a16:creationId xmlns:a16="http://schemas.microsoft.com/office/drawing/2014/main" id="{AC845427-08CE-282F-9C60-0EAEC64DDF00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8" name="pg2531">
                <a:extLst>
                  <a:ext uri="{FF2B5EF4-FFF2-40B4-BE49-F238E27FC236}">
                    <a16:creationId xmlns:a16="http://schemas.microsoft.com/office/drawing/2014/main" id="{6E988574-8239-AF43-1D52-E7EB0B6A3F69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9" name="pg2532">
                <a:extLst>
                  <a:ext uri="{FF2B5EF4-FFF2-40B4-BE49-F238E27FC236}">
                    <a16:creationId xmlns:a16="http://schemas.microsoft.com/office/drawing/2014/main" id="{3F1D24F5-CA01-B5CF-5F74-707F48B2C68A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0" name="pg2533">
                <a:extLst>
                  <a:ext uri="{FF2B5EF4-FFF2-40B4-BE49-F238E27FC236}">
                    <a16:creationId xmlns:a16="http://schemas.microsoft.com/office/drawing/2014/main" id="{D847547D-1901-004F-4B89-506F3426E8B6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1" name="pg2534">
                <a:extLst>
                  <a:ext uri="{FF2B5EF4-FFF2-40B4-BE49-F238E27FC236}">
                    <a16:creationId xmlns:a16="http://schemas.microsoft.com/office/drawing/2014/main" id="{A9385DAB-1498-599A-C825-EC2858249BCA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2" name="pg2535">
                <a:extLst>
                  <a:ext uri="{FF2B5EF4-FFF2-40B4-BE49-F238E27FC236}">
                    <a16:creationId xmlns:a16="http://schemas.microsoft.com/office/drawing/2014/main" id="{FEA6AFE6-EC8E-01DE-F7E1-C3CFF2D7A1B5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3" name="pg2536">
                <a:extLst>
                  <a:ext uri="{FF2B5EF4-FFF2-40B4-BE49-F238E27FC236}">
                    <a16:creationId xmlns:a16="http://schemas.microsoft.com/office/drawing/2014/main" id="{2F136CB9-D809-2C2E-1513-280C961B045C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4" name="pg2537">
                <a:extLst>
                  <a:ext uri="{FF2B5EF4-FFF2-40B4-BE49-F238E27FC236}">
                    <a16:creationId xmlns:a16="http://schemas.microsoft.com/office/drawing/2014/main" id="{54EBDFAD-078A-DFCB-4A7B-935257DD80CA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5" name="pg2538">
                <a:extLst>
                  <a:ext uri="{FF2B5EF4-FFF2-40B4-BE49-F238E27FC236}">
                    <a16:creationId xmlns:a16="http://schemas.microsoft.com/office/drawing/2014/main" id="{6151B0DC-5E6C-A5EB-23B1-3ED7E64AD289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6" name="pg2539">
                <a:extLst>
                  <a:ext uri="{FF2B5EF4-FFF2-40B4-BE49-F238E27FC236}">
                    <a16:creationId xmlns:a16="http://schemas.microsoft.com/office/drawing/2014/main" id="{49198370-DD59-6613-5A28-F9044D1829FB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7" name="pg2540">
                <a:extLst>
                  <a:ext uri="{FF2B5EF4-FFF2-40B4-BE49-F238E27FC236}">
                    <a16:creationId xmlns:a16="http://schemas.microsoft.com/office/drawing/2014/main" id="{5916D9DE-0431-4FEE-38A5-27A42F506A9A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8" name="pg2541">
                <a:extLst>
                  <a:ext uri="{FF2B5EF4-FFF2-40B4-BE49-F238E27FC236}">
                    <a16:creationId xmlns:a16="http://schemas.microsoft.com/office/drawing/2014/main" id="{C77E2964-A0F8-EB68-CA02-22F07EAB8E58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9" name="pg2542">
                <a:extLst>
                  <a:ext uri="{FF2B5EF4-FFF2-40B4-BE49-F238E27FC236}">
                    <a16:creationId xmlns:a16="http://schemas.microsoft.com/office/drawing/2014/main" id="{46E1A3A9-983F-5619-9AE9-B7281CCDE0CE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0" name="pg2543">
                <a:extLst>
                  <a:ext uri="{FF2B5EF4-FFF2-40B4-BE49-F238E27FC236}">
                    <a16:creationId xmlns:a16="http://schemas.microsoft.com/office/drawing/2014/main" id="{C24DCC66-63C7-A445-515B-5252A77D3840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1" name="pg2544">
                <a:extLst>
                  <a:ext uri="{FF2B5EF4-FFF2-40B4-BE49-F238E27FC236}">
                    <a16:creationId xmlns:a16="http://schemas.microsoft.com/office/drawing/2014/main" id="{24C012B8-ED40-D62B-4CF0-CC7ED46E9259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2" name="pg2545">
                <a:extLst>
                  <a:ext uri="{FF2B5EF4-FFF2-40B4-BE49-F238E27FC236}">
                    <a16:creationId xmlns:a16="http://schemas.microsoft.com/office/drawing/2014/main" id="{B9053DFE-7774-81AC-AEEB-FB9F607F5FD9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3" name="pg2546">
                <a:extLst>
                  <a:ext uri="{FF2B5EF4-FFF2-40B4-BE49-F238E27FC236}">
                    <a16:creationId xmlns:a16="http://schemas.microsoft.com/office/drawing/2014/main" id="{6B21B695-758B-CC54-9A3B-72EFCB77810A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4" name="pg2547">
                <a:extLst>
                  <a:ext uri="{FF2B5EF4-FFF2-40B4-BE49-F238E27FC236}">
                    <a16:creationId xmlns:a16="http://schemas.microsoft.com/office/drawing/2014/main" id="{8F9D7D80-ECD1-B3D9-DB85-10040076B7DF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5" name="pg2548">
                <a:extLst>
                  <a:ext uri="{FF2B5EF4-FFF2-40B4-BE49-F238E27FC236}">
                    <a16:creationId xmlns:a16="http://schemas.microsoft.com/office/drawing/2014/main" id="{2CE0599B-F365-A9A0-B0B9-56CFCF25AF75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6" name="pg2549">
                <a:extLst>
                  <a:ext uri="{FF2B5EF4-FFF2-40B4-BE49-F238E27FC236}">
                    <a16:creationId xmlns:a16="http://schemas.microsoft.com/office/drawing/2014/main" id="{9B2E4022-EB48-7CE6-4F95-4C0F7E60FEE8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7" name="pg2550">
                <a:extLst>
                  <a:ext uri="{FF2B5EF4-FFF2-40B4-BE49-F238E27FC236}">
                    <a16:creationId xmlns:a16="http://schemas.microsoft.com/office/drawing/2014/main" id="{A3D145D2-E615-E528-9928-1AAC6AFE2BFD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8" name="pg2551">
                <a:extLst>
                  <a:ext uri="{FF2B5EF4-FFF2-40B4-BE49-F238E27FC236}">
                    <a16:creationId xmlns:a16="http://schemas.microsoft.com/office/drawing/2014/main" id="{51D059A4-B5A3-FB75-8334-EA44F8257020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9" name="pg2552">
                <a:extLst>
                  <a:ext uri="{FF2B5EF4-FFF2-40B4-BE49-F238E27FC236}">
                    <a16:creationId xmlns:a16="http://schemas.microsoft.com/office/drawing/2014/main" id="{CBA2BF68-509B-F322-0AAE-143018EBBFF7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0" name="pg2553">
                <a:extLst>
                  <a:ext uri="{FF2B5EF4-FFF2-40B4-BE49-F238E27FC236}">
                    <a16:creationId xmlns:a16="http://schemas.microsoft.com/office/drawing/2014/main" id="{A54DBBD9-5603-D64D-111C-2D4B1674695A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1" name="pg2554">
                <a:extLst>
                  <a:ext uri="{FF2B5EF4-FFF2-40B4-BE49-F238E27FC236}">
                    <a16:creationId xmlns:a16="http://schemas.microsoft.com/office/drawing/2014/main" id="{4EC89752-C7E2-4457-C6D6-4CB2E2996112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2" name="pg2555">
                <a:extLst>
                  <a:ext uri="{FF2B5EF4-FFF2-40B4-BE49-F238E27FC236}">
                    <a16:creationId xmlns:a16="http://schemas.microsoft.com/office/drawing/2014/main" id="{9D700968-B966-E551-1689-963169C449A6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3" name="pg2556">
                <a:extLst>
                  <a:ext uri="{FF2B5EF4-FFF2-40B4-BE49-F238E27FC236}">
                    <a16:creationId xmlns:a16="http://schemas.microsoft.com/office/drawing/2014/main" id="{33549489-2B94-CFE5-836D-C5C43C630D14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4" name="pg2557">
                <a:extLst>
                  <a:ext uri="{FF2B5EF4-FFF2-40B4-BE49-F238E27FC236}">
                    <a16:creationId xmlns:a16="http://schemas.microsoft.com/office/drawing/2014/main" id="{D14AB641-3D23-E6C4-2DB8-1208FA2A8D58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5" name="pg2558">
                <a:extLst>
                  <a:ext uri="{FF2B5EF4-FFF2-40B4-BE49-F238E27FC236}">
                    <a16:creationId xmlns:a16="http://schemas.microsoft.com/office/drawing/2014/main" id="{4D303AA7-F7CA-1C6A-A336-A1F5A4E3E17F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6" name="pg2559">
                <a:extLst>
                  <a:ext uri="{FF2B5EF4-FFF2-40B4-BE49-F238E27FC236}">
                    <a16:creationId xmlns:a16="http://schemas.microsoft.com/office/drawing/2014/main" id="{E12C638F-E244-5BDD-2A0E-690BDDD7670B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7" name="pg2560">
                <a:extLst>
                  <a:ext uri="{FF2B5EF4-FFF2-40B4-BE49-F238E27FC236}">
                    <a16:creationId xmlns:a16="http://schemas.microsoft.com/office/drawing/2014/main" id="{C1ED17E5-B503-8D6F-1D50-404C87D48B7E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8" name="pg2561">
                <a:extLst>
                  <a:ext uri="{FF2B5EF4-FFF2-40B4-BE49-F238E27FC236}">
                    <a16:creationId xmlns:a16="http://schemas.microsoft.com/office/drawing/2014/main" id="{DC9C94D7-EB6B-8A90-5064-CAC582411E8E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9" name="pg2562">
                <a:extLst>
                  <a:ext uri="{FF2B5EF4-FFF2-40B4-BE49-F238E27FC236}">
                    <a16:creationId xmlns:a16="http://schemas.microsoft.com/office/drawing/2014/main" id="{046DF65E-F2B4-AE0C-7BC0-B3DD3036BFCF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0" name="pg2563">
                <a:extLst>
                  <a:ext uri="{FF2B5EF4-FFF2-40B4-BE49-F238E27FC236}">
                    <a16:creationId xmlns:a16="http://schemas.microsoft.com/office/drawing/2014/main" id="{9013E882-61B3-A4DB-421E-8FF90030B5B9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1" name="pg2564">
                <a:extLst>
                  <a:ext uri="{FF2B5EF4-FFF2-40B4-BE49-F238E27FC236}">
                    <a16:creationId xmlns:a16="http://schemas.microsoft.com/office/drawing/2014/main" id="{4A0A84D8-C0D5-327D-8455-F1559EDF86AB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2" name="pg2565">
                <a:extLst>
                  <a:ext uri="{FF2B5EF4-FFF2-40B4-BE49-F238E27FC236}">
                    <a16:creationId xmlns:a16="http://schemas.microsoft.com/office/drawing/2014/main" id="{4CD013CD-C553-DEB4-D072-79538DF4564B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3" name="pg2566">
                <a:extLst>
                  <a:ext uri="{FF2B5EF4-FFF2-40B4-BE49-F238E27FC236}">
                    <a16:creationId xmlns:a16="http://schemas.microsoft.com/office/drawing/2014/main" id="{905F0356-2122-D1E5-DEFB-C9F80ECDCA84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4" name="pg2567">
                <a:extLst>
                  <a:ext uri="{FF2B5EF4-FFF2-40B4-BE49-F238E27FC236}">
                    <a16:creationId xmlns:a16="http://schemas.microsoft.com/office/drawing/2014/main" id="{AEC990BD-DE91-B441-0B75-EB04599EABD4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5" name="pg2568">
                <a:extLst>
                  <a:ext uri="{FF2B5EF4-FFF2-40B4-BE49-F238E27FC236}">
                    <a16:creationId xmlns:a16="http://schemas.microsoft.com/office/drawing/2014/main" id="{2E33A5A8-366F-EB5D-079F-B9514358C8D0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6" name="pg2569">
                <a:extLst>
                  <a:ext uri="{FF2B5EF4-FFF2-40B4-BE49-F238E27FC236}">
                    <a16:creationId xmlns:a16="http://schemas.microsoft.com/office/drawing/2014/main" id="{0D0E3616-2935-8718-9EE2-8243BC273D9D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7" name="pg2570">
                <a:extLst>
                  <a:ext uri="{FF2B5EF4-FFF2-40B4-BE49-F238E27FC236}">
                    <a16:creationId xmlns:a16="http://schemas.microsoft.com/office/drawing/2014/main" id="{E840446D-07D8-3E04-19CC-C12B210D6E95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8" name="pg2571">
                <a:extLst>
                  <a:ext uri="{FF2B5EF4-FFF2-40B4-BE49-F238E27FC236}">
                    <a16:creationId xmlns:a16="http://schemas.microsoft.com/office/drawing/2014/main" id="{12A6191E-2E67-05B0-FB33-4ADC8CF56D98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9" name="pg2572">
                <a:extLst>
                  <a:ext uri="{FF2B5EF4-FFF2-40B4-BE49-F238E27FC236}">
                    <a16:creationId xmlns:a16="http://schemas.microsoft.com/office/drawing/2014/main" id="{179D5C7A-A4D6-5820-82EF-647CBE751814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0" name="pg2573">
                <a:extLst>
                  <a:ext uri="{FF2B5EF4-FFF2-40B4-BE49-F238E27FC236}">
                    <a16:creationId xmlns:a16="http://schemas.microsoft.com/office/drawing/2014/main" id="{66F970AF-5DF7-8CB0-6FBF-6C94C1D4C70D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6B8">
                  <a:alpha val="100000"/>
                </a:srgbClr>
              </a:solidFill>
              <a:ln w="5420" cap="flat">
                <a:solidFill>
                  <a:srgbClr val="7F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1" name="pg2574">
                <a:extLst>
                  <a:ext uri="{FF2B5EF4-FFF2-40B4-BE49-F238E27FC236}">
                    <a16:creationId xmlns:a16="http://schemas.microsoft.com/office/drawing/2014/main" id="{9260FEC6-0239-49BE-A574-3FC80A27A931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2" name="pg2575">
                <a:extLst>
                  <a:ext uri="{FF2B5EF4-FFF2-40B4-BE49-F238E27FC236}">
                    <a16:creationId xmlns:a16="http://schemas.microsoft.com/office/drawing/2014/main" id="{2E3B908F-D738-C8EB-34ED-E9861A47F641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3" name="pg2576">
                <a:extLst>
                  <a:ext uri="{FF2B5EF4-FFF2-40B4-BE49-F238E27FC236}">
                    <a16:creationId xmlns:a16="http://schemas.microsoft.com/office/drawing/2014/main" id="{5733F5A7-5DC4-842F-BE78-DE93987CD1A4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4" name="pg2577">
                <a:extLst>
                  <a:ext uri="{FF2B5EF4-FFF2-40B4-BE49-F238E27FC236}">
                    <a16:creationId xmlns:a16="http://schemas.microsoft.com/office/drawing/2014/main" id="{C2CFA702-F6E2-0DE3-1C27-5EBD166F532F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5" name="pg2578">
                <a:extLst>
                  <a:ext uri="{FF2B5EF4-FFF2-40B4-BE49-F238E27FC236}">
                    <a16:creationId xmlns:a16="http://schemas.microsoft.com/office/drawing/2014/main" id="{1F0FA0A2-81DC-199D-C292-1347987635CF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6" name="pg2579">
                <a:extLst>
                  <a:ext uri="{FF2B5EF4-FFF2-40B4-BE49-F238E27FC236}">
                    <a16:creationId xmlns:a16="http://schemas.microsoft.com/office/drawing/2014/main" id="{9E139B91-0AF6-23B3-6C81-7D5292EC4F2E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7" name="pg2580">
                <a:extLst>
                  <a:ext uri="{FF2B5EF4-FFF2-40B4-BE49-F238E27FC236}">
                    <a16:creationId xmlns:a16="http://schemas.microsoft.com/office/drawing/2014/main" id="{CCFC4E4C-2129-1541-1817-CA35B9B54223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8" name="pg2581">
                <a:extLst>
                  <a:ext uri="{FF2B5EF4-FFF2-40B4-BE49-F238E27FC236}">
                    <a16:creationId xmlns:a16="http://schemas.microsoft.com/office/drawing/2014/main" id="{CEF01E49-3AD2-B761-3792-DC8F929FCF98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9" name="pg2582">
                <a:extLst>
                  <a:ext uri="{FF2B5EF4-FFF2-40B4-BE49-F238E27FC236}">
                    <a16:creationId xmlns:a16="http://schemas.microsoft.com/office/drawing/2014/main" id="{E2C093F3-FD35-C01A-D0E8-6CE8F56BC02E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0" name="pg2583">
                <a:extLst>
                  <a:ext uri="{FF2B5EF4-FFF2-40B4-BE49-F238E27FC236}">
                    <a16:creationId xmlns:a16="http://schemas.microsoft.com/office/drawing/2014/main" id="{B62C24A5-F6CC-B706-6C76-DA46E58C0E72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1" name="pg2584">
                <a:extLst>
                  <a:ext uri="{FF2B5EF4-FFF2-40B4-BE49-F238E27FC236}">
                    <a16:creationId xmlns:a16="http://schemas.microsoft.com/office/drawing/2014/main" id="{D6423622-3C11-B9B3-36CD-EFFBC4D26645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2" name="pg2585">
                <a:extLst>
                  <a:ext uri="{FF2B5EF4-FFF2-40B4-BE49-F238E27FC236}">
                    <a16:creationId xmlns:a16="http://schemas.microsoft.com/office/drawing/2014/main" id="{2CB2D783-AA44-567A-0537-1B5423CB3D02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3" name="pg2586">
                <a:extLst>
                  <a:ext uri="{FF2B5EF4-FFF2-40B4-BE49-F238E27FC236}">
                    <a16:creationId xmlns:a16="http://schemas.microsoft.com/office/drawing/2014/main" id="{A360F2C8-52C6-B51A-72CD-BB27A3C9B316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4" name="pg2587">
                <a:extLst>
                  <a:ext uri="{FF2B5EF4-FFF2-40B4-BE49-F238E27FC236}">
                    <a16:creationId xmlns:a16="http://schemas.microsoft.com/office/drawing/2014/main" id="{4181B962-5F45-34F6-F33C-3ED30621000F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5" name="pg2588">
                <a:extLst>
                  <a:ext uri="{FF2B5EF4-FFF2-40B4-BE49-F238E27FC236}">
                    <a16:creationId xmlns:a16="http://schemas.microsoft.com/office/drawing/2014/main" id="{ADC1F02F-5E13-D559-BF28-2CA5DE605C3F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6" name="pg2589">
                <a:extLst>
                  <a:ext uri="{FF2B5EF4-FFF2-40B4-BE49-F238E27FC236}">
                    <a16:creationId xmlns:a16="http://schemas.microsoft.com/office/drawing/2014/main" id="{7B591513-8FDA-F6BC-9CE1-942BE1AAE08E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7" name="pg2590">
                <a:extLst>
                  <a:ext uri="{FF2B5EF4-FFF2-40B4-BE49-F238E27FC236}">
                    <a16:creationId xmlns:a16="http://schemas.microsoft.com/office/drawing/2014/main" id="{ADAE1C91-3C0B-DF17-5C46-052DCB5DB84C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8" name="pg2591">
                <a:extLst>
                  <a:ext uri="{FF2B5EF4-FFF2-40B4-BE49-F238E27FC236}">
                    <a16:creationId xmlns:a16="http://schemas.microsoft.com/office/drawing/2014/main" id="{CDBD100D-4850-53FA-751D-6478846519AB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9" name="pg2592">
                <a:extLst>
                  <a:ext uri="{FF2B5EF4-FFF2-40B4-BE49-F238E27FC236}">
                    <a16:creationId xmlns:a16="http://schemas.microsoft.com/office/drawing/2014/main" id="{4A33E9B6-7568-745B-241E-BEBF69F3E739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0" name="pg2593">
                <a:extLst>
                  <a:ext uri="{FF2B5EF4-FFF2-40B4-BE49-F238E27FC236}">
                    <a16:creationId xmlns:a16="http://schemas.microsoft.com/office/drawing/2014/main" id="{8A3FE6A4-263A-5D85-FF83-39F1E7C78181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1" name="pg2594">
                <a:extLst>
                  <a:ext uri="{FF2B5EF4-FFF2-40B4-BE49-F238E27FC236}">
                    <a16:creationId xmlns:a16="http://schemas.microsoft.com/office/drawing/2014/main" id="{13F59420-FB89-C772-ED11-6954AB96CCDD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2" name="pg2595">
                <a:extLst>
                  <a:ext uri="{FF2B5EF4-FFF2-40B4-BE49-F238E27FC236}">
                    <a16:creationId xmlns:a16="http://schemas.microsoft.com/office/drawing/2014/main" id="{07E1A8F2-E9B0-43EE-EBF2-A84B11966F1C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3" name="pg2596">
                <a:extLst>
                  <a:ext uri="{FF2B5EF4-FFF2-40B4-BE49-F238E27FC236}">
                    <a16:creationId xmlns:a16="http://schemas.microsoft.com/office/drawing/2014/main" id="{40A4EFA6-56F9-2356-6989-8006A8440010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4" name="pg2597">
                <a:extLst>
                  <a:ext uri="{FF2B5EF4-FFF2-40B4-BE49-F238E27FC236}">
                    <a16:creationId xmlns:a16="http://schemas.microsoft.com/office/drawing/2014/main" id="{6B291A06-FE4F-3866-691C-8BECFFC37C33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5" name="pg2598">
                <a:extLst>
                  <a:ext uri="{FF2B5EF4-FFF2-40B4-BE49-F238E27FC236}">
                    <a16:creationId xmlns:a16="http://schemas.microsoft.com/office/drawing/2014/main" id="{6E0BF794-A244-E441-C2A4-2EE623D5F533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6" name="pg2599">
                <a:extLst>
                  <a:ext uri="{FF2B5EF4-FFF2-40B4-BE49-F238E27FC236}">
                    <a16:creationId xmlns:a16="http://schemas.microsoft.com/office/drawing/2014/main" id="{F0C82EFD-645A-AFE1-6D77-A9DD198352D2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7" name="pg2600">
                <a:extLst>
                  <a:ext uri="{FF2B5EF4-FFF2-40B4-BE49-F238E27FC236}">
                    <a16:creationId xmlns:a16="http://schemas.microsoft.com/office/drawing/2014/main" id="{B228D946-690F-E30E-D715-F588DBA1458C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8" name="pg2601">
                <a:extLst>
                  <a:ext uri="{FF2B5EF4-FFF2-40B4-BE49-F238E27FC236}">
                    <a16:creationId xmlns:a16="http://schemas.microsoft.com/office/drawing/2014/main" id="{449CDB9E-6246-70BD-FCA3-C1FDE039CBBC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9" name="pg2602">
                <a:extLst>
                  <a:ext uri="{FF2B5EF4-FFF2-40B4-BE49-F238E27FC236}">
                    <a16:creationId xmlns:a16="http://schemas.microsoft.com/office/drawing/2014/main" id="{82BBCC92-F986-67C2-AF76-1473490EFD4A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0" name="pg2603">
                <a:extLst>
                  <a:ext uri="{FF2B5EF4-FFF2-40B4-BE49-F238E27FC236}">
                    <a16:creationId xmlns:a16="http://schemas.microsoft.com/office/drawing/2014/main" id="{E6976AF1-816D-6EEB-6A0C-DA8C29FDA424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1" name="pg2604">
                <a:extLst>
                  <a:ext uri="{FF2B5EF4-FFF2-40B4-BE49-F238E27FC236}">
                    <a16:creationId xmlns:a16="http://schemas.microsoft.com/office/drawing/2014/main" id="{02876D18-7EA1-201D-7094-ED4A1D0E74E2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2" name="pg2605">
                <a:extLst>
                  <a:ext uri="{FF2B5EF4-FFF2-40B4-BE49-F238E27FC236}">
                    <a16:creationId xmlns:a16="http://schemas.microsoft.com/office/drawing/2014/main" id="{6ACE8C21-D6B8-D53B-BDD3-BF20EE64C308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3" name="pg2606">
                <a:extLst>
                  <a:ext uri="{FF2B5EF4-FFF2-40B4-BE49-F238E27FC236}">
                    <a16:creationId xmlns:a16="http://schemas.microsoft.com/office/drawing/2014/main" id="{F62C38C7-14EF-5194-F1C2-B8B786487170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4" name="pg2607">
                <a:extLst>
                  <a:ext uri="{FF2B5EF4-FFF2-40B4-BE49-F238E27FC236}">
                    <a16:creationId xmlns:a16="http://schemas.microsoft.com/office/drawing/2014/main" id="{EE6DA99A-267C-D431-088F-BB45871D1E80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5" name="pg2608">
                <a:extLst>
                  <a:ext uri="{FF2B5EF4-FFF2-40B4-BE49-F238E27FC236}">
                    <a16:creationId xmlns:a16="http://schemas.microsoft.com/office/drawing/2014/main" id="{0209D618-94B3-7BE5-DAB2-A5F1E7180C66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6" name="pg2609">
                <a:extLst>
                  <a:ext uri="{FF2B5EF4-FFF2-40B4-BE49-F238E27FC236}">
                    <a16:creationId xmlns:a16="http://schemas.microsoft.com/office/drawing/2014/main" id="{480ECAB7-AE10-2407-B4A6-087E24689406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7" name="pg2610">
                <a:extLst>
                  <a:ext uri="{FF2B5EF4-FFF2-40B4-BE49-F238E27FC236}">
                    <a16:creationId xmlns:a16="http://schemas.microsoft.com/office/drawing/2014/main" id="{651CF382-9AB3-C354-1223-2E737D81AB12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8" name="pg2611">
                <a:extLst>
                  <a:ext uri="{FF2B5EF4-FFF2-40B4-BE49-F238E27FC236}">
                    <a16:creationId xmlns:a16="http://schemas.microsoft.com/office/drawing/2014/main" id="{4820CDC4-F36D-BB6C-B6BD-6A83546A3739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9" name="pg2612">
                <a:extLst>
                  <a:ext uri="{FF2B5EF4-FFF2-40B4-BE49-F238E27FC236}">
                    <a16:creationId xmlns:a16="http://schemas.microsoft.com/office/drawing/2014/main" id="{4EE5505A-E298-7995-6A7B-94C35E3AC23C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0" name="pg2613">
                <a:extLst>
                  <a:ext uri="{FF2B5EF4-FFF2-40B4-BE49-F238E27FC236}">
                    <a16:creationId xmlns:a16="http://schemas.microsoft.com/office/drawing/2014/main" id="{133BE796-585B-0F41-FB86-E47EAA9C9F26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1" name="pg2614">
                <a:extLst>
                  <a:ext uri="{FF2B5EF4-FFF2-40B4-BE49-F238E27FC236}">
                    <a16:creationId xmlns:a16="http://schemas.microsoft.com/office/drawing/2014/main" id="{AFB3C197-9CE0-D5FE-3F10-2C577D5EC53B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2" name="pg2615">
                <a:extLst>
                  <a:ext uri="{FF2B5EF4-FFF2-40B4-BE49-F238E27FC236}">
                    <a16:creationId xmlns:a16="http://schemas.microsoft.com/office/drawing/2014/main" id="{9B8239EC-ED78-93B9-B871-0EC87B22C5D6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3" name="pg2616">
                <a:extLst>
                  <a:ext uri="{FF2B5EF4-FFF2-40B4-BE49-F238E27FC236}">
                    <a16:creationId xmlns:a16="http://schemas.microsoft.com/office/drawing/2014/main" id="{E8C23CE0-7AA6-82BF-6A80-6C7749CD742B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4" name="pg2617">
                <a:extLst>
                  <a:ext uri="{FF2B5EF4-FFF2-40B4-BE49-F238E27FC236}">
                    <a16:creationId xmlns:a16="http://schemas.microsoft.com/office/drawing/2014/main" id="{B62616DD-B499-A181-5EA3-8697EE51E6AA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5" name="pg2618">
                <a:extLst>
                  <a:ext uri="{FF2B5EF4-FFF2-40B4-BE49-F238E27FC236}">
                    <a16:creationId xmlns:a16="http://schemas.microsoft.com/office/drawing/2014/main" id="{47F2B7B0-6B05-F03E-BDCA-02FAA8ABAA0F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6" name="pg2619">
                <a:extLst>
                  <a:ext uri="{FF2B5EF4-FFF2-40B4-BE49-F238E27FC236}">
                    <a16:creationId xmlns:a16="http://schemas.microsoft.com/office/drawing/2014/main" id="{7430DA03-9BC4-01FD-FEDB-FA557ED07122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7" name="pg2620">
                <a:extLst>
                  <a:ext uri="{FF2B5EF4-FFF2-40B4-BE49-F238E27FC236}">
                    <a16:creationId xmlns:a16="http://schemas.microsoft.com/office/drawing/2014/main" id="{EFFD173F-2682-85A7-6F57-CE7461D0BB79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8" name="pg2621">
                <a:extLst>
                  <a:ext uri="{FF2B5EF4-FFF2-40B4-BE49-F238E27FC236}">
                    <a16:creationId xmlns:a16="http://schemas.microsoft.com/office/drawing/2014/main" id="{85F8BBE1-707E-D0B1-39A8-7BB76AE86386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9" name="pg2622">
                <a:extLst>
                  <a:ext uri="{FF2B5EF4-FFF2-40B4-BE49-F238E27FC236}">
                    <a16:creationId xmlns:a16="http://schemas.microsoft.com/office/drawing/2014/main" id="{1112F5AC-9FED-0806-1ECC-6A30EA7255DF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0" name="pg2623">
                <a:extLst>
                  <a:ext uri="{FF2B5EF4-FFF2-40B4-BE49-F238E27FC236}">
                    <a16:creationId xmlns:a16="http://schemas.microsoft.com/office/drawing/2014/main" id="{79DC3D54-527F-31A9-0348-8A29A9BE2D7D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1" name="pg2624">
                <a:extLst>
                  <a:ext uri="{FF2B5EF4-FFF2-40B4-BE49-F238E27FC236}">
                    <a16:creationId xmlns:a16="http://schemas.microsoft.com/office/drawing/2014/main" id="{68AC7000-9772-4241-AE9B-DF8414FE0911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2" name="pg2625">
                <a:extLst>
                  <a:ext uri="{FF2B5EF4-FFF2-40B4-BE49-F238E27FC236}">
                    <a16:creationId xmlns:a16="http://schemas.microsoft.com/office/drawing/2014/main" id="{A523F93D-268C-53FD-E8E4-93C745548899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3" name="pg2626">
                <a:extLst>
                  <a:ext uri="{FF2B5EF4-FFF2-40B4-BE49-F238E27FC236}">
                    <a16:creationId xmlns:a16="http://schemas.microsoft.com/office/drawing/2014/main" id="{87E02035-863C-6B88-27A0-2B222F4016F6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4" name="pg2627">
                <a:extLst>
                  <a:ext uri="{FF2B5EF4-FFF2-40B4-BE49-F238E27FC236}">
                    <a16:creationId xmlns:a16="http://schemas.microsoft.com/office/drawing/2014/main" id="{428404E7-5768-386A-044E-9614BB757586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5" name="pg2628">
                <a:extLst>
                  <a:ext uri="{FF2B5EF4-FFF2-40B4-BE49-F238E27FC236}">
                    <a16:creationId xmlns:a16="http://schemas.microsoft.com/office/drawing/2014/main" id="{FEAF9563-251F-BC40-7CA1-9D321540A04B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6" name="pg2629">
                <a:extLst>
                  <a:ext uri="{FF2B5EF4-FFF2-40B4-BE49-F238E27FC236}">
                    <a16:creationId xmlns:a16="http://schemas.microsoft.com/office/drawing/2014/main" id="{9E44F1E5-8E8F-14F9-AECF-078C0CE87E7F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7" name="pg2630">
                <a:extLst>
                  <a:ext uri="{FF2B5EF4-FFF2-40B4-BE49-F238E27FC236}">
                    <a16:creationId xmlns:a16="http://schemas.microsoft.com/office/drawing/2014/main" id="{54EDB722-E7CA-6F22-2370-B9EF4D132B54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8" name="pg2631">
                <a:extLst>
                  <a:ext uri="{FF2B5EF4-FFF2-40B4-BE49-F238E27FC236}">
                    <a16:creationId xmlns:a16="http://schemas.microsoft.com/office/drawing/2014/main" id="{D04F759D-D992-8011-860A-112035A8BB97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9" name="pg2632">
                <a:extLst>
                  <a:ext uri="{FF2B5EF4-FFF2-40B4-BE49-F238E27FC236}">
                    <a16:creationId xmlns:a16="http://schemas.microsoft.com/office/drawing/2014/main" id="{0147B7FA-570D-DDDD-1F2C-299AF9D37D3B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0" name="pg2633">
                <a:extLst>
                  <a:ext uri="{FF2B5EF4-FFF2-40B4-BE49-F238E27FC236}">
                    <a16:creationId xmlns:a16="http://schemas.microsoft.com/office/drawing/2014/main" id="{E12DA21A-7DD0-163E-8174-CEDB7D84D951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1" name="pg2634">
                <a:extLst>
                  <a:ext uri="{FF2B5EF4-FFF2-40B4-BE49-F238E27FC236}">
                    <a16:creationId xmlns:a16="http://schemas.microsoft.com/office/drawing/2014/main" id="{0B1308CA-7BE2-EBA8-02D1-460EA340DE3A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2" name="pg2635">
                <a:extLst>
                  <a:ext uri="{FF2B5EF4-FFF2-40B4-BE49-F238E27FC236}">
                    <a16:creationId xmlns:a16="http://schemas.microsoft.com/office/drawing/2014/main" id="{912CC9E7-76D9-4C26-F1DE-186CA95D3F53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3" name="pg2636">
                <a:extLst>
                  <a:ext uri="{FF2B5EF4-FFF2-40B4-BE49-F238E27FC236}">
                    <a16:creationId xmlns:a16="http://schemas.microsoft.com/office/drawing/2014/main" id="{97C7EE27-97BE-2634-4BC4-412608004EBE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4" name="pg2637">
                <a:extLst>
                  <a:ext uri="{FF2B5EF4-FFF2-40B4-BE49-F238E27FC236}">
                    <a16:creationId xmlns:a16="http://schemas.microsoft.com/office/drawing/2014/main" id="{8E7E12A1-7D01-4592-CCA3-CDB4E00D71BD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5" name="pg2638">
                <a:extLst>
                  <a:ext uri="{FF2B5EF4-FFF2-40B4-BE49-F238E27FC236}">
                    <a16:creationId xmlns:a16="http://schemas.microsoft.com/office/drawing/2014/main" id="{6DE47904-3C41-FBFA-C8EE-AA86EBD3118D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6" name="pg2639">
                <a:extLst>
                  <a:ext uri="{FF2B5EF4-FFF2-40B4-BE49-F238E27FC236}">
                    <a16:creationId xmlns:a16="http://schemas.microsoft.com/office/drawing/2014/main" id="{9E1602E8-6292-5BA8-F654-851B43D87976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7" name="pg2640">
                <a:extLst>
                  <a:ext uri="{FF2B5EF4-FFF2-40B4-BE49-F238E27FC236}">
                    <a16:creationId xmlns:a16="http://schemas.microsoft.com/office/drawing/2014/main" id="{2538D4B7-FA68-3EBB-C2FB-13F906D219B0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8" name="pg2641">
                <a:extLst>
                  <a:ext uri="{FF2B5EF4-FFF2-40B4-BE49-F238E27FC236}">
                    <a16:creationId xmlns:a16="http://schemas.microsoft.com/office/drawing/2014/main" id="{1CF34B50-D8C7-3896-254B-94DCDD9CEACF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89" name="pg2642">
                <a:extLst>
                  <a:ext uri="{FF2B5EF4-FFF2-40B4-BE49-F238E27FC236}">
                    <a16:creationId xmlns:a16="http://schemas.microsoft.com/office/drawing/2014/main" id="{BAB0D07E-7421-4F0C-2216-CA1E4D3204F6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0" name="pg2643">
                <a:extLst>
                  <a:ext uri="{FF2B5EF4-FFF2-40B4-BE49-F238E27FC236}">
                    <a16:creationId xmlns:a16="http://schemas.microsoft.com/office/drawing/2014/main" id="{6C4BC02A-AD3E-DD56-8112-0550ABB6B7EE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1" name="pg2644">
                <a:extLst>
                  <a:ext uri="{FF2B5EF4-FFF2-40B4-BE49-F238E27FC236}">
                    <a16:creationId xmlns:a16="http://schemas.microsoft.com/office/drawing/2014/main" id="{0F528536-EF88-08D6-C27D-FBAAFA4B9D18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2" name="pg2645">
                <a:extLst>
                  <a:ext uri="{FF2B5EF4-FFF2-40B4-BE49-F238E27FC236}">
                    <a16:creationId xmlns:a16="http://schemas.microsoft.com/office/drawing/2014/main" id="{C605D372-1429-3953-3E32-3537BA7EF829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3" name="pg2646">
                <a:extLst>
                  <a:ext uri="{FF2B5EF4-FFF2-40B4-BE49-F238E27FC236}">
                    <a16:creationId xmlns:a16="http://schemas.microsoft.com/office/drawing/2014/main" id="{2C2E9962-7D04-C665-99F5-32BE6AFE7C4E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4" name="pg2647">
                <a:extLst>
                  <a:ext uri="{FF2B5EF4-FFF2-40B4-BE49-F238E27FC236}">
                    <a16:creationId xmlns:a16="http://schemas.microsoft.com/office/drawing/2014/main" id="{BDC60C51-833D-8179-EEBD-A00E948B91BE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5" name="pg2648">
                <a:extLst>
                  <a:ext uri="{FF2B5EF4-FFF2-40B4-BE49-F238E27FC236}">
                    <a16:creationId xmlns:a16="http://schemas.microsoft.com/office/drawing/2014/main" id="{5C9611A4-81E9-0FFA-7099-D424C3785D82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6" name="pg2649">
                <a:extLst>
                  <a:ext uri="{FF2B5EF4-FFF2-40B4-BE49-F238E27FC236}">
                    <a16:creationId xmlns:a16="http://schemas.microsoft.com/office/drawing/2014/main" id="{938FAD30-8A64-AF6E-B3BC-5B2436B82B53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7" name="pg2650">
                <a:extLst>
                  <a:ext uri="{FF2B5EF4-FFF2-40B4-BE49-F238E27FC236}">
                    <a16:creationId xmlns:a16="http://schemas.microsoft.com/office/drawing/2014/main" id="{3B406018-F902-6DC7-BCAA-8A5EB5AB7464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8" name="pg2651">
                <a:extLst>
                  <a:ext uri="{FF2B5EF4-FFF2-40B4-BE49-F238E27FC236}">
                    <a16:creationId xmlns:a16="http://schemas.microsoft.com/office/drawing/2014/main" id="{4BF6C136-604C-6A05-DAEB-FC214C5C61FC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9" name="pg2652">
                <a:extLst>
                  <a:ext uri="{FF2B5EF4-FFF2-40B4-BE49-F238E27FC236}">
                    <a16:creationId xmlns:a16="http://schemas.microsoft.com/office/drawing/2014/main" id="{69A3BB56-B780-398E-BB21-C29B5AEFC6CB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0" name="pg2653">
                <a:extLst>
                  <a:ext uri="{FF2B5EF4-FFF2-40B4-BE49-F238E27FC236}">
                    <a16:creationId xmlns:a16="http://schemas.microsoft.com/office/drawing/2014/main" id="{0672B71E-60D8-3F67-8ACD-CDF74DF0BC1A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1" name="pg2654">
                <a:extLst>
                  <a:ext uri="{FF2B5EF4-FFF2-40B4-BE49-F238E27FC236}">
                    <a16:creationId xmlns:a16="http://schemas.microsoft.com/office/drawing/2014/main" id="{9CB7EB0A-83CA-C2A6-33CA-79F21CD281AA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2" name="pg2655">
                <a:extLst>
                  <a:ext uri="{FF2B5EF4-FFF2-40B4-BE49-F238E27FC236}">
                    <a16:creationId xmlns:a16="http://schemas.microsoft.com/office/drawing/2014/main" id="{688FF059-0FDD-8ADF-2F5D-23962782EBA0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3" name="pg2656">
                <a:extLst>
                  <a:ext uri="{FF2B5EF4-FFF2-40B4-BE49-F238E27FC236}">
                    <a16:creationId xmlns:a16="http://schemas.microsoft.com/office/drawing/2014/main" id="{4F0857F4-A66E-0170-E5A8-CB73AFA7A19D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4" name="pg2657">
                <a:extLst>
                  <a:ext uri="{FF2B5EF4-FFF2-40B4-BE49-F238E27FC236}">
                    <a16:creationId xmlns:a16="http://schemas.microsoft.com/office/drawing/2014/main" id="{814F5C9A-46E2-13F3-21B1-DEB25E3E6DD0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5" name="pg2658">
                <a:extLst>
                  <a:ext uri="{FF2B5EF4-FFF2-40B4-BE49-F238E27FC236}">
                    <a16:creationId xmlns:a16="http://schemas.microsoft.com/office/drawing/2014/main" id="{7692CA5A-1D3A-7DB7-96A1-6ACEA71D14B6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6" name="pg2659">
                <a:extLst>
                  <a:ext uri="{FF2B5EF4-FFF2-40B4-BE49-F238E27FC236}">
                    <a16:creationId xmlns:a16="http://schemas.microsoft.com/office/drawing/2014/main" id="{39CC079C-1040-45D9-947E-9D5B1F5D63EE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7" name="pg2660">
                <a:extLst>
                  <a:ext uri="{FF2B5EF4-FFF2-40B4-BE49-F238E27FC236}">
                    <a16:creationId xmlns:a16="http://schemas.microsoft.com/office/drawing/2014/main" id="{EE939962-BCD2-C49B-C7FB-E953EE7E25E9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8" name="pg2661">
                <a:extLst>
                  <a:ext uri="{FF2B5EF4-FFF2-40B4-BE49-F238E27FC236}">
                    <a16:creationId xmlns:a16="http://schemas.microsoft.com/office/drawing/2014/main" id="{847A7D12-8E44-3F44-B382-29F7EAC784F5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9" name="pg2662">
                <a:extLst>
                  <a:ext uri="{FF2B5EF4-FFF2-40B4-BE49-F238E27FC236}">
                    <a16:creationId xmlns:a16="http://schemas.microsoft.com/office/drawing/2014/main" id="{D9090301-B899-BBC4-9F98-189FDF299194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0" name="pg2663">
                <a:extLst>
                  <a:ext uri="{FF2B5EF4-FFF2-40B4-BE49-F238E27FC236}">
                    <a16:creationId xmlns:a16="http://schemas.microsoft.com/office/drawing/2014/main" id="{F4680879-817D-0696-D21B-862D8683C039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1" name="pg2664">
                <a:extLst>
                  <a:ext uri="{FF2B5EF4-FFF2-40B4-BE49-F238E27FC236}">
                    <a16:creationId xmlns:a16="http://schemas.microsoft.com/office/drawing/2014/main" id="{134A97D2-7B9F-0CFD-1DE9-28697BF1B394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2" name="pg2665">
                <a:extLst>
                  <a:ext uri="{FF2B5EF4-FFF2-40B4-BE49-F238E27FC236}">
                    <a16:creationId xmlns:a16="http://schemas.microsoft.com/office/drawing/2014/main" id="{4818AE09-8C8D-99DF-2F67-9769A3AE0CDB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3" name="pg2666">
                <a:extLst>
                  <a:ext uri="{FF2B5EF4-FFF2-40B4-BE49-F238E27FC236}">
                    <a16:creationId xmlns:a16="http://schemas.microsoft.com/office/drawing/2014/main" id="{F683C795-3926-BB76-163D-DD5EE01B14BC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4" name="pg2667">
                <a:extLst>
                  <a:ext uri="{FF2B5EF4-FFF2-40B4-BE49-F238E27FC236}">
                    <a16:creationId xmlns:a16="http://schemas.microsoft.com/office/drawing/2014/main" id="{8616D5F3-8E13-4434-7E16-F5B1EE10A5C5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5" name="pg2668">
                <a:extLst>
                  <a:ext uri="{FF2B5EF4-FFF2-40B4-BE49-F238E27FC236}">
                    <a16:creationId xmlns:a16="http://schemas.microsoft.com/office/drawing/2014/main" id="{72F30AC2-2837-5A67-C748-E7846C7DB3FB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6" name="pg2669">
                <a:extLst>
                  <a:ext uri="{FF2B5EF4-FFF2-40B4-BE49-F238E27FC236}">
                    <a16:creationId xmlns:a16="http://schemas.microsoft.com/office/drawing/2014/main" id="{CE0A96F7-1FC4-1228-34D3-839DED691B93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7" name="pg2670">
                <a:extLst>
                  <a:ext uri="{FF2B5EF4-FFF2-40B4-BE49-F238E27FC236}">
                    <a16:creationId xmlns:a16="http://schemas.microsoft.com/office/drawing/2014/main" id="{400FCD2F-5B13-0F93-90BC-CD6C4111644D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8" name="pg2671">
                <a:extLst>
                  <a:ext uri="{FF2B5EF4-FFF2-40B4-BE49-F238E27FC236}">
                    <a16:creationId xmlns:a16="http://schemas.microsoft.com/office/drawing/2014/main" id="{126343B5-CD1A-C0FE-295A-9FF191F29769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19" name="pg2672">
                <a:extLst>
                  <a:ext uri="{FF2B5EF4-FFF2-40B4-BE49-F238E27FC236}">
                    <a16:creationId xmlns:a16="http://schemas.microsoft.com/office/drawing/2014/main" id="{4BA5049B-4D14-AC09-8D58-1D1B4C4629F9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0" name="pg2673">
                <a:extLst>
                  <a:ext uri="{FF2B5EF4-FFF2-40B4-BE49-F238E27FC236}">
                    <a16:creationId xmlns:a16="http://schemas.microsoft.com/office/drawing/2014/main" id="{09EC3286-D80F-A3B6-4251-8F5684E9B6E3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1" name="pg2674">
                <a:extLst>
                  <a:ext uri="{FF2B5EF4-FFF2-40B4-BE49-F238E27FC236}">
                    <a16:creationId xmlns:a16="http://schemas.microsoft.com/office/drawing/2014/main" id="{951572C2-CDE2-AD34-3A87-757294C09B4E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2" name="pg2675">
                <a:extLst>
                  <a:ext uri="{FF2B5EF4-FFF2-40B4-BE49-F238E27FC236}">
                    <a16:creationId xmlns:a16="http://schemas.microsoft.com/office/drawing/2014/main" id="{9323E047-F814-3E60-9CF2-79AA0D7BF707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3" name="pg2676">
                <a:extLst>
                  <a:ext uri="{FF2B5EF4-FFF2-40B4-BE49-F238E27FC236}">
                    <a16:creationId xmlns:a16="http://schemas.microsoft.com/office/drawing/2014/main" id="{43DF46DD-E1A6-5238-FFFB-AA72F0F02095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4" name="pg2677">
                <a:extLst>
                  <a:ext uri="{FF2B5EF4-FFF2-40B4-BE49-F238E27FC236}">
                    <a16:creationId xmlns:a16="http://schemas.microsoft.com/office/drawing/2014/main" id="{4F1D0D6F-977C-9BC9-79F8-2AF3CCAF3333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5" name="pg2678">
                <a:extLst>
                  <a:ext uri="{FF2B5EF4-FFF2-40B4-BE49-F238E27FC236}">
                    <a16:creationId xmlns:a16="http://schemas.microsoft.com/office/drawing/2014/main" id="{F78F4C27-7E6D-5E13-E1E3-FB3B2CB1F068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6" name="pg2679">
                <a:extLst>
                  <a:ext uri="{FF2B5EF4-FFF2-40B4-BE49-F238E27FC236}">
                    <a16:creationId xmlns:a16="http://schemas.microsoft.com/office/drawing/2014/main" id="{2EDA67CB-929D-C30A-CAC8-10D4A248E4FF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7" name="pg2680">
                <a:extLst>
                  <a:ext uri="{FF2B5EF4-FFF2-40B4-BE49-F238E27FC236}">
                    <a16:creationId xmlns:a16="http://schemas.microsoft.com/office/drawing/2014/main" id="{C9A8D152-0013-1106-ABCA-8C5FC9AD55FC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8" name="pg2681">
                <a:extLst>
                  <a:ext uri="{FF2B5EF4-FFF2-40B4-BE49-F238E27FC236}">
                    <a16:creationId xmlns:a16="http://schemas.microsoft.com/office/drawing/2014/main" id="{AE2F5085-A7D5-4D0D-7DEB-6FD7804141D2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29" name="pg2682">
                <a:extLst>
                  <a:ext uri="{FF2B5EF4-FFF2-40B4-BE49-F238E27FC236}">
                    <a16:creationId xmlns:a16="http://schemas.microsoft.com/office/drawing/2014/main" id="{4F98BFD8-B784-BACB-09F5-628CFE1AE64D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0" name="pg2683">
                <a:extLst>
                  <a:ext uri="{FF2B5EF4-FFF2-40B4-BE49-F238E27FC236}">
                    <a16:creationId xmlns:a16="http://schemas.microsoft.com/office/drawing/2014/main" id="{9F201B61-9517-CFEF-8D8F-75D5F066B5CD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1" name="pg2684">
                <a:extLst>
                  <a:ext uri="{FF2B5EF4-FFF2-40B4-BE49-F238E27FC236}">
                    <a16:creationId xmlns:a16="http://schemas.microsoft.com/office/drawing/2014/main" id="{520E6DB4-5307-5D65-EE63-255748465F17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2" name="pg2685">
                <a:extLst>
                  <a:ext uri="{FF2B5EF4-FFF2-40B4-BE49-F238E27FC236}">
                    <a16:creationId xmlns:a16="http://schemas.microsoft.com/office/drawing/2014/main" id="{482C1AD1-B360-270F-A1A2-23819A3B7C9F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3" name="pg2686">
                <a:extLst>
                  <a:ext uri="{FF2B5EF4-FFF2-40B4-BE49-F238E27FC236}">
                    <a16:creationId xmlns:a16="http://schemas.microsoft.com/office/drawing/2014/main" id="{7116DC8D-10F0-A329-E918-41A17E72CACB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4" name="pg2687">
                <a:extLst>
                  <a:ext uri="{FF2B5EF4-FFF2-40B4-BE49-F238E27FC236}">
                    <a16:creationId xmlns:a16="http://schemas.microsoft.com/office/drawing/2014/main" id="{C565B4E2-E716-91D3-9657-00471C002090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5" name="pg2688">
                <a:extLst>
                  <a:ext uri="{FF2B5EF4-FFF2-40B4-BE49-F238E27FC236}">
                    <a16:creationId xmlns:a16="http://schemas.microsoft.com/office/drawing/2014/main" id="{939B4292-1CA2-CBA2-922C-37F1764683D3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6" name="pg2689">
                <a:extLst>
                  <a:ext uri="{FF2B5EF4-FFF2-40B4-BE49-F238E27FC236}">
                    <a16:creationId xmlns:a16="http://schemas.microsoft.com/office/drawing/2014/main" id="{3C3614D4-802E-EE98-85C2-741F1AB2AE0D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7" name="pg2690">
                <a:extLst>
                  <a:ext uri="{FF2B5EF4-FFF2-40B4-BE49-F238E27FC236}">
                    <a16:creationId xmlns:a16="http://schemas.microsoft.com/office/drawing/2014/main" id="{7EECADF9-0F88-0FA8-6AD8-8E4B333ED759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8" name="pg2691">
                <a:extLst>
                  <a:ext uri="{FF2B5EF4-FFF2-40B4-BE49-F238E27FC236}">
                    <a16:creationId xmlns:a16="http://schemas.microsoft.com/office/drawing/2014/main" id="{2AD2B50D-6E17-FA84-EF06-D06F76498C79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9" name="pg2692">
                <a:extLst>
                  <a:ext uri="{FF2B5EF4-FFF2-40B4-BE49-F238E27FC236}">
                    <a16:creationId xmlns:a16="http://schemas.microsoft.com/office/drawing/2014/main" id="{131D7FB5-8EC8-0F1A-CECA-C5D205BC7E33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0" name="pg2693">
                <a:extLst>
                  <a:ext uri="{FF2B5EF4-FFF2-40B4-BE49-F238E27FC236}">
                    <a16:creationId xmlns:a16="http://schemas.microsoft.com/office/drawing/2014/main" id="{B504BCD1-1C31-4080-EB67-C3FBA21B6FD1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1" name="pg2694">
                <a:extLst>
                  <a:ext uri="{FF2B5EF4-FFF2-40B4-BE49-F238E27FC236}">
                    <a16:creationId xmlns:a16="http://schemas.microsoft.com/office/drawing/2014/main" id="{6D13AB39-0BC8-7B59-D404-F1C8E7003D67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2" name="pg2695">
                <a:extLst>
                  <a:ext uri="{FF2B5EF4-FFF2-40B4-BE49-F238E27FC236}">
                    <a16:creationId xmlns:a16="http://schemas.microsoft.com/office/drawing/2014/main" id="{733BE7D7-EC2A-3900-DBB2-A8B164B22F0A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3" name="pg2696">
                <a:extLst>
                  <a:ext uri="{FF2B5EF4-FFF2-40B4-BE49-F238E27FC236}">
                    <a16:creationId xmlns:a16="http://schemas.microsoft.com/office/drawing/2014/main" id="{BABBBF45-1322-F462-6CE8-F37713AC2913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4" name="pg2697">
                <a:extLst>
                  <a:ext uri="{FF2B5EF4-FFF2-40B4-BE49-F238E27FC236}">
                    <a16:creationId xmlns:a16="http://schemas.microsoft.com/office/drawing/2014/main" id="{ACE4AFB7-A421-7F98-3484-FFF66D616222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5" name="pg2698">
                <a:extLst>
                  <a:ext uri="{FF2B5EF4-FFF2-40B4-BE49-F238E27FC236}">
                    <a16:creationId xmlns:a16="http://schemas.microsoft.com/office/drawing/2014/main" id="{8E3CE08F-7E06-D5FC-1BA6-D9AB6CB319F5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6" name="pg2699">
                <a:extLst>
                  <a:ext uri="{FF2B5EF4-FFF2-40B4-BE49-F238E27FC236}">
                    <a16:creationId xmlns:a16="http://schemas.microsoft.com/office/drawing/2014/main" id="{67366287-A127-1193-021E-98C72EDB5924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7" name="pg2700">
                <a:extLst>
                  <a:ext uri="{FF2B5EF4-FFF2-40B4-BE49-F238E27FC236}">
                    <a16:creationId xmlns:a16="http://schemas.microsoft.com/office/drawing/2014/main" id="{3B38387C-C5D2-0D2F-6A2C-E51E430B9E92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8" name="pg2701">
                <a:extLst>
                  <a:ext uri="{FF2B5EF4-FFF2-40B4-BE49-F238E27FC236}">
                    <a16:creationId xmlns:a16="http://schemas.microsoft.com/office/drawing/2014/main" id="{9DEE88A8-6D12-6C6E-BE83-D2403C5606E7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9" name="pg2702">
                <a:extLst>
                  <a:ext uri="{FF2B5EF4-FFF2-40B4-BE49-F238E27FC236}">
                    <a16:creationId xmlns:a16="http://schemas.microsoft.com/office/drawing/2014/main" id="{D9487B12-1DA7-C0F7-6A85-6EDC247A3D75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0" name="pg2703">
                <a:extLst>
                  <a:ext uri="{FF2B5EF4-FFF2-40B4-BE49-F238E27FC236}">
                    <a16:creationId xmlns:a16="http://schemas.microsoft.com/office/drawing/2014/main" id="{4C2FF563-AE06-72A7-3F49-81E68CE91991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1" name="pg2704">
                <a:extLst>
                  <a:ext uri="{FF2B5EF4-FFF2-40B4-BE49-F238E27FC236}">
                    <a16:creationId xmlns:a16="http://schemas.microsoft.com/office/drawing/2014/main" id="{625106A3-F036-8361-7BC3-0F7D8BCE9DEC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2" name="pg2705">
                <a:extLst>
                  <a:ext uri="{FF2B5EF4-FFF2-40B4-BE49-F238E27FC236}">
                    <a16:creationId xmlns:a16="http://schemas.microsoft.com/office/drawing/2014/main" id="{6BD45019-9AB6-C567-CFD6-49E51CD6C541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3" name="pg2706">
                <a:extLst>
                  <a:ext uri="{FF2B5EF4-FFF2-40B4-BE49-F238E27FC236}">
                    <a16:creationId xmlns:a16="http://schemas.microsoft.com/office/drawing/2014/main" id="{994E527C-B879-BAEC-7245-88641FF3D4F0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4" name="pg2707">
                <a:extLst>
                  <a:ext uri="{FF2B5EF4-FFF2-40B4-BE49-F238E27FC236}">
                    <a16:creationId xmlns:a16="http://schemas.microsoft.com/office/drawing/2014/main" id="{DACA2797-83BB-AD0C-D620-323DD8D83F15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5" name="pg2708">
                <a:extLst>
                  <a:ext uri="{FF2B5EF4-FFF2-40B4-BE49-F238E27FC236}">
                    <a16:creationId xmlns:a16="http://schemas.microsoft.com/office/drawing/2014/main" id="{1B2E0A58-87DF-1ABE-A828-9C3B6B992D6F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6" name="pg2709">
                <a:extLst>
                  <a:ext uri="{FF2B5EF4-FFF2-40B4-BE49-F238E27FC236}">
                    <a16:creationId xmlns:a16="http://schemas.microsoft.com/office/drawing/2014/main" id="{5FBCCAAD-BB1A-6DA5-648F-B3D37ADC82D0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7" name="pg2710">
                <a:extLst>
                  <a:ext uri="{FF2B5EF4-FFF2-40B4-BE49-F238E27FC236}">
                    <a16:creationId xmlns:a16="http://schemas.microsoft.com/office/drawing/2014/main" id="{16505A0B-4B69-FC30-986B-99F5B5A10BA2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8" name="pg2711">
                <a:extLst>
                  <a:ext uri="{FF2B5EF4-FFF2-40B4-BE49-F238E27FC236}">
                    <a16:creationId xmlns:a16="http://schemas.microsoft.com/office/drawing/2014/main" id="{F0D4A0A6-FFE9-A12D-728A-522859BC66F8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9" name="pg2712">
                <a:extLst>
                  <a:ext uri="{FF2B5EF4-FFF2-40B4-BE49-F238E27FC236}">
                    <a16:creationId xmlns:a16="http://schemas.microsoft.com/office/drawing/2014/main" id="{86ABD27B-81DA-F636-9E00-2DFDC633A3CC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0" name="pg2713">
                <a:extLst>
                  <a:ext uri="{FF2B5EF4-FFF2-40B4-BE49-F238E27FC236}">
                    <a16:creationId xmlns:a16="http://schemas.microsoft.com/office/drawing/2014/main" id="{54308237-F075-CE0E-B881-EF09CB2BE8CA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1" name="pg2714">
                <a:extLst>
                  <a:ext uri="{FF2B5EF4-FFF2-40B4-BE49-F238E27FC236}">
                    <a16:creationId xmlns:a16="http://schemas.microsoft.com/office/drawing/2014/main" id="{63E0FC7E-48C4-DC85-D12A-A16BBDDD756A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2" name="pg2715">
                <a:extLst>
                  <a:ext uri="{FF2B5EF4-FFF2-40B4-BE49-F238E27FC236}">
                    <a16:creationId xmlns:a16="http://schemas.microsoft.com/office/drawing/2014/main" id="{D70377D1-EEA6-AFA1-746C-24CE8BCE0BBF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3" name="pg2716">
                <a:extLst>
                  <a:ext uri="{FF2B5EF4-FFF2-40B4-BE49-F238E27FC236}">
                    <a16:creationId xmlns:a16="http://schemas.microsoft.com/office/drawing/2014/main" id="{36300FED-19E3-0FFD-5377-28F09687A0ED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4" name="pg2717">
                <a:extLst>
                  <a:ext uri="{FF2B5EF4-FFF2-40B4-BE49-F238E27FC236}">
                    <a16:creationId xmlns:a16="http://schemas.microsoft.com/office/drawing/2014/main" id="{A70129C6-4684-D3BE-8703-419A23794BC5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5" name="pg2718">
                <a:extLst>
                  <a:ext uri="{FF2B5EF4-FFF2-40B4-BE49-F238E27FC236}">
                    <a16:creationId xmlns:a16="http://schemas.microsoft.com/office/drawing/2014/main" id="{A42FE8EB-3DE0-FB32-BA34-7E702C13C5CE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6" name="pg2719">
                <a:extLst>
                  <a:ext uri="{FF2B5EF4-FFF2-40B4-BE49-F238E27FC236}">
                    <a16:creationId xmlns:a16="http://schemas.microsoft.com/office/drawing/2014/main" id="{F72FC187-9D56-727E-6C7C-E75B43BFF26B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7" name="pg2720">
                <a:extLst>
                  <a:ext uri="{FF2B5EF4-FFF2-40B4-BE49-F238E27FC236}">
                    <a16:creationId xmlns:a16="http://schemas.microsoft.com/office/drawing/2014/main" id="{D879683D-C46B-92B3-0131-47633B91B1A1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8" name="pg2721">
                <a:extLst>
                  <a:ext uri="{FF2B5EF4-FFF2-40B4-BE49-F238E27FC236}">
                    <a16:creationId xmlns:a16="http://schemas.microsoft.com/office/drawing/2014/main" id="{30E658FF-6586-F449-1E83-A75BCE1CFEBF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9" name="pg2722">
                <a:extLst>
                  <a:ext uri="{FF2B5EF4-FFF2-40B4-BE49-F238E27FC236}">
                    <a16:creationId xmlns:a16="http://schemas.microsoft.com/office/drawing/2014/main" id="{D6ADE2F3-7A3B-F668-92D8-C8EB8CC8E7AD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0" name="pg2723">
                <a:extLst>
                  <a:ext uri="{FF2B5EF4-FFF2-40B4-BE49-F238E27FC236}">
                    <a16:creationId xmlns:a16="http://schemas.microsoft.com/office/drawing/2014/main" id="{0923A655-22B8-833D-2A15-B841F1E96953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1" name="pg2724">
                <a:extLst>
                  <a:ext uri="{FF2B5EF4-FFF2-40B4-BE49-F238E27FC236}">
                    <a16:creationId xmlns:a16="http://schemas.microsoft.com/office/drawing/2014/main" id="{46EA853D-8094-21E1-0ADA-10F1E33DD2B8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2" name="pg2725">
                <a:extLst>
                  <a:ext uri="{FF2B5EF4-FFF2-40B4-BE49-F238E27FC236}">
                    <a16:creationId xmlns:a16="http://schemas.microsoft.com/office/drawing/2014/main" id="{D2F97361-88E1-3A76-4F2C-ED0B1825764E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3" name="pg2726">
                <a:extLst>
                  <a:ext uri="{FF2B5EF4-FFF2-40B4-BE49-F238E27FC236}">
                    <a16:creationId xmlns:a16="http://schemas.microsoft.com/office/drawing/2014/main" id="{D073149F-0B30-C9A9-585B-A65C0E61DB86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4" name="pg2727">
                <a:extLst>
                  <a:ext uri="{FF2B5EF4-FFF2-40B4-BE49-F238E27FC236}">
                    <a16:creationId xmlns:a16="http://schemas.microsoft.com/office/drawing/2014/main" id="{59800477-9FB9-0320-6553-F63DCD0E8A7C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5" name="pg2728">
                <a:extLst>
                  <a:ext uri="{FF2B5EF4-FFF2-40B4-BE49-F238E27FC236}">
                    <a16:creationId xmlns:a16="http://schemas.microsoft.com/office/drawing/2014/main" id="{86746D56-4046-4D4A-3426-AFA9DDC48B27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6" name="pg2729">
                <a:extLst>
                  <a:ext uri="{FF2B5EF4-FFF2-40B4-BE49-F238E27FC236}">
                    <a16:creationId xmlns:a16="http://schemas.microsoft.com/office/drawing/2014/main" id="{7BFBAEC3-6789-DF40-E06E-D4F7024ABC97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7" name="pg2730">
                <a:extLst>
                  <a:ext uri="{FF2B5EF4-FFF2-40B4-BE49-F238E27FC236}">
                    <a16:creationId xmlns:a16="http://schemas.microsoft.com/office/drawing/2014/main" id="{BDCD19E1-348A-BA30-FF6B-19DB5045B228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8" name="pg2731">
                <a:extLst>
                  <a:ext uri="{FF2B5EF4-FFF2-40B4-BE49-F238E27FC236}">
                    <a16:creationId xmlns:a16="http://schemas.microsoft.com/office/drawing/2014/main" id="{2B6C012E-15DE-C98D-06C7-9D3A087715B6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79" name="pg2732">
                <a:extLst>
                  <a:ext uri="{FF2B5EF4-FFF2-40B4-BE49-F238E27FC236}">
                    <a16:creationId xmlns:a16="http://schemas.microsoft.com/office/drawing/2014/main" id="{C2B1CC05-21FC-A0D9-EED4-B9D25B048AE7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0" name="pg2733">
                <a:extLst>
                  <a:ext uri="{FF2B5EF4-FFF2-40B4-BE49-F238E27FC236}">
                    <a16:creationId xmlns:a16="http://schemas.microsoft.com/office/drawing/2014/main" id="{F2721255-FA0F-BECB-240B-9307679DA869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1" name="pg2734">
                <a:extLst>
                  <a:ext uri="{FF2B5EF4-FFF2-40B4-BE49-F238E27FC236}">
                    <a16:creationId xmlns:a16="http://schemas.microsoft.com/office/drawing/2014/main" id="{3F909AE6-87CA-435F-0FAA-E9404239976B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2" name="pg2735">
                <a:extLst>
                  <a:ext uri="{FF2B5EF4-FFF2-40B4-BE49-F238E27FC236}">
                    <a16:creationId xmlns:a16="http://schemas.microsoft.com/office/drawing/2014/main" id="{646C0960-8BC6-B77A-EEE1-1D0CB0F7D484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3" name="pg2736">
                <a:extLst>
                  <a:ext uri="{FF2B5EF4-FFF2-40B4-BE49-F238E27FC236}">
                    <a16:creationId xmlns:a16="http://schemas.microsoft.com/office/drawing/2014/main" id="{BC17FC69-D833-1CB3-4CCF-DCAD73690CAA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4" name="pg2737">
                <a:extLst>
                  <a:ext uri="{FF2B5EF4-FFF2-40B4-BE49-F238E27FC236}">
                    <a16:creationId xmlns:a16="http://schemas.microsoft.com/office/drawing/2014/main" id="{BAF01149-C2CA-7F19-3F29-8B5A6799EEEE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5" name="pg2738">
                <a:extLst>
                  <a:ext uri="{FF2B5EF4-FFF2-40B4-BE49-F238E27FC236}">
                    <a16:creationId xmlns:a16="http://schemas.microsoft.com/office/drawing/2014/main" id="{566497D5-69DD-7C69-B9F6-DCBE98027FA6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6" name="pg2739">
                <a:extLst>
                  <a:ext uri="{FF2B5EF4-FFF2-40B4-BE49-F238E27FC236}">
                    <a16:creationId xmlns:a16="http://schemas.microsoft.com/office/drawing/2014/main" id="{82CFCC53-B356-428A-37F3-5885E1A9333A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7" name="pg2740">
                <a:extLst>
                  <a:ext uri="{FF2B5EF4-FFF2-40B4-BE49-F238E27FC236}">
                    <a16:creationId xmlns:a16="http://schemas.microsoft.com/office/drawing/2014/main" id="{C6686895-962E-944A-5C62-0C3336A03A6E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8" name="pg2741">
                <a:extLst>
                  <a:ext uri="{FF2B5EF4-FFF2-40B4-BE49-F238E27FC236}">
                    <a16:creationId xmlns:a16="http://schemas.microsoft.com/office/drawing/2014/main" id="{45FE6E5B-65BD-4D1A-2EA5-6A81F1EA3191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9" name="pg2742">
                <a:extLst>
                  <a:ext uri="{FF2B5EF4-FFF2-40B4-BE49-F238E27FC236}">
                    <a16:creationId xmlns:a16="http://schemas.microsoft.com/office/drawing/2014/main" id="{41A9E4F4-3FD8-64FB-598F-DFEDE78A3966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0" name="pg2743">
                <a:extLst>
                  <a:ext uri="{FF2B5EF4-FFF2-40B4-BE49-F238E27FC236}">
                    <a16:creationId xmlns:a16="http://schemas.microsoft.com/office/drawing/2014/main" id="{DB5BA88B-6280-3CCE-B025-174E1E26798F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1" name="pg2744">
                <a:extLst>
                  <a:ext uri="{FF2B5EF4-FFF2-40B4-BE49-F238E27FC236}">
                    <a16:creationId xmlns:a16="http://schemas.microsoft.com/office/drawing/2014/main" id="{275798EB-FBA5-E087-2526-753A837E828F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2" name="pg2745">
                <a:extLst>
                  <a:ext uri="{FF2B5EF4-FFF2-40B4-BE49-F238E27FC236}">
                    <a16:creationId xmlns:a16="http://schemas.microsoft.com/office/drawing/2014/main" id="{AFE113AB-B721-10F6-3FBA-10570417999E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3" name="pg2746">
                <a:extLst>
                  <a:ext uri="{FF2B5EF4-FFF2-40B4-BE49-F238E27FC236}">
                    <a16:creationId xmlns:a16="http://schemas.microsoft.com/office/drawing/2014/main" id="{418DB703-6348-1F73-DDD5-5CA69038B93A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4" name="pg2747">
                <a:extLst>
                  <a:ext uri="{FF2B5EF4-FFF2-40B4-BE49-F238E27FC236}">
                    <a16:creationId xmlns:a16="http://schemas.microsoft.com/office/drawing/2014/main" id="{9B039542-9B3D-25A2-9D3D-7BB0F514DB3E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5" name="pg2748">
                <a:extLst>
                  <a:ext uri="{FF2B5EF4-FFF2-40B4-BE49-F238E27FC236}">
                    <a16:creationId xmlns:a16="http://schemas.microsoft.com/office/drawing/2014/main" id="{4303EC82-7671-EA2B-9502-1A9AEB5EE006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6" name="pg2749">
                <a:extLst>
                  <a:ext uri="{FF2B5EF4-FFF2-40B4-BE49-F238E27FC236}">
                    <a16:creationId xmlns:a16="http://schemas.microsoft.com/office/drawing/2014/main" id="{C28EC255-F9C5-5F1D-A4C8-1A6B362710AD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7" name="pg2750">
                <a:extLst>
                  <a:ext uri="{FF2B5EF4-FFF2-40B4-BE49-F238E27FC236}">
                    <a16:creationId xmlns:a16="http://schemas.microsoft.com/office/drawing/2014/main" id="{8C061D8F-CD11-31C5-AC15-9DB9458598FB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8" name="pg2751">
                <a:extLst>
                  <a:ext uri="{FF2B5EF4-FFF2-40B4-BE49-F238E27FC236}">
                    <a16:creationId xmlns:a16="http://schemas.microsoft.com/office/drawing/2014/main" id="{70F0C16E-957C-13F5-0B4A-E634AA548C8A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9" name="pg2752">
                <a:extLst>
                  <a:ext uri="{FF2B5EF4-FFF2-40B4-BE49-F238E27FC236}">
                    <a16:creationId xmlns:a16="http://schemas.microsoft.com/office/drawing/2014/main" id="{798457A1-C1E0-1B52-F07A-8F67683A4BEB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0" name="pg2753">
                <a:extLst>
                  <a:ext uri="{FF2B5EF4-FFF2-40B4-BE49-F238E27FC236}">
                    <a16:creationId xmlns:a16="http://schemas.microsoft.com/office/drawing/2014/main" id="{F01E4E3C-8849-BFA6-AE5B-FA12AE86DB8A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1" name="pg2754">
                <a:extLst>
                  <a:ext uri="{FF2B5EF4-FFF2-40B4-BE49-F238E27FC236}">
                    <a16:creationId xmlns:a16="http://schemas.microsoft.com/office/drawing/2014/main" id="{41084B2C-AAB7-3D4E-09D3-418BEDF6CD85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2" name="pg2755">
                <a:extLst>
                  <a:ext uri="{FF2B5EF4-FFF2-40B4-BE49-F238E27FC236}">
                    <a16:creationId xmlns:a16="http://schemas.microsoft.com/office/drawing/2014/main" id="{ADC0E459-EC25-C08B-241B-4A91C8E61930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3" name="pg2756">
                <a:extLst>
                  <a:ext uri="{FF2B5EF4-FFF2-40B4-BE49-F238E27FC236}">
                    <a16:creationId xmlns:a16="http://schemas.microsoft.com/office/drawing/2014/main" id="{73C8C520-3F20-DC39-F0D5-7FE4F329BE9D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4" name="pg2757">
                <a:extLst>
                  <a:ext uri="{FF2B5EF4-FFF2-40B4-BE49-F238E27FC236}">
                    <a16:creationId xmlns:a16="http://schemas.microsoft.com/office/drawing/2014/main" id="{2EDCC3C7-7AAD-8DD4-33E0-1F84879E5EF4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5" name="pg2758">
                <a:extLst>
                  <a:ext uri="{FF2B5EF4-FFF2-40B4-BE49-F238E27FC236}">
                    <a16:creationId xmlns:a16="http://schemas.microsoft.com/office/drawing/2014/main" id="{12401C8E-8368-482B-7E68-BEE435452411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6" name="pg2759">
                <a:extLst>
                  <a:ext uri="{FF2B5EF4-FFF2-40B4-BE49-F238E27FC236}">
                    <a16:creationId xmlns:a16="http://schemas.microsoft.com/office/drawing/2014/main" id="{33A0A738-A937-9E54-E5F9-E2BE7BDD7EBD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7" name="pg2760">
                <a:extLst>
                  <a:ext uri="{FF2B5EF4-FFF2-40B4-BE49-F238E27FC236}">
                    <a16:creationId xmlns:a16="http://schemas.microsoft.com/office/drawing/2014/main" id="{1F3511E8-1682-2772-7321-9F6CF34D2A8D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8" name="pg2761">
                <a:extLst>
                  <a:ext uri="{FF2B5EF4-FFF2-40B4-BE49-F238E27FC236}">
                    <a16:creationId xmlns:a16="http://schemas.microsoft.com/office/drawing/2014/main" id="{85FA15C0-2839-69C2-F0BA-21528D024738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9" name="pg2762">
                <a:extLst>
                  <a:ext uri="{FF2B5EF4-FFF2-40B4-BE49-F238E27FC236}">
                    <a16:creationId xmlns:a16="http://schemas.microsoft.com/office/drawing/2014/main" id="{3CCA0B18-8686-478D-B469-48F4FD3E6B8F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0" name="pg2763">
                <a:extLst>
                  <a:ext uri="{FF2B5EF4-FFF2-40B4-BE49-F238E27FC236}">
                    <a16:creationId xmlns:a16="http://schemas.microsoft.com/office/drawing/2014/main" id="{8A64D2D7-356A-2B05-F632-FBD753E115B0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1" name="pg2764">
                <a:extLst>
                  <a:ext uri="{FF2B5EF4-FFF2-40B4-BE49-F238E27FC236}">
                    <a16:creationId xmlns:a16="http://schemas.microsoft.com/office/drawing/2014/main" id="{22F2CA5A-09E9-9EBF-5351-C0F6DDD1D45B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2" name="pg2765">
                <a:extLst>
                  <a:ext uri="{FF2B5EF4-FFF2-40B4-BE49-F238E27FC236}">
                    <a16:creationId xmlns:a16="http://schemas.microsoft.com/office/drawing/2014/main" id="{EBF28081-3B5B-DDF7-72FC-3A9204039D31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3" name="pg2766">
                <a:extLst>
                  <a:ext uri="{FF2B5EF4-FFF2-40B4-BE49-F238E27FC236}">
                    <a16:creationId xmlns:a16="http://schemas.microsoft.com/office/drawing/2014/main" id="{68A6CE10-4A58-93B3-FE4D-00EC5F7157E6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4" name="pg2767">
                <a:extLst>
                  <a:ext uri="{FF2B5EF4-FFF2-40B4-BE49-F238E27FC236}">
                    <a16:creationId xmlns:a16="http://schemas.microsoft.com/office/drawing/2014/main" id="{2679CB9E-9EBC-B8AF-E347-5A3533A182D4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5" name="pg2768">
                <a:extLst>
                  <a:ext uri="{FF2B5EF4-FFF2-40B4-BE49-F238E27FC236}">
                    <a16:creationId xmlns:a16="http://schemas.microsoft.com/office/drawing/2014/main" id="{83E582F7-E217-DB6E-FCDE-1C85E1D26DE3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6" name="pg2769">
                <a:extLst>
                  <a:ext uri="{FF2B5EF4-FFF2-40B4-BE49-F238E27FC236}">
                    <a16:creationId xmlns:a16="http://schemas.microsoft.com/office/drawing/2014/main" id="{884BB299-A278-CF2D-A57C-6E15AF954999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7" name="pg2770">
                <a:extLst>
                  <a:ext uri="{FF2B5EF4-FFF2-40B4-BE49-F238E27FC236}">
                    <a16:creationId xmlns:a16="http://schemas.microsoft.com/office/drawing/2014/main" id="{68A8ADAC-061E-9270-83F0-F1997EAFB67A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8" name="pg2771">
                <a:extLst>
                  <a:ext uri="{FF2B5EF4-FFF2-40B4-BE49-F238E27FC236}">
                    <a16:creationId xmlns:a16="http://schemas.microsoft.com/office/drawing/2014/main" id="{80145A3D-0937-D695-C706-C931CAAFE545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9" name="pg2772">
                <a:extLst>
                  <a:ext uri="{FF2B5EF4-FFF2-40B4-BE49-F238E27FC236}">
                    <a16:creationId xmlns:a16="http://schemas.microsoft.com/office/drawing/2014/main" id="{87857339-50D2-10DC-3DD9-0B2EC49A37C6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0" name="pg2773">
                <a:extLst>
                  <a:ext uri="{FF2B5EF4-FFF2-40B4-BE49-F238E27FC236}">
                    <a16:creationId xmlns:a16="http://schemas.microsoft.com/office/drawing/2014/main" id="{130ADD60-E06F-6542-A6B2-EF83AA2C7E72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1" name="pg2774">
                <a:extLst>
                  <a:ext uri="{FF2B5EF4-FFF2-40B4-BE49-F238E27FC236}">
                    <a16:creationId xmlns:a16="http://schemas.microsoft.com/office/drawing/2014/main" id="{BB1F8606-F23A-B576-36B2-2508CD054414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2" name="pg2775">
                <a:extLst>
                  <a:ext uri="{FF2B5EF4-FFF2-40B4-BE49-F238E27FC236}">
                    <a16:creationId xmlns:a16="http://schemas.microsoft.com/office/drawing/2014/main" id="{B3D6678E-68CC-671F-C08E-47A16EE6567C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3" name="pg2776">
                <a:extLst>
                  <a:ext uri="{FF2B5EF4-FFF2-40B4-BE49-F238E27FC236}">
                    <a16:creationId xmlns:a16="http://schemas.microsoft.com/office/drawing/2014/main" id="{5E671AFE-41B6-D02A-2792-5F5E245F777F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4" name="pg2777">
                <a:extLst>
                  <a:ext uri="{FF2B5EF4-FFF2-40B4-BE49-F238E27FC236}">
                    <a16:creationId xmlns:a16="http://schemas.microsoft.com/office/drawing/2014/main" id="{DB5B4F08-2CD1-7047-A215-BF7438EB731E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5" name="pg2778">
                <a:extLst>
                  <a:ext uri="{FF2B5EF4-FFF2-40B4-BE49-F238E27FC236}">
                    <a16:creationId xmlns:a16="http://schemas.microsoft.com/office/drawing/2014/main" id="{3E450F58-D6B4-5B2E-5C90-2AE29D87BF6E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6" name="pg2779">
                <a:extLst>
                  <a:ext uri="{FF2B5EF4-FFF2-40B4-BE49-F238E27FC236}">
                    <a16:creationId xmlns:a16="http://schemas.microsoft.com/office/drawing/2014/main" id="{D21E4A96-0B4B-23BD-72FB-6DF0DF445207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7" name="pg2780">
                <a:extLst>
                  <a:ext uri="{FF2B5EF4-FFF2-40B4-BE49-F238E27FC236}">
                    <a16:creationId xmlns:a16="http://schemas.microsoft.com/office/drawing/2014/main" id="{1179473E-D66B-5C26-355E-A062B00EF1DC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8" name="pg2781">
                <a:extLst>
                  <a:ext uri="{FF2B5EF4-FFF2-40B4-BE49-F238E27FC236}">
                    <a16:creationId xmlns:a16="http://schemas.microsoft.com/office/drawing/2014/main" id="{A8D5BE4A-FE48-1E64-D81F-9D8E43D6B520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9" name="pg2782">
                <a:extLst>
                  <a:ext uri="{FF2B5EF4-FFF2-40B4-BE49-F238E27FC236}">
                    <a16:creationId xmlns:a16="http://schemas.microsoft.com/office/drawing/2014/main" id="{A11C153C-03DE-D311-EA7B-8F7A0C4251B3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0" name="pg2783">
                <a:extLst>
                  <a:ext uri="{FF2B5EF4-FFF2-40B4-BE49-F238E27FC236}">
                    <a16:creationId xmlns:a16="http://schemas.microsoft.com/office/drawing/2014/main" id="{8C1DE8DF-556D-6363-5CBE-4BFC77C33AFF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1" name="pg2784">
                <a:extLst>
                  <a:ext uri="{FF2B5EF4-FFF2-40B4-BE49-F238E27FC236}">
                    <a16:creationId xmlns:a16="http://schemas.microsoft.com/office/drawing/2014/main" id="{22E211D3-1702-DA17-0B8D-179FC3FD9F47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2" name="pg2785">
                <a:extLst>
                  <a:ext uri="{FF2B5EF4-FFF2-40B4-BE49-F238E27FC236}">
                    <a16:creationId xmlns:a16="http://schemas.microsoft.com/office/drawing/2014/main" id="{56BB774B-7D3C-0403-57C7-A5977F253C5D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3" name="pg2786">
                <a:extLst>
                  <a:ext uri="{FF2B5EF4-FFF2-40B4-BE49-F238E27FC236}">
                    <a16:creationId xmlns:a16="http://schemas.microsoft.com/office/drawing/2014/main" id="{AFC6677A-2A81-CF97-BF81-EF844F4E6598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4" name="pg2787">
                <a:extLst>
                  <a:ext uri="{FF2B5EF4-FFF2-40B4-BE49-F238E27FC236}">
                    <a16:creationId xmlns:a16="http://schemas.microsoft.com/office/drawing/2014/main" id="{58501015-913A-C2EA-47AA-6D433C7B8C80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5" name="pg2788">
                <a:extLst>
                  <a:ext uri="{FF2B5EF4-FFF2-40B4-BE49-F238E27FC236}">
                    <a16:creationId xmlns:a16="http://schemas.microsoft.com/office/drawing/2014/main" id="{F88E0141-504A-A643-AEBD-8373B613140E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6" name="pg2789">
                <a:extLst>
                  <a:ext uri="{FF2B5EF4-FFF2-40B4-BE49-F238E27FC236}">
                    <a16:creationId xmlns:a16="http://schemas.microsoft.com/office/drawing/2014/main" id="{624891DB-032B-03E7-89C7-82B4A0881F24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7" name="pg2790">
                <a:extLst>
                  <a:ext uri="{FF2B5EF4-FFF2-40B4-BE49-F238E27FC236}">
                    <a16:creationId xmlns:a16="http://schemas.microsoft.com/office/drawing/2014/main" id="{32394EA1-5EAE-45FE-7A11-BD1E0DC9483E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8" name="pg2791">
                <a:extLst>
                  <a:ext uri="{FF2B5EF4-FFF2-40B4-BE49-F238E27FC236}">
                    <a16:creationId xmlns:a16="http://schemas.microsoft.com/office/drawing/2014/main" id="{A5358048-ED47-740A-5FEA-7C22BEA10DE8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9" name="pg2792">
                <a:extLst>
                  <a:ext uri="{FF2B5EF4-FFF2-40B4-BE49-F238E27FC236}">
                    <a16:creationId xmlns:a16="http://schemas.microsoft.com/office/drawing/2014/main" id="{E9DF3879-2F3D-4836-5FD8-50EA9FCD5B0E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0" name="pg2793">
                <a:extLst>
                  <a:ext uri="{FF2B5EF4-FFF2-40B4-BE49-F238E27FC236}">
                    <a16:creationId xmlns:a16="http://schemas.microsoft.com/office/drawing/2014/main" id="{2A6915AA-84F3-530D-2C48-119E5062B63D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1" name="pg2794">
                <a:extLst>
                  <a:ext uri="{FF2B5EF4-FFF2-40B4-BE49-F238E27FC236}">
                    <a16:creationId xmlns:a16="http://schemas.microsoft.com/office/drawing/2014/main" id="{390852D8-27D9-B0F2-477F-FA3A86C9EE03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2" name="pg2795">
                <a:extLst>
                  <a:ext uri="{FF2B5EF4-FFF2-40B4-BE49-F238E27FC236}">
                    <a16:creationId xmlns:a16="http://schemas.microsoft.com/office/drawing/2014/main" id="{1979E751-5DE4-FB00-8BE0-BC9DF5E9DB40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3" name="pg2796">
                <a:extLst>
                  <a:ext uri="{FF2B5EF4-FFF2-40B4-BE49-F238E27FC236}">
                    <a16:creationId xmlns:a16="http://schemas.microsoft.com/office/drawing/2014/main" id="{7661152E-B186-B3EB-4795-014C38626217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4" name="pg2797">
                <a:extLst>
                  <a:ext uri="{FF2B5EF4-FFF2-40B4-BE49-F238E27FC236}">
                    <a16:creationId xmlns:a16="http://schemas.microsoft.com/office/drawing/2014/main" id="{8A565535-7D4F-B1E1-F771-0220D4E66A94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5" name="pg2798">
                <a:extLst>
                  <a:ext uri="{FF2B5EF4-FFF2-40B4-BE49-F238E27FC236}">
                    <a16:creationId xmlns:a16="http://schemas.microsoft.com/office/drawing/2014/main" id="{7EDE41C7-841C-4666-69F2-84706E8EF0A0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6" name="pg2799">
                <a:extLst>
                  <a:ext uri="{FF2B5EF4-FFF2-40B4-BE49-F238E27FC236}">
                    <a16:creationId xmlns:a16="http://schemas.microsoft.com/office/drawing/2014/main" id="{44337DAF-5849-CFB2-83D6-91B374CC10EE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7" name="pg2800">
                <a:extLst>
                  <a:ext uri="{FF2B5EF4-FFF2-40B4-BE49-F238E27FC236}">
                    <a16:creationId xmlns:a16="http://schemas.microsoft.com/office/drawing/2014/main" id="{F582A04D-AF96-AE32-1377-FF7E84686E05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8" name="pg2801">
                <a:extLst>
                  <a:ext uri="{FF2B5EF4-FFF2-40B4-BE49-F238E27FC236}">
                    <a16:creationId xmlns:a16="http://schemas.microsoft.com/office/drawing/2014/main" id="{B3776E5D-574C-A83D-E477-BA37FD79BDDE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9" name="pg2802">
                <a:extLst>
                  <a:ext uri="{FF2B5EF4-FFF2-40B4-BE49-F238E27FC236}">
                    <a16:creationId xmlns:a16="http://schemas.microsoft.com/office/drawing/2014/main" id="{20DB5BF8-0300-5FFF-7382-79260516D86F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0" name="pg2803">
                <a:extLst>
                  <a:ext uri="{FF2B5EF4-FFF2-40B4-BE49-F238E27FC236}">
                    <a16:creationId xmlns:a16="http://schemas.microsoft.com/office/drawing/2014/main" id="{FD5502F9-D8FA-1022-1CB5-8FDEAE42C127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1" name="pg2804">
                <a:extLst>
                  <a:ext uri="{FF2B5EF4-FFF2-40B4-BE49-F238E27FC236}">
                    <a16:creationId xmlns:a16="http://schemas.microsoft.com/office/drawing/2014/main" id="{E99AD911-A25A-EF50-FA45-EA8F3945C7DE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2" name="pg2805">
                <a:extLst>
                  <a:ext uri="{FF2B5EF4-FFF2-40B4-BE49-F238E27FC236}">
                    <a16:creationId xmlns:a16="http://schemas.microsoft.com/office/drawing/2014/main" id="{B2E61D4F-5437-8B88-006B-A6A22800F087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3" name="pg2806">
                <a:extLst>
                  <a:ext uri="{FF2B5EF4-FFF2-40B4-BE49-F238E27FC236}">
                    <a16:creationId xmlns:a16="http://schemas.microsoft.com/office/drawing/2014/main" id="{D10913CA-8D02-FF8F-468B-C1FC835F4DD5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4" name="pg2807">
                <a:extLst>
                  <a:ext uri="{FF2B5EF4-FFF2-40B4-BE49-F238E27FC236}">
                    <a16:creationId xmlns:a16="http://schemas.microsoft.com/office/drawing/2014/main" id="{0C5DF53C-1BCD-27B7-D5A5-194AE78006C5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5" name="pg2808">
                <a:extLst>
                  <a:ext uri="{FF2B5EF4-FFF2-40B4-BE49-F238E27FC236}">
                    <a16:creationId xmlns:a16="http://schemas.microsoft.com/office/drawing/2014/main" id="{2235A39F-F055-3BF1-91AC-A0BC8CEB1BFC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6" name="pg2809">
                <a:extLst>
                  <a:ext uri="{FF2B5EF4-FFF2-40B4-BE49-F238E27FC236}">
                    <a16:creationId xmlns:a16="http://schemas.microsoft.com/office/drawing/2014/main" id="{CB66A421-D5B7-870F-79D0-3B24CEFEFB48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7" name="pg2810">
                <a:extLst>
                  <a:ext uri="{FF2B5EF4-FFF2-40B4-BE49-F238E27FC236}">
                    <a16:creationId xmlns:a16="http://schemas.microsoft.com/office/drawing/2014/main" id="{662FABB8-C23A-EE3B-B7FE-5C2DA7144C99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8" name="pg2811">
                <a:extLst>
                  <a:ext uri="{FF2B5EF4-FFF2-40B4-BE49-F238E27FC236}">
                    <a16:creationId xmlns:a16="http://schemas.microsoft.com/office/drawing/2014/main" id="{5F9F8E2B-3C26-D268-4BA5-053CF68F4A20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9" name="pg2812">
                <a:extLst>
                  <a:ext uri="{FF2B5EF4-FFF2-40B4-BE49-F238E27FC236}">
                    <a16:creationId xmlns:a16="http://schemas.microsoft.com/office/drawing/2014/main" id="{5BB9CC52-F42A-336E-E3ED-3BE378716312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0" name="pg2813">
                <a:extLst>
                  <a:ext uri="{FF2B5EF4-FFF2-40B4-BE49-F238E27FC236}">
                    <a16:creationId xmlns:a16="http://schemas.microsoft.com/office/drawing/2014/main" id="{8B56B237-831E-0F3C-5423-3E94AEE6B887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1" name="pg2814">
                <a:extLst>
                  <a:ext uri="{FF2B5EF4-FFF2-40B4-BE49-F238E27FC236}">
                    <a16:creationId xmlns:a16="http://schemas.microsoft.com/office/drawing/2014/main" id="{4D967265-E753-1EE7-5734-B58651704C7C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2" name="pg2815">
                <a:extLst>
                  <a:ext uri="{FF2B5EF4-FFF2-40B4-BE49-F238E27FC236}">
                    <a16:creationId xmlns:a16="http://schemas.microsoft.com/office/drawing/2014/main" id="{18D03EF2-3C42-95FF-C0C3-4D4C8D220573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3" name="pg2816">
                <a:extLst>
                  <a:ext uri="{FF2B5EF4-FFF2-40B4-BE49-F238E27FC236}">
                    <a16:creationId xmlns:a16="http://schemas.microsoft.com/office/drawing/2014/main" id="{D2A4C0C9-63F2-BACA-8A98-F22BF431BCA3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4" name="pg2817">
                <a:extLst>
                  <a:ext uri="{FF2B5EF4-FFF2-40B4-BE49-F238E27FC236}">
                    <a16:creationId xmlns:a16="http://schemas.microsoft.com/office/drawing/2014/main" id="{70F61142-62CF-52E6-CD09-B6FA6FA926AD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5" name="pg2818">
                <a:extLst>
                  <a:ext uri="{FF2B5EF4-FFF2-40B4-BE49-F238E27FC236}">
                    <a16:creationId xmlns:a16="http://schemas.microsoft.com/office/drawing/2014/main" id="{0A2C6965-F636-6530-3EF9-5A8382961254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6" name="pg2819">
                <a:extLst>
                  <a:ext uri="{FF2B5EF4-FFF2-40B4-BE49-F238E27FC236}">
                    <a16:creationId xmlns:a16="http://schemas.microsoft.com/office/drawing/2014/main" id="{89D91664-E253-AA5F-C08C-E73872ECC43E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7" name="pg2820">
                <a:extLst>
                  <a:ext uri="{FF2B5EF4-FFF2-40B4-BE49-F238E27FC236}">
                    <a16:creationId xmlns:a16="http://schemas.microsoft.com/office/drawing/2014/main" id="{AD1FD4CA-63CF-63B0-E592-3B9E9A4BA62B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8" name="pg2821">
                <a:extLst>
                  <a:ext uri="{FF2B5EF4-FFF2-40B4-BE49-F238E27FC236}">
                    <a16:creationId xmlns:a16="http://schemas.microsoft.com/office/drawing/2014/main" id="{6EA08780-1C71-43A9-6DC9-E2745F0D06AD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9" name="pg2822">
                <a:extLst>
                  <a:ext uri="{FF2B5EF4-FFF2-40B4-BE49-F238E27FC236}">
                    <a16:creationId xmlns:a16="http://schemas.microsoft.com/office/drawing/2014/main" id="{9DCA9EAC-F537-C7FC-4845-245093655EE9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0" name="pg2823">
                <a:extLst>
                  <a:ext uri="{FF2B5EF4-FFF2-40B4-BE49-F238E27FC236}">
                    <a16:creationId xmlns:a16="http://schemas.microsoft.com/office/drawing/2014/main" id="{6EF8E283-8328-CD49-D811-D15267248003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1" name="pg2824">
                <a:extLst>
                  <a:ext uri="{FF2B5EF4-FFF2-40B4-BE49-F238E27FC236}">
                    <a16:creationId xmlns:a16="http://schemas.microsoft.com/office/drawing/2014/main" id="{0E7E3455-5DDD-A9C8-252B-21C6D418F071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2" name="pg2825">
                <a:extLst>
                  <a:ext uri="{FF2B5EF4-FFF2-40B4-BE49-F238E27FC236}">
                    <a16:creationId xmlns:a16="http://schemas.microsoft.com/office/drawing/2014/main" id="{2D27BB8B-C259-C155-0809-FB1BDB8D8785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3" name="pg2826">
                <a:extLst>
                  <a:ext uri="{FF2B5EF4-FFF2-40B4-BE49-F238E27FC236}">
                    <a16:creationId xmlns:a16="http://schemas.microsoft.com/office/drawing/2014/main" id="{BF064C6F-D23F-0647-2158-7D8335908452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4" name="pg2827">
                <a:extLst>
                  <a:ext uri="{FF2B5EF4-FFF2-40B4-BE49-F238E27FC236}">
                    <a16:creationId xmlns:a16="http://schemas.microsoft.com/office/drawing/2014/main" id="{3A8FCBCD-94D1-DA30-3D98-5AABC7F86823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5" name="pg2828">
                <a:extLst>
                  <a:ext uri="{FF2B5EF4-FFF2-40B4-BE49-F238E27FC236}">
                    <a16:creationId xmlns:a16="http://schemas.microsoft.com/office/drawing/2014/main" id="{C820A9CF-A1AB-7D1F-D282-399058C9FE62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6" name="pg2829">
                <a:extLst>
                  <a:ext uri="{FF2B5EF4-FFF2-40B4-BE49-F238E27FC236}">
                    <a16:creationId xmlns:a16="http://schemas.microsoft.com/office/drawing/2014/main" id="{1340A5CA-0158-7A0A-4285-3FA7C33E5F0A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7" name="pg2830">
                <a:extLst>
                  <a:ext uri="{FF2B5EF4-FFF2-40B4-BE49-F238E27FC236}">
                    <a16:creationId xmlns:a16="http://schemas.microsoft.com/office/drawing/2014/main" id="{C6990F2D-A538-D791-5A5D-3CFD0F626FBD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8" name="pg2831">
                <a:extLst>
                  <a:ext uri="{FF2B5EF4-FFF2-40B4-BE49-F238E27FC236}">
                    <a16:creationId xmlns:a16="http://schemas.microsoft.com/office/drawing/2014/main" id="{3CF947A5-DCD0-73AF-DCD0-282CB82E50C0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9" name="pg2832">
                <a:extLst>
                  <a:ext uri="{FF2B5EF4-FFF2-40B4-BE49-F238E27FC236}">
                    <a16:creationId xmlns:a16="http://schemas.microsoft.com/office/drawing/2014/main" id="{04B75235-630B-7D5E-0538-AE45E5FE3BA0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0" name="pg2833">
                <a:extLst>
                  <a:ext uri="{FF2B5EF4-FFF2-40B4-BE49-F238E27FC236}">
                    <a16:creationId xmlns:a16="http://schemas.microsoft.com/office/drawing/2014/main" id="{A0D9602E-BF70-1AC6-175A-A55024953F5B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1" name="pg2834">
                <a:extLst>
                  <a:ext uri="{FF2B5EF4-FFF2-40B4-BE49-F238E27FC236}">
                    <a16:creationId xmlns:a16="http://schemas.microsoft.com/office/drawing/2014/main" id="{1BA499BA-F54E-E519-25A3-A4F11CE64CFF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2" name="pg2835">
                <a:extLst>
                  <a:ext uri="{FF2B5EF4-FFF2-40B4-BE49-F238E27FC236}">
                    <a16:creationId xmlns:a16="http://schemas.microsoft.com/office/drawing/2014/main" id="{0CF9ECE7-4FFC-7DFC-0514-528A30591D4A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3" name="pg2836">
                <a:extLst>
                  <a:ext uri="{FF2B5EF4-FFF2-40B4-BE49-F238E27FC236}">
                    <a16:creationId xmlns:a16="http://schemas.microsoft.com/office/drawing/2014/main" id="{98257611-0B4D-5C17-5F1A-CB92F80AA8CC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4" name="pg2837">
                <a:extLst>
                  <a:ext uri="{FF2B5EF4-FFF2-40B4-BE49-F238E27FC236}">
                    <a16:creationId xmlns:a16="http://schemas.microsoft.com/office/drawing/2014/main" id="{76990A8D-1DED-1343-6859-6E19517D2AE2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5" name="pg2838">
                <a:extLst>
                  <a:ext uri="{FF2B5EF4-FFF2-40B4-BE49-F238E27FC236}">
                    <a16:creationId xmlns:a16="http://schemas.microsoft.com/office/drawing/2014/main" id="{FC162DC3-7F97-B563-2518-39D723982202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6" name="pg2839">
                <a:extLst>
                  <a:ext uri="{FF2B5EF4-FFF2-40B4-BE49-F238E27FC236}">
                    <a16:creationId xmlns:a16="http://schemas.microsoft.com/office/drawing/2014/main" id="{3FB1B437-5745-A1E9-11D1-06CB846024F0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7" name="pg2840">
                <a:extLst>
                  <a:ext uri="{FF2B5EF4-FFF2-40B4-BE49-F238E27FC236}">
                    <a16:creationId xmlns:a16="http://schemas.microsoft.com/office/drawing/2014/main" id="{D87DAEB0-72ED-2902-0722-1768CA80EA4A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8" name="pg2841">
                <a:extLst>
                  <a:ext uri="{FF2B5EF4-FFF2-40B4-BE49-F238E27FC236}">
                    <a16:creationId xmlns:a16="http://schemas.microsoft.com/office/drawing/2014/main" id="{C9C407D6-E8C5-A78E-3B38-DF12A925CA3D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9" name="pg2842">
                <a:extLst>
                  <a:ext uri="{FF2B5EF4-FFF2-40B4-BE49-F238E27FC236}">
                    <a16:creationId xmlns:a16="http://schemas.microsoft.com/office/drawing/2014/main" id="{0639B3B5-BE33-6046-D824-BDA2CC945B76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0" name="pg2843">
                <a:extLst>
                  <a:ext uri="{FF2B5EF4-FFF2-40B4-BE49-F238E27FC236}">
                    <a16:creationId xmlns:a16="http://schemas.microsoft.com/office/drawing/2014/main" id="{D2F81FE7-61C1-B6B9-BEB6-FF03D074FACC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1" name="pg2844">
                <a:extLst>
                  <a:ext uri="{FF2B5EF4-FFF2-40B4-BE49-F238E27FC236}">
                    <a16:creationId xmlns:a16="http://schemas.microsoft.com/office/drawing/2014/main" id="{5346BDD2-E9CE-81E4-DA54-BA4EB613EC85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2" name="pg2845">
                <a:extLst>
                  <a:ext uri="{FF2B5EF4-FFF2-40B4-BE49-F238E27FC236}">
                    <a16:creationId xmlns:a16="http://schemas.microsoft.com/office/drawing/2014/main" id="{720AD64A-69E1-F887-926C-D1392101325B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3" name="pg2846">
                <a:extLst>
                  <a:ext uri="{FF2B5EF4-FFF2-40B4-BE49-F238E27FC236}">
                    <a16:creationId xmlns:a16="http://schemas.microsoft.com/office/drawing/2014/main" id="{0DFB8112-1FA1-C292-FC36-F34287314AD5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4" name="pg2847">
                <a:extLst>
                  <a:ext uri="{FF2B5EF4-FFF2-40B4-BE49-F238E27FC236}">
                    <a16:creationId xmlns:a16="http://schemas.microsoft.com/office/drawing/2014/main" id="{414805D3-2D0B-8763-1350-525653229309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5" name="pg2848">
                <a:extLst>
                  <a:ext uri="{FF2B5EF4-FFF2-40B4-BE49-F238E27FC236}">
                    <a16:creationId xmlns:a16="http://schemas.microsoft.com/office/drawing/2014/main" id="{B565639E-3A39-A711-E46B-E6745E281F8D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80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6" name="pg2849">
                <a:extLst>
                  <a:ext uri="{FF2B5EF4-FFF2-40B4-BE49-F238E27FC236}">
                    <a16:creationId xmlns:a16="http://schemas.microsoft.com/office/drawing/2014/main" id="{2BE2B29B-93AF-87D9-BFA2-7DD49144C70C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7" name="pg2850">
                <a:extLst>
                  <a:ext uri="{FF2B5EF4-FFF2-40B4-BE49-F238E27FC236}">
                    <a16:creationId xmlns:a16="http://schemas.microsoft.com/office/drawing/2014/main" id="{9B6F2BA7-33B4-84A6-C1A0-C9B021A22FD8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8" name="pg2851">
                <a:extLst>
                  <a:ext uri="{FF2B5EF4-FFF2-40B4-BE49-F238E27FC236}">
                    <a16:creationId xmlns:a16="http://schemas.microsoft.com/office/drawing/2014/main" id="{D183DF93-FD6D-629F-CFD0-BC5CDD0BB1F9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9" name="pg2852">
                <a:extLst>
                  <a:ext uri="{FF2B5EF4-FFF2-40B4-BE49-F238E27FC236}">
                    <a16:creationId xmlns:a16="http://schemas.microsoft.com/office/drawing/2014/main" id="{E21143E2-5D36-888A-9BFF-9E010CAEFE91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0" name="pg2853">
                <a:extLst>
                  <a:ext uri="{FF2B5EF4-FFF2-40B4-BE49-F238E27FC236}">
                    <a16:creationId xmlns:a16="http://schemas.microsoft.com/office/drawing/2014/main" id="{C45D82D7-6ECF-AFB4-2A5D-EE8B3BF727DF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1" name="pg2854">
                <a:extLst>
                  <a:ext uri="{FF2B5EF4-FFF2-40B4-BE49-F238E27FC236}">
                    <a16:creationId xmlns:a16="http://schemas.microsoft.com/office/drawing/2014/main" id="{11496E43-7D79-A6F3-B66A-58437880A4A9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2" name="pg2855">
                <a:extLst>
                  <a:ext uri="{FF2B5EF4-FFF2-40B4-BE49-F238E27FC236}">
                    <a16:creationId xmlns:a16="http://schemas.microsoft.com/office/drawing/2014/main" id="{3A6BA398-32CB-7E0C-43AB-30CD0372A5DE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3" name="pg2856">
                <a:extLst>
                  <a:ext uri="{FF2B5EF4-FFF2-40B4-BE49-F238E27FC236}">
                    <a16:creationId xmlns:a16="http://schemas.microsoft.com/office/drawing/2014/main" id="{BB4D6526-9227-645B-DB24-552CA68BB88F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4" name="pg2857">
                <a:extLst>
                  <a:ext uri="{FF2B5EF4-FFF2-40B4-BE49-F238E27FC236}">
                    <a16:creationId xmlns:a16="http://schemas.microsoft.com/office/drawing/2014/main" id="{5E84EBD8-AD49-3444-C297-AAE846A59004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5" name="pg2858">
                <a:extLst>
                  <a:ext uri="{FF2B5EF4-FFF2-40B4-BE49-F238E27FC236}">
                    <a16:creationId xmlns:a16="http://schemas.microsoft.com/office/drawing/2014/main" id="{39E538E1-999C-16A0-3DCA-65421B78E3BC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6" name="pg2859">
                <a:extLst>
                  <a:ext uri="{FF2B5EF4-FFF2-40B4-BE49-F238E27FC236}">
                    <a16:creationId xmlns:a16="http://schemas.microsoft.com/office/drawing/2014/main" id="{F27896FD-A0C4-F210-B5F7-7AF02949B257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7" name="pg2860">
                <a:extLst>
                  <a:ext uri="{FF2B5EF4-FFF2-40B4-BE49-F238E27FC236}">
                    <a16:creationId xmlns:a16="http://schemas.microsoft.com/office/drawing/2014/main" id="{E81CC214-C368-2579-67DC-2433D4496B3C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8" name="pg2861">
                <a:extLst>
                  <a:ext uri="{FF2B5EF4-FFF2-40B4-BE49-F238E27FC236}">
                    <a16:creationId xmlns:a16="http://schemas.microsoft.com/office/drawing/2014/main" id="{80068493-5C6F-3678-AA3F-4E69551352A8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9" name="pg2862">
                <a:extLst>
                  <a:ext uri="{FF2B5EF4-FFF2-40B4-BE49-F238E27FC236}">
                    <a16:creationId xmlns:a16="http://schemas.microsoft.com/office/drawing/2014/main" id="{43930E35-547E-5E6E-1A0E-5811E2E97909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0" name="pg2863">
                <a:extLst>
                  <a:ext uri="{FF2B5EF4-FFF2-40B4-BE49-F238E27FC236}">
                    <a16:creationId xmlns:a16="http://schemas.microsoft.com/office/drawing/2014/main" id="{EAC6AA29-5C50-E0D2-FC21-7F40250E5A4F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1" name="pg2864">
                <a:extLst>
                  <a:ext uri="{FF2B5EF4-FFF2-40B4-BE49-F238E27FC236}">
                    <a16:creationId xmlns:a16="http://schemas.microsoft.com/office/drawing/2014/main" id="{A1F6E490-EF66-BCA5-875C-2BCEA6856E41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2" name="pg2865">
                <a:extLst>
                  <a:ext uri="{FF2B5EF4-FFF2-40B4-BE49-F238E27FC236}">
                    <a16:creationId xmlns:a16="http://schemas.microsoft.com/office/drawing/2014/main" id="{BAD96A9B-DD64-C806-93E2-A9ECE4EF0E91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3" name="pg2866">
                <a:extLst>
                  <a:ext uri="{FF2B5EF4-FFF2-40B4-BE49-F238E27FC236}">
                    <a16:creationId xmlns:a16="http://schemas.microsoft.com/office/drawing/2014/main" id="{43DC37C5-2E3A-DB44-F46F-A130AADAC93C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4" name="pg2867">
                <a:extLst>
                  <a:ext uri="{FF2B5EF4-FFF2-40B4-BE49-F238E27FC236}">
                    <a16:creationId xmlns:a16="http://schemas.microsoft.com/office/drawing/2014/main" id="{47B13A00-F336-1E48-7250-AAF93F0040CA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5" name="pg2868">
                <a:extLst>
                  <a:ext uri="{FF2B5EF4-FFF2-40B4-BE49-F238E27FC236}">
                    <a16:creationId xmlns:a16="http://schemas.microsoft.com/office/drawing/2014/main" id="{AD30F54A-D6EB-4BEF-03F0-F747B5E1C1C4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6" name="pg2869">
                <a:extLst>
                  <a:ext uri="{FF2B5EF4-FFF2-40B4-BE49-F238E27FC236}">
                    <a16:creationId xmlns:a16="http://schemas.microsoft.com/office/drawing/2014/main" id="{5274BEB1-0B1C-9F49-B78B-07D0E01DCB9E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7" name="pg2870">
                <a:extLst>
                  <a:ext uri="{FF2B5EF4-FFF2-40B4-BE49-F238E27FC236}">
                    <a16:creationId xmlns:a16="http://schemas.microsoft.com/office/drawing/2014/main" id="{34235054-CA76-48B0-CBA6-84DA6641D331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8" name="pg2871">
                <a:extLst>
                  <a:ext uri="{FF2B5EF4-FFF2-40B4-BE49-F238E27FC236}">
                    <a16:creationId xmlns:a16="http://schemas.microsoft.com/office/drawing/2014/main" id="{ABD8E3B8-6065-764F-62E5-E4E5675C4B94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9" name="pg2872">
                <a:extLst>
                  <a:ext uri="{FF2B5EF4-FFF2-40B4-BE49-F238E27FC236}">
                    <a16:creationId xmlns:a16="http://schemas.microsoft.com/office/drawing/2014/main" id="{7F809877-C04A-A08E-2637-9E5DE75C3B23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0" name="pg2873">
                <a:extLst>
                  <a:ext uri="{FF2B5EF4-FFF2-40B4-BE49-F238E27FC236}">
                    <a16:creationId xmlns:a16="http://schemas.microsoft.com/office/drawing/2014/main" id="{1B7EF815-EB3B-3D81-24EC-636800A79F40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1" name="pg2874">
                <a:extLst>
                  <a:ext uri="{FF2B5EF4-FFF2-40B4-BE49-F238E27FC236}">
                    <a16:creationId xmlns:a16="http://schemas.microsoft.com/office/drawing/2014/main" id="{0769FFF3-0D61-0679-138C-ADAE76043BAE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2" name="pg2875">
                <a:extLst>
                  <a:ext uri="{FF2B5EF4-FFF2-40B4-BE49-F238E27FC236}">
                    <a16:creationId xmlns:a16="http://schemas.microsoft.com/office/drawing/2014/main" id="{0547CE2E-A5DB-98FF-A2C5-DB990E065B97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3" name="pg2876">
                <a:extLst>
                  <a:ext uri="{FF2B5EF4-FFF2-40B4-BE49-F238E27FC236}">
                    <a16:creationId xmlns:a16="http://schemas.microsoft.com/office/drawing/2014/main" id="{7F5A61D0-7646-E21A-816A-84B8D7293D43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4" name="pg2877">
                <a:extLst>
                  <a:ext uri="{FF2B5EF4-FFF2-40B4-BE49-F238E27FC236}">
                    <a16:creationId xmlns:a16="http://schemas.microsoft.com/office/drawing/2014/main" id="{D78A6E4C-83F2-A833-9604-536FBC1B1B76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5" name="pg2878">
                <a:extLst>
                  <a:ext uri="{FF2B5EF4-FFF2-40B4-BE49-F238E27FC236}">
                    <a16:creationId xmlns:a16="http://schemas.microsoft.com/office/drawing/2014/main" id="{F06D64F6-B88C-1C5D-981E-66D812DEA5EF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6" name="pg2879">
                <a:extLst>
                  <a:ext uri="{FF2B5EF4-FFF2-40B4-BE49-F238E27FC236}">
                    <a16:creationId xmlns:a16="http://schemas.microsoft.com/office/drawing/2014/main" id="{C25C52C5-7CB1-9FE5-5AF3-68F40B0EE65F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7" name="pg2880">
                <a:extLst>
                  <a:ext uri="{FF2B5EF4-FFF2-40B4-BE49-F238E27FC236}">
                    <a16:creationId xmlns:a16="http://schemas.microsoft.com/office/drawing/2014/main" id="{DD8CA7F8-B8D8-CBB6-7E10-61C47FA44FDB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8" name="pg2881">
                <a:extLst>
                  <a:ext uri="{FF2B5EF4-FFF2-40B4-BE49-F238E27FC236}">
                    <a16:creationId xmlns:a16="http://schemas.microsoft.com/office/drawing/2014/main" id="{E2D36C8A-3AF4-6F3F-0806-BAEE4FAAA6F9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9" name="pg2882">
                <a:extLst>
                  <a:ext uri="{FF2B5EF4-FFF2-40B4-BE49-F238E27FC236}">
                    <a16:creationId xmlns:a16="http://schemas.microsoft.com/office/drawing/2014/main" id="{26676D8D-0EFD-BBB5-DE9E-75A348974634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0" name="pg2883">
                <a:extLst>
                  <a:ext uri="{FF2B5EF4-FFF2-40B4-BE49-F238E27FC236}">
                    <a16:creationId xmlns:a16="http://schemas.microsoft.com/office/drawing/2014/main" id="{5531FC5F-858E-DB04-5038-3AC87E8A25E3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1" name="pg2884">
                <a:extLst>
                  <a:ext uri="{FF2B5EF4-FFF2-40B4-BE49-F238E27FC236}">
                    <a16:creationId xmlns:a16="http://schemas.microsoft.com/office/drawing/2014/main" id="{E1900197-2FAE-9E3F-8DFB-FEE40BA8841B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2" name="pg2885">
                <a:extLst>
                  <a:ext uri="{FF2B5EF4-FFF2-40B4-BE49-F238E27FC236}">
                    <a16:creationId xmlns:a16="http://schemas.microsoft.com/office/drawing/2014/main" id="{F7601E6D-6E90-E390-6AE6-EAF2731B68C2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3" name="pg2886">
                <a:extLst>
                  <a:ext uri="{FF2B5EF4-FFF2-40B4-BE49-F238E27FC236}">
                    <a16:creationId xmlns:a16="http://schemas.microsoft.com/office/drawing/2014/main" id="{DF879A1C-7768-02F3-6720-38D028DA2588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4" name="pg2887">
                <a:extLst>
                  <a:ext uri="{FF2B5EF4-FFF2-40B4-BE49-F238E27FC236}">
                    <a16:creationId xmlns:a16="http://schemas.microsoft.com/office/drawing/2014/main" id="{924BD646-45BF-5997-B1DF-7617F71736B9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5" name="pg2888">
                <a:extLst>
                  <a:ext uri="{FF2B5EF4-FFF2-40B4-BE49-F238E27FC236}">
                    <a16:creationId xmlns:a16="http://schemas.microsoft.com/office/drawing/2014/main" id="{E53D17E3-D2B5-C307-C828-7EFD5FFBE2E7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6" name="pg2889">
                <a:extLst>
                  <a:ext uri="{FF2B5EF4-FFF2-40B4-BE49-F238E27FC236}">
                    <a16:creationId xmlns:a16="http://schemas.microsoft.com/office/drawing/2014/main" id="{FAC8F0E2-1D48-8742-2A56-385E31222811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7" name="pg2890">
                <a:extLst>
                  <a:ext uri="{FF2B5EF4-FFF2-40B4-BE49-F238E27FC236}">
                    <a16:creationId xmlns:a16="http://schemas.microsoft.com/office/drawing/2014/main" id="{112B9E4A-1AD3-522A-D066-CE6444CE9CA6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8" name="pg2891">
                <a:extLst>
                  <a:ext uri="{FF2B5EF4-FFF2-40B4-BE49-F238E27FC236}">
                    <a16:creationId xmlns:a16="http://schemas.microsoft.com/office/drawing/2014/main" id="{B6DE2BB7-6482-1FDA-5CD1-33BC8CB291E5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9" name="pg2892">
                <a:extLst>
                  <a:ext uri="{FF2B5EF4-FFF2-40B4-BE49-F238E27FC236}">
                    <a16:creationId xmlns:a16="http://schemas.microsoft.com/office/drawing/2014/main" id="{9EBBEDAA-1ECD-92A2-6406-022B06A9A292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0" name="pg2893">
                <a:extLst>
                  <a:ext uri="{FF2B5EF4-FFF2-40B4-BE49-F238E27FC236}">
                    <a16:creationId xmlns:a16="http://schemas.microsoft.com/office/drawing/2014/main" id="{481C72CC-81F5-F810-BFDF-24AFB7FB4529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1" name="pg2894">
                <a:extLst>
                  <a:ext uri="{FF2B5EF4-FFF2-40B4-BE49-F238E27FC236}">
                    <a16:creationId xmlns:a16="http://schemas.microsoft.com/office/drawing/2014/main" id="{3133B197-2AE5-0F6B-93D2-46188F8E0816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2" name="pg2895">
                <a:extLst>
                  <a:ext uri="{FF2B5EF4-FFF2-40B4-BE49-F238E27FC236}">
                    <a16:creationId xmlns:a16="http://schemas.microsoft.com/office/drawing/2014/main" id="{76047935-1387-886D-E470-11C261BB2B6C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3" name="pg2896">
                <a:extLst>
                  <a:ext uri="{FF2B5EF4-FFF2-40B4-BE49-F238E27FC236}">
                    <a16:creationId xmlns:a16="http://schemas.microsoft.com/office/drawing/2014/main" id="{A6B42772-1ABE-FFD4-F7B6-790399FB9A7D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4" name="pg2897">
                <a:extLst>
                  <a:ext uri="{FF2B5EF4-FFF2-40B4-BE49-F238E27FC236}">
                    <a16:creationId xmlns:a16="http://schemas.microsoft.com/office/drawing/2014/main" id="{701B6763-3468-4459-C0FA-2261C15656A8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5" name="pg2898">
                <a:extLst>
                  <a:ext uri="{FF2B5EF4-FFF2-40B4-BE49-F238E27FC236}">
                    <a16:creationId xmlns:a16="http://schemas.microsoft.com/office/drawing/2014/main" id="{186E7FCC-0442-5020-A6C1-BCF433799CAA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6" name="pg2899">
                <a:extLst>
                  <a:ext uri="{FF2B5EF4-FFF2-40B4-BE49-F238E27FC236}">
                    <a16:creationId xmlns:a16="http://schemas.microsoft.com/office/drawing/2014/main" id="{C61387C0-D972-AAC4-BEFA-13E7E79B8CF2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7" name="pg2900">
                <a:extLst>
                  <a:ext uri="{FF2B5EF4-FFF2-40B4-BE49-F238E27FC236}">
                    <a16:creationId xmlns:a16="http://schemas.microsoft.com/office/drawing/2014/main" id="{5B9CFBE3-1187-453F-BAAE-D01759380DD8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8" name="pg2901">
                <a:extLst>
                  <a:ext uri="{FF2B5EF4-FFF2-40B4-BE49-F238E27FC236}">
                    <a16:creationId xmlns:a16="http://schemas.microsoft.com/office/drawing/2014/main" id="{476B851E-605E-203E-C492-2C7AA17F7FF0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9" name="pg2902">
                <a:extLst>
                  <a:ext uri="{FF2B5EF4-FFF2-40B4-BE49-F238E27FC236}">
                    <a16:creationId xmlns:a16="http://schemas.microsoft.com/office/drawing/2014/main" id="{5F8E4155-5749-9794-4526-3087A464D591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0" name="pg2903">
                <a:extLst>
                  <a:ext uri="{FF2B5EF4-FFF2-40B4-BE49-F238E27FC236}">
                    <a16:creationId xmlns:a16="http://schemas.microsoft.com/office/drawing/2014/main" id="{8DC890DE-2B68-11FF-FE92-4DA461619FC4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1" name="pg2904">
                <a:extLst>
                  <a:ext uri="{FF2B5EF4-FFF2-40B4-BE49-F238E27FC236}">
                    <a16:creationId xmlns:a16="http://schemas.microsoft.com/office/drawing/2014/main" id="{4331C344-BA91-CB7C-53A9-F3A5EF8575B8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2" name="pg2905">
                <a:extLst>
                  <a:ext uri="{FF2B5EF4-FFF2-40B4-BE49-F238E27FC236}">
                    <a16:creationId xmlns:a16="http://schemas.microsoft.com/office/drawing/2014/main" id="{BF0275E8-D8BE-C98E-C141-63DB3DF06A2B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3" name="pg2906">
                <a:extLst>
                  <a:ext uri="{FF2B5EF4-FFF2-40B4-BE49-F238E27FC236}">
                    <a16:creationId xmlns:a16="http://schemas.microsoft.com/office/drawing/2014/main" id="{D7BD680A-4DFD-ABEC-71E6-5067B256C34E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4" name="pg2907">
                <a:extLst>
                  <a:ext uri="{FF2B5EF4-FFF2-40B4-BE49-F238E27FC236}">
                    <a16:creationId xmlns:a16="http://schemas.microsoft.com/office/drawing/2014/main" id="{3D925BED-3DAD-0A91-F10A-F32484B15F9A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5" name="pg2908">
                <a:extLst>
                  <a:ext uri="{FF2B5EF4-FFF2-40B4-BE49-F238E27FC236}">
                    <a16:creationId xmlns:a16="http://schemas.microsoft.com/office/drawing/2014/main" id="{60B3D98F-4E4F-B5EF-F682-4DE7AD85D261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6" name="pg2909">
                <a:extLst>
                  <a:ext uri="{FF2B5EF4-FFF2-40B4-BE49-F238E27FC236}">
                    <a16:creationId xmlns:a16="http://schemas.microsoft.com/office/drawing/2014/main" id="{5A58A379-6539-85C4-742B-75B407FE9ED6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7" name="pg2910">
                <a:extLst>
                  <a:ext uri="{FF2B5EF4-FFF2-40B4-BE49-F238E27FC236}">
                    <a16:creationId xmlns:a16="http://schemas.microsoft.com/office/drawing/2014/main" id="{5D2A2573-8C5B-D56F-38B8-C2A6B8EF43FC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8" name="pg2911">
                <a:extLst>
                  <a:ext uri="{FF2B5EF4-FFF2-40B4-BE49-F238E27FC236}">
                    <a16:creationId xmlns:a16="http://schemas.microsoft.com/office/drawing/2014/main" id="{B85F63B2-E13A-ABB3-3F9C-EC6B0E03E2E9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9" name="pg2912">
                <a:extLst>
                  <a:ext uri="{FF2B5EF4-FFF2-40B4-BE49-F238E27FC236}">
                    <a16:creationId xmlns:a16="http://schemas.microsoft.com/office/drawing/2014/main" id="{4195B158-E059-F781-622D-4B0BC85ABB85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0" name="pg2913">
                <a:extLst>
                  <a:ext uri="{FF2B5EF4-FFF2-40B4-BE49-F238E27FC236}">
                    <a16:creationId xmlns:a16="http://schemas.microsoft.com/office/drawing/2014/main" id="{3CA3D287-D498-4078-23EA-2DA3F94CB22B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1" name="pg2914">
                <a:extLst>
                  <a:ext uri="{FF2B5EF4-FFF2-40B4-BE49-F238E27FC236}">
                    <a16:creationId xmlns:a16="http://schemas.microsoft.com/office/drawing/2014/main" id="{7DBD1F16-B3F4-0464-9911-F4EE31D62A4F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2" name="pg2915">
                <a:extLst>
                  <a:ext uri="{FF2B5EF4-FFF2-40B4-BE49-F238E27FC236}">
                    <a16:creationId xmlns:a16="http://schemas.microsoft.com/office/drawing/2014/main" id="{FA316CB7-5CFC-6565-BCBA-CC3023DAEFDB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3" name="pg2916">
                <a:extLst>
                  <a:ext uri="{FF2B5EF4-FFF2-40B4-BE49-F238E27FC236}">
                    <a16:creationId xmlns:a16="http://schemas.microsoft.com/office/drawing/2014/main" id="{4A0BE6AE-7C8F-FDC4-E1A9-3526A6BC50DF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4" name="pg2917">
                <a:extLst>
                  <a:ext uri="{FF2B5EF4-FFF2-40B4-BE49-F238E27FC236}">
                    <a16:creationId xmlns:a16="http://schemas.microsoft.com/office/drawing/2014/main" id="{FC148D16-8387-AF6F-3AB6-1750941ED07F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5" name="pg2918">
                <a:extLst>
                  <a:ext uri="{FF2B5EF4-FFF2-40B4-BE49-F238E27FC236}">
                    <a16:creationId xmlns:a16="http://schemas.microsoft.com/office/drawing/2014/main" id="{E8DA2E19-F3F6-F656-2922-10D29B61657F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6" name="pg2919">
                <a:extLst>
                  <a:ext uri="{FF2B5EF4-FFF2-40B4-BE49-F238E27FC236}">
                    <a16:creationId xmlns:a16="http://schemas.microsoft.com/office/drawing/2014/main" id="{59215952-A327-C3BB-D126-797106C8F0D1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7" name="pg2920">
                <a:extLst>
                  <a:ext uri="{FF2B5EF4-FFF2-40B4-BE49-F238E27FC236}">
                    <a16:creationId xmlns:a16="http://schemas.microsoft.com/office/drawing/2014/main" id="{5C4F935D-E111-DD1B-E1F7-43AB9E7A3F41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8" name="pg2921">
                <a:extLst>
                  <a:ext uri="{FF2B5EF4-FFF2-40B4-BE49-F238E27FC236}">
                    <a16:creationId xmlns:a16="http://schemas.microsoft.com/office/drawing/2014/main" id="{D0DBE2B3-FB8A-C2CE-43BA-039BADDF0DF5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9" name="pg2922">
                <a:extLst>
                  <a:ext uri="{FF2B5EF4-FFF2-40B4-BE49-F238E27FC236}">
                    <a16:creationId xmlns:a16="http://schemas.microsoft.com/office/drawing/2014/main" id="{FA224334-9414-71B8-4B72-E68B52A07C71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0" name="pg2923">
                <a:extLst>
                  <a:ext uri="{FF2B5EF4-FFF2-40B4-BE49-F238E27FC236}">
                    <a16:creationId xmlns:a16="http://schemas.microsoft.com/office/drawing/2014/main" id="{21A75913-6B78-A3CA-2F2A-104B989F5F0A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1" name="pg2924">
                <a:extLst>
                  <a:ext uri="{FF2B5EF4-FFF2-40B4-BE49-F238E27FC236}">
                    <a16:creationId xmlns:a16="http://schemas.microsoft.com/office/drawing/2014/main" id="{BDBB9210-372E-F53E-94DC-0EBA662E0FEC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2" name="pg2925">
                <a:extLst>
                  <a:ext uri="{FF2B5EF4-FFF2-40B4-BE49-F238E27FC236}">
                    <a16:creationId xmlns:a16="http://schemas.microsoft.com/office/drawing/2014/main" id="{5051374C-2328-B4DE-CD05-85D5BB61A67E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3" name="pg2926">
                <a:extLst>
                  <a:ext uri="{FF2B5EF4-FFF2-40B4-BE49-F238E27FC236}">
                    <a16:creationId xmlns:a16="http://schemas.microsoft.com/office/drawing/2014/main" id="{3373E45A-A6D2-947D-5645-A93FB6B57FE7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4" name="pg2927">
                <a:extLst>
                  <a:ext uri="{FF2B5EF4-FFF2-40B4-BE49-F238E27FC236}">
                    <a16:creationId xmlns:a16="http://schemas.microsoft.com/office/drawing/2014/main" id="{1F2EBEC5-6028-9EE1-26A6-B469337C31C3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5" name="pg2928">
                <a:extLst>
                  <a:ext uri="{FF2B5EF4-FFF2-40B4-BE49-F238E27FC236}">
                    <a16:creationId xmlns:a16="http://schemas.microsoft.com/office/drawing/2014/main" id="{4F90EE9D-E6F2-DADE-2FCF-74E81BF62DEF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6" name="pg2929">
                <a:extLst>
                  <a:ext uri="{FF2B5EF4-FFF2-40B4-BE49-F238E27FC236}">
                    <a16:creationId xmlns:a16="http://schemas.microsoft.com/office/drawing/2014/main" id="{ACA885D4-6FB8-76C6-61A6-FFDBA9E0AFD1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7" name="pg2930">
                <a:extLst>
                  <a:ext uri="{FF2B5EF4-FFF2-40B4-BE49-F238E27FC236}">
                    <a16:creationId xmlns:a16="http://schemas.microsoft.com/office/drawing/2014/main" id="{61BC1B63-7076-3FAC-91A8-9903F129E55E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8" name="pg2931">
                <a:extLst>
                  <a:ext uri="{FF2B5EF4-FFF2-40B4-BE49-F238E27FC236}">
                    <a16:creationId xmlns:a16="http://schemas.microsoft.com/office/drawing/2014/main" id="{7C7282BB-1503-6179-ED6A-A2A34AB9EF64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9" name="pg2932">
                <a:extLst>
                  <a:ext uri="{FF2B5EF4-FFF2-40B4-BE49-F238E27FC236}">
                    <a16:creationId xmlns:a16="http://schemas.microsoft.com/office/drawing/2014/main" id="{F7B512A1-7F81-DCF4-FC4C-0CC99E584AD1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0" name="pg2933">
                <a:extLst>
                  <a:ext uri="{FF2B5EF4-FFF2-40B4-BE49-F238E27FC236}">
                    <a16:creationId xmlns:a16="http://schemas.microsoft.com/office/drawing/2014/main" id="{CE790EDC-8C1D-33EC-EA5F-D14AB5062B5A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1" name="pg2934">
                <a:extLst>
                  <a:ext uri="{FF2B5EF4-FFF2-40B4-BE49-F238E27FC236}">
                    <a16:creationId xmlns:a16="http://schemas.microsoft.com/office/drawing/2014/main" id="{44A72ED8-6577-7738-B155-117AD957023A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2" name="pg2935">
                <a:extLst>
                  <a:ext uri="{FF2B5EF4-FFF2-40B4-BE49-F238E27FC236}">
                    <a16:creationId xmlns:a16="http://schemas.microsoft.com/office/drawing/2014/main" id="{3177A864-BC09-1A52-766E-EC9E6BF51315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3" name="pg2936">
                <a:extLst>
                  <a:ext uri="{FF2B5EF4-FFF2-40B4-BE49-F238E27FC236}">
                    <a16:creationId xmlns:a16="http://schemas.microsoft.com/office/drawing/2014/main" id="{E3E1422F-4780-33FF-A194-6FAE744419CE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4" name="pg2937">
                <a:extLst>
                  <a:ext uri="{FF2B5EF4-FFF2-40B4-BE49-F238E27FC236}">
                    <a16:creationId xmlns:a16="http://schemas.microsoft.com/office/drawing/2014/main" id="{8151A3A7-FA5A-D8FF-495B-0776C1E55BEC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5" name="pg2938">
                <a:extLst>
                  <a:ext uri="{FF2B5EF4-FFF2-40B4-BE49-F238E27FC236}">
                    <a16:creationId xmlns:a16="http://schemas.microsoft.com/office/drawing/2014/main" id="{3C0A2581-9E87-A011-3723-0D4A92A0956B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6" name="pg2939">
                <a:extLst>
                  <a:ext uri="{FF2B5EF4-FFF2-40B4-BE49-F238E27FC236}">
                    <a16:creationId xmlns:a16="http://schemas.microsoft.com/office/drawing/2014/main" id="{6E8D802E-8A4E-0EBA-BCC6-B8BB49AFADBA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7" name="pg2940">
                <a:extLst>
                  <a:ext uri="{FF2B5EF4-FFF2-40B4-BE49-F238E27FC236}">
                    <a16:creationId xmlns:a16="http://schemas.microsoft.com/office/drawing/2014/main" id="{4EA318AC-1257-5C31-295D-A282BA08D5AA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8" name="pg2941">
                <a:extLst>
                  <a:ext uri="{FF2B5EF4-FFF2-40B4-BE49-F238E27FC236}">
                    <a16:creationId xmlns:a16="http://schemas.microsoft.com/office/drawing/2014/main" id="{B8D8C685-7ECF-7F86-5D44-3D292793B682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9" name="pg2942">
                <a:extLst>
                  <a:ext uri="{FF2B5EF4-FFF2-40B4-BE49-F238E27FC236}">
                    <a16:creationId xmlns:a16="http://schemas.microsoft.com/office/drawing/2014/main" id="{7F8C1DB1-1236-AAE1-A001-9DB9F588AE3A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0" name="pg2943">
                <a:extLst>
                  <a:ext uri="{FF2B5EF4-FFF2-40B4-BE49-F238E27FC236}">
                    <a16:creationId xmlns:a16="http://schemas.microsoft.com/office/drawing/2014/main" id="{711E723A-9BA6-9243-FC5C-486276D9804E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1" name="pg2944">
                <a:extLst>
                  <a:ext uri="{FF2B5EF4-FFF2-40B4-BE49-F238E27FC236}">
                    <a16:creationId xmlns:a16="http://schemas.microsoft.com/office/drawing/2014/main" id="{31002CDF-A7EF-9612-75A8-0BEA0FB0E343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2" name="pg2945">
                <a:extLst>
                  <a:ext uri="{FF2B5EF4-FFF2-40B4-BE49-F238E27FC236}">
                    <a16:creationId xmlns:a16="http://schemas.microsoft.com/office/drawing/2014/main" id="{CBA9F211-6C83-5188-2936-FE4AC7E858D8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3" name="pg2946">
                <a:extLst>
                  <a:ext uri="{FF2B5EF4-FFF2-40B4-BE49-F238E27FC236}">
                    <a16:creationId xmlns:a16="http://schemas.microsoft.com/office/drawing/2014/main" id="{D3379E75-0FA7-1D43-F583-15AB277D49BE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4" name="pg2947">
                <a:extLst>
                  <a:ext uri="{FF2B5EF4-FFF2-40B4-BE49-F238E27FC236}">
                    <a16:creationId xmlns:a16="http://schemas.microsoft.com/office/drawing/2014/main" id="{AB2318E9-A027-83BA-C4D2-7B39CFE43FF9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5" name="pg2948">
                <a:extLst>
                  <a:ext uri="{FF2B5EF4-FFF2-40B4-BE49-F238E27FC236}">
                    <a16:creationId xmlns:a16="http://schemas.microsoft.com/office/drawing/2014/main" id="{D5D589EE-B3D6-368C-26E5-413068981F73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6" name="pg2949">
                <a:extLst>
                  <a:ext uri="{FF2B5EF4-FFF2-40B4-BE49-F238E27FC236}">
                    <a16:creationId xmlns:a16="http://schemas.microsoft.com/office/drawing/2014/main" id="{9F2C0527-00AE-AE4D-9A8C-7AA484544881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7" name="pg2950">
                <a:extLst>
                  <a:ext uri="{FF2B5EF4-FFF2-40B4-BE49-F238E27FC236}">
                    <a16:creationId xmlns:a16="http://schemas.microsoft.com/office/drawing/2014/main" id="{35F95DDB-F8B8-F425-8615-D28AD4B7D6E5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8" name="pg2951">
                <a:extLst>
                  <a:ext uri="{FF2B5EF4-FFF2-40B4-BE49-F238E27FC236}">
                    <a16:creationId xmlns:a16="http://schemas.microsoft.com/office/drawing/2014/main" id="{E0B27136-0A4F-50D7-0EB8-14C9E9E08E30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9" name="pg2952">
                <a:extLst>
                  <a:ext uri="{FF2B5EF4-FFF2-40B4-BE49-F238E27FC236}">
                    <a16:creationId xmlns:a16="http://schemas.microsoft.com/office/drawing/2014/main" id="{3A700417-A62C-B0AC-AFEA-11DADB266CDD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0" name="pg2953">
                <a:extLst>
                  <a:ext uri="{FF2B5EF4-FFF2-40B4-BE49-F238E27FC236}">
                    <a16:creationId xmlns:a16="http://schemas.microsoft.com/office/drawing/2014/main" id="{AB30A618-AB80-BA21-5E75-F2C586171167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C">
                  <a:alpha val="100000"/>
                </a:srgbClr>
              </a:solidFill>
              <a:ln w="5420" cap="flat">
                <a:solidFill>
                  <a:srgbClr val="8A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1" name="pg2954">
                <a:extLst>
                  <a:ext uri="{FF2B5EF4-FFF2-40B4-BE49-F238E27FC236}">
                    <a16:creationId xmlns:a16="http://schemas.microsoft.com/office/drawing/2014/main" id="{DFF9ED65-2964-07F4-5DAF-91D1D37F93BA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2" name="pg2955">
                <a:extLst>
                  <a:ext uri="{FF2B5EF4-FFF2-40B4-BE49-F238E27FC236}">
                    <a16:creationId xmlns:a16="http://schemas.microsoft.com/office/drawing/2014/main" id="{65D236C7-B558-6F01-E0BF-D069913DD011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3" name="pg2956">
                <a:extLst>
                  <a:ext uri="{FF2B5EF4-FFF2-40B4-BE49-F238E27FC236}">
                    <a16:creationId xmlns:a16="http://schemas.microsoft.com/office/drawing/2014/main" id="{B02AEFB8-5E7B-E538-9C22-3341CA7F8371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4" name="pg2957">
                <a:extLst>
                  <a:ext uri="{FF2B5EF4-FFF2-40B4-BE49-F238E27FC236}">
                    <a16:creationId xmlns:a16="http://schemas.microsoft.com/office/drawing/2014/main" id="{EA31913E-F4E5-B16C-EF6D-DB13F17A0F3E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5" name="pg2958">
                <a:extLst>
                  <a:ext uri="{FF2B5EF4-FFF2-40B4-BE49-F238E27FC236}">
                    <a16:creationId xmlns:a16="http://schemas.microsoft.com/office/drawing/2014/main" id="{8380D840-C4D6-B50F-DC2D-206706164D17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6" name="pg2959">
                <a:extLst>
                  <a:ext uri="{FF2B5EF4-FFF2-40B4-BE49-F238E27FC236}">
                    <a16:creationId xmlns:a16="http://schemas.microsoft.com/office/drawing/2014/main" id="{C09ED75B-CAA6-FB26-4589-670FB00C72E5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7" name="pg2960">
                <a:extLst>
                  <a:ext uri="{FF2B5EF4-FFF2-40B4-BE49-F238E27FC236}">
                    <a16:creationId xmlns:a16="http://schemas.microsoft.com/office/drawing/2014/main" id="{42FE310F-9DFD-A312-9731-FF4A4077710E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8" name="pg2961">
                <a:extLst>
                  <a:ext uri="{FF2B5EF4-FFF2-40B4-BE49-F238E27FC236}">
                    <a16:creationId xmlns:a16="http://schemas.microsoft.com/office/drawing/2014/main" id="{B638D558-2FA7-0089-EAE5-1E880CCC83B6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9" name="pg2962">
                <a:extLst>
                  <a:ext uri="{FF2B5EF4-FFF2-40B4-BE49-F238E27FC236}">
                    <a16:creationId xmlns:a16="http://schemas.microsoft.com/office/drawing/2014/main" id="{4EADA832-607E-C56A-4F50-08BAE3C3D935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0" name="pg2963">
                <a:extLst>
                  <a:ext uri="{FF2B5EF4-FFF2-40B4-BE49-F238E27FC236}">
                    <a16:creationId xmlns:a16="http://schemas.microsoft.com/office/drawing/2014/main" id="{BBDC49E4-51AC-BA68-0B66-8CD09DF790AB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1" name="pg2964">
                <a:extLst>
                  <a:ext uri="{FF2B5EF4-FFF2-40B4-BE49-F238E27FC236}">
                    <a16:creationId xmlns:a16="http://schemas.microsoft.com/office/drawing/2014/main" id="{54E0408C-EEF9-98AD-2D3A-3E9425180B8E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2" name="pg2965">
                <a:extLst>
                  <a:ext uri="{FF2B5EF4-FFF2-40B4-BE49-F238E27FC236}">
                    <a16:creationId xmlns:a16="http://schemas.microsoft.com/office/drawing/2014/main" id="{774EB775-A8C8-CE6B-C348-82259B6033D0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3" name="pg2966">
                <a:extLst>
                  <a:ext uri="{FF2B5EF4-FFF2-40B4-BE49-F238E27FC236}">
                    <a16:creationId xmlns:a16="http://schemas.microsoft.com/office/drawing/2014/main" id="{A5377CAD-304E-7278-93B0-9C412CA0EB87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4" name="pg2967">
                <a:extLst>
                  <a:ext uri="{FF2B5EF4-FFF2-40B4-BE49-F238E27FC236}">
                    <a16:creationId xmlns:a16="http://schemas.microsoft.com/office/drawing/2014/main" id="{9D0933AB-AC5C-4D31-1F22-82D0D5D36B3B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5" name="pg2968">
                <a:extLst>
                  <a:ext uri="{FF2B5EF4-FFF2-40B4-BE49-F238E27FC236}">
                    <a16:creationId xmlns:a16="http://schemas.microsoft.com/office/drawing/2014/main" id="{49664B25-6C15-E59F-06D8-54E5E05211D9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6" name="pg2969">
                <a:extLst>
                  <a:ext uri="{FF2B5EF4-FFF2-40B4-BE49-F238E27FC236}">
                    <a16:creationId xmlns:a16="http://schemas.microsoft.com/office/drawing/2014/main" id="{49E5E257-6CF2-8AC3-F6BF-CD7570128244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7" name="pg2970">
                <a:extLst>
                  <a:ext uri="{FF2B5EF4-FFF2-40B4-BE49-F238E27FC236}">
                    <a16:creationId xmlns:a16="http://schemas.microsoft.com/office/drawing/2014/main" id="{71903220-AAD8-C66D-0BF1-3E73705E1F2C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8" name="pg2971">
                <a:extLst>
                  <a:ext uri="{FF2B5EF4-FFF2-40B4-BE49-F238E27FC236}">
                    <a16:creationId xmlns:a16="http://schemas.microsoft.com/office/drawing/2014/main" id="{85EB2375-22F3-EA0E-0028-6370507E7B31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9" name="pg2972">
                <a:extLst>
                  <a:ext uri="{FF2B5EF4-FFF2-40B4-BE49-F238E27FC236}">
                    <a16:creationId xmlns:a16="http://schemas.microsoft.com/office/drawing/2014/main" id="{53F18FA4-F48C-09DB-7B6F-4672F55D2F82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0" name="pg2973">
                <a:extLst>
                  <a:ext uri="{FF2B5EF4-FFF2-40B4-BE49-F238E27FC236}">
                    <a16:creationId xmlns:a16="http://schemas.microsoft.com/office/drawing/2014/main" id="{9A16F7AB-BFA5-95DF-1ED2-53D80E991D62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1" name="pg2974">
                <a:extLst>
                  <a:ext uri="{FF2B5EF4-FFF2-40B4-BE49-F238E27FC236}">
                    <a16:creationId xmlns:a16="http://schemas.microsoft.com/office/drawing/2014/main" id="{EB35B4CA-2C0A-0761-09D8-2BB6F13BAB2A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2" name="pg2975">
                <a:extLst>
                  <a:ext uri="{FF2B5EF4-FFF2-40B4-BE49-F238E27FC236}">
                    <a16:creationId xmlns:a16="http://schemas.microsoft.com/office/drawing/2014/main" id="{4C256831-B9DC-BBBC-92CA-E63754D8F3FB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3" name="pg2976">
                <a:extLst>
                  <a:ext uri="{FF2B5EF4-FFF2-40B4-BE49-F238E27FC236}">
                    <a16:creationId xmlns:a16="http://schemas.microsoft.com/office/drawing/2014/main" id="{27878B3D-1A7E-88F6-4463-40B9C28A3C87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4" name="pg2977">
                <a:extLst>
                  <a:ext uri="{FF2B5EF4-FFF2-40B4-BE49-F238E27FC236}">
                    <a16:creationId xmlns:a16="http://schemas.microsoft.com/office/drawing/2014/main" id="{45A684FA-F780-CDFB-87AE-2CC9DFFA73C4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5" name="pg2978">
                <a:extLst>
                  <a:ext uri="{FF2B5EF4-FFF2-40B4-BE49-F238E27FC236}">
                    <a16:creationId xmlns:a16="http://schemas.microsoft.com/office/drawing/2014/main" id="{F38E8E1A-92AD-F554-5CC2-0E12AA621B6F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6" name="pg2979">
                <a:extLst>
                  <a:ext uri="{FF2B5EF4-FFF2-40B4-BE49-F238E27FC236}">
                    <a16:creationId xmlns:a16="http://schemas.microsoft.com/office/drawing/2014/main" id="{C8642124-C734-C58E-65E8-6E21EBE7AF4A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7" name="pg2980">
                <a:extLst>
                  <a:ext uri="{FF2B5EF4-FFF2-40B4-BE49-F238E27FC236}">
                    <a16:creationId xmlns:a16="http://schemas.microsoft.com/office/drawing/2014/main" id="{0D8D92C1-9C42-0FCC-82F7-4E728F1B0215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8" name="pg2981">
                <a:extLst>
                  <a:ext uri="{FF2B5EF4-FFF2-40B4-BE49-F238E27FC236}">
                    <a16:creationId xmlns:a16="http://schemas.microsoft.com/office/drawing/2014/main" id="{7116BC1C-2CB5-D799-852A-5391FBB101A9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9" name="pg2982">
                <a:extLst>
                  <a:ext uri="{FF2B5EF4-FFF2-40B4-BE49-F238E27FC236}">
                    <a16:creationId xmlns:a16="http://schemas.microsoft.com/office/drawing/2014/main" id="{E2A491BF-32F9-937E-8D5E-D71F997F4136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0" name="pg2983">
                <a:extLst>
                  <a:ext uri="{FF2B5EF4-FFF2-40B4-BE49-F238E27FC236}">
                    <a16:creationId xmlns:a16="http://schemas.microsoft.com/office/drawing/2014/main" id="{336F11BF-9EEF-0D60-1FFB-AD28F118C971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1" name="pg2984">
                <a:extLst>
                  <a:ext uri="{FF2B5EF4-FFF2-40B4-BE49-F238E27FC236}">
                    <a16:creationId xmlns:a16="http://schemas.microsoft.com/office/drawing/2014/main" id="{6B7F88B2-356E-168E-1887-C3EDF5289D23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2" name="pg2985">
                <a:extLst>
                  <a:ext uri="{FF2B5EF4-FFF2-40B4-BE49-F238E27FC236}">
                    <a16:creationId xmlns:a16="http://schemas.microsoft.com/office/drawing/2014/main" id="{3D534613-C10F-93F8-7F8F-CA9CC475BA50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3" name="pg2986">
                <a:extLst>
                  <a:ext uri="{FF2B5EF4-FFF2-40B4-BE49-F238E27FC236}">
                    <a16:creationId xmlns:a16="http://schemas.microsoft.com/office/drawing/2014/main" id="{F4B66B4B-5AA7-72C7-7274-F682860B638B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4" name="pg2987">
                <a:extLst>
                  <a:ext uri="{FF2B5EF4-FFF2-40B4-BE49-F238E27FC236}">
                    <a16:creationId xmlns:a16="http://schemas.microsoft.com/office/drawing/2014/main" id="{E2BC61A9-3E03-5A40-ED57-680EA3FBDFFF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5" name="pg2988">
                <a:extLst>
                  <a:ext uri="{FF2B5EF4-FFF2-40B4-BE49-F238E27FC236}">
                    <a16:creationId xmlns:a16="http://schemas.microsoft.com/office/drawing/2014/main" id="{ACDCCDFD-0C4C-E89C-3630-4092911BFF62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6" name="pg2989">
                <a:extLst>
                  <a:ext uri="{FF2B5EF4-FFF2-40B4-BE49-F238E27FC236}">
                    <a16:creationId xmlns:a16="http://schemas.microsoft.com/office/drawing/2014/main" id="{B466667B-7910-CD03-60FD-DB632613D848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7" name="pg2990">
                <a:extLst>
                  <a:ext uri="{FF2B5EF4-FFF2-40B4-BE49-F238E27FC236}">
                    <a16:creationId xmlns:a16="http://schemas.microsoft.com/office/drawing/2014/main" id="{14A53413-A649-CD74-4109-960447F6444C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8" name="pg2991">
                <a:extLst>
                  <a:ext uri="{FF2B5EF4-FFF2-40B4-BE49-F238E27FC236}">
                    <a16:creationId xmlns:a16="http://schemas.microsoft.com/office/drawing/2014/main" id="{6E2642D7-00E2-72BF-9B4D-B65772345FAD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9" name="pg2992">
                <a:extLst>
                  <a:ext uri="{FF2B5EF4-FFF2-40B4-BE49-F238E27FC236}">
                    <a16:creationId xmlns:a16="http://schemas.microsoft.com/office/drawing/2014/main" id="{3D4AB624-7780-6D70-CB04-EDC1BD27A1CC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0" name="pg2993">
                <a:extLst>
                  <a:ext uri="{FF2B5EF4-FFF2-40B4-BE49-F238E27FC236}">
                    <a16:creationId xmlns:a16="http://schemas.microsoft.com/office/drawing/2014/main" id="{AFCA0403-3E46-2346-1D1A-0972DAD8C99C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1" name="pg2994">
                <a:extLst>
                  <a:ext uri="{FF2B5EF4-FFF2-40B4-BE49-F238E27FC236}">
                    <a16:creationId xmlns:a16="http://schemas.microsoft.com/office/drawing/2014/main" id="{33B76357-A8D2-455A-1096-5C3DEF562528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2" name="pg2995">
                <a:extLst>
                  <a:ext uri="{FF2B5EF4-FFF2-40B4-BE49-F238E27FC236}">
                    <a16:creationId xmlns:a16="http://schemas.microsoft.com/office/drawing/2014/main" id="{BD588CAF-FA4E-2BBC-C02B-5E27C303C469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3" name="pg2996">
                <a:extLst>
                  <a:ext uri="{FF2B5EF4-FFF2-40B4-BE49-F238E27FC236}">
                    <a16:creationId xmlns:a16="http://schemas.microsoft.com/office/drawing/2014/main" id="{7AD572E3-1BDB-1E45-ABDD-42CBE37CECCB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4" name="pg2997">
                <a:extLst>
                  <a:ext uri="{FF2B5EF4-FFF2-40B4-BE49-F238E27FC236}">
                    <a16:creationId xmlns:a16="http://schemas.microsoft.com/office/drawing/2014/main" id="{4EAA2096-FEF5-BAD2-2A3F-81BADB349666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5" name="pg2998">
                <a:extLst>
                  <a:ext uri="{FF2B5EF4-FFF2-40B4-BE49-F238E27FC236}">
                    <a16:creationId xmlns:a16="http://schemas.microsoft.com/office/drawing/2014/main" id="{61F8124D-CE16-681F-BB3B-4C7DB5162820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6" name="pg2999">
                <a:extLst>
                  <a:ext uri="{FF2B5EF4-FFF2-40B4-BE49-F238E27FC236}">
                    <a16:creationId xmlns:a16="http://schemas.microsoft.com/office/drawing/2014/main" id="{3DDC407A-7335-3F5F-0DC9-C1BEA364D9DF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7" name="pg3000">
                <a:extLst>
                  <a:ext uri="{FF2B5EF4-FFF2-40B4-BE49-F238E27FC236}">
                    <a16:creationId xmlns:a16="http://schemas.microsoft.com/office/drawing/2014/main" id="{50266BB7-ADF2-9FD9-F9A8-BFDF223501F3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8" name="pg3001">
                <a:extLst>
                  <a:ext uri="{FF2B5EF4-FFF2-40B4-BE49-F238E27FC236}">
                    <a16:creationId xmlns:a16="http://schemas.microsoft.com/office/drawing/2014/main" id="{E2B3ADC1-FFA3-DC40-A6C5-2ACAF8296371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9" name="pg3002">
                <a:extLst>
                  <a:ext uri="{FF2B5EF4-FFF2-40B4-BE49-F238E27FC236}">
                    <a16:creationId xmlns:a16="http://schemas.microsoft.com/office/drawing/2014/main" id="{833A798A-C19B-37DC-924F-E014C26B242E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0" name="pg3003">
                <a:extLst>
                  <a:ext uri="{FF2B5EF4-FFF2-40B4-BE49-F238E27FC236}">
                    <a16:creationId xmlns:a16="http://schemas.microsoft.com/office/drawing/2014/main" id="{5FDC7FF9-3A71-29BA-F6A8-A3D3B77F78DC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1" name="pg3004">
                <a:extLst>
                  <a:ext uri="{FF2B5EF4-FFF2-40B4-BE49-F238E27FC236}">
                    <a16:creationId xmlns:a16="http://schemas.microsoft.com/office/drawing/2014/main" id="{BB606EB0-9697-D847-72ED-D4B6F8E7AEF5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2" name="pg3005">
                <a:extLst>
                  <a:ext uri="{FF2B5EF4-FFF2-40B4-BE49-F238E27FC236}">
                    <a16:creationId xmlns:a16="http://schemas.microsoft.com/office/drawing/2014/main" id="{21C7D052-2C39-953F-F3E3-483E5356C186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3" name="pg3006">
                <a:extLst>
                  <a:ext uri="{FF2B5EF4-FFF2-40B4-BE49-F238E27FC236}">
                    <a16:creationId xmlns:a16="http://schemas.microsoft.com/office/drawing/2014/main" id="{9A1A718F-1241-98EE-8DFE-15E17185CDC8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4" name="pg3007">
                <a:extLst>
                  <a:ext uri="{FF2B5EF4-FFF2-40B4-BE49-F238E27FC236}">
                    <a16:creationId xmlns:a16="http://schemas.microsoft.com/office/drawing/2014/main" id="{C7D39DAC-EE5F-EB86-7F2B-33F82BAC1763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5" name="pg3008">
                <a:extLst>
                  <a:ext uri="{FF2B5EF4-FFF2-40B4-BE49-F238E27FC236}">
                    <a16:creationId xmlns:a16="http://schemas.microsoft.com/office/drawing/2014/main" id="{27030834-F96A-085D-868C-7BE500D029CD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6" name="pg3009">
                <a:extLst>
                  <a:ext uri="{FF2B5EF4-FFF2-40B4-BE49-F238E27FC236}">
                    <a16:creationId xmlns:a16="http://schemas.microsoft.com/office/drawing/2014/main" id="{AD80D8D4-C805-2F95-33EF-FA4B118B14B2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7" name="pg3010">
                <a:extLst>
                  <a:ext uri="{FF2B5EF4-FFF2-40B4-BE49-F238E27FC236}">
                    <a16:creationId xmlns:a16="http://schemas.microsoft.com/office/drawing/2014/main" id="{F1EEA709-2A60-2348-9EA8-AAFAE476C459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8" name="pg3011">
                <a:extLst>
                  <a:ext uri="{FF2B5EF4-FFF2-40B4-BE49-F238E27FC236}">
                    <a16:creationId xmlns:a16="http://schemas.microsoft.com/office/drawing/2014/main" id="{FBE587BD-5CC0-8298-D853-F314280FBF4B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9" name="pg3012">
                <a:extLst>
                  <a:ext uri="{FF2B5EF4-FFF2-40B4-BE49-F238E27FC236}">
                    <a16:creationId xmlns:a16="http://schemas.microsoft.com/office/drawing/2014/main" id="{D72458A5-45A5-8F6E-7901-B43C5817423F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0" name="pg3013">
                <a:extLst>
                  <a:ext uri="{FF2B5EF4-FFF2-40B4-BE49-F238E27FC236}">
                    <a16:creationId xmlns:a16="http://schemas.microsoft.com/office/drawing/2014/main" id="{D7DC31E9-41EF-409A-8350-63BB0CA9D044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1" name="pg3014">
                <a:extLst>
                  <a:ext uri="{FF2B5EF4-FFF2-40B4-BE49-F238E27FC236}">
                    <a16:creationId xmlns:a16="http://schemas.microsoft.com/office/drawing/2014/main" id="{0F9089B6-346C-40EC-B932-8E7386D1C7B7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2" name="pg3015">
                <a:extLst>
                  <a:ext uri="{FF2B5EF4-FFF2-40B4-BE49-F238E27FC236}">
                    <a16:creationId xmlns:a16="http://schemas.microsoft.com/office/drawing/2014/main" id="{B7B682A9-583E-6290-703E-83A1CBE142D5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3" name="pg3016">
                <a:extLst>
                  <a:ext uri="{FF2B5EF4-FFF2-40B4-BE49-F238E27FC236}">
                    <a16:creationId xmlns:a16="http://schemas.microsoft.com/office/drawing/2014/main" id="{5DB728FF-48DA-6F32-EC16-0368177D50A5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4" name="pg3017">
                <a:extLst>
                  <a:ext uri="{FF2B5EF4-FFF2-40B4-BE49-F238E27FC236}">
                    <a16:creationId xmlns:a16="http://schemas.microsoft.com/office/drawing/2014/main" id="{3594DCA4-F593-1C55-1BE4-C3B170DDEA46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5" name="pg3018">
                <a:extLst>
                  <a:ext uri="{FF2B5EF4-FFF2-40B4-BE49-F238E27FC236}">
                    <a16:creationId xmlns:a16="http://schemas.microsoft.com/office/drawing/2014/main" id="{B01D6545-693B-3B4E-8775-6437AA53F91E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6" name="pg3019">
                <a:extLst>
                  <a:ext uri="{FF2B5EF4-FFF2-40B4-BE49-F238E27FC236}">
                    <a16:creationId xmlns:a16="http://schemas.microsoft.com/office/drawing/2014/main" id="{31941039-794F-710F-C53E-C212683F5DA1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7" name="pg3020">
                <a:extLst>
                  <a:ext uri="{FF2B5EF4-FFF2-40B4-BE49-F238E27FC236}">
                    <a16:creationId xmlns:a16="http://schemas.microsoft.com/office/drawing/2014/main" id="{A51C6BEA-0B43-7CF9-71E6-66D72CA3AE0E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8" name="pg3021">
                <a:extLst>
                  <a:ext uri="{FF2B5EF4-FFF2-40B4-BE49-F238E27FC236}">
                    <a16:creationId xmlns:a16="http://schemas.microsoft.com/office/drawing/2014/main" id="{BF5996EA-CB6F-9677-637B-486E0B4DCCE8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9" name="pg3022">
                <a:extLst>
                  <a:ext uri="{FF2B5EF4-FFF2-40B4-BE49-F238E27FC236}">
                    <a16:creationId xmlns:a16="http://schemas.microsoft.com/office/drawing/2014/main" id="{AE9FE7AE-DE86-BCBB-491F-7F38D47B5907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0" name="pg3023">
                <a:extLst>
                  <a:ext uri="{FF2B5EF4-FFF2-40B4-BE49-F238E27FC236}">
                    <a16:creationId xmlns:a16="http://schemas.microsoft.com/office/drawing/2014/main" id="{B611B1B8-AD01-7001-824E-6BE481D13158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1" name="pg3024">
                <a:extLst>
                  <a:ext uri="{FF2B5EF4-FFF2-40B4-BE49-F238E27FC236}">
                    <a16:creationId xmlns:a16="http://schemas.microsoft.com/office/drawing/2014/main" id="{002A8A61-1F6D-6A34-9A59-E169557AB2D9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2" name="pg3025">
                <a:extLst>
                  <a:ext uri="{FF2B5EF4-FFF2-40B4-BE49-F238E27FC236}">
                    <a16:creationId xmlns:a16="http://schemas.microsoft.com/office/drawing/2014/main" id="{A6494239-92E8-65A8-8783-428173A0FDCE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3" name="pg3026">
                <a:extLst>
                  <a:ext uri="{FF2B5EF4-FFF2-40B4-BE49-F238E27FC236}">
                    <a16:creationId xmlns:a16="http://schemas.microsoft.com/office/drawing/2014/main" id="{2E1D08F2-B7B3-90A6-8300-7B3B8D106215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4" name="pg3027">
                <a:extLst>
                  <a:ext uri="{FF2B5EF4-FFF2-40B4-BE49-F238E27FC236}">
                    <a16:creationId xmlns:a16="http://schemas.microsoft.com/office/drawing/2014/main" id="{F56495B2-4272-1181-38AE-213C9E1B3C4D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5" name="pg3028">
                <a:extLst>
                  <a:ext uri="{FF2B5EF4-FFF2-40B4-BE49-F238E27FC236}">
                    <a16:creationId xmlns:a16="http://schemas.microsoft.com/office/drawing/2014/main" id="{106442F7-E153-1F73-0300-87133C683EF2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6" name="pg3029">
                <a:extLst>
                  <a:ext uri="{FF2B5EF4-FFF2-40B4-BE49-F238E27FC236}">
                    <a16:creationId xmlns:a16="http://schemas.microsoft.com/office/drawing/2014/main" id="{B5D837D2-A133-BE64-5768-6FF3122B81F1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7" name="pg3030">
                <a:extLst>
                  <a:ext uri="{FF2B5EF4-FFF2-40B4-BE49-F238E27FC236}">
                    <a16:creationId xmlns:a16="http://schemas.microsoft.com/office/drawing/2014/main" id="{39110F40-6EFF-4489-07E6-6AECFD76F929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8" name="pg3031">
                <a:extLst>
                  <a:ext uri="{FF2B5EF4-FFF2-40B4-BE49-F238E27FC236}">
                    <a16:creationId xmlns:a16="http://schemas.microsoft.com/office/drawing/2014/main" id="{E164FD82-388A-8534-87E0-5EBABD6B7BE1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9" name="pg3032">
                <a:extLst>
                  <a:ext uri="{FF2B5EF4-FFF2-40B4-BE49-F238E27FC236}">
                    <a16:creationId xmlns:a16="http://schemas.microsoft.com/office/drawing/2014/main" id="{587084BD-1D9A-B52D-74E2-27280ACCFA16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0" name="pg3033">
                <a:extLst>
                  <a:ext uri="{FF2B5EF4-FFF2-40B4-BE49-F238E27FC236}">
                    <a16:creationId xmlns:a16="http://schemas.microsoft.com/office/drawing/2014/main" id="{CE04AA57-42DC-D684-D4CB-33E26F5C507C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1" name="pg3034">
                <a:extLst>
                  <a:ext uri="{FF2B5EF4-FFF2-40B4-BE49-F238E27FC236}">
                    <a16:creationId xmlns:a16="http://schemas.microsoft.com/office/drawing/2014/main" id="{FA6D9BAE-2D3D-DF39-DFE4-FFC947F02AAC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2" name="pg3035">
                <a:extLst>
                  <a:ext uri="{FF2B5EF4-FFF2-40B4-BE49-F238E27FC236}">
                    <a16:creationId xmlns:a16="http://schemas.microsoft.com/office/drawing/2014/main" id="{07A5A964-0418-416F-F646-72961C72C85D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3" name="pg3036">
                <a:extLst>
                  <a:ext uri="{FF2B5EF4-FFF2-40B4-BE49-F238E27FC236}">
                    <a16:creationId xmlns:a16="http://schemas.microsoft.com/office/drawing/2014/main" id="{3D6FC8AB-7562-40BA-3813-5E2D9EB42263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4" name="pg3037">
                <a:extLst>
                  <a:ext uri="{FF2B5EF4-FFF2-40B4-BE49-F238E27FC236}">
                    <a16:creationId xmlns:a16="http://schemas.microsoft.com/office/drawing/2014/main" id="{868EE228-5884-29C7-27C9-69F953BC0407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5" name="pg3038">
                <a:extLst>
                  <a:ext uri="{FF2B5EF4-FFF2-40B4-BE49-F238E27FC236}">
                    <a16:creationId xmlns:a16="http://schemas.microsoft.com/office/drawing/2014/main" id="{1F8BF84B-3009-1D89-3BD9-396BBE521312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6" name="pg3039">
                <a:extLst>
                  <a:ext uri="{FF2B5EF4-FFF2-40B4-BE49-F238E27FC236}">
                    <a16:creationId xmlns:a16="http://schemas.microsoft.com/office/drawing/2014/main" id="{DF137302-4802-0EBC-F86A-07E760B9C699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7" name="pg3040">
                <a:extLst>
                  <a:ext uri="{FF2B5EF4-FFF2-40B4-BE49-F238E27FC236}">
                    <a16:creationId xmlns:a16="http://schemas.microsoft.com/office/drawing/2014/main" id="{A83B4D96-A577-AA50-1E03-1E3E7D44E07B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8" name="pg3041">
                <a:extLst>
                  <a:ext uri="{FF2B5EF4-FFF2-40B4-BE49-F238E27FC236}">
                    <a16:creationId xmlns:a16="http://schemas.microsoft.com/office/drawing/2014/main" id="{C5CEA4A6-1D20-7D13-71D0-A3C305FEE4A1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9" name="pg3042">
                <a:extLst>
                  <a:ext uri="{FF2B5EF4-FFF2-40B4-BE49-F238E27FC236}">
                    <a16:creationId xmlns:a16="http://schemas.microsoft.com/office/drawing/2014/main" id="{203FD43C-D3D5-4A5D-038A-5DAD19FAFD0B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0" name="pg3043">
                <a:extLst>
                  <a:ext uri="{FF2B5EF4-FFF2-40B4-BE49-F238E27FC236}">
                    <a16:creationId xmlns:a16="http://schemas.microsoft.com/office/drawing/2014/main" id="{E0405CA3-E80E-0934-0EA3-0F39A189378F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1" name="pg3044">
                <a:extLst>
                  <a:ext uri="{FF2B5EF4-FFF2-40B4-BE49-F238E27FC236}">
                    <a16:creationId xmlns:a16="http://schemas.microsoft.com/office/drawing/2014/main" id="{CB248052-6809-25AA-0A2B-D90D50E33CA4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2" name="pg3045">
                <a:extLst>
                  <a:ext uri="{FF2B5EF4-FFF2-40B4-BE49-F238E27FC236}">
                    <a16:creationId xmlns:a16="http://schemas.microsoft.com/office/drawing/2014/main" id="{50600FD9-5A36-9B4C-DB0E-48A34DA200F3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3" name="pg3046">
                <a:extLst>
                  <a:ext uri="{FF2B5EF4-FFF2-40B4-BE49-F238E27FC236}">
                    <a16:creationId xmlns:a16="http://schemas.microsoft.com/office/drawing/2014/main" id="{CE316618-7D9A-6812-2FAC-F2A2EA4A7489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4" name="pg3047">
                <a:extLst>
                  <a:ext uri="{FF2B5EF4-FFF2-40B4-BE49-F238E27FC236}">
                    <a16:creationId xmlns:a16="http://schemas.microsoft.com/office/drawing/2014/main" id="{D0F293C4-F8F3-25CF-BD18-1C893C06B8FE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5" name="pg3048">
                <a:extLst>
                  <a:ext uri="{FF2B5EF4-FFF2-40B4-BE49-F238E27FC236}">
                    <a16:creationId xmlns:a16="http://schemas.microsoft.com/office/drawing/2014/main" id="{F689ABB4-5E6D-5A22-B9D8-C79683094B61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6" name="pg3049">
                <a:extLst>
                  <a:ext uri="{FF2B5EF4-FFF2-40B4-BE49-F238E27FC236}">
                    <a16:creationId xmlns:a16="http://schemas.microsoft.com/office/drawing/2014/main" id="{32E19FB4-80CB-6D2D-9AEF-1A9F17642D64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7" name="pg3050">
                <a:extLst>
                  <a:ext uri="{FF2B5EF4-FFF2-40B4-BE49-F238E27FC236}">
                    <a16:creationId xmlns:a16="http://schemas.microsoft.com/office/drawing/2014/main" id="{ACDAC705-5422-0166-74A6-21A8E4BEF691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8" name="pg3051">
                <a:extLst>
                  <a:ext uri="{FF2B5EF4-FFF2-40B4-BE49-F238E27FC236}">
                    <a16:creationId xmlns:a16="http://schemas.microsoft.com/office/drawing/2014/main" id="{A15DA762-A636-4AC9-4254-F53A14DD9009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9" name="pg3052">
                <a:extLst>
                  <a:ext uri="{FF2B5EF4-FFF2-40B4-BE49-F238E27FC236}">
                    <a16:creationId xmlns:a16="http://schemas.microsoft.com/office/drawing/2014/main" id="{91E5C6B4-78C5-B489-4044-B2B521F85556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0" name="pg3053">
                <a:extLst>
                  <a:ext uri="{FF2B5EF4-FFF2-40B4-BE49-F238E27FC236}">
                    <a16:creationId xmlns:a16="http://schemas.microsoft.com/office/drawing/2014/main" id="{EF4B49B1-DC00-847B-D112-152E5FC6B9E7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1" name="pg3054">
                <a:extLst>
                  <a:ext uri="{FF2B5EF4-FFF2-40B4-BE49-F238E27FC236}">
                    <a16:creationId xmlns:a16="http://schemas.microsoft.com/office/drawing/2014/main" id="{B458765E-2D85-4FA3-6FFB-52E9F8278FE2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2" name="pg3055">
                <a:extLst>
                  <a:ext uri="{FF2B5EF4-FFF2-40B4-BE49-F238E27FC236}">
                    <a16:creationId xmlns:a16="http://schemas.microsoft.com/office/drawing/2014/main" id="{9C662181-D783-8E90-BC91-958FA62E7528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3" name="pg3056">
                <a:extLst>
                  <a:ext uri="{FF2B5EF4-FFF2-40B4-BE49-F238E27FC236}">
                    <a16:creationId xmlns:a16="http://schemas.microsoft.com/office/drawing/2014/main" id="{4A6B441F-CE3F-A5BB-7487-76522F35312A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4" name="pg3057">
                <a:extLst>
                  <a:ext uri="{FF2B5EF4-FFF2-40B4-BE49-F238E27FC236}">
                    <a16:creationId xmlns:a16="http://schemas.microsoft.com/office/drawing/2014/main" id="{4FFB92BA-E1FA-D113-91B5-265D70A2E69D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5" name="pg3058">
                <a:extLst>
                  <a:ext uri="{FF2B5EF4-FFF2-40B4-BE49-F238E27FC236}">
                    <a16:creationId xmlns:a16="http://schemas.microsoft.com/office/drawing/2014/main" id="{6E2D3529-2B99-5B7E-3B47-4AF572AA4B13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6" name="pg3059">
                <a:extLst>
                  <a:ext uri="{FF2B5EF4-FFF2-40B4-BE49-F238E27FC236}">
                    <a16:creationId xmlns:a16="http://schemas.microsoft.com/office/drawing/2014/main" id="{C440AB78-BD1D-8E35-A245-E59BEED0CD87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7" name="pg3060">
                <a:extLst>
                  <a:ext uri="{FF2B5EF4-FFF2-40B4-BE49-F238E27FC236}">
                    <a16:creationId xmlns:a16="http://schemas.microsoft.com/office/drawing/2014/main" id="{A5298FB0-7E3B-DA33-0367-A0A5D9F17683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8" name="pg3061">
                <a:extLst>
                  <a:ext uri="{FF2B5EF4-FFF2-40B4-BE49-F238E27FC236}">
                    <a16:creationId xmlns:a16="http://schemas.microsoft.com/office/drawing/2014/main" id="{A9BCC414-03FC-2CF5-E789-41B156B2A16F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9" name="pg3062">
                <a:extLst>
                  <a:ext uri="{FF2B5EF4-FFF2-40B4-BE49-F238E27FC236}">
                    <a16:creationId xmlns:a16="http://schemas.microsoft.com/office/drawing/2014/main" id="{7735C28D-D1FA-8805-F9CF-874F6DAE427E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0" name="pg3063">
                <a:extLst>
                  <a:ext uri="{FF2B5EF4-FFF2-40B4-BE49-F238E27FC236}">
                    <a16:creationId xmlns:a16="http://schemas.microsoft.com/office/drawing/2014/main" id="{411AE118-118D-7EFB-9C31-F8C091D94A02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1" name="pg3064">
                <a:extLst>
                  <a:ext uri="{FF2B5EF4-FFF2-40B4-BE49-F238E27FC236}">
                    <a16:creationId xmlns:a16="http://schemas.microsoft.com/office/drawing/2014/main" id="{121B55D6-1487-5B94-3B56-892D132623AB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2" name="pg3065">
                <a:extLst>
                  <a:ext uri="{FF2B5EF4-FFF2-40B4-BE49-F238E27FC236}">
                    <a16:creationId xmlns:a16="http://schemas.microsoft.com/office/drawing/2014/main" id="{9C58A0D2-83AD-0174-6BF4-1F62CE7EC025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3" name="pg3066">
                <a:extLst>
                  <a:ext uri="{FF2B5EF4-FFF2-40B4-BE49-F238E27FC236}">
                    <a16:creationId xmlns:a16="http://schemas.microsoft.com/office/drawing/2014/main" id="{ED33476F-6129-35A2-0508-2BD644D8B0CE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4" name="pg3067">
                <a:extLst>
                  <a:ext uri="{FF2B5EF4-FFF2-40B4-BE49-F238E27FC236}">
                    <a16:creationId xmlns:a16="http://schemas.microsoft.com/office/drawing/2014/main" id="{A9AC60A5-2886-F5BB-7FE6-91E6BECBD754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5" name="pg3068">
                <a:extLst>
                  <a:ext uri="{FF2B5EF4-FFF2-40B4-BE49-F238E27FC236}">
                    <a16:creationId xmlns:a16="http://schemas.microsoft.com/office/drawing/2014/main" id="{C1530A99-8597-AEAD-A62D-59DA855F933A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6" name="pg3069">
                <a:extLst>
                  <a:ext uri="{FF2B5EF4-FFF2-40B4-BE49-F238E27FC236}">
                    <a16:creationId xmlns:a16="http://schemas.microsoft.com/office/drawing/2014/main" id="{DA04C05D-9E86-DF50-0F9D-4730B8A29574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7" name="pg3070">
                <a:extLst>
                  <a:ext uri="{FF2B5EF4-FFF2-40B4-BE49-F238E27FC236}">
                    <a16:creationId xmlns:a16="http://schemas.microsoft.com/office/drawing/2014/main" id="{C9866863-79FC-5B39-79D3-9CACDE1D99D3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8" name="pg3071">
                <a:extLst>
                  <a:ext uri="{FF2B5EF4-FFF2-40B4-BE49-F238E27FC236}">
                    <a16:creationId xmlns:a16="http://schemas.microsoft.com/office/drawing/2014/main" id="{90CAA8DD-8B15-09A6-71AE-C3556D25FA9B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9" name="pg3072">
                <a:extLst>
                  <a:ext uri="{FF2B5EF4-FFF2-40B4-BE49-F238E27FC236}">
                    <a16:creationId xmlns:a16="http://schemas.microsoft.com/office/drawing/2014/main" id="{B38AF8D8-9284-D975-C1CC-28FF89832242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0" name="pg3073">
                <a:extLst>
                  <a:ext uri="{FF2B5EF4-FFF2-40B4-BE49-F238E27FC236}">
                    <a16:creationId xmlns:a16="http://schemas.microsoft.com/office/drawing/2014/main" id="{206AB1FE-86BB-FCC5-18E8-5EAFCC9E77FC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1" name="pg3074">
                <a:extLst>
                  <a:ext uri="{FF2B5EF4-FFF2-40B4-BE49-F238E27FC236}">
                    <a16:creationId xmlns:a16="http://schemas.microsoft.com/office/drawing/2014/main" id="{80AF6600-9217-D0D2-FC46-34E3A8AC2D53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2" name="pg3075">
                <a:extLst>
                  <a:ext uri="{FF2B5EF4-FFF2-40B4-BE49-F238E27FC236}">
                    <a16:creationId xmlns:a16="http://schemas.microsoft.com/office/drawing/2014/main" id="{E0165246-6AAD-23D6-4C26-B6AA515AD04B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3" name="pg3076">
                <a:extLst>
                  <a:ext uri="{FF2B5EF4-FFF2-40B4-BE49-F238E27FC236}">
                    <a16:creationId xmlns:a16="http://schemas.microsoft.com/office/drawing/2014/main" id="{FF1732B0-BEB4-8818-2C8A-842DB7F76F23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4" name="pg3077">
                <a:extLst>
                  <a:ext uri="{FF2B5EF4-FFF2-40B4-BE49-F238E27FC236}">
                    <a16:creationId xmlns:a16="http://schemas.microsoft.com/office/drawing/2014/main" id="{56F380EA-9CD9-46E4-911E-3797C8059D3D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5" name="pg3078">
                <a:extLst>
                  <a:ext uri="{FF2B5EF4-FFF2-40B4-BE49-F238E27FC236}">
                    <a16:creationId xmlns:a16="http://schemas.microsoft.com/office/drawing/2014/main" id="{02A88E19-6FA1-555A-6B31-C8A2A56B3A26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6" name="pg3079">
                <a:extLst>
                  <a:ext uri="{FF2B5EF4-FFF2-40B4-BE49-F238E27FC236}">
                    <a16:creationId xmlns:a16="http://schemas.microsoft.com/office/drawing/2014/main" id="{B6C0D8B8-82AF-27E9-1976-C698980A109C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7" name="pg3080">
                <a:extLst>
                  <a:ext uri="{FF2B5EF4-FFF2-40B4-BE49-F238E27FC236}">
                    <a16:creationId xmlns:a16="http://schemas.microsoft.com/office/drawing/2014/main" id="{23884EA1-1574-8B91-6320-7D0EFF029979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8" name="pg3081">
                <a:extLst>
                  <a:ext uri="{FF2B5EF4-FFF2-40B4-BE49-F238E27FC236}">
                    <a16:creationId xmlns:a16="http://schemas.microsoft.com/office/drawing/2014/main" id="{A0B018E2-C6E5-19FA-31C6-59A7FDFE5F97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9" name="pg3082">
                <a:extLst>
                  <a:ext uri="{FF2B5EF4-FFF2-40B4-BE49-F238E27FC236}">
                    <a16:creationId xmlns:a16="http://schemas.microsoft.com/office/drawing/2014/main" id="{E02F5CBB-5BE2-7978-2B5B-B62A9C2EF87C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0" name="pg3083">
                <a:extLst>
                  <a:ext uri="{FF2B5EF4-FFF2-40B4-BE49-F238E27FC236}">
                    <a16:creationId xmlns:a16="http://schemas.microsoft.com/office/drawing/2014/main" id="{68574AFC-5C93-2826-924F-17C100270ABD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1" name="pg3084">
                <a:extLst>
                  <a:ext uri="{FF2B5EF4-FFF2-40B4-BE49-F238E27FC236}">
                    <a16:creationId xmlns:a16="http://schemas.microsoft.com/office/drawing/2014/main" id="{C3506DDB-7E37-6AF7-ECB4-6726F060C2FC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2" name="pg3085">
                <a:extLst>
                  <a:ext uri="{FF2B5EF4-FFF2-40B4-BE49-F238E27FC236}">
                    <a16:creationId xmlns:a16="http://schemas.microsoft.com/office/drawing/2014/main" id="{52DADA28-144D-E140-4697-E38BCD9470AB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3" name="pg3086">
                <a:extLst>
                  <a:ext uri="{FF2B5EF4-FFF2-40B4-BE49-F238E27FC236}">
                    <a16:creationId xmlns:a16="http://schemas.microsoft.com/office/drawing/2014/main" id="{B6CCA4A7-9C84-F616-0958-A6DE4E2A4DFA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4" name="pg3087">
                <a:extLst>
                  <a:ext uri="{FF2B5EF4-FFF2-40B4-BE49-F238E27FC236}">
                    <a16:creationId xmlns:a16="http://schemas.microsoft.com/office/drawing/2014/main" id="{D65D41D1-AEEB-4EBE-DFF4-91A3FF3E159A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5" name="pg3088">
                <a:extLst>
                  <a:ext uri="{FF2B5EF4-FFF2-40B4-BE49-F238E27FC236}">
                    <a16:creationId xmlns:a16="http://schemas.microsoft.com/office/drawing/2014/main" id="{0933A226-572D-DAC4-1865-DEE0FA8F5BD1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6" name="pg3089">
                <a:extLst>
                  <a:ext uri="{FF2B5EF4-FFF2-40B4-BE49-F238E27FC236}">
                    <a16:creationId xmlns:a16="http://schemas.microsoft.com/office/drawing/2014/main" id="{C8189DFE-DBED-6A72-D77C-9ACD8CE50EA0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7" name="pg3090">
                <a:extLst>
                  <a:ext uri="{FF2B5EF4-FFF2-40B4-BE49-F238E27FC236}">
                    <a16:creationId xmlns:a16="http://schemas.microsoft.com/office/drawing/2014/main" id="{B8B73D33-E21A-BFB8-A031-B2830AA206DF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8" name="pg3091">
                <a:extLst>
                  <a:ext uri="{FF2B5EF4-FFF2-40B4-BE49-F238E27FC236}">
                    <a16:creationId xmlns:a16="http://schemas.microsoft.com/office/drawing/2014/main" id="{19FFC7A3-6DC0-7329-CD57-9A1EF425A8F3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9" name="pg3092">
                <a:extLst>
                  <a:ext uri="{FF2B5EF4-FFF2-40B4-BE49-F238E27FC236}">
                    <a16:creationId xmlns:a16="http://schemas.microsoft.com/office/drawing/2014/main" id="{B25BBD7F-F043-F51E-2377-47E455E2776A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0" name="pg3093">
                <a:extLst>
                  <a:ext uri="{FF2B5EF4-FFF2-40B4-BE49-F238E27FC236}">
                    <a16:creationId xmlns:a16="http://schemas.microsoft.com/office/drawing/2014/main" id="{F4562049-11CF-B5BA-5559-F483BFAACAB1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1" name="pg3094">
                <a:extLst>
                  <a:ext uri="{FF2B5EF4-FFF2-40B4-BE49-F238E27FC236}">
                    <a16:creationId xmlns:a16="http://schemas.microsoft.com/office/drawing/2014/main" id="{CE014748-AAAE-1746-468D-9CB526BFD401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2" name="pg3095">
                <a:extLst>
                  <a:ext uri="{FF2B5EF4-FFF2-40B4-BE49-F238E27FC236}">
                    <a16:creationId xmlns:a16="http://schemas.microsoft.com/office/drawing/2014/main" id="{1A97CFFE-83E6-C3C4-6646-5F76DF7CFF8C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3" name="pg3096">
                <a:extLst>
                  <a:ext uri="{FF2B5EF4-FFF2-40B4-BE49-F238E27FC236}">
                    <a16:creationId xmlns:a16="http://schemas.microsoft.com/office/drawing/2014/main" id="{155112A9-60B0-8B05-B660-FF1B691E1979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4" name="pg3097">
                <a:extLst>
                  <a:ext uri="{FF2B5EF4-FFF2-40B4-BE49-F238E27FC236}">
                    <a16:creationId xmlns:a16="http://schemas.microsoft.com/office/drawing/2014/main" id="{00DD5FD6-1FF7-2A92-431B-B41A6CF808C0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5" name="pg3098">
                <a:extLst>
                  <a:ext uri="{FF2B5EF4-FFF2-40B4-BE49-F238E27FC236}">
                    <a16:creationId xmlns:a16="http://schemas.microsoft.com/office/drawing/2014/main" id="{DCEDA385-21B0-8DE8-C606-2C818E8619BA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6" name="pg3099">
                <a:extLst>
                  <a:ext uri="{FF2B5EF4-FFF2-40B4-BE49-F238E27FC236}">
                    <a16:creationId xmlns:a16="http://schemas.microsoft.com/office/drawing/2014/main" id="{7791F253-7E9F-5107-D21C-327BCC156C2C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7" name="pg3100">
                <a:extLst>
                  <a:ext uri="{FF2B5EF4-FFF2-40B4-BE49-F238E27FC236}">
                    <a16:creationId xmlns:a16="http://schemas.microsoft.com/office/drawing/2014/main" id="{D730C3DE-61FF-E540-AE0B-452A0C093E9C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8" name="pg3101">
                <a:extLst>
                  <a:ext uri="{FF2B5EF4-FFF2-40B4-BE49-F238E27FC236}">
                    <a16:creationId xmlns:a16="http://schemas.microsoft.com/office/drawing/2014/main" id="{2F018713-80E0-FEEC-63D4-7853D4956A4B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9" name="pg3102">
                <a:extLst>
                  <a:ext uri="{FF2B5EF4-FFF2-40B4-BE49-F238E27FC236}">
                    <a16:creationId xmlns:a16="http://schemas.microsoft.com/office/drawing/2014/main" id="{8A42E22A-525E-08A7-78F8-89A659042BB0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0" name="pg3103">
                <a:extLst>
                  <a:ext uri="{FF2B5EF4-FFF2-40B4-BE49-F238E27FC236}">
                    <a16:creationId xmlns:a16="http://schemas.microsoft.com/office/drawing/2014/main" id="{B2263E56-4D63-F009-1515-AA4F0C8940D8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1" name="pg3104">
                <a:extLst>
                  <a:ext uri="{FF2B5EF4-FFF2-40B4-BE49-F238E27FC236}">
                    <a16:creationId xmlns:a16="http://schemas.microsoft.com/office/drawing/2014/main" id="{63927026-5AE8-8B93-0B26-5326F2810783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2" name="pg3105">
                <a:extLst>
                  <a:ext uri="{FF2B5EF4-FFF2-40B4-BE49-F238E27FC236}">
                    <a16:creationId xmlns:a16="http://schemas.microsoft.com/office/drawing/2014/main" id="{67E31CA3-51C8-B040-8A82-AC15BADB7C36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3" name="pg3106">
                <a:extLst>
                  <a:ext uri="{FF2B5EF4-FFF2-40B4-BE49-F238E27FC236}">
                    <a16:creationId xmlns:a16="http://schemas.microsoft.com/office/drawing/2014/main" id="{F1FADBAE-9CE5-076E-9DA5-2F138A07CD8A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4" name="pg3107">
                <a:extLst>
                  <a:ext uri="{FF2B5EF4-FFF2-40B4-BE49-F238E27FC236}">
                    <a16:creationId xmlns:a16="http://schemas.microsoft.com/office/drawing/2014/main" id="{3C628E10-7885-BB7A-8201-21BC853BD640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5" name="pg3108">
                <a:extLst>
                  <a:ext uri="{FF2B5EF4-FFF2-40B4-BE49-F238E27FC236}">
                    <a16:creationId xmlns:a16="http://schemas.microsoft.com/office/drawing/2014/main" id="{86D7C0F2-7CF9-DAAC-D091-57CDB5AE46C3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6" name="pg3109">
                <a:extLst>
                  <a:ext uri="{FF2B5EF4-FFF2-40B4-BE49-F238E27FC236}">
                    <a16:creationId xmlns:a16="http://schemas.microsoft.com/office/drawing/2014/main" id="{43B6EDAB-E042-3B92-095F-881AA2FC134F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7" name="pg3110">
                <a:extLst>
                  <a:ext uri="{FF2B5EF4-FFF2-40B4-BE49-F238E27FC236}">
                    <a16:creationId xmlns:a16="http://schemas.microsoft.com/office/drawing/2014/main" id="{0D859562-2F15-6486-5FF9-3A7C7EBC0D5F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8" name="pg3111">
                <a:extLst>
                  <a:ext uri="{FF2B5EF4-FFF2-40B4-BE49-F238E27FC236}">
                    <a16:creationId xmlns:a16="http://schemas.microsoft.com/office/drawing/2014/main" id="{1D621875-D76B-708A-2604-465C97D82BD6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9" name="pg3112">
                <a:extLst>
                  <a:ext uri="{FF2B5EF4-FFF2-40B4-BE49-F238E27FC236}">
                    <a16:creationId xmlns:a16="http://schemas.microsoft.com/office/drawing/2014/main" id="{298F7585-064A-6C51-F5CA-9BF4FB1AEBE8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0" name="pg3113">
                <a:extLst>
                  <a:ext uri="{FF2B5EF4-FFF2-40B4-BE49-F238E27FC236}">
                    <a16:creationId xmlns:a16="http://schemas.microsoft.com/office/drawing/2014/main" id="{F5842B75-FE87-24CE-1B59-9FC693269623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1" name="pg3114">
                <a:extLst>
                  <a:ext uri="{FF2B5EF4-FFF2-40B4-BE49-F238E27FC236}">
                    <a16:creationId xmlns:a16="http://schemas.microsoft.com/office/drawing/2014/main" id="{0E0E5B3B-2159-6699-E029-42AED367E7DA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2" name="pg3115">
                <a:extLst>
                  <a:ext uri="{FF2B5EF4-FFF2-40B4-BE49-F238E27FC236}">
                    <a16:creationId xmlns:a16="http://schemas.microsoft.com/office/drawing/2014/main" id="{824A1FD1-245B-3C2E-8B6A-AEFCF5697C05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3" name="pg3116">
                <a:extLst>
                  <a:ext uri="{FF2B5EF4-FFF2-40B4-BE49-F238E27FC236}">
                    <a16:creationId xmlns:a16="http://schemas.microsoft.com/office/drawing/2014/main" id="{B64F8159-CBFA-95B4-DFBF-5FC891AA4E67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4" name="pg3117">
                <a:extLst>
                  <a:ext uri="{FF2B5EF4-FFF2-40B4-BE49-F238E27FC236}">
                    <a16:creationId xmlns:a16="http://schemas.microsoft.com/office/drawing/2014/main" id="{BB071FEB-DCBE-F9D1-C24D-096A305DF9C5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5" name="pg3118">
                <a:extLst>
                  <a:ext uri="{FF2B5EF4-FFF2-40B4-BE49-F238E27FC236}">
                    <a16:creationId xmlns:a16="http://schemas.microsoft.com/office/drawing/2014/main" id="{747EAC3B-400D-B3C6-A0B4-82566C7CC20B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6" name="pg3119">
                <a:extLst>
                  <a:ext uri="{FF2B5EF4-FFF2-40B4-BE49-F238E27FC236}">
                    <a16:creationId xmlns:a16="http://schemas.microsoft.com/office/drawing/2014/main" id="{927BF8A2-F0DB-3425-F20C-0EEDB73A1D6B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7" name="pg3120">
                <a:extLst>
                  <a:ext uri="{FF2B5EF4-FFF2-40B4-BE49-F238E27FC236}">
                    <a16:creationId xmlns:a16="http://schemas.microsoft.com/office/drawing/2014/main" id="{0CB04E42-FB5B-2535-11B3-1F999FFF52CD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8" name="pg3121">
                <a:extLst>
                  <a:ext uri="{FF2B5EF4-FFF2-40B4-BE49-F238E27FC236}">
                    <a16:creationId xmlns:a16="http://schemas.microsoft.com/office/drawing/2014/main" id="{DE1C6E5E-555D-4D2B-3404-D994C08CB3E6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9" name="pg3122">
                <a:extLst>
                  <a:ext uri="{FF2B5EF4-FFF2-40B4-BE49-F238E27FC236}">
                    <a16:creationId xmlns:a16="http://schemas.microsoft.com/office/drawing/2014/main" id="{BCB958BE-0186-2307-1EE6-2FB9FD360509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0" name="pg3123">
                <a:extLst>
                  <a:ext uri="{FF2B5EF4-FFF2-40B4-BE49-F238E27FC236}">
                    <a16:creationId xmlns:a16="http://schemas.microsoft.com/office/drawing/2014/main" id="{48497CDF-CD84-D0D6-96BB-5EEA625C94E5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1" name="pg3124">
                <a:extLst>
                  <a:ext uri="{FF2B5EF4-FFF2-40B4-BE49-F238E27FC236}">
                    <a16:creationId xmlns:a16="http://schemas.microsoft.com/office/drawing/2014/main" id="{EBC423C4-53A1-9887-E3D0-91E3903C6193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2" name="pg3125">
                <a:extLst>
                  <a:ext uri="{FF2B5EF4-FFF2-40B4-BE49-F238E27FC236}">
                    <a16:creationId xmlns:a16="http://schemas.microsoft.com/office/drawing/2014/main" id="{E5C7B7F6-3284-81AD-3EBB-1F705B07A7EE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3" name="pg3126">
                <a:extLst>
                  <a:ext uri="{FF2B5EF4-FFF2-40B4-BE49-F238E27FC236}">
                    <a16:creationId xmlns:a16="http://schemas.microsoft.com/office/drawing/2014/main" id="{E6478F05-8997-41CF-81E0-290D86BED72A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4" name="pg3127">
                <a:extLst>
                  <a:ext uri="{FF2B5EF4-FFF2-40B4-BE49-F238E27FC236}">
                    <a16:creationId xmlns:a16="http://schemas.microsoft.com/office/drawing/2014/main" id="{3D9637D2-9A0F-3DCA-4E5F-C5FFC1D1E5DB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5" name="pg3128">
                <a:extLst>
                  <a:ext uri="{FF2B5EF4-FFF2-40B4-BE49-F238E27FC236}">
                    <a16:creationId xmlns:a16="http://schemas.microsoft.com/office/drawing/2014/main" id="{58E46B51-82FB-3016-EF97-651B16085080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6" name="pg3129">
                <a:extLst>
                  <a:ext uri="{FF2B5EF4-FFF2-40B4-BE49-F238E27FC236}">
                    <a16:creationId xmlns:a16="http://schemas.microsoft.com/office/drawing/2014/main" id="{AB3383DC-9CBB-6E53-9142-7599F2D3A895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7" name="pg3130">
                <a:extLst>
                  <a:ext uri="{FF2B5EF4-FFF2-40B4-BE49-F238E27FC236}">
                    <a16:creationId xmlns:a16="http://schemas.microsoft.com/office/drawing/2014/main" id="{3A30B574-534A-BBF5-8C41-6C3555448668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8" name="pg3131">
                <a:extLst>
                  <a:ext uri="{FF2B5EF4-FFF2-40B4-BE49-F238E27FC236}">
                    <a16:creationId xmlns:a16="http://schemas.microsoft.com/office/drawing/2014/main" id="{EAE56B22-7B97-0A9A-FC4E-0129CF4E5C80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9" name="pg3132">
                <a:extLst>
                  <a:ext uri="{FF2B5EF4-FFF2-40B4-BE49-F238E27FC236}">
                    <a16:creationId xmlns:a16="http://schemas.microsoft.com/office/drawing/2014/main" id="{C8CF7DE1-0CA3-01E8-8BBE-CCB26EC4DC47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0" name="pg3133">
                <a:extLst>
                  <a:ext uri="{FF2B5EF4-FFF2-40B4-BE49-F238E27FC236}">
                    <a16:creationId xmlns:a16="http://schemas.microsoft.com/office/drawing/2014/main" id="{219FBCE0-580B-1084-2EB8-51B70E73D85C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1" name="pg3134">
                <a:extLst>
                  <a:ext uri="{FF2B5EF4-FFF2-40B4-BE49-F238E27FC236}">
                    <a16:creationId xmlns:a16="http://schemas.microsoft.com/office/drawing/2014/main" id="{8D295FD5-81E9-E569-448C-140712788802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2" name="pg3135">
                <a:extLst>
                  <a:ext uri="{FF2B5EF4-FFF2-40B4-BE49-F238E27FC236}">
                    <a16:creationId xmlns:a16="http://schemas.microsoft.com/office/drawing/2014/main" id="{85A3CEFF-8878-8454-0A66-FDE678A17C2A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3" name="pg3136">
                <a:extLst>
                  <a:ext uri="{FF2B5EF4-FFF2-40B4-BE49-F238E27FC236}">
                    <a16:creationId xmlns:a16="http://schemas.microsoft.com/office/drawing/2014/main" id="{E69AC0BC-9220-4992-BD7D-A3317D5E8E33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4" name="pg3137">
                <a:extLst>
                  <a:ext uri="{FF2B5EF4-FFF2-40B4-BE49-F238E27FC236}">
                    <a16:creationId xmlns:a16="http://schemas.microsoft.com/office/drawing/2014/main" id="{0417E05D-8D40-9556-0239-530418C10969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5" name="pg3138">
                <a:extLst>
                  <a:ext uri="{FF2B5EF4-FFF2-40B4-BE49-F238E27FC236}">
                    <a16:creationId xmlns:a16="http://schemas.microsoft.com/office/drawing/2014/main" id="{C58D0ADE-7755-D588-EDEB-108634987F01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6" name="pg3139">
                <a:extLst>
                  <a:ext uri="{FF2B5EF4-FFF2-40B4-BE49-F238E27FC236}">
                    <a16:creationId xmlns:a16="http://schemas.microsoft.com/office/drawing/2014/main" id="{1E80C7B3-1366-603C-3A0D-B57BCE618937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7" name="pg3140">
                <a:extLst>
                  <a:ext uri="{FF2B5EF4-FFF2-40B4-BE49-F238E27FC236}">
                    <a16:creationId xmlns:a16="http://schemas.microsoft.com/office/drawing/2014/main" id="{D28EAC30-0DBA-8861-EFE3-3D6DA5E1D3D1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8" name="pg3141">
                <a:extLst>
                  <a:ext uri="{FF2B5EF4-FFF2-40B4-BE49-F238E27FC236}">
                    <a16:creationId xmlns:a16="http://schemas.microsoft.com/office/drawing/2014/main" id="{8647623D-33E0-7C62-DFDA-0332A44C9EE8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9" name="pg3142">
                <a:extLst>
                  <a:ext uri="{FF2B5EF4-FFF2-40B4-BE49-F238E27FC236}">
                    <a16:creationId xmlns:a16="http://schemas.microsoft.com/office/drawing/2014/main" id="{AFD2F0C6-5C51-DEFE-BEA1-3C9F845BBE61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0" name="pg3143">
                <a:extLst>
                  <a:ext uri="{FF2B5EF4-FFF2-40B4-BE49-F238E27FC236}">
                    <a16:creationId xmlns:a16="http://schemas.microsoft.com/office/drawing/2014/main" id="{4E7C025F-8D81-9418-3CDB-D7FAB45DAC71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1" name="pg3144">
                <a:extLst>
                  <a:ext uri="{FF2B5EF4-FFF2-40B4-BE49-F238E27FC236}">
                    <a16:creationId xmlns:a16="http://schemas.microsoft.com/office/drawing/2014/main" id="{2708F06F-101A-6B7A-775B-AF7CE1C6A4D9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2" name="pg3145">
                <a:extLst>
                  <a:ext uri="{FF2B5EF4-FFF2-40B4-BE49-F238E27FC236}">
                    <a16:creationId xmlns:a16="http://schemas.microsoft.com/office/drawing/2014/main" id="{2A011F60-947B-121E-9D44-6C585FEF5E08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3" name="pg3146">
                <a:extLst>
                  <a:ext uri="{FF2B5EF4-FFF2-40B4-BE49-F238E27FC236}">
                    <a16:creationId xmlns:a16="http://schemas.microsoft.com/office/drawing/2014/main" id="{D09E9C56-57E8-4B4E-6095-811CC626CFB9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4" name="pg3147">
                <a:extLst>
                  <a:ext uri="{FF2B5EF4-FFF2-40B4-BE49-F238E27FC236}">
                    <a16:creationId xmlns:a16="http://schemas.microsoft.com/office/drawing/2014/main" id="{036CC178-1D32-C8D1-A88F-BDDEBDDDCB10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5" name="pg3148">
                <a:extLst>
                  <a:ext uri="{FF2B5EF4-FFF2-40B4-BE49-F238E27FC236}">
                    <a16:creationId xmlns:a16="http://schemas.microsoft.com/office/drawing/2014/main" id="{141C03E3-1419-ADD7-BE6C-E109036277CA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6" name="pg3149">
                <a:extLst>
                  <a:ext uri="{FF2B5EF4-FFF2-40B4-BE49-F238E27FC236}">
                    <a16:creationId xmlns:a16="http://schemas.microsoft.com/office/drawing/2014/main" id="{B58BBAC7-CD49-D87B-237D-ECB5A07236F2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7" name="pg3150">
                <a:extLst>
                  <a:ext uri="{FF2B5EF4-FFF2-40B4-BE49-F238E27FC236}">
                    <a16:creationId xmlns:a16="http://schemas.microsoft.com/office/drawing/2014/main" id="{834DF212-8FE2-BF30-6831-066C1F2B6CCF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8" name="pg3151">
                <a:extLst>
                  <a:ext uri="{FF2B5EF4-FFF2-40B4-BE49-F238E27FC236}">
                    <a16:creationId xmlns:a16="http://schemas.microsoft.com/office/drawing/2014/main" id="{81092A2F-88DB-80A5-EDA1-941E6EB20EF2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9" name="pg3152">
                <a:extLst>
                  <a:ext uri="{FF2B5EF4-FFF2-40B4-BE49-F238E27FC236}">
                    <a16:creationId xmlns:a16="http://schemas.microsoft.com/office/drawing/2014/main" id="{2B2ABEDB-AF43-1C20-C16E-A41B7EF69329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0" name="pg3153">
                <a:extLst>
                  <a:ext uri="{FF2B5EF4-FFF2-40B4-BE49-F238E27FC236}">
                    <a16:creationId xmlns:a16="http://schemas.microsoft.com/office/drawing/2014/main" id="{BF06FC13-3E8D-9058-F113-5C0674813FAB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1" name="pg3154">
                <a:extLst>
                  <a:ext uri="{FF2B5EF4-FFF2-40B4-BE49-F238E27FC236}">
                    <a16:creationId xmlns:a16="http://schemas.microsoft.com/office/drawing/2014/main" id="{18A1CC8F-2F9F-A2B5-F350-37BCB7EA1FBA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2" name="pg3155">
                <a:extLst>
                  <a:ext uri="{FF2B5EF4-FFF2-40B4-BE49-F238E27FC236}">
                    <a16:creationId xmlns:a16="http://schemas.microsoft.com/office/drawing/2014/main" id="{6799EA51-F7EE-3FAF-1A96-5F739D8EE5D2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3" name="pg3156">
                <a:extLst>
                  <a:ext uri="{FF2B5EF4-FFF2-40B4-BE49-F238E27FC236}">
                    <a16:creationId xmlns:a16="http://schemas.microsoft.com/office/drawing/2014/main" id="{9A5BAE08-22B7-2056-9A87-63838C543239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4" name="pg3157">
                <a:extLst>
                  <a:ext uri="{FF2B5EF4-FFF2-40B4-BE49-F238E27FC236}">
                    <a16:creationId xmlns:a16="http://schemas.microsoft.com/office/drawing/2014/main" id="{7C76C4D9-87D7-0FE0-56C6-382542D4A041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5" name="pg3158">
                <a:extLst>
                  <a:ext uri="{FF2B5EF4-FFF2-40B4-BE49-F238E27FC236}">
                    <a16:creationId xmlns:a16="http://schemas.microsoft.com/office/drawing/2014/main" id="{6E152482-FC60-1F44-87DA-9387CB4374A4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6" name="pg3159">
                <a:extLst>
                  <a:ext uri="{FF2B5EF4-FFF2-40B4-BE49-F238E27FC236}">
                    <a16:creationId xmlns:a16="http://schemas.microsoft.com/office/drawing/2014/main" id="{0CC07AB5-FFE3-0A37-810C-E19F84174632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7" name="pg3160">
                <a:extLst>
                  <a:ext uri="{FF2B5EF4-FFF2-40B4-BE49-F238E27FC236}">
                    <a16:creationId xmlns:a16="http://schemas.microsoft.com/office/drawing/2014/main" id="{6E476EF4-CEB6-D478-4B97-F4ACF83C3E96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8" name="pg3161">
                <a:extLst>
                  <a:ext uri="{FF2B5EF4-FFF2-40B4-BE49-F238E27FC236}">
                    <a16:creationId xmlns:a16="http://schemas.microsoft.com/office/drawing/2014/main" id="{E4AC96C0-D367-0C3C-8219-3F3032ECB07F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9" name="pg3162">
                <a:extLst>
                  <a:ext uri="{FF2B5EF4-FFF2-40B4-BE49-F238E27FC236}">
                    <a16:creationId xmlns:a16="http://schemas.microsoft.com/office/drawing/2014/main" id="{E53A2240-4088-C291-433B-D4EBC80507F3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0" name="pg3163">
                <a:extLst>
                  <a:ext uri="{FF2B5EF4-FFF2-40B4-BE49-F238E27FC236}">
                    <a16:creationId xmlns:a16="http://schemas.microsoft.com/office/drawing/2014/main" id="{99063AA6-A034-B1C2-E76C-72C35F0B975B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1" name="pg3164">
                <a:extLst>
                  <a:ext uri="{FF2B5EF4-FFF2-40B4-BE49-F238E27FC236}">
                    <a16:creationId xmlns:a16="http://schemas.microsoft.com/office/drawing/2014/main" id="{A755A0AD-01B5-4221-2D7B-8C1F46BCFF15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2" name="pg3165">
                <a:extLst>
                  <a:ext uri="{FF2B5EF4-FFF2-40B4-BE49-F238E27FC236}">
                    <a16:creationId xmlns:a16="http://schemas.microsoft.com/office/drawing/2014/main" id="{95F78682-B90C-F63D-659B-C8AB2C4979C6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3" name="pg3166">
                <a:extLst>
                  <a:ext uri="{FF2B5EF4-FFF2-40B4-BE49-F238E27FC236}">
                    <a16:creationId xmlns:a16="http://schemas.microsoft.com/office/drawing/2014/main" id="{1E8DD6DD-914F-1365-1A4B-D4EF5408BA28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4" name="pg3167">
                <a:extLst>
                  <a:ext uri="{FF2B5EF4-FFF2-40B4-BE49-F238E27FC236}">
                    <a16:creationId xmlns:a16="http://schemas.microsoft.com/office/drawing/2014/main" id="{AA816166-417A-2BBA-8407-C9A44DB9F286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5" name="pg3168">
                <a:extLst>
                  <a:ext uri="{FF2B5EF4-FFF2-40B4-BE49-F238E27FC236}">
                    <a16:creationId xmlns:a16="http://schemas.microsoft.com/office/drawing/2014/main" id="{C5A089C8-F23E-7C0F-9474-50399D95D51D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6" name="pg3169">
                <a:extLst>
                  <a:ext uri="{FF2B5EF4-FFF2-40B4-BE49-F238E27FC236}">
                    <a16:creationId xmlns:a16="http://schemas.microsoft.com/office/drawing/2014/main" id="{5185F7FE-B514-4168-46CC-F1FC315CDB3B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7" name="pg3170">
                <a:extLst>
                  <a:ext uri="{FF2B5EF4-FFF2-40B4-BE49-F238E27FC236}">
                    <a16:creationId xmlns:a16="http://schemas.microsoft.com/office/drawing/2014/main" id="{E67AE240-788B-FA68-99AF-8AA966788EA0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8" name="pg3171">
                <a:extLst>
                  <a:ext uri="{FF2B5EF4-FFF2-40B4-BE49-F238E27FC236}">
                    <a16:creationId xmlns:a16="http://schemas.microsoft.com/office/drawing/2014/main" id="{973652B7-532B-F98F-739E-210FE637A873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9" name="pg3172">
                <a:extLst>
                  <a:ext uri="{FF2B5EF4-FFF2-40B4-BE49-F238E27FC236}">
                    <a16:creationId xmlns:a16="http://schemas.microsoft.com/office/drawing/2014/main" id="{5BFF29F3-6C2C-4697-E2F8-2BC484BAAB48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0" name="pg3173">
                <a:extLst>
                  <a:ext uri="{FF2B5EF4-FFF2-40B4-BE49-F238E27FC236}">
                    <a16:creationId xmlns:a16="http://schemas.microsoft.com/office/drawing/2014/main" id="{08CDD36A-6BA2-FBF8-CD95-D93C6641E629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1" name="pg3174">
                <a:extLst>
                  <a:ext uri="{FF2B5EF4-FFF2-40B4-BE49-F238E27FC236}">
                    <a16:creationId xmlns:a16="http://schemas.microsoft.com/office/drawing/2014/main" id="{B6274E77-F9DD-4254-6103-A7C3175E6190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2" name="pg3175">
                <a:extLst>
                  <a:ext uri="{FF2B5EF4-FFF2-40B4-BE49-F238E27FC236}">
                    <a16:creationId xmlns:a16="http://schemas.microsoft.com/office/drawing/2014/main" id="{797B7D4A-E46B-8707-A360-5CAACAFF85EC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3" name="pg3176">
                <a:extLst>
                  <a:ext uri="{FF2B5EF4-FFF2-40B4-BE49-F238E27FC236}">
                    <a16:creationId xmlns:a16="http://schemas.microsoft.com/office/drawing/2014/main" id="{A4CEE91D-DD8E-AFE5-2295-3FA69EE46889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4" name="pg3177">
                <a:extLst>
                  <a:ext uri="{FF2B5EF4-FFF2-40B4-BE49-F238E27FC236}">
                    <a16:creationId xmlns:a16="http://schemas.microsoft.com/office/drawing/2014/main" id="{593EF758-CAD9-31C3-7126-1FB9E038F8AF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5" name="pg3178">
                <a:extLst>
                  <a:ext uri="{FF2B5EF4-FFF2-40B4-BE49-F238E27FC236}">
                    <a16:creationId xmlns:a16="http://schemas.microsoft.com/office/drawing/2014/main" id="{DEB4FC13-7E07-CB57-720B-D98D926337AB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6" name="pg3179">
                <a:extLst>
                  <a:ext uri="{FF2B5EF4-FFF2-40B4-BE49-F238E27FC236}">
                    <a16:creationId xmlns:a16="http://schemas.microsoft.com/office/drawing/2014/main" id="{50FF7287-0FF4-DF00-C159-6897298122D5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7" name="pg3180">
                <a:extLst>
                  <a:ext uri="{FF2B5EF4-FFF2-40B4-BE49-F238E27FC236}">
                    <a16:creationId xmlns:a16="http://schemas.microsoft.com/office/drawing/2014/main" id="{8D47B692-3608-6013-FE71-47AF1C620B3E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8" name="pg3181">
                <a:extLst>
                  <a:ext uri="{FF2B5EF4-FFF2-40B4-BE49-F238E27FC236}">
                    <a16:creationId xmlns:a16="http://schemas.microsoft.com/office/drawing/2014/main" id="{B2923ADE-FFE6-8250-EE06-4B1DC28E639F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9" name="pg3182">
                <a:extLst>
                  <a:ext uri="{FF2B5EF4-FFF2-40B4-BE49-F238E27FC236}">
                    <a16:creationId xmlns:a16="http://schemas.microsoft.com/office/drawing/2014/main" id="{5EC63D68-14F6-9934-5860-9E740DA3BF83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0" name="pg3183">
                <a:extLst>
                  <a:ext uri="{FF2B5EF4-FFF2-40B4-BE49-F238E27FC236}">
                    <a16:creationId xmlns:a16="http://schemas.microsoft.com/office/drawing/2014/main" id="{6BAAAA93-FF22-038F-9C99-F7C7DC3CE8D5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1" name="pg3184">
                <a:extLst>
                  <a:ext uri="{FF2B5EF4-FFF2-40B4-BE49-F238E27FC236}">
                    <a16:creationId xmlns:a16="http://schemas.microsoft.com/office/drawing/2014/main" id="{1ABC2388-9892-75D4-2352-89EF4694894F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2" name="pg3185">
                <a:extLst>
                  <a:ext uri="{FF2B5EF4-FFF2-40B4-BE49-F238E27FC236}">
                    <a16:creationId xmlns:a16="http://schemas.microsoft.com/office/drawing/2014/main" id="{44264FAB-87D9-66B8-6386-57F685282706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3" name="pg3186">
                <a:extLst>
                  <a:ext uri="{FF2B5EF4-FFF2-40B4-BE49-F238E27FC236}">
                    <a16:creationId xmlns:a16="http://schemas.microsoft.com/office/drawing/2014/main" id="{3F811BB5-DC6D-90B5-D99E-CD94D62E68CD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4" name="pg3187">
                <a:extLst>
                  <a:ext uri="{FF2B5EF4-FFF2-40B4-BE49-F238E27FC236}">
                    <a16:creationId xmlns:a16="http://schemas.microsoft.com/office/drawing/2014/main" id="{070A6339-EC8E-7EEA-21F0-C01A0B3A085C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5" name="pg3188">
                <a:extLst>
                  <a:ext uri="{FF2B5EF4-FFF2-40B4-BE49-F238E27FC236}">
                    <a16:creationId xmlns:a16="http://schemas.microsoft.com/office/drawing/2014/main" id="{1F75A335-7716-AC13-327E-D0BC2CC1CB45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6" name="pg3189">
                <a:extLst>
                  <a:ext uri="{FF2B5EF4-FFF2-40B4-BE49-F238E27FC236}">
                    <a16:creationId xmlns:a16="http://schemas.microsoft.com/office/drawing/2014/main" id="{7610C6B7-E445-39CC-D82D-E2DE7BB519A6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7" name="pg3190">
                <a:extLst>
                  <a:ext uri="{FF2B5EF4-FFF2-40B4-BE49-F238E27FC236}">
                    <a16:creationId xmlns:a16="http://schemas.microsoft.com/office/drawing/2014/main" id="{7B438348-DEA9-EB47-D624-DB3FA1A30452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8" name="pg3191">
                <a:extLst>
                  <a:ext uri="{FF2B5EF4-FFF2-40B4-BE49-F238E27FC236}">
                    <a16:creationId xmlns:a16="http://schemas.microsoft.com/office/drawing/2014/main" id="{D300F75C-982B-BEBB-C669-1F9AA9657282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9" name="pg3192">
                <a:extLst>
                  <a:ext uri="{FF2B5EF4-FFF2-40B4-BE49-F238E27FC236}">
                    <a16:creationId xmlns:a16="http://schemas.microsoft.com/office/drawing/2014/main" id="{D43AD4E8-D2BA-370B-3039-5EFF6F536690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0" name="pg3193">
                <a:extLst>
                  <a:ext uri="{FF2B5EF4-FFF2-40B4-BE49-F238E27FC236}">
                    <a16:creationId xmlns:a16="http://schemas.microsoft.com/office/drawing/2014/main" id="{E53453F7-DD5A-2228-EEE3-AADE5644A79A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1" name="pg3194">
                <a:extLst>
                  <a:ext uri="{FF2B5EF4-FFF2-40B4-BE49-F238E27FC236}">
                    <a16:creationId xmlns:a16="http://schemas.microsoft.com/office/drawing/2014/main" id="{CA817B61-F448-06EA-5F61-9C5C515555C8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2" name="pg3195">
                <a:extLst>
                  <a:ext uri="{FF2B5EF4-FFF2-40B4-BE49-F238E27FC236}">
                    <a16:creationId xmlns:a16="http://schemas.microsoft.com/office/drawing/2014/main" id="{015299FF-446F-2246-31D2-4B6CFB485C13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3" name="pg3196">
                <a:extLst>
                  <a:ext uri="{FF2B5EF4-FFF2-40B4-BE49-F238E27FC236}">
                    <a16:creationId xmlns:a16="http://schemas.microsoft.com/office/drawing/2014/main" id="{2052F3A3-98DB-3EFB-139A-34574E3F4883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4" name="pg3197">
                <a:extLst>
                  <a:ext uri="{FF2B5EF4-FFF2-40B4-BE49-F238E27FC236}">
                    <a16:creationId xmlns:a16="http://schemas.microsoft.com/office/drawing/2014/main" id="{3FC04A93-3262-3858-8B8C-F00292259A63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5" name="pg3198">
                <a:extLst>
                  <a:ext uri="{FF2B5EF4-FFF2-40B4-BE49-F238E27FC236}">
                    <a16:creationId xmlns:a16="http://schemas.microsoft.com/office/drawing/2014/main" id="{7E279F5F-1496-B9CF-58F4-13DAF06FD89C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6" name="pg3199">
                <a:extLst>
                  <a:ext uri="{FF2B5EF4-FFF2-40B4-BE49-F238E27FC236}">
                    <a16:creationId xmlns:a16="http://schemas.microsoft.com/office/drawing/2014/main" id="{1F8E83DC-6D2F-10B8-83EE-79AEB702E0AB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7" name="pg3200">
                <a:extLst>
                  <a:ext uri="{FF2B5EF4-FFF2-40B4-BE49-F238E27FC236}">
                    <a16:creationId xmlns:a16="http://schemas.microsoft.com/office/drawing/2014/main" id="{31A96340-D08E-9505-EEF4-73F78ADE940D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8" name="pg3201">
                <a:extLst>
                  <a:ext uri="{FF2B5EF4-FFF2-40B4-BE49-F238E27FC236}">
                    <a16:creationId xmlns:a16="http://schemas.microsoft.com/office/drawing/2014/main" id="{6EF11759-8973-8846-65EC-C497A331E212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9" name="pg3202">
                <a:extLst>
                  <a:ext uri="{FF2B5EF4-FFF2-40B4-BE49-F238E27FC236}">
                    <a16:creationId xmlns:a16="http://schemas.microsoft.com/office/drawing/2014/main" id="{6F28B7AF-8558-019D-317B-BC096F75E11B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0" name="pg3203">
                <a:extLst>
                  <a:ext uri="{FF2B5EF4-FFF2-40B4-BE49-F238E27FC236}">
                    <a16:creationId xmlns:a16="http://schemas.microsoft.com/office/drawing/2014/main" id="{E7087D1F-1BF5-2EC4-6AEB-BA997EC6B3B7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1" name="pg3204">
                <a:extLst>
                  <a:ext uri="{FF2B5EF4-FFF2-40B4-BE49-F238E27FC236}">
                    <a16:creationId xmlns:a16="http://schemas.microsoft.com/office/drawing/2014/main" id="{33E5BCF6-CC0E-56A7-0086-FE9383CAC3C2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2" name="pg3205">
                <a:extLst>
                  <a:ext uri="{FF2B5EF4-FFF2-40B4-BE49-F238E27FC236}">
                    <a16:creationId xmlns:a16="http://schemas.microsoft.com/office/drawing/2014/main" id="{B75A8DCC-A44B-66C0-8B61-A9DC5F1C9E3F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3" name="pg3206">
                <a:extLst>
                  <a:ext uri="{FF2B5EF4-FFF2-40B4-BE49-F238E27FC236}">
                    <a16:creationId xmlns:a16="http://schemas.microsoft.com/office/drawing/2014/main" id="{FEB92CC4-8BAA-19FB-902A-CB11C7BA7608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4" name="pg3207">
                <a:extLst>
                  <a:ext uri="{FF2B5EF4-FFF2-40B4-BE49-F238E27FC236}">
                    <a16:creationId xmlns:a16="http://schemas.microsoft.com/office/drawing/2014/main" id="{B3F36E7C-9294-56BC-35A3-5377CBC64B51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5" name="pg3208">
                <a:extLst>
                  <a:ext uri="{FF2B5EF4-FFF2-40B4-BE49-F238E27FC236}">
                    <a16:creationId xmlns:a16="http://schemas.microsoft.com/office/drawing/2014/main" id="{4DF41A80-FC5C-74BE-A0F5-E3CE62EC5E99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6" name="pg3209">
                <a:extLst>
                  <a:ext uri="{FF2B5EF4-FFF2-40B4-BE49-F238E27FC236}">
                    <a16:creationId xmlns:a16="http://schemas.microsoft.com/office/drawing/2014/main" id="{1BF42D07-E27E-A879-5176-790E0F474B6B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7" name="pg3210">
                <a:extLst>
                  <a:ext uri="{FF2B5EF4-FFF2-40B4-BE49-F238E27FC236}">
                    <a16:creationId xmlns:a16="http://schemas.microsoft.com/office/drawing/2014/main" id="{365EF734-9D45-933C-92D6-9822FF642E7F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8" name="pg3211">
                <a:extLst>
                  <a:ext uri="{FF2B5EF4-FFF2-40B4-BE49-F238E27FC236}">
                    <a16:creationId xmlns:a16="http://schemas.microsoft.com/office/drawing/2014/main" id="{E3922EDC-F435-E48E-7A42-283EDABC5D27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9" name="pg3212">
                <a:extLst>
                  <a:ext uri="{FF2B5EF4-FFF2-40B4-BE49-F238E27FC236}">
                    <a16:creationId xmlns:a16="http://schemas.microsoft.com/office/drawing/2014/main" id="{6AF6F620-8D8B-73FE-189C-7DF16B5DBC6C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0" name="pg3213">
                <a:extLst>
                  <a:ext uri="{FF2B5EF4-FFF2-40B4-BE49-F238E27FC236}">
                    <a16:creationId xmlns:a16="http://schemas.microsoft.com/office/drawing/2014/main" id="{99736356-91B4-5519-7484-09680427CDC2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1" name="pg3214">
                <a:extLst>
                  <a:ext uri="{FF2B5EF4-FFF2-40B4-BE49-F238E27FC236}">
                    <a16:creationId xmlns:a16="http://schemas.microsoft.com/office/drawing/2014/main" id="{A5DEA248-3CC8-44C6-ECB6-4D1615273B92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2" name="pg3215">
                <a:extLst>
                  <a:ext uri="{FF2B5EF4-FFF2-40B4-BE49-F238E27FC236}">
                    <a16:creationId xmlns:a16="http://schemas.microsoft.com/office/drawing/2014/main" id="{96F8029B-0027-EEFD-54FE-5B7F52269EEF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3" name="pg3216">
                <a:extLst>
                  <a:ext uri="{FF2B5EF4-FFF2-40B4-BE49-F238E27FC236}">
                    <a16:creationId xmlns:a16="http://schemas.microsoft.com/office/drawing/2014/main" id="{6EC88DF0-5CF1-E80C-B047-9AAD9C13B4CC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4" name="pg3217">
                <a:extLst>
                  <a:ext uri="{FF2B5EF4-FFF2-40B4-BE49-F238E27FC236}">
                    <a16:creationId xmlns:a16="http://schemas.microsoft.com/office/drawing/2014/main" id="{29D3BF5E-A57B-6679-268C-BAE84FC42343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5" name="pg3218">
                <a:extLst>
                  <a:ext uri="{FF2B5EF4-FFF2-40B4-BE49-F238E27FC236}">
                    <a16:creationId xmlns:a16="http://schemas.microsoft.com/office/drawing/2014/main" id="{B6511724-BEFF-437A-7506-08ED183041EF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6" name="pg3219">
                <a:extLst>
                  <a:ext uri="{FF2B5EF4-FFF2-40B4-BE49-F238E27FC236}">
                    <a16:creationId xmlns:a16="http://schemas.microsoft.com/office/drawing/2014/main" id="{92AA7A31-F29C-6397-FE4F-ED77E7653949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7" name="pg3220">
                <a:extLst>
                  <a:ext uri="{FF2B5EF4-FFF2-40B4-BE49-F238E27FC236}">
                    <a16:creationId xmlns:a16="http://schemas.microsoft.com/office/drawing/2014/main" id="{964D9B85-B571-0CB0-29AE-61AD152B06DE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8" name="pg3221">
                <a:extLst>
                  <a:ext uri="{FF2B5EF4-FFF2-40B4-BE49-F238E27FC236}">
                    <a16:creationId xmlns:a16="http://schemas.microsoft.com/office/drawing/2014/main" id="{AFBDA977-F826-5F32-C112-9BE52F6AD192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9" name="pg3222">
                <a:extLst>
                  <a:ext uri="{FF2B5EF4-FFF2-40B4-BE49-F238E27FC236}">
                    <a16:creationId xmlns:a16="http://schemas.microsoft.com/office/drawing/2014/main" id="{A76AEDCF-109F-3E17-AEF3-F9A327DF830C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0" name="pg3223">
                <a:extLst>
                  <a:ext uri="{FF2B5EF4-FFF2-40B4-BE49-F238E27FC236}">
                    <a16:creationId xmlns:a16="http://schemas.microsoft.com/office/drawing/2014/main" id="{A7EBE956-AC97-4190-8F6D-7D6BC0E0BC40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1" name="pg3224">
                <a:extLst>
                  <a:ext uri="{FF2B5EF4-FFF2-40B4-BE49-F238E27FC236}">
                    <a16:creationId xmlns:a16="http://schemas.microsoft.com/office/drawing/2014/main" id="{F52D753C-71D4-0099-AE8B-22BA752F60D5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2" name="pg3225">
                <a:extLst>
                  <a:ext uri="{FF2B5EF4-FFF2-40B4-BE49-F238E27FC236}">
                    <a16:creationId xmlns:a16="http://schemas.microsoft.com/office/drawing/2014/main" id="{6BFB691C-2A6E-AB40-13EF-652BCFEB1DBE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3" name="pg3226">
                <a:extLst>
                  <a:ext uri="{FF2B5EF4-FFF2-40B4-BE49-F238E27FC236}">
                    <a16:creationId xmlns:a16="http://schemas.microsoft.com/office/drawing/2014/main" id="{BE7A4B55-1417-5466-00DA-A44A44F26608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4" name="pg3227">
                <a:extLst>
                  <a:ext uri="{FF2B5EF4-FFF2-40B4-BE49-F238E27FC236}">
                    <a16:creationId xmlns:a16="http://schemas.microsoft.com/office/drawing/2014/main" id="{978882BE-1512-A4BF-802B-BA0535F3A137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5" name="pg3228">
                <a:extLst>
                  <a:ext uri="{FF2B5EF4-FFF2-40B4-BE49-F238E27FC236}">
                    <a16:creationId xmlns:a16="http://schemas.microsoft.com/office/drawing/2014/main" id="{6E405FDF-CB28-E4AF-6E7C-FE75D1FDFA0E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6" name="pg3229">
                <a:extLst>
                  <a:ext uri="{FF2B5EF4-FFF2-40B4-BE49-F238E27FC236}">
                    <a16:creationId xmlns:a16="http://schemas.microsoft.com/office/drawing/2014/main" id="{DC5366BC-B458-B99A-2BA4-F74D878EC945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7" name="pg3230">
                <a:extLst>
                  <a:ext uri="{FF2B5EF4-FFF2-40B4-BE49-F238E27FC236}">
                    <a16:creationId xmlns:a16="http://schemas.microsoft.com/office/drawing/2014/main" id="{8EB3526D-8CC3-30CF-489A-4DFD83B76144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8" name="pg3231">
                <a:extLst>
                  <a:ext uri="{FF2B5EF4-FFF2-40B4-BE49-F238E27FC236}">
                    <a16:creationId xmlns:a16="http://schemas.microsoft.com/office/drawing/2014/main" id="{72C988F6-E5A0-BEEE-7048-630CBA6F6AAC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9" name="pg3232">
                <a:extLst>
                  <a:ext uri="{FF2B5EF4-FFF2-40B4-BE49-F238E27FC236}">
                    <a16:creationId xmlns:a16="http://schemas.microsoft.com/office/drawing/2014/main" id="{006F34EF-C7B7-FC4B-BD3C-5DF088072DF8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0" name="pg3233">
                <a:extLst>
                  <a:ext uri="{FF2B5EF4-FFF2-40B4-BE49-F238E27FC236}">
                    <a16:creationId xmlns:a16="http://schemas.microsoft.com/office/drawing/2014/main" id="{5926BD33-EC0D-19F8-BD54-10502A524C3F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1" name="pg3234">
                <a:extLst>
                  <a:ext uri="{FF2B5EF4-FFF2-40B4-BE49-F238E27FC236}">
                    <a16:creationId xmlns:a16="http://schemas.microsoft.com/office/drawing/2014/main" id="{1592D99F-BB9D-82E0-F71B-FFD873B8DFB9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2" name="pg3235">
                <a:extLst>
                  <a:ext uri="{FF2B5EF4-FFF2-40B4-BE49-F238E27FC236}">
                    <a16:creationId xmlns:a16="http://schemas.microsoft.com/office/drawing/2014/main" id="{FF021945-7CF1-7F1E-63F2-6D19E74335AC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3" name="pg3236">
                <a:extLst>
                  <a:ext uri="{FF2B5EF4-FFF2-40B4-BE49-F238E27FC236}">
                    <a16:creationId xmlns:a16="http://schemas.microsoft.com/office/drawing/2014/main" id="{0B40FDB7-4217-B3D6-979C-2CCECC5FCE36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4" name="pg3237">
                <a:extLst>
                  <a:ext uri="{FF2B5EF4-FFF2-40B4-BE49-F238E27FC236}">
                    <a16:creationId xmlns:a16="http://schemas.microsoft.com/office/drawing/2014/main" id="{F9784022-3110-4B17-C340-00BC34F7A73A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5" name="pg3238">
                <a:extLst>
                  <a:ext uri="{FF2B5EF4-FFF2-40B4-BE49-F238E27FC236}">
                    <a16:creationId xmlns:a16="http://schemas.microsoft.com/office/drawing/2014/main" id="{751D70AE-554F-6AC2-CC65-4313C86F0A7D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6" name="pg3239">
                <a:extLst>
                  <a:ext uri="{FF2B5EF4-FFF2-40B4-BE49-F238E27FC236}">
                    <a16:creationId xmlns:a16="http://schemas.microsoft.com/office/drawing/2014/main" id="{BFC2B551-3216-F150-6BFE-134A0C199899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7" name="pg3240">
                <a:extLst>
                  <a:ext uri="{FF2B5EF4-FFF2-40B4-BE49-F238E27FC236}">
                    <a16:creationId xmlns:a16="http://schemas.microsoft.com/office/drawing/2014/main" id="{0FEC0344-C161-148A-2700-647C2D41B90F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8" name="pg3241">
                <a:extLst>
                  <a:ext uri="{FF2B5EF4-FFF2-40B4-BE49-F238E27FC236}">
                    <a16:creationId xmlns:a16="http://schemas.microsoft.com/office/drawing/2014/main" id="{5737CBD0-8E2C-6EED-E6AA-7486CE088708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9" name="pg3242">
                <a:extLst>
                  <a:ext uri="{FF2B5EF4-FFF2-40B4-BE49-F238E27FC236}">
                    <a16:creationId xmlns:a16="http://schemas.microsoft.com/office/drawing/2014/main" id="{C570E4F5-9A1F-1E83-63F3-AC424DBCABD8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0" name="pg3243">
                <a:extLst>
                  <a:ext uri="{FF2B5EF4-FFF2-40B4-BE49-F238E27FC236}">
                    <a16:creationId xmlns:a16="http://schemas.microsoft.com/office/drawing/2014/main" id="{C529E8EC-49A0-7B4A-4971-54A98515C293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1" name="pg3244">
                <a:extLst>
                  <a:ext uri="{FF2B5EF4-FFF2-40B4-BE49-F238E27FC236}">
                    <a16:creationId xmlns:a16="http://schemas.microsoft.com/office/drawing/2014/main" id="{EA3ABA1C-C759-6B3C-67D7-E457DB6E99C6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2" name="pg3245">
                <a:extLst>
                  <a:ext uri="{FF2B5EF4-FFF2-40B4-BE49-F238E27FC236}">
                    <a16:creationId xmlns:a16="http://schemas.microsoft.com/office/drawing/2014/main" id="{C0DC108B-7049-913D-BE0D-D134B7EAE591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3" name="pg3246">
                <a:extLst>
                  <a:ext uri="{FF2B5EF4-FFF2-40B4-BE49-F238E27FC236}">
                    <a16:creationId xmlns:a16="http://schemas.microsoft.com/office/drawing/2014/main" id="{2603B2FF-180A-B653-C89B-82B47835F62C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4" name="pg3247">
                <a:extLst>
                  <a:ext uri="{FF2B5EF4-FFF2-40B4-BE49-F238E27FC236}">
                    <a16:creationId xmlns:a16="http://schemas.microsoft.com/office/drawing/2014/main" id="{1394C7A9-D08D-0C33-A3B0-25C4D638C1D7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5" name="pg3248">
                <a:extLst>
                  <a:ext uri="{FF2B5EF4-FFF2-40B4-BE49-F238E27FC236}">
                    <a16:creationId xmlns:a16="http://schemas.microsoft.com/office/drawing/2014/main" id="{EAEC3C4A-12D4-0E41-17B7-A328D8F05D48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6" name="pg3249">
                <a:extLst>
                  <a:ext uri="{FF2B5EF4-FFF2-40B4-BE49-F238E27FC236}">
                    <a16:creationId xmlns:a16="http://schemas.microsoft.com/office/drawing/2014/main" id="{E6AEBEC3-CEFC-92B1-8C21-06ECA4ADE492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7" name="pg3250">
                <a:extLst>
                  <a:ext uri="{FF2B5EF4-FFF2-40B4-BE49-F238E27FC236}">
                    <a16:creationId xmlns:a16="http://schemas.microsoft.com/office/drawing/2014/main" id="{93750407-4ABA-DE21-2BAB-79BBE80852B0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8" name="pg3251">
                <a:extLst>
                  <a:ext uri="{FF2B5EF4-FFF2-40B4-BE49-F238E27FC236}">
                    <a16:creationId xmlns:a16="http://schemas.microsoft.com/office/drawing/2014/main" id="{AA87EA15-E844-DD73-AEF5-582883FD5E52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9" name="pg3252">
                <a:extLst>
                  <a:ext uri="{FF2B5EF4-FFF2-40B4-BE49-F238E27FC236}">
                    <a16:creationId xmlns:a16="http://schemas.microsoft.com/office/drawing/2014/main" id="{6086E739-4F29-BE16-1BF9-F0C8E8DC29BA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0" name="pg3253">
                <a:extLst>
                  <a:ext uri="{FF2B5EF4-FFF2-40B4-BE49-F238E27FC236}">
                    <a16:creationId xmlns:a16="http://schemas.microsoft.com/office/drawing/2014/main" id="{AFAFAEC1-CAA5-197F-2F82-16C3FDAE411F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1" name="pg3254">
                <a:extLst>
                  <a:ext uri="{FF2B5EF4-FFF2-40B4-BE49-F238E27FC236}">
                    <a16:creationId xmlns:a16="http://schemas.microsoft.com/office/drawing/2014/main" id="{F537BE14-E96A-464D-8D5D-ACA7E787C729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2" name="pg3255">
                <a:extLst>
                  <a:ext uri="{FF2B5EF4-FFF2-40B4-BE49-F238E27FC236}">
                    <a16:creationId xmlns:a16="http://schemas.microsoft.com/office/drawing/2014/main" id="{B89C30B4-1C23-0A92-17C7-EE64C39337C9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3" name="pg3256">
                <a:extLst>
                  <a:ext uri="{FF2B5EF4-FFF2-40B4-BE49-F238E27FC236}">
                    <a16:creationId xmlns:a16="http://schemas.microsoft.com/office/drawing/2014/main" id="{B97D9882-2317-0E44-C1B6-3423FD2DC581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4" name="pg3257">
                <a:extLst>
                  <a:ext uri="{FF2B5EF4-FFF2-40B4-BE49-F238E27FC236}">
                    <a16:creationId xmlns:a16="http://schemas.microsoft.com/office/drawing/2014/main" id="{9CB2149C-0C0C-20E7-38AA-CD83998EE620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5" name="pg3258">
                <a:extLst>
                  <a:ext uri="{FF2B5EF4-FFF2-40B4-BE49-F238E27FC236}">
                    <a16:creationId xmlns:a16="http://schemas.microsoft.com/office/drawing/2014/main" id="{71D5A590-DD0B-3961-1A06-6B3D6E2D2397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6" name="pg3259">
                <a:extLst>
                  <a:ext uri="{FF2B5EF4-FFF2-40B4-BE49-F238E27FC236}">
                    <a16:creationId xmlns:a16="http://schemas.microsoft.com/office/drawing/2014/main" id="{31326734-BC88-C2C5-AC3C-F026BCF1E702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7" name="pg3260">
                <a:extLst>
                  <a:ext uri="{FF2B5EF4-FFF2-40B4-BE49-F238E27FC236}">
                    <a16:creationId xmlns:a16="http://schemas.microsoft.com/office/drawing/2014/main" id="{DDB4A56E-783D-A50A-20FB-48F7B84E5F50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8" name="pg3261">
                <a:extLst>
                  <a:ext uri="{FF2B5EF4-FFF2-40B4-BE49-F238E27FC236}">
                    <a16:creationId xmlns:a16="http://schemas.microsoft.com/office/drawing/2014/main" id="{FFD9AB53-B336-C872-7501-10C350E6686C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9" name="pg3262">
                <a:extLst>
                  <a:ext uri="{FF2B5EF4-FFF2-40B4-BE49-F238E27FC236}">
                    <a16:creationId xmlns:a16="http://schemas.microsoft.com/office/drawing/2014/main" id="{447AE29D-FA5F-D3DD-0F08-872727938397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0" name="pg3263">
                <a:extLst>
                  <a:ext uri="{FF2B5EF4-FFF2-40B4-BE49-F238E27FC236}">
                    <a16:creationId xmlns:a16="http://schemas.microsoft.com/office/drawing/2014/main" id="{5413167A-D8FF-6DC7-4EDE-0951F3BABCF4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1" name="pg3264">
                <a:extLst>
                  <a:ext uri="{FF2B5EF4-FFF2-40B4-BE49-F238E27FC236}">
                    <a16:creationId xmlns:a16="http://schemas.microsoft.com/office/drawing/2014/main" id="{62993A93-D6A0-677F-2A54-3DA884EAB823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2" name="pg3265">
                <a:extLst>
                  <a:ext uri="{FF2B5EF4-FFF2-40B4-BE49-F238E27FC236}">
                    <a16:creationId xmlns:a16="http://schemas.microsoft.com/office/drawing/2014/main" id="{E2A5C8F2-EB8A-C5F7-08BF-F11F89D2A9DC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3" name="pg3266">
                <a:extLst>
                  <a:ext uri="{FF2B5EF4-FFF2-40B4-BE49-F238E27FC236}">
                    <a16:creationId xmlns:a16="http://schemas.microsoft.com/office/drawing/2014/main" id="{62665235-7ED8-ECA5-0067-B414C6211BB9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4" name="pg3267">
                <a:extLst>
                  <a:ext uri="{FF2B5EF4-FFF2-40B4-BE49-F238E27FC236}">
                    <a16:creationId xmlns:a16="http://schemas.microsoft.com/office/drawing/2014/main" id="{41956ADA-D7B5-F9AD-E5F7-CECE90CD058F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5" name="pg3268">
                <a:extLst>
                  <a:ext uri="{FF2B5EF4-FFF2-40B4-BE49-F238E27FC236}">
                    <a16:creationId xmlns:a16="http://schemas.microsoft.com/office/drawing/2014/main" id="{07C6F3C3-FD73-6DEB-11DA-9A698833B4B3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6" name="pg3269">
                <a:extLst>
                  <a:ext uri="{FF2B5EF4-FFF2-40B4-BE49-F238E27FC236}">
                    <a16:creationId xmlns:a16="http://schemas.microsoft.com/office/drawing/2014/main" id="{4BE43A52-3A71-184E-E193-E778214FC402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7" name="pg3270">
                <a:extLst>
                  <a:ext uri="{FF2B5EF4-FFF2-40B4-BE49-F238E27FC236}">
                    <a16:creationId xmlns:a16="http://schemas.microsoft.com/office/drawing/2014/main" id="{CDFD15B3-31A7-23E1-A337-7439CB9D1DAF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8" name="pg3271">
                <a:extLst>
                  <a:ext uri="{FF2B5EF4-FFF2-40B4-BE49-F238E27FC236}">
                    <a16:creationId xmlns:a16="http://schemas.microsoft.com/office/drawing/2014/main" id="{07ADAD1E-F416-94E5-D217-0FB2B4B515E0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9" name="pg3272">
                <a:extLst>
                  <a:ext uri="{FF2B5EF4-FFF2-40B4-BE49-F238E27FC236}">
                    <a16:creationId xmlns:a16="http://schemas.microsoft.com/office/drawing/2014/main" id="{002BECE4-36DB-CEEE-0B6E-5868319558DB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0" name="pg3273">
                <a:extLst>
                  <a:ext uri="{FF2B5EF4-FFF2-40B4-BE49-F238E27FC236}">
                    <a16:creationId xmlns:a16="http://schemas.microsoft.com/office/drawing/2014/main" id="{C98FE6F1-7A4E-8DB7-AA56-D5E1B1ABE0A4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1" name="pg3274">
                <a:extLst>
                  <a:ext uri="{FF2B5EF4-FFF2-40B4-BE49-F238E27FC236}">
                    <a16:creationId xmlns:a16="http://schemas.microsoft.com/office/drawing/2014/main" id="{5C160F58-A2A3-F9E4-229B-76D01770169D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2" name="pg3275">
                <a:extLst>
                  <a:ext uri="{FF2B5EF4-FFF2-40B4-BE49-F238E27FC236}">
                    <a16:creationId xmlns:a16="http://schemas.microsoft.com/office/drawing/2014/main" id="{954A4B7E-231C-F243-653C-F11599CBEB87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3" name="pg3276">
                <a:extLst>
                  <a:ext uri="{FF2B5EF4-FFF2-40B4-BE49-F238E27FC236}">
                    <a16:creationId xmlns:a16="http://schemas.microsoft.com/office/drawing/2014/main" id="{7E97CB70-0D1C-DFD0-F5F7-C68E085F991E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4" name="pg3277">
                <a:extLst>
                  <a:ext uri="{FF2B5EF4-FFF2-40B4-BE49-F238E27FC236}">
                    <a16:creationId xmlns:a16="http://schemas.microsoft.com/office/drawing/2014/main" id="{4BF94E44-91B2-50E3-3FF5-2EA8535105EA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5" name="pg3278">
                <a:extLst>
                  <a:ext uri="{FF2B5EF4-FFF2-40B4-BE49-F238E27FC236}">
                    <a16:creationId xmlns:a16="http://schemas.microsoft.com/office/drawing/2014/main" id="{FC43D511-588F-1AEB-626A-0D6F1A8F6F44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6" name="pg3279">
                <a:extLst>
                  <a:ext uri="{FF2B5EF4-FFF2-40B4-BE49-F238E27FC236}">
                    <a16:creationId xmlns:a16="http://schemas.microsoft.com/office/drawing/2014/main" id="{3F220AD7-AC3B-70BA-86E8-291E4844930B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7" name="pg3280">
                <a:extLst>
                  <a:ext uri="{FF2B5EF4-FFF2-40B4-BE49-F238E27FC236}">
                    <a16:creationId xmlns:a16="http://schemas.microsoft.com/office/drawing/2014/main" id="{716AB157-8EAC-C042-EB61-272EB501FD68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8" name="pg3281">
                <a:extLst>
                  <a:ext uri="{FF2B5EF4-FFF2-40B4-BE49-F238E27FC236}">
                    <a16:creationId xmlns:a16="http://schemas.microsoft.com/office/drawing/2014/main" id="{A24B53A0-F586-80C1-094B-6F3B8315D35D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9" name="pg3282">
                <a:extLst>
                  <a:ext uri="{FF2B5EF4-FFF2-40B4-BE49-F238E27FC236}">
                    <a16:creationId xmlns:a16="http://schemas.microsoft.com/office/drawing/2014/main" id="{CBC72C57-E763-EA28-A4D7-E955F0EC5863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0" name="pg3283">
                <a:extLst>
                  <a:ext uri="{FF2B5EF4-FFF2-40B4-BE49-F238E27FC236}">
                    <a16:creationId xmlns:a16="http://schemas.microsoft.com/office/drawing/2014/main" id="{848C3DE1-3184-3BDC-086D-68DE1B9C4C2B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1" name="pg3284">
                <a:extLst>
                  <a:ext uri="{FF2B5EF4-FFF2-40B4-BE49-F238E27FC236}">
                    <a16:creationId xmlns:a16="http://schemas.microsoft.com/office/drawing/2014/main" id="{86E409EE-1552-1FB3-6FB3-177FA47B4F22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2" name="pg3285">
                <a:extLst>
                  <a:ext uri="{FF2B5EF4-FFF2-40B4-BE49-F238E27FC236}">
                    <a16:creationId xmlns:a16="http://schemas.microsoft.com/office/drawing/2014/main" id="{D3DE63E2-410F-65F8-80B7-01950BF339DD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3" name="pg3286">
                <a:extLst>
                  <a:ext uri="{FF2B5EF4-FFF2-40B4-BE49-F238E27FC236}">
                    <a16:creationId xmlns:a16="http://schemas.microsoft.com/office/drawing/2014/main" id="{9B09AD20-5BB7-E6E0-01DD-21235BD806BA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4" name="pg3287">
                <a:extLst>
                  <a:ext uri="{FF2B5EF4-FFF2-40B4-BE49-F238E27FC236}">
                    <a16:creationId xmlns:a16="http://schemas.microsoft.com/office/drawing/2014/main" id="{20442062-A6BB-89D2-1773-B4B09EE2E404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5" name="pg3288">
                <a:extLst>
                  <a:ext uri="{FF2B5EF4-FFF2-40B4-BE49-F238E27FC236}">
                    <a16:creationId xmlns:a16="http://schemas.microsoft.com/office/drawing/2014/main" id="{6F935ACA-A690-B664-EAA8-14ACA5ACB4F1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6" name="pg3289">
                <a:extLst>
                  <a:ext uri="{FF2B5EF4-FFF2-40B4-BE49-F238E27FC236}">
                    <a16:creationId xmlns:a16="http://schemas.microsoft.com/office/drawing/2014/main" id="{2B768EE2-A9F5-CC90-3B34-6A5674C94973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7" name="pg3290">
                <a:extLst>
                  <a:ext uri="{FF2B5EF4-FFF2-40B4-BE49-F238E27FC236}">
                    <a16:creationId xmlns:a16="http://schemas.microsoft.com/office/drawing/2014/main" id="{7A97F79A-4923-D573-F4D0-D434491D996C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8" name="pg3291">
                <a:extLst>
                  <a:ext uri="{FF2B5EF4-FFF2-40B4-BE49-F238E27FC236}">
                    <a16:creationId xmlns:a16="http://schemas.microsoft.com/office/drawing/2014/main" id="{E6F1493F-A52E-A00D-FFE2-14EB8682E68D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9" name="pg3292">
                <a:extLst>
                  <a:ext uri="{FF2B5EF4-FFF2-40B4-BE49-F238E27FC236}">
                    <a16:creationId xmlns:a16="http://schemas.microsoft.com/office/drawing/2014/main" id="{E7D1A346-CABA-8A2A-EC32-808096DB96DE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0" name="pg3293">
                <a:extLst>
                  <a:ext uri="{FF2B5EF4-FFF2-40B4-BE49-F238E27FC236}">
                    <a16:creationId xmlns:a16="http://schemas.microsoft.com/office/drawing/2014/main" id="{8899B6C2-CBF2-4A8E-03E3-4CF884777236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1" name="pg3294">
                <a:extLst>
                  <a:ext uri="{FF2B5EF4-FFF2-40B4-BE49-F238E27FC236}">
                    <a16:creationId xmlns:a16="http://schemas.microsoft.com/office/drawing/2014/main" id="{C854CF26-8F52-70D2-16F4-58B6E649422D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2" name="pg3295">
                <a:extLst>
                  <a:ext uri="{FF2B5EF4-FFF2-40B4-BE49-F238E27FC236}">
                    <a16:creationId xmlns:a16="http://schemas.microsoft.com/office/drawing/2014/main" id="{FD15DE4B-CBD3-13F6-CC05-AE8C5CB4ED9C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3" name="pg3296">
                <a:extLst>
                  <a:ext uri="{FF2B5EF4-FFF2-40B4-BE49-F238E27FC236}">
                    <a16:creationId xmlns:a16="http://schemas.microsoft.com/office/drawing/2014/main" id="{EEEB8331-020E-D39D-3EE9-80A1012B5A70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4" name="pg3297">
                <a:extLst>
                  <a:ext uri="{FF2B5EF4-FFF2-40B4-BE49-F238E27FC236}">
                    <a16:creationId xmlns:a16="http://schemas.microsoft.com/office/drawing/2014/main" id="{FA1991D7-B065-7A48-B38A-BE2C91404755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5" name="pg3298">
                <a:extLst>
                  <a:ext uri="{FF2B5EF4-FFF2-40B4-BE49-F238E27FC236}">
                    <a16:creationId xmlns:a16="http://schemas.microsoft.com/office/drawing/2014/main" id="{DFF3250D-9BE2-59CF-59D4-AC32D571FC14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6" name="pg3299">
                <a:extLst>
                  <a:ext uri="{FF2B5EF4-FFF2-40B4-BE49-F238E27FC236}">
                    <a16:creationId xmlns:a16="http://schemas.microsoft.com/office/drawing/2014/main" id="{3F83A642-C483-2389-6A68-1D148FFFBE75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7" name="pg3300">
                <a:extLst>
                  <a:ext uri="{FF2B5EF4-FFF2-40B4-BE49-F238E27FC236}">
                    <a16:creationId xmlns:a16="http://schemas.microsoft.com/office/drawing/2014/main" id="{5999F40A-A998-D6EB-FC6F-B53BE77D3DC3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8" name="pg3301">
                <a:extLst>
                  <a:ext uri="{FF2B5EF4-FFF2-40B4-BE49-F238E27FC236}">
                    <a16:creationId xmlns:a16="http://schemas.microsoft.com/office/drawing/2014/main" id="{7ECB4B08-1A4D-D1CF-4268-9F1F740AED8B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9" name="pg3302">
                <a:extLst>
                  <a:ext uri="{FF2B5EF4-FFF2-40B4-BE49-F238E27FC236}">
                    <a16:creationId xmlns:a16="http://schemas.microsoft.com/office/drawing/2014/main" id="{7E24F12E-833D-130F-2F26-D5DCCF99B150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0" name="pg3303">
                <a:extLst>
                  <a:ext uri="{FF2B5EF4-FFF2-40B4-BE49-F238E27FC236}">
                    <a16:creationId xmlns:a16="http://schemas.microsoft.com/office/drawing/2014/main" id="{07F34764-8C40-D3AC-47A7-3FF9A8B994D6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1" name="pg3304">
                <a:extLst>
                  <a:ext uri="{FF2B5EF4-FFF2-40B4-BE49-F238E27FC236}">
                    <a16:creationId xmlns:a16="http://schemas.microsoft.com/office/drawing/2014/main" id="{BAD3F4D8-8811-70B3-2089-ADFA3B93D85A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2" name="pg3305">
                <a:extLst>
                  <a:ext uri="{FF2B5EF4-FFF2-40B4-BE49-F238E27FC236}">
                    <a16:creationId xmlns:a16="http://schemas.microsoft.com/office/drawing/2014/main" id="{086A4241-39AC-E247-BADF-4B9EA1C154C6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3" name="pg3306">
                <a:extLst>
                  <a:ext uri="{FF2B5EF4-FFF2-40B4-BE49-F238E27FC236}">
                    <a16:creationId xmlns:a16="http://schemas.microsoft.com/office/drawing/2014/main" id="{EF4DDBE8-0AFF-08DE-1A06-78B9A26A1C42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4" name="pg3307">
                <a:extLst>
                  <a:ext uri="{FF2B5EF4-FFF2-40B4-BE49-F238E27FC236}">
                    <a16:creationId xmlns:a16="http://schemas.microsoft.com/office/drawing/2014/main" id="{8BBAD0EC-B9C1-904C-3C37-2117B8A36415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5" name="pg3308">
                <a:extLst>
                  <a:ext uri="{FF2B5EF4-FFF2-40B4-BE49-F238E27FC236}">
                    <a16:creationId xmlns:a16="http://schemas.microsoft.com/office/drawing/2014/main" id="{17932AF6-C3A4-0440-6723-1B1283A5A2DD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6" name="pg3309">
                <a:extLst>
                  <a:ext uri="{FF2B5EF4-FFF2-40B4-BE49-F238E27FC236}">
                    <a16:creationId xmlns:a16="http://schemas.microsoft.com/office/drawing/2014/main" id="{F0AEF9CB-CC5B-14A3-2DA1-1B9FEA2FC965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7" name="pg3310">
                <a:extLst>
                  <a:ext uri="{FF2B5EF4-FFF2-40B4-BE49-F238E27FC236}">
                    <a16:creationId xmlns:a16="http://schemas.microsoft.com/office/drawing/2014/main" id="{D0C42442-BA56-535E-FB35-D647EDD9F0A2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8" name="pg3311">
                <a:extLst>
                  <a:ext uri="{FF2B5EF4-FFF2-40B4-BE49-F238E27FC236}">
                    <a16:creationId xmlns:a16="http://schemas.microsoft.com/office/drawing/2014/main" id="{807B8D7F-23D8-310B-8EB1-69DA05945519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9" name="pg3312">
                <a:extLst>
                  <a:ext uri="{FF2B5EF4-FFF2-40B4-BE49-F238E27FC236}">
                    <a16:creationId xmlns:a16="http://schemas.microsoft.com/office/drawing/2014/main" id="{520072BB-E904-A074-3083-2C9A49554AF8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0" name="pg3313">
                <a:extLst>
                  <a:ext uri="{FF2B5EF4-FFF2-40B4-BE49-F238E27FC236}">
                    <a16:creationId xmlns:a16="http://schemas.microsoft.com/office/drawing/2014/main" id="{41EB1E93-6AAF-2754-3CAF-C2995E97A4D7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1" name="pg3314">
                <a:extLst>
                  <a:ext uri="{FF2B5EF4-FFF2-40B4-BE49-F238E27FC236}">
                    <a16:creationId xmlns:a16="http://schemas.microsoft.com/office/drawing/2014/main" id="{F8A8823C-6621-9854-2DF9-CE8CB73D3B0F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2" name="pg3315">
                <a:extLst>
                  <a:ext uri="{FF2B5EF4-FFF2-40B4-BE49-F238E27FC236}">
                    <a16:creationId xmlns:a16="http://schemas.microsoft.com/office/drawing/2014/main" id="{9C094ECD-274C-1E2D-AB88-4E9941471B29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3" name="pg3316">
                <a:extLst>
                  <a:ext uri="{FF2B5EF4-FFF2-40B4-BE49-F238E27FC236}">
                    <a16:creationId xmlns:a16="http://schemas.microsoft.com/office/drawing/2014/main" id="{E8481A55-2772-B3D3-540F-1E1DB505765E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4" name="pg3317">
                <a:extLst>
                  <a:ext uri="{FF2B5EF4-FFF2-40B4-BE49-F238E27FC236}">
                    <a16:creationId xmlns:a16="http://schemas.microsoft.com/office/drawing/2014/main" id="{A54EC555-A87A-1B71-9440-F0F20A022064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5" name="pg3318">
                <a:extLst>
                  <a:ext uri="{FF2B5EF4-FFF2-40B4-BE49-F238E27FC236}">
                    <a16:creationId xmlns:a16="http://schemas.microsoft.com/office/drawing/2014/main" id="{516D7725-79BD-88E3-9672-A15EE176F884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6" name="pg3319">
                <a:extLst>
                  <a:ext uri="{FF2B5EF4-FFF2-40B4-BE49-F238E27FC236}">
                    <a16:creationId xmlns:a16="http://schemas.microsoft.com/office/drawing/2014/main" id="{7E48D54F-BC83-F09C-879D-958340402FC8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7" name="pg3320">
                <a:extLst>
                  <a:ext uri="{FF2B5EF4-FFF2-40B4-BE49-F238E27FC236}">
                    <a16:creationId xmlns:a16="http://schemas.microsoft.com/office/drawing/2014/main" id="{B66BC43E-95A3-D2DD-E930-895B554AE4C5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8" name="pg3321">
                <a:extLst>
                  <a:ext uri="{FF2B5EF4-FFF2-40B4-BE49-F238E27FC236}">
                    <a16:creationId xmlns:a16="http://schemas.microsoft.com/office/drawing/2014/main" id="{CC922D3E-F31F-00FA-3628-C37E17629E2A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9" name="pg3322">
                <a:extLst>
                  <a:ext uri="{FF2B5EF4-FFF2-40B4-BE49-F238E27FC236}">
                    <a16:creationId xmlns:a16="http://schemas.microsoft.com/office/drawing/2014/main" id="{C892E1A8-80A8-F670-8301-E26E2CB4ACD2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0" name="pg3323">
                <a:extLst>
                  <a:ext uri="{FF2B5EF4-FFF2-40B4-BE49-F238E27FC236}">
                    <a16:creationId xmlns:a16="http://schemas.microsoft.com/office/drawing/2014/main" id="{C1D9BB24-C4A6-58FE-7A66-3DD30FF18CE3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1" name="pg3324">
                <a:extLst>
                  <a:ext uri="{FF2B5EF4-FFF2-40B4-BE49-F238E27FC236}">
                    <a16:creationId xmlns:a16="http://schemas.microsoft.com/office/drawing/2014/main" id="{0810A20B-CB25-8541-8CE3-3FA518F350C2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2" name="pg3325">
                <a:extLst>
                  <a:ext uri="{FF2B5EF4-FFF2-40B4-BE49-F238E27FC236}">
                    <a16:creationId xmlns:a16="http://schemas.microsoft.com/office/drawing/2014/main" id="{2ADDA6CF-29FE-7DCC-9457-4677BD2C6505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3" name="pg3326">
                <a:extLst>
                  <a:ext uri="{FF2B5EF4-FFF2-40B4-BE49-F238E27FC236}">
                    <a16:creationId xmlns:a16="http://schemas.microsoft.com/office/drawing/2014/main" id="{ED2EA284-A8D3-0F10-33DB-EDCC9F792E17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4" name="pg3327">
                <a:extLst>
                  <a:ext uri="{FF2B5EF4-FFF2-40B4-BE49-F238E27FC236}">
                    <a16:creationId xmlns:a16="http://schemas.microsoft.com/office/drawing/2014/main" id="{F800C344-8E74-4B67-C283-3B94C29E4197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5" name="pg3328">
                <a:extLst>
                  <a:ext uri="{FF2B5EF4-FFF2-40B4-BE49-F238E27FC236}">
                    <a16:creationId xmlns:a16="http://schemas.microsoft.com/office/drawing/2014/main" id="{11EDC883-A89A-F1D1-1163-0FFB344E787A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6" name="pg3329">
                <a:extLst>
                  <a:ext uri="{FF2B5EF4-FFF2-40B4-BE49-F238E27FC236}">
                    <a16:creationId xmlns:a16="http://schemas.microsoft.com/office/drawing/2014/main" id="{29A6CC23-D2AB-2F89-DD56-56742CB168A1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7" name="pg3330">
                <a:extLst>
                  <a:ext uri="{FF2B5EF4-FFF2-40B4-BE49-F238E27FC236}">
                    <a16:creationId xmlns:a16="http://schemas.microsoft.com/office/drawing/2014/main" id="{01867EF0-2358-97C3-2AC1-68C8C4011591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8" name="pg3331">
                <a:extLst>
                  <a:ext uri="{FF2B5EF4-FFF2-40B4-BE49-F238E27FC236}">
                    <a16:creationId xmlns:a16="http://schemas.microsoft.com/office/drawing/2014/main" id="{A1E5641D-CE22-F1CC-8E50-F0CFCD0C2C90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9" name="pg3332">
                <a:extLst>
                  <a:ext uri="{FF2B5EF4-FFF2-40B4-BE49-F238E27FC236}">
                    <a16:creationId xmlns:a16="http://schemas.microsoft.com/office/drawing/2014/main" id="{A2FE0E7A-60C9-6D50-7718-64A5AD93F002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0" name="pg3333">
                <a:extLst>
                  <a:ext uri="{FF2B5EF4-FFF2-40B4-BE49-F238E27FC236}">
                    <a16:creationId xmlns:a16="http://schemas.microsoft.com/office/drawing/2014/main" id="{80C9E73A-0A80-325C-2245-0DA9B92EF621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1" name="pg3334">
                <a:extLst>
                  <a:ext uri="{FF2B5EF4-FFF2-40B4-BE49-F238E27FC236}">
                    <a16:creationId xmlns:a16="http://schemas.microsoft.com/office/drawing/2014/main" id="{F330523C-CD3E-672D-777E-03BAD46CB62E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2" name="pg3335">
                <a:extLst>
                  <a:ext uri="{FF2B5EF4-FFF2-40B4-BE49-F238E27FC236}">
                    <a16:creationId xmlns:a16="http://schemas.microsoft.com/office/drawing/2014/main" id="{EF903802-8EB2-3246-66CE-4282486A241E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3" name="pg3336">
                <a:extLst>
                  <a:ext uri="{FF2B5EF4-FFF2-40B4-BE49-F238E27FC236}">
                    <a16:creationId xmlns:a16="http://schemas.microsoft.com/office/drawing/2014/main" id="{16B4EC43-139C-6B1D-A5EB-0A1A922919E7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4" name="pg3337">
                <a:extLst>
                  <a:ext uri="{FF2B5EF4-FFF2-40B4-BE49-F238E27FC236}">
                    <a16:creationId xmlns:a16="http://schemas.microsoft.com/office/drawing/2014/main" id="{F434E2E7-E465-71A2-AC3E-415761C11F84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5" name="pg3338">
                <a:extLst>
                  <a:ext uri="{FF2B5EF4-FFF2-40B4-BE49-F238E27FC236}">
                    <a16:creationId xmlns:a16="http://schemas.microsoft.com/office/drawing/2014/main" id="{5CB0F85C-C4C0-1498-933A-79E9AD9C5344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6" name="pg3339">
                <a:extLst>
                  <a:ext uri="{FF2B5EF4-FFF2-40B4-BE49-F238E27FC236}">
                    <a16:creationId xmlns:a16="http://schemas.microsoft.com/office/drawing/2014/main" id="{F600A966-FC88-721E-801D-0F88771B297E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7" name="pg3340">
                <a:extLst>
                  <a:ext uri="{FF2B5EF4-FFF2-40B4-BE49-F238E27FC236}">
                    <a16:creationId xmlns:a16="http://schemas.microsoft.com/office/drawing/2014/main" id="{D6059751-BA11-A9F1-1ACC-3BFCAEC8A3B9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8" name="pg3341">
                <a:extLst>
                  <a:ext uri="{FF2B5EF4-FFF2-40B4-BE49-F238E27FC236}">
                    <a16:creationId xmlns:a16="http://schemas.microsoft.com/office/drawing/2014/main" id="{6E6EB52A-FB92-5B6B-87A2-6B4815631F9C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9" name="pg3342">
                <a:extLst>
                  <a:ext uri="{FF2B5EF4-FFF2-40B4-BE49-F238E27FC236}">
                    <a16:creationId xmlns:a16="http://schemas.microsoft.com/office/drawing/2014/main" id="{08D93A22-7AA6-A02D-4FF9-0AC18800759D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0" name="pg3343">
                <a:extLst>
                  <a:ext uri="{FF2B5EF4-FFF2-40B4-BE49-F238E27FC236}">
                    <a16:creationId xmlns:a16="http://schemas.microsoft.com/office/drawing/2014/main" id="{6DFB555B-C7E4-73C3-5381-9BB10E847043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1" name="pg3344">
                <a:extLst>
                  <a:ext uri="{FF2B5EF4-FFF2-40B4-BE49-F238E27FC236}">
                    <a16:creationId xmlns:a16="http://schemas.microsoft.com/office/drawing/2014/main" id="{D7BBDE04-7D87-66D9-615A-1EC42B532D82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2" name="pg3345">
                <a:extLst>
                  <a:ext uri="{FF2B5EF4-FFF2-40B4-BE49-F238E27FC236}">
                    <a16:creationId xmlns:a16="http://schemas.microsoft.com/office/drawing/2014/main" id="{77FB1D41-33FA-DC9E-04C3-7B6C3CE9DFA2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3" name="pg3346">
                <a:extLst>
                  <a:ext uri="{FF2B5EF4-FFF2-40B4-BE49-F238E27FC236}">
                    <a16:creationId xmlns:a16="http://schemas.microsoft.com/office/drawing/2014/main" id="{EE1DF63C-3742-D0E9-9386-C8F27D2F645D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4" name="pg3347">
                <a:extLst>
                  <a:ext uri="{FF2B5EF4-FFF2-40B4-BE49-F238E27FC236}">
                    <a16:creationId xmlns:a16="http://schemas.microsoft.com/office/drawing/2014/main" id="{742E6384-C818-7D6F-5F4C-E326CDDE32C5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5" name="pg3348">
                <a:extLst>
                  <a:ext uri="{FF2B5EF4-FFF2-40B4-BE49-F238E27FC236}">
                    <a16:creationId xmlns:a16="http://schemas.microsoft.com/office/drawing/2014/main" id="{BF22C65D-9094-9570-1155-36E5787829B2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6" name="pg3349">
                <a:extLst>
                  <a:ext uri="{FF2B5EF4-FFF2-40B4-BE49-F238E27FC236}">
                    <a16:creationId xmlns:a16="http://schemas.microsoft.com/office/drawing/2014/main" id="{F0184C44-0D58-5C76-5FEE-F670FBE35BED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7" name="pg3350">
                <a:extLst>
                  <a:ext uri="{FF2B5EF4-FFF2-40B4-BE49-F238E27FC236}">
                    <a16:creationId xmlns:a16="http://schemas.microsoft.com/office/drawing/2014/main" id="{1F9CABF5-138D-916C-31F3-63295F87B32C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8" name="pg3351">
                <a:extLst>
                  <a:ext uri="{FF2B5EF4-FFF2-40B4-BE49-F238E27FC236}">
                    <a16:creationId xmlns:a16="http://schemas.microsoft.com/office/drawing/2014/main" id="{63C83CE8-AD43-6125-A757-70A247BA28CB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9" name="pg3352">
                <a:extLst>
                  <a:ext uri="{FF2B5EF4-FFF2-40B4-BE49-F238E27FC236}">
                    <a16:creationId xmlns:a16="http://schemas.microsoft.com/office/drawing/2014/main" id="{2D331B36-9E3B-AD42-5143-1943DD24B7A9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0" name="pg3353">
                <a:extLst>
                  <a:ext uri="{FF2B5EF4-FFF2-40B4-BE49-F238E27FC236}">
                    <a16:creationId xmlns:a16="http://schemas.microsoft.com/office/drawing/2014/main" id="{FED8A08E-8AD7-D0EA-D3E8-7600CC26BDC1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1" name="pg3354">
                <a:extLst>
                  <a:ext uri="{FF2B5EF4-FFF2-40B4-BE49-F238E27FC236}">
                    <a16:creationId xmlns:a16="http://schemas.microsoft.com/office/drawing/2014/main" id="{F62EAEC9-0033-A5A9-3DA5-031E3E60E375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2" name="pg3355">
                <a:extLst>
                  <a:ext uri="{FF2B5EF4-FFF2-40B4-BE49-F238E27FC236}">
                    <a16:creationId xmlns:a16="http://schemas.microsoft.com/office/drawing/2014/main" id="{0835F090-A41D-5D97-38BC-B949E2C6E29C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3" name="pg3356">
                <a:extLst>
                  <a:ext uri="{FF2B5EF4-FFF2-40B4-BE49-F238E27FC236}">
                    <a16:creationId xmlns:a16="http://schemas.microsoft.com/office/drawing/2014/main" id="{A0A9B1FC-CB7A-C605-212F-9CCFC7E9390B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4" name="pg3357">
                <a:extLst>
                  <a:ext uri="{FF2B5EF4-FFF2-40B4-BE49-F238E27FC236}">
                    <a16:creationId xmlns:a16="http://schemas.microsoft.com/office/drawing/2014/main" id="{5249C9A9-8A83-4406-49A1-686CFB116124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5" name="pg3358">
                <a:extLst>
                  <a:ext uri="{FF2B5EF4-FFF2-40B4-BE49-F238E27FC236}">
                    <a16:creationId xmlns:a16="http://schemas.microsoft.com/office/drawing/2014/main" id="{E10CE5CA-60CC-2059-0B9D-EF85456B2483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6" name="pg3359">
                <a:extLst>
                  <a:ext uri="{FF2B5EF4-FFF2-40B4-BE49-F238E27FC236}">
                    <a16:creationId xmlns:a16="http://schemas.microsoft.com/office/drawing/2014/main" id="{26EF63B5-BBE8-75EE-805D-1DCB188D8A44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7" name="pg3360">
                <a:extLst>
                  <a:ext uri="{FF2B5EF4-FFF2-40B4-BE49-F238E27FC236}">
                    <a16:creationId xmlns:a16="http://schemas.microsoft.com/office/drawing/2014/main" id="{D61EF66A-78EE-E7DF-F367-2D237EC0D8E5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8" name="pg3361">
                <a:extLst>
                  <a:ext uri="{FF2B5EF4-FFF2-40B4-BE49-F238E27FC236}">
                    <a16:creationId xmlns:a16="http://schemas.microsoft.com/office/drawing/2014/main" id="{C99B2B5A-4400-80BE-AEB0-CBB7632AD8D1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9" name="pg3362">
                <a:extLst>
                  <a:ext uri="{FF2B5EF4-FFF2-40B4-BE49-F238E27FC236}">
                    <a16:creationId xmlns:a16="http://schemas.microsoft.com/office/drawing/2014/main" id="{D2A9A4D6-203F-C98D-6859-B96C9E87F95A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0" name="pg3363">
                <a:extLst>
                  <a:ext uri="{FF2B5EF4-FFF2-40B4-BE49-F238E27FC236}">
                    <a16:creationId xmlns:a16="http://schemas.microsoft.com/office/drawing/2014/main" id="{20936E0C-81E5-655E-761C-123FD252A495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1" name="pg3364">
                <a:extLst>
                  <a:ext uri="{FF2B5EF4-FFF2-40B4-BE49-F238E27FC236}">
                    <a16:creationId xmlns:a16="http://schemas.microsoft.com/office/drawing/2014/main" id="{F8386E92-D699-B7B0-B24C-F8D5EDA57F0A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2" name="pg3365">
                <a:extLst>
                  <a:ext uri="{FF2B5EF4-FFF2-40B4-BE49-F238E27FC236}">
                    <a16:creationId xmlns:a16="http://schemas.microsoft.com/office/drawing/2014/main" id="{0EDD2566-7D78-07D3-D6B0-526A0F824B18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3" name="pg3366">
                <a:extLst>
                  <a:ext uri="{FF2B5EF4-FFF2-40B4-BE49-F238E27FC236}">
                    <a16:creationId xmlns:a16="http://schemas.microsoft.com/office/drawing/2014/main" id="{0DABEC85-F20B-928A-88D2-C617B5C59927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4" name="pg3367">
                <a:extLst>
                  <a:ext uri="{FF2B5EF4-FFF2-40B4-BE49-F238E27FC236}">
                    <a16:creationId xmlns:a16="http://schemas.microsoft.com/office/drawing/2014/main" id="{6927E282-3E23-305C-2BF9-96B982821C33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5" name="pg3368">
                <a:extLst>
                  <a:ext uri="{FF2B5EF4-FFF2-40B4-BE49-F238E27FC236}">
                    <a16:creationId xmlns:a16="http://schemas.microsoft.com/office/drawing/2014/main" id="{42675879-9DFF-5DC1-44DA-55D884DA4C95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6" name="pg3369">
                <a:extLst>
                  <a:ext uri="{FF2B5EF4-FFF2-40B4-BE49-F238E27FC236}">
                    <a16:creationId xmlns:a16="http://schemas.microsoft.com/office/drawing/2014/main" id="{60292632-C3FD-E418-E941-F0B5D47CD877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7" name="pg3370">
                <a:extLst>
                  <a:ext uri="{FF2B5EF4-FFF2-40B4-BE49-F238E27FC236}">
                    <a16:creationId xmlns:a16="http://schemas.microsoft.com/office/drawing/2014/main" id="{AF35C184-C9BE-3D45-1B28-95ABA56A8ED3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8" name="pg3371">
                <a:extLst>
                  <a:ext uri="{FF2B5EF4-FFF2-40B4-BE49-F238E27FC236}">
                    <a16:creationId xmlns:a16="http://schemas.microsoft.com/office/drawing/2014/main" id="{CE3455F5-01CE-4E8B-0539-B48B41FC1B01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9" name="pg3372">
                <a:extLst>
                  <a:ext uri="{FF2B5EF4-FFF2-40B4-BE49-F238E27FC236}">
                    <a16:creationId xmlns:a16="http://schemas.microsoft.com/office/drawing/2014/main" id="{57840F3E-2B56-5930-8439-E81FBC20A5AB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0" name="pg3373">
                <a:extLst>
                  <a:ext uri="{FF2B5EF4-FFF2-40B4-BE49-F238E27FC236}">
                    <a16:creationId xmlns:a16="http://schemas.microsoft.com/office/drawing/2014/main" id="{3CAB5C93-87D4-F0F8-E0DC-8EA2270CC53B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1" name="pg3374">
                <a:extLst>
                  <a:ext uri="{FF2B5EF4-FFF2-40B4-BE49-F238E27FC236}">
                    <a16:creationId xmlns:a16="http://schemas.microsoft.com/office/drawing/2014/main" id="{93B122D8-5526-B720-A66E-5C526DD0DCBF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2" name="pg3375">
                <a:extLst>
                  <a:ext uri="{FF2B5EF4-FFF2-40B4-BE49-F238E27FC236}">
                    <a16:creationId xmlns:a16="http://schemas.microsoft.com/office/drawing/2014/main" id="{DD8D809F-5E18-9D25-33BF-23524E8F128D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3" name="pg3376">
                <a:extLst>
                  <a:ext uri="{FF2B5EF4-FFF2-40B4-BE49-F238E27FC236}">
                    <a16:creationId xmlns:a16="http://schemas.microsoft.com/office/drawing/2014/main" id="{CB181042-4E60-0242-CC82-3C6A06E6E405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4" name="pg3377">
                <a:extLst>
                  <a:ext uri="{FF2B5EF4-FFF2-40B4-BE49-F238E27FC236}">
                    <a16:creationId xmlns:a16="http://schemas.microsoft.com/office/drawing/2014/main" id="{55778AEE-13FC-A474-49F5-8F64A070A7A8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5" name="pg3378">
                <a:extLst>
                  <a:ext uri="{FF2B5EF4-FFF2-40B4-BE49-F238E27FC236}">
                    <a16:creationId xmlns:a16="http://schemas.microsoft.com/office/drawing/2014/main" id="{02D89A77-72C8-02A4-9D97-1C1804232C1C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6" name="pg3379">
                <a:extLst>
                  <a:ext uri="{FF2B5EF4-FFF2-40B4-BE49-F238E27FC236}">
                    <a16:creationId xmlns:a16="http://schemas.microsoft.com/office/drawing/2014/main" id="{BAA44328-0FE3-AB58-AB1D-EA39B0D3F6AE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7" name="pg3380">
                <a:extLst>
                  <a:ext uri="{FF2B5EF4-FFF2-40B4-BE49-F238E27FC236}">
                    <a16:creationId xmlns:a16="http://schemas.microsoft.com/office/drawing/2014/main" id="{231AB9AE-0BAE-42A2-9C49-BCAE9D714C89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8" name="pg3381">
                <a:extLst>
                  <a:ext uri="{FF2B5EF4-FFF2-40B4-BE49-F238E27FC236}">
                    <a16:creationId xmlns:a16="http://schemas.microsoft.com/office/drawing/2014/main" id="{EFE71AD2-F078-EDFA-7BCA-816300568355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9" name="pg3382">
                <a:extLst>
                  <a:ext uri="{FF2B5EF4-FFF2-40B4-BE49-F238E27FC236}">
                    <a16:creationId xmlns:a16="http://schemas.microsoft.com/office/drawing/2014/main" id="{ED67E6B0-B039-DEEC-54F5-F4E9F3C921A0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0" name="pg3383">
                <a:extLst>
                  <a:ext uri="{FF2B5EF4-FFF2-40B4-BE49-F238E27FC236}">
                    <a16:creationId xmlns:a16="http://schemas.microsoft.com/office/drawing/2014/main" id="{6B5AC510-A3B4-CB60-3BDE-5D7CFDE2EC7C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1" name="pg3384">
                <a:extLst>
                  <a:ext uri="{FF2B5EF4-FFF2-40B4-BE49-F238E27FC236}">
                    <a16:creationId xmlns:a16="http://schemas.microsoft.com/office/drawing/2014/main" id="{909BE544-0E72-94EA-6ADD-778207376D1A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2" name="pg3385">
                <a:extLst>
                  <a:ext uri="{FF2B5EF4-FFF2-40B4-BE49-F238E27FC236}">
                    <a16:creationId xmlns:a16="http://schemas.microsoft.com/office/drawing/2014/main" id="{9C73AC1D-8FB0-0E62-0FCB-47778F039AF7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3" name="pg3386">
                <a:extLst>
                  <a:ext uri="{FF2B5EF4-FFF2-40B4-BE49-F238E27FC236}">
                    <a16:creationId xmlns:a16="http://schemas.microsoft.com/office/drawing/2014/main" id="{77F1D1DF-4C4F-6B37-A210-0A3CB66C08C6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4" name="pg3387">
                <a:extLst>
                  <a:ext uri="{FF2B5EF4-FFF2-40B4-BE49-F238E27FC236}">
                    <a16:creationId xmlns:a16="http://schemas.microsoft.com/office/drawing/2014/main" id="{6F5E1B01-C525-850F-3F6F-8435A37E6198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5" name="pg3388">
                <a:extLst>
                  <a:ext uri="{FF2B5EF4-FFF2-40B4-BE49-F238E27FC236}">
                    <a16:creationId xmlns:a16="http://schemas.microsoft.com/office/drawing/2014/main" id="{2430C83F-F7EB-0763-4808-305ED21CFB1E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6" name="pg3389">
                <a:extLst>
                  <a:ext uri="{FF2B5EF4-FFF2-40B4-BE49-F238E27FC236}">
                    <a16:creationId xmlns:a16="http://schemas.microsoft.com/office/drawing/2014/main" id="{5FBD15AE-B95F-4F0D-CAF4-9980521E7FDF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7" name="pg3390">
                <a:extLst>
                  <a:ext uri="{FF2B5EF4-FFF2-40B4-BE49-F238E27FC236}">
                    <a16:creationId xmlns:a16="http://schemas.microsoft.com/office/drawing/2014/main" id="{F11149A0-86CF-7648-09FB-97F509C3EF38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8" name="pg3391">
                <a:extLst>
                  <a:ext uri="{FF2B5EF4-FFF2-40B4-BE49-F238E27FC236}">
                    <a16:creationId xmlns:a16="http://schemas.microsoft.com/office/drawing/2014/main" id="{FD70FB36-50B5-4C78-980A-8E91BDDE61D6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9" name="pg3392">
                <a:extLst>
                  <a:ext uri="{FF2B5EF4-FFF2-40B4-BE49-F238E27FC236}">
                    <a16:creationId xmlns:a16="http://schemas.microsoft.com/office/drawing/2014/main" id="{B088E553-8BF8-6C2F-7671-4A485D919779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0" name="pg3393">
                <a:extLst>
                  <a:ext uri="{FF2B5EF4-FFF2-40B4-BE49-F238E27FC236}">
                    <a16:creationId xmlns:a16="http://schemas.microsoft.com/office/drawing/2014/main" id="{63DFC895-9BD7-C957-FE1D-098DCCA63657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1" name="pg3394">
                <a:extLst>
                  <a:ext uri="{FF2B5EF4-FFF2-40B4-BE49-F238E27FC236}">
                    <a16:creationId xmlns:a16="http://schemas.microsoft.com/office/drawing/2014/main" id="{D71D60C0-0430-9F41-384C-310203EBB8A2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2" name="pg3395">
                <a:extLst>
                  <a:ext uri="{FF2B5EF4-FFF2-40B4-BE49-F238E27FC236}">
                    <a16:creationId xmlns:a16="http://schemas.microsoft.com/office/drawing/2014/main" id="{A4E8930D-87F5-4632-812E-EB7EC0434E71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3" name="pg3396">
                <a:extLst>
                  <a:ext uri="{FF2B5EF4-FFF2-40B4-BE49-F238E27FC236}">
                    <a16:creationId xmlns:a16="http://schemas.microsoft.com/office/drawing/2014/main" id="{3275DABA-1187-4BE7-DBBB-769183C028A7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4" name="pg3397">
                <a:extLst>
                  <a:ext uri="{FF2B5EF4-FFF2-40B4-BE49-F238E27FC236}">
                    <a16:creationId xmlns:a16="http://schemas.microsoft.com/office/drawing/2014/main" id="{931FF404-7ECB-69ED-BF34-1488EE4DA3F5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5" name="pg3398">
                <a:extLst>
                  <a:ext uri="{FF2B5EF4-FFF2-40B4-BE49-F238E27FC236}">
                    <a16:creationId xmlns:a16="http://schemas.microsoft.com/office/drawing/2014/main" id="{F022DF34-0EB3-305C-DE39-096FF6EACE6E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6" name="pg3399">
                <a:extLst>
                  <a:ext uri="{FF2B5EF4-FFF2-40B4-BE49-F238E27FC236}">
                    <a16:creationId xmlns:a16="http://schemas.microsoft.com/office/drawing/2014/main" id="{6B17B0D2-360F-F37C-5DEA-DF44ACE58270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7" name="pg3400">
                <a:extLst>
                  <a:ext uri="{FF2B5EF4-FFF2-40B4-BE49-F238E27FC236}">
                    <a16:creationId xmlns:a16="http://schemas.microsoft.com/office/drawing/2014/main" id="{E59A2FF1-93F1-86D5-443C-94CAE411BA8D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8" name="pg3401">
                <a:extLst>
                  <a:ext uri="{FF2B5EF4-FFF2-40B4-BE49-F238E27FC236}">
                    <a16:creationId xmlns:a16="http://schemas.microsoft.com/office/drawing/2014/main" id="{934D833A-3CAB-377B-CCB8-F0AB914F8CE0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9" name="pg3402">
                <a:extLst>
                  <a:ext uri="{FF2B5EF4-FFF2-40B4-BE49-F238E27FC236}">
                    <a16:creationId xmlns:a16="http://schemas.microsoft.com/office/drawing/2014/main" id="{2D563E6C-8353-9435-20F9-0C9E1B6F557A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0" name="pg3403">
                <a:extLst>
                  <a:ext uri="{FF2B5EF4-FFF2-40B4-BE49-F238E27FC236}">
                    <a16:creationId xmlns:a16="http://schemas.microsoft.com/office/drawing/2014/main" id="{36D61B6D-FE9A-039E-5EF1-54100844D6EB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1" name="pg3404">
                <a:extLst>
                  <a:ext uri="{FF2B5EF4-FFF2-40B4-BE49-F238E27FC236}">
                    <a16:creationId xmlns:a16="http://schemas.microsoft.com/office/drawing/2014/main" id="{AECCA873-857D-364E-33F5-24646B2BB7C3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2" name="pg3405">
                <a:extLst>
                  <a:ext uri="{FF2B5EF4-FFF2-40B4-BE49-F238E27FC236}">
                    <a16:creationId xmlns:a16="http://schemas.microsoft.com/office/drawing/2014/main" id="{2FD54C86-A3FB-65C1-9B45-E80A7F20FA1A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3" name="pg3406">
                <a:extLst>
                  <a:ext uri="{FF2B5EF4-FFF2-40B4-BE49-F238E27FC236}">
                    <a16:creationId xmlns:a16="http://schemas.microsoft.com/office/drawing/2014/main" id="{5EF5EE9A-CE55-7C45-293D-C44B299AE395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4" name="pg3407">
                <a:extLst>
                  <a:ext uri="{FF2B5EF4-FFF2-40B4-BE49-F238E27FC236}">
                    <a16:creationId xmlns:a16="http://schemas.microsoft.com/office/drawing/2014/main" id="{845F3573-2E1B-76AD-FEEB-304612A1907F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5" name="pg3408">
                <a:extLst>
                  <a:ext uri="{FF2B5EF4-FFF2-40B4-BE49-F238E27FC236}">
                    <a16:creationId xmlns:a16="http://schemas.microsoft.com/office/drawing/2014/main" id="{37F9098A-002A-1E4D-A198-9D23B1D5BD15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6" name="pg3409">
                <a:extLst>
                  <a:ext uri="{FF2B5EF4-FFF2-40B4-BE49-F238E27FC236}">
                    <a16:creationId xmlns:a16="http://schemas.microsoft.com/office/drawing/2014/main" id="{BD4E2B3C-98AE-573F-253C-AF04446052D6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7" name="pg3410">
                <a:extLst>
                  <a:ext uri="{FF2B5EF4-FFF2-40B4-BE49-F238E27FC236}">
                    <a16:creationId xmlns:a16="http://schemas.microsoft.com/office/drawing/2014/main" id="{AB09BDDB-B847-1186-5BB3-D362D6635494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8" name="pg3411">
                <a:extLst>
                  <a:ext uri="{FF2B5EF4-FFF2-40B4-BE49-F238E27FC236}">
                    <a16:creationId xmlns:a16="http://schemas.microsoft.com/office/drawing/2014/main" id="{9ACB0DCD-A0CC-C995-9504-E849FAEAD9A2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9" name="pg3412">
                <a:extLst>
                  <a:ext uri="{FF2B5EF4-FFF2-40B4-BE49-F238E27FC236}">
                    <a16:creationId xmlns:a16="http://schemas.microsoft.com/office/drawing/2014/main" id="{E6BE9F29-F7FF-5520-68A8-34AF3B5C97FD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0" name="pg3413">
                <a:extLst>
                  <a:ext uri="{FF2B5EF4-FFF2-40B4-BE49-F238E27FC236}">
                    <a16:creationId xmlns:a16="http://schemas.microsoft.com/office/drawing/2014/main" id="{31CB7CC1-5B59-151B-9B5C-A4A64302FE09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1" name="pg3414">
                <a:extLst>
                  <a:ext uri="{FF2B5EF4-FFF2-40B4-BE49-F238E27FC236}">
                    <a16:creationId xmlns:a16="http://schemas.microsoft.com/office/drawing/2014/main" id="{E7FAF1B4-450A-76A8-8CD5-C1C91B6CC4AF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2" name="pg3415">
                <a:extLst>
                  <a:ext uri="{FF2B5EF4-FFF2-40B4-BE49-F238E27FC236}">
                    <a16:creationId xmlns:a16="http://schemas.microsoft.com/office/drawing/2014/main" id="{FF9DC08F-CDD1-74BF-CB2B-7B299F2DF809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3" name="pg3416">
                <a:extLst>
                  <a:ext uri="{FF2B5EF4-FFF2-40B4-BE49-F238E27FC236}">
                    <a16:creationId xmlns:a16="http://schemas.microsoft.com/office/drawing/2014/main" id="{4DB05A0C-36E6-9717-19A1-A50EB71E458F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4" name="pg3417">
                <a:extLst>
                  <a:ext uri="{FF2B5EF4-FFF2-40B4-BE49-F238E27FC236}">
                    <a16:creationId xmlns:a16="http://schemas.microsoft.com/office/drawing/2014/main" id="{DC9E7EEE-1291-017B-86AA-476196AA6728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5" name="pg3418">
                <a:extLst>
                  <a:ext uri="{FF2B5EF4-FFF2-40B4-BE49-F238E27FC236}">
                    <a16:creationId xmlns:a16="http://schemas.microsoft.com/office/drawing/2014/main" id="{D6842BF8-1A20-932B-FBCE-77ECFCA276A0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6" name="pg3419">
                <a:extLst>
                  <a:ext uri="{FF2B5EF4-FFF2-40B4-BE49-F238E27FC236}">
                    <a16:creationId xmlns:a16="http://schemas.microsoft.com/office/drawing/2014/main" id="{0EBF9E8F-0AB9-846E-B412-8B2AA717854B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7" name="pg3420">
                <a:extLst>
                  <a:ext uri="{FF2B5EF4-FFF2-40B4-BE49-F238E27FC236}">
                    <a16:creationId xmlns:a16="http://schemas.microsoft.com/office/drawing/2014/main" id="{1F073B53-25CA-CBD7-3147-6828F8EF5FB7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8" name="pg3421">
                <a:extLst>
                  <a:ext uri="{FF2B5EF4-FFF2-40B4-BE49-F238E27FC236}">
                    <a16:creationId xmlns:a16="http://schemas.microsoft.com/office/drawing/2014/main" id="{405BD4E5-9A69-E989-9449-317BE0C07733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69" name="pg3422">
                <a:extLst>
                  <a:ext uri="{FF2B5EF4-FFF2-40B4-BE49-F238E27FC236}">
                    <a16:creationId xmlns:a16="http://schemas.microsoft.com/office/drawing/2014/main" id="{B6AF1113-2280-FC0C-93CF-FCBB3699CBA3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0" name="pg3423">
                <a:extLst>
                  <a:ext uri="{FF2B5EF4-FFF2-40B4-BE49-F238E27FC236}">
                    <a16:creationId xmlns:a16="http://schemas.microsoft.com/office/drawing/2014/main" id="{709E28C0-10E9-C6A9-E400-65BDAE68BAAF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1" name="pg3424">
                <a:extLst>
                  <a:ext uri="{FF2B5EF4-FFF2-40B4-BE49-F238E27FC236}">
                    <a16:creationId xmlns:a16="http://schemas.microsoft.com/office/drawing/2014/main" id="{07669A5C-255B-1CA7-B99B-FB1556D2FB09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2" name="pg3425">
                <a:extLst>
                  <a:ext uri="{FF2B5EF4-FFF2-40B4-BE49-F238E27FC236}">
                    <a16:creationId xmlns:a16="http://schemas.microsoft.com/office/drawing/2014/main" id="{C7669EA2-5C86-854C-79C2-26D34D049F6C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3" name="pg3426">
                <a:extLst>
                  <a:ext uri="{FF2B5EF4-FFF2-40B4-BE49-F238E27FC236}">
                    <a16:creationId xmlns:a16="http://schemas.microsoft.com/office/drawing/2014/main" id="{3522383A-F0B0-A585-36E3-93FD14601BD6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4" name="pg3427">
                <a:extLst>
                  <a:ext uri="{FF2B5EF4-FFF2-40B4-BE49-F238E27FC236}">
                    <a16:creationId xmlns:a16="http://schemas.microsoft.com/office/drawing/2014/main" id="{8E296097-040C-89F9-02D1-A30DABBCE665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5" name="pg3428">
                <a:extLst>
                  <a:ext uri="{FF2B5EF4-FFF2-40B4-BE49-F238E27FC236}">
                    <a16:creationId xmlns:a16="http://schemas.microsoft.com/office/drawing/2014/main" id="{E34FAFED-EEBE-29D2-8E11-3B767CEB0A96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6" name="pg3429">
                <a:extLst>
                  <a:ext uri="{FF2B5EF4-FFF2-40B4-BE49-F238E27FC236}">
                    <a16:creationId xmlns:a16="http://schemas.microsoft.com/office/drawing/2014/main" id="{8C79188E-1358-7F05-C1BF-C2A1F50AC116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7" name="pg3430">
                <a:extLst>
                  <a:ext uri="{FF2B5EF4-FFF2-40B4-BE49-F238E27FC236}">
                    <a16:creationId xmlns:a16="http://schemas.microsoft.com/office/drawing/2014/main" id="{B0ACD59C-D55D-8C67-7F24-18F971AC61E4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8" name="pg3431">
                <a:extLst>
                  <a:ext uri="{FF2B5EF4-FFF2-40B4-BE49-F238E27FC236}">
                    <a16:creationId xmlns:a16="http://schemas.microsoft.com/office/drawing/2014/main" id="{1535A187-0941-E178-7396-A65E8348A13A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79" name="pg3432">
                <a:extLst>
                  <a:ext uri="{FF2B5EF4-FFF2-40B4-BE49-F238E27FC236}">
                    <a16:creationId xmlns:a16="http://schemas.microsoft.com/office/drawing/2014/main" id="{0306678F-1852-258D-12BA-E7DE0CFF50CC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0" name="pg3433">
                <a:extLst>
                  <a:ext uri="{FF2B5EF4-FFF2-40B4-BE49-F238E27FC236}">
                    <a16:creationId xmlns:a16="http://schemas.microsoft.com/office/drawing/2014/main" id="{DEFC47D4-D359-ABD9-7C78-601656898AD8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1" name="pg3434">
                <a:extLst>
                  <a:ext uri="{FF2B5EF4-FFF2-40B4-BE49-F238E27FC236}">
                    <a16:creationId xmlns:a16="http://schemas.microsoft.com/office/drawing/2014/main" id="{6541CBCA-29DD-C058-6F7D-0B16E7106B04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2" name="pg3435">
                <a:extLst>
                  <a:ext uri="{FF2B5EF4-FFF2-40B4-BE49-F238E27FC236}">
                    <a16:creationId xmlns:a16="http://schemas.microsoft.com/office/drawing/2014/main" id="{5BC50699-1AF3-A00F-F324-FCAF4239885B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3" name="pg3436">
                <a:extLst>
                  <a:ext uri="{FF2B5EF4-FFF2-40B4-BE49-F238E27FC236}">
                    <a16:creationId xmlns:a16="http://schemas.microsoft.com/office/drawing/2014/main" id="{36D64132-5D35-877D-7E5E-54A2E3298D4B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4" name="pg3437">
                <a:extLst>
                  <a:ext uri="{FF2B5EF4-FFF2-40B4-BE49-F238E27FC236}">
                    <a16:creationId xmlns:a16="http://schemas.microsoft.com/office/drawing/2014/main" id="{2E99BDBD-526B-1712-D50C-BE1805010035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5" name="pg3438">
                <a:extLst>
                  <a:ext uri="{FF2B5EF4-FFF2-40B4-BE49-F238E27FC236}">
                    <a16:creationId xmlns:a16="http://schemas.microsoft.com/office/drawing/2014/main" id="{FAE40987-FF35-872D-B325-09EF50A60429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6" name="pg3439">
                <a:extLst>
                  <a:ext uri="{FF2B5EF4-FFF2-40B4-BE49-F238E27FC236}">
                    <a16:creationId xmlns:a16="http://schemas.microsoft.com/office/drawing/2014/main" id="{6D1DC903-A270-C125-9F87-EE0CFE0837DB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7" name="pg3440">
                <a:extLst>
                  <a:ext uri="{FF2B5EF4-FFF2-40B4-BE49-F238E27FC236}">
                    <a16:creationId xmlns:a16="http://schemas.microsoft.com/office/drawing/2014/main" id="{4D5D9FC9-9763-4258-B51C-F93919CFAD5C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8" name="pg3441">
                <a:extLst>
                  <a:ext uri="{FF2B5EF4-FFF2-40B4-BE49-F238E27FC236}">
                    <a16:creationId xmlns:a16="http://schemas.microsoft.com/office/drawing/2014/main" id="{1C42308C-F02B-4E81-35E3-3550B4624F2A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89" name="pg3442">
                <a:extLst>
                  <a:ext uri="{FF2B5EF4-FFF2-40B4-BE49-F238E27FC236}">
                    <a16:creationId xmlns:a16="http://schemas.microsoft.com/office/drawing/2014/main" id="{E695693F-B0E8-862E-0D42-3D2DCB31975F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0" name="pg3443">
                <a:extLst>
                  <a:ext uri="{FF2B5EF4-FFF2-40B4-BE49-F238E27FC236}">
                    <a16:creationId xmlns:a16="http://schemas.microsoft.com/office/drawing/2014/main" id="{FB2E9F15-4707-40C4-B8EC-3B7204FE5E87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1" name="pg3444">
                <a:extLst>
                  <a:ext uri="{FF2B5EF4-FFF2-40B4-BE49-F238E27FC236}">
                    <a16:creationId xmlns:a16="http://schemas.microsoft.com/office/drawing/2014/main" id="{78F60F19-8DDA-BBE1-0122-9A2C7C3ECC6C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2" name="pg3445">
                <a:extLst>
                  <a:ext uri="{FF2B5EF4-FFF2-40B4-BE49-F238E27FC236}">
                    <a16:creationId xmlns:a16="http://schemas.microsoft.com/office/drawing/2014/main" id="{BD08AF6C-C7D9-4A0D-4644-38D87297303B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3" name="pg3446">
                <a:extLst>
                  <a:ext uri="{FF2B5EF4-FFF2-40B4-BE49-F238E27FC236}">
                    <a16:creationId xmlns:a16="http://schemas.microsoft.com/office/drawing/2014/main" id="{C2347C9B-2DB6-1096-1561-889041496C9A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4" name="pg3447">
                <a:extLst>
                  <a:ext uri="{FF2B5EF4-FFF2-40B4-BE49-F238E27FC236}">
                    <a16:creationId xmlns:a16="http://schemas.microsoft.com/office/drawing/2014/main" id="{62D5920F-205E-69ED-FA7A-F83D9DE5BDA9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5" name="pg3448">
                <a:extLst>
                  <a:ext uri="{FF2B5EF4-FFF2-40B4-BE49-F238E27FC236}">
                    <a16:creationId xmlns:a16="http://schemas.microsoft.com/office/drawing/2014/main" id="{CBC56BB4-C9E6-AE82-370A-125A1C1B8A99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6" name="pg3449">
                <a:extLst>
                  <a:ext uri="{FF2B5EF4-FFF2-40B4-BE49-F238E27FC236}">
                    <a16:creationId xmlns:a16="http://schemas.microsoft.com/office/drawing/2014/main" id="{5213A393-3358-4052-F240-AB5CC6157018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7" name="pg3450">
                <a:extLst>
                  <a:ext uri="{FF2B5EF4-FFF2-40B4-BE49-F238E27FC236}">
                    <a16:creationId xmlns:a16="http://schemas.microsoft.com/office/drawing/2014/main" id="{E1F021A4-E71C-4E6B-FA37-73F84644CDD4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8" name="pg3451">
                <a:extLst>
                  <a:ext uri="{FF2B5EF4-FFF2-40B4-BE49-F238E27FC236}">
                    <a16:creationId xmlns:a16="http://schemas.microsoft.com/office/drawing/2014/main" id="{76AC3A5C-25C1-CAC1-50D4-0739EA1E3D2F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99" name="pg3452">
                <a:extLst>
                  <a:ext uri="{FF2B5EF4-FFF2-40B4-BE49-F238E27FC236}">
                    <a16:creationId xmlns:a16="http://schemas.microsoft.com/office/drawing/2014/main" id="{8976F356-102B-0E77-4768-66A34975B327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0" name="pg3453">
                <a:extLst>
                  <a:ext uri="{FF2B5EF4-FFF2-40B4-BE49-F238E27FC236}">
                    <a16:creationId xmlns:a16="http://schemas.microsoft.com/office/drawing/2014/main" id="{18962FD3-25D4-73D4-4002-F41B11B67CCA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1" name="pg3454">
                <a:extLst>
                  <a:ext uri="{FF2B5EF4-FFF2-40B4-BE49-F238E27FC236}">
                    <a16:creationId xmlns:a16="http://schemas.microsoft.com/office/drawing/2014/main" id="{C9B4AC57-9E77-8F4A-1ABC-CD56B303B2BB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2" name="pg3455">
                <a:extLst>
                  <a:ext uri="{FF2B5EF4-FFF2-40B4-BE49-F238E27FC236}">
                    <a16:creationId xmlns:a16="http://schemas.microsoft.com/office/drawing/2014/main" id="{78E1ABC7-B446-D195-059F-EC15E94BBA7F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3" name="pg3456">
                <a:extLst>
                  <a:ext uri="{FF2B5EF4-FFF2-40B4-BE49-F238E27FC236}">
                    <a16:creationId xmlns:a16="http://schemas.microsoft.com/office/drawing/2014/main" id="{4021FE51-A01B-1103-F32C-3905C16F6AAC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4" name="pg3457">
                <a:extLst>
                  <a:ext uri="{FF2B5EF4-FFF2-40B4-BE49-F238E27FC236}">
                    <a16:creationId xmlns:a16="http://schemas.microsoft.com/office/drawing/2014/main" id="{A67B1219-8A74-EFF5-E6D6-A66F5A059CE5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5" name="pg3458">
                <a:extLst>
                  <a:ext uri="{FF2B5EF4-FFF2-40B4-BE49-F238E27FC236}">
                    <a16:creationId xmlns:a16="http://schemas.microsoft.com/office/drawing/2014/main" id="{A09E1C57-3998-8BFA-48E9-3385564D8CD0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6" name="pg3459">
                <a:extLst>
                  <a:ext uri="{FF2B5EF4-FFF2-40B4-BE49-F238E27FC236}">
                    <a16:creationId xmlns:a16="http://schemas.microsoft.com/office/drawing/2014/main" id="{4B90293C-21CC-A7B5-941E-2B8F04514545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7" name="pg3460">
                <a:extLst>
                  <a:ext uri="{FF2B5EF4-FFF2-40B4-BE49-F238E27FC236}">
                    <a16:creationId xmlns:a16="http://schemas.microsoft.com/office/drawing/2014/main" id="{70F9430A-3263-3B41-FC7C-8B4F0FDB0FF4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8" name="pg3461">
                <a:extLst>
                  <a:ext uri="{FF2B5EF4-FFF2-40B4-BE49-F238E27FC236}">
                    <a16:creationId xmlns:a16="http://schemas.microsoft.com/office/drawing/2014/main" id="{590B0F6F-E669-1A54-D704-1E2A61F3326B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09" name="pg3462">
                <a:extLst>
                  <a:ext uri="{FF2B5EF4-FFF2-40B4-BE49-F238E27FC236}">
                    <a16:creationId xmlns:a16="http://schemas.microsoft.com/office/drawing/2014/main" id="{A41CDFFD-499B-7C3E-F2C6-EE75BEFBBC65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0" name="pg3463">
                <a:extLst>
                  <a:ext uri="{FF2B5EF4-FFF2-40B4-BE49-F238E27FC236}">
                    <a16:creationId xmlns:a16="http://schemas.microsoft.com/office/drawing/2014/main" id="{1C5F209E-3250-27DD-9C2D-9AB9DB87A223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1" name="pg3464">
                <a:extLst>
                  <a:ext uri="{FF2B5EF4-FFF2-40B4-BE49-F238E27FC236}">
                    <a16:creationId xmlns:a16="http://schemas.microsoft.com/office/drawing/2014/main" id="{0A7FB3E6-C909-6B3A-81CC-303A5B3DBA6E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2" name="pg3465">
                <a:extLst>
                  <a:ext uri="{FF2B5EF4-FFF2-40B4-BE49-F238E27FC236}">
                    <a16:creationId xmlns:a16="http://schemas.microsoft.com/office/drawing/2014/main" id="{7677E490-12F3-E1B5-8505-226C9ECBEC1C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3" name="pg3466">
                <a:extLst>
                  <a:ext uri="{FF2B5EF4-FFF2-40B4-BE49-F238E27FC236}">
                    <a16:creationId xmlns:a16="http://schemas.microsoft.com/office/drawing/2014/main" id="{C1553015-BD62-ADFD-CCF8-527ED6D37E02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4" name="pg3467">
                <a:extLst>
                  <a:ext uri="{FF2B5EF4-FFF2-40B4-BE49-F238E27FC236}">
                    <a16:creationId xmlns:a16="http://schemas.microsoft.com/office/drawing/2014/main" id="{23AAA3AD-8CFD-312D-559A-5D6639CCC924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5" name="pg3468">
                <a:extLst>
                  <a:ext uri="{FF2B5EF4-FFF2-40B4-BE49-F238E27FC236}">
                    <a16:creationId xmlns:a16="http://schemas.microsoft.com/office/drawing/2014/main" id="{82684CE0-3C7A-E428-88A8-A2A9A8A2E857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6" name="pg3469">
                <a:extLst>
                  <a:ext uri="{FF2B5EF4-FFF2-40B4-BE49-F238E27FC236}">
                    <a16:creationId xmlns:a16="http://schemas.microsoft.com/office/drawing/2014/main" id="{D1496A96-7B32-8743-CF29-6AA96B7F7564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7" name="pg3470">
                <a:extLst>
                  <a:ext uri="{FF2B5EF4-FFF2-40B4-BE49-F238E27FC236}">
                    <a16:creationId xmlns:a16="http://schemas.microsoft.com/office/drawing/2014/main" id="{0A85F548-EF20-E42A-E832-1D6B8B47639C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8" name="pg3471">
                <a:extLst>
                  <a:ext uri="{FF2B5EF4-FFF2-40B4-BE49-F238E27FC236}">
                    <a16:creationId xmlns:a16="http://schemas.microsoft.com/office/drawing/2014/main" id="{8D1F64DC-89B2-ECBD-60DE-8F581240D0EF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19" name="pg3472">
                <a:extLst>
                  <a:ext uri="{FF2B5EF4-FFF2-40B4-BE49-F238E27FC236}">
                    <a16:creationId xmlns:a16="http://schemas.microsoft.com/office/drawing/2014/main" id="{AF0399EF-EB2D-BC96-85EE-7529540F4C97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0" name="pg3473">
                <a:extLst>
                  <a:ext uri="{FF2B5EF4-FFF2-40B4-BE49-F238E27FC236}">
                    <a16:creationId xmlns:a16="http://schemas.microsoft.com/office/drawing/2014/main" id="{62225EBF-3BA9-F064-B40F-6FF3A293F778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1" name="pg3474">
                <a:extLst>
                  <a:ext uri="{FF2B5EF4-FFF2-40B4-BE49-F238E27FC236}">
                    <a16:creationId xmlns:a16="http://schemas.microsoft.com/office/drawing/2014/main" id="{AE854F7B-93E6-6047-0520-1F5546F5E6C8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2" name="pg3475">
                <a:extLst>
                  <a:ext uri="{FF2B5EF4-FFF2-40B4-BE49-F238E27FC236}">
                    <a16:creationId xmlns:a16="http://schemas.microsoft.com/office/drawing/2014/main" id="{922C18C9-FE55-13AE-3960-62C4A8E08346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3" name="pg3476">
                <a:extLst>
                  <a:ext uri="{FF2B5EF4-FFF2-40B4-BE49-F238E27FC236}">
                    <a16:creationId xmlns:a16="http://schemas.microsoft.com/office/drawing/2014/main" id="{4019F74E-7225-5665-BFB2-B14078D95491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4" name="pg3477">
                <a:extLst>
                  <a:ext uri="{FF2B5EF4-FFF2-40B4-BE49-F238E27FC236}">
                    <a16:creationId xmlns:a16="http://schemas.microsoft.com/office/drawing/2014/main" id="{22196645-223B-EB36-B964-14652CAB21E4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5" name="pg3478">
                <a:extLst>
                  <a:ext uri="{FF2B5EF4-FFF2-40B4-BE49-F238E27FC236}">
                    <a16:creationId xmlns:a16="http://schemas.microsoft.com/office/drawing/2014/main" id="{D873658E-F822-58C5-6F1F-B95B322CB920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6" name="pg3479">
                <a:extLst>
                  <a:ext uri="{FF2B5EF4-FFF2-40B4-BE49-F238E27FC236}">
                    <a16:creationId xmlns:a16="http://schemas.microsoft.com/office/drawing/2014/main" id="{C2DC26B6-82D8-8730-3EF4-AA9C7ADAD683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7" name="pg3480">
                <a:extLst>
                  <a:ext uri="{FF2B5EF4-FFF2-40B4-BE49-F238E27FC236}">
                    <a16:creationId xmlns:a16="http://schemas.microsoft.com/office/drawing/2014/main" id="{773173CB-6380-4F6D-BA15-5DED13F669E0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8" name="pg3481">
                <a:extLst>
                  <a:ext uri="{FF2B5EF4-FFF2-40B4-BE49-F238E27FC236}">
                    <a16:creationId xmlns:a16="http://schemas.microsoft.com/office/drawing/2014/main" id="{338105A7-BF85-9731-ED74-FE8AED94296C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29" name="pg3482">
                <a:extLst>
                  <a:ext uri="{FF2B5EF4-FFF2-40B4-BE49-F238E27FC236}">
                    <a16:creationId xmlns:a16="http://schemas.microsoft.com/office/drawing/2014/main" id="{057D7535-B3CF-4BD2-3809-FA5BB71B271D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0" name="pg3483">
                <a:extLst>
                  <a:ext uri="{FF2B5EF4-FFF2-40B4-BE49-F238E27FC236}">
                    <a16:creationId xmlns:a16="http://schemas.microsoft.com/office/drawing/2014/main" id="{54E3E320-8B40-AF0F-400A-21B5F2081B23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1" name="pg3484">
                <a:extLst>
                  <a:ext uri="{FF2B5EF4-FFF2-40B4-BE49-F238E27FC236}">
                    <a16:creationId xmlns:a16="http://schemas.microsoft.com/office/drawing/2014/main" id="{76BE960A-FF4A-5C3E-6E2C-2897029531B4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2" name="pg3485">
                <a:extLst>
                  <a:ext uri="{FF2B5EF4-FFF2-40B4-BE49-F238E27FC236}">
                    <a16:creationId xmlns:a16="http://schemas.microsoft.com/office/drawing/2014/main" id="{7DDC0D66-DA39-23E1-DB1D-A60FC7D1EB8D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3" name="pg3486">
                <a:extLst>
                  <a:ext uri="{FF2B5EF4-FFF2-40B4-BE49-F238E27FC236}">
                    <a16:creationId xmlns:a16="http://schemas.microsoft.com/office/drawing/2014/main" id="{57F42CA5-9AD1-9FD7-2C58-16ED2015570C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4" name="pg3487">
                <a:extLst>
                  <a:ext uri="{FF2B5EF4-FFF2-40B4-BE49-F238E27FC236}">
                    <a16:creationId xmlns:a16="http://schemas.microsoft.com/office/drawing/2014/main" id="{012EE3C6-779F-2DDB-A08F-6CA599259F59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5" name="pg3488">
                <a:extLst>
                  <a:ext uri="{FF2B5EF4-FFF2-40B4-BE49-F238E27FC236}">
                    <a16:creationId xmlns:a16="http://schemas.microsoft.com/office/drawing/2014/main" id="{16512C5E-6934-F84C-CBBE-D103EEF01E8F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6" name="pg3489">
                <a:extLst>
                  <a:ext uri="{FF2B5EF4-FFF2-40B4-BE49-F238E27FC236}">
                    <a16:creationId xmlns:a16="http://schemas.microsoft.com/office/drawing/2014/main" id="{907D7846-655A-550A-6B53-8E21201FB7A1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7" name="pg3490">
                <a:extLst>
                  <a:ext uri="{FF2B5EF4-FFF2-40B4-BE49-F238E27FC236}">
                    <a16:creationId xmlns:a16="http://schemas.microsoft.com/office/drawing/2014/main" id="{239428A8-396C-A5D7-1F4C-599EA87CCC3E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8" name="pg3491">
                <a:extLst>
                  <a:ext uri="{FF2B5EF4-FFF2-40B4-BE49-F238E27FC236}">
                    <a16:creationId xmlns:a16="http://schemas.microsoft.com/office/drawing/2014/main" id="{5FFBF992-3D2E-E144-4CE5-819E98C6B101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39" name="pg3492">
                <a:extLst>
                  <a:ext uri="{FF2B5EF4-FFF2-40B4-BE49-F238E27FC236}">
                    <a16:creationId xmlns:a16="http://schemas.microsoft.com/office/drawing/2014/main" id="{19A04C1F-3815-7D22-11A7-51EFD81CC157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0" name="pg3493">
                <a:extLst>
                  <a:ext uri="{FF2B5EF4-FFF2-40B4-BE49-F238E27FC236}">
                    <a16:creationId xmlns:a16="http://schemas.microsoft.com/office/drawing/2014/main" id="{A426BFE9-3B40-596B-7C7C-595562D12F4D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1" name="pg3494">
                <a:extLst>
                  <a:ext uri="{FF2B5EF4-FFF2-40B4-BE49-F238E27FC236}">
                    <a16:creationId xmlns:a16="http://schemas.microsoft.com/office/drawing/2014/main" id="{4BD44154-76A4-8F08-986B-38C9EAEDA8A0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2" name="pg3495">
                <a:extLst>
                  <a:ext uri="{FF2B5EF4-FFF2-40B4-BE49-F238E27FC236}">
                    <a16:creationId xmlns:a16="http://schemas.microsoft.com/office/drawing/2014/main" id="{EF4DBD70-B1C6-5B54-57A8-6208F5A5B4FE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3" name="pg3496">
                <a:extLst>
                  <a:ext uri="{FF2B5EF4-FFF2-40B4-BE49-F238E27FC236}">
                    <a16:creationId xmlns:a16="http://schemas.microsoft.com/office/drawing/2014/main" id="{B0751298-4586-39BB-0E46-C8096AF35DD6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4" name="pg3497">
                <a:extLst>
                  <a:ext uri="{FF2B5EF4-FFF2-40B4-BE49-F238E27FC236}">
                    <a16:creationId xmlns:a16="http://schemas.microsoft.com/office/drawing/2014/main" id="{8543379C-97D3-1228-BB5D-E5D7830480C8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5" name="pg3498">
                <a:extLst>
                  <a:ext uri="{FF2B5EF4-FFF2-40B4-BE49-F238E27FC236}">
                    <a16:creationId xmlns:a16="http://schemas.microsoft.com/office/drawing/2014/main" id="{81D8694B-0C6F-003D-AB31-BA91AD46DD3E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6" name="pg3499">
                <a:extLst>
                  <a:ext uri="{FF2B5EF4-FFF2-40B4-BE49-F238E27FC236}">
                    <a16:creationId xmlns:a16="http://schemas.microsoft.com/office/drawing/2014/main" id="{4FE6E83F-6D17-E275-0CF8-7BE2070ABCAB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7" name="pg3500">
                <a:extLst>
                  <a:ext uri="{FF2B5EF4-FFF2-40B4-BE49-F238E27FC236}">
                    <a16:creationId xmlns:a16="http://schemas.microsoft.com/office/drawing/2014/main" id="{87023894-D652-06B8-234B-5760214EFBE1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8" name="pg3501">
                <a:extLst>
                  <a:ext uri="{FF2B5EF4-FFF2-40B4-BE49-F238E27FC236}">
                    <a16:creationId xmlns:a16="http://schemas.microsoft.com/office/drawing/2014/main" id="{79DE4EEE-FCFB-9622-6AF9-E8B79642D81D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49" name="pg3502">
                <a:extLst>
                  <a:ext uri="{FF2B5EF4-FFF2-40B4-BE49-F238E27FC236}">
                    <a16:creationId xmlns:a16="http://schemas.microsoft.com/office/drawing/2014/main" id="{A8BEB709-C892-C121-6484-F5B973C1634D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0" name="pg3503">
                <a:extLst>
                  <a:ext uri="{FF2B5EF4-FFF2-40B4-BE49-F238E27FC236}">
                    <a16:creationId xmlns:a16="http://schemas.microsoft.com/office/drawing/2014/main" id="{BB74873B-55CA-46AD-08F5-958422B2F707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1" name="pg3504">
                <a:extLst>
                  <a:ext uri="{FF2B5EF4-FFF2-40B4-BE49-F238E27FC236}">
                    <a16:creationId xmlns:a16="http://schemas.microsoft.com/office/drawing/2014/main" id="{721A7D4F-FF01-A622-971B-91B3832B47C7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2" name="pg3505">
                <a:extLst>
                  <a:ext uri="{FF2B5EF4-FFF2-40B4-BE49-F238E27FC236}">
                    <a16:creationId xmlns:a16="http://schemas.microsoft.com/office/drawing/2014/main" id="{ED6D2A3D-CF6F-544A-94F2-24D9D100F8CE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3" name="pg3506">
                <a:extLst>
                  <a:ext uri="{FF2B5EF4-FFF2-40B4-BE49-F238E27FC236}">
                    <a16:creationId xmlns:a16="http://schemas.microsoft.com/office/drawing/2014/main" id="{924FCF2E-226B-E644-CA24-25D3032B116F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4" name="pg3507">
                <a:extLst>
                  <a:ext uri="{FF2B5EF4-FFF2-40B4-BE49-F238E27FC236}">
                    <a16:creationId xmlns:a16="http://schemas.microsoft.com/office/drawing/2014/main" id="{9E78CE08-0C80-2BF3-D201-18B188342234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5" name="pg3508">
                <a:extLst>
                  <a:ext uri="{FF2B5EF4-FFF2-40B4-BE49-F238E27FC236}">
                    <a16:creationId xmlns:a16="http://schemas.microsoft.com/office/drawing/2014/main" id="{2A83857D-7BD8-312A-3E95-8B6D27C2070B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6" name="pg3509">
                <a:extLst>
                  <a:ext uri="{FF2B5EF4-FFF2-40B4-BE49-F238E27FC236}">
                    <a16:creationId xmlns:a16="http://schemas.microsoft.com/office/drawing/2014/main" id="{DD9C3F78-3C2A-F79D-BF79-7443B044A3B4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7" name="pg3510">
                <a:extLst>
                  <a:ext uri="{FF2B5EF4-FFF2-40B4-BE49-F238E27FC236}">
                    <a16:creationId xmlns:a16="http://schemas.microsoft.com/office/drawing/2014/main" id="{BD34B216-6AE4-0B8E-B3A5-504484D9E83A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8" name="pg3511">
                <a:extLst>
                  <a:ext uri="{FF2B5EF4-FFF2-40B4-BE49-F238E27FC236}">
                    <a16:creationId xmlns:a16="http://schemas.microsoft.com/office/drawing/2014/main" id="{F20A24DE-FBA6-1B69-8A87-082087D5D961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59" name="pg3512">
                <a:extLst>
                  <a:ext uri="{FF2B5EF4-FFF2-40B4-BE49-F238E27FC236}">
                    <a16:creationId xmlns:a16="http://schemas.microsoft.com/office/drawing/2014/main" id="{F9836301-CB28-3340-D69A-D784FCB4E2A2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0" name="pg3513">
                <a:extLst>
                  <a:ext uri="{FF2B5EF4-FFF2-40B4-BE49-F238E27FC236}">
                    <a16:creationId xmlns:a16="http://schemas.microsoft.com/office/drawing/2014/main" id="{583084CA-D10F-FE5D-F4B0-8C1253A5A9B2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1" name="pg3514">
                <a:extLst>
                  <a:ext uri="{FF2B5EF4-FFF2-40B4-BE49-F238E27FC236}">
                    <a16:creationId xmlns:a16="http://schemas.microsoft.com/office/drawing/2014/main" id="{6E4B9388-75B1-91A9-9A48-6B8EEFE1E65D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2" name="pg3515">
                <a:extLst>
                  <a:ext uri="{FF2B5EF4-FFF2-40B4-BE49-F238E27FC236}">
                    <a16:creationId xmlns:a16="http://schemas.microsoft.com/office/drawing/2014/main" id="{6A5FABE9-1435-CAE7-C603-6904126DC882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3" name="pg3516">
                <a:extLst>
                  <a:ext uri="{FF2B5EF4-FFF2-40B4-BE49-F238E27FC236}">
                    <a16:creationId xmlns:a16="http://schemas.microsoft.com/office/drawing/2014/main" id="{E2C58325-EF3A-072E-F43C-5E9EB599DF14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4" name="pg3517">
                <a:extLst>
                  <a:ext uri="{FF2B5EF4-FFF2-40B4-BE49-F238E27FC236}">
                    <a16:creationId xmlns:a16="http://schemas.microsoft.com/office/drawing/2014/main" id="{99BF38A2-558D-E7BF-8AD9-F273A30D04F5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5" name="pg3518">
                <a:extLst>
                  <a:ext uri="{FF2B5EF4-FFF2-40B4-BE49-F238E27FC236}">
                    <a16:creationId xmlns:a16="http://schemas.microsoft.com/office/drawing/2014/main" id="{E8E1394F-9609-10D6-E975-B4CE3923CC83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6" name="pg3519">
                <a:extLst>
                  <a:ext uri="{FF2B5EF4-FFF2-40B4-BE49-F238E27FC236}">
                    <a16:creationId xmlns:a16="http://schemas.microsoft.com/office/drawing/2014/main" id="{2A9AEC9D-E956-E9EE-2175-4E72BEC9EF2B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7" name="pg3520">
                <a:extLst>
                  <a:ext uri="{FF2B5EF4-FFF2-40B4-BE49-F238E27FC236}">
                    <a16:creationId xmlns:a16="http://schemas.microsoft.com/office/drawing/2014/main" id="{A1736B1D-A85D-9894-EF1E-0D7286FF9217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8" name="pg3521">
                <a:extLst>
                  <a:ext uri="{FF2B5EF4-FFF2-40B4-BE49-F238E27FC236}">
                    <a16:creationId xmlns:a16="http://schemas.microsoft.com/office/drawing/2014/main" id="{1CA11152-9AEE-99B6-3F72-244781C5E603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69" name="pg3522">
                <a:extLst>
                  <a:ext uri="{FF2B5EF4-FFF2-40B4-BE49-F238E27FC236}">
                    <a16:creationId xmlns:a16="http://schemas.microsoft.com/office/drawing/2014/main" id="{2E8D30D2-3377-32C8-D272-B4298D157F63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0" name="pg3523">
                <a:extLst>
                  <a:ext uri="{FF2B5EF4-FFF2-40B4-BE49-F238E27FC236}">
                    <a16:creationId xmlns:a16="http://schemas.microsoft.com/office/drawing/2014/main" id="{1AA5C9D8-33D2-93BA-99A0-3E359DA2C968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1" name="pg3524">
                <a:extLst>
                  <a:ext uri="{FF2B5EF4-FFF2-40B4-BE49-F238E27FC236}">
                    <a16:creationId xmlns:a16="http://schemas.microsoft.com/office/drawing/2014/main" id="{AB3F5F2B-B865-AD26-708A-4EF897C82BD2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2" name="pg3525">
                <a:extLst>
                  <a:ext uri="{FF2B5EF4-FFF2-40B4-BE49-F238E27FC236}">
                    <a16:creationId xmlns:a16="http://schemas.microsoft.com/office/drawing/2014/main" id="{06DDFE9B-BAB9-7237-6DA0-342501C06663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3" name="pg3526">
                <a:extLst>
                  <a:ext uri="{FF2B5EF4-FFF2-40B4-BE49-F238E27FC236}">
                    <a16:creationId xmlns:a16="http://schemas.microsoft.com/office/drawing/2014/main" id="{3939B67B-D7A1-B337-3714-11E8FC30A814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4" name="pg3527">
                <a:extLst>
                  <a:ext uri="{FF2B5EF4-FFF2-40B4-BE49-F238E27FC236}">
                    <a16:creationId xmlns:a16="http://schemas.microsoft.com/office/drawing/2014/main" id="{951C1165-E2BD-F4A2-D95B-53DD4BF79946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5" name="pg3528">
                <a:extLst>
                  <a:ext uri="{FF2B5EF4-FFF2-40B4-BE49-F238E27FC236}">
                    <a16:creationId xmlns:a16="http://schemas.microsoft.com/office/drawing/2014/main" id="{18811D69-5E5F-E8F5-F3EB-1E953E77F3C5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6" name="pg3529">
                <a:extLst>
                  <a:ext uri="{FF2B5EF4-FFF2-40B4-BE49-F238E27FC236}">
                    <a16:creationId xmlns:a16="http://schemas.microsoft.com/office/drawing/2014/main" id="{12DB8C1F-438B-7337-BB37-F4C8903782FB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7" name="pg3530">
                <a:extLst>
                  <a:ext uri="{FF2B5EF4-FFF2-40B4-BE49-F238E27FC236}">
                    <a16:creationId xmlns:a16="http://schemas.microsoft.com/office/drawing/2014/main" id="{B2246E04-28EA-5F76-1B36-2120BD882A49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8" name="pg3531">
                <a:extLst>
                  <a:ext uri="{FF2B5EF4-FFF2-40B4-BE49-F238E27FC236}">
                    <a16:creationId xmlns:a16="http://schemas.microsoft.com/office/drawing/2014/main" id="{25D45066-3176-4BD3-81AD-96FAE411BD90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79" name="pg3532">
                <a:extLst>
                  <a:ext uri="{FF2B5EF4-FFF2-40B4-BE49-F238E27FC236}">
                    <a16:creationId xmlns:a16="http://schemas.microsoft.com/office/drawing/2014/main" id="{C5D89B44-1C5C-E25C-9CAD-128AE4174DA6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0" name="pg3533">
                <a:extLst>
                  <a:ext uri="{FF2B5EF4-FFF2-40B4-BE49-F238E27FC236}">
                    <a16:creationId xmlns:a16="http://schemas.microsoft.com/office/drawing/2014/main" id="{0D36BD01-D1B0-7FC2-9A7C-E706FDAEAB17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1" name="pg3534">
                <a:extLst>
                  <a:ext uri="{FF2B5EF4-FFF2-40B4-BE49-F238E27FC236}">
                    <a16:creationId xmlns:a16="http://schemas.microsoft.com/office/drawing/2014/main" id="{B71CA30F-9BCD-BF7F-6A07-0C1E937B9503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2" name="pg3535">
                <a:extLst>
                  <a:ext uri="{FF2B5EF4-FFF2-40B4-BE49-F238E27FC236}">
                    <a16:creationId xmlns:a16="http://schemas.microsoft.com/office/drawing/2014/main" id="{704BE507-51D2-675A-D9AF-DFB50628E1C1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3" name="pg3536">
                <a:extLst>
                  <a:ext uri="{FF2B5EF4-FFF2-40B4-BE49-F238E27FC236}">
                    <a16:creationId xmlns:a16="http://schemas.microsoft.com/office/drawing/2014/main" id="{A5D7D779-FEEA-7291-E8EE-0E1C8ED7ED26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4" name="pg3537">
                <a:extLst>
                  <a:ext uri="{FF2B5EF4-FFF2-40B4-BE49-F238E27FC236}">
                    <a16:creationId xmlns:a16="http://schemas.microsoft.com/office/drawing/2014/main" id="{F1B3F336-DB34-EE85-0A90-CEA082EB99D6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5" name="pg3538">
                <a:extLst>
                  <a:ext uri="{FF2B5EF4-FFF2-40B4-BE49-F238E27FC236}">
                    <a16:creationId xmlns:a16="http://schemas.microsoft.com/office/drawing/2014/main" id="{E95C6EF4-96AC-8281-12AC-83175560B486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6" name="pg3539">
                <a:extLst>
                  <a:ext uri="{FF2B5EF4-FFF2-40B4-BE49-F238E27FC236}">
                    <a16:creationId xmlns:a16="http://schemas.microsoft.com/office/drawing/2014/main" id="{EC5DB032-9255-616E-BBD9-A2E2713F75F6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7" name="pg3540">
                <a:extLst>
                  <a:ext uri="{FF2B5EF4-FFF2-40B4-BE49-F238E27FC236}">
                    <a16:creationId xmlns:a16="http://schemas.microsoft.com/office/drawing/2014/main" id="{F61F0ADD-C81A-B13E-FBFC-AA7AA91277AA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8" name="pg3541">
                <a:extLst>
                  <a:ext uri="{FF2B5EF4-FFF2-40B4-BE49-F238E27FC236}">
                    <a16:creationId xmlns:a16="http://schemas.microsoft.com/office/drawing/2014/main" id="{EAB0E50F-3717-AE99-4108-820B59FCA661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89" name="pg3542">
                <a:extLst>
                  <a:ext uri="{FF2B5EF4-FFF2-40B4-BE49-F238E27FC236}">
                    <a16:creationId xmlns:a16="http://schemas.microsoft.com/office/drawing/2014/main" id="{4EFC62D5-A643-5FA5-9972-5ED79A30079A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0" name="pg3543">
                <a:extLst>
                  <a:ext uri="{FF2B5EF4-FFF2-40B4-BE49-F238E27FC236}">
                    <a16:creationId xmlns:a16="http://schemas.microsoft.com/office/drawing/2014/main" id="{2D76725C-60F7-ED6C-C07C-24EBEB3756FE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1" name="pg3544">
                <a:extLst>
                  <a:ext uri="{FF2B5EF4-FFF2-40B4-BE49-F238E27FC236}">
                    <a16:creationId xmlns:a16="http://schemas.microsoft.com/office/drawing/2014/main" id="{DFBB7C55-B2BE-889D-2FCA-51E903847A5D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2" name="pg3545">
                <a:extLst>
                  <a:ext uri="{FF2B5EF4-FFF2-40B4-BE49-F238E27FC236}">
                    <a16:creationId xmlns:a16="http://schemas.microsoft.com/office/drawing/2014/main" id="{96D73B95-653F-AE5D-41DD-FE34794FA74F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3" name="pg3546">
                <a:extLst>
                  <a:ext uri="{FF2B5EF4-FFF2-40B4-BE49-F238E27FC236}">
                    <a16:creationId xmlns:a16="http://schemas.microsoft.com/office/drawing/2014/main" id="{3044E0CA-C465-B3B9-6666-8F1B74B6EAE2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4" name="pg3547">
                <a:extLst>
                  <a:ext uri="{FF2B5EF4-FFF2-40B4-BE49-F238E27FC236}">
                    <a16:creationId xmlns:a16="http://schemas.microsoft.com/office/drawing/2014/main" id="{2A73FD8F-ADFA-D8AE-A4AC-5687723A44D1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5" name="pg3548">
                <a:extLst>
                  <a:ext uri="{FF2B5EF4-FFF2-40B4-BE49-F238E27FC236}">
                    <a16:creationId xmlns:a16="http://schemas.microsoft.com/office/drawing/2014/main" id="{0DF9E5DE-034B-F6FA-2CB5-CF9D61EDB010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6" name="pg3549">
                <a:extLst>
                  <a:ext uri="{FF2B5EF4-FFF2-40B4-BE49-F238E27FC236}">
                    <a16:creationId xmlns:a16="http://schemas.microsoft.com/office/drawing/2014/main" id="{A2F85057-6059-DEF7-B4CC-574BB153E294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7" name="pg3550">
                <a:extLst>
                  <a:ext uri="{FF2B5EF4-FFF2-40B4-BE49-F238E27FC236}">
                    <a16:creationId xmlns:a16="http://schemas.microsoft.com/office/drawing/2014/main" id="{E2427CEF-2651-41F0-A4AD-A276C1D0203E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8" name="pg3551">
                <a:extLst>
                  <a:ext uri="{FF2B5EF4-FFF2-40B4-BE49-F238E27FC236}">
                    <a16:creationId xmlns:a16="http://schemas.microsoft.com/office/drawing/2014/main" id="{AEBB1E46-1778-1A69-43EF-852B3972AC27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299" name="pg3552">
                <a:extLst>
                  <a:ext uri="{FF2B5EF4-FFF2-40B4-BE49-F238E27FC236}">
                    <a16:creationId xmlns:a16="http://schemas.microsoft.com/office/drawing/2014/main" id="{F400FCC4-F1D0-EE48-F0FA-E056F9E49564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0" name="pg3553">
                <a:extLst>
                  <a:ext uri="{FF2B5EF4-FFF2-40B4-BE49-F238E27FC236}">
                    <a16:creationId xmlns:a16="http://schemas.microsoft.com/office/drawing/2014/main" id="{6055F6AC-5C2A-381D-19C6-FD8C38B8FF03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1" name="pg3554">
                <a:extLst>
                  <a:ext uri="{FF2B5EF4-FFF2-40B4-BE49-F238E27FC236}">
                    <a16:creationId xmlns:a16="http://schemas.microsoft.com/office/drawing/2014/main" id="{FE86890F-9C6E-E6CC-F2DE-050D2222BA27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2" name="pg3555">
                <a:extLst>
                  <a:ext uri="{FF2B5EF4-FFF2-40B4-BE49-F238E27FC236}">
                    <a16:creationId xmlns:a16="http://schemas.microsoft.com/office/drawing/2014/main" id="{F74AA029-4A78-1584-5147-EA8C723D8CE8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3" name="pg3556">
                <a:extLst>
                  <a:ext uri="{FF2B5EF4-FFF2-40B4-BE49-F238E27FC236}">
                    <a16:creationId xmlns:a16="http://schemas.microsoft.com/office/drawing/2014/main" id="{A856E547-3497-1572-3811-B50E7715541C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4" name="pg3557">
                <a:extLst>
                  <a:ext uri="{FF2B5EF4-FFF2-40B4-BE49-F238E27FC236}">
                    <a16:creationId xmlns:a16="http://schemas.microsoft.com/office/drawing/2014/main" id="{A8740F21-6299-4D53-CFCB-5F64B15898A7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5" name="pg3558">
                <a:extLst>
                  <a:ext uri="{FF2B5EF4-FFF2-40B4-BE49-F238E27FC236}">
                    <a16:creationId xmlns:a16="http://schemas.microsoft.com/office/drawing/2014/main" id="{37958278-2A9B-2EAD-6509-02F6FC655006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6" name="pg3559">
                <a:extLst>
                  <a:ext uri="{FF2B5EF4-FFF2-40B4-BE49-F238E27FC236}">
                    <a16:creationId xmlns:a16="http://schemas.microsoft.com/office/drawing/2014/main" id="{F5096C0F-B76A-5911-7D2C-E069A7C80CB1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7" name="pg3560">
                <a:extLst>
                  <a:ext uri="{FF2B5EF4-FFF2-40B4-BE49-F238E27FC236}">
                    <a16:creationId xmlns:a16="http://schemas.microsoft.com/office/drawing/2014/main" id="{FDD468A9-0D45-E869-BD55-25501EF2CE2C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8" name="pg3561">
                <a:extLst>
                  <a:ext uri="{FF2B5EF4-FFF2-40B4-BE49-F238E27FC236}">
                    <a16:creationId xmlns:a16="http://schemas.microsoft.com/office/drawing/2014/main" id="{AAD68888-1FBC-B364-1D1D-3F3CDF36705B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09" name="pg3562">
                <a:extLst>
                  <a:ext uri="{FF2B5EF4-FFF2-40B4-BE49-F238E27FC236}">
                    <a16:creationId xmlns:a16="http://schemas.microsoft.com/office/drawing/2014/main" id="{88EB62A3-AD25-8F6B-9E51-E6DDF59B079A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0" name="pg3563">
                <a:extLst>
                  <a:ext uri="{FF2B5EF4-FFF2-40B4-BE49-F238E27FC236}">
                    <a16:creationId xmlns:a16="http://schemas.microsoft.com/office/drawing/2014/main" id="{4181D79F-BC57-945C-2AC9-7315E756AC75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1" name="pg3564">
                <a:extLst>
                  <a:ext uri="{FF2B5EF4-FFF2-40B4-BE49-F238E27FC236}">
                    <a16:creationId xmlns:a16="http://schemas.microsoft.com/office/drawing/2014/main" id="{08A21920-073D-BF24-3A7A-4E1876B13957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2" name="pg3565">
                <a:extLst>
                  <a:ext uri="{FF2B5EF4-FFF2-40B4-BE49-F238E27FC236}">
                    <a16:creationId xmlns:a16="http://schemas.microsoft.com/office/drawing/2014/main" id="{9B1D7B8A-E297-04F0-1E08-988569451FDF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3" name="pg3566">
                <a:extLst>
                  <a:ext uri="{FF2B5EF4-FFF2-40B4-BE49-F238E27FC236}">
                    <a16:creationId xmlns:a16="http://schemas.microsoft.com/office/drawing/2014/main" id="{E80A3FDB-5D8C-D769-1655-764BF78CD6D4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4" name="pg3567">
                <a:extLst>
                  <a:ext uri="{FF2B5EF4-FFF2-40B4-BE49-F238E27FC236}">
                    <a16:creationId xmlns:a16="http://schemas.microsoft.com/office/drawing/2014/main" id="{CB9EEB83-F37E-A64D-7F87-356AF0C77603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5" name="pg3568">
                <a:extLst>
                  <a:ext uri="{FF2B5EF4-FFF2-40B4-BE49-F238E27FC236}">
                    <a16:creationId xmlns:a16="http://schemas.microsoft.com/office/drawing/2014/main" id="{7BACF476-9A19-87B4-4E73-0934A2F5A510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6" name="pg3569">
                <a:extLst>
                  <a:ext uri="{FF2B5EF4-FFF2-40B4-BE49-F238E27FC236}">
                    <a16:creationId xmlns:a16="http://schemas.microsoft.com/office/drawing/2014/main" id="{77DC14D7-CD03-44A3-9ABC-6BDE8D587892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7" name="pg3570">
                <a:extLst>
                  <a:ext uri="{FF2B5EF4-FFF2-40B4-BE49-F238E27FC236}">
                    <a16:creationId xmlns:a16="http://schemas.microsoft.com/office/drawing/2014/main" id="{8F365ACB-9FFD-4EBE-B814-E8BC7068E734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8" name="pg3571">
                <a:extLst>
                  <a:ext uri="{FF2B5EF4-FFF2-40B4-BE49-F238E27FC236}">
                    <a16:creationId xmlns:a16="http://schemas.microsoft.com/office/drawing/2014/main" id="{7E4D0C02-4F6B-9472-5202-1F2487904352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19" name="pg3572">
                <a:extLst>
                  <a:ext uri="{FF2B5EF4-FFF2-40B4-BE49-F238E27FC236}">
                    <a16:creationId xmlns:a16="http://schemas.microsoft.com/office/drawing/2014/main" id="{B5339057-F88A-7EE5-9942-B6CCF53A267B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0" name="pg3573">
                <a:extLst>
                  <a:ext uri="{FF2B5EF4-FFF2-40B4-BE49-F238E27FC236}">
                    <a16:creationId xmlns:a16="http://schemas.microsoft.com/office/drawing/2014/main" id="{F75AB633-2E73-7FF1-99D6-C819062F5AD1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1" name="pg3574">
                <a:extLst>
                  <a:ext uri="{FF2B5EF4-FFF2-40B4-BE49-F238E27FC236}">
                    <a16:creationId xmlns:a16="http://schemas.microsoft.com/office/drawing/2014/main" id="{00E90D3F-F50B-870F-C3C8-34CDC5211BCB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2" name="pg3575">
                <a:extLst>
                  <a:ext uri="{FF2B5EF4-FFF2-40B4-BE49-F238E27FC236}">
                    <a16:creationId xmlns:a16="http://schemas.microsoft.com/office/drawing/2014/main" id="{DC834BE3-41FB-2B78-C390-E1317614598B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3" name="pg3576">
                <a:extLst>
                  <a:ext uri="{FF2B5EF4-FFF2-40B4-BE49-F238E27FC236}">
                    <a16:creationId xmlns:a16="http://schemas.microsoft.com/office/drawing/2014/main" id="{5A0635E8-8EF2-ABF7-98C3-5D2D0584BF18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4" name="pg3577">
                <a:extLst>
                  <a:ext uri="{FF2B5EF4-FFF2-40B4-BE49-F238E27FC236}">
                    <a16:creationId xmlns:a16="http://schemas.microsoft.com/office/drawing/2014/main" id="{87EAE918-1EC8-90C1-DDFE-EE92E4D4B93E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5" name="pg3578">
                <a:extLst>
                  <a:ext uri="{FF2B5EF4-FFF2-40B4-BE49-F238E27FC236}">
                    <a16:creationId xmlns:a16="http://schemas.microsoft.com/office/drawing/2014/main" id="{59734D72-0485-54FB-AFBB-E852D950CF4D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6" name="pg3579">
                <a:extLst>
                  <a:ext uri="{FF2B5EF4-FFF2-40B4-BE49-F238E27FC236}">
                    <a16:creationId xmlns:a16="http://schemas.microsoft.com/office/drawing/2014/main" id="{65925474-FCDB-2AEA-0306-911916202A74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7" name="pg3580">
                <a:extLst>
                  <a:ext uri="{FF2B5EF4-FFF2-40B4-BE49-F238E27FC236}">
                    <a16:creationId xmlns:a16="http://schemas.microsoft.com/office/drawing/2014/main" id="{4DC85095-3D7E-0E87-9FF1-A23EA79A87F1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8" name="pg3581">
                <a:extLst>
                  <a:ext uri="{FF2B5EF4-FFF2-40B4-BE49-F238E27FC236}">
                    <a16:creationId xmlns:a16="http://schemas.microsoft.com/office/drawing/2014/main" id="{9E58FE96-1C68-C016-D52D-CEB062774DC7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29" name="pg3582">
                <a:extLst>
                  <a:ext uri="{FF2B5EF4-FFF2-40B4-BE49-F238E27FC236}">
                    <a16:creationId xmlns:a16="http://schemas.microsoft.com/office/drawing/2014/main" id="{23B45F91-5146-722C-5D55-1E27970C1B85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0" name="pg3583">
                <a:extLst>
                  <a:ext uri="{FF2B5EF4-FFF2-40B4-BE49-F238E27FC236}">
                    <a16:creationId xmlns:a16="http://schemas.microsoft.com/office/drawing/2014/main" id="{9C5083D9-1968-5757-F061-D5CB1095E561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1" name="pg3584">
                <a:extLst>
                  <a:ext uri="{FF2B5EF4-FFF2-40B4-BE49-F238E27FC236}">
                    <a16:creationId xmlns:a16="http://schemas.microsoft.com/office/drawing/2014/main" id="{DFF91FCF-2687-6E7F-7EA9-B2FC13DCCCF7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2" name="pg3585">
                <a:extLst>
                  <a:ext uri="{FF2B5EF4-FFF2-40B4-BE49-F238E27FC236}">
                    <a16:creationId xmlns:a16="http://schemas.microsoft.com/office/drawing/2014/main" id="{F13099E3-124B-9DEE-3DA4-558077379AC9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3" name="pg3586">
                <a:extLst>
                  <a:ext uri="{FF2B5EF4-FFF2-40B4-BE49-F238E27FC236}">
                    <a16:creationId xmlns:a16="http://schemas.microsoft.com/office/drawing/2014/main" id="{ED932D3C-875E-D524-46A2-D3698B4B37F0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4" name="pg3587">
                <a:extLst>
                  <a:ext uri="{FF2B5EF4-FFF2-40B4-BE49-F238E27FC236}">
                    <a16:creationId xmlns:a16="http://schemas.microsoft.com/office/drawing/2014/main" id="{235F4CCB-4DA2-D578-0AEC-A1A81A577710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5" name="pg3588">
                <a:extLst>
                  <a:ext uri="{FF2B5EF4-FFF2-40B4-BE49-F238E27FC236}">
                    <a16:creationId xmlns:a16="http://schemas.microsoft.com/office/drawing/2014/main" id="{3B3DDBD5-0D74-C695-7DE6-897015686202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6" name="pg3589">
                <a:extLst>
                  <a:ext uri="{FF2B5EF4-FFF2-40B4-BE49-F238E27FC236}">
                    <a16:creationId xmlns:a16="http://schemas.microsoft.com/office/drawing/2014/main" id="{A878C370-7E88-DD89-9197-0C8651DDF5C5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7" name="pg3590">
                <a:extLst>
                  <a:ext uri="{FF2B5EF4-FFF2-40B4-BE49-F238E27FC236}">
                    <a16:creationId xmlns:a16="http://schemas.microsoft.com/office/drawing/2014/main" id="{DCEAD2A3-21A7-E273-9C6F-B0318F0C7BA4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8" name="pg3591">
                <a:extLst>
                  <a:ext uri="{FF2B5EF4-FFF2-40B4-BE49-F238E27FC236}">
                    <a16:creationId xmlns:a16="http://schemas.microsoft.com/office/drawing/2014/main" id="{E7B6A03C-0DEB-E66C-8791-8AD51CC9A6E6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39" name="pg3592">
                <a:extLst>
                  <a:ext uri="{FF2B5EF4-FFF2-40B4-BE49-F238E27FC236}">
                    <a16:creationId xmlns:a16="http://schemas.microsoft.com/office/drawing/2014/main" id="{B9544C04-3317-47D0-0E6D-FDEDE0EDD271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0" name="pg3593">
                <a:extLst>
                  <a:ext uri="{FF2B5EF4-FFF2-40B4-BE49-F238E27FC236}">
                    <a16:creationId xmlns:a16="http://schemas.microsoft.com/office/drawing/2014/main" id="{25EE075D-2470-9477-5684-9D715C8B22D4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1" name="pg3594">
                <a:extLst>
                  <a:ext uri="{FF2B5EF4-FFF2-40B4-BE49-F238E27FC236}">
                    <a16:creationId xmlns:a16="http://schemas.microsoft.com/office/drawing/2014/main" id="{5F2B5A7A-0D63-70EA-822D-8B858DBD5B0B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2" name="pg3595">
                <a:extLst>
                  <a:ext uri="{FF2B5EF4-FFF2-40B4-BE49-F238E27FC236}">
                    <a16:creationId xmlns:a16="http://schemas.microsoft.com/office/drawing/2014/main" id="{7B160E04-0484-199D-6EF4-A550A2C4914D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3" name="pg3596">
                <a:extLst>
                  <a:ext uri="{FF2B5EF4-FFF2-40B4-BE49-F238E27FC236}">
                    <a16:creationId xmlns:a16="http://schemas.microsoft.com/office/drawing/2014/main" id="{EF1CFFE9-CBE7-425D-518F-DB889C654D69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4" name="pg3597">
                <a:extLst>
                  <a:ext uri="{FF2B5EF4-FFF2-40B4-BE49-F238E27FC236}">
                    <a16:creationId xmlns:a16="http://schemas.microsoft.com/office/drawing/2014/main" id="{0BA34030-F294-4268-B20D-5BF002D0542F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5" name="pg3598">
                <a:extLst>
                  <a:ext uri="{FF2B5EF4-FFF2-40B4-BE49-F238E27FC236}">
                    <a16:creationId xmlns:a16="http://schemas.microsoft.com/office/drawing/2014/main" id="{C9C0CF14-4EA8-C855-BE31-B20F3549A509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6" name="pg3599">
                <a:extLst>
                  <a:ext uri="{FF2B5EF4-FFF2-40B4-BE49-F238E27FC236}">
                    <a16:creationId xmlns:a16="http://schemas.microsoft.com/office/drawing/2014/main" id="{C874FF4C-A67E-8CE2-E3B9-11881CEAE72A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7" name="pg3600">
                <a:extLst>
                  <a:ext uri="{FF2B5EF4-FFF2-40B4-BE49-F238E27FC236}">
                    <a16:creationId xmlns:a16="http://schemas.microsoft.com/office/drawing/2014/main" id="{1B14101D-6483-E51B-22BE-238F2AE28302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8" name="pg3601">
                <a:extLst>
                  <a:ext uri="{FF2B5EF4-FFF2-40B4-BE49-F238E27FC236}">
                    <a16:creationId xmlns:a16="http://schemas.microsoft.com/office/drawing/2014/main" id="{CCA9C6BC-A9BE-3B4D-03F9-5769CD92FD3B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49" name="pg3602">
                <a:extLst>
                  <a:ext uri="{FF2B5EF4-FFF2-40B4-BE49-F238E27FC236}">
                    <a16:creationId xmlns:a16="http://schemas.microsoft.com/office/drawing/2014/main" id="{79D777F5-F92B-CF6F-9A0B-ED729A91B383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0" name="pg3603">
                <a:extLst>
                  <a:ext uri="{FF2B5EF4-FFF2-40B4-BE49-F238E27FC236}">
                    <a16:creationId xmlns:a16="http://schemas.microsoft.com/office/drawing/2014/main" id="{BBFBE3EE-CA19-A6A6-AF25-48F45DCD231B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1" name="pg3604">
                <a:extLst>
                  <a:ext uri="{FF2B5EF4-FFF2-40B4-BE49-F238E27FC236}">
                    <a16:creationId xmlns:a16="http://schemas.microsoft.com/office/drawing/2014/main" id="{7FC9BA67-DA83-66C4-ECE6-6B75FEFCCAC0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2" name="pg3605">
                <a:extLst>
                  <a:ext uri="{FF2B5EF4-FFF2-40B4-BE49-F238E27FC236}">
                    <a16:creationId xmlns:a16="http://schemas.microsoft.com/office/drawing/2014/main" id="{C46A95A8-8916-B291-0D96-53B229E609BE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3" name="pg3606">
                <a:extLst>
                  <a:ext uri="{FF2B5EF4-FFF2-40B4-BE49-F238E27FC236}">
                    <a16:creationId xmlns:a16="http://schemas.microsoft.com/office/drawing/2014/main" id="{CE037317-3958-1F1A-73F2-8275F0324C3E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4" name="pg3607">
                <a:extLst>
                  <a:ext uri="{FF2B5EF4-FFF2-40B4-BE49-F238E27FC236}">
                    <a16:creationId xmlns:a16="http://schemas.microsoft.com/office/drawing/2014/main" id="{3C3D1321-A9AC-DD20-08AF-1AFF630F09D8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5" name="pg3608">
                <a:extLst>
                  <a:ext uri="{FF2B5EF4-FFF2-40B4-BE49-F238E27FC236}">
                    <a16:creationId xmlns:a16="http://schemas.microsoft.com/office/drawing/2014/main" id="{47FC0273-08CE-82BE-B14B-E5241CF03AED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6" name="pg3609">
                <a:extLst>
                  <a:ext uri="{FF2B5EF4-FFF2-40B4-BE49-F238E27FC236}">
                    <a16:creationId xmlns:a16="http://schemas.microsoft.com/office/drawing/2014/main" id="{E8E39F7C-DAB7-82BA-B703-9FA6479BA553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7" name="pg3610">
                <a:extLst>
                  <a:ext uri="{FF2B5EF4-FFF2-40B4-BE49-F238E27FC236}">
                    <a16:creationId xmlns:a16="http://schemas.microsoft.com/office/drawing/2014/main" id="{6010757C-6830-778C-5233-E4BEE6DA8569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8" name="pg3611">
                <a:extLst>
                  <a:ext uri="{FF2B5EF4-FFF2-40B4-BE49-F238E27FC236}">
                    <a16:creationId xmlns:a16="http://schemas.microsoft.com/office/drawing/2014/main" id="{352CFFE6-545C-2355-D445-DC1D8947E3F1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59" name="pg3612">
                <a:extLst>
                  <a:ext uri="{FF2B5EF4-FFF2-40B4-BE49-F238E27FC236}">
                    <a16:creationId xmlns:a16="http://schemas.microsoft.com/office/drawing/2014/main" id="{FCF8BEE1-2321-63A2-F7AA-25FD253F43D7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0" name="pg3613">
                <a:extLst>
                  <a:ext uri="{FF2B5EF4-FFF2-40B4-BE49-F238E27FC236}">
                    <a16:creationId xmlns:a16="http://schemas.microsoft.com/office/drawing/2014/main" id="{BCEBA4EA-F13A-6414-4EA6-C7484179ED71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1" name="pg3614">
                <a:extLst>
                  <a:ext uri="{FF2B5EF4-FFF2-40B4-BE49-F238E27FC236}">
                    <a16:creationId xmlns:a16="http://schemas.microsoft.com/office/drawing/2014/main" id="{2400EF5C-8E12-B8FF-2EAB-07E1D71CC1FC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2" name="pg3615">
                <a:extLst>
                  <a:ext uri="{FF2B5EF4-FFF2-40B4-BE49-F238E27FC236}">
                    <a16:creationId xmlns:a16="http://schemas.microsoft.com/office/drawing/2014/main" id="{4CD0409C-9258-224D-B722-9E30D966A4DC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3" name="pg3616">
                <a:extLst>
                  <a:ext uri="{FF2B5EF4-FFF2-40B4-BE49-F238E27FC236}">
                    <a16:creationId xmlns:a16="http://schemas.microsoft.com/office/drawing/2014/main" id="{122AF5A4-D241-B6AF-E855-6B3C106C6E8F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4" name="pg3617">
                <a:extLst>
                  <a:ext uri="{FF2B5EF4-FFF2-40B4-BE49-F238E27FC236}">
                    <a16:creationId xmlns:a16="http://schemas.microsoft.com/office/drawing/2014/main" id="{05A7024B-69D8-EB76-198D-78C8D0684B0A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5" name="pg3618">
                <a:extLst>
                  <a:ext uri="{FF2B5EF4-FFF2-40B4-BE49-F238E27FC236}">
                    <a16:creationId xmlns:a16="http://schemas.microsoft.com/office/drawing/2014/main" id="{0D4281AA-CC37-CAED-B9BC-8138FEA8CDA3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6" name="pg3619">
                <a:extLst>
                  <a:ext uri="{FF2B5EF4-FFF2-40B4-BE49-F238E27FC236}">
                    <a16:creationId xmlns:a16="http://schemas.microsoft.com/office/drawing/2014/main" id="{DD14B95A-A123-8899-99D0-5A2BE2B2747F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7" name="pg3620">
                <a:extLst>
                  <a:ext uri="{FF2B5EF4-FFF2-40B4-BE49-F238E27FC236}">
                    <a16:creationId xmlns:a16="http://schemas.microsoft.com/office/drawing/2014/main" id="{BF8F30A0-C9C2-A133-92CE-5BCD06E3336B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8" name="pg3621">
                <a:extLst>
                  <a:ext uri="{FF2B5EF4-FFF2-40B4-BE49-F238E27FC236}">
                    <a16:creationId xmlns:a16="http://schemas.microsoft.com/office/drawing/2014/main" id="{3E40F2AF-42C9-EEDA-103F-47987BCE916C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69" name="pg3622">
                <a:extLst>
                  <a:ext uri="{FF2B5EF4-FFF2-40B4-BE49-F238E27FC236}">
                    <a16:creationId xmlns:a16="http://schemas.microsoft.com/office/drawing/2014/main" id="{2A31D93C-4489-8648-F097-B8B67F41702A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0" name="pg3623">
                <a:extLst>
                  <a:ext uri="{FF2B5EF4-FFF2-40B4-BE49-F238E27FC236}">
                    <a16:creationId xmlns:a16="http://schemas.microsoft.com/office/drawing/2014/main" id="{7A697795-C968-1952-5098-63F262C17658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1" name="pg3624">
                <a:extLst>
                  <a:ext uri="{FF2B5EF4-FFF2-40B4-BE49-F238E27FC236}">
                    <a16:creationId xmlns:a16="http://schemas.microsoft.com/office/drawing/2014/main" id="{73C8F64B-7115-3577-D070-494FBC452238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2" name="pg3625">
                <a:extLst>
                  <a:ext uri="{FF2B5EF4-FFF2-40B4-BE49-F238E27FC236}">
                    <a16:creationId xmlns:a16="http://schemas.microsoft.com/office/drawing/2014/main" id="{373EC994-1822-3D76-FCE5-C3CE9FA8A3F4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3" name="pg3626">
                <a:extLst>
                  <a:ext uri="{FF2B5EF4-FFF2-40B4-BE49-F238E27FC236}">
                    <a16:creationId xmlns:a16="http://schemas.microsoft.com/office/drawing/2014/main" id="{C8D507A6-C90E-CB39-F9BC-4B5FFE1D7769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4" name="pg3627">
                <a:extLst>
                  <a:ext uri="{FF2B5EF4-FFF2-40B4-BE49-F238E27FC236}">
                    <a16:creationId xmlns:a16="http://schemas.microsoft.com/office/drawing/2014/main" id="{79369066-81EB-0CBB-2BE0-CDDFB50363A5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5" name="pg3628">
                <a:extLst>
                  <a:ext uri="{FF2B5EF4-FFF2-40B4-BE49-F238E27FC236}">
                    <a16:creationId xmlns:a16="http://schemas.microsoft.com/office/drawing/2014/main" id="{9BD831AF-AA90-E204-D6A0-D26D1828E20E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6" name="pg3629">
                <a:extLst>
                  <a:ext uri="{FF2B5EF4-FFF2-40B4-BE49-F238E27FC236}">
                    <a16:creationId xmlns:a16="http://schemas.microsoft.com/office/drawing/2014/main" id="{EE445738-A790-108F-7E06-C140343A8E25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7" name="pg3630">
                <a:extLst>
                  <a:ext uri="{FF2B5EF4-FFF2-40B4-BE49-F238E27FC236}">
                    <a16:creationId xmlns:a16="http://schemas.microsoft.com/office/drawing/2014/main" id="{E59E6153-6EC1-4BFA-F3F2-C0AFF731A88B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8" name="pg3631">
                <a:extLst>
                  <a:ext uri="{FF2B5EF4-FFF2-40B4-BE49-F238E27FC236}">
                    <a16:creationId xmlns:a16="http://schemas.microsoft.com/office/drawing/2014/main" id="{25933374-EEB4-5ED2-8CBE-9BAE7816F3A6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79" name="pg3632">
                <a:extLst>
                  <a:ext uri="{FF2B5EF4-FFF2-40B4-BE49-F238E27FC236}">
                    <a16:creationId xmlns:a16="http://schemas.microsoft.com/office/drawing/2014/main" id="{E4B2426C-8D98-9BF7-1B1C-CF9541D56084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0" name="pg3633">
                <a:extLst>
                  <a:ext uri="{FF2B5EF4-FFF2-40B4-BE49-F238E27FC236}">
                    <a16:creationId xmlns:a16="http://schemas.microsoft.com/office/drawing/2014/main" id="{D9B69C03-B46B-42C5-C71F-B8178F129942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1" name="pg3634">
                <a:extLst>
                  <a:ext uri="{FF2B5EF4-FFF2-40B4-BE49-F238E27FC236}">
                    <a16:creationId xmlns:a16="http://schemas.microsoft.com/office/drawing/2014/main" id="{CF204231-2E34-C87D-ACBD-3277F23A1E33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2" name="pg3635">
                <a:extLst>
                  <a:ext uri="{FF2B5EF4-FFF2-40B4-BE49-F238E27FC236}">
                    <a16:creationId xmlns:a16="http://schemas.microsoft.com/office/drawing/2014/main" id="{005228E1-7C10-336E-6A2F-8026A6D746E9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3" name="pg3636">
                <a:extLst>
                  <a:ext uri="{FF2B5EF4-FFF2-40B4-BE49-F238E27FC236}">
                    <a16:creationId xmlns:a16="http://schemas.microsoft.com/office/drawing/2014/main" id="{76852190-03B7-C033-93E2-7A8E4276CEF3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4" name="pg3637">
                <a:extLst>
                  <a:ext uri="{FF2B5EF4-FFF2-40B4-BE49-F238E27FC236}">
                    <a16:creationId xmlns:a16="http://schemas.microsoft.com/office/drawing/2014/main" id="{DF26A052-26C9-21A9-6A2C-BF14C8AF8B0B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5" name="pg3638">
                <a:extLst>
                  <a:ext uri="{FF2B5EF4-FFF2-40B4-BE49-F238E27FC236}">
                    <a16:creationId xmlns:a16="http://schemas.microsoft.com/office/drawing/2014/main" id="{FDC575C7-D8C0-1987-2DE6-799D038BE9CA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6" name="pg3639">
                <a:extLst>
                  <a:ext uri="{FF2B5EF4-FFF2-40B4-BE49-F238E27FC236}">
                    <a16:creationId xmlns:a16="http://schemas.microsoft.com/office/drawing/2014/main" id="{5E421682-EF6B-65EF-7413-B46E593114FA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7" name="pg3640">
                <a:extLst>
                  <a:ext uri="{FF2B5EF4-FFF2-40B4-BE49-F238E27FC236}">
                    <a16:creationId xmlns:a16="http://schemas.microsoft.com/office/drawing/2014/main" id="{B3377CD2-038E-5495-91DA-4231CA9C2BCB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8" name="pg3641">
                <a:extLst>
                  <a:ext uri="{FF2B5EF4-FFF2-40B4-BE49-F238E27FC236}">
                    <a16:creationId xmlns:a16="http://schemas.microsoft.com/office/drawing/2014/main" id="{93E58207-D3CD-00F0-8AC5-7B8A12A57111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89" name="pg3642">
                <a:extLst>
                  <a:ext uri="{FF2B5EF4-FFF2-40B4-BE49-F238E27FC236}">
                    <a16:creationId xmlns:a16="http://schemas.microsoft.com/office/drawing/2014/main" id="{265CE40B-5B4F-079D-2909-BB705B2E47F9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0" name="pg3643">
                <a:extLst>
                  <a:ext uri="{FF2B5EF4-FFF2-40B4-BE49-F238E27FC236}">
                    <a16:creationId xmlns:a16="http://schemas.microsoft.com/office/drawing/2014/main" id="{8259597B-928C-0AE9-04B1-48C2C3DD70E8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1" name="pg3644">
                <a:extLst>
                  <a:ext uri="{FF2B5EF4-FFF2-40B4-BE49-F238E27FC236}">
                    <a16:creationId xmlns:a16="http://schemas.microsoft.com/office/drawing/2014/main" id="{68C62917-D95D-6E09-6FCB-7A2E85DE35A7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2" name="pg3645">
                <a:extLst>
                  <a:ext uri="{FF2B5EF4-FFF2-40B4-BE49-F238E27FC236}">
                    <a16:creationId xmlns:a16="http://schemas.microsoft.com/office/drawing/2014/main" id="{DA86718B-1945-E8F4-440C-18D8A4264F00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3" name="pg3646">
                <a:extLst>
                  <a:ext uri="{FF2B5EF4-FFF2-40B4-BE49-F238E27FC236}">
                    <a16:creationId xmlns:a16="http://schemas.microsoft.com/office/drawing/2014/main" id="{26C50865-313F-4D7A-C171-A98F9906443B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4" name="pg3647">
                <a:extLst>
                  <a:ext uri="{FF2B5EF4-FFF2-40B4-BE49-F238E27FC236}">
                    <a16:creationId xmlns:a16="http://schemas.microsoft.com/office/drawing/2014/main" id="{84749D52-189F-E392-C5AF-0A4911D54D13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5" name="pg3648">
                <a:extLst>
                  <a:ext uri="{FF2B5EF4-FFF2-40B4-BE49-F238E27FC236}">
                    <a16:creationId xmlns:a16="http://schemas.microsoft.com/office/drawing/2014/main" id="{B4CE11AA-A9C7-8778-8126-D7387BA2C1A3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6" name="pg3649">
                <a:extLst>
                  <a:ext uri="{FF2B5EF4-FFF2-40B4-BE49-F238E27FC236}">
                    <a16:creationId xmlns:a16="http://schemas.microsoft.com/office/drawing/2014/main" id="{2ECBA85F-E58E-4EC7-4203-C4E1B4D0AC68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7" name="pg3650">
                <a:extLst>
                  <a:ext uri="{FF2B5EF4-FFF2-40B4-BE49-F238E27FC236}">
                    <a16:creationId xmlns:a16="http://schemas.microsoft.com/office/drawing/2014/main" id="{CEDB11AC-1E02-D9A7-D547-37C168DDD31B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8" name="pg3651">
                <a:extLst>
                  <a:ext uri="{FF2B5EF4-FFF2-40B4-BE49-F238E27FC236}">
                    <a16:creationId xmlns:a16="http://schemas.microsoft.com/office/drawing/2014/main" id="{37947302-9CE5-B547-34AD-387E82ECB6A7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399" name="pg3652">
                <a:extLst>
                  <a:ext uri="{FF2B5EF4-FFF2-40B4-BE49-F238E27FC236}">
                    <a16:creationId xmlns:a16="http://schemas.microsoft.com/office/drawing/2014/main" id="{3CBB25A4-B02B-E82B-BFAF-2DF7A783D846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0" name="pg3653">
                <a:extLst>
                  <a:ext uri="{FF2B5EF4-FFF2-40B4-BE49-F238E27FC236}">
                    <a16:creationId xmlns:a16="http://schemas.microsoft.com/office/drawing/2014/main" id="{16DEF328-047C-8D45-DF03-6896E537CD0F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1" name="pg3654">
                <a:extLst>
                  <a:ext uri="{FF2B5EF4-FFF2-40B4-BE49-F238E27FC236}">
                    <a16:creationId xmlns:a16="http://schemas.microsoft.com/office/drawing/2014/main" id="{D757F7BE-324B-200D-02D1-A297469E0612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2" name="pg3655">
                <a:extLst>
                  <a:ext uri="{FF2B5EF4-FFF2-40B4-BE49-F238E27FC236}">
                    <a16:creationId xmlns:a16="http://schemas.microsoft.com/office/drawing/2014/main" id="{1733995F-DB6F-78D6-B504-C59E2B712C98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3" name="pg3656">
                <a:extLst>
                  <a:ext uri="{FF2B5EF4-FFF2-40B4-BE49-F238E27FC236}">
                    <a16:creationId xmlns:a16="http://schemas.microsoft.com/office/drawing/2014/main" id="{AFDEE2E8-776F-D1EA-FBEC-1A740094C1AA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4" name="pg3657">
                <a:extLst>
                  <a:ext uri="{FF2B5EF4-FFF2-40B4-BE49-F238E27FC236}">
                    <a16:creationId xmlns:a16="http://schemas.microsoft.com/office/drawing/2014/main" id="{AAE37AC3-741D-2222-4DD4-10FC85A8C716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5" name="pg3658">
                <a:extLst>
                  <a:ext uri="{FF2B5EF4-FFF2-40B4-BE49-F238E27FC236}">
                    <a16:creationId xmlns:a16="http://schemas.microsoft.com/office/drawing/2014/main" id="{99E9E84C-BF61-EF13-EBD8-6DD8CCC59285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6" name="pg3659">
                <a:extLst>
                  <a:ext uri="{FF2B5EF4-FFF2-40B4-BE49-F238E27FC236}">
                    <a16:creationId xmlns:a16="http://schemas.microsoft.com/office/drawing/2014/main" id="{30518BFC-45DC-088C-33E2-FBABCDFC259F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7" name="pg3660">
                <a:extLst>
                  <a:ext uri="{FF2B5EF4-FFF2-40B4-BE49-F238E27FC236}">
                    <a16:creationId xmlns:a16="http://schemas.microsoft.com/office/drawing/2014/main" id="{6FBD02EC-2CAC-061F-1ACA-34D059993AD3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8" name="pg3661">
                <a:extLst>
                  <a:ext uri="{FF2B5EF4-FFF2-40B4-BE49-F238E27FC236}">
                    <a16:creationId xmlns:a16="http://schemas.microsoft.com/office/drawing/2014/main" id="{777A0B3A-FE2D-1038-AFAC-4F881154D3FC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09" name="pg3662">
                <a:extLst>
                  <a:ext uri="{FF2B5EF4-FFF2-40B4-BE49-F238E27FC236}">
                    <a16:creationId xmlns:a16="http://schemas.microsoft.com/office/drawing/2014/main" id="{2C7FFE87-7970-B6D2-B557-10DBDCAC7F7E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0" name="pg3663">
                <a:extLst>
                  <a:ext uri="{FF2B5EF4-FFF2-40B4-BE49-F238E27FC236}">
                    <a16:creationId xmlns:a16="http://schemas.microsoft.com/office/drawing/2014/main" id="{571ABACA-59D1-30A2-DEBC-3BF430E2A138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1" name="pg3664">
                <a:extLst>
                  <a:ext uri="{FF2B5EF4-FFF2-40B4-BE49-F238E27FC236}">
                    <a16:creationId xmlns:a16="http://schemas.microsoft.com/office/drawing/2014/main" id="{81BE4EA8-1157-D201-ACAA-B10EC07701CE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2" name="pg3665">
                <a:extLst>
                  <a:ext uri="{FF2B5EF4-FFF2-40B4-BE49-F238E27FC236}">
                    <a16:creationId xmlns:a16="http://schemas.microsoft.com/office/drawing/2014/main" id="{1EF23151-5B85-155B-2832-5BF08E752925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3" name="pg3666">
                <a:extLst>
                  <a:ext uri="{FF2B5EF4-FFF2-40B4-BE49-F238E27FC236}">
                    <a16:creationId xmlns:a16="http://schemas.microsoft.com/office/drawing/2014/main" id="{5CE7466A-EBFA-8B85-CF28-FE1B78D6DB67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4" name="pg3667">
                <a:extLst>
                  <a:ext uri="{FF2B5EF4-FFF2-40B4-BE49-F238E27FC236}">
                    <a16:creationId xmlns:a16="http://schemas.microsoft.com/office/drawing/2014/main" id="{318C872D-93F4-B253-462D-D3EA651EAFBC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5" name="pg3668">
                <a:extLst>
                  <a:ext uri="{FF2B5EF4-FFF2-40B4-BE49-F238E27FC236}">
                    <a16:creationId xmlns:a16="http://schemas.microsoft.com/office/drawing/2014/main" id="{0CBB642A-94EA-627B-1136-90E48CF5480A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6" name="pg3669">
                <a:extLst>
                  <a:ext uri="{FF2B5EF4-FFF2-40B4-BE49-F238E27FC236}">
                    <a16:creationId xmlns:a16="http://schemas.microsoft.com/office/drawing/2014/main" id="{4A6572F7-C050-F1B3-2735-76CFFB536497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7" name="pg3670">
                <a:extLst>
                  <a:ext uri="{FF2B5EF4-FFF2-40B4-BE49-F238E27FC236}">
                    <a16:creationId xmlns:a16="http://schemas.microsoft.com/office/drawing/2014/main" id="{982D44C4-3550-0B62-B248-0C95729AEAD4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8" name="pg3671">
                <a:extLst>
                  <a:ext uri="{FF2B5EF4-FFF2-40B4-BE49-F238E27FC236}">
                    <a16:creationId xmlns:a16="http://schemas.microsoft.com/office/drawing/2014/main" id="{79A86E84-5056-82E2-2E5C-D160EDBD0295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19" name="pg3672">
                <a:extLst>
                  <a:ext uri="{FF2B5EF4-FFF2-40B4-BE49-F238E27FC236}">
                    <a16:creationId xmlns:a16="http://schemas.microsoft.com/office/drawing/2014/main" id="{8E30BA8E-E797-3FD2-5DB9-3DADFED4CC93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0" name="pg3673">
                <a:extLst>
                  <a:ext uri="{FF2B5EF4-FFF2-40B4-BE49-F238E27FC236}">
                    <a16:creationId xmlns:a16="http://schemas.microsoft.com/office/drawing/2014/main" id="{6941400B-8A9F-7CBC-9026-573124FE961C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1" name="pg3674">
                <a:extLst>
                  <a:ext uri="{FF2B5EF4-FFF2-40B4-BE49-F238E27FC236}">
                    <a16:creationId xmlns:a16="http://schemas.microsoft.com/office/drawing/2014/main" id="{754D36C2-BCEE-165B-27ED-B6701032D6ED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2" name="pg3675">
                <a:extLst>
                  <a:ext uri="{FF2B5EF4-FFF2-40B4-BE49-F238E27FC236}">
                    <a16:creationId xmlns:a16="http://schemas.microsoft.com/office/drawing/2014/main" id="{8495E2ED-4DE6-29FC-29A7-EC21CA7CE658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3" name="pg3676">
                <a:extLst>
                  <a:ext uri="{FF2B5EF4-FFF2-40B4-BE49-F238E27FC236}">
                    <a16:creationId xmlns:a16="http://schemas.microsoft.com/office/drawing/2014/main" id="{26FD43C2-CE1B-B268-FDD7-B5124A300406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4" name="pg3677">
                <a:extLst>
                  <a:ext uri="{FF2B5EF4-FFF2-40B4-BE49-F238E27FC236}">
                    <a16:creationId xmlns:a16="http://schemas.microsoft.com/office/drawing/2014/main" id="{8657C3AE-25BF-2B2D-E9AB-DE6725D7AA91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5" name="pg3678">
                <a:extLst>
                  <a:ext uri="{FF2B5EF4-FFF2-40B4-BE49-F238E27FC236}">
                    <a16:creationId xmlns:a16="http://schemas.microsoft.com/office/drawing/2014/main" id="{FD1ED380-2A99-6D0F-1B2E-57569D2364AC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6" name="pg3679">
                <a:extLst>
                  <a:ext uri="{FF2B5EF4-FFF2-40B4-BE49-F238E27FC236}">
                    <a16:creationId xmlns:a16="http://schemas.microsoft.com/office/drawing/2014/main" id="{42D8A1AA-A2AA-964F-BF55-B6A76DA59691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7" name="pg3680">
                <a:extLst>
                  <a:ext uri="{FF2B5EF4-FFF2-40B4-BE49-F238E27FC236}">
                    <a16:creationId xmlns:a16="http://schemas.microsoft.com/office/drawing/2014/main" id="{5CB152C2-0EEE-B69F-1121-C26ED23D423A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8" name="pg3681">
                <a:extLst>
                  <a:ext uri="{FF2B5EF4-FFF2-40B4-BE49-F238E27FC236}">
                    <a16:creationId xmlns:a16="http://schemas.microsoft.com/office/drawing/2014/main" id="{C38F6BF9-538C-FA97-D947-9D9B15F11F13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29" name="pg3682">
                <a:extLst>
                  <a:ext uri="{FF2B5EF4-FFF2-40B4-BE49-F238E27FC236}">
                    <a16:creationId xmlns:a16="http://schemas.microsoft.com/office/drawing/2014/main" id="{5E16B816-57BF-D8F6-161A-3A4CBCBB513B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0" name="pg3683">
                <a:extLst>
                  <a:ext uri="{FF2B5EF4-FFF2-40B4-BE49-F238E27FC236}">
                    <a16:creationId xmlns:a16="http://schemas.microsoft.com/office/drawing/2014/main" id="{F18020FF-027F-863D-7FBC-21EEB34A2C91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1" name="pg3684">
                <a:extLst>
                  <a:ext uri="{FF2B5EF4-FFF2-40B4-BE49-F238E27FC236}">
                    <a16:creationId xmlns:a16="http://schemas.microsoft.com/office/drawing/2014/main" id="{A26CC065-DF6E-BF32-C4A2-9F91669BD1FF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2" name="pg3685">
                <a:extLst>
                  <a:ext uri="{FF2B5EF4-FFF2-40B4-BE49-F238E27FC236}">
                    <a16:creationId xmlns:a16="http://schemas.microsoft.com/office/drawing/2014/main" id="{96C59A0C-3E00-C76F-4978-0906D1AA3D91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3" name="pg3686">
                <a:extLst>
                  <a:ext uri="{FF2B5EF4-FFF2-40B4-BE49-F238E27FC236}">
                    <a16:creationId xmlns:a16="http://schemas.microsoft.com/office/drawing/2014/main" id="{EB2F3690-D493-5307-2FD1-B289AE6D5748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4" name="pg3687">
                <a:extLst>
                  <a:ext uri="{FF2B5EF4-FFF2-40B4-BE49-F238E27FC236}">
                    <a16:creationId xmlns:a16="http://schemas.microsoft.com/office/drawing/2014/main" id="{1000DD9A-3C7E-17F0-4CAB-33ECFB960C83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5" name="pg3688">
                <a:extLst>
                  <a:ext uri="{FF2B5EF4-FFF2-40B4-BE49-F238E27FC236}">
                    <a16:creationId xmlns:a16="http://schemas.microsoft.com/office/drawing/2014/main" id="{74BC4811-4EA4-89F2-03A6-B920555B78C4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6" name="pg3689">
                <a:extLst>
                  <a:ext uri="{FF2B5EF4-FFF2-40B4-BE49-F238E27FC236}">
                    <a16:creationId xmlns:a16="http://schemas.microsoft.com/office/drawing/2014/main" id="{F4AD598E-AB1B-C7E3-8308-72E9665CBC5C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7" name="pg3690">
                <a:extLst>
                  <a:ext uri="{FF2B5EF4-FFF2-40B4-BE49-F238E27FC236}">
                    <a16:creationId xmlns:a16="http://schemas.microsoft.com/office/drawing/2014/main" id="{67C27DCA-90DB-7CAE-F14F-4C8690522B3E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8" name="pg3691">
                <a:extLst>
                  <a:ext uri="{FF2B5EF4-FFF2-40B4-BE49-F238E27FC236}">
                    <a16:creationId xmlns:a16="http://schemas.microsoft.com/office/drawing/2014/main" id="{1E4ECF56-9352-DE86-0268-3DC24625F65E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39" name="pg3692">
                <a:extLst>
                  <a:ext uri="{FF2B5EF4-FFF2-40B4-BE49-F238E27FC236}">
                    <a16:creationId xmlns:a16="http://schemas.microsoft.com/office/drawing/2014/main" id="{10986066-4194-FBE7-AD0B-ADF83EF95661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0" name="pg3693">
                <a:extLst>
                  <a:ext uri="{FF2B5EF4-FFF2-40B4-BE49-F238E27FC236}">
                    <a16:creationId xmlns:a16="http://schemas.microsoft.com/office/drawing/2014/main" id="{CBC438E8-CF28-19D7-9D8B-2572A3CF43EA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1" name="pg3694">
                <a:extLst>
                  <a:ext uri="{FF2B5EF4-FFF2-40B4-BE49-F238E27FC236}">
                    <a16:creationId xmlns:a16="http://schemas.microsoft.com/office/drawing/2014/main" id="{D9AEC219-D04E-4923-CCB5-44315D88D9E1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2" name="pg3695">
                <a:extLst>
                  <a:ext uri="{FF2B5EF4-FFF2-40B4-BE49-F238E27FC236}">
                    <a16:creationId xmlns:a16="http://schemas.microsoft.com/office/drawing/2014/main" id="{2BDFB452-2D36-5E6E-0CCD-7A007DE7614E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3" name="pg3696">
                <a:extLst>
                  <a:ext uri="{FF2B5EF4-FFF2-40B4-BE49-F238E27FC236}">
                    <a16:creationId xmlns:a16="http://schemas.microsoft.com/office/drawing/2014/main" id="{DCB650D7-CB5B-E71A-E92B-1E202C64E632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4" name="pg3697">
                <a:extLst>
                  <a:ext uri="{FF2B5EF4-FFF2-40B4-BE49-F238E27FC236}">
                    <a16:creationId xmlns:a16="http://schemas.microsoft.com/office/drawing/2014/main" id="{0CF76621-DBC4-1D9F-D6DD-3B6D29980EB0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5" name="pg3698">
                <a:extLst>
                  <a:ext uri="{FF2B5EF4-FFF2-40B4-BE49-F238E27FC236}">
                    <a16:creationId xmlns:a16="http://schemas.microsoft.com/office/drawing/2014/main" id="{80E88DAA-65B7-3165-DFF5-F525350759A0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6" name="pg3699">
                <a:extLst>
                  <a:ext uri="{FF2B5EF4-FFF2-40B4-BE49-F238E27FC236}">
                    <a16:creationId xmlns:a16="http://schemas.microsoft.com/office/drawing/2014/main" id="{201C748A-7558-CE68-467E-99D4B4411119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7" name="pg3700">
                <a:extLst>
                  <a:ext uri="{FF2B5EF4-FFF2-40B4-BE49-F238E27FC236}">
                    <a16:creationId xmlns:a16="http://schemas.microsoft.com/office/drawing/2014/main" id="{EDF76FE4-1F3C-25FA-9258-A63662FEC11B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8" name="pg3701">
                <a:extLst>
                  <a:ext uri="{FF2B5EF4-FFF2-40B4-BE49-F238E27FC236}">
                    <a16:creationId xmlns:a16="http://schemas.microsoft.com/office/drawing/2014/main" id="{8DF000C4-6545-0C11-52DE-A300EE6FA28E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49" name="pg3702">
                <a:extLst>
                  <a:ext uri="{FF2B5EF4-FFF2-40B4-BE49-F238E27FC236}">
                    <a16:creationId xmlns:a16="http://schemas.microsoft.com/office/drawing/2014/main" id="{F20CA1A1-68D7-54D5-D16C-EAE17211DF1E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0" name="pg3703">
                <a:extLst>
                  <a:ext uri="{FF2B5EF4-FFF2-40B4-BE49-F238E27FC236}">
                    <a16:creationId xmlns:a16="http://schemas.microsoft.com/office/drawing/2014/main" id="{9DCD4DE0-D2A9-BE8A-0DFC-2F6544A79749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1" name="pg3704">
                <a:extLst>
                  <a:ext uri="{FF2B5EF4-FFF2-40B4-BE49-F238E27FC236}">
                    <a16:creationId xmlns:a16="http://schemas.microsoft.com/office/drawing/2014/main" id="{558AD7D4-6C8A-F8B8-2239-E5522A2760A4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2" name="pg3705">
                <a:extLst>
                  <a:ext uri="{FF2B5EF4-FFF2-40B4-BE49-F238E27FC236}">
                    <a16:creationId xmlns:a16="http://schemas.microsoft.com/office/drawing/2014/main" id="{ABC3EAB8-7696-42B7-E60F-C959E2BA93F0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3" name="pg3706">
                <a:extLst>
                  <a:ext uri="{FF2B5EF4-FFF2-40B4-BE49-F238E27FC236}">
                    <a16:creationId xmlns:a16="http://schemas.microsoft.com/office/drawing/2014/main" id="{70C22C64-570C-24D7-B6D3-29D4524E5AF9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4" name="pg3707">
                <a:extLst>
                  <a:ext uri="{FF2B5EF4-FFF2-40B4-BE49-F238E27FC236}">
                    <a16:creationId xmlns:a16="http://schemas.microsoft.com/office/drawing/2014/main" id="{5E5B0140-A5E8-F744-45E2-CDB49446DE49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5" name="pg3708">
                <a:extLst>
                  <a:ext uri="{FF2B5EF4-FFF2-40B4-BE49-F238E27FC236}">
                    <a16:creationId xmlns:a16="http://schemas.microsoft.com/office/drawing/2014/main" id="{0F66903F-7F24-AF56-B295-453EB6163A76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6" name="pg3709">
                <a:extLst>
                  <a:ext uri="{FF2B5EF4-FFF2-40B4-BE49-F238E27FC236}">
                    <a16:creationId xmlns:a16="http://schemas.microsoft.com/office/drawing/2014/main" id="{0109DA72-18E6-C20D-1416-DA54727C84CF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7" name="pg3710">
                <a:extLst>
                  <a:ext uri="{FF2B5EF4-FFF2-40B4-BE49-F238E27FC236}">
                    <a16:creationId xmlns:a16="http://schemas.microsoft.com/office/drawing/2014/main" id="{3185BF27-9244-37C9-1AE9-6A0D089CF16D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8" name="pg3711">
                <a:extLst>
                  <a:ext uri="{FF2B5EF4-FFF2-40B4-BE49-F238E27FC236}">
                    <a16:creationId xmlns:a16="http://schemas.microsoft.com/office/drawing/2014/main" id="{C0D394F4-F013-C348-4327-F1D8555D99B0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59" name="pg3712">
                <a:extLst>
                  <a:ext uri="{FF2B5EF4-FFF2-40B4-BE49-F238E27FC236}">
                    <a16:creationId xmlns:a16="http://schemas.microsoft.com/office/drawing/2014/main" id="{F0161525-7EE2-3ED2-490D-133006AA2FD0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0" name="pg3713">
                <a:extLst>
                  <a:ext uri="{FF2B5EF4-FFF2-40B4-BE49-F238E27FC236}">
                    <a16:creationId xmlns:a16="http://schemas.microsoft.com/office/drawing/2014/main" id="{3836AD06-9F14-9DA5-E3C2-44E8A3B82AC3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1" name="pg3714">
                <a:extLst>
                  <a:ext uri="{FF2B5EF4-FFF2-40B4-BE49-F238E27FC236}">
                    <a16:creationId xmlns:a16="http://schemas.microsoft.com/office/drawing/2014/main" id="{F72F08CE-467A-64EE-B5B9-1904E8FB64AF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2" name="pg3715">
                <a:extLst>
                  <a:ext uri="{FF2B5EF4-FFF2-40B4-BE49-F238E27FC236}">
                    <a16:creationId xmlns:a16="http://schemas.microsoft.com/office/drawing/2014/main" id="{BE806D7A-AC3D-17BC-D84A-F3AA251FD11C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3" name="pg3716">
                <a:extLst>
                  <a:ext uri="{FF2B5EF4-FFF2-40B4-BE49-F238E27FC236}">
                    <a16:creationId xmlns:a16="http://schemas.microsoft.com/office/drawing/2014/main" id="{C7933336-1744-E076-BF22-94EC331EE0DF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4" name="pg3717">
                <a:extLst>
                  <a:ext uri="{FF2B5EF4-FFF2-40B4-BE49-F238E27FC236}">
                    <a16:creationId xmlns:a16="http://schemas.microsoft.com/office/drawing/2014/main" id="{5472D8BE-E31A-FCC1-0089-459C37E4376B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5" name="pg3718">
                <a:extLst>
                  <a:ext uri="{FF2B5EF4-FFF2-40B4-BE49-F238E27FC236}">
                    <a16:creationId xmlns:a16="http://schemas.microsoft.com/office/drawing/2014/main" id="{F730B4FD-C6D1-1115-9E25-A94369140F27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6" name="pg3719">
                <a:extLst>
                  <a:ext uri="{FF2B5EF4-FFF2-40B4-BE49-F238E27FC236}">
                    <a16:creationId xmlns:a16="http://schemas.microsoft.com/office/drawing/2014/main" id="{F7885702-DD9B-EADA-80A0-9D7087B12FF0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7" name="pg3720">
                <a:extLst>
                  <a:ext uri="{FF2B5EF4-FFF2-40B4-BE49-F238E27FC236}">
                    <a16:creationId xmlns:a16="http://schemas.microsoft.com/office/drawing/2014/main" id="{FDF6F3C8-E3D6-8118-73E9-9F971E86F9DB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8" name="pg3721">
                <a:extLst>
                  <a:ext uri="{FF2B5EF4-FFF2-40B4-BE49-F238E27FC236}">
                    <a16:creationId xmlns:a16="http://schemas.microsoft.com/office/drawing/2014/main" id="{9D6472A8-1B94-EFA1-59E3-86C3331702F0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69" name="pg3722">
                <a:extLst>
                  <a:ext uri="{FF2B5EF4-FFF2-40B4-BE49-F238E27FC236}">
                    <a16:creationId xmlns:a16="http://schemas.microsoft.com/office/drawing/2014/main" id="{251DFDD7-6500-45D4-401C-240D4055BEAD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0" name="pg3723">
                <a:extLst>
                  <a:ext uri="{FF2B5EF4-FFF2-40B4-BE49-F238E27FC236}">
                    <a16:creationId xmlns:a16="http://schemas.microsoft.com/office/drawing/2014/main" id="{36C79A09-2263-5712-C445-69414593189D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1" name="pg3724">
                <a:extLst>
                  <a:ext uri="{FF2B5EF4-FFF2-40B4-BE49-F238E27FC236}">
                    <a16:creationId xmlns:a16="http://schemas.microsoft.com/office/drawing/2014/main" id="{3596D47C-2C19-8E92-660F-0DC7B5A7E44A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2" name="pg3725">
                <a:extLst>
                  <a:ext uri="{FF2B5EF4-FFF2-40B4-BE49-F238E27FC236}">
                    <a16:creationId xmlns:a16="http://schemas.microsoft.com/office/drawing/2014/main" id="{61826B6A-71EA-0FB1-8565-9ADD2FBA39EA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3" name="pg3726">
                <a:extLst>
                  <a:ext uri="{FF2B5EF4-FFF2-40B4-BE49-F238E27FC236}">
                    <a16:creationId xmlns:a16="http://schemas.microsoft.com/office/drawing/2014/main" id="{217437D1-6547-DBF4-BBBF-3A02E71B2683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4" name="pg3727">
                <a:extLst>
                  <a:ext uri="{FF2B5EF4-FFF2-40B4-BE49-F238E27FC236}">
                    <a16:creationId xmlns:a16="http://schemas.microsoft.com/office/drawing/2014/main" id="{2CE502DA-DF02-A247-B6FE-F536A0DB31F2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5" name="pg3728">
                <a:extLst>
                  <a:ext uri="{FF2B5EF4-FFF2-40B4-BE49-F238E27FC236}">
                    <a16:creationId xmlns:a16="http://schemas.microsoft.com/office/drawing/2014/main" id="{1A934C40-2B2E-EDA6-8211-85C1828E4624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6" name="pg3729">
                <a:extLst>
                  <a:ext uri="{FF2B5EF4-FFF2-40B4-BE49-F238E27FC236}">
                    <a16:creationId xmlns:a16="http://schemas.microsoft.com/office/drawing/2014/main" id="{B9D0EB06-6735-CAC6-BEE6-BB6DBEC77629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7" name="pg3730">
                <a:extLst>
                  <a:ext uri="{FF2B5EF4-FFF2-40B4-BE49-F238E27FC236}">
                    <a16:creationId xmlns:a16="http://schemas.microsoft.com/office/drawing/2014/main" id="{7B97B541-F20B-F139-051A-DD3E0D44BA01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8" name="pg3731">
                <a:extLst>
                  <a:ext uri="{FF2B5EF4-FFF2-40B4-BE49-F238E27FC236}">
                    <a16:creationId xmlns:a16="http://schemas.microsoft.com/office/drawing/2014/main" id="{ABEC6B49-58E4-41CC-596C-D94B2792E3EC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79" name="pg3732">
                <a:extLst>
                  <a:ext uri="{FF2B5EF4-FFF2-40B4-BE49-F238E27FC236}">
                    <a16:creationId xmlns:a16="http://schemas.microsoft.com/office/drawing/2014/main" id="{B6BB2259-3872-9B00-32B7-FB57918B1095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0" name="pg3733">
                <a:extLst>
                  <a:ext uri="{FF2B5EF4-FFF2-40B4-BE49-F238E27FC236}">
                    <a16:creationId xmlns:a16="http://schemas.microsoft.com/office/drawing/2014/main" id="{388E98B1-1236-18F0-CEF1-3FE5E1FCF6E1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1" name="pg3734">
                <a:extLst>
                  <a:ext uri="{FF2B5EF4-FFF2-40B4-BE49-F238E27FC236}">
                    <a16:creationId xmlns:a16="http://schemas.microsoft.com/office/drawing/2014/main" id="{F22E709E-704C-FD92-D235-3AC6BCC2C166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2" name="pg3735">
                <a:extLst>
                  <a:ext uri="{FF2B5EF4-FFF2-40B4-BE49-F238E27FC236}">
                    <a16:creationId xmlns:a16="http://schemas.microsoft.com/office/drawing/2014/main" id="{80E7E04F-9C76-7432-8391-E50A3D2EA85A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3" name="pg3736">
                <a:extLst>
                  <a:ext uri="{FF2B5EF4-FFF2-40B4-BE49-F238E27FC236}">
                    <a16:creationId xmlns:a16="http://schemas.microsoft.com/office/drawing/2014/main" id="{838685EB-4047-49B3-BE92-E4D927110097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4" name="pg3737">
                <a:extLst>
                  <a:ext uri="{FF2B5EF4-FFF2-40B4-BE49-F238E27FC236}">
                    <a16:creationId xmlns:a16="http://schemas.microsoft.com/office/drawing/2014/main" id="{3C30CCA3-2B7B-802D-C42F-8EB0A117B1DC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5" name="pg3738">
                <a:extLst>
                  <a:ext uri="{FF2B5EF4-FFF2-40B4-BE49-F238E27FC236}">
                    <a16:creationId xmlns:a16="http://schemas.microsoft.com/office/drawing/2014/main" id="{B7230474-F769-2A91-984A-E4E0D12F89E7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6" name="pg3739">
                <a:extLst>
                  <a:ext uri="{FF2B5EF4-FFF2-40B4-BE49-F238E27FC236}">
                    <a16:creationId xmlns:a16="http://schemas.microsoft.com/office/drawing/2014/main" id="{8C985756-C4FF-9C43-07A9-EF57C5853825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7" name="pg3740">
                <a:extLst>
                  <a:ext uri="{FF2B5EF4-FFF2-40B4-BE49-F238E27FC236}">
                    <a16:creationId xmlns:a16="http://schemas.microsoft.com/office/drawing/2014/main" id="{76E44552-5331-8C91-F485-DBAF2C3D4084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8" name="pg3741">
                <a:extLst>
                  <a:ext uri="{FF2B5EF4-FFF2-40B4-BE49-F238E27FC236}">
                    <a16:creationId xmlns:a16="http://schemas.microsoft.com/office/drawing/2014/main" id="{8E9A4193-9A24-0D60-EA20-88EED3AD69B8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89" name="pg3742">
                <a:extLst>
                  <a:ext uri="{FF2B5EF4-FFF2-40B4-BE49-F238E27FC236}">
                    <a16:creationId xmlns:a16="http://schemas.microsoft.com/office/drawing/2014/main" id="{3BE574E5-0532-AAD9-969E-1872BEABF7E3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0" name="pg3743">
                <a:extLst>
                  <a:ext uri="{FF2B5EF4-FFF2-40B4-BE49-F238E27FC236}">
                    <a16:creationId xmlns:a16="http://schemas.microsoft.com/office/drawing/2014/main" id="{E31971D4-3547-DC37-188A-6F3D9A7C9722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1" name="pg3744">
                <a:extLst>
                  <a:ext uri="{FF2B5EF4-FFF2-40B4-BE49-F238E27FC236}">
                    <a16:creationId xmlns:a16="http://schemas.microsoft.com/office/drawing/2014/main" id="{83909595-6A85-F721-1228-6C6BCFA351B3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2" name="pg3745">
                <a:extLst>
                  <a:ext uri="{FF2B5EF4-FFF2-40B4-BE49-F238E27FC236}">
                    <a16:creationId xmlns:a16="http://schemas.microsoft.com/office/drawing/2014/main" id="{BACB9824-5B4D-5A30-96F1-114810DF84C0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3" name="pg3746">
                <a:extLst>
                  <a:ext uri="{FF2B5EF4-FFF2-40B4-BE49-F238E27FC236}">
                    <a16:creationId xmlns:a16="http://schemas.microsoft.com/office/drawing/2014/main" id="{8F827405-2157-EB51-0F1F-CC826197C9C6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4" name="pg3747">
                <a:extLst>
                  <a:ext uri="{FF2B5EF4-FFF2-40B4-BE49-F238E27FC236}">
                    <a16:creationId xmlns:a16="http://schemas.microsoft.com/office/drawing/2014/main" id="{ADC9AD43-B562-5FA9-C972-CFEFF1D103F9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5" name="pg3748">
                <a:extLst>
                  <a:ext uri="{FF2B5EF4-FFF2-40B4-BE49-F238E27FC236}">
                    <a16:creationId xmlns:a16="http://schemas.microsoft.com/office/drawing/2014/main" id="{9D5A014E-E249-0E76-D414-363AAD89BBEF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6" name="pg3749">
                <a:extLst>
                  <a:ext uri="{FF2B5EF4-FFF2-40B4-BE49-F238E27FC236}">
                    <a16:creationId xmlns:a16="http://schemas.microsoft.com/office/drawing/2014/main" id="{B8E2A980-FC74-C066-2B76-5EB8A7CD3F1F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7" name="pg3750">
                <a:extLst>
                  <a:ext uri="{FF2B5EF4-FFF2-40B4-BE49-F238E27FC236}">
                    <a16:creationId xmlns:a16="http://schemas.microsoft.com/office/drawing/2014/main" id="{349F15DD-0A85-63CD-FF67-9EC7533B295D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8" name="pg3751">
                <a:extLst>
                  <a:ext uri="{FF2B5EF4-FFF2-40B4-BE49-F238E27FC236}">
                    <a16:creationId xmlns:a16="http://schemas.microsoft.com/office/drawing/2014/main" id="{728502E7-97FA-3701-9B77-87D1EAC65FB5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499" name="pg3752">
                <a:extLst>
                  <a:ext uri="{FF2B5EF4-FFF2-40B4-BE49-F238E27FC236}">
                    <a16:creationId xmlns:a16="http://schemas.microsoft.com/office/drawing/2014/main" id="{26B6916D-9188-932F-A48D-B5ADB2E68A6E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0" name="pg3753">
                <a:extLst>
                  <a:ext uri="{FF2B5EF4-FFF2-40B4-BE49-F238E27FC236}">
                    <a16:creationId xmlns:a16="http://schemas.microsoft.com/office/drawing/2014/main" id="{72322DDB-65F5-E00A-F587-AB4DA50DF5C2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1" name="pg3754">
                <a:extLst>
                  <a:ext uri="{FF2B5EF4-FFF2-40B4-BE49-F238E27FC236}">
                    <a16:creationId xmlns:a16="http://schemas.microsoft.com/office/drawing/2014/main" id="{DE2DFD9E-76CD-FD89-8586-1372EE06794D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2" name="pg3755">
                <a:extLst>
                  <a:ext uri="{FF2B5EF4-FFF2-40B4-BE49-F238E27FC236}">
                    <a16:creationId xmlns:a16="http://schemas.microsoft.com/office/drawing/2014/main" id="{00442375-84B6-7736-ABD9-5CA10F718D93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3" name="pg3756">
                <a:extLst>
                  <a:ext uri="{FF2B5EF4-FFF2-40B4-BE49-F238E27FC236}">
                    <a16:creationId xmlns:a16="http://schemas.microsoft.com/office/drawing/2014/main" id="{45C76728-34A8-5983-04E4-9CEAA3FE3D51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4" name="pg3757">
                <a:extLst>
                  <a:ext uri="{FF2B5EF4-FFF2-40B4-BE49-F238E27FC236}">
                    <a16:creationId xmlns:a16="http://schemas.microsoft.com/office/drawing/2014/main" id="{5E2C4A0D-6C51-0D09-9B16-041F1E674706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5" name="pg3758">
                <a:extLst>
                  <a:ext uri="{FF2B5EF4-FFF2-40B4-BE49-F238E27FC236}">
                    <a16:creationId xmlns:a16="http://schemas.microsoft.com/office/drawing/2014/main" id="{E3BF0BFD-3FAD-05D7-4A93-B245E1106B6D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6" name="pg3759">
                <a:extLst>
                  <a:ext uri="{FF2B5EF4-FFF2-40B4-BE49-F238E27FC236}">
                    <a16:creationId xmlns:a16="http://schemas.microsoft.com/office/drawing/2014/main" id="{F4588A12-0854-6598-B4B4-729E19983AE9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7" name="pg3760">
                <a:extLst>
                  <a:ext uri="{FF2B5EF4-FFF2-40B4-BE49-F238E27FC236}">
                    <a16:creationId xmlns:a16="http://schemas.microsoft.com/office/drawing/2014/main" id="{6A3A994B-B6DC-FD8D-1C0E-02DAC6DC96E2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8" name="pg3761">
                <a:extLst>
                  <a:ext uri="{FF2B5EF4-FFF2-40B4-BE49-F238E27FC236}">
                    <a16:creationId xmlns:a16="http://schemas.microsoft.com/office/drawing/2014/main" id="{E7A167BD-1863-E0A5-F2D2-5126A17C2DAE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09" name="pg3762">
                <a:extLst>
                  <a:ext uri="{FF2B5EF4-FFF2-40B4-BE49-F238E27FC236}">
                    <a16:creationId xmlns:a16="http://schemas.microsoft.com/office/drawing/2014/main" id="{B997D479-AAA2-A815-BB4F-AE8A3377AFDB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0" name="pg3763">
                <a:extLst>
                  <a:ext uri="{FF2B5EF4-FFF2-40B4-BE49-F238E27FC236}">
                    <a16:creationId xmlns:a16="http://schemas.microsoft.com/office/drawing/2014/main" id="{1B365295-0F89-13D8-BF75-FA87FEA87EA7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1" name="pg3764">
                <a:extLst>
                  <a:ext uri="{FF2B5EF4-FFF2-40B4-BE49-F238E27FC236}">
                    <a16:creationId xmlns:a16="http://schemas.microsoft.com/office/drawing/2014/main" id="{36CAF02D-7638-70E0-58C0-83E6EDE8CA03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2" name="pg3765">
                <a:extLst>
                  <a:ext uri="{FF2B5EF4-FFF2-40B4-BE49-F238E27FC236}">
                    <a16:creationId xmlns:a16="http://schemas.microsoft.com/office/drawing/2014/main" id="{3BC3A70D-28EB-0813-3242-65E66490E0C8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3" name="pg3766">
                <a:extLst>
                  <a:ext uri="{FF2B5EF4-FFF2-40B4-BE49-F238E27FC236}">
                    <a16:creationId xmlns:a16="http://schemas.microsoft.com/office/drawing/2014/main" id="{1DDEF9BF-553D-3B6F-6F6A-4A5AE3398E7C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4" name="pg3767">
                <a:extLst>
                  <a:ext uri="{FF2B5EF4-FFF2-40B4-BE49-F238E27FC236}">
                    <a16:creationId xmlns:a16="http://schemas.microsoft.com/office/drawing/2014/main" id="{D3BEB85B-B407-0D82-C279-691499ED7AAC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5" name="pg3768">
                <a:extLst>
                  <a:ext uri="{FF2B5EF4-FFF2-40B4-BE49-F238E27FC236}">
                    <a16:creationId xmlns:a16="http://schemas.microsoft.com/office/drawing/2014/main" id="{394B71E6-1BB2-AF63-76C1-72E7574EB9F7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6" name="pg3769">
                <a:extLst>
                  <a:ext uri="{FF2B5EF4-FFF2-40B4-BE49-F238E27FC236}">
                    <a16:creationId xmlns:a16="http://schemas.microsoft.com/office/drawing/2014/main" id="{3A11FDF9-9EF5-016F-9062-4E5D9137BC8D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7" name="pg3770">
                <a:extLst>
                  <a:ext uri="{FF2B5EF4-FFF2-40B4-BE49-F238E27FC236}">
                    <a16:creationId xmlns:a16="http://schemas.microsoft.com/office/drawing/2014/main" id="{B6E3AC4C-1D00-B8DE-80E3-1685FDE18BA5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8" name="pg3771">
                <a:extLst>
                  <a:ext uri="{FF2B5EF4-FFF2-40B4-BE49-F238E27FC236}">
                    <a16:creationId xmlns:a16="http://schemas.microsoft.com/office/drawing/2014/main" id="{25629EA7-1DB8-A0FB-1680-46F309CD8C61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19" name="pg3772">
                <a:extLst>
                  <a:ext uri="{FF2B5EF4-FFF2-40B4-BE49-F238E27FC236}">
                    <a16:creationId xmlns:a16="http://schemas.microsoft.com/office/drawing/2014/main" id="{F66BEA28-C748-0064-4DC0-931FBDA85045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0" name="pg3773">
                <a:extLst>
                  <a:ext uri="{FF2B5EF4-FFF2-40B4-BE49-F238E27FC236}">
                    <a16:creationId xmlns:a16="http://schemas.microsoft.com/office/drawing/2014/main" id="{6AF48EE4-D3CD-481C-5E65-8953A0211034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1" name="pg3774">
                <a:extLst>
                  <a:ext uri="{FF2B5EF4-FFF2-40B4-BE49-F238E27FC236}">
                    <a16:creationId xmlns:a16="http://schemas.microsoft.com/office/drawing/2014/main" id="{34938B13-20A2-9BD8-678B-84E6856F970D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2" name="pg3775">
                <a:extLst>
                  <a:ext uri="{FF2B5EF4-FFF2-40B4-BE49-F238E27FC236}">
                    <a16:creationId xmlns:a16="http://schemas.microsoft.com/office/drawing/2014/main" id="{7B3F606C-0DDC-25CD-5548-550B72F0499A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3" name="pg3776">
                <a:extLst>
                  <a:ext uri="{FF2B5EF4-FFF2-40B4-BE49-F238E27FC236}">
                    <a16:creationId xmlns:a16="http://schemas.microsoft.com/office/drawing/2014/main" id="{51516FAB-17BF-2F19-B773-3FFCDC485614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4" name="pg3777">
                <a:extLst>
                  <a:ext uri="{FF2B5EF4-FFF2-40B4-BE49-F238E27FC236}">
                    <a16:creationId xmlns:a16="http://schemas.microsoft.com/office/drawing/2014/main" id="{CCBCD074-087E-DF66-F8AE-8DCFA7E17729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5" name="pg3778">
                <a:extLst>
                  <a:ext uri="{FF2B5EF4-FFF2-40B4-BE49-F238E27FC236}">
                    <a16:creationId xmlns:a16="http://schemas.microsoft.com/office/drawing/2014/main" id="{EB1B4424-39D2-9CEC-E83B-B16770BB71CD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6" name="pg3779">
                <a:extLst>
                  <a:ext uri="{FF2B5EF4-FFF2-40B4-BE49-F238E27FC236}">
                    <a16:creationId xmlns:a16="http://schemas.microsoft.com/office/drawing/2014/main" id="{F405E48D-DDE5-26E0-E8BD-94AC22EAD630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7" name="pg3780">
                <a:extLst>
                  <a:ext uri="{FF2B5EF4-FFF2-40B4-BE49-F238E27FC236}">
                    <a16:creationId xmlns:a16="http://schemas.microsoft.com/office/drawing/2014/main" id="{E1BD2890-7F1A-400C-0FF6-549629F9FB51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8" name="pg3781">
                <a:extLst>
                  <a:ext uri="{FF2B5EF4-FFF2-40B4-BE49-F238E27FC236}">
                    <a16:creationId xmlns:a16="http://schemas.microsoft.com/office/drawing/2014/main" id="{64866404-284B-D516-0CC7-DEC370A1068F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29" name="pg3782">
                <a:extLst>
                  <a:ext uri="{FF2B5EF4-FFF2-40B4-BE49-F238E27FC236}">
                    <a16:creationId xmlns:a16="http://schemas.microsoft.com/office/drawing/2014/main" id="{9D7D279E-2B52-9BB5-58D4-E53FA9E6DD70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0" name="pg3783">
                <a:extLst>
                  <a:ext uri="{FF2B5EF4-FFF2-40B4-BE49-F238E27FC236}">
                    <a16:creationId xmlns:a16="http://schemas.microsoft.com/office/drawing/2014/main" id="{6B52A0D2-3DBF-A091-ECE3-B59F484ED28D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1" name="pg3784">
                <a:extLst>
                  <a:ext uri="{FF2B5EF4-FFF2-40B4-BE49-F238E27FC236}">
                    <a16:creationId xmlns:a16="http://schemas.microsoft.com/office/drawing/2014/main" id="{A271B794-C494-3E60-FF90-62E55798AE25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2" name="pg3785">
                <a:extLst>
                  <a:ext uri="{FF2B5EF4-FFF2-40B4-BE49-F238E27FC236}">
                    <a16:creationId xmlns:a16="http://schemas.microsoft.com/office/drawing/2014/main" id="{E6603BD0-6196-DD5F-852E-767D41960F5F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3" name="pg3786">
                <a:extLst>
                  <a:ext uri="{FF2B5EF4-FFF2-40B4-BE49-F238E27FC236}">
                    <a16:creationId xmlns:a16="http://schemas.microsoft.com/office/drawing/2014/main" id="{C2EBAD9D-FDF8-D060-953C-D187B0E4AC59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4" name="pg3787">
                <a:extLst>
                  <a:ext uri="{FF2B5EF4-FFF2-40B4-BE49-F238E27FC236}">
                    <a16:creationId xmlns:a16="http://schemas.microsoft.com/office/drawing/2014/main" id="{40AE414E-909F-5235-6099-8710A40E4E68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5" name="pg3788">
                <a:extLst>
                  <a:ext uri="{FF2B5EF4-FFF2-40B4-BE49-F238E27FC236}">
                    <a16:creationId xmlns:a16="http://schemas.microsoft.com/office/drawing/2014/main" id="{653F0E52-009A-F73E-D41F-0FC2E2FC015A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6" name="pg3789">
                <a:extLst>
                  <a:ext uri="{FF2B5EF4-FFF2-40B4-BE49-F238E27FC236}">
                    <a16:creationId xmlns:a16="http://schemas.microsoft.com/office/drawing/2014/main" id="{7C9B38E2-9D05-BDC7-1415-6ADCF616B911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7" name="pg3790">
                <a:extLst>
                  <a:ext uri="{FF2B5EF4-FFF2-40B4-BE49-F238E27FC236}">
                    <a16:creationId xmlns:a16="http://schemas.microsoft.com/office/drawing/2014/main" id="{D80116DA-3F58-3506-2A35-C67555E444E9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8" name="pg3791">
                <a:extLst>
                  <a:ext uri="{FF2B5EF4-FFF2-40B4-BE49-F238E27FC236}">
                    <a16:creationId xmlns:a16="http://schemas.microsoft.com/office/drawing/2014/main" id="{E8892811-2A4E-851D-344F-7801E985DC5A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39" name="pg3792">
                <a:extLst>
                  <a:ext uri="{FF2B5EF4-FFF2-40B4-BE49-F238E27FC236}">
                    <a16:creationId xmlns:a16="http://schemas.microsoft.com/office/drawing/2014/main" id="{534EE32E-FA82-3E97-82F9-737B89176D9C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0" name="pg3793">
                <a:extLst>
                  <a:ext uri="{FF2B5EF4-FFF2-40B4-BE49-F238E27FC236}">
                    <a16:creationId xmlns:a16="http://schemas.microsoft.com/office/drawing/2014/main" id="{BB4B88D7-C65B-3113-A92E-160981800C25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1" name="pg3794">
                <a:extLst>
                  <a:ext uri="{FF2B5EF4-FFF2-40B4-BE49-F238E27FC236}">
                    <a16:creationId xmlns:a16="http://schemas.microsoft.com/office/drawing/2014/main" id="{F9F0C13B-05FC-9878-BEB0-4BF694E8DDD4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2" name="pg3795">
                <a:extLst>
                  <a:ext uri="{FF2B5EF4-FFF2-40B4-BE49-F238E27FC236}">
                    <a16:creationId xmlns:a16="http://schemas.microsoft.com/office/drawing/2014/main" id="{CC504772-9202-61CB-3720-467E64AC7031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3" name="pg3796">
                <a:extLst>
                  <a:ext uri="{FF2B5EF4-FFF2-40B4-BE49-F238E27FC236}">
                    <a16:creationId xmlns:a16="http://schemas.microsoft.com/office/drawing/2014/main" id="{C30A645F-79F2-1202-A2E2-46B066DCF0A9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4" name="pg3797">
                <a:extLst>
                  <a:ext uri="{FF2B5EF4-FFF2-40B4-BE49-F238E27FC236}">
                    <a16:creationId xmlns:a16="http://schemas.microsoft.com/office/drawing/2014/main" id="{D882115D-1A3B-86EB-718B-D37F5D50C761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5" name="pg3798">
                <a:extLst>
                  <a:ext uri="{FF2B5EF4-FFF2-40B4-BE49-F238E27FC236}">
                    <a16:creationId xmlns:a16="http://schemas.microsoft.com/office/drawing/2014/main" id="{1B06227F-0E50-4B05-5934-1E3A4AE40CEC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6" name="pg3799">
                <a:extLst>
                  <a:ext uri="{FF2B5EF4-FFF2-40B4-BE49-F238E27FC236}">
                    <a16:creationId xmlns:a16="http://schemas.microsoft.com/office/drawing/2014/main" id="{C0549A32-826D-B510-2337-1C5C330D94B3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7" name="pg3800">
                <a:extLst>
                  <a:ext uri="{FF2B5EF4-FFF2-40B4-BE49-F238E27FC236}">
                    <a16:creationId xmlns:a16="http://schemas.microsoft.com/office/drawing/2014/main" id="{627A51C2-BD33-08E9-B3ED-135DF872CBF8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8" name="pg3801">
                <a:extLst>
                  <a:ext uri="{FF2B5EF4-FFF2-40B4-BE49-F238E27FC236}">
                    <a16:creationId xmlns:a16="http://schemas.microsoft.com/office/drawing/2014/main" id="{E03CCA60-895D-6071-F03A-0BE5140414A3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49" name="pg3802">
                <a:extLst>
                  <a:ext uri="{FF2B5EF4-FFF2-40B4-BE49-F238E27FC236}">
                    <a16:creationId xmlns:a16="http://schemas.microsoft.com/office/drawing/2014/main" id="{09EFFD4A-1066-E18E-85D0-4ACD2C23463F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0" name="pg3803">
                <a:extLst>
                  <a:ext uri="{FF2B5EF4-FFF2-40B4-BE49-F238E27FC236}">
                    <a16:creationId xmlns:a16="http://schemas.microsoft.com/office/drawing/2014/main" id="{2DA5CD5D-950A-95F0-67FF-DA79E740B83F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1" name="pg3804">
                <a:extLst>
                  <a:ext uri="{FF2B5EF4-FFF2-40B4-BE49-F238E27FC236}">
                    <a16:creationId xmlns:a16="http://schemas.microsoft.com/office/drawing/2014/main" id="{540C6956-BB1A-D1F2-BF9C-6963702AAB9F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2" name="pg3805">
                <a:extLst>
                  <a:ext uri="{FF2B5EF4-FFF2-40B4-BE49-F238E27FC236}">
                    <a16:creationId xmlns:a16="http://schemas.microsoft.com/office/drawing/2014/main" id="{556243BA-17B2-67D0-994C-90A174E9B80D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3" name="pg3806">
                <a:extLst>
                  <a:ext uri="{FF2B5EF4-FFF2-40B4-BE49-F238E27FC236}">
                    <a16:creationId xmlns:a16="http://schemas.microsoft.com/office/drawing/2014/main" id="{3168507D-B158-F22B-367B-B515B535FF3B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4" name="pg3807">
                <a:extLst>
                  <a:ext uri="{FF2B5EF4-FFF2-40B4-BE49-F238E27FC236}">
                    <a16:creationId xmlns:a16="http://schemas.microsoft.com/office/drawing/2014/main" id="{7B875E0F-C466-AFD6-F19D-E1735C7B489A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5" name="pg3808">
                <a:extLst>
                  <a:ext uri="{FF2B5EF4-FFF2-40B4-BE49-F238E27FC236}">
                    <a16:creationId xmlns:a16="http://schemas.microsoft.com/office/drawing/2014/main" id="{C5BD82F7-77ED-59D4-4328-EDA8F3BBCC2E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6" name="pg3809">
                <a:extLst>
                  <a:ext uri="{FF2B5EF4-FFF2-40B4-BE49-F238E27FC236}">
                    <a16:creationId xmlns:a16="http://schemas.microsoft.com/office/drawing/2014/main" id="{A725EFF9-2A2E-4C9E-7B0C-EA969A89DC45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7" name="pg3810">
                <a:extLst>
                  <a:ext uri="{FF2B5EF4-FFF2-40B4-BE49-F238E27FC236}">
                    <a16:creationId xmlns:a16="http://schemas.microsoft.com/office/drawing/2014/main" id="{967315BF-53DC-4E94-9569-E0702AC52B28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8" name="pg3811">
                <a:extLst>
                  <a:ext uri="{FF2B5EF4-FFF2-40B4-BE49-F238E27FC236}">
                    <a16:creationId xmlns:a16="http://schemas.microsoft.com/office/drawing/2014/main" id="{0EAF58FB-5C86-1629-5161-93B510708E2F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59" name="pg3812">
                <a:extLst>
                  <a:ext uri="{FF2B5EF4-FFF2-40B4-BE49-F238E27FC236}">
                    <a16:creationId xmlns:a16="http://schemas.microsoft.com/office/drawing/2014/main" id="{5D97AEF7-8D77-8E5C-9F14-35465BA6C7F7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0" name="pg3813">
                <a:extLst>
                  <a:ext uri="{FF2B5EF4-FFF2-40B4-BE49-F238E27FC236}">
                    <a16:creationId xmlns:a16="http://schemas.microsoft.com/office/drawing/2014/main" id="{2B7019E0-6ACB-0F2C-650B-071E7D5E0DB4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1" name="pg3814">
                <a:extLst>
                  <a:ext uri="{FF2B5EF4-FFF2-40B4-BE49-F238E27FC236}">
                    <a16:creationId xmlns:a16="http://schemas.microsoft.com/office/drawing/2014/main" id="{67901727-91EF-D321-6C8B-103EDFE03842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2" name="pg3815">
                <a:extLst>
                  <a:ext uri="{FF2B5EF4-FFF2-40B4-BE49-F238E27FC236}">
                    <a16:creationId xmlns:a16="http://schemas.microsoft.com/office/drawing/2014/main" id="{1CC2E69C-6941-8225-442C-5F88EA783F60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3" name="pg3816">
                <a:extLst>
                  <a:ext uri="{FF2B5EF4-FFF2-40B4-BE49-F238E27FC236}">
                    <a16:creationId xmlns:a16="http://schemas.microsoft.com/office/drawing/2014/main" id="{B024BDD2-4A5A-DDA4-4C4C-720FF69F7402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4" name="pg3817">
                <a:extLst>
                  <a:ext uri="{FF2B5EF4-FFF2-40B4-BE49-F238E27FC236}">
                    <a16:creationId xmlns:a16="http://schemas.microsoft.com/office/drawing/2014/main" id="{25789869-8535-359D-FCA5-4FC94AC3FD1F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5" name="pg3818">
                <a:extLst>
                  <a:ext uri="{FF2B5EF4-FFF2-40B4-BE49-F238E27FC236}">
                    <a16:creationId xmlns:a16="http://schemas.microsoft.com/office/drawing/2014/main" id="{C271E037-01FB-4D90-3847-ED58E74BB249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6" name="pg3819">
                <a:extLst>
                  <a:ext uri="{FF2B5EF4-FFF2-40B4-BE49-F238E27FC236}">
                    <a16:creationId xmlns:a16="http://schemas.microsoft.com/office/drawing/2014/main" id="{9B25BD88-1EBE-3D85-E3B3-1B06F7BB6F96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7" name="pg3820">
                <a:extLst>
                  <a:ext uri="{FF2B5EF4-FFF2-40B4-BE49-F238E27FC236}">
                    <a16:creationId xmlns:a16="http://schemas.microsoft.com/office/drawing/2014/main" id="{45FF93AF-CE11-E01D-3BF7-C36F071CC966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8" name="pg3821">
                <a:extLst>
                  <a:ext uri="{FF2B5EF4-FFF2-40B4-BE49-F238E27FC236}">
                    <a16:creationId xmlns:a16="http://schemas.microsoft.com/office/drawing/2014/main" id="{8FF5E86E-1CD2-5CA8-EC19-2022D5987C4C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69" name="pg3822">
                <a:extLst>
                  <a:ext uri="{FF2B5EF4-FFF2-40B4-BE49-F238E27FC236}">
                    <a16:creationId xmlns:a16="http://schemas.microsoft.com/office/drawing/2014/main" id="{BAA0A1D2-D948-1D0A-0C17-B0BD09356981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0" name="pg3823">
                <a:extLst>
                  <a:ext uri="{FF2B5EF4-FFF2-40B4-BE49-F238E27FC236}">
                    <a16:creationId xmlns:a16="http://schemas.microsoft.com/office/drawing/2014/main" id="{3A1A5FD7-14B7-D27B-38EF-36E2F1989BED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1" name="pg3824">
                <a:extLst>
                  <a:ext uri="{FF2B5EF4-FFF2-40B4-BE49-F238E27FC236}">
                    <a16:creationId xmlns:a16="http://schemas.microsoft.com/office/drawing/2014/main" id="{5561A0D8-7177-E811-BABB-12B5DB63406C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2" name="pg3825">
                <a:extLst>
                  <a:ext uri="{FF2B5EF4-FFF2-40B4-BE49-F238E27FC236}">
                    <a16:creationId xmlns:a16="http://schemas.microsoft.com/office/drawing/2014/main" id="{BB44DCFE-6964-7AC9-7F22-57DCB6D81913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3" name="pg3826">
                <a:extLst>
                  <a:ext uri="{FF2B5EF4-FFF2-40B4-BE49-F238E27FC236}">
                    <a16:creationId xmlns:a16="http://schemas.microsoft.com/office/drawing/2014/main" id="{EE536743-FFF6-6421-296D-0A4B009734CC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4" name="pg3827">
                <a:extLst>
                  <a:ext uri="{FF2B5EF4-FFF2-40B4-BE49-F238E27FC236}">
                    <a16:creationId xmlns:a16="http://schemas.microsoft.com/office/drawing/2014/main" id="{CF95D902-886C-1173-C3E3-C8F295DDA8C8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5" name="pg3828">
                <a:extLst>
                  <a:ext uri="{FF2B5EF4-FFF2-40B4-BE49-F238E27FC236}">
                    <a16:creationId xmlns:a16="http://schemas.microsoft.com/office/drawing/2014/main" id="{D182995C-1111-7F62-593C-22F7939402F9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6" name="pg3829">
                <a:extLst>
                  <a:ext uri="{FF2B5EF4-FFF2-40B4-BE49-F238E27FC236}">
                    <a16:creationId xmlns:a16="http://schemas.microsoft.com/office/drawing/2014/main" id="{E9417E77-5895-D5AC-7FED-752E70962997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7" name="pg3830">
                <a:extLst>
                  <a:ext uri="{FF2B5EF4-FFF2-40B4-BE49-F238E27FC236}">
                    <a16:creationId xmlns:a16="http://schemas.microsoft.com/office/drawing/2014/main" id="{2F1E2122-30D5-C65C-D818-5B28957BADE9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8" name="pg3831">
                <a:extLst>
                  <a:ext uri="{FF2B5EF4-FFF2-40B4-BE49-F238E27FC236}">
                    <a16:creationId xmlns:a16="http://schemas.microsoft.com/office/drawing/2014/main" id="{7A52A8DD-DA4D-DF75-80B9-FEEAB3DD54E0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79" name="pg3832">
                <a:extLst>
                  <a:ext uri="{FF2B5EF4-FFF2-40B4-BE49-F238E27FC236}">
                    <a16:creationId xmlns:a16="http://schemas.microsoft.com/office/drawing/2014/main" id="{AAAA97E8-A27D-88E3-A9AA-E72358445936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0" name="pg3833">
                <a:extLst>
                  <a:ext uri="{FF2B5EF4-FFF2-40B4-BE49-F238E27FC236}">
                    <a16:creationId xmlns:a16="http://schemas.microsoft.com/office/drawing/2014/main" id="{7ACFA43D-2BE1-3A70-6A7D-85E55E3D72E0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1" name="pg3834">
                <a:extLst>
                  <a:ext uri="{FF2B5EF4-FFF2-40B4-BE49-F238E27FC236}">
                    <a16:creationId xmlns:a16="http://schemas.microsoft.com/office/drawing/2014/main" id="{7BFA5AE3-5E6D-1D8F-E563-4D2950ABD171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2" name="pg3835">
                <a:extLst>
                  <a:ext uri="{FF2B5EF4-FFF2-40B4-BE49-F238E27FC236}">
                    <a16:creationId xmlns:a16="http://schemas.microsoft.com/office/drawing/2014/main" id="{3D97B260-18B9-11DE-6E8F-02577D65336B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3" name="pg3836">
                <a:extLst>
                  <a:ext uri="{FF2B5EF4-FFF2-40B4-BE49-F238E27FC236}">
                    <a16:creationId xmlns:a16="http://schemas.microsoft.com/office/drawing/2014/main" id="{8F579360-CF2D-BB24-2E03-62F7757611C0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4" name="pg3837">
                <a:extLst>
                  <a:ext uri="{FF2B5EF4-FFF2-40B4-BE49-F238E27FC236}">
                    <a16:creationId xmlns:a16="http://schemas.microsoft.com/office/drawing/2014/main" id="{1A74F709-96B2-9C13-7CFA-2A8039406287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5" name="pg3838">
                <a:extLst>
                  <a:ext uri="{FF2B5EF4-FFF2-40B4-BE49-F238E27FC236}">
                    <a16:creationId xmlns:a16="http://schemas.microsoft.com/office/drawing/2014/main" id="{9C68F12A-6C56-D844-45CE-EC1AF7D099DF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6" name="pg3839">
                <a:extLst>
                  <a:ext uri="{FF2B5EF4-FFF2-40B4-BE49-F238E27FC236}">
                    <a16:creationId xmlns:a16="http://schemas.microsoft.com/office/drawing/2014/main" id="{02CFEFA5-0738-8A43-D117-E45DEC9F96A6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7" name="pg3840">
                <a:extLst>
                  <a:ext uri="{FF2B5EF4-FFF2-40B4-BE49-F238E27FC236}">
                    <a16:creationId xmlns:a16="http://schemas.microsoft.com/office/drawing/2014/main" id="{1887FDA5-4C8C-B62D-90B3-912226671D32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8" name="pg3841">
                <a:extLst>
                  <a:ext uri="{FF2B5EF4-FFF2-40B4-BE49-F238E27FC236}">
                    <a16:creationId xmlns:a16="http://schemas.microsoft.com/office/drawing/2014/main" id="{FDAE13CF-A9E7-B3F0-11F9-CE78AAD723ED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89" name="pg3842">
                <a:extLst>
                  <a:ext uri="{FF2B5EF4-FFF2-40B4-BE49-F238E27FC236}">
                    <a16:creationId xmlns:a16="http://schemas.microsoft.com/office/drawing/2014/main" id="{3323B45C-69B4-4E12-82EA-7815E0BAE832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0" name="pg3843">
                <a:extLst>
                  <a:ext uri="{FF2B5EF4-FFF2-40B4-BE49-F238E27FC236}">
                    <a16:creationId xmlns:a16="http://schemas.microsoft.com/office/drawing/2014/main" id="{08F1057D-AA0C-5DE9-8191-80CE22476C49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1" name="pg3844">
                <a:extLst>
                  <a:ext uri="{FF2B5EF4-FFF2-40B4-BE49-F238E27FC236}">
                    <a16:creationId xmlns:a16="http://schemas.microsoft.com/office/drawing/2014/main" id="{9C1E9CEF-8942-91DB-1A95-51A3E61B9A8A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2" name="pg3845">
                <a:extLst>
                  <a:ext uri="{FF2B5EF4-FFF2-40B4-BE49-F238E27FC236}">
                    <a16:creationId xmlns:a16="http://schemas.microsoft.com/office/drawing/2014/main" id="{ACB26E1E-11E3-F05C-39FD-CE356EE4B155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3" name="pg3846">
                <a:extLst>
                  <a:ext uri="{FF2B5EF4-FFF2-40B4-BE49-F238E27FC236}">
                    <a16:creationId xmlns:a16="http://schemas.microsoft.com/office/drawing/2014/main" id="{F3E4A9D9-D708-98FE-D08D-ED2FB2AF7691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4" name="pg3847">
                <a:extLst>
                  <a:ext uri="{FF2B5EF4-FFF2-40B4-BE49-F238E27FC236}">
                    <a16:creationId xmlns:a16="http://schemas.microsoft.com/office/drawing/2014/main" id="{C7935632-52D7-1300-1B12-0A327166E4A2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5" name="pg3848">
                <a:extLst>
                  <a:ext uri="{FF2B5EF4-FFF2-40B4-BE49-F238E27FC236}">
                    <a16:creationId xmlns:a16="http://schemas.microsoft.com/office/drawing/2014/main" id="{7FFFB041-05C5-CA4E-85B3-1E051A670712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6" name="pg3849">
                <a:extLst>
                  <a:ext uri="{FF2B5EF4-FFF2-40B4-BE49-F238E27FC236}">
                    <a16:creationId xmlns:a16="http://schemas.microsoft.com/office/drawing/2014/main" id="{2970C03D-667C-3EC0-31BD-60CA4DF0A841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7" name="pg3850">
                <a:extLst>
                  <a:ext uri="{FF2B5EF4-FFF2-40B4-BE49-F238E27FC236}">
                    <a16:creationId xmlns:a16="http://schemas.microsoft.com/office/drawing/2014/main" id="{67A39E63-931E-B693-C25C-44C7E683F31A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8" name="pg3851">
                <a:extLst>
                  <a:ext uri="{FF2B5EF4-FFF2-40B4-BE49-F238E27FC236}">
                    <a16:creationId xmlns:a16="http://schemas.microsoft.com/office/drawing/2014/main" id="{FE96F272-9284-EC62-F086-8F5A38FE22D0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599" name="pg3852">
                <a:extLst>
                  <a:ext uri="{FF2B5EF4-FFF2-40B4-BE49-F238E27FC236}">
                    <a16:creationId xmlns:a16="http://schemas.microsoft.com/office/drawing/2014/main" id="{CE7AD181-53B4-490A-B648-1C4256AD2E89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0" name="pg3853">
                <a:extLst>
                  <a:ext uri="{FF2B5EF4-FFF2-40B4-BE49-F238E27FC236}">
                    <a16:creationId xmlns:a16="http://schemas.microsoft.com/office/drawing/2014/main" id="{21835612-D219-C5FB-49AA-68FF4895C745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1" name="pg3854">
                <a:extLst>
                  <a:ext uri="{FF2B5EF4-FFF2-40B4-BE49-F238E27FC236}">
                    <a16:creationId xmlns:a16="http://schemas.microsoft.com/office/drawing/2014/main" id="{F631294D-1B0E-FC5D-916D-A24DB1F2A352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2" name="pg3855">
                <a:extLst>
                  <a:ext uri="{FF2B5EF4-FFF2-40B4-BE49-F238E27FC236}">
                    <a16:creationId xmlns:a16="http://schemas.microsoft.com/office/drawing/2014/main" id="{73D1B506-3B7B-A592-BD91-9BE2714DB566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3" name="pg3856">
                <a:extLst>
                  <a:ext uri="{FF2B5EF4-FFF2-40B4-BE49-F238E27FC236}">
                    <a16:creationId xmlns:a16="http://schemas.microsoft.com/office/drawing/2014/main" id="{840DC236-1F0D-97AF-9CB8-A128FE3FB708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4" name="pg3857">
                <a:extLst>
                  <a:ext uri="{FF2B5EF4-FFF2-40B4-BE49-F238E27FC236}">
                    <a16:creationId xmlns:a16="http://schemas.microsoft.com/office/drawing/2014/main" id="{7A5F88FE-679C-18D2-9D8A-8905FAB0F28A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5" name="pg3858">
                <a:extLst>
                  <a:ext uri="{FF2B5EF4-FFF2-40B4-BE49-F238E27FC236}">
                    <a16:creationId xmlns:a16="http://schemas.microsoft.com/office/drawing/2014/main" id="{E07D20EC-90D6-1A46-C3C1-2C01FF6DA36B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6" name="pg3859">
                <a:extLst>
                  <a:ext uri="{FF2B5EF4-FFF2-40B4-BE49-F238E27FC236}">
                    <a16:creationId xmlns:a16="http://schemas.microsoft.com/office/drawing/2014/main" id="{C8412933-51BE-D5CF-9A62-C6559683306E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7" name="pg3860">
                <a:extLst>
                  <a:ext uri="{FF2B5EF4-FFF2-40B4-BE49-F238E27FC236}">
                    <a16:creationId xmlns:a16="http://schemas.microsoft.com/office/drawing/2014/main" id="{DA21622F-FBB5-6603-A5B0-786F0FCD44E3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8" name="pg3861">
                <a:extLst>
                  <a:ext uri="{FF2B5EF4-FFF2-40B4-BE49-F238E27FC236}">
                    <a16:creationId xmlns:a16="http://schemas.microsoft.com/office/drawing/2014/main" id="{6744FC50-6C9B-9B2B-097C-63BE925B7C22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09" name="pg3862">
                <a:extLst>
                  <a:ext uri="{FF2B5EF4-FFF2-40B4-BE49-F238E27FC236}">
                    <a16:creationId xmlns:a16="http://schemas.microsoft.com/office/drawing/2014/main" id="{2E814A62-6C54-5155-4D39-F9613E1E416E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0" name="pg3863">
                <a:extLst>
                  <a:ext uri="{FF2B5EF4-FFF2-40B4-BE49-F238E27FC236}">
                    <a16:creationId xmlns:a16="http://schemas.microsoft.com/office/drawing/2014/main" id="{4502F006-D94C-8525-9D85-17E742545974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1" name="pg3864">
                <a:extLst>
                  <a:ext uri="{FF2B5EF4-FFF2-40B4-BE49-F238E27FC236}">
                    <a16:creationId xmlns:a16="http://schemas.microsoft.com/office/drawing/2014/main" id="{466B7C86-31F5-7E13-22A8-9DE030A6128D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2" name="pg3865">
                <a:extLst>
                  <a:ext uri="{FF2B5EF4-FFF2-40B4-BE49-F238E27FC236}">
                    <a16:creationId xmlns:a16="http://schemas.microsoft.com/office/drawing/2014/main" id="{30304DFB-4A1F-685D-69F8-47E68B4C4617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3" name="pg3866">
                <a:extLst>
                  <a:ext uri="{FF2B5EF4-FFF2-40B4-BE49-F238E27FC236}">
                    <a16:creationId xmlns:a16="http://schemas.microsoft.com/office/drawing/2014/main" id="{93DF1BDC-EAD2-3E34-A0CD-E3010CFED2F0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4" name="pg3867">
                <a:extLst>
                  <a:ext uri="{FF2B5EF4-FFF2-40B4-BE49-F238E27FC236}">
                    <a16:creationId xmlns:a16="http://schemas.microsoft.com/office/drawing/2014/main" id="{7119BE43-0739-DEF9-DD0C-585AF5143F4C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5" name="pg3868">
                <a:extLst>
                  <a:ext uri="{FF2B5EF4-FFF2-40B4-BE49-F238E27FC236}">
                    <a16:creationId xmlns:a16="http://schemas.microsoft.com/office/drawing/2014/main" id="{B28F1988-9536-8EAE-C5AC-2DC63BF52611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6" name="pg3869">
                <a:extLst>
                  <a:ext uri="{FF2B5EF4-FFF2-40B4-BE49-F238E27FC236}">
                    <a16:creationId xmlns:a16="http://schemas.microsoft.com/office/drawing/2014/main" id="{A00F5480-49F9-5A97-9E85-A91AC654492F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7" name="pg3870">
                <a:extLst>
                  <a:ext uri="{FF2B5EF4-FFF2-40B4-BE49-F238E27FC236}">
                    <a16:creationId xmlns:a16="http://schemas.microsoft.com/office/drawing/2014/main" id="{7DE55BC1-BD5D-EED8-1DFB-8B38FF318B7A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8" name="pg3871">
                <a:extLst>
                  <a:ext uri="{FF2B5EF4-FFF2-40B4-BE49-F238E27FC236}">
                    <a16:creationId xmlns:a16="http://schemas.microsoft.com/office/drawing/2014/main" id="{583AE15E-4E26-D221-84BE-AA6C240919CC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19" name="pg3872">
                <a:extLst>
                  <a:ext uri="{FF2B5EF4-FFF2-40B4-BE49-F238E27FC236}">
                    <a16:creationId xmlns:a16="http://schemas.microsoft.com/office/drawing/2014/main" id="{95738AD3-E0E4-948E-38AC-7346375E5307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0" name="pg3873">
                <a:extLst>
                  <a:ext uri="{FF2B5EF4-FFF2-40B4-BE49-F238E27FC236}">
                    <a16:creationId xmlns:a16="http://schemas.microsoft.com/office/drawing/2014/main" id="{135C776B-6958-4FED-B397-ED5725D3A821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1" name="pg3874">
                <a:extLst>
                  <a:ext uri="{FF2B5EF4-FFF2-40B4-BE49-F238E27FC236}">
                    <a16:creationId xmlns:a16="http://schemas.microsoft.com/office/drawing/2014/main" id="{444F9FEE-CBE7-EAB7-5404-57852680E3CF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2" name="pg3875">
                <a:extLst>
                  <a:ext uri="{FF2B5EF4-FFF2-40B4-BE49-F238E27FC236}">
                    <a16:creationId xmlns:a16="http://schemas.microsoft.com/office/drawing/2014/main" id="{383D23CA-7363-EE93-0728-D05933A10B44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3" name="pg3876">
                <a:extLst>
                  <a:ext uri="{FF2B5EF4-FFF2-40B4-BE49-F238E27FC236}">
                    <a16:creationId xmlns:a16="http://schemas.microsoft.com/office/drawing/2014/main" id="{0A29522F-4332-A9B7-5EE7-AC75BA5D0755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4" name="pg3877">
                <a:extLst>
                  <a:ext uri="{FF2B5EF4-FFF2-40B4-BE49-F238E27FC236}">
                    <a16:creationId xmlns:a16="http://schemas.microsoft.com/office/drawing/2014/main" id="{62101A9F-B859-8503-9D0D-92B75EECFD26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5" name="pg3878">
                <a:extLst>
                  <a:ext uri="{FF2B5EF4-FFF2-40B4-BE49-F238E27FC236}">
                    <a16:creationId xmlns:a16="http://schemas.microsoft.com/office/drawing/2014/main" id="{893A62B6-9A74-0840-ADDD-FEF8EA1AFDC8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6" name="pg3879">
                <a:extLst>
                  <a:ext uri="{FF2B5EF4-FFF2-40B4-BE49-F238E27FC236}">
                    <a16:creationId xmlns:a16="http://schemas.microsoft.com/office/drawing/2014/main" id="{81CBA373-F4E2-2F64-294C-11E82987D247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7" name="pg3880">
                <a:extLst>
                  <a:ext uri="{FF2B5EF4-FFF2-40B4-BE49-F238E27FC236}">
                    <a16:creationId xmlns:a16="http://schemas.microsoft.com/office/drawing/2014/main" id="{2D872362-97FF-E9FA-8134-44E05B523F30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8" name="pg3881">
                <a:extLst>
                  <a:ext uri="{FF2B5EF4-FFF2-40B4-BE49-F238E27FC236}">
                    <a16:creationId xmlns:a16="http://schemas.microsoft.com/office/drawing/2014/main" id="{ED95BC64-2F9A-D5C1-CE8B-15D94A439750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29" name="pg3882">
                <a:extLst>
                  <a:ext uri="{FF2B5EF4-FFF2-40B4-BE49-F238E27FC236}">
                    <a16:creationId xmlns:a16="http://schemas.microsoft.com/office/drawing/2014/main" id="{22162107-1AFD-0F58-13FC-E79C79CC6ABC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0" name="pg3883">
                <a:extLst>
                  <a:ext uri="{FF2B5EF4-FFF2-40B4-BE49-F238E27FC236}">
                    <a16:creationId xmlns:a16="http://schemas.microsoft.com/office/drawing/2014/main" id="{854A941F-7A88-D3D0-B132-477B332794FA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1" name="pg3884">
                <a:extLst>
                  <a:ext uri="{FF2B5EF4-FFF2-40B4-BE49-F238E27FC236}">
                    <a16:creationId xmlns:a16="http://schemas.microsoft.com/office/drawing/2014/main" id="{4E49CC9F-EB50-2523-783B-F06343E04F9E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2" name="pg3885">
                <a:extLst>
                  <a:ext uri="{FF2B5EF4-FFF2-40B4-BE49-F238E27FC236}">
                    <a16:creationId xmlns:a16="http://schemas.microsoft.com/office/drawing/2014/main" id="{5BE2CCC1-1969-CBFE-2883-39EBD1DC84E5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3" name="pg3886">
                <a:extLst>
                  <a:ext uri="{FF2B5EF4-FFF2-40B4-BE49-F238E27FC236}">
                    <a16:creationId xmlns:a16="http://schemas.microsoft.com/office/drawing/2014/main" id="{5D870802-F95D-52D0-BCE3-18E0BB507968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4" name="pg3887">
                <a:extLst>
                  <a:ext uri="{FF2B5EF4-FFF2-40B4-BE49-F238E27FC236}">
                    <a16:creationId xmlns:a16="http://schemas.microsoft.com/office/drawing/2014/main" id="{9E89659A-01E3-633B-537A-FED963CFB7F2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5" name="pg3888">
                <a:extLst>
                  <a:ext uri="{FF2B5EF4-FFF2-40B4-BE49-F238E27FC236}">
                    <a16:creationId xmlns:a16="http://schemas.microsoft.com/office/drawing/2014/main" id="{90E7F74D-260C-46D0-437F-4ED987064B5A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6" name="pg3889">
                <a:extLst>
                  <a:ext uri="{FF2B5EF4-FFF2-40B4-BE49-F238E27FC236}">
                    <a16:creationId xmlns:a16="http://schemas.microsoft.com/office/drawing/2014/main" id="{72C0168A-16EF-EB3D-7B43-BDA97D816CE3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7" name="pg3890">
                <a:extLst>
                  <a:ext uri="{FF2B5EF4-FFF2-40B4-BE49-F238E27FC236}">
                    <a16:creationId xmlns:a16="http://schemas.microsoft.com/office/drawing/2014/main" id="{2D7F1D12-C303-7DF9-D0F6-00C82834E28E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8" name="pg3891">
                <a:extLst>
                  <a:ext uri="{FF2B5EF4-FFF2-40B4-BE49-F238E27FC236}">
                    <a16:creationId xmlns:a16="http://schemas.microsoft.com/office/drawing/2014/main" id="{D37469B8-FAD1-37F5-FA90-E418DF3C7A88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39" name="pg3892">
                <a:extLst>
                  <a:ext uri="{FF2B5EF4-FFF2-40B4-BE49-F238E27FC236}">
                    <a16:creationId xmlns:a16="http://schemas.microsoft.com/office/drawing/2014/main" id="{B4D3DE42-9B26-0EBD-BDF3-DC09193EA04E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0" name="pg3893">
                <a:extLst>
                  <a:ext uri="{FF2B5EF4-FFF2-40B4-BE49-F238E27FC236}">
                    <a16:creationId xmlns:a16="http://schemas.microsoft.com/office/drawing/2014/main" id="{6854022B-DF6C-EF94-FFD1-F1213974A27E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1" name="pg3894">
                <a:extLst>
                  <a:ext uri="{FF2B5EF4-FFF2-40B4-BE49-F238E27FC236}">
                    <a16:creationId xmlns:a16="http://schemas.microsoft.com/office/drawing/2014/main" id="{33A0EF9A-194A-B6A3-208B-4B0407EC5F90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2" name="pg3895">
                <a:extLst>
                  <a:ext uri="{FF2B5EF4-FFF2-40B4-BE49-F238E27FC236}">
                    <a16:creationId xmlns:a16="http://schemas.microsoft.com/office/drawing/2014/main" id="{D68A587E-7180-A954-7EDB-140C5E4A90A0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3" name="pg3896">
                <a:extLst>
                  <a:ext uri="{FF2B5EF4-FFF2-40B4-BE49-F238E27FC236}">
                    <a16:creationId xmlns:a16="http://schemas.microsoft.com/office/drawing/2014/main" id="{A3190208-7C2D-8503-8CBD-0D8E570DEC61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4" name="pg3897">
                <a:extLst>
                  <a:ext uri="{FF2B5EF4-FFF2-40B4-BE49-F238E27FC236}">
                    <a16:creationId xmlns:a16="http://schemas.microsoft.com/office/drawing/2014/main" id="{49B61DC3-BF8D-3DF4-A15B-B5B3B8BD28BF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5" name="pg3898">
                <a:extLst>
                  <a:ext uri="{FF2B5EF4-FFF2-40B4-BE49-F238E27FC236}">
                    <a16:creationId xmlns:a16="http://schemas.microsoft.com/office/drawing/2014/main" id="{9E5E6CD3-AC24-1591-6B6F-6DC928DB437E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6" name="pg3899">
                <a:extLst>
                  <a:ext uri="{FF2B5EF4-FFF2-40B4-BE49-F238E27FC236}">
                    <a16:creationId xmlns:a16="http://schemas.microsoft.com/office/drawing/2014/main" id="{8D68B2BD-9F23-E66D-5748-490E7B8D7CAB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7" name="pg3900">
                <a:extLst>
                  <a:ext uri="{FF2B5EF4-FFF2-40B4-BE49-F238E27FC236}">
                    <a16:creationId xmlns:a16="http://schemas.microsoft.com/office/drawing/2014/main" id="{A86E8312-3B04-1276-38C4-82CC72442D0C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8" name="pg3901">
                <a:extLst>
                  <a:ext uri="{FF2B5EF4-FFF2-40B4-BE49-F238E27FC236}">
                    <a16:creationId xmlns:a16="http://schemas.microsoft.com/office/drawing/2014/main" id="{C71EF634-26EB-8F99-AE2D-1DC427AE6E5B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49" name="pg3902">
                <a:extLst>
                  <a:ext uri="{FF2B5EF4-FFF2-40B4-BE49-F238E27FC236}">
                    <a16:creationId xmlns:a16="http://schemas.microsoft.com/office/drawing/2014/main" id="{2CCD85FE-39DA-5CC4-B02E-3684A5CC392A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0" name="pg3903">
                <a:extLst>
                  <a:ext uri="{FF2B5EF4-FFF2-40B4-BE49-F238E27FC236}">
                    <a16:creationId xmlns:a16="http://schemas.microsoft.com/office/drawing/2014/main" id="{1A2E7E69-75B5-5215-3099-2249F3FBBD63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1" name="pg3904">
                <a:extLst>
                  <a:ext uri="{FF2B5EF4-FFF2-40B4-BE49-F238E27FC236}">
                    <a16:creationId xmlns:a16="http://schemas.microsoft.com/office/drawing/2014/main" id="{7812F1A5-1815-2032-4D9F-08DC3B2954B3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2" name="pg3905">
                <a:extLst>
                  <a:ext uri="{FF2B5EF4-FFF2-40B4-BE49-F238E27FC236}">
                    <a16:creationId xmlns:a16="http://schemas.microsoft.com/office/drawing/2014/main" id="{77C622D7-C17E-11A8-E296-4D863A2CD263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3" name="pg3906">
                <a:extLst>
                  <a:ext uri="{FF2B5EF4-FFF2-40B4-BE49-F238E27FC236}">
                    <a16:creationId xmlns:a16="http://schemas.microsoft.com/office/drawing/2014/main" id="{0D98930C-E669-60DA-4621-9A6E7EB9D60A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4" name="pg3907">
                <a:extLst>
                  <a:ext uri="{FF2B5EF4-FFF2-40B4-BE49-F238E27FC236}">
                    <a16:creationId xmlns:a16="http://schemas.microsoft.com/office/drawing/2014/main" id="{E60E0995-6F1F-E23A-3ED1-11D3137142BB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5" name="pg3908">
                <a:extLst>
                  <a:ext uri="{FF2B5EF4-FFF2-40B4-BE49-F238E27FC236}">
                    <a16:creationId xmlns:a16="http://schemas.microsoft.com/office/drawing/2014/main" id="{08407C9D-96F5-5AD0-9B2D-A547EF106CD1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6" name="pg3909">
                <a:extLst>
                  <a:ext uri="{FF2B5EF4-FFF2-40B4-BE49-F238E27FC236}">
                    <a16:creationId xmlns:a16="http://schemas.microsoft.com/office/drawing/2014/main" id="{FF1C0E4A-224D-95F1-ABAC-3D12FF5A7659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7" name="pg3910">
                <a:extLst>
                  <a:ext uri="{FF2B5EF4-FFF2-40B4-BE49-F238E27FC236}">
                    <a16:creationId xmlns:a16="http://schemas.microsoft.com/office/drawing/2014/main" id="{29354C8A-2A40-2C12-AE42-F8D844BBA5DF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8" name="pg3911">
                <a:extLst>
                  <a:ext uri="{FF2B5EF4-FFF2-40B4-BE49-F238E27FC236}">
                    <a16:creationId xmlns:a16="http://schemas.microsoft.com/office/drawing/2014/main" id="{304A4A4B-A3E4-9A47-2156-5A75AB463853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59" name="pg3912">
                <a:extLst>
                  <a:ext uri="{FF2B5EF4-FFF2-40B4-BE49-F238E27FC236}">
                    <a16:creationId xmlns:a16="http://schemas.microsoft.com/office/drawing/2014/main" id="{C6D1F733-2A12-8C7B-FE6E-617E6F55922E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0" name="pg3913">
                <a:extLst>
                  <a:ext uri="{FF2B5EF4-FFF2-40B4-BE49-F238E27FC236}">
                    <a16:creationId xmlns:a16="http://schemas.microsoft.com/office/drawing/2014/main" id="{7875521E-E837-E299-A398-73FC0EA1A0E4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1" name="pg3914">
                <a:extLst>
                  <a:ext uri="{FF2B5EF4-FFF2-40B4-BE49-F238E27FC236}">
                    <a16:creationId xmlns:a16="http://schemas.microsoft.com/office/drawing/2014/main" id="{524925A4-3B9B-4395-6ED4-E8129A56469A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2" name="pg3915">
                <a:extLst>
                  <a:ext uri="{FF2B5EF4-FFF2-40B4-BE49-F238E27FC236}">
                    <a16:creationId xmlns:a16="http://schemas.microsoft.com/office/drawing/2014/main" id="{02380EB9-295D-27F3-4A4F-DE0494ACD47A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3" name="pg3916">
                <a:extLst>
                  <a:ext uri="{FF2B5EF4-FFF2-40B4-BE49-F238E27FC236}">
                    <a16:creationId xmlns:a16="http://schemas.microsoft.com/office/drawing/2014/main" id="{FD4D28D3-8931-21E6-E8A3-C4F9C1AC855B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4" name="pg3917">
                <a:extLst>
                  <a:ext uri="{FF2B5EF4-FFF2-40B4-BE49-F238E27FC236}">
                    <a16:creationId xmlns:a16="http://schemas.microsoft.com/office/drawing/2014/main" id="{E766104B-C597-B175-5475-949EF909A455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5" name="pg3918">
                <a:extLst>
                  <a:ext uri="{FF2B5EF4-FFF2-40B4-BE49-F238E27FC236}">
                    <a16:creationId xmlns:a16="http://schemas.microsoft.com/office/drawing/2014/main" id="{7B283FD6-2382-ED3A-93C0-B3D8D81F53AD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6" name="pg3919">
                <a:extLst>
                  <a:ext uri="{FF2B5EF4-FFF2-40B4-BE49-F238E27FC236}">
                    <a16:creationId xmlns:a16="http://schemas.microsoft.com/office/drawing/2014/main" id="{B9F9D470-410F-E700-1FA3-664DC75006B3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7" name="pg3920">
                <a:extLst>
                  <a:ext uri="{FF2B5EF4-FFF2-40B4-BE49-F238E27FC236}">
                    <a16:creationId xmlns:a16="http://schemas.microsoft.com/office/drawing/2014/main" id="{18963AFC-97FE-A384-D94A-C98460DD19D6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8" name="pg3921">
                <a:extLst>
                  <a:ext uri="{FF2B5EF4-FFF2-40B4-BE49-F238E27FC236}">
                    <a16:creationId xmlns:a16="http://schemas.microsoft.com/office/drawing/2014/main" id="{C06E38B5-BA7D-682E-B0F9-07F1F5F77159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69" name="pg3922">
                <a:extLst>
                  <a:ext uri="{FF2B5EF4-FFF2-40B4-BE49-F238E27FC236}">
                    <a16:creationId xmlns:a16="http://schemas.microsoft.com/office/drawing/2014/main" id="{3ECFFD61-305C-8504-E66F-0B6AE1EEB351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0" name="pg3923">
                <a:extLst>
                  <a:ext uri="{FF2B5EF4-FFF2-40B4-BE49-F238E27FC236}">
                    <a16:creationId xmlns:a16="http://schemas.microsoft.com/office/drawing/2014/main" id="{7EFD60F7-7729-DCC7-FB03-B3644B9F9C31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1" name="pt3924">
                <a:extLst>
                  <a:ext uri="{FF2B5EF4-FFF2-40B4-BE49-F238E27FC236}">
                    <a16:creationId xmlns:a16="http://schemas.microsoft.com/office/drawing/2014/main" id="{A4856F05-FF48-D09A-BD7A-7BE3B3B334C1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40A2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2" name="pt3925">
                <a:extLst>
                  <a:ext uri="{FF2B5EF4-FFF2-40B4-BE49-F238E27FC236}">
                    <a16:creationId xmlns:a16="http://schemas.microsoft.com/office/drawing/2014/main" id="{FC033F75-04CB-CF9D-3364-511FBC596404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6ED2B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3" name="pt3926">
                <a:extLst>
                  <a:ext uri="{FF2B5EF4-FFF2-40B4-BE49-F238E27FC236}">
                    <a16:creationId xmlns:a16="http://schemas.microsoft.com/office/drawing/2014/main" id="{51CBECF0-0292-D2A3-8C72-1933F9F802CF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A7E3C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4" name="pt3927">
                <a:extLst>
                  <a:ext uri="{FF2B5EF4-FFF2-40B4-BE49-F238E27FC236}">
                    <a16:creationId xmlns:a16="http://schemas.microsoft.com/office/drawing/2014/main" id="{C7F09C09-D03F-8817-169B-A76B3D6DB992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6FD2B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5" name="pt3928">
                <a:extLst>
                  <a:ext uri="{FF2B5EF4-FFF2-40B4-BE49-F238E27FC236}">
                    <a16:creationId xmlns:a16="http://schemas.microsoft.com/office/drawing/2014/main" id="{1B4D1C9C-1598-C078-D47B-0C236795CCA1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BFEBD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6" name="pt3929">
                <a:extLst>
                  <a:ext uri="{FF2B5EF4-FFF2-40B4-BE49-F238E27FC236}">
                    <a16:creationId xmlns:a16="http://schemas.microsoft.com/office/drawing/2014/main" id="{6B26DFD2-C2B9-9528-3D51-94C2CE53C2DD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6B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7" name="pt3930">
                <a:extLst>
                  <a:ext uri="{FF2B5EF4-FFF2-40B4-BE49-F238E27FC236}">
                    <a16:creationId xmlns:a16="http://schemas.microsoft.com/office/drawing/2014/main" id="{4FAE4D20-3CA1-0303-2549-37F9CCE35BC7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54BB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8" name="pt3931">
                <a:extLst>
                  <a:ext uri="{FF2B5EF4-FFF2-40B4-BE49-F238E27FC236}">
                    <a16:creationId xmlns:a16="http://schemas.microsoft.com/office/drawing/2014/main" id="{C39A3C6E-189F-AE4F-B207-432B44AE9F0D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58C2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79" name="pt3932">
                <a:extLst>
                  <a:ext uri="{FF2B5EF4-FFF2-40B4-BE49-F238E27FC236}">
                    <a16:creationId xmlns:a16="http://schemas.microsoft.com/office/drawing/2014/main" id="{9941CD38-61A5-F397-5421-801DD534BCE3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AFE6C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0" name="pt3933">
                <a:extLst>
                  <a:ext uri="{FF2B5EF4-FFF2-40B4-BE49-F238E27FC236}">
                    <a16:creationId xmlns:a16="http://schemas.microsoft.com/office/drawing/2014/main" id="{EC7AAF90-F56E-1D28-2645-0EA46E93134C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99DFC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1" name="pt3934">
                <a:extLst>
                  <a:ext uri="{FF2B5EF4-FFF2-40B4-BE49-F238E27FC236}">
                    <a16:creationId xmlns:a16="http://schemas.microsoft.com/office/drawing/2014/main" id="{EFAF79AE-6F07-6C45-6309-ABB080C0EE9F}"/>
                  </a:ext>
                </a:extLst>
              </p:cNvPr>
              <p:cNvSpPr/>
              <p:nvPr/>
            </p:nvSpPr>
            <p:spPr>
              <a:xfrm>
                <a:off x="3118737" y="4784820"/>
                <a:ext cx="63202" cy="63202"/>
              </a:xfrm>
              <a:prstGeom prst="ellipse">
                <a:avLst/>
              </a:prstGeom>
              <a:solidFill>
                <a:srgbClr val="8FDBB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2" name="pt3935">
                <a:extLst>
                  <a:ext uri="{FF2B5EF4-FFF2-40B4-BE49-F238E27FC236}">
                    <a16:creationId xmlns:a16="http://schemas.microsoft.com/office/drawing/2014/main" id="{12B4643F-D98E-A2D1-AFDF-39333A70F008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84D8B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3" name="pt3936">
                <a:extLst>
                  <a:ext uri="{FF2B5EF4-FFF2-40B4-BE49-F238E27FC236}">
                    <a16:creationId xmlns:a16="http://schemas.microsoft.com/office/drawing/2014/main" id="{FDB00FF2-06C2-3BF2-3CD1-04069CB1AB3C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9ADFC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4" name="pt3937">
                <a:extLst>
                  <a:ext uri="{FF2B5EF4-FFF2-40B4-BE49-F238E27FC236}">
                    <a16:creationId xmlns:a16="http://schemas.microsoft.com/office/drawing/2014/main" id="{4F82E37B-6DCB-0651-9D5C-3791C3152A9B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59C4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5" name="pt3938">
                <a:extLst>
                  <a:ext uri="{FF2B5EF4-FFF2-40B4-BE49-F238E27FC236}">
                    <a16:creationId xmlns:a16="http://schemas.microsoft.com/office/drawing/2014/main" id="{B205142A-484A-7DDE-4931-F74191473A3F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86D9B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6" name="pt3939">
                <a:extLst>
                  <a:ext uri="{FF2B5EF4-FFF2-40B4-BE49-F238E27FC236}">
                    <a16:creationId xmlns:a16="http://schemas.microsoft.com/office/drawing/2014/main" id="{50C236B7-9285-F374-D98B-7E4AD7256081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A4E2C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7" name="pt3940">
                <a:extLst>
                  <a:ext uri="{FF2B5EF4-FFF2-40B4-BE49-F238E27FC236}">
                    <a16:creationId xmlns:a16="http://schemas.microsoft.com/office/drawing/2014/main" id="{5AD5F7D8-DD3A-1D82-62A9-090D38BCA5E2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73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8" name="pt3941">
                <a:extLst>
                  <a:ext uri="{FF2B5EF4-FFF2-40B4-BE49-F238E27FC236}">
                    <a16:creationId xmlns:a16="http://schemas.microsoft.com/office/drawing/2014/main" id="{A28CC2ED-5A55-4050-E814-89E7ED83AAA6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82D7B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89" name="pt3942">
                <a:extLst>
                  <a:ext uri="{FF2B5EF4-FFF2-40B4-BE49-F238E27FC236}">
                    <a16:creationId xmlns:a16="http://schemas.microsoft.com/office/drawing/2014/main" id="{568712E5-4104-B433-1C0E-ABE2AC5970E3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5FCD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0" name="pt3943">
                <a:extLst>
                  <a:ext uri="{FF2B5EF4-FFF2-40B4-BE49-F238E27FC236}">
                    <a16:creationId xmlns:a16="http://schemas.microsoft.com/office/drawing/2014/main" id="{CDEB9611-050E-6D1D-CAF6-728D2C1B2B3F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51B8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1" name="pt3944">
                <a:extLst>
                  <a:ext uri="{FF2B5EF4-FFF2-40B4-BE49-F238E27FC236}">
                    <a16:creationId xmlns:a16="http://schemas.microsoft.com/office/drawing/2014/main" id="{88F97DAF-E5E9-EB96-AAD7-371A4FCDB08A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72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2" name="pt3945">
                <a:extLst>
                  <a:ext uri="{FF2B5EF4-FFF2-40B4-BE49-F238E27FC236}">
                    <a16:creationId xmlns:a16="http://schemas.microsoft.com/office/drawing/2014/main" id="{62ACDC6B-6F83-76DC-DAF6-3B38D3E8AEA8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3" name="pt3946">
                <a:extLst>
                  <a:ext uri="{FF2B5EF4-FFF2-40B4-BE49-F238E27FC236}">
                    <a16:creationId xmlns:a16="http://schemas.microsoft.com/office/drawing/2014/main" id="{6D39E0A5-301E-2330-7992-9E5E4C1C4945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74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4" name="pt3947">
                <a:extLst>
                  <a:ext uri="{FF2B5EF4-FFF2-40B4-BE49-F238E27FC236}">
                    <a16:creationId xmlns:a16="http://schemas.microsoft.com/office/drawing/2014/main" id="{4E33132C-318D-3D39-1425-4059B1694013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56BF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5" name="pt3948">
                <a:extLst>
                  <a:ext uri="{FF2B5EF4-FFF2-40B4-BE49-F238E27FC236}">
                    <a16:creationId xmlns:a16="http://schemas.microsoft.com/office/drawing/2014/main" id="{9365254F-95D3-E0E7-03C2-EC953C958379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81D7B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6" name="pt3949">
                <a:extLst>
                  <a:ext uri="{FF2B5EF4-FFF2-40B4-BE49-F238E27FC236}">
                    <a16:creationId xmlns:a16="http://schemas.microsoft.com/office/drawing/2014/main" id="{C6AFCF38-DDDA-7F12-707B-F4161F818437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7" name="pt3950">
                <a:extLst>
                  <a:ext uri="{FF2B5EF4-FFF2-40B4-BE49-F238E27FC236}">
                    <a16:creationId xmlns:a16="http://schemas.microsoft.com/office/drawing/2014/main" id="{C5B27617-B386-8BD9-75AA-FA91E1B167C8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9ADFC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8" name="pt3951">
                <a:extLst>
                  <a:ext uri="{FF2B5EF4-FFF2-40B4-BE49-F238E27FC236}">
                    <a16:creationId xmlns:a16="http://schemas.microsoft.com/office/drawing/2014/main" id="{CD9202B3-75FE-4989-5717-C11805E73565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41A4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99" name="pt3952">
                <a:extLst>
                  <a:ext uri="{FF2B5EF4-FFF2-40B4-BE49-F238E27FC236}">
                    <a16:creationId xmlns:a16="http://schemas.microsoft.com/office/drawing/2014/main" id="{687B628B-BB80-567A-05F3-98360AC82255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95E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0" name="pt3953">
                <a:extLst>
                  <a:ext uri="{FF2B5EF4-FFF2-40B4-BE49-F238E27FC236}">
                    <a16:creationId xmlns:a16="http://schemas.microsoft.com/office/drawing/2014/main" id="{6C2058FC-D860-A189-BAE9-68AE3F4347C4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D3F1D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1" name="pt3954">
                <a:extLst>
                  <a:ext uri="{FF2B5EF4-FFF2-40B4-BE49-F238E27FC236}">
                    <a16:creationId xmlns:a16="http://schemas.microsoft.com/office/drawing/2014/main" id="{E0B6C9D7-8BF3-56FA-3B5A-831881A7BFE5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47AA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2" name="pt3955">
                <a:extLst>
                  <a:ext uri="{FF2B5EF4-FFF2-40B4-BE49-F238E27FC236}">
                    <a16:creationId xmlns:a16="http://schemas.microsoft.com/office/drawing/2014/main" id="{ED833345-C9F3-9442-A889-3C99E5D6E5EC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77D4B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3" name="pt3956">
                <a:extLst>
                  <a:ext uri="{FF2B5EF4-FFF2-40B4-BE49-F238E27FC236}">
                    <a16:creationId xmlns:a16="http://schemas.microsoft.com/office/drawing/2014/main" id="{62C0F889-9175-A73F-9A0A-59793E870227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55BD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4" name="pt3957">
                <a:extLst>
                  <a:ext uri="{FF2B5EF4-FFF2-40B4-BE49-F238E27FC236}">
                    <a16:creationId xmlns:a16="http://schemas.microsoft.com/office/drawing/2014/main" id="{AAB427FC-5B3D-C20D-78E1-CE4B7B309C88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A77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5" name="pt3958">
                <a:extLst>
                  <a:ext uri="{FF2B5EF4-FFF2-40B4-BE49-F238E27FC236}">
                    <a16:creationId xmlns:a16="http://schemas.microsoft.com/office/drawing/2014/main" id="{FEE27CD3-5A11-F528-2F78-80462CF3CFC5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A599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6" name="pt3959">
                <a:extLst>
                  <a:ext uri="{FF2B5EF4-FFF2-40B4-BE49-F238E27FC236}">
                    <a16:creationId xmlns:a16="http://schemas.microsoft.com/office/drawing/2014/main" id="{5868962E-A7E9-D381-AD56-774BDEBFAA1A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4CB1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7" name="pt3960">
                <a:extLst>
                  <a:ext uri="{FF2B5EF4-FFF2-40B4-BE49-F238E27FC236}">
                    <a16:creationId xmlns:a16="http://schemas.microsoft.com/office/drawing/2014/main" id="{DA05418C-C940-C31C-2D68-20EE70D09AAE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56BF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8" name="pt3961">
                <a:extLst>
                  <a:ext uri="{FF2B5EF4-FFF2-40B4-BE49-F238E27FC236}">
                    <a16:creationId xmlns:a16="http://schemas.microsoft.com/office/drawing/2014/main" id="{860B845A-E795-B943-CBC4-72577937A009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4FB5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09" name="pl3962">
                <a:extLst>
                  <a:ext uri="{FF2B5EF4-FFF2-40B4-BE49-F238E27FC236}">
                    <a16:creationId xmlns:a16="http://schemas.microsoft.com/office/drawing/2014/main" id="{119FDBBD-484F-863C-108D-FD2969856EE9}"/>
                  </a:ext>
                </a:extLst>
              </p:cNvPr>
              <p:cNvSpPr/>
              <p:nvPr/>
            </p:nvSpPr>
            <p:spPr>
              <a:xfrm>
                <a:off x="2850434" y="4909118"/>
                <a:ext cx="52376" cy="84411"/>
              </a:xfrm>
              <a:custGeom>
                <a:avLst/>
                <a:gdLst/>
                <a:ahLst/>
                <a:cxnLst/>
                <a:rect l="0" t="0" r="0" b="0"/>
                <a:pathLst>
                  <a:path w="52376" h="84411">
                    <a:moveTo>
                      <a:pt x="0" y="0"/>
                    </a:moveTo>
                    <a:lnTo>
                      <a:pt x="52376" y="8441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0" name="pl3963">
                <a:extLst>
                  <a:ext uri="{FF2B5EF4-FFF2-40B4-BE49-F238E27FC236}">
                    <a16:creationId xmlns:a16="http://schemas.microsoft.com/office/drawing/2014/main" id="{239BF146-4659-ED12-214E-85FF13BD7182}"/>
                  </a:ext>
                </a:extLst>
              </p:cNvPr>
              <p:cNvSpPr/>
              <p:nvPr/>
            </p:nvSpPr>
            <p:spPr>
              <a:xfrm>
                <a:off x="5743970" y="2857791"/>
                <a:ext cx="80153" cy="66355"/>
              </a:xfrm>
              <a:custGeom>
                <a:avLst/>
                <a:gdLst/>
                <a:ahLst/>
                <a:cxnLst/>
                <a:rect l="0" t="0" r="0" b="0"/>
                <a:pathLst>
                  <a:path w="80153" h="66355">
                    <a:moveTo>
                      <a:pt x="0" y="0"/>
                    </a:moveTo>
                    <a:lnTo>
                      <a:pt x="80153" y="6635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1" name="pl3964">
                <a:extLst>
                  <a:ext uri="{FF2B5EF4-FFF2-40B4-BE49-F238E27FC236}">
                    <a16:creationId xmlns:a16="http://schemas.microsoft.com/office/drawing/2014/main" id="{076C776A-7F0D-A6C1-8EBB-D919A32BD1FD}"/>
                  </a:ext>
                </a:extLst>
              </p:cNvPr>
              <p:cNvSpPr/>
              <p:nvPr/>
            </p:nvSpPr>
            <p:spPr>
              <a:xfrm>
                <a:off x="4513560" y="4609422"/>
                <a:ext cx="54268" cy="79476"/>
              </a:xfrm>
              <a:custGeom>
                <a:avLst/>
                <a:gdLst/>
                <a:ahLst/>
                <a:cxnLst/>
                <a:rect l="0" t="0" r="0" b="0"/>
                <a:pathLst>
                  <a:path w="54268" h="79476">
                    <a:moveTo>
                      <a:pt x="0" y="0"/>
                    </a:moveTo>
                    <a:lnTo>
                      <a:pt x="54268" y="7947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2" name="pl3965">
                <a:extLst>
                  <a:ext uri="{FF2B5EF4-FFF2-40B4-BE49-F238E27FC236}">
                    <a16:creationId xmlns:a16="http://schemas.microsoft.com/office/drawing/2014/main" id="{817AAE67-139C-BE5E-FD51-A5FE6BEDD9B2}"/>
                  </a:ext>
                </a:extLst>
              </p:cNvPr>
              <p:cNvSpPr/>
              <p:nvPr/>
            </p:nvSpPr>
            <p:spPr>
              <a:xfrm>
                <a:off x="3511744" y="4762552"/>
                <a:ext cx="53588" cy="82312"/>
              </a:xfrm>
              <a:custGeom>
                <a:avLst/>
                <a:gdLst/>
                <a:ahLst/>
                <a:cxnLst/>
                <a:rect l="0" t="0" r="0" b="0"/>
                <a:pathLst>
                  <a:path w="53588" h="82312">
                    <a:moveTo>
                      <a:pt x="0" y="0"/>
                    </a:moveTo>
                    <a:lnTo>
                      <a:pt x="53588" y="8231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3" name="pl3966">
                <a:extLst>
                  <a:ext uri="{FF2B5EF4-FFF2-40B4-BE49-F238E27FC236}">
                    <a16:creationId xmlns:a16="http://schemas.microsoft.com/office/drawing/2014/main" id="{601FD252-69E2-1F63-B7CD-56A59EFDE62F}"/>
                  </a:ext>
                </a:extLst>
              </p:cNvPr>
              <p:cNvSpPr/>
              <p:nvPr/>
            </p:nvSpPr>
            <p:spPr>
              <a:xfrm>
                <a:off x="5500723" y="3044719"/>
                <a:ext cx="172202" cy="13802"/>
              </a:xfrm>
              <a:custGeom>
                <a:avLst/>
                <a:gdLst/>
                <a:ahLst/>
                <a:cxnLst/>
                <a:rect l="0" t="0" r="0" b="0"/>
                <a:pathLst>
                  <a:path w="172202" h="13802">
                    <a:moveTo>
                      <a:pt x="0" y="0"/>
                    </a:moveTo>
                    <a:lnTo>
                      <a:pt x="172202" y="1380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4" name="pg3967">
                <a:extLst>
                  <a:ext uri="{FF2B5EF4-FFF2-40B4-BE49-F238E27FC236}">
                    <a16:creationId xmlns:a16="http://schemas.microsoft.com/office/drawing/2014/main" id="{1DAB75C2-3B3E-D658-275E-85A3B53753A4}"/>
                  </a:ext>
                </a:extLst>
              </p:cNvPr>
              <p:cNvSpPr/>
              <p:nvPr/>
            </p:nvSpPr>
            <p:spPr>
              <a:xfrm>
                <a:off x="2291919" y="4760421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5" name="tx3968">
                <a:extLst>
                  <a:ext uri="{FF2B5EF4-FFF2-40B4-BE49-F238E27FC236}">
                    <a16:creationId xmlns:a16="http://schemas.microsoft.com/office/drawing/2014/main" id="{36894F3E-E746-8AAE-21F7-064E05CAA702}"/>
                  </a:ext>
                </a:extLst>
              </p:cNvPr>
              <p:cNvSpPr/>
              <p:nvPr/>
            </p:nvSpPr>
            <p:spPr>
              <a:xfrm>
                <a:off x="2337639" y="4806141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14716" name="pg3969">
                <a:extLst>
                  <a:ext uri="{FF2B5EF4-FFF2-40B4-BE49-F238E27FC236}">
                    <a16:creationId xmlns:a16="http://schemas.microsoft.com/office/drawing/2014/main" id="{DF5718A3-C6A7-B967-A352-CE821AC9DB84}"/>
                  </a:ext>
                </a:extLst>
              </p:cNvPr>
              <p:cNvSpPr/>
              <p:nvPr/>
            </p:nvSpPr>
            <p:spPr>
              <a:xfrm>
                <a:off x="5279681" y="2665859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1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7" name="tx3970">
                <a:extLst>
                  <a:ext uri="{FF2B5EF4-FFF2-40B4-BE49-F238E27FC236}">
                    <a16:creationId xmlns:a16="http://schemas.microsoft.com/office/drawing/2014/main" id="{F54B58CA-F129-8D89-15FA-48CE2FCBC068}"/>
                  </a:ext>
                </a:extLst>
              </p:cNvPr>
              <p:cNvSpPr/>
              <p:nvPr/>
            </p:nvSpPr>
            <p:spPr>
              <a:xfrm>
                <a:off x="5325401" y="2711579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14718" name="pg3971">
                <a:extLst>
                  <a:ext uri="{FF2B5EF4-FFF2-40B4-BE49-F238E27FC236}">
                    <a16:creationId xmlns:a16="http://schemas.microsoft.com/office/drawing/2014/main" id="{C9FA2FA1-BC08-DD45-177F-80279D4FE3CE}"/>
                  </a:ext>
                </a:extLst>
              </p:cNvPr>
              <p:cNvSpPr/>
              <p:nvPr/>
            </p:nvSpPr>
            <p:spPr>
              <a:xfrm>
                <a:off x="3970589" y="4460454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2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1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19" name="tx3972">
                <a:extLst>
                  <a:ext uri="{FF2B5EF4-FFF2-40B4-BE49-F238E27FC236}">
                    <a16:creationId xmlns:a16="http://schemas.microsoft.com/office/drawing/2014/main" id="{C0515E11-8CC4-1DE0-040E-02B04A18179A}"/>
                  </a:ext>
                </a:extLst>
              </p:cNvPr>
              <p:cNvSpPr/>
              <p:nvPr/>
            </p:nvSpPr>
            <p:spPr>
              <a:xfrm>
                <a:off x="4016309" y="4506174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14720" name="pg3973">
                <a:extLst>
                  <a:ext uri="{FF2B5EF4-FFF2-40B4-BE49-F238E27FC236}">
                    <a16:creationId xmlns:a16="http://schemas.microsoft.com/office/drawing/2014/main" id="{A6E19598-3531-7FA8-F6D2-698A962864EE}"/>
                  </a:ext>
                </a:extLst>
              </p:cNvPr>
              <p:cNvSpPr/>
              <p:nvPr/>
            </p:nvSpPr>
            <p:spPr>
              <a:xfrm>
                <a:off x="2960909" y="4613820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1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1" name="tx3974">
                <a:extLst>
                  <a:ext uri="{FF2B5EF4-FFF2-40B4-BE49-F238E27FC236}">
                    <a16:creationId xmlns:a16="http://schemas.microsoft.com/office/drawing/2014/main" id="{0CF89D8D-CF6E-00CD-90B4-455889D2DA44}"/>
                  </a:ext>
                </a:extLst>
              </p:cNvPr>
              <p:cNvSpPr/>
              <p:nvPr/>
            </p:nvSpPr>
            <p:spPr>
              <a:xfrm>
                <a:off x="3006629" y="4659540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14722" name="pg3975">
                <a:extLst>
                  <a:ext uri="{FF2B5EF4-FFF2-40B4-BE49-F238E27FC236}">
                    <a16:creationId xmlns:a16="http://schemas.microsoft.com/office/drawing/2014/main" id="{52646BDB-7B9B-0BD1-90F9-EFD538DF352F}"/>
                  </a:ext>
                </a:extLst>
              </p:cNvPr>
              <p:cNvSpPr/>
              <p:nvPr/>
            </p:nvSpPr>
            <p:spPr>
              <a:xfrm>
                <a:off x="4918982" y="2948671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2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3" name="tx3976">
                <a:extLst>
                  <a:ext uri="{FF2B5EF4-FFF2-40B4-BE49-F238E27FC236}">
                    <a16:creationId xmlns:a16="http://schemas.microsoft.com/office/drawing/2014/main" id="{A5D4D950-17EF-315F-8418-AFB0AF8424CD}"/>
                  </a:ext>
                </a:extLst>
              </p:cNvPr>
              <p:cNvSpPr/>
              <p:nvPr/>
            </p:nvSpPr>
            <p:spPr>
              <a:xfrm>
                <a:off x="4964702" y="2994391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14724" name="rc3977">
                <a:extLst>
                  <a:ext uri="{FF2B5EF4-FFF2-40B4-BE49-F238E27FC236}">
                    <a16:creationId xmlns:a16="http://schemas.microsoft.com/office/drawing/2014/main" id="{3F27BEEC-4DB0-6020-6448-9110488D8CCC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25" name="tx3978">
                <a:extLst>
                  <a:ext uri="{FF2B5EF4-FFF2-40B4-BE49-F238E27FC236}">
                    <a16:creationId xmlns:a16="http://schemas.microsoft.com/office/drawing/2014/main" id="{7B217296-5F2C-9190-A30D-13AC49E1A16F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14726" name="tx3979">
                <a:extLst>
                  <a:ext uri="{FF2B5EF4-FFF2-40B4-BE49-F238E27FC236}">
                    <a16:creationId xmlns:a16="http://schemas.microsoft.com/office/drawing/2014/main" id="{F0CC4C83-C64A-5815-BB02-FC0D3A7E77A2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27" name="tx3980">
                <a:extLst>
                  <a:ext uri="{FF2B5EF4-FFF2-40B4-BE49-F238E27FC236}">
                    <a16:creationId xmlns:a16="http://schemas.microsoft.com/office/drawing/2014/main" id="{0E94A2AD-F91D-0C95-5188-806C6E45B017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4728" name="tx3981">
                <a:extLst>
                  <a:ext uri="{FF2B5EF4-FFF2-40B4-BE49-F238E27FC236}">
                    <a16:creationId xmlns:a16="http://schemas.microsoft.com/office/drawing/2014/main" id="{C8E0C673-F67F-FE4C-E599-F99BA49F2644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14729" name="tx3982">
                <a:extLst>
                  <a:ext uri="{FF2B5EF4-FFF2-40B4-BE49-F238E27FC236}">
                    <a16:creationId xmlns:a16="http://schemas.microsoft.com/office/drawing/2014/main" id="{86905F99-735C-C218-F14C-CE1698EDC16D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30" name="tx3983">
                <a:extLst>
                  <a:ext uri="{FF2B5EF4-FFF2-40B4-BE49-F238E27FC236}">
                    <a16:creationId xmlns:a16="http://schemas.microsoft.com/office/drawing/2014/main" id="{1A8D4771-8582-97BA-96D7-FD083DF8C154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4731" name="tx3984">
                <a:extLst>
                  <a:ext uri="{FF2B5EF4-FFF2-40B4-BE49-F238E27FC236}">
                    <a16:creationId xmlns:a16="http://schemas.microsoft.com/office/drawing/2014/main" id="{35B07E48-F228-9242-58D1-34C6A0996097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14732" name="tx3985">
                <a:extLst>
                  <a:ext uri="{FF2B5EF4-FFF2-40B4-BE49-F238E27FC236}">
                    <a16:creationId xmlns:a16="http://schemas.microsoft.com/office/drawing/2014/main" id="{7D8DAF6C-A7BE-DE4E-C2CA-BF7E6FD7F3C5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33" name="tx3986">
                <a:extLst>
                  <a:ext uri="{FF2B5EF4-FFF2-40B4-BE49-F238E27FC236}">
                    <a16:creationId xmlns:a16="http://schemas.microsoft.com/office/drawing/2014/main" id="{E9682B6E-13D0-76FF-799D-EF45C4ACC425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4734" name="tx3987">
                <a:extLst>
                  <a:ext uri="{FF2B5EF4-FFF2-40B4-BE49-F238E27FC236}">
                    <a16:creationId xmlns:a16="http://schemas.microsoft.com/office/drawing/2014/main" id="{60EC5F76-4627-AAA3-7EDE-1BEB84F70E97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14735" name="tx3988">
                <a:extLst>
                  <a:ext uri="{FF2B5EF4-FFF2-40B4-BE49-F238E27FC236}">
                    <a16:creationId xmlns:a16="http://schemas.microsoft.com/office/drawing/2014/main" id="{46619DCC-0516-9AF3-F4D8-F63DCF992C37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36" name="tx3989">
                <a:extLst>
                  <a:ext uri="{FF2B5EF4-FFF2-40B4-BE49-F238E27FC236}">
                    <a16:creationId xmlns:a16="http://schemas.microsoft.com/office/drawing/2014/main" id="{914B99B1-4763-C127-90B7-17B117223650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4737" name="tx3990">
                <a:extLst>
                  <a:ext uri="{FF2B5EF4-FFF2-40B4-BE49-F238E27FC236}">
                    <a16:creationId xmlns:a16="http://schemas.microsoft.com/office/drawing/2014/main" id="{931F4FC0-B40D-509D-BD01-2381B6DEB919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14738" name="tx3991">
                <a:extLst>
                  <a:ext uri="{FF2B5EF4-FFF2-40B4-BE49-F238E27FC236}">
                    <a16:creationId xmlns:a16="http://schemas.microsoft.com/office/drawing/2014/main" id="{E52FEE34-6940-C54E-C592-E6FC89F220F0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39" name="tx3992">
                <a:extLst>
                  <a:ext uri="{FF2B5EF4-FFF2-40B4-BE49-F238E27FC236}">
                    <a16:creationId xmlns:a16="http://schemas.microsoft.com/office/drawing/2014/main" id="{44321C48-6746-0F6B-2C80-43C925857AFE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4740" name="pl3993">
                <a:extLst>
                  <a:ext uri="{FF2B5EF4-FFF2-40B4-BE49-F238E27FC236}">
                    <a16:creationId xmlns:a16="http://schemas.microsoft.com/office/drawing/2014/main" id="{E7F94B3B-20B5-48E4-B10C-307BFE2F389F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1" name="pl3994">
                <a:extLst>
                  <a:ext uri="{FF2B5EF4-FFF2-40B4-BE49-F238E27FC236}">
                    <a16:creationId xmlns:a16="http://schemas.microsoft.com/office/drawing/2014/main" id="{1D6B005F-C1DD-E82F-8A75-2A2F75B6A0F1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2" name="pl3995">
                <a:extLst>
                  <a:ext uri="{FF2B5EF4-FFF2-40B4-BE49-F238E27FC236}">
                    <a16:creationId xmlns:a16="http://schemas.microsoft.com/office/drawing/2014/main" id="{B2083FFF-8D45-C8F6-5C95-688075F991DB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3" name="pl3996">
                <a:extLst>
                  <a:ext uri="{FF2B5EF4-FFF2-40B4-BE49-F238E27FC236}">
                    <a16:creationId xmlns:a16="http://schemas.microsoft.com/office/drawing/2014/main" id="{14C00DBD-0129-CFA4-541E-E93DB42755A4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4" name="pl3997">
                <a:extLst>
                  <a:ext uri="{FF2B5EF4-FFF2-40B4-BE49-F238E27FC236}">
                    <a16:creationId xmlns:a16="http://schemas.microsoft.com/office/drawing/2014/main" id="{F49CF464-5136-E22E-285A-294359A5A5C8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5" name="pl3998">
                <a:extLst>
                  <a:ext uri="{FF2B5EF4-FFF2-40B4-BE49-F238E27FC236}">
                    <a16:creationId xmlns:a16="http://schemas.microsoft.com/office/drawing/2014/main" id="{4EAE504A-BB1B-19E3-4500-919C697139D0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6" name="pl3999">
                <a:extLst>
                  <a:ext uri="{FF2B5EF4-FFF2-40B4-BE49-F238E27FC236}">
                    <a16:creationId xmlns:a16="http://schemas.microsoft.com/office/drawing/2014/main" id="{CB616B3F-A980-954B-7FEA-2042E9A30055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7" name="pl4000">
                <a:extLst>
                  <a:ext uri="{FF2B5EF4-FFF2-40B4-BE49-F238E27FC236}">
                    <a16:creationId xmlns:a16="http://schemas.microsoft.com/office/drawing/2014/main" id="{577EB39F-95AC-DF31-5504-9940F8B23C69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8" name="pl4001">
                <a:extLst>
                  <a:ext uri="{FF2B5EF4-FFF2-40B4-BE49-F238E27FC236}">
                    <a16:creationId xmlns:a16="http://schemas.microsoft.com/office/drawing/2014/main" id="{7A83FEB9-1FDB-9EC1-DFED-5DB35B2B5DBD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49" name="pl4002">
                <a:extLst>
                  <a:ext uri="{FF2B5EF4-FFF2-40B4-BE49-F238E27FC236}">
                    <a16:creationId xmlns:a16="http://schemas.microsoft.com/office/drawing/2014/main" id="{24A3A109-10B1-C2C5-CE01-606A248C6CF0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0" name="pl4003">
                <a:extLst>
                  <a:ext uri="{FF2B5EF4-FFF2-40B4-BE49-F238E27FC236}">
                    <a16:creationId xmlns:a16="http://schemas.microsoft.com/office/drawing/2014/main" id="{01B28C36-E127-EA1C-B10D-525DC695E72D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1" name="pl4004">
                <a:extLst>
                  <a:ext uri="{FF2B5EF4-FFF2-40B4-BE49-F238E27FC236}">
                    <a16:creationId xmlns:a16="http://schemas.microsoft.com/office/drawing/2014/main" id="{11806E10-84DB-A385-6DBA-D2F7984F962A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2" name="pl4005">
                <a:extLst>
                  <a:ext uri="{FF2B5EF4-FFF2-40B4-BE49-F238E27FC236}">
                    <a16:creationId xmlns:a16="http://schemas.microsoft.com/office/drawing/2014/main" id="{AF0D50CE-3EC2-C0BC-C44E-697BA4B21043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53" name="tx4006">
                <a:extLst>
                  <a:ext uri="{FF2B5EF4-FFF2-40B4-BE49-F238E27FC236}">
                    <a16:creationId xmlns:a16="http://schemas.microsoft.com/office/drawing/2014/main" id="{856CB8B4-DA15-55C3-323B-47476DE95D94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14754" name="tx4007">
                <a:extLst>
                  <a:ext uri="{FF2B5EF4-FFF2-40B4-BE49-F238E27FC236}">
                    <a16:creationId xmlns:a16="http://schemas.microsoft.com/office/drawing/2014/main" id="{09024F6F-7248-C6ED-7EAB-B9E48C76774D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55" name="tx4008">
                <a:extLst>
                  <a:ext uri="{FF2B5EF4-FFF2-40B4-BE49-F238E27FC236}">
                    <a16:creationId xmlns:a16="http://schemas.microsoft.com/office/drawing/2014/main" id="{E17436A2-6DA8-FAAE-093F-CE35DD3BF978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4756" name="tx4009">
                <a:extLst>
                  <a:ext uri="{FF2B5EF4-FFF2-40B4-BE49-F238E27FC236}">
                    <a16:creationId xmlns:a16="http://schemas.microsoft.com/office/drawing/2014/main" id="{6BAD7818-35AC-CD6B-26C1-D7DD722E33B7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14757" name="tx4010">
                <a:extLst>
                  <a:ext uri="{FF2B5EF4-FFF2-40B4-BE49-F238E27FC236}">
                    <a16:creationId xmlns:a16="http://schemas.microsoft.com/office/drawing/2014/main" id="{A1CDF251-E6E5-7CCC-948F-5D51D1488C9C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58" name="tx4011">
                <a:extLst>
                  <a:ext uri="{FF2B5EF4-FFF2-40B4-BE49-F238E27FC236}">
                    <a16:creationId xmlns:a16="http://schemas.microsoft.com/office/drawing/2014/main" id="{A297A8FE-82AB-55A6-A0E5-EA1190B36A2C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4759" name="tx4012">
                <a:extLst>
                  <a:ext uri="{FF2B5EF4-FFF2-40B4-BE49-F238E27FC236}">
                    <a16:creationId xmlns:a16="http://schemas.microsoft.com/office/drawing/2014/main" id="{6114020C-ADEE-E5FF-3628-4655B0FE9A67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14760" name="tx4013">
                <a:extLst>
                  <a:ext uri="{FF2B5EF4-FFF2-40B4-BE49-F238E27FC236}">
                    <a16:creationId xmlns:a16="http://schemas.microsoft.com/office/drawing/2014/main" id="{A21B230C-0F3D-28DB-15DC-04493A64C723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61" name="tx4014">
                <a:extLst>
                  <a:ext uri="{FF2B5EF4-FFF2-40B4-BE49-F238E27FC236}">
                    <a16:creationId xmlns:a16="http://schemas.microsoft.com/office/drawing/2014/main" id="{C763186C-DD84-925E-D83D-2FCC638025F6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4762" name="tx4015">
                <a:extLst>
                  <a:ext uri="{FF2B5EF4-FFF2-40B4-BE49-F238E27FC236}">
                    <a16:creationId xmlns:a16="http://schemas.microsoft.com/office/drawing/2014/main" id="{6BD7B454-4356-48A4-480E-9B4D88DDFCF1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14763" name="tx4016">
                <a:extLst>
                  <a:ext uri="{FF2B5EF4-FFF2-40B4-BE49-F238E27FC236}">
                    <a16:creationId xmlns:a16="http://schemas.microsoft.com/office/drawing/2014/main" id="{EF5A3F31-4914-E6C5-5949-C4C558EE9ECC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64" name="tx4017">
                <a:extLst>
                  <a:ext uri="{FF2B5EF4-FFF2-40B4-BE49-F238E27FC236}">
                    <a16:creationId xmlns:a16="http://schemas.microsoft.com/office/drawing/2014/main" id="{C050CD67-534A-0BAE-CA88-58533703D700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4765" name="tx4018">
                <a:extLst>
                  <a:ext uri="{FF2B5EF4-FFF2-40B4-BE49-F238E27FC236}">
                    <a16:creationId xmlns:a16="http://schemas.microsoft.com/office/drawing/2014/main" id="{92D8D411-668B-DB06-C4A2-1965ECBC2DD3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14766" name="tx4019">
                <a:extLst>
                  <a:ext uri="{FF2B5EF4-FFF2-40B4-BE49-F238E27FC236}">
                    <a16:creationId xmlns:a16="http://schemas.microsoft.com/office/drawing/2014/main" id="{B8E37BDD-D487-0BF3-6043-5FF91458D404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67" name="tx4020">
                <a:extLst>
                  <a:ext uri="{FF2B5EF4-FFF2-40B4-BE49-F238E27FC236}">
                    <a16:creationId xmlns:a16="http://schemas.microsoft.com/office/drawing/2014/main" id="{6A636619-A427-5E27-903F-9E1063F227E5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4768" name="tx4021">
                <a:extLst>
                  <a:ext uri="{FF2B5EF4-FFF2-40B4-BE49-F238E27FC236}">
                    <a16:creationId xmlns:a16="http://schemas.microsoft.com/office/drawing/2014/main" id="{7058640B-F01F-9E63-48B6-3ECF48C08C70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14769" name="tx4022">
                <a:extLst>
                  <a:ext uri="{FF2B5EF4-FFF2-40B4-BE49-F238E27FC236}">
                    <a16:creationId xmlns:a16="http://schemas.microsoft.com/office/drawing/2014/main" id="{3E7DA7DC-C9AC-E348-0ECE-E03FBB218768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70" name="tx4023">
                <a:extLst>
                  <a:ext uri="{FF2B5EF4-FFF2-40B4-BE49-F238E27FC236}">
                    <a16:creationId xmlns:a16="http://schemas.microsoft.com/office/drawing/2014/main" id="{1B3153F8-FA23-6C18-050C-E49BBFB26836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4771" name="tx4024">
                <a:extLst>
                  <a:ext uri="{FF2B5EF4-FFF2-40B4-BE49-F238E27FC236}">
                    <a16:creationId xmlns:a16="http://schemas.microsoft.com/office/drawing/2014/main" id="{43D03279-2AE5-CD45-8FF5-9147465712CC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14772" name="tx4025">
                <a:extLst>
                  <a:ext uri="{FF2B5EF4-FFF2-40B4-BE49-F238E27FC236}">
                    <a16:creationId xmlns:a16="http://schemas.microsoft.com/office/drawing/2014/main" id="{2E67F37E-C2B1-CFA9-BAD2-A8A7154A558C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73" name="tx4026">
                <a:extLst>
                  <a:ext uri="{FF2B5EF4-FFF2-40B4-BE49-F238E27FC236}">
                    <a16:creationId xmlns:a16="http://schemas.microsoft.com/office/drawing/2014/main" id="{519AE23E-0685-F063-755C-97A0B25A018F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4774" name="tx4027">
                <a:extLst>
                  <a:ext uri="{FF2B5EF4-FFF2-40B4-BE49-F238E27FC236}">
                    <a16:creationId xmlns:a16="http://schemas.microsoft.com/office/drawing/2014/main" id="{5E75C894-A85F-6FDE-A2B5-70DAE614A523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14775" name="tx4028">
                <a:extLst>
                  <a:ext uri="{FF2B5EF4-FFF2-40B4-BE49-F238E27FC236}">
                    <a16:creationId xmlns:a16="http://schemas.microsoft.com/office/drawing/2014/main" id="{2D649E25-B77E-8648-7B86-5AB08ED33FB7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76" name="tx4029">
                <a:extLst>
                  <a:ext uri="{FF2B5EF4-FFF2-40B4-BE49-F238E27FC236}">
                    <a16:creationId xmlns:a16="http://schemas.microsoft.com/office/drawing/2014/main" id="{FC7C5B70-B562-0D9A-3546-E77528A41F01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4777" name="tx4030">
                <a:extLst>
                  <a:ext uri="{FF2B5EF4-FFF2-40B4-BE49-F238E27FC236}">
                    <a16:creationId xmlns:a16="http://schemas.microsoft.com/office/drawing/2014/main" id="{5D8C9EF7-46CA-C34A-D822-6E4D5428B142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14778" name="tx4031">
                <a:extLst>
                  <a:ext uri="{FF2B5EF4-FFF2-40B4-BE49-F238E27FC236}">
                    <a16:creationId xmlns:a16="http://schemas.microsoft.com/office/drawing/2014/main" id="{0601C6FA-D5D3-7EC3-AC2F-C1C2A94B2C49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14779" name="rc4032">
                <a:extLst>
                  <a:ext uri="{FF2B5EF4-FFF2-40B4-BE49-F238E27FC236}">
                    <a16:creationId xmlns:a16="http://schemas.microsoft.com/office/drawing/2014/main" id="{87365957-F7C3-6FE9-2633-C2A904CF25B0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0" name="tx4033">
                <a:extLst>
                  <a:ext uri="{FF2B5EF4-FFF2-40B4-BE49-F238E27FC236}">
                    <a16:creationId xmlns:a16="http://schemas.microsoft.com/office/drawing/2014/main" id="{C6E29CC1-36F1-A73E-2837-558BFC131A29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14781" name="tx4034">
                <a:extLst>
                  <a:ext uri="{FF2B5EF4-FFF2-40B4-BE49-F238E27FC236}">
                    <a16:creationId xmlns:a16="http://schemas.microsoft.com/office/drawing/2014/main" id="{08E1E633-2D17-0A5F-8CF8-C3B9B258838C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14782" name="pic4035">
                <a:extLst>
                  <a:ext uri="{FF2B5EF4-FFF2-40B4-BE49-F238E27FC236}">
                    <a16:creationId xmlns:a16="http://schemas.microsoft.com/office/drawing/2014/main" id="{E748C72B-F2E7-219D-FC30-EC49D6DC78BA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14783" name="pl4036">
                <a:extLst>
                  <a:ext uri="{FF2B5EF4-FFF2-40B4-BE49-F238E27FC236}">
                    <a16:creationId xmlns:a16="http://schemas.microsoft.com/office/drawing/2014/main" id="{BFC7F3D9-4687-E999-99ED-BB2EAF42C496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4" name="pl4037">
                <a:extLst>
                  <a:ext uri="{FF2B5EF4-FFF2-40B4-BE49-F238E27FC236}">
                    <a16:creationId xmlns:a16="http://schemas.microsoft.com/office/drawing/2014/main" id="{B9BA80EA-69A7-0FD4-FFFB-72D2EB71DFC5}"/>
                  </a:ext>
                </a:extLst>
              </p:cNvPr>
              <p:cNvSpPr/>
              <p:nvPr/>
            </p:nvSpPr>
            <p:spPr>
              <a:xfrm>
                <a:off x="6928496" y="457810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5" name="pl4038">
                <a:extLst>
                  <a:ext uri="{FF2B5EF4-FFF2-40B4-BE49-F238E27FC236}">
                    <a16:creationId xmlns:a16="http://schemas.microsoft.com/office/drawing/2014/main" id="{DD5099A9-6907-FA46-0BAA-DE10B8D427CC}"/>
                  </a:ext>
                </a:extLst>
              </p:cNvPr>
              <p:cNvSpPr/>
              <p:nvPr/>
            </p:nvSpPr>
            <p:spPr>
              <a:xfrm>
                <a:off x="6928496" y="439583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6" name="pl4039">
                <a:extLst>
                  <a:ext uri="{FF2B5EF4-FFF2-40B4-BE49-F238E27FC236}">
                    <a16:creationId xmlns:a16="http://schemas.microsoft.com/office/drawing/2014/main" id="{B73DA900-D6BE-7420-F7F6-C4B28C5CF077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7" name="pl4040">
                <a:extLst>
                  <a:ext uri="{FF2B5EF4-FFF2-40B4-BE49-F238E27FC236}">
                    <a16:creationId xmlns:a16="http://schemas.microsoft.com/office/drawing/2014/main" id="{A691201C-7CD8-E79A-C718-D2A83068E38B}"/>
                  </a:ext>
                </a:extLst>
              </p:cNvPr>
              <p:cNvSpPr/>
              <p:nvPr/>
            </p:nvSpPr>
            <p:spPr>
              <a:xfrm>
                <a:off x="6928496" y="403129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8" name="pl4041">
                <a:extLst>
                  <a:ext uri="{FF2B5EF4-FFF2-40B4-BE49-F238E27FC236}">
                    <a16:creationId xmlns:a16="http://schemas.microsoft.com/office/drawing/2014/main" id="{9EE64ED9-7FD0-EDC7-1198-ADA1BAFDE6C2}"/>
                  </a:ext>
                </a:extLst>
              </p:cNvPr>
              <p:cNvSpPr/>
              <p:nvPr/>
            </p:nvSpPr>
            <p:spPr>
              <a:xfrm>
                <a:off x="6928496" y="384902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89" name="pl4042">
                <a:extLst>
                  <a:ext uri="{FF2B5EF4-FFF2-40B4-BE49-F238E27FC236}">
                    <a16:creationId xmlns:a16="http://schemas.microsoft.com/office/drawing/2014/main" id="{B7CDB830-EB89-408F-F05C-6C233D48CD00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0" name="pl4043">
                <a:extLst>
                  <a:ext uri="{FF2B5EF4-FFF2-40B4-BE49-F238E27FC236}">
                    <a16:creationId xmlns:a16="http://schemas.microsoft.com/office/drawing/2014/main" id="{0BCDC8B9-21F8-F0EF-231E-BCE7CB31BB19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1" name="pl4044">
                <a:extLst>
                  <a:ext uri="{FF2B5EF4-FFF2-40B4-BE49-F238E27FC236}">
                    <a16:creationId xmlns:a16="http://schemas.microsoft.com/office/drawing/2014/main" id="{215670E3-3426-8323-945B-D555EEA963EF}"/>
                  </a:ext>
                </a:extLst>
              </p:cNvPr>
              <p:cNvSpPr/>
              <p:nvPr/>
            </p:nvSpPr>
            <p:spPr>
              <a:xfrm>
                <a:off x="6752931" y="457810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2" name="pl4045">
                <a:extLst>
                  <a:ext uri="{FF2B5EF4-FFF2-40B4-BE49-F238E27FC236}">
                    <a16:creationId xmlns:a16="http://schemas.microsoft.com/office/drawing/2014/main" id="{37F80C30-32CB-57C2-6B74-BDFCF79EBBF3}"/>
                  </a:ext>
                </a:extLst>
              </p:cNvPr>
              <p:cNvSpPr/>
              <p:nvPr/>
            </p:nvSpPr>
            <p:spPr>
              <a:xfrm>
                <a:off x="6752931" y="439583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3" name="pl4046">
                <a:extLst>
                  <a:ext uri="{FF2B5EF4-FFF2-40B4-BE49-F238E27FC236}">
                    <a16:creationId xmlns:a16="http://schemas.microsoft.com/office/drawing/2014/main" id="{E1BE5529-F381-B123-9889-75137F81FA87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4" name="pl4047">
                <a:extLst>
                  <a:ext uri="{FF2B5EF4-FFF2-40B4-BE49-F238E27FC236}">
                    <a16:creationId xmlns:a16="http://schemas.microsoft.com/office/drawing/2014/main" id="{D8C95163-06E4-1471-44E6-1D1A263615CE}"/>
                  </a:ext>
                </a:extLst>
              </p:cNvPr>
              <p:cNvSpPr/>
              <p:nvPr/>
            </p:nvSpPr>
            <p:spPr>
              <a:xfrm>
                <a:off x="6752931" y="403129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5" name="pl4048">
                <a:extLst>
                  <a:ext uri="{FF2B5EF4-FFF2-40B4-BE49-F238E27FC236}">
                    <a16:creationId xmlns:a16="http://schemas.microsoft.com/office/drawing/2014/main" id="{9446E1BB-AFC6-3B21-B7AF-99834B9FD04B}"/>
                  </a:ext>
                </a:extLst>
              </p:cNvPr>
              <p:cNvSpPr/>
              <p:nvPr/>
            </p:nvSpPr>
            <p:spPr>
              <a:xfrm>
                <a:off x="6752931" y="384902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6" name="pl4049">
                <a:extLst>
                  <a:ext uri="{FF2B5EF4-FFF2-40B4-BE49-F238E27FC236}">
                    <a16:creationId xmlns:a16="http://schemas.microsoft.com/office/drawing/2014/main" id="{5A3C12AD-B838-32EE-874A-05DC9F89674F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797" name="tx4050">
                <a:extLst>
                  <a:ext uri="{FF2B5EF4-FFF2-40B4-BE49-F238E27FC236}">
                    <a16:creationId xmlns:a16="http://schemas.microsoft.com/office/drawing/2014/main" id="{F54C96AB-662A-84BC-35F2-B46304182D00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0.00</a:t>
                </a:r>
              </a:p>
            </p:txBody>
          </p:sp>
          <p:sp>
            <p:nvSpPr>
              <p:cNvPr id="14798" name="tx4051">
                <a:extLst>
                  <a:ext uri="{FF2B5EF4-FFF2-40B4-BE49-F238E27FC236}">
                    <a16:creationId xmlns:a16="http://schemas.microsoft.com/office/drawing/2014/main" id="{BF2EE680-65EF-F58A-4BA1-FC08D9BB52D5}"/>
                  </a:ext>
                </a:extLst>
              </p:cNvPr>
              <p:cNvSpPr/>
              <p:nvPr/>
            </p:nvSpPr>
            <p:spPr>
              <a:xfrm>
                <a:off x="7041976" y="453805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0.01</a:t>
                </a:r>
              </a:p>
            </p:txBody>
          </p:sp>
          <p:sp>
            <p:nvSpPr>
              <p:cNvPr id="14799" name="tx4052">
                <a:extLst>
                  <a:ext uri="{FF2B5EF4-FFF2-40B4-BE49-F238E27FC236}">
                    <a16:creationId xmlns:a16="http://schemas.microsoft.com/office/drawing/2014/main" id="{7C2D06AD-D500-058B-2F79-DA406155C97E}"/>
                  </a:ext>
                </a:extLst>
              </p:cNvPr>
              <p:cNvSpPr/>
              <p:nvPr/>
            </p:nvSpPr>
            <p:spPr>
              <a:xfrm>
                <a:off x="7041976" y="435578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0.02</a:t>
                </a:r>
              </a:p>
            </p:txBody>
          </p:sp>
          <p:sp>
            <p:nvSpPr>
              <p:cNvPr id="14800" name="tx4053">
                <a:extLst>
                  <a:ext uri="{FF2B5EF4-FFF2-40B4-BE49-F238E27FC236}">
                    <a16:creationId xmlns:a16="http://schemas.microsoft.com/office/drawing/2014/main" id="{30BDB085-A2DD-5832-661E-B9987FF6339C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0.03</a:t>
                </a:r>
              </a:p>
            </p:txBody>
          </p:sp>
          <p:sp>
            <p:nvSpPr>
              <p:cNvPr id="14801" name="tx4054">
                <a:extLst>
                  <a:ext uri="{FF2B5EF4-FFF2-40B4-BE49-F238E27FC236}">
                    <a16:creationId xmlns:a16="http://schemas.microsoft.com/office/drawing/2014/main" id="{D4A15374-733C-48A9-763D-6043289F4D55}"/>
                  </a:ext>
                </a:extLst>
              </p:cNvPr>
              <p:cNvSpPr/>
              <p:nvPr/>
            </p:nvSpPr>
            <p:spPr>
              <a:xfrm>
                <a:off x="7041976" y="399124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0.04</a:t>
                </a:r>
              </a:p>
            </p:txBody>
          </p:sp>
          <p:sp>
            <p:nvSpPr>
              <p:cNvPr id="14802" name="tx4055">
                <a:extLst>
                  <a:ext uri="{FF2B5EF4-FFF2-40B4-BE49-F238E27FC236}">
                    <a16:creationId xmlns:a16="http://schemas.microsoft.com/office/drawing/2014/main" id="{FF4149BE-4643-1468-A269-30897AD35757}"/>
                  </a:ext>
                </a:extLst>
              </p:cNvPr>
              <p:cNvSpPr/>
              <p:nvPr/>
            </p:nvSpPr>
            <p:spPr>
              <a:xfrm>
                <a:off x="7041976" y="380897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0.05</a:t>
                </a:r>
              </a:p>
            </p:txBody>
          </p:sp>
          <p:sp>
            <p:nvSpPr>
              <p:cNvPr id="14803" name="tx4056">
                <a:extLst>
                  <a:ext uri="{FF2B5EF4-FFF2-40B4-BE49-F238E27FC236}">
                    <a16:creationId xmlns:a16="http://schemas.microsoft.com/office/drawing/2014/main" id="{DA8BE17A-C9EE-7A6C-74E8-52CF8C045446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0.06</a:t>
                </a:r>
              </a:p>
            </p:txBody>
          </p:sp>
        </p:grpSp>
        <p:sp>
          <p:nvSpPr>
            <p:cNvPr id="9429" name="Rectangle 9428">
              <a:extLst>
                <a:ext uri="{FF2B5EF4-FFF2-40B4-BE49-F238E27FC236}">
                  <a16:creationId xmlns:a16="http://schemas.microsoft.com/office/drawing/2014/main" id="{9F29A11F-80D3-C4C2-F873-A95A42CAB378}"/>
                </a:ext>
              </a:extLst>
            </p:cNvPr>
            <p:cNvSpPr/>
            <p:nvPr/>
          </p:nvSpPr>
          <p:spPr>
            <a:xfrm>
              <a:off x="14061232" y="17897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430" name="Straight Connector 9429">
              <a:extLst>
                <a:ext uri="{FF2B5EF4-FFF2-40B4-BE49-F238E27FC236}">
                  <a16:creationId xmlns:a16="http://schemas.microsoft.com/office/drawing/2014/main" id="{4C70983C-EE2B-7667-18B2-F8D1E2E38A05}"/>
                </a:ext>
              </a:extLst>
            </p:cNvPr>
            <p:cNvCxnSpPr>
              <a:cxnSpLocks/>
            </p:cNvCxnSpPr>
            <p:nvPr/>
          </p:nvCxnSpPr>
          <p:spPr>
            <a:xfrm>
              <a:off x="13382674" y="16961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31" name="Straight Connector 9430">
              <a:extLst>
                <a:ext uri="{FF2B5EF4-FFF2-40B4-BE49-F238E27FC236}">
                  <a16:creationId xmlns:a16="http://schemas.microsoft.com/office/drawing/2014/main" id="{EFE7E8D9-1893-978A-23C7-CD417CA12E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82674" y="18401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32" name="pg681">
              <a:extLst>
                <a:ext uri="{FF2B5EF4-FFF2-40B4-BE49-F238E27FC236}">
                  <a16:creationId xmlns:a16="http://schemas.microsoft.com/office/drawing/2014/main" id="{4BF8AD40-CCA3-33F3-49F3-E98E14F505D2}"/>
                </a:ext>
              </a:extLst>
            </p:cNvPr>
            <p:cNvSpPr/>
            <p:nvPr/>
          </p:nvSpPr>
          <p:spPr>
            <a:xfrm>
              <a:off x="12541695" y="17509801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  S1-LOLA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9433" name="pg683">
              <a:extLst>
                <a:ext uri="{FF2B5EF4-FFF2-40B4-BE49-F238E27FC236}">
                  <a16:creationId xmlns:a16="http://schemas.microsoft.com/office/drawing/2014/main" id="{2FB80E3D-5DBC-8AB2-514D-9C151A19E958}"/>
                </a:ext>
              </a:extLst>
            </p:cNvPr>
            <p:cNvSpPr/>
            <p:nvPr/>
          </p:nvSpPr>
          <p:spPr>
            <a:xfrm>
              <a:off x="12563872" y="17794826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 S2-DEBY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9434" name="pg679">
              <a:extLst>
                <a:ext uri="{FF2B5EF4-FFF2-40B4-BE49-F238E27FC236}">
                  <a16:creationId xmlns:a16="http://schemas.microsoft.com/office/drawing/2014/main" id="{05D58634-5939-2643-BEA4-31C38D38E44E}"/>
                </a:ext>
              </a:extLst>
            </p:cNvPr>
            <p:cNvSpPr/>
            <p:nvPr/>
          </p:nvSpPr>
          <p:spPr>
            <a:xfrm>
              <a:off x="12305796" y="18433703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9435" name="pl677">
              <a:extLst>
                <a:ext uri="{FF2B5EF4-FFF2-40B4-BE49-F238E27FC236}">
                  <a16:creationId xmlns:a16="http://schemas.microsoft.com/office/drawing/2014/main" id="{D176290F-4E2B-74BB-F69B-93E9EDBD2F62}"/>
                </a:ext>
              </a:extLst>
            </p:cNvPr>
            <p:cNvSpPr/>
            <p:nvPr/>
          </p:nvSpPr>
          <p:spPr>
            <a:xfrm>
              <a:off x="11959453" y="17367459"/>
              <a:ext cx="45719" cy="428121"/>
            </a:xfrm>
            <a:custGeom>
              <a:avLst/>
              <a:gdLst/>
              <a:ahLst/>
              <a:cxnLst/>
              <a:rect l="0" t="0" r="0" b="0"/>
              <a:pathLst>
                <a:path w="1087496" h="365184">
                  <a:moveTo>
                    <a:pt x="1087496" y="0"/>
                  </a:moveTo>
                  <a:lnTo>
                    <a:pt x="0" y="3651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sp>
          <p:nvSpPr>
            <p:cNvPr id="9436" name="pg681">
              <a:extLst>
                <a:ext uri="{FF2B5EF4-FFF2-40B4-BE49-F238E27FC236}">
                  <a16:creationId xmlns:a16="http://schemas.microsoft.com/office/drawing/2014/main" id="{BB8896E7-8679-A95B-6340-F84253F56646}"/>
                </a:ext>
              </a:extLst>
            </p:cNvPr>
            <p:cNvSpPr/>
            <p:nvPr/>
          </p:nvSpPr>
          <p:spPr>
            <a:xfrm>
              <a:off x="11606551" y="17216236"/>
              <a:ext cx="699244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Lewisetta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9437" name="pg675">
              <a:extLst>
                <a:ext uri="{FF2B5EF4-FFF2-40B4-BE49-F238E27FC236}">
                  <a16:creationId xmlns:a16="http://schemas.microsoft.com/office/drawing/2014/main" id="{61F9615C-9878-E9F0-19E3-360957E52440}"/>
                </a:ext>
              </a:extLst>
            </p:cNvPr>
            <p:cNvSpPr/>
            <p:nvPr/>
          </p:nvSpPr>
          <p:spPr>
            <a:xfrm>
              <a:off x="11906405" y="17754464"/>
              <a:ext cx="137160" cy="11887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grpSp>
          <p:nvGrpSpPr>
            <p:cNvPr id="9438" name="Group 9437">
              <a:extLst>
                <a:ext uri="{FF2B5EF4-FFF2-40B4-BE49-F238E27FC236}">
                  <a16:creationId xmlns:a16="http://schemas.microsoft.com/office/drawing/2014/main" id="{1B13CB19-3BD2-7124-F9C1-CD0CC4C1BD92}"/>
                </a:ext>
              </a:extLst>
            </p:cNvPr>
            <p:cNvGrpSpPr/>
            <p:nvPr/>
          </p:nvGrpSpPr>
          <p:grpSpPr>
            <a:xfrm>
              <a:off x="11457433" y="16962120"/>
              <a:ext cx="1911807" cy="1728216"/>
              <a:chOff x="6876256" y="474902"/>
              <a:chExt cx="1582863" cy="1420959"/>
            </a:xfrm>
          </p:grpSpPr>
          <p:sp>
            <p:nvSpPr>
              <p:cNvPr id="10102" name="rc5">
                <a:extLst>
                  <a:ext uri="{FF2B5EF4-FFF2-40B4-BE49-F238E27FC236}">
                    <a16:creationId xmlns:a16="http://schemas.microsoft.com/office/drawing/2014/main" id="{EF03AD93-420C-B5A7-B0FB-1EDD4405E8F3}"/>
                  </a:ext>
                </a:extLst>
              </p:cNvPr>
              <p:cNvSpPr/>
              <p:nvPr/>
            </p:nvSpPr>
            <p:spPr>
              <a:xfrm>
                <a:off x="6948264" y="477161"/>
                <a:ext cx="1510855" cy="140952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3" name="pl12">
                <a:extLst>
                  <a:ext uri="{FF2B5EF4-FFF2-40B4-BE49-F238E27FC236}">
                    <a16:creationId xmlns:a16="http://schemas.microsoft.com/office/drawing/2014/main" id="{10C0CA13-85E1-0481-FAF7-6CC78B054C06}"/>
                  </a:ext>
                </a:extLst>
              </p:cNvPr>
              <p:cNvSpPr/>
              <p:nvPr/>
            </p:nvSpPr>
            <p:spPr>
              <a:xfrm>
                <a:off x="6876256" y="1886685"/>
                <a:ext cx="1582863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4" name="pg29">
                <a:extLst>
                  <a:ext uri="{FF2B5EF4-FFF2-40B4-BE49-F238E27FC236}">
                    <a16:creationId xmlns:a16="http://schemas.microsoft.com/office/drawing/2014/main" id="{A5C9EA73-EF47-3535-2C82-0FE15C8976B3}"/>
                  </a:ext>
                </a:extLst>
              </p:cNvPr>
              <p:cNvSpPr/>
              <p:nvPr/>
            </p:nvSpPr>
            <p:spPr>
              <a:xfrm>
                <a:off x="7558219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5" name="pg30">
                <a:extLst>
                  <a:ext uri="{FF2B5EF4-FFF2-40B4-BE49-F238E27FC236}">
                    <a16:creationId xmlns:a16="http://schemas.microsoft.com/office/drawing/2014/main" id="{E1BA2CEA-62A1-0D5A-D279-C7797E30CB7D}"/>
                  </a:ext>
                </a:extLst>
              </p:cNvPr>
              <p:cNvSpPr/>
              <p:nvPr/>
            </p:nvSpPr>
            <p:spPr>
              <a:xfrm>
                <a:off x="7589283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6" name="pg31">
                <a:extLst>
                  <a:ext uri="{FF2B5EF4-FFF2-40B4-BE49-F238E27FC236}">
                    <a16:creationId xmlns:a16="http://schemas.microsoft.com/office/drawing/2014/main" id="{756481C8-74EE-AC85-67B3-B8CCD701B4D5}"/>
                  </a:ext>
                </a:extLst>
              </p:cNvPr>
              <p:cNvSpPr/>
              <p:nvPr/>
            </p:nvSpPr>
            <p:spPr>
              <a:xfrm>
                <a:off x="7620345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7" name="pg32">
                <a:extLst>
                  <a:ext uri="{FF2B5EF4-FFF2-40B4-BE49-F238E27FC236}">
                    <a16:creationId xmlns:a16="http://schemas.microsoft.com/office/drawing/2014/main" id="{43021715-2FC2-0B5E-39B1-7C82FE204EB6}"/>
                  </a:ext>
                </a:extLst>
              </p:cNvPr>
              <p:cNvSpPr/>
              <p:nvPr/>
            </p:nvSpPr>
            <p:spPr>
              <a:xfrm>
                <a:off x="7651408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8" name="pg33">
                <a:extLst>
                  <a:ext uri="{FF2B5EF4-FFF2-40B4-BE49-F238E27FC236}">
                    <a16:creationId xmlns:a16="http://schemas.microsoft.com/office/drawing/2014/main" id="{513D1011-9126-A5A4-6A07-BE90BAD2802B}"/>
                  </a:ext>
                </a:extLst>
              </p:cNvPr>
              <p:cNvSpPr/>
              <p:nvPr/>
            </p:nvSpPr>
            <p:spPr>
              <a:xfrm>
                <a:off x="7682471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9" name="pg34">
                <a:extLst>
                  <a:ext uri="{FF2B5EF4-FFF2-40B4-BE49-F238E27FC236}">
                    <a16:creationId xmlns:a16="http://schemas.microsoft.com/office/drawing/2014/main" id="{94C2001F-F889-5AFB-A106-10C443B82E16}"/>
                  </a:ext>
                </a:extLst>
              </p:cNvPr>
              <p:cNvSpPr/>
              <p:nvPr/>
            </p:nvSpPr>
            <p:spPr>
              <a:xfrm>
                <a:off x="7713534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0" name="pg35">
                <a:extLst>
                  <a:ext uri="{FF2B5EF4-FFF2-40B4-BE49-F238E27FC236}">
                    <a16:creationId xmlns:a16="http://schemas.microsoft.com/office/drawing/2014/main" id="{2F69001A-5885-5F25-FEB3-FFD1448B3B11}"/>
                  </a:ext>
                </a:extLst>
              </p:cNvPr>
              <p:cNvSpPr/>
              <p:nvPr/>
            </p:nvSpPr>
            <p:spPr>
              <a:xfrm>
                <a:off x="7744597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1" name="pg36">
                <a:extLst>
                  <a:ext uri="{FF2B5EF4-FFF2-40B4-BE49-F238E27FC236}">
                    <a16:creationId xmlns:a16="http://schemas.microsoft.com/office/drawing/2014/main" id="{5A655F8C-8042-234B-94E5-D02553E0FFE8}"/>
                  </a:ext>
                </a:extLst>
              </p:cNvPr>
              <p:cNvSpPr/>
              <p:nvPr/>
            </p:nvSpPr>
            <p:spPr>
              <a:xfrm>
                <a:off x="7775660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2" name="pg37">
                <a:extLst>
                  <a:ext uri="{FF2B5EF4-FFF2-40B4-BE49-F238E27FC236}">
                    <a16:creationId xmlns:a16="http://schemas.microsoft.com/office/drawing/2014/main" id="{9BFF2C69-ADD4-C456-6AC2-D749BC7E9E10}"/>
                  </a:ext>
                </a:extLst>
              </p:cNvPr>
              <p:cNvSpPr/>
              <p:nvPr/>
            </p:nvSpPr>
            <p:spPr>
              <a:xfrm>
                <a:off x="7930974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3" name="pg38">
                <a:extLst>
                  <a:ext uri="{FF2B5EF4-FFF2-40B4-BE49-F238E27FC236}">
                    <a16:creationId xmlns:a16="http://schemas.microsoft.com/office/drawing/2014/main" id="{6AEE874F-3168-509E-D113-47C42FE4F407}"/>
                  </a:ext>
                </a:extLst>
              </p:cNvPr>
              <p:cNvSpPr/>
              <p:nvPr/>
            </p:nvSpPr>
            <p:spPr>
              <a:xfrm>
                <a:off x="7962037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4" name="pg39">
                <a:extLst>
                  <a:ext uri="{FF2B5EF4-FFF2-40B4-BE49-F238E27FC236}">
                    <a16:creationId xmlns:a16="http://schemas.microsoft.com/office/drawing/2014/main" id="{97965107-994B-A763-54CD-829F13F02993}"/>
                  </a:ext>
                </a:extLst>
              </p:cNvPr>
              <p:cNvSpPr/>
              <p:nvPr/>
            </p:nvSpPr>
            <p:spPr>
              <a:xfrm>
                <a:off x="7993100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5" name="pg40">
                <a:extLst>
                  <a:ext uri="{FF2B5EF4-FFF2-40B4-BE49-F238E27FC236}">
                    <a16:creationId xmlns:a16="http://schemas.microsoft.com/office/drawing/2014/main" id="{398536AE-7856-C842-2F07-FC1D89D20D13}"/>
                  </a:ext>
                </a:extLst>
              </p:cNvPr>
              <p:cNvSpPr/>
              <p:nvPr/>
            </p:nvSpPr>
            <p:spPr>
              <a:xfrm>
                <a:off x="8024163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6" name="pg41">
                <a:extLst>
                  <a:ext uri="{FF2B5EF4-FFF2-40B4-BE49-F238E27FC236}">
                    <a16:creationId xmlns:a16="http://schemas.microsoft.com/office/drawing/2014/main" id="{1E116B6D-4F0C-4514-E177-948473CDB3D2}"/>
                  </a:ext>
                </a:extLst>
              </p:cNvPr>
              <p:cNvSpPr/>
              <p:nvPr/>
            </p:nvSpPr>
            <p:spPr>
              <a:xfrm>
                <a:off x="8055226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7" name="pg42">
                <a:extLst>
                  <a:ext uri="{FF2B5EF4-FFF2-40B4-BE49-F238E27FC236}">
                    <a16:creationId xmlns:a16="http://schemas.microsoft.com/office/drawing/2014/main" id="{48CB7CA3-754A-1A48-9AAB-631C7242ADD4}"/>
                  </a:ext>
                </a:extLst>
              </p:cNvPr>
              <p:cNvSpPr/>
              <p:nvPr/>
            </p:nvSpPr>
            <p:spPr>
              <a:xfrm>
                <a:off x="7402905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8" name="pg43">
                <a:extLst>
                  <a:ext uri="{FF2B5EF4-FFF2-40B4-BE49-F238E27FC236}">
                    <a16:creationId xmlns:a16="http://schemas.microsoft.com/office/drawing/2014/main" id="{518498EA-DA0E-B5EE-0F3C-1347ABE534F7}"/>
                  </a:ext>
                </a:extLst>
              </p:cNvPr>
              <p:cNvSpPr/>
              <p:nvPr/>
            </p:nvSpPr>
            <p:spPr>
              <a:xfrm>
                <a:off x="7433968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9" name="pg44">
                <a:extLst>
                  <a:ext uri="{FF2B5EF4-FFF2-40B4-BE49-F238E27FC236}">
                    <a16:creationId xmlns:a16="http://schemas.microsoft.com/office/drawing/2014/main" id="{6721E905-7D8B-C1E1-2187-666C1AF25CDA}"/>
                  </a:ext>
                </a:extLst>
              </p:cNvPr>
              <p:cNvSpPr/>
              <p:nvPr/>
            </p:nvSpPr>
            <p:spPr>
              <a:xfrm>
                <a:off x="7465031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0" name="pg45">
                <a:extLst>
                  <a:ext uri="{FF2B5EF4-FFF2-40B4-BE49-F238E27FC236}">
                    <a16:creationId xmlns:a16="http://schemas.microsoft.com/office/drawing/2014/main" id="{70E5E107-7DC9-6F0D-CC8F-167C945DCAB0}"/>
                  </a:ext>
                </a:extLst>
              </p:cNvPr>
              <p:cNvSpPr/>
              <p:nvPr/>
            </p:nvSpPr>
            <p:spPr>
              <a:xfrm>
                <a:off x="749609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1" name="pg46">
                <a:extLst>
                  <a:ext uri="{FF2B5EF4-FFF2-40B4-BE49-F238E27FC236}">
                    <a16:creationId xmlns:a16="http://schemas.microsoft.com/office/drawing/2014/main" id="{7A50BF30-B4B4-C0F2-B864-8A9F3F181D83}"/>
                  </a:ext>
                </a:extLst>
              </p:cNvPr>
              <p:cNvSpPr/>
              <p:nvPr/>
            </p:nvSpPr>
            <p:spPr>
              <a:xfrm>
                <a:off x="7527156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2" name="pg47">
                <a:extLst>
                  <a:ext uri="{FF2B5EF4-FFF2-40B4-BE49-F238E27FC236}">
                    <a16:creationId xmlns:a16="http://schemas.microsoft.com/office/drawing/2014/main" id="{F0445181-7522-4F68-F078-6FD17FA9F8D1}"/>
                  </a:ext>
                </a:extLst>
              </p:cNvPr>
              <p:cNvSpPr/>
              <p:nvPr/>
            </p:nvSpPr>
            <p:spPr>
              <a:xfrm>
                <a:off x="7558219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3" name="pg48">
                <a:extLst>
                  <a:ext uri="{FF2B5EF4-FFF2-40B4-BE49-F238E27FC236}">
                    <a16:creationId xmlns:a16="http://schemas.microsoft.com/office/drawing/2014/main" id="{B7D8784E-1378-6929-EAB1-A13EB8A00D12}"/>
                  </a:ext>
                </a:extLst>
              </p:cNvPr>
              <p:cNvSpPr/>
              <p:nvPr/>
            </p:nvSpPr>
            <p:spPr>
              <a:xfrm>
                <a:off x="7589283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4" name="pg49">
                <a:extLst>
                  <a:ext uri="{FF2B5EF4-FFF2-40B4-BE49-F238E27FC236}">
                    <a16:creationId xmlns:a16="http://schemas.microsoft.com/office/drawing/2014/main" id="{B009B5CB-6B57-5272-0F4A-10F6E3A1845D}"/>
                  </a:ext>
                </a:extLst>
              </p:cNvPr>
              <p:cNvSpPr/>
              <p:nvPr/>
            </p:nvSpPr>
            <p:spPr>
              <a:xfrm>
                <a:off x="7620345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5" name="pg50">
                <a:extLst>
                  <a:ext uri="{FF2B5EF4-FFF2-40B4-BE49-F238E27FC236}">
                    <a16:creationId xmlns:a16="http://schemas.microsoft.com/office/drawing/2014/main" id="{5242ACC7-7200-A049-1CFA-02E988408767}"/>
                  </a:ext>
                </a:extLst>
              </p:cNvPr>
              <p:cNvSpPr/>
              <p:nvPr/>
            </p:nvSpPr>
            <p:spPr>
              <a:xfrm>
                <a:off x="7651408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6" name="pg51">
                <a:extLst>
                  <a:ext uri="{FF2B5EF4-FFF2-40B4-BE49-F238E27FC236}">
                    <a16:creationId xmlns:a16="http://schemas.microsoft.com/office/drawing/2014/main" id="{4558FB13-9A54-46EC-14A0-0127E80C6651}"/>
                  </a:ext>
                </a:extLst>
              </p:cNvPr>
              <p:cNvSpPr/>
              <p:nvPr/>
            </p:nvSpPr>
            <p:spPr>
              <a:xfrm>
                <a:off x="7682471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7" name="pg52">
                <a:extLst>
                  <a:ext uri="{FF2B5EF4-FFF2-40B4-BE49-F238E27FC236}">
                    <a16:creationId xmlns:a16="http://schemas.microsoft.com/office/drawing/2014/main" id="{516A9B71-4B7B-7FD1-819F-B62AE7918D82}"/>
                  </a:ext>
                </a:extLst>
              </p:cNvPr>
              <p:cNvSpPr/>
              <p:nvPr/>
            </p:nvSpPr>
            <p:spPr>
              <a:xfrm>
                <a:off x="771353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8" name="pg53">
                <a:extLst>
                  <a:ext uri="{FF2B5EF4-FFF2-40B4-BE49-F238E27FC236}">
                    <a16:creationId xmlns:a16="http://schemas.microsoft.com/office/drawing/2014/main" id="{CAB8B8AD-2727-E737-6EBA-4D358836AC2F}"/>
                  </a:ext>
                </a:extLst>
              </p:cNvPr>
              <p:cNvSpPr/>
              <p:nvPr/>
            </p:nvSpPr>
            <p:spPr>
              <a:xfrm>
                <a:off x="7744597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9" name="pg54">
                <a:extLst>
                  <a:ext uri="{FF2B5EF4-FFF2-40B4-BE49-F238E27FC236}">
                    <a16:creationId xmlns:a16="http://schemas.microsoft.com/office/drawing/2014/main" id="{1ABCA4FC-013B-E7F2-0495-95D00C38326E}"/>
                  </a:ext>
                </a:extLst>
              </p:cNvPr>
              <p:cNvSpPr/>
              <p:nvPr/>
            </p:nvSpPr>
            <p:spPr>
              <a:xfrm>
                <a:off x="7899912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0" name="pg55">
                <a:extLst>
                  <a:ext uri="{FF2B5EF4-FFF2-40B4-BE49-F238E27FC236}">
                    <a16:creationId xmlns:a16="http://schemas.microsoft.com/office/drawing/2014/main" id="{3FB23119-303F-BA3B-CA81-E74AFC871FBE}"/>
                  </a:ext>
                </a:extLst>
              </p:cNvPr>
              <p:cNvSpPr/>
              <p:nvPr/>
            </p:nvSpPr>
            <p:spPr>
              <a:xfrm>
                <a:off x="793097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1" name="pg56">
                <a:extLst>
                  <a:ext uri="{FF2B5EF4-FFF2-40B4-BE49-F238E27FC236}">
                    <a16:creationId xmlns:a16="http://schemas.microsoft.com/office/drawing/2014/main" id="{89E3FADA-C988-B789-1D55-1E6B970D13EA}"/>
                  </a:ext>
                </a:extLst>
              </p:cNvPr>
              <p:cNvSpPr/>
              <p:nvPr/>
            </p:nvSpPr>
            <p:spPr>
              <a:xfrm>
                <a:off x="7962037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2" name="pg57">
                <a:extLst>
                  <a:ext uri="{FF2B5EF4-FFF2-40B4-BE49-F238E27FC236}">
                    <a16:creationId xmlns:a16="http://schemas.microsoft.com/office/drawing/2014/main" id="{0B230FCF-C87D-8BAF-163A-2BE731772CFE}"/>
                  </a:ext>
                </a:extLst>
              </p:cNvPr>
              <p:cNvSpPr/>
              <p:nvPr/>
            </p:nvSpPr>
            <p:spPr>
              <a:xfrm>
                <a:off x="7993100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3" name="pg58">
                <a:extLst>
                  <a:ext uri="{FF2B5EF4-FFF2-40B4-BE49-F238E27FC236}">
                    <a16:creationId xmlns:a16="http://schemas.microsoft.com/office/drawing/2014/main" id="{1971A77E-1B92-8DDC-C3D7-76196580AAA9}"/>
                  </a:ext>
                </a:extLst>
              </p:cNvPr>
              <p:cNvSpPr/>
              <p:nvPr/>
            </p:nvSpPr>
            <p:spPr>
              <a:xfrm>
                <a:off x="8024163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4" name="pg59">
                <a:extLst>
                  <a:ext uri="{FF2B5EF4-FFF2-40B4-BE49-F238E27FC236}">
                    <a16:creationId xmlns:a16="http://schemas.microsoft.com/office/drawing/2014/main" id="{8AA154A9-FB9D-8B5B-E42C-450A38656ED2}"/>
                  </a:ext>
                </a:extLst>
              </p:cNvPr>
              <p:cNvSpPr/>
              <p:nvPr/>
            </p:nvSpPr>
            <p:spPr>
              <a:xfrm>
                <a:off x="8055226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5" name="pg60">
                <a:extLst>
                  <a:ext uri="{FF2B5EF4-FFF2-40B4-BE49-F238E27FC236}">
                    <a16:creationId xmlns:a16="http://schemas.microsoft.com/office/drawing/2014/main" id="{48DAE80C-8269-807B-6E9E-32C3444CA518}"/>
                  </a:ext>
                </a:extLst>
              </p:cNvPr>
              <p:cNvSpPr/>
              <p:nvPr/>
            </p:nvSpPr>
            <p:spPr>
              <a:xfrm>
                <a:off x="7371842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6" name="pg61">
                <a:extLst>
                  <a:ext uri="{FF2B5EF4-FFF2-40B4-BE49-F238E27FC236}">
                    <a16:creationId xmlns:a16="http://schemas.microsoft.com/office/drawing/2014/main" id="{0F17358E-7CB7-AC31-9D1A-6AC035D946C7}"/>
                  </a:ext>
                </a:extLst>
              </p:cNvPr>
              <p:cNvSpPr/>
              <p:nvPr/>
            </p:nvSpPr>
            <p:spPr>
              <a:xfrm>
                <a:off x="7402905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7" name="pg62">
                <a:extLst>
                  <a:ext uri="{FF2B5EF4-FFF2-40B4-BE49-F238E27FC236}">
                    <a16:creationId xmlns:a16="http://schemas.microsoft.com/office/drawing/2014/main" id="{1516EDCE-42D0-F4EF-9D25-C0B544729342}"/>
                  </a:ext>
                </a:extLst>
              </p:cNvPr>
              <p:cNvSpPr/>
              <p:nvPr/>
            </p:nvSpPr>
            <p:spPr>
              <a:xfrm>
                <a:off x="7433968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8" name="pg63">
                <a:extLst>
                  <a:ext uri="{FF2B5EF4-FFF2-40B4-BE49-F238E27FC236}">
                    <a16:creationId xmlns:a16="http://schemas.microsoft.com/office/drawing/2014/main" id="{BEA11096-F5B0-2E8D-7DD1-278F57D78279}"/>
                  </a:ext>
                </a:extLst>
              </p:cNvPr>
              <p:cNvSpPr/>
              <p:nvPr/>
            </p:nvSpPr>
            <p:spPr>
              <a:xfrm>
                <a:off x="7465031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9" name="pg64">
                <a:extLst>
                  <a:ext uri="{FF2B5EF4-FFF2-40B4-BE49-F238E27FC236}">
                    <a16:creationId xmlns:a16="http://schemas.microsoft.com/office/drawing/2014/main" id="{30BA5017-BBB7-1E2A-EB90-521E77BA16C4}"/>
                  </a:ext>
                </a:extLst>
              </p:cNvPr>
              <p:cNvSpPr/>
              <p:nvPr/>
            </p:nvSpPr>
            <p:spPr>
              <a:xfrm>
                <a:off x="749609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0" name="pg65">
                <a:extLst>
                  <a:ext uri="{FF2B5EF4-FFF2-40B4-BE49-F238E27FC236}">
                    <a16:creationId xmlns:a16="http://schemas.microsoft.com/office/drawing/2014/main" id="{583CF0B9-DA03-CBAE-5790-B0860EA9CB06}"/>
                  </a:ext>
                </a:extLst>
              </p:cNvPr>
              <p:cNvSpPr/>
              <p:nvPr/>
            </p:nvSpPr>
            <p:spPr>
              <a:xfrm>
                <a:off x="7527156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1" name="pg66">
                <a:extLst>
                  <a:ext uri="{FF2B5EF4-FFF2-40B4-BE49-F238E27FC236}">
                    <a16:creationId xmlns:a16="http://schemas.microsoft.com/office/drawing/2014/main" id="{C9A78058-1EBF-FAC2-6023-B4011B9E937C}"/>
                  </a:ext>
                </a:extLst>
              </p:cNvPr>
              <p:cNvSpPr/>
              <p:nvPr/>
            </p:nvSpPr>
            <p:spPr>
              <a:xfrm>
                <a:off x="7558219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2" name="pg67">
                <a:extLst>
                  <a:ext uri="{FF2B5EF4-FFF2-40B4-BE49-F238E27FC236}">
                    <a16:creationId xmlns:a16="http://schemas.microsoft.com/office/drawing/2014/main" id="{D866268A-7E8E-D716-E00D-FC7231661E6B}"/>
                  </a:ext>
                </a:extLst>
              </p:cNvPr>
              <p:cNvSpPr/>
              <p:nvPr/>
            </p:nvSpPr>
            <p:spPr>
              <a:xfrm>
                <a:off x="7589283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3" name="pg68">
                <a:extLst>
                  <a:ext uri="{FF2B5EF4-FFF2-40B4-BE49-F238E27FC236}">
                    <a16:creationId xmlns:a16="http://schemas.microsoft.com/office/drawing/2014/main" id="{C06D5D49-7848-8D95-AF0F-95B71EBE02B4}"/>
                  </a:ext>
                </a:extLst>
              </p:cNvPr>
              <p:cNvSpPr/>
              <p:nvPr/>
            </p:nvSpPr>
            <p:spPr>
              <a:xfrm>
                <a:off x="7620345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4" name="pg69">
                <a:extLst>
                  <a:ext uri="{FF2B5EF4-FFF2-40B4-BE49-F238E27FC236}">
                    <a16:creationId xmlns:a16="http://schemas.microsoft.com/office/drawing/2014/main" id="{25C4859F-8B58-885D-6EA6-8B77945F920D}"/>
                  </a:ext>
                </a:extLst>
              </p:cNvPr>
              <p:cNvSpPr/>
              <p:nvPr/>
            </p:nvSpPr>
            <p:spPr>
              <a:xfrm>
                <a:off x="7651408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5" name="pg70">
                <a:extLst>
                  <a:ext uri="{FF2B5EF4-FFF2-40B4-BE49-F238E27FC236}">
                    <a16:creationId xmlns:a16="http://schemas.microsoft.com/office/drawing/2014/main" id="{80E7D385-86F5-30A6-2EFE-C6910117F2A9}"/>
                  </a:ext>
                </a:extLst>
              </p:cNvPr>
              <p:cNvSpPr/>
              <p:nvPr/>
            </p:nvSpPr>
            <p:spPr>
              <a:xfrm>
                <a:off x="7682471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6" name="pg71">
                <a:extLst>
                  <a:ext uri="{FF2B5EF4-FFF2-40B4-BE49-F238E27FC236}">
                    <a16:creationId xmlns:a16="http://schemas.microsoft.com/office/drawing/2014/main" id="{35BF796C-EB70-04BE-D172-A47A0B1655BF}"/>
                  </a:ext>
                </a:extLst>
              </p:cNvPr>
              <p:cNvSpPr/>
              <p:nvPr/>
            </p:nvSpPr>
            <p:spPr>
              <a:xfrm>
                <a:off x="771353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7" name="pg72">
                <a:extLst>
                  <a:ext uri="{FF2B5EF4-FFF2-40B4-BE49-F238E27FC236}">
                    <a16:creationId xmlns:a16="http://schemas.microsoft.com/office/drawing/2014/main" id="{F547E953-73FD-0830-BAF9-FC92A4B31A2B}"/>
                  </a:ext>
                </a:extLst>
              </p:cNvPr>
              <p:cNvSpPr/>
              <p:nvPr/>
            </p:nvSpPr>
            <p:spPr>
              <a:xfrm>
                <a:off x="7868849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8" name="pg73">
                <a:extLst>
                  <a:ext uri="{FF2B5EF4-FFF2-40B4-BE49-F238E27FC236}">
                    <a16:creationId xmlns:a16="http://schemas.microsoft.com/office/drawing/2014/main" id="{C17C2048-4DFB-5D34-DF85-F7A3BA75C40D}"/>
                  </a:ext>
                </a:extLst>
              </p:cNvPr>
              <p:cNvSpPr/>
              <p:nvPr/>
            </p:nvSpPr>
            <p:spPr>
              <a:xfrm>
                <a:off x="7899912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9" name="pg74">
                <a:extLst>
                  <a:ext uri="{FF2B5EF4-FFF2-40B4-BE49-F238E27FC236}">
                    <a16:creationId xmlns:a16="http://schemas.microsoft.com/office/drawing/2014/main" id="{7AFCD35E-A479-7A7F-CE95-64C710813854}"/>
                  </a:ext>
                </a:extLst>
              </p:cNvPr>
              <p:cNvSpPr/>
              <p:nvPr/>
            </p:nvSpPr>
            <p:spPr>
              <a:xfrm>
                <a:off x="793097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0" name="pg75">
                <a:extLst>
                  <a:ext uri="{FF2B5EF4-FFF2-40B4-BE49-F238E27FC236}">
                    <a16:creationId xmlns:a16="http://schemas.microsoft.com/office/drawing/2014/main" id="{1B86AA7F-B4EF-19A5-88D8-84FAAB6FAB89}"/>
                  </a:ext>
                </a:extLst>
              </p:cNvPr>
              <p:cNvSpPr/>
              <p:nvPr/>
            </p:nvSpPr>
            <p:spPr>
              <a:xfrm>
                <a:off x="7962037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1" name="pg76">
                <a:extLst>
                  <a:ext uri="{FF2B5EF4-FFF2-40B4-BE49-F238E27FC236}">
                    <a16:creationId xmlns:a16="http://schemas.microsoft.com/office/drawing/2014/main" id="{380E41B9-C64A-C79C-C7D2-7E96B386B8B3}"/>
                  </a:ext>
                </a:extLst>
              </p:cNvPr>
              <p:cNvSpPr/>
              <p:nvPr/>
            </p:nvSpPr>
            <p:spPr>
              <a:xfrm>
                <a:off x="7993100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2" name="pg77">
                <a:extLst>
                  <a:ext uri="{FF2B5EF4-FFF2-40B4-BE49-F238E27FC236}">
                    <a16:creationId xmlns:a16="http://schemas.microsoft.com/office/drawing/2014/main" id="{18EB47CC-4411-94C5-DB7C-A37106EE99FB}"/>
                  </a:ext>
                </a:extLst>
              </p:cNvPr>
              <p:cNvSpPr/>
              <p:nvPr/>
            </p:nvSpPr>
            <p:spPr>
              <a:xfrm>
                <a:off x="8024163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3" name="pg78">
                <a:extLst>
                  <a:ext uri="{FF2B5EF4-FFF2-40B4-BE49-F238E27FC236}">
                    <a16:creationId xmlns:a16="http://schemas.microsoft.com/office/drawing/2014/main" id="{BC6D1D36-AAEC-3B4F-9031-D6604E39F3C5}"/>
                  </a:ext>
                </a:extLst>
              </p:cNvPr>
              <p:cNvSpPr/>
              <p:nvPr/>
            </p:nvSpPr>
            <p:spPr>
              <a:xfrm>
                <a:off x="8055226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4" name="pg79">
                <a:extLst>
                  <a:ext uri="{FF2B5EF4-FFF2-40B4-BE49-F238E27FC236}">
                    <a16:creationId xmlns:a16="http://schemas.microsoft.com/office/drawing/2014/main" id="{B4F5DF47-76D5-73E2-335B-366F66D42883}"/>
                  </a:ext>
                </a:extLst>
              </p:cNvPr>
              <p:cNvSpPr/>
              <p:nvPr/>
            </p:nvSpPr>
            <p:spPr>
              <a:xfrm>
                <a:off x="730971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5" name="pg80">
                <a:extLst>
                  <a:ext uri="{FF2B5EF4-FFF2-40B4-BE49-F238E27FC236}">
                    <a16:creationId xmlns:a16="http://schemas.microsoft.com/office/drawing/2014/main" id="{B8FED6F3-454E-C3D1-07A3-03289A303477}"/>
                  </a:ext>
                </a:extLst>
              </p:cNvPr>
              <p:cNvSpPr/>
              <p:nvPr/>
            </p:nvSpPr>
            <p:spPr>
              <a:xfrm>
                <a:off x="734077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6" name="pg81">
                <a:extLst>
                  <a:ext uri="{FF2B5EF4-FFF2-40B4-BE49-F238E27FC236}">
                    <a16:creationId xmlns:a16="http://schemas.microsoft.com/office/drawing/2014/main" id="{1951C014-8FBA-D1DF-B61D-2C855E2BA40C}"/>
                  </a:ext>
                </a:extLst>
              </p:cNvPr>
              <p:cNvSpPr/>
              <p:nvPr/>
            </p:nvSpPr>
            <p:spPr>
              <a:xfrm>
                <a:off x="7371842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7" name="pg82">
                <a:extLst>
                  <a:ext uri="{FF2B5EF4-FFF2-40B4-BE49-F238E27FC236}">
                    <a16:creationId xmlns:a16="http://schemas.microsoft.com/office/drawing/2014/main" id="{63C74DC7-BB20-67E1-E16A-C5C0989A44A5}"/>
                  </a:ext>
                </a:extLst>
              </p:cNvPr>
              <p:cNvSpPr/>
              <p:nvPr/>
            </p:nvSpPr>
            <p:spPr>
              <a:xfrm>
                <a:off x="7402905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8" name="pg83">
                <a:extLst>
                  <a:ext uri="{FF2B5EF4-FFF2-40B4-BE49-F238E27FC236}">
                    <a16:creationId xmlns:a16="http://schemas.microsoft.com/office/drawing/2014/main" id="{96AE6A73-A5E6-B26B-5CAF-5BB59D4300A5}"/>
                  </a:ext>
                </a:extLst>
              </p:cNvPr>
              <p:cNvSpPr/>
              <p:nvPr/>
            </p:nvSpPr>
            <p:spPr>
              <a:xfrm>
                <a:off x="7433968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9" name="pg84">
                <a:extLst>
                  <a:ext uri="{FF2B5EF4-FFF2-40B4-BE49-F238E27FC236}">
                    <a16:creationId xmlns:a16="http://schemas.microsoft.com/office/drawing/2014/main" id="{D9AA4732-95C0-31AD-FCA0-317B70D4CCDA}"/>
                  </a:ext>
                </a:extLst>
              </p:cNvPr>
              <p:cNvSpPr/>
              <p:nvPr/>
            </p:nvSpPr>
            <p:spPr>
              <a:xfrm>
                <a:off x="7465031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0" name="pg85">
                <a:extLst>
                  <a:ext uri="{FF2B5EF4-FFF2-40B4-BE49-F238E27FC236}">
                    <a16:creationId xmlns:a16="http://schemas.microsoft.com/office/drawing/2014/main" id="{3BCA1F7D-8537-B07A-C814-F35BD094D784}"/>
                  </a:ext>
                </a:extLst>
              </p:cNvPr>
              <p:cNvSpPr/>
              <p:nvPr/>
            </p:nvSpPr>
            <p:spPr>
              <a:xfrm>
                <a:off x="7496094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1" name="pg86">
                <a:extLst>
                  <a:ext uri="{FF2B5EF4-FFF2-40B4-BE49-F238E27FC236}">
                    <a16:creationId xmlns:a16="http://schemas.microsoft.com/office/drawing/2014/main" id="{E2EEC746-E870-96B3-A729-7C3740F6FC51}"/>
                  </a:ext>
                </a:extLst>
              </p:cNvPr>
              <p:cNvSpPr/>
              <p:nvPr/>
            </p:nvSpPr>
            <p:spPr>
              <a:xfrm>
                <a:off x="752715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2" name="pg87">
                <a:extLst>
                  <a:ext uri="{FF2B5EF4-FFF2-40B4-BE49-F238E27FC236}">
                    <a16:creationId xmlns:a16="http://schemas.microsoft.com/office/drawing/2014/main" id="{128AE8A3-9BDA-6403-481A-F24D05114E8E}"/>
                  </a:ext>
                </a:extLst>
              </p:cNvPr>
              <p:cNvSpPr/>
              <p:nvPr/>
            </p:nvSpPr>
            <p:spPr>
              <a:xfrm>
                <a:off x="755821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3" name="pg88">
                <a:extLst>
                  <a:ext uri="{FF2B5EF4-FFF2-40B4-BE49-F238E27FC236}">
                    <a16:creationId xmlns:a16="http://schemas.microsoft.com/office/drawing/2014/main" id="{AF4B7202-53EC-3E2C-E1D2-09AB5ED96583}"/>
                  </a:ext>
                </a:extLst>
              </p:cNvPr>
              <p:cNvSpPr/>
              <p:nvPr/>
            </p:nvSpPr>
            <p:spPr>
              <a:xfrm>
                <a:off x="7589283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4" name="pg89">
                <a:extLst>
                  <a:ext uri="{FF2B5EF4-FFF2-40B4-BE49-F238E27FC236}">
                    <a16:creationId xmlns:a16="http://schemas.microsoft.com/office/drawing/2014/main" id="{063E3906-2B29-C65D-51A9-C816498F55DD}"/>
                  </a:ext>
                </a:extLst>
              </p:cNvPr>
              <p:cNvSpPr/>
              <p:nvPr/>
            </p:nvSpPr>
            <p:spPr>
              <a:xfrm>
                <a:off x="7620345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5" name="pg90">
                <a:extLst>
                  <a:ext uri="{FF2B5EF4-FFF2-40B4-BE49-F238E27FC236}">
                    <a16:creationId xmlns:a16="http://schemas.microsoft.com/office/drawing/2014/main" id="{8494278B-AEB0-BE67-6089-E1A835CE7EF4}"/>
                  </a:ext>
                </a:extLst>
              </p:cNvPr>
              <p:cNvSpPr/>
              <p:nvPr/>
            </p:nvSpPr>
            <p:spPr>
              <a:xfrm>
                <a:off x="7651408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6" name="pg91">
                <a:extLst>
                  <a:ext uri="{FF2B5EF4-FFF2-40B4-BE49-F238E27FC236}">
                    <a16:creationId xmlns:a16="http://schemas.microsoft.com/office/drawing/2014/main" id="{EBEF1385-1085-4CCB-99BD-5256C88B5CDD}"/>
                  </a:ext>
                </a:extLst>
              </p:cNvPr>
              <p:cNvSpPr/>
              <p:nvPr/>
            </p:nvSpPr>
            <p:spPr>
              <a:xfrm>
                <a:off x="783778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7" name="pg92">
                <a:extLst>
                  <a:ext uri="{FF2B5EF4-FFF2-40B4-BE49-F238E27FC236}">
                    <a16:creationId xmlns:a16="http://schemas.microsoft.com/office/drawing/2014/main" id="{87371D8E-69DF-CF78-A878-7375D87809B5}"/>
                  </a:ext>
                </a:extLst>
              </p:cNvPr>
              <p:cNvSpPr/>
              <p:nvPr/>
            </p:nvSpPr>
            <p:spPr>
              <a:xfrm>
                <a:off x="786884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8" name="pg93">
                <a:extLst>
                  <a:ext uri="{FF2B5EF4-FFF2-40B4-BE49-F238E27FC236}">
                    <a16:creationId xmlns:a16="http://schemas.microsoft.com/office/drawing/2014/main" id="{BB770BCF-9CB8-046B-FA7A-7CE81D528BD8}"/>
                  </a:ext>
                </a:extLst>
              </p:cNvPr>
              <p:cNvSpPr/>
              <p:nvPr/>
            </p:nvSpPr>
            <p:spPr>
              <a:xfrm>
                <a:off x="7899912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9" name="pg94">
                <a:extLst>
                  <a:ext uri="{FF2B5EF4-FFF2-40B4-BE49-F238E27FC236}">
                    <a16:creationId xmlns:a16="http://schemas.microsoft.com/office/drawing/2014/main" id="{1A615A93-CD14-D664-7D3F-43A22B44C1CA}"/>
                  </a:ext>
                </a:extLst>
              </p:cNvPr>
              <p:cNvSpPr/>
              <p:nvPr/>
            </p:nvSpPr>
            <p:spPr>
              <a:xfrm>
                <a:off x="7930974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0" name="pg95">
                <a:extLst>
                  <a:ext uri="{FF2B5EF4-FFF2-40B4-BE49-F238E27FC236}">
                    <a16:creationId xmlns:a16="http://schemas.microsoft.com/office/drawing/2014/main" id="{0FE33E77-7435-9D8D-4BDA-8DEEEC0E556C}"/>
                  </a:ext>
                </a:extLst>
              </p:cNvPr>
              <p:cNvSpPr/>
              <p:nvPr/>
            </p:nvSpPr>
            <p:spPr>
              <a:xfrm>
                <a:off x="7962037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1" name="pg96">
                <a:extLst>
                  <a:ext uri="{FF2B5EF4-FFF2-40B4-BE49-F238E27FC236}">
                    <a16:creationId xmlns:a16="http://schemas.microsoft.com/office/drawing/2014/main" id="{4AE40EDC-623F-CFC6-7609-768BD2BB9D3E}"/>
                  </a:ext>
                </a:extLst>
              </p:cNvPr>
              <p:cNvSpPr/>
              <p:nvPr/>
            </p:nvSpPr>
            <p:spPr>
              <a:xfrm>
                <a:off x="7993100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2" name="pg97">
                <a:extLst>
                  <a:ext uri="{FF2B5EF4-FFF2-40B4-BE49-F238E27FC236}">
                    <a16:creationId xmlns:a16="http://schemas.microsoft.com/office/drawing/2014/main" id="{F8148D3B-73A9-5F81-9BDA-B3C9D2C1844F}"/>
                  </a:ext>
                </a:extLst>
              </p:cNvPr>
              <p:cNvSpPr/>
              <p:nvPr/>
            </p:nvSpPr>
            <p:spPr>
              <a:xfrm>
                <a:off x="7247590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3" name="pg98">
                <a:extLst>
                  <a:ext uri="{FF2B5EF4-FFF2-40B4-BE49-F238E27FC236}">
                    <a16:creationId xmlns:a16="http://schemas.microsoft.com/office/drawing/2014/main" id="{1025F31D-0D7A-6EEB-9E39-B837E9572497}"/>
                  </a:ext>
                </a:extLst>
              </p:cNvPr>
              <p:cNvSpPr/>
              <p:nvPr/>
            </p:nvSpPr>
            <p:spPr>
              <a:xfrm>
                <a:off x="727865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4" name="pg99">
                <a:extLst>
                  <a:ext uri="{FF2B5EF4-FFF2-40B4-BE49-F238E27FC236}">
                    <a16:creationId xmlns:a16="http://schemas.microsoft.com/office/drawing/2014/main" id="{FAC9BBA1-B6EA-186B-BC2B-4F501404D6BC}"/>
                  </a:ext>
                </a:extLst>
              </p:cNvPr>
              <p:cNvSpPr/>
              <p:nvPr/>
            </p:nvSpPr>
            <p:spPr>
              <a:xfrm>
                <a:off x="730971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5" name="pg100">
                <a:extLst>
                  <a:ext uri="{FF2B5EF4-FFF2-40B4-BE49-F238E27FC236}">
                    <a16:creationId xmlns:a16="http://schemas.microsoft.com/office/drawing/2014/main" id="{043DC149-5401-4987-B8FD-9C543B4E5BE4}"/>
                  </a:ext>
                </a:extLst>
              </p:cNvPr>
              <p:cNvSpPr/>
              <p:nvPr/>
            </p:nvSpPr>
            <p:spPr>
              <a:xfrm>
                <a:off x="734077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6" name="pg101">
                <a:extLst>
                  <a:ext uri="{FF2B5EF4-FFF2-40B4-BE49-F238E27FC236}">
                    <a16:creationId xmlns:a16="http://schemas.microsoft.com/office/drawing/2014/main" id="{ECBF2541-7D07-84B6-C649-26EFDB5C2A27}"/>
                  </a:ext>
                </a:extLst>
              </p:cNvPr>
              <p:cNvSpPr/>
              <p:nvPr/>
            </p:nvSpPr>
            <p:spPr>
              <a:xfrm>
                <a:off x="7371842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7" name="pg102">
                <a:extLst>
                  <a:ext uri="{FF2B5EF4-FFF2-40B4-BE49-F238E27FC236}">
                    <a16:creationId xmlns:a16="http://schemas.microsoft.com/office/drawing/2014/main" id="{14C2988E-A8A4-44AE-F5E9-EC9D6C46D839}"/>
                  </a:ext>
                </a:extLst>
              </p:cNvPr>
              <p:cNvSpPr/>
              <p:nvPr/>
            </p:nvSpPr>
            <p:spPr>
              <a:xfrm>
                <a:off x="7402905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8" name="pg103">
                <a:extLst>
                  <a:ext uri="{FF2B5EF4-FFF2-40B4-BE49-F238E27FC236}">
                    <a16:creationId xmlns:a16="http://schemas.microsoft.com/office/drawing/2014/main" id="{ECDF6B0B-7366-4CFB-A238-303FBE244A2F}"/>
                  </a:ext>
                </a:extLst>
              </p:cNvPr>
              <p:cNvSpPr/>
              <p:nvPr/>
            </p:nvSpPr>
            <p:spPr>
              <a:xfrm>
                <a:off x="7433968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9" name="pg104">
                <a:extLst>
                  <a:ext uri="{FF2B5EF4-FFF2-40B4-BE49-F238E27FC236}">
                    <a16:creationId xmlns:a16="http://schemas.microsoft.com/office/drawing/2014/main" id="{2D02D75B-801E-8048-C468-0FA63C498A22}"/>
                  </a:ext>
                </a:extLst>
              </p:cNvPr>
              <p:cNvSpPr/>
              <p:nvPr/>
            </p:nvSpPr>
            <p:spPr>
              <a:xfrm>
                <a:off x="7465031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0" name="pg105">
                <a:extLst>
                  <a:ext uri="{FF2B5EF4-FFF2-40B4-BE49-F238E27FC236}">
                    <a16:creationId xmlns:a16="http://schemas.microsoft.com/office/drawing/2014/main" id="{E77DD5B9-7E79-55AB-81D2-827EDFD4BB82}"/>
                  </a:ext>
                </a:extLst>
              </p:cNvPr>
              <p:cNvSpPr/>
              <p:nvPr/>
            </p:nvSpPr>
            <p:spPr>
              <a:xfrm>
                <a:off x="749609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1" name="pg106">
                <a:extLst>
                  <a:ext uri="{FF2B5EF4-FFF2-40B4-BE49-F238E27FC236}">
                    <a16:creationId xmlns:a16="http://schemas.microsoft.com/office/drawing/2014/main" id="{94FAA19B-642E-5C8E-3E1E-5AC570591BF2}"/>
                  </a:ext>
                </a:extLst>
              </p:cNvPr>
              <p:cNvSpPr/>
              <p:nvPr/>
            </p:nvSpPr>
            <p:spPr>
              <a:xfrm>
                <a:off x="752715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2" name="pg107">
                <a:extLst>
                  <a:ext uri="{FF2B5EF4-FFF2-40B4-BE49-F238E27FC236}">
                    <a16:creationId xmlns:a16="http://schemas.microsoft.com/office/drawing/2014/main" id="{69A1A7A7-C2AE-C008-C88F-8378A95DE8CA}"/>
                  </a:ext>
                </a:extLst>
              </p:cNvPr>
              <p:cNvSpPr/>
              <p:nvPr/>
            </p:nvSpPr>
            <p:spPr>
              <a:xfrm>
                <a:off x="755821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3" name="pg108">
                <a:extLst>
                  <a:ext uri="{FF2B5EF4-FFF2-40B4-BE49-F238E27FC236}">
                    <a16:creationId xmlns:a16="http://schemas.microsoft.com/office/drawing/2014/main" id="{F9757093-F0BF-C55F-25F1-858163DEFA21}"/>
                  </a:ext>
                </a:extLst>
              </p:cNvPr>
              <p:cNvSpPr/>
              <p:nvPr/>
            </p:nvSpPr>
            <p:spPr>
              <a:xfrm>
                <a:off x="758928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4" name="pg109">
                <a:extLst>
                  <a:ext uri="{FF2B5EF4-FFF2-40B4-BE49-F238E27FC236}">
                    <a16:creationId xmlns:a16="http://schemas.microsoft.com/office/drawing/2014/main" id="{2310A4DB-D3AE-1157-DE63-C0352FB268E1}"/>
                  </a:ext>
                </a:extLst>
              </p:cNvPr>
              <p:cNvSpPr/>
              <p:nvPr/>
            </p:nvSpPr>
            <p:spPr>
              <a:xfrm>
                <a:off x="7620345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5" name="pg110">
                <a:extLst>
                  <a:ext uri="{FF2B5EF4-FFF2-40B4-BE49-F238E27FC236}">
                    <a16:creationId xmlns:a16="http://schemas.microsoft.com/office/drawing/2014/main" id="{B1A9255B-FF32-F583-B81A-DE2C195FDE5C}"/>
                  </a:ext>
                </a:extLst>
              </p:cNvPr>
              <p:cNvSpPr/>
              <p:nvPr/>
            </p:nvSpPr>
            <p:spPr>
              <a:xfrm>
                <a:off x="7651408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6" name="pg111">
                <a:extLst>
                  <a:ext uri="{FF2B5EF4-FFF2-40B4-BE49-F238E27FC236}">
                    <a16:creationId xmlns:a16="http://schemas.microsoft.com/office/drawing/2014/main" id="{0B825C99-88E6-807D-FE5C-6ADEA04F1D67}"/>
                  </a:ext>
                </a:extLst>
              </p:cNvPr>
              <p:cNvSpPr/>
              <p:nvPr/>
            </p:nvSpPr>
            <p:spPr>
              <a:xfrm>
                <a:off x="7682471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7" name="pg112">
                <a:extLst>
                  <a:ext uri="{FF2B5EF4-FFF2-40B4-BE49-F238E27FC236}">
                    <a16:creationId xmlns:a16="http://schemas.microsoft.com/office/drawing/2014/main" id="{DF9DA6BF-16C8-F7EA-0C08-A366F6EE5C19}"/>
                  </a:ext>
                </a:extLst>
              </p:cNvPr>
              <p:cNvSpPr/>
              <p:nvPr/>
            </p:nvSpPr>
            <p:spPr>
              <a:xfrm>
                <a:off x="771353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8" name="pg113">
                <a:extLst>
                  <a:ext uri="{FF2B5EF4-FFF2-40B4-BE49-F238E27FC236}">
                    <a16:creationId xmlns:a16="http://schemas.microsoft.com/office/drawing/2014/main" id="{86C180C0-AC9B-10F2-E0BD-FAA740773628}"/>
                  </a:ext>
                </a:extLst>
              </p:cNvPr>
              <p:cNvSpPr/>
              <p:nvPr/>
            </p:nvSpPr>
            <p:spPr>
              <a:xfrm>
                <a:off x="7744597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9" name="pg114">
                <a:extLst>
                  <a:ext uri="{FF2B5EF4-FFF2-40B4-BE49-F238E27FC236}">
                    <a16:creationId xmlns:a16="http://schemas.microsoft.com/office/drawing/2014/main" id="{7B33EE1A-ED4C-6336-93E1-89A0D9DA9535}"/>
                  </a:ext>
                </a:extLst>
              </p:cNvPr>
              <p:cNvSpPr/>
              <p:nvPr/>
            </p:nvSpPr>
            <p:spPr>
              <a:xfrm>
                <a:off x="780672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0" name="pg115">
                <a:extLst>
                  <a:ext uri="{FF2B5EF4-FFF2-40B4-BE49-F238E27FC236}">
                    <a16:creationId xmlns:a16="http://schemas.microsoft.com/office/drawing/2014/main" id="{246C61B9-06C7-90E5-9289-D33463746361}"/>
                  </a:ext>
                </a:extLst>
              </p:cNvPr>
              <p:cNvSpPr/>
              <p:nvPr/>
            </p:nvSpPr>
            <p:spPr>
              <a:xfrm>
                <a:off x="783778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1" name="pg116">
                <a:extLst>
                  <a:ext uri="{FF2B5EF4-FFF2-40B4-BE49-F238E27FC236}">
                    <a16:creationId xmlns:a16="http://schemas.microsoft.com/office/drawing/2014/main" id="{1D7F17DC-3EF0-698D-F784-E30851AE6822}"/>
                  </a:ext>
                </a:extLst>
              </p:cNvPr>
              <p:cNvSpPr/>
              <p:nvPr/>
            </p:nvSpPr>
            <p:spPr>
              <a:xfrm>
                <a:off x="786884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2" name="pg117">
                <a:extLst>
                  <a:ext uri="{FF2B5EF4-FFF2-40B4-BE49-F238E27FC236}">
                    <a16:creationId xmlns:a16="http://schemas.microsoft.com/office/drawing/2014/main" id="{A203692F-C623-4D90-C503-56A188B3CEB5}"/>
                  </a:ext>
                </a:extLst>
              </p:cNvPr>
              <p:cNvSpPr/>
              <p:nvPr/>
            </p:nvSpPr>
            <p:spPr>
              <a:xfrm>
                <a:off x="7899912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3" name="pg118">
                <a:extLst>
                  <a:ext uri="{FF2B5EF4-FFF2-40B4-BE49-F238E27FC236}">
                    <a16:creationId xmlns:a16="http://schemas.microsoft.com/office/drawing/2014/main" id="{F2240497-8ED4-B654-38F9-8CD4A45C29BE}"/>
                  </a:ext>
                </a:extLst>
              </p:cNvPr>
              <p:cNvSpPr/>
              <p:nvPr/>
            </p:nvSpPr>
            <p:spPr>
              <a:xfrm>
                <a:off x="793097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4" name="pg119">
                <a:extLst>
                  <a:ext uri="{FF2B5EF4-FFF2-40B4-BE49-F238E27FC236}">
                    <a16:creationId xmlns:a16="http://schemas.microsoft.com/office/drawing/2014/main" id="{14D43C37-3479-5E7F-4986-451AF53F50D0}"/>
                  </a:ext>
                </a:extLst>
              </p:cNvPr>
              <p:cNvSpPr/>
              <p:nvPr/>
            </p:nvSpPr>
            <p:spPr>
              <a:xfrm>
                <a:off x="7962037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5" name="pg120">
                <a:extLst>
                  <a:ext uri="{FF2B5EF4-FFF2-40B4-BE49-F238E27FC236}">
                    <a16:creationId xmlns:a16="http://schemas.microsoft.com/office/drawing/2014/main" id="{77F85571-E2BE-BAE7-FDE5-93F04FB05BCE}"/>
                  </a:ext>
                </a:extLst>
              </p:cNvPr>
              <p:cNvSpPr/>
              <p:nvPr/>
            </p:nvSpPr>
            <p:spPr>
              <a:xfrm>
                <a:off x="7993100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6" name="pg121">
                <a:extLst>
                  <a:ext uri="{FF2B5EF4-FFF2-40B4-BE49-F238E27FC236}">
                    <a16:creationId xmlns:a16="http://schemas.microsoft.com/office/drawing/2014/main" id="{D4DEBA1A-BD49-8B49-AB58-975D0E14FECB}"/>
                  </a:ext>
                </a:extLst>
              </p:cNvPr>
              <p:cNvSpPr/>
              <p:nvPr/>
            </p:nvSpPr>
            <p:spPr>
              <a:xfrm>
                <a:off x="7247590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7" name="pg122">
                <a:extLst>
                  <a:ext uri="{FF2B5EF4-FFF2-40B4-BE49-F238E27FC236}">
                    <a16:creationId xmlns:a16="http://schemas.microsoft.com/office/drawing/2014/main" id="{1448AF9F-CC10-31FE-5A64-98CF59F9E773}"/>
                  </a:ext>
                </a:extLst>
              </p:cNvPr>
              <p:cNvSpPr/>
              <p:nvPr/>
            </p:nvSpPr>
            <p:spPr>
              <a:xfrm>
                <a:off x="727865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8" name="pg123">
                <a:extLst>
                  <a:ext uri="{FF2B5EF4-FFF2-40B4-BE49-F238E27FC236}">
                    <a16:creationId xmlns:a16="http://schemas.microsoft.com/office/drawing/2014/main" id="{408183F7-9B3C-8F5A-E159-87AA6C7BC6B2}"/>
                  </a:ext>
                </a:extLst>
              </p:cNvPr>
              <p:cNvSpPr/>
              <p:nvPr/>
            </p:nvSpPr>
            <p:spPr>
              <a:xfrm>
                <a:off x="730971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9" name="pg124">
                <a:extLst>
                  <a:ext uri="{FF2B5EF4-FFF2-40B4-BE49-F238E27FC236}">
                    <a16:creationId xmlns:a16="http://schemas.microsoft.com/office/drawing/2014/main" id="{22E55127-6297-3045-F84C-B21B25DF7CE4}"/>
                  </a:ext>
                </a:extLst>
              </p:cNvPr>
              <p:cNvSpPr/>
              <p:nvPr/>
            </p:nvSpPr>
            <p:spPr>
              <a:xfrm>
                <a:off x="734077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0" name="pg125">
                <a:extLst>
                  <a:ext uri="{FF2B5EF4-FFF2-40B4-BE49-F238E27FC236}">
                    <a16:creationId xmlns:a16="http://schemas.microsoft.com/office/drawing/2014/main" id="{C96A5A97-E3BA-1477-3E72-65DEA51E1964}"/>
                  </a:ext>
                </a:extLst>
              </p:cNvPr>
              <p:cNvSpPr/>
              <p:nvPr/>
            </p:nvSpPr>
            <p:spPr>
              <a:xfrm>
                <a:off x="7371842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1" name="pg126">
                <a:extLst>
                  <a:ext uri="{FF2B5EF4-FFF2-40B4-BE49-F238E27FC236}">
                    <a16:creationId xmlns:a16="http://schemas.microsoft.com/office/drawing/2014/main" id="{26677FDC-1B52-A345-0AFD-600DFF99D184}"/>
                  </a:ext>
                </a:extLst>
              </p:cNvPr>
              <p:cNvSpPr/>
              <p:nvPr/>
            </p:nvSpPr>
            <p:spPr>
              <a:xfrm>
                <a:off x="7402905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2" name="pg127">
                <a:extLst>
                  <a:ext uri="{FF2B5EF4-FFF2-40B4-BE49-F238E27FC236}">
                    <a16:creationId xmlns:a16="http://schemas.microsoft.com/office/drawing/2014/main" id="{71EF2E74-1138-4607-4D11-15B5232947C1}"/>
                  </a:ext>
                </a:extLst>
              </p:cNvPr>
              <p:cNvSpPr/>
              <p:nvPr/>
            </p:nvSpPr>
            <p:spPr>
              <a:xfrm>
                <a:off x="7433968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3" name="pg128">
                <a:extLst>
                  <a:ext uri="{FF2B5EF4-FFF2-40B4-BE49-F238E27FC236}">
                    <a16:creationId xmlns:a16="http://schemas.microsoft.com/office/drawing/2014/main" id="{46807FE9-AFB0-AE43-619E-21786F4AA8B1}"/>
                  </a:ext>
                </a:extLst>
              </p:cNvPr>
              <p:cNvSpPr/>
              <p:nvPr/>
            </p:nvSpPr>
            <p:spPr>
              <a:xfrm>
                <a:off x="7465031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4" name="pg129">
                <a:extLst>
                  <a:ext uri="{FF2B5EF4-FFF2-40B4-BE49-F238E27FC236}">
                    <a16:creationId xmlns:a16="http://schemas.microsoft.com/office/drawing/2014/main" id="{E392B86F-E717-B5DA-0BBB-5C0ADBF66455}"/>
                  </a:ext>
                </a:extLst>
              </p:cNvPr>
              <p:cNvSpPr/>
              <p:nvPr/>
            </p:nvSpPr>
            <p:spPr>
              <a:xfrm>
                <a:off x="749609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5" name="pg130">
                <a:extLst>
                  <a:ext uri="{FF2B5EF4-FFF2-40B4-BE49-F238E27FC236}">
                    <a16:creationId xmlns:a16="http://schemas.microsoft.com/office/drawing/2014/main" id="{85CAAA62-1D49-7785-48CE-E7D8D90CD6FC}"/>
                  </a:ext>
                </a:extLst>
              </p:cNvPr>
              <p:cNvSpPr/>
              <p:nvPr/>
            </p:nvSpPr>
            <p:spPr>
              <a:xfrm>
                <a:off x="752715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6" name="pg131">
                <a:extLst>
                  <a:ext uri="{FF2B5EF4-FFF2-40B4-BE49-F238E27FC236}">
                    <a16:creationId xmlns:a16="http://schemas.microsoft.com/office/drawing/2014/main" id="{8735DB22-9C74-BFAD-59C8-CC5A0BAAF3C7}"/>
                  </a:ext>
                </a:extLst>
              </p:cNvPr>
              <p:cNvSpPr/>
              <p:nvPr/>
            </p:nvSpPr>
            <p:spPr>
              <a:xfrm>
                <a:off x="755821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7" name="pg132">
                <a:extLst>
                  <a:ext uri="{FF2B5EF4-FFF2-40B4-BE49-F238E27FC236}">
                    <a16:creationId xmlns:a16="http://schemas.microsoft.com/office/drawing/2014/main" id="{38F88469-CEC7-875C-9F95-4AE019C31AE1}"/>
                  </a:ext>
                </a:extLst>
              </p:cNvPr>
              <p:cNvSpPr/>
              <p:nvPr/>
            </p:nvSpPr>
            <p:spPr>
              <a:xfrm>
                <a:off x="758928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8" name="pg133">
                <a:extLst>
                  <a:ext uri="{FF2B5EF4-FFF2-40B4-BE49-F238E27FC236}">
                    <a16:creationId xmlns:a16="http://schemas.microsoft.com/office/drawing/2014/main" id="{0E814D10-7F28-B544-D223-B11C65C0410D}"/>
                  </a:ext>
                </a:extLst>
              </p:cNvPr>
              <p:cNvSpPr/>
              <p:nvPr/>
            </p:nvSpPr>
            <p:spPr>
              <a:xfrm>
                <a:off x="7620345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9" name="pg134">
                <a:extLst>
                  <a:ext uri="{FF2B5EF4-FFF2-40B4-BE49-F238E27FC236}">
                    <a16:creationId xmlns:a16="http://schemas.microsoft.com/office/drawing/2014/main" id="{CC41F0A9-72AD-ADF0-94BC-E511115F0022}"/>
                  </a:ext>
                </a:extLst>
              </p:cNvPr>
              <p:cNvSpPr/>
              <p:nvPr/>
            </p:nvSpPr>
            <p:spPr>
              <a:xfrm>
                <a:off x="7651408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0" name="pg135">
                <a:extLst>
                  <a:ext uri="{FF2B5EF4-FFF2-40B4-BE49-F238E27FC236}">
                    <a16:creationId xmlns:a16="http://schemas.microsoft.com/office/drawing/2014/main" id="{BF27A71A-63B3-166D-9D3E-6D6B12950AD2}"/>
                  </a:ext>
                </a:extLst>
              </p:cNvPr>
              <p:cNvSpPr/>
              <p:nvPr/>
            </p:nvSpPr>
            <p:spPr>
              <a:xfrm>
                <a:off x="7682471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1" name="pg136">
                <a:extLst>
                  <a:ext uri="{FF2B5EF4-FFF2-40B4-BE49-F238E27FC236}">
                    <a16:creationId xmlns:a16="http://schemas.microsoft.com/office/drawing/2014/main" id="{D8254A4C-CDF7-CEB3-47E3-F232489FF904}"/>
                  </a:ext>
                </a:extLst>
              </p:cNvPr>
              <p:cNvSpPr/>
              <p:nvPr/>
            </p:nvSpPr>
            <p:spPr>
              <a:xfrm>
                <a:off x="771353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2" name="pg137">
                <a:extLst>
                  <a:ext uri="{FF2B5EF4-FFF2-40B4-BE49-F238E27FC236}">
                    <a16:creationId xmlns:a16="http://schemas.microsoft.com/office/drawing/2014/main" id="{9A0CEEE6-17C7-FCC5-BD0F-17A46CC9B97F}"/>
                  </a:ext>
                </a:extLst>
              </p:cNvPr>
              <p:cNvSpPr/>
              <p:nvPr/>
            </p:nvSpPr>
            <p:spPr>
              <a:xfrm>
                <a:off x="7744597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3" name="pg138">
                <a:extLst>
                  <a:ext uri="{FF2B5EF4-FFF2-40B4-BE49-F238E27FC236}">
                    <a16:creationId xmlns:a16="http://schemas.microsoft.com/office/drawing/2014/main" id="{5C7A2E01-05E5-7805-FE8C-C8AD9E08EB84}"/>
                  </a:ext>
                </a:extLst>
              </p:cNvPr>
              <p:cNvSpPr/>
              <p:nvPr/>
            </p:nvSpPr>
            <p:spPr>
              <a:xfrm>
                <a:off x="7775660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4" name="pg139">
                <a:extLst>
                  <a:ext uri="{FF2B5EF4-FFF2-40B4-BE49-F238E27FC236}">
                    <a16:creationId xmlns:a16="http://schemas.microsoft.com/office/drawing/2014/main" id="{9BE240A3-1512-2C1F-D328-EDE313ABC884}"/>
                  </a:ext>
                </a:extLst>
              </p:cNvPr>
              <p:cNvSpPr/>
              <p:nvPr/>
            </p:nvSpPr>
            <p:spPr>
              <a:xfrm>
                <a:off x="780672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5" name="pg140">
                <a:extLst>
                  <a:ext uri="{FF2B5EF4-FFF2-40B4-BE49-F238E27FC236}">
                    <a16:creationId xmlns:a16="http://schemas.microsoft.com/office/drawing/2014/main" id="{F8588B69-324D-8332-722A-C829BE5FC5CB}"/>
                  </a:ext>
                </a:extLst>
              </p:cNvPr>
              <p:cNvSpPr/>
              <p:nvPr/>
            </p:nvSpPr>
            <p:spPr>
              <a:xfrm>
                <a:off x="783778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6" name="pg141">
                <a:extLst>
                  <a:ext uri="{FF2B5EF4-FFF2-40B4-BE49-F238E27FC236}">
                    <a16:creationId xmlns:a16="http://schemas.microsoft.com/office/drawing/2014/main" id="{FEEDB773-1830-760F-E2F5-3551D47FB898}"/>
                  </a:ext>
                </a:extLst>
              </p:cNvPr>
              <p:cNvSpPr/>
              <p:nvPr/>
            </p:nvSpPr>
            <p:spPr>
              <a:xfrm>
                <a:off x="786884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7" name="pg142">
                <a:extLst>
                  <a:ext uri="{FF2B5EF4-FFF2-40B4-BE49-F238E27FC236}">
                    <a16:creationId xmlns:a16="http://schemas.microsoft.com/office/drawing/2014/main" id="{6583F0A0-1677-B381-E351-01009D499112}"/>
                  </a:ext>
                </a:extLst>
              </p:cNvPr>
              <p:cNvSpPr/>
              <p:nvPr/>
            </p:nvSpPr>
            <p:spPr>
              <a:xfrm>
                <a:off x="7899912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8" name="pg143">
                <a:extLst>
                  <a:ext uri="{FF2B5EF4-FFF2-40B4-BE49-F238E27FC236}">
                    <a16:creationId xmlns:a16="http://schemas.microsoft.com/office/drawing/2014/main" id="{C10ACC8B-E5AE-F37B-FD66-F44F37D9D6A5}"/>
                  </a:ext>
                </a:extLst>
              </p:cNvPr>
              <p:cNvSpPr/>
              <p:nvPr/>
            </p:nvSpPr>
            <p:spPr>
              <a:xfrm>
                <a:off x="793097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9" name="pg144">
                <a:extLst>
                  <a:ext uri="{FF2B5EF4-FFF2-40B4-BE49-F238E27FC236}">
                    <a16:creationId xmlns:a16="http://schemas.microsoft.com/office/drawing/2014/main" id="{799ACD02-747A-E22C-7783-FDA2C006F82B}"/>
                  </a:ext>
                </a:extLst>
              </p:cNvPr>
              <p:cNvSpPr/>
              <p:nvPr/>
            </p:nvSpPr>
            <p:spPr>
              <a:xfrm>
                <a:off x="7962037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0" name="pg145">
                <a:extLst>
                  <a:ext uri="{FF2B5EF4-FFF2-40B4-BE49-F238E27FC236}">
                    <a16:creationId xmlns:a16="http://schemas.microsoft.com/office/drawing/2014/main" id="{99619D08-AAC1-D369-D687-B0FA13B0E101}"/>
                  </a:ext>
                </a:extLst>
              </p:cNvPr>
              <p:cNvSpPr/>
              <p:nvPr/>
            </p:nvSpPr>
            <p:spPr>
              <a:xfrm>
                <a:off x="7247590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1" name="pg146">
                <a:extLst>
                  <a:ext uri="{FF2B5EF4-FFF2-40B4-BE49-F238E27FC236}">
                    <a16:creationId xmlns:a16="http://schemas.microsoft.com/office/drawing/2014/main" id="{71F2DE46-B279-BE86-61F1-09030690F892}"/>
                  </a:ext>
                </a:extLst>
              </p:cNvPr>
              <p:cNvSpPr/>
              <p:nvPr/>
            </p:nvSpPr>
            <p:spPr>
              <a:xfrm>
                <a:off x="727865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2" name="pg147">
                <a:extLst>
                  <a:ext uri="{FF2B5EF4-FFF2-40B4-BE49-F238E27FC236}">
                    <a16:creationId xmlns:a16="http://schemas.microsoft.com/office/drawing/2014/main" id="{A37BF29E-B8ED-EFD6-78BB-D560E8FF86E5}"/>
                  </a:ext>
                </a:extLst>
              </p:cNvPr>
              <p:cNvSpPr/>
              <p:nvPr/>
            </p:nvSpPr>
            <p:spPr>
              <a:xfrm>
                <a:off x="730971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3" name="pg148">
                <a:extLst>
                  <a:ext uri="{FF2B5EF4-FFF2-40B4-BE49-F238E27FC236}">
                    <a16:creationId xmlns:a16="http://schemas.microsoft.com/office/drawing/2014/main" id="{285A1774-F1F2-5F10-5367-C7B84A39B10D}"/>
                  </a:ext>
                </a:extLst>
              </p:cNvPr>
              <p:cNvSpPr/>
              <p:nvPr/>
            </p:nvSpPr>
            <p:spPr>
              <a:xfrm>
                <a:off x="734077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4" name="pg149">
                <a:extLst>
                  <a:ext uri="{FF2B5EF4-FFF2-40B4-BE49-F238E27FC236}">
                    <a16:creationId xmlns:a16="http://schemas.microsoft.com/office/drawing/2014/main" id="{F1A09EBE-2A76-4BAB-99EF-372C13184F09}"/>
                  </a:ext>
                </a:extLst>
              </p:cNvPr>
              <p:cNvSpPr/>
              <p:nvPr/>
            </p:nvSpPr>
            <p:spPr>
              <a:xfrm>
                <a:off x="7371842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5" name="pg150">
                <a:extLst>
                  <a:ext uri="{FF2B5EF4-FFF2-40B4-BE49-F238E27FC236}">
                    <a16:creationId xmlns:a16="http://schemas.microsoft.com/office/drawing/2014/main" id="{6A85A70D-6E74-6C78-A966-E53DC0D95793}"/>
                  </a:ext>
                </a:extLst>
              </p:cNvPr>
              <p:cNvSpPr/>
              <p:nvPr/>
            </p:nvSpPr>
            <p:spPr>
              <a:xfrm>
                <a:off x="7402905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6" name="pg151">
                <a:extLst>
                  <a:ext uri="{FF2B5EF4-FFF2-40B4-BE49-F238E27FC236}">
                    <a16:creationId xmlns:a16="http://schemas.microsoft.com/office/drawing/2014/main" id="{F674B15F-FE47-EC63-A7E1-B7752FC75B31}"/>
                  </a:ext>
                </a:extLst>
              </p:cNvPr>
              <p:cNvSpPr/>
              <p:nvPr/>
            </p:nvSpPr>
            <p:spPr>
              <a:xfrm>
                <a:off x="7433968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7" name="pg152">
                <a:extLst>
                  <a:ext uri="{FF2B5EF4-FFF2-40B4-BE49-F238E27FC236}">
                    <a16:creationId xmlns:a16="http://schemas.microsoft.com/office/drawing/2014/main" id="{7177EBCD-46BA-B653-7B81-578D2B4F1A5D}"/>
                  </a:ext>
                </a:extLst>
              </p:cNvPr>
              <p:cNvSpPr/>
              <p:nvPr/>
            </p:nvSpPr>
            <p:spPr>
              <a:xfrm>
                <a:off x="7465031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8" name="pg153">
                <a:extLst>
                  <a:ext uri="{FF2B5EF4-FFF2-40B4-BE49-F238E27FC236}">
                    <a16:creationId xmlns:a16="http://schemas.microsoft.com/office/drawing/2014/main" id="{8191F8FD-AB09-F900-D1B6-6FC9D7F89CD7}"/>
                  </a:ext>
                </a:extLst>
              </p:cNvPr>
              <p:cNvSpPr/>
              <p:nvPr/>
            </p:nvSpPr>
            <p:spPr>
              <a:xfrm>
                <a:off x="749609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9" name="pg154">
                <a:extLst>
                  <a:ext uri="{FF2B5EF4-FFF2-40B4-BE49-F238E27FC236}">
                    <a16:creationId xmlns:a16="http://schemas.microsoft.com/office/drawing/2014/main" id="{9EDF9C89-9D2A-8FD0-454B-F3DE7A15303A}"/>
                  </a:ext>
                </a:extLst>
              </p:cNvPr>
              <p:cNvSpPr/>
              <p:nvPr/>
            </p:nvSpPr>
            <p:spPr>
              <a:xfrm>
                <a:off x="752715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0" name="pg155">
                <a:extLst>
                  <a:ext uri="{FF2B5EF4-FFF2-40B4-BE49-F238E27FC236}">
                    <a16:creationId xmlns:a16="http://schemas.microsoft.com/office/drawing/2014/main" id="{D5345C70-BEC7-42AD-C67C-4196D455C741}"/>
                  </a:ext>
                </a:extLst>
              </p:cNvPr>
              <p:cNvSpPr/>
              <p:nvPr/>
            </p:nvSpPr>
            <p:spPr>
              <a:xfrm>
                <a:off x="755821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1" name="pg156">
                <a:extLst>
                  <a:ext uri="{FF2B5EF4-FFF2-40B4-BE49-F238E27FC236}">
                    <a16:creationId xmlns:a16="http://schemas.microsoft.com/office/drawing/2014/main" id="{AFA2A4FB-528A-1203-513C-42776CEE3B0C}"/>
                  </a:ext>
                </a:extLst>
              </p:cNvPr>
              <p:cNvSpPr/>
              <p:nvPr/>
            </p:nvSpPr>
            <p:spPr>
              <a:xfrm>
                <a:off x="758928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2" name="pg157">
                <a:extLst>
                  <a:ext uri="{FF2B5EF4-FFF2-40B4-BE49-F238E27FC236}">
                    <a16:creationId xmlns:a16="http://schemas.microsoft.com/office/drawing/2014/main" id="{BDBB7923-D6E5-EB8E-249C-B8F75BDABAB2}"/>
                  </a:ext>
                </a:extLst>
              </p:cNvPr>
              <p:cNvSpPr/>
              <p:nvPr/>
            </p:nvSpPr>
            <p:spPr>
              <a:xfrm>
                <a:off x="7620345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3" name="pg158">
                <a:extLst>
                  <a:ext uri="{FF2B5EF4-FFF2-40B4-BE49-F238E27FC236}">
                    <a16:creationId xmlns:a16="http://schemas.microsoft.com/office/drawing/2014/main" id="{6882D432-1D8D-D505-A6BB-3EB72EF1CA6D}"/>
                  </a:ext>
                </a:extLst>
              </p:cNvPr>
              <p:cNvSpPr/>
              <p:nvPr/>
            </p:nvSpPr>
            <p:spPr>
              <a:xfrm>
                <a:off x="7651408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4" name="pg159">
                <a:extLst>
                  <a:ext uri="{FF2B5EF4-FFF2-40B4-BE49-F238E27FC236}">
                    <a16:creationId xmlns:a16="http://schemas.microsoft.com/office/drawing/2014/main" id="{14A9E0DE-217B-CD27-5F0F-EEDB2F5E1CDC}"/>
                  </a:ext>
                </a:extLst>
              </p:cNvPr>
              <p:cNvSpPr/>
              <p:nvPr/>
            </p:nvSpPr>
            <p:spPr>
              <a:xfrm>
                <a:off x="7682471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5" name="pg160">
                <a:extLst>
                  <a:ext uri="{FF2B5EF4-FFF2-40B4-BE49-F238E27FC236}">
                    <a16:creationId xmlns:a16="http://schemas.microsoft.com/office/drawing/2014/main" id="{3E3E3CF4-D5FD-0156-D518-3D2CEBBC2C7F}"/>
                  </a:ext>
                </a:extLst>
              </p:cNvPr>
              <p:cNvSpPr/>
              <p:nvPr/>
            </p:nvSpPr>
            <p:spPr>
              <a:xfrm>
                <a:off x="771353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6" name="pg161">
                <a:extLst>
                  <a:ext uri="{FF2B5EF4-FFF2-40B4-BE49-F238E27FC236}">
                    <a16:creationId xmlns:a16="http://schemas.microsoft.com/office/drawing/2014/main" id="{1E2F88EA-00F9-A18D-18F2-F200F15DF11E}"/>
                  </a:ext>
                </a:extLst>
              </p:cNvPr>
              <p:cNvSpPr/>
              <p:nvPr/>
            </p:nvSpPr>
            <p:spPr>
              <a:xfrm>
                <a:off x="7744597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7" name="pg162">
                <a:extLst>
                  <a:ext uri="{FF2B5EF4-FFF2-40B4-BE49-F238E27FC236}">
                    <a16:creationId xmlns:a16="http://schemas.microsoft.com/office/drawing/2014/main" id="{E4337857-B895-70BD-62F8-229017093B11}"/>
                  </a:ext>
                </a:extLst>
              </p:cNvPr>
              <p:cNvSpPr/>
              <p:nvPr/>
            </p:nvSpPr>
            <p:spPr>
              <a:xfrm>
                <a:off x="7775660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8" name="pg163">
                <a:extLst>
                  <a:ext uri="{FF2B5EF4-FFF2-40B4-BE49-F238E27FC236}">
                    <a16:creationId xmlns:a16="http://schemas.microsoft.com/office/drawing/2014/main" id="{C3DCFE52-A2F3-3EF7-3450-82F4BEF5F505}"/>
                  </a:ext>
                </a:extLst>
              </p:cNvPr>
              <p:cNvSpPr/>
              <p:nvPr/>
            </p:nvSpPr>
            <p:spPr>
              <a:xfrm>
                <a:off x="780672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9" name="pg164">
                <a:extLst>
                  <a:ext uri="{FF2B5EF4-FFF2-40B4-BE49-F238E27FC236}">
                    <a16:creationId xmlns:a16="http://schemas.microsoft.com/office/drawing/2014/main" id="{1C8C82DF-0FAF-3A7E-1C61-16646121235F}"/>
                  </a:ext>
                </a:extLst>
              </p:cNvPr>
              <p:cNvSpPr/>
              <p:nvPr/>
            </p:nvSpPr>
            <p:spPr>
              <a:xfrm>
                <a:off x="783778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0" name="pg165">
                <a:extLst>
                  <a:ext uri="{FF2B5EF4-FFF2-40B4-BE49-F238E27FC236}">
                    <a16:creationId xmlns:a16="http://schemas.microsoft.com/office/drawing/2014/main" id="{706B89EB-F8E1-2455-41B5-2E8CEDB62473}"/>
                  </a:ext>
                </a:extLst>
              </p:cNvPr>
              <p:cNvSpPr/>
              <p:nvPr/>
            </p:nvSpPr>
            <p:spPr>
              <a:xfrm>
                <a:off x="786884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1" name="pg166">
                <a:extLst>
                  <a:ext uri="{FF2B5EF4-FFF2-40B4-BE49-F238E27FC236}">
                    <a16:creationId xmlns:a16="http://schemas.microsoft.com/office/drawing/2014/main" id="{8D38AD64-4215-D337-F89F-C4741CA1F098}"/>
                  </a:ext>
                </a:extLst>
              </p:cNvPr>
              <p:cNvSpPr/>
              <p:nvPr/>
            </p:nvSpPr>
            <p:spPr>
              <a:xfrm>
                <a:off x="7899912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2" name="pg167">
                <a:extLst>
                  <a:ext uri="{FF2B5EF4-FFF2-40B4-BE49-F238E27FC236}">
                    <a16:creationId xmlns:a16="http://schemas.microsoft.com/office/drawing/2014/main" id="{40F08391-E8EE-1EB6-9E89-CDBF03AD015D}"/>
                  </a:ext>
                </a:extLst>
              </p:cNvPr>
              <p:cNvSpPr/>
              <p:nvPr/>
            </p:nvSpPr>
            <p:spPr>
              <a:xfrm>
                <a:off x="793097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3" name="pg168">
                <a:extLst>
                  <a:ext uri="{FF2B5EF4-FFF2-40B4-BE49-F238E27FC236}">
                    <a16:creationId xmlns:a16="http://schemas.microsoft.com/office/drawing/2014/main" id="{C0AEB58F-E6C4-51A9-38B7-002F3F747FE9}"/>
                  </a:ext>
                </a:extLst>
              </p:cNvPr>
              <p:cNvSpPr/>
              <p:nvPr/>
            </p:nvSpPr>
            <p:spPr>
              <a:xfrm>
                <a:off x="715440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4" name="pg169">
                <a:extLst>
                  <a:ext uri="{FF2B5EF4-FFF2-40B4-BE49-F238E27FC236}">
                    <a16:creationId xmlns:a16="http://schemas.microsoft.com/office/drawing/2014/main" id="{A9C90263-A86B-1477-C037-9C4E083645DB}"/>
                  </a:ext>
                </a:extLst>
              </p:cNvPr>
              <p:cNvSpPr/>
              <p:nvPr/>
            </p:nvSpPr>
            <p:spPr>
              <a:xfrm>
                <a:off x="718546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5" name="pg170">
                <a:extLst>
                  <a:ext uri="{FF2B5EF4-FFF2-40B4-BE49-F238E27FC236}">
                    <a16:creationId xmlns:a16="http://schemas.microsoft.com/office/drawing/2014/main" id="{23B38253-A441-1812-B601-2D8AE196F5B7}"/>
                  </a:ext>
                </a:extLst>
              </p:cNvPr>
              <p:cNvSpPr/>
              <p:nvPr/>
            </p:nvSpPr>
            <p:spPr>
              <a:xfrm>
                <a:off x="7247590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6" name="pg171">
                <a:extLst>
                  <a:ext uri="{FF2B5EF4-FFF2-40B4-BE49-F238E27FC236}">
                    <a16:creationId xmlns:a16="http://schemas.microsoft.com/office/drawing/2014/main" id="{7A68FB91-E24D-B17F-0A1F-DA606E93F17C}"/>
                  </a:ext>
                </a:extLst>
              </p:cNvPr>
              <p:cNvSpPr/>
              <p:nvPr/>
            </p:nvSpPr>
            <p:spPr>
              <a:xfrm>
                <a:off x="727865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7" name="pg172">
                <a:extLst>
                  <a:ext uri="{FF2B5EF4-FFF2-40B4-BE49-F238E27FC236}">
                    <a16:creationId xmlns:a16="http://schemas.microsoft.com/office/drawing/2014/main" id="{E40FE364-8E2C-C92D-4C2C-147FB42A2DC3}"/>
                  </a:ext>
                </a:extLst>
              </p:cNvPr>
              <p:cNvSpPr/>
              <p:nvPr/>
            </p:nvSpPr>
            <p:spPr>
              <a:xfrm>
                <a:off x="7309716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8" name="pg173">
                <a:extLst>
                  <a:ext uri="{FF2B5EF4-FFF2-40B4-BE49-F238E27FC236}">
                    <a16:creationId xmlns:a16="http://schemas.microsoft.com/office/drawing/2014/main" id="{E2AAF514-2516-329A-D450-7EBE6AD035FD}"/>
                  </a:ext>
                </a:extLst>
              </p:cNvPr>
              <p:cNvSpPr/>
              <p:nvPr/>
            </p:nvSpPr>
            <p:spPr>
              <a:xfrm>
                <a:off x="734077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9" name="pg174">
                <a:extLst>
                  <a:ext uri="{FF2B5EF4-FFF2-40B4-BE49-F238E27FC236}">
                    <a16:creationId xmlns:a16="http://schemas.microsoft.com/office/drawing/2014/main" id="{01F1EF51-2872-8221-CC54-B5ADF28257D1}"/>
                  </a:ext>
                </a:extLst>
              </p:cNvPr>
              <p:cNvSpPr/>
              <p:nvPr/>
            </p:nvSpPr>
            <p:spPr>
              <a:xfrm>
                <a:off x="737184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0" name="pg175">
                <a:extLst>
                  <a:ext uri="{FF2B5EF4-FFF2-40B4-BE49-F238E27FC236}">
                    <a16:creationId xmlns:a16="http://schemas.microsoft.com/office/drawing/2014/main" id="{6E31333E-59A7-1188-0744-1894B3E23D8F}"/>
                  </a:ext>
                </a:extLst>
              </p:cNvPr>
              <p:cNvSpPr/>
              <p:nvPr/>
            </p:nvSpPr>
            <p:spPr>
              <a:xfrm>
                <a:off x="740290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1" name="pg176">
                <a:extLst>
                  <a:ext uri="{FF2B5EF4-FFF2-40B4-BE49-F238E27FC236}">
                    <a16:creationId xmlns:a16="http://schemas.microsoft.com/office/drawing/2014/main" id="{02C64E6F-0A41-4B9C-19F3-1997C06898C9}"/>
                  </a:ext>
                </a:extLst>
              </p:cNvPr>
              <p:cNvSpPr/>
              <p:nvPr/>
            </p:nvSpPr>
            <p:spPr>
              <a:xfrm>
                <a:off x="7433968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2" name="pg177">
                <a:extLst>
                  <a:ext uri="{FF2B5EF4-FFF2-40B4-BE49-F238E27FC236}">
                    <a16:creationId xmlns:a16="http://schemas.microsoft.com/office/drawing/2014/main" id="{C82CC22E-328C-ED8C-0212-474C8DE0CD6C}"/>
                  </a:ext>
                </a:extLst>
              </p:cNvPr>
              <p:cNvSpPr/>
              <p:nvPr/>
            </p:nvSpPr>
            <p:spPr>
              <a:xfrm>
                <a:off x="7465031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3" name="pg178">
                <a:extLst>
                  <a:ext uri="{FF2B5EF4-FFF2-40B4-BE49-F238E27FC236}">
                    <a16:creationId xmlns:a16="http://schemas.microsoft.com/office/drawing/2014/main" id="{8DBE2ECE-8737-E91E-A68F-3B8E67C1ADC8}"/>
                  </a:ext>
                </a:extLst>
              </p:cNvPr>
              <p:cNvSpPr/>
              <p:nvPr/>
            </p:nvSpPr>
            <p:spPr>
              <a:xfrm>
                <a:off x="755821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4" name="pg179">
                <a:extLst>
                  <a:ext uri="{FF2B5EF4-FFF2-40B4-BE49-F238E27FC236}">
                    <a16:creationId xmlns:a16="http://schemas.microsoft.com/office/drawing/2014/main" id="{5ACBB4AC-CB6E-FD2E-DB53-60DA16370431}"/>
                  </a:ext>
                </a:extLst>
              </p:cNvPr>
              <p:cNvSpPr/>
              <p:nvPr/>
            </p:nvSpPr>
            <p:spPr>
              <a:xfrm>
                <a:off x="758928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5" name="pg180">
                <a:extLst>
                  <a:ext uri="{FF2B5EF4-FFF2-40B4-BE49-F238E27FC236}">
                    <a16:creationId xmlns:a16="http://schemas.microsoft.com/office/drawing/2014/main" id="{F6E9A1FB-55A5-476E-82E0-90883990AA85}"/>
                  </a:ext>
                </a:extLst>
              </p:cNvPr>
              <p:cNvSpPr/>
              <p:nvPr/>
            </p:nvSpPr>
            <p:spPr>
              <a:xfrm>
                <a:off x="762034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6" name="pg181">
                <a:extLst>
                  <a:ext uri="{FF2B5EF4-FFF2-40B4-BE49-F238E27FC236}">
                    <a16:creationId xmlns:a16="http://schemas.microsoft.com/office/drawing/2014/main" id="{4FDF70CB-BD3D-9838-BA4A-0A91203B09D0}"/>
                  </a:ext>
                </a:extLst>
              </p:cNvPr>
              <p:cNvSpPr/>
              <p:nvPr/>
            </p:nvSpPr>
            <p:spPr>
              <a:xfrm>
                <a:off x="7651408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7" name="pg182">
                <a:extLst>
                  <a:ext uri="{FF2B5EF4-FFF2-40B4-BE49-F238E27FC236}">
                    <a16:creationId xmlns:a16="http://schemas.microsoft.com/office/drawing/2014/main" id="{C35C2565-229E-1B9E-E9AB-7D7EEEBC28FB}"/>
                  </a:ext>
                </a:extLst>
              </p:cNvPr>
              <p:cNvSpPr/>
              <p:nvPr/>
            </p:nvSpPr>
            <p:spPr>
              <a:xfrm>
                <a:off x="7682471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8" name="pg183">
                <a:extLst>
                  <a:ext uri="{FF2B5EF4-FFF2-40B4-BE49-F238E27FC236}">
                    <a16:creationId xmlns:a16="http://schemas.microsoft.com/office/drawing/2014/main" id="{8DD5EEC5-7FC1-F5FC-A6AE-184D4C526246}"/>
                  </a:ext>
                </a:extLst>
              </p:cNvPr>
              <p:cNvSpPr/>
              <p:nvPr/>
            </p:nvSpPr>
            <p:spPr>
              <a:xfrm>
                <a:off x="7713534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9" name="pg184">
                <a:extLst>
                  <a:ext uri="{FF2B5EF4-FFF2-40B4-BE49-F238E27FC236}">
                    <a16:creationId xmlns:a16="http://schemas.microsoft.com/office/drawing/2014/main" id="{20F7D457-59A3-220E-CC40-B55F69941EEA}"/>
                  </a:ext>
                </a:extLst>
              </p:cNvPr>
              <p:cNvSpPr/>
              <p:nvPr/>
            </p:nvSpPr>
            <p:spPr>
              <a:xfrm>
                <a:off x="7744597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0" name="pg185">
                <a:extLst>
                  <a:ext uri="{FF2B5EF4-FFF2-40B4-BE49-F238E27FC236}">
                    <a16:creationId xmlns:a16="http://schemas.microsoft.com/office/drawing/2014/main" id="{A83C06C9-71E5-8688-55E1-391A9C15D5D6}"/>
                  </a:ext>
                </a:extLst>
              </p:cNvPr>
              <p:cNvSpPr/>
              <p:nvPr/>
            </p:nvSpPr>
            <p:spPr>
              <a:xfrm>
                <a:off x="7775660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1" name="pg186">
                <a:extLst>
                  <a:ext uri="{FF2B5EF4-FFF2-40B4-BE49-F238E27FC236}">
                    <a16:creationId xmlns:a16="http://schemas.microsoft.com/office/drawing/2014/main" id="{50E765A7-95E8-BF2D-F469-7F7CC013B88F}"/>
                  </a:ext>
                </a:extLst>
              </p:cNvPr>
              <p:cNvSpPr/>
              <p:nvPr/>
            </p:nvSpPr>
            <p:spPr>
              <a:xfrm>
                <a:off x="780672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1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2" name="pg187">
                <a:extLst>
                  <a:ext uri="{FF2B5EF4-FFF2-40B4-BE49-F238E27FC236}">
                    <a16:creationId xmlns:a16="http://schemas.microsoft.com/office/drawing/2014/main" id="{B3897CDF-8FB2-DFF2-7E4B-2CB17AFADA8A}"/>
                  </a:ext>
                </a:extLst>
              </p:cNvPr>
              <p:cNvSpPr/>
              <p:nvPr/>
            </p:nvSpPr>
            <p:spPr>
              <a:xfrm>
                <a:off x="7837786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3" name="pg188">
                <a:extLst>
                  <a:ext uri="{FF2B5EF4-FFF2-40B4-BE49-F238E27FC236}">
                    <a16:creationId xmlns:a16="http://schemas.microsoft.com/office/drawing/2014/main" id="{6A6927E0-1585-9E7C-F48C-1163B4640EA1}"/>
                  </a:ext>
                </a:extLst>
              </p:cNvPr>
              <p:cNvSpPr/>
              <p:nvPr/>
            </p:nvSpPr>
            <p:spPr>
              <a:xfrm>
                <a:off x="786884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4" name="pg189">
                <a:extLst>
                  <a:ext uri="{FF2B5EF4-FFF2-40B4-BE49-F238E27FC236}">
                    <a16:creationId xmlns:a16="http://schemas.microsoft.com/office/drawing/2014/main" id="{E80AAC73-DA55-56AC-5E1A-21DDB04B506B}"/>
                  </a:ext>
                </a:extLst>
              </p:cNvPr>
              <p:cNvSpPr/>
              <p:nvPr/>
            </p:nvSpPr>
            <p:spPr>
              <a:xfrm>
                <a:off x="789991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5" name="pg190">
                <a:extLst>
                  <a:ext uri="{FF2B5EF4-FFF2-40B4-BE49-F238E27FC236}">
                    <a16:creationId xmlns:a16="http://schemas.microsoft.com/office/drawing/2014/main" id="{A263521E-BB4C-8664-C3EA-FC20809C179B}"/>
                  </a:ext>
                </a:extLst>
              </p:cNvPr>
              <p:cNvSpPr/>
              <p:nvPr/>
            </p:nvSpPr>
            <p:spPr>
              <a:xfrm>
                <a:off x="712333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6" name="pg191">
                <a:extLst>
                  <a:ext uri="{FF2B5EF4-FFF2-40B4-BE49-F238E27FC236}">
                    <a16:creationId xmlns:a16="http://schemas.microsoft.com/office/drawing/2014/main" id="{39E2C68A-8739-2F16-4716-3DA1536A4C52}"/>
                  </a:ext>
                </a:extLst>
              </p:cNvPr>
              <p:cNvSpPr/>
              <p:nvPr/>
            </p:nvSpPr>
            <p:spPr>
              <a:xfrm>
                <a:off x="7154402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7" name="pg192">
                <a:extLst>
                  <a:ext uri="{FF2B5EF4-FFF2-40B4-BE49-F238E27FC236}">
                    <a16:creationId xmlns:a16="http://schemas.microsoft.com/office/drawing/2014/main" id="{CC920685-D690-BF38-0273-F8501316F870}"/>
                  </a:ext>
                </a:extLst>
              </p:cNvPr>
              <p:cNvSpPr/>
              <p:nvPr/>
            </p:nvSpPr>
            <p:spPr>
              <a:xfrm>
                <a:off x="718546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8" name="pg193">
                <a:extLst>
                  <a:ext uri="{FF2B5EF4-FFF2-40B4-BE49-F238E27FC236}">
                    <a16:creationId xmlns:a16="http://schemas.microsoft.com/office/drawing/2014/main" id="{BA7AFACF-2051-64EE-5A1A-590853DA73B4}"/>
                  </a:ext>
                </a:extLst>
              </p:cNvPr>
              <p:cNvSpPr/>
              <p:nvPr/>
            </p:nvSpPr>
            <p:spPr>
              <a:xfrm>
                <a:off x="7216527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9" name="pg194">
                <a:extLst>
                  <a:ext uri="{FF2B5EF4-FFF2-40B4-BE49-F238E27FC236}">
                    <a16:creationId xmlns:a16="http://schemas.microsoft.com/office/drawing/2014/main" id="{B9F792D8-A167-3895-65DE-6F6CD53E0241}"/>
                  </a:ext>
                </a:extLst>
              </p:cNvPr>
              <p:cNvSpPr/>
              <p:nvPr/>
            </p:nvSpPr>
            <p:spPr>
              <a:xfrm>
                <a:off x="7247590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0" name="pg195">
                <a:extLst>
                  <a:ext uri="{FF2B5EF4-FFF2-40B4-BE49-F238E27FC236}">
                    <a16:creationId xmlns:a16="http://schemas.microsoft.com/office/drawing/2014/main" id="{0A4F0319-1D57-F9B6-80E9-922E1C4D57DF}"/>
                  </a:ext>
                </a:extLst>
              </p:cNvPr>
              <p:cNvSpPr/>
              <p:nvPr/>
            </p:nvSpPr>
            <p:spPr>
              <a:xfrm>
                <a:off x="727865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1" name="pg196">
                <a:extLst>
                  <a:ext uri="{FF2B5EF4-FFF2-40B4-BE49-F238E27FC236}">
                    <a16:creationId xmlns:a16="http://schemas.microsoft.com/office/drawing/2014/main" id="{FD3206D2-86E4-C8D8-9596-CA0410BBA6A1}"/>
                  </a:ext>
                </a:extLst>
              </p:cNvPr>
              <p:cNvSpPr/>
              <p:nvPr/>
            </p:nvSpPr>
            <p:spPr>
              <a:xfrm>
                <a:off x="7309716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2" name="pg197">
                <a:extLst>
                  <a:ext uri="{FF2B5EF4-FFF2-40B4-BE49-F238E27FC236}">
                    <a16:creationId xmlns:a16="http://schemas.microsoft.com/office/drawing/2014/main" id="{CC7CEEE1-11CF-BDD1-8B98-178EF18318DA}"/>
                  </a:ext>
                </a:extLst>
              </p:cNvPr>
              <p:cNvSpPr/>
              <p:nvPr/>
            </p:nvSpPr>
            <p:spPr>
              <a:xfrm>
                <a:off x="7340779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3" name="pg198">
                <a:extLst>
                  <a:ext uri="{FF2B5EF4-FFF2-40B4-BE49-F238E27FC236}">
                    <a16:creationId xmlns:a16="http://schemas.microsoft.com/office/drawing/2014/main" id="{5E19760F-D60A-2C24-6136-0D3340E665BD}"/>
                  </a:ext>
                </a:extLst>
              </p:cNvPr>
              <p:cNvSpPr/>
              <p:nvPr/>
            </p:nvSpPr>
            <p:spPr>
              <a:xfrm>
                <a:off x="7371842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4" name="pg199">
                <a:extLst>
                  <a:ext uri="{FF2B5EF4-FFF2-40B4-BE49-F238E27FC236}">
                    <a16:creationId xmlns:a16="http://schemas.microsoft.com/office/drawing/2014/main" id="{DF40C482-E2A6-B603-F5E6-1BFA333AE601}"/>
                  </a:ext>
                </a:extLst>
              </p:cNvPr>
              <p:cNvSpPr/>
              <p:nvPr/>
            </p:nvSpPr>
            <p:spPr>
              <a:xfrm>
                <a:off x="740290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5" name="pg200">
                <a:extLst>
                  <a:ext uri="{FF2B5EF4-FFF2-40B4-BE49-F238E27FC236}">
                    <a16:creationId xmlns:a16="http://schemas.microsoft.com/office/drawing/2014/main" id="{932DF1D5-C930-D96E-0E06-5F4F38BBD5F1}"/>
                  </a:ext>
                </a:extLst>
              </p:cNvPr>
              <p:cNvSpPr/>
              <p:nvPr/>
            </p:nvSpPr>
            <p:spPr>
              <a:xfrm>
                <a:off x="743396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6" name="pg201">
                <a:extLst>
                  <a:ext uri="{FF2B5EF4-FFF2-40B4-BE49-F238E27FC236}">
                    <a16:creationId xmlns:a16="http://schemas.microsoft.com/office/drawing/2014/main" id="{670AE7E9-DD8F-4CED-62D9-AE3E410321EA}"/>
                  </a:ext>
                </a:extLst>
              </p:cNvPr>
              <p:cNvSpPr/>
              <p:nvPr/>
            </p:nvSpPr>
            <p:spPr>
              <a:xfrm>
                <a:off x="7465031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7" name="pg202">
                <a:extLst>
                  <a:ext uri="{FF2B5EF4-FFF2-40B4-BE49-F238E27FC236}">
                    <a16:creationId xmlns:a16="http://schemas.microsoft.com/office/drawing/2014/main" id="{D691C042-21F1-21A2-8F2F-AAE8FB8ABF55}"/>
                  </a:ext>
                </a:extLst>
              </p:cNvPr>
              <p:cNvSpPr/>
              <p:nvPr/>
            </p:nvSpPr>
            <p:spPr>
              <a:xfrm>
                <a:off x="758928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8" name="pg203">
                <a:extLst>
                  <a:ext uri="{FF2B5EF4-FFF2-40B4-BE49-F238E27FC236}">
                    <a16:creationId xmlns:a16="http://schemas.microsoft.com/office/drawing/2014/main" id="{A6AAAD5E-80BE-DB61-DA8F-BE00ACFAC36F}"/>
                  </a:ext>
                </a:extLst>
              </p:cNvPr>
              <p:cNvSpPr/>
              <p:nvPr/>
            </p:nvSpPr>
            <p:spPr>
              <a:xfrm>
                <a:off x="762034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9" name="pg204">
                <a:extLst>
                  <a:ext uri="{FF2B5EF4-FFF2-40B4-BE49-F238E27FC236}">
                    <a16:creationId xmlns:a16="http://schemas.microsoft.com/office/drawing/2014/main" id="{010AFB3D-5E52-C2CA-B9D5-482055E984AA}"/>
                  </a:ext>
                </a:extLst>
              </p:cNvPr>
              <p:cNvSpPr/>
              <p:nvPr/>
            </p:nvSpPr>
            <p:spPr>
              <a:xfrm>
                <a:off x="765140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0" name="pg205">
                <a:extLst>
                  <a:ext uri="{FF2B5EF4-FFF2-40B4-BE49-F238E27FC236}">
                    <a16:creationId xmlns:a16="http://schemas.microsoft.com/office/drawing/2014/main" id="{F474A03A-1CEC-4A60-0E12-90C9C823EC30}"/>
                  </a:ext>
                </a:extLst>
              </p:cNvPr>
              <p:cNvSpPr/>
              <p:nvPr/>
            </p:nvSpPr>
            <p:spPr>
              <a:xfrm>
                <a:off x="7682471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1" name="pg206">
                <a:extLst>
                  <a:ext uri="{FF2B5EF4-FFF2-40B4-BE49-F238E27FC236}">
                    <a16:creationId xmlns:a16="http://schemas.microsoft.com/office/drawing/2014/main" id="{70577DBD-4A92-1F4B-BE4B-E783A4684478}"/>
                  </a:ext>
                </a:extLst>
              </p:cNvPr>
              <p:cNvSpPr/>
              <p:nvPr/>
            </p:nvSpPr>
            <p:spPr>
              <a:xfrm>
                <a:off x="7713534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2" name="pg207">
                <a:extLst>
                  <a:ext uri="{FF2B5EF4-FFF2-40B4-BE49-F238E27FC236}">
                    <a16:creationId xmlns:a16="http://schemas.microsoft.com/office/drawing/2014/main" id="{5B9425F7-A373-7C8B-0953-0C4ECDCD21E3}"/>
                  </a:ext>
                </a:extLst>
              </p:cNvPr>
              <p:cNvSpPr/>
              <p:nvPr/>
            </p:nvSpPr>
            <p:spPr>
              <a:xfrm>
                <a:off x="7744597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3" name="pg208">
                <a:extLst>
                  <a:ext uri="{FF2B5EF4-FFF2-40B4-BE49-F238E27FC236}">
                    <a16:creationId xmlns:a16="http://schemas.microsoft.com/office/drawing/2014/main" id="{803646C6-F5FA-4FC6-EBB4-2FBB27D2149E}"/>
                  </a:ext>
                </a:extLst>
              </p:cNvPr>
              <p:cNvSpPr/>
              <p:nvPr/>
            </p:nvSpPr>
            <p:spPr>
              <a:xfrm>
                <a:off x="7775660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4" name="pg209">
                <a:extLst>
                  <a:ext uri="{FF2B5EF4-FFF2-40B4-BE49-F238E27FC236}">
                    <a16:creationId xmlns:a16="http://schemas.microsoft.com/office/drawing/2014/main" id="{E18649BB-13AA-21AC-D23D-950D1627312D}"/>
                  </a:ext>
                </a:extLst>
              </p:cNvPr>
              <p:cNvSpPr/>
              <p:nvPr/>
            </p:nvSpPr>
            <p:spPr>
              <a:xfrm>
                <a:off x="780672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5" name="pg210">
                <a:extLst>
                  <a:ext uri="{FF2B5EF4-FFF2-40B4-BE49-F238E27FC236}">
                    <a16:creationId xmlns:a16="http://schemas.microsoft.com/office/drawing/2014/main" id="{D34D716E-EF2C-840D-FF16-645F129D436C}"/>
                  </a:ext>
                </a:extLst>
              </p:cNvPr>
              <p:cNvSpPr/>
              <p:nvPr/>
            </p:nvSpPr>
            <p:spPr>
              <a:xfrm>
                <a:off x="7837786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6" name="pg211">
                <a:extLst>
                  <a:ext uri="{FF2B5EF4-FFF2-40B4-BE49-F238E27FC236}">
                    <a16:creationId xmlns:a16="http://schemas.microsoft.com/office/drawing/2014/main" id="{50598534-25AF-200F-8EBE-FEB0A4267FEC}"/>
                  </a:ext>
                </a:extLst>
              </p:cNvPr>
              <p:cNvSpPr/>
              <p:nvPr/>
            </p:nvSpPr>
            <p:spPr>
              <a:xfrm>
                <a:off x="7868849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7" name="pg212">
                <a:extLst>
                  <a:ext uri="{FF2B5EF4-FFF2-40B4-BE49-F238E27FC236}">
                    <a16:creationId xmlns:a16="http://schemas.microsoft.com/office/drawing/2014/main" id="{FC30B457-9623-07D3-7939-E8560AEDDC36}"/>
                  </a:ext>
                </a:extLst>
              </p:cNvPr>
              <p:cNvSpPr/>
              <p:nvPr/>
            </p:nvSpPr>
            <p:spPr>
              <a:xfrm>
                <a:off x="709227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8" name="pg213">
                <a:extLst>
                  <a:ext uri="{FF2B5EF4-FFF2-40B4-BE49-F238E27FC236}">
                    <a16:creationId xmlns:a16="http://schemas.microsoft.com/office/drawing/2014/main" id="{0391873E-9C37-BF09-88F5-7814CAC52821}"/>
                  </a:ext>
                </a:extLst>
              </p:cNvPr>
              <p:cNvSpPr/>
              <p:nvPr/>
            </p:nvSpPr>
            <p:spPr>
              <a:xfrm>
                <a:off x="712333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9" name="pg214">
                <a:extLst>
                  <a:ext uri="{FF2B5EF4-FFF2-40B4-BE49-F238E27FC236}">
                    <a16:creationId xmlns:a16="http://schemas.microsoft.com/office/drawing/2014/main" id="{FC055B4B-B614-889C-18A6-D951B2A546F4}"/>
                  </a:ext>
                </a:extLst>
              </p:cNvPr>
              <p:cNvSpPr/>
              <p:nvPr/>
            </p:nvSpPr>
            <p:spPr>
              <a:xfrm>
                <a:off x="7154402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0" name="pg215">
                <a:extLst>
                  <a:ext uri="{FF2B5EF4-FFF2-40B4-BE49-F238E27FC236}">
                    <a16:creationId xmlns:a16="http://schemas.microsoft.com/office/drawing/2014/main" id="{C4C78672-08C3-6765-50B4-936A9407127C}"/>
                  </a:ext>
                </a:extLst>
              </p:cNvPr>
              <p:cNvSpPr/>
              <p:nvPr/>
            </p:nvSpPr>
            <p:spPr>
              <a:xfrm>
                <a:off x="718546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1" name="pg216">
                <a:extLst>
                  <a:ext uri="{FF2B5EF4-FFF2-40B4-BE49-F238E27FC236}">
                    <a16:creationId xmlns:a16="http://schemas.microsoft.com/office/drawing/2014/main" id="{87FEEFA9-13F7-E3CC-7317-395EDFBD455B}"/>
                  </a:ext>
                </a:extLst>
              </p:cNvPr>
              <p:cNvSpPr/>
              <p:nvPr/>
            </p:nvSpPr>
            <p:spPr>
              <a:xfrm>
                <a:off x="7216527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2" name="pg217">
                <a:extLst>
                  <a:ext uri="{FF2B5EF4-FFF2-40B4-BE49-F238E27FC236}">
                    <a16:creationId xmlns:a16="http://schemas.microsoft.com/office/drawing/2014/main" id="{D2EA2598-127F-2E2B-699C-C497865422F0}"/>
                  </a:ext>
                </a:extLst>
              </p:cNvPr>
              <p:cNvSpPr/>
              <p:nvPr/>
            </p:nvSpPr>
            <p:spPr>
              <a:xfrm>
                <a:off x="7247590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3" name="pg218">
                <a:extLst>
                  <a:ext uri="{FF2B5EF4-FFF2-40B4-BE49-F238E27FC236}">
                    <a16:creationId xmlns:a16="http://schemas.microsoft.com/office/drawing/2014/main" id="{167D2B07-C3B6-66FE-7215-D6786FD9D8FD}"/>
                  </a:ext>
                </a:extLst>
              </p:cNvPr>
              <p:cNvSpPr/>
              <p:nvPr/>
            </p:nvSpPr>
            <p:spPr>
              <a:xfrm>
                <a:off x="727865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4" name="pg219">
                <a:extLst>
                  <a:ext uri="{FF2B5EF4-FFF2-40B4-BE49-F238E27FC236}">
                    <a16:creationId xmlns:a16="http://schemas.microsoft.com/office/drawing/2014/main" id="{93B09B64-54A6-63EF-E770-D53099B26A12}"/>
                  </a:ext>
                </a:extLst>
              </p:cNvPr>
              <p:cNvSpPr/>
              <p:nvPr/>
            </p:nvSpPr>
            <p:spPr>
              <a:xfrm>
                <a:off x="730971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5" name="pg220">
                <a:extLst>
                  <a:ext uri="{FF2B5EF4-FFF2-40B4-BE49-F238E27FC236}">
                    <a16:creationId xmlns:a16="http://schemas.microsoft.com/office/drawing/2014/main" id="{BACC4710-7FE8-AAA2-72C0-0A207008171F}"/>
                  </a:ext>
                </a:extLst>
              </p:cNvPr>
              <p:cNvSpPr/>
              <p:nvPr/>
            </p:nvSpPr>
            <p:spPr>
              <a:xfrm>
                <a:off x="7340779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6" name="pg221">
                <a:extLst>
                  <a:ext uri="{FF2B5EF4-FFF2-40B4-BE49-F238E27FC236}">
                    <a16:creationId xmlns:a16="http://schemas.microsoft.com/office/drawing/2014/main" id="{BDE92699-B71C-6E38-FD66-3919F246C7FD}"/>
                  </a:ext>
                </a:extLst>
              </p:cNvPr>
              <p:cNvSpPr/>
              <p:nvPr/>
            </p:nvSpPr>
            <p:spPr>
              <a:xfrm>
                <a:off x="7371842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7" name="pg222">
                <a:extLst>
                  <a:ext uri="{FF2B5EF4-FFF2-40B4-BE49-F238E27FC236}">
                    <a16:creationId xmlns:a16="http://schemas.microsoft.com/office/drawing/2014/main" id="{1DD3E8A6-CA87-5C74-4E25-D407C8C0C60A}"/>
                  </a:ext>
                </a:extLst>
              </p:cNvPr>
              <p:cNvSpPr/>
              <p:nvPr/>
            </p:nvSpPr>
            <p:spPr>
              <a:xfrm>
                <a:off x="740290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8" name="pg223">
                <a:extLst>
                  <a:ext uri="{FF2B5EF4-FFF2-40B4-BE49-F238E27FC236}">
                    <a16:creationId xmlns:a16="http://schemas.microsoft.com/office/drawing/2014/main" id="{3D321203-18DA-25AD-AFD3-765C52FF362B}"/>
                  </a:ext>
                </a:extLst>
              </p:cNvPr>
              <p:cNvSpPr/>
              <p:nvPr/>
            </p:nvSpPr>
            <p:spPr>
              <a:xfrm>
                <a:off x="743396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9" name="pg224">
                <a:extLst>
                  <a:ext uri="{FF2B5EF4-FFF2-40B4-BE49-F238E27FC236}">
                    <a16:creationId xmlns:a16="http://schemas.microsoft.com/office/drawing/2014/main" id="{51988C61-A919-C5AB-7D39-6EF2A1546A6E}"/>
                  </a:ext>
                </a:extLst>
              </p:cNvPr>
              <p:cNvSpPr/>
              <p:nvPr/>
            </p:nvSpPr>
            <p:spPr>
              <a:xfrm>
                <a:off x="7465031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0" name="pg225">
                <a:extLst>
                  <a:ext uri="{FF2B5EF4-FFF2-40B4-BE49-F238E27FC236}">
                    <a16:creationId xmlns:a16="http://schemas.microsoft.com/office/drawing/2014/main" id="{9D3FAFE7-B489-B74B-2B30-A71377EDFE49}"/>
                  </a:ext>
                </a:extLst>
              </p:cNvPr>
              <p:cNvSpPr/>
              <p:nvPr/>
            </p:nvSpPr>
            <p:spPr>
              <a:xfrm>
                <a:off x="758928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1" name="pg226">
                <a:extLst>
                  <a:ext uri="{FF2B5EF4-FFF2-40B4-BE49-F238E27FC236}">
                    <a16:creationId xmlns:a16="http://schemas.microsoft.com/office/drawing/2014/main" id="{A279F8D6-F918-BE4D-BF6A-E499659A9838}"/>
                  </a:ext>
                </a:extLst>
              </p:cNvPr>
              <p:cNvSpPr/>
              <p:nvPr/>
            </p:nvSpPr>
            <p:spPr>
              <a:xfrm>
                <a:off x="762034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2" name="pg227">
                <a:extLst>
                  <a:ext uri="{FF2B5EF4-FFF2-40B4-BE49-F238E27FC236}">
                    <a16:creationId xmlns:a16="http://schemas.microsoft.com/office/drawing/2014/main" id="{583ECA64-0BD8-1678-201C-ADC6C545F3D9}"/>
                  </a:ext>
                </a:extLst>
              </p:cNvPr>
              <p:cNvSpPr/>
              <p:nvPr/>
            </p:nvSpPr>
            <p:spPr>
              <a:xfrm>
                <a:off x="765140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3" name="pg228">
                <a:extLst>
                  <a:ext uri="{FF2B5EF4-FFF2-40B4-BE49-F238E27FC236}">
                    <a16:creationId xmlns:a16="http://schemas.microsoft.com/office/drawing/2014/main" id="{45BB7E0C-E6B6-9BDE-9FFB-AD941BCA7C15}"/>
                  </a:ext>
                </a:extLst>
              </p:cNvPr>
              <p:cNvSpPr/>
              <p:nvPr/>
            </p:nvSpPr>
            <p:spPr>
              <a:xfrm>
                <a:off x="7682471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4" name="pg229">
                <a:extLst>
                  <a:ext uri="{FF2B5EF4-FFF2-40B4-BE49-F238E27FC236}">
                    <a16:creationId xmlns:a16="http://schemas.microsoft.com/office/drawing/2014/main" id="{F692A2CF-334D-739A-BD81-8668E8F17BC1}"/>
                  </a:ext>
                </a:extLst>
              </p:cNvPr>
              <p:cNvSpPr/>
              <p:nvPr/>
            </p:nvSpPr>
            <p:spPr>
              <a:xfrm>
                <a:off x="7713534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5" name="pg230">
                <a:extLst>
                  <a:ext uri="{FF2B5EF4-FFF2-40B4-BE49-F238E27FC236}">
                    <a16:creationId xmlns:a16="http://schemas.microsoft.com/office/drawing/2014/main" id="{535B884A-2155-8D78-D2F5-5B0140A4F9EB}"/>
                  </a:ext>
                </a:extLst>
              </p:cNvPr>
              <p:cNvSpPr/>
              <p:nvPr/>
            </p:nvSpPr>
            <p:spPr>
              <a:xfrm>
                <a:off x="7744597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6" name="pg231">
                <a:extLst>
                  <a:ext uri="{FF2B5EF4-FFF2-40B4-BE49-F238E27FC236}">
                    <a16:creationId xmlns:a16="http://schemas.microsoft.com/office/drawing/2014/main" id="{F52046C9-998F-961C-7154-B73C3D9E573F}"/>
                  </a:ext>
                </a:extLst>
              </p:cNvPr>
              <p:cNvSpPr/>
              <p:nvPr/>
            </p:nvSpPr>
            <p:spPr>
              <a:xfrm>
                <a:off x="7775660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7" name="pg232">
                <a:extLst>
                  <a:ext uri="{FF2B5EF4-FFF2-40B4-BE49-F238E27FC236}">
                    <a16:creationId xmlns:a16="http://schemas.microsoft.com/office/drawing/2014/main" id="{FEA54BC6-63EA-5729-3EE1-D5FC6D9BB166}"/>
                  </a:ext>
                </a:extLst>
              </p:cNvPr>
              <p:cNvSpPr/>
              <p:nvPr/>
            </p:nvSpPr>
            <p:spPr>
              <a:xfrm>
                <a:off x="780672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8" name="pg233">
                <a:extLst>
                  <a:ext uri="{FF2B5EF4-FFF2-40B4-BE49-F238E27FC236}">
                    <a16:creationId xmlns:a16="http://schemas.microsoft.com/office/drawing/2014/main" id="{CB9B2E67-4404-77C3-12F5-B72F947765DD}"/>
                  </a:ext>
                </a:extLst>
              </p:cNvPr>
              <p:cNvSpPr/>
              <p:nvPr/>
            </p:nvSpPr>
            <p:spPr>
              <a:xfrm>
                <a:off x="783778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9" name="pg234">
                <a:extLst>
                  <a:ext uri="{FF2B5EF4-FFF2-40B4-BE49-F238E27FC236}">
                    <a16:creationId xmlns:a16="http://schemas.microsoft.com/office/drawing/2014/main" id="{BFC0EF02-F4F1-EF3F-403E-3E9BC108E6FD}"/>
                  </a:ext>
                </a:extLst>
              </p:cNvPr>
              <p:cNvSpPr/>
              <p:nvPr/>
            </p:nvSpPr>
            <p:spPr>
              <a:xfrm>
                <a:off x="706121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0" name="pg235">
                <a:extLst>
                  <a:ext uri="{FF2B5EF4-FFF2-40B4-BE49-F238E27FC236}">
                    <a16:creationId xmlns:a16="http://schemas.microsoft.com/office/drawing/2014/main" id="{47EF00C6-A529-1472-B3DD-4D97DCBE0521}"/>
                  </a:ext>
                </a:extLst>
              </p:cNvPr>
              <p:cNvSpPr/>
              <p:nvPr/>
            </p:nvSpPr>
            <p:spPr>
              <a:xfrm>
                <a:off x="7092276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1" name="pg236">
                <a:extLst>
                  <a:ext uri="{FF2B5EF4-FFF2-40B4-BE49-F238E27FC236}">
                    <a16:creationId xmlns:a16="http://schemas.microsoft.com/office/drawing/2014/main" id="{7322D069-9F87-5BCB-BD18-6E4DBBA037F5}"/>
                  </a:ext>
                </a:extLst>
              </p:cNvPr>
              <p:cNvSpPr/>
              <p:nvPr/>
            </p:nvSpPr>
            <p:spPr>
              <a:xfrm>
                <a:off x="712333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2" name="pg237">
                <a:extLst>
                  <a:ext uri="{FF2B5EF4-FFF2-40B4-BE49-F238E27FC236}">
                    <a16:creationId xmlns:a16="http://schemas.microsoft.com/office/drawing/2014/main" id="{D7F5674A-5ABA-D2DC-E4F0-409800BD9D89}"/>
                  </a:ext>
                </a:extLst>
              </p:cNvPr>
              <p:cNvSpPr/>
              <p:nvPr/>
            </p:nvSpPr>
            <p:spPr>
              <a:xfrm>
                <a:off x="7154402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3" name="pg238">
                <a:extLst>
                  <a:ext uri="{FF2B5EF4-FFF2-40B4-BE49-F238E27FC236}">
                    <a16:creationId xmlns:a16="http://schemas.microsoft.com/office/drawing/2014/main" id="{425C7EDE-6800-119B-63DB-0F02C2C330EC}"/>
                  </a:ext>
                </a:extLst>
              </p:cNvPr>
              <p:cNvSpPr/>
              <p:nvPr/>
            </p:nvSpPr>
            <p:spPr>
              <a:xfrm>
                <a:off x="718546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4" name="pg239">
                <a:extLst>
                  <a:ext uri="{FF2B5EF4-FFF2-40B4-BE49-F238E27FC236}">
                    <a16:creationId xmlns:a16="http://schemas.microsoft.com/office/drawing/2014/main" id="{F5FE4A72-DD4B-E752-2A50-959F8A616FDE}"/>
                  </a:ext>
                </a:extLst>
              </p:cNvPr>
              <p:cNvSpPr/>
              <p:nvPr/>
            </p:nvSpPr>
            <p:spPr>
              <a:xfrm>
                <a:off x="7216527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5" name="pg240">
                <a:extLst>
                  <a:ext uri="{FF2B5EF4-FFF2-40B4-BE49-F238E27FC236}">
                    <a16:creationId xmlns:a16="http://schemas.microsoft.com/office/drawing/2014/main" id="{15746F29-6730-C6DC-AF7E-F4890C3E4028}"/>
                  </a:ext>
                </a:extLst>
              </p:cNvPr>
              <p:cNvSpPr/>
              <p:nvPr/>
            </p:nvSpPr>
            <p:spPr>
              <a:xfrm>
                <a:off x="7247590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6" name="pg241">
                <a:extLst>
                  <a:ext uri="{FF2B5EF4-FFF2-40B4-BE49-F238E27FC236}">
                    <a16:creationId xmlns:a16="http://schemas.microsoft.com/office/drawing/2014/main" id="{49A4C258-010A-E83F-A568-0663171A10F9}"/>
                  </a:ext>
                </a:extLst>
              </p:cNvPr>
              <p:cNvSpPr/>
              <p:nvPr/>
            </p:nvSpPr>
            <p:spPr>
              <a:xfrm>
                <a:off x="727865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7" name="pg242">
                <a:extLst>
                  <a:ext uri="{FF2B5EF4-FFF2-40B4-BE49-F238E27FC236}">
                    <a16:creationId xmlns:a16="http://schemas.microsoft.com/office/drawing/2014/main" id="{E6CA52A8-7D35-BD60-A168-A08C97B63CB8}"/>
                  </a:ext>
                </a:extLst>
              </p:cNvPr>
              <p:cNvSpPr/>
              <p:nvPr/>
            </p:nvSpPr>
            <p:spPr>
              <a:xfrm>
                <a:off x="7309716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8" name="pg243">
                <a:extLst>
                  <a:ext uri="{FF2B5EF4-FFF2-40B4-BE49-F238E27FC236}">
                    <a16:creationId xmlns:a16="http://schemas.microsoft.com/office/drawing/2014/main" id="{B0EEB07E-DAF2-32FF-8254-38F04D204922}"/>
                  </a:ext>
                </a:extLst>
              </p:cNvPr>
              <p:cNvSpPr/>
              <p:nvPr/>
            </p:nvSpPr>
            <p:spPr>
              <a:xfrm>
                <a:off x="7340779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9" name="pg244">
                <a:extLst>
                  <a:ext uri="{FF2B5EF4-FFF2-40B4-BE49-F238E27FC236}">
                    <a16:creationId xmlns:a16="http://schemas.microsoft.com/office/drawing/2014/main" id="{4B5EA288-C89B-856E-DFFC-227FA3ED2BC5}"/>
                  </a:ext>
                </a:extLst>
              </p:cNvPr>
              <p:cNvSpPr/>
              <p:nvPr/>
            </p:nvSpPr>
            <p:spPr>
              <a:xfrm>
                <a:off x="7371842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0" name="pg245">
                <a:extLst>
                  <a:ext uri="{FF2B5EF4-FFF2-40B4-BE49-F238E27FC236}">
                    <a16:creationId xmlns:a16="http://schemas.microsoft.com/office/drawing/2014/main" id="{C37A43B5-AF0E-2891-5028-6BA06ABA5A8C}"/>
                  </a:ext>
                </a:extLst>
              </p:cNvPr>
              <p:cNvSpPr/>
              <p:nvPr/>
            </p:nvSpPr>
            <p:spPr>
              <a:xfrm>
                <a:off x="740290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1" name="pg246">
                <a:extLst>
                  <a:ext uri="{FF2B5EF4-FFF2-40B4-BE49-F238E27FC236}">
                    <a16:creationId xmlns:a16="http://schemas.microsoft.com/office/drawing/2014/main" id="{701379BD-4010-6F4B-03D3-3F0743CD5C0E}"/>
                  </a:ext>
                </a:extLst>
              </p:cNvPr>
              <p:cNvSpPr/>
              <p:nvPr/>
            </p:nvSpPr>
            <p:spPr>
              <a:xfrm>
                <a:off x="743396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2" name="pg247">
                <a:extLst>
                  <a:ext uri="{FF2B5EF4-FFF2-40B4-BE49-F238E27FC236}">
                    <a16:creationId xmlns:a16="http://schemas.microsoft.com/office/drawing/2014/main" id="{FED596BA-8B1D-3C21-0038-569CB6D09DD1}"/>
                  </a:ext>
                </a:extLst>
              </p:cNvPr>
              <p:cNvSpPr/>
              <p:nvPr/>
            </p:nvSpPr>
            <p:spPr>
              <a:xfrm>
                <a:off x="7465031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3" name="pg248">
                <a:extLst>
                  <a:ext uri="{FF2B5EF4-FFF2-40B4-BE49-F238E27FC236}">
                    <a16:creationId xmlns:a16="http://schemas.microsoft.com/office/drawing/2014/main" id="{B2CD5D44-21B4-BB06-84BD-965219E032BA}"/>
                  </a:ext>
                </a:extLst>
              </p:cNvPr>
              <p:cNvSpPr/>
              <p:nvPr/>
            </p:nvSpPr>
            <p:spPr>
              <a:xfrm>
                <a:off x="7496094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4" name="pg249">
                <a:extLst>
                  <a:ext uri="{FF2B5EF4-FFF2-40B4-BE49-F238E27FC236}">
                    <a16:creationId xmlns:a16="http://schemas.microsoft.com/office/drawing/2014/main" id="{06C4EF54-8AA3-5777-6E14-49D43DFF892A}"/>
                  </a:ext>
                </a:extLst>
              </p:cNvPr>
              <p:cNvSpPr/>
              <p:nvPr/>
            </p:nvSpPr>
            <p:spPr>
              <a:xfrm>
                <a:off x="762034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5" name="pg250">
                <a:extLst>
                  <a:ext uri="{FF2B5EF4-FFF2-40B4-BE49-F238E27FC236}">
                    <a16:creationId xmlns:a16="http://schemas.microsoft.com/office/drawing/2014/main" id="{0CF052AD-8EEF-414B-7E8C-9AD1C6527A37}"/>
                  </a:ext>
                </a:extLst>
              </p:cNvPr>
              <p:cNvSpPr/>
              <p:nvPr/>
            </p:nvSpPr>
            <p:spPr>
              <a:xfrm>
                <a:off x="765140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6" name="pg251">
                <a:extLst>
                  <a:ext uri="{FF2B5EF4-FFF2-40B4-BE49-F238E27FC236}">
                    <a16:creationId xmlns:a16="http://schemas.microsoft.com/office/drawing/2014/main" id="{E6193D72-C74D-FDBE-9F46-BA606B68E6FA}"/>
                  </a:ext>
                </a:extLst>
              </p:cNvPr>
              <p:cNvSpPr/>
              <p:nvPr/>
            </p:nvSpPr>
            <p:spPr>
              <a:xfrm>
                <a:off x="7682471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7" name="pg252">
                <a:extLst>
                  <a:ext uri="{FF2B5EF4-FFF2-40B4-BE49-F238E27FC236}">
                    <a16:creationId xmlns:a16="http://schemas.microsoft.com/office/drawing/2014/main" id="{B3191B72-65EE-6E3F-0B1B-2F19EAC6CE98}"/>
                  </a:ext>
                </a:extLst>
              </p:cNvPr>
              <p:cNvSpPr/>
              <p:nvPr/>
            </p:nvSpPr>
            <p:spPr>
              <a:xfrm>
                <a:off x="7713534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8" name="pg253">
                <a:extLst>
                  <a:ext uri="{FF2B5EF4-FFF2-40B4-BE49-F238E27FC236}">
                    <a16:creationId xmlns:a16="http://schemas.microsoft.com/office/drawing/2014/main" id="{D831D1F5-93B5-60D1-6692-B79C27325D90}"/>
                  </a:ext>
                </a:extLst>
              </p:cNvPr>
              <p:cNvSpPr/>
              <p:nvPr/>
            </p:nvSpPr>
            <p:spPr>
              <a:xfrm>
                <a:off x="7744597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9" name="pg254">
                <a:extLst>
                  <a:ext uri="{FF2B5EF4-FFF2-40B4-BE49-F238E27FC236}">
                    <a16:creationId xmlns:a16="http://schemas.microsoft.com/office/drawing/2014/main" id="{BFC7C9FB-8353-7DE3-377F-825EC7AA3F22}"/>
                  </a:ext>
                </a:extLst>
              </p:cNvPr>
              <p:cNvSpPr/>
              <p:nvPr/>
            </p:nvSpPr>
            <p:spPr>
              <a:xfrm>
                <a:off x="7775660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0" name="pg255">
                <a:extLst>
                  <a:ext uri="{FF2B5EF4-FFF2-40B4-BE49-F238E27FC236}">
                    <a16:creationId xmlns:a16="http://schemas.microsoft.com/office/drawing/2014/main" id="{EA99B0F2-0A32-CCDE-5ADA-AF3D651A61FB}"/>
                  </a:ext>
                </a:extLst>
              </p:cNvPr>
              <p:cNvSpPr/>
              <p:nvPr/>
            </p:nvSpPr>
            <p:spPr>
              <a:xfrm>
                <a:off x="780672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1" name="pg256">
                <a:extLst>
                  <a:ext uri="{FF2B5EF4-FFF2-40B4-BE49-F238E27FC236}">
                    <a16:creationId xmlns:a16="http://schemas.microsoft.com/office/drawing/2014/main" id="{4AD342E9-BA57-70AD-F898-6F9C5B34D8D5}"/>
                  </a:ext>
                </a:extLst>
              </p:cNvPr>
              <p:cNvSpPr/>
              <p:nvPr/>
            </p:nvSpPr>
            <p:spPr>
              <a:xfrm>
                <a:off x="7061213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2" name="pg257">
                <a:extLst>
                  <a:ext uri="{FF2B5EF4-FFF2-40B4-BE49-F238E27FC236}">
                    <a16:creationId xmlns:a16="http://schemas.microsoft.com/office/drawing/2014/main" id="{08B2DBEA-3E53-821B-CEB5-35FC0815D51B}"/>
                  </a:ext>
                </a:extLst>
              </p:cNvPr>
              <p:cNvSpPr/>
              <p:nvPr/>
            </p:nvSpPr>
            <p:spPr>
              <a:xfrm>
                <a:off x="7092276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3" name="pg258">
                <a:extLst>
                  <a:ext uri="{FF2B5EF4-FFF2-40B4-BE49-F238E27FC236}">
                    <a16:creationId xmlns:a16="http://schemas.microsoft.com/office/drawing/2014/main" id="{BFB2D78F-624E-5D10-D647-19249D2DF53F}"/>
                  </a:ext>
                </a:extLst>
              </p:cNvPr>
              <p:cNvSpPr/>
              <p:nvPr/>
            </p:nvSpPr>
            <p:spPr>
              <a:xfrm>
                <a:off x="712333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4" name="pg259">
                <a:extLst>
                  <a:ext uri="{FF2B5EF4-FFF2-40B4-BE49-F238E27FC236}">
                    <a16:creationId xmlns:a16="http://schemas.microsoft.com/office/drawing/2014/main" id="{0427BA99-DDB9-55F8-B2F4-EBFD4C930F55}"/>
                  </a:ext>
                </a:extLst>
              </p:cNvPr>
              <p:cNvSpPr/>
              <p:nvPr/>
            </p:nvSpPr>
            <p:spPr>
              <a:xfrm>
                <a:off x="7154402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5" name="pg260">
                <a:extLst>
                  <a:ext uri="{FF2B5EF4-FFF2-40B4-BE49-F238E27FC236}">
                    <a16:creationId xmlns:a16="http://schemas.microsoft.com/office/drawing/2014/main" id="{76C4EB15-8C4F-6CFA-64FD-2AA7BAEB3B67}"/>
                  </a:ext>
                </a:extLst>
              </p:cNvPr>
              <p:cNvSpPr/>
              <p:nvPr/>
            </p:nvSpPr>
            <p:spPr>
              <a:xfrm>
                <a:off x="718546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1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6" name="pg261">
                <a:extLst>
                  <a:ext uri="{FF2B5EF4-FFF2-40B4-BE49-F238E27FC236}">
                    <a16:creationId xmlns:a16="http://schemas.microsoft.com/office/drawing/2014/main" id="{37CE4B99-38E6-4A41-F28A-44A38D298CDD}"/>
                  </a:ext>
                </a:extLst>
              </p:cNvPr>
              <p:cNvSpPr/>
              <p:nvPr/>
            </p:nvSpPr>
            <p:spPr>
              <a:xfrm>
                <a:off x="7216527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7" name="pg262">
                <a:extLst>
                  <a:ext uri="{FF2B5EF4-FFF2-40B4-BE49-F238E27FC236}">
                    <a16:creationId xmlns:a16="http://schemas.microsoft.com/office/drawing/2014/main" id="{A650868D-EA02-98C2-264E-7144E3D6067D}"/>
                  </a:ext>
                </a:extLst>
              </p:cNvPr>
              <p:cNvSpPr/>
              <p:nvPr/>
            </p:nvSpPr>
            <p:spPr>
              <a:xfrm>
                <a:off x="7247590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8" name="pg263">
                <a:extLst>
                  <a:ext uri="{FF2B5EF4-FFF2-40B4-BE49-F238E27FC236}">
                    <a16:creationId xmlns:a16="http://schemas.microsoft.com/office/drawing/2014/main" id="{B053F5EB-E55C-EA1D-867A-AB52874FAD27}"/>
                  </a:ext>
                </a:extLst>
              </p:cNvPr>
              <p:cNvSpPr/>
              <p:nvPr/>
            </p:nvSpPr>
            <p:spPr>
              <a:xfrm>
                <a:off x="7278653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9" name="pg264">
                <a:extLst>
                  <a:ext uri="{FF2B5EF4-FFF2-40B4-BE49-F238E27FC236}">
                    <a16:creationId xmlns:a16="http://schemas.microsoft.com/office/drawing/2014/main" id="{3BACA491-047A-3F09-2822-6FD759D29A4E}"/>
                  </a:ext>
                </a:extLst>
              </p:cNvPr>
              <p:cNvSpPr/>
              <p:nvPr/>
            </p:nvSpPr>
            <p:spPr>
              <a:xfrm>
                <a:off x="7309716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0" name="pg265">
                <a:extLst>
                  <a:ext uri="{FF2B5EF4-FFF2-40B4-BE49-F238E27FC236}">
                    <a16:creationId xmlns:a16="http://schemas.microsoft.com/office/drawing/2014/main" id="{DA26F620-5B48-90D5-106A-6B2AA630CA01}"/>
                  </a:ext>
                </a:extLst>
              </p:cNvPr>
              <p:cNvSpPr/>
              <p:nvPr/>
            </p:nvSpPr>
            <p:spPr>
              <a:xfrm>
                <a:off x="7340779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1" name="pg266">
                <a:extLst>
                  <a:ext uri="{FF2B5EF4-FFF2-40B4-BE49-F238E27FC236}">
                    <a16:creationId xmlns:a16="http://schemas.microsoft.com/office/drawing/2014/main" id="{53F92AD7-5F97-C25F-8D64-7F9845C96D6E}"/>
                  </a:ext>
                </a:extLst>
              </p:cNvPr>
              <p:cNvSpPr/>
              <p:nvPr/>
            </p:nvSpPr>
            <p:spPr>
              <a:xfrm>
                <a:off x="7371842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2" name="pg267">
                <a:extLst>
                  <a:ext uri="{FF2B5EF4-FFF2-40B4-BE49-F238E27FC236}">
                    <a16:creationId xmlns:a16="http://schemas.microsoft.com/office/drawing/2014/main" id="{2037C383-786C-AA3A-E6AE-0D7174F2E5E3}"/>
                  </a:ext>
                </a:extLst>
              </p:cNvPr>
              <p:cNvSpPr/>
              <p:nvPr/>
            </p:nvSpPr>
            <p:spPr>
              <a:xfrm>
                <a:off x="740290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3" name="pg268">
                <a:extLst>
                  <a:ext uri="{FF2B5EF4-FFF2-40B4-BE49-F238E27FC236}">
                    <a16:creationId xmlns:a16="http://schemas.microsoft.com/office/drawing/2014/main" id="{D689CF9B-0085-1B11-5444-3AECE4D52FCF}"/>
                  </a:ext>
                </a:extLst>
              </p:cNvPr>
              <p:cNvSpPr/>
              <p:nvPr/>
            </p:nvSpPr>
            <p:spPr>
              <a:xfrm>
                <a:off x="743396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4" name="pg269">
                <a:extLst>
                  <a:ext uri="{FF2B5EF4-FFF2-40B4-BE49-F238E27FC236}">
                    <a16:creationId xmlns:a16="http://schemas.microsoft.com/office/drawing/2014/main" id="{FA3B929E-7527-AE21-C4B0-ECC1854AA2D9}"/>
                  </a:ext>
                </a:extLst>
              </p:cNvPr>
              <p:cNvSpPr/>
              <p:nvPr/>
            </p:nvSpPr>
            <p:spPr>
              <a:xfrm>
                <a:off x="7465031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5" name="pg270">
                <a:extLst>
                  <a:ext uri="{FF2B5EF4-FFF2-40B4-BE49-F238E27FC236}">
                    <a16:creationId xmlns:a16="http://schemas.microsoft.com/office/drawing/2014/main" id="{7AB6548E-78B7-208B-5D11-395857F29551}"/>
                  </a:ext>
                </a:extLst>
              </p:cNvPr>
              <p:cNvSpPr/>
              <p:nvPr/>
            </p:nvSpPr>
            <p:spPr>
              <a:xfrm>
                <a:off x="7496094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6" name="pg271">
                <a:extLst>
                  <a:ext uri="{FF2B5EF4-FFF2-40B4-BE49-F238E27FC236}">
                    <a16:creationId xmlns:a16="http://schemas.microsoft.com/office/drawing/2014/main" id="{26AB3B08-7728-AA1C-CFC0-BC07D84AD6C6}"/>
                  </a:ext>
                </a:extLst>
              </p:cNvPr>
              <p:cNvSpPr/>
              <p:nvPr/>
            </p:nvSpPr>
            <p:spPr>
              <a:xfrm>
                <a:off x="762034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7" name="pg272">
                <a:extLst>
                  <a:ext uri="{FF2B5EF4-FFF2-40B4-BE49-F238E27FC236}">
                    <a16:creationId xmlns:a16="http://schemas.microsoft.com/office/drawing/2014/main" id="{B193D486-68B2-0B2D-9911-FC6C38F3F71B}"/>
                  </a:ext>
                </a:extLst>
              </p:cNvPr>
              <p:cNvSpPr/>
              <p:nvPr/>
            </p:nvSpPr>
            <p:spPr>
              <a:xfrm>
                <a:off x="765140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8" name="pg273">
                <a:extLst>
                  <a:ext uri="{FF2B5EF4-FFF2-40B4-BE49-F238E27FC236}">
                    <a16:creationId xmlns:a16="http://schemas.microsoft.com/office/drawing/2014/main" id="{153E90C8-68CA-1FB6-31FC-0E74321BFC14}"/>
                  </a:ext>
                </a:extLst>
              </p:cNvPr>
              <p:cNvSpPr/>
              <p:nvPr/>
            </p:nvSpPr>
            <p:spPr>
              <a:xfrm>
                <a:off x="7682471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9" name="pg274">
                <a:extLst>
                  <a:ext uri="{FF2B5EF4-FFF2-40B4-BE49-F238E27FC236}">
                    <a16:creationId xmlns:a16="http://schemas.microsoft.com/office/drawing/2014/main" id="{A2CDB640-135D-D8E0-732F-6A247AB40712}"/>
                  </a:ext>
                </a:extLst>
              </p:cNvPr>
              <p:cNvSpPr/>
              <p:nvPr/>
            </p:nvSpPr>
            <p:spPr>
              <a:xfrm>
                <a:off x="7713534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0" name="pg275">
                <a:extLst>
                  <a:ext uri="{FF2B5EF4-FFF2-40B4-BE49-F238E27FC236}">
                    <a16:creationId xmlns:a16="http://schemas.microsoft.com/office/drawing/2014/main" id="{7818BC0D-D8A7-F51E-200C-964264AB3822}"/>
                  </a:ext>
                </a:extLst>
              </p:cNvPr>
              <p:cNvSpPr/>
              <p:nvPr/>
            </p:nvSpPr>
            <p:spPr>
              <a:xfrm>
                <a:off x="7744597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1" name="pg276">
                <a:extLst>
                  <a:ext uri="{FF2B5EF4-FFF2-40B4-BE49-F238E27FC236}">
                    <a16:creationId xmlns:a16="http://schemas.microsoft.com/office/drawing/2014/main" id="{9BD613F3-318A-965E-2625-432E6F08A811}"/>
                  </a:ext>
                </a:extLst>
              </p:cNvPr>
              <p:cNvSpPr/>
              <p:nvPr/>
            </p:nvSpPr>
            <p:spPr>
              <a:xfrm>
                <a:off x="7775660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2" name="pg277">
                <a:extLst>
                  <a:ext uri="{FF2B5EF4-FFF2-40B4-BE49-F238E27FC236}">
                    <a16:creationId xmlns:a16="http://schemas.microsoft.com/office/drawing/2014/main" id="{9737882E-3452-7CAE-0BA4-1CD279019337}"/>
                  </a:ext>
                </a:extLst>
              </p:cNvPr>
              <p:cNvSpPr/>
              <p:nvPr/>
            </p:nvSpPr>
            <p:spPr>
              <a:xfrm>
                <a:off x="703015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3" name="pg278">
                <a:extLst>
                  <a:ext uri="{FF2B5EF4-FFF2-40B4-BE49-F238E27FC236}">
                    <a16:creationId xmlns:a16="http://schemas.microsoft.com/office/drawing/2014/main" id="{E747C7FC-2962-0E23-D15D-BA37AA61BCFE}"/>
                  </a:ext>
                </a:extLst>
              </p:cNvPr>
              <p:cNvSpPr/>
              <p:nvPr/>
            </p:nvSpPr>
            <p:spPr>
              <a:xfrm>
                <a:off x="7061213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4" name="pg279">
                <a:extLst>
                  <a:ext uri="{FF2B5EF4-FFF2-40B4-BE49-F238E27FC236}">
                    <a16:creationId xmlns:a16="http://schemas.microsoft.com/office/drawing/2014/main" id="{859090DC-59B5-BD30-7EE3-86E3A707AE5A}"/>
                  </a:ext>
                </a:extLst>
              </p:cNvPr>
              <p:cNvSpPr/>
              <p:nvPr/>
            </p:nvSpPr>
            <p:spPr>
              <a:xfrm>
                <a:off x="709227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5" name="pg280">
                <a:extLst>
                  <a:ext uri="{FF2B5EF4-FFF2-40B4-BE49-F238E27FC236}">
                    <a16:creationId xmlns:a16="http://schemas.microsoft.com/office/drawing/2014/main" id="{C4925011-5F84-2473-EE93-7B7BB19CB15D}"/>
                  </a:ext>
                </a:extLst>
              </p:cNvPr>
              <p:cNvSpPr/>
              <p:nvPr/>
            </p:nvSpPr>
            <p:spPr>
              <a:xfrm>
                <a:off x="712333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6" name="pg281">
                <a:extLst>
                  <a:ext uri="{FF2B5EF4-FFF2-40B4-BE49-F238E27FC236}">
                    <a16:creationId xmlns:a16="http://schemas.microsoft.com/office/drawing/2014/main" id="{31612BBD-E67E-7BBC-082D-7861A19DBF95}"/>
                  </a:ext>
                </a:extLst>
              </p:cNvPr>
              <p:cNvSpPr/>
              <p:nvPr/>
            </p:nvSpPr>
            <p:spPr>
              <a:xfrm>
                <a:off x="7154402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7" name="pg282">
                <a:extLst>
                  <a:ext uri="{FF2B5EF4-FFF2-40B4-BE49-F238E27FC236}">
                    <a16:creationId xmlns:a16="http://schemas.microsoft.com/office/drawing/2014/main" id="{7BD2EB76-220E-C016-0D13-A242BFBA9FF6}"/>
                  </a:ext>
                </a:extLst>
              </p:cNvPr>
              <p:cNvSpPr/>
              <p:nvPr/>
            </p:nvSpPr>
            <p:spPr>
              <a:xfrm>
                <a:off x="718546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8" name="pg283">
                <a:extLst>
                  <a:ext uri="{FF2B5EF4-FFF2-40B4-BE49-F238E27FC236}">
                    <a16:creationId xmlns:a16="http://schemas.microsoft.com/office/drawing/2014/main" id="{876DCCA5-A3D2-A7EE-CD38-60BFBB4AAB2A}"/>
                  </a:ext>
                </a:extLst>
              </p:cNvPr>
              <p:cNvSpPr/>
              <p:nvPr/>
            </p:nvSpPr>
            <p:spPr>
              <a:xfrm>
                <a:off x="7216527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9" name="pg284">
                <a:extLst>
                  <a:ext uri="{FF2B5EF4-FFF2-40B4-BE49-F238E27FC236}">
                    <a16:creationId xmlns:a16="http://schemas.microsoft.com/office/drawing/2014/main" id="{307E0DBC-42D2-52A8-DA3F-846620F222C1}"/>
                  </a:ext>
                </a:extLst>
              </p:cNvPr>
              <p:cNvSpPr/>
              <p:nvPr/>
            </p:nvSpPr>
            <p:spPr>
              <a:xfrm>
                <a:off x="724759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0" name="pg285">
                <a:extLst>
                  <a:ext uri="{FF2B5EF4-FFF2-40B4-BE49-F238E27FC236}">
                    <a16:creationId xmlns:a16="http://schemas.microsoft.com/office/drawing/2014/main" id="{31EC44B9-9CB0-2800-70F2-6E3452B1F44E}"/>
                  </a:ext>
                </a:extLst>
              </p:cNvPr>
              <p:cNvSpPr/>
              <p:nvPr/>
            </p:nvSpPr>
            <p:spPr>
              <a:xfrm>
                <a:off x="7278653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1" name="pg286">
                <a:extLst>
                  <a:ext uri="{FF2B5EF4-FFF2-40B4-BE49-F238E27FC236}">
                    <a16:creationId xmlns:a16="http://schemas.microsoft.com/office/drawing/2014/main" id="{67F1C333-3B8A-28D8-13F9-7E250D5F3F1F}"/>
                  </a:ext>
                </a:extLst>
              </p:cNvPr>
              <p:cNvSpPr/>
              <p:nvPr/>
            </p:nvSpPr>
            <p:spPr>
              <a:xfrm>
                <a:off x="730971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2" name="pg287">
                <a:extLst>
                  <a:ext uri="{FF2B5EF4-FFF2-40B4-BE49-F238E27FC236}">
                    <a16:creationId xmlns:a16="http://schemas.microsoft.com/office/drawing/2014/main" id="{1F6453A0-59CA-561A-294B-0BFC23C4E839}"/>
                  </a:ext>
                </a:extLst>
              </p:cNvPr>
              <p:cNvSpPr/>
              <p:nvPr/>
            </p:nvSpPr>
            <p:spPr>
              <a:xfrm>
                <a:off x="7340779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3" name="pg288">
                <a:extLst>
                  <a:ext uri="{FF2B5EF4-FFF2-40B4-BE49-F238E27FC236}">
                    <a16:creationId xmlns:a16="http://schemas.microsoft.com/office/drawing/2014/main" id="{5F2B8982-8D0E-1A20-0C6D-28B919F66EC8}"/>
                  </a:ext>
                </a:extLst>
              </p:cNvPr>
              <p:cNvSpPr/>
              <p:nvPr/>
            </p:nvSpPr>
            <p:spPr>
              <a:xfrm>
                <a:off x="7371842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4" name="pg289">
                <a:extLst>
                  <a:ext uri="{FF2B5EF4-FFF2-40B4-BE49-F238E27FC236}">
                    <a16:creationId xmlns:a16="http://schemas.microsoft.com/office/drawing/2014/main" id="{01E5BB9D-39A4-13D6-BD97-BCC80203BB47}"/>
                  </a:ext>
                </a:extLst>
              </p:cNvPr>
              <p:cNvSpPr/>
              <p:nvPr/>
            </p:nvSpPr>
            <p:spPr>
              <a:xfrm>
                <a:off x="740290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5" name="pg290">
                <a:extLst>
                  <a:ext uri="{FF2B5EF4-FFF2-40B4-BE49-F238E27FC236}">
                    <a16:creationId xmlns:a16="http://schemas.microsoft.com/office/drawing/2014/main" id="{E3928D3B-9944-465F-277C-D03DA8BF29E3}"/>
                  </a:ext>
                </a:extLst>
              </p:cNvPr>
              <p:cNvSpPr/>
              <p:nvPr/>
            </p:nvSpPr>
            <p:spPr>
              <a:xfrm>
                <a:off x="743396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6" name="pg291">
                <a:extLst>
                  <a:ext uri="{FF2B5EF4-FFF2-40B4-BE49-F238E27FC236}">
                    <a16:creationId xmlns:a16="http://schemas.microsoft.com/office/drawing/2014/main" id="{6B39EB3D-2241-BB19-17F0-26C8CAD2F882}"/>
                  </a:ext>
                </a:extLst>
              </p:cNvPr>
              <p:cNvSpPr/>
              <p:nvPr/>
            </p:nvSpPr>
            <p:spPr>
              <a:xfrm>
                <a:off x="7465031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7" name="pg292">
                <a:extLst>
                  <a:ext uri="{FF2B5EF4-FFF2-40B4-BE49-F238E27FC236}">
                    <a16:creationId xmlns:a16="http://schemas.microsoft.com/office/drawing/2014/main" id="{BE29A15D-5AD9-5E1D-3E6F-B9C699A14CBF}"/>
                  </a:ext>
                </a:extLst>
              </p:cNvPr>
              <p:cNvSpPr/>
              <p:nvPr/>
            </p:nvSpPr>
            <p:spPr>
              <a:xfrm>
                <a:off x="7496094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8" name="pg293">
                <a:extLst>
                  <a:ext uri="{FF2B5EF4-FFF2-40B4-BE49-F238E27FC236}">
                    <a16:creationId xmlns:a16="http://schemas.microsoft.com/office/drawing/2014/main" id="{81F95DEA-BA6B-ECD7-7E5D-F5D2531D4F97}"/>
                  </a:ext>
                </a:extLst>
              </p:cNvPr>
              <p:cNvSpPr/>
              <p:nvPr/>
            </p:nvSpPr>
            <p:spPr>
              <a:xfrm>
                <a:off x="752715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9" name="pg294">
                <a:extLst>
                  <a:ext uri="{FF2B5EF4-FFF2-40B4-BE49-F238E27FC236}">
                    <a16:creationId xmlns:a16="http://schemas.microsoft.com/office/drawing/2014/main" id="{2CF6A954-05C3-09EC-77D4-2CBDC768426B}"/>
                  </a:ext>
                </a:extLst>
              </p:cNvPr>
              <p:cNvSpPr/>
              <p:nvPr/>
            </p:nvSpPr>
            <p:spPr>
              <a:xfrm>
                <a:off x="762034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0" name="pg295">
                <a:extLst>
                  <a:ext uri="{FF2B5EF4-FFF2-40B4-BE49-F238E27FC236}">
                    <a16:creationId xmlns:a16="http://schemas.microsoft.com/office/drawing/2014/main" id="{E091CD19-1C18-8768-D5A4-CC535DA5A0F6}"/>
                  </a:ext>
                </a:extLst>
              </p:cNvPr>
              <p:cNvSpPr/>
              <p:nvPr/>
            </p:nvSpPr>
            <p:spPr>
              <a:xfrm>
                <a:off x="765140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1" name="pg296">
                <a:extLst>
                  <a:ext uri="{FF2B5EF4-FFF2-40B4-BE49-F238E27FC236}">
                    <a16:creationId xmlns:a16="http://schemas.microsoft.com/office/drawing/2014/main" id="{A45D84BE-DA63-B70B-D255-2C8A9F907891}"/>
                  </a:ext>
                </a:extLst>
              </p:cNvPr>
              <p:cNvSpPr/>
              <p:nvPr/>
            </p:nvSpPr>
            <p:spPr>
              <a:xfrm>
                <a:off x="7682471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2" name="pg297">
                <a:extLst>
                  <a:ext uri="{FF2B5EF4-FFF2-40B4-BE49-F238E27FC236}">
                    <a16:creationId xmlns:a16="http://schemas.microsoft.com/office/drawing/2014/main" id="{36EBDF03-4FB1-7DC1-B3FA-6A50210CE210}"/>
                  </a:ext>
                </a:extLst>
              </p:cNvPr>
              <p:cNvSpPr/>
              <p:nvPr/>
            </p:nvSpPr>
            <p:spPr>
              <a:xfrm>
                <a:off x="7713534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3" name="pg298">
                <a:extLst>
                  <a:ext uri="{FF2B5EF4-FFF2-40B4-BE49-F238E27FC236}">
                    <a16:creationId xmlns:a16="http://schemas.microsoft.com/office/drawing/2014/main" id="{6F421205-0EC9-AAE2-42E4-F55FC824DA87}"/>
                  </a:ext>
                </a:extLst>
              </p:cNvPr>
              <p:cNvSpPr/>
              <p:nvPr/>
            </p:nvSpPr>
            <p:spPr>
              <a:xfrm>
                <a:off x="7744597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4" name="pg299">
                <a:extLst>
                  <a:ext uri="{FF2B5EF4-FFF2-40B4-BE49-F238E27FC236}">
                    <a16:creationId xmlns:a16="http://schemas.microsoft.com/office/drawing/2014/main" id="{CB0F66FE-A65A-70FB-6BA7-1426EEEC4513}"/>
                  </a:ext>
                </a:extLst>
              </p:cNvPr>
              <p:cNvSpPr/>
              <p:nvPr/>
            </p:nvSpPr>
            <p:spPr>
              <a:xfrm>
                <a:off x="777566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5" name="pg300">
                <a:extLst>
                  <a:ext uri="{FF2B5EF4-FFF2-40B4-BE49-F238E27FC236}">
                    <a16:creationId xmlns:a16="http://schemas.microsoft.com/office/drawing/2014/main" id="{D50BFCB7-E5B6-6B79-365C-F4D8492A4B5D}"/>
                  </a:ext>
                </a:extLst>
              </p:cNvPr>
              <p:cNvSpPr/>
              <p:nvPr/>
            </p:nvSpPr>
            <p:spPr>
              <a:xfrm>
                <a:off x="703015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6" name="pg301">
                <a:extLst>
                  <a:ext uri="{FF2B5EF4-FFF2-40B4-BE49-F238E27FC236}">
                    <a16:creationId xmlns:a16="http://schemas.microsoft.com/office/drawing/2014/main" id="{CFD116A8-A884-788A-B26C-7BFBC5361128}"/>
                  </a:ext>
                </a:extLst>
              </p:cNvPr>
              <p:cNvSpPr/>
              <p:nvPr/>
            </p:nvSpPr>
            <p:spPr>
              <a:xfrm>
                <a:off x="7061213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7" name="pg302">
                <a:extLst>
                  <a:ext uri="{FF2B5EF4-FFF2-40B4-BE49-F238E27FC236}">
                    <a16:creationId xmlns:a16="http://schemas.microsoft.com/office/drawing/2014/main" id="{BDD71A00-83DB-061B-55DE-A675E84A4CCF}"/>
                  </a:ext>
                </a:extLst>
              </p:cNvPr>
              <p:cNvSpPr/>
              <p:nvPr/>
            </p:nvSpPr>
            <p:spPr>
              <a:xfrm>
                <a:off x="709227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8" name="pg303">
                <a:extLst>
                  <a:ext uri="{FF2B5EF4-FFF2-40B4-BE49-F238E27FC236}">
                    <a16:creationId xmlns:a16="http://schemas.microsoft.com/office/drawing/2014/main" id="{43013E31-A189-FAFE-4CBC-330FE0D28243}"/>
                  </a:ext>
                </a:extLst>
              </p:cNvPr>
              <p:cNvSpPr/>
              <p:nvPr/>
            </p:nvSpPr>
            <p:spPr>
              <a:xfrm>
                <a:off x="712333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9" name="pg304">
                <a:extLst>
                  <a:ext uri="{FF2B5EF4-FFF2-40B4-BE49-F238E27FC236}">
                    <a16:creationId xmlns:a16="http://schemas.microsoft.com/office/drawing/2014/main" id="{F5FF8F72-6F88-B750-BEBD-0D9161EE1353}"/>
                  </a:ext>
                </a:extLst>
              </p:cNvPr>
              <p:cNvSpPr/>
              <p:nvPr/>
            </p:nvSpPr>
            <p:spPr>
              <a:xfrm>
                <a:off x="7154402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0" name="pg305">
                <a:extLst>
                  <a:ext uri="{FF2B5EF4-FFF2-40B4-BE49-F238E27FC236}">
                    <a16:creationId xmlns:a16="http://schemas.microsoft.com/office/drawing/2014/main" id="{7FBDE506-449B-8492-AA45-45EC391EAE13}"/>
                  </a:ext>
                </a:extLst>
              </p:cNvPr>
              <p:cNvSpPr/>
              <p:nvPr/>
            </p:nvSpPr>
            <p:spPr>
              <a:xfrm>
                <a:off x="7185465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1" name="pg306">
                <a:extLst>
                  <a:ext uri="{FF2B5EF4-FFF2-40B4-BE49-F238E27FC236}">
                    <a16:creationId xmlns:a16="http://schemas.microsoft.com/office/drawing/2014/main" id="{47E86790-6769-A044-AD91-6DA6C94C9F9E}"/>
                  </a:ext>
                </a:extLst>
              </p:cNvPr>
              <p:cNvSpPr/>
              <p:nvPr/>
            </p:nvSpPr>
            <p:spPr>
              <a:xfrm>
                <a:off x="7216527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2" name="pg307">
                <a:extLst>
                  <a:ext uri="{FF2B5EF4-FFF2-40B4-BE49-F238E27FC236}">
                    <a16:creationId xmlns:a16="http://schemas.microsoft.com/office/drawing/2014/main" id="{AAA1FB7F-885F-3EC7-EF39-CAF0B739C546}"/>
                  </a:ext>
                </a:extLst>
              </p:cNvPr>
              <p:cNvSpPr/>
              <p:nvPr/>
            </p:nvSpPr>
            <p:spPr>
              <a:xfrm>
                <a:off x="724759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3" name="pg308">
                <a:extLst>
                  <a:ext uri="{FF2B5EF4-FFF2-40B4-BE49-F238E27FC236}">
                    <a16:creationId xmlns:a16="http://schemas.microsoft.com/office/drawing/2014/main" id="{F0F9C69C-FC24-2CA1-CD7B-769C25B7CCDE}"/>
                  </a:ext>
                </a:extLst>
              </p:cNvPr>
              <p:cNvSpPr/>
              <p:nvPr/>
            </p:nvSpPr>
            <p:spPr>
              <a:xfrm>
                <a:off x="7278653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4" name="pg309">
                <a:extLst>
                  <a:ext uri="{FF2B5EF4-FFF2-40B4-BE49-F238E27FC236}">
                    <a16:creationId xmlns:a16="http://schemas.microsoft.com/office/drawing/2014/main" id="{691D4A2D-2128-95F6-19E9-2C074B152A38}"/>
                  </a:ext>
                </a:extLst>
              </p:cNvPr>
              <p:cNvSpPr/>
              <p:nvPr/>
            </p:nvSpPr>
            <p:spPr>
              <a:xfrm>
                <a:off x="730971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5" name="pg310">
                <a:extLst>
                  <a:ext uri="{FF2B5EF4-FFF2-40B4-BE49-F238E27FC236}">
                    <a16:creationId xmlns:a16="http://schemas.microsoft.com/office/drawing/2014/main" id="{E5EB2F3B-C412-352A-83B3-F5B3A1A2B661}"/>
                  </a:ext>
                </a:extLst>
              </p:cNvPr>
              <p:cNvSpPr/>
              <p:nvPr/>
            </p:nvSpPr>
            <p:spPr>
              <a:xfrm>
                <a:off x="7340779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6" name="pg311">
                <a:extLst>
                  <a:ext uri="{FF2B5EF4-FFF2-40B4-BE49-F238E27FC236}">
                    <a16:creationId xmlns:a16="http://schemas.microsoft.com/office/drawing/2014/main" id="{A9AA9150-148C-F6AF-B7FC-91336A377664}"/>
                  </a:ext>
                </a:extLst>
              </p:cNvPr>
              <p:cNvSpPr/>
              <p:nvPr/>
            </p:nvSpPr>
            <p:spPr>
              <a:xfrm>
                <a:off x="7371842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7" name="pg312">
                <a:extLst>
                  <a:ext uri="{FF2B5EF4-FFF2-40B4-BE49-F238E27FC236}">
                    <a16:creationId xmlns:a16="http://schemas.microsoft.com/office/drawing/2014/main" id="{B3BBDEA2-BA83-91C2-718B-1E7D3D8A5971}"/>
                  </a:ext>
                </a:extLst>
              </p:cNvPr>
              <p:cNvSpPr/>
              <p:nvPr/>
            </p:nvSpPr>
            <p:spPr>
              <a:xfrm>
                <a:off x="7402905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8" name="pg313">
                <a:extLst>
                  <a:ext uri="{FF2B5EF4-FFF2-40B4-BE49-F238E27FC236}">
                    <a16:creationId xmlns:a16="http://schemas.microsoft.com/office/drawing/2014/main" id="{CB54FAC1-A46C-82E5-D9A1-9DFF1BE7EC0E}"/>
                  </a:ext>
                </a:extLst>
              </p:cNvPr>
              <p:cNvSpPr/>
              <p:nvPr/>
            </p:nvSpPr>
            <p:spPr>
              <a:xfrm>
                <a:off x="743396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9" name="pg314">
                <a:extLst>
                  <a:ext uri="{FF2B5EF4-FFF2-40B4-BE49-F238E27FC236}">
                    <a16:creationId xmlns:a16="http://schemas.microsoft.com/office/drawing/2014/main" id="{8C92B987-580C-810A-D099-2E7BC779DC96}"/>
                  </a:ext>
                </a:extLst>
              </p:cNvPr>
              <p:cNvSpPr/>
              <p:nvPr/>
            </p:nvSpPr>
            <p:spPr>
              <a:xfrm>
                <a:off x="7465031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0" name="pg315">
                <a:extLst>
                  <a:ext uri="{FF2B5EF4-FFF2-40B4-BE49-F238E27FC236}">
                    <a16:creationId xmlns:a16="http://schemas.microsoft.com/office/drawing/2014/main" id="{4E10D8B8-DF2D-8B71-D007-613C7D3EE96F}"/>
                  </a:ext>
                </a:extLst>
              </p:cNvPr>
              <p:cNvSpPr/>
              <p:nvPr/>
            </p:nvSpPr>
            <p:spPr>
              <a:xfrm>
                <a:off x="7496094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1" name="pg316">
                <a:extLst>
                  <a:ext uri="{FF2B5EF4-FFF2-40B4-BE49-F238E27FC236}">
                    <a16:creationId xmlns:a16="http://schemas.microsoft.com/office/drawing/2014/main" id="{3017D492-AB76-CAED-ADE1-E303C75C9508}"/>
                  </a:ext>
                </a:extLst>
              </p:cNvPr>
              <p:cNvSpPr/>
              <p:nvPr/>
            </p:nvSpPr>
            <p:spPr>
              <a:xfrm>
                <a:off x="752715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2" name="pg317">
                <a:extLst>
                  <a:ext uri="{FF2B5EF4-FFF2-40B4-BE49-F238E27FC236}">
                    <a16:creationId xmlns:a16="http://schemas.microsoft.com/office/drawing/2014/main" id="{C94FB339-FF26-E90C-6FBD-2AC5A8D7B7DC}"/>
                  </a:ext>
                </a:extLst>
              </p:cNvPr>
              <p:cNvSpPr/>
              <p:nvPr/>
            </p:nvSpPr>
            <p:spPr>
              <a:xfrm>
                <a:off x="7558219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3" name="pg318">
                <a:extLst>
                  <a:ext uri="{FF2B5EF4-FFF2-40B4-BE49-F238E27FC236}">
                    <a16:creationId xmlns:a16="http://schemas.microsoft.com/office/drawing/2014/main" id="{BE6F991B-2946-21AF-8FF6-A3571DF4FA8A}"/>
                  </a:ext>
                </a:extLst>
              </p:cNvPr>
              <p:cNvSpPr/>
              <p:nvPr/>
            </p:nvSpPr>
            <p:spPr>
              <a:xfrm>
                <a:off x="765140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4" name="pg319">
                <a:extLst>
                  <a:ext uri="{FF2B5EF4-FFF2-40B4-BE49-F238E27FC236}">
                    <a16:creationId xmlns:a16="http://schemas.microsoft.com/office/drawing/2014/main" id="{F0250BB8-CE2A-C9F0-3E65-2675A39C0AAC}"/>
                  </a:ext>
                </a:extLst>
              </p:cNvPr>
              <p:cNvSpPr/>
              <p:nvPr/>
            </p:nvSpPr>
            <p:spPr>
              <a:xfrm>
                <a:off x="7682471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5" name="pg320">
                <a:extLst>
                  <a:ext uri="{FF2B5EF4-FFF2-40B4-BE49-F238E27FC236}">
                    <a16:creationId xmlns:a16="http://schemas.microsoft.com/office/drawing/2014/main" id="{26343061-44F6-31D1-66F0-076DDBABA05C}"/>
                  </a:ext>
                </a:extLst>
              </p:cNvPr>
              <p:cNvSpPr/>
              <p:nvPr/>
            </p:nvSpPr>
            <p:spPr>
              <a:xfrm>
                <a:off x="7713534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6" name="pg321">
                <a:extLst>
                  <a:ext uri="{FF2B5EF4-FFF2-40B4-BE49-F238E27FC236}">
                    <a16:creationId xmlns:a16="http://schemas.microsoft.com/office/drawing/2014/main" id="{76C9A0EE-1381-50B6-ECE9-691F19CA3F73}"/>
                  </a:ext>
                </a:extLst>
              </p:cNvPr>
              <p:cNvSpPr/>
              <p:nvPr/>
            </p:nvSpPr>
            <p:spPr>
              <a:xfrm>
                <a:off x="7744597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7" name="pg322">
                <a:extLst>
                  <a:ext uri="{FF2B5EF4-FFF2-40B4-BE49-F238E27FC236}">
                    <a16:creationId xmlns:a16="http://schemas.microsoft.com/office/drawing/2014/main" id="{9D0D78AF-12C9-BDCE-43E8-5B5862261750}"/>
                  </a:ext>
                </a:extLst>
              </p:cNvPr>
              <p:cNvSpPr/>
              <p:nvPr/>
            </p:nvSpPr>
            <p:spPr>
              <a:xfrm>
                <a:off x="777566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8" name="pg323">
                <a:extLst>
                  <a:ext uri="{FF2B5EF4-FFF2-40B4-BE49-F238E27FC236}">
                    <a16:creationId xmlns:a16="http://schemas.microsoft.com/office/drawing/2014/main" id="{B9E33ED2-8200-E009-D1AE-0B02F5EE72BF}"/>
                  </a:ext>
                </a:extLst>
              </p:cNvPr>
              <p:cNvSpPr/>
              <p:nvPr/>
            </p:nvSpPr>
            <p:spPr>
              <a:xfrm>
                <a:off x="703015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9" name="pg324">
                <a:extLst>
                  <a:ext uri="{FF2B5EF4-FFF2-40B4-BE49-F238E27FC236}">
                    <a16:creationId xmlns:a16="http://schemas.microsoft.com/office/drawing/2014/main" id="{F4B77CCD-5079-405C-F30E-3A7FD5A1D9A5}"/>
                  </a:ext>
                </a:extLst>
              </p:cNvPr>
              <p:cNvSpPr/>
              <p:nvPr/>
            </p:nvSpPr>
            <p:spPr>
              <a:xfrm>
                <a:off x="7061213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0" name="pg325">
                <a:extLst>
                  <a:ext uri="{FF2B5EF4-FFF2-40B4-BE49-F238E27FC236}">
                    <a16:creationId xmlns:a16="http://schemas.microsoft.com/office/drawing/2014/main" id="{27E45DCD-7DE6-695E-63C9-305CC5E2AA07}"/>
                  </a:ext>
                </a:extLst>
              </p:cNvPr>
              <p:cNvSpPr/>
              <p:nvPr/>
            </p:nvSpPr>
            <p:spPr>
              <a:xfrm>
                <a:off x="709227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1" name="pg326">
                <a:extLst>
                  <a:ext uri="{FF2B5EF4-FFF2-40B4-BE49-F238E27FC236}">
                    <a16:creationId xmlns:a16="http://schemas.microsoft.com/office/drawing/2014/main" id="{47F7D7E7-9A6A-DA16-01A4-26E2ABD379B0}"/>
                  </a:ext>
                </a:extLst>
              </p:cNvPr>
              <p:cNvSpPr/>
              <p:nvPr/>
            </p:nvSpPr>
            <p:spPr>
              <a:xfrm>
                <a:off x="712333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2" name="pg327">
                <a:extLst>
                  <a:ext uri="{FF2B5EF4-FFF2-40B4-BE49-F238E27FC236}">
                    <a16:creationId xmlns:a16="http://schemas.microsoft.com/office/drawing/2014/main" id="{9755A5A5-FD55-804B-DF63-188B73E9621F}"/>
                  </a:ext>
                </a:extLst>
              </p:cNvPr>
              <p:cNvSpPr/>
              <p:nvPr/>
            </p:nvSpPr>
            <p:spPr>
              <a:xfrm>
                <a:off x="7154402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3" name="pg328">
                <a:extLst>
                  <a:ext uri="{FF2B5EF4-FFF2-40B4-BE49-F238E27FC236}">
                    <a16:creationId xmlns:a16="http://schemas.microsoft.com/office/drawing/2014/main" id="{6151D329-AA5C-9CDD-0AF6-EAF9B663D612}"/>
                  </a:ext>
                </a:extLst>
              </p:cNvPr>
              <p:cNvSpPr/>
              <p:nvPr/>
            </p:nvSpPr>
            <p:spPr>
              <a:xfrm>
                <a:off x="718546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4" name="pg329">
                <a:extLst>
                  <a:ext uri="{FF2B5EF4-FFF2-40B4-BE49-F238E27FC236}">
                    <a16:creationId xmlns:a16="http://schemas.microsoft.com/office/drawing/2014/main" id="{176A3E1C-A4B4-164E-A6F9-2F173C036227}"/>
                  </a:ext>
                </a:extLst>
              </p:cNvPr>
              <p:cNvSpPr/>
              <p:nvPr/>
            </p:nvSpPr>
            <p:spPr>
              <a:xfrm>
                <a:off x="7216527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5" name="pg330">
                <a:extLst>
                  <a:ext uri="{FF2B5EF4-FFF2-40B4-BE49-F238E27FC236}">
                    <a16:creationId xmlns:a16="http://schemas.microsoft.com/office/drawing/2014/main" id="{DC9F8311-9E78-B785-6B7B-24A609B2DB6A}"/>
                  </a:ext>
                </a:extLst>
              </p:cNvPr>
              <p:cNvSpPr/>
              <p:nvPr/>
            </p:nvSpPr>
            <p:spPr>
              <a:xfrm>
                <a:off x="724759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6" name="pg331">
                <a:extLst>
                  <a:ext uri="{FF2B5EF4-FFF2-40B4-BE49-F238E27FC236}">
                    <a16:creationId xmlns:a16="http://schemas.microsoft.com/office/drawing/2014/main" id="{927906CA-BE38-F967-58C3-158B75ADD057}"/>
                  </a:ext>
                </a:extLst>
              </p:cNvPr>
              <p:cNvSpPr/>
              <p:nvPr/>
            </p:nvSpPr>
            <p:spPr>
              <a:xfrm>
                <a:off x="7278653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7" name="pg332">
                <a:extLst>
                  <a:ext uri="{FF2B5EF4-FFF2-40B4-BE49-F238E27FC236}">
                    <a16:creationId xmlns:a16="http://schemas.microsoft.com/office/drawing/2014/main" id="{4B877EA9-57FE-F07E-FA10-841EAEE18457}"/>
                  </a:ext>
                </a:extLst>
              </p:cNvPr>
              <p:cNvSpPr/>
              <p:nvPr/>
            </p:nvSpPr>
            <p:spPr>
              <a:xfrm>
                <a:off x="730971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8" name="pg333">
                <a:extLst>
                  <a:ext uri="{FF2B5EF4-FFF2-40B4-BE49-F238E27FC236}">
                    <a16:creationId xmlns:a16="http://schemas.microsoft.com/office/drawing/2014/main" id="{F6B06522-5B73-3AE1-7EC9-F0CB6479794E}"/>
                  </a:ext>
                </a:extLst>
              </p:cNvPr>
              <p:cNvSpPr/>
              <p:nvPr/>
            </p:nvSpPr>
            <p:spPr>
              <a:xfrm>
                <a:off x="7340779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9" name="pg334">
                <a:extLst>
                  <a:ext uri="{FF2B5EF4-FFF2-40B4-BE49-F238E27FC236}">
                    <a16:creationId xmlns:a16="http://schemas.microsoft.com/office/drawing/2014/main" id="{168804BD-EE4F-8481-FD27-657991E0B296}"/>
                  </a:ext>
                </a:extLst>
              </p:cNvPr>
              <p:cNvSpPr/>
              <p:nvPr/>
            </p:nvSpPr>
            <p:spPr>
              <a:xfrm>
                <a:off x="7371842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0" name="pg335">
                <a:extLst>
                  <a:ext uri="{FF2B5EF4-FFF2-40B4-BE49-F238E27FC236}">
                    <a16:creationId xmlns:a16="http://schemas.microsoft.com/office/drawing/2014/main" id="{245DE801-052C-240B-C3C7-BECEAD18BA26}"/>
                  </a:ext>
                </a:extLst>
              </p:cNvPr>
              <p:cNvSpPr/>
              <p:nvPr/>
            </p:nvSpPr>
            <p:spPr>
              <a:xfrm>
                <a:off x="740290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1" name="pg336">
                <a:extLst>
                  <a:ext uri="{FF2B5EF4-FFF2-40B4-BE49-F238E27FC236}">
                    <a16:creationId xmlns:a16="http://schemas.microsoft.com/office/drawing/2014/main" id="{4719A586-687C-5CCE-03AC-196571CA64AE}"/>
                  </a:ext>
                </a:extLst>
              </p:cNvPr>
              <p:cNvSpPr/>
              <p:nvPr/>
            </p:nvSpPr>
            <p:spPr>
              <a:xfrm>
                <a:off x="743396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2" name="pg337">
                <a:extLst>
                  <a:ext uri="{FF2B5EF4-FFF2-40B4-BE49-F238E27FC236}">
                    <a16:creationId xmlns:a16="http://schemas.microsoft.com/office/drawing/2014/main" id="{488E74B1-1FB7-A61E-BE95-F37774B4679A}"/>
                  </a:ext>
                </a:extLst>
              </p:cNvPr>
              <p:cNvSpPr/>
              <p:nvPr/>
            </p:nvSpPr>
            <p:spPr>
              <a:xfrm>
                <a:off x="7465031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3" name="pg338">
                <a:extLst>
                  <a:ext uri="{FF2B5EF4-FFF2-40B4-BE49-F238E27FC236}">
                    <a16:creationId xmlns:a16="http://schemas.microsoft.com/office/drawing/2014/main" id="{3F5D08B4-37F2-B84A-AE7D-FB60E147DD6E}"/>
                  </a:ext>
                </a:extLst>
              </p:cNvPr>
              <p:cNvSpPr/>
              <p:nvPr/>
            </p:nvSpPr>
            <p:spPr>
              <a:xfrm>
                <a:off x="7496094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4" name="pg339">
                <a:extLst>
                  <a:ext uri="{FF2B5EF4-FFF2-40B4-BE49-F238E27FC236}">
                    <a16:creationId xmlns:a16="http://schemas.microsoft.com/office/drawing/2014/main" id="{274422AD-C919-FA80-BD9C-7FFA561E6725}"/>
                  </a:ext>
                </a:extLst>
              </p:cNvPr>
              <p:cNvSpPr/>
              <p:nvPr/>
            </p:nvSpPr>
            <p:spPr>
              <a:xfrm>
                <a:off x="752715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5" name="pg340">
                <a:extLst>
                  <a:ext uri="{FF2B5EF4-FFF2-40B4-BE49-F238E27FC236}">
                    <a16:creationId xmlns:a16="http://schemas.microsoft.com/office/drawing/2014/main" id="{7DF9B53D-FAF8-0CC7-CC64-1BD3C0030257}"/>
                  </a:ext>
                </a:extLst>
              </p:cNvPr>
              <p:cNvSpPr/>
              <p:nvPr/>
            </p:nvSpPr>
            <p:spPr>
              <a:xfrm>
                <a:off x="7558219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6" name="pg341">
                <a:extLst>
                  <a:ext uri="{FF2B5EF4-FFF2-40B4-BE49-F238E27FC236}">
                    <a16:creationId xmlns:a16="http://schemas.microsoft.com/office/drawing/2014/main" id="{3E628FE6-2AC4-782C-27D2-C63E460B5180}"/>
                  </a:ext>
                </a:extLst>
              </p:cNvPr>
              <p:cNvSpPr/>
              <p:nvPr/>
            </p:nvSpPr>
            <p:spPr>
              <a:xfrm>
                <a:off x="762034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7" name="pg342">
                <a:extLst>
                  <a:ext uri="{FF2B5EF4-FFF2-40B4-BE49-F238E27FC236}">
                    <a16:creationId xmlns:a16="http://schemas.microsoft.com/office/drawing/2014/main" id="{60304E15-3120-5F8E-94AD-4376164C68A7}"/>
                  </a:ext>
                </a:extLst>
              </p:cNvPr>
              <p:cNvSpPr/>
              <p:nvPr/>
            </p:nvSpPr>
            <p:spPr>
              <a:xfrm>
                <a:off x="765140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8" name="pg343">
                <a:extLst>
                  <a:ext uri="{FF2B5EF4-FFF2-40B4-BE49-F238E27FC236}">
                    <a16:creationId xmlns:a16="http://schemas.microsoft.com/office/drawing/2014/main" id="{C960750C-D216-1484-4867-D75B9C4A1CD5}"/>
                  </a:ext>
                </a:extLst>
              </p:cNvPr>
              <p:cNvSpPr/>
              <p:nvPr/>
            </p:nvSpPr>
            <p:spPr>
              <a:xfrm>
                <a:off x="7682471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9" name="pg344">
                <a:extLst>
                  <a:ext uri="{FF2B5EF4-FFF2-40B4-BE49-F238E27FC236}">
                    <a16:creationId xmlns:a16="http://schemas.microsoft.com/office/drawing/2014/main" id="{260F3133-DE60-52C2-53F9-B1D1442D7F5B}"/>
                  </a:ext>
                </a:extLst>
              </p:cNvPr>
              <p:cNvSpPr/>
              <p:nvPr/>
            </p:nvSpPr>
            <p:spPr>
              <a:xfrm>
                <a:off x="7713534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0" name="pg345">
                <a:extLst>
                  <a:ext uri="{FF2B5EF4-FFF2-40B4-BE49-F238E27FC236}">
                    <a16:creationId xmlns:a16="http://schemas.microsoft.com/office/drawing/2014/main" id="{B8C84732-FA69-B838-A4D5-D5C95DD19ABE}"/>
                  </a:ext>
                </a:extLst>
              </p:cNvPr>
              <p:cNvSpPr/>
              <p:nvPr/>
            </p:nvSpPr>
            <p:spPr>
              <a:xfrm>
                <a:off x="7744597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1" name="pg346">
                <a:extLst>
                  <a:ext uri="{FF2B5EF4-FFF2-40B4-BE49-F238E27FC236}">
                    <a16:creationId xmlns:a16="http://schemas.microsoft.com/office/drawing/2014/main" id="{EB64360D-5E66-38DD-BAB1-CECAD2F299EF}"/>
                  </a:ext>
                </a:extLst>
              </p:cNvPr>
              <p:cNvSpPr/>
              <p:nvPr/>
            </p:nvSpPr>
            <p:spPr>
              <a:xfrm>
                <a:off x="777566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2" name="pg347">
                <a:extLst>
                  <a:ext uri="{FF2B5EF4-FFF2-40B4-BE49-F238E27FC236}">
                    <a16:creationId xmlns:a16="http://schemas.microsoft.com/office/drawing/2014/main" id="{EC629FC9-0BB8-A2F9-4CCD-EBD879C1E66D}"/>
                  </a:ext>
                </a:extLst>
              </p:cNvPr>
              <p:cNvSpPr/>
              <p:nvPr/>
            </p:nvSpPr>
            <p:spPr>
              <a:xfrm>
                <a:off x="706121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3" name="pg348">
                <a:extLst>
                  <a:ext uri="{FF2B5EF4-FFF2-40B4-BE49-F238E27FC236}">
                    <a16:creationId xmlns:a16="http://schemas.microsoft.com/office/drawing/2014/main" id="{51BEC076-516C-1DD9-56CA-A3D04F515006}"/>
                  </a:ext>
                </a:extLst>
              </p:cNvPr>
              <p:cNvSpPr/>
              <p:nvPr/>
            </p:nvSpPr>
            <p:spPr>
              <a:xfrm>
                <a:off x="709227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4" name="pg349">
                <a:extLst>
                  <a:ext uri="{FF2B5EF4-FFF2-40B4-BE49-F238E27FC236}">
                    <a16:creationId xmlns:a16="http://schemas.microsoft.com/office/drawing/2014/main" id="{1CE3E9F7-CB75-7979-E892-8E11683A274D}"/>
                  </a:ext>
                </a:extLst>
              </p:cNvPr>
              <p:cNvSpPr/>
              <p:nvPr/>
            </p:nvSpPr>
            <p:spPr>
              <a:xfrm>
                <a:off x="712333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5" name="pg350">
                <a:extLst>
                  <a:ext uri="{FF2B5EF4-FFF2-40B4-BE49-F238E27FC236}">
                    <a16:creationId xmlns:a16="http://schemas.microsoft.com/office/drawing/2014/main" id="{6B52F349-17A7-882A-4A12-D687B39A9004}"/>
                  </a:ext>
                </a:extLst>
              </p:cNvPr>
              <p:cNvSpPr/>
              <p:nvPr/>
            </p:nvSpPr>
            <p:spPr>
              <a:xfrm>
                <a:off x="7154402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6" name="pg351">
                <a:extLst>
                  <a:ext uri="{FF2B5EF4-FFF2-40B4-BE49-F238E27FC236}">
                    <a16:creationId xmlns:a16="http://schemas.microsoft.com/office/drawing/2014/main" id="{A257D802-ED31-2883-952A-CEC4CB0A31E2}"/>
                  </a:ext>
                </a:extLst>
              </p:cNvPr>
              <p:cNvSpPr/>
              <p:nvPr/>
            </p:nvSpPr>
            <p:spPr>
              <a:xfrm>
                <a:off x="718546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7" name="pg352">
                <a:extLst>
                  <a:ext uri="{FF2B5EF4-FFF2-40B4-BE49-F238E27FC236}">
                    <a16:creationId xmlns:a16="http://schemas.microsoft.com/office/drawing/2014/main" id="{80B0B1F2-E3A1-21DC-6C75-AA9D062D646A}"/>
                  </a:ext>
                </a:extLst>
              </p:cNvPr>
              <p:cNvSpPr/>
              <p:nvPr/>
            </p:nvSpPr>
            <p:spPr>
              <a:xfrm>
                <a:off x="7216527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8" name="pg353">
                <a:extLst>
                  <a:ext uri="{FF2B5EF4-FFF2-40B4-BE49-F238E27FC236}">
                    <a16:creationId xmlns:a16="http://schemas.microsoft.com/office/drawing/2014/main" id="{0F948CFC-4ADC-C63B-6E80-6664FA9C6ACB}"/>
                  </a:ext>
                </a:extLst>
              </p:cNvPr>
              <p:cNvSpPr/>
              <p:nvPr/>
            </p:nvSpPr>
            <p:spPr>
              <a:xfrm>
                <a:off x="7247590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9" name="pg354">
                <a:extLst>
                  <a:ext uri="{FF2B5EF4-FFF2-40B4-BE49-F238E27FC236}">
                    <a16:creationId xmlns:a16="http://schemas.microsoft.com/office/drawing/2014/main" id="{7685BFE9-0625-6F29-2AB5-FA960266AE77}"/>
                  </a:ext>
                </a:extLst>
              </p:cNvPr>
              <p:cNvSpPr/>
              <p:nvPr/>
            </p:nvSpPr>
            <p:spPr>
              <a:xfrm>
                <a:off x="727865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0" name="pg355">
                <a:extLst>
                  <a:ext uri="{FF2B5EF4-FFF2-40B4-BE49-F238E27FC236}">
                    <a16:creationId xmlns:a16="http://schemas.microsoft.com/office/drawing/2014/main" id="{15C4225F-45C6-A1AF-E70D-E0E5EC2EFFE1}"/>
                  </a:ext>
                </a:extLst>
              </p:cNvPr>
              <p:cNvSpPr/>
              <p:nvPr/>
            </p:nvSpPr>
            <p:spPr>
              <a:xfrm>
                <a:off x="730971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1" name="pg356">
                <a:extLst>
                  <a:ext uri="{FF2B5EF4-FFF2-40B4-BE49-F238E27FC236}">
                    <a16:creationId xmlns:a16="http://schemas.microsoft.com/office/drawing/2014/main" id="{887DF982-AE97-FF73-97A6-FFBA997B7A11}"/>
                  </a:ext>
                </a:extLst>
              </p:cNvPr>
              <p:cNvSpPr/>
              <p:nvPr/>
            </p:nvSpPr>
            <p:spPr>
              <a:xfrm>
                <a:off x="7340779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2" name="pg357">
                <a:extLst>
                  <a:ext uri="{FF2B5EF4-FFF2-40B4-BE49-F238E27FC236}">
                    <a16:creationId xmlns:a16="http://schemas.microsoft.com/office/drawing/2014/main" id="{FEA6E091-FB8E-A94E-C6AA-D8DBFEBA1C5D}"/>
                  </a:ext>
                </a:extLst>
              </p:cNvPr>
              <p:cNvSpPr/>
              <p:nvPr/>
            </p:nvSpPr>
            <p:spPr>
              <a:xfrm>
                <a:off x="7371842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3" name="pg358">
                <a:extLst>
                  <a:ext uri="{FF2B5EF4-FFF2-40B4-BE49-F238E27FC236}">
                    <a16:creationId xmlns:a16="http://schemas.microsoft.com/office/drawing/2014/main" id="{93788C83-DD82-ED90-A85F-5C6607E7827D}"/>
                  </a:ext>
                </a:extLst>
              </p:cNvPr>
              <p:cNvSpPr/>
              <p:nvPr/>
            </p:nvSpPr>
            <p:spPr>
              <a:xfrm>
                <a:off x="740290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4" name="pg359">
                <a:extLst>
                  <a:ext uri="{FF2B5EF4-FFF2-40B4-BE49-F238E27FC236}">
                    <a16:creationId xmlns:a16="http://schemas.microsoft.com/office/drawing/2014/main" id="{5C604945-E5A8-3BD6-F96D-3E3D5DD862BA}"/>
                  </a:ext>
                </a:extLst>
              </p:cNvPr>
              <p:cNvSpPr/>
              <p:nvPr/>
            </p:nvSpPr>
            <p:spPr>
              <a:xfrm>
                <a:off x="743396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5" name="pg360">
                <a:extLst>
                  <a:ext uri="{FF2B5EF4-FFF2-40B4-BE49-F238E27FC236}">
                    <a16:creationId xmlns:a16="http://schemas.microsoft.com/office/drawing/2014/main" id="{B28D2662-9A8A-82FD-FB8B-28087929B720}"/>
                  </a:ext>
                </a:extLst>
              </p:cNvPr>
              <p:cNvSpPr/>
              <p:nvPr/>
            </p:nvSpPr>
            <p:spPr>
              <a:xfrm>
                <a:off x="7465031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6" name="pg361">
                <a:extLst>
                  <a:ext uri="{FF2B5EF4-FFF2-40B4-BE49-F238E27FC236}">
                    <a16:creationId xmlns:a16="http://schemas.microsoft.com/office/drawing/2014/main" id="{BB6AE9F3-2CF2-A6B0-31B2-8923584A7D4D}"/>
                  </a:ext>
                </a:extLst>
              </p:cNvPr>
              <p:cNvSpPr/>
              <p:nvPr/>
            </p:nvSpPr>
            <p:spPr>
              <a:xfrm>
                <a:off x="7496094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7" name="pg362">
                <a:extLst>
                  <a:ext uri="{FF2B5EF4-FFF2-40B4-BE49-F238E27FC236}">
                    <a16:creationId xmlns:a16="http://schemas.microsoft.com/office/drawing/2014/main" id="{4ED35BAD-CF07-8976-9722-0D9FF3ED8FCC}"/>
                  </a:ext>
                </a:extLst>
              </p:cNvPr>
              <p:cNvSpPr/>
              <p:nvPr/>
            </p:nvSpPr>
            <p:spPr>
              <a:xfrm>
                <a:off x="752715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8" name="pg363">
                <a:extLst>
                  <a:ext uri="{FF2B5EF4-FFF2-40B4-BE49-F238E27FC236}">
                    <a16:creationId xmlns:a16="http://schemas.microsoft.com/office/drawing/2014/main" id="{0E267541-576E-5757-A5C7-925C2FA4FE8D}"/>
                  </a:ext>
                </a:extLst>
              </p:cNvPr>
              <p:cNvSpPr/>
              <p:nvPr/>
            </p:nvSpPr>
            <p:spPr>
              <a:xfrm>
                <a:off x="7558219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9" name="pg364">
                <a:extLst>
                  <a:ext uri="{FF2B5EF4-FFF2-40B4-BE49-F238E27FC236}">
                    <a16:creationId xmlns:a16="http://schemas.microsoft.com/office/drawing/2014/main" id="{DCD4B583-59CC-55E2-FE71-5914FEC60122}"/>
                  </a:ext>
                </a:extLst>
              </p:cNvPr>
              <p:cNvSpPr/>
              <p:nvPr/>
            </p:nvSpPr>
            <p:spPr>
              <a:xfrm>
                <a:off x="758928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0" name="pg365">
                <a:extLst>
                  <a:ext uri="{FF2B5EF4-FFF2-40B4-BE49-F238E27FC236}">
                    <a16:creationId xmlns:a16="http://schemas.microsoft.com/office/drawing/2014/main" id="{7AB206C8-AD4A-0A4F-6DE2-199E112B2D0E}"/>
                  </a:ext>
                </a:extLst>
              </p:cNvPr>
              <p:cNvSpPr/>
              <p:nvPr/>
            </p:nvSpPr>
            <p:spPr>
              <a:xfrm>
                <a:off x="762034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1" name="pg366">
                <a:extLst>
                  <a:ext uri="{FF2B5EF4-FFF2-40B4-BE49-F238E27FC236}">
                    <a16:creationId xmlns:a16="http://schemas.microsoft.com/office/drawing/2014/main" id="{07E1F02D-40CE-4D4D-4308-EEFBA73390D4}"/>
                  </a:ext>
                </a:extLst>
              </p:cNvPr>
              <p:cNvSpPr/>
              <p:nvPr/>
            </p:nvSpPr>
            <p:spPr>
              <a:xfrm>
                <a:off x="765140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2" name="pg367">
                <a:extLst>
                  <a:ext uri="{FF2B5EF4-FFF2-40B4-BE49-F238E27FC236}">
                    <a16:creationId xmlns:a16="http://schemas.microsoft.com/office/drawing/2014/main" id="{BB781B11-BD66-18DD-E0D3-16CEAF0849BA}"/>
                  </a:ext>
                </a:extLst>
              </p:cNvPr>
              <p:cNvSpPr/>
              <p:nvPr/>
            </p:nvSpPr>
            <p:spPr>
              <a:xfrm>
                <a:off x="7682471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3" name="pg368">
                <a:extLst>
                  <a:ext uri="{FF2B5EF4-FFF2-40B4-BE49-F238E27FC236}">
                    <a16:creationId xmlns:a16="http://schemas.microsoft.com/office/drawing/2014/main" id="{5AA81573-A162-DD74-790B-A1A17FC0F220}"/>
                  </a:ext>
                </a:extLst>
              </p:cNvPr>
              <p:cNvSpPr/>
              <p:nvPr/>
            </p:nvSpPr>
            <p:spPr>
              <a:xfrm>
                <a:off x="7713534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4" name="pg369">
                <a:extLst>
                  <a:ext uri="{FF2B5EF4-FFF2-40B4-BE49-F238E27FC236}">
                    <a16:creationId xmlns:a16="http://schemas.microsoft.com/office/drawing/2014/main" id="{A4D70995-D10B-B0BA-944B-C3DF7A920745}"/>
                  </a:ext>
                </a:extLst>
              </p:cNvPr>
              <p:cNvSpPr/>
              <p:nvPr/>
            </p:nvSpPr>
            <p:spPr>
              <a:xfrm>
                <a:off x="7744597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5" name="pg370">
                <a:extLst>
                  <a:ext uri="{FF2B5EF4-FFF2-40B4-BE49-F238E27FC236}">
                    <a16:creationId xmlns:a16="http://schemas.microsoft.com/office/drawing/2014/main" id="{F1A3DA43-BDCD-8314-8641-1D29FC4AEB5E}"/>
                  </a:ext>
                </a:extLst>
              </p:cNvPr>
              <p:cNvSpPr/>
              <p:nvPr/>
            </p:nvSpPr>
            <p:spPr>
              <a:xfrm>
                <a:off x="7775660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6" name="pg371">
                <a:extLst>
                  <a:ext uri="{FF2B5EF4-FFF2-40B4-BE49-F238E27FC236}">
                    <a16:creationId xmlns:a16="http://schemas.microsoft.com/office/drawing/2014/main" id="{1E011249-E65A-7B48-4AA8-D5E26E24CEA6}"/>
                  </a:ext>
                </a:extLst>
              </p:cNvPr>
              <p:cNvSpPr/>
              <p:nvPr/>
            </p:nvSpPr>
            <p:spPr>
              <a:xfrm>
                <a:off x="709227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7" name="pg372">
                <a:extLst>
                  <a:ext uri="{FF2B5EF4-FFF2-40B4-BE49-F238E27FC236}">
                    <a16:creationId xmlns:a16="http://schemas.microsoft.com/office/drawing/2014/main" id="{A9484AF2-5523-3162-1FAC-C0463C439349}"/>
                  </a:ext>
                </a:extLst>
              </p:cNvPr>
              <p:cNvSpPr/>
              <p:nvPr/>
            </p:nvSpPr>
            <p:spPr>
              <a:xfrm>
                <a:off x="712333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8" name="pg373">
                <a:extLst>
                  <a:ext uri="{FF2B5EF4-FFF2-40B4-BE49-F238E27FC236}">
                    <a16:creationId xmlns:a16="http://schemas.microsoft.com/office/drawing/2014/main" id="{562B3F88-7DED-C2D9-B2E2-95B9CC0CFF06}"/>
                  </a:ext>
                </a:extLst>
              </p:cNvPr>
              <p:cNvSpPr/>
              <p:nvPr/>
            </p:nvSpPr>
            <p:spPr>
              <a:xfrm>
                <a:off x="7154402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9" name="pg374">
                <a:extLst>
                  <a:ext uri="{FF2B5EF4-FFF2-40B4-BE49-F238E27FC236}">
                    <a16:creationId xmlns:a16="http://schemas.microsoft.com/office/drawing/2014/main" id="{8F8EC881-4552-F4DD-3C4E-A8009FC3FC66}"/>
                  </a:ext>
                </a:extLst>
              </p:cNvPr>
              <p:cNvSpPr/>
              <p:nvPr/>
            </p:nvSpPr>
            <p:spPr>
              <a:xfrm>
                <a:off x="718546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0" name="pg375">
                <a:extLst>
                  <a:ext uri="{FF2B5EF4-FFF2-40B4-BE49-F238E27FC236}">
                    <a16:creationId xmlns:a16="http://schemas.microsoft.com/office/drawing/2014/main" id="{9E17EAA8-325E-E453-8AD5-33AF8ED58CD9}"/>
                  </a:ext>
                </a:extLst>
              </p:cNvPr>
              <p:cNvSpPr/>
              <p:nvPr/>
            </p:nvSpPr>
            <p:spPr>
              <a:xfrm>
                <a:off x="7216527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1" name="pg376">
                <a:extLst>
                  <a:ext uri="{FF2B5EF4-FFF2-40B4-BE49-F238E27FC236}">
                    <a16:creationId xmlns:a16="http://schemas.microsoft.com/office/drawing/2014/main" id="{A03533F1-718D-3CF0-33AF-5EFB73D0599C}"/>
                  </a:ext>
                </a:extLst>
              </p:cNvPr>
              <p:cNvSpPr/>
              <p:nvPr/>
            </p:nvSpPr>
            <p:spPr>
              <a:xfrm>
                <a:off x="7247590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2" name="pg377">
                <a:extLst>
                  <a:ext uri="{FF2B5EF4-FFF2-40B4-BE49-F238E27FC236}">
                    <a16:creationId xmlns:a16="http://schemas.microsoft.com/office/drawing/2014/main" id="{7B0C0291-1313-B9A2-9410-F3E10FDE284F}"/>
                  </a:ext>
                </a:extLst>
              </p:cNvPr>
              <p:cNvSpPr/>
              <p:nvPr/>
            </p:nvSpPr>
            <p:spPr>
              <a:xfrm>
                <a:off x="7278653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3" name="pg378">
                <a:extLst>
                  <a:ext uri="{FF2B5EF4-FFF2-40B4-BE49-F238E27FC236}">
                    <a16:creationId xmlns:a16="http://schemas.microsoft.com/office/drawing/2014/main" id="{1AAD523C-B3AA-FE56-73B4-44354C835258}"/>
                  </a:ext>
                </a:extLst>
              </p:cNvPr>
              <p:cNvSpPr/>
              <p:nvPr/>
            </p:nvSpPr>
            <p:spPr>
              <a:xfrm>
                <a:off x="730971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4" name="pg379">
                <a:extLst>
                  <a:ext uri="{FF2B5EF4-FFF2-40B4-BE49-F238E27FC236}">
                    <a16:creationId xmlns:a16="http://schemas.microsoft.com/office/drawing/2014/main" id="{C12D771E-E2DF-7798-F9BF-DE4511359C5C}"/>
                  </a:ext>
                </a:extLst>
              </p:cNvPr>
              <p:cNvSpPr/>
              <p:nvPr/>
            </p:nvSpPr>
            <p:spPr>
              <a:xfrm>
                <a:off x="7340779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5" name="pg380">
                <a:extLst>
                  <a:ext uri="{FF2B5EF4-FFF2-40B4-BE49-F238E27FC236}">
                    <a16:creationId xmlns:a16="http://schemas.microsoft.com/office/drawing/2014/main" id="{9BBD7B0A-0249-752D-0287-EBF6415EC981}"/>
                  </a:ext>
                </a:extLst>
              </p:cNvPr>
              <p:cNvSpPr/>
              <p:nvPr/>
            </p:nvSpPr>
            <p:spPr>
              <a:xfrm>
                <a:off x="7371842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6" name="pg381">
                <a:extLst>
                  <a:ext uri="{FF2B5EF4-FFF2-40B4-BE49-F238E27FC236}">
                    <a16:creationId xmlns:a16="http://schemas.microsoft.com/office/drawing/2014/main" id="{1BE9C64D-B85C-1B3C-7FCD-9ABB78BB45AD}"/>
                  </a:ext>
                </a:extLst>
              </p:cNvPr>
              <p:cNvSpPr/>
              <p:nvPr/>
            </p:nvSpPr>
            <p:spPr>
              <a:xfrm>
                <a:off x="740290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7" name="pg382">
                <a:extLst>
                  <a:ext uri="{FF2B5EF4-FFF2-40B4-BE49-F238E27FC236}">
                    <a16:creationId xmlns:a16="http://schemas.microsoft.com/office/drawing/2014/main" id="{9C825AE5-5B96-EF06-A992-88AB8FF27A79}"/>
                  </a:ext>
                </a:extLst>
              </p:cNvPr>
              <p:cNvSpPr/>
              <p:nvPr/>
            </p:nvSpPr>
            <p:spPr>
              <a:xfrm>
                <a:off x="743396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8" name="pg383">
                <a:extLst>
                  <a:ext uri="{FF2B5EF4-FFF2-40B4-BE49-F238E27FC236}">
                    <a16:creationId xmlns:a16="http://schemas.microsoft.com/office/drawing/2014/main" id="{89906447-48ED-4DFC-2857-C3E8EA366F10}"/>
                  </a:ext>
                </a:extLst>
              </p:cNvPr>
              <p:cNvSpPr/>
              <p:nvPr/>
            </p:nvSpPr>
            <p:spPr>
              <a:xfrm>
                <a:off x="7465031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9" name="pg384">
                <a:extLst>
                  <a:ext uri="{FF2B5EF4-FFF2-40B4-BE49-F238E27FC236}">
                    <a16:creationId xmlns:a16="http://schemas.microsoft.com/office/drawing/2014/main" id="{C51B1418-500B-80BB-C261-9E9D8490D182}"/>
                  </a:ext>
                </a:extLst>
              </p:cNvPr>
              <p:cNvSpPr/>
              <p:nvPr/>
            </p:nvSpPr>
            <p:spPr>
              <a:xfrm>
                <a:off x="7496094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0" name="pg385">
                <a:extLst>
                  <a:ext uri="{FF2B5EF4-FFF2-40B4-BE49-F238E27FC236}">
                    <a16:creationId xmlns:a16="http://schemas.microsoft.com/office/drawing/2014/main" id="{5A41EA4B-8979-DF20-5A42-AD732F985EBB}"/>
                  </a:ext>
                </a:extLst>
              </p:cNvPr>
              <p:cNvSpPr/>
              <p:nvPr/>
            </p:nvSpPr>
            <p:spPr>
              <a:xfrm>
                <a:off x="752715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1" name="pg386">
                <a:extLst>
                  <a:ext uri="{FF2B5EF4-FFF2-40B4-BE49-F238E27FC236}">
                    <a16:creationId xmlns:a16="http://schemas.microsoft.com/office/drawing/2014/main" id="{FA09A35D-B51A-5E09-7D8F-BBB942378933}"/>
                  </a:ext>
                </a:extLst>
              </p:cNvPr>
              <p:cNvSpPr/>
              <p:nvPr/>
            </p:nvSpPr>
            <p:spPr>
              <a:xfrm>
                <a:off x="7558219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2" name="pg387">
                <a:extLst>
                  <a:ext uri="{FF2B5EF4-FFF2-40B4-BE49-F238E27FC236}">
                    <a16:creationId xmlns:a16="http://schemas.microsoft.com/office/drawing/2014/main" id="{E54FFF76-2F34-A611-AFA7-A93C4B69CAAD}"/>
                  </a:ext>
                </a:extLst>
              </p:cNvPr>
              <p:cNvSpPr/>
              <p:nvPr/>
            </p:nvSpPr>
            <p:spPr>
              <a:xfrm>
                <a:off x="7589283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3" name="pg388">
                <a:extLst>
                  <a:ext uri="{FF2B5EF4-FFF2-40B4-BE49-F238E27FC236}">
                    <a16:creationId xmlns:a16="http://schemas.microsoft.com/office/drawing/2014/main" id="{838C1AB3-9B21-008E-C396-C40192E3B106}"/>
                  </a:ext>
                </a:extLst>
              </p:cNvPr>
              <p:cNvSpPr/>
              <p:nvPr/>
            </p:nvSpPr>
            <p:spPr>
              <a:xfrm>
                <a:off x="762034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4" name="pg389">
                <a:extLst>
                  <a:ext uri="{FF2B5EF4-FFF2-40B4-BE49-F238E27FC236}">
                    <a16:creationId xmlns:a16="http://schemas.microsoft.com/office/drawing/2014/main" id="{9D9C1D6E-0E18-83C7-AB41-5C405C784857}"/>
                  </a:ext>
                </a:extLst>
              </p:cNvPr>
              <p:cNvSpPr/>
              <p:nvPr/>
            </p:nvSpPr>
            <p:spPr>
              <a:xfrm>
                <a:off x="765140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5" name="pg390">
                <a:extLst>
                  <a:ext uri="{FF2B5EF4-FFF2-40B4-BE49-F238E27FC236}">
                    <a16:creationId xmlns:a16="http://schemas.microsoft.com/office/drawing/2014/main" id="{1645136B-29E5-C7FA-96FA-CF64D3B96AA0}"/>
                  </a:ext>
                </a:extLst>
              </p:cNvPr>
              <p:cNvSpPr/>
              <p:nvPr/>
            </p:nvSpPr>
            <p:spPr>
              <a:xfrm>
                <a:off x="7682471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6" name="pg391">
                <a:extLst>
                  <a:ext uri="{FF2B5EF4-FFF2-40B4-BE49-F238E27FC236}">
                    <a16:creationId xmlns:a16="http://schemas.microsoft.com/office/drawing/2014/main" id="{B32EE862-0A97-3CA3-375B-071B315D37C6}"/>
                  </a:ext>
                </a:extLst>
              </p:cNvPr>
              <p:cNvSpPr/>
              <p:nvPr/>
            </p:nvSpPr>
            <p:spPr>
              <a:xfrm>
                <a:off x="7713534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7" name="pg392">
                <a:extLst>
                  <a:ext uri="{FF2B5EF4-FFF2-40B4-BE49-F238E27FC236}">
                    <a16:creationId xmlns:a16="http://schemas.microsoft.com/office/drawing/2014/main" id="{83E148E5-C561-80FB-B1A8-8D95A36BEFB1}"/>
                  </a:ext>
                </a:extLst>
              </p:cNvPr>
              <p:cNvSpPr/>
              <p:nvPr/>
            </p:nvSpPr>
            <p:spPr>
              <a:xfrm>
                <a:off x="7744597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8" name="pg393">
                <a:extLst>
                  <a:ext uri="{FF2B5EF4-FFF2-40B4-BE49-F238E27FC236}">
                    <a16:creationId xmlns:a16="http://schemas.microsoft.com/office/drawing/2014/main" id="{327AC447-A661-4830-2012-4AF4599FF975}"/>
                  </a:ext>
                </a:extLst>
              </p:cNvPr>
              <p:cNvSpPr/>
              <p:nvPr/>
            </p:nvSpPr>
            <p:spPr>
              <a:xfrm>
                <a:off x="709227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9" name="pg394">
                <a:extLst>
                  <a:ext uri="{FF2B5EF4-FFF2-40B4-BE49-F238E27FC236}">
                    <a16:creationId xmlns:a16="http://schemas.microsoft.com/office/drawing/2014/main" id="{64700EA3-9C6E-24F0-0BD3-2C4E58ADE9C0}"/>
                  </a:ext>
                </a:extLst>
              </p:cNvPr>
              <p:cNvSpPr/>
              <p:nvPr/>
            </p:nvSpPr>
            <p:spPr>
              <a:xfrm>
                <a:off x="712333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0" name="pg395">
                <a:extLst>
                  <a:ext uri="{FF2B5EF4-FFF2-40B4-BE49-F238E27FC236}">
                    <a16:creationId xmlns:a16="http://schemas.microsoft.com/office/drawing/2014/main" id="{B0F555B1-7AB0-9BA1-5D4B-334152FAAE5E}"/>
                  </a:ext>
                </a:extLst>
              </p:cNvPr>
              <p:cNvSpPr/>
              <p:nvPr/>
            </p:nvSpPr>
            <p:spPr>
              <a:xfrm>
                <a:off x="7154402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1" name="pg396">
                <a:extLst>
                  <a:ext uri="{FF2B5EF4-FFF2-40B4-BE49-F238E27FC236}">
                    <a16:creationId xmlns:a16="http://schemas.microsoft.com/office/drawing/2014/main" id="{E87A080C-517A-DF38-9EE4-6436A9EC559E}"/>
                  </a:ext>
                </a:extLst>
              </p:cNvPr>
              <p:cNvSpPr/>
              <p:nvPr/>
            </p:nvSpPr>
            <p:spPr>
              <a:xfrm>
                <a:off x="718546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2" name="pg397">
                <a:extLst>
                  <a:ext uri="{FF2B5EF4-FFF2-40B4-BE49-F238E27FC236}">
                    <a16:creationId xmlns:a16="http://schemas.microsoft.com/office/drawing/2014/main" id="{3EDC4A7B-9A20-EB0D-4922-671CF2919773}"/>
                  </a:ext>
                </a:extLst>
              </p:cNvPr>
              <p:cNvSpPr/>
              <p:nvPr/>
            </p:nvSpPr>
            <p:spPr>
              <a:xfrm>
                <a:off x="7216527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3" name="pg398">
                <a:extLst>
                  <a:ext uri="{FF2B5EF4-FFF2-40B4-BE49-F238E27FC236}">
                    <a16:creationId xmlns:a16="http://schemas.microsoft.com/office/drawing/2014/main" id="{8AD7E26E-8C5D-EC01-140B-677272DCE789}"/>
                  </a:ext>
                </a:extLst>
              </p:cNvPr>
              <p:cNvSpPr/>
              <p:nvPr/>
            </p:nvSpPr>
            <p:spPr>
              <a:xfrm>
                <a:off x="7247590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4" name="pg399">
                <a:extLst>
                  <a:ext uri="{FF2B5EF4-FFF2-40B4-BE49-F238E27FC236}">
                    <a16:creationId xmlns:a16="http://schemas.microsoft.com/office/drawing/2014/main" id="{06BF9CEA-7E12-1478-F143-6764073182ED}"/>
                  </a:ext>
                </a:extLst>
              </p:cNvPr>
              <p:cNvSpPr/>
              <p:nvPr/>
            </p:nvSpPr>
            <p:spPr>
              <a:xfrm>
                <a:off x="7278653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5" name="pg400">
                <a:extLst>
                  <a:ext uri="{FF2B5EF4-FFF2-40B4-BE49-F238E27FC236}">
                    <a16:creationId xmlns:a16="http://schemas.microsoft.com/office/drawing/2014/main" id="{26A7DEB0-7C50-D3E6-E218-82E69809A5EE}"/>
                  </a:ext>
                </a:extLst>
              </p:cNvPr>
              <p:cNvSpPr/>
              <p:nvPr/>
            </p:nvSpPr>
            <p:spPr>
              <a:xfrm>
                <a:off x="730971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6" name="pg401">
                <a:extLst>
                  <a:ext uri="{FF2B5EF4-FFF2-40B4-BE49-F238E27FC236}">
                    <a16:creationId xmlns:a16="http://schemas.microsoft.com/office/drawing/2014/main" id="{1DE34268-5B20-3193-9F37-E89E1F33E4B9}"/>
                  </a:ext>
                </a:extLst>
              </p:cNvPr>
              <p:cNvSpPr/>
              <p:nvPr/>
            </p:nvSpPr>
            <p:spPr>
              <a:xfrm>
                <a:off x="7340779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7" name="pg402">
                <a:extLst>
                  <a:ext uri="{FF2B5EF4-FFF2-40B4-BE49-F238E27FC236}">
                    <a16:creationId xmlns:a16="http://schemas.microsoft.com/office/drawing/2014/main" id="{09A4A224-42ED-3E90-9310-4E13C25D3103}"/>
                  </a:ext>
                </a:extLst>
              </p:cNvPr>
              <p:cNvSpPr/>
              <p:nvPr/>
            </p:nvSpPr>
            <p:spPr>
              <a:xfrm>
                <a:off x="7371842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8" name="pg403">
                <a:extLst>
                  <a:ext uri="{FF2B5EF4-FFF2-40B4-BE49-F238E27FC236}">
                    <a16:creationId xmlns:a16="http://schemas.microsoft.com/office/drawing/2014/main" id="{3077B57F-89CB-8726-BCD1-CAA54B1B6BA5}"/>
                  </a:ext>
                </a:extLst>
              </p:cNvPr>
              <p:cNvSpPr/>
              <p:nvPr/>
            </p:nvSpPr>
            <p:spPr>
              <a:xfrm>
                <a:off x="740290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9" name="pg404">
                <a:extLst>
                  <a:ext uri="{FF2B5EF4-FFF2-40B4-BE49-F238E27FC236}">
                    <a16:creationId xmlns:a16="http://schemas.microsoft.com/office/drawing/2014/main" id="{242EF24D-7280-40B0-C5AF-941756FE3F59}"/>
                  </a:ext>
                </a:extLst>
              </p:cNvPr>
              <p:cNvSpPr/>
              <p:nvPr/>
            </p:nvSpPr>
            <p:spPr>
              <a:xfrm>
                <a:off x="743396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0" name="pg405">
                <a:extLst>
                  <a:ext uri="{FF2B5EF4-FFF2-40B4-BE49-F238E27FC236}">
                    <a16:creationId xmlns:a16="http://schemas.microsoft.com/office/drawing/2014/main" id="{AE869AAB-FFB8-FB91-3B9D-902EF45E202F}"/>
                  </a:ext>
                </a:extLst>
              </p:cNvPr>
              <p:cNvSpPr/>
              <p:nvPr/>
            </p:nvSpPr>
            <p:spPr>
              <a:xfrm>
                <a:off x="7465031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1" name="pg406">
                <a:extLst>
                  <a:ext uri="{FF2B5EF4-FFF2-40B4-BE49-F238E27FC236}">
                    <a16:creationId xmlns:a16="http://schemas.microsoft.com/office/drawing/2014/main" id="{9BFD462D-2355-B31B-B07D-2072F4383CEE}"/>
                  </a:ext>
                </a:extLst>
              </p:cNvPr>
              <p:cNvSpPr/>
              <p:nvPr/>
            </p:nvSpPr>
            <p:spPr>
              <a:xfrm>
                <a:off x="7496094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2" name="pg407">
                <a:extLst>
                  <a:ext uri="{FF2B5EF4-FFF2-40B4-BE49-F238E27FC236}">
                    <a16:creationId xmlns:a16="http://schemas.microsoft.com/office/drawing/2014/main" id="{88980BCB-796B-76A1-4679-A154F6B8AA44}"/>
                  </a:ext>
                </a:extLst>
              </p:cNvPr>
              <p:cNvSpPr/>
              <p:nvPr/>
            </p:nvSpPr>
            <p:spPr>
              <a:xfrm>
                <a:off x="752715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3" name="pg408">
                <a:extLst>
                  <a:ext uri="{FF2B5EF4-FFF2-40B4-BE49-F238E27FC236}">
                    <a16:creationId xmlns:a16="http://schemas.microsoft.com/office/drawing/2014/main" id="{FC489E63-7084-107B-6ED4-3523148443B6}"/>
                  </a:ext>
                </a:extLst>
              </p:cNvPr>
              <p:cNvSpPr/>
              <p:nvPr/>
            </p:nvSpPr>
            <p:spPr>
              <a:xfrm>
                <a:off x="7558219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4" name="pg409">
                <a:extLst>
                  <a:ext uri="{FF2B5EF4-FFF2-40B4-BE49-F238E27FC236}">
                    <a16:creationId xmlns:a16="http://schemas.microsoft.com/office/drawing/2014/main" id="{2BC9E709-1A13-6524-C2BC-442DF12A061E}"/>
                  </a:ext>
                </a:extLst>
              </p:cNvPr>
              <p:cNvSpPr/>
              <p:nvPr/>
            </p:nvSpPr>
            <p:spPr>
              <a:xfrm>
                <a:off x="7589283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5" name="pg410">
                <a:extLst>
                  <a:ext uri="{FF2B5EF4-FFF2-40B4-BE49-F238E27FC236}">
                    <a16:creationId xmlns:a16="http://schemas.microsoft.com/office/drawing/2014/main" id="{721A2CB4-C910-96C2-B9BE-0C0AABDF0DC0}"/>
                  </a:ext>
                </a:extLst>
              </p:cNvPr>
              <p:cNvSpPr/>
              <p:nvPr/>
            </p:nvSpPr>
            <p:spPr>
              <a:xfrm>
                <a:off x="762034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6" name="pg411">
                <a:extLst>
                  <a:ext uri="{FF2B5EF4-FFF2-40B4-BE49-F238E27FC236}">
                    <a16:creationId xmlns:a16="http://schemas.microsoft.com/office/drawing/2014/main" id="{6D989726-6E55-9A48-7639-58E6616BE2A2}"/>
                  </a:ext>
                </a:extLst>
              </p:cNvPr>
              <p:cNvSpPr/>
              <p:nvPr/>
            </p:nvSpPr>
            <p:spPr>
              <a:xfrm>
                <a:off x="765140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7" name="pg412">
                <a:extLst>
                  <a:ext uri="{FF2B5EF4-FFF2-40B4-BE49-F238E27FC236}">
                    <a16:creationId xmlns:a16="http://schemas.microsoft.com/office/drawing/2014/main" id="{7D7A4F12-679D-54F6-8990-A3DFC1FC7E78}"/>
                  </a:ext>
                </a:extLst>
              </p:cNvPr>
              <p:cNvSpPr/>
              <p:nvPr/>
            </p:nvSpPr>
            <p:spPr>
              <a:xfrm>
                <a:off x="7682471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8" name="pg413">
                <a:extLst>
                  <a:ext uri="{FF2B5EF4-FFF2-40B4-BE49-F238E27FC236}">
                    <a16:creationId xmlns:a16="http://schemas.microsoft.com/office/drawing/2014/main" id="{9DF54059-75A9-A2F6-7247-1566F80B4866}"/>
                  </a:ext>
                </a:extLst>
              </p:cNvPr>
              <p:cNvSpPr/>
              <p:nvPr/>
            </p:nvSpPr>
            <p:spPr>
              <a:xfrm>
                <a:off x="7713534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9" name="pg414">
                <a:extLst>
                  <a:ext uri="{FF2B5EF4-FFF2-40B4-BE49-F238E27FC236}">
                    <a16:creationId xmlns:a16="http://schemas.microsoft.com/office/drawing/2014/main" id="{1211557B-00DB-D7C0-7AA5-536166B911F6}"/>
                  </a:ext>
                </a:extLst>
              </p:cNvPr>
              <p:cNvSpPr/>
              <p:nvPr/>
            </p:nvSpPr>
            <p:spPr>
              <a:xfrm>
                <a:off x="7154402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0" name="pg415">
                <a:extLst>
                  <a:ext uri="{FF2B5EF4-FFF2-40B4-BE49-F238E27FC236}">
                    <a16:creationId xmlns:a16="http://schemas.microsoft.com/office/drawing/2014/main" id="{21219D8D-3EDC-FFF4-4EA1-60583E68F7B3}"/>
                  </a:ext>
                </a:extLst>
              </p:cNvPr>
              <p:cNvSpPr/>
              <p:nvPr/>
            </p:nvSpPr>
            <p:spPr>
              <a:xfrm>
                <a:off x="718546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1" name="pg416">
                <a:extLst>
                  <a:ext uri="{FF2B5EF4-FFF2-40B4-BE49-F238E27FC236}">
                    <a16:creationId xmlns:a16="http://schemas.microsoft.com/office/drawing/2014/main" id="{48E4064B-4D7F-78ED-C017-2A7B73F35BBD}"/>
                  </a:ext>
                </a:extLst>
              </p:cNvPr>
              <p:cNvSpPr/>
              <p:nvPr/>
            </p:nvSpPr>
            <p:spPr>
              <a:xfrm>
                <a:off x="7216527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2" name="pg417">
                <a:extLst>
                  <a:ext uri="{FF2B5EF4-FFF2-40B4-BE49-F238E27FC236}">
                    <a16:creationId xmlns:a16="http://schemas.microsoft.com/office/drawing/2014/main" id="{5029D9D3-7AE3-EE23-46D8-664E65D5CF0A}"/>
                  </a:ext>
                </a:extLst>
              </p:cNvPr>
              <p:cNvSpPr/>
              <p:nvPr/>
            </p:nvSpPr>
            <p:spPr>
              <a:xfrm>
                <a:off x="7247590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3" name="pg418">
                <a:extLst>
                  <a:ext uri="{FF2B5EF4-FFF2-40B4-BE49-F238E27FC236}">
                    <a16:creationId xmlns:a16="http://schemas.microsoft.com/office/drawing/2014/main" id="{2F6E33E3-1A8D-C381-C288-2981D03644B0}"/>
                  </a:ext>
                </a:extLst>
              </p:cNvPr>
              <p:cNvSpPr/>
              <p:nvPr/>
            </p:nvSpPr>
            <p:spPr>
              <a:xfrm>
                <a:off x="7278653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4" name="pg419">
                <a:extLst>
                  <a:ext uri="{FF2B5EF4-FFF2-40B4-BE49-F238E27FC236}">
                    <a16:creationId xmlns:a16="http://schemas.microsoft.com/office/drawing/2014/main" id="{5AE51D66-808C-46EA-D669-4C6084AD7F4F}"/>
                  </a:ext>
                </a:extLst>
              </p:cNvPr>
              <p:cNvSpPr/>
              <p:nvPr/>
            </p:nvSpPr>
            <p:spPr>
              <a:xfrm>
                <a:off x="7309716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5" name="pg420">
                <a:extLst>
                  <a:ext uri="{FF2B5EF4-FFF2-40B4-BE49-F238E27FC236}">
                    <a16:creationId xmlns:a16="http://schemas.microsoft.com/office/drawing/2014/main" id="{2563D5BA-64DB-C177-362D-657F6277AD09}"/>
                  </a:ext>
                </a:extLst>
              </p:cNvPr>
              <p:cNvSpPr/>
              <p:nvPr/>
            </p:nvSpPr>
            <p:spPr>
              <a:xfrm>
                <a:off x="7340779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6" name="pg421">
                <a:extLst>
                  <a:ext uri="{FF2B5EF4-FFF2-40B4-BE49-F238E27FC236}">
                    <a16:creationId xmlns:a16="http://schemas.microsoft.com/office/drawing/2014/main" id="{E78A559A-8C9E-3592-9185-CE4AD4C0146A}"/>
                  </a:ext>
                </a:extLst>
              </p:cNvPr>
              <p:cNvSpPr/>
              <p:nvPr/>
            </p:nvSpPr>
            <p:spPr>
              <a:xfrm>
                <a:off x="7371842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7" name="pg422">
                <a:extLst>
                  <a:ext uri="{FF2B5EF4-FFF2-40B4-BE49-F238E27FC236}">
                    <a16:creationId xmlns:a16="http://schemas.microsoft.com/office/drawing/2014/main" id="{A6BD9D95-1364-00EB-78F0-193B08B649D7}"/>
                  </a:ext>
                </a:extLst>
              </p:cNvPr>
              <p:cNvSpPr/>
              <p:nvPr/>
            </p:nvSpPr>
            <p:spPr>
              <a:xfrm>
                <a:off x="740290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8" name="pg423">
                <a:extLst>
                  <a:ext uri="{FF2B5EF4-FFF2-40B4-BE49-F238E27FC236}">
                    <a16:creationId xmlns:a16="http://schemas.microsoft.com/office/drawing/2014/main" id="{4AE19B58-CEE6-6AAA-0A86-14284701D2CA}"/>
                  </a:ext>
                </a:extLst>
              </p:cNvPr>
              <p:cNvSpPr/>
              <p:nvPr/>
            </p:nvSpPr>
            <p:spPr>
              <a:xfrm>
                <a:off x="7433968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9" name="pg424">
                <a:extLst>
                  <a:ext uri="{FF2B5EF4-FFF2-40B4-BE49-F238E27FC236}">
                    <a16:creationId xmlns:a16="http://schemas.microsoft.com/office/drawing/2014/main" id="{F1EC4944-E9A1-6FA8-ABDE-89D01658AF77}"/>
                  </a:ext>
                </a:extLst>
              </p:cNvPr>
              <p:cNvSpPr/>
              <p:nvPr/>
            </p:nvSpPr>
            <p:spPr>
              <a:xfrm>
                <a:off x="7465031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0" name="pg425">
                <a:extLst>
                  <a:ext uri="{FF2B5EF4-FFF2-40B4-BE49-F238E27FC236}">
                    <a16:creationId xmlns:a16="http://schemas.microsoft.com/office/drawing/2014/main" id="{1BD8000A-D350-B7C2-8060-ABA3C3B1C5D2}"/>
                  </a:ext>
                </a:extLst>
              </p:cNvPr>
              <p:cNvSpPr/>
              <p:nvPr/>
            </p:nvSpPr>
            <p:spPr>
              <a:xfrm>
                <a:off x="7496094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1" name="pg426">
                <a:extLst>
                  <a:ext uri="{FF2B5EF4-FFF2-40B4-BE49-F238E27FC236}">
                    <a16:creationId xmlns:a16="http://schemas.microsoft.com/office/drawing/2014/main" id="{04D374A4-1306-DD58-1347-72283ED64419}"/>
                  </a:ext>
                </a:extLst>
              </p:cNvPr>
              <p:cNvSpPr/>
              <p:nvPr/>
            </p:nvSpPr>
            <p:spPr>
              <a:xfrm>
                <a:off x="7527156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2" name="pg427">
                <a:extLst>
                  <a:ext uri="{FF2B5EF4-FFF2-40B4-BE49-F238E27FC236}">
                    <a16:creationId xmlns:a16="http://schemas.microsoft.com/office/drawing/2014/main" id="{96D3E7B6-B064-DB0E-5F5A-E58379C0958F}"/>
                  </a:ext>
                </a:extLst>
              </p:cNvPr>
              <p:cNvSpPr/>
              <p:nvPr/>
            </p:nvSpPr>
            <p:spPr>
              <a:xfrm>
                <a:off x="7558219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3" name="pg428">
                <a:extLst>
                  <a:ext uri="{FF2B5EF4-FFF2-40B4-BE49-F238E27FC236}">
                    <a16:creationId xmlns:a16="http://schemas.microsoft.com/office/drawing/2014/main" id="{8F65B633-5C0E-B61F-E120-A7A40D41F6ED}"/>
                  </a:ext>
                </a:extLst>
              </p:cNvPr>
              <p:cNvSpPr/>
              <p:nvPr/>
            </p:nvSpPr>
            <p:spPr>
              <a:xfrm>
                <a:off x="7589283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4" name="pg429">
                <a:extLst>
                  <a:ext uri="{FF2B5EF4-FFF2-40B4-BE49-F238E27FC236}">
                    <a16:creationId xmlns:a16="http://schemas.microsoft.com/office/drawing/2014/main" id="{6DA8A11B-E750-CF90-919E-58A27831FAB5}"/>
                  </a:ext>
                </a:extLst>
              </p:cNvPr>
              <p:cNvSpPr/>
              <p:nvPr/>
            </p:nvSpPr>
            <p:spPr>
              <a:xfrm>
                <a:off x="762034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5" name="pg430">
                <a:extLst>
                  <a:ext uri="{FF2B5EF4-FFF2-40B4-BE49-F238E27FC236}">
                    <a16:creationId xmlns:a16="http://schemas.microsoft.com/office/drawing/2014/main" id="{80DC97B9-CF1A-7B98-878D-E5A02D497BA6}"/>
                  </a:ext>
                </a:extLst>
              </p:cNvPr>
              <p:cNvSpPr/>
              <p:nvPr/>
            </p:nvSpPr>
            <p:spPr>
              <a:xfrm>
                <a:off x="7651408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6" name="pg431">
                <a:extLst>
                  <a:ext uri="{FF2B5EF4-FFF2-40B4-BE49-F238E27FC236}">
                    <a16:creationId xmlns:a16="http://schemas.microsoft.com/office/drawing/2014/main" id="{2010330A-A707-005E-64D8-5C360F9DD578}"/>
                  </a:ext>
                </a:extLst>
              </p:cNvPr>
              <p:cNvSpPr/>
              <p:nvPr/>
            </p:nvSpPr>
            <p:spPr>
              <a:xfrm>
                <a:off x="7682471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7" name="pg432">
                <a:extLst>
                  <a:ext uri="{FF2B5EF4-FFF2-40B4-BE49-F238E27FC236}">
                    <a16:creationId xmlns:a16="http://schemas.microsoft.com/office/drawing/2014/main" id="{263F43DE-C8D0-2691-867E-F88E4DA2BC68}"/>
                  </a:ext>
                </a:extLst>
              </p:cNvPr>
              <p:cNvSpPr/>
              <p:nvPr/>
            </p:nvSpPr>
            <p:spPr>
              <a:xfrm>
                <a:off x="718546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8" name="pg433">
                <a:extLst>
                  <a:ext uri="{FF2B5EF4-FFF2-40B4-BE49-F238E27FC236}">
                    <a16:creationId xmlns:a16="http://schemas.microsoft.com/office/drawing/2014/main" id="{95D51B78-28E0-44ED-06CD-4432A9637FA7}"/>
                  </a:ext>
                </a:extLst>
              </p:cNvPr>
              <p:cNvSpPr/>
              <p:nvPr/>
            </p:nvSpPr>
            <p:spPr>
              <a:xfrm>
                <a:off x="7216527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9" name="pg434">
                <a:extLst>
                  <a:ext uri="{FF2B5EF4-FFF2-40B4-BE49-F238E27FC236}">
                    <a16:creationId xmlns:a16="http://schemas.microsoft.com/office/drawing/2014/main" id="{2C3410BD-5E34-FF34-18BC-2B9B290C3B29}"/>
                  </a:ext>
                </a:extLst>
              </p:cNvPr>
              <p:cNvSpPr/>
              <p:nvPr/>
            </p:nvSpPr>
            <p:spPr>
              <a:xfrm>
                <a:off x="7247590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0" name="pg435">
                <a:extLst>
                  <a:ext uri="{FF2B5EF4-FFF2-40B4-BE49-F238E27FC236}">
                    <a16:creationId xmlns:a16="http://schemas.microsoft.com/office/drawing/2014/main" id="{02AB2947-5816-A230-C94C-1CEC79F0DAD7}"/>
                  </a:ext>
                </a:extLst>
              </p:cNvPr>
              <p:cNvSpPr/>
              <p:nvPr/>
            </p:nvSpPr>
            <p:spPr>
              <a:xfrm>
                <a:off x="7278653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1" name="pg436">
                <a:extLst>
                  <a:ext uri="{FF2B5EF4-FFF2-40B4-BE49-F238E27FC236}">
                    <a16:creationId xmlns:a16="http://schemas.microsoft.com/office/drawing/2014/main" id="{E5DA6BDE-6C84-B796-C528-8F504F5854C5}"/>
                  </a:ext>
                </a:extLst>
              </p:cNvPr>
              <p:cNvSpPr/>
              <p:nvPr/>
            </p:nvSpPr>
            <p:spPr>
              <a:xfrm>
                <a:off x="7309716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2" name="pg437">
                <a:extLst>
                  <a:ext uri="{FF2B5EF4-FFF2-40B4-BE49-F238E27FC236}">
                    <a16:creationId xmlns:a16="http://schemas.microsoft.com/office/drawing/2014/main" id="{FD545B4D-C059-51E6-F406-E1BE5A125680}"/>
                  </a:ext>
                </a:extLst>
              </p:cNvPr>
              <p:cNvSpPr/>
              <p:nvPr/>
            </p:nvSpPr>
            <p:spPr>
              <a:xfrm>
                <a:off x="7340779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3" name="pg438">
                <a:extLst>
                  <a:ext uri="{FF2B5EF4-FFF2-40B4-BE49-F238E27FC236}">
                    <a16:creationId xmlns:a16="http://schemas.microsoft.com/office/drawing/2014/main" id="{F4A667BA-6DDC-BF00-59D5-257F5350B760}"/>
                  </a:ext>
                </a:extLst>
              </p:cNvPr>
              <p:cNvSpPr/>
              <p:nvPr/>
            </p:nvSpPr>
            <p:spPr>
              <a:xfrm>
                <a:off x="7371842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4" name="pg439">
                <a:extLst>
                  <a:ext uri="{FF2B5EF4-FFF2-40B4-BE49-F238E27FC236}">
                    <a16:creationId xmlns:a16="http://schemas.microsoft.com/office/drawing/2014/main" id="{0F36F191-2DB1-3262-B64D-D5A9B377B3A0}"/>
                  </a:ext>
                </a:extLst>
              </p:cNvPr>
              <p:cNvSpPr/>
              <p:nvPr/>
            </p:nvSpPr>
            <p:spPr>
              <a:xfrm>
                <a:off x="740290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5" name="pg440">
                <a:extLst>
                  <a:ext uri="{FF2B5EF4-FFF2-40B4-BE49-F238E27FC236}">
                    <a16:creationId xmlns:a16="http://schemas.microsoft.com/office/drawing/2014/main" id="{25209801-0B33-7F69-C7A9-439F606E1FAB}"/>
                  </a:ext>
                </a:extLst>
              </p:cNvPr>
              <p:cNvSpPr/>
              <p:nvPr/>
            </p:nvSpPr>
            <p:spPr>
              <a:xfrm>
                <a:off x="7433968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6" name="pg441">
                <a:extLst>
                  <a:ext uri="{FF2B5EF4-FFF2-40B4-BE49-F238E27FC236}">
                    <a16:creationId xmlns:a16="http://schemas.microsoft.com/office/drawing/2014/main" id="{9786F2B5-3606-2752-4824-417AA4838C13}"/>
                  </a:ext>
                </a:extLst>
              </p:cNvPr>
              <p:cNvSpPr/>
              <p:nvPr/>
            </p:nvSpPr>
            <p:spPr>
              <a:xfrm>
                <a:off x="7465031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7" name="pg442">
                <a:extLst>
                  <a:ext uri="{FF2B5EF4-FFF2-40B4-BE49-F238E27FC236}">
                    <a16:creationId xmlns:a16="http://schemas.microsoft.com/office/drawing/2014/main" id="{BFF64F69-7CE6-FE57-C7AD-0C6D9A40CBD4}"/>
                  </a:ext>
                </a:extLst>
              </p:cNvPr>
              <p:cNvSpPr/>
              <p:nvPr/>
            </p:nvSpPr>
            <p:spPr>
              <a:xfrm>
                <a:off x="7496094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8" name="pg443">
                <a:extLst>
                  <a:ext uri="{FF2B5EF4-FFF2-40B4-BE49-F238E27FC236}">
                    <a16:creationId xmlns:a16="http://schemas.microsoft.com/office/drawing/2014/main" id="{E9F45929-C233-1444-1EB9-D998E392B91A}"/>
                  </a:ext>
                </a:extLst>
              </p:cNvPr>
              <p:cNvSpPr/>
              <p:nvPr/>
            </p:nvSpPr>
            <p:spPr>
              <a:xfrm>
                <a:off x="7527156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9" name="pg444">
                <a:extLst>
                  <a:ext uri="{FF2B5EF4-FFF2-40B4-BE49-F238E27FC236}">
                    <a16:creationId xmlns:a16="http://schemas.microsoft.com/office/drawing/2014/main" id="{46B0FEF7-0DD4-8422-31FE-044EFDCD4820}"/>
                  </a:ext>
                </a:extLst>
              </p:cNvPr>
              <p:cNvSpPr/>
              <p:nvPr/>
            </p:nvSpPr>
            <p:spPr>
              <a:xfrm>
                <a:off x="7558219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0" name="pg445">
                <a:extLst>
                  <a:ext uri="{FF2B5EF4-FFF2-40B4-BE49-F238E27FC236}">
                    <a16:creationId xmlns:a16="http://schemas.microsoft.com/office/drawing/2014/main" id="{A4E03935-2F86-0B12-22AC-F063A4B58B22}"/>
                  </a:ext>
                </a:extLst>
              </p:cNvPr>
              <p:cNvSpPr/>
              <p:nvPr/>
            </p:nvSpPr>
            <p:spPr>
              <a:xfrm>
                <a:off x="7589283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1" name="pg446">
                <a:extLst>
                  <a:ext uri="{FF2B5EF4-FFF2-40B4-BE49-F238E27FC236}">
                    <a16:creationId xmlns:a16="http://schemas.microsoft.com/office/drawing/2014/main" id="{9CEC84D3-4E7D-9C0F-B315-5DA77E2E3BF9}"/>
                  </a:ext>
                </a:extLst>
              </p:cNvPr>
              <p:cNvSpPr/>
              <p:nvPr/>
            </p:nvSpPr>
            <p:spPr>
              <a:xfrm>
                <a:off x="762034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2" name="pg447">
                <a:extLst>
                  <a:ext uri="{FF2B5EF4-FFF2-40B4-BE49-F238E27FC236}">
                    <a16:creationId xmlns:a16="http://schemas.microsoft.com/office/drawing/2014/main" id="{AC149A01-D773-1B33-2356-0F76395249E2}"/>
                  </a:ext>
                </a:extLst>
              </p:cNvPr>
              <p:cNvSpPr/>
              <p:nvPr/>
            </p:nvSpPr>
            <p:spPr>
              <a:xfrm>
                <a:off x="7651408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3" name="pg448">
                <a:extLst>
                  <a:ext uri="{FF2B5EF4-FFF2-40B4-BE49-F238E27FC236}">
                    <a16:creationId xmlns:a16="http://schemas.microsoft.com/office/drawing/2014/main" id="{CBB7598C-13CC-87BC-260D-03B416ED91AA}"/>
                  </a:ext>
                </a:extLst>
              </p:cNvPr>
              <p:cNvSpPr/>
              <p:nvPr/>
            </p:nvSpPr>
            <p:spPr>
              <a:xfrm>
                <a:off x="7216527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4" name="pg449">
                <a:extLst>
                  <a:ext uri="{FF2B5EF4-FFF2-40B4-BE49-F238E27FC236}">
                    <a16:creationId xmlns:a16="http://schemas.microsoft.com/office/drawing/2014/main" id="{8E6D24F5-7439-724A-8BC6-EDF23648C6AE}"/>
                  </a:ext>
                </a:extLst>
              </p:cNvPr>
              <p:cNvSpPr/>
              <p:nvPr/>
            </p:nvSpPr>
            <p:spPr>
              <a:xfrm>
                <a:off x="7247590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5" name="pg450">
                <a:extLst>
                  <a:ext uri="{FF2B5EF4-FFF2-40B4-BE49-F238E27FC236}">
                    <a16:creationId xmlns:a16="http://schemas.microsoft.com/office/drawing/2014/main" id="{615AD045-D5F9-0A5E-DD60-8B9E31980EF4}"/>
                  </a:ext>
                </a:extLst>
              </p:cNvPr>
              <p:cNvSpPr/>
              <p:nvPr/>
            </p:nvSpPr>
            <p:spPr>
              <a:xfrm>
                <a:off x="7278653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6" name="pg451">
                <a:extLst>
                  <a:ext uri="{FF2B5EF4-FFF2-40B4-BE49-F238E27FC236}">
                    <a16:creationId xmlns:a16="http://schemas.microsoft.com/office/drawing/2014/main" id="{B886680E-204E-43C0-964F-897ABCDA2392}"/>
                  </a:ext>
                </a:extLst>
              </p:cNvPr>
              <p:cNvSpPr/>
              <p:nvPr/>
            </p:nvSpPr>
            <p:spPr>
              <a:xfrm>
                <a:off x="7309716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7" name="pg452">
                <a:extLst>
                  <a:ext uri="{FF2B5EF4-FFF2-40B4-BE49-F238E27FC236}">
                    <a16:creationId xmlns:a16="http://schemas.microsoft.com/office/drawing/2014/main" id="{F7EDF755-4A4F-40B2-037F-873CE08BB55D}"/>
                  </a:ext>
                </a:extLst>
              </p:cNvPr>
              <p:cNvSpPr/>
              <p:nvPr/>
            </p:nvSpPr>
            <p:spPr>
              <a:xfrm>
                <a:off x="7340779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8" name="pg453">
                <a:extLst>
                  <a:ext uri="{FF2B5EF4-FFF2-40B4-BE49-F238E27FC236}">
                    <a16:creationId xmlns:a16="http://schemas.microsoft.com/office/drawing/2014/main" id="{D5473163-D8E6-C57E-2CBA-E2425605F31E}"/>
                  </a:ext>
                </a:extLst>
              </p:cNvPr>
              <p:cNvSpPr/>
              <p:nvPr/>
            </p:nvSpPr>
            <p:spPr>
              <a:xfrm>
                <a:off x="7371842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9" name="pg454">
                <a:extLst>
                  <a:ext uri="{FF2B5EF4-FFF2-40B4-BE49-F238E27FC236}">
                    <a16:creationId xmlns:a16="http://schemas.microsoft.com/office/drawing/2014/main" id="{17D0A84E-11EE-C556-A5B0-9A8875699537}"/>
                  </a:ext>
                </a:extLst>
              </p:cNvPr>
              <p:cNvSpPr/>
              <p:nvPr/>
            </p:nvSpPr>
            <p:spPr>
              <a:xfrm>
                <a:off x="7402905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0" name="pg455">
                <a:extLst>
                  <a:ext uri="{FF2B5EF4-FFF2-40B4-BE49-F238E27FC236}">
                    <a16:creationId xmlns:a16="http://schemas.microsoft.com/office/drawing/2014/main" id="{DF4E9591-1DC4-94F2-8439-9CBB6B62487A}"/>
                  </a:ext>
                </a:extLst>
              </p:cNvPr>
              <p:cNvSpPr/>
              <p:nvPr/>
            </p:nvSpPr>
            <p:spPr>
              <a:xfrm>
                <a:off x="7433968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1" name="pg456">
                <a:extLst>
                  <a:ext uri="{FF2B5EF4-FFF2-40B4-BE49-F238E27FC236}">
                    <a16:creationId xmlns:a16="http://schemas.microsoft.com/office/drawing/2014/main" id="{69A556E0-9AE1-2D81-A232-1132188DF78B}"/>
                  </a:ext>
                </a:extLst>
              </p:cNvPr>
              <p:cNvSpPr/>
              <p:nvPr/>
            </p:nvSpPr>
            <p:spPr>
              <a:xfrm>
                <a:off x="7465031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2" name="pg457">
                <a:extLst>
                  <a:ext uri="{FF2B5EF4-FFF2-40B4-BE49-F238E27FC236}">
                    <a16:creationId xmlns:a16="http://schemas.microsoft.com/office/drawing/2014/main" id="{8160DD2E-FC08-48FA-ECB9-31092E1373F0}"/>
                  </a:ext>
                </a:extLst>
              </p:cNvPr>
              <p:cNvSpPr/>
              <p:nvPr/>
            </p:nvSpPr>
            <p:spPr>
              <a:xfrm>
                <a:off x="7496094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3" name="pg458">
                <a:extLst>
                  <a:ext uri="{FF2B5EF4-FFF2-40B4-BE49-F238E27FC236}">
                    <a16:creationId xmlns:a16="http://schemas.microsoft.com/office/drawing/2014/main" id="{DD75D99C-B314-B64B-6F29-3D43D49480BE}"/>
                  </a:ext>
                </a:extLst>
              </p:cNvPr>
              <p:cNvSpPr/>
              <p:nvPr/>
            </p:nvSpPr>
            <p:spPr>
              <a:xfrm>
                <a:off x="7527156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4" name="pg459">
                <a:extLst>
                  <a:ext uri="{FF2B5EF4-FFF2-40B4-BE49-F238E27FC236}">
                    <a16:creationId xmlns:a16="http://schemas.microsoft.com/office/drawing/2014/main" id="{9589D0FB-AB79-99A9-FB88-F3FCEE5EC9DC}"/>
                  </a:ext>
                </a:extLst>
              </p:cNvPr>
              <p:cNvSpPr/>
              <p:nvPr/>
            </p:nvSpPr>
            <p:spPr>
              <a:xfrm>
                <a:off x="7558219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5" name="pg460">
                <a:extLst>
                  <a:ext uri="{FF2B5EF4-FFF2-40B4-BE49-F238E27FC236}">
                    <a16:creationId xmlns:a16="http://schemas.microsoft.com/office/drawing/2014/main" id="{C9D6B05D-D5E5-1FA4-ABEA-025ACDECB67E}"/>
                  </a:ext>
                </a:extLst>
              </p:cNvPr>
              <p:cNvSpPr/>
              <p:nvPr/>
            </p:nvSpPr>
            <p:spPr>
              <a:xfrm>
                <a:off x="7589283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6" name="pg461">
                <a:extLst>
                  <a:ext uri="{FF2B5EF4-FFF2-40B4-BE49-F238E27FC236}">
                    <a16:creationId xmlns:a16="http://schemas.microsoft.com/office/drawing/2014/main" id="{919D0CE0-5D66-7821-2659-4C1964F49225}"/>
                  </a:ext>
                </a:extLst>
              </p:cNvPr>
              <p:cNvSpPr/>
              <p:nvPr/>
            </p:nvSpPr>
            <p:spPr>
              <a:xfrm>
                <a:off x="7620345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7" name="pg462">
                <a:extLst>
                  <a:ext uri="{FF2B5EF4-FFF2-40B4-BE49-F238E27FC236}">
                    <a16:creationId xmlns:a16="http://schemas.microsoft.com/office/drawing/2014/main" id="{E2554257-9B93-34D2-B2F3-0ED1F0499B47}"/>
                  </a:ext>
                </a:extLst>
              </p:cNvPr>
              <p:cNvSpPr/>
              <p:nvPr/>
            </p:nvSpPr>
            <p:spPr>
              <a:xfrm>
                <a:off x="7651408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8" name="pg463">
                <a:extLst>
                  <a:ext uri="{FF2B5EF4-FFF2-40B4-BE49-F238E27FC236}">
                    <a16:creationId xmlns:a16="http://schemas.microsoft.com/office/drawing/2014/main" id="{C8027BDA-6926-27D6-2D12-E05FB564FD29}"/>
                  </a:ext>
                </a:extLst>
              </p:cNvPr>
              <p:cNvSpPr/>
              <p:nvPr/>
            </p:nvSpPr>
            <p:spPr>
              <a:xfrm>
                <a:off x="709227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9" name="pg464">
                <a:extLst>
                  <a:ext uri="{FF2B5EF4-FFF2-40B4-BE49-F238E27FC236}">
                    <a16:creationId xmlns:a16="http://schemas.microsoft.com/office/drawing/2014/main" id="{361B550F-3DFC-1907-986C-9B8972EDB0E9}"/>
                  </a:ext>
                </a:extLst>
              </p:cNvPr>
              <p:cNvSpPr/>
              <p:nvPr/>
            </p:nvSpPr>
            <p:spPr>
              <a:xfrm>
                <a:off x="7123338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0" name="pg465">
                <a:extLst>
                  <a:ext uri="{FF2B5EF4-FFF2-40B4-BE49-F238E27FC236}">
                    <a16:creationId xmlns:a16="http://schemas.microsoft.com/office/drawing/2014/main" id="{50FBA79D-AD78-0D6A-BA7C-4B6527A6D946}"/>
                  </a:ext>
                </a:extLst>
              </p:cNvPr>
              <p:cNvSpPr/>
              <p:nvPr/>
            </p:nvSpPr>
            <p:spPr>
              <a:xfrm>
                <a:off x="7154402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1" name="pg466">
                <a:extLst>
                  <a:ext uri="{FF2B5EF4-FFF2-40B4-BE49-F238E27FC236}">
                    <a16:creationId xmlns:a16="http://schemas.microsoft.com/office/drawing/2014/main" id="{95B6CF1E-DF44-34DB-4844-F09521FF582F}"/>
                  </a:ext>
                </a:extLst>
              </p:cNvPr>
              <p:cNvSpPr/>
              <p:nvPr/>
            </p:nvSpPr>
            <p:spPr>
              <a:xfrm>
                <a:off x="718546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2" name="pg467">
                <a:extLst>
                  <a:ext uri="{FF2B5EF4-FFF2-40B4-BE49-F238E27FC236}">
                    <a16:creationId xmlns:a16="http://schemas.microsoft.com/office/drawing/2014/main" id="{D3D78761-6E46-A624-78E7-3BA8DB866735}"/>
                  </a:ext>
                </a:extLst>
              </p:cNvPr>
              <p:cNvSpPr/>
              <p:nvPr/>
            </p:nvSpPr>
            <p:spPr>
              <a:xfrm>
                <a:off x="7216527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3" name="pg468">
                <a:extLst>
                  <a:ext uri="{FF2B5EF4-FFF2-40B4-BE49-F238E27FC236}">
                    <a16:creationId xmlns:a16="http://schemas.microsoft.com/office/drawing/2014/main" id="{AAB355B9-5DF1-7BAD-6D64-24708D343EB0}"/>
                  </a:ext>
                </a:extLst>
              </p:cNvPr>
              <p:cNvSpPr/>
              <p:nvPr/>
            </p:nvSpPr>
            <p:spPr>
              <a:xfrm>
                <a:off x="7247590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4" name="pg469">
                <a:extLst>
                  <a:ext uri="{FF2B5EF4-FFF2-40B4-BE49-F238E27FC236}">
                    <a16:creationId xmlns:a16="http://schemas.microsoft.com/office/drawing/2014/main" id="{59BE8D77-8668-7C72-67D7-A5D70648316C}"/>
                  </a:ext>
                </a:extLst>
              </p:cNvPr>
              <p:cNvSpPr/>
              <p:nvPr/>
            </p:nvSpPr>
            <p:spPr>
              <a:xfrm>
                <a:off x="7278653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5" name="pg470">
                <a:extLst>
                  <a:ext uri="{FF2B5EF4-FFF2-40B4-BE49-F238E27FC236}">
                    <a16:creationId xmlns:a16="http://schemas.microsoft.com/office/drawing/2014/main" id="{D9713B35-F088-07E1-EDAF-205C8E531161}"/>
                  </a:ext>
                </a:extLst>
              </p:cNvPr>
              <p:cNvSpPr/>
              <p:nvPr/>
            </p:nvSpPr>
            <p:spPr>
              <a:xfrm>
                <a:off x="730971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6" name="pg471">
                <a:extLst>
                  <a:ext uri="{FF2B5EF4-FFF2-40B4-BE49-F238E27FC236}">
                    <a16:creationId xmlns:a16="http://schemas.microsoft.com/office/drawing/2014/main" id="{6DBD944A-1394-0FB0-8499-BD21B6E10DE0}"/>
                  </a:ext>
                </a:extLst>
              </p:cNvPr>
              <p:cNvSpPr/>
              <p:nvPr/>
            </p:nvSpPr>
            <p:spPr>
              <a:xfrm>
                <a:off x="7340779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7" name="pg472">
                <a:extLst>
                  <a:ext uri="{FF2B5EF4-FFF2-40B4-BE49-F238E27FC236}">
                    <a16:creationId xmlns:a16="http://schemas.microsoft.com/office/drawing/2014/main" id="{5A8985C7-80D4-662B-1D4B-F19FEAB3DA80}"/>
                  </a:ext>
                </a:extLst>
              </p:cNvPr>
              <p:cNvSpPr/>
              <p:nvPr/>
            </p:nvSpPr>
            <p:spPr>
              <a:xfrm>
                <a:off x="7371842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8" name="pg473">
                <a:extLst>
                  <a:ext uri="{FF2B5EF4-FFF2-40B4-BE49-F238E27FC236}">
                    <a16:creationId xmlns:a16="http://schemas.microsoft.com/office/drawing/2014/main" id="{A0115B64-238E-D526-E3A1-25A195097C01}"/>
                  </a:ext>
                </a:extLst>
              </p:cNvPr>
              <p:cNvSpPr/>
              <p:nvPr/>
            </p:nvSpPr>
            <p:spPr>
              <a:xfrm>
                <a:off x="740290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9" name="pg474">
                <a:extLst>
                  <a:ext uri="{FF2B5EF4-FFF2-40B4-BE49-F238E27FC236}">
                    <a16:creationId xmlns:a16="http://schemas.microsoft.com/office/drawing/2014/main" id="{F07A5DF1-3C9B-AD2A-A31C-8AE07FA8A5EC}"/>
                  </a:ext>
                </a:extLst>
              </p:cNvPr>
              <p:cNvSpPr/>
              <p:nvPr/>
            </p:nvSpPr>
            <p:spPr>
              <a:xfrm>
                <a:off x="7433968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0" name="pg475">
                <a:extLst>
                  <a:ext uri="{FF2B5EF4-FFF2-40B4-BE49-F238E27FC236}">
                    <a16:creationId xmlns:a16="http://schemas.microsoft.com/office/drawing/2014/main" id="{725B0504-DFBC-B70A-D7E1-561AA8B31BB9}"/>
                  </a:ext>
                </a:extLst>
              </p:cNvPr>
              <p:cNvSpPr/>
              <p:nvPr/>
            </p:nvSpPr>
            <p:spPr>
              <a:xfrm>
                <a:off x="7465031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1" name="pg476">
                <a:extLst>
                  <a:ext uri="{FF2B5EF4-FFF2-40B4-BE49-F238E27FC236}">
                    <a16:creationId xmlns:a16="http://schemas.microsoft.com/office/drawing/2014/main" id="{2C743D73-86CB-43BD-8F77-17378FE946FE}"/>
                  </a:ext>
                </a:extLst>
              </p:cNvPr>
              <p:cNvSpPr/>
              <p:nvPr/>
            </p:nvSpPr>
            <p:spPr>
              <a:xfrm>
                <a:off x="7496094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2" name="pg477">
                <a:extLst>
                  <a:ext uri="{FF2B5EF4-FFF2-40B4-BE49-F238E27FC236}">
                    <a16:creationId xmlns:a16="http://schemas.microsoft.com/office/drawing/2014/main" id="{BCDAA93C-16DC-87A1-A166-3123D2F8E7C7}"/>
                  </a:ext>
                </a:extLst>
              </p:cNvPr>
              <p:cNvSpPr/>
              <p:nvPr/>
            </p:nvSpPr>
            <p:spPr>
              <a:xfrm>
                <a:off x="752715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3" name="pg478">
                <a:extLst>
                  <a:ext uri="{FF2B5EF4-FFF2-40B4-BE49-F238E27FC236}">
                    <a16:creationId xmlns:a16="http://schemas.microsoft.com/office/drawing/2014/main" id="{B43F201F-5756-D5ED-1F6B-1F92FF6FDCB9}"/>
                  </a:ext>
                </a:extLst>
              </p:cNvPr>
              <p:cNvSpPr/>
              <p:nvPr/>
            </p:nvSpPr>
            <p:spPr>
              <a:xfrm>
                <a:off x="7558219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4" name="pg479">
                <a:extLst>
                  <a:ext uri="{FF2B5EF4-FFF2-40B4-BE49-F238E27FC236}">
                    <a16:creationId xmlns:a16="http://schemas.microsoft.com/office/drawing/2014/main" id="{3F42D073-B671-B898-BD06-F083CD5CC6B7}"/>
                  </a:ext>
                </a:extLst>
              </p:cNvPr>
              <p:cNvSpPr/>
              <p:nvPr/>
            </p:nvSpPr>
            <p:spPr>
              <a:xfrm>
                <a:off x="7589283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5" name="pg480">
                <a:extLst>
                  <a:ext uri="{FF2B5EF4-FFF2-40B4-BE49-F238E27FC236}">
                    <a16:creationId xmlns:a16="http://schemas.microsoft.com/office/drawing/2014/main" id="{1187BEDB-4DEB-D629-8B4F-3CA40E01D9B8}"/>
                  </a:ext>
                </a:extLst>
              </p:cNvPr>
              <p:cNvSpPr/>
              <p:nvPr/>
            </p:nvSpPr>
            <p:spPr>
              <a:xfrm>
                <a:off x="762034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6" name="pg481">
                <a:extLst>
                  <a:ext uri="{FF2B5EF4-FFF2-40B4-BE49-F238E27FC236}">
                    <a16:creationId xmlns:a16="http://schemas.microsoft.com/office/drawing/2014/main" id="{769CBF43-F692-1275-D92B-25AE14EF36B1}"/>
                  </a:ext>
                </a:extLst>
              </p:cNvPr>
              <p:cNvSpPr/>
              <p:nvPr/>
            </p:nvSpPr>
            <p:spPr>
              <a:xfrm>
                <a:off x="706121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7" name="pg482">
                <a:extLst>
                  <a:ext uri="{FF2B5EF4-FFF2-40B4-BE49-F238E27FC236}">
                    <a16:creationId xmlns:a16="http://schemas.microsoft.com/office/drawing/2014/main" id="{E5058884-3A34-5387-C152-AD411305D6A1}"/>
                  </a:ext>
                </a:extLst>
              </p:cNvPr>
              <p:cNvSpPr/>
              <p:nvPr/>
            </p:nvSpPr>
            <p:spPr>
              <a:xfrm>
                <a:off x="709227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8" name="pg483">
                <a:extLst>
                  <a:ext uri="{FF2B5EF4-FFF2-40B4-BE49-F238E27FC236}">
                    <a16:creationId xmlns:a16="http://schemas.microsoft.com/office/drawing/2014/main" id="{EA5F8023-8B32-A34D-52BE-F96D65678369}"/>
                  </a:ext>
                </a:extLst>
              </p:cNvPr>
              <p:cNvSpPr/>
              <p:nvPr/>
            </p:nvSpPr>
            <p:spPr>
              <a:xfrm>
                <a:off x="7123338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9" name="pg484">
                <a:extLst>
                  <a:ext uri="{FF2B5EF4-FFF2-40B4-BE49-F238E27FC236}">
                    <a16:creationId xmlns:a16="http://schemas.microsoft.com/office/drawing/2014/main" id="{07BD6847-3D31-F886-2EBE-23FAC484A9A9}"/>
                  </a:ext>
                </a:extLst>
              </p:cNvPr>
              <p:cNvSpPr/>
              <p:nvPr/>
            </p:nvSpPr>
            <p:spPr>
              <a:xfrm>
                <a:off x="7154402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0" name="pg485">
                <a:extLst>
                  <a:ext uri="{FF2B5EF4-FFF2-40B4-BE49-F238E27FC236}">
                    <a16:creationId xmlns:a16="http://schemas.microsoft.com/office/drawing/2014/main" id="{4F4FF42A-D4C3-3F1B-CC7B-78DF19118B9F}"/>
                  </a:ext>
                </a:extLst>
              </p:cNvPr>
              <p:cNvSpPr/>
              <p:nvPr/>
            </p:nvSpPr>
            <p:spPr>
              <a:xfrm>
                <a:off x="718546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1" name="pg486">
                <a:extLst>
                  <a:ext uri="{FF2B5EF4-FFF2-40B4-BE49-F238E27FC236}">
                    <a16:creationId xmlns:a16="http://schemas.microsoft.com/office/drawing/2014/main" id="{391BB191-1182-A8A8-5F74-43BE6AE8CFD4}"/>
                  </a:ext>
                </a:extLst>
              </p:cNvPr>
              <p:cNvSpPr/>
              <p:nvPr/>
            </p:nvSpPr>
            <p:spPr>
              <a:xfrm>
                <a:off x="7216527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2" name="pg487">
                <a:extLst>
                  <a:ext uri="{FF2B5EF4-FFF2-40B4-BE49-F238E27FC236}">
                    <a16:creationId xmlns:a16="http://schemas.microsoft.com/office/drawing/2014/main" id="{E2BA931C-9595-CB89-07EB-B275AC942683}"/>
                  </a:ext>
                </a:extLst>
              </p:cNvPr>
              <p:cNvSpPr/>
              <p:nvPr/>
            </p:nvSpPr>
            <p:spPr>
              <a:xfrm>
                <a:off x="7247590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3" name="pg488">
                <a:extLst>
                  <a:ext uri="{FF2B5EF4-FFF2-40B4-BE49-F238E27FC236}">
                    <a16:creationId xmlns:a16="http://schemas.microsoft.com/office/drawing/2014/main" id="{8D3AEF44-8CFE-2D52-C6D9-0CA7BC1B7DBF}"/>
                  </a:ext>
                </a:extLst>
              </p:cNvPr>
              <p:cNvSpPr/>
              <p:nvPr/>
            </p:nvSpPr>
            <p:spPr>
              <a:xfrm>
                <a:off x="727865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4" name="pg489">
                <a:extLst>
                  <a:ext uri="{FF2B5EF4-FFF2-40B4-BE49-F238E27FC236}">
                    <a16:creationId xmlns:a16="http://schemas.microsoft.com/office/drawing/2014/main" id="{6417F610-7534-84EC-E7C1-DB7CFD8E0EE4}"/>
                  </a:ext>
                </a:extLst>
              </p:cNvPr>
              <p:cNvSpPr/>
              <p:nvPr/>
            </p:nvSpPr>
            <p:spPr>
              <a:xfrm>
                <a:off x="730971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5" name="pg490">
                <a:extLst>
                  <a:ext uri="{FF2B5EF4-FFF2-40B4-BE49-F238E27FC236}">
                    <a16:creationId xmlns:a16="http://schemas.microsoft.com/office/drawing/2014/main" id="{E71C3957-7749-F1D5-1EE3-F6D7788BEDE3}"/>
                  </a:ext>
                </a:extLst>
              </p:cNvPr>
              <p:cNvSpPr/>
              <p:nvPr/>
            </p:nvSpPr>
            <p:spPr>
              <a:xfrm>
                <a:off x="7340779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6" name="pg491">
                <a:extLst>
                  <a:ext uri="{FF2B5EF4-FFF2-40B4-BE49-F238E27FC236}">
                    <a16:creationId xmlns:a16="http://schemas.microsoft.com/office/drawing/2014/main" id="{5EC8DD2A-B5E6-00BF-F1D6-81B2A340F513}"/>
                  </a:ext>
                </a:extLst>
              </p:cNvPr>
              <p:cNvSpPr/>
              <p:nvPr/>
            </p:nvSpPr>
            <p:spPr>
              <a:xfrm>
                <a:off x="7371842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7" name="pg492">
                <a:extLst>
                  <a:ext uri="{FF2B5EF4-FFF2-40B4-BE49-F238E27FC236}">
                    <a16:creationId xmlns:a16="http://schemas.microsoft.com/office/drawing/2014/main" id="{7E67A24F-C9AA-E894-67AC-263257761B3B}"/>
                  </a:ext>
                </a:extLst>
              </p:cNvPr>
              <p:cNvSpPr/>
              <p:nvPr/>
            </p:nvSpPr>
            <p:spPr>
              <a:xfrm>
                <a:off x="740290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8" name="pg493">
                <a:extLst>
                  <a:ext uri="{FF2B5EF4-FFF2-40B4-BE49-F238E27FC236}">
                    <a16:creationId xmlns:a16="http://schemas.microsoft.com/office/drawing/2014/main" id="{F8DA89B5-9D0F-368F-E6A9-CED90DCF581B}"/>
                  </a:ext>
                </a:extLst>
              </p:cNvPr>
              <p:cNvSpPr/>
              <p:nvPr/>
            </p:nvSpPr>
            <p:spPr>
              <a:xfrm>
                <a:off x="7433968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9" name="pg494">
                <a:extLst>
                  <a:ext uri="{FF2B5EF4-FFF2-40B4-BE49-F238E27FC236}">
                    <a16:creationId xmlns:a16="http://schemas.microsoft.com/office/drawing/2014/main" id="{25AA996B-A681-825A-99FA-2FB22D1BE998}"/>
                  </a:ext>
                </a:extLst>
              </p:cNvPr>
              <p:cNvSpPr/>
              <p:nvPr/>
            </p:nvSpPr>
            <p:spPr>
              <a:xfrm>
                <a:off x="7465031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0" name="pg495">
                <a:extLst>
                  <a:ext uri="{FF2B5EF4-FFF2-40B4-BE49-F238E27FC236}">
                    <a16:creationId xmlns:a16="http://schemas.microsoft.com/office/drawing/2014/main" id="{24379332-91C0-5027-3992-72DCC2CB0690}"/>
                  </a:ext>
                </a:extLst>
              </p:cNvPr>
              <p:cNvSpPr/>
              <p:nvPr/>
            </p:nvSpPr>
            <p:spPr>
              <a:xfrm>
                <a:off x="7496094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1" name="pg496">
                <a:extLst>
                  <a:ext uri="{FF2B5EF4-FFF2-40B4-BE49-F238E27FC236}">
                    <a16:creationId xmlns:a16="http://schemas.microsoft.com/office/drawing/2014/main" id="{1ED8206E-CAA9-1D53-957A-2B49375228AA}"/>
                  </a:ext>
                </a:extLst>
              </p:cNvPr>
              <p:cNvSpPr/>
              <p:nvPr/>
            </p:nvSpPr>
            <p:spPr>
              <a:xfrm>
                <a:off x="752715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2" name="pg497">
                <a:extLst>
                  <a:ext uri="{FF2B5EF4-FFF2-40B4-BE49-F238E27FC236}">
                    <a16:creationId xmlns:a16="http://schemas.microsoft.com/office/drawing/2014/main" id="{8A910BA8-4887-A258-3D76-39ECE4FA244F}"/>
                  </a:ext>
                </a:extLst>
              </p:cNvPr>
              <p:cNvSpPr/>
              <p:nvPr/>
            </p:nvSpPr>
            <p:spPr>
              <a:xfrm>
                <a:off x="7558219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3" name="pg498">
                <a:extLst>
                  <a:ext uri="{FF2B5EF4-FFF2-40B4-BE49-F238E27FC236}">
                    <a16:creationId xmlns:a16="http://schemas.microsoft.com/office/drawing/2014/main" id="{706C636A-9D51-64EA-F0FD-72852A9A3740}"/>
                  </a:ext>
                </a:extLst>
              </p:cNvPr>
              <p:cNvSpPr/>
              <p:nvPr/>
            </p:nvSpPr>
            <p:spPr>
              <a:xfrm>
                <a:off x="758928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4" name="pg499">
                <a:extLst>
                  <a:ext uri="{FF2B5EF4-FFF2-40B4-BE49-F238E27FC236}">
                    <a16:creationId xmlns:a16="http://schemas.microsoft.com/office/drawing/2014/main" id="{CC20ADDC-38EC-38AF-18E4-46941951A62E}"/>
                  </a:ext>
                </a:extLst>
              </p:cNvPr>
              <p:cNvSpPr/>
              <p:nvPr/>
            </p:nvSpPr>
            <p:spPr>
              <a:xfrm>
                <a:off x="762034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5" name="pg500">
                <a:extLst>
                  <a:ext uri="{FF2B5EF4-FFF2-40B4-BE49-F238E27FC236}">
                    <a16:creationId xmlns:a16="http://schemas.microsoft.com/office/drawing/2014/main" id="{E403D2C8-E111-C8E4-4288-587572E126E5}"/>
                  </a:ext>
                </a:extLst>
              </p:cNvPr>
              <p:cNvSpPr/>
              <p:nvPr/>
            </p:nvSpPr>
            <p:spPr>
              <a:xfrm>
                <a:off x="706121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6" name="pg501">
                <a:extLst>
                  <a:ext uri="{FF2B5EF4-FFF2-40B4-BE49-F238E27FC236}">
                    <a16:creationId xmlns:a16="http://schemas.microsoft.com/office/drawing/2014/main" id="{88F9D147-A669-7884-ABBE-E9C68769542C}"/>
                  </a:ext>
                </a:extLst>
              </p:cNvPr>
              <p:cNvSpPr/>
              <p:nvPr/>
            </p:nvSpPr>
            <p:spPr>
              <a:xfrm>
                <a:off x="709227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7" name="pg502">
                <a:extLst>
                  <a:ext uri="{FF2B5EF4-FFF2-40B4-BE49-F238E27FC236}">
                    <a16:creationId xmlns:a16="http://schemas.microsoft.com/office/drawing/2014/main" id="{DBC97265-F60C-2AF0-AD29-EDEE834EA11F}"/>
                  </a:ext>
                </a:extLst>
              </p:cNvPr>
              <p:cNvSpPr/>
              <p:nvPr/>
            </p:nvSpPr>
            <p:spPr>
              <a:xfrm>
                <a:off x="7123338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8" name="pg503">
                <a:extLst>
                  <a:ext uri="{FF2B5EF4-FFF2-40B4-BE49-F238E27FC236}">
                    <a16:creationId xmlns:a16="http://schemas.microsoft.com/office/drawing/2014/main" id="{FBE5CACF-4748-20CD-D79E-ACE2427E3F09}"/>
                  </a:ext>
                </a:extLst>
              </p:cNvPr>
              <p:cNvSpPr/>
              <p:nvPr/>
            </p:nvSpPr>
            <p:spPr>
              <a:xfrm>
                <a:off x="7154402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C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9" name="pg504">
                <a:extLst>
                  <a:ext uri="{FF2B5EF4-FFF2-40B4-BE49-F238E27FC236}">
                    <a16:creationId xmlns:a16="http://schemas.microsoft.com/office/drawing/2014/main" id="{4346C048-E25F-9DEE-A50F-36A4B3388251}"/>
                  </a:ext>
                </a:extLst>
              </p:cNvPr>
              <p:cNvSpPr/>
              <p:nvPr/>
            </p:nvSpPr>
            <p:spPr>
              <a:xfrm>
                <a:off x="7185465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C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0" name="pg505">
                <a:extLst>
                  <a:ext uri="{FF2B5EF4-FFF2-40B4-BE49-F238E27FC236}">
                    <a16:creationId xmlns:a16="http://schemas.microsoft.com/office/drawing/2014/main" id="{FBC80C23-B872-D787-72DA-0CB922388687}"/>
                  </a:ext>
                </a:extLst>
              </p:cNvPr>
              <p:cNvSpPr/>
              <p:nvPr/>
            </p:nvSpPr>
            <p:spPr>
              <a:xfrm>
                <a:off x="7216527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1" name="pg506">
                <a:extLst>
                  <a:ext uri="{FF2B5EF4-FFF2-40B4-BE49-F238E27FC236}">
                    <a16:creationId xmlns:a16="http://schemas.microsoft.com/office/drawing/2014/main" id="{1A6BFE60-8CE7-2739-EDFD-C5B5072314F8}"/>
                  </a:ext>
                </a:extLst>
              </p:cNvPr>
              <p:cNvSpPr/>
              <p:nvPr/>
            </p:nvSpPr>
            <p:spPr>
              <a:xfrm>
                <a:off x="7247590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2" name="pg507">
                <a:extLst>
                  <a:ext uri="{FF2B5EF4-FFF2-40B4-BE49-F238E27FC236}">
                    <a16:creationId xmlns:a16="http://schemas.microsoft.com/office/drawing/2014/main" id="{F11F2CEC-1699-2AC5-809F-B84EAA5C0315}"/>
                  </a:ext>
                </a:extLst>
              </p:cNvPr>
              <p:cNvSpPr/>
              <p:nvPr/>
            </p:nvSpPr>
            <p:spPr>
              <a:xfrm>
                <a:off x="727865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3" name="pg508">
                <a:extLst>
                  <a:ext uri="{FF2B5EF4-FFF2-40B4-BE49-F238E27FC236}">
                    <a16:creationId xmlns:a16="http://schemas.microsoft.com/office/drawing/2014/main" id="{B1307EA0-BC9C-89E3-05C3-EA73339DDA9D}"/>
                  </a:ext>
                </a:extLst>
              </p:cNvPr>
              <p:cNvSpPr/>
              <p:nvPr/>
            </p:nvSpPr>
            <p:spPr>
              <a:xfrm>
                <a:off x="730971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4" name="pg509">
                <a:extLst>
                  <a:ext uri="{FF2B5EF4-FFF2-40B4-BE49-F238E27FC236}">
                    <a16:creationId xmlns:a16="http://schemas.microsoft.com/office/drawing/2014/main" id="{EC0D72E4-B534-F027-D303-E7AD41491EB2}"/>
                  </a:ext>
                </a:extLst>
              </p:cNvPr>
              <p:cNvSpPr/>
              <p:nvPr/>
            </p:nvSpPr>
            <p:spPr>
              <a:xfrm>
                <a:off x="7340779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5" name="pg510">
                <a:extLst>
                  <a:ext uri="{FF2B5EF4-FFF2-40B4-BE49-F238E27FC236}">
                    <a16:creationId xmlns:a16="http://schemas.microsoft.com/office/drawing/2014/main" id="{341DA1C2-3183-E9B2-7AD1-1E0A8E4462DA}"/>
                  </a:ext>
                </a:extLst>
              </p:cNvPr>
              <p:cNvSpPr/>
              <p:nvPr/>
            </p:nvSpPr>
            <p:spPr>
              <a:xfrm>
                <a:off x="7371842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6" name="pg511">
                <a:extLst>
                  <a:ext uri="{FF2B5EF4-FFF2-40B4-BE49-F238E27FC236}">
                    <a16:creationId xmlns:a16="http://schemas.microsoft.com/office/drawing/2014/main" id="{DD229ECF-3C4A-5E4C-D926-98FCA5A4275F}"/>
                  </a:ext>
                </a:extLst>
              </p:cNvPr>
              <p:cNvSpPr/>
              <p:nvPr/>
            </p:nvSpPr>
            <p:spPr>
              <a:xfrm>
                <a:off x="7402905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7" name="pg512">
                <a:extLst>
                  <a:ext uri="{FF2B5EF4-FFF2-40B4-BE49-F238E27FC236}">
                    <a16:creationId xmlns:a16="http://schemas.microsoft.com/office/drawing/2014/main" id="{6F822F79-2E08-07F1-4CB5-92F118A3786A}"/>
                  </a:ext>
                </a:extLst>
              </p:cNvPr>
              <p:cNvSpPr/>
              <p:nvPr/>
            </p:nvSpPr>
            <p:spPr>
              <a:xfrm>
                <a:off x="7433968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8" name="pg513">
                <a:extLst>
                  <a:ext uri="{FF2B5EF4-FFF2-40B4-BE49-F238E27FC236}">
                    <a16:creationId xmlns:a16="http://schemas.microsoft.com/office/drawing/2014/main" id="{59865EFF-9AC7-BEFD-040F-9C46222D94F5}"/>
                  </a:ext>
                </a:extLst>
              </p:cNvPr>
              <p:cNvSpPr/>
              <p:nvPr/>
            </p:nvSpPr>
            <p:spPr>
              <a:xfrm>
                <a:off x="7465031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9" name="pg514">
                <a:extLst>
                  <a:ext uri="{FF2B5EF4-FFF2-40B4-BE49-F238E27FC236}">
                    <a16:creationId xmlns:a16="http://schemas.microsoft.com/office/drawing/2014/main" id="{D8B292BE-7043-8BCB-FC7E-2A6078543EBB}"/>
                  </a:ext>
                </a:extLst>
              </p:cNvPr>
              <p:cNvSpPr/>
              <p:nvPr/>
            </p:nvSpPr>
            <p:spPr>
              <a:xfrm>
                <a:off x="7496094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0" name="pg515">
                <a:extLst>
                  <a:ext uri="{FF2B5EF4-FFF2-40B4-BE49-F238E27FC236}">
                    <a16:creationId xmlns:a16="http://schemas.microsoft.com/office/drawing/2014/main" id="{92C10151-CFC8-F13C-25A7-07628D82D65B}"/>
                  </a:ext>
                </a:extLst>
              </p:cNvPr>
              <p:cNvSpPr/>
              <p:nvPr/>
            </p:nvSpPr>
            <p:spPr>
              <a:xfrm>
                <a:off x="752715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1" name="pg516">
                <a:extLst>
                  <a:ext uri="{FF2B5EF4-FFF2-40B4-BE49-F238E27FC236}">
                    <a16:creationId xmlns:a16="http://schemas.microsoft.com/office/drawing/2014/main" id="{7D59ED2A-99B4-5096-827D-501489FEE3FF}"/>
                  </a:ext>
                </a:extLst>
              </p:cNvPr>
              <p:cNvSpPr/>
              <p:nvPr/>
            </p:nvSpPr>
            <p:spPr>
              <a:xfrm>
                <a:off x="7558219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2" name="pg517">
                <a:extLst>
                  <a:ext uri="{FF2B5EF4-FFF2-40B4-BE49-F238E27FC236}">
                    <a16:creationId xmlns:a16="http://schemas.microsoft.com/office/drawing/2014/main" id="{832054D0-91D6-6085-379C-498EEA3043BD}"/>
                  </a:ext>
                </a:extLst>
              </p:cNvPr>
              <p:cNvSpPr/>
              <p:nvPr/>
            </p:nvSpPr>
            <p:spPr>
              <a:xfrm>
                <a:off x="758928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3" name="pg518">
                <a:extLst>
                  <a:ext uri="{FF2B5EF4-FFF2-40B4-BE49-F238E27FC236}">
                    <a16:creationId xmlns:a16="http://schemas.microsoft.com/office/drawing/2014/main" id="{C3CCE61E-C119-7278-386B-8ADD9B69A0F5}"/>
                  </a:ext>
                </a:extLst>
              </p:cNvPr>
              <p:cNvSpPr/>
              <p:nvPr/>
            </p:nvSpPr>
            <p:spPr>
              <a:xfrm>
                <a:off x="7061213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7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4" name="pg519">
                <a:extLst>
                  <a:ext uri="{FF2B5EF4-FFF2-40B4-BE49-F238E27FC236}">
                    <a16:creationId xmlns:a16="http://schemas.microsoft.com/office/drawing/2014/main" id="{FB90C2BD-E5D9-58BB-5D62-0CF837181CC7}"/>
                  </a:ext>
                </a:extLst>
              </p:cNvPr>
              <p:cNvSpPr/>
              <p:nvPr/>
            </p:nvSpPr>
            <p:spPr>
              <a:xfrm>
                <a:off x="709227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5" name="pg520">
                <a:extLst>
                  <a:ext uri="{FF2B5EF4-FFF2-40B4-BE49-F238E27FC236}">
                    <a16:creationId xmlns:a16="http://schemas.microsoft.com/office/drawing/2014/main" id="{897E439B-05B9-C965-A98D-54EAD14F3DA7}"/>
                  </a:ext>
                </a:extLst>
              </p:cNvPr>
              <p:cNvSpPr/>
              <p:nvPr/>
            </p:nvSpPr>
            <p:spPr>
              <a:xfrm>
                <a:off x="7123338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6" name="pg521">
                <a:extLst>
                  <a:ext uri="{FF2B5EF4-FFF2-40B4-BE49-F238E27FC236}">
                    <a16:creationId xmlns:a16="http://schemas.microsoft.com/office/drawing/2014/main" id="{027FCA4C-D3E1-B3DD-8D8C-DF9265433A65}"/>
                  </a:ext>
                </a:extLst>
              </p:cNvPr>
              <p:cNvSpPr/>
              <p:nvPr/>
            </p:nvSpPr>
            <p:spPr>
              <a:xfrm>
                <a:off x="7154402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7" name="pg522">
                <a:extLst>
                  <a:ext uri="{FF2B5EF4-FFF2-40B4-BE49-F238E27FC236}">
                    <a16:creationId xmlns:a16="http://schemas.microsoft.com/office/drawing/2014/main" id="{DF3AE0D6-1F3B-BC62-4970-E7E34C63D66A}"/>
                  </a:ext>
                </a:extLst>
              </p:cNvPr>
              <p:cNvSpPr/>
              <p:nvPr/>
            </p:nvSpPr>
            <p:spPr>
              <a:xfrm>
                <a:off x="7185465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8" name="pg523">
                <a:extLst>
                  <a:ext uri="{FF2B5EF4-FFF2-40B4-BE49-F238E27FC236}">
                    <a16:creationId xmlns:a16="http://schemas.microsoft.com/office/drawing/2014/main" id="{263966FD-DB40-AA58-E4BE-6E60D6C99D7C}"/>
                  </a:ext>
                </a:extLst>
              </p:cNvPr>
              <p:cNvSpPr/>
              <p:nvPr/>
            </p:nvSpPr>
            <p:spPr>
              <a:xfrm>
                <a:off x="7216527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9" name="pg524">
                <a:extLst>
                  <a:ext uri="{FF2B5EF4-FFF2-40B4-BE49-F238E27FC236}">
                    <a16:creationId xmlns:a16="http://schemas.microsoft.com/office/drawing/2014/main" id="{94D82BFA-AC35-FAA9-B042-8E26419C5230}"/>
                  </a:ext>
                </a:extLst>
              </p:cNvPr>
              <p:cNvSpPr/>
              <p:nvPr/>
            </p:nvSpPr>
            <p:spPr>
              <a:xfrm>
                <a:off x="7247590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0" name="pg525">
                <a:extLst>
                  <a:ext uri="{FF2B5EF4-FFF2-40B4-BE49-F238E27FC236}">
                    <a16:creationId xmlns:a16="http://schemas.microsoft.com/office/drawing/2014/main" id="{1A82B3E4-2AB0-BEB9-12AF-97124D38B318}"/>
                  </a:ext>
                </a:extLst>
              </p:cNvPr>
              <p:cNvSpPr/>
              <p:nvPr/>
            </p:nvSpPr>
            <p:spPr>
              <a:xfrm>
                <a:off x="7278653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1" name="pg526">
                <a:extLst>
                  <a:ext uri="{FF2B5EF4-FFF2-40B4-BE49-F238E27FC236}">
                    <a16:creationId xmlns:a16="http://schemas.microsoft.com/office/drawing/2014/main" id="{F2D7EEA0-B773-E242-AA52-144900A7C988}"/>
                  </a:ext>
                </a:extLst>
              </p:cNvPr>
              <p:cNvSpPr/>
              <p:nvPr/>
            </p:nvSpPr>
            <p:spPr>
              <a:xfrm>
                <a:off x="730971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2" name="pg527">
                <a:extLst>
                  <a:ext uri="{FF2B5EF4-FFF2-40B4-BE49-F238E27FC236}">
                    <a16:creationId xmlns:a16="http://schemas.microsoft.com/office/drawing/2014/main" id="{1D2D199D-D644-19D3-01D4-F2AF8FE17CDD}"/>
                  </a:ext>
                </a:extLst>
              </p:cNvPr>
              <p:cNvSpPr/>
              <p:nvPr/>
            </p:nvSpPr>
            <p:spPr>
              <a:xfrm>
                <a:off x="7340779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3" name="pg528">
                <a:extLst>
                  <a:ext uri="{FF2B5EF4-FFF2-40B4-BE49-F238E27FC236}">
                    <a16:creationId xmlns:a16="http://schemas.microsoft.com/office/drawing/2014/main" id="{5D3A54F6-08D0-E61A-F532-8B4D7413A481}"/>
                  </a:ext>
                </a:extLst>
              </p:cNvPr>
              <p:cNvSpPr/>
              <p:nvPr/>
            </p:nvSpPr>
            <p:spPr>
              <a:xfrm>
                <a:off x="7371842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4" name="pg529">
                <a:extLst>
                  <a:ext uri="{FF2B5EF4-FFF2-40B4-BE49-F238E27FC236}">
                    <a16:creationId xmlns:a16="http://schemas.microsoft.com/office/drawing/2014/main" id="{3066318C-A3AF-33AD-51D2-47D13C8D9CAA}"/>
                  </a:ext>
                </a:extLst>
              </p:cNvPr>
              <p:cNvSpPr/>
              <p:nvPr/>
            </p:nvSpPr>
            <p:spPr>
              <a:xfrm>
                <a:off x="7402905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5" name="pg530">
                <a:extLst>
                  <a:ext uri="{FF2B5EF4-FFF2-40B4-BE49-F238E27FC236}">
                    <a16:creationId xmlns:a16="http://schemas.microsoft.com/office/drawing/2014/main" id="{7C9B51A5-541A-711E-A956-F82F78CEA883}"/>
                  </a:ext>
                </a:extLst>
              </p:cNvPr>
              <p:cNvSpPr/>
              <p:nvPr/>
            </p:nvSpPr>
            <p:spPr>
              <a:xfrm>
                <a:off x="7433968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6" name="pg531">
                <a:extLst>
                  <a:ext uri="{FF2B5EF4-FFF2-40B4-BE49-F238E27FC236}">
                    <a16:creationId xmlns:a16="http://schemas.microsoft.com/office/drawing/2014/main" id="{D4786CC9-44BF-1120-1207-95518968AC9A}"/>
                  </a:ext>
                </a:extLst>
              </p:cNvPr>
              <p:cNvSpPr/>
              <p:nvPr/>
            </p:nvSpPr>
            <p:spPr>
              <a:xfrm>
                <a:off x="7465031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7" name="pg532">
                <a:extLst>
                  <a:ext uri="{FF2B5EF4-FFF2-40B4-BE49-F238E27FC236}">
                    <a16:creationId xmlns:a16="http://schemas.microsoft.com/office/drawing/2014/main" id="{1DDB7D9D-BFC2-E728-3936-850714A5D1A5}"/>
                  </a:ext>
                </a:extLst>
              </p:cNvPr>
              <p:cNvSpPr/>
              <p:nvPr/>
            </p:nvSpPr>
            <p:spPr>
              <a:xfrm>
                <a:off x="7496094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8" name="pg533">
                <a:extLst>
                  <a:ext uri="{FF2B5EF4-FFF2-40B4-BE49-F238E27FC236}">
                    <a16:creationId xmlns:a16="http://schemas.microsoft.com/office/drawing/2014/main" id="{A824E6E9-C0CD-86C5-48FE-E8EB2479A075}"/>
                  </a:ext>
                </a:extLst>
              </p:cNvPr>
              <p:cNvSpPr/>
              <p:nvPr/>
            </p:nvSpPr>
            <p:spPr>
              <a:xfrm>
                <a:off x="752715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9" name="pg534">
                <a:extLst>
                  <a:ext uri="{FF2B5EF4-FFF2-40B4-BE49-F238E27FC236}">
                    <a16:creationId xmlns:a16="http://schemas.microsoft.com/office/drawing/2014/main" id="{56E6D648-FA77-ADB0-7183-FAD0343B85B6}"/>
                  </a:ext>
                </a:extLst>
              </p:cNvPr>
              <p:cNvSpPr/>
              <p:nvPr/>
            </p:nvSpPr>
            <p:spPr>
              <a:xfrm>
                <a:off x="7558219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0" name="pg535">
                <a:extLst>
                  <a:ext uri="{FF2B5EF4-FFF2-40B4-BE49-F238E27FC236}">
                    <a16:creationId xmlns:a16="http://schemas.microsoft.com/office/drawing/2014/main" id="{EE5F8786-5AA0-DBFB-9AED-748E98C47E67}"/>
                  </a:ext>
                </a:extLst>
              </p:cNvPr>
              <p:cNvSpPr/>
              <p:nvPr/>
            </p:nvSpPr>
            <p:spPr>
              <a:xfrm>
                <a:off x="709227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1" name="pg536">
                <a:extLst>
                  <a:ext uri="{FF2B5EF4-FFF2-40B4-BE49-F238E27FC236}">
                    <a16:creationId xmlns:a16="http://schemas.microsoft.com/office/drawing/2014/main" id="{AEA68E94-73D4-B8A9-B5AF-832EE5649F15}"/>
                  </a:ext>
                </a:extLst>
              </p:cNvPr>
              <p:cNvSpPr/>
              <p:nvPr/>
            </p:nvSpPr>
            <p:spPr>
              <a:xfrm>
                <a:off x="7123338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2" name="pg537">
                <a:extLst>
                  <a:ext uri="{FF2B5EF4-FFF2-40B4-BE49-F238E27FC236}">
                    <a16:creationId xmlns:a16="http://schemas.microsoft.com/office/drawing/2014/main" id="{F5E74AEA-3FF1-8C0B-F819-C0A86FCEE388}"/>
                  </a:ext>
                </a:extLst>
              </p:cNvPr>
              <p:cNvSpPr/>
              <p:nvPr/>
            </p:nvSpPr>
            <p:spPr>
              <a:xfrm>
                <a:off x="7154402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3" name="pg538">
                <a:extLst>
                  <a:ext uri="{FF2B5EF4-FFF2-40B4-BE49-F238E27FC236}">
                    <a16:creationId xmlns:a16="http://schemas.microsoft.com/office/drawing/2014/main" id="{D9C3AA26-0275-B619-3A2C-1E2DB4120B73}"/>
                  </a:ext>
                </a:extLst>
              </p:cNvPr>
              <p:cNvSpPr/>
              <p:nvPr/>
            </p:nvSpPr>
            <p:spPr>
              <a:xfrm>
                <a:off x="7185465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4" name="pg539">
                <a:extLst>
                  <a:ext uri="{FF2B5EF4-FFF2-40B4-BE49-F238E27FC236}">
                    <a16:creationId xmlns:a16="http://schemas.microsoft.com/office/drawing/2014/main" id="{E0F0CF53-7447-CC29-E13E-EAA616F3BE92}"/>
                  </a:ext>
                </a:extLst>
              </p:cNvPr>
              <p:cNvSpPr/>
              <p:nvPr/>
            </p:nvSpPr>
            <p:spPr>
              <a:xfrm>
                <a:off x="7216527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5" name="pg540">
                <a:extLst>
                  <a:ext uri="{FF2B5EF4-FFF2-40B4-BE49-F238E27FC236}">
                    <a16:creationId xmlns:a16="http://schemas.microsoft.com/office/drawing/2014/main" id="{730A24A7-0B56-E56E-ED08-8D4D3C03D414}"/>
                  </a:ext>
                </a:extLst>
              </p:cNvPr>
              <p:cNvSpPr/>
              <p:nvPr/>
            </p:nvSpPr>
            <p:spPr>
              <a:xfrm>
                <a:off x="7247590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6" name="pg541">
                <a:extLst>
                  <a:ext uri="{FF2B5EF4-FFF2-40B4-BE49-F238E27FC236}">
                    <a16:creationId xmlns:a16="http://schemas.microsoft.com/office/drawing/2014/main" id="{ED0715C3-DC8A-C96C-5B04-D17858726898}"/>
                  </a:ext>
                </a:extLst>
              </p:cNvPr>
              <p:cNvSpPr/>
              <p:nvPr/>
            </p:nvSpPr>
            <p:spPr>
              <a:xfrm>
                <a:off x="7278653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7" name="pg542">
                <a:extLst>
                  <a:ext uri="{FF2B5EF4-FFF2-40B4-BE49-F238E27FC236}">
                    <a16:creationId xmlns:a16="http://schemas.microsoft.com/office/drawing/2014/main" id="{756ADD39-55EE-DC5C-FB29-2952B91C8A04}"/>
                  </a:ext>
                </a:extLst>
              </p:cNvPr>
              <p:cNvSpPr/>
              <p:nvPr/>
            </p:nvSpPr>
            <p:spPr>
              <a:xfrm>
                <a:off x="730971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8" name="pg543">
                <a:extLst>
                  <a:ext uri="{FF2B5EF4-FFF2-40B4-BE49-F238E27FC236}">
                    <a16:creationId xmlns:a16="http://schemas.microsoft.com/office/drawing/2014/main" id="{CD190843-CC94-92FD-06DF-86704261B888}"/>
                  </a:ext>
                </a:extLst>
              </p:cNvPr>
              <p:cNvSpPr/>
              <p:nvPr/>
            </p:nvSpPr>
            <p:spPr>
              <a:xfrm>
                <a:off x="7340779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9" name="pg544">
                <a:extLst>
                  <a:ext uri="{FF2B5EF4-FFF2-40B4-BE49-F238E27FC236}">
                    <a16:creationId xmlns:a16="http://schemas.microsoft.com/office/drawing/2014/main" id="{1439F334-A026-2844-F265-4DCFCD20B37D}"/>
                  </a:ext>
                </a:extLst>
              </p:cNvPr>
              <p:cNvSpPr/>
              <p:nvPr/>
            </p:nvSpPr>
            <p:spPr>
              <a:xfrm>
                <a:off x="7371842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0" name="pg545">
                <a:extLst>
                  <a:ext uri="{FF2B5EF4-FFF2-40B4-BE49-F238E27FC236}">
                    <a16:creationId xmlns:a16="http://schemas.microsoft.com/office/drawing/2014/main" id="{4BA05B48-7FC5-ED77-973E-0200EBDF2511}"/>
                  </a:ext>
                </a:extLst>
              </p:cNvPr>
              <p:cNvSpPr/>
              <p:nvPr/>
            </p:nvSpPr>
            <p:spPr>
              <a:xfrm>
                <a:off x="7402905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1" name="pg546">
                <a:extLst>
                  <a:ext uri="{FF2B5EF4-FFF2-40B4-BE49-F238E27FC236}">
                    <a16:creationId xmlns:a16="http://schemas.microsoft.com/office/drawing/2014/main" id="{361D27F5-D79C-22F8-357E-51FB6F146856}"/>
                  </a:ext>
                </a:extLst>
              </p:cNvPr>
              <p:cNvSpPr/>
              <p:nvPr/>
            </p:nvSpPr>
            <p:spPr>
              <a:xfrm>
                <a:off x="7433968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2" name="pg547">
                <a:extLst>
                  <a:ext uri="{FF2B5EF4-FFF2-40B4-BE49-F238E27FC236}">
                    <a16:creationId xmlns:a16="http://schemas.microsoft.com/office/drawing/2014/main" id="{BE3E31F3-C946-8B02-8F74-2B5C13A1AB81}"/>
                  </a:ext>
                </a:extLst>
              </p:cNvPr>
              <p:cNvSpPr/>
              <p:nvPr/>
            </p:nvSpPr>
            <p:spPr>
              <a:xfrm>
                <a:off x="7465031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3" name="pg548">
                <a:extLst>
                  <a:ext uri="{FF2B5EF4-FFF2-40B4-BE49-F238E27FC236}">
                    <a16:creationId xmlns:a16="http://schemas.microsoft.com/office/drawing/2014/main" id="{B776F6D0-BF68-B8CE-D76E-44EBD3254227}"/>
                  </a:ext>
                </a:extLst>
              </p:cNvPr>
              <p:cNvSpPr/>
              <p:nvPr/>
            </p:nvSpPr>
            <p:spPr>
              <a:xfrm>
                <a:off x="7496094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4" name="pg549">
                <a:extLst>
                  <a:ext uri="{FF2B5EF4-FFF2-40B4-BE49-F238E27FC236}">
                    <a16:creationId xmlns:a16="http://schemas.microsoft.com/office/drawing/2014/main" id="{05C87DB8-4C4A-DC6D-E9E2-2E21770DF754}"/>
                  </a:ext>
                </a:extLst>
              </p:cNvPr>
              <p:cNvSpPr/>
              <p:nvPr/>
            </p:nvSpPr>
            <p:spPr>
              <a:xfrm>
                <a:off x="752715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5" name="pg550">
                <a:extLst>
                  <a:ext uri="{FF2B5EF4-FFF2-40B4-BE49-F238E27FC236}">
                    <a16:creationId xmlns:a16="http://schemas.microsoft.com/office/drawing/2014/main" id="{F9A9AA97-71FC-B6C1-F2DE-AFF28F517C59}"/>
                  </a:ext>
                </a:extLst>
              </p:cNvPr>
              <p:cNvSpPr/>
              <p:nvPr/>
            </p:nvSpPr>
            <p:spPr>
              <a:xfrm>
                <a:off x="7185465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6" name="pg551">
                <a:extLst>
                  <a:ext uri="{FF2B5EF4-FFF2-40B4-BE49-F238E27FC236}">
                    <a16:creationId xmlns:a16="http://schemas.microsoft.com/office/drawing/2014/main" id="{1A1C7B6A-0FFD-466D-D41B-0A81B9FBE0FE}"/>
                  </a:ext>
                </a:extLst>
              </p:cNvPr>
              <p:cNvSpPr/>
              <p:nvPr/>
            </p:nvSpPr>
            <p:spPr>
              <a:xfrm>
                <a:off x="7216527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AEE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7" name="pg552">
                <a:extLst>
                  <a:ext uri="{FF2B5EF4-FFF2-40B4-BE49-F238E27FC236}">
                    <a16:creationId xmlns:a16="http://schemas.microsoft.com/office/drawing/2014/main" id="{2656D8BB-E6F1-03E5-B319-1ED4183FE130}"/>
                  </a:ext>
                </a:extLst>
              </p:cNvPr>
              <p:cNvSpPr/>
              <p:nvPr/>
            </p:nvSpPr>
            <p:spPr>
              <a:xfrm>
                <a:off x="7247590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8" name="pg553">
                <a:extLst>
                  <a:ext uri="{FF2B5EF4-FFF2-40B4-BE49-F238E27FC236}">
                    <a16:creationId xmlns:a16="http://schemas.microsoft.com/office/drawing/2014/main" id="{06AEFFB7-726F-AF96-EA8C-1731FC57239B}"/>
                  </a:ext>
                </a:extLst>
              </p:cNvPr>
              <p:cNvSpPr/>
              <p:nvPr/>
            </p:nvSpPr>
            <p:spPr>
              <a:xfrm>
                <a:off x="7278653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9" name="pg554">
                <a:extLst>
                  <a:ext uri="{FF2B5EF4-FFF2-40B4-BE49-F238E27FC236}">
                    <a16:creationId xmlns:a16="http://schemas.microsoft.com/office/drawing/2014/main" id="{65E2AF4C-4025-A3F8-AF83-6EB6CB096291}"/>
                  </a:ext>
                </a:extLst>
              </p:cNvPr>
              <p:cNvSpPr/>
              <p:nvPr/>
            </p:nvSpPr>
            <p:spPr>
              <a:xfrm>
                <a:off x="7309716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0" name="pg555">
                <a:extLst>
                  <a:ext uri="{FF2B5EF4-FFF2-40B4-BE49-F238E27FC236}">
                    <a16:creationId xmlns:a16="http://schemas.microsoft.com/office/drawing/2014/main" id="{F4EEA2D3-E682-87C4-125B-EC0D5B7FA658}"/>
                  </a:ext>
                </a:extLst>
              </p:cNvPr>
              <p:cNvSpPr/>
              <p:nvPr/>
            </p:nvSpPr>
            <p:spPr>
              <a:xfrm>
                <a:off x="7340779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E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1" name="pg556">
                <a:extLst>
                  <a:ext uri="{FF2B5EF4-FFF2-40B4-BE49-F238E27FC236}">
                    <a16:creationId xmlns:a16="http://schemas.microsoft.com/office/drawing/2014/main" id="{2C5DE3DB-8F2D-0031-B9A6-DB50CDCCFA76}"/>
                  </a:ext>
                </a:extLst>
              </p:cNvPr>
              <p:cNvSpPr/>
              <p:nvPr/>
            </p:nvSpPr>
            <p:spPr>
              <a:xfrm>
                <a:off x="7371842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2" name="pg557">
                <a:extLst>
                  <a:ext uri="{FF2B5EF4-FFF2-40B4-BE49-F238E27FC236}">
                    <a16:creationId xmlns:a16="http://schemas.microsoft.com/office/drawing/2014/main" id="{F7C64A3F-2D82-DE9F-5A66-A3AE2C068CAA}"/>
                  </a:ext>
                </a:extLst>
              </p:cNvPr>
              <p:cNvSpPr/>
              <p:nvPr/>
            </p:nvSpPr>
            <p:spPr>
              <a:xfrm>
                <a:off x="7402905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3" name="pg558">
                <a:extLst>
                  <a:ext uri="{FF2B5EF4-FFF2-40B4-BE49-F238E27FC236}">
                    <a16:creationId xmlns:a16="http://schemas.microsoft.com/office/drawing/2014/main" id="{EC3BEF5F-50DC-5F8A-02BE-2EE1CA844C1A}"/>
                  </a:ext>
                </a:extLst>
              </p:cNvPr>
              <p:cNvSpPr/>
              <p:nvPr/>
            </p:nvSpPr>
            <p:spPr>
              <a:xfrm>
                <a:off x="7433968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4" name="pg559">
                <a:extLst>
                  <a:ext uri="{FF2B5EF4-FFF2-40B4-BE49-F238E27FC236}">
                    <a16:creationId xmlns:a16="http://schemas.microsoft.com/office/drawing/2014/main" id="{E8D70C5E-E4B6-8DFE-C313-A343039499C6}"/>
                  </a:ext>
                </a:extLst>
              </p:cNvPr>
              <p:cNvSpPr/>
              <p:nvPr/>
            </p:nvSpPr>
            <p:spPr>
              <a:xfrm>
                <a:off x="7465031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5" name="pg560">
                <a:extLst>
                  <a:ext uri="{FF2B5EF4-FFF2-40B4-BE49-F238E27FC236}">
                    <a16:creationId xmlns:a16="http://schemas.microsoft.com/office/drawing/2014/main" id="{0D94B935-04C0-0203-6BE8-3819AB592FD7}"/>
                  </a:ext>
                </a:extLst>
              </p:cNvPr>
              <p:cNvSpPr/>
              <p:nvPr/>
            </p:nvSpPr>
            <p:spPr>
              <a:xfrm>
                <a:off x="7496094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6" name="pg561">
                <a:extLst>
                  <a:ext uri="{FF2B5EF4-FFF2-40B4-BE49-F238E27FC236}">
                    <a16:creationId xmlns:a16="http://schemas.microsoft.com/office/drawing/2014/main" id="{E3B47F34-C43A-9D9E-C1BF-220B28C6B863}"/>
                  </a:ext>
                </a:extLst>
              </p:cNvPr>
              <p:cNvSpPr/>
              <p:nvPr/>
            </p:nvSpPr>
            <p:spPr>
              <a:xfrm>
                <a:off x="7527156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7" name="pg562">
                <a:extLst>
                  <a:ext uri="{FF2B5EF4-FFF2-40B4-BE49-F238E27FC236}">
                    <a16:creationId xmlns:a16="http://schemas.microsoft.com/office/drawing/2014/main" id="{BD1E45AD-9A26-76D4-4449-4643D01DBB1D}"/>
                  </a:ext>
                </a:extLst>
              </p:cNvPr>
              <p:cNvSpPr/>
              <p:nvPr/>
            </p:nvSpPr>
            <p:spPr>
              <a:xfrm>
                <a:off x="7247590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8" name="pg563">
                <a:extLst>
                  <a:ext uri="{FF2B5EF4-FFF2-40B4-BE49-F238E27FC236}">
                    <a16:creationId xmlns:a16="http://schemas.microsoft.com/office/drawing/2014/main" id="{45E03810-0A3C-68DF-BF12-4C9D32631E8D}"/>
                  </a:ext>
                </a:extLst>
              </p:cNvPr>
              <p:cNvSpPr/>
              <p:nvPr/>
            </p:nvSpPr>
            <p:spPr>
              <a:xfrm>
                <a:off x="7278653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9" name="pg564">
                <a:extLst>
                  <a:ext uri="{FF2B5EF4-FFF2-40B4-BE49-F238E27FC236}">
                    <a16:creationId xmlns:a16="http://schemas.microsoft.com/office/drawing/2014/main" id="{80D5E3BF-77D0-AF86-8A6D-6C4EA254B489}"/>
                  </a:ext>
                </a:extLst>
              </p:cNvPr>
              <p:cNvSpPr/>
              <p:nvPr/>
            </p:nvSpPr>
            <p:spPr>
              <a:xfrm>
                <a:off x="7309716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0" name="pg565">
                <a:extLst>
                  <a:ext uri="{FF2B5EF4-FFF2-40B4-BE49-F238E27FC236}">
                    <a16:creationId xmlns:a16="http://schemas.microsoft.com/office/drawing/2014/main" id="{C161D9E9-4D4D-0BE9-9C89-4435D68E64FD}"/>
                  </a:ext>
                </a:extLst>
              </p:cNvPr>
              <p:cNvSpPr/>
              <p:nvPr/>
            </p:nvSpPr>
            <p:spPr>
              <a:xfrm>
                <a:off x="7340779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1" name="pg566">
                <a:extLst>
                  <a:ext uri="{FF2B5EF4-FFF2-40B4-BE49-F238E27FC236}">
                    <a16:creationId xmlns:a16="http://schemas.microsoft.com/office/drawing/2014/main" id="{A02D94B3-CEA5-2802-DD7A-395BE4BB1A43}"/>
                  </a:ext>
                </a:extLst>
              </p:cNvPr>
              <p:cNvSpPr/>
              <p:nvPr/>
            </p:nvSpPr>
            <p:spPr>
              <a:xfrm>
                <a:off x="7371842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2" name="pg567">
                <a:extLst>
                  <a:ext uri="{FF2B5EF4-FFF2-40B4-BE49-F238E27FC236}">
                    <a16:creationId xmlns:a16="http://schemas.microsoft.com/office/drawing/2014/main" id="{E74F847A-31BC-7109-EACF-3DB3E1645ED2}"/>
                  </a:ext>
                </a:extLst>
              </p:cNvPr>
              <p:cNvSpPr/>
              <p:nvPr/>
            </p:nvSpPr>
            <p:spPr>
              <a:xfrm>
                <a:off x="7402905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3" name="pg568">
                <a:extLst>
                  <a:ext uri="{FF2B5EF4-FFF2-40B4-BE49-F238E27FC236}">
                    <a16:creationId xmlns:a16="http://schemas.microsoft.com/office/drawing/2014/main" id="{B8D3E56B-7EC2-DAAF-15CC-49CADC6F4F5B}"/>
                  </a:ext>
                </a:extLst>
              </p:cNvPr>
              <p:cNvSpPr/>
              <p:nvPr/>
            </p:nvSpPr>
            <p:spPr>
              <a:xfrm>
                <a:off x="7433968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4" name="pg569">
                <a:extLst>
                  <a:ext uri="{FF2B5EF4-FFF2-40B4-BE49-F238E27FC236}">
                    <a16:creationId xmlns:a16="http://schemas.microsoft.com/office/drawing/2014/main" id="{ABBFEF8B-3726-B849-3E19-E193D8AD0B36}"/>
                  </a:ext>
                </a:extLst>
              </p:cNvPr>
              <p:cNvSpPr/>
              <p:nvPr/>
            </p:nvSpPr>
            <p:spPr>
              <a:xfrm>
                <a:off x="7465031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5" name="pg570">
                <a:extLst>
                  <a:ext uri="{FF2B5EF4-FFF2-40B4-BE49-F238E27FC236}">
                    <a16:creationId xmlns:a16="http://schemas.microsoft.com/office/drawing/2014/main" id="{0E267DB8-2BF6-3515-199C-474FB0077871}"/>
                  </a:ext>
                </a:extLst>
              </p:cNvPr>
              <p:cNvSpPr/>
              <p:nvPr/>
            </p:nvSpPr>
            <p:spPr>
              <a:xfrm>
                <a:off x="7496094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6" name="pg571">
                <a:extLst>
                  <a:ext uri="{FF2B5EF4-FFF2-40B4-BE49-F238E27FC236}">
                    <a16:creationId xmlns:a16="http://schemas.microsoft.com/office/drawing/2014/main" id="{FEE93CD1-A7F6-C8F6-A680-12E6999807AF}"/>
                  </a:ext>
                </a:extLst>
              </p:cNvPr>
              <p:cNvSpPr/>
              <p:nvPr/>
            </p:nvSpPr>
            <p:spPr>
              <a:xfrm>
                <a:off x="7527156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7" name="pg572">
                <a:extLst>
                  <a:ext uri="{FF2B5EF4-FFF2-40B4-BE49-F238E27FC236}">
                    <a16:creationId xmlns:a16="http://schemas.microsoft.com/office/drawing/2014/main" id="{4DAF6C65-B8FF-D560-FA7D-FC217DE960DD}"/>
                  </a:ext>
                </a:extLst>
              </p:cNvPr>
              <p:cNvSpPr/>
              <p:nvPr/>
            </p:nvSpPr>
            <p:spPr>
              <a:xfrm>
                <a:off x="7278653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8" name="pg573">
                <a:extLst>
                  <a:ext uri="{FF2B5EF4-FFF2-40B4-BE49-F238E27FC236}">
                    <a16:creationId xmlns:a16="http://schemas.microsoft.com/office/drawing/2014/main" id="{C6C68042-B3F7-0053-59EB-18E6B39748C0}"/>
                  </a:ext>
                </a:extLst>
              </p:cNvPr>
              <p:cNvSpPr/>
              <p:nvPr/>
            </p:nvSpPr>
            <p:spPr>
              <a:xfrm>
                <a:off x="7309716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9" name="pg574">
                <a:extLst>
                  <a:ext uri="{FF2B5EF4-FFF2-40B4-BE49-F238E27FC236}">
                    <a16:creationId xmlns:a16="http://schemas.microsoft.com/office/drawing/2014/main" id="{70A592C7-3AD2-1F3A-C207-122F21BF26E6}"/>
                  </a:ext>
                </a:extLst>
              </p:cNvPr>
              <p:cNvSpPr/>
              <p:nvPr/>
            </p:nvSpPr>
            <p:spPr>
              <a:xfrm>
                <a:off x="7340779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0" name="pg575">
                <a:extLst>
                  <a:ext uri="{FF2B5EF4-FFF2-40B4-BE49-F238E27FC236}">
                    <a16:creationId xmlns:a16="http://schemas.microsoft.com/office/drawing/2014/main" id="{EFDDC4EE-FE9A-5A96-F6A3-48B9D158A0E6}"/>
                  </a:ext>
                </a:extLst>
              </p:cNvPr>
              <p:cNvSpPr/>
              <p:nvPr/>
            </p:nvSpPr>
            <p:spPr>
              <a:xfrm>
                <a:off x="7371842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1" name="pg576">
                <a:extLst>
                  <a:ext uri="{FF2B5EF4-FFF2-40B4-BE49-F238E27FC236}">
                    <a16:creationId xmlns:a16="http://schemas.microsoft.com/office/drawing/2014/main" id="{A1C8DD82-C2BC-8CC4-FBAA-AD64417C560A}"/>
                  </a:ext>
                </a:extLst>
              </p:cNvPr>
              <p:cNvSpPr/>
              <p:nvPr/>
            </p:nvSpPr>
            <p:spPr>
              <a:xfrm>
                <a:off x="7402905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2" name="pg577">
                <a:extLst>
                  <a:ext uri="{FF2B5EF4-FFF2-40B4-BE49-F238E27FC236}">
                    <a16:creationId xmlns:a16="http://schemas.microsoft.com/office/drawing/2014/main" id="{B601E66B-8153-71AD-F7FE-1032D280D01D}"/>
                  </a:ext>
                </a:extLst>
              </p:cNvPr>
              <p:cNvSpPr/>
              <p:nvPr/>
            </p:nvSpPr>
            <p:spPr>
              <a:xfrm>
                <a:off x="7433968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3" name="pg578">
                <a:extLst>
                  <a:ext uri="{FF2B5EF4-FFF2-40B4-BE49-F238E27FC236}">
                    <a16:creationId xmlns:a16="http://schemas.microsoft.com/office/drawing/2014/main" id="{27B3C9F5-681C-F112-A71D-B8CDFE9C2FB3}"/>
                  </a:ext>
                </a:extLst>
              </p:cNvPr>
              <p:cNvSpPr/>
              <p:nvPr/>
            </p:nvSpPr>
            <p:spPr>
              <a:xfrm>
                <a:off x="7465031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4" name="pg579">
                <a:extLst>
                  <a:ext uri="{FF2B5EF4-FFF2-40B4-BE49-F238E27FC236}">
                    <a16:creationId xmlns:a16="http://schemas.microsoft.com/office/drawing/2014/main" id="{EA32235E-26FD-62B4-2F72-A56E20989C4A}"/>
                  </a:ext>
                </a:extLst>
              </p:cNvPr>
              <p:cNvSpPr/>
              <p:nvPr/>
            </p:nvSpPr>
            <p:spPr>
              <a:xfrm>
                <a:off x="7496094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5" name="pg580">
                <a:extLst>
                  <a:ext uri="{FF2B5EF4-FFF2-40B4-BE49-F238E27FC236}">
                    <a16:creationId xmlns:a16="http://schemas.microsoft.com/office/drawing/2014/main" id="{E4D8499C-CFFC-4E85-1BE6-B32D0C3EC44E}"/>
                  </a:ext>
                </a:extLst>
              </p:cNvPr>
              <p:cNvSpPr/>
              <p:nvPr/>
            </p:nvSpPr>
            <p:spPr>
              <a:xfrm>
                <a:off x="7527156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6" name="pg581">
                <a:extLst>
                  <a:ext uri="{FF2B5EF4-FFF2-40B4-BE49-F238E27FC236}">
                    <a16:creationId xmlns:a16="http://schemas.microsoft.com/office/drawing/2014/main" id="{4F7C7E35-A4B3-BDAF-D3FA-5A0A31E89FF2}"/>
                  </a:ext>
                </a:extLst>
              </p:cNvPr>
              <p:cNvSpPr/>
              <p:nvPr/>
            </p:nvSpPr>
            <p:spPr>
              <a:xfrm>
                <a:off x="7309716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7" name="pg582">
                <a:extLst>
                  <a:ext uri="{FF2B5EF4-FFF2-40B4-BE49-F238E27FC236}">
                    <a16:creationId xmlns:a16="http://schemas.microsoft.com/office/drawing/2014/main" id="{85F4832B-B09A-327F-93C5-7FF89618D607}"/>
                  </a:ext>
                </a:extLst>
              </p:cNvPr>
              <p:cNvSpPr/>
              <p:nvPr/>
            </p:nvSpPr>
            <p:spPr>
              <a:xfrm>
                <a:off x="7340779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8" name="pg583">
                <a:extLst>
                  <a:ext uri="{FF2B5EF4-FFF2-40B4-BE49-F238E27FC236}">
                    <a16:creationId xmlns:a16="http://schemas.microsoft.com/office/drawing/2014/main" id="{00EE5D40-25E5-B7E8-B81E-4D8C0EB46CD4}"/>
                  </a:ext>
                </a:extLst>
              </p:cNvPr>
              <p:cNvSpPr/>
              <p:nvPr/>
            </p:nvSpPr>
            <p:spPr>
              <a:xfrm>
                <a:off x="7371842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9" name="pg584">
                <a:extLst>
                  <a:ext uri="{FF2B5EF4-FFF2-40B4-BE49-F238E27FC236}">
                    <a16:creationId xmlns:a16="http://schemas.microsoft.com/office/drawing/2014/main" id="{0FE41DC3-F4D7-7AB5-B8DA-8BF65CF4AD01}"/>
                  </a:ext>
                </a:extLst>
              </p:cNvPr>
              <p:cNvSpPr/>
              <p:nvPr/>
            </p:nvSpPr>
            <p:spPr>
              <a:xfrm>
                <a:off x="7402905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0" name="pg585">
                <a:extLst>
                  <a:ext uri="{FF2B5EF4-FFF2-40B4-BE49-F238E27FC236}">
                    <a16:creationId xmlns:a16="http://schemas.microsoft.com/office/drawing/2014/main" id="{B6987ADD-6331-F35E-7C76-3AC019D8F171}"/>
                  </a:ext>
                </a:extLst>
              </p:cNvPr>
              <p:cNvSpPr/>
              <p:nvPr/>
            </p:nvSpPr>
            <p:spPr>
              <a:xfrm>
                <a:off x="7433968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1" name="pg586">
                <a:extLst>
                  <a:ext uri="{FF2B5EF4-FFF2-40B4-BE49-F238E27FC236}">
                    <a16:creationId xmlns:a16="http://schemas.microsoft.com/office/drawing/2014/main" id="{654353AA-B4B2-0B35-6498-12085C65F235}"/>
                  </a:ext>
                </a:extLst>
              </p:cNvPr>
              <p:cNvSpPr/>
              <p:nvPr/>
            </p:nvSpPr>
            <p:spPr>
              <a:xfrm>
                <a:off x="7465031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2" name="pg587">
                <a:extLst>
                  <a:ext uri="{FF2B5EF4-FFF2-40B4-BE49-F238E27FC236}">
                    <a16:creationId xmlns:a16="http://schemas.microsoft.com/office/drawing/2014/main" id="{A75CBDF9-ED5A-BEE2-D30C-6D2D3205EB76}"/>
                  </a:ext>
                </a:extLst>
              </p:cNvPr>
              <p:cNvSpPr/>
              <p:nvPr/>
            </p:nvSpPr>
            <p:spPr>
              <a:xfrm>
                <a:off x="7496094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3" name="pg588">
                <a:extLst>
                  <a:ext uri="{FF2B5EF4-FFF2-40B4-BE49-F238E27FC236}">
                    <a16:creationId xmlns:a16="http://schemas.microsoft.com/office/drawing/2014/main" id="{6D74B68B-A55C-DC5F-8A67-1543B119C46D}"/>
                  </a:ext>
                </a:extLst>
              </p:cNvPr>
              <p:cNvSpPr/>
              <p:nvPr/>
            </p:nvSpPr>
            <p:spPr>
              <a:xfrm>
                <a:off x="7527156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4" name="pg589">
                <a:extLst>
                  <a:ext uri="{FF2B5EF4-FFF2-40B4-BE49-F238E27FC236}">
                    <a16:creationId xmlns:a16="http://schemas.microsoft.com/office/drawing/2014/main" id="{D2EA1A20-3CF8-2B4D-6EDD-C4DEEE7E20C3}"/>
                  </a:ext>
                </a:extLst>
              </p:cNvPr>
              <p:cNvSpPr/>
              <p:nvPr/>
            </p:nvSpPr>
            <p:spPr>
              <a:xfrm>
                <a:off x="7558219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5" name="pg590">
                <a:extLst>
                  <a:ext uri="{FF2B5EF4-FFF2-40B4-BE49-F238E27FC236}">
                    <a16:creationId xmlns:a16="http://schemas.microsoft.com/office/drawing/2014/main" id="{B64F51F5-15C0-BC22-EF1C-F29B105BEF35}"/>
                  </a:ext>
                </a:extLst>
              </p:cNvPr>
              <p:cNvSpPr/>
              <p:nvPr/>
            </p:nvSpPr>
            <p:spPr>
              <a:xfrm>
                <a:off x="7402905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6" name="pg591">
                <a:extLst>
                  <a:ext uri="{FF2B5EF4-FFF2-40B4-BE49-F238E27FC236}">
                    <a16:creationId xmlns:a16="http://schemas.microsoft.com/office/drawing/2014/main" id="{EC6EA817-D27E-57A0-24BF-09ECB5CCE6D5}"/>
                  </a:ext>
                </a:extLst>
              </p:cNvPr>
              <p:cNvSpPr/>
              <p:nvPr/>
            </p:nvSpPr>
            <p:spPr>
              <a:xfrm>
                <a:off x="7433968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7" name="pg592">
                <a:extLst>
                  <a:ext uri="{FF2B5EF4-FFF2-40B4-BE49-F238E27FC236}">
                    <a16:creationId xmlns:a16="http://schemas.microsoft.com/office/drawing/2014/main" id="{29E5C2F6-9BFA-B411-0B21-3276E583CAF3}"/>
                  </a:ext>
                </a:extLst>
              </p:cNvPr>
              <p:cNvSpPr/>
              <p:nvPr/>
            </p:nvSpPr>
            <p:spPr>
              <a:xfrm>
                <a:off x="7465031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8" name="pg593">
                <a:extLst>
                  <a:ext uri="{FF2B5EF4-FFF2-40B4-BE49-F238E27FC236}">
                    <a16:creationId xmlns:a16="http://schemas.microsoft.com/office/drawing/2014/main" id="{76C31A91-A422-5C4D-184E-116290285D94}"/>
                  </a:ext>
                </a:extLst>
              </p:cNvPr>
              <p:cNvSpPr/>
              <p:nvPr/>
            </p:nvSpPr>
            <p:spPr>
              <a:xfrm>
                <a:off x="7496094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9" name="pg594">
                <a:extLst>
                  <a:ext uri="{FF2B5EF4-FFF2-40B4-BE49-F238E27FC236}">
                    <a16:creationId xmlns:a16="http://schemas.microsoft.com/office/drawing/2014/main" id="{09F5E2DF-13DC-04B1-6D75-CA82B09FD168}"/>
                  </a:ext>
                </a:extLst>
              </p:cNvPr>
              <p:cNvSpPr/>
              <p:nvPr/>
            </p:nvSpPr>
            <p:spPr>
              <a:xfrm>
                <a:off x="7527156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0" name="pg595">
                <a:extLst>
                  <a:ext uri="{FF2B5EF4-FFF2-40B4-BE49-F238E27FC236}">
                    <a16:creationId xmlns:a16="http://schemas.microsoft.com/office/drawing/2014/main" id="{E11C978C-DA3B-0F79-1494-5D9B547B0525}"/>
                  </a:ext>
                </a:extLst>
              </p:cNvPr>
              <p:cNvSpPr/>
              <p:nvPr/>
            </p:nvSpPr>
            <p:spPr>
              <a:xfrm>
                <a:off x="7558219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1" name="pg596">
                <a:extLst>
                  <a:ext uri="{FF2B5EF4-FFF2-40B4-BE49-F238E27FC236}">
                    <a16:creationId xmlns:a16="http://schemas.microsoft.com/office/drawing/2014/main" id="{399EB5A6-FA92-C4A4-5E88-129F54EA47F3}"/>
                  </a:ext>
                </a:extLst>
              </p:cNvPr>
              <p:cNvSpPr/>
              <p:nvPr/>
            </p:nvSpPr>
            <p:spPr>
              <a:xfrm>
                <a:off x="7247590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2" name="pg597">
                <a:extLst>
                  <a:ext uri="{FF2B5EF4-FFF2-40B4-BE49-F238E27FC236}">
                    <a16:creationId xmlns:a16="http://schemas.microsoft.com/office/drawing/2014/main" id="{B5E3B0B6-4C28-D7A6-55AA-7E41C0FD32B6}"/>
                  </a:ext>
                </a:extLst>
              </p:cNvPr>
              <p:cNvSpPr/>
              <p:nvPr/>
            </p:nvSpPr>
            <p:spPr>
              <a:xfrm>
                <a:off x="7371842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3" name="pg598">
                <a:extLst>
                  <a:ext uri="{FF2B5EF4-FFF2-40B4-BE49-F238E27FC236}">
                    <a16:creationId xmlns:a16="http://schemas.microsoft.com/office/drawing/2014/main" id="{EC2978F1-9510-97DF-1B4F-599A71C77500}"/>
                  </a:ext>
                </a:extLst>
              </p:cNvPr>
              <p:cNvSpPr/>
              <p:nvPr/>
            </p:nvSpPr>
            <p:spPr>
              <a:xfrm>
                <a:off x="7402905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4" name="pg599">
                <a:extLst>
                  <a:ext uri="{FF2B5EF4-FFF2-40B4-BE49-F238E27FC236}">
                    <a16:creationId xmlns:a16="http://schemas.microsoft.com/office/drawing/2014/main" id="{516DBB4C-3F23-641C-4EBE-5553B3B91545}"/>
                  </a:ext>
                </a:extLst>
              </p:cNvPr>
              <p:cNvSpPr/>
              <p:nvPr/>
            </p:nvSpPr>
            <p:spPr>
              <a:xfrm>
                <a:off x="7433968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5" name="pg600">
                <a:extLst>
                  <a:ext uri="{FF2B5EF4-FFF2-40B4-BE49-F238E27FC236}">
                    <a16:creationId xmlns:a16="http://schemas.microsoft.com/office/drawing/2014/main" id="{F3D7F264-768D-0648-A6EC-CEACC79194A6}"/>
                  </a:ext>
                </a:extLst>
              </p:cNvPr>
              <p:cNvSpPr/>
              <p:nvPr/>
            </p:nvSpPr>
            <p:spPr>
              <a:xfrm>
                <a:off x="7465031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6" name="pg601">
                <a:extLst>
                  <a:ext uri="{FF2B5EF4-FFF2-40B4-BE49-F238E27FC236}">
                    <a16:creationId xmlns:a16="http://schemas.microsoft.com/office/drawing/2014/main" id="{78C0ECC6-521E-A377-E789-9988EC38D2D2}"/>
                  </a:ext>
                </a:extLst>
              </p:cNvPr>
              <p:cNvSpPr/>
              <p:nvPr/>
            </p:nvSpPr>
            <p:spPr>
              <a:xfrm>
                <a:off x="7496094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7" name="pg602">
                <a:extLst>
                  <a:ext uri="{FF2B5EF4-FFF2-40B4-BE49-F238E27FC236}">
                    <a16:creationId xmlns:a16="http://schemas.microsoft.com/office/drawing/2014/main" id="{E7C1EC6E-F811-5934-7A76-9B2A1EB368A1}"/>
                  </a:ext>
                </a:extLst>
              </p:cNvPr>
              <p:cNvSpPr/>
              <p:nvPr/>
            </p:nvSpPr>
            <p:spPr>
              <a:xfrm>
                <a:off x="7527156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8" name="pg603">
                <a:extLst>
                  <a:ext uri="{FF2B5EF4-FFF2-40B4-BE49-F238E27FC236}">
                    <a16:creationId xmlns:a16="http://schemas.microsoft.com/office/drawing/2014/main" id="{ED1E56B4-D206-5490-6B9B-34715C0ABE86}"/>
                  </a:ext>
                </a:extLst>
              </p:cNvPr>
              <p:cNvSpPr/>
              <p:nvPr/>
            </p:nvSpPr>
            <p:spPr>
              <a:xfrm>
                <a:off x="7558219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9" name="pg604">
                <a:extLst>
                  <a:ext uri="{FF2B5EF4-FFF2-40B4-BE49-F238E27FC236}">
                    <a16:creationId xmlns:a16="http://schemas.microsoft.com/office/drawing/2014/main" id="{33AD48B9-07AB-2DB0-E04D-459504A2B191}"/>
                  </a:ext>
                </a:extLst>
              </p:cNvPr>
              <p:cNvSpPr/>
              <p:nvPr/>
            </p:nvSpPr>
            <p:spPr>
              <a:xfrm>
                <a:off x="7216527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0" name="pg605">
                <a:extLst>
                  <a:ext uri="{FF2B5EF4-FFF2-40B4-BE49-F238E27FC236}">
                    <a16:creationId xmlns:a16="http://schemas.microsoft.com/office/drawing/2014/main" id="{8F7C19F0-7602-AB8B-874C-1498B14D5509}"/>
                  </a:ext>
                </a:extLst>
              </p:cNvPr>
              <p:cNvSpPr/>
              <p:nvPr/>
            </p:nvSpPr>
            <p:spPr>
              <a:xfrm>
                <a:off x="7247590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1" name="pg606">
                <a:extLst>
                  <a:ext uri="{FF2B5EF4-FFF2-40B4-BE49-F238E27FC236}">
                    <a16:creationId xmlns:a16="http://schemas.microsoft.com/office/drawing/2014/main" id="{2116F774-812E-4478-CB93-C5B2D481F011}"/>
                  </a:ext>
                </a:extLst>
              </p:cNvPr>
              <p:cNvSpPr/>
              <p:nvPr/>
            </p:nvSpPr>
            <p:spPr>
              <a:xfrm>
                <a:off x="7278653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2" name="pg607">
                <a:extLst>
                  <a:ext uri="{FF2B5EF4-FFF2-40B4-BE49-F238E27FC236}">
                    <a16:creationId xmlns:a16="http://schemas.microsoft.com/office/drawing/2014/main" id="{372E1868-82EF-2C9E-67F3-8CE2361E0B25}"/>
                  </a:ext>
                </a:extLst>
              </p:cNvPr>
              <p:cNvSpPr/>
              <p:nvPr/>
            </p:nvSpPr>
            <p:spPr>
              <a:xfrm>
                <a:off x="7309716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3" name="pg608">
                <a:extLst>
                  <a:ext uri="{FF2B5EF4-FFF2-40B4-BE49-F238E27FC236}">
                    <a16:creationId xmlns:a16="http://schemas.microsoft.com/office/drawing/2014/main" id="{D22D7F14-FF67-98D4-E37F-B476CB87DE85}"/>
                  </a:ext>
                </a:extLst>
              </p:cNvPr>
              <p:cNvSpPr/>
              <p:nvPr/>
            </p:nvSpPr>
            <p:spPr>
              <a:xfrm>
                <a:off x="7340779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4" name="pg609">
                <a:extLst>
                  <a:ext uri="{FF2B5EF4-FFF2-40B4-BE49-F238E27FC236}">
                    <a16:creationId xmlns:a16="http://schemas.microsoft.com/office/drawing/2014/main" id="{70861DE2-C50B-6E2C-B2DF-698082E11DBF}"/>
                  </a:ext>
                </a:extLst>
              </p:cNvPr>
              <p:cNvSpPr/>
              <p:nvPr/>
            </p:nvSpPr>
            <p:spPr>
              <a:xfrm>
                <a:off x="7371842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5" name="pg610">
                <a:extLst>
                  <a:ext uri="{FF2B5EF4-FFF2-40B4-BE49-F238E27FC236}">
                    <a16:creationId xmlns:a16="http://schemas.microsoft.com/office/drawing/2014/main" id="{E12C7C36-E049-24EA-7C9F-13ABF196CCE7}"/>
                  </a:ext>
                </a:extLst>
              </p:cNvPr>
              <p:cNvSpPr/>
              <p:nvPr/>
            </p:nvSpPr>
            <p:spPr>
              <a:xfrm>
                <a:off x="7402905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6" name="pg611">
                <a:extLst>
                  <a:ext uri="{FF2B5EF4-FFF2-40B4-BE49-F238E27FC236}">
                    <a16:creationId xmlns:a16="http://schemas.microsoft.com/office/drawing/2014/main" id="{E60BCDDF-0675-2927-327C-AA1B919B140A}"/>
                  </a:ext>
                </a:extLst>
              </p:cNvPr>
              <p:cNvSpPr/>
              <p:nvPr/>
            </p:nvSpPr>
            <p:spPr>
              <a:xfrm>
                <a:off x="7433968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7" name="pg612">
                <a:extLst>
                  <a:ext uri="{FF2B5EF4-FFF2-40B4-BE49-F238E27FC236}">
                    <a16:creationId xmlns:a16="http://schemas.microsoft.com/office/drawing/2014/main" id="{48CD273C-1903-812A-DB82-DADFAF0B83C8}"/>
                  </a:ext>
                </a:extLst>
              </p:cNvPr>
              <p:cNvSpPr/>
              <p:nvPr/>
            </p:nvSpPr>
            <p:spPr>
              <a:xfrm>
                <a:off x="7465031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8" name="pg613">
                <a:extLst>
                  <a:ext uri="{FF2B5EF4-FFF2-40B4-BE49-F238E27FC236}">
                    <a16:creationId xmlns:a16="http://schemas.microsoft.com/office/drawing/2014/main" id="{7A0D9AF4-A0FB-4F0D-7F2D-66DD4C1191DE}"/>
                  </a:ext>
                </a:extLst>
              </p:cNvPr>
              <p:cNvSpPr/>
              <p:nvPr/>
            </p:nvSpPr>
            <p:spPr>
              <a:xfrm>
                <a:off x="7496094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9" name="pg614">
                <a:extLst>
                  <a:ext uri="{FF2B5EF4-FFF2-40B4-BE49-F238E27FC236}">
                    <a16:creationId xmlns:a16="http://schemas.microsoft.com/office/drawing/2014/main" id="{FF6A1761-17BB-FA60-B22D-404624B7F18E}"/>
                  </a:ext>
                </a:extLst>
              </p:cNvPr>
              <p:cNvSpPr/>
              <p:nvPr/>
            </p:nvSpPr>
            <p:spPr>
              <a:xfrm>
                <a:off x="7527156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0" name="pg615">
                <a:extLst>
                  <a:ext uri="{FF2B5EF4-FFF2-40B4-BE49-F238E27FC236}">
                    <a16:creationId xmlns:a16="http://schemas.microsoft.com/office/drawing/2014/main" id="{13808915-52AC-8B40-6EC7-C63212AF1C8C}"/>
                  </a:ext>
                </a:extLst>
              </p:cNvPr>
              <p:cNvSpPr/>
              <p:nvPr/>
            </p:nvSpPr>
            <p:spPr>
              <a:xfrm>
                <a:off x="7558219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1" name="pg616">
                <a:extLst>
                  <a:ext uri="{FF2B5EF4-FFF2-40B4-BE49-F238E27FC236}">
                    <a16:creationId xmlns:a16="http://schemas.microsoft.com/office/drawing/2014/main" id="{AE566B13-9D56-CB5D-D173-5770929F553C}"/>
                  </a:ext>
                </a:extLst>
              </p:cNvPr>
              <p:cNvSpPr/>
              <p:nvPr/>
            </p:nvSpPr>
            <p:spPr>
              <a:xfrm>
                <a:off x="7185465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2" name="pg617">
                <a:extLst>
                  <a:ext uri="{FF2B5EF4-FFF2-40B4-BE49-F238E27FC236}">
                    <a16:creationId xmlns:a16="http://schemas.microsoft.com/office/drawing/2014/main" id="{37D1FBF7-E142-4D48-42E2-5052DB546819}"/>
                  </a:ext>
                </a:extLst>
              </p:cNvPr>
              <p:cNvSpPr/>
              <p:nvPr/>
            </p:nvSpPr>
            <p:spPr>
              <a:xfrm>
                <a:off x="7216527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3" name="pg618">
                <a:extLst>
                  <a:ext uri="{FF2B5EF4-FFF2-40B4-BE49-F238E27FC236}">
                    <a16:creationId xmlns:a16="http://schemas.microsoft.com/office/drawing/2014/main" id="{FD494530-1226-FAD9-DD6F-C7AA85B606BC}"/>
                  </a:ext>
                </a:extLst>
              </p:cNvPr>
              <p:cNvSpPr/>
              <p:nvPr/>
            </p:nvSpPr>
            <p:spPr>
              <a:xfrm>
                <a:off x="7247590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4" name="pg619">
                <a:extLst>
                  <a:ext uri="{FF2B5EF4-FFF2-40B4-BE49-F238E27FC236}">
                    <a16:creationId xmlns:a16="http://schemas.microsoft.com/office/drawing/2014/main" id="{C63F58F5-F107-7559-FF77-76D3BAFF8860}"/>
                  </a:ext>
                </a:extLst>
              </p:cNvPr>
              <p:cNvSpPr/>
              <p:nvPr/>
            </p:nvSpPr>
            <p:spPr>
              <a:xfrm>
                <a:off x="7278653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5" name="pg620">
                <a:extLst>
                  <a:ext uri="{FF2B5EF4-FFF2-40B4-BE49-F238E27FC236}">
                    <a16:creationId xmlns:a16="http://schemas.microsoft.com/office/drawing/2014/main" id="{C4F73995-345D-4D82-0978-75C3C735D416}"/>
                  </a:ext>
                </a:extLst>
              </p:cNvPr>
              <p:cNvSpPr/>
              <p:nvPr/>
            </p:nvSpPr>
            <p:spPr>
              <a:xfrm>
                <a:off x="7309716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6" name="pg621">
                <a:extLst>
                  <a:ext uri="{FF2B5EF4-FFF2-40B4-BE49-F238E27FC236}">
                    <a16:creationId xmlns:a16="http://schemas.microsoft.com/office/drawing/2014/main" id="{9D611DFF-0973-DED4-DF0E-6172A36CDBAC}"/>
                  </a:ext>
                </a:extLst>
              </p:cNvPr>
              <p:cNvSpPr/>
              <p:nvPr/>
            </p:nvSpPr>
            <p:spPr>
              <a:xfrm>
                <a:off x="7340779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7" name="pg622">
                <a:extLst>
                  <a:ext uri="{FF2B5EF4-FFF2-40B4-BE49-F238E27FC236}">
                    <a16:creationId xmlns:a16="http://schemas.microsoft.com/office/drawing/2014/main" id="{952A55F9-CEAB-88D4-691E-9D9CF382661D}"/>
                  </a:ext>
                </a:extLst>
              </p:cNvPr>
              <p:cNvSpPr/>
              <p:nvPr/>
            </p:nvSpPr>
            <p:spPr>
              <a:xfrm>
                <a:off x="7371842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8" name="pg623">
                <a:extLst>
                  <a:ext uri="{FF2B5EF4-FFF2-40B4-BE49-F238E27FC236}">
                    <a16:creationId xmlns:a16="http://schemas.microsoft.com/office/drawing/2014/main" id="{46362A97-E781-6832-E9D3-4C9A66FF5ECA}"/>
                  </a:ext>
                </a:extLst>
              </p:cNvPr>
              <p:cNvSpPr/>
              <p:nvPr/>
            </p:nvSpPr>
            <p:spPr>
              <a:xfrm>
                <a:off x="7402905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9" name="pg624">
                <a:extLst>
                  <a:ext uri="{FF2B5EF4-FFF2-40B4-BE49-F238E27FC236}">
                    <a16:creationId xmlns:a16="http://schemas.microsoft.com/office/drawing/2014/main" id="{F7A17802-EEFE-807C-532F-A4C2CFE99A2B}"/>
                  </a:ext>
                </a:extLst>
              </p:cNvPr>
              <p:cNvSpPr/>
              <p:nvPr/>
            </p:nvSpPr>
            <p:spPr>
              <a:xfrm>
                <a:off x="7433968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0" name="pg625">
                <a:extLst>
                  <a:ext uri="{FF2B5EF4-FFF2-40B4-BE49-F238E27FC236}">
                    <a16:creationId xmlns:a16="http://schemas.microsoft.com/office/drawing/2014/main" id="{CC696F15-98EF-F87F-FDC1-1CBDC797049D}"/>
                  </a:ext>
                </a:extLst>
              </p:cNvPr>
              <p:cNvSpPr/>
              <p:nvPr/>
            </p:nvSpPr>
            <p:spPr>
              <a:xfrm>
                <a:off x="7465031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1" name="pg626">
                <a:extLst>
                  <a:ext uri="{FF2B5EF4-FFF2-40B4-BE49-F238E27FC236}">
                    <a16:creationId xmlns:a16="http://schemas.microsoft.com/office/drawing/2014/main" id="{511D155E-6F26-BF50-80B5-96D1A0F5AD8C}"/>
                  </a:ext>
                </a:extLst>
              </p:cNvPr>
              <p:cNvSpPr/>
              <p:nvPr/>
            </p:nvSpPr>
            <p:spPr>
              <a:xfrm>
                <a:off x="7496094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2" name="pg627">
                <a:extLst>
                  <a:ext uri="{FF2B5EF4-FFF2-40B4-BE49-F238E27FC236}">
                    <a16:creationId xmlns:a16="http://schemas.microsoft.com/office/drawing/2014/main" id="{9DDE2E19-3640-6D2C-37FB-847C2ACD4314}"/>
                  </a:ext>
                </a:extLst>
              </p:cNvPr>
              <p:cNvSpPr/>
              <p:nvPr/>
            </p:nvSpPr>
            <p:spPr>
              <a:xfrm>
                <a:off x="7527156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3" name="pg628">
                <a:extLst>
                  <a:ext uri="{FF2B5EF4-FFF2-40B4-BE49-F238E27FC236}">
                    <a16:creationId xmlns:a16="http://schemas.microsoft.com/office/drawing/2014/main" id="{A785479D-8A13-C517-1838-FFA06EFA6E29}"/>
                  </a:ext>
                </a:extLst>
              </p:cNvPr>
              <p:cNvSpPr/>
              <p:nvPr/>
            </p:nvSpPr>
            <p:spPr>
              <a:xfrm>
                <a:off x="7558219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4" name="pg629">
                <a:extLst>
                  <a:ext uri="{FF2B5EF4-FFF2-40B4-BE49-F238E27FC236}">
                    <a16:creationId xmlns:a16="http://schemas.microsoft.com/office/drawing/2014/main" id="{D8AFFBAF-9851-C11E-49E8-130D75B0B1AD}"/>
                  </a:ext>
                </a:extLst>
              </p:cNvPr>
              <p:cNvSpPr/>
              <p:nvPr/>
            </p:nvSpPr>
            <p:spPr>
              <a:xfrm>
                <a:off x="7589283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5" name="pg630">
                <a:extLst>
                  <a:ext uri="{FF2B5EF4-FFF2-40B4-BE49-F238E27FC236}">
                    <a16:creationId xmlns:a16="http://schemas.microsoft.com/office/drawing/2014/main" id="{8368B53A-D2BA-4EA8-739C-1214179D39D3}"/>
                  </a:ext>
                </a:extLst>
              </p:cNvPr>
              <p:cNvSpPr/>
              <p:nvPr/>
            </p:nvSpPr>
            <p:spPr>
              <a:xfrm>
                <a:off x="718546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6" name="pg631">
                <a:extLst>
                  <a:ext uri="{FF2B5EF4-FFF2-40B4-BE49-F238E27FC236}">
                    <a16:creationId xmlns:a16="http://schemas.microsoft.com/office/drawing/2014/main" id="{4BDE2DF3-ED86-EDB3-0718-D07C04370791}"/>
                  </a:ext>
                </a:extLst>
              </p:cNvPr>
              <p:cNvSpPr/>
              <p:nvPr/>
            </p:nvSpPr>
            <p:spPr>
              <a:xfrm>
                <a:off x="7216527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7" name="pg632">
                <a:extLst>
                  <a:ext uri="{FF2B5EF4-FFF2-40B4-BE49-F238E27FC236}">
                    <a16:creationId xmlns:a16="http://schemas.microsoft.com/office/drawing/2014/main" id="{532BFCA9-7ABD-3592-CF22-C8CCAEFC4E63}"/>
                  </a:ext>
                </a:extLst>
              </p:cNvPr>
              <p:cNvSpPr/>
              <p:nvPr/>
            </p:nvSpPr>
            <p:spPr>
              <a:xfrm>
                <a:off x="7247590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8" name="pg633">
                <a:extLst>
                  <a:ext uri="{FF2B5EF4-FFF2-40B4-BE49-F238E27FC236}">
                    <a16:creationId xmlns:a16="http://schemas.microsoft.com/office/drawing/2014/main" id="{6051D08D-56D1-32E6-410E-A2205FD921F2}"/>
                  </a:ext>
                </a:extLst>
              </p:cNvPr>
              <p:cNvSpPr/>
              <p:nvPr/>
            </p:nvSpPr>
            <p:spPr>
              <a:xfrm>
                <a:off x="7278653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9" name="pg634">
                <a:extLst>
                  <a:ext uri="{FF2B5EF4-FFF2-40B4-BE49-F238E27FC236}">
                    <a16:creationId xmlns:a16="http://schemas.microsoft.com/office/drawing/2014/main" id="{45F6E0AC-256C-179D-8EF1-A1A619045147}"/>
                  </a:ext>
                </a:extLst>
              </p:cNvPr>
              <p:cNvSpPr/>
              <p:nvPr/>
            </p:nvSpPr>
            <p:spPr>
              <a:xfrm>
                <a:off x="7309716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0" name="pg635">
                <a:extLst>
                  <a:ext uri="{FF2B5EF4-FFF2-40B4-BE49-F238E27FC236}">
                    <a16:creationId xmlns:a16="http://schemas.microsoft.com/office/drawing/2014/main" id="{1C504F54-5451-1BAE-5ECB-B8DA4E82C878}"/>
                  </a:ext>
                </a:extLst>
              </p:cNvPr>
              <p:cNvSpPr/>
              <p:nvPr/>
            </p:nvSpPr>
            <p:spPr>
              <a:xfrm>
                <a:off x="7340779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1" name="pg636">
                <a:extLst>
                  <a:ext uri="{FF2B5EF4-FFF2-40B4-BE49-F238E27FC236}">
                    <a16:creationId xmlns:a16="http://schemas.microsoft.com/office/drawing/2014/main" id="{EAF21AD0-1C7C-6294-7485-1FA5E49F42F5}"/>
                  </a:ext>
                </a:extLst>
              </p:cNvPr>
              <p:cNvSpPr/>
              <p:nvPr/>
            </p:nvSpPr>
            <p:spPr>
              <a:xfrm>
                <a:off x="7371842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2" name="pg637">
                <a:extLst>
                  <a:ext uri="{FF2B5EF4-FFF2-40B4-BE49-F238E27FC236}">
                    <a16:creationId xmlns:a16="http://schemas.microsoft.com/office/drawing/2014/main" id="{CB02638E-1A06-7577-B47F-0135D5DBCD2D}"/>
                  </a:ext>
                </a:extLst>
              </p:cNvPr>
              <p:cNvSpPr/>
              <p:nvPr/>
            </p:nvSpPr>
            <p:spPr>
              <a:xfrm>
                <a:off x="740290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3" name="pg638">
                <a:extLst>
                  <a:ext uri="{FF2B5EF4-FFF2-40B4-BE49-F238E27FC236}">
                    <a16:creationId xmlns:a16="http://schemas.microsoft.com/office/drawing/2014/main" id="{957AA0D0-BFC9-D91F-A6F8-69A8E49C5C96}"/>
                  </a:ext>
                </a:extLst>
              </p:cNvPr>
              <p:cNvSpPr/>
              <p:nvPr/>
            </p:nvSpPr>
            <p:spPr>
              <a:xfrm>
                <a:off x="7433968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4" name="pg639">
                <a:extLst>
                  <a:ext uri="{FF2B5EF4-FFF2-40B4-BE49-F238E27FC236}">
                    <a16:creationId xmlns:a16="http://schemas.microsoft.com/office/drawing/2014/main" id="{09A4A967-EED3-39C5-D594-4769E33EC95E}"/>
                  </a:ext>
                </a:extLst>
              </p:cNvPr>
              <p:cNvSpPr/>
              <p:nvPr/>
            </p:nvSpPr>
            <p:spPr>
              <a:xfrm>
                <a:off x="7465031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5" name="pg640">
                <a:extLst>
                  <a:ext uri="{FF2B5EF4-FFF2-40B4-BE49-F238E27FC236}">
                    <a16:creationId xmlns:a16="http://schemas.microsoft.com/office/drawing/2014/main" id="{625A2907-29E5-C08B-11B3-6A246CBABC34}"/>
                  </a:ext>
                </a:extLst>
              </p:cNvPr>
              <p:cNvSpPr/>
              <p:nvPr/>
            </p:nvSpPr>
            <p:spPr>
              <a:xfrm>
                <a:off x="7496094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6" name="pg641">
                <a:extLst>
                  <a:ext uri="{FF2B5EF4-FFF2-40B4-BE49-F238E27FC236}">
                    <a16:creationId xmlns:a16="http://schemas.microsoft.com/office/drawing/2014/main" id="{DC0D83AF-BABD-8C50-AA66-68B1E92163C8}"/>
                  </a:ext>
                </a:extLst>
              </p:cNvPr>
              <p:cNvSpPr/>
              <p:nvPr/>
            </p:nvSpPr>
            <p:spPr>
              <a:xfrm>
                <a:off x="7527156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7" name="pg642">
                <a:extLst>
                  <a:ext uri="{FF2B5EF4-FFF2-40B4-BE49-F238E27FC236}">
                    <a16:creationId xmlns:a16="http://schemas.microsoft.com/office/drawing/2014/main" id="{2564A595-BF4A-21C6-D791-83FCD035C05D}"/>
                  </a:ext>
                </a:extLst>
              </p:cNvPr>
              <p:cNvSpPr/>
              <p:nvPr/>
            </p:nvSpPr>
            <p:spPr>
              <a:xfrm>
                <a:off x="7558219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8" name="pg643">
                <a:extLst>
                  <a:ext uri="{FF2B5EF4-FFF2-40B4-BE49-F238E27FC236}">
                    <a16:creationId xmlns:a16="http://schemas.microsoft.com/office/drawing/2014/main" id="{C07AC2F7-9841-B6CB-C1A3-B855B27CF7DE}"/>
                  </a:ext>
                </a:extLst>
              </p:cNvPr>
              <p:cNvSpPr/>
              <p:nvPr/>
            </p:nvSpPr>
            <p:spPr>
              <a:xfrm>
                <a:off x="7589283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9" name="pg644">
                <a:extLst>
                  <a:ext uri="{FF2B5EF4-FFF2-40B4-BE49-F238E27FC236}">
                    <a16:creationId xmlns:a16="http://schemas.microsoft.com/office/drawing/2014/main" id="{FD828B01-3D59-72DC-CCFA-3798E1314096}"/>
                  </a:ext>
                </a:extLst>
              </p:cNvPr>
              <p:cNvSpPr/>
              <p:nvPr/>
            </p:nvSpPr>
            <p:spPr>
              <a:xfrm>
                <a:off x="762034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0" name="pg645">
                <a:extLst>
                  <a:ext uri="{FF2B5EF4-FFF2-40B4-BE49-F238E27FC236}">
                    <a16:creationId xmlns:a16="http://schemas.microsoft.com/office/drawing/2014/main" id="{A52828A4-F1BA-DCB7-0A1D-BAB5CB1AD8A8}"/>
                  </a:ext>
                </a:extLst>
              </p:cNvPr>
              <p:cNvSpPr/>
              <p:nvPr/>
            </p:nvSpPr>
            <p:spPr>
              <a:xfrm>
                <a:off x="718546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1" name="pg646">
                <a:extLst>
                  <a:ext uri="{FF2B5EF4-FFF2-40B4-BE49-F238E27FC236}">
                    <a16:creationId xmlns:a16="http://schemas.microsoft.com/office/drawing/2014/main" id="{E4A93BE5-0253-5670-F442-A79D1918CAF4}"/>
                  </a:ext>
                </a:extLst>
              </p:cNvPr>
              <p:cNvSpPr/>
              <p:nvPr/>
            </p:nvSpPr>
            <p:spPr>
              <a:xfrm>
                <a:off x="7216527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2" name="pg647">
                <a:extLst>
                  <a:ext uri="{FF2B5EF4-FFF2-40B4-BE49-F238E27FC236}">
                    <a16:creationId xmlns:a16="http://schemas.microsoft.com/office/drawing/2014/main" id="{233C2C0C-696C-4979-0F3E-E4EF213C7F6B}"/>
                  </a:ext>
                </a:extLst>
              </p:cNvPr>
              <p:cNvSpPr/>
              <p:nvPr/>
            </p:nvSpPr>
            <p:spPr>
              <a:xfrm>
                <a:off x="7247590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3" name="pg648">
                <a:extLst>
                  <a:ext uri="{FF2B5EF4-FFF2-40B4-BE49-F238E27FC236}">
                    <a16:creationId xmlns:a16="http://schemas.microsoft.com/office/drawing/2014/main" id="{67B8B295-C655-E3F7-F73F-A3255CF1188A}"/>
                  </a:ext>
                </a:extLst>
              </p:cNvPr>
              <p:cNvSpPr/>
              <p:nvPr/>
            </p:nvSpPr>
            <p:spPr>
              <a:xfrm>
                <a:off x="7278653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4" name="pg649">
                <a:extLst>
                  <a:ext uri="{FF2B5EF4-FFF2-40B4-BE49-F238E27FC236}">
                    <a16:creationId xmlns:a16="http://schemas.microsoft.com/office/drawing/2014/main" id="{8CD779C0-ADB6-C25E-5A11-A03BD9311131}"/>
                  </a:ext>
                </a:extLst>
              </p:cNvPr>
              <p:cNvSpPr/>
              <p:nvPr/>
            </p:nvSpPr>
            <p:spPr>
              <a:xfrm>
                <a:off x="7309716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5" name="pg650">
                <a:extLst>
                  <a:ext uri="{FF2B5EF4-FFF2-40B4-BE49-F238E27FC236}">
                    <a16:creationId xmlns:a16="http://schemas.microsoft.com/office/drawing/2014/main" id="{C2793D27-5A0B-E854-F3C7-A90CB40B5BBE}"/>
                  </a:ext>
                </a:extLst>
              </p:cNvPr>
              <p:cNvSpPr/>
              <p:nvPr/>
            </p:nvSpPr>
            <p:spPr>
              <a:xfrm>
                <a:off x="7340779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6" name="pg651">
                <a:extLst>
                  <a:ext uri="{FF2B5EF4-FFF2-40B4-BE49-F238E27FC236}">
                    <a16:creationId xmlns:a16="http://schemas.microsoft.com/office/drawing/2014/main" id="{DE04710A-F37D-9C14-6591-6EE0A894EF29}"/>
                  </a:ext>
                </a:extLst>
              </p:cNvPr>
              <p:cNvSpPr/>
              <p:nvPr/>
            </p:nvSpPr>
            <p:spPr>
              <a:xfrm>
                <a:off x="7371842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7" name="pg652">
                <a:extLst>
                  <a:ext uri="{FF2B5EF4-FFF2-40B4-BE49-F238E27FC236}">
                    <a16:creationId xmlns:a16="http://schemas.microsoft.com/office/drawing/2014/main" id="{7E789CF4-1FF6-C428-8BF3-D8EF7EA286F5}"/>
                  </a:ext>
                </a:extLst>
              </p:cNvPr>
              <p:cNvSpPr/>
              <p:nvPr/>
            </p:nvSpPr>
            <p:spPr>
              <a:xfrm>
                <a:off x="740290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8" name="pg653">
                <a:extLst>
                  <a:ext uri="{FF2B5EF4-FFF2-40B4-BE49-F238E27FC236}">
                    <a16:creationId xmlns:a16="http://schemas.microsoft.com/office/drawing/2014/main" id="{A990C763-7757-EF94-95D6-EE6021E2BF60}"/>
                  </a:ext>
                </a:extLst>
              </p:cNvPr>
              <p:cNvSpPr/>
              <p:nvPr/>
            </p:nvSpPr>
            <p:spPr>
              <a:xfrm>
                <a:off x="7433968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9" name="pg654">
                <a:extLst>
                  <a:ext uri="{FF2B5EF4-FFF2-40B4-BE49-F238E27FC236}">
                    <a16:creationId xmlns:a16="http://schemas.microsoft.com/office/drawing/2014/main" id="{4B0D00CE-4D3A-86A6-A7D3-503EE3498D27}"/>
                  </a:ext>
                </a:extLst>
              </p:cNvPr>
              <p:cNvSpPr/>
              <p:nvPr/>
            </p:nvSpPr>
            <p:spPr>
              <a:xfrm>
                <a:off x="7465031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0" name="pg655">
                <a:extLst>
                  <a:ext uri="{FF2B5EF4-FFF2-40B4-BE49-F238E27FC236}">
                    <a16:creationId xmlns:a16="http://schemas.microsoft.com/office/drawing/2014/main" id="{28268237-7E51-1C59-9E3A-E3CE9DDBD461}"/>
                  </a:ext>
                </a:extLst>
              </p:cNvPr>
              <p:cNvSpPr/>
              <p:nvPr/>
            </p:nvSpPr>
            <p:spPr>
              <a:xfrm>
                <a:off x="7496094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1" name="pg656">
                <a:extLst>
                  <a:ext uri="{FF2B5EF4-FFF2-40B4-BE49-F238E27FC236}">
                    <a16:creationId xmlns:a16="http://schemas.microsoft.com/office/drawing/2014/main" id="{97CEFF3F-BCD6-01F9-4AD2-F05B599BC90A}"/>
                  </a:ext>
                </a:extLst>
              </p:cNvPr>
              <p:cNvSpPr/>
              <p:nvPr/>
            </p:nvSpPr>
            <p:spPr>
              <a:xfrm>
                <a:off x="7527156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2" name="pg657">
                <a:extLst>
                  <a:ext uri="{FF2B5EF4-FFF2-40B4-BE49-F238E27FC236}">
                    <a16:creationId xmlns:a16="http://schemas.microsoft.com/office/drawing/2014/main" id="{512724DA-A74A-54A7-A7DF-3FA7F658520E}"/>
                  </a:ext>
                </a:extLst>
              </p:cNvPr>
              <p:cNvSpPr/>
              <p:nvPr/>
            </p:nvSpPr>
            <p:spPr>
              <a:xfrm>
                <a:off x="7558219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3" name="pg658">
                <a:extLst>
                  <a:ext uri="{FF2B5EF4-FFF2-40B4-BE49-F238E27FC236}">
                    <a16:creationId xmlns:a16="http://schemas.microsoft.com/office/drawing/2014/main" id="{7F814A12-95E7-D193-6740-4A3CC24F04A5}"/>
                  </a:ext>
                </a:extLst>
              </p:cNvPr>
              <p:cNvSpPr/>
              <p:nvPr/>
            </p:nvSpPr>
            <p:spPr>
              <a:xfrm>
                <a:off x="7589283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4" name="pg659">
                <a:extLst>
                  <a:ext uri="{FF2B5EF4-FFF2-40B4-BE49-F238E27FC236}">
                    <a16:creationId xmlns:a16="http://schemas.microsoft.com/office/drawing/2014/main" id="{D7249990-0C52-6FCA-CF6C-52561C740245}"/>
                  </a:ext>
                </a:extLst>
              </p:cNvPr>
              <p:cNvSpPr/>
              <p:nvPr/>
            </p:nvSpPr>
            <p:spPr>
              <a:xfrm>
                <a:off x="762034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5" name="pg660">
                <a:extLst>
                  <a:ext uri="{FF2B5EF4-FFF2-40B4-BE49-F238E27FC236}">
                    <a16:creationId xmlns:a16="http://schemas.microsoft.com/office/drawing/2014/main" id="{246E92DC-D37E-7173-A25C-CFE99118A6D5}"/>
                  </a:ext>
                </a:extLst>
              </p:cNvPr>
              <p:cNvSpPr/>
              <p:nvPr/>
            </p:nvSpPr>
            <p:spPr>
              <a:xfrm>
                <a:off x="8013933" y="474902"/>
                <a:ext cx="10529" cy="54128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6" name="pg661">
                <a:extLst>
                  <a:ext uri="{FF2B5EF4-FFF2-40B4-BE49-F238E27FC236}">
                    <a16:creationId xmlns:a16="http://schemas.microsoft.com/office/drawing/2014/main" id="{2DA99247-D422-0ECB-DF55-DBE50F020086}"/>
                  </a:ext>
                </a:extLst>
              </p:cNvPr>
              <p:cNvSpPr/>
              <p:nvPr/>
            </p:nvSpPr>
            <p:spPr>
              <a:xfrm>
                <a:off x="7607067" y="474902"/>
                <a:ext cx="397528" cy="357698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7" name="pg662">
                <a:extLst>
                  <a:ext uri="{FF2B5EF4-FFF2-40B4-BE49-F238E27FC236}">
                    <a16:creationId xmlns:a16="http://schemas.microsoft.com/office/drawing/2014/main" id="{066DF5AF-B683-B84C-1CA4-2E34C846E186}"/>
                  </a:ext>
                </a:extLst>
              </p:cNvPr>
              <p:cNvSpPr/>
              <p:nvPr/>
            </p:nvSpPr>
            <p:spPr>
              <a:xfrm>
                <a:off x="6948204" y="474902"/>
                <a:ext cx="796815" cy="1404773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8" name="pg663">
                <a:extLst>
                  <a:ext uri="{FF2B5EF4-FFF2-40B4-BE49-F238E27FC236}">
                    <a16:creationId xmlns:a16="http://schemas.microsoft.com/office/drawing/2014/main" id="{B8BD28F8-BF9A-4399-C044-ABF0062F7D0B}"/>
                  </a:ext>
                </a:extLst>
              </p:cNvPr>
              <p:cNvSpPr/>
              <p:nvPr/>
            </p:nvSpPr>
            <p:spPr>
              <a:xfrm>
                <a:off x="7966137" y="543975"/>
                <a:ext cx="41368" cy="77787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9" name="pg664">
                <a:extLst>
                  <a:ext uri="{FF2B5EF4-FFF2-40B4-BE49-F238E27FC236}">
                    <a16:creationId xmlns:a16="http://schemas.microsoft.com/office/drawing/2014/main" id="{09BE1345-73E3-5192-978C-B5D3547EC9AD}"/>
                  </a:ext>
                </a:extLst>
              </p:cNvPr>
              <p:cNvSpPr/>
              <p:nvPr/>
            </p:nvSpPr>
            <p:spPr>
              <a:xfrm>
                <a:off x="7648228" y="1063055"/>
                <a:ext cx="79273" cy="152686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0" name="pt665">
                <a:extLst>
                  <a:ext uri="{FF2B5EF4-FFF2-40B4-BE49-F238E27FC236}">
                    <a16:creationId xmlns:a16="http://schemas.microsoft.com/office/drawing/2014/main" id="{FA1C73BF-4E2B-56D5-EC22-A9045D1EB191}"/>
                  </a:ext>
                </a:extLst>
              </p:cNvPr>
              <p:cNvSpPr/>
              <p:nvPr/>
            </p:nvSpPr>
            <p:spPr>
              <a:xfrm>
                <a:off x="7540037" y="1279735"/>
                <a:ext cx="55120" cy="55120"/>
              </a:xfrm>
              <a:prstGeom prst="ellipse">
                <a:avLst/>
              </a:prstGeom>
              <a:solidFill>
                <a:srgbClr val="B5E8D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1" name="pt666">
                <a:extLst>
                  <a:ext uri="{FF2B5EF4-FFF2-40B4-BE49-F238E27FC236}">
                    <a16:creationId xmlns:a16="http://schemas.microsoft.com/office/drawing/2014/main" id="{EE797EAA-4D54-EE23-F148-57147AC8988E}"/>
                  </a:ext>
                </a:extLst>
              </p:cNvPr>
              <p:cNvSpPr/>
              <p:nvPr/>
            </p:nvSpPr>
            <p:spPr>
              <a:xfrm>
                <a:off x="7752171" y="757561"/>
                <a:ext cx="55120" cy="55120"/>
              </a:xfrm>
              <a:prstGeom prst="ellipse">
                <a:avLst/>
              </a:prstGeom>
              <a:solidFill>
                <a:srgbClr val="C7EDD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2" name="pt667">
                <a:extLst>
                  <a:ext uri="{FF2B5EF4-FFF2-40B4-BE49-F238E27FC236}">
                    <a16:creationId xmlns:a16="http://schemas.microsoft.com/office/drawing/2014/main" id="{381E6275-535C-730B-6410-E3394816735E}"/>
                  </a:ext>
                </a:extLst>
              </p:cNvPr>
              <p:cNvSpPr/>
              <p:nvPr/>
            </p:nvSpPr>
            <p:spPr>
              <a:xfrm>
                <a:off x="7581562" y="628133"/>
                <a:ext cx="55120" cy="55120"/>
              </a:xfrm>
              <a:prstGeom prst="ellipse">
                <a:avLst/>
              </a:prstGeom>
              <a:solidFill>
                <a:srgbClr val="ACE5C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3" name="pt668">
                <a:extLst>
                  <a:ext uri="{FF2B5EF4-FFF2-40B4-BE49-F238E27FC236}">
                    <a16:creationId xmlns:a16="http://schemas.microsoft.com/office/drawing/2014/main" id="{087DBF1A-D11B-7A72-EAF4-5099729E11F0}"/>
                  </a:ext>
                </a:extLst>
              </p:cNvPr>
              <p:cNvSpPr/>
              <p:nvPr/>
            </p:nvSpPr>
            <p:spPr>
              <a:xfrm>
                <a:off x="7169184" y="1021567"/>
                <a:ext cx="55120" cy="55120"/>
              </a:xfrm>
              <a:prstGeom prst="ellipse">
                <a:avLst/>
              </a:prstGeom>
              <a:solidFill>
                <a:srgbClr val="B3E7D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4" name="pt669">
                <a:extLst>
                  <a:ext uri="{FF2B5EF4-FFF2-40B4-BE49-F238E27FC236}">
                    <a16:creationId xmlns:a16="http://schemas.microsoft.com/office/drawing/2014/main" id="{C5AB3475-1486-6AD3-8647-807FEE2FA740}"/>
                  </a:ext>
                </a:extLst>
              </p:cNvPr>
              <p:cNvSpPr/>
              <p:nvPr/>
            </p:nvSpPr>
            <p:spPr>
              <a:xfrm>
                <a:off x="7265559" y="1447371"/>
                <a:ext cx="55120" cy="55120"/>
              </a:xfrm>
              <a:prstGeom prst="ellipse">
                <a:avLst/>
              </a:prstGeom>
              <a:solidFill>
                <a:srgbClr val="D6F2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5" name="pt670">
                <a:extLst>
                  <a:ext uri="{FF2B5EF4-FFF2-40B4-BE49-F238E27FC236}">
                    <a16:creationId xmlns:a16="http://schemas.microsoft.com/office/drawing/2014/main" id="{2FFB6701-651B-5F4A-BA66-56BB7131A857}"/>
                  </a:ext>
                </a:extLst>
              </p:cNvPr>
              <p:cNvSpPr/>
              <p:nvPr/>
            </p:nvSpPr>
            <p:spPr>
              <a:xfrm>
                <a:off x="7211834" y="1426695"/>
                <a:ext cx="98419" cy="97738"/>
              </a:xfrm>
              <a:prstGeom prst="ellipse">
                <a:avLst/>
              </a:prstGeom>
              <a:solidFill>
                <a:srgbClr val="BAE9D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6" name="pt671">
                <a:extLst>
                  <a:ext uri="{FF2B5EF4-FFF2-40B4-BE49-F238E27FC236}">
                    <a16:creationId xmlns:a16="http://schemas.microsoft.com/office/drawing/2014/main" id="{9B0AE370-909D-DE83-8355-1AFDDB2E0C40}"/>
                  </a:ext>
                </a:extLst>
              </p:cNvPr>
              <p:cNvSpPr/>
              <p:nvPr/>
            </p:nvSpPr>
            <p:spPr>
              <a:xfrm>
                <a:off x="7293936" y="1128717"/>
                <a:ext cx="98419" cy="97738"/>
              </a:xfrm>
              <a:prstGeom prst="ellipse">
                <a:avLst/>
              </a:prstGeom>
              <a:solidFill>
                <a:srgbClr val="94DDC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7" name="pt672">
                <a:extLst>
                  <a:ext uri="{FF2B5EF4-FFF2-40B4-BE49-F238E27FC236}">
                    <a16:creationId xmlns:a16="http://schemas.microsoft.com/office/drawing/2014/main" id="{3B4B07C5-5C41-907E-AD03-469C8F0B74B2}"/>
                  </a:ext>
                </a:extLst>
              </p:cNvPr>
              <p:cNvSpPr/>
              <p:nvPr/>
            </p:nvSpPr>
            <p:spPr>
              <a:xfrm>
                <a:off x="7283351" y="1391429"/>
                <a:ext cx="98419" cy="97738"/>
              </a:xfrm>
              <a:prstGeom prst="ellipse">
                <a:avLst/>
              </a:prstGeom>
              <a:solidFill>
                <a:srgbClr val="D7F3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8" name="pl675">
                <a:extLst>
                  <a:ext uri="{FF2B5EF4-FFF2-40B4-BE49-F238E27FC236}">
                    <a16:creationId xmlns:a16="http://schemas.microsoft.com/office/drawing/2014/main" id="{F3AC9EF5-7C5A-F895-8152-6CC58196BBCE}"/>
                  </a:ext>
                </a:extLst>
              </p:cNvPr>
              <p:cNvSpPr/>
              <p:nvPr/>
            </p:nvSpPr>
            <p:spPr>
              <a:xfrm>
                <a:off x="7347203" y="1000663"/>
                <a:ext cx="414952" cy="174178"/>
              </a:xfrm>
              <a:custGeom>
                <a:avLst/>
                <a:gdLst/>
                <a:ahLst/>
                <a:cxnLst/>
                <a:rect l="0" t="0" r="0" b="0"/>
                <a:pathLst>
                  <a:path w="1087872" h="456639">
                    <a:moveTo>
                      <a:pt x="1087872" y="0"/>
                    </a:moveTo>
                    <a:lnTo>
                      <a:pt x="0" y="45663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9" name="pl676">
                <a:extLst>
                  <a:ext uri="{FF2B5EF4-FFF2-40B4-BE49-F238E27FC236}">
                    <a16:creationId xmlns:a16="http://schemas.microsoft.com/office/drawing/2014/main" id="{53EFCD8E-10B8-F093-3EEC-669FE6589794}"/>
                  </a:ext>
                </a:extLst>
              </p:cNvPr>
              <p:cNvSpPr/>
              <p:nvPr/>
            </p:nvSpPr>
            <p:spPr>
              <a:xfrm>
                <a:off x="7336428" y="1191311"/>
                <a:ext cx="476290" cy="245854"/>
              </a:xfrm>
              <a:custGeom>
                <a:avLst/>
                <a:gdLst/>
                <a:ahLst/>
                <a:cxnLst/>
                <a:rect l="0" t="0" r="0" b="0"/>
                <a:pathLst>
                  <a:path w="1248681" h="644551">
                    <a:moveTo>
                      <a:pt x="1248681" y="0"/>
                    </a:moveTo>
                    <a:lnTo>
                      <a:pt x="0" y="64455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0" name="rc683">
                <a:extLst>
                  <a:ext uri="{FF2B5EF4-FFF2-40B4-BE49-F238E27FC236}">
                    <a16:creationId xmlns:a16="http://schemas.microsoft.com/office/drawing/2014/main" id="{DAF2D7FC-F9FF-B360-6A76-5988BEB26EEC}"/>
                  </a:ext>
                </a:extLst>
              </p:cNvPr>
              <p:cNvSpPr/>
              <p:nvPr/>
            </p:nvSpPr>
            <p:spPr>
              <a:xfrm>
                <a:off x="6948264" y="476671"/>
                <a:ext cx="1510855" cy="1410009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439" name="pg675">
              <a:extLst>
                <a:ext uri="{FF2B5EF4-FFF2-40B4-BE49-F238E27FC236}">
                  <a16:creationId xmlns:a16="http://schemas.microsoft.com/office/drawing/2014/main" id="{541260A7-F452-8B04-D6F7-1E76F1D28D17}"/>
                </a:ext>
              </a:extLst>
            </p:cNvPr>
            <p:cNvSpPr/>
            <p:nvPr/>
          </p:nvSpPr>
          <p:spPr>
            <a:xfrm>
              <a:off x="11924959" y="18031151"/>
              <a:ext cx="123475" cy="106933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sp>
          <p:nvSpPr>
            <p:cNvPr id="9440" name="pl674">
              <a:extLst>
                <a:ext uri="{FF2B5EF4-FFF2-40B4-BE49-F238E27FC236}">
                  <a16:creationId xmlns:a16="http://schemas.microsoft.com/office/drawing/2014/main" id="{A3D4A7D6-1926-1F7D-6B0B-D2C6D8C7A575}"/>
                </a:ext>
              </a:extLst>
            </p:cNvPr>
            <p:cNvSpPr/>
            <p:nvPr/>
          </p:nvSpPr>
          <p:spPr>
            <a:xfrm flipV="1">
              <a:off x="11959453" y="18192716"/>
              <a:ext cx="346343" cy="28803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grpSp>
          <p:nvGrpSpPr>
            <p:cNvPr id="9441" name="Group 9440">
              <a:extLst>
                <a:ext uri="{FF2B5EF4-FFF2-40B4-BE49-F238E27FC236}">
                  <a16:creationId xmlns:a16="http://schemas.microsoft.com/office/drawing/2014/main" id="{6AC2C3A7-345D-47B8-EEED-134207D6C1C1}"/>
                </a:ext>
              </a:extLst>
            </p:cNvPr>
            <p:cNvGrpSpPr/>
            <p:nvPr/>
          </p:nvGrpSpPr>
          <p:grpSpPr>
            <a:xfrm>
              <a:off x="11458963" y="16961122"/>
              <a:ext cx="1911807" cy="1728216"/>
              <a:chOff x="2313432" y="2103120"/>
              <a:chExt cx="1911807" cy="1728216"/>
            </a:xfrm>
          </p:grpSpPr>
          <p:sp>
            <p:nvSpPr>
              <p:cNvPr id="9445" name="pl677">
                <a:extLst>
                  <a:ext uri="{FF2B5EF4-FFF2-40B4-BE49-F238E27FC236}">
                    <a16:creationId xmlns:a16="http://schemas.microsoft.com/office/drawing/2014/main" id="{5D7FDAA0-D666-E6ED-0BBD-EB6E5CDBE1D0}"/>
                  </a:ext>
                </a:extLst>
              </p:cNvPr>
              <p:cNvSpPr/>
              <p:nvPr/>
            </p:nvSpPr>
            <p:spPr>
              <a:xfrm>
                <a:off x="2815452" y="2508458"/>
                <a:ext cx="45719" cy="428121"/>
              </a:xfrm>
              <a:custGeom>
                <a:avLst/>
                <a:gdLst/>
                <a:ahLst/>
                <a:cxnLst/>
                <a:rect l="0" t="0" r="0" b="0"/>
                <a:pathLst>
                  <a:path w="1087496" h="365184">
                    <a:moveTo>
                      <a:pt x="1087496" y="0"/>
                    </a:moveTo>
                    <a:lnTo>
                      <a:pt x="0" y="36518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6" name="pg675">
                <a:extLst>
                  <a:ext uri="{FF2B5EF4-FFF2-40B4-BE49-F238E27FC236}">
                    <a16:creationId xmlns:a16="http://schemas.microsoft.com/office/drawing/2014/main" id="{53613CEC-42FC-B7CC-97E8-FDFE14634A9E}"/>
                  </a:ext>
                </a:extLst>
              </p:cNvPr>
              <p:cNvSpPr/>
              <p:nvPr/>
            </p:nvSpPr>
            <p:spPr>
              <a:xfrm>
                <a:off x="2762405" y="2895464"/>
                <a:ext cx="137160" cy="118872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grpSp>
            <p:nvGrpSpPr>
              <p:cNvPr id="9447" name="Group 9446">
                <a:extLst>
                  <a:ext uri="{FF2B5EF4-FFF2-40B4-BE49-F238E27FC236}">
                    <a16:creationId xmlns:a16="http://schemas.microsoft.com/office/drawing/2014/main" id="{E3AC226C-90FC-B211-1F4E-1BA3ABA213FC}"/>
                  </a:ext>
                </a:extLst>
              </p:cNvPr>
              <p:cNvGrpSpPr/>
              <p:nvPr/>
            </p:nvGrpSpPr>
            <p:grpSpPr>
              <a:xfrm>
                <a:off x="2313432" y="2103120"/>
                <a:ext cx="1911807" cy="1728216"/>
                <a:chOff x="6876256" y="474902"/>
                <a:chExt cx="1582863" cy="1420959"/>
              </a:xfrm>
            </p:grpSpPr>
            <p:sp>
              <p:nvSpPr>
                <p:cNvPr id="9453" name="rc5">
                  <a:extLst>
                    <a:ext uri="{FF2B5EF4-FFF2-40B4-BE49-F238E27FC236}">
                      <a16:creationId xmlns:a16="http://schemas.microsoft.com/office/drawing/2014/main" id="{62D48723-1625-611E-CE53-80B2E8410168}"/>
                    </a:ext>
                  </a:extLst>
                </p:cNvPr>
                <p:cNvSpPr/>
                <p:nvPr/>
              </p:nvSpPr>
              <p:spPr>
                <a:xfrm>
                  <a:off x="6948264" y="477161"/>
                  <a:ext cx="1510855" cy="1409520"/>
                </a:xfrm>
                <a:prstGeom prst="rect">
                  <a:avLst/>
                </a:prstGeom>
                <a:solidFill>
                  <a:srgbClr val="F0F8FF">
                    <a:alpha val="100000"/>
                  </a:srgbClr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54" name="pl12">
                  <a:extLst>
                    <a:ext uri="{FF2B5EF4-FFF2-40B4-BE49-F238E27FC236}">
                      <a16:creationId xmlns:a16="http://schemas.microsoft.com/office/drawing/2014/main" id="{34B5BCD1-8F9D-2C20-4BB1-84DC70445A76}"/>
                    </a:ext>
                  </a:extLst>
                </p:cNvPr>
                <p:cNvSpPr/>
                <p:nvPr/>
              </p:nvSpPr>
              <p:spPr>
                <a:xfrm>
                  <a:off x="6876256" y="1886685"/>
                  <a:ext cx="1582863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149766">
                      <a:moveTo>
                        <a:pt x="0" y="0"/>
                      </a:moveTo>
                      <a:lnTo>
                        <a:pt x="22479" y="0"/>
                      </a:lnTo>
                      <a:lnTo>
                        <a:pt x="74847" y="0"/>
                      </a:lnTo>
                      <a:lnTo>
                        <a:pt x="127214" y="0"/>
                      </a:lnTo>
                      <a:lnTo>
                        <a:pt x="179582" y="0"/>
                      </a:lnTo>
                      <a:lnTo>
                        <a:pt x="231949" y="0"/>
                      </a:lnTo>
                      <a:lnTo>
                        <a:pt x="284316" y="0"/>
                      </a:lnTo>
                      <a:lnTo>
                        <a:pt x="336684" y="0"/>
                      </a:lnTo>
                      <a:lnTo>
                        <a:pt x="389051" y="0"/>
                      </a:lnTo>
                      <a:lnTo>
                        <a:pt x="441419" y="0"/>
                      </a:lnTo>
                      <a:lnTo>
                        <a:pt x="493786" y="0"/>
                      </a:lnTo>
                      <a:lnTo>
                        <a:pt x="546154" y="0"/>
                      </a:lnTo>
                      <a:lnTo>
                        <a:pt x="598521" y="0"/>
                      </a:lnTo>
                      <a:lnTo>
                        <a:pt x="650889" y="0"/>
                      </a:lnTo>
                      <a:lnTo>
                        <a:pt x="703256" y="0"/>
                      </a:lnTo>
                      <a:lnTo>
                        <a:pt x="755623" y="0"/>
                      </a:lnTo>
                      <a:lnTo>
                        <a:pt x="807991" y="0"/>
                      </a:lnTo>
                      <a:lnTo>
                        <a:pt x="860358" y="0"/>
                      </a:lnTo>
                      <a:lnTo>
                        <a:pt x="912726" y="0"/>
                      </a:lnTo>
                      <a:lnTo>
                        <a:pt x="965093" y="0"/>
                      </a:lnTo>
                      <a:lnTo>
                        <a:pt x="1017461" y="0"/>
                      </a:lnTo>
                      <a:lnTo>
                        <a:pt x="1069828" y="0"/>
                      </a:lnTo>
                      <a:lnTo>
                        <a:pt x="1122196" y="0"/>
                      </a:lnTo>
                      <a:lnTo>
                        <a:pt x="1174563" y="0"/>
                      </a:lnTo>
                      <a:lnTo>
                        <a:pt x="1226930" y="0"/>
                      </a:lnTo>
                      <a:lnTo>
                        <a:pt x="1279298" y="0"/>
                      </a:lnTo>
                      <a:lnTo>
                        <a:pt x="1331665" y="0"/>
                      </a:lnTo>
                      <a:lnTo>
                        <a:pt x="1384033" y="0"/>
                      </a:lnTo>
                      <a:lnTo>
                        <a:pt x="1436400" y="0"/>
                      </a:lnTo>
                      <a:lnTo>
                        <a:pt x="1488768" y="0"/>
                      </a:lnTo>
                      <a:lnTo>
                        <a:pt x="1541135" y="0"/>
                      </a:lnTo>
                      <a:lnTo>
                        <a:pt x="1593503" y="0"/>
                      </a:lnTo>
                      <a:lnTo>
                        <a:pt x="1645870" y="0"/>
                      </a:lnTo>
                      <a:lnTo>
                        <a:pt x="1698237" y="0"/>
                      </a:lnTo>
                      <a:lnTo>
                        <a:pt x="1750605" y="0"/>
                      </a:lnTo>
                      <a:lnTo>
                        <a:pt x="1802972" y="0"/>
                      </a:lnTo>
                      <a:lnTo>
                        <a:pt x="1855340" y="0"/>
                      </a:lnTo>
                      <a:lnTo>
                        <a:pt x="1907707" y="0"/>
                      </a:lnTo>
                      <a:lnTo>
                        <a:pt x="1960075" y="0"/>
                      </a:lnTo>
                      <a:lnTo>
                        <a:pt x="2012442" y="0"/>
                      </a:lnTo>
                      <a:lnTo>
                        <a:pt x="2064810" y="0"/>
                      </a:lnTo>
                      <a:lnTo>
                        <a:pt x="2117177" y="0"/>
                      </a:lnTo>
                      <a:lnTo>
                        <a:pt x="2169544" y="0"/>
                      </a:lnTo>
                      <a:lnTo>
                        <a:pt x="2221912" y="0"/>
                      </a:lnTo>
                      <a:lnTo>
                        <a:pt x="2274279" y="0"/>
                      </a:lnTo>
                      <a:lnTo>
                        <a:pt x="2326647" y="0"/>
                      </a:lnTo>
                      <a:lnTo>
                        <a:pt x="2379014" y="0"/>
                      </a:lnTo>
                      <a:lnTo>
                        <a:pt x="2431382" y="0"/>
                      </a:lnTo>
                      <a:lnTo>
                        <a:pt x="2483749" y="0"/>
                      </a:lnTo>
                      <a:lnTo>
                        <a:pt x="2536117" y="0"/>
                      </a:lnTo>
                      <a:lnTo>
                        <a:pt x="2588484" y="0"/>
                      </a:lnTo>
                      <a:lnTo>
                        <a:pt x="2640851" y="0"/>
                      </a:lnTo>
                      <a:lnTo>
                        <a:pt x="2693219" y="0"/>
                      </a:lnTo>
                      <a:lnTo>
                        <a:pt x="2745586" y="0"/>
                      </a:lnTo>
                      <a:lnTo>
                        <a:pt x="2797954" y="0"/>
                      </a:lnTo>
                      <a:lnTo>
                        <a:pt x="2850321" y="0"/>
                      </a:lnTo>
                      <a:lnTo>
                        <a:pt x="2902689" y="0"/>
                      </a:lnTo>
                      <a:lnTo>
                        <a:pt x="2955056" y="0"/>
                      </a:lnTo>
                      <a:lnTo>
                        <a:pt x="3007424" y="0"/>
                      </a:lnTo>
                      <a:lnTo>
                        <a:pt x="3059791" y="0"/>
                      </a:lnTo>
                      <a:lnTo>
                        <a:pt x="3112158" y="0"/>
                      </a:lnTo>
                      <a:lnTo>
                        <a:pt x="3164526" y="0"/>
                      </a:lnTo>
                      <a:lnTo>
                        <a:pt x="3216893" y="0"/>
                      </a:lnTo>
                      <a:lnTo>
                        <a:pt x="3269261" y="0"/>
                      </a:lnTo>
                      <a:lnTo>
                        <a:pt x="3321628" y="0"/>
                      </a:lnTo>
                      <a:lnTo>
                        <a:pt x="3373996" y="0"/>
                      </a:lnTo>
                      <a:lnTo>
                        <a:pt x="3426363" y="0"/>
                      </a:lnTo>
                      <a:lnTo>
                        <a:pt x="3478730" y="0"/>
                      </a:lnTo>
                      <a:lnTo>
                        <a:pt x="3531098" y="0"/>
                      </a:lnTo>
                      <a:lnTo>
                        <a:pt x="3583465" y="0"/>
                      </a:lnTo>
                      <a:lnTo>
                        <a:pt x="3635833" y="0"/>
                      </a:lnTo>
                      <a:lnTo>
                        <a:pt x="3688200" y="0"/>
                      </a:lnTo>
                      <a:lnTo>
                        <a:pt x="3740568" y="0"/>
                      </a:lnTo>
                      <a:lnTo>
                        <a:pt x="3792935" y="0"/>
                      </a:lnTo>
                      <a:lnTo>
                        <a:pt x="3845303" y="0"/>
                      </a:lnTo>
                      <a:lnTo>
                        <a:pt x="3897670" y="0"/>
                      </a:lnTo>
                      <a:lnTo>
                        <a:pt x="3950037" y="0"/>
                      </a:lnTo>
                      <a:lnTo>
                        <a:pt x="4002405" y="0"/>
                      </a:lnTo>
                      <a:lnTo>
                        <a:pt x="4054772" y="0"/>
                      </a:lnTo>
                      <a:lnTo>
                        <a:pt x="4107140" y="0"/>
                      </a:lnTo>
                      <a:lnTo>
                        <a:pt x="4149766" y="0"/>
                      </a:lnTo>
                      <a:lnTo>
                        <a:pt x="414976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55" name="pg29">
                  <a:extLst>
                    <a:ext uri="{FF2B5EF4-FFF2-40B4-BE49-F238E27FC236}">
                      <a16:creationId xmlns:a16="http://schemas.microsoft.com/office/drawing/2014/main" id="{F1763EDC-C2AF-0DA6-7D65-524DC1E019BE}"/>
                    </a:ext>
                  </a:extLst>
                </p:cNvPr>
                <p:cNvSpPr/>
                <p:nvPr/>
              </p:nvSpPr>
              <p:spPr>
                <a:xfrm>
                  <a:off x="7558219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56" name="pg30">
                  <a:extLst>
                    <a:ext uri="{FF2B5EF4-FFF2-40B4-BE49-F238E27FC236}">
                      <a16:creationId xmlns:a16="http://schemas.microsoft.com/office/drawing/2014/main" id="{CD0174F5-7E8E-8DB9-3CFC-1EFA73985D30}"/>
                    </a:ext>
                  </a:extLst>
                </p:cNvPr>
                <p:cNvSpPr/>
                <p:nvPr/>
              </p:nvSpPr>
              <p:spPr>
                <a:xfrm>
                  <a:off x="7589283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57" name="pg31">
                  <a:extLst>
                    <a:ext uri="{FF2B5EF4-FFF2-40B4-BE49-F238E27FC236}">
                      <a16:creationId xmlns:a16="http://schemas.microsoft.com/office/drawing/2014/main" id="{A9A3F0C2-350C-BB2D-B3B3-91D83C41A570}"/>
                    </a:ext>
                  </a:extLst>
                </p:cNvPr>
                <p:cNvSpPr/>
                <p:nvPr/>
              </p:nvSpPr>
              <p:spPr>
                <a:xfrm>
                  <a:off x="7620345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58" name="pg32">
                  <a:extLst>
                    <a:ext uri="{FF2B5EF4-FFF2-40B4-BE49-F238E27FC236}">
                      <a16:creationId xmlns:a16="http://schemas.microsoft.com/office/drawing/2014/main" id="{931FB5F1-4001-885D-90E3-607590994AAD}"/>
                    </a:ext>
                  </a:extLst>
                </p:cNvPr>
                <p:cNvSpPr/>
                <p:nvPr/>
              </p:nvSpPr>
              <p:spPr>
                <a:xfrm>
                  <a:off x="7651408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59" name="pg33">
                  <a:extLst>
                    <a:ext uri="{FF2B5EF4-FFF2-40B4-BE49-F238E27FC236}">
                      <a16:creationId xmlns:a16="http://schemas.microsoft.com/office/drawing/2014/main" id="{C3B8FAEF-BD23-85CD-0633-5F7ADA6AADD1}"/>
                    </a:ext>
                  </a:extLst>
                </p:cNvPr>
                <p:cNvSpPr/>
                <p:nvPr/>
              </p:nvSpPr>
              <p:spPr>
                <a:xfrm>
                  <a:off x="7682471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0" name="pg34">
                  <a:extLst>
                    <a:ext uri="{FF2B5EF4-FFF2-40B4-BE49-F238E27FC236}">
                      <a16:creationId xmlns:a16="http://schemas.microsoft.com/office/drawing/2014/main" id="{B0610841-2BD1-FE69-B6B6-267C43F0E725}"/>
                    </a:ext>
                  </a:extLst>
                </p:cNvPr>
                <p:cNvSpPr/>
                <p:nvPr/>
              </p:nvSpPr>
              <p:spPr>
                <a:xfrm>
                  <a:off x="7713534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1" name="pg35">
                  <a:extLst>
                    <a:ext uri="{FF2B5EF4-FFF2-40B4-BE49-F238E27FC236}">
                      <a16:creationId xmlns:a16="http://schemas.microsoft.com/office/drawing/2014/main" id="{830A4AFF-6C20-87A6-FFCC-F60704AC4A65}"/>
                    </a:ext>
                  </a:extLst>
                </p:cNvPr>
                <p:cNvSpPr/>
                <p:nvPr/>
              </p:nvSpPr>
              <p:spPr>
                <a:xfrm>
                  <a:off x="7744597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2" name="pg36">
                  <a:extLst>
                    <a:ext uri="{FF2B5EF4-FFF2-40B4-BE49-F238E27FC236}">
                      <a16:creationId xmlns:a16="http://schemas.microsoft.com/office/drawing/2014/main" id="{8DF43584-5205-2508-9631-46B208DD3A3B}"/>
                    </a:ext>
                  </a:extLst>
                </p:cNvPr>
                <p:cNvSpPr/>
                <p:nvPr/>
              </p:nvSpPr>
              <p:spPr>
                <a:xfrm>
                  <a:off x="7775660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3" name="pg37">
                  <a:extLst>
                    <a:ext uri="{FF2B5EF4-FFF2-40B4-BE49-F238E27FC236}">
                      <a16:creationId xmlns:a16="http://schemas.microsoft.com/office/drawing/2014/main" id="{0AD2C949-1704-BF8B-CFDF-A8649618C7BA}"/>
                    </a:ext>
                  </a:extLst>
                </p:cNvPr>
                <p:cNvSpPr/>
                <p:nvPr/>
              </p:nvSpPr>
              <p:spPr>
                <a:xfrm>
                  <a:off x="7930974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2C8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4" name="pg38">
                  <a:extLst>
                    <a:ext uri="{FF2B5EF4-FFF2-40B4-BE49-F238E27FC236}">
                      <a16:creationId xmlns:a16="http://schemas.microsoft.com/office/drawing/2014/main" id="{0328CAC9-395F-4B23-6BE6-D1FCF8CA39DE}"/>
                    </a:ext>
                  </a:extLst>
                </p:cNvPr>
                <p:cNvSpPr/>
                <p:nvPr/>
              </p:nvSpPr>
              <p:spPr>
                <a:xfrm>
                  <a:off x="7962037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D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5" name="pg39">
                  <a:extLst>
                    <a:ext uri="{FF2B5EF4-FFF2-40B4-BE49-F238E27FC236}">
                      <a16:creationId xmlns:a16="http://schemas.microsoft.com/office/drawing/2014/main" id="{EF52CDE9-8217-5F17-6376-60B3BEBF21F6}"/>
                    </a:ext>
                  </a:extLst>
                </p:cNvPr>
                <p:cNvSpPr/>
                <p:nvPr/>
              </p:nvSpPr>
              <p:spPr>
                <a:xfrm>
                  <a:off x="7993100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ADFC4">
                    <a:alpha val="100000"/>
                  </a:srgbClr>
                </a:solidFill>
                <a:ln w="5420" cap="flat">
                  <a:solidFill>
                    <a:srgbClr val="82D7B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6" name="pg40">
                  <a:extLst>
                    <a:ext uri="{FF2B5EF4-FFF2-40B4-BE49-F238E27FC236}">
                      <a16:creationId xmlns:a16="http://schemas.microsoft.com/office/drawing/2014/main" id="{224AEFA2-0B25-B3D0-6A0B-3AFB2D40A66D}"/>
                    </a:ext>
                  </a:extLst>
                </p:cNvPr>
                <p:cNvSpPr/>
                <p:nvPr/>
              </p:nvSpPr>
              <p:spPr>
                <a:xfrm>
                  <a:off x="8024163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7DEC3">
                    <a:alpha val="100000"/>
                  </a:srgbClr>
                </a:solidFill>
                <a:ln w="5420" cap="flat">
                  <a:solidFill>
                    <a:srgbClr val="7DD6B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7" name="pg41">
                  <a:extLst>
                    <a:ext uri="{FF2B5EF4-FFF2-40B4-BE49-F238E27FC236}">
                      <a16:creationId xmlns:a16="http://schemas.microsoft.com/office/drawing/2014/main" id="{82D020B2-C37D-4FF3-035C-599BF83BF695}"/>
                    </a:ext>
                  </a:extLst>
                </p:cNvPr>
                <p:cNvSpPr/>
                <p:nvPr/>
              </p:nvSpPr>
              <p:spPr>
                <a:xfrm>
                  <a:off x="8055226" y="4771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4DDC1">
                    <a:alpha val="100000"/>
                  </a:srgbClr>
                </a:solidFill>
                <a:ln w="5420" cap="flat">
                  <a:solidFill>
                    <a:srgbClr val="79D5B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8" name="pg42">
                  <a:extLst>
                    <a:ext uri="{FF2B5EF4-FFF2-40B4-BE49-F238E27FC236}">
                      <a16:creationId xmlns:a16="http://schemas.microsoft.com/office/drawing/2014/main" id="{E259EFF6-BC87-95CC-02E4-587072334475}"/>
                    </a:ext>
                  </a:extLst>
                </p:cNvPr>
                <p:cNvSpPr/>
                <p:nvPr/>
              </p:nvSpPr>
              <p:spPr>
                <a:xfrm>
                  <a:off x="7402905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69" name="pg43">
                  <a:extLst>
                    <a:ext uri="{FF2B5EF4-FFF2-40B4-BE49-F238E27FC236}">
                      <a16:creationId xmlns:a16="http://schemas.microsoft.com/office/drawing/2014/main" id="{6EB65855-01D2-7C0E-FBC0-D1742D00311D}"/>
                    </a:ext>
                  </a:extLst>
                </p:cNvPr>
                <p:cNvSpPr/>
                <p:nvPr/>
              </p:nvSpPr>
              <p:spPr>
                <a:xfrm>
                  <a:off x="7433968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0" name="pg44">
                  <a:extLst>
                    <a:ext uri="{FF2B5EF4-FFF2-40B4-BE49-F238E27FC236}">
                      <a16:creationId xmlns:a16="http://schemas.microsoft.com/office/drawing/2014/main" id="{9BB3913B-52EB-9D61-5F53-F40809F0ECB4}"/>
                    </a:ext>
                  </a:extLst>
                </p:cNvPr>
                <p:cNvSpPr/>
                <p:nvPr/>
              </p:nvSpPr>
              <p:spPr>
                <a:xfrm>
                  <a:off x="7465031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1" name="pg45">
                  <a:extLst>
                    <a:ext uri="{FF2B5EF4-FFF2-40B4-BE49-F238E27FC236}">
                      <a16:creationId xmlns:a16="http://schemas.microsoft.com/office/drawing/2014/main" id="{D8D52F7C-E723-0E4C-1785-CBF6E049AFA4}"/>
                    </a:ext>
                  </a:extLst>
                </p:cNvPr>
                <p:cNvSpPr/>
                <p:nvPr/>
              </p:nvSpPr>
              <p:spPr>
                <a:xfrm>
                  <a:off x="7496094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2" name="pg46">
                  <a:extLst>
                    <a:ext uri="{FF2B5EF4-FFF2-40B4-BE49-F238E27FC236}">
                      <a16:creationId xmlns:a16="http://schemas.microsoft.com/office/drawing/2014/main" id="{66D8D42B-077C-0923-51ED-C00C6B66CB31}"/>
                    </a:ext>
                  </a:extLst>
                </p:cNvPr>
                <p:cNvSpPr/>
                <p:nvPr/>
              </p:nvSpPr>
              <p:spPr>
                <a:xfrm>
                  <a:off x="7527156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3" name="pg47">
                  <a:extLst>
                    <a:ext uri="{FF2B5EF4-FFF2-40B4-BE49-F238E27FC236}">
                      <a16:creationId xmlns:a16="http://schemas.microsoft.com/office/drawing/2014/main" id="{4EE5C079-E928-26C6-06F1-7665F6235941}"/>
                    </a:ext>
                  </a:extLst>
                </p:cNvPr>
                <p:cNvSpPr/>
                <p:nvPr/>
              </p:nvSpPr>
              <p:spPr>
                <a:xfrm>
                  <a:off x="7558219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4" name="pg48">
                  <a:extLst>
                    <a:ext uri="{FF2B5EF4-FFF2-40B4-BE49-F238E27FC236}">
                      <a16:creationId xmlns:a16="http://schemas.microsoft.com/office/drawing/2014/main" id="{9574CFBC-09F7-B228-E6E0-B2493EB0C20A}"/>
                    </a:ext>
                  </a:extLst>
                </p:cNvPr>
                <p:cNvSpPr/>
                <p:nvPr/>
              </p:nvSpPr>
              <p:spPr>
                <a:xfrm>
                  <a:off x="7589283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5" name="pg49">
                  <a:extLst>
                    <a:ext uri="{FF2B5EF4-FFF2-40B4-BE49-F238E27FC236}">
                      <a16:creationId xmlns:a16="http://schemas.microsoft.com/office/drawing/2014/main" id="{49E7C92E-0382-183E-7A0E-1EDE8883ACB0}"/>
                    </a:ext>
                  </a:extLst>
                </p:cNvPr>
                <p:cNvSpPr/>
                <p:nvPr/>
              </p:nvSpPr>
              <p:spPr>
                <a:xfrm>
                  <a:off x="7620345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6" name="pg50">
                  <a:extLst>
                    <a:ext uri="{FF2B5EF4-FFF2-40B4-BE49-F238E27FC236}">
                      <a16:creationId xmlns:a16="http://schemas.microsoft.com/office/drawing/2014/main" id="{30033C92-6AED-8175-A6AB-A6CF7ECF8470}"/>
                    </a:ext>
                  </a:extLst>
                </p:cNvPr>
                <p:cNvSpPr/>
                <p:nvPr/>
              </p:nvSpPr>
              <p:spPr>
                <a:xfrm>
                  <a:off x="7651408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7" name="pg51">
                  <a:extLst>
                    <a:ext uri="{FF2B5EF4-FFF2-40B4-BE49-F238E27FC236}">
                      <a16:creationId xmlns:a16="http://schemas.microsoft.com/office/drawing/2014/main" id="{E1476D51-31A5-7957-215B-4C4A9C2807A4}"/>
                    </a:ext>
                  </a:extLst>
                </p:cNvPr>
                <p:cNvSpPr/>
                <p:nvPr/>
              </p:nvSpPr>
              <p:spPr>
                <a:xfrm>
                  <a:off x="7682471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8" name="pg52">
                  <a:extLst>
                    <a:ext uri="{FF2B5EF4-FFF2-40B4-BE49-F238E27FC236}">
                      <a16:creationId xmlns:a16="http://schemas.microsoft.com/office/drawing/2014/main" id="{C96CF160-0935-80A0-98BE-38F8E0A0DF72}"/>
                    </a:ext>
                  </a:extLst>
                </p:cNvPr>
                <p:cNvSpPr/>
                <p:nvPr/>
              </p:nvSpPr>
              <p:spPr>
                <a:xfrm>
                  <a:off x="7713534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79" name="pg53">
                  <a:extLst>
                    <a:ext uri="{FF2B5EF4-FFF2-40B4-BE49-F238E27FC236}">
                      <a16:creationId xmlns:a16="http://schemas.microsoft.com/office/drawing/2014/main" id="{ADE71715-0E90-8AC8-D875-EB337D83FB6F}"/>
                    </a:ext>
                  </a:extLst>
                </p:cNvPr>
                <p:cNvSpPr/>
                <p:nvPr/>
              </p:nvSpPr>
              <p:spPr>
                <a:xfrm>
                  <a:off x="7744597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0" name="pg54">
                  <a:extLst>
                    <a:ext uri="{FF2B5EF4-FFF2-40B4-BE49-F238E27FC236}">
                      <a16:creationId xmlns:a16="http://schemas.microsoft.com/office/drawing/2014/main" id="{59A31915-826B-37CB-437C-2E7EF3DF82C8}"/>
                    </a:ext>
                  </a:extLst>
                </p:cNvPr>
                <p:cNvSpPr/>
                <p:nvPr/>
              </p:nvSpPr>
              <p:spPr>
                <a:xfrm>
                  <a:off x="7899912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AE4CB">
                    <a:alpha val="100000"/>
                  </a:srgbClr>
                </a:solidFill>
                <a:ln w="5420" cap="flat">
                  <a:solidFill>
                    <a:srgbClr val="98DE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1" name="pg55">
                  <a:extLst>
                    <a:ext uri="{FF2B5EF4-FFF2-40B4-BE49-F238E27FC236}">
                      <a16:creationId xmlns:a16="http://schemas.microsoft.com/office/drawing/2014/main" id="{54EF320A-F701-9CD8-5453-0E1904E6CA59}"/>
                    </a:ext>
                  </a:extLst>
                </p:cNvPr>
                <p:cNvSpPr/>
                <p:nvPr/>
              </p:nvSpPr>
              <p:spPr>
                <a:xfrm>
                  <a:off x="7930974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7E3CA">
                    <a:alpha val="100000"/>
                  </a:srgbClr>
                </a:solidFill>
                <a:ln w="5420" cap="flat">
                  <a:solidFill>
                    <a:srgbClr val="94DDC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2" name="pg56">
                  <a:extLst>
                    <a:ext uri="{FF2B5EF4-FFF2-40B4-BE49-F238E27FC236}">
                      <a16:creationId xmlns:a16="http://schemas.microsoft.com/office/drawing/2014/main" id="{40ECE40E-C55E-180B-EF68-7BCCE6BADF48}"/>
                    </a:ext>
                  </a:extLst>
                </p:cNvPr>
                <p:cNvSpPr/>
                <p:nvPr/>
              </p:nvSpPr>
              <p:spPr>
                <a:xfrm>
                  <a:off x="7962037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2E1C7">
                    <a:alpha val="100000"/>
                  </a:srgbClr>
                </a:solidFill>
                <a:ln w="5420" cap="flat">
                  <a:solidFill>
                    <a:srgbClr val="8DDBB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3" name="pg57">
                  <a:extLst>
                    <a:ext uri="{FF2B5EF4-FFF2-40B4-BE49-F238E27FC236}">
                      <a16:creationId xmlns:a16="http://schemas.microsoft.com/office/drawing/2014/main" id="{C900FA5E-9EAB-837F-1CB2-A13FC724087A}"/>
                    </a:ext>
                  </a:extLst>
                </p:cNvPr>
                <p:cNvSpPr/>
                <p:nvPr/>
              </p:nvSpPr>
              <p:spPr>
                <a:xfrm>
                  <a:off x="7993100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FE1C6">
                    <a:alpha val="100000"/>
                  </a:srgbClr>
                </a:solidFill>
                <a:ln w="5420" cap="flat">
                  <a:solidFill>
                    <a:srgbClr val="89D9B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4" name="pg58">
                  <a:extLst>
                    <a:ext uri="{FF2B5EF4-FFF2-40B4-BE49-F238E27FC236}">
                      <a16:creationId xmlns:a16="http://schemas.microsoft.com/office/drawing/2014/main" id="{A13048EA-DB0F-033F-B1BE-FDB04D3A15EC}"/>
                    </a:ext>
                  </a:extLst>
                </p:cNvPr>
                <p:cNvSpPr/>
                <p:nvPr/>
              </p:nvSpPr>
              <p:spPr>
                <a:xfrm>
                  <a:off x="8024163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CE0C5">
                    <a:alpha val="100000"/>
                  </a:srgbClr>
                </a:solidFill>
                <a:ln w="5420" cap="flat">
                  <a:solidFill>
                    <a:srgbClr val="84D8B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5" name="pg59">
                  <a:extLst>
                    <a:ext uri="{FF2B5EF4-FFF2-40B4-BE49-F238E27FC236}">
                      <a16:creationId xmlns:a16="http://schemas.microsoft.com/office/drawing/2014/main" id="{DD9E782D-F42E-EFF8-D880-3610A3A9FEED}"/>
                    </a:ext>
                  </a:extLst>
                </p:cNvPr>
                <p:cNvSpPr/>
                <p:nvPr/>
              </p:nvSpPr>
              <p:spPr>
                <a:xfrm>
                  <a:off x="8055226" y="5165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9DFC3">
                    <a:alpha val="100000"/>
                  </a:srgbClr>
                </a:solidFill>
                <a:ln w="5420" cap="flat">
                  <a:solidFill>
                    <a:srgbClr val="80D7B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6" name="pg60">
                  <a:extLst>
                    <a:ext uri="{FF2B5EF4-FFF2-40B4-BE49-F238E27FC236}">
                      <a16:creationId xmlns:a16="http://schemas.microsoft.com/office/drawing/2014/main" id="{EFF2B4A9-DB83-93E5-3E71-35013C2F3B92}"/>
                    </a:ext>
                  </a:extLst>
                </p:cNvPr>
                <p:cNvSpPr/>
                <p:nvPr/>
              </p:nvSpPr>
              <p:spPr>
                <a:xfrm>
                  <a:off x="7371842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C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7" name="pg61">
                  <a:extLst>
                    <a:ext uri="{FF2B5EF4-FFF2-40B4-BE49-F238E27FC236}">
                      <a16:creationId xmlns:a16="http://schemas.microsoft.com/office/drawing/2014/main" id="{88EEC23B-81FF-CBAB-6C3C-70E284D688F5}"/>
                    </a:ext>
                  </a:extLst>
                </p:cNvPr>
                <p:cNvSpPr/>
                <p:nvPr/>
              </p:nvSpPr>
              <p:spPr>
                <a:xfrm>
                  <a:off x="7402905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8" name="pg62">
                  <a:extLst>
                    <a:ext uri="{FF2B5EF4-FFF2-40B4-BE49-F238E27FC236}">
                      <a16:creationId xmlns:a16="http://schemas.microsoft.com/office/drawing/2014/main" id="{841B98F8-F70C-202C-191D-54AAECCB5E66}"/>
                    </a:ext>
                  </a:extLst>
                </p:cNvPr>
                <p:cNvSpPr/>
                <p:nvPr/>
              </p:nvSpPr>
              <p:spPr>
                <a:xfrm>
                  <a:off x="7433968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89" name="pg63">
                  <a:extLst>
                    <a:ext uri="{FF2B5EF4-FFF2-40B4-BE49-F238E27FC236}">
                      <a16:creationId xmlns:a16="http://schemas.microsoft.com/office/drawing/2014/main" id="{ED133758-D039-D7B3-727D-2247B9E74AEF}"/>
                    </a:ext>
                  </a:extLst>
                </p:cNvPr>
                <p:cNvSpPr/>
                <p:nvPr/>
              </p:nvSpPr>
              <p:spPr>
                <a:xfrm>
                  <a:off x="7465031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0" name="pg64">
                  <a:extLst>
                    <a:ext uri="{FF2B5EF4-FFF2-40B4-BE49-F238E27FC236}">
                      <a16:creationId xmlns:a16="http://schemas.microsoft.com/office/drawing/2014/main" id="{69442367-856A-FFC3-E53B-34CD69EE887A}"/>
                    </a:ext>
                  </a:extLst>
                </p:cNvPr>
                <p:cNvSpPr/>
                <p:nvPr/>
              </p:nvSpPr>
              <p:spPr>
                <a:xfrm>
                  <a:off x="7496094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1" name="pg65">
                  <a:extLst>
                    <a:ext uri="{FF2B5EF4-FFF2-40B4-BE49-F238E27FC236}">
                      <a16:creationId xmlns:a16="http://schemas.microsoft.com/office/drawing/2014/main" id="{092C2ABD-1E87-7A3E-F5AA-B83134E5CEEC}"/>
                    </a:ext>
                  </a:extLst>
                </p:cNvPr>
                <p:cNvSpPr/>
                <p:nvPr/>
              </p:nvSpPr>
              <p:spPr>
                <a:xfrm>
                  <a:off x="7527156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2" name="pg66">
                  <a:extLst>
                    <a:ext uri="{FF2B5EF4-FFF2-40B4-BE49-F238E27FC236}">
                      <a16:creationId xmlns:a16="http://schemas.microsoft.com/office/drawing/2014/main" id="{066242D5-AFF4-E532-FC3C-AD7AFEAFA5B6}"/>
                    </a:ext>
                  </a:extLst>
                </p:cNvPr>
                <p:cNvSpPr/>
                <p:nvPr/>
              </p:nvSpPr>
              <p:spPr>
                <a:xfrm>
                  <a:off x="7558219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3" name="pg67">
                  <a:extLst>
                    <a:ext uri="{FF2B5EF4-FFF2-40B4-BE49-F238E27FC236}">
                      <a16:creationId xmlns:a16="http://schemas.microsoft.com/office/drawing/2014/main" id="{118B0118-D534-653A-CAC3-1D14F8982883}"/>
                    </a:ext>
                  </a:extLst>
                </p:cNvPr>
                <p:cNvSpPr/>
                <p:nvPr/>
              </p:nvSpPr>
              <p:spPr>
                <a:xfrm>
                  <a:off x="7589283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4" name="pg68">
                  <a:extLst>
                    <a:ext uri="{FF2B5EF4-FFF2-40B4-BE49-F238E27FC236}">
                      <a16:creationId xmlns:a16="http://schemas.microsoft.com/office/drawing/2014/main" id="{BE53F795-61F3-CA05-9CFA-29879990B6AF}"/>
                    </a:ext>
                  </a:extLst>
                </p:cNvPr>
                <p:cNvSpPr/>
                <p:nvPr/>
              </p:nvSpPr>
              <p:spPr>
                <a:xfrm>
                  <a:off x="7620345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5" name="pg69">
                  <a:extLst>
                    <a:ext uri="{FF2B5EF4-FFF2-40B4-BE49-F238E27FC236}">
                      <a16:creationId xmlns:a16="http://schemas.microsoft.com/office/drawing/2014/main" id="{6DC6499C-9404-2BEA-AE66-CFDC45DDE37D}"/>
                    </a:ext>
                  </a:extLst>
                </p:cNvPr>
                <p:cNvSpPr/>
                <p:nvPr/>
              </p:nvSpPr>
              <p:spPr>
                <a:xfrm>
                  <a:off x="7651408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6" name="pg70">
                  <a:extLst>
                    <a:ext uri="{FF2B5EF4-FFF2-40B4-BE49-F238E27FC236}">
                      <a16:creationId xmlns:a16="http://schemas.microsoft.com/office/drawing/2014/main" id="{22C53D1B-F6C6-E08F-C29C-0D31CB07CC88}"/>
                    </a:ext>
                  </a:extLst>
                </p:cNvPr>
                <p:cNvSpPr/>
                <p:nvPr/>
              </p:nvSpPr>
              <p:spPr>
                <a:xfrm>
                  <a:off x="7682471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7" name="pg71">
                  <a:extLst>
                    <a:ext uri="{FF2B5EF4-FFF2-40B4-BE49-F238E27FC236}">
                      <a16:creationId xmlns:a16="http://schemas.microsoft.com/office/drawing/2014/main" id="{17739A53-9749-5E6F-675A-E4CEE50DEB4B}"/>
                    </a:ext>
                  </a:extLst>
                </p:cNvPr>
                <p:cNvSpPr/>
                <p:nvPr/>
              </p:nvSpPr>
              <p:spPr>
                <a:xfrm>
                  <a:off x="7713534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8" name="pg72">
                  <a:extLst>
                    <a:ext uri="{FF2B5EF4-FFF2-40B4-BE49-F238E27FC236}">
                      <a16:creationId xmlns:a16="http://schemas.microsoft.com/office/drawing/2014/main" id="{C28FC679-5518-7982-42D8-8E485BC5A13D}"/>
                    </a:ext>
                  </a:extLst>
                </p:cNvPr>
                <p:cNvSpPr/>
                <p:nvPr/>
              </p:nvSpPr>
              <p:spPr>
                <a:xfrm>
                  <a:off x="7868849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499" name="pg73">
                  <a:extLst>
                    <a:ext uri="{FF2B5EF4-FFF2-40B4-BE49-F238E27FC236}">
                      <a16:creationId xmlns:a16="http://schemas.microsoft.com/office/drawing/2014/main" id="{2BB662F8-6137-AD4D-485E-A4CCAC5E04F7}"/>
                    </a:ext>
                  </a:extLst>
                </p:cNvPr>
                <p:cNvSpPr/>
                <p:nvPr/>
              </p:nvSpPr>
              <p:spPr>
                <a:xfrm>
                  <a:off x="7899912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0" name="pg74">
                  <a:extLst>
                    <a:ext uri="{FF2B5EF4-FFF2-40B4-BE49-F238E27FC236}">
                      <a16:creationId xmlns:a16="http://schemas.microsoft.com/office/drawing/2014/main" id="{78C0294F-733C-5D4A-714F-B4B6FFA49460}"/>
                    </a:ext>
                  </a:extLst>
                </p:cNvPr>
                <p:cNvSpPr/>
                <p:nvPr/>
              </p:nvSpPr>
              <p:spPr>
                <a:xfrm>
                  <a:off x="7930974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A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1" name="pg75">
                  <a:extLst>
                    <a:ext uri="{FF2B5EF4-FFF2-40B4-BE49-F238E27FC236}">
                      <a16:creationId xmlns:a16="http://schemas.microsoft.com/office/drawing/2014/main" id="{C4319C5A-A0CE-3DA7-00E6-DF69D64079E1}"/>
                    </a:ext>
                  </a:extLst>
                </p:cNvPr>
                <p:cNvSpPr/>
                <p:nvPr/>
              </p:nvSpPr>
              <p:spPr>
                <a:xfrm>
                  <a:off x="7962037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6E3C9">
                    <a:alpha val="100000"/>
                  </a:srgbClr>
                </a:solidFill>
                <a:ln w="5420" cap="flat">
                  <a:solidFill>
                    <a:srgbClr val="93DDC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2" name="pg76">
                  <a:extLst>
                    <a:ext uri="{FF2B5EF4-FFF2-40B4-BE49-F238E27FC236}">
                      <a16:creationId xmlns:a16="http://schemas.microsoft.com/office/drawing/2014/main" id="{6958A5B0-9BF6-D3E9-D795-18FDBD33470E}"/>
                    </a:ext>
                  </a:extLst>
                </p:cNvPr>
                <p:cNvSpPr/>
                <p:nvPr/>
              </p:nvSpPr>
              <p:spPr>
                <a:xfrm>
                  <a:off x="7993100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3E2C8">
                    <a:alpha val="100000"/>
                  </a:srgbClr>
                </a:solidFill>
                <a:ln w="5420" cap="flat">
                  <a:solidFill>
                    <a:srgbClr val="8FDBB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3" name="pg77">
                  <a:extLst>
                    <a:ext uri="{FF2B5EF4-FFF2-40B4-BE49-F238E27FC236}">
                      <a16:creationId xmlns:a16="http://schemas.microsoft.com/office/drawing/2014/main" id="{9497640E-84C4-0441-8176-E6CD321494D7}"/>
                    </a:ext>
                  </a:extLst>
                </p:cNvPr>
                <p:cNvSpPr/>
                <p:nvPr/>
              </p:nvSpPr>
              <p:spPr>
                <a:xfrm>
                  <a:off x="8024163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0E1C7">
                    <a:alpha val="100000"/>
                  </a:srgbClr>
                </a:solidFill>
                <a:ln w="5420" cap="flat">
                  <a:solidFill>
                    <a:srgbClr val="8BDAB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4" name="pg78">
                  <a:extLst>
                    <a:ext uri="{FF2B5EF4-FFF2-40B4-BE49-F238E27FC236}">
                      <a16:creationId xmlns:a16="http://schemas.microsoft.com/office/drawing/2014/main" id="{34EC6621-6632-2F2F-F62A-E3A9AD3A23B2}"/>
                    </a:ext>
                  </a:extLst>
                </p:cNvPr>
                <p:cNvSpPr/>
                <p:nvPr/>
              </p:nvSpPr>
              <p:spPr>
                <a:xfrm>
                  <a:off x="8055226" y="5559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9EE0C5">
                    <a:alpha val="100000"/>
                  </a:srgbClr>
                </a:solidFill>
                <a:ln w="5420" cap="flat">
                  <a:solidFill>
                    <a:srgbClr val="86D9B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5" name="pg79">
                  <a:extLst>
                    <a:ext uri="{FF2B5EF4-FFF2-40B4-BE49-F238E27FC236}">
                      <a16:creationId xmlns:a16="http://schemas.microsoft.com/office/drawing/2014/main" id="{13F167B6-A847-B584-EFFB-6E3DEC604678}"/>
                    </a:ext>
                  </a:extLst>
                </p:cNvPr>
                <p:cNvSpPr/>
                <p:nvPr/>
              </p:nvSpPr>
              <p:spPr>
                <a:xfrm>
                  <a:off x="7309716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C">
                    <a:alpha val="100000"/>
                  </a:srgbClr>
                </a:solidFill>
                <a:ln w="5420" cap="flat">
                  <a:solidFill>
                    <a:srgbClr val="9BDFC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6" name="pg80">
                  <a:extLst>
                    <a:ext uri="{FF2B5EF4-FFF2-40B4-BE49-F238E27FC236}">
                      <a16:creationId xmlns:a16="http://schemas.microsoft.com/office/drawing/2014/main" id="{56661E29-5E6A-516C-8759-0214A24BB1B4}"/>
                    </a:ext>
                  </a:extLst>
                </p:cNvPr>
                <p:cNvSpPr/>
                <p:nvPr/>
              </p:nvSpPr>
              <p:spPr>
                <a:xfrm>
                  <a:off x="7340779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7" name="pg81">
                  <a:extLst>
                    <a:ext uri="{FF2B5EF4-FFF2-40B4-BE49-F238E27FC236}">
                      <a16:creationId xmlns:a16="http://schemas.microsoft.com/office/drawing/2014/main" id="{7212498C-821F-DCA5-FD81-666957525D9C}"/>
                    </a:ext>
                  </a:extLst>
                </p:cNvPr>
                <p:cNvSpPr/>
                <p:nvPr/>
              </p:nvSpPr>
              <p:spPr>
                <a:xfrm>
                  <a:off x="7371842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8" name="pg82">
                  <a:extLst>
                    <a:ext uri="{FF2B5EF4-FFF2-40B4-BE49-F238E27FC236}">
                      <a16:creationId xmlns:a16="http://schemas.microsoft.com/office/drawing/2014/main" id="{10745337-273F-4CE6-34A2-B92AFDAA8B76}"/>
                    </a:ext>
                  </a:extLst>
                </p:cNvPr>
                <p:cNvSpPr/>
                <p:nvPr/>
              </p:nvSpPr>
              <p:spPr>
                <a:xfrm>
                  <a:off x="7402905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09" name="pg83">
                  <a:extLst>
                    <a:ext uri="{FF2B5EF4-FFF2-40B4-BE49-F238E27FC236}">
                      <a16:creationId xmlns:a16="http://schemas.microsoft.com/office/drawing/2014/main" id="{D387BA8E-9EC6-4387-120D-866B32357AD4}"/>
                    </a:ext>
                  </a:extLst>
                </p:cNvPr>
                <p:cNvSpPr/>
                <p:nvPr/>
              </p:nvSpPr>
              <p:spPr>
                <a:xfrm>
                  <a:off x="7433968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0" name="pg84">
                  <a:extLst>
                    <a:ext uri="{FF2B5EF4-FFF2-40B4-BE49-F238E27FC236}">
                      <a16:creationId xmlns:a16="http://schemas.microsoft.com/office/drawing/2014/main" id="{5B9E4AF9-BB07-7520-A5A4-DEDD434FB6A6}"/>
                    </a:ext>
                  </a:extLst>
                </p:cNvPr>
                <p:cNvSpPr/>
                <p:nvPr/>
              </p:nvSpPr>
              <p:spPr>
                <a:xfrm>
                  <a:off x="7465031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1" name="pg85">
                  <a:extLst>
                    <a:ext uri="{FF2B5EF4-FFF2-40B4-BE49-F238E27FC236}">
                      <a16:creationId xmlns:a16="http://schemas.microsoft.com/office/drawing/2014/main" id="{DA5FF188-121B-CD7B-229A-B79D7953ADC7}"/>
                    </a:ext>
                  </a:extLst>
                </p:cNvPr>
                <p:cNvSpPr/>
                <p:nvPr/>
              </p:nvSpPr>
              <p:spPr>
                <a:xfrm>
                  <a:off x="7496094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2" name="pg86">
                  <a:extLst>
                    <a:ext uri="{FF2B5EF4-FFF2-40B4-BE49-F238E27FC236}">
                      <a16:creationId xmlns:a16="http://schemas.microsoft.com/office/drawing/2014/main" id="{D2625735-A122-74B8-7E43-193414E467B8}"/>
                    </a:ext>
                  </a:extLst>
                </p:cNvPr>
                <p:cNvSpPr/>
                <p:nvPr/>
              </p:nvSpPr>
              <p:spPr>
                <a:xfrm>
                  <a:off x="7527156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3" name="pg87">
                  <a:extLst>
                    <a:ext uri="{FF2B5EF4-FFF2-40B4-BE49-F238E27FC236}">
                      <a16:creationId xmlns:a16="http://schemas.microsoft.com/office/drawing/2014/main" id="{D7AE7D6B-8DBC-6CE0-A004-A9C67FE6B77D}"/>
                    </a:ext>
                  </a:extLst>
                </p:cNvPr>
                <p:cNvSpPr/>
                <p:nvPr/>
              </p:nvSpPr>
              <p:spPr>
                <a:xfrm>
                  <a:off x="7558219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4" name="pg88">
                  <a:extLst>
                    <a:ext uri="{FF2B5EF4-FFF2-40B4-BE49-F238E27FC236}">
                      <a16:creationId xmlns:a16="http://schemas.microsoft.com/office/drawing/2014/main" id="{B1AE8395-C652-068F-2E7F-27A48F856251}"/>
                    </a:ext>
                  </a:extLst>
                </p:cNvPr>
                <p:cNvSpPr/>
                <p:nvPr/>
              </p:nvSpPr>
              <p:spPr>
                <a:xfrm>
                  <a:off x="7589283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5" name="pg89">
                  <a:extLst>
                    <a:ext uri="{FF2B5EF4-FFF2-40B4-BE49-F238E27FC236}">
                      <a16:creationId xmlns:a16="http://schemas.microsoft.com/office/drawing/2014/main" id="{89AB8801-509A-ED38-E867-D4D7736C4225}"/>
                    </a:ext>
                  </a:extLst>
                </p:cNvPr>
                <p:cNvSpPr/>
                <p:nvPr/>
              </p:nvSpPr>
              <p:spPr>
                <a:xfrm>
                  <a:off x="7620345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6" name="pg90">
                  <a:extLst>
                    <a:ext uri="{FF2B5EF4-FFF2-40B4-BE49-F238E27FC236}">
                      <a16:creationId xmlns:a16="http://schemas.microsoft.com/office/drawing/2014/main" id="{94E5B5F5-0F8A-57C7-4F97-2A9F7FB4D422}"/>
                    </a:ext>
                  </a:extLst>
                </p:cNvPr>
                <p:cNvSpPr/>
                <p:nvPr/>
              </p:nvSpPr>
              <p:spPr>
                <a:xfrm>
                  <a:off x="7651408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7" name="pg91">
                  <a:extLst>
                    <a:ext uri="{FF2B5EF4-FFF2-40B4-BE49-F238E27FC236}">
                      <a16:creationId xmlns:a16="http://schemas.microsoft.com/office/drawing/2014/main" id="{E9A7A53F-6D7D-BF7B-F5EB-C1D1D23C8AC7}"/>
                    </a:ext>
                  </a:extLst>
                </p:cNvPr>
                <p:cNvSpPr/>
                <p:nvPr/>
              </p:nvSpPr>
              <p:spPr>
                <a:xfrm>
                  <a:off x="7837786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8" name="pg92">
                  <a:extLst>
                    <a:ext uri="{FF2B5EF4-FFF2-40B4-BE49-F238E27FC236}">
                      <a16:creationId xmlns:a16="http://schemas.microsoft.com/office/drawing/2014/main" id="{AE04196B-B151-D31A-935F-8DCCA59EBC7C}"/>
                    </a:ext>
                  </a:extLst>
                </p:cNvPr>
                <p:cNvSpPr/>
                <p:nvPr/>
              </p:nvSpPr>
              <p:spPr>
                <a:xfrm>
                  <a:off x="7868849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19" name="pg93">
                  <a:extLst>
                    <a:ext uri="{FF2B5EF4-FFF2-40B4-BE49-F238E27FC236}">
                      <a16:creationId xmlns:a16="http://schemas.microsoft.com/office/drawing/2014/main" id="{058CF1A7-DA97-9FB4-B222-C0A2A0B998A9}"/>
                    </a:ext>
                  </a:extLst>
                </p:cNvPr>
                <p:cNvSpPr/>
                <p:nvPr/>
              </p:nvSpPr>
              <p:spPr>
                <a:xfrm>
                  <a:off x="7899912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0" name="pg94">
                  <a:extLst>
                    <a:ext uri="{FF2B5EF4-FFF2-40B4-BE49-F238E27FC236}">
                      <a16:creationId xmlns:a16="http://schemas.microsoft.com/office/drawing/2014/main" id="{938E8A3F-0DBE-0075-4585-A8E866A91171}"/>
                    </a:ext>
                  </a:extLst>
                </p:cNvPr>
                <p:cNvSpPr/>
                <p:nvPr/>
              </p:nvSpPr>
              <p:spPr>
                <a:xfrm>
                  <a:off x="7930974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1" name="pg95">
                  <a:extLst>
                    <a:ext uri="{FF2B5EF4-FFF2-40B4-BE49-F238E27FC236}">
                      <a16:creationId xmlns:a16="http://schemas.microsoft.com/office/drawing/2014/main" id="{4FCB3ED9-9E02-97B0-6776-5141B2248086}"/>
                    </a:ext>
                  </a:extLst>
                </p:cNvPr>
                <p:cNvSpPr/>
                <p:nvPr/>
              </p:nvSpPr>
              <p:spPr>
                <a:xfrm>
                  <a:off x="7962037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2" name="pg96">
                  <a:extLst>
                    <a:ext uri="{FF2B5EF4-FFF2-40B4-BE49-F238E27FC236}">
                      <a16:creationId xmlns:a16="http://schemas.microsoft.com/office/drawing/2014/main" id="{8ECE14C3-3388-8906-1BB1-AD72CEBBE29A}"/>
                    </a:ext>
                  </a:extLst>
                </p:cNvPr>
                <p:cNvSpPr/>
                <p:nvPr/>
              </p:nvSpPr>
              <p:spPr>
                <a:xfrm>
                  <a:off x="7993100" y="5953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BE4CC">
                    <a:alpha val="100000"/>
                  </a:srgbClr>
                </a:solidFill>
                <a:ln w="5420" cap="flat">
                  <a:solidFill>
                    <a:srgbClr val="99DFC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3" name="pg97">
                  <a:extLst>
                    <a:ext uri="{FF2B5EF4-FFF2-40B4-BE49-F238E27FC236}">
                      <a16:creationId xmlns:a16="http://schemas.microsoft.com/office/drawing/2014/main" id="{3D30ED50-A15C-A1C9-97F9-97AB520691E4}"/>
                    </a:ext>
                  </a:extLst>
                </p:cNvPr>
                <p:cNvSpPr/>
                <p:nvPr/>
              </p:nvSpPr>
              <p:spPr>
                <a:xfrm>
                  <a:off x="7247590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DF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4" name="pg98">
                  <a:extLst>
                    <a:ext uri="{FF2B5EF4-FFF2-40B4-BE49-F238E27FC236}">
                      <a16:creationId xmlns:a16="http://schemas.microsoft.com/office/drawing/2014/main" id="{AD09D1D2-4D58-DC50-1D53-180977857AA2}"/>
                    </a:ext>
                  </a:extLst>
                </p:cNvPr>
                <p:cNvSpPr/>
                <p:nvPr/>
              </p:nvSpPr>
              <p:spPr>
                <a:xfrm>
                  <a:off x="7278653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5" name="pg99">
                  <a:extLst>
                    <a:ext uri="{FF2B5EF4-FFF2-40B4-BE49-F238E27FC236}">
                      <a16:creationId xmlns:a16="http://schemas.microsoft.com/office/drawing/2014/main" id="{4C38B884-32E9-070D-8179-E62AF0D493D4}"/>
                    </a:ext>
                  </a:extLst>
                </p:cNvPr>
                <p:cNvSpPr/>
                <p:nvPr/>
              </p:nvSpPr>
              <p:spPr>
                <a:xfrm>
                  <a:off x="7309716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DE5CD">
                    <a:alpha val="100000"/>
                  </a:srgbClr>
                </a:solidFill>
                <a:ln w="5420" cap="flat">
                  <a:solidFill>
                    <a:srgbClr val="9C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6" name="pg100">
                  <a:extLst>
                    <a:ext uri="{FF2B5EF4-FFF2-40B4-BE49-F238E27FC236}">
                      <a16:creationId xmlns:a16="http://schemas.microsoft.com/office/drawing/2014/main" id="{DB9E48CD-3A5B-470F-898A-027BB5B99BE4}"/>
                    </a:ext>
                  </a:extLst>
                </p:cNvPr>
                <p:cNvSpPr/>
                <p:nvPr/>
              </p:nvSpPr>
              <p:spPr>
                <a:xfrm>
                  <a:off x="7340779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7" name="pg101">
                  <a:extLst>
                    <a:ext uri="{FF2B5EF4-FFF2-40B4-BE49-F238E27FC236}">
                      <a16:creationId xmlns:a16="http://schemas.microsoft.com/office/drawing/2014/main" id="{F078F777-F275-99B6-CEB9-32C9B0574929}"/>
                    </a:ext>
                  </a:extLst>
                </p:cNvPr>
                <p:cNvSpPr/>
                <p:nvPr/>
              </p:nvSpPr>
              <p:spPr>
                <a:xfrm>
                  <a:off x="7371842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8" name="pg102">
                  <a:extLst>
                    <a:ext uri="{FF2B5EF4-FFF2-40B4-BE49-F238E27FC236}">
                      <a16:creationId xmlns:a16="http://schemas.microsoft.com/office/drawing/2014/main" id="{130E1EA0-47AF-98BA-0833-AF88586198CF}"/>
                    </a:ext>
                  </a:extLst>
                </p:cNvPr>
                <p:cNvSpPr/>
                <p:nvPr/>
              </p:nvSpPr>
              <p:spPr>
                <a:xfrm>
                  <a:off x="7402905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29" name="pg103">
                  <a:extLst>
                    <a:ext uri="{FF2B5EF4-FFF2-40B4-BE49-F238E27FC236}">
                      <a16:creationId xmlns:a16="http://schemas.microsoft.com/office/drawing/2014/main" id="{D7B7A63E-224B-1CC8-ED57-4B85BF58F648}"/>
                    </a:ext>
                  </a:extLst>
                </p:cNvPr>
                <p:cNvSpPr/>
                <p:nvPr/>
              </p:nvSpPr>
              <p:spPr>
                <a:xfrm>
                  <a:off x="7433968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0" name="pg104">
                  <a:extLst>
                    <a:ext uri="{FF2B5EF4-FFF2-40B4-BE49-F238E27FC236}">
                      <a16:creationId xmlns:a16="http://schemas.microsoft.com/office/drawing/2014/main" id="{BFFCFA38-C4EA-0307-3C84-9DE6B28FFDFE}"/>
                    </a:ext>
                  </a:extLst>
                </p:cNvPr>
                <p:cNvSpPr/>
                <p:nvPr/>
              </p:nvSpPr>
              <p:spPr>
                <a:xfrm>
                  <a:off x="7465031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1" name="pg105">
                  <a:extLst>
                    <a:ext uri="{FF2B5EF4-FFF2-40B4-BE49-F238E27FC236}">
                      <a16:creationId xmlns:a16="http://schemas.microsoft.com/office/drawing/2014/main" id="{48D664A7-0997-8443-3198-8DD35CE20962}"/>
                    </a:ext>
                  </a:extLst>
                </p:cNvPr>
                <p:cNvSpPr/>
                <p:nvPr/>
              </p:nvSpPr>
              <p:spPr>
                <a:xfrm>
                  <a:off x="7496094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2" name="pg106">
                  <a:extLst>
                    <a:ext uri="{FF2B5EF4-FFF2-40B4-BE49-F238E27FC236}">
                      <a16:creationId xmlns:a16="http://schemas.microsoft.com/office/drawing/2014/main" id="{9F7CC147-A89D-CE00-E962-44A4C57289FC}"/>
                    </a:ext>
                  </a:extLst>
                </p:cNvPr>
                <p:cNvSpPr/>
                <p:nvPr/>
              </p:nvSpPr>
              <p:spPr>
                <a:xfrm>
                  <a:off x="7527156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3" name="pg107">
                  <a:extLst>
                    <a:ext uri="{FF2B5EF4-FFF2-40B4-BE49-F238E27FC236}">
                      <a16:creationId xmlns:a16="http://schemas.microsoft.com/office/drawing/2014/main" id="{0F122FBA-6EF1-7310-416F-F24F2E71D9B4}"/>
                    </a:ext>
                  </a:extLst>
                </p:cNvPr>
                <p:cNvSpPr/>
                <p:nvPr/>
              </p:nvSpPr>
              <p:spPr>
                <a:xfrm>
                  <a:off x="7558219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4" name="pg108">
                  <a:extLst>
                    <a:ext uri="{FF2B5EF4-FFF2-40B4-BE49-F238E27FC236}">
                      <a16:creationId xmlns:a16="http://schemas.microsoft.com/office/drawing/2014/main" id="{949F8DF7-AAAF-5351-0A5A-3CD66A193E50}"/>
                    </a:ext>
                  </a:extLst>
                </p:cNvPr>
                <p:cNvSpPr/>
                <p:nvPr/>
              </p:nvSpPr>
              <p:spPr>
                <a:xfrm>
                  <a:off x="7589283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5" name="pg109">
                  <a:extLst>
                    <a:ext uri="{FF2B5EF4-FFF2-40B4-BE49-F238E27FC236}">
                      <a16:creationId xmlns:a16="http://schemas.microsoft.com/office/drawing/2014/main" id="{8D8CBA6E-29E7-DC9F-008B-F54245CA939D}"/>
                    </a:ext>
                  </a:extLst>
                </p:cNvPr>
                <p:cNvSpPr/>
                <p:nvPr/>
              </p:nvSpPr>
              <p:spPr>
                <a:xfrm>
                  <a:off x="7620345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6" name="pg110">
                  <a:extLst>
                    <a:ext uri="{FF2B5EF4-FFF2-40B4-BE49-F238E27FC236}">
                      <a16:creationId xmlns:a16="http://schemas.microsoft.com/office/drawing/2014/main" id="{59254986-405D-0A56-F4EC-04744155968B}"/>
                    </a:ext>
                  </a:extLst>
                </p:cNvPr>
                <p:cNvSpPr/>
                <p:nvPr/>
              </p:nvSpPr>
              <p:spPr>
                <a:xfrm>
                  <a:off x="7651408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7" name="pg111">
                  <a:extLst>
                    <a:ext uri="{FF2B5EF4-FFF2-40B4-BE49-F238E27FC236}">
                      <a16:creationId xmlns:a16="http://schemas.microsoft.com/office/drawing/2014/main" id="{F56EFA9C-08BA-F0A5-B2E2-232BE1F1FB94}"/>
                    </a:ext>
                  </a:extLst>
                </p:cNvPr>
                <p:cNvSpPr/>
                <p:nvPr/>
              </p:nvSpPr>
              <p:spPr>
                <a:xfrm>
                  <a:off x="7682471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8" name="pg112">
                  <a:extLst>
                    <a:ext uri="{FF2B5EF4-FFF2-40B4-BE49-F238E27FC236}">
                      <a16:creationId xmlns:a16="http://schemas.microsoft.com/office/drawing/2014/main" id="{82F8EDE7-EAC7-75F0-E131-65DE0F0257BE}"/>
                    </a:ext>
                  </a:extLst>
                </p:cNvPr>
                <p:cNvSpPr/>
                <p:nvPr/>
              </p:nvSpPr>
              <p:spPr>
                <a:xfrm>
                  <a:off x="7713534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39" name="pg113">
                  <a:extLst>
                    <a:ext uri="{FF2B5EF4-FFF2-40B4-BE49-F238E27FC236}">
                      <a16:creationId xmlns:a16="http://schemas.microsoft.com/office/drawing/2014/main" id="{06A2759E-306C-C8C8-1B8F-63B0C1C8FDD9}"/>
                    </a:ext>
                  </a:extLst>
                </p:cNvPr>
                <p:cNvSpPr/>
                <p:nvPr/>
              </p:nvSpPr>
              <p:spPr>
                <a:xfrm>
                  <a:off x="7744597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0" name="pg114">
                  <a:extLst>
                    <a:ext uri="{FF2B5EF4-FFF2-40B4-BE49-F238E27FC236}">
                      <a16:creationId xmlns:a16="http://schemas.microsoft.com/office/drawing/2014/main" id="{15D21129-E8D7-7490-5FA5-2B44866B617D}"/>
                    </a:ext>
                  </a:extLst>
                </p:cNvPr>
                <p:cNvSpPr/>
                <p:nvPr/>
              </p:nvSpPr>
              <p:spPr>
                <a:xfrm>
                  <a:off x="7806723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1" name="pg115">
                  <a:extLst>
                    <a:ext uri="{FF2B5EF4-FFF2-40B4-BE49-F238E27FC236}">
                      <a16:creationId xmlns:a16="http://schemas.microsoft.com/office/drawing/2014/main" id="{E9C43023-00C6-010B-7D77-14BB7D458269}"/>
                    </a:ext>
                  </a:extLst>
                </p:cNvPr>
                <p:cNvSpPr/>
                <p:nvPr/>
              </p:nvSpPr>
              <p:spPr>
                <a:xfrm>
                  <a:off x="7837786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2" name="pg116">
                  <a:extLst>
                    <a:ext uri="{FF2B5EF4-FFF2-40B4-BE49-F238E27FC236}">
                      <a16:creationId xmlns:a16="http://schemas.microsoft.com/office/drawing/2014/main" id="{77B0975E-4F4C-AE3D-E908-3F81D1F2EF90}"/>
                    </a:ext>
                  </a:extLst>
                </p:cNvPr>
                <p:cNvSpPr/>
                <p:nvPr/>
              </p:nvSpPr>
              <p:spPr>
                <a:xfrm>
                  <a:off x="7868849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3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3" name="pg117">
                  <a:extLst>
                    <a:ext uri="{FF2B5EF4-FFF2-40B4-BE49-F238E27FC236}">
                      <a16:creationId xmlns:a16="http://schemas.microsoft.com/office/drawing/2014/main" id="{F36EC546-0349-9E3B-E251-CC4F6E756FF3}"/>
                    </a:ext>
                  </a:extLst>
                </p:cNvPr>
                <p:cNvSpPr/>
                <p:nvPr/>
              </p:nvSpPr>
              <p:spPr>
                <a:xfrm>
                  <a:off x="7899912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4" name="pg118">
                  <a:extLst>
                    <a:ext uri="{FF2B5EF4-FFF2-40B4-BE49-F238E27FC236}">
                      <a16:creationId xmlns:a16="http://schemas.microsoft.com/office/drawing/2014/main" id="{A2F13644-A105-8C20-081D-4C8D80DB7BD8}"/>
                    </a:ext>
                  </a:extLst>
                </p:cNvPr>
                <p:cNvSpPr/>
                <p:nvPr/>
              </p:nvSpPr>
              <p:spPr>
                <a:xfrm>
                  <a:off x="7930974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5" name="pg119">
                  <a:extLst>
                    <a:ext uri="{FF2B5EF4-FFF2-40B4-BE49-F238E27FC236}">
                      <a16:creationId xmlns:a16="http://schemas.microsoft.com/office/drawing/2014/main" id="{E4D5855D-6E18-3AF7-D834-DD892344FAD3}"/>
                    </a:ext>
                  </a:extLst>
                </p:cNvPr>
                <p:cNvSpPr/>
                <p:nvPr/>
              </p:nvSpPr>
              <p:spPr>
                <a:xfrm>
                  <a:off x="7962037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6" name="pg120">
                  <a:extLst>
                    <a:ext uri="{FF2B5EF4-FFF2-40B4-BE49-F238E27FC236}">
                      <a16:creationId xmlns:a16="http://schemas.microsoft.com/office/drawing/2014/main" id="{71B4DAC7-C07F-EB3B-0F9C-DED4FDD3C5F9}"/>
                    </a:ext>
                  </a:extLst>
                </p:cNvPr>
                <p:cNvSpPr/>
                <p:nvPr/>
              </p:nvSpPr>
              <p:spPr>
                <a:xfrm>
                  <a:off x="7993100" y="6347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7" name="pg121">
                  <a:extLst>
                    <a:ext uri="{FF2B5EF4-FFF2-40B4-BE49-F238E27FC236}">
                      <a16:creationId xmlns:a16="http://schemas.microsoft.com/office/drawing/2014/main" id="{D19B487A-2D1C-7ED3-42B3-0E46D3B1A973}"/>
                    </a:ext>
                  </a:extLst>
                </p:cNvPr>
                <p:cNvSpPr/>
                <p:nvPr/>
              </p:nvSpPr>
              <p:spPr>
                <a:xfrm>
                  <a:off x="7247590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8" name="pg122">
                  <a:extLst>
                    <a:ext uri="{FF2B5EF4-FFF2-40B4-BE49-F238E27FC236}">
                      <a16:creationId xmlns:a16="http://schemas.microsoft.com/office/drawing/2014/main" id="{077F9C2E-4616-1532-4128-3C2D9BD866FC}"/>
                    </a:ext>
                  </a:extLst>
                </p:cNvPr>
                <p:cNvSpPr/>
                <p:nvPr/>
              </p:nvSpPr>
              <p:spPr>
                <a:xfrm>
                  <a:off x="7278653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49" name="pg123">
                  <a:extLst>
                    <a:ext uri="{FF2B5EF4-FFF2-40B4-BE49-F238E27FC236}">
                      <a16:creationId xmlns:a16="http://schemas.microsoft.com/office/drawing/2014/main" id="{6F23D933-E75B-688C-5296-8EFD9B5E412A}"/>
                    </a:ext>
                  </a:extLst>
                </p:cNvPr>
                <p:cNvSpPr/>
                <p:nvPr/>
              </p:nvSpPr>
              <p:spPr>
                <a:xfrm>
                  <a:off x="7309716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D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0" name="pg124">
                  <a:extLst>
                    <a:ext uri="{FF2B5EF4-FFF2-40B4-BE49-F238E27FC236}">
                      <a16:creationId xmlns:a16="http://schemas.microsoft.com/office/drawing/2014/main" id="{16FE744E-0101-15DB-0F4F-887D92C53761}"/>
                    </a:ext>
                  </a:extLst>
                </p:cNvPr>
                <p:cNvSpPr/>
                <p:nvPr/>
              </p:nvSpPr>
              <p:spPr>
                <a:xfrm>
                  <a:off x="7340779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1" name="pg125">
                  <a:extLst>
                    <a:ext uri="{FF2B5EF4-FFF2-40B4-BE49-F238E27FC236}">
                      <a16:creationId xmlns:a16="http://schemas.microsoft.com/office/drawing/2014/main" id="{16E9CE77-C4BF-0D7A-6857-28907F5B46A9}"/>
                    </a:ext>
                  </a:extLst>
                </p:cNvPr>
                <p:cNvSpPr/>
                <p:nvPr/>
              </p:nvSpPr>
              <p:spPr>
                <a:xfrm>
                  <a:off x="7371842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2" name="pg126">
                  <a:extLst>
                    <a:ext uri="{FF2B5EF4-FFF2-40B4-BE49-F238E27FC236}">
                      <a16:creationId xmlns:a16="http://schemas.microsoft.com/office/drawing/2014/main" id="{9FCF5F08-3596-0A31-933B-47901CBBA05C}"/>
                    </a:ext>
                  </a:extLst>
                </p:cNvPr>
                <p:cNvSpPr/>
                <p:nvPr/>
              </p:nvSpPr>
              <p:spPr>
                <a:xfrm>
                  <a:off x="7402905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3" name="pg127">
                  <a:extLst>
                    <a:ext uri="{FF2B5EF4-FFF2-40B4-BE49-F238E27FC236}">
                      <a16:creationId xmlns:a16="http://schemas.microsoft.com/office/drawing/2014/main" id="{1A49D8ED-F52A-16C3-0285-2C584EF61278}"/>
                    </a:ext>
                  </a:extLst>
                </p:cNvPr>
                <p:cNvSpPr/>
                <p:nvPr/>
              </p:nvSpPr>
              <p:spPr>
                <a:xfrm>
                  <a:off x="7433968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4" name="pg128">
                  <a:extLst>
                    <a:ext uri="{FF2B5EF4-FFF2-40B4-BE49-F238E27FC236}">
                      <a16:creationId xmlns:a16="http://schemas.microsoft.com/office/drawing/2014/main" id="{A00EA6D9-5008-81CB-7E51-0ADB83E2F75F}"/>
                    </a:ext>
                  </a:extLst>
                </p:cNvPr>
                <p:cNvSpPr/>
                <p:nvPr/>
              </p:nvSpPr>
              <p:spPr>
                <a:xfrm>
                  <a:off x="7465031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5" name="pg129">
                  <a:extLst>
                    <a:ext uri="{FF2B5EF4-FFF2-40B4-BE49-F238E27FC236}">
                      <a16:creationId xmlns:a16="http://schemas.microsoft.com/office/drawing/2014/main" id="{CB126A69-8ACD-1A82-6D91-3B2EEEE45DF0}"/>
                    </a:ext>
                  </a:extLst>
                </p:cNvPr>
                <p:cNvSpPr/>
                <p:nvPr/>
              </p:nvSpPr>
              <p:spPr>
                <a:xfrm>
                  <a:off x="7496094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6" name="pg130">
                  <a:extLst>
                    <a:ext uri="{FF2B5EF4-FFF2-40B4-BE49-F238E27FC236}">
                      <a16:creationId xmlns:a16="http://schemas.microsoft.com/office/drawing/2014/main" id="{B2E670FA-7DFD-7310-967D-6F1E534E6B62}"/>
                    </a:ext>
                  </a:extLst>
                </p:cNvPr>
                <p:cNvSpPr/>
                <p:nvPr/>
              </p:nvSpPr>
              <p:spPr>
                <a:xfrm>
                  <a:off x="7527156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7" name="pg131">
                  <a:extLst>
                    <a:ext uri="{FF2B5EF4-FFF2-40B4-BE49-F238E27FC236}">
                      <a16:creationId xmlns:a16="http://schemas.microsoft.com/office/drawing/2014/main" id="{0E56810B-3FC5-2775-7A51-6D82FABD1BA0}"/>
                    </a:ext>
                  </a:extLst>
                </p:cNvPr>
                <p:cNvSpPr/>
                <p:nvPr/>
              </p:nvSpPr>
              <p:spPr>
                <a:xfrm>
                  <a:off x="7558219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8" name="pg132">
                  <a:extLst>
                    <a:ext uri="{FF2B5EF4-FFF2-40B4-BE49-F238E27FC236}">
                      <a16:creationId xmlns:a16="http://schemas.microsoft.com/office/drawing/2014/main" id="{E665EDA8-9C84-E8A0-BCE2-676B0CCD4C9E}"/>
                    </a:ext>
                  </a:extLst>
                </p:cNvPr>
                <p:cNvSpPr/>
                <p:nvPr/>
              </p:nvSpPr>
              <p:spPr>
                <a:xfrm>
                  <a:off x="7589283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59" name="pg133">
                  <a:extLst>
                    <a:ext uri="{FF2B5EF4-FFF2-40B4-BE49-F238E27FC236}">
                      <a16:creationId xmlns:a16="http://schemas.microsoft.com/office/drawing/2014/main" id="{A62C7C4B-3071-6B61-6481-7ECC67EBB842}"/>
                    </a:ext>
                  </a:extLst>
                </p:cNvPr>
                <p:cNvSpPr/>
                <p:nvPr/>
              </p:nvSpPr>
              <p:spPr>
                <a:xfrm>
                  <a:off x="7620345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0" name="pg134">
                  <a:extLst>
                    <a:ext uri="{FF2B5EF4-FFF2-40B4-BE49-F238E27FC236}">
                      <a16:creationId xmlns:a16="http://schemas.microsoft.com/office/drawing/2014/main" id="{9B4AA4A8-2268-12BE-7E9C-AD1044074EFF}"/>
                    </a:ext>
                  </a:extLst>
                </p:cNvPr>
                <p:cNvSpPr/>
                <p:nvPr/>
              </p:nvSpPr>
              <p:spPr>
                <a:xfrm>
                  <a:off x="7651408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1" name="pg135">
                  <a:extLst>
                    <a:ext uri="{FF2B5EF4-FFF2-40B4-BE49-F238E27FC236}">
                      <a16:creationId xmlns:a16="http://schemas.microsoft.com/office/drawing/2014/main" id="{69089B08-7E4C-9F93-9D51-6D7E9C7D75A7}"/>
                    </a:ext>
                  </a:extLst>
                </p:cNvPr>
                <p:cNvSpPr/>
                <p:nvPr/>
              </p:nvSpPr>
              <p:spPr>
                <a:xfrm>
                  <a:off x="7682471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2" name="pg136">
                  <a:extLst>
                    <a:ext uri="{FF2B5EF4-FFF2-40B4-BE49-F238E27FC236}">
                      <a16:creationId xmlns:a16="http://schemas.microsoft.com/office/drawing/2014/main" id="{365E47FC-E6A2-E1A0-E79D-851CB7ABA3AD}"/>
                    </a:ext>
                  </a:extLst>
                </p:cNvPr>
                <p:cNvSpPr/>
                <p:nvPr/>
              </p:nvSpPr>
              <p:spPr>
                <a:xfrm>
                  <a:off x="7713534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3" name="pg137">
                  <a:extLst>
                    <a:ext uri="{FF2B5EF4-FFF2-40B4-BE49-F238E27FC236}">
                      <a16:creationId xmlns:a16="http://schemas.microsoft.com/office/drawing/2014/main" id="{E9488DE4-6B99-65D6-FF2E-116E77B16F99}"/>
                    </a:ext>
                  </a:extLst>
                </p:cNvPr>
                <p:cNvSpPr/>
                <p:nvPr/>
              </p:nvSpPr>
              <p:spPr>
                <a:xfrm>
                  <a:off x="7744597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4" name="pg138">
                  <a:extLst>
                    <a:ext uri="{FF2B5EF4-FFF2-40B4-BE49-F238E27FC236}">
                      <a16:creationId xmlns:a16="http://schemas.microsoft.com/office/drawing/2014/main" id="{1E18F26E-7DB5-C311-75D8-BF166D17E3B8}"/>
                    </a:ext>
                  </a:extLst>
                </p:cNvPr>
                <p:cNvSpPr/>
                <p:nvPr/>
              </p:nvSpPr>
              <p:spPr>
                <a:xfrm>
                  <a:off x="7775660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5" name="pg139">
                  <a:extLst>
                    <a:ext uri="{FF2B5EF4-FFF2-40B4-BE49-F238E27FC236}">
                      <a16:creationId xmlns:a16="http://schemas.microsoft.com/office/drawing/2014/main" id="{6C5FCA3D-8056-8EB6-2935-A6666D5179C9}"/>
                    </a:ext>
                  </a:extLst>
                </p:cNvPr>
                <p:cNvSpPr/>
                <p:nvPr/>
              </p:nvSpPr>
              <p:spPr>
                <a:xfrm>
                  <a:off x="7806723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6" name="pg140">
                  <a:extLst>
                    <a:ext uri="{FF2B5EF4-FFF2-40B4-BE49-F238E27FC236}">
                      <a16:creationId xmlns:a16="http://schemas.microsoft.com/office/drawing/2014/main" id="{9F83DE22-838C-B20F-B1E6-2BC4F2C8D0D6}"/>
                    </a:ext>
                  </a:extLst>
                </p:cNvPr>
                <p:cNvSpPr/>
                <p:nvPr/>
              </p:nvSpPr>
              <p:spPr>
                <a:xfrm>
                  <a:off x="7837786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7" name="pg141">
                  <a:extLst>
                    <a:ext uri="{FF2B5EF4-FFF2-40B4-BE49-F238E27FC236}">
                      <a16:creationId xmlns:a16="http://schemas.microsoft.com/office/drawing/2014/main" id="{1A4D0E18-EA5B-F8FB-FF83-5EAE542BBC78}"/>
                    </a:ext>
                  </a:extLst>
                </p:cNvPr>
                <p:cNvSpPr/>
                <p:nvPr/>
              </p:nvSpPr>
              <p:spPr>
                <a:xfrm>
                  <a:off x="7868849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8" name="pg142">
                  <a:extLst>
                    <a:ext uri="{FF2B5EF4-FFF2-40B4-BE49-F238E27FC236}">
                      <a16:creationId xmlns:a16="http://schemas.microsoft.com/office/drawing/2014/main" id="{556E4979-23BF-5C23-1B1F-0DF52AA74E1F}"/>
                    </a:ext>
                  </a:extLst>
                </p:cNvPr>
                <p:cNvSpPr/>
                <p:nvPr/>
              </p:nvSpPr>
              <p:spPr>
                <a:xfrm>
                  <a:off x="7899912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69" name="pg143">
                  <a:extLst>
                    <a:ext uri="{FF2B5EF4-FFF2-40B4-BE49-F238E27FC236}">
                      <a16:creationId xmlns:a16="http://schemas.microsoft.com/office/drawing/2014/main" id="{542A515E-4043-E46B-2869-58069394FA3F}"/>
                    </a:ext>
                  </a:extLst>
                </p:cNvPr>
                <p:cNvSpPr/>
                <p:nvPr/>
              </p:nvSpPr>
              <p:spPr>
                <a:xfrm>
                  <a:off x="7930974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0" name="pg144">
                  <a:extLst>
                    <a:ext uri="{FF2B5EF4-FFF2-40B4-BE49-F238E27FC236}">
                      <a16:creationId xmlns:a16="http://schemas.microsoft.com/office/drawing/2014/main" id="{90C32E09-7D76-E857-73AB-4A4F5E02EA89}"/>
                    </a:ext>
                  </a:extLst>
                </p:cNvPr>
                <p:cNvSpPr/>
                <p:nvPr/>
              </p:nvSpPr>
              <p:spPr>
                <a:xfrm>
                  <a:off x="7962037" y="6742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1" name="pg145">
                  <a:extLst>
                    <a:ext uri="{FF2B5EF4-FFF2-40B4-BE49-F238E27FC236}">
                      <a16:creationId xmlns:a16="http://schemas.microsoft.com/office/drawing/2014/main" id="{8E114A94-06DF-BAC5-FFE2-0EE9F685C079}"/>
                    </a:ext>
                  </a:extLst>
                </p:cNvPr>
                <p:cNvSpPr/>
                <p:nvPr/>
              </p:nvSpPr>
              <p:spPr>
                <a:xfrm>
                  <a:off x="7247590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2" name="pg146">
                  <a:extLst>
                    <a:ext uri="{FF2B5EF4-FFF2-40B4-BE49-F238E27FC236}">
                      <a16:creationId xmlns:a16="http://schemas.microsoft.com/office/drawing/2014/main" id="{6CECB891-1F75-8B6C-9E3D-6E6ADC32A906}"/>
                    </a:ext>
                  </a:extLst>
                </p:cNvPr>
                <p:cNvSpPr/>
                <p:nvPr/>
              </p:nvSpPr>
              <p:spPr>
                <a:xfrm>
                  <a:off x="7278653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E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3" name="pg147">
                  <a:extLst>
                    <a:ext uri="{FF2B5EF4-FFF2-40B4-BE49-F238E27FC236}">
                      <a16:creationId xmlns:a16="http://schemas.microsoft.com/office/drawing/2014/main" id="{2206993B-8C4C-1931-D75A-AB836144288A}"/>
                    </a:ext>
                  </a:extLst>
                </p:cNvPr>
                <p:cNvSpPr/>
                <p:nvPr/>
              </p:nvSpPr>
              <p:spPr>
                <a:xfrm>
                  <a:off x="7309716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4" name="pg148">
                  <a:extLst>
                    <a:ext uri="{FF2B5EF4-FFF2-40B4-BE49-F238E27FC236}">
                      <a16:creationId xmlns:a16="http://schemas.microsoft.com/office/drawing/2014/main" id="{3A3A99DC-9202-7D57-324E-758F7640B272}"/>
                    </a:ext>
                  </a:extLst>
                </p:cNvPr>
                <p:cNvSpPr/>
                <p:nvPr/>
              </p:nvSpPr>
              <p:spPr>
                <a:xfrm>
                  <a:off x="7340779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5" name="pg149">
                  <a:extLst>
                    <a:ext uri="{FF2B5EF4-FFF2-40B4-BE49-F238E27FC236}">
                      <a16:creationId xmlns:a16="http://schemas.microsoft.com/office/drawing/2014/main" id="{5051F410-4ED6-5C25-93A0-84266B3798FD}"/>
                    </a:ext>
                  </a:extLst>
                </p:cNvPr>
                <p:cNvSpPr/>
                <p:nvPr/>
              </p:nvSpPr>
              <p:spPr>
                <a:xfrm>
                  <a:off x="7371842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6" name="pg150">
                  <a:extLst>
                    <a:ext uri="{FF2B5EF4-FFF2-40B4-BE49-F238E27FC236}">
                      <a16:creationId xmlns:a16="http://schemas.microsoft.com/office/drawing/2014/main" id="{81B01385-369C-F6E3-BEC9-C92E164753A5}"/>
                    </a:ext>
                  </a:extLst>
                </p:cNvPr>
                <p:cNvSpPr/>
                <p:nvPr/>
              </p:nvSpPr>
              <p:spPr>
                <a:xfrm>
                  <a:off x="7402905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7" name="pg151">
                  <a:extLst>
                    <a:ext uri="{FF2B5EF4-FFF2-40B4-BE49-F238E27FC236}">
                      <a16:creationId xmlns:a16="http://schemas.microsoft.com/office/drawing/2014/main" id="{EF44DFF9-E42B-B685-D9FA-4AAFA03C90EC}"/>
                    </a:ext>
                  </a:extLst>
                </p:cNvPr>
                <p:cNvSpPr/>
                <p:nvPr/>
              </p:nvSpPr>
              <p:spPr>
                <a:xfrm>
                  <a:off x="7433968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8" name="pg152">
                  <a:extLst>
                    <a:ext uri="{FF2B5EF4-FFF2-40B4-BE49-F238E27FC236}">
                      <a16:creationId xmlns:a16="http://schemas.microsoft.com/office/drawing/2014/main" id="{F97C21F8-1FAB-8287-7B8F-9D338A95DA11}"/>
                    </a:ext>
                  </a:extLst>
                </p:cNvPr>
                <p:cNvSpPr/>
                <p:nvPr/>
              </p:nvSpPr>
              <p:spPr>
                <a:xfrm>
                  <a:off x="7465031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79" name="pg153">
                  <a:extLst>
                    <a:ext uri="{FF2B5EF4-FFF2-40B4-BE49-F238E27FC236}">
                      <a16:creationId xmlns:a16="http://schemas.microsoft.com/office/drawing/2014/main" id="{27F2E0E9-F412-D2D0-17EB-507CB429F602}"/>
                    </a:ext>
                  </a:extLst>
                </p:cNvPr>
                <p:cNvSpPr/>
                <p:nvPr/>
              </p:nvSpPr>
              <p:spPr>
                <a:xfrm>
                  <a:off x="7496094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0" name="pg154">
                  <a:extLst>
                    <a:ext uri="{FF2B5EF4-FFF2-40B4-BE49-F238E27FC236}">
                      <a16:creationId xmlns:a16="http://schemas.microsoft.com/office/drawing/2014/main" id="{01A3E0CD-F5CD-AB25-38C6-1B4F73EF2F50}"/>
                    </a:ext>
                  </a:extLst>
                </p:cNvPr>
                <p:cNvSpPr/>
                <p:nvPr/>
              </p:nvSpPr>
              <p:spPr>
                <a:xfrm>
                  <a:off x="7527156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1" name="pg155">
                  <a:extLst>
                    <a:ext uri="{FF2B5EF4-FFF2-40B4-BE49-F238E27FC236}">
                      <a16:creationId xmlns:a16="http://schemas.microsoft.com/office/drawing/2014/main" id="{2B50D138-5987-FE52-147C-5026535B0463}"/>
                    </a:ext>
                  </a:extLst>
                </p:cNvPr>
                <p:cNvSpPr/>
                <p:nvPr/>
              </p:nvSpPr>
              <p:spPr>
                <a:xfrm>
                  <a:off x="7558219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2" name="pg156">
                  <a:extLst>
                    <a:ext uri="{FF2B5EF4-FFF2-40B4-BE49-F238E27FC236}">
                      <a16:creationId xmlns:a16="http://schemas.microsoft.com/office/drawing/2014/main" id="{382C7F1C-F3AA-2C1A-23FE-BCD69E734C93}"/>
                    </a:ext>
                  </a:extLst>
                </p:cNvPr>
                <p:cNvSpPr/>
                <p:nvPr/>
              </p:nvSpPr>
              <p:spPr>
                <a:xfrm>
                  <a:off x="7589283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3" name="pg157">
                  <a:extLst>
                    <a:ext uri="{FF2B5EF4-FFF2-40B4-BE49-F238E27FC236}">
                      <a16:creationId xmlns:a16="http://schemas.microsoft.com/office/drawing/2014/main" id="{B842372C-F594-F7D8-588D-F01810D4F0F6}"/>
                    </a:ext>
                  </a:extLst>
                </p:cNvPr>
                <p:cNvSpPr/>
                <p:nvPr/>
              </p:nvSpPr>
              <p:spPr>
                <a:xfrm>
                  <a:off x="7620345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4" name="pg158">
                  <a:extLst>
                    <a:ext uri="{FF2B5EF4-FFF2-40B4-BE49-F238E27FC236}">
                      <a16:creationId xmlns:a16="http://schemas.microsoft.com/office/drawing/2014/main" id="{0926BD61-2495-BEF3-B2BD-BB82DE82B7A0}"/>
                    </a:ext>
                  </a:extLst>
                </p:cNvPr>
                <p:cNvSpPr/>
                <p:nvPr/>
              </p:nvSpPr>
              <p:spPr>
                <a:xfrm>
                  <a:off x="7651408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5" name="pg159">
                  <a:extLst>
                    <a:ext uri="{FF2B5EF4-FFF2-40B4-BE49-F238E27FC236}">
                      <a16:creationId xmlns:a16="http://schemas.microsoft.com/office/drawing/2014/main" id="{A5EE05C5-F887-3D91-B0BB-A24DEECA0EDE}"/>
                    </a:ext>
                  </a:extLst>
                </p:cNvPr>
                <p:cNvSpPr/>
                <p:nvPr/>
              </p:nvSpPr>
              <p:spPr>
                <a:xfrm>
                  <a:off x="7682471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6" name="pg160">
                  <a:extLst>
                    <a:ext uri="{FF2B5EF4-FFF2-40B4-BE49-F238E27FC236}">
                      <a16:creationId xmlns:a16="http://schemas.microsoft.com/office/drawing/2014/main" id="{CE05ACBA-8782-FC9C-3C14-ABF0D78174C7}"/>
                    </a:ext>
                  </a:extLst>
                </p:cNvPr>
                <p:cNvSpPr/>
                <p:nvPr/>
              </p:nvSpPr>
              <p:spPr>
                <a:xfrm>
                  <a:off x="7713534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7" name="pg161">
                  <a:extLst>
                    <a:ext uri="{FF2B5EF4-FFF2-40B4-BE49-F238E27FC236}">
                      <a16:creationId xmlns:a16="http://schemas.microsoft.com/office/drawing/2014/main" id="{1809EE8F-ED14-E0D1-75B2-EC45B448A00B}"/>
                    </a:ext>
                  </a:extLst>
                </p:cNvPr>
                <p:cNvSpPr/>
                <p:nvPr/>
              </p:nvSpPr>
              <p:spPr>
                <a:xfrm>
                  <a:off x="7744597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8" name="pg162">
                  <a:extLst>
                    <a:ext uri="{FF2B5EF4-FFF2-40B4-BE49-F238E27FC236}">
                      <a16:creationId xmlns:a16="http://schemas.microsoft.com/office/drawing/2014/main" id="{31508138-FACF-283F-F78B-3E2E9F9165D8}"/>
                    </a:ext>
                  </a:extLst>
                </p:cNvPr>
                <p:cNvSpPr/>
                <p:nvPr/>
              </p:nvSpPr>
              <p:spPr>
                <a:xfrm>
                  <a:off x="7775660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89" name="pg163">
                  <a:extLst>
                    <a:ext uri="{FF2B5EF4-FFF2-40B4-BE49-F238E27FC236}">
                      <a16:creationId xmlns:a16="http://schemas.microsoft.com/office/drawing/2014/main" id="{DBCDA4F6-336F-3008-67F8-B3D9BCD32763}"/>
                    </a:ext>
                  </a:extLst>
                </p:cNvPr>
                <p:cNvSpPr/>
                <p:nvPr/>
              </p:nvSpPr>
              <p:spPr>
                <a:xfrm>
                  <a:off x="7806723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0" name="pg164">
                  <a:extLst>
                    <a:ext uri="{FF2B5EF4-FFF2-40B4-BE49-F238E27FC236}">
                      <a16:creationId xmlns:a16="http://schemas.microsoft.com/office/drawing/2014/main" id="{4186C0CA-B309-F24E-3DCE-1F2D2E786E7F}"/>
                    </a:ext>
                  </a:extLst>
                </p:cNvPr>
                <p:cNvSpPr/>
                <p:nvPr/>
              </p:nvSpPr>
              <p:spPr>
                <a:xfrm>
                  <a:off x="7837786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1" name="pg165">
                  <a:extLst>
                    <a:ext uri="{FF2B5EF4-FFF2-40B4-BE49-F238E27FC236}">
                      <a16:creationId xmlns:a16="http://schemas.microsoft.com/office/drawing/2014/main" id="{3ACEDC1C-C1F4-EA9D-DE9F-AF899F637014}"/>
                    </a:ext>
                  </a:extLst>
                </p:cNvPr>
                <p:cNvSpPr/>
                <p:nvPr/>
              </p:nvSpPr>
              <p:spPr>
                <a:xfrm>
                  <a:off x="7868849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2" name="pg166">
                  <a:extLst>
                    <a:ext uri="{FF2B5EF4-FFF2-40B4-BE49-F238E27FC236}">
                      <a16:creationId xmlns:a16="http://schemas.microsoft.com/office/drawing/2014/main" id="{23A02A3A-5BB8-A4F8-432C-8C9370281D52}"/>
                    </a:ext>
                  </a:extLst>
                </p:cNvPr>
                <p:cNvSpPr/>
                <p:nvPr/>
              </p:nvSpPr>
              <p:spPr>
                <a:xfrm>
                  <a:off x="7899912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3" name="pg167">
                  <a:extLst>
                    <a:ext uri="{FF2B5EF4-FFF2-40B4-BE49-F238E27FC236}">
                      <a16:creationId xmlns:a16="http://schemas.microsoft.com/office/drawing/2014/main" id="{55A7A2A0-3AE3-BBAB-FF47-C263E2B40220}"/>
                    </a:ext>
                  </a:extLst>
                </p:cNvPr>
                <p:cNvSpPr/>
                <p:nvPr/>
              </p:nvSpPr>
              <p:spPr>
                <a:xfrm>
                  <a:off x="7930974" y="7136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4" name="pg168">
                  <a:extLst>
                    <a:ext uri="{FF2B5EF4-FFF2-40B4-BE49-F238E27FC236}">
                      <a16:creationId xmlns:a16="http://schemas.microsoft.com/office/drawing/2014/main" id="{A2C41447-524C-A167-C64E-B925B23B6DEB}"/>
                    </a:ext>
                  </a:extLst>
                </p:cNvPr>
                <p:cNvSpPr/>
                <p:nvPr/>
              </p:nvSpPr>
              <p:spPr>
                <a:xfrm>
                  <a:off x="7154402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5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5" name="pg169">
                  <a:extLst>
                    <a:ext uri="{FF2B5EF4-FFF2-40B4-BE49-F238E27FC236}">
                      <a16:creationId xmlns:a16="http://schemas.microsoft.com/office/drawing/2014/main" id="{486E3236-DFA8-DD0B-0D65-95345710664B}"/>
                    </a:ext>
                  </a:extLst>
                </p:cNvPr>
                <p:cNvSpPr/>
                <p:nvPr/>
              </p:nvSpPr>
              <p:spPr>
                <a:xfrm>
                  <a:off x="7185465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D">
                    <a:alpha val="100000"/>
                  </a:srgbClr>
                </a:solidFill>
                <a:ln w="5420" cap="flat">
                  <a:solidFill>
                    <a:srgbClr val="9E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6" name="pg170">
                  <a:extLst>
                    <a:ext uri="{FF2B5EF4-FFF2-40B4-BE49-F238E27FC236}">
                      <a16:creationId xmlns:a16="http://schemas.microsoft.com/office/drawing/2014/main" id="{7354F58B-4482-3F18-DCD8-A4278CA6A792}"/>
                    </a:ext>
                  </a:extLst>
                </p:cNvPr>
                <p:cNvSpPr/>
                <p:nvPr/>
              </p:nvSpPr>
              <p:spPr>
                <a:xfrm>
                  <a:off x="7247590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7" name="pg171">
                  <a:extLst>
                    <a:ext uri="{FF2B5EF4-FFF2-40B4-BE49-F238E27FC236}">
                      <a16:creationId xmlns:a16="http://schemas.microsoft.com/office/drawing/2014/main" id="{3F66925F-6F9B-3D7B-C086-A3A28F672751}"/>
                    </a:ext>
                  </a:extLst>
                </p:cNvPr>
                <p:cNvSpPr/>
                <p:nvPr/>
              </p:nvSpPr>
              <p:spPr>
                <a:xfrm>
                  <a:off x="7278653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8" name="pg172">
                  <a:extLst>
                    <a:ext uri="{FF2B5EF4-FFF2-40B4-BE49-F238E27FC236}">
                      <a16:creationId xmlns:a16="http://schemas.microsoft.com/office/drawing/2014/main" id="{9807FD24-4623-E970-E043-EAFF4860B0D8}"/>
                    </a:ext>
                  </a:extLst>
                </p:cNvPr>
                <p:cNvSpPr/>
                <p:nvPr/>
              </p:nvSpPr>
              <p:spPr>
                <a:xfrm>
                  <a:off x="7309716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599" name="pg173">
                  <a:extLst>
                    <a:ext uri="{FF2B5EF4-FFF2-40B4-BE49-F238E27FC236}">
                      <a16:creationId xmlns:a16="http://schemas.microsoft.com/office/drawing/2014/main" id="{679A4566-7CF9-33EA-2331-FA259F9E3BF3}"/>
                    </a:ext>
                  </a:extLst>
                </p:cNvPr>
                <p:cNvSpPr/>
                <p:nvPr/>
              </p:nvSpPr>
              <p:spPr>
                <a:xfrm>
                  <a:off x="7340779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0" name="pg174">
                  <a:extLst>
                    <a:ext uri="{FF2B5EF4-FFF2-40B4-BE49-F238E27FC236}">
                      <a16:creationId xmlns:a16="http://schemas.microsoft.com/office/drawing/2014/main" id="{7AFCED26-32E1-2FBD-F40D-29BFB6CDF1EF}"/>
                    </a:ext>
                  </a:extLst>
                </p:cNvPr>
                <p:cNvSpPr/>
                <p:nvPr/>
              </p:nvSpPr>
              <p:spPr>
                <a:xfrm>
                  <a:off x="7371842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1" name="pg175">
                  <a:extLst>
                    <a:ext uri="{FF2B5EF4-FFF2-40B4-BE49-F238E27FC236}">
                      <a16:creationId xmlns:a16="http://schemas.microsoft.com/office/drawing/2014/main" id="{0DF9CDD4-ACFC-35CB-C9BB-F3C946812390}"/>
                    </a:ext>
                  </a:extLst>
                </p:cNvPr>
                <p:cNvSpPr/>
                <p:nvPr/>
              </p:nvSpPr>
              <p:spPr>
                <a:xfrm>
                  <a:off x="7402905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2" name="pg176">
                  <a:extLst>
                    <a:ext uri="{FF2B5EF4-FFF2-40B4-BE49-F238E27FC236}">
                      <a16:creationId xmlns:a16="http://schemas.microsoft.com/office/drawing/2014/main" id="{5F8A5951-42FA-5C3E-614B-98D5F0816C56}"/>
                    </a:ext>
                  </a:extLst>
                </p:cNvPr>
                <p:cNvSpPr/>
                <p:nvPr/>
              </p:nvSpPr>
              <p:spPr>
                <a:xfrm>
                  <a:off x="7433968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3" name="pg177">
                  <a:extLst>
                    <a:ext uri="{FF2B5EF4-FFF2-40B4-BE49-F238E27FC236}">
                      <a16:creationId xmlns:a16="http://schemas.microsoft.com/office/drawing/2014/main" id="{60B4433D-1DAA-DE61-2340-C4233CA8E31B}"/>
                    </a:ext>
                  </a:extLst>
                </p:cNvPr>
                <p:cNvSpPr/>
                <p:nvPr/>
              </p:nvSpPr>
              <p:spPr>
                <a:xfrm>
                  <a:off x="7465031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4" name="pg178">
                  <a:extLst>
                    <a:ext uri="{FF2B5EF4-FFF2-40B4-BE49-F238E27FC236}">
                      <a16:creationId xmlns:a16="http://schemas.microsoft.com/office/drawing/2014/main" id="{30A1D77B-286F-4283-1CEC-3986BCC9AEEF}"/>
                    </a:ext>
                  </a:extLst>
                </p:cNvPr>
                <p:cNvSpPr/>
                <p:nvPr/>
              </p:nvSpPr>
              <p:spPr>
                <a:xfrm>
                  <a:off x="7558219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5" name="pg179">
                  <a:extLst>
                    <a:ext uri="{FF2B5EF4-FFF2-40B4-BE49-F238E27FC236}">
                      <a16:creationId xmlns:a16="http://schemas.microsoft.com/office/drawing/2014/main" id="{94834316-EC60-B7AB-EB14-02E8DFCBCF8F}"/>
                    </a:ext>
                  </a:extLst>
                </p:cNvPr>
                <p:cNvSpPr/>
                <p:nvPr/>
              </p:nvSpPr>
              <p:spPr>
                <a:xfrm>
                  <a:off x="7589283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6" name="pg180">
                  <a:extLst>
                    <a:ext uri="{FF2B5EF4-FFF2-40B4-BE49-F238E27FC236}">
                      <a16:creationId xmlns:a16="http://schemas.microsoft.com/office/drawing/2014/main" id="{F144901D-D31A-7E18-9DA6-62BAE810E860}"/>
                    </a:ext>
                  </a:extLst>
                </p:cNvPr>
                <p:cNvSpPr/>
                <p:nvPr/>
              </p:nvSpPr>
              <p:spPr>
                <a:xfrm>
                  <a:off x="7620345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7" name="pg181">
                  <a:extLst>
                    <a:ext uri="{FF2B5EF4-FFF2-40B4-BE49-F238E27FC236}">
                      <a16:creationId xmlns:a16="http://schemas.microsoft.com/office/drawing/2014/main" id="{5D5EA48A-2CAF-8366-E05E-BB8053925059}"/>
                    </a:ext>
                  </a:extLst>
                </p:cNvPr>
                <p:cNvSpPr/>
                <p:nvPr/>
              </p:nvSpPr>
              <p:spPr>
                <a:xfrm>
                  <a:off x="7651408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3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8" name="pg182">
                  <a:extLst>
                    <a:ext uri="{FF2B5EF4-FFF2-40B4-BE49-F238E27FC236}">
                      <a16:creationId xmlns:a16="http://schemas.microsoft.com/office/drawing/2014/main" id="{A00CB780-6940-849E-6E52-A1020C104703}"/>
                    </a:ext>
                  </a:extLst>
                </p:cNvPr>
                <p:cNvSpPr/>
                <p:nvPr/>
              </p:nvSpPr>
              <p:spPr>
                <a:xfrm>
                  <a:off x="7682471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09" name="pg183">
                  <a:extLst>
                    <a:ext uri="{FF2B5EF4-FFF2-40B4-BE49-F238E27FC236}">
                      <a16:creationId xmlns:a16="http://schemas.microsoft.com/office/drawing/2014/main" id="{92877C95-D722-11F1-4247-ABB210B6F111}"/>
                    </a:ext>
                  </a:extLst>
                </p:cNvPr>
                <p:cNvSpPr/>
                <p:nvPr/>
              </p:nvSpPr>
              <p:spPr>
                <a:xfrm>
                  <a:off x="7713534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A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0" name="pg184">
                  <a:extLst>
                    <a:ext uri="{FF2B5EF4-FFF2-40B4-BE49-F238E27FC236}">
                      <a16:creationId xmlns:a16="http://schemas.microsoft.com/office/drawing/2014/main" id="{8537824C-A14A-006B-2D3A-ED4E8A8DA7B1}"/>
                    </a:ext>
                  </a:extLst>
                </p:cNvPr>
                <p:cNvSpPr/>
                <p:nvPr/>
              </p:nvSpPr>
              <p:spPr>
                <a:xfrm>
                  <a:off x="7744597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1" name="pg185">
                  <a:extLst>
                    <a:ext uri="{FF2B5EF4-FFF2-40B4-BE49-F238E27FC236}">
                      <a16:creationId xmlns:a16="http://schemas.microsoft.com/office/drawing/2014/main" id="{426A2FB4-979E-BF15-3EBA-ABC547972AED}"/>
                    </a:ext>
                  </a:extLst>
                </p:cNvPr>
                <p:cNvSpPr/>
                <p:nvPr/>
              </p:nvSpPr>
              <p:spPr>
                <a:xfrm>
                  <a:off x="7775660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2" name="pg186">
                  <a:extLst>
                    <a:ext uri="{FF2B5EF4-FFF2-40B4-BE49-F238E27FC236}">
                      <a16:creationId xmlns:a16="http://schemas.microsoft.com/office/drawing/2014/main" id="{D8D87709-8BED-EC17-2EE3-EA9CC3111F5A}"/>
                    </a:ext>
                  </a:extLst>
                </p:cNvPr>
                <p:cNvSpPr/>
                <p:nvPr/>
              </p:nvSpPr>
              <p:spPr>
                <a:xfrm>
                  <a:off x="7806723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A">
                    <a:alpha val="100000"/>
                  </a:srgbClr>
                </a:solidFill>
                <a:ln w="5420" cap="flat">
                  <a:solidFill>
                    <a:srgbClr val="C1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3" name="pg187">
                  <a:extLst>
                    <a:ext uri="{FF2B5EF4-FFF2-40B4-BE49-F238E27FC236}">
                      <a16:creationId xmlns:a16="http://schemas.microsoft.com/office/drawing/2014/main" id="{06B71FC1-1FCE-3834-1669-A47ED3B0F1D0}"/>
                    </a:ext>
                  </a:extLst>
                </p:cNvPr>
                <p:cNvSpPr/>
                <p:nvPr/>
              </p:nvSpPr>
              <p:spPr>
                <a:xfrm>
                  <a:off x="7837786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4" name="pg188">
                  <a:extLst>
                    <a:ext uri="{FF2B5EF4-FFF2-40B4-BE49-F238E27FC236}">
                      <a16:creationId xmlns:a16="http://schemas.microsoft.com/office/drawing/2014/main" id="{620F825B-5682-5F39-2881-CBDB11DD4F37}"/>
                    </a:ext>
                  </a:extLst>
                </p:cNvPr>
                <p:cNvSpPr/>
                <p:nvPr/>
              </p:nvSpPr>
              <p:spPr>
                <a:xfrm>
                  <a:off x="7868849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5" name="pg189">
                  <a:extLst>
                    <a:ext uri="{FF2B5EF4-FFF2-40B4-BE49-F238E27FC236}">
                      <a16:creationId xmlns:a16="http://schemas.microsoft.com/office/drawing/2014/main" id="{1B20E292-28C6-D71F-DC32-F3F3FA3DCFE9}"/>
                    </a:ext>
                  </a:extLst>
                </p:cNvPr>
                <p:cNvSpPr/>
                <p:nvPr/>
              </p:nvSpPr>
              <p:spPr>
                <a:xfrm>
                  <a:off x="7899912" y="7530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6" name="pg190">
                  <a:extLst>
                    <a:ext uri="{FF2B5EF4-FFF2-40B4-BE49-F238E27FC236}">
                      <a16:creationId xmlns:a16="http://schemas.microsoft.com/office/drawing/2014/main" id="{1D93ED9B-7F53-4739-7BAF-621BE079BCBF}"/>
                    </a:ext>
                  </a:extLst>
                </p:cNvPr>
                <p:cNvSpPr/>
                <p:nvPr/>
              </p:nvSpPr>
              <p:spPr>
                <a:xfrm>
                  <a:off x="7123338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0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7" name="pg191">
                  <a:extLst>
                    <a:ext uri="{FF2B5EF4-FFF2-40B4-BE49-F238E27FC236}">
                      <a16:creationId xmlns:a16="http://schemas.microsoft.com/office/drawing/2014/main" id="{90CCEFCF-DC26-54A4-D12C-4C1AD3A22BDD}"/>
                    </a:ext>
                  </a:extLst>
                </p:cNvPr>
                <p:cNvSpPr/>
                <p:nvPr/>
              </p:nvSpPr>
              <p:spPr>
                <a:xfrm>
                  <a:off x="7154402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8" name="pg192">
                  <a:extLst>
                    <a:ext uri="{FF2B5EF4-FFF2-40B4-BE49-F238E27FC236}">
                      <a16:creationId xmlns:a16="http://schemas.microsoft.com/office/drawing/2014/main" id="{C8CB6F1C-28C1-AAC5-8E62-2AF745176F7F}"/>
                    </a:ext>
                  </a:extLst>
                </p:cNvPr>
                <p:cNvSpPr/>
                <p:nvPr/>
              </p:nvSpPr>
              <p:spPr>
                <a:xfrm>
                  <a:off x="7185465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19" name="pg193">
                  <a:extLst>
                    <a:ext uri="{FF2B5EF4-FFF2-40B4-BE49-F238E27FC236}">
                      <a16:creationId xmlns:a16="http://schemas.microsoft.com/office/drawing/2014/main" id="{2648DB6E-E21E-1147-C622-0969E8F5105D}"/>
                    </a:ext>
                  </a:extLst>
                </p:cNvPr>
                <p:cNvSpPr/>
                <p:nvPr/>
              </p:nvSpPr>
              <p:spPr>
                <a:xfrm>
                  <a:off x="7216527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0" name="pg194">
                  <a:extLst>
                    <a:ext uri="{FF2B5EF4-FFF2-40B4-BE49-F238E27FC236}">
                      <a16:creationId xmlns:a16="http://schemas.microsoft.com/office/drawing/2014/main" id="{3B8AFA4E-DEF4-5CEF-3733-3754FBA270EF}"/>
                    </a:ext>
                  </a:extLst>
                </p:cNvPr>
                <p:cNvSpPr/>
                <p:nvPr/>
              </p:nvSpPr>
              <p:spPr>
                <a:xfrm>
                  <a:off x="7247590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1" name="pg195">
                  <a:extLst>
                    <a:ext uri="{FF2B5EF4-FFF2-40B4-BE49-F238E27FC236}">
                      <a16:creationId xmlns:a16="http://schemas.microsoft.com/office/drawing/2014/main" id="{5C6F4C1E-353C-F6CD-0B52-4CFEC6FB559F}"/>
                    </a:ext>
                  </a:extLst>
                </p:cNvPr>
                <p:cNvSpPr/>
                <p:nvPr/>
              </p:nvSpPr>
              <p:spPr>
                <a:xfrm>
                  <a:off x="7278653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2" name="pg196">
                  <a:extLst>
                    <a:ext uri="{FF2B5EF4-FFF2-40B4-BE49-F238E27FC236}">
                      <a16:creationId xmlns:a16="http://schemas.microsoft.com/office/drawing/2014/main" id="{0F243372-F3EC-607C-939D-1AAFC0AAE08F}"/>
                    </a:ext>
                  </a:extLst>
                </p:cNvPr>
                <p:cNvSpPr/>
                <p:nvPr/>
              </p:nvSpPr>
              <p:spPr>
                <a:xfrm>
                  <a:off x="7309716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3" name="pg197">
                  <a:extLst>
                    <a:ext uri="{FF2B5EF4-FFF2-40B4-BE49-F238E27FC236}">
                      <a16:creationId xmlns:a16="http://schemas.microsoft.com/office/drawing/2014/main" id="{EF440592-584B-02CD-0AFA-DF6747AC5C84}"/>
                    </a:ext>
                  </a:extLst>
                </p:cNvPr>
                <p:cNvSpPr/>
                <p:nvPr/>
              </p:nvSpPr>
              <p:spPr>
                <a:xfrm>
                  <a:off x="7340779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4" name="pg198">
                  <a:extLst>
                    <a:ext uri="{FF2B5EF4-FFF2-40B4-BE49-F238E27FC236}">
                      <a16:creationId xmlns:a16="http://schemas.microsoft.com/office/drawing/2014/main" id="{14C61BF7-E4C1-BAF6-C29E-ED6F89436FAB}"/>
                    </a:ext>
                  </a:extLst>
                </p:cNvPr>
                <p:cNvSpPr/>
                <p:nvPr/>
              </p:nvSpPr>
              <p:spPr>
                <a:xfrm>
                  <a:off x="7371842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5" name="pg199">
                  <a:extLst>
                    <a:ext uri="{FF2B5EF4-FFF2-40B4-BE49-F238E27FC236}">
                      <a16:creationId xmlns:a16="http://schemas.microsoft.com/office/drawing/2014/main" id="{18D792BA-DD94-AC71-34BF-F820117DFE77}"/>
                    </a:ext>
                  </a:extLst>
                </p:cNvPr>
                <p:cNvSpPr/>
                <p:nvPr/>
              </p:nvSpPr>
              <p:spPr>
                <a:xfrm>
                  <a:off x="7402905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6" name="pg200">
                  <a:extLst>
                    <a:ext uri="{FF2B5EF4-FFF2-40B4-BE49-F238E27FC236}">
                      <a16:creationId xmlns:a16="http://schemas.microsoft.com/office/drawing/2014/main" id="{C169E2A7-A3A9-1E52-D11F-BBFC3E4DB7AF}"/>
                    </a:ext>
                  </a:extLst>
                </p:cNvPr>
                <p:cNvSpPr/>
                <p:nvPr/>
              </p:nvSpPr>
              <p:spPr>
                <a:xfrm>
                  <a:off x="7433968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7" name="pg201">
                  <a:extLst>
                    <a:ext uri="{FF2B5EF4-FFF2-40B4-BE49-F238E27FC236}">
                      <a16:creationId xmlns:a16="http://schemas.microsoft.com/office/drawing/2014/main" id="{5F070EC0-17AC-11EC-1133-0BEED69BA457}"/>
                    </a:ext>
                  </a:extLst>
                </p:cNvPr>
                <p:cNvSpPr/>
                <p:nvPr/>
              </p:nvSpPr>
              <p:spPr>
                <a:xfrm>
                  <a:off x="7465031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8" name="pg202">
                  <a:extLst>
                    <a:ext uri="{FF2B5EF4-FFF2-40B4-BE49-F238E27FC236}">
                      <a16:creationId xmlns:a16="http://schemas.microsoft.com/office/drawing/2014/main" id="{DF0C57C0-1ABB-5AF7-B554-86238AF9A214}"/>
                    </a:ext>
                  </a:extLst>
                </p:cNvPr>
                <p:cNvSpPr/>
                <p:nvPr/>
              </p:nvSpPr>
              <p:spPr>
                <a:xfrm>
                  <a:off x="7589283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29" name="pg203">
                  <a:extLst>
                    <a:ext uri="{FF2B5EF4-FFF2-40B4-BE49-F238E27FC236}">
                      <a16:creationId xmlns:a16="http://schemas.microsoft.com/office/drawing/2014/main" id="{3445990D-1367-D0AF-519F-DA6B0F1B0EF4}"/>
                    </a:ext>
                  </a:extLst>
                </p:cNvPr>
                <p:cNvSpPr/>
                <p:nvPr/>
              </p:nvSpPr>
              <p:spPr>
                <a:xfrm>
                  <a:off x="7620345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0" name="pg204">
                  <a:extLst>
                    <a:ext uri="{FF2B5EF4-FFF2-40B4-BE49-F238E27FC236}">
                      <a16:creationId xmlns:a16="http://schemas.microsoft.com/office/drawing/2014/main" id="{0ADDB790-DD80-5309-CFC5-B746325D586F}"/>
                    </a:ext>
                  </a:extLst>
                </p:cNvPr>
                <p:cNvSpPr/>
                <p:nvPr/>
              </p:nvSpPr>
              <p:spPr>
                <a:xfrm>
                  <a:off x="7651408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1" name="pg205">
                  <a:extLst>
                    <a:ext uri="{FF2B5EF4-FFF2-40B4-BE49-F238E27FC236}">
                      <a16:creationId xmlns:a16="http://schemas.microsoft.com/office/drawing/2014/main" id="{DE1E34EA-8011-8289-4B92-7D0A796F5AD5}"/>
                    </a:ext>
                  </a:extLst>
                </p:cNvPr>
                <p:cNvSpPr/>
                <p:nvPr/>
              </p:nvSpPr>
              <p:spPr>
                <a:xfrm>
                  <a:off x="7682471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CD8">
                    <a:alpha val="100000"/>
                  </a:srgbClr>
                </a:solidFill>
                <a:ln w="5420" cap="flat">
                  <a:solidFill>
                    <a:srgbClr val="BB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2" name="pg206">
                  <a:extLst>
                    <a:ext uri="{FF2B5EF4-FFF2-40B4-BE49-F238E27FC236}">
                      <a16:creationId xmlns:a16="http://schemas.microsoft.com/office/drawing/2014/main" id="{635447ED-5B3D-BC77-F3E9-2D4586D87B3B}"/>
                    </a:ext>
                  </a:extLst>
                </p:cNvPr>
                <p:cNvSpPr/>
                <p:nvPr/>
              </p:nvSpPr>
              <p:spPr>
                <a:xfrm>
                  <a:off x="7713534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3" name="pg207">
                  <a:extLst>
                    <a:ext uri="{FF2B5EF4-FFF2-40B4-BE49-F238E27FC236}">
                      <a16:creationId xmlns:a16="http://schemas.microsoft.com/office/drawing/2014/main" id="{FF614B83-54AB-8FDD-F11A-297509E9E48A}"/>
                    </a:ext>
                  </a:extLst>
                </p:cNvPr>
                <p:cNvSpPr/>
                <p:nvPr/>
              </p:nvSpPr>
              <p:spPr>
                <a:xfrm>
                  <a:off x="7744597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A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4" name="pg208">
                  <a:extLst>
                    <a:ext uri="{FF2B5EF4-FFF2-40B4-BE49-F238E27FC236}">
                      <a16:creationId xmlns:a16="http://schemas.microsoft.com/office/drawing/2014/main" id="{D06AF1F9-654F-0AB7-FE08-0D9244F7C4AB}"/>
                    </a:ext>
                  </a:extLst>
                </p:cNvPr>
                <p:cNvSpPr/>
                <p:nvPr/>
              </p:nvSpPr>
              <p:spPr>
                <a:xfrm>
                  <a:off x="7775660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B">
                    <a:alpha val="100000"/>
                  </a:srgbClr>
                </a:solidFill>
                <a:ln w="5420" cap="flat">
                  <a:solidFill>
                    <a:srgbClr val="C2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5" name="pg209">
                  <a:extLst>
                    <a:ext uri="{FF2B5EF4-FFF2-40B4-BE49-F238E27FC236}">
                      <a16:creationId xmlns:a16="http://schemas.microsoft.com/office/drawing/2014/main" id="{113039E4-8D9C-685D-DFB5-EC018CAB0515}"/>
                    </a:ext>
                  </a:extLst>
                </p:cNvPr>
                <p:cNvSpPr/>
                <p:nvPr/>
              </p:nvSpPr>
              <p:spPr>
                <a:xfrm>
                  <a:off x="7806723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1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6" name="pg210">
                  <a:extLst>
                    <a:ext uri="{FF2B5EF4-FFF2-40B4-BE49-F238E27FC236}">
                      <a16:creationId xmlns:a16="http://schemas.microsoft.com/office/drawing/2014/main" id="{78683A80-816A-79C8-8BBF-7983B079DD92}"/>
                    </a:ext>
                  </a:extLst>
                </p:cNvPr>
                <p:cNvSpPr/>
                <p:nvPr/>
              </p:nvSpPr>
              <p:spPr>
                <a:xfrm>
                  <a:off x="7837786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7" name="pg211">
                  <a:extLst>
                    <a:ext uri="{FF2B5EF4-FFF2-40B4-BE49-F238E27FC236}">
                      <a16:creationId xmlns:a16="http://schemas.microsoft.com/office/drawing/2014/main" id="{8ECAE3C8-8637-2900-3E00-058333912BB0}"/>
                    </a:ext>
                  </a:extLst>
                </p:cNvPr>
                <p:cNvSpPr/>
                <p:nvPr/>
              </p:nvSpPr>
              <p:spPr>
                <a:xfrm>
                  <a:off x="7868849" y="7924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8" name="pg212">
                  <a:extLst>
                    <a:ext uri="{FF2B5EF4-FFF2-40B4-BE49-F238E27FC236}">
                      <a16:creationId xmlns:a16="http://schemas.microsoft.com/office/drawing/2014/main" id="{B3E83EA3-3A6F-90E3-2FE9-9613610D0B6F}"/>
                    </a:ext>
                  </a:extLst>
                </p:cNvPr>
                <p:cNvSpPr/>
                <p:nvPr/>
              </p:nvSpPr>
              <p:spPr>
                <a:xfrm>
                  <a:off x="7092276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39" name="pg213">
                  <a:extLst>
                    <a:ext uri="{FF2B5EF4-FFF2-40B4-BE49-F238E27FC236}">
                      <a16:creationId xmlns:a16="http://schemas.microsoft.com/office/drawing/2014/main" id="{D2043784-7311-4CD9-1E59-DECE52FF2D1E}"/>
                    </a:ext>
                  </a:extLst>
                </p:cNvPr>
                <p:cNvSpPr/>
                <p:nvPr/>
              </p:nvSpPr>
              <p:spPr>
                <a:xfrm>
                  <a:off x="7123338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0" name="pg214">
                  <a:extLst>
                    <a:ext uri="{FF2B5EF4-FFF2-40B4-BE49-F238E27FC236}">
                      <a16:creationId xmlns:a16="http://schemas.microsoft.com/office/drawing/2014/main" id="{6BB0BFC1-9401-5941-5ACA-D245734D06B0}"/>
                    </a:ext>
                  </a:extLst>
                </p:cNvPr>
                <p:cNvSpPr/>
                <p:nvPr/>
              </p:nvSpPr>
              <p:spPr>
                <a:xfrm>
                  <a:off x="7154402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1" name="pg215">
                  <a:extLst>
                    <a:ext uri="{FF2B5EF4-FFF2-40B4-BE49-F238E27FC236}">
                      <a16:creationId xmlns:a16="http://schemas.microsoft.com/office/drawing/2014/main" id="{EB2E4653-EFB3-4EEE-9603-1BC80DA5B26E}"/>
                    </a:ext>
                  </a:extLst>
                </p:cNvPr>
                <p:cNvSpPr/>
                <p:nvPr/>
              </p:nvSpPr>
              <p:spPr>
                <a:xfrm>
                  <a:off x="7185465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2" name="pg216">
                  <a:extLst>
                    <a:ext uri="{FF2B5EF4-FFF2-40B4-BE49-F238E27FC236}">
                      <a16:creationId xmlns:a16="http://schemas.microsoft.com/office/drawing/2014/main" id="{ECE8FCBE-6D45-B2E1-0295-09D364052BAB}"/>
                    </a:ext>
                  </a:extLst>
                </p:cNvPr>
                <p:cNvSpPr/>
                <p:nvPr/>
              </p:nvSpPr>
              <p:spPr>
                <a:xfrm>
                  <a:off x="7216527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3" name="pg217">
                  <a:extLst>
                    <a:ext uri="{FF2B5EF4-FFF2-40B4-BE49-F238E27FC236}">
                      <a16:creationId xmlns:a16="http://schemas.microsoft.com/office/drawing/2014/main" id="{FE527336-42B9-47D8-D076-1D6A5A2CC275}"/>
                    </a:ext>
                  </a:extLst>
                </p:cNvPr>
                <p:cNvSpPr/>
                <p:nvPr/>
              </p:nvSpPr>
              <p:spPr>
                <a:xfrm>
                  <a:off x="7247590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4" name="pg218">
                  <a:extLst>
                    <a:ext uri="{FF2B5EF4-FFF2-40B4-BE49-F238E27FC236}">
                      <a16:creationId xmlns:a16="http://schemas.microsoft.com/office/drawing/2014/main" id="{466FE0A7-8351-1A25-DD86-49FEA391D911}"/>
                    </a:ext>
                  </a:extLst>
                </p:cNvPr>
                <p:cNvSpPr/>
                <p:nvPr/>
              </p:nvSpPr>
              <p:spPr>
                <a:xfrm>
                  <a:off x="7278653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5" name="pg219">
                  <a:extLst>
                    <a:ext uri="{FF2B5EF4-FFF2-40B4-BE49-F238E27FC236}">
                      <a16:creationId xmlns:a16="http://schemas.microsoft.com/office/drawing/2014/main" id="{D3C07FBB-9243-3B61-4965-11D0FB80A305}"/>
                    </a:ext>
                  </a:extLst>
                </p:cNvPr>
                <p:cNvSpPr/>
                <p:nvPr/>
              </p:nvSpPr>
              <p:spPr>
                <a:xfrm>
                  <a:off x="7309716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6" name="pg220">
                  <a:extLst>
                    <a:ext uri="{FF2B5EF4-FFF2-40B4-BE49-F238E27FC236}">
                      <a16:creationId xmlns:a16="http://schemas.microsoft.com/office/drawing/2014/main" id="{E2882289-AFEB-4EA1-D866-C191990E53B4}"/>
                    </a:ext>
                  </a:extLst>
                </p:cNvPr>
                <p:cNvSpPr/>
                <p:nvPr/>
              </p:nvSpPr>
              <p:spPr>
                <a:xfrm>
                  <a:off x="7340779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7" name="pg221">
                  <a:extLst>
                    <a:ext uri="{FF2B5EF4-FFF2-40B4-BE49-F238E27FC236}">
                      <a16:creationId xmlns:a16="http://schemas.microsoft.com/office/drawing/2014/main" id="{3BD8240D-9728-4FEF-BCC5-932A7330684C}"/>
                    </a:ext>
                  </a:extLst>
                </p:cNvPr>
                <p:cNvSpPr/>
                <p:nvPr/>
              </p:nvSpPr>
              <p:spPr>
                <a:xfrm>
                  <a:off x="7371842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8" name="pg222">
                  <a:extLst>
                    <a:ext uri="{FF2B5EF4-FFF2-40B4-BE49-F238E27FC236}">
                      <a16:creationId xmlns:a16="http://schemas.microsoft.com/office/drawing/2014/main" id="{6E40575D-A93C-7734-EDF1-B2DE8A7AEDE6}"/>
                    </a:ext>
                  </a:extLst>
                </p:cNvPr>
                <p:cNvSpPr/>
                <p:nvPr/>
              </p:nvSpPr>
              <p:spPr>
                <a:xfrm>
                  <a:off x="7402905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49" name="pg223">
                  <a:extLst>
                    <a:ext uri="{FF2B5EF4-FFF2-40B4-BE49-F238E27FC236}">
                      <a16:creationId xmlns:a16="http://schemas.microsoft.com/office/drawing/2014/main" id="{C2D8D075-89B4-669A-663C-84E8188BA85B}"/>
                    </a:ext>
                  </a:extLst>
                </p:cNvPr>
                <p:cNvSpPr/>
                <p:nvPr/>
              </p:nvSpPr>
              <p:spPr>
                <a:xfrm>
                  <a:off x="7433968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0" name="pg224">
                  <a:extLst>
                    <a:ext uri="{FF2B5EF4-FFF2-40B4-BE49-F238E27FC236}">
                      <a16:creationId xmlns:a16="http://schemas.microsoft.com/office/drawing/2014/main" id="{A420B4FC-D54A-399B-8FA0-00463E007DDE}"/>
                    </a:ext>
                  </a:extLst>
                </p:cNvPr>
                <p:cNvSpPr/>
                <p:nvPr/>
              </p:nvSpPr>
              <p:spPr>
                <a:xfrm>
                  <a:off x="7465031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1" name="pg225">
                  <a:extLst>
                    <a:ext uri="{FF2B5EF4-FFF2-40B4-BE49-F238E27FC236}">
                      <a16:creationId xmlns:a16="http://schemas.microsoft.com/office/drawing/2014/main" id="{CBF1800C-2E91-4207-296B-CEB70FFD7E3E}"/>
                    </a:ext>
                  </a:extLst>
                </p:cNvPr>
                <p:cNvSpPr/>
                <p:nvPr/>
              </p:nvSpPr>
              <p:spPr>
                <a:xfrm>
                  <a:off x="7589283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2" name="pg226">
                  <a:extLst>
                    <a:ext uri="{FF2B5EF4-FFF2-40B4-BE49-F238E27FC236}">
                      <a16:creationId xmlns:a16="http://schemas.microsoft.com/office/drawing/2014/main" id="{2AA66C9D-9113-1CDD-DF5E-2ACCC2A219CF}"/>
                    </a:ext>
                  </a:extLst>
                </p:cNvPr>
                <p:cNvSpPr/>
                <p:nvPr/>
              </p:nvSpPr>
              <p:spPr>
                <a:xfrm>
                  <a:off x="7620345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3" name="pg227">
                  <a:extLst>
                    <a:ext uri="{FF2B5EF4-FFF2-40B4-BE49-F238E27FC236}">
                      <a16:creationId xmlns:a16="http://schemas.microsoft.com/office/drawing/2014/main" id="{73B256EA-CD80-2B86-6CE7-4DFFF3BEC7BE}"/>
                    </a:ext>
                  </a:extLst>
                </p:cNvPr>
                <p:cNvSpPr/>
                <p:nvPr/>
              </p:nvSpPr>
              <p:spPr>
                <a:xfrm>
                  <a:off x="7651408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4" name="pg228">
                  <a:extLst>
                    <a:ext uri="{FF2B5EF4-FFF2-40B4-BE49-F238E27FC236}">
                      <a16:creationId xmlns:a16="http://schemas.microsoft.com/office/drawing/2014/main" id="{90027932-7BFF-999B-8A11-CF55055D37E3}"/>
                    </a:ext>
                  </a:extLst>
                </p:cNvPr>
                <p:cNvSpPr/>
                <p:nvPr/>
              </p:nvSpPr>
              <p:spPr>
                <a:xfrm>
                  <a:off x="7682471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5" name="pg229">
                  <a:extLst>
                    <a:ext uri="{FF2B5EF4-FFF2-40B4-BE49-F238E27FC236}">
                      <a16:creationId xmlns:a16="http://schemas.microsoft.com/office/drawing/2014/main" id="{9269A260-D191-F9DD-F89E-53688DF7CCAF}"/>
                    </a:ext>
                  </a:extLst>
                </p:cNvPr>
                <p:cNvSpPr/>
                <p:nvPr/>
              </p:nvSpPr>
              <p:spPr>
                <a:xfrm>
                  <a:off x="7713534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6" name="pg230">
                  <a:extLst>
                    <a:ext uri="{FF2B5EF4-FFF2-40B4-BE49-F238E27FC236}">
                      <a16:creationId xmlns:a16="http://schemas.microsoft.com/office/drawing/2014/main" id="{9F91F8CE-9AA2-0661-8CC5-8B35C51D5D91}"/>
                    </a:ext>
                  </a:extLst>
                </p:cNvPr>
                <p:cNvSpPr/>
                <p:nvPr/>
              </p:nvSpPr>
              <p:spPr>
                <a:xfrm>
                  <a:off x="7744597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7" name="pg231">
                  <a:extLst>
                    <a:ext uri="{FF2B5EF4-FFF2-40B4-BE49-F238E27FC236}">
                      <a16:creationId xmlns:a16="http://schemas.microsoft.com/office/drawing/2014/main" id="{271859F6-CDD0-588B-7EB6-F1ECB01FDC40}"/>
                    </a:ext>
                  </a:extLst>
                </p:cNvPr>
                <p:cNvSpPr/>
                <p:nvPr/>
              </p:nvSpPr>
              <p:spPr>
                <a:xfrm>
                  <a:off x="7775660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8" name="pg232">
                  <a:extLst>
                    <a:ext uri="{FF2B5EF4-FFF2-40B4-BE49-F238E27FC236}">
                      <a16:creationId xmlns:a16="http://schemas.microsoft.com/office/drawing/2014/main" id="{54ED0BE4-1A19-05E4-2FA2-CEC8B599CA93}"/>
                    </a:ext>
                  </a:extLst>
                </p:cNvPr>
                <p:cNvSpPr/>
                <p:nvPr/>
              </p:nvSpPr>
              <p:spPr>
                <a:xfrm>
                  <a:off x="7806723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59" name="pg233">
                  <a:extLst>
                    <a:ext uri="{FF2B5EF4-FFF2-40B4-BE49-F238E27FC236}">
                      <a16:creationId xmlns:a16="http://schemas.microsoft.com/office/drawing/2014/main" id="{E3B711DD-8DE1-BCEC-9095-BC4AB6BDEA97}"/>
                    </a:ext>
                  </a:extLst>
                </p:cNvPr>
                <p:cNvSpPr/>
                <p:nvPr/>
              </p:nvSpPr>
              <p:spPr>
                <a:xfrm>
                  <a:off x="7837786" y="8318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B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0" name="pg234">
                  <a:extLst>
                    <a:ext uri="{FF2B5EF4-FFF2-40B4-BE49-F238E27FC236}">
                      <a16:creationId xmlns:a16="http://schemas.microsoft.com/office/drawing/2014/main" id="{B2A657D4-F3C2-F49A-5310-4A8EDC20F5E4}"/>
                    </a:ext>
                  </a:extLst>
                </p:cNvPr>
                <p:cNvSpPr/>
                <p:nvPr/>
              </p:nvSpPr>
              <p:spPr>
                <a:xfrm>
                  <a:off x="7061213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1" name="pg235">
                  <a:extLst>
                    <a:ext uri="{FF2B5EF4-FFF2-40B4-BE49-F238E27FC236}">
                      <a16:creationId xmlns:a16="http://schemas.microsoft.com/office/drawing/2014/main" id="{26305ABF-58EE-F966-7767-9102B9BD9FA6}"/>
                    </a:ext>
                  </a:extLst>
                </p:cNvPr>
                <p:cNvSpPr/>
                <p:nvPr/>
              </p:nvSpPr>
              <p:spPr>
                <a:xfrm>
                  <a:off x="7092276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2" name="pg236">
                  <a:extLst>
                    <a:ext uri="{FF2B5EF4-FFF2-40B4-BE49-F238E27FC236}">
                      <a16:creationId xmlns:a16="http://schemas.microsoft.com/office/drawing/2014/main" id="{A27125D6-09DD-0EF1-1517-D15DF0BA9658}"/>
                    </a:ext>
                  </a:extLst>
                </p:cNvPr>
                <p:cNvSpPr/>
                <p:nvPr/>
              </p:nvSpPr>
              <p:spPr>
                <a:xfrm>
                  <a:off x="7123338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3" name="pg237">
                  <a:extLst>
                    <a:ext uri="{FF2B5EF4-FFF2-40B4-BE49-F238E27FC236}">
                      <a16:creationId xmlns:a16="http://schemas.microsoft.com/office/drawing/2014/main" id="{B3785A55-61AE-19B5-7D01-27DF398C300A}"/>
                    </a:ext>
                  </a:extLst>
                </p:cNvPr>
                <p:cNvSpPr/>
                <p:nvPr/>
              </p:nvSpPr>
              <p:spPr>
                <a:xfrm>
                  <a:off x="7154402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4" name="pg238">
                  <a:extLst>
                    <a:ext uri="{FF2B5EF4-FFF2-40B4-BE49-F238E27FC236}">
                      <a16:creationId xmlns:a16="http://schemas.microsoft.com/office/drawing/2014/main" id="{100F162B-2B5A-076E-9F8D-4572BA1DF3E9}"/>
                    </a:ext>
                  </a:extLst>
                </p:cNvPr>
                <p:cNvSpPr/>
                <p:nvPr/>
              </p:nvSpPr>
              <p:spPr>
                <a:xfrm>
                  <a:off x="7185465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5" name="pg239">
                  <a:extLst>
                    <a:ext uri="{FF2B5EF4-FFF2-40B4-BE49-F238E27FC236}">
                      <a16:creationId xmlns:a16="http://schemas.microsoft.com/office/drawing/2014/main" id="{381DFB6D-C761-09A6-106E-87251507D985}"/>
                    </a:ext>
                  </a:extLst>
                </p:cNvPr>
                <p:cNvSpPr/>
                <p:nvPr/>
              </p:nvSpPr>
              <p:spPr>
                <a:xfrm>
                  <a:off x="7216527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6" name="pg240">
                  <a:extLst>
                    <a:ext uri="{FF2B5EF4-FFF2-40B4-BE49-F238E27FC236}">
                      <a16:creationId xmlns:a16="http://schemas.microsoft.com/office/drawing/2014/main" id="{BCC47D1C-A04B-62DB-66D5-DBA6E8065D92}"/>
                    </a:ext>
                  </a:extLst>
                </p:cNvPr>
                <p:cNvSpPr/>
                <p:nvPr/>
              </p:nvSpPr>
              <p:spPr>
                <a:xfrm>
                  <a:off x="7247590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7" name="pg241">
                  <a:extLst>
                    <a:ext uri="{FF2B5EF4-FFF2-40B4-BE49-F238E27FC236}">
                      <a16:creationId xmlns:a16="http://schemas.microsoft.com/office/drawing/2014/main" id="{AC0C9C2F-FC7D-3C25-88E1-6200003E972A}"/>
                    </a:ext>
                  </a:extLst>
                </p:cNvPr>
                <p:cNvSpPr/>
                <p:nvPr/>
              </p:nvSpPr>
              <p:spPr>
                <a:xfrm>
                  <a:off x="7278653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8" name="pg242">
                  <a:extLst>
                    <a:ext uri="{FF2B5EF4-FFF2-40B4-BE49-F238E27FC236}">
                      <a16:creationId xmlns:a16="http://schemas.microsoft.com/office/drawing/2014/main" id="{512CA80E-472E-A86E-1907-FCF9775A1A01}"/>
                    </a:ext>
                  </a:extLst>
                </p:cNvPr>
                <p:cNvSpPr/>
                <p:nvPr/>
              </p:nvSpPr>
              <p:spPr>
                <a:xfrm>
                  <a:off x="7309716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69" name="pg243">
                  <a:extLst>
                    <a:ext uri="{FF2B5EF4-FFF2-40B4-BE49-F238E27FC236}">
                      <a16:creationId xmlns:a16="http://schemas.microsoft.com/office/drawing/2014/main" id="{FAA1F947-5937-FEE0-E575-FF611DF5AF98}"/>
                    </a:ext>
                  </a:extLst>
                </p:cNvPr>
                <p:cNvSpPr/>
                <p:nvPr/>
              </p:nvSpPr>
              <p:spPr>
                <a:xfrm>
                  <a:off x="7340779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0" name="pg244">
                  <a:extLst>
                    <a:ext uri="{FF2B5EF4-FFF2-40B4-BE49-F238E27FC236}">
                      <a16:creationId xmlns:a16="http://schemas.microsoft.com/office/drawing/2014/main" id="{E8B4C328-91B8-6C7B-001C-D1B0C4158A9D}"/>
                    </a:ext>
                  </a:extLst>
                </p:cNvPr>
                <p:cNvSpPr/>
                <p:nvPr/>
              </p:nvSpPr>
              <p:spPr>
                <a:xfrm>
                  <a:off x="7371842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1" name="pg245">
                  <a:extLst>
                    <a:ext uri="{FF2B5EF4-FFF2-40B4-BE49-F238E27FC236}">
                      <a16:creationId xmlns:a16="http://schemas.microsoft.com/office/drawing/2014/main" id="{DEB6F0FF-97AD-86EC-78E2-4D17424DB029}"/>
                    </a:ext>
                  </a:extLst>
                </p:cNvPr>
                <p:cNvSpPr/>
                <p:nvPr/>
              </p:nvSpPr>
              <p:spPr>
                <a:xfrm>
                  <a:off x="7402905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2" name="pg246">
                  <a:extLst>
                    <a:ext uri="{FF2B5EF4-FFF2-40B4-BE49-F238E27FC236}">
                      <a16:creationId xmlns:a16="http://schemas.microsoft.com/office/drawing/2014/main" id="{0128D280-DF5D-6FA2-7E79-D81441597DAA}"/>
                    </a:ext>
                  </a:extLst>
                </p:cNvPr>
                <p:cNvSpPr/>
                <p:nvPr/>
              </p:nvSpPr>
              <p:spPr>
                <a:xfrm>
                  <a:off x="7433968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3" name="pg247">
                  <a:extLst>
                    <a:ext uri="{FF2B5EF4-FFF2-40B4-BE49-F238E27FC236}">
                      <a16:creationId xmlns:a16="http://schemas.microsoft.com/office/drawing/2014/main" id="{012F8813-4DEC-B613-E38E-939C216DF40E}"/>
                    </a:ext>
                  </a:extLst>
                </p:cNvPr>
                <p:cNvSpPr/>
                <p:nvPr/>
              </p:nvSpPr>
              <p:spPr>
                <a:xfrm>
                  <a:off x="7465031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4" name="pg248">
                  <a:extLst>
                    <a:ext uri="{FF2B5EF4-FFF2-40B4-BE49-F238E27FC236}">
                      <a16:creationId xmlns:a16="http://schemas.microsoft.com/office/drawing/2014/main" id="{8BEAC85F-3602-82EA-DAF9-47D2D080A345}"/>
                    </a:ext>
                  </a:extLst>
                </p:cNvPr>
                <p:cNvSpPr/>
                <p:nvPr/>
              </p:nvSpPr>
              <p:spPr>
                <a:xfrm>
                  <a:off x="7496094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5" name="pg249">
                  <a:extLst>
                    <a:ext uri="{FF2B5EF4-FFF2-40B4-BE49-F238E27FC236}">
                      <a16:creationId xmlns:a16="http://schemas.microsoft.com/office/drawing/2014/main" id="{A00EB4CF-1BDB-89D0-239D-0EA5565D9096}"/>
                    </a:ext>
                  </a:extLst>
                </p:cNvPr>
                <p:cNvSpPr/>
                <p:nvPr/>
              </p:nvSpPr>
              <p:spPr>
                <a:xfrm>
                  <a:off x="7620345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6" name="pg250">
                  <a:extLst>
                    <a:ext uri="{FF2B5EF4-FFF2-40B4-BE49-F238E27FC236}">
                      <a16:creationId xmlns:a16="http://schemas.microsoft.com/office/drawing/2014/main" id="{C6CF7910-C961-558C-AFF1-E3EB0E225440}"/>
                    </a:ext>
                  </a:extLst>
                </p:cNvPr>
                <p:cNvSpPr/>
                <p:nvPr/>
              </p:nvSpPr>
              <p:spPr>
                <a:xfrm>
                  <a:off x="7651408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7" name="pg251">
                  <a:extLst>
                    <a:ext uri="{FF2B5EF4-FFF2-40B4-BE49-F238E27FC236}">
                      <a16:creationId xmlns:a16="http://schemas.microsoft.com/office/drawing/2014/main" id="{C6BE0DAC-90AC-D620-E1D0-7CC98F9F2748}"/>
                    </a:ext>
                  </a:extLst>
                </p:cNvPr>
                <p:cNvSpPr/>
                <p:nvPr/>
              </p:nvSpPr>
              <p:spPr>
                <a:xfrm>
                  <a:off x="7682471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8" name="pg252">
                  <a:extLst>
                    <a:ext uri="{FF2B5EF4-FFF2-40B4-BE49-F238E27FC236}">
                      <a16:creationId xmlns:a16="http://schemas.microsoft.com/office/drawing/2014/main" id="{5F0EEFAE-2F6F-F549-34C6-E8F5E089846C}"/>
                    </a:ext>
                  </a:extLst>
                </p:cNvPr>
                <p:cNvSpPr/>
                <p:nvPr/>
              </p:nvSpPr>
              <p:spPr>
                <a:xfrm>
                  <a:off x="7713534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79" name="pg253">
                  <a:extLst>
                    <a:ext uri="{FF2B5EF4-FFF2-40B4-BE49-F238E27FC236}">
                      <a16:creationId xmlns:a16="http://schemas.microsoft.com/office/drawing/2014/main" id="{943F6B84-3EB4-3425-528B-BEE49B31D848}"/>
                    </a:ext>
                  </a:extLst>
                </p:cNvPr>
                <p:cNvSpPr/>
                <p:nvPr/>
              </p:nvSpPr>
              <p:spPr>
                <a:xfrm>
                  <a:off x="7744597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0" name="pg254">
                  <a:extLst>
                    <a:ext uri="{FF2B5EF4-FFF2-40B4-BE49-F238E27FC236}">
                      <a16:creationId xmlns:a16="http://schemas.microsoft.com/office/drawing/2014/main" id="{05AB19C4-7F5C-4FCB-4B2B-4EDBFE76921F}"/>
                    </a:ext>
                  </a:extLst>
                </p:cNvPr>
                <p:cNvSpPr/>
                <p:nvPr/>
              </p:nvSpPr>
              <p:spPr>
                <a:xfrm>
                  <a:off x="7775660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8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1" name="pg255">
                  <a:extLst>
                    <a:ext uri="{FF2B5EF4-FFF2-40B4-BE49-F238E27FC236}">
                      <a16:creationId xmlns:a16="http://schemas.microsoft.com/office/drawing/2014/main" id="{E8278B33-0BE3-2ABA-81E3-D30BCFAD6877}"/>
                    </a:ext>
                  </a:extLst>
                </p:cNvPr>
                <p:cNvSpPr/>
                <p:nvPr/>
              </p:nvSpPr>
              <p:spPr>
                <a:xfrm>
                  <a:off x="7806723" y="8712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2" name="pg256">
                  <a:extLst>
                    <a:ext uri="{FF2B5EF4-FFF2-40B4-BE49-F238E27FC236}">
                      <a16:creationId xmlns:a16="http://schemas.microsoft.com/office/drawing/2014/main" id="{1B5D50C0-798A-35A4-FC6D-4D8CC4018A89}"/>
                    </a:ext>
                  </a:extLst>
                </p:cNvPr>
                <p:cNvSpPr/>
                <p:nvPr/>
              </p:nvSpPr>
              <p:spPr>
                <a:xfrm>
                  <a:off x="7061213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3" name="pg257">
                  <a:extLst>
                    <a:ext uri="{FF2B5EF4-FFF2-40B4-BE49-F238E27FC236}">
                      <a16:creationId xmlns:a16="http://schemas.microsoft.com/office/drawing/2014/main" id="{D70C3CF3-1D56-DEDC-740D-331AB8D80C37}"/>
                    </a:ext>
                  </a:extLst>
                </p:cNvPr>
                <p:cNvSpPr/>
                <p:nvPr/>
              </p:nvSpPr>
              <p:spPr>
                <a:xfrm>
                  <a:off x="7092276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4" name="pg258">
                  <a:extLst>
                    <a:ext uri="{FF2B5EF4-FFF2-40B4-BE49-F238E27FC236}">
                      <a16:creationId xmlns:a16="http://schemas.microsoft.com/office/drawing/2014/main" id="{C8F66FD4-9596-0269-6BCD-8CAF61285D7B}"/>
                    </a:ext>
                  </a:extLst>
                </p:cNvPr>
                <p:cNvSpPr/>
                <p:nvPr/>
              </p:nvSpPr>
              <p:spPr>
                <a:xfrm>
                  <a:off x="7123338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5" name="pg259">
                  <a:extLst>
                    <a:ext uri="{FF2B5EF4-FFF2-40B4-BE49-F238E27FC236}">
                      <a16:creationId xmlns:a16="http://schemas.microsoft.com/office/drawing/2014/main" id="{030ABB4C-7CE0-6FB4-10A1-9C70C8C406C4}"/>
                    </a:ext>
                  </a:extLst>
                </p:cNvPr>
                <p:cNvSpPr/>
                <p:nvPr/>
              </p:nvSpPr>
              <p:spPr>
                <a:xfrm>
                  <a:off x="7154402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6" name="pg260">
                  <a:extLst>
                    <a:ext uri="{FF2B5EF4-FFF2-40B4-BE49-F238E27FC236}">
                      <a16:creationId xmlns:a16="http://schemas.microsoft.com/office/drawing/2014/main" id="{2B91F79B-E6E1-A8BD-9594-C06205906D08}"/>
                    </a:ext>
                  </a:extLst>
                </p:cNvPr>
                <p:cNvSpPr/>
                <p:nvPr/>
              </p:nvSpPr>
              <p:spPr>
                <a:xfrm>
                  <a:off x="7185465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1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7" name="pg261">
                  <a:extLst>
                    <a:ext uri="{FF2B5EF4-FFF2-40B4-BE49-F238E27FC236}">
                      <a16:creationId xmlns:a16="http://schemas.microsoft.com/office/drawing/2014/main" id="{822E1A16-B9AE-E4B2-7AF1-0069CBB89B8D}"/>
                    </a:ext>
                  </a:extLst>
                </p:cNvPr>
                <p:cNvSpPr/>
                <p:nvPr/>
              </p:nvSpPr>
              <p:spPr>
                <a:xfrm>
                  <a:off x="7216527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8" name="pg262">
                  <a:extLst>
                    <a:ext uri="{FF2B5EF4-FFF2-40B4-BE49-F238E27FC236}">
                      <a16:creationId xmlns:a16="http://schemas.microsoft.com/office/drawing/2014/main" id="{1D1A99EB-B7BB-A1D1-19EF-A6345DBE6C07}"/>
                    </a:ext>
                  </a:extLst>
                </p:cNvPr>
                <p:cNvSpPr/>
                <p:nvPr/>
              </p:nvSpPr>
              <p:spPr>
                <a:xfrm>
                  <a:off x="7247590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89" name="pg263">
                  <a:extLst>
                    <a:ext uri="{FF2B5EF4-FFF2-40B4-BE49-F238E27FC236}">
                      <a16:creationId xmlns:a16="http://schemas.microsoft.com/office/drawing/2014/main" id="{139154DC-16A5-FB98-11A1-0B3321468EB7}"/>
                    </a:ext>
                  </a:extLst>
                </p:cNvPr>
                <p:cNvSpPr/>
                <p:nvPr/>
              </p:nvSpPr>
              <p:spPr>
                <a:xfrm>
                  <a:off x="7278653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0" name="pg264">
                  <a:extLst>
                    <a:ext uri="{FF2B5EF4-FFF2-40B4-BE49-F238E27FC236}">
                      <a16:creationId xmlns:a16="http://schemas.microsoft.com/office/drawing/2014/main" id="{ECF9D44C-906C-E975-5856-36B002D375EA}"/>
                    </a:ext>
                  </a:extLst>
                </p:cNvPr>
                <p:cNvSpPr/>
                <p:nvPr/>
              </p:nvSpPr>
              <p:spPr>
                <a:xfrm>
                  <a:off x="7309716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1" name="pg265">
                  <a:extLst>
                    <a:ext uri="{FF2B5EF4-FFF2-40B4-BE49-F238E27FC236}">
                      <a16:creationId xmlns:a16="http://schemas.microsoft.com/office/drawing/2014/main" id="{287F7442-DECC-371F-FBB4-7736C3446E73}"/>
                    </a:ext>
                  </a:extLst>
                </p:cNvPr>
                <p:cNvSpPr/>
                <p:nvPr/>
              </p:nvSpPr>
              <p:spPr>
                <a:xfrm>
                  <a:off x="7340779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2" name="pg266">
                  <a:extLst>
                    <a:ext uri="{FF2B5EF4-FFF2-40B4-BE49-F238E27FC236}">
                      <a16:creationId xmlns:a16="http://schemas.microsoft.com/office/drawing/2014/main" id="{BBBBECBC-4CBE-315E-526D-C6741CE45E0F}"/>
                    </a:ext>
                  </a:extLst>
                </p:cNvPr>
                <p:cNvSpPr/>
                <p:nvPr/>
              </p:nvSpPr>
              <p:spPr>
                <a:xfrm>
                  <a:off x="7371842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3" name="pg267">
                  <a:extLst>
                    <a:ext uri="{FF2B5EF4-FFF2-40B4-BE49-F238E27FC236}">
                      <a16:creationId xmlns:a16="http://schemas.microsoft.com/office/drawing/2014/main" id="{25F4AE25-81A1-21E9-6FF0-E26EAE369B69}"/>
                    </a:ext>
                  </a:extLst>
                </p:cNvPr>
                <p:cNvSpPr/>
                <p:nvPr/>
              </p:nvSpPr>
              <p:spPr>
                <a:xfrm>
                  <a:off x="7402905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4" name="pg268">
                  <a:extLst>
                    <a:ext uri="{FF2B5EF4-FFF2-40B4-BE49-F238E27FC236}">
                      <a16:creationId xmlns:a16="http://schemas.microsoft.com/office/drawing/2014/main" id="{3F572240-1F9F-8655-6F7F-EF8F7D4664D9}"/>
                    </a:ext>
                  </a:extLst>
                </p:cNvPr>
                <p:cNvSpPr/>
                <p:nvPr/>
              </p:nvSpPr>
              <p:spPr>
                <a:xfrm>
                  <a:off x="7433968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5" name="pg269">
                  <a:extLst>
                    <a:ext uri="{FF2B5EF4-FFF2-40B4-BE49-F238E27FC236}">
                      <a16:creationId xmlns:a16="http://schemas.microsoft.com/office/drawing/2014/main" id="{FF688099-B113-CD2E-A726-420909F17D51}"/>
                    </a:ext>
                  </a:extLst>
                </p:cNvPr>
                <p:cNvSpPr/>
                <p:nvPr/>
              </p:nvSpPr>
              <p:spPr>
                <a:xfrm>
                  <a:off x="7465031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6" name="pg270">
                  <a:extLst>
                    <a:ext uri="{FF2B5EF4-FFF2-40B4-BE49-F238E27FC236}">
                      <a16:creationId xmlns:a16="http://schemas.microsoft.com/office/drawing/2014/main" id="{FD284B72-1758-7DD8-2DE7-DC8259656CE8}"/>
                    </a:ext>
                  </a:extLst>
                </p:cNvPr>
                <p:cNvSpPr/>
                <p:nvPr/>
              </p:nvSpPr>
              <p:spPr>
                <a:xfrm>
                  <a:off x="7496094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7" name="pg271">
                  <a:extLst>
                    <a:ext uri="{FF2B5EF4-FFF2-40B4-BE49-F238E27FC236}">
                      <a16:creationId xmlns:a16="http://schemas.microsoft.com/office/drawing/2014/main" id="{89AA2858-F7C6-01E1-16D6-866FB6F3D91A}"/>
                    </a:ext>
                  </a:extLst>
                </p:cNvPr>
                <p:cNvSpPr/>
                <p:nvPr/>
              </p:nvSpPr>
              <p:spPr>
                <a:xfrm>
                  <a:off x="7620345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8" name="pg272">
                  <a:extLst>
                    <a:ext uri="{FF2B5EF4-FFF2-40B4-BE49-F238E27FC236}">
                      <a16:creationId xmlns:a16="http://schemas.microsoft.com/office/drawing/2014/main" id="{CB907722-8DE7-68FB-8226-55E4023BA5F3}"/>
                    </a:ext>
                  </a:extLst>
                </p:cNvPr>
                <p:cNvSpPr/>
                <p:nvPr/>
              </p:nvSpPr>
              <p:spPr>
                <a:xfrm>
                  <a:off x="7651408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699" name="pg273">
                  <a:extLst>
                    <a:ext uri="{FF2B5EF4-FFF2-40B4-BE49-F238E27FC236}">
                      <a16:creationId xmlns:a16="http://schemas.microsoft.com/office/drawing/2014/main" id="{3F57FB35-786F-B6C2-173F-EB4BD0EE1E42}"/>
                    </a:ext>
                  </a:extLst>
                </p:cNvPr>
                <p:cNvSpPr/>
                <p:nvPr/>
              </p:nvSpPr>
              <p:spPr>
                <a:xfrm>
                  <a:off x="7682471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0" name="pg274">
                  <a:extLst>
                    <a:ext uri="{FF2B5EF4-FFF2-40B4-BE49-F238E27FC236}">
                      <a16:creationId xmlns:a16="http://schemas.microsoft.com/office/drawing/2014/main" id="{DB943681-C308-8FFA-2E1A-3C216B3B6909}"/>
                    </a:ext>
                  </a:extLst>
                </p:cNvPr>
                <p:cNvSpPr/>
                <p:nvPr/>
              </p:nvSpPr>
              <p:spPr>
                <a:xfrm>
                  <a:off x="7713534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1" name="pg275">
                  <a:extLst>
                    <a:ext uri="{FF2B5EF4-FFF2-40B4-BE49-F238E27FC236}">
                      <a16:creationId xmlns:a16="http://schemas.microsoft.com/office/drawing/2014/main" id="{28C1A855-1B28-66E6-5312-468034F5913A}"/>
                    </a:ext>
                  </a:extLst>
                </p:cNvPr>
                <p:cNvSpPr/>
                <p:nvPr/>
              </p:nvSpPr>
              <p:spPr>
                <a:xfrm>
                  <a:off x="7744597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2" name="pg276">
                  <a:extLst>
                    <a:ext uri="{FF2B5EF4-FFF2-40B4-BE49-F238E27FC236}">
                      <a16:creationId xmlns:a16="http://schemas.microsoft.com/office/drawing/2014/main" id="{21A13D7B-600F-B16B-2064-B6E23C214246}"/>
                    </a:ext>
                  </a:extLst>
                </p:cNvPr>
                <p:cNvSpPr/>
                <p:nvPr/>
              </p:nvSpPr>
              <p:spPr>
                <a:xfrm>
                  <a:off x="7775660" y="9106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3" name="pg277">
                  <a:extLst>
                    <a:ext uri="{FF2B5EF4-FFF2-40B4-BE49-F238E27FC236}">
                      <a16:creationId xmlns:a16="http://schemas.microsoft.com/office/drawing/2014/main" id="{50E4F0E8-174F-5FBB-D670-C631C25ECE38}"/>
                    </a:ext>
                  </a:extLst>
                </p:cNvPr>
                <p:cNvSpPr/>
                <p:nvPr/>
              </p:nvSpPr>
              <p:spPr>
                <a:xfrm>
                  <a:off x="7030150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4" name="pg278">
                  <a:extLst>
                    <a:ext uri="{FF2B5EF4-FFF2-40B4-BE49-F238E27FC236}">
                      <a16:creationId xmlns:a16="http://schemas.microsoft.com/office/drawing/2014/main" id="{AEAAAFB5-D624-ED11-1510-DAD2112C2387}"/>
                    </a:ext>
                  </a:extLst>
                </p:cNvPr>
                <p:cNvSpPr/>
                <p:nvPr/>
              </p:nvSpPr>
              <p:spPr>
                <a:xfrm>
                  <a:off x="7061213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2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5" name="pg279">
                  <a:extLst>
                    <a:ext uri="{FF2B5EF4-FFF2-40B4-BE49-F238E27FC236}">
                      <a16:creationId xmlns:a16="http://schemas.microsoft.com/office/drawing/2014/main" id="{F745FAEA-F621-AA3B-2B8A-F2FE457FC4A2}"/>
                    </a:ext>
                  </a:extLst>
                </p:cNvPr>
                <p:cNvSpPr/>
                <p:nvPr/>
              </p:nvSpPr>
              <p:spPr>
                <a:xfrm>
                  <a:off x="7092276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6" name="pg280">
                  <a:extLst>
                    <a:ext uri="{FF2B5EF4-FFF2-40B4-BE49-F238E27FC236}">
                      <a16:creationId xmlns:a16="http://schemas.microsoft.com/office/drawing/2014/main" id="{2600D406-2A1F-39B9-ED66-6A9570A0009C}"/>
                    </a:ext>
                  </a:extLst>
                </p:cNvPr>
                <p:cNvSpPr/>
                <p:nvPr/>
              </p:nvSpPr>
              <p:spPr>
                <a:xfrm>
                  <a:off x="7123338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7" name="pg281">
                  <a:extLst>
                    <a:ext uri="{FF2B5EF4-FFF2-40B4-BE49-F238E27FC236}">
                      <a16:creationId xmlns:a16="http://schemas.microsoft.com/office/drawing/2014/main" id="{7B1791C9-D21F-016A-9930-EBF68441FB67}"/>
                    </a:ext>
                  </a:extLst>
                </p:cNvPr>
                <p:cNvSpPr/>
                <p:nvPr/>
              </p:nvSpPr>
              <p:spPr>
                <a:xfrm>
                  <a:off x="7154402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8" name="pg282">
                  <a:extLst>
                    <a:ext uri="{FF2B5EF4-FFF2-40B4-BE49-F238E27FC236}">
                      <a16:creationId xmlns:a16="http://schemas.microsoft.com/office/drawing/2014/main" id="{3A97EDA7-48CA-7493-360B-2A41A94DFBB2}"/>
                    </a:ext>
                  </a:extLst>
                </p:cNvPr>
                <p:cNvSpPr/>
                <p:nvPr/>
              </p:nvSpPr>
              <p:spPr>
                <a:xfrm>
                  <a:off x="7185465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09" name="pg283">
                  <a:extLst>
                    <a:ext uri="{FF2B5EF4-FFF2-40B4-BE49-F238E27FC236}">
                      <a16:creationId xmlns:a16="http://schemas.microsoft.com/office/drawing/2014/main" id="{E727C8F3-FE5C-1CE3-6129-8DBE3E8EB4BA}"/>
                    </a:ext>
                  </a:extLst>
                </p:cNvPr>
                <p:cNvSpPr/>
                <p:nvPr/>
              </p:nvSpPr>
              <p:spPr>
                <a:xfrm>
                  <a:off x="7216527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0" name="pg284">
                  <a:extLst>
                    <a:ext uri="{FF2B5EF4-FFF2-40B4-BE49-F238E27FC236}">
                      <a16:creationId xmlns:a16="http://schemas.microsoft.com/office/drawing/2014/main" id="{9F4F89EA-DDE5-536F-61A4-D4EB4447FE09}"/>
                    </a:ext>
                  </a:extLst>
                </p:cNvPr>
                <p:cNvSpPr/>
                <p:nvPr/>
              </p:nvSpPr>
              <p:spPr>
                <a:xfrm>
                  <a:off x="7247590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1" name="pg285">
                  <a:extLst>
                    <a:ext uri="{FF2B5EF4-FFF2-40B4-BE49-F238E27FC236}">
                      <a16:creationId xmlns:a16="http://schemas.microsoft.com/office/drawing/2014/main" id="{27D8CD75-81AB-0ED3-2C45-1403C69D632B}"/>
                    </a:ext>
                  </a:extLst>
                </p:cNvPr>
                <p:cNvSpPr/>
                <p:nvPr/>
              </p:nvSpPr>
              <p:spPr>
                <a:xfrm>
                  <a:off x="7278653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2" name="pg286">
                  <a:extLst>
                    <a:ext uri="{FF2B5EF4-FFF2-40B4-BE49-F238E27FC236}">
                      <a16:creationId xmlns:a16="http://schemas.microsoft.com/office/drawing/2014/main" id="{F471EBC9-E2B8-792F-4D4E-65408708F4C4}"/>
                    </a:ext>
                  </a:extLst>
                </p:cNvPr>
                <p:cNvSpPr/>
                <p:nvPr/>
              </p:nvSpPr>
              <p:spPr>
                <a:xfrm>
                  <a:off x="7309716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3" name="pg287">
                  <a:extLst>
                    <a:ext uri="{FF2B5EF4-FFF2-40B4-BE49-F238E27FC236}">
                      <a16:creationId xmlns:a16="http://schemas.microsoft.com/office/drawing/2014/main" id="{0CC50932-73A3-2E59-876F-4EC3D82D9D53}"/>
                    </a:ext>
                  </a:extLst>
                </p:cNvPr>
                <p:cNvSpPr/>
                <p:nvPr/>
              </p:nvSpPr>
              <p:spPr>
                <a:xfrm>
                  <a:off x="7340779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4" name="pg288">
                  <a:extLst>
                    <a:ext uri="{FF2B5EF4-FFF2-40B4-BE49-F238E27FC236}">
                      <a16:creationId xmlns:a16="http://schemas.microsoft.com/office/drawing/2014/main" id="{39D933B9-93D3-B7F8-875D-FFAD0B23DF28}"/>
                    </a:ext>
                  </a:extLst>
                </p:cNvPr>
                <p:cNvSpPr/>
                <p:nvPr/>
              </p:nvSpPr>
              <p:spPr>
                <a:xfrm>
                  <a:off x="7371842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5" name="pg289">
                  <a:extLst>
                    <a:ext uri="{FF2B5EF4-FFF2-40B4-BE49-F238E27FC236}">
                      <a16:creationId xmlns:a16="http://schemas.microsoft.com/office/drawing/2014/main" id="{2E43BA9F-EEDE-5D66-6FB0-B4ACC3799AC3}"/>
                    </a:ext>
                  </a:extLst>
                </p:cNvPr>
                <p:cNvSpPr/>
                <p:nvPr/>
              </p:nvSpPr>
              <p:spPr>
                <a:xfrm>
                  <a:off x="7402905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6" name="pg290">
                  <a:extLst>
                    <a:ext uri="{FF2B5EF4-FFF2-40B4-BE49-F238E27FC236}">
                      <a16:creationId xmlns:a16="http://schemas.microsoft.com/office/drawing/2014/main" id="{1653D356-BA11-B0F9-37F1-38012A1C3C15}"/>
                    </a:ext>
                  </a:extLst>
                </p:cNvPr>
                <p:cNvSpPr/>
                <p:nvPr/>
              </p:nvSpPr>
              <p:spPr>
                <a:xfrm>
                  <a:off x="7433968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7" name="pg291">
                  <a:extLst>
                    <a:ext uri="{FF2B5EF4-FFF2-40B4-BE49-F238E27FC236}">
                      <a16:creationId xmlns:a16="http://schemas.microsoft.com/office/drawing/2014/main" id="{D9322F96-E86F-5C10-3DA8-509B39911812}"/>
                    </a:ext>
                  </a:extLst>
                </p:cNvPr>
                <p:cNvSpPr/>
                <p:nvPr/>
              </p:nvSpPr>
              <p:spPr>
                <a:xfrm>
                  <a:off x="7465031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8" name="pg292">
                  <a:extLst>
                    <a:ext uri="{FF2B5EF4-FFF2-40B4-BE49-F238E27FC236}">
                      <a16:creationId xmlns:a16="http://schemas.microsoft.com/office/drawing/2014/main" id="{C6A18CB5-5F31-16F6-3BCC-CFEF85DD7049}"/>
                    </a:ext>
                  </a:extLst>
                </p:cNvPr>
                <p:cNvSpPr/>
                <p:nvPr/>
              </p:nvSpPr>
              <p:spPr>
                <a:xfrm>
                  <a:off x="7496094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19" name="pg293">
                  <a:extLst>
                    <a:ext uri="{FF2B5EF4-FFF2-40B4-BE49-F238E27FC236}">
                      <a16:creationId xmlns:a16="http://schemas.microsoft.com/office/drawing/2014/main" id="{07B98FCB-0507-4CBA-F51D-7487A68DC80A}"/>
                    </a:ext>
                  </a:extLst>
                </p:cNvPr>
                <p:cNvSpPr/>
                <p:nvPr/>
              </p:nvSpPr>
              <p:spPr>
                <a:xfrm>
                  <a:off x="7527156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0" name="pg294">
                  <a:extLst>
                    <a:ext uri="{FF2B5EF4-FFF2-40B4-BE49-F238E27FC236}">
                      <a16:creationId xmlns:a16="http://schemas.microsoft.com/office/drawing/2014/main" id="{118B6102-4FBA-35F0-50DD-6A66FCEB99D2}"/>
                    </a:ext>
                  </a:extLst>
                </p:cNvPr>
                <p:cNvSpPr/>
                <p:nvPr/>
              </p:nvSpPr>
              <p:spPr>
                <a:xfrm>
                  <a:off x="7620345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1" name="pg295">
                  <a:extLst>
                    <a:ext uri="{FF2B5EF4-FFF2-40B4-BE49-F238E27FC236}">
                      <a16:creationId xmlns:a16="http://schemas.microsoft.com/office/drawing/2014/main" id="{508093E9-819D-3A28-F546-D6148FB85ED4}"/>
                    </a:ext>
                  </a:extLst>
                </p:cNvPr>
                <p:cNvSpPr/>
                <p:nvPr/>
              </p:nvSpPr>
              <p:spPr>
                <a:xfrm>
                  <a:off x="7651408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2" name="pg296">
                  <a:extLst>
                    <a:ext uri="{FF2B5EF4-FFF2-40B4-BE49-F238E27FC236}">
                      <a16:creationId xmlns:a16="http://schemas.microsoft.com/office/drawing/2014/main" id="{A1E66CFA-BE83-A95D-1640-DA5534AD33BB}"/>
                    </a:ext>
                  </a:extLst>
                </p:cNvPr>
                <p:cNvSpPr/>
                <p:nvPr/>
              </p:nvSpPr>
              <p:spPr>
                <a:xfrm>
                  <a:off x="7682471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3" name="pg297">
                  <a:extLst>
                    <a:ext uri="{FF2B5EF4-FFF2-40B4-BE49-F238E27FC236}">
                      <a16:creationId xmlns:a16="http://schemas.microsoft.com/office/drawing/2014/main" id="{005AD92B-6841-736C-66AB-4C753D03A606}"/>
                    </a:ext>
                  </a:extLst>
                </p:cNvPr>
                <p:cNvSpPr/>
                <p:nvPr/>
              </p:nvSpPr>
              <p:spPr>
                <a:xfrm>
                  <a:off x="7713534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4" name="pg298">
                  <a:extLst>
                    <a:ext uri="{FF2B5EF4-FFF2-40B4-BE49-F238E27FC236}">
                      <a16:creationId xmlns:a16="http://schemas.microsoft.com/office/drawing/2014/main" id="{BAC56219-2EDA-940D-2CFE-B0155338E32C}"/>
                    </a:ext>
                  </a:extLst>
                </p:cNvPr>
                <p:cNvSpPr/>
                <p:nvPr/>
              </p:nvSpPr>
              <p:spPr>
                <a:xfrm>
                  <a:off x="7744597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5" name="pg299">
                  <a:extLst>
                    <a:ext uri="{FF2B5EF4-FFF2-40B4-BE49-F238E27FC236}">
                      <a16:creationId xmlns:a16="http://schemas.microsoft.com/office/drawing/2014/main" id="{884DD557-3E21-A888-25B1-7054EE92DA54}"/>
                    </a:ext>
                  </a:extLst>
                </p:cNvPr>
                <p:cNvSpPr/>
                <p:nvPr/>
              </p:nvSpPr>
              <p:spPr>
                <a:xfrm>
                  <a:off x="7775660" y="95006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6" name="pg300">
                  <a:extLst>
                    <a:ext uri="{FF2B5EF4-FFF2-40B4-BE49-F238E27FC236}">
                      <a16:creationId xmlns:a16="http://schemas.microsoft.com/office/drawing/2014/main" id="{E8499763-073C-1EA3-E0B6-6DAED60A8795}"/>
                    </a:ext>
                  </a:extLst>
                </p:cNvPr>
                <p:cNvSpPr/>
                <p:nvPr/>
              </p:nvSpPr>
              <p:spPr>
                <a:xfrm>
                  <a:off x="7030150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7" name="pg301">
                  <a:extLst>
                    <a:ext uri="{FF2B5EF4-FFF2-40B4-BE49-F238E27FC236}">
                      <a16:creationId xmlns:a16="http://schemas.microsoft.com/office/drawing/2014/main" id="{4A5AEF5B-6779-85D7-2ED1-76CD104F46CE}"/>
                    </a:ext>
                  </a:extLst>
                </p:cNvPr>
                <p:cNvSpPr/>
                <p:nvPr/>
              </p:nvSpPr>
              <p:spPr>
                <a:xfrm>
                  <a:off x="7061213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8" name="pg302">
                  <a:extLst>
                    <a:ext uri="{FF2B5EF4-FFF2-40B4-BE49-F238E27FC236}">
                      <a16:creationId xmlns:a16="http://schemas.microsoft.com/office/drawing/2014/main" id="{9EB8EFBD-9D73-9368-C734-167CD0FBE227}"/>
                    </a:ext>
                  </a:extLst>
                </p:cNvPr>
                <p:cNvSpPr/>
                <p:nvPr/>
              </p:nvSpPr>
              <p:spPr>
                <a:xfrm>
                  <a:off x="7092276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29" name="pg303">
                  <a:extLst>
                    <a:ext uri="{FF2B5EF4-FFF2-40B4-BE49-F238E27FC236}">
                      <a16:creationId xmlns:a16="http://schemas.microsoft.com/office/drawing/2014/main" id="{137EACC1-9467-5A22-A884-7CCA02E8ECDE}"/>
                    </a:ext>
                  </a:extLst>
                </p:cNvPr>
                <p:cNvSpPr/>
                <p:nvPr/>
              </p:nvSpPr>
              <p:spPr>
                <a:xfrm>
                  <a:off x="7123338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0" name="pg304">
                  <a:extLst>
                    <a:ext uri="{FF2B5EF4-FFF2-40B4-BE49-F238E27FC236}">
                      <a16:creationId xmlns:a16="http://schemas.microsoft.com/office/drawing/2014/main" id="{EEE71FE1-243A-B713-531B-61B700919F46}"/>
                    </a:ext>
                  </a:extLst>
                </p:cNvPr>
                <p:cNvSpPr/>
                <p:nvPr/>
              </p:nvSpPr>
              <p:spPr>
                <a:xfrm>
                  <a:off x="7154402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1" name="pg305">
                  <a:extLst>
                    <a:ext uri="{FF2B5EF4-FFF2-40B4-BE49-F238E27FC236}">
                      <a16:creationId xmlns:a16="http://schemas.microsoft.com/office/drawing/2014/main" id="{9E46C0A8-9D44-350D-9C7F-921539E011F7}"/>
                    </a:ext>
                  </a:extLst>
                </p:cNvPr>
                <p:cNvSpPr/>
                <p:nvPr/>
              </p:nvSpPr>
              <p:spPr>
                <a:xfrm>
                  <a:off x="7185465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2" name="pg306">
                  <a:extLst>
                    <a:ext uri="{FF2B5EF4-FFF2-40B4-BE49-F238E27FC236}">
                      <a16:creationId xmlns:a16="http://schemas.microsoft.com/office/drawing/2014/main" id="{4979B8C5-B29E-1A72-0312-1D80577E969A}"/>
                    </a:ext>
                  </a:extLst>
                </p:cNvPr>
                <p:cNvSpPr/>
                <p:nvPr/>
              </p:nvSpPr>
              <p:spPr>
                <a:xfrm>
                  <a:off x="7216527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3" name="pg307">
                  <a:extLst>
                    <a:ext uri="{FF2B5EF4-FFF2-40B4-BE49-F238E27FC236}">
                      <a16:creationId xmlns:a16="http://schemas.microsoft.com/office/drawing/2014/main" id="{F8B60898-C083-C3AD-6C0C-1D2000529237}"/>
                    </a:ext>
                  </a:extLst>
                </p:cNvPr>
                <p:cNvSpPr/>
                <p:nvPr/>
              </p:nvSpPr>
              <p:spPr>
                <a:xfrm>
                  <a:off x="7247590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4" name="pg308">
                  <a:extLst>
                    <a:ext uri="{FF2B5EF4-FFF2-40B4-BE49-F238E27FC236}">
                      <a16:creationId xmlns:a16="http://schemas.microsoft.com/office/drawing/2014/main" id="{CF025A8C-791F-C050-D8CB-AA8632619D1A}"/>
                    </a:ext>
                  </a:extLst>
                </p:cNvPr>
                <p:cNvSpPr/>
                <p:nvPr/>
              </p:nvSpPr>
              <p:spPr>
                <a:xfrm>
                  <a:off x="7278653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5" name="pg309">
                  <a:extLst>
                    <a:ext uri="{FF2B5EF4-FFF2-40B4-BE49-F238E27FC236}">
                      <a16:creationId xmlns:a16="http://schemas.microsoft.com/office/drawing/2014/main" id="{A45CE299-E4F4-C3A2-56B2-C7656CF6A33E}"/>
                    </a:ext>
                  </a:extLst>
                </p:cNvPr>
                <p:cNvSpPr/>
                <p:nvPr/>
              </p:nvSpPr>
              <p:spPr>
                <a:xfrm>
                  <a:off x="7309716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6" name="pg310">
                  <a:extLst>
                    <a:ext uri="{FF2B5EF4-FFF2-40B4-BE49-F238E27FC236}">
                      <a16:creationId xmlns:a16="http://schemas.microsoft.com/office/drawing/2014/main" id="{186D2459-1CE5-8D7B-AEB1-68EE47358626}"/>
                    </a:ext>
                  </a:extLst>
                </p:cNvPr>
                <p:cNvSpPr/>
                <p:nvPr/>
              </p:nvSpPr>
              <p:spPr>
                <a:xfrm>
                  <a:off x="7340779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7" name="pg311">
                  <a:extLst>
                    <a:ext uri="{FF2B5EF4-FFF2-40B4-BE49-F238E27FC236}">
                      <a16:creationId xmlns:a16="http://schemas.microsoft.com/office/drawing/2014/main" id="{9EF0A0C9-0C18-7E81-0223-1D5131C8B445}"/>
                    </a:ext>
                  </a:extLst>
                </p:cNvPr>
                <p:cNvSpPr/>
                <p:nvPr/>
              </p:nvSpPr>
              <p:spPr>
                <a:xfrm>
                  <a:off x="7371842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8" name="pg312">
                  <a:extLst>
                    <a:ext uri="{FF2B5EF4-FFF2-40B4-BE49-F238E27FC236}">
                      <a16:creationId xmlns:a16="http://schemas.microsoft.com/office/drawing/2014/main" id="{9F83BF7F-9FB1-8BFB-E504-BBD667E637CC}"/>
                    </a:ext>
                  </a:extLst>
                </p:cNvPr>
                <p:cNvSpPr/>
                <p:nvPr/>
              </p:nvSpPr>
              <p:spPr>
                <a:xfrm>
                  <a:off x="7402905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39" name="pg313">
                  <a:extLst>
                    <a:ext uri="{FF2B5EF4-FFF2-40B4-BE49-F238E27FC236}">
                      <a16:creationId xmlns:a16="http://schemas.microsoft.com/office/drawing/2014/main" id="{B5FADF7C-E948-17E3-3FDC-BAF8BFCB74BB}"/>
                    </a:ext>
                  </a:extLst>
                </p:cNvPr>
                <p:cNvSpPr/>
                <p:nvPr/>
              </p:nvSpPr>
              <p:spPr>
                <a:xfrm>
                  <a:off x="7433968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0" name="pg314">
                  <a:extLst>
                    <a:ext uri="{FF2B5EF4-FFF2-40B4-BE49-F238E27FC236}">
                      <a16:creationId xmlns:a16="http://schemas.microsoft.com/office/drawing/2014/main" id="{B0AE86BC-C2B1-7E0E-7F3B-4E42C6FF94E7}"/>
                    </a:ext>
                  </a:extLst>
                </p:cNvPr>
                <p:cNvSpPr/>
                <p:nvPr/>
              </p:nvSpPr>
              <p:spPr>
                <a:xfrm>
                  <a:off x="7465031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1" name="pg315">
                  <a:extLst>
                    <a:ext uri="{FF2B5EF4-FFF2-40B4-BE49-F238E27FC236}">
                      <a16:creationId xmlns:a16="http://schemas.microsoft.com/office/drawing/2014/main" id="{5E7020B4-59E8-6C77-B410-3FDD206AE60C}"/>
                    </a:ext>
                  </a:extLst>
                </p:cNvPr>
                <p:cNvSpPr/>
                <p:nvPr/>
              </p:nvSpPr>
              <p:spPr>
                <a:xfrm>
                  <a:off x="7496094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2" name="pg316">
                  <a:extLst>
                    <a:ext uri="{FF2B5EF4-FFF2-40B4-BE49-F238E27FC236}">
                      <a16:creationId xmlns:a16="http://schemas.microsoft.com/office/drawing/2014/main" id="{2BD3537B-84D8-AA3A-4D19-89AAA0DA4AB2}"/>
                    </a:ext>
                  </a:extLst>
                </p:cNvPr>
                <p:cNvSpPr/>
                <p:nvPr/>
              </p:nvSpPr>
              <p:spPr>
                <a:xfrm>
                  <a:off x="7527156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3" name="pg317">
                  <a:extLst>
                    <a:ext uri="{FF2B5EF4-FFF2-40B4-BE49-F238E27FC236}">
                      <a16:creationId xmlns:a16="http://schemas.microsoft.com/office/drawing/2014/main" id="{B5027AED-40E5-FCA7-4873-6858ECD06FD7}"/>
                    </a:ext>
                  </a:extLst>
                </p:cNvPr>
                <p:cNvSpPr/>
                <p:nvPr/>
              </p:nvSpPr>
              <p:spPr>
                <a:xfrm>
                  <a:off x="7558219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4" name="pg318">
                  <a:extLst>
                    <a:ext uri="{FF2B5EF4-FFF2-40B4-BE49-F238E27FC236}">
                      <a16:creationId xmlns:a16="http://schemas.microsoft.com/office/drawing/2014/main" id="{3C934DB9-CEA3-C091-61A9-C321F3C835DA}"/>
                    </a:ext>
                  </a:extLst>
                </p:cNvPr>
                <p:cNvSpPr/>
                <p:nvPr/>
              </p:nvSpPr>
              <p:spPr>
                <a:xfrm>
                  <a:off x="7651408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5" name="pg319">
                  <a:extLst>
                    <a:ext uri="{FF2B5EF4-FFF2-40B4-BE49-F238E27FC236}">
                      <a16:creationId xmlns:a16="http://schemas.microsoft.com/office/drawing/2014/main" id="{2507A365-911B-7D12-7401-5E07E304F31C}"/>
                    </a:ext>
                  </a:extLst>
                </p:cNvPr>
                <p:cNvSpPr/>
                <p:nvPr/>
              </p:nvSpPr>
              <p:spPr>
                <a:xfrm>
                  <a:off x="7682471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6" name="pg320">
                  <a:extLst>
                    <a:ext uri="{FF2B5EF4-FFF2-40B4-BE49-F238E27FC236}">
                      <a16:creationId xmlns:a16="http://schemas.microsoft.com/office/drawing/2014/main" id="{81A12F6D-16E3-8B11-35C2-0B5E5E6E9006}"/>
                    </a:ext>
                  </a:extLst>
                </p:cNvPr>
                <p:cNvSpPr/>
                <p:nvPr/>
              </p:nvSpPr>
              <p:spPr>
                <a:xfrm>
                  <a:off x="7713534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7" name="pg321">
                  <a:extLst>
                    <a:ext uri="{FF2B5EF4-FFF2-40B4-BE49-F238E27FC236}">
                      <a16:creationId xmlns:a16="http://schemas.microsoft.com/office/drawing/2014/main" id="{C6B6E6B9-316D-3F93-E269-448ADE7BB222}"/>
                    </a:ext>
                  </a:extLst>
                </p:cNvPr>
                <p:cNvSpPr/>
                <p:nvPr/>
              </p:nvSpPr>
              <p:spPr>
                <a:xfrm>
                  <a:off x="7744597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8" name="pg322">
                  <a:extLst>
                    <a:ext uri="{FF2B5EF4-FFF2-40B4-BE49-F238E27FC236}">
                      <a16:creationId xmlns:a16="http://schemas.microsoft.com/office/drawing/2014/main" id="{FE9AC8B6-3EA5-147F-A6D5-7B95099B87B9}"/>
                    </a:ext>
                  </a:extLst>
                </p:cNvPr>
                <p:cNvSpPr/>
                <p:nvPr/>
              </p:nvSpPr>
              <p:spPr>
                <a:xfrm>
                  <a:off x="7775660" y="98947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49" name="pg323">
                  <a:extLst>
                    <a:ext uri="{FF2B5EF4-FFF2-40B4-BE49-F238E27FC236}">
                      <a16:creationId xmlns:a16="http://schemas.microsoft.com/office/drawing/2014/main" id="{7A1B86C4-E6EB-C98A-FBA5-60F42C289BF4}"/>
                    </a:ext>
                  </a:extLst>
                </p:cNvPr>
                <p:cNvSpPr/>
                <p:nvPr/>
              </p:nvSpPr>
              <p:spPr>
                <a:xfrm>
                  <a:off x="7030150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0" name="pg324">
                  <a:extLst>
                    <a:ext uri="{FF2B5EF4-FFF2-40B4-BE49-F238E27FC236}">
                      <a16:creationId xmlns:a16="http://schemas.microsoft.com/office/drawing/2014/main" id="{F4590F42-A40B-C52F-8659-44B763F611F3}"/>
                    </a:ext>
                  </a:extLst>
                </p:cNvPr>
                <p:cNvSpPr/>
                <p:nvPr/>
              </p:nvSpPr>
              <p:spPr>
                <a:xfrm>
                  <a:off x="7061213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1" name="pg325">
                  <a:extLst>
                    <a:ext uri="{FF2B5EF4-FFF2-40B4-BE49-F238E27FC236}">
                      <a16:creationId xmlns:a16="http://schemas.microsoft.com/office/drawing/2014/main" id="{77A91B6E-68C0-1F9A-16D2-0737EDE50B61}"/>
                    </a:ext>
                  </a:extLst>
                </p:cNvPr>
                <p:cNvSpPr/>
                <p:nvPr/>
              </p:nvSpPr>
              <p:spPr>
                <a:xfrm>
                  <a:off x="7092276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2" name="pg326">
                  <a:extLst>
                    <a:ext uri="{FF2B5EF4-FFF2-40B4-BE49-F238E27FC236}">
                      <a16:creationId xmlns:a16="http://schemas.microsoft.com/office/drawing/2014/main" id="{ED9FFB89-6670-3E6B-AF09-95F3E60975E0}"/>
                    </a:ext>
                  </a:extLst>
                </p:cNvPr>
                <p:cNvSpPr/>
                <p:nvPr/>
              </p:nvSpPr>
              <p:spPr>
                <a:xfrm>
                  <a:off x="7123338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3" name="pg327">
                  <a:extLst>
                    <a:ext uri="{FF2B5EF4-FFF2-40B4-BE49-F238E27FC236}">
                      <a16:creationId xmlns:a16="http://schemas.microsoft.com/office/drawing/2014/main" id="{6F7BD24C-90B3-65FE-80C7-670312E44041}"/>
                    </a:ext>
                  </a:extLst>
                </p:cNvPr>
                <p:cNvSpPr/>
                <p:nvPr/>
              </p:nvSpPr>
              <p:spPr>
                <a:xfrm>
                  <a:off x="7154402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4" name="pg328">
                  <a:extLst>
                    <a:ext uri="{FF2B5EF4-FFF2-40B4-BE49-F238E27FC236}">
                      <a16:creationId xmlns:a16="http://schemas.microsoft.com/office/drawing/2014/main" id="{E928A62C-D10C-7B2E-85B3-DBD738DE6C57}"/>
                    </a:ext>
                  </a:extLst>
                </p:cNvPr>
                <p:cNvSpPr/>
                <p:nvPr/>
              </p:nvSpPr>
              <p:spPr>
                <a:xfrm>
                  <a:off x="7185465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5" name="pg329">
                  <a:extLst>
                    <a:ext uri="{FF2B5EF4-FFF2-40B4-BE49-F238E27FC236}">
                      <a16:creationId xmlns:a16="http://schemas.microsoft.com/office/drawing/2014/main" id="{EB26C274-B23C-C7DD-4C58-9BEF9DC5D98F}"/>
                    </a:ext>
                  </a:extLst>
                </p:cNvPr>
                <p:cNvSpPr/>
                <p:nvPr/>
              </p:nvSpPr>
              <p:spPr>
                <a:xfrm>
                  <a:off x="7216527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6" name="pg330">
                  <a:extLst>
                    <a:ext uri="{FF2B5EF4-FFF2-40B4-BE49-F238E27FC236}">
                      <a16:creationId xmlns:a16="http://schemas.microsoft.com/office/drawing/2014/main" id="{5127E1C9-68DD-D291-73A3-40AA4D86E15C}"/>
                    </a:ext>
                  </a:extLst>
                </p:cNvPr>
                <p:cNvSpPr/>
                <p:nvPr/>
              </p:nvSpPr>
              <p:spPr>
                <a:xfrm>
                  <a:off x="7247590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7" name="pg331">
                  <a:extLst>
                    <a:ext uri="{FF2B5EF4-FFF2-40B4-BE49-F238E27FC236}">
                      <a16:creationId xmlns:a16="http://schemas.microsoft.com/office/drawing/2014/main" id="{D3072B1E-59A9-3616-1378-4BF1E11BAC34}"/>
                    </a:ext>
                  </a:extLst>
                </p:cNvPr>
                <p:cNvSpPr/>
                <p:nvPr/>
              </p:nvSpPr>
              <p:spPr>
                <a:xfrm>
                  <a:off x="7278653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8" name="pg332">
                  <a:extLst>
                    <a:ext uri="{FF2B5EF4-FFF2-40B4-BE49-F238E27FC236}">
                      <a16:creationId xmlns:a16="http://schemas.microsoft.com/office/drawing/2014/main" id="{E1631B46-4641-F7EB-947F-2A1D20EC73EE}"/>
                    </a:ext>
                  </a:extLst>
                </p:cNvPr>
                <p:cNvSpPr/>
                <p:nvPr/>
              </p:nvSpPr>
              <p:spPr>
                <a:xfrm>
                  <a:off x="7309716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59" name="pg333">
                  <a:extLst>
                    <a:ext uri="{FF2B5EF4-FFF2-40B4-BE49-F238E27FC236}">
                      <a16:creationId xmlns:a16="http://schemas.microsoft.com/office/drawing/2014/main" id="{6D1094E8-591F-389E-6002-408FD53CD768}"/>
                    </a:ext>
                  </a:extLst>
                </p:cNvPr>
                <p:cNvSpPr/>
                <p:nvPr/>
              </p:nvSpPr>
              <p:spPr>
                <a:xfrm>
                  <a:off x="7340779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0" name="pg334">
                  <a:extLst>
                    <a:ext uri="{FF2B5EF4-FFF2-40B4-BE49-F238E27FC236}">
                      <a16:creationId xmlns:a16="http://schemas.microsoft.com/office/drawing/2014/main" id="{0C3C9CFC-3C3E-82F7-3B66-4DFBAEE6E19E}"/>
                    </a:ext>
                  </a:extLst>
                </p:cNvPr>
                <p:cNvSpPr/>
                <p:nvPr/>
              </p:nvSpPr>
              <p:spPr>
                <a:xfrm>
                  <a:off x="7371842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1" name="pg335">
                  <a:extLst>
                    <a:ext uri="{FF2B5EF4-FFF2-40B4-BE49-F238E27FC236}">
                      <a16:creationId xmlns:a16="http://schemas.microsoft.com/office/drawing/2014/main" id="{4519EB18-51E4-BB19-EAB4-6E8FB5DB73A2}"/>
                    </a:ext>
                  </a:extLst>
                </p:cNvPr>
                <p:cNvSpPr/>
                <p:nvPr/>
              </p:nvSpPr>
              <p:spPr>
                <a:xfrm>
                  <a:off x="7402905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2" name="pg336">
                  <a:extLst>
                    <a:ext uri="{FF2B5EF4-FFF2-40B4-BE49-F238E27FC236}">
                      <a16:creationId xmlns:a16="http://schemas.microsoft.com/office/drawing/2014/main" id="{49584A7F-5E12-3631-4E0B-72F46BCCE992}"/>
                    </a:ext>
                  </a:extLst>
                </p:cNvPr>
                <p:cNvSpPr/>
                <p:nvPr/>
              </p:nvSpPr>
              <p:spPr>
                <a:xfrm>
                  <a:off x="7433968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3" name="pg337">
                  <a:extLst>
                    <a:ext uri="{FF2B5EF4-FFF2-40B4-BE49-F238E27FC236}">
                      <a16:creationId xmlns:a16="http://schemas.microsoft.com/office/drawing/2014/main" id="{C85A874D-3644-183F-03AE-6B69649DA235}"/>
                    </a:ext>
                  </a:extLst>
                </p:cNvPr>
                <p:cNvSpPr/>
                <p:nvPr/>
              </p:nvSpPr>
              <p:spPr>
                <a:xfrm>
                  <a:off x="7465031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4" name="pg338">
                  <a:extLst>
                    <a:ext uri="{FF2B5EF4-FFF2-40B4-BE49-F238E27FC236}">
                      <a16:creationId xmlns:a16="http://schemas.microsoft.com/office/drawing/2014/main" id="{336FB943-7852-9DEC-3C3E-6B5A212A3D7E}"/>
                    </a:ext>
                  </a:extLst>
                </p:cNvPr>
                <p:cNvSpPr/>
                <p:nvPr/>
              </p:nvSpPr>
              <p:spPr>
                <a:xfrm>
                  <a:off x="7496094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5" name="pg339">
                  <a:extLst>
                    <a:ext uri="{FF2B5EF4-FFF2-40B4-BE49-F238E27FC236}">
                      <a16:creationId xmlns:a16="http://schemas.microsoft.com/office/drawing/2014/main" id="{4748918B-1B9A-AB06-86D0-12B63210429E}"/>
                    </a:ext>
                  </a:extLst>
                </p:cNvPr>
                <p:cNvSpPr/>
                <p:nvPr/>
              </p:nvSpPr>
              <p:spPr>
                <a:xfrm>
                  <a:off x="7527156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6" name="pg340">
                  <a:extLst>
                    <a:ext uri="{FF2B5EF4-FFF2-40B4-BE49-F238E27FC236}">
                      <a16:creationId xmlns:a16="http://schemas.microsoft.com/office/drawing/2014/main" id="{801EC41A-37D3-B525-13BF-8BE46B293B99}"/>
                    </a:ext>
                  </a:extLst>
                </p:cNvPr>
                <p:cNvSpPr/>
                <p:nvPr/>
              </p:nvSpPr>
              <p:spPr>
                <a:xfrm>
                  <a:off x="7558219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7" name="pg341">
                  <a:extLst>
                    <a:ext uri="{FF2B5EF4-FFF2-40B4-BE49-F238E27FC236}">
                      <a16:creationId xmlns:a16="http://schemas.microsoft.com/office/drawing/2014/main" id="{906E0863-67BC-9EB3-CF30-07EC959AFA0B}"/>
                    </a:ext>
                  </a:extLst>
                </p:cNvPr>
                <p:cNvSpPr/>
                <p:nvPr/>
              </p:nvSpPr>
              <p:spPr>
                <a:xfrm>
                  <a:off x="7620345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8" name="pg342">
                  <a:extLst>
                    <a:ext uri="{FF2B5EF4-FFF2-40B4-BE49-F238E27FC236}">
                      <a16:creationId xmlns:a16="http://schemas.microsoft.com/office/drawing/2014/main" id="{3B2F8A77-8932-57DF-4010-51F93E6C2AD4}"/>
                    </a:ext>
                  </a:extLst>
                </p:cNvPr>
                <p:cNvSpPr/>
                <p:nvPr/>
              </p:nvSpPr>
              <p:spPr>
                <a:xfrm>
                  <a:off x="7651408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69" name="pg343">
                  <a:extLst>
                    <a:ext uri="{FF2B5EF4-FFF2-40B4-BE49-F238E27FC236}">
                      <a16:creationId xmlns:a16="http://schemas.microsoft.com/office/drawing/2014/main" id="{8C9F1FB9-72A1-824F-876B-DDD51012D32D}"/>
                    </a:ext>
                  </a:extLst>
                </p:cNvPr>
                <p:cNvSpPr/>
                <p:nvPr/>
              </p:nvSpPr>
              <p:spPr>
                <a:xfrm>
                  <a:off x="7682471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0" name="pg344">
                  <a:extLst>
                    <a:ext uri="{FF2B5EF4-FFF2-40B4-BE49-F238E27FC236}">
                      <a16:creationId xmlns:a16="http://schemas.microsoft.com/office/drawing/2014/main" id="{6FF8C878-DCA1-EA35-64D2-66BD3066263D}"/>
                    </a:ext>
                  </a:extLst>
                </p:cNvPr>
                <p:cNvSpPr/>
                <p:nvPr/>
              </p:nvSpPr>
              <p:spPr>
                <a:xfrm>
                  <a:off x="7713534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1" name="pg345">
                  <a:extLst>
                    <a:ext uri="{FF2B5EF4-FFF2-40B4-BE49-F238E27FC236}">
                      <a16:creationId xmlns:a16="http://schemas.microsoft.com/office/drawing/2014/main" id="{F0CCA3C5-EC5A-F0F4-3D68-F7E4C06D0EB8}"/>
                    </a:ext>
                  </a:extLst>
                </p:cNvPr>
                <p:cNvSpPr/>
                <p:nvPr/>
              </p:nvSpPr>
              <p:spPr>
                <a:xfrm>
                  <a:off x="7744597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2" name="pg346">
                  <a:extLst>
                    <a:ext uri="{FF2B5EF4-FFF2-40B4-BE49-F238E27FC236}">
                      <a16:creationId xmlns:a16="http://schemas.microsoft.com/office/drawing/2014/main" id="{AD92445B-6AF1-67D7-B272-EA56E74AF48F}"/>
                    </a:ext>
                  </a:extLst>
                </p:cNvPr>
                <p:cNvSpPr/>
                <p:nvPr/>
              </p:nvSpPr>
              <p:spPr>
                <a:xfrm>
                  <a:off x="7775660" y="10288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3" name="pg347">
                  <a:extLst>
                    <a:ext uri="{FF2B5EF4-FFF2-40B4-BE49-F238E27FC236}">
                      <a16:creationId xmlns:a16="http://schemas.microsoft.com/office/drawing/2014/main" id="{C9BC68ED-E539-BFED-AF8F-05D0B6073C12}"/>
                    </a:ext>
                  </a:extLst>
                </p:cNvPr>
                <p:cNvSpPr/>
                <p:nvPr/>
              </p:nvSpPr>
              <p:spPr>
                <a:xfrm>
                  <a:off x="7061213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4" name="pg348">
                  <a:extLst>
                    <a:ext uri="{FF2B5EF4-FFF2-40B4-BE49-F238E27FC236}">
                      <a16:creationId xmlns:a16="http://schemas.microsoft.com/office/drawing/2014/main" id="{C4937D87-E30E-1CD4-1848-4B6780EEE287}"/>
                    </a:ext>
                  </a:extLst>
                </p:cNvPr>
                <p:cNvSpPr/>
                <p:nvPr/>
              </p:nvSpPr>
              <p:spPr>
                <a:xfrm>
                  <a:off x="7092276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5" name="pg349">
                  <a:extLst>
                    <a:ext uri="{FF2B5EF4-FFF2-40B4-BE49-F238E27FC236}">
                      <a16:creationId xmlns:a16="http://schemas.microsoft.com/office/drawing/2014/main" id="{D6C8B707-4B5D-942D-3D84-A24D519F35F3}"/>
                    </a:ext>
                  </a:extLst>
                </p:cNvPr>
                <p:cNvSpPr/>
                <p:nvPr/>
              </p:nvSpPr>
              <p:spPr>
                <a:xfrm>
                  <a:off x="7123338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6" name="pg350">
                  <a:extLst>
                    <a:ext uri="{FF2B5EF4-FFF2-40B4-BE49-F238E27FC236}">
                      <a16:creationId xmlns:a16="http://schemas.microsoft.com/office/drawing/2014/main" id="{4B9DAEBC-4156-28B9-8778-E5242D5BF595}"/>
                    </a:ext>
                  </a:extLst>
                </p:cNvPr>
                <p:cNvSpPr/>
                <p:nvPr/>
              </p:nvSpPr>
              <p:spPr>
                <a:xfrm>
                  <a:off x="7154402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7" name="pg351">
                  <a:extLst>
                    <a:ext uri="{FF2B5EF4-FFF2-40B4-BE49-F238E27FC236}">
                      <a16:creationId xmlns:a16="http://schemas.microsoft.com/office/drawing/2014/main" id="{FCA57809-9954-5C79-13AA-06DE34519E0A}"/>
                    </a:ext>
                  </a:extLst>
                </p:cNvPr>
                <p:cNvSpPr/>
                <p:nvPr/>
              </p:nvSpPr>
              <p:spPr>
                <a:xfrm>
                  <a:off x="7185465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8" name="pg352">
                  <a:extLst>
                    <a:ext uri="{FF2B5EF4-FFF2-40B4-BE49-F238E27FC236}">
                      <a16:creationId xmlns:a16="http://schemas.microsoft.com/office/drawing/2014/main" id="{EFEC2ECE-0804-C7B0-64B9-BFF9906D2D8A}"/>
                    </a:ext>
                  </a:extLst>
                </p:cNvPr>
                <p:cNvSpPr/>
                <p:nvPr/>
              </p:nvSpPr>
              <p:spPr>
                <a:xfrm>
                  <a:off x="7216527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79" name="pg353">
                  <a:extLst>
                    <a:ext uri="{FF2B5EF4-FFF2-40B4-BE49-F238E27FC236}">
                      <a16:creationId xmlns:a16="http://schemas.microsoft.com/office/drawing/2014/main" id="{49F37C24-AB61-5239-B4B5-3D293D2EE892}"/>
                    </a:ext>
                  </a:extLst>
                </p:cNvPr>
                <p:cNvSpPr/>
                <p:nvPr/>
              </p:nvSpPr>
              <p:spPr>
                <a:xfrm>
                  <a:off x="7247590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0" name="pg354">
                  <a:extLst>
                    <a:ext uri="{FF2B5EF4-FFF2-40B4-BE49-F238E27FC236}">
                      <a16:creationId xmlns:a16="http://schemas.microsoft.com/office/drawing/2014/main" id="{C2CFD8C4-73DA-9F98-A94B-7867EB88FDE3}"/>
                    </a:ext>
                  </a:extLst>
                </p:cNvPr>
                <p:cNvSpPr/>
                <p:nvPr/>
              </p:nvSpPr>
              <p:spPr>
                <a:xfrm>
                  <a:off x="7278653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1" name="pg355">
                  <a:extLst>
                    <a:ext uri="{FF2B5EF4-FFF2-40B4-BE49-F238E27FC236}">
                      <a16:creationId xmlns:a16="http://schemas.microsoft.com/office/drawing/2014/main" id="{6E65487F-858C-6F6F-1341-56CEB8C72223}"/>
                    </a:ext>
                  </a:extLst>
                </p:cNvPr>
                <p:cNvSpPr/>
                <p:nvPr/>
              </p:nvSpPr>
              <p:spPr>
                <a:xfrm>
                  <a:off x="7309716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2" name="pg356">
                  <a:extLst>
                    <a:ext uri="{FF2B5EF4-FFF2-40B4-BE49-F238E27FC236}">
                      <a16:creationId xmlns:a16="http://schemas.microsoft.com/office/drawing/2014/main" id="{46A03FCB-9536-947A-3F4B-1B6EC16192FB}"/>
                    </a:ext>
                  </a:extLst>
                </p:cNvPr>
                <p:cNvSpPr/>
                <p:nvPr/>
              </p:nvSpPr>
              <p:spPr>
                <a:xfrm>
                  <a:off x="7340779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3" name="pg357">
                  <a:extLst>
                    <a:ext uri="{FF2B5EF4-FFF2-40B4-BE49-F238E27FC236}">
                      <a16:creationId xmlns:a16="http://schemas.microsoft.com/office/drawing/2014/main" id="{F92C658D-584B-1B1F-B8CA-3F00F9D98C2D}"/>
                    </a:ext>
                  </a:extLst>
                </p:cNvPr>
                <p:cNvSpPr/>
                <p:nvPr/>
              </p:nvSpPr>
              <p:spPr>
                <a:xfrm>
                  <a:off x="7371842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4" name="pg358">
                  <a:extLst>
                    <a:ext uri="{FF2B5EF4-FFF2-40B4-BE49-F238E27FC236}">
                      <a16:creationId xmlns:a16="http://schemas.microsoft.com/office/drawing/2014/main" id="{F7F6C209-3FD5-FF59-83AC-6753BCEBAD04}"/>
                    </a:ext>
                  </a:extLst>
                </p:cNvPr>
                <p:cNvSpPr/>
                <p:nvPr/>
              </p:nvSpPr>
              <p:spPr>
                <a:xfrm>
                  <a:off x="7402905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5" name="pg359">
                  <a:extLst>
                    <a:ext uri="{FF2B5EF4-FFF2-40B4-BE49-F238E27FC236}">
                      <a16:creationId xmlns:a16="http://schemas.microsoft.com/office/drawing/2014/main" id="{04026EA1-2C8B-5A34-B0FA-BB0D488E9E9F}"/>
                    </a:ext>
                  </a:extLst>
                </p:cNvPr>
                <p:cNvSpPr/>
                <p:nvPr/>
              </p:nvSpPr>
              <p:spPr>
                <a:xfrm>
                  <a:off x="7433968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6" name="pg360">
                  <a:extLst>
                    <a:ext uri="{FF2B5EF4-FFF2-40B4-BE49-F238E27FC236}">
                      <a16:creationId xmlns:a16="http://schemas.microsoft.com/office/drawing/2014/main" id="{57F5F4B9-15A4-8AC4-C5DC-57A2122CCB32}"/>
                    </a:ext>
                  </a:extLst>
                </p:cNvPr>
                <p:cNvSpPr/>
                <p:nvPr/>
              </p:nvSpPr>
              <p:spPr>
                <a:xfrm>
                  <a:off x="7465031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7" name="pg361">
                  <a:extLst>
                    <a:ext uri="{FF2B5EF4-FFF2-40B4-BE49-F238E27FC236}">
                      <a16:creationId xmlns:a16="http://schemas.microsoft.com/office/drawing/2014/main" id="{86638D57-C339-F626-C90D-8F79F0C7594E}"/>
                    </a:ext>
                  </a:extLst>
                </p:cNvPr>
                <p:cNvSpPr/>
                <p:nvPr/>
              </p:nvSpPr>
              <p:spPr>
                <a:xfrm>
                  <a:off x="7496094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8" name="pg362">
                  <a:extLst>
                    <a:ext uri="{FF2B5EF4-FFF2-40B4-BE49-F238E27FC236}">
                      <a16:creationId xmlns:a16="http://schemas.microsoft.com/office/drawing/2014/main" id="{15BCE13C-64AA-0181-6ED9-A3E8DD705939}"/>
                    </a:ext>
                  </a:extLst>
                </p:cNvPr>
                <p:cNvSpPr/>
                <p:nvPr/>
              </p:nvSpPr>
              <p:spPr>
                <a:xfrm>
                  <a:off x="7527156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89" name="pg363">
                  <a:extLst>
                    <a:ext uri="{FF2B5EF4-FFF2-40B4-BE49-F238E27FC236}">
                      <a16:creationId xmlns:a16="http://schemas.microsoft.com/office/drawing/2014/main" id="{C9286419-CCFB-212C-E918-2ACCC75AA1F7}"/>
                    </a:ext>
                  </a:extLst>
                </p:cNvPr>
                <p:cNvSpPr/>
                <p:nvPr/>
              </p:nvSpPr>
              <p:spPr>
                <a:xfrm>
                  <a:off x="7558219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0" name="pg364">
                  <a:extLst>
                    <a:ext uri="{FF2B5EF4-FFF2-40B4-BE49-F238E27FC236}">
                      <a16:creationId xmlns:a16="http://schemas.microsoft.com/office/drawing/2014/main" id="{25B451C5-68AB-AB86-5A77-7E09965B4AD5}"/>
                    </a:ext>
                  </a:extLst>
                </p:cNvPr>
                <p:cNvSpPr/>
                <p:nvPr/>
              </p:nvSpPr>
              <p:spPr>
                <a:xfrm>
                  <a:off x="7589283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1" name="pg365">
                  <a:extLst>
                    <a:ext uri="{FF2B5EF4-FFF2-40B4-BE49-F238E27FC236}">
                      <a16:creationId xmlns:a16="http://schemas.microsoft.com/office/drawing/2014/main" id="{4A924683-E261-FEB0-C653-AFBC09F99A3B}"/>
                    </a:ext>
                  </a:extLst>
                </p:cNvPr>
                <p:cNvSpPr/>
                <p:nvPr/>
              </p:nvSpPr>
              <p:spPr>
                <a:xfrm>
                  <a:off x="7620345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2" name="pg366">
                  <a:extLst>
                    <a:ext uri="{FF2B5EF4-FFF2-40B4-BE49-F238E27FC236}">
                      <a16:creationId xmlns:a16="http://schemas.microsoft.com/office/drawing/2014/main" id="{CF80E359-D532-1C97-32B3-33C610A3A203}"/>
                    </a:ext>
                  </a:extLst>
                </p:cNvPr>
                <p:cNvSpPr/>
                <p:nvPr/>
              </p:nvSpPr>
              <p:spPr>
                <a:xfrm>
                  <a:off x="7651408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3" name="pg367">
                  <a:extLst>
                    <a:ext uri="{FF2B5EF4-FFF2-40B4-BE49-F238E27FC236}">
                      <a16:creationId xmlns:a16="http://schemas.microsoft.com/office/drawing/2014/main" id="{4E69044E-B128-E979-5DB1-733D19B667F0}"/>
                    </a:ext>
                  </a:extLst>
                </p:cNvPr>
                <p:cNvSpPr/>
                <p:nvPr/>
              </p:nvSpPr>
              <p:spPr>
                <a:xfrm>
                  <a:off x="7682471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4" name="pg368">
                  <a:extLst>
                    <a:ext uri="{FF2B5EF4-FFF2-40B4-BE49-F238E27FC236}">
                      <a16:creationId xmlns:a16="http://schemas.microsoft.com/office/drawing/2014/main" id="{AD32FEDD-D292-8E25-F3C6-60A35D1BEC26}"/>
                    </a:ext>
                  </a:extLst>
                </p:cNvPr>
                <p:cNvSpPr/>
                <p:nvPr/>
              </p:nvSpPr>
              <p:spPr>
                <a:xfrm>
                  <a:off x="7713534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5" name="pg369">
                  <a:extLst>
                    <a:ext uri="{FF2B5EF4-FFF2-40B4-BE49-F238E27FC236}">
                      <a16:creationId xmlns:a16="http://schemas.microsoft.com/office/drawing/2014/main" id="{2CCF61E3-D16D-35CF-0DFC-91FE35D5D152}"/>
                    </a:ext>
                  </a:extLst>
                </p:cNvPr>
                <p:cNvSpPr/>
                <p:nvPr/>
              </p:nvSpPr>
              <p:spPr>
                <a:xfrm>
                  <a:off x="7744597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6" name="pg370">
                  <a:extLst>
                    <a:ext uri="{FF2B5EF4-FFF2-40B4-BE49-F238E27FC236}">
                      <a16:creationId xmlns:a16="http://schemas.microsoft.com/office/drawing/2014/main" id="{51884F4B-DF95-8480-6ED8-417BC6FB11AC}"/>
                    </a:ext>
                  </a:extLst>
                </p:cNvPr>
                <p:cNvSpPr/>
                <p:nvPr/>
              </p:nvSpPr>
              <p:spPr>
                <a:xfrm>
                  <a:off x="7775660" y="10682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7" name="pg371">
                  <a:extLst>
                    <a:ext uri="{FF2B5EF4-FFF2-40B4-BE49-F238E27FC236}">
                      <a16:creationId xmlns:a16="http://schemas.microsoft.com/office/drawing/2014/main" id="{384D2257-C579-D93C-E070-8DD8DF8C4CDD}"/>
                    </a:ext>
                  </a:extLst>
                </p:cNvPr>
                <p:cNvSpPr/>
                <p:nvPr/>
              </p:nvSpPr>
              <p:spPr>
                <a:xfrm>
                  <a:off x="7092276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8" name="pg372">
                  <a:extLst>
                    <a:ext uri="{FF2B5EF4-FFF2-40B4-BE49-F238E27FC236}">
                      <a16:creationId xmlns:a16="http://schemas.microsoft.com/office/drawing/2014/main" id="{23E9F34E-20DC-4D1F-5635-A0E493DC1D21}"/>
                    </a:ext>
                  </a:extLst>
                </p:cNvPr>
                <p:cNvSpPr/>
                <p:nvPr/>
              </p:nvSpPr>
              <p:spPr>
                <a:xfrm>
                  <a:off x="7123338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799" name="pg373">
                  <a:extLst>
                    <a:ext uri="{FF2B5EF4-FFF2-40B4-BE49-F238E27FC236}">
                      <a16:creationId xmlns:a16="http://schemas.microsoft.com/office/drawing/2014/main" id="{11433482-25C8-A077-487B-1928D76F37F1}"/>
                    </a:ext>
                  </a:extLst>
                </p:cNvPr>
                <p:cNvSpPr/>
                <p:nvPr/>
              </p:nvSpPr>
              <p:spPr>
                <a:xfrm>
                  <a:off x="7154402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0" name="pg374">
                  <a:extLst>
                    <a:ext uri="{FF2B5EF4-FFF2-40B4-BE49-F238E27FC236}">
                      <a16:creationId xmlns:a16="http://schemas.microsoft.com/office/drawing/2014/main" id="{CEC23C21-AE0B-F410-F335-96E6CCC96863}"/>
                    </a:ext>
                  </a:extLst>
                </p:cNvPr>
                <p:cNvSpPr/>
                <p:nvPr/>
              </p:nvSpPr>
              <p:spPr>
                <a:xfrm>
                  <a:off x="7185465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1" name="pg375">
                  <a:extLst>
                    <a:ext uri="{FF2B5EF4-FFF2-40B4-BE49-F238E27FC236}">
                      <a16:creationId xmlns:a16="http://schemas.microsoft.com/office/drawing/2014/main" id="{0BCEFD88-B098-D7DE-4F84-6240EC8A5768}"/>
                    </a:ext>
                  </a:extLst>
                </p:cNvPr>
                <p:cNvSpPr/>
                <p:nvPr/>
              </p:nvSpPr>
              <p:spPr>
                <a:xfrm>
                  <a:off x="7216527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2" name="pg376">
                  <a:extLst>
                    <a:ext uri="{FF2B5EF4-FFF2-40B4-BE49-F238E27FC236}">
                      <a16:creationId xmlns:a16="http://schemas.microsoft.com/office/drawing/2014/main" id="{0CE5B331-F5E8-044B-E555-5F79C1992773}"/>
                    </a:ext>
                  </a:extLst>
                </p:cNvPr>
                <p:cNvSpPr/>
                <p:nvPr/>
              </p:nvSpPr>
              <p:spPr>
                <a:xfrm>
                  <a:off x="7247590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3" name="pg377">
                  <a:extLst>
                    <a:ext uri="{FF2B5EF4-FFF2-40B4-BE49-F238E27FC236}">
                      <a16:creationId xmlns:a16="http://schemas.microsoft.com/office/drawing/2014/main" id="{FD1BAED9-F01A-8EFD-7F35-E741B30A932E}"/>
                    </a:ext>
                  </a:extLst>
                </p:cNvPr>
                <p:cNvSpPr/>
                <p:nvPr/>
              </p:nvSpPr>
              <p:spPr>
                <a:xfrm>
                  <a:off x="7278653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4" name="pg378">
                  <a:extLst>
                    <a:ext uri="{FF2B5EF4-FFF2-40B4-BE49-F238E27FC236}">
                      <a16:creationId xmlns:a16="http://schemas.microsoft.com/office/drawing/2014/main" id="{B186ECEB-66DF-3E96-8DEA-E4A4179FE895}"/>
                    </a:ext>
                  </a:extLst>
                </p:cNvPr>
                <p:cNvSpPr/>
                <p:nvPr/>
              </p:nvSpPr>
              <p:spPr>
                <a:xfrm>
                  <a:off x="7309716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5" name="pg379">
                  <a:extLst>
                    <a:ext uri="{FF2B5EF4-FFF2-40B4-BE49-F238E27FC236}">
                      <a16:creationId xmlns:a16="http://schemas.microsoft.com/office/drawing/2014/main" id="{DBA4485D-A323-8E56-4A0C-FC0860B00452}"/>
                    </a:ext>
                  </a:extLst>
                </p:cNvPr>
                <p:cNvSpPr/>
                <p:nvPr/>
              </p:nvSpPr>
              <p:spPr>
                <a:xfrm>
                  <a:off x="7340779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6" name="pg380">
                  <a:extLst>
                    <a:ext uri="{FF2B5EF4-FFF2-40B4-BE49-F238E27FC236}">
                      <a16:creationId xmlns:a16="http://schemas.microsoft.com/office/drawing/2014/main" id="{268885AD-10EF-038B-32A9-930D9278A426}"/>
                    </a:ext>
                  </a:extLst>
                </p:cNvPr>
                <p:cNvSpPr/>
                <p:nvPr/>
              </p:nvSpPr>
              <p:spPr>
                <a:xfrm>
                  <a:off x="7371842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7" name="pg381">
                  <a:extLst>
                    <a:ext uri="{FF2B5EF4-FFF2-40B4-BE49-F238E27FC236}">
                      <a16:creationId xmlns:a16="http://schemas.microsoft.com/office/drawing/2014/main" id="{693390E2-F75D-2797-ED8A-7A91CF3F868F}"/>
                    </a:ext>
                  </a:extLst>
                </p:cNvPr>
                <p:cNvSpPr/>
                <p:nvPr/>
              </p:nvSpPr>
              <p:spPr>
                <a:xfrm>
                  <a:off x="7402905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8" name="pg382">
                  <a:extLst>
                    <a:ext uri="{FF2B5EF4-FFF2-40B4-BE49-F238E27FC236}">
                      <a16:creationId xmlns:a16="http://schemas.microsoft.com/office/drawing/2014/main" id="{D6D5391D-C462-A37D-120E-E4CFE75E133F}"/>
                    </a:ext>
                  </a:extLst>
                </p:cNvPr>
                <p:cNvSpPr/>
                <p:nvPr/>
              </p:nvSpPr>
              <p:spPr>
                <a:xfrm>
                  <a:off x="7433968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09" name="pg383">
                  <a:extLst>
                    <a:ext uri="{FF2B5EF4-FFF2-40B4-BE49-F238E27FC236}">
                      <a16:creationId xmlns:a16="http://schemas.microsoft.com/office/drawing/2014/main" id="{1C48A771-3301-1114-948D-D1D56CB60067}"/>
                    </a:ext>
                  </a:extLst>
                </p:cNvPr>
                <p:cNvSpPr/>
                <p:nvPr/>
              </p:nvSpPr>
              <p:spPr>
                <a:xfrm>
                  <a:off x="7465031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0" name="pg384">
                  <a:extLst>
                    <a:ext uri="{FF2B5EF4-FFF2-40B4-BE49-F238E27FC236}">
                      <a16:creationId xmlns:a16="http://schemas.microsoft.com/office/drawing/2014/main" id="{8449877A-CC39-11AB-1863-21F8F0A3DDC0}"/>
                    </a:ext>
                  </a:extLst>
                </p:cNvPr>
                <p:cNvSpPr/>
                <p:nvPr/>
              </p:nvSpPr>
              <p:spPr>
                <a:xfrm>
                  <a:off x="7496094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1" name="pg385">
                  <a:extLst>
                    <a:ext uri="{FF2B5EF4-FFF2-40B4-BE49-F238E27FC236}">
                      <a16:creationId xmlns:a16="http://schemas.microsoft.com/office/drawing/2014/main" id="{CD8614D5-05C9-55EC-5EE1-E8470108D6E5}"/>
                    </a:ext>
                  </a:extLst>
                </p:cNvPr>
                <p:cNvSpPr/>
                <p:nvPr/>
              </p:nvSpPr>
              <p:spPr>
                <a:xfrm>
                  <a:off x="7527156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2" name="pg386">
                  <a:extLst>
                    <a:ext uri="{FF2B5EF4-FFF2-40B4-BE49-F238E27FC236}">
                      <a16:creationId xmlns:a16="http://schemas.microsoft.com/office/drawing/2014/main" id="{D3F74A2D-CA32-8EA2-1F12-463E827150A0}"/>
                    </a:ext>
                  </a:extLst>
                </p:cNvPr>
                <p:cNvSpPr/>
                <p:nvPr/>
              </p:nvSpPr>
              <p:spPr>
                <a:xfrm>
                  <a:off x="7558219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3" name="pg387">
                  <a:extLst>
                    <a:ext uri="{FF2B5EF4-FFF2-40B4-BE49-F238E27FC236}">
                      <a16:creationId xmlns:a16="http://schemas.microsoft.com/office/drawing/2014/main" id="{8A76C632-D154-6268-78F4-D33491A765A8}"/>
                    </a:ext>
                  </a:extLst>
                </p:cNvPr>
                <p:cNvSpPr/>
                <p:nvPr/>
              </p:nvSpPr>
              <p:spPr>
                <a:xfrm>
                  <a:off x="7589283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4" name="pg388">
                  <a:extLst>
                    <a:ext uri="{FF2B5EF4-FFF2-40B4-BE49-F238E27FC236}">
                      <a16:creationId xmlns:a16="http://schemas.microsoft.com/office/drawing/2014/main" id="{A53522CC-86C4-481C-05C1-C1C4F18B18BB}"/>
                    </a:ext>
                  </a:extLst>
                </p:cNvPr>
                <p:cNvSpPr/>
                <p:nvPr/>
              </p:nvSpPr>
              <p:spPr>
                <a:xfrm>
                  <a:off x="7620345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5" name="pg389">
                  <a:extLst>
                    <a:ext uri="{FF2B5EF4-FFF2-40B4-BE49-F238E27FC236}">
                      <a16:creationId xmlns:a16="http://schemas.microsoft.com/office/drawing/2014/main" id="{44E1B57E-5543-8423-EEAF-311F75DDF9A7}"/>
                    </a:ext>
                  </a:extLst>
                </p:cNvPr>
                <p:cNvSpPr/>
                <p:nvPr/>
              </p:nvSpPr>
              <p:spPr>
                <a:xfrm>
                  <a:off x="7651408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6" name="pg390">
                  <a:extLst>
                    <a:ext uri="{FF2B5EF4-FFF2-40B4-BE49-F238E27FC236}">
                      <a16:creationId xmlns:a16="http://schemas.microsoft.com/office/drawing/2014/main" id="{D847F27E-64ED-4668-4D83-7B38959D5BA4}"/>
                    </a:ext>
                  </a:extLst>
                </p:cNvPr>
                <p:cNvSpPr/>
                <p:nvPr/>
              </p:nvSpPr>
              <p:spPr>
                <a:xfrm>
                  <a:off x="7682471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7" name="pg391">
                  <a:extLst>
                    <a:ext uri="{FF2B5EF4-FFF2-40B4-BE49-F238E27FC236}">
                      <a16:creationId xmlns:a16="http://schemas.microsoft.com/office/drawing/2014/main" id="{74DA2193-B43C-F457-ECB3-38C245103157}"/>
                    </a:ext>
                  </a:extLst>
                </p:cNvPr>
                <p:cNvSpPr/>
                <p:nvPr/>
              </p:nvSpPr>
              <p:spPr>
                <a:xfrm>
                  <a:off x="7713534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8" name="pg392">
                  <a:extLst>
                    <a:ext uri="{FF2B5EF4-FFF2-40B4-BE49-F238E27FC236}">
                      <a16:creationId xmlns:a16="http://schemas.microsoft.com/office/drawing/2014/main" id="{1AE3778B-D75D-E4D7-8637-D07392BE401B}"/>
                    </a:ext>
                  </a:extLst>
                </p:cNvPr>
                <p:cNvSpPr/>
                <p:nvPr/>
              </p:nvSpPr>
              <p:spPr>
                <a:xfrm>
                  <a:off x="7744597" y="11076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19" name="pg393">
                  <a:extLst>
                    <a:ext uri="{FF2B5EF4-FFF2-40B4-BE49-F238E27FC236}">
                      <a16:creationId xmlns:a16="http://schemas.microsoft.com/office/drawing/2014/main" id="{0F2D88B6-BAF0-CE35-53D3-B85BAA2E99F0}"/>
                    </a:ext>
                  </a:extLst>
                </p:cNvPr>
                <p:cNvSpPr/>
                <p:nvPr/>
              </p:nvSpPr>
              <p:spPr>
                <a:xfrm>
                  <a:off x="7092276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0" name="pg394">
                  <a:extLst>
                    <a:ext uri="{FF2B5EF4-FFF2-40B4-BE49-F238E27FC236}">
                      <a16:creationId xmlns:a16="http://schemas.microsoft.com/office/drawing/2014/main" id="{8CF36152-E8C8-EF20-20FB-E827670FAC42}"/>
                    </a:ext>
                  </a:extLst>
                </p:cNvPr>
                <p:cNvSpPr/>
                <p:nvPr/>
              </p:nvSpPr>
              <p:spPr>
                <a:xfrm>
                  <a:off x="7123338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1" name="pg395">
                  <a:extLst>
                    <a:ext uri="{FF2B5EF4-FFF2-40B4-BE49-F238E27FC236}">
                      <a16:creationId xmlns:a16="http://schemas.microsoft.com/office/drawing/2014/main" id="{476DED52-A029-1914-1435-5973AF146C43}"/>
                    </a:ext>
                  </a:extLst>
                </p:cNvPr>
                <p:cNvSpPr/>
                <p:nvPr/>
              </p:nvSpPr>
              <p:spPr>
                <a:xfrm>
                  <a:off x="7154402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2" name="pg396">
                  <a:extLst>
                    <a:ext uri="{FF2B5EF4-FFF2-40B4-BE49-F238E27FC236}">
                      <a16:creationId xmlns:a16="http://schemas.microsoft.com/office/drawing/2014/main" id="{9C740854-CC5B-C944-474E-47A7FDDDF882}"/>
                    </a:ext>
                  </a:extLst>
                </p:cNvPr>
                <p:cNvSpPr/>
                <p:nvPr/>
              </p:nvSpPr>
              <p:spPr>
                <a:xfrm>
                  <a:off x="7185465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3" name="pg397">
                  <a:extLst>
                    <a:ext uri="{FF2B5EF4-FFF2-40B4-BE49-F238E27FC236}">
                      <a16:creationId xmlns:a16="http://schemas.microsoft.com/office/drawing/2014/main" id="{D7155EC1-3F6C-43A7-B9A0-26291151337E}"/>
                    </a:ext>
                  </a:extLst>
                </p:cNvPr>
                <p:cNvSpPr/>
                <p:nvPr/>
              </p:nvSpPr>
              <p:spPr>
                <a:xfrm>
                  <a:off x="7216527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4" name="pg398">
                  <a:extLst>
                    <a:ext uri="{FF2B5EF4-FFF2-40B4-BE49-F238E27FC236}">
                      <a16:creationId xmlns:a16="http://schemas.microsoft.com/office/drawing/2014/main" id="{705B2166-9F26-40A6-713F-F1A2D6993DCE}"/>
                    </a:ext>
                  </a:extLst>
                </p:cNvPr>
                <p:cNvSpPr/>
                <p:nvPr/>
              </p:nvSpPr>
              <p:spPr>
                <a:xfrm>
                  <a:off x="7247590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5" name="pg399">
                  <a:extLst>
                    <a:ext uri="{FF2B5EF4-FFF2-40B4-BE49-F238E27FC236}">
                      <a16:creationId xmlns:a16="http://schemas.microsoft.com/office/drawing/2014/main" id="{9EF84289-1CC4-6252-981B-02398A8680FC}"/>
                    </a:ext>
                  </a:extLst>
                </p:cNvPr>
                <p:cNvSpPr/>
                <p:nvPr/>
              </p:nvSpPr>
              <p:spPr>
                <a:xfrm>
                  <a:off x="7278653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6" name="pg400">
                  <a:extLst>
                    <a:ext uri="{FF2B5EF4-FFF2-40B4-BE49-F238E27FC236}">
                      <a16:creationId xmlns:a16="http://schemas.microsoft.com/office/drawing/2014/main" id="{E1CB2300-14D3-74C8-D96A-EBAF1F964BD7}"/>
                    </a:ext>
                  </a:extLst>
                </p:cNvPr>
                <p:cNvSpPr/>
                <p:nvPr/>
              </p:nvSpPr>
              <p:spPr>
                <a:xfrm>
                  <a:off x="7309716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7" name="pg401">
                  <a:extLst>
                    <a:ext uri="{FF2B5EF4-FFF2-40B4-BE49-F238E27FC236}">
                      <a16:creationId xmlns:a16="http://schemas.microsoft.com/office/drawing/2014/main" id="{AB33BBC4-D87A-0FB9-4531-FC2CB218FD7F}"/>
                    </a:ext>
                  </a:extLst>
                </p:cNvPr>
                <p:cNvSpPr/>
                <p:nvPr/>
              </p:nvSpPr>
              <p:spPr>
                <a:xfrm>
                  <a:off x="7340779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8" name="pg402">
                  <a:extLst>
                    <a:ext uri="{FF2B5EF4-FFF2-40B4-BE49-F238E27FC236}">
                      <a16:creationId xmlns:a16="http://schemas.microsoft.com/office/drawing/2014/main" id="{3B7BAF11-5264-75F0-EAC3-5D7B86A2465D}"/>
                    </a:ext>
                  </a:extLst>
                </p:cNvPr>
                <p:cNvSpPr/>
                <p:nvPr/>
              </p:nvSpPr>
              <p:spPr>
                <a:xfrm>
                  <a:off x="7371842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29" name="pg403">
                  <a:extLst>
                    <a:ext uri="{FF2B5EF4-FFF2-40B4-BE49-F238E27FC236}">
                      <a16:creationId xmlns:a16="http://schemas.microsoft.com/office/drawing/2014/main" id="{7CBD9F2C-1A47-7FA7-AB7E-DBD7678BD262}"/>
                    </a:ext>
                  </a:extLst>
                </p:cNvPr>
                <p:cNvSpPr/>
                <p:nvPr/>
              </p:nvSpPr>
              <p:spPr>
                <a:xfrm>
                  <a:off x="7402905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0" name="pg404">
                  <a:extLst>
                    <a:ext uri="{FF2B5EF4-FFF2-40B4-BE49-F238E27FC236}">
                      <a16:creationId xmlns:a16="http://schemas.microsoft.com/office/drawing/2014/main" id="{9B9D86E2-0BAF-5641-38D7-FB14C956C874}"/>
                    </a:ext>
                  </a:extLst>
                </p:cNvPr>
                <p:cNvSpPr/>
                <p:nvPr/>
              </p:nvSpPr>
              <p:spPr>
                <a:xfrm>
                  <a:off x="7433968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1" name="pg405">
                  <a:extLst>
                    <a:ext uri="{FF2B5EF4-FFF2-40B4-BE49-F238E27FC236}">
                      <a16:creationId xmlns:a16="http://schemas.microsoft.com/office/drawing/2014/main" id="{C361F107-9D89-B2EC-4EAC-F078A5D639C8}"/>
                    </a:ext>
                  </a:extLst>
                </p:cNvPr>
                <p:cNvSpPr/>
                <p:nvPr/>
              </p:nvSpPr>
              <p:spPr>
                <a:xfrm>
                  <a:off x="7465031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2" name="pg406">
                  <a:extLst>
                    <a:ext uri="{FF2B5EF4-FFF2-40B4-BE49-F238E27FC236}">
                      <a16:creationId xmlns:a16="http://schemas.microsoft.com/office/drawing/2014/main" id="{4611189A-89FD-A7AB-6506-728A68E67904}"/>
                    </a:ext>
                  </a:extLst>
                </p:cNvPr>
                <p:cNvSpPr/>
                <p:nvPr/>
              </p:nvSpPr>
              <p:spPr>
                <a:xfrm>
                  <a:off x="7496094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3" name="pg407">
                  <a:extLst>
                    <a:ext uri="{FF2B5EF4-FFF2-40B4-BE49-F238E27FC236}">
                      <a16:creationId xmlns:a16="http://schemas.microsoft.com/office/drawing/2014/main" id="{6874BA9A-C38E-A856-1D4C-3D3BB6804C42}"/>
                    </a:ext>
                  </a:extLst>
                </p:cNvPr>
                <p:cNvSpPr/>
                <p:nvPr/>
              </p:nvSpPr>
              <p:spPr>
                <a:xfrm>
                  <a:off x="7527156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4" name="pg408">
                  <a:extLst>
                    <a:ext uri="{FF2B5EF4-FFF2-40B4-BE49-F238E27FC236}">
                      <a16:creationId xmlns:a16="http://schemas.microsoft.com/office/drawing/2014/main" id="{133602E4-7DC2-D363-8BB0-EDFDFD4A0F7A}"/>
                    </a:ext>
                  </a:extLst>
                </p:cNvPr>
                <p:cNvSpPr/>
                <p:nvPr/>
              </p:nvSpPr>
              <p:spPr>
                <a:xfrm>
                  <a:off x="7558219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5" name="pg409">
                  <a:extLst>
                    <a:ext uri="{FF2B5EF4-FFF2-40B4-BE49-F238E27FC236}">
                      <a16:creationId xmlns:a16="http://schemas.microsoft.com/office/drawing/2014/main" id="{F80905F7-FA0B-4AFE-E0FD-F7C55EB197ED}"/>
                    </a:ext>
                  </a:extLst>
                </p:cNvPr>
                <p:cNvSpPr/>
                <p:nvPr/>
              </p:nvSpPr>
              <p:spPr>
                <a:xfrm>
                  <a:off x="7589283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6" name="pg410">
                  <a:extLst>
                    <a:ext uri="{FF2B5EF4-FFF2-40B4-BE49-F238E27FC236}">
                      <a16:creationId xmlns:a16="http://schemas.microsoft.com/office/drawing/2014/main" id="{23E2E065-BA6E-4E18-0D27-B6A9D3A4CF45}"/>
                    </a:ext>
                  </a:extLst>
                </p:cNvPr>
                <p:cNvSpPr/>
                <p:nvPr/>
              </p:nvSpPr>
              <p:spPr>
                <a:xfrm>
                  <a:off x="7620345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7" name="pg411">
                  <a:extLst>
                    <a:ext uri="{FF2B5EF4-FFF2-40B4-BE49-F238E27FC236}">
                      <a16:creationId xmlns:a16="http://schemas.microsoft.com/office/drawing/2014/main" id="{A32DB4B6-B11F-2F80-1A3B-F3D1C4165DA8}"/>
                    </a:ext>
                  </a:extLst>
                </p:cNvPr>
                <p:cNvSpPr/>
                <p:nvPr/>
              </p:nvSpPr>
              <p:spPr>
                <a:xfrm>
                  <a:off x="7651408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8" name="pg412">
                  <a:extLst>
                    <a:ext uri="{FF2B5EF4-FFF2-40B4-BE49-F238E27FC236}">
                      <a16:creationId xmlns:a16="http://schemas.microsoft.com/office/drawing/2014/main" id="{95063822-4DD5-7F79-C08F-BDD4956F0B94}"/>
                    </a:ext>
                  </a:extLst>
                </p:cNvPr>
                <p:cNvSpPr/>
                <p:nvPr/>
              </p:nvSpPr>
              <p:spPr>
                <a:xfrm>
                  <a:off x="7682471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39" name="pg413">
                  <a:extLst>
                    <a:ext uri="{FF2B5EF4-FFF2-40B4-BE49-F238E27FC236}">
                      <a16:creationId xmlns:a16="http://schemas.microsoft.com/office/drawing/2014/main" id="{332BE1ED-A9C9-B5B0-3C34-AE10A6341B93}"/>
                    </a:ext>
                  </a:extLst>
                </p:cNvPr>
                <p:cNvSpPr/>
                <p:nvPr/>
              </p:nvSpPr>
              <p:spPr>
                <a:xfrm>
                  <a:off x="7713534" y="11471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0" name="pg414">
                  <a:extLst>
                    <a:ext uri="{FF2B5EF4-FFF2-40B4-BE49-F238E27FC236}">
                      <a16:creationId xmlns:a16="http://schemas.microsoft.com/office/drawing/2014/main" id="{1DD5BC4F-72B7-1602-47F8-46EF16C437CD}"/>
                    </a:ext>
                  </a:extLst>
                </p:cNvPr>
                <p:cNvSpPr/>
                <p:nvPr/>
              </p:nvSpPr>
              <p:spPr>
                <a:xfrm>
                  <a:off x="7154402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1" name="pg415">
                  <a:extLst>
                    <a:ext uri="{FF2B5EF4-FFF2-40B4-BE49-F238E27FC236}">
                      <a16:creationId xmlns:a16="http://schemas.microsoft.com/office/drawing/2014/main" id="{DDD93BAD-0D1E-4B6C-1BB1-ED6B635E29BB}"/>
                    </a:ext>
                  </a:extLst>
                </p:cNvPr>
                <p:cNvSpPr/>
                <p:nvPr/>
              </p:nvSpPr>
              <p:spPr>
                <a:xfrm>
                  <a:off x="7185465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2" name="pg416">
                  <a:extLst>
                    <a:ext uri="{FF2B5EF4-FFF2-40B4-BE49-F238E27FC236}">
                      <a16:creationId xmlns:a16="http://schemas.microsoft.com/office/drawing/2014/main" id="{5383D200-BBE7-6B1C-C548-10FAA420166C}"/>
                    </a:ext>
                  </a:extLst>
                </p:cNvPr>
                <p:cNvSpPr/>
                <p:nvPr/>
              </p:nvSpPr>
              <p:spPr>
                <a:xfrm>
                  <a:off x="7216527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3" name="pg417">
                  <a:extLst>
                    <a:ext uri="{FF2B5EF4-FFF2-40B4-BE49-F238E27FC236}">
                      <a16:creationId xmlns:a16="http://schemas.microsoft.com/office/drawing/2014/main" id="{BC30294D-E96A-20E0-E1D3-0BE577FEB103}"/>
                    </a:ext>
                  </a:extLst>
                </p:cNvPr>
                <p:cNvSpPr/>
                <p:nvPr/>
              </p:nvSpPr>
              <p:spPr>
                <a:xfrm>
                  <a:off x="7247590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4" name="pg418">
                  <a:extLst>
                    <a:ext uri="{FF2B5EF4-FFF2-40B4-BE49-F238E27FC236}">
                      <a16:creationId xmlns:a16="http://schemas.microsoft.com/office/drawing/2014/main" id="{3911C827-35F7-D039-4D5B-54E78C82CA18}"/>
                    </a:ext>
                  </a:extLst>
                </p:cNvPr>
                <p:cNvSpPr/>
                <p:nvPr/>
              </p:nvSpPr>
              <p:spPr>
                <a:xfrm>
                  <a:off x="7278653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5" name="pg419">
                  <a:extLst>
                    <a:ext uri="{FF2B5EF4-FFF2-40B4-BE49-F238E27FC236}">
                      <a16:creationId xmlns:a16="http://schemas.microsoft.com/office/drawing/2014/main" id="{751A84A4-5474-F423-6E53-B88784BF8F23}"/>
                    </a:ext>
                  </a:extLst>
                </p:cNvPr>
                <p:cNvSpPr/>
                <p:nvPr/>
              </p:nvSpPr>
              <p:spPr>
                <a:xfrm>
                  <a:off x="7309716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6" name="pg420">
                  <a:extLst>
                    <a:ext uri="{FF2B5EF4-FFF2-40B4-BE49-F238E27FC236}">
                      <a16:creationId xmlns:a16="http://schemas.microsoft.com/office/drawing/2014/main" id="{955DC711-801F-9040-BF98-0AEACBA55A08}"/>
                    </a:ext>
                  </a:extLst>
                </p:cNvPr>
                <p:cNvSpPr/>
                <p:nvPr/>
              </p:nvSpPr>
              <p:spPr>
                <a:xfrm>
                  <a:off x="7340779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7" name="pg421">
                  <a:extLst>
                    <a:ext uri="{FF2B5EF4-FFF2-40B4-BE49-F238E27FC236}">
                      <a16:creationId xmlns:a16="http://schemas.microsoft.com/office/drawing/2014/main" id="{0C1BF5F4-3EDC-722C-BC78-C51077071B93}"/>
                    </a:ext>
                  </a:extLst>
                </p:cNvPr>
                <p:cNvSpPr/>
                <p:nvPr/>
              </p:nvSpPr>
              <p:spPr>
                <a:xfrm>
                  <a:off x="7371842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8" name="pg422">
                  <a:extLst>
                    <a:ext uri="{FF2B5EF4-FFF2-40B4-BE49-F238E27FC236}">
                      <a16:creationId xmlns:a16="http://schemas.microsoft.com/office/drawing/2014/main" id="{D7B8FF7F-8A59-1300-94E9-E65B0BCF8D24}"/>
                    </a:ext>
                  </a:extLst>
                </p:cNvPr>
                <p:cNvSpPr/>
                <p:nvPr/>
              </p:nvSpPr>
              <p:spPr>
                <a:xfrm>
                  <a:off x="7402905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49" name="pg423">
                  <a:extLst>
                    <a:ext uri="{FF2B5EF4-FFF2-40B4-BE49-F238E27FC236}">
                      <a16:creationId xmlns:a16="http://schemas.microsoft.com/office/drawing/2014/main" id="{8C820B2E-4634-0538-A129-9908CFB1DD52}"/>
                    </a:ext>
                  </a:extLst>
                </p:cNvPr>
                <p:cNvSpPr/>
                <p:nvPr/>
              </p:nvSpPr>
              <p:spPr>
                <a:xfrm>
                  <a:off x="7433968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0" name="pg424">
                  <a:extLst>
                    <a:ext uri="{FF2B5EF4-FFF2-40B4-BE49-F238E27FC236}">
                      <a16:creationId xmlns:a16="http://schemas.microsoft.com/office/drawing/2014/main" id="{E248BCD8-EA1B-4B98-5408-324AB104B678}"/>
                    </a:ext>
                  </a:extLst>
                </p:cNvPr>
                <p:cNvSpPr/>
                <p:nvPr/>
              </p:nvSpPr>
              <p:spPr>
                <a:xfrm>
                  <a:off x="7465031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1" name="pg425">
                  <a:extLst>
                    <a:ext uri="{FF2B5EF4-FFF2-40B4-BE49-F238E27FC236}">
                      <a16:creationId xmlns:a16="http://schemas.microsoft.com/office/drawing/2014/main" id="{985F5B31-0B77-9FC3-2151-7FB8C3401B61}"/>
                    </a:ext>
                  </a:extLst>
                </p:cNvPr>
                <p:cNvSpPr/>
                <p:nvPr/>
              </p:nvSpPr>
              <p:spPr>
                <a:xfrm>
                  <a:off x="7496094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2" name="pg426">
                  <a:extLst>
                    <a:ext uri="{FF2B5EF4-FFF2-40B4-BE49-F238E27FC236}">
                      <a16:creationId xmlns:a16="http://schemas.microsoft.com/office/drawing/2014/main" id="{57D9E6F3-6856-6DA3-38ED-975CDC00EED9}"/>
                    </a:ext>
                  </a:extLst>
                </p:cNvPr>
                <p:cNvSpPr/>
                <p:nvPr/>
              </p:nvSpPr>
              <p:spPr>
                <a:xfrm>
                  <a:off x="7527156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3" name="pg427">
                  <a:extLst>
                    <a:ext uri="{FF2B5EF4-FFF2-40B4-BE49-F238E27FC236}">
                      <a16:creationId xmlns:a16="http://schemas.microsoft.com/office/drawing/2014/main" id="{7F857742-7754-F270-6827-D10BF1948223}"/>
                    </a:ext>
                  </a:extLst>
                </p:cNvPr>
                <p:cNvSpPr/>
                <p:nvPr/>
              </p:nvSpPr>
              <p:spPr>
                <a:xfrm>
                  <a:off x="7558219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4" name="pg428">
                  <a:extLst>
                    <a:ext uri="{FF2B5EF4-FFF2-40B4-BE49-F238E27FC236}">
                      <a16:creationId xmlns:a16="http://schemas.microsoft.com/office/drawing/2014/main" id="{09F2301C-9751-EF83-2990-E4AAC9F52E31}"/>
                    </a:ext>
                  </a:extLst>
                </p:cNvPr>
                <p:cNvSpPr/>
                <p:nvPr/>
              </p:nvSpPr>
              <p:spPr>
                <a:xfrm>
                  <a:off x="7589283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5" name="pg429">
                  <a:extLst>
                    <a:ext uri="{FF2B5EF4-FFF2-40B4-BE49-F238E27FC236}">
                      <a16:creationId xmlns:a16="http://schemas.microsoft.com/office/drawing/2014/main" id="{EB310163-E07E-EBD8-A26E-133D5A705387}"/>
                    </a:ext>
                  </a:extLst>
                </p:cNvPr>
                <p:cNvSpPr/>
                <p:nvPr/>
              </p:nvSpPr>
              <p:spPr>
                <a:xfrm>
                  <a:off x="7620345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6" name="pg430">
                  <a:extLst>
                    <a:ext uri="{FF2B5EF4-FFF2-40B4-BE49-F238E27FC236}">
                      <a16:creationId xmlns:a16="http://schemas.microsoft.com/office/drawing/2014/main" id="{9F2AF1A1-DAD2-7A74-2CEE-CEB55D917E9A}"/>
                    </a:ext>
                  </a:extLst>
                </p:cNvPr>
                <p:cNvSpPr/>
                <p:nvPr/>
              </p:nvSpPr>
              <p:spPr>
                <a:xfrm>
                  <a:off x="7651408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7" name="pg431">
                  <a:extLst>
                    <a:ext uri="{FF2B5EF4-FFF2-40B4-BE49-F238E27FC236}">
                      <a16:creationId xmlns:a16="http://schemas.microsoft.com/office/drawing/2014/main" id="{89FCEDDC-8C45-61AE-FC95-9EE814CE5188}"/>
                    </a:ext>
                  </a:extLst>
                </p:cNvPr>
                <p:cNvSpPr/>
                <p:nvPr/>
              </p:nvSpPr>
              <p:spPr>
                <a:xfrm>
                  <a:off x="7682471" y="1186512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8" name="pg432">
                  <a:extLst>
                    <a:ext uri="{FF2B5EF4-FFF2-40B4-BE49-F238E27FC236}">
                      <a16:creationId xmlns:a16="http://schemas.microsoft.com/office/drawing/2014/main" id="{FC56DFBA-3EFF-7B90-7C41-36B6E3B1889A}"/>
                    </a:ext>
                  </a:extLst>
                </p:cNvPr>
                <p:cNvSpPr/>
                <p:nvPr/>
              </p:nvSpPr>
              <p:spPr>
                <a:xfrm>
                  <a:off x="7185465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59" name="pg433">
                  <a:extLst>
                    <a:ext uri="{FF2B5EF4-FFF2-40B4-BE49-F238E27FC236}">
                      <a16:creationId xmlns:a16="http://schemas.microsoft.com/office/drawing/2014/main" id="{888509FF-60EA-CFF9-64E2-6BC4A5A6E803}"/>
                    </a:ext>
                  </a:extLst>
                </p:cNvPr>
                <p:cNvSpPr/>
                <p:nvPr/>
              </p:nvSpPr>
              <p:spPr>
                <a:xfrm>
                  <a:off x="7216527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0" name="pg434">
                  <a:extLst>
                    <a:ext uri="{FF2B5EF4-FFF2-40B4-BE49-F238E27FC236}">
                      <a16:creationId xmlns:a16="http://schemas.microsoft.com/office/drawing/2014/main" id="{45C07844-37FD-478E-623A-32EB660EE7CA}"/>
                    </a:ext>
                  </a:extLst>
                </p:cNvPr>
                <p:cNvSpPr/>
                <p:nvPr/>
              </p:nvSpPr>
              <p:spPr>
                <a:xfrm>
                  <a:off x="7247590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1" name="pg435">
                  <a:extLst>
                    <a:ext uri="{FF2B5EF4-FFF2-40B4-BE49-F238E27FC236}">
                      <a16:creationId xmlns:a16="http://schemas.microsoft.com/office/drawing/2014/main" id="{3F4F64E5-A0FE-7778-FC75-8064C174BCC2}"/>
                    </a:ext>
                  </a:extLst>
                </p:cNvPr>
                <p:cNvSpPr/>
                <p:nvPr/>
              </p:nvSpPr>
              <p:spPr>
                <a:xfrm>
                  <a:off x="7278653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2" name="pg436">
                  <a:extLst>
                    <a:ext uri="{FF2B5EF4-FFF2-40B4-BE49-F238E27FC236}">
                      <a16:creationId xmlns:a16="http://schemas.microsoft.com/office/drawing/2014/main" id="{CEF0C56A-4724-7322-3A4C-5E62389326FD}"/>
                    </a:ext>
                  </a:extLst>
                </p:cNvPr>
                <p:cNvSpPr/>
                <p:nvPr/>
              </p:nvSpPr>
              <p:spPr>
                <a:xfrm>
                  <a:off x="7309716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3" name="pg437">
                  <a:extLst>
                    <a:ext uri="{FF2B5EF4-FFF2-40B4-BE49-F238E27FC236}">
                      <a16:creationId xmlns:a16="http://schemas.microsoft.com/office/drawing/2014/main" id="{C15E1A1E-6BF9-9AA5-3C82-152BF5B1639E}"/>
                    </a:ext>
                  </a:extLst>
                </p:cNvPr>
                <p:cNvSpPr/>
                <p:nvPr/>
              </p:nvSpPr>
              <p:spPr>
                <a:xfrm>
                  <a:off x="7340779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4" name="pg438">
                  <a:extLst>
                    <a:ext uri="{FF2B5EF4-FFF2-40B4-BE49-F238E27FC236}">
                      <a16:creationId xmlns:a16="http://schemas.microsoft.com/office/drawing/2014/main" id="{3684C4AB-EB21-7986-F383-BB502919CC07}"/>
                    </a:ext>
                  </a:extLst>
                </p:cNvPr>
                <p:cNvSpPr/>
                <p:nvPr/>
              </p:nvSpPr>
              <p:spPr>
                <a:xfrm>
                  <a:off x="7371842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5" name="pg439">
                  <a:extLst>
                    <a:ext uri="{FF2B5EF4-FFF2-40B4-BE49-F238E27FC236}">
                      <a16:creationId xmlns:a16="http://schemas.microsoft.com/office/drawing/2014/main" id="{D48C3F65-60AF-931C-E2D7-3912D3F833B8}"/>
                    </a:ext>
                  </a:extLst>
                </p:cNvPr>
                <p:cNvSpPr/>
                <p:nvPr/>
              </p:nvSpPr>
              <p:spPr>
                <a:xfrm>
                  <a:off x="7402905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6" name="pg440">
                  <a:extLst>
                    <a:ext uri="{FF2B5EF4-FFF2-40B4-BE49-F238E27FC236}">
                      <a16:creationId xmlns:a16="http://schemas.microsoft.com/office/drawing/2014/main" id="{9B908972-230F-FCF6-3E2B-F0449C8DF53A}"/>
                    </a:ext>
                  </a:extLst>
                </p:cNvPr>
                <p:cNvSpPr/>
                <p:nvPr/>
              </p:nvSpPr>
              <p:spPr>
                <a:xfrm>
                  <a:off x="7433968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7" name="pg441">
                  <a:extLst>
                    <a:ext uri="{FF2B5EF4-FFF2-40B4-BE49-F238E27FC236}">
                      <a16:creationId xmlns:a16="http://schemas.microsoft.com/office/drawing/2014/main" id="{A0E84F16-9D75-32BB-18BF-E6A68F5B66FC}"/>
                    </a:ext>
                  </a:extLst>
                </p:cNvPr>
                <p:cNvSpPr/>
                <p:nvPr/>
              </p:nvSpPr>
              <p:spPr>
                <a:xfrm>
                  <a:off x="7465031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8" name="pg442">
                  <a:extLst>
                    <a:ext uri="{FF2B5EF4-FFF2-40B4-BE49-F238E27FC236}">
                      <a16:creationId xmlns:a16="http://schemas.microsoft.com/office/drawing/2014/main" id="{27F8917C-7A05-74F6-5AFA-873366A4DEF2}"/>
                    </a:ext>
                  </a:extLst>
                </p:cNvPr>
                <p:cNvSpPr/>
                <p:nvPr/>
              </p:nvSpPr>
              <p:spPr>
                <a:xfrm>
                  <a:off x="7496094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69" name="pg443">
                  <a:extLst>
                    <a:ext uri="{FF2B5EF4-FFF2-40B4-BE49-F238E27FC236}">
                      <a16:creationId xmlns:a16="http://schemas.microsoft.com/office/drawing/2014/main" id="{D7F05F00-685B-B521-6FBF-8E9BFB775ED4}"/>
                    </a:ext>
                  </a:extLst>
                </p:cNvPr>
                <p:cNvSpPr/>
                <p:nvPr/>
              </p:nvSpPr>
              <p:spPr>
                <a:xfrm>
                  <a:off x="7527156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0" name="pg444">
                  <a:extLst>
                    <a:ext uri="{FF2B5EF4-FFF2-40B4-BE49-F238E27FC236}">
                      <a16:creationId xmlns:a16="http://schemas.microsoft.com/office/drawing/2014/main" id="{1064E954-3F30-2FBE-C77C-149B34EC6FCD}"/>
                    </a:ext>
                  </a:extLst>
                </p:cNvPr>
                <p:cNvSpPr/>
                <p:nvPr/>
              </p:nvSpPr>
              <p:spPr>
                <a:xfrm>
                  <a:off x="7558219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1" name="pg445">
                  <a:extLst>
                    <a:ext uri="{FF2B5EF4-FFF2-40B4-BE49-F238E27FC236}">
                      <a16:creationId xmlns:a16="http://schemas.microsoft.com/office/drawing/2014/main" id="{6020309C-7AEA-7D02-703C-882AAD778209}"/>
                    </a:ext>
                  </a:extLst>
                </p:cNvPr>
                <p:cNvSpPr/>
                <p:nvPr/>
              </p:nvSpPr>
              <p:spPr>
                <a:xfrm>
                  <a:off x="7589283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2" name="pg446">
                  <a:extLst>
                    <a:ext uri="{FF2B5EF4-FFF2-40B4-BE49-F238E27FC236}">
                      <a16:creationId xmlns:a16="http://schemas.microsoft.com/office/drawing/2014/main" id="{84A63F21-C7B9-FD99-E6B0-57821C718BF0}"/>
                    </a:ext>
                  </a:extLst>
                </p:cNvPr>
                <p:cNvSpPr/>
                <p:nvPr/>
              </p:nvSpPr>
              <p:spPr>
                <a:xfrm>
                  <a:off x="7620345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3" name="pg447">
                  <a:extLst>
                    <a:ext uri="{FF2B5EF4-FFF2-40B4-BE49-F238E27FC236}">
                      <a16:creationId xmlns:a16="http://schemas.microsoft.com/office/drawing/2014/main" id="{73686DB8-932D-3CEF-A186-6A5BD8DDAE30}"/>
                    </a:ext>
                  </a:extLst>
                </p:cNvPr>
                <p:cNvSpPr/>
                <p:nvPr/>
              </p:nvSpPr>
              <p:spPr>
                <a:xfrm>
                  <a:off x="7651408" y="1225920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4" name="pg448">
                  <a:extLst>
                    <a:ext uri="{FF2B5EF4-FFF2-40B4-BE49-F238E27FC236}">
                      <a16:creationId xmlns:a16="http://schemas.microsoft.com/office/drawing/2014/main" id="{A24E4222-19B8-01AB-9A8F-971156D1522F}"/>
                    </a:ext>
                  </a:extLst>
                </p:cNvPr>
                <p:cNvSpPr/>
                <p:nvPr/>
              </p:nvSpPr>
              <p:spPr>
                <a:xfrm>
                  <a:off x="7216527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5" name="pg449">
                  <a:extLst>
                    <a:ext uri="{FF2B5EF4-FFF2-40B4-BE49-F238E27FC236}">
                      <a16:creationId xmlns:a16="http://schemas.microsoft.com/office/drawing/2014/main" id="{A141B248-35E6-FB2E-E4A4-0B3A776B03F7}"/>
                    </a:ext>
                  </a:extLst>
                </p:cNvPr>
                <p:cNvSpPr/>
                <p:nvPr/>
              </p:nvSpPr>
              <p:spPr>
                <a:xfrm>
                  <a:off x="7247590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6" name="pg450">
                  <a:extLst>
                    <a:ext uri="{FF2B5EF4-FFF2-40B4-BE49-F238E27FC236}">
                      <a16:creationId xmlns:a16="http://schemas.microsoft.com/office/drawing/2014/main" id="{97A6691C-5921-88FF-D4DA-00DEB7173152}"/>
                    </a:ext>
                  </a:extLst>
                </p:cNvPr>
                <p:cNvSpPr/>
                <p:nvPr/>
              </p:nvSpPr>
              <p:spPr>
                <a:xfrm>
                  <a:off x="7278653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3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7" name="pg451">
                  <a:extLst>
                    <a:ext uri="{FF2B5EF4-FFF2-40B4-BE49-F238E27FC236}">
                      <a16:creationId xmlns:a16="http://schemas.microsoft.com/office/drawing/2014/main" id="{ED63830B-5E3F-2925-6CA3-483DEE93BB1A}"/>
                    </a:ext>
                  </a:extLst>
                </p:cNvPr>
                <p:cNvSpPr/>
                <p:nvPr/>
              </p:nvSpPr>
              <p:spPr>
                <a:xfrm>
                  <a:off x="7309716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8" name="pg452">
                  <a:extLst>
                    <a:ext uri="{FF2B5EF4-FFF2-40B4-BE49-F238E27FC236}">
                      <a16:creationId xmlns:a16="http://schemas.microsoft.com/office/drawing/2014/main" id="{8A0E4ACA-94AC-B461-86B0-D8F34A5773BE}"/>
                    </a:ext>
                  </a:extLst>
                </p:cNvPr>
                <p:cNvSpPr/>
                <p:nvPr/>
              </p:nvSpPr>
              <p:spPr>
                <a:xfrm>
                  <a:off x="7340779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AF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79" name="pg453">
                  <a:extLst>
                    <a:ext uri="{FF2B5EF4-FFF2-40B4-BE49-F238E27FC236}">
                      <a16:creationId xmlns:a16="http://schemas.microsoft.com/office/drawing/2014/main" id="{FAF633E9-B45C-6968-2C09-3C843EE016FD}"/>
                    </a:ext>
                  </a:extLst>
                </p:cNvPr>
                <p:cNvSpPr/>
                <p:nvPr/>
              </p:nvSpPr>
              <p:spPr>
                <a:xfrm>
                  <a:off x="7371842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0" name="pg454">
                  <a:extLst>
                    <a:ext uri="{FF2B5EF4-FFF2-40B4-BE49-F238E27FC236}">
                      <a16:creationId xmlns:a16="http://schemas.microsoft.com/office/drawing/2014/main" id="{96E03316-498C-FD16-0CEF-4A34218A8345}"/>
                    </a:ext>
                  </a:extLst>
                </p:cNvPr>
                <p:cNvSpPr/>
                <p:nvPr/>
              </p:nvSpPr>
              <p:spPr>
                <a:xfrm>
                  <a:off x="7402905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1" name="pg455">
                  <a:extLst>
                    <a:ext uri="{FF2B5EF4-FFF2-40B4-BE49-F238E27FC236}">
                      <a16:creationId xmlns:a16="http://schemas.microsoft.com/office/drawing/2014/main" id="{3814F3ED-EA38-5904-8A2E-99D2AA35255D}"/>
                    </a:ext>
                  </a:extLst>
                </p:cNvPr>
                <p:cNvSpPr/>
                <p:nvPr/>
              </p:nvSpPr>
              <p:spPr>
                <a:xfrm>
                  <a:off x="7433968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2" name="pg456">
                  <a:extLst>
                    <a:ext uri="{FF2B5EF4-FFF2-40B4-BE49-F238E27FC236}">
                      <a16:creationId xmlns:a16="http://schemas.microsoft.com/office/drawing/2014/main" id="{BBF96A74-E805-2A20-7BE7-CD76FF8EEE24}"/>
                    </a:ext>
                  </a:extLst>
                </p:cNvPr>
                <p:cNvSpPr/>
                <p:nvPr/>
              </p:nvSpPr>
              <p:spPr>
                <a:xfrm>
                  <a:off x="7465031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3" name="pg457">
                  <a:extLst>
                    <a:ext uri="{FF2B5EF4-FFF2-40B4-BE49-F238E27FC236}">
                      <a16:creationId xmlns:a16="http://schemas.microsoft.com/office/drawing/2014/main" id="{1A16E8F5-A41B-C488-AFE5-65E63D9E5F32}"/>
                    </a:ext>
                  </a:extLst>
                </p:cNvPr>
                <p:cNvSpPr/>
                <p:nvPr/>
              </p:nvSpPr>
              <p:spPr>
                <a:xfrm>
                  <a:off x="7496094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4" name="pg458">
                  <a:extLst>
                    <a:ext uri="{FF2B5EF4-FFF2-40B4-BE49-F238E27FC236}">
                      <a16:creationId xmlns:a16="http://schemas.microsoft.com/office/drawing/2014/main" id="{08E4DCD8-7EA9-658F-44E7-B344F98AF893}"/>
                    </a:ext>
                  </a:extLst>
                </p:cNvPr>
                <p:cNvSpPr/>
                <p:nvPr/>
              </p:nvSpPr>
              <p:spPr>
                <a:xfrm>
                  <a:off x="7527156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5" name="pg459">
                  <a:extLst>
                    <a:ext uri="{FF2B5EF4-FFF2-40B4-BE49-F238E27FC236}">
                      <a16:creationId xmlns:a16="http://schemas.microsoft.com/office/drawing/2014/main" id="{D92CBF25-A32B-C1A1-79AA-F4E1C8CC1946}"/>
                    </a:ext>
                  </a:extLst>
                </p:cNvPr>
                <p:cNvSpPr/>
                <p:nvPr/>
              </p:nvSpPr>
              <p:spPr>
                <a:xfrm>
                  <a:off x="7558219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6" name="pg460">
                  <a:extLst>
                    <a:ext uri="{FF2B5EF4-FFF2-40B4-BE49-F238E27FC236}">
                      <a16:creationId xmlns:a16="http://schemas.microsoft.com/office/drawing/2014/main" id="{F71200F6-A8C0-0131-55B2-1740399906F1}"/>
                    </a:ext>
                  </a:extLst>
                </p:cNvPr>
                <p:cNvSpPr/>
                <p:nvPr/>
              </p:nvSpPr>
              <p:spPr>
                <a:xfrm>
                  <a:off x="7589283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7" name="pg461">
                  <a:extLst>
                    <a:ext uri="{FF2B5EF4-FFF2-40B4-BE49-F238E27FC236}">
                      <a16:creationId xmlns:a16="http://schemas.microsoft.com/office/drawing/2014/main" id="{010C73A5-8A6E-D86F-76ED-CDFD87CAD56C}"/>
                    </a:ext>
                  </a:extLst>
                </p:cNvPr>
                <p:cNvSpPr/>
                <p:nvPr/>
              </p:nvSpPr>
              <p:spPr>
                <a:xfrm>
                  <a:off x="7620345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8" name="pg462">
                  <a:extLst>
                    <a:ext uri="{FF2B5EF4-FFF2-40B4-BE49-F238E27FC236}">
                      <a16:creationId xmlns:a16="http://schemas.microsoft.com/office/drawing/2014/main" id="{D0927D9F-5E4D-B19A-EA81-288C32C94EDF}"/>
                    </a:ext>
                  </a:extLst>
                </p:cNvPr>
                <p:cNvSpPr/>
                <p:nvPr/>
              </p:nvSpPr>
              <p:spPr>
                <a:xfrm>
                  <a:off x="7651408" y="12653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89" name="pg463">
                  <a:extLst>
                    <a:ext uri="{FF2B5EF4-FFF2-40B4-BE49-F238E27FC236}">
                      <a16:creationId xmlns:a16="http://schemas.microsoft.com/office/drawing/2014/main" id="{826FDCB5-2B46-38DE-F0F4-61B190F7E24B}"/>
                    </a:ext>
                  </a:extLst>
                </p:cNvPr>
                <p:cNvSpPr/>
                <p:nvPr/>
              </p:nvSpPr>
              <p:spPr>
                <a:xfrm>
                  <a:off x="7092276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0" name="pg464">
                  <a:extLst>
                    <a:ext uri="{FF2B5EF4-FFF2-40B4-BE49-F238E27FC236}">
                      <a16:creationId xmlns:a16="http://schemas.microsoft.com/office/drawing/2014/main" id="{7EAD862C-7848-7E63-A842-5D08FE37DBF5}"/>
                    </a:ext>
                  </a:extLst>
                </p:cNvPr>
                <p:cNvSpPr/>
                <p:nvPr/>
              </p:nvSpPr>
              <p:spPr>
                <a:xfrm>
                  <a:off x="7123338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1" name="pg465">
                  <a:extLst>
                    <a:ext uri="{FF2B5EF4-FFF2-40B4-BE49-F238E27FC236}">
                      <a16:creationId xmlns:a16="http://schemas.microsoft.com/office/drawing/2014/main" id="{EF91047C-3A49-C004-7D6C-18C849238D60}"/>
                    </a:ext>
                  </a:extLst>
                </p:cNvPr>
                <p:cNvSpPr/>
                <p:nvPr/>
              </p:nvSpPr>
              <p:spPr>
                <a:xfrm>
                  <a:off x="7154402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2" name="pg466">
                  <a:extLst>
                    <a:ext uri="{FF2B5EF4-FFF2-40B4-BE49-F238E27FC236}">
                      <a16:creationId xmlns:a16="http://schemas.microsoft.com/office/drawing/2014/main" id="{61C56D9A-476D-2000-D84E-1CAE13CD2E75}"/>
                    </a:ext>
                  </a:extLst>
                </p:cNvPr>
                <p:cNvSpPr/>
                <p:nvPr/>
              </p:nvSpPr>
              <p:spPr>
                <a:xfrm>
                  <a:off x="7185465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3" name="pg467">
                  <a:extLst>
                    <a:ext uri="{FF2B5EF4-FFF2-40B4-BE49-F238E27FC236}">
                      <a16:creationId xmlns:a16="http://schemas.microsoft.com/office/drawing/2014/main" id="{D3E76C9F-227A-7642-355B-7799EA490256}"/>
                    </a:ext>
                  </a:extLst>
                </p:cNvPr>
                <p:cNvSpPr/>
                <p:nvPr/>
              </p:nvSpPr>
              <p:spPr>
                <a:xfrm>
                  <a:off x="7216527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CD6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4" name="pg468">
                  <a:extLst>
                    <a:ext uri="{FF2B5EF4-FFF2-40B4-BE49-F238E27FC236}">
                      <a16:creationId xmlns:a16="http://schemas.microsoft.com/office/drawing/2014/main" id="{3DA0093A-F0EF-A94C-5F54-18016BACE317}"/>
                    </a:ext>
                  </a:extLst>
                </p:cNvPr>
                <p:cNvSpPr/>
                <p:nvPr/>
              </p:nvSpPr>
              <p:spPr>
                <a:xfrm>
                  <a:off x="7247590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5" name="pg469">
                  <a:extLst>
                    <a:ext uri="{FF2B5EF4-FFF2-40B4-BE49-F238E27FC236}">
                      <a16:creationId xmlns:a16="http://schemas.microsoft.com/office/drawing/2014/main" id="{0EF25943-21DC-9B6F-3D87-62E123FBBC2B}"/>
                    </a:ext>
                  </a:extLst>
                </p:cNvPr>
                <p:cNvSpPr/>
                <p:nvPr/>
              </p:nvSpPr>
              <p:spPr>
                <a:xfrm>
                  <a:off x="7278653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6" name="pg470">
                  <a:extLst>
                    <a:ext uri="{FF2B5EF4-FFF2-40B4-BE49-F238E27FC236}">
                      <a16:creationId xmlns:a16="http://schemas.microsoft.com/office/drawing/2014/main" id="{1617783F-AFFF-A251-EE6F-F0C6E3BCDB40}"/>
                    </a:ext>
                  </a:extLst>
                </p:cNvPr>
                <p:cNvSpPr/>
                <p:nvPr/>
              </p:nvSpPr>
              <p:spPr>
                <a:xfrm>
                  <a:off x="7309716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7" name="pg471">
                  <a:extLst>
                    <a:ext uri="{FF2B5EF4-FFF2-40B4-BE49-F238E27FC236}">
                      <a16:creationId xmlns:a16="http://schemas.microsoft.com/office/drawing/2014/main" id="{C92F9CA7-7A41-6E98-DB08-D04896FCC768}"/>
                    </a:ext>
                  </a:extLst>
                </p:cNvPr>
                <p:cNvSpPr/>
                <p:nvPr/>
              </p:nvSpPr>
              <p:spPr>
                <a:xfrm>
                  <a:off x="7340779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8" name="pg472">
                  <a:extLst>
                    <a:ext uri="{FF2B5EF4-FFF2-40B4-BE49-F238E27FC236}">
                      <a16:creationId xmlns:a16="http://schemas.microsoft.com/office/drawing/2014/main" id="{16AAD078-1584-D98D-CBE2-6DE81781C55F}"/>
                    </a:ext>
                  </a:extLst>
                </p:cNvPr>
                <p:cNvSpPr/>
                <p:nvPr/>
              </p:nvSpPr>
              <p:spPr>
                <a:xfrm>
                  <a:off x="7371842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899" name="pg473">
                  <a:extLst>
                    <a:ext uri="{FF2B5EF4-FFF2-40B4-BE49-F238E27FC236}">
                      <a16:creationId xmlns:a16="http://schemas.microsoft.com/office/drawing/2014/main" id="{D95AC957-164E-99BC-B8EF-B21F5C9AFD12}"/>
                    </a:ext>
                  </a:extLst>
                </p:cNvPr>
                <p:cNvSpPr/>
                <p:nvPr/>
              </p:nvSpPr>
              <p:spPr>
                <a:xfrm>
                  <a:off x="7402905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0" name="pg474">
                  <a:extLst>
                    <a:ext uri="{FF2B5EF4-FFF2-40B4-BE49-F238E27FC236}">
                      <a16:creationId xmlns:a16="http://schemas.microsoft.com/office/drawing/2014/main" id="{2DF9430A-3D4D-2447-CC79-915B56A25145}"/>
                    </a:ext>
                  </a:extLst>
                </p:cNvPr>
                <p:cNvSpPr/>
                <p:nvPr/>
              </p:nvSpPr>
              <p:spPr>
                <a:xfrm>
                  <a:off x="7433968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1" name="pg475">
                  <a:extLst>
                    <a:ext uri="{FF2B5EF4-FFF2-40B4-BE49-F238E27FC236}">
                      <a16:creationId xmlns:a16="http://schemas.microsoft.com/office/drawing/2014/main" id="{C6D28450-748D-B956-1244-BF1C42FCBE3F}"/>
                    </a:ext>
                  </a:extLst>
                </p:cNvPr>
                <p:cNvSpPr/>
                <p:nvPr/>
              </p:nvSpPr>
              <p:spPr>
                <a:xfrm>
                  <a:off x="7465031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2" name="pg476">
                  <a:extLst>
                    <a:ext uri="{FF2B5EF4-FFF2-40B4-BE49-F238E27FC236}">
                      <a16:creationId xmlns:a16="http://schemas.microsoft.com/office/drawing/2014/main" id="{387DDB5D-FFF4-435F-E185-6C31873ECFA8}"/>
                    </a:ext>
                  </a:extLst>
                </p:cNvPr>
                <p:cNvSpPr/>
                <p:nvPr/>
              </p:nvSpPr>
              <p:spPr>
                <a:xfrm>
                  <a:off x="7496094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3" name="pg477">
                  <a:extLst>
                    <a:ext uri="{FF2B5EF4-FFF2-40B4-BE49-F238E27FC236}">
                      <a16:creationId xmlns:a16="http://schemas.microsoft.com/office/drawing/2014/main" id="{63F2612B-11A7-8000-3337-515539B13A60}"/>
                    </a:ext>
                  </a:extLst>
                </p:cNvPr>
                <p:cNvSpPr/>
                <p:nvPr/>
              </p:nvSpPr>
              <p:spPr>
                <a:xfrm>
                  <a:off x="7527156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4" name="pg478">
                  <a:extLst>
                    <a:ext uri="{FF2B5EF4-FFF2-40B4-BE49-F238E27FC236}">
                      <a16:creationId xmlns:a16="http://schemas.microsoft.com/office/drawing/2014/main" id="{333B59F6-B39F-1CAA-BE62-DAADBDE4CAA6}"/>
                    </a:ext>
                  </a:extLst>
                </p:cNvPr>
                <p:cNvSpPr/>
                <p:nvPr/>
              </p:nvSpPr>
              <p:spPr>
                <a:xfrm>
                  <a:off x="7558219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5" name="pg479">
                  <a:extLst>
                    <a:ext uri="{FF2B5EF4-FFF2-40B4-BE49-F238E27FC236}">
                      <a16:creationId xmlns:a16="http://schemas.microsoft.com/office/drawing/2014/main" id="{B7B20231-A330-27BA-7394-5F961EC98CD7}"/>
                    </a:ext>
                  </a:extLst>
                </p:cNvPr>
                <p:cNvSpPr/>
                <p:nvPr/>
              </p:nvSpPr>
              <p:spPr>
                <a:xfrm>
                  <a:off x="7589283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6" name="pg480">
                  <a:extLst>
                    <a:ext uri="{FF2B5EF4-FFF2-40B4-BE49-F238E27FC236}">
                      <a16:creationId xmlns:a16="http://schemas.microsoft.com/office/drawing/2014/main" id="{33958AC5-A8AE-8247-29FB-BE337177E5F0}"/>
                    </a:ext>
                  </a:extLst>
                </p:cNvPr>
                <p:cNvSpPr/>
                <p:nvPr/>
              </p:nvSpPr>
              <p:spPr>
                <a:xfrm>
                  <a:off x="7620345" y="13047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7" name="pg481">
                  <a:extLst>
                    <a:ext uri="{FF2B5EF4-FFF2-40B4-BE49-F238E27FC236}">
                      <a16:creationId xmlns:a16="http://schemas.microsoft.com/office/drawing/2014/main" id="{D1A10B95-2E47-E6E7-A529-B00654F6F258}"/>
                    </a:ext>
                  </a:extLst>
                </p:cNvPr>
                <p:cNvSpPr/>
                <p:nvPr/>
              </p:nvSpPr>
              <p:spPr>
                <a:xfrm>
                  <a:off x="7061213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8" name="pg482">
                  <a:extLst>
                    <a:ext uri="{FF2B5EF4-FFF2-40B4-BE49-F238E27FC236}">
                      <a16:creationId xmlns:a16="http://schemas.microsoft.com/office/drawing/2014/main" id="{75AAD146-01AA-31D0-452D-82BE7BA00385}"/>
                    </a:ext>
                  </a:extLst>
                </p:cNvPr>
                <p:cNvSpPr/>
                <p:nvPr/>
              </p:nvSpPr>
              <p:spPr>
                <a:xfrm>
                  <a:off x="7092276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09" name="pg483">
                  <a:extLst>
                    <a:ext uri="{FF2B5EF4-FFF2-40B4-BE49-F238E27FC236}">
                      <a16:creationId xmlns:a16="http://schemas.microsoft.com/office/drawing/2014/main" id="{AA7F29B9-52DE-D393-139C-C4D7D5BDBC7E}"/>
                    </a:ext>
                  </a:extLst>
                </p:cNvPr>
                <p:cNvSpPr/>
                <p:nvPr/>
              </p:nvSpPr>
              <p:spPr>
                <a:xfrm>
                  <a:off x="7123338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0" name="pg484">
                  <a:extLst>
                    <a:ext uri="{FF2B5EF4-FFF2-40B4-BE49-F238E27FC236}">
                      <a16:creationId xmlns:a16="http://schemas.microsoft.com/office/drawing/2014/main" id="{62DF8015-F3AA-66EB-2859-E48A09DEC7DA}"/>
                    </a:ext>
                  </a:extLst>
                </p:cNvPr>
                <p:cNvSpPr/>
                <p:nvPr/>
              </p:nvSpPr>
              <p:spPr>
                <a:xfrm>
                  <a:off x="7154402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1" name="pg485">
                  <a:extLst>
                    <a:ext uri="{FF2B5EF4-FFF2-40B4-BE49-F238E27FC236}">
                      <a16:creationId xmlns:a16="http://schemas.microsoft.com/office/drawing/2014/main" id="{2AE548CF-4484-DDF8-F524-2558F5A8A96C}"/>
                    </a:ext>
                  </a:extLst>
                </p:cNvPr>
                <p:cNvSpPr/>
                <p:nvPr/>
              </p:nvSpPr>
              <p:spPr>
                <a:xfrm>
                  <a:off x="7185465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2" name="pg486">
                  <a:extLst>
                    <a:ext uri="{FF2B5EF4-FFF2-40B4-BE49-F238E27FC236}">
                      <a16:creationId xmlns:a16="http://schemas.microsoft.com/office/drawing/2014/main" id="{FDF776D3-6707-E944-668E-1BBFE6987586}"/>
                    </a:ext>
                  </a:extLst>
                </p:cNvPr>
                <p:cNvSpPr/>
                <p:nvPr/>
              </p:nvSpPr>
              <p:spPr>
                <a:xfrm>
                  <a:off x="7216527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3" name="pg487">
                  <a:extLst>
                    <a:ext uri="{FF2B5EF4-FFF2-40B4-BE49-F238E27FC236}">
                      <a16:creationId xmlns:a16="http://schemas.microsoft.com/office/drawing/2014/main" id="{D940E9C1-9A13-0313-47BB-CA799F52CCDF}"/>
                    </a:ext>
                  </a:extLst>
                </p:cNvPr>
                <p:cNvSpPr/>
                <p:nvPr/>
              </p:nvSpPr>
              <p:spPr>
                <a:xfrm>
                  <a:off x="7247590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4" name="pg488">
                  <a:extLst>
                    <a:ext uri="{FF2B5EF4-FFF2-40B4-BE49-F238E27FC236}">
                      <a16:creationId xmlns:a16="http://schemas.microsoft.com/office/drawing/2014/main" id="{E289B9BC-2E72-A564-0400-0F57D334272C}"/>
                    </a:ext>
                  </a:extLst>
                </p:cNvPr>
                <p:cNvSpPr/>
                <p:nvPr/>
              </p:nvSpPr>
              <p:spPr>
                <a:xfrm>
                  <a:off x="7278653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9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5" name="pg489">
                  <a:extLst>
                    <a:ext uri="{FF2B5EF4-FFF2-40B4-BE49-F238E27FC236}">
                      <a16:creationId xmlns:a16="http://schemas.microsoft.com/office/drawing/2014/main" id="{94E5394B-DBD0-E2E3-FD64-8C8753A25CB6}"/>
                    </a:ext>
                  </a:extLst>
                </p:cNvPr>
                <p:cNvSpPr/>
                <p:nvPr/>
              </p:nvSpPr>
              <p:spPr>
                <a:xfrm>
                  <a:off x="7309716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6" name="pg490">
                  <a:extLst>
                    <a:ext uri="{FF2B5EF4-FFF2-40B4-BE49-F238E27FC236}">
                      <a16:creationId xmlns:a16="http://schemas.microsoft.com/office/drawing/2014/main" id="{4078A949-CB4E-2457-14D9-04A6EC86EF5D}"/>
                    </a:ext>
                  </a:extLst>
                </p:cNvPr>
                <p:cNvSpPr/>
                <p:nvPr/>
              </p:nvSpPr>
              <p:spPr>
                <a:xfrm>
                  <a:off x="7340779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7" name="pg491">
                  <a:extLst>
                    <a:ext uri="{FF2B5EF4-FFF2-40B4-BE49-F238E27FC236}">
                      <a16:creationId xmlns:a16="http://schemas.microsoft.com/office/drawing/2014/main" id="{2B262898-271F-0311-6211-D7456CC55278}"/>
                    </a:ext>
                  </a:extLst>
                </p:cNvPr>
                <p:cNvSpPr/>
                <p:nvPr/>
              </p:nvSpPr>
              <p:spPr>
                <a:xfrm>
                  <a:off x="7371842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8" name="pg492">
                  <a:extLst>
                    <a:ext uri="{FF2B5EF4-FFF2-40B4-BE49-F238E27FC236}">
                      <a16:creationId xmlns:a16="http://schemas.microsoft.com/office/drawing/2014/main" id="{099DD908-28F2-6B94-1260-79D495115636}"/>
                    </a:ext>
                  </a:extLst>
                </p:cNvPr>
                <p:cNvSpPr/>
                <p:nvPr/>
              </p:nvSpPr>
              <p:spPr>
                <a:xfrm>
                  <a:off x="7402905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19" name="pg493">
                  <a:extLst>
                    <a:ext uri="{FF2B5EF4-FFF2-40B4-BE49-F238E27FC236}">
                      <a16:creationId xmlns:a16="http://schemas.microsoft.com/office/drawing/2014/main" id="{70F831C5-9EFE-3090-A966-FFA888F2FCA9}"/>
                    </a:ext>
                  </a:extLst>
                </p:cNvPr>
                <p:cNvSpPr/>
                <p:nvPr/>
              </p:nvSpPr>
              <p:spPr>
                <a:xfrm>
                  <a:off x="7433968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0" name="pg494">
                  <a:extLst>
                    <a:ext uri="{FF2B5EF4-FFF2-40B4-BE49-F238E27FC236}">
                      <a16:creationId xmlns:a16="http://schemas.microsoft.com/office/drawing/2014/main" id="{9DAA530B-82C2-F844-D758-775B50929BFE}"/>
                    </a:ext>
                  </a:extLst>
                </p:cNvPr>
                <p:cNvSpPr/>
                <p:nvPr/>
              </p:nvSpPr>
              <p:spPr>
                <a:xfrm>
                  <a:off x="7465031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1" name="pg495">
                  <a:extLst>
                    <a:ext uri="{FF2B5EF4-FFF2-40B4-BE49-F238E27FC236}">
                      <a16:creationId xmlns:a16="http://schemas.microsoft.com/office/drawing/2014/main" id="{E18A0FE1-A477-F807-7E4D-AE230EABBDF2}"/>
                    </a:ext>
                  </a:extLst>
                </p:cNvPr>
                <p:cNvSpPr/>
                <p:nvPr/>
              </p:nvSpPr>
              <p:spPr>
                <a:xfrm>
                  <a:off x="7496094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2" name="pg496">
                  <a:extLst>
                    <a:ext uri="{FF2B5EF4-FFF2-40B4-BE49-F238E27FC236}">
                      <a16:creationId xmlns:a16="http://schemas.microsoft.com/office/drawing/2014/main" id="{58EC06EB-D977-D19B-C1A4-53E6439EA636}"/>
                    </a:ext>
                  </a:extLst>
                </p:cNvPr>
                <p:cNvSpPr/>
                <p:nvPr/>
              </p:nvSpPr>
              <p:spPr>
                <a:xfrm>
                  <a:off x="7527156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3" name="pg497">
                  <a:extLst>
                    <a:ext uri="{FF2B5EF4-FFF2-40B4-BE49-F238E27FC236}">
                      <a16:creationId xmlns:a16="http://schemas.microsoft.com/office/drawing/2014/main" id="{06DBFECE-A513-94FF-B6F3-4297935FA137}"/>
                    </a:ext>
                  </a:extLst>
                </p:cNvPr>
                <p:cNvSpPr/>
                <p:nvPr/>
              </p:nvSpPr>
              <p:spPr>
                <a:xfrm>
                  <a:off x="7558219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4" name="pg498">
                  <a:extLst>
                    <a:ext uri="{FF2B5EF4-FFF2-40B4-BE49-F238E27FC236}">
                      <a16:creationId xmlns:a16="http://schemas.microsoft.com/office/drawing/2014/main" id="{97377E12-87E7-97BC-B74D-588C5F5CE5B2}"/>
                    </a:ext>
                  </a:extLst>
                </p:cNvPr>
                <p:cNvSpPr/>
                <p:nvPr/>
              </p:nvSpPr>
              <p:spPr>
                <a:xfrm>
                  <a:off x="7589283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5" name="pg499">
                  <a:extLst>
                    <a:ext uri="{FF2B5EF4-FFF2-40B4-BE49-F238E27FC236}">
                      <a16:creationId xmlns:a16="http://schemas.microsoft.com/office/drawing/2014/main" id="{8E3C6D8A-5168-AAEF-161B-484C88067A8D}"/>
                    </a:ext>
                  </a:extLst>
                </p:cNvPr>
                <p:cNvSpPr/>
                <p:nvPr/>
              </p:nvSpPr>
              <p:spPr>
                <a:xfrm>
                  <a:off x="7620345" y="13441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6" name="pg500">
                  <a:extLst>
                    <a:ext uri="{FF2B5EF4-FFF2-40B4-BE49-F238E27FC236}">
                      <a16:creationId xmlns:a16="http://schemas.microsoft.com/office/drawing/2014/main" id="{2A805BF9-16EF-9CB9-3D3F-B0B3F3DF7497}"/>
                    </a:ext>
                  </a:extLst>
                </p:cNvPr>
                <p:cNvSpPr/>
                <p:nvPr/>
              </p:nvSpPr>
              <p:spPr>
                <a:xfrm>
                  <a:off x="7061213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7" name="pg501">
                  <a:extLst>
                    <a:ext uri="{FF2B5EF4-FFF2-40B4-BE49-F238E27FC236}">
                      <a16:creationId xmlns:a16="http://schemas.microsoft.com/office/drawing/2014/main" id="{7AE31F96-1EB5-E41C-E117-6F09A4891BA0}"/>
                    </a:ext>
                  </a:extLst>
                </p:cNvPr>
                <p:cNvSpPr/>
                <p:nvPr/>
              </p:nvSpPr>
              <p:spPr>
                <a:xfrm>
                  <a:off x="7092276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7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8" name="pg502">
                  <a:extLst>
                    <a:ext uri="{FF2B5EF4-FFF2-40B4-BE49-F238E27FC236}">
                      <a16:creationId xmlns:a16="http://schemas.microsoft.com/office/drawing/2014/main" id="{16EDF9F3-666D-5ABC-9680-E78278466067}"/>
                    </a:ext>
                  </a:extLst>
                </p:cNvPr>
                <p:cNvSpPr/>
                <p:nvPr/>
              </p:nvSpPr>
              <p:spPr>
                <a:xfrm>
                  <a:off x="7123338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D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29" name="pg503">
                  <a:extLst>
                    <a:ext uri="{FF2B5EF4-FFF2-40B4-BE49-F238E27FC236}">
                      <a16:creationId xmlns:a16="http://schemas.microsoft.com/office/drawing/2014/main" id="{7F1D5367-DA18-18D2-984B-313911873ADF}"/>
                    </a:ext>
                  </a:extLst>
                </p:cNvPr>
                <p:cNvSpPr/>
                <p:nvPr/>
              </p:nvSpPr>
              <p:spPr>
                <a:xfrm>
                  <a:off x="7154402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1EC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0" name="pg504">
                  <a:extLst>
                    <a:ext uri="{FF2B5EF4-FFF2-40B4-BE49-F238E27FC236}">
                      <a16:creationId xmlns:a16="http://schemas.microsoft.com/office/drawing/2014/main" id="{9B4B8F99-0277-A3C2-3C22-7DFA792F1369}"/>
                    </a:ext>
                  </a:extLst>
                </p:cNvPr>
                <p:cNvSpPr/>
                <p:nvPr/>
              </p:nvSpPr>
              <p:spPr>
                <a:xfrm>
                  <a:off x="7185465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C">
                    <a:alpha val="100000"/>
                  </a:srgbClr>
                </a:solidFill>
                <a:ln w="5420" cap="flat">
                  <a:solidFill>
                    <a:srgbClr val="C5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1" name="pg505">
                  <a:extLst>
                    <a:ext uri="{FF2B5EF4-FFF2-40B4-BE49-F238E27FC236}">
                      <a16:creationId xmlns:a16="http://schemas.microsoft.com/office/drawing/2014/main" id="{3DAB27CB-E903-1439-E4FC-F225AEBFE4E2}"/>
                    </a:ext>
                  </a:extLst>
                </p:cNvPr>
                <p:cNvSpPr/>
                <p:nvPr/>
              </p:nvSpPr>
              <p:spPr>
                <a:xfrm>
                  <a:off x="7216527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2" name="pg506">
                  <a:extLst>
                    <a:ext uri="{FF2B5EF4-FFF2-40B4-BE49-F238E27FC236}">
                      <a16:creationId xmlns:a16="http://schemas.microsoft.com/office/drawing/2014/main" id="{F95EEA2A-13F4-CFE9-1B1E-8DC2E4116A78}"/>
                    </a:ext>
                  </a:extLst>
                </p:cNvPr>
                <p:cNvSpPr/>
                <p:nvPr/>
              </p:nvSpPr>
              <p:spPr>
                <a:xfrm>
                  <a:off x="7247590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0DE">
                    <a:alpha val="100000"/>
                  </a:srgbClr>
                </a:solidFill>
                <a:ln w="5420" cap="flat">
                  <a:solidFill>
                    <a:srgbClr val="CB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3" name="pg507">
                  <a:extLst>
                    <a:ext uri="{FF2B5EF4-FFF2-40B4-BE49-F238E27FC236}">
                      <a16:creationId xmlns:a16="http://schemas.microsoft.com/office/drawing/2014/main" id="{E94FF2CF-D73F-40D9-7396-B498B61D9405}"/>
                    </a:ext>
                  </a:extLst>
                </p:cNvPr>
                <p:cNvSpPr/>
                <p:nvPr/>
              </p:nvSpPr>
              <p:spPr>
                <a:xfrm>
                  <a:off x="7278653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1F1DE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4" name="pg508">
                  <a:extLst>
                    <a:ext uri="{FF2B5EF4-FFF2-40B4-BE49-F238E27FC236}">
                      <a16:creationId xmlns:a16="http://schemas.microsoft.com/office/drawing/2014/main" id="{C53586BF-A724-AAB6-4976-E97905BF83C2}"/>
                    </a:ext>
                  </a:extLst>
                </p:cNvPr>
                <p:cNvSpPr/>
                <p:nvPr/>
              </p:nvSpPr>
              <p:spPr>
                <a:xfrm>
                  <a:off x="7309716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1DE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5" name="pg509">
                  <a:extLst>
                    <a:ext uri="{FF2B5EF4-FFF2-40B4-BE49-F238E27FC236}">
                      <a16:creationId xmlns:a16="http://schemas.microsoft.com/office/drawing/2014/main" id="{874CB0C9-4D42-5C98-7CEB-2F6924837974}"/>
                    </a:ext>
                  </a:extLst>
                </p:cNvPr>
                <p:cNvSpPr/>
                <p:nvPr/>
              </p:nvSpPr>
              <p:spPr>
                <a:xfrm>
                  <a:off x="7340779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5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6" name="pg510">
                  <a:extLst>
                    <a:ext uri="{FF2B5EF4-FFF2-40B4-BE49-F238E27FC236}">
                      <a16:creationId xmlns:a16="http://schemas.microsoft.com/office/drawing/2014/main" id="{AF8E6036-5B76-34F4-368F-7E4A3F3A1A51}"/>
                    </a:ext>
                  </a:extLst>
                </p:cNvPr>
                <p:cNvSpPr/>
                <p:nvPr/>
              </p:nvSpPr>
              <p:spPr>
                <a:xfrm>
                  <a:off x="7371842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7" name="pg511">
                  <a:extLst>
                    <a:ext uri="{FF2B5EF4-FFF2-40B4-BE49-F238E27FC236}">
                      <a16:creationId xmlns:a16="http://schemas.microsoft.com/office/drawing/2014/main" id="{E1B549C9-EA2D-406B-308A-1E719C1EA52E}"/>
                    </a:ext>
                  </a:extLst>
                </p:cNvPr>
                <p:cNvSpPr/>
                <p:nvPr/>
              </p:nvSpPr>
              <p:spPr>
                <a:xfrm>
                  <a:off x="7402905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8" name="pg512">
                  <a:extLst>
                    <a:ext uri="{FF2B5EF4-FFF2-40B4-BE49-F238E27FC236}">
                      <a16:creationId xmlns:a16="http://schemas.microsoft.com/office/drawing/2014/main" id="{DDCE3376-B299-821F-A802-A47A76BDD699}"/>
                    </a:ext>
                  </a:extLst>
                </p:cNvPr>
                <p:cNvSpPr/>
                <p:nvPr/>
              </p:nvSpPr>
              <p:spPr>
                <a:xfrm>
                  <a:off x="7433968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AD5">
                    <a:alpha val="100000"/>
                  </a:srgbClr>
                </a:solidFill>
                <a:ln w="5420" cap="flat">
                  <a:solidFill>
                    <a:srgbClr val="B3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39" name="pg513">
                  <a:extLst>
                    <a:ext uri="{FF2B5EF4-FFF2-40B4-BE49-F238E27FC236}">
                      <a16:creationId xmlns:a16="http://schemas.microsoft.com/office/drawing/2014/main" id="{F8525952-3153-D9B6-FF0B-3DE0640ACE6E}"/>
                    </a:ext>
                  </a:extLst>
                </p:cNvPr>
                <p:cNvSpPr/>
                <p:nvPr/>
              </p:nvSpPr>
              <p:spPr>
                <a:xfrm>
                  <a:off x="7465031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0" name="pg514">
                  <a:extLst>
                    <a:ext uri="{FF2B5EF4-FFF2-40B4-BE49-F238E27FC236}">
                      <a16:creationId xmlns:a16="http://schemas.microsoft.com/office/drawing/2014/main" id="{871437C7-523E-A27A-4E00-C55DFEA6CC47}"/>
                    </a:ext>
                  </a:extLst>
                </p:cNvPr>
                <p:cNvSpPr/>
                <p:nvPr/>
              </p:nvSpPr>
              <p:spPr>
                <a:xfrm>
                  <a:off x="7496094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1" name="pg515">
                  <a:extLst>
                    <a:ext uri="{FF2B5EF4-FFF2-40B4-BE49-F238E27FC236}">
                      <a16:creationId xmlns:a16="http://schemas.microsoft.com/office/drawing/2014/main" id="{876D57D1-0474-0BE9-5673-A2AD530DC284}"/>
                    </a:ext>
                  </a:extLst>
                </p:cNvPr>
                <p:cNvSpPr/>
                <p:nvPr/>
              </p:nvSpPr>
              <p:spPr>
                <a:xfrm>
                  <a:off x="7527156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2" name="pg516">
                  <a:extLst>
                    <a:ext uri="{FF2B5EF4-FFF2-40B4-BE49-F238E27FC236}">
                      <a16:creationId xmlns:a16="http://schemas.microsoft.com/office/drawing/2014/main" id="{EC34E7CB-501C-CF73-90AC-3F9CA5D7A037}"/>
                    </a:ext>
                  </a:extLst>
                </p:cNvPr>
                <p:cNvSpPr/>
                <p:nvPr/>
              </p:nvSpPr>
              <p:spPr>
                <a:xfrm>
                  <a:off x="7558219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3" name="pg517">
                  <a:extLst>
                    <a:ext uri="{FF2B5EF4-FFF2-40B4-BE49-F238E27FC236}">
                      <a16:creationId xmlns:a16="http://schemas.microsoft.com/office/drawing/2014/main" id="{C8EEDA44-2E91-A76E-A3B6-51AB8E7DA96D}"/>
                    </a:ext>
                  </a:extLst>
                </p:cNvPr>
                <p:cNvSpPr/>
                <p:nvPr/>
              </p:nvSpPr>
              <p:spPr>
                <a:xfrm>
                  <a:off x="7589283" y="13835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4" name="pg518">
                  <a:extLst>
                    <a:ext uri="{FF2B5EF4-FFF2-40B4-BE49-F238E27FC236}">
                      <a16:creationId xmlns:a16="http://schemas.microsoft.com/office/drawing/2014/main" id="{B2A08190-653D-F0BD-6EDC-53F10CA4F91B}"/>
                    </a:ext>
                  </a:extLst>
                </p:cNvPr>
                <p:cNvSpPr/>
                <p:nvPr/>
              </p:nvSpPr>
              <p:spPr>
                <a:xfrm>
                  <a:off x="7061213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CD7">
                    <a:alpha val="100000"/>
                  </a:srgbClr>
                </a:solidFill>
                <a:ln w="5420" cap="flat">
                  <a:solidFill>
                    <a:srgbClr val="B8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5" name="pg519">
                  <a:extLst>
                    <a:ext uri="{FF2B5EF4-FFF2-40B4-BE49-F238E27FC236}">
                      <a16:creationId xmlns:a16="http://schemas.microsoft.com/office/drawing/2014/main" id="{290A4C83-A635-69B6-C1B1-43F73163847F}"/>
                    </a:ext>
                  </a:extLst>
                </p:cNvPr>
                <p:cNvSpPr/>
                <p:nvPr/>
              </p:nvSpPr>
              <p:spPr>
                <a:xfrm>
                  <a:off x="7092276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DD8">
                    <a:alpha val="100000"/>
                  </a:srgbClr>
                </a:solidFill>
                <a:ln w="5420" cap="flat">
                  <a:solidFill>
                    <a:srgbClr val="BB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6" name="pg520">
                  <a:extLst>
                    <a:ext uri="{FF2B5EF4-FFF2-40B4-BE49-F238E27FC236}">
                      <a16:creationId xmlns:a16="http://schemas.microsoft.com/office/drawing/2014/main" id="{59FC84BC-ABE2-D44B-3889-1B68EDE66700}"/>
                    </a:ext>
                  </a:extLst>
                </p:cNvPr>
                <p:cNvSpPr/>
                <p:nvPr/>
              </p:nvSpPr>
              <p:spPr>
                <a:xfrm>
                  <a:off x="7123338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7" name="pg521">
                  <a:extLst>
                    <a:ext uri="{FF2B5EF4-FFF2-40B4-BE49-F238E27FC236}">
                      <a16:creationId xmlns:a16="http://schemas.microsoft.com/office/drawing/2014/main" id="{8E2A3410-620E-AB29-0B1D-82D44E19C636}"/>
                    </a:ext>
                  </a:extLst>
                </p:cNvPr>
                <p:cNvSpPr/>
                <p:nvPr/>
              </p:nvSpPr>
              <p:spPr>
                <a:xfrm>
                  <a:off x="7154402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8" name="pg522">
                  <a:extLst>
                    <a:ext uri="{FF2B5EF4-FFF2-40B4-BE49-F238E27FC236}">
                      <a16:creationId xmlns:a16="http://schemas.microsoft.com/office/drawing/2014/main" id="{2E7E4B21-2D3E-B771-E7D7-57D7059BA0F9}"/>
                    </a:ext>
                  </a:extLst>
                </p:cNvPr>
                <p:cNvSpPr/>
                <p:nvPr/>
              </p:nvSpPr>
              <p:spPr>
                <a:xfrm>
                  <a:off x="7185465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DEFDC">
                    <a:alpha val="100000"/>
                  </a:srgbClr>
                </a:solidFill>
                <a:ln w="5420" cap="flat">
                  <a:solidFill>
                    <a:srgbClr val="C7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49" name="pg523">
                  <a:extLst>
                    <a:ext uri="{FF2B5EF4-FFF2-40B4-BE49-F238E27FC236}">
                      <a16:creationId xmlns:a16="http://schemas.microsoft.com/office/drawing/2014/main" id="{D99CE422-9F56-1729-AA5A-F6FA5B333D61}"/>
                    </a:ext>
                  </a:extLst>
                </p:cNvPr>
                <p:cNvSpPr/>
                <p:nvPr/>
              </p:nvSpPr>
              <p:spPr>
                <a:xfrm>
                  <a:off x="7216527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0DE">
                    <a:alpha val="100000"/>
                  </a:srgbClr>
                </a:solidFill>
                <a:ln w="5420" cap="flat">
                  <a:solidFill>
                    <a:srgbClr val="CBEF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0" name="pg524">
                  <a:extLst>
                    <a:ext uri="{FF2B5EF4-FFF2-40B4-BE49-F238E27FC236}">
                      <a16:creationId xmlns:a16="http://schemas.microsoft.com/office/drawing/2014/main" id="{7A59FC2B-6DB9-8C86-0D46-F1B1672F5C22}"/>
                    </a:ext>
                  </a:extLst>
                </p:cNvPr>
                <p:cNvSpPr/>
                <p:nvPr/>
              </p:nvSpPr>
              <p:spPr>
                <a:xfrm>
                  <a:off x="7247590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2F1DF">
                    <a:alpha val="100000"/>
                  </a:srgbClr>
                </a:solidFill>
                <a:ln w="5420" cap="flat">
                  <a:solidFill>
                    <a:srgbClr val="CE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1" name="pg525">
                  <a:extLst>
                    <a:ext uri="{FF2B5EF4-FFF2-40B4-BE49-F238E27FC236}">
                      <a16:creationId xmlns:a16="http://schemas.microsoft.com/office/drawing/2014/main" id="{8E76C469-8DC9-DE03-C848-0135436C50CF}"/>
                    </a:ext>
                  </a:extLst>
                </p:cNvPr>
                <p:cNvSpPr/>
                <p:nvPr/>
              </p:nvSpPr>
              <p:spPr>
                <a:xfrm>
                  <a:off x="7278653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3F1DF">
                    <a:alpha val="100000"/>
                  </a:srgbClr>
                </a:solidFill>
                <a:ln w="5420" cap="flat">
                  <a:solidFill>
                    <a:srgbClr val="CFF0D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2" name="pg526">
                  <a:extLst>
                    <a:ext uri="{FF2B5EF4-FFF2-40B4-BE49-F238E27FC236}">
                      <a16:creationId xmlns:a16="http://schemas.microsoft.com/office/drawing/2014/main" id="{F7C89718-8882-D9B0-2891-352BA451D528}"/>
                    </a:ext>
                  </a:extLst>
                </p:cNvPr>
                <p:cNvSpPr/>
                <p:nvPr/>
              </p:nvSpPr>
              <p:spPr>
                <a:xfrm>
                  <a:off x="7309716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3F1DF">
                    <a:alpha val="100000"/>
                  </a:srgbClr>
                </a:solidFill>
                <a:ln w="5420" cap="flat">
                  <a:solidFill>
                    <a:srgbClr val="CF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3" name="pg527">
                  <a:extLst>
                    <a:ext uri="{FF2B5EF4-FFF2-40B4-BE49-F238E27FC236}">
                      <a16:creationId xmlns:a16="http://schemas.microsoft.com/office/drawing/2014/main" id="{471B639C-E10F-7FFF-6FB0-D72FF8E94E66}"/>
                    </a:ext>
                  </a:extLst>
                </p:cNvPr>
                <p:cNvSpPr/>
                <p:nvPr/>
              </p:nvSpPr>
              <p:spPr>
                <a:xfrm>
                  <a:off x="7340779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4" name="pg528">
                  <a:extLst>
                    <a:ext uri="{FF2B5EF4-FFF2-40B4-BE49-F238E27FC236}">
                      <a16:creationId xmlns:a16="http://schemas.microsoft.com/office/drawing/2014/main" id="{2A440EE6-24EE-7817-AC27-7884AB06F692}"/>
                    </a:ext>
                  </a:extLst>
                </p:cNvPr>
                <p:cNvSpPr/>
                <p:nvPr/>
              </p:nvSpPr>
              <p:spPr>
                <a:xfrm>
                  <a:off x="7371842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9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5" name="pg529">
                  <a:extLst>
                    <a:ext uri="{FF2B5EF4-FFF2-40B4-BE49-F238E27FC236}">
                      <a16:creationId xmlns:a16="http://schemas.microsoft.com/office/drawing/2014/main" id="{515665B7-662B-99B3-A7FE-97600E8167D9}"/>
                    </a:ext>
                  </a:extLst>
                </p:cNvPr>
                <p:cNvSpPr/>
                <p:nvPr/>
              </p:nvSpPr>
              <p:spPr>
                <a:xfrm>
                  <a:off x="7402905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6" name="pg530">
                  <a:extLst>
                    <a:ext uri="{FF2B5EF4-FFF2-40B4-BE49-F238E27FC236}">
                      <a16:creationId xmlns:a16="http://schemas.microsoft.com/office/drawing/2014/main" id="{6582A82F-7352-55F7-2386-20F3792A9425}"/>
                    </a:ext>
                  </a:extLst>
                </p:cNvPr>
                <p:cNvSpPr/>
                <p:nvPr/>
              </p:nvSpPr>
              <p:spPr>
                <a:xfrm>
                  <a:off x="7433968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0EBD6">
                    <a:alpha val="100000"/>
                  </a:srgbClr>
                </a:solidFill>
                <a:ln w="5420" cap="flat">
                  <a:solidFill>
                    <a:srgbClr val="B6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7" name="pg531">
                  <a:extLst>
                    <a:ext uri="{FF2B5EF4-FFF2-40B4-BE49-F238E27FC236}">
                      <a16:creationId xmlns:a16="http://schemas.microsoft.com/office/drawing/2014/main" id="{4597B237-4D28-873E-03CB-24F608E96EAC}"/>
                    </a:ext>
                  </a:extLst>
                </p:cNvPr>
                <p:cNvSpPr/>
                <p:nvPr/>
              </p:nvSpPr>
              <p:spPr>
                <a:xfrm>
                  <a:off x="7465031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8" name="pg532">
                  <a:extLst>
                    <a:ext uri="{FF2B5EF4-FFF2-40B4-BE49-F238E27FC236}">
                      <a16:creationId xmlns:a16="http://schemas.microsoft.com/office/drawing/2014/main" id="{69802ACE-AC54-9C00-2847-FFD34D3E4B1F}"/>
                    </a:ext>
                  </a:extLst>
                </p:cNvPr>
                <p:cNvSpPr/>
                <p:nvPr/>
              </p:nvSpPr>
              <p:spPr>
                <a:xfrm>
                  <a:off x="7496094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59" name="pg533">
                  <a:extLst>
                    <a:ext uri="{FF2B5EF4-FFF2-40B4-BE49-F238E27FC236}">
                      <a16:creationId xmlns:a16="http://schemas.microsoft.com/office/drawing/2014/main" id="{220F9EF3-F4CE-3850-A388-8AE59A9BE8C7}"/>
                    </a:ext>
                  </a:extLst>
                </p:cNvPr>
                <p:cNvSpPr/>
                <p:nvPr/>
              </p:nvSpPr>
              <p:spPr>
                <a:xfrm>
                  <a:off x="7527156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0" name="pg534">
                  <a:extLst>
                    <a:ext uri="{FF2B5EF4-FFF2-40B4-BE49-F238E27FC236}">
                      <a16:creationId xmlns:a16="http://schemas.microsoft.com/office/drawing/2014/main" id="{29CD2240-E67E-CA76-E177-C963592D98D7}"/>
                    </a:ext>
                  </a:extLst>
                </p:cNvPr>
                <p:cNvSpPr/>
                <p:nvPr/>
              </p:nvSpPr>
              <p:spPr>
                <a:xfrm>
                  <a:off x="7558219" y="142296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1" name="pg535">
                  <a:extLst>
                    <a:ext uri="{FF2B5EF4-FFF2-40B4-BE49-F238E27FC236}">
                      <a16:creationId xmlns:a16="http://schemas.microsoft.com/office/drawing/2014/main" id="{2D9C4ECA-FBB5-25C2-0FEC-5CD7A0ABF151}"/>
                    </a:ext>
                  </a:extLst>
                </p:cNvPr>
                <p:cNvSpPr/>
                <p:nvPr/>
              </p:nvSpPr>
              <p:spPr>
                <a:xfrm>
                  <a:off x="7092276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2" name="pg536">
                  <a:extLst>
                    <a:ext uri="{FF2B5EF4-FFF2-40B4-BE49-F238E27FC236}">
                      <a16:creationId xmlns:a16="http://schemas.microsoft.com/office/drawing/2014/main" id="{42BA414C-5FEB-D15F-7F39-0E85972FD1CB}"/>
                    </a:ext>
                  </a:extLst>
                </p:cNvPr>
                <p:cNvSpPr/>
                <p:nvPr/>
              </p:nvSpPr>
              <p:spPr>
                <a:xfrm>
                  <a:off x="7123338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EDA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3" name="pg537">
                  <a:extLst>
                    <a:ext uri="{FF2B5EF4-FFF2-40B4-BE49-F238E27FC236}">
                      <a16:creationId xmlns:a16="http://schemas.microsoft.com/office/drawing/2014/main" id="{A55645CC-A53B-0405-4AFF-D883EB1B698A}"/>
                    </a:ext>
                  </a:extLst>
                </p:cNvPr>
                <p:cNvSpPr/>
                <p:nvPr/>
              </p:nvSpPr>
              <p:spPr>
                <a:xfrm>
                  <a:off x="7154402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FDB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4" name="pg538">
                  <a:extLst>
                    <a:ext uri="{FF2B5EF4-FFF2-40B4-BE49-F238E27FC236}">
                      <a16:creationId xmlns:a16="http://schemas.microsoft.com/office/drawing/2014/main" id="{795AF453-89E5-A6C6-642E-73BA425D273F}"/>
                    </a:ext>
                  </a:extLst>
                </p:cNvPr>
                <p:cNvSpPr/>
                <p:nvPr/>
              </p:nvSpPr>
              <p:spPr>
                <a:xfrm>
                  <a:off x="7185465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DF0DD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5" name="pg539">
                  <a:extLst>
                    <a:ext uri="{FF2B5EF4-FFF2-40B4-BE49-F238E27FC236}">
                      <a16:creationId xmlns:a16="http://schemas.microsoft.com/office/drawing/2014/main" id="{A53341D0-850D-A25B-DB1C-20AC1D0F03F3}"/>
                    </a:ext>
                  </a:extLst>
                </p:cNvPr>
                <p:cNvSpPr/>
                <p:nvPr/>
              </p:nvSpPr>
              <p:spPr>
                <a:xfrm>
                  <a:off x="7216527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0DE">
                    <a:alpha val="100000"/>
                  </a:srgbClr>
                </a:solidFill>
                <a:ln w="5420" cap="flat">
                  <a:solidFill>
                    <a:srgbClr val="CB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6" name="pg540">
                  <a:extLst>
                    <a:ext uri="{FF2B5EF4-FFF2-40B4-BE49-F238E27FC236}">
                      <a16:creationId xmlns:a16="http://schemas.microsoft.com/office/drawing/2014/main" id="{30BA8608-486A-530B-D744-9F5CB1E32B62}"/>
                    </a:ext>
                  </a:extLst>
                </p:cNvPr>
                <p:cNvSpPr/>
                <p:nvPr/>
              </p:nvSpPr>
              <p:spPr>
                <a:xfrm>
                  <a:off x="7247590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2F1DF">
                    <a:alpha val="100000"/>
                  </a:srgbClr>
                </a:solidFill>
                <a:ln w="5420" cap="flat">
                  <a:solidFill>
                    <a:srgbClr val="CE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7" name="pg541">
                  <a:extLst>
                    <a:ext uri="{FF2B5EF4-FFF2-40B4-BE49-F238E27FC236}">
                      <a16:creationId xmlns:a16="http://schemas.microsoft.com/office/drawing/2014/main" id="{1E88CAA4-33C5-C06D-16BD-6DCB059B934C}"/>
                    </a:ext>
                  </a:extLst>
                </p:cNvPr>
                <p:cNvSpPr/>
                <p:nvPr/>
              </p:nvSpPr>
              <p:spPr>
                <a:xfrm>
                  <a:off x="7278653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3F1DF">
                    <a:alpha val="100000"/>
                  </a:srgbClr>
                </a:solidFill>
                <a:ln w="5420" cap="flat">
                  <a:solidFill>
                    <a:srgbClr val="CFF0D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8" name="pg542">
                  <a:extLst>
                    <a:ext uri="{FF2B5EF4-FFF2-40B4-BE49-F238E27FC236}">
                      <a16:creationId xmlns:a16="http://schemas.microsoft.com/office/drawing/2014/main" id="{BA68124C-95E9-D1FF-7929-5CB16124F083}"/>
                    </a:ext>
                  </a:extLst>
                </p:cNvPr>
                <p:cNvSpPr/>
                <p:nvPr/>
              </p:nvSpPr>
              <p:spPr>
                <a:xfrm>
                  <a:off x="7309716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3F1DF">
                    <a:alpha val="100000"/>
                  </a:srgbClr>
                </a:solidFill>
                <a:ln w="5420" cap="flat">
                  <a:solidFill>
                    <a:srgbClr val="CFF0D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69" name="pg543">
                  <a:extLst>
                    <a:ext uri="{FF2B5EF4-FFF2-40B4-BE49-F238E27FC236}">
                      <a16:creationId xmlns:a16="http://schemas.microsoft.com/office/drawing/2014/main" id="{61D4BEF4-26A7-9EAD-8544-4CDA0F5F58DE}"/>
                    </a:ext>
                  </a:extLst>
                </p:cNvPr>
                <p:cNvSpPr/>
                <p:nvPr/>
              </p:nvSpPr>
              <p:spPr>
                <a:xfrm>
                  <a:off x="7340779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9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0" name="pg544">
                  <a:extLst>
                    <a:ext uri="{FF2B5EF4-FFF2-40B4-BE49-F238E27FC236}">
                      <a16:creationId xmlns:a16="http://schemas.microsoft.com/office/drawing/2014/main" id="{9152CF45-5B00-4BBB-CFAB-2E45FA149E5F}"/>
                    </a:ext>
                  </a:extLst>
                </p:cNvPr>
                <p:cNvSpPr/>
                <p:nvPr/>
              </p:nvSpPr>
              <p:spPr>
                <a:xfrm>
                  <a:off x="7371842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FDB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1" name="pg545">
                  <a:extLst>
                    <a:ext uri="{FF2B5EF4-FFF2-40B4-BE49-F238E27FC236}">
                      <a16:creationId xmlns:a16="http://schemas.microsoft.com/office/drawing/2014/main" id="{CBC2A11E-0017-80B6-4AAA-7D153BEFBFDA}"/>
                    </a:ext>
                  </a:extLst>
                </p:cNvPr>
                <p:cNvSpPr/>
                <p:nvPr/>
              </p:nvSpPr>
              <p:spPr>
                <a:xfrm>
                  <a:off x="7402905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B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2" name="pg546">
                  <a:extLst>
                    <a:ext uri="{FF2B5EF4-FFF2-40B4-BE49-F238E27FC236}">
                      <a16:creationId xmlns:a16="http://schemas.microsoft.com/office/drawing/2014/main" id="{091E7FA1-D17B-18A1-41A6-55917EB00634}"/>
                    </a:ext>
                  </a:extLst>
                </p:cNvPr>
                <p:cNvSpPr/>
                <p:nvPr/>
              </p:nvSpPr>
              <p:spPr>
                <a:xfrm>
                  <a:off x="7433968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3" name="pg547">
                  <a:extLst>
                    <a:ext uri="{FF2B5EF4-FFF2-40B4-BE49-F238E27FC236}">
                      <a16:creationId xmlns:a16="http://schemas.microsoft.com/office/drawing/2014/main" id="{CDB3C000-4BDE-903E-737C-28D3544C2006}"/>
                    </a:ext>
                  </a:extLst>
                </p:cNvPr>
                <p:cNvSpPr/>
                <p:nvPr/>
              </p:nvSpPr>
              <p:spPr>
                <a:xfrm>
                  <a:off x="7465031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4" name="pg548">
                  <a:extLst>
                    <a:ext uri="{FF2B5EF4-FFF2-40B4-BE49-F238E27FC236}">
                      <a16:creationId xmlns:a16="http://schemas.microsoft.com/office/drawing/2014/main" id="{5093ADE0-4D98-909A-6A59-C4EDD42B5C87}"/>
                    </a:ext>
                  </a:extLst>
                </p:cNvPr>
                <p:cNvSpPr/>
                <p:nvPr/>
              </p:nvSpPr>
              <p:spPr>
                <a:xfrm>
                  <a:off x="7496094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5" name="pg549">
                  <a:extLst>
                    <a:ext uri="{FF2B5EF4-FFF2-40B4-BE49-F238E27FC236}">
                      <a16:creationId xmlns:a16="http://schemas.microsoft.com/office/drawing/2014/main" id="{F6004B83-5738-4E2B-207F-EF7947B39137}"/>
                    </a:ext>
                  </a:extLst>
                </p:cNvPr>
                <p:cNvSpPr/>
                <p:nvPr/>
              </p:nvSpPr>
              <p:spPr>
                <a:xfrm>
                  <a:off x="7527156" y="146236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3">
                    <a:alpha val="100000"/>
                  </a:srgbClr>
                </a:solidFill>
                <a:ln w="5420" cap="flat">
                  <a:solidFill>
                    <a:srgbClr val="AD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6" name="pg550">
                  <a:extLst>
                    <a:ext uri="{FF2B5EF4-FFF2-40B4-BE49-F238E27FC236}">
                      <a16:creationId xmlns:a16="http://schemas.microsoft.com/office/drawing/2014/main" id="{37D3E52A-D3C3-8A98-DDCE-9157ED5C0EA2}"/>
                    </a:ext>
                  </a:extLst>
                </p:cNvPr>
                <p:cNvSpPr/>
                <p:nvPr/>
              </p:nvSpPr>
              <p:spPr>
                <a:xfrm>
                  <a:off x="7185465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DEFDC">
                    <a:alpha val="100000"/>
                  </a:srgbClr>
                </a:solidFill>
                <a:ln w="5420" cap="flat">
                  <a:solidFill>
                    <a:srgbClr val="C7ED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7" name="pg551">
                  <a:extLst>
                    <a:ext uri="{FF2B5EF4-FFF2-40B4-BE49-F238E27FC236}">
                      <a16:creationId xmlns:a16="http://schemas.microsoft.com/office/drawing/2014/main" id="{80ED5409-E130-56EA-74AE-961045EBDC14}"/>
                    </a:ext>
                  </a:extLst>
                </p:cNvPr>
                <p:cNvSpPr/>
                <p:nvPr/>
              </p:nvSpPr>
              <p:spPr>
                <a:xfrm>
                  <a:off x="7216527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FF0DD">
                    <a:alpha val="100000"/>
                  </a:srgbClr>
                </a:solidFill>
                <a:ln w="5420" cap="flat">
                  <a:solidFill>
                    <a:srgbClr val="CAEED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8" name="pg552">
                  <a:extLst>
                    <a:ext uri="{FF2B5EF4-FFF2-40B4-BE49-F238E27FC236}">
                      <a16:creationId xmlns:a16="http://schemas.microsoft.com/office/drawing/2014/main" id="{C3D18B26-1F5C-5F36-CF1A-3B21C115FD51}"/>
                    </a:ext>
                  </a:extLst>
                </p:cNvPr>
                <p:cNvSpPr/>
                <p:nvPr/>
              </p:nvSpPr>
              <p:spPr>
                <a:xfrm>
                  <a:off x="7247590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0F1DE">
                    <a:alpha val="100000"/>
                  </a:srgbClr>
                </a:solidFill>
                <a:ln w="5420" cap="flat">
                  <a:solidFill>
                    <a:srgbClr val="CC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79" name="pg553">
                  <a:extLst>
                    <a:ext uri="{FF2B5EF4-FFF2-40B4-BE49-F238E27FC236}">
                      <a16:creationId xmlns:a16="http://schemas.microsoft.com/office/drawing/2014/main" id="{66E00906-F510-7B19-BBE5-37135D7CFD22}"/>
                    </a:ext>
                  </a:extLst>
                </p:cNvPr>
                <p:cNvSpPr/>
                <p:nvPr/>
              </p:nvSpPr>
              <p:spPr>
                <a:xfrm>
                  <a:off x="7278653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1F1DE">
                    <a:alpha val="100000"/>
                  </a:srgbClr>
                </a:solidFill>
                <a:ln w="5420" cap="flat">
                  <a:solidFill>
                    <a:srgbClr val="CD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0" name="pg554">
                  <a:extLst>
                    <a:ext uri="{FF2B5EF4-FFF2-40B4-BE49-F238E27FC236}">
                      <a16:creationId xmlns:a16="http://schemas.microsoft.com/office/drawing/2014/main" id="{63E6B386-2DB6-3B1F-6BF5-89F7D184DD33}"/>
                    </a:ext>
                  </a:extLst>
                </p:cNvPr>
                <p:cNvSpPr/>
                <p:nvPr/>
              </p:nvSpPr>
              <p:spPr>
                <a:xfrm>
                  <a:off x="7309716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D1F1DE">
                    <a:alpha val="100000"/>
                  </a:srgbClr>
                </a:solidFill>
                <a:ln w="5420" cap="flat">
                  <a:solidFill>
                    <a:srgbClr val="CDEFD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1" name="pg555">
                  <a:extLst>
                    <a:ext uri="{FF2B5EF4-FFF2-40B4-BE49-F238E27FC236}">
                      <a16:creationId xmlns:a16="http://schemas.microsoft.com/office/drawing/2014/main" id="{A3758A81-846E-E9FF-71EA-C91E30D785BB}"/>
                    </a:ext>
                  </a:extLst>
                </p:cNvPr>
                <p:cNvSpPr/>
                <p:nvPr/>
              </p:nvSpPr>
              <p:spPr>
                <a:xfrm>
                  <a:off x="7340779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DEFDC">
                    <a:alpha val="100000"/>
                  </a:srgbClr>
                </a:solidFill>
                <a:ln w="5420" cap="flat">
                  <a:solidFill>
                    <a:srgbClr val="C7EED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2" name="pg556">
                  <a:extLst>
                    <a:ext uri="{FF2B5EF4-FFF2-40B4-BE49-F238E27FC236}">
                      <a16:creationId xmlns:a16="http://schemas.microsoft.com/office/drawing/2014/main" id="{3BC7FACE-7E2F-D60B-F6DB-6FD057BFEC0A}"/>
                    </a:ext>
                  </a:extLst>
                </p:cNvPr>
                <p:cNvSpPr/>
                <p:nvPr/>
              </p:nvSpPr>
              <p:spPr>
                <a:xfrm>
                  <a:off x="7371842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EDB">
                    <a:alpha val="100000"/>
                  </a:srgbClr>
                </a:solidFill>
                <a:ln w="5420" cap="flat">
                  <a:solidFill>
                    <a:srgbClr val="C3ECD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3" name="pg557">
                  <a:extLst>
                    <a:ext uri="{FF2B5EF4-FFF2-40B4-BE49-F238E27FC236}">
                      <a16:creationId xmlns:a16="http://schemas.microsoft.com/office/drawing/2014/main" id="{347B1CC0-65D1-49EA-7304-823F0116F83B}"/>
                    </a:ext>
                  </a:extLst>
                </p:cNvPr>
                <p:cNvSpPr/>
                <p:nvPr/>
              </p:nvSpPr>
              <p:spPr>
                <a:xfrm>
                  <a:off x="7402905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E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4" name="pg558">
                  <a:extLst>
                    <a:ext uri="{FF2B5EF4-FFF2-40B4-BE49-F238E27FC236}">
                      <a16:creationId xmlns:a16="http://schemas.microsoft.com/office/drawing/2014/main" id="{B9CBF4DD-CF11-5D1A-25DF-3AC488DAF5BB}"/>
                    </a:ext>
                  </a:extLst>
                </p:cNvPr>
                <p:cNvSpPr/>
                <p:nvPr/>
              </p:nvSpPr>
              <p:spPr>
                <a:xfrm>
                  <a:off x="7433968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9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5" name="pg559">
                  <a:extLst>
                    <a:ext uri="{FF2B5EF4-FFF2-40B4-BE49-F238E27FC236}">
                      <a16:creationId xmlns:a16="http://schemas.microsoft.com/office/drawing/2014/main" id="{62BFC105-5CA7-7B8F-2406-BA5279122858}"/>
                    </a:ext>
                  </a:extLst>
                </p:cNvPr>
                <p:cNvSpPr/>
                <p:nvPr/>
              </p:nvSpPr>
              <p:spPr>
                <a:xfrm>
                  <a:off x="7465031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5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6" name="pg560">
                  <a:extLst>
                    <a:ext uri="{FF2B5EF4-FFF2-40B4-BE49-F238E27FC236}">
                      <a16:creationId xmlns:a16="http://schemas.microsoft.com/office/drawing/2014/main" id="{1C845777-F522-79D0-BA26-6544E3C48E54}"/>
                    </a:ext>
                  </a:extLst>
                </p:cNvPr>
                <p:cNvSpPr/>
                <p:nvPr/>
              </p:nvSpPr>
              <p:spPr>
                <a:xfrm>
                  <a:off x="7496094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7" name="pg561">
                  <a:extLst>
                    <a:ext uri="{FF2B5EF4-FFF2-40B4-BE49-F238E27FC236}">
                      <a16:creationId xmlns:a16="http://schemas.microsoft.com/office/drawing/2014/main" id="{DCD00CB5-255B-A73B-4143-0BBA9BB4A582}"/>
                    </a:ext>
                  </a:extLst>
                </p:cNvPr>
                <p:cNvSpPr/>
                <p:nvPr/>
              </p:nvSpPr>
              <p:spPr>
                <a:xfrm>
                  <a:off x="7527156" y="150177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8" name="pg562">
                  <a:extLst>
                    <a:ext uri="{FF2B5EF4-FFF2-40B4-BE49-F238E27FC236}">
                      <a16:creationId xmlns:a16="http://schemas.microsoft.com/office/drawing/2014/main" id="{0DA0AC99-ABE5-CEDC-16FD-E4813252D801}"/>
                    </a:ext>
                  </a:extLst>
                </p:cNvPr>
                <p:cNvSpPr/>
                <p:nvPr/>
              </p:nvSpPr>
              <p:spPr>
                <a:xfrm>
                  <a:off x="7247590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8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89" name="pg563">
                  <a:extLst>
                    <a:ext uri="{FF2B5EF4-FFF2-40B4-BE49-F238E27FC236}">
                      <a16:creationId xmlns:a16="http://schemas.microsoft.com/office/drawing/2014/main" id="{C33C9BBB-4BB9-445D-2464-8B3732E9FD34}"/>
                    </a:ext>
                  </a:extLst>
                </p:cNvPr>
                <p:cNvSpPr/>
                <p:nvPr/>
              </p:nvSpPr>
              <p:spPr>
                <a:xfrm>
                  <a:off x="7278653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9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0" name="pg564">
                  <a:extLst>
                    <a:ext uri="{FF2B5EF4-FFF2-40B4-BE49-F238E27FC236}">
                      <a16:creationId xmlns:a16="http://schemas.microsoft.com/office/drawing/2014/main" id="{964E576D-B8BB-7E7F-F29A-B95EE62AED91}"/>
                    </a:ext>
                  </a:extLst>
                </p:cNvPr>
                <p:cNvSpPr/>
                <p:nvPr/>
              </p:nvSpPr>
              <p:spPr>
                <a:xfrm>
                  <a:off x="7309716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EF0DD">
                    <a:alpha val="100000"/>
                  </a:srgbClr>
                </a:solidFill>
                <a:ln w="5420" cap="flat">
                  <a:solidFill>
                    <a:srgbClr val="C9EED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1" name="pg565">
                  <a:extLst>
                    <a:ext uri="{FF2B5EF4-FFF2-40B4-BE49-F238E27FC236}">
                      <a16:creationId xmlns:a16="http://schemas.microsoft.com/office/drawing/2014/main" id="{2A5428DA-2949-D59F-F5FA-323450361D47}"/>
                    </a:ext>
                  </a:extLst>
                </p:cNvPr>
                <p:cNvSpPr/>
                <p:nvPr/>
              </p:nvSpPr>
              <p:spPr>
                <a:xfrm>
                  <a:off x="7340779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4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2" name="pg566">
                  <a:extLst>
                    <a:ext uri="{FF2B5EF4-FFF2-40B4-BE49-F238E27FC236}">
                      <a16:creationId xmlns:a16="http://schemas.microsoft.com/office/drawing/2014/main" id="{D1EF7CF2-ECC6-DFDA-9E10-FF7F2D4DB6DE}"/>
                    </a:ext>
                  </a:extLst>
                </p:cNvPr>
                <p:cNvSpPr/>
                <p:nvPr/>
              </p:nvSpPr>
              <p:spPr>
                <a:xfrm>
                  <a:off x="7371842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1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3" name="pg567">
                  <a:extLst>
                    <a:ext uri="{FF2B5EF4-FFF2-40B4-BE49-F238E27FC236}">
                      <a16:creationId xmlns:a16="http://schemas.microsoft.com/office/drawing/2014/main" id="{DE901A00-B5B3-0494-2287-8BF411839671}"/>
                    </a:ext>
                  </a:extLst>
                </p:cNvPr>
                <p:cNvSpPr/>
                <p:nvPr/>
              </p:nvSpPr>
              <p:spPr>
                <a:xfrm>
                  <a:off x="7402905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4" name="pg568">
                  <a:extLst>
                    <a:ext uri="{FF2B5EF4-FFF2-40B4-BE49-F238E27FC236}">
                      <a16:creationId xmlns:a16="http://schemas.microsoft.com/office/drawing/2014/main" id="{8B98E25B-0B33-6C23-702F-27962798BBBE}"/>
                    </a:ext>
                  </a:extLst>
                </p:cNvPr>
                <p:cNvSpPr/>
                <p:nvPr/>
              </p:nvSpPr>
              <p:spPr>
                <a:xfrm>
                  <a:off x="7433968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2ECD7">
                    <a:alpha val="100000"/>
                  </a:srgbClr>
                </a:solidFill>
                <a:ln w="5420" cap="flat">
                  <a:solidFill>
                    <a:srgbClr val="B8E9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5" name="pg569">
                  <a:extLst>
                    <a:ext uri="{FF2B5EF4-FFF2-40B4-BE49-F238E27FC236}">
                      <a16:creationId xmlns:a16="http://schemas.microsoft.com/office/drawing/2014/main" id="{51664BE6-9726-1FCC-8AA7-A5BEA0E5C95C}"/>
                    </a:ext>
                  </a:extLst>
                </p:cNvPr>
                <p:cNvSpPr/>
                <p:nvPr/>
              </p:nvSpPr>
              <p:spPr>
                <a:xfrm>
                  <a:off x="7465031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5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6" name="pg570">
                  <a:extLst>
                    <a:ext uri="{FF2B5EF4-FFF2-40B4-BE49-F238E27FC236}">
                      <a16:creationId xmlns:a16="http://schemas.microsoft.com/office/drawing/2014/main" id="{94992C30-69BD-6C65-CD4F-4314001B325B}"/>
                    </a:ext>
                  </a:extLst>
                </p:cNvPr>
                <p:cNvSpPr/>
                <p:nvPr/>
              </p:nvSpPr>
              <p:spPr>
                <a:xfrm>
                  <a:off x="7496094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7" name="pg571">
                  <a:extLst>
                    <a:ext uri="{FF2B5EF4-FFF2-40B4-BE49-F238E27FC236}">
                      <a16:creationId xmlns:a16="http://schemas.microsoft.com/office/drawing/2014/main" id="{437C1D54-A93A-4D04-8180-E7EED6387157}"/>
                    </a:ext>
                  </a:extLst>
                </p:cNvPr>
                <p:cNvSpPr/>
                <p:nvPr/>
              </p:nvSpPr>
              <p:spPr>
                <a:xfrm>
                  <a:off x="7527156" y="154118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8" name="pg572">
                  <a:extLst>
                    <a:ext uri="{FF2B5EF4-FFF2-40B4-BE49-F238E27FC236}">
                      <a16:creationId xmlns:a16="http://schemas.microsoft.com/office/drawing/2014/main" id="{11214BD2-C84C-8E05-8DB6-2A40F14B9465}"/>
                    </a:ext>
                  </a:extLst>
                </p:cNvPr>
                <p:cNvSpPr/>
                <p:nvPr/>
              </p:nvSpPr>
              <p:spPr>
                <a:xfrm>
                  <a:off x="7278653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BEFDB">
                    <a:alpha val="100000"/>
                  </a:srgbClr>
                </a:solidFill>
                <a:ln w="5420" cap="flat">
                  <a:solidFill>
                    <a:srgbClr val="C4ED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999" name="pg573">
                  <a:extLst>
                    <a:ext uri="{FF2B5EF4-FFF2-40B4-BE49-F238E27FC236}">
                      <a16:creationId xmlns:a16="http://schemas.microsoft.com/office/drawing/2014/main" id="{4867E818-EC1E-E3A3-D106-8246002A2D34}"/>
                    </a:ext>
                  </a:extLst>
                </p:cNvPr>
                <p:cNvSpPr/>
                <p:nvPr/>
              </p:nvSpPr>
              <p:spPr>
                <a:xfrm>
                  <a:off x="7309716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AEFDB">
                    <a:alpha val="100000"/>
                  </a:srgbClr>
                </a:solidFill>
                <a:ln w="5420" cap="flat">
                  <a:solidFill>
                    <a:srgbClr val="C4ECD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0" name="pg574">
                  <a:extLst>
                    <a:ext uri="{FF2B5EF4-FFF2-40B4-BE49-F238E27FC236}">
                      <a16:creationId xmlns:a16="http://schemas.microsoft.com/office/drawing/2014/main" id="{74B407CA-3D50-84F9-120D-1579F1BF0F65}"/>
                    </a:ext>
                  </a:extLst>
                </p:cNvPr>
                <p:cNvSpPr/>
                <p:nvPr/>
              </p:nvSpPr>
              <p:spPr>
                <a:xfrm>
                  <a:off x="7340779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8EEDA">
                    <a:alpha val="100000"/>
                  </a:srgbClr>
                </a:solidFill>
                <a:ln w="5420" cap="flat">
                  <a:solidFill>
                    <a:srgbClr val="C0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1" name="pg575">
                  <a:extLst>
                    <a:ext uri="{FF2B5EF4-FFF2-40B4-BE49-F238E27FC236}">
                      <a16:creationId xmlns:a16="http://schemas.microsoft.com/office/drawing/2014/main" id="{D72B47EA-B2AE-849D-B62B-30E002658D02}"/>
                    </a:ext>
                  </a:extLst>
                </p:cNvPr>
                <p:cNvSpPr/>
                <p:nvPr/>
              </p:nvSpPr>
              <p:spPr>
                <a:xfrm>
                  <a:off x="7371842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6EDD9">
                    <a:alpha val="100000"/>
                  </a:srgbClr>
                </a:solidFill>
                <a:ln w="5420" cap="flat">
                  <a:solidFill>
                    <a:srgbClr val="BDEAD5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2" name="pg576">
                  <a:extLst>
                    <a:ext uri="{FF2B5EF4-FFF2-40B4-BE49-F238E27FC236}">
                      <a16:creationId xmlns:a16="http://schemas.microsoft.com/office/drawing/2014/main" id="{16D888D5-DF01-6223-0754-7D6C74E8005F}"/>
                    </a:ext>
                  </a:extLst>
                </p:cNvPr>
                <p:cNvSpPr/>
                <p:nvPr/>
              </p:nvSpPr>
              <p:spPr>
                <a:xfrm>
                  <a:off x="7402905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3ECD8">
                    <a:alpha val="100000"/>
                  </a:srgbClr>
                </a:solidFill>
                <a:ln w="5420" cap="flat">
                  <a:solidFill>
                    <a:srgbClr val="BA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3" name="pg577">
                  <a:extLst>
                    <a:ext uri="{FF2B5EF4-FFF2-40B4-BE49-F238E27FC236}">
                      <a16:creationId xmlns:a16="http://schemas.microsoft.com/office/drawing/2014/main" id="{DB05F311-6582-F5D5-16F5-C85BE10BA17F}"/>
                    </a:ext>
                  </a:extLst>
                </p:cNvPr>
                <p:cNvSpPr/>
                <p:nvPr/>
              </p:nvSpPr>
              <p:spPr>
                <a:xfrm>
                  <a:off x="7433968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BD6">
                    <a:alpha val="100000"/>
                  </a:srgbClr>
                </a:solidFill>
                <a:ln w="5420" cap="flat">
                  <a:solidFill>
                    <a:srgbClr val="B7E8D1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4" name="pg578">
                  <a:extLst>
                    <a:ext uri="{FF2B5EF4-FFF2-40B4-BE49-F238E27FC236}">
                      <a16:creationId xmlns:a16="http://schemas.microsoft.com/office/drawing/2014/main" id="{93DC8267-9220-81FB-0A67-AE6442BB9136}"/>
                    </a:ext>
                  </a:extLst>
                </p:cNvPr>
                <p:cNvSpPr/>
                <p:nvPr/>
              </p:nvSpPr>
              <p:spPr>
                <a:xfrm>
                  <a:off x="7465031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E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5" name="pg579">
                  <a:extLst>
                    <a:ext uri="{FF2B5EF4-FFF2-40B4-BE49-F238E27FC236}">
                      <a16:creationId xmlns:a16="http://schemas.microsoft.com/office/drawing/2014/main" id="{9E32B7B2-9E76-367E-70BE-50D5B9418B5F}"/>
                    </a:ext>
                  </a:extLst>
                </p:cNvPr>
                <p:cNvSpPr/>
                <p:nvPr/>
              </p:nvSpPr>
              <p:spPr>
                <a:xfrm>
                  <a:off x="7496094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6" name="pg580">
                  <a:extLst>
                    <a:ext uri="{FF2B5EF4-FFF2-40B4-BE49-F238E27FC236}">
                      <a16:creationId xmlns:a16="http://schemas.microsoft.com/office/drawing/2014/main" id="{46588DDF-F3DB-CC56-259B-5547D94ADB08}"/>
                    </a:ext>
                  </a:extLst>
                </p:cNvPr>
                <p:cNvSpPr/>
                <p:nvPr/>
              </p:nvSpPr>
              <p:spPr>
                <a:xfrm>
                  <a:off x="7527156" y="158059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7" name="pg581">
                  <a:extLst>
                    <a:ext uri="{FF2B5EF4-FFF2-40B4-BE49-F238E27FC236}">
                      <a16:creationId xmlns:a16="http://schemas.microsoft.com/office/drawing/2014/main" id="{076B05D9-C5DA-CD81-BB76-B787E4891F38}"/>
                    </a:ext>
                  </a:extLst>
                </p:cNvPr>
                <p:cNvSpPr/>
                <p:nvPr/>
              </p:nvSpPr>
              <p:spPr>
                <a:xfrm>
                  <a:off x="7309716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7EDD9">
                    <a:alpha val="100000"/>
                  </a:srgbClr>
                </a:solidFill>
                <a:ln w="5420" cap="flat">
                  <a:solidFill>
                    <a:srgbClr val="BFEBD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8" name="pg582">
                  <a:extLst>
                    <a:ext uri="{FF2B5EF4-FFF2-40B4-BE49-F238E27FC236}">
                      <a16:creationId xmlns:a16="http://schemas.microsoft.com/office/drawing/2014/main" id="{06D7123D-497F-E7D7-61DA-3AF37F4507C5}"/>
                    </a:ext>
                  </a:extLst>
                </p:cNvPr>
                <p:cNvSpPr/>
                <p:nvPr/>
              </p:nvSpPr>
              <p:spPr>
                <a:xfrm>
                  <a:off x="7340779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5EDD8">
                    <a:alpha val="100000"/>
                  </a:srgbClr>
                </a:solidFill>
                <a:ln w="5420" cap="flat">
                  <a:solidFill>
                    <a:srgbClr val="BCEAD4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09" name="pg583">
                  <a:extLst>
                    <a:ext uri="{FF2B5EF4-FFF2-40B4-BE49-F238E27FC236}">
                      <a16:creationId xmlns:a16="http://schemas.microsoft.com/office/drawing/2014/main" id="{739E73C6-4787-43CB-C501-97F61ABAABC6}"/>
                    </a:ext>
                  </a:extLst>
                </p:cNvPr>
                <p:cNvSpPr/>
                <p:nvPr/>
              </p:nvSpPr>
              <p:spPr>
                <a:xfrm>
                  <a:off x="7371842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4ECD8">
                    <a:alpha val="100000"/>
                  </a:srgbClr>
                </a:solidFill>
                <a:ln w="5420" cap="flat">
                  <a:solidFill>
                    <a:srgbClr val="BBE9D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0" name="pg584">
                  <a:extLst>
                    <a:ext uri="{FF2B5EF4-FFF2-40B4-BE49-F238E27FC236}">
                      <a16:creationId xmlns:a16="http://schemas.microsoft.com/office/drawing/2014/main" id="{D77B65EC-E8B9-FF14-4581-B60BDAAB75A4}"/>
                    </a:ext>
                  </a:extLst>
                </p:cNvPr>
                <p:cNvSpPr/>
                <p:nvPr/>
              </p:nvSpPr>
              <p:spPr>
                <a:xfrm>
                  <a:off x="7402905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C1ECD6">
                    <a:alpha val="100000"/>
                  </a:srgbClr>
                </a:solidFill>
                <a:ln w="5420" cap="flat">
                  <a:solidFill>
                    <a:srgbClr val="B7E8D2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1" name="pg585">
                  <a:extLst>
                    <a:ext uri="{FF2B5EF4-FFF2-40B4-BE49-F238E27FC236}">
                      <a16:creationId xmlns:a16="http://schemas.microsoft.com/office/drawing/2014/main" id="{3863FAD5-46D7-BB56-3913-00C85A7E3AA6}"/>
                    </a:ext>
                  </a:extLst>
                </p:cNvPr>
                <p:cNvSpPr/>
                <p:nvPr/>
              </p:nvSpPr>
              <p:spPr>
                <a:xfrm>
                  <a:off x="7433968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6">
                    <a:alpha val="100000"/>
                  </a:srgbClr>
                </a:solidFill>
                <a:ln w="5420" cap="flat">
                  <a:solidFill>
                    <a:srgbClr val="B5E8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2" name="pg586">
                  <a:extLst>
                    <a:ext uri="{FF2B5EF4-FFF2-40B4-BE49-F238E27FC236}">
                      <a16:creationId xmlns:a16="http://schemas.microsoft.com/office/drawing/2014/main" id="{42D1B2D6-EB5E-EC73-1C6E-04FF5068B71E}"/>
                    </a:ext>
                  </a:extLst>
                </p:cNvPr>
                <p:cNvSpPr/>
                <p:nvPr/>
              </p:nvSpPr>
              <p:spPr>
                <a:xfrm>
                  <a:off x="7465031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3" name="pg587">
                  <a:extLst>
                    <a:ext uri="{FF2B5EF4-FFF2-40B4-BE49-F238E27FC236}">
                      <a16:creationId xmlns:a16="http://schemas.microsoft.com/office/drawing/2014/main" id="{CC0E92AA-312A-006A-DD6B-F26578C68283}"/>
                    </a:ext>
                  </a:extLst>
                </p:cNvPr>
                <p:cNvSpPr/>
                <p:nvPr/>
              </p:nvSpPr>
              <p:spPr>
                <a:xfrm>
                  <a:off x="7496094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4" name="pg588">
                  <a:extLst>
                    <a:ext uri="{FF2B5EF4-FFF2-40B4-BE49-F238E27FC236}">
                      <a16:creationId xmlns:a16="http://schemas.microsoft.com/office/drawing/2014/main" id="{5B2C66FB-E036-3324-FE04-C005EBD9C4D0}"/>
                    </a:ext>
                  </a:extLst>
                </p:cNvPr>
                <p:cNvSpPr/>
                <p:nvPr/>
              </p:nvSpPr>
              <p:spPr>
                <a:xfrm>
                  <a:off x="7527156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5" name="pg589">
                  <a:extLst>
                    <a:ext uri="{FF2B5EF4-FFF2-40B4-BE49-F238E27FC236}">
                      <a16:creationId xmlns:a16="http://schemas.microsoft.com/office/drawing/2014/main" id="{F24748ED-219D-7086-8814-F6B7B0074BF3}"/>
                    </a:ext>
                  </a:extLst>
                </p:cNvPr>
                <p:cNvSpPr/>
                <p:nvPr/>
              </p:nvSpPr>
              <p:spPr>
                <a:xfrm>
                  <a:off x="7558219" y="162000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6" name="pg590">
                  <a:extLst>
                    <a:ext uri="{FF2B5EF4-FFF2-40B4-BE49-F238E27FC236}">
                      <a16:creationId xmlns:a16="http://schemas.microsoft.com/office/drawing/2014/main" id="{948A871B-A837-0861-F172-C5F5D1B92899}"/>
                    </a:ext>
                  </a:extLst>
                </p:cNvPr>
                <p:cNvSpPr/>
                <p:nvPr/>
              </p:nvSpPr>
              <p:spPr>
                <a:xfrm>
                  <a:off x="7402905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5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7" name="pg591">
                  <a:extLst>
                    <a:ext uri="{FF2B5EF4-FFF2-40B4-BE49-F238E27FC236}">
                      <a16:creationId xmlns:a16="http://schemas.microsoft.com/office/drawing/2014/main" id="{E937F5C5-1766-F467-6904-309B02116AF8}"/>
                    </a:ext>
                  </a:extLst>
                </p:cNvPr>
                <p:cNvSpPr/>
                <p:nvPr/>
              </p:nvSpPr>
              <p:spPr>
                <a:xfrm>
                  <a:off x="7433968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8" name="pg592">
                  <a:extLst>
                    <a:ext uri="{FF2B5EF4-FFF2-40B4-BE49-F238E27FC236}">
                      <a16:creationId xmlns:a16="http://schemas.microsoft.com/office/drawing/2014/main" id="{4AC6E1A2-E620-3499-3A26-D6C5230D943E}"/>
                    </a:ext>
                  </a:extLst>
                </p:cNvPr>
                <p:cNvSpPr/>
                <p:nvPr/>
              </p:nvSpPr>
              <p:spPr>
                <a:xfrm>
                  <a:off x="7465031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19" name="pg593">
                  <a:extLst>
                    <a:ext uri="{FF2B5EF4-FFF2-40B4-BE49-F238E27FC236}">
                      <a16:creationId xmlns:a16="http://schemas.microsoft.com/office/drawing/2014/main" id="{223FBBEE-7263-8821-8053-FDC60FD0BB55}"/>
                    </a:ext>
                  </a:extLst>
                </p:cNvPr>
                <p:cNvSpPr/>
                <p:nvPr/>
              </p:nvSpPr>
              <p:spPr>
                <a:xfrm>
                  <a:off x="7496094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0" name="pg594">
                  <a:extLst>
                    <a:ext uri="{FF2B5EF4-FFF2-40B4-BE49-F238E27FC236}">
                      <a16:creationId xmlns:a16="http://schemas.microsoft.com/office/drawing/2014/main" id="{28BED098-A9D7-BF53-ABA2-7D735A413507}"/>
                    </a:ext>
                  </a:extLst>
                </p:cNvPr>
                <p:cNvSpPr/>
                <p:nvPr/>
              </p:nvSpPr>
              <p:spPr>
                <a:xfrm>
                  <a:off x="7527156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1" name="pg595">
                  <a:extLst>
                    <a:ext uri="{FF2B5EF4-FFF2-40B4-BE49-F238E27FC236}">
                      <a16:creationId xmlns:a16="http://schemas.microsoft.com/office/drawing/2014/main" id="{88ABC8A7-903D-8983-84CE-BFF45E99B951}"/>
                    </a:ext>
                  </a:extLst>
                </p:cNvPr>
                <p:cNvSpPr/>
                <p:nvPr/>
              </p:nvSpPr>
              <p:spPr>
                <a:xfrm>
                  <a:off x="7558219" y="1659411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2" name="pg596">
                  <a:extLst>
                    <a:ext uri="{FF2B5EF4-FFF2-40B4-BE49-F238E27FC236}">
                      <a16:creationId xmlns:a16="http://schemas.microsoft.com/office/drawing/2014/main" id="{51511E23-00DF-2637-D627-E3FB77923A22}"/>
                    </a:ext>
                  </a:extLst>
                </p:cNvPr>
                <p:cNvSpPr/>
                <p:nvPr/>
              </p:nvSpPr>
              <p:spPr>
                <a:xfrm>
                  <a:off x="7247590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FEBD5">
                    <a:alpha val="100000"/>
                  </a:srgbClr>
                </a:solidFill>
                <a:ln w="5420" cap="flat">
                  <a:solidFill>
                    <a:srgbClr val="B4E7D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3" name="pg597">
                  <a:extLst>
                    <a:ext uri="{FF2B5EF4-FFF2-40B4-BE49-F238E27FC236}">
                      <a16:creationId xmlns:a16="http://schemas.microsoft.com/office/drawing/2014/main" id="{3F9B785E-4E01-E3B7-F710-4BEF47AF4D0F}"/>
                    </a:ext>
                  </a:extLst>
                </p:cNvPr>
                <p:cNvSpPr/>
                <p:nvPr/>
              </p:nvSpPr>
              <p:spPr>
                <a:xfrm>
                  <a:off x="7371842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5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4" name="pg598">
                  <a:extLst>
                    <a:ext uri="{FF2B5EF4-FFF2-40B4-BE49-F238E27FC236}">
                      <a16:creationId xmlns:a16="http://schemas.microsoft.com/office/drawing/2014/main" id="{594840AC-A25B-1426-2E98-B4A35D05B627}"/>
                    </a:ext>
                  </a:extLst>
                </p:cNvPr>
                <p:cNvSpPr/>
                <p:nvPr/>
              </p:nvSpPr>
              <p:spPr>
                <a:xfrm>
                  <a:off x="7402905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5" name="pg599">
                  <a:extLst>
                    <a:ext uri="{FF2B5EF4-FFF2-40B4-BE49-F238E27FC236}">
                      <a16:creationId xmlns:a16="http://schemas.microsoft.com/office/drawing/2014/main" id="{A47EE29D-7EE3-30B1-0937-4A4507F372AF}"/>
                    </a:ext>
                  </a:extLst>
                </p:cNvPr>
                <p:cNvSpPr/>
                <p:nvPr/>
              </p:nvSpPr>
              <p:spPr>
                <a:xfrm>
                  <a:off x="7433968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6" name="pg600">
                  <a:extLst>
                    <a:ext uri="{FF2B5EF4-FFF2-40B4-BE49-F238E27FC236}">
                      <a16:creationId xmlns:a16="http://schemas.microsoft.com/office/drawing/2014/main" id="{8548EA70-44A2-6973-7D95-60823397E9C2}"/>
                    </a:ext>
                  </a:extLst>
                </p:cNvPr>
                <p:cNvSpPr/>
                <p:nvPr/>
              </p:nvSpPr>
              <p:spPr>
                <a:xfrm>
                  <a:off x="7465031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E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7" name="pg601">
                  <a:extLst>
                    <a:ext uri="{FF2B5EF4-FFF2-40B4-BE49-F238E27FC236}">
                      <a16:creationId xmlns:a16="http://schemas.microsoft.com/office/drawing/2014/main" id="{84E04B10-A37B-FADF-837C-1FA2CD7E8EB0}"/>
                    </a:ext>
                  </a:extLst>
                </p:cNvPr>
                <p:cNvSpPr/>
                <p:nvPr/>
              </p:nvSpPr>
              <p:spPr>
                <a:xfrm>
                  <a:off x="7496094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8" name="pg602">
                  <a:extLst>
                    <a:ext uri="{FF2B5EF4-FFF2-40B4-BE49-F238E27FC236}">
                      <a16:creationId xmlns:a16="http://schemas.microsoft.com/office/drawing/2014/main" id="{E1637DD7-361D-5E99-96DF-29A6F261F580}"/>
                    </a:ext>
                  </a:extLst>
                </p:cNvPr>
                <p:cNvSpPr/>
                <p:nvPr/>
              </p:nvSpPr>
              <p:spPr>
                <a:xfrm>
                  <a:off x="7527156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29" name="pg603">
                  <a:extLst>
                    <a:ext uri="{FF2B5EF4-FFF2-40B4-BE49-F238E27FC236}">
                      <a16:creationId xmlns:a16="http://schemas.microsoft.com/office/drawing/2014/main" id="{FE6A5927-DDF4-5D61-553E-27E2CF5FA86F}"/>
                    </a:ext>
                  </a:extLst>
                </p:cNvPr>
                <p:cNvSpPr/>
                <p:nvPr/>
              </p:nvSpPr>
              <p:spPr>
                <a:xfrm>
                  <a:off x="7558219" y="1698819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0" name="pg604">
                  <a:extLst>
                    <a:ext uri="{FF2B5EF4-FFF2-40B4-BE49-F238E27FC236}">
                      <a16:creationId xmlns:a16="http://schemas.microsoft.com/office/drawing/2014/main" id="{75785C23-3199-C2F5-9708-9D64171E1BFF}"/>
                    </a:ext>
                  </a:extLst>
                </p:cNvPr>
                <p:cNvSpPr/>
                <p:nvPr/>
              </p:nvSpPr>
              <p:spPr>
                <a:xfrm>
                  <a:off x="7216527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1" name="pg605">
                  <a:extLst>
                    <a:ext uri="{FF2B5EF4-FFF2-40B4-BE49-F238E27FC236}">
                      <a16:creationId xmlns:a16="http://schemas.microsoft.com/office/drawing/2014/main" id="{691CA6E0-CE78-81C3-0C56-B13C5C215BAD}"/>
                    </a:ext>
                  </a:extLst>
                </p:cNvPr>
                <p:cNvSpPr/>
                <p:nvPr/>
              </p:nvSpPr>
              <p:spPr>
                <a:xfrm>
                  <a:off x="7247590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2" name="pg606">
                  <a:extLst>
                    <a:ext uri="{FF2B5EF4-FFF2-40B4-BE49-F238E27FC236}">
                      <a16:creationId xmlns:a16="http://schemas.microsoft.com/office/drawing/2014/main" id="{A9B2E046-DCF0-8986-8C62-1D6182EAEA7F}"/>
                    </a:ext>
                  </a:extLst>
                </p:cNvPr>
                <p:cNvSpPr/>
                <p:nvPr/>
              </p:nvSpPr>
              <p:spPr>
                <a:xfrm>
                  <a:off x="7278653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2E7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3" name="pg607">
                  <a:extLst>
                    <a:ext uri="{FF2B5EF4-FFF2-40B4-BE49-F238E27FC236}">
                      <a16:creationId xmlns:a16="http://schemas.microsoft.com/office/drawing/2014/main" id="{6CE433E6-A72A-0FA1-FA61-17636503E5B8}"/>
                    </a:ext>
                  </a:extLst>
                </p:cNvPr>
                <p:cNvSpPr/>
                <p:nvPr/>
              </p:nvSpPr>
              <p:spPr>
                <a:xfrm>
                  <a:off x="7309716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DEAD4">
                    <a:alpha val="100000"/>
                  </a:srgbClr>
                </a:solidFill>
                <a:ln w="5420" cap="flat">
                  <a:solidFill>
                    <a:srgbClr val="B1E6C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4" name="pg608">
                  <a:extLst>
                    <a:ext uri="{FF2B5EF4-FFF2-40B4-BE49-F238E27FC236}">
                      <a16:creationId xmlns:a16="http://schemas.microsoft.com/office/drawing/2014/main" id="{F194B0D4-A12D-2AAC-9723-0E0CDF984ED5}"/>
                    </a:ext>
                  </a:extLst>
                </p:cNvPr>
                <p:cNvSpPr/>
                <p:nvPr/>
              </p:nvSpPr>
              <p:spPr>
                <a:xfrm>
                  <a:off x="7340779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5" name="pg609">
                  <a:extLst>
                    <a:ext uri="{FF2B5EF4-FFF2-40B4-BE49-F238E27FC236}">
                      <a16:creationId xmlns:a16="http://schemas.microsoft.com/office/drawing/2014/main" id="{595FA3AA-65C2-99B5-3026-6CEE83F49200}"/>
                    </a:ext>
                  </a:extLst>
                </p:cNvPr>
                <p:cNvSpPr/>
                <p:nvPr/>
              </p:nvSpPr>
              <p:spPr>
                <a:xfrm>
                  <a:off x="7371842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CEAD4">
                    <a:alpha val="100000"/>
                  </a:srgbClr>
                </a:solidFill>
                <a:ln w="5420" cap="flat">
                  <a:solidFill>
                    <a:srgbClr val="B0E6CE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6" name="pg610">
                  <a:extLst>
                    <a:ext uri="{FF2B5EF4-FFF2-40B4-BE49-F238E27FC236}">
                      <a16:creationId xmlns:a16="http://schemas.microsoft.com/office/drawing/2014/main" id="{F3472C88-38A5-055C-1EA2-5926674C14CB}"/>
                    </a:ext>
                  </a:extLst>
                </p:cNvPr>
                <p:cNvSpPr/>
                <p:nvPr/>
              </p:nvSpPr>
              <p:spPr>
                <a:xfrm>
                  <a:off x="7402905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BE9D3">
                    <a:alpha val="100000"/>
                  </a:srgbClr>
                </a:solidFill>
                <a:ln w="5420" cap="flat">
                  <a:solidFill>
                    <a:srgbClr val="AF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7" name="pg611">
                  <a:extLst>
                    <a:ext uri="{FF2B5EF4-FFF2-40B4-BE49-F238E27FC236}">
                      <a16:creationId xmlns:a16="http://schemas.microsoft.com/office/drawing/2014/main" id="{2A600B31-EBE6-BCBD-8093-BF22C4E20BC3}"/>
                    </a:ext>
                  </a:extLst>
                </p:cNvPr>
                <p:cNvSpPr/>
                <p:nvPr/>
              </p:nvSpPr>
              <p:spPr>
                <a:xfrm>
                  <a:off x="7433968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AE9D3">
                    <a:alpha val="100000"/>
                  </a:srgbClr>
                </a:solidFill>
                <a:ln w="5420" cap="flat">
                  <a:solidFill>
                    <a:srgbClr val="ADE5CD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8" name="pg612">
                  <a:extLst>
                    <a:ext uri="{FF2B5EF4-FFF2-40B4-BE49-F238E27FC236}">
                      <a16:creationId xmlns:a16="http://schemas.microsoft.com/office/drawing/2014/main" id="{3D59DB3D-D766-70AA-D943-EE930DD3E1AF}"/>
                    </a:ext>
                  </a:extLst>
                </p:cNvPr>
                <p:cNvSpPr/>
                <p:nvPr/>
              </p:nvSpPr>
              <p:spPr>
                <a:xfrm>
                  <a:off x="7465031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9E9D2">
                    <a:alpha val="100000"/>
                  </a:srgbClr>
                </a:solidFill>
                <a:ln w="5420" cap="flat">
                  <a:solidFill>
                    <a:srgbClr val="ACE5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39" name="pg613">
                  <a:extLst>
                    <a:ext uri="{FF2B5EF4-FFF2-40B4-BE49-F238E27FC236}">
                      <a16:creationId xmlns:a16="http://schemas.microsoft.com/office/drawing/2014/main" id="{CC366263-E39D-8908-E975-39D822FB0679}"/>
                    </a:ext>
                  </a:extLst>
                </p:cNvPr>
                <p:cNvSpPr/>
                <p:nvPr/>
              </p:nvSpPr>
              <p:spPr>
                <a:xfrm>
                  <a:off x="7496094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0" name="pg614">
                  <a:extLst>
                    <a:ext uri="{FF2B5EF4-FFF2-40B4-BE49-F238E27FC236}">
                      <a16:creationId xmlns:a16="http://schemas.microsoft.com/office/drawing/2014/main" id="{36724A20-CEC7-4574-6135-3A0E4F9BB329}"/>
                    </a:ext>
                  </a:extLst>
                </p:cNvPr>
                <p:cNvSpPr/>
                <p:nvPr/>
              </p:nvSpPr>
              <p:spPr>
                <a:xfrm>
                  <a:off x="7527156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1" name="pg615">
                  <a:extLst>
                    <a:ext uri="{FF2B5EF4-FFF2-40B4-BE49-F238E27FC236}">
                      <a16:creationId xmlns:a16="http://schemas.microsoft.com/office/drawing/2014/main" id="{1D848660-E415-0B2A-55DA-8744EE310592}"/>
                    </a:ext>
                  </a:extLst>
                </p:cNvPr>
                <p:cNvSpPr/>
                <p:nvPr/>
              </p:nvSpPr>
              <p:spPr>
                <a:xfrm>
                  <a:off x="7558219" y="1738228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2" name="pg616">
                  <a:extLst>
                    <a:ext uri="{FF2B5EF4-FFF2-40B4-BE49-F238E27FC236}">
                      <a16:creationId xmlns:a16="http://schemas.microsoft.com/office/drawing/2014/main" id="{41DBE7AD-FE86-3ADA-43B7-23DB43E0F570}"/>
                    </a:ext>
                  </a:extLst>
                </p:cNvPr>
                <p:cNvSpPr/>
                <p:nvPr/>
              </p:nvSpPr>
              <p:spPr>
                <a:xfrm>
                  <a:off x="7185465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3" name="pg617">
                  <a:extLst>
                    <a:ext uri="{FF2B5EF4-FFF2-40B4-BE49-F238E27FC236}">
                      <a16:creationId xmlns:a16="http://schemas.microsoft.com/office/drawing/2014/main" id="{F5D27680-BC00-8366-573E-89459174A496}"/>
                    </a:ext>
                  </a:extLst>
                </p:cNvPr>
                <p:cNvSpPr/>
                <p:nvPr/>
              </p:nvSpPr>
              <p:spPr>
                <a:xfrm>
                  <a:off x="7216527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4" name="pg618">
                  <a:extLst>
                    <a:ext uri="{FF2B5EF4-FFF2-40B4-BE49-F238E27FC236}">
                      <a16:creationId xmlns:a16="http://schemas.microsoft.com/office/drawing/2014/main" id="{9BA81734-2716-46B4-C707-37AAF9055ED6}"/>
                    </a:ext>
                  </a:extLst>
                </p:cNvPr>
                <p:cNvSpPr/>
                <p:nvPr/>
              </p:nvSpPr>
              <p:spPr>
                <a:xfrm>
                  <a:off x="7247590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5" name="pg619">
                  <a:extLst>
                    <a:ext uri="{FF2B5EF4-FFF2-40B4-BE49-F238E27FC236}">
                      <a16:creationId xmlns:a16="http://schemas.microsoft.com/office/drawing/2014/main" id="{8D511D4A-4E60-F807-68B7-69438F665D88}"/>
                    </a:ext>
                  </a:extLst>
                </p:cNvPr>
                <p:cNvSpPr/>
                <p:nvPr/>
              </p:nvSpPr>
              <p:spPr>
                <a:xfrm>
                  <a:off x="7278653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8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6" name="pg620">
                  <a:extLst>
                    <a:ext uri="{FF2B5EF4-FFF2-40B4-BE49-F238E27FC236}">
                      <a16:creationId xmlns:a16="http://schemas.microsoft.com/office/drawing/2014/main" id="{3DD42562-9151-EC2B-D2B4-FFF17AAD0B9B}"/>
                    </a:ext>
                  </a:extLst>
                </p:cNvPr>
                <p:cNvSpPr/>
                <p:nvPr/>
              </p:nvSpPr>
              <p:spPr>
                <a:xfrm>
                  <a:off x="7309716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8E9D2">
                    <a:alpha val="100000"/>
                  </a:srgbClr>
                </a:solidFill>
                <a:ln w="5420" cap="flat">
                  <a:solidFill>
                    <a:srgbClr val="ABE4CC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7" name="pg621">
                  <a:extLst>
                    <a:ext uri="{FF2B5EF4-FFF2-40B4-BE49-F238E27FC236}">
                      <a16:creationId xmlns:a16="http://schemas.microsoft.com/office/drawing/2014/main" id="{54F3F9AC-A7EF-A3BF-C0BC-B6BAD77CB6A6}"/>
                    </a:ext>
                  </a:extLst>
                </p:cNvPr>
                <p:cNvSpPr/>
                <p:nvPr/>
              </p:nvSpPr>
              <p:spPr>
                <a:xfrm>
                  <a:off x="7340779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2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8" name="pg622">
                  <a:extLst>
                    <a:ext uri="{FF2B5EF4-FFF2-40B4-BE49-F238E27FC236}">
                      <a16:creationId xmlns:a16="http://schemas.microsoft.com/office/drawing/2014/main" id="{34025FF0-72A0-E515-B7B5-69C6718175A0}"/>
                    </a:ext>
                  </a:extLst>
                </p:cNvPr>
                <p:cNvSpPr/>
                <p:nvPr/>
              </p:nvSpPr>
              <p:spPr>
                <a:xfrm>
                  <a:off x="7371842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A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49" name="pg623">
                  <a:extLst>
                    <a:ext uri="{FF2B5EF4-FFF2-40B4-BE49-F238E27FC236}">
                      <a16:creationId xmlns:a16="http://schemas.microsoft.com/office/drawing/2014/main" id="{D1394DE0-17E7-36C6-2E29-B821E9DAEC51}"/>
                    </a:ext>
                  </a:extLst>
                </p:cNvPr>
                <p:cNvSpPr/>
                <p:nvPr/>
              </p:nvSpPr>
              <p:spPr>
                <a:xfrm>
                  <a:off x="7402905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7E8D1">
                    <a:alpha val="100000"/>
                  </a:srgbClr>
                </a:solidFill>
                <a:ln w="5420" cap="flat">
                  <a:solidFill>
                    <a:srgbClr val="A9E4CB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0" name="pg624">
                  <a:extLst>
                    <a:ext uri="{FF2B5EF4-FFF2-40B4-BE49-F238E27FC236}">
                      <a16:creationId xmlns:a16="http://schemas.microsoft.com/office/drawing/2014/main" id="{AF681F00-F1BE-0127-4E25-8232F2A83809}"/>
                    </a:ext>
                  </a:extLst>
                </p:cNvPr>
                <p:cNvSpPr/>
                <p:nvPr/>
              </p:nvSpPr>
              <p:spPr>
                <a:xfrm>
                  <a:off x="7433968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1" name="pg625">
                  <a:extLst>
                    <a:ext uri="{FF2B5EF4-FFF2-40B4-BE49-F238E27FC236}">
                      <a16:creationId xmlns:a16="http://schemas.microsoft.com/office/drawing/2014/main" id="{B7009192-F166-9154-900C-C8EECF506EED}"/>
                    </a:ext>
                  </a:extLst>
                </p:cNvPr>
                <p:cNvSpPr/>
                <p:nvPr/>
              </p:nvSpPr>
              <p:spPr>
                <a:xfrm>
                  <a:off x="7465031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2" name="pg626">
                  <a:extLst>
                    <a:ext uri="{FF2B5EF4-FFF2-40B4-BE49-F238E27FC236}">
                      <a16:creationId xmlns:a16="http://schemas.microsoft.com/office/drawing/2014/main" id="{99F1B49B-4CF5-A7B1-5E12-99BC9643E308}"/>
                    </a:ext>
                  </a:extLst>
                </p:cNvPr>
                <p:cNvSpPr/>
                <p:nvPr/>
              </p:nvSpPr>
              <p:spPr>
                <a:xfrm>
                  <a:off x="7496094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3" name="pg627">
                  <a:extLst>
                    <a:ext uri="{FF2B5EF4-FFF2-40B4-BE49-F238E27FC236}">
                      <a16:creationId xmlns:a16="http://schemas.microsoft.com/office/drawing/2014/main" id="{86C1AFFD-7742-7C83-ED09-71ADB3D3E8D9}"/>
                    </a:ext>
                  </a:extLst>
                </p:cNvPr>
                <p:cNvSpPr/>
                <p:nvPr/>
              </p:nvSpPr>
              <p:spPr>
                <a:xfrm>
                  <a:off x="7527156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4" name="pg628">
                  <a:extLst>
                    <a:ext uri="{FF2B5EF4-FFF2-40B4-BE49-F238E27FC236}">
                      <a16:creationId xmlns:a16="http://schemas.microsoft.com/office/drawing/2014/main" id="{01F57C33-F75C-405F-116C-8EA347C07E89}"/>
                    </a:ext>
                  </a:extLst>
                </p:cNvPr>
                <p:cNvSpPr/>
                <p:nvPr/>
              </p:nvSpPr>
              <p:spPr>
                <a:xfrm>
                  <a:off x="7558219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5" name="pg629">
                  <a:extLst>
                    <a:ext uri="{FF2B5EF4-FFF2-40B4-BE49-F238E27FC236}">
                      <a16:creationId xmlns:a16="http://schemas.microsoft.com/office/drawing/2014/main" id="{D6F0557E-43D8-CD58-8B68-D52E0DA0D900}"/>
                    </a:ext>
                  </a:extLst>
                </p:cNvPr>
                <p:cNvSpPr/>
                <p:nvPr/>
              </p:nvSpPr>
              <p:spPr>
                <a:xfrm>
                  <a:off x="7589283" y="1777636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6" name="pg630">
                  <a:extLst>
                    <a:ext uri="{FF2B5EF4-FFF2-40B4-BE49-F238E27FC236}">
                      <a16:creationId xmlns:a16="http://schemas.microsoft.com/office/drawing/2014/main" id="{5ECA7851-0D68-6446-EFE2-9A6AA7107839}"/>
                    </a:ext>
                  </a:extLst>
                </p:cNvPr>
                <p:cNvSpPr/>
                <p:nvPr/>
              </p:nvSpPr>
              <p:spPr>
                <a:xfrm>
                  <a:off x="7185465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7" name="pg631">
                  <a:extLst>
                    <a:ext uri="{FF2B5EF4-FFF2-40B4-BE49-F238E27FC236}">
                      <a16:creationId xmlns:a16="http://schemas.microsoft.com/office/drawing/2014/main" id="{79DC50B7-E024-D2E8-DBE5-337AFF5096B0}"/>
                    </a:ext>
                  </a:extLst>
                </p:cNvPr>
                <p:cNvSpPr/>
                <p:nvPr/>
              </p:nvSpPr>
              <p:spPr>
                <a:xfrm>
                  <a:off x="7216527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8" name="pg632">
                  <a:extLst>
                    <a:ext uri="{FF2B5EF4-FFF2-40B4-BE49-F238E27FC236}">
                      <a16:creationId xmlns:a16="http://schemas.microsoft.com/office/drawing/2014/main" id="{BECB3620-E42A-3369-8489-232F65D2D57D}"/>
                    </a:ext>
                  </a:extLst>
                </p:cNvPr>
                <p:cNvSpPr/>
                <p:nvPr/>
              </p:nvSpPr>
              <p:spPr>
                <a:xfrm>
                  <a:off x="7247590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59" name="pg633">
                  <a:extLst>
                    <a:ext uri="{FF2B5EF4-FFF2-40B4-BE49-F238E27FC236}">
                      <a16:creationId xmlns:a16="http://schemas.microsoft.com/office/drawing/2014/main" id="{4461EC66-3922-65FF-F6F8-A0E6AA74CC4C}"/>
                    </a:ext>
                  </a:extLst>
                </p:cNvPr>
                <p:cNvSpPr/>
                <p:nvPr/>
              </p:nvSpPr>
              <p:spPr>
                <a:xfrm>
                  <a:off x="7278653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0" name="pg634">
                  <a:extLst>
                    <a:ext uri="{FF2B5EF4-FFF2-40B4-BE49-F238E27FC236}">
                      <a16:creationId xmlns:a16="http://schemas.microsoft.com/office/drawing/2014/main" id="{7CCD0A36-A69A-06C3-BFA8-756CDAA921C1}"/>
                    </a:ext>
                  </a:extLst>
                </p:cNvPr>
                <p:cNvSpPr/>
                <p:nvPr/>
              </p:nvSpPr>
              <p:spPr>
                <a:xfrm>
                  <a:off x="7309716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6E8D1">
                    <a:alpha val="100000"/>
                  </a:srgbClr>
                </a:solidFill>
                <a:ln w="5420" cap="flat">
                  <a:solidFill>
                    <a:srgbClr val="A8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1" name="pg635">
                  <a:extLst>
                    <a:ext uri="{FF2B5EF4-FFF2-40B4-BE49-F238E27FC236}">
                      <a16:creationId xmlns:a16="http://schemas.microsoft.com/office/drawing/2014/main" id="{B46D50C8-8841-3ABD-D4F3-8D873AA0E7F8}"/>
                    </a:ext>
                  </a:extLst>
                </p:cNvPr>
                <p:cNvSpPr/>
                <p:nvPr/>
              </p:nvSpPr>
              <p:spPr>
                <a:xfrm>
                  <a:off x="7340779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1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2" name="pg636">
                  <a:extLst>
                    <a:ext uri="{FF2B5EF4-FFF2-40B4-BE49-F238E27FC236}">
                      <a16:creationId xmlns:a16="http://schemas.microsoft.com/office/drawing/2014/main" id="{94602E6D-42BF-F34C-0F4F-8F2A5EDB1D18}"/>
                    </a:ext>
                  </a:extLst>
                </p:cNvPr>
                <p:cNvSpPr/>
                <p:nvPr/>
              </p:nvSpPr>
              <p:spPr>
                <a:xfrm>
                  <a:off x="7371842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8D0">
                    <a:alpha val="100000"/>
                  </a:srgbClr>
                </a:solidFill>
                <a:ln w="5420" cap="flat">
                  <a:solidFill>
                    <a:srgbClr val="A7E3CA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3" name="pg637">
                  <a:extLst>
                    <a:ext uri="{FF2B5EF4-FFF2-40B4-BE49-F238E27FC236}">
                      <a16:creationId xmlns:a16="http://schemas.microsoft.com/office/drawing/2014/main" id="{9E54B6FD-48CE-FDC9-3F0F-27FF201CE5CC}"/>
                    </a:ext>
                  </a:extLst>
                </p:cNvPr>
                <p:cNvSpPr/>
                <p:nvPr/>
              </p:nvSpPr>
              <p:spPr>
                <a:xfrm>
                  <a:off x="7402905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5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4" name="pg638">
                  <a:extLst>
                    <a:ext uri="{FF2B5EF4-FFF2-40B4-BE49-F238E27FC236}">
                      <a16:creationId xmlns:a16="http://schemas.microsoft.com/office/drawing/2014/main" id="{6CB915A2-0C8B-A209-59C3-60ABCF576923}"/>
                    </a:ext>
                  </a:extLst>
                </p:cNvPr>
                <p:cNvSpPr/>
                <p:nvPr/>
              </p:nvSpPr>
              <p:spPr>
                <a:xfrm>
                  <a:off x="7433968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6E3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5" name="pg639">
                  <a:extLst>
                    <a:ext uri="{FF2B5EF4-FFF2-40B4-BE49-F238E27FC236}">
                      <a16:creationId xmlns:a16="http://schemas.microsoft.com/office/drawing/2014/main" id="{89E8A3F3-920B-B19F-4AD6-243CDA07D7E2}"/>
                    </a:ext>
                  </a:extLst>
                </p:cNvPr>
                <p:cNvSpPr/>
                <p:nvPr/>
              </p:nvSpPr>
              <p:spPr>
                <a:xfrm>
                  <a:off x="7465031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6" name="pg640">
                  <a:extLst>
                    <a:ext uri="{FF2B5EF4-FFF2-40B4-BE49-F238E27FC236}">
                      <a16:creationId xmlns:a16="http://schemas.microsoft.com/office/drawing/2014/main" id="{817CC480-181A-6174-8DA4-824588958906}"/>
                    </a:ext>
                  </a:extLst>
                </p:cNvPr>
                <p:cNvSpPr/>
                <p:nvPr/>
              </p:nvSpPr>
              <p:spPr>
                <a:xfrm>
                  <a:off x="7496094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7" name="pg641">
                  <a:extLst>
                    <a:ext uri="{FF2B5EF4-FFF2-40B4-BE49-F238E27FC236}">
                      <a16:creationId xmlns:a16="http://schemas.microsoft.com/office/drawing/2014/main" id="{CB133A31-8510-4DEC-68EB-02C65B6D63CC}"/>
                    </a:ext>
                  </a:extLst>
                </p:cNvPr>
                <p:cNvSpPr/>
                <p:nvPr/>
              </p:nvSpPr>
              <p:spPr>
                <a:xfrm>
                  <a:off x="7527156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8" name="pg642">
                  <a:extLst>
                    <a:ext uri="{FF2B5EF4-FFF2-40B4-BE49-F238E27FC236}">
                      <a16:creationId xmlns:a16="http://schemas.microsoft.com/office/drawing/2014/main" id="{3843D474-478D-2642-64DD-F9BD4513E1A7}"/>
                    </a:ext>
                  </a:extLst>
                </p:cNvPr>
                <p:cNvSpPr/>
                <p:nvPr/>
              </p:nvSpPr>
              <p:spPr>
                <a:xfrm>
                  <a:off x="7558219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69" name="pg643">
                  <a:extLst>
                    <a:ext uri="{FF2B5EF4-FFF2-40B4-BE49-F238E27FC236}">
                      <a16:creationId xmlns:a16="http://schemas.microsoft.com/office/drawing/2014/main" id="{54A2A303-190D-D21F-1020-700B462B7A07}"/>
                    </a:ext>
                  </a:extLst>
                </p:cNvPr>
                <p:cNvSpPr/>
                <p:nvPr/>
              </p:nvSpPr>
              <p:spPr>
                <a:xfrm>
                  <a:off x="7589283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0" name="pg644">
                  <a:extLst>
                    <a:ext uri="{FF2B5EF4-FFF2-40B4-BE49-F238E27FC236}">
                      <a16:creationId xmlns:a16="http://schemas.microsoft.com/office/drawing/2014/main" id="{2F8DEC44-163A-53DE-00A1-FA77B7D80D03}"/>
                    </a:ext>
                  </a:extLst>
                </p:cNvPr>
                <p:cNvSpPr/>
                <p:nvPr/>
              </p:nvSpPr>
              <p:spPr>
                <a:xfrm>
                  <a:off x="7620345" y="1817045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1" name="pg645">
                  <a:extLst>
                    <a:ext uri="{FF2B5EF4-FFF2-40B4-BE49-F238E27FC236}">
                      <a16:creationId xmlns:a16="http://schemas.microsoft.com/office/drawing/2014/main" id="{0B76BEB1-80C5-14B0-1813-D34D299DB106}"/>
                    </a:ext>
                  </a:extLst>
                </p:cNvPr>
                <p:cNvSpPr/>
                <p:nvPr/>
              </p:nvSpPr>
              <p:spPr>
                <a:xfrm>
                  <a:off x="7185465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2" name="pg646">
                  <a:extLst>
                    <a:ext uri="{FF2B5EF4-FFF2-40B4-BE49-F238E27FC236}">
                      <a16:creationId xmlns:a16="http://schemas.microsoft.com/office/drawing/2014/main" id="{7C704996-606B-7A14-7885-56D9954BD5AE}"/>
                    </a:ext>
                  </a:extLst>
                </p:cNvPr>
                <p:cNvSpPr/>
                <p:nvPr/>
              </p:nvSpPr>
              <p:spPr>
                <a:xfrm>
                  <a:off x="7216527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3" name="pg647">
                  <a:extLst>
                    <a:ext uri="{FF2B5EF4-FFF2-40B4-BE49-F238E27FC236}">
                      <a16:creationId xmlns:a16="http://schemas.microsoft.com/office/drawing/2014/main" id="{CDD4C1F7-FDEC-23AF-2666-C281E3E30553}"/>
                    </a:ext>
                  </a:extLst>
                </p:cNvPr>
                <p:cNvSpPr/>
                <p:nvPr/>
              </p:nvSpPr>
              <p:spPr>
                <a:xfrm>
                  <a:off x="7247590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4" name="pg648">
                  <a:extLst>
                    <a:ext uri="{FF2B5EF4-FFF2-40B4-BE49-F238E27FC236}">
                      <a16:creationId xmlns:a16="http://schemas.microsoft.com/office/drawing/2014/main" id="{69401C17-590B-F563-19EA-5D1760AEA178}"/>
                    </a:ext>
                  </a:extLst>
                </p:cNvPr>
                <p:cNvSpPr/>
                <p:nvPr/>
              </p:nvSpPr>
              <p:spPr>
                <a:xfrm>
                  <a:off x="7278653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5" name="pg649">
                  <a:extLst>
                    <a:ext uri="{FF2B5EF4-FFF2-40B4-BE49-F238E27FC236}">
                      <a16:creationId xmlns:a16="http://schemas.microsoft.com/office/drawing/2014/main" id="{430EFDC7-F45C-47F3-DA77-2C0A8287ADAA}"/>
                    </a:ext>
                  </a:extLst>
                </p:cNvPr>
                <p:cNvSpPr/>
                <p:nvPr/>
              </p:nvSpPr>
              <p:spPr>
                <a:xfrm>
                  <a:off x="7309716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4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6" name="pg650">
                  <a:extLst>
                    <a:ext uri="{FF2B5EF4-FFF2-40B4-BE49-F238E27FC236}">
                      <a16:creationId xmlns:a16="http://schemas.microsoft.com/office/drawing/2014/main" id="{3FDC358B-714A-F112-51D8-3FDF50521044}"/>
                    </a:ext>
                  </a:extLst>
                </p:cNvPr>
                <p:cNvSpPr/>
                <p:nvPr/>
              </p:nvSpPr>
              <p:spPr>
                <a:xfrm>
                  <a:off x="7340779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5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7" name="pg651">
                  <a:extLst>
                    <a:ext uri="{FF2B5EF4-FFF2-40B4-BE49-F238E27FC236}">
                      <a16:creationId xmlns:a16="http://schemas.microsoft.com/office/drawing/2014/main" id="{89878432-4D2C-CAFE-8BD1-FA6D0AFB4A9D}"/>
                    </a:ext>
                  </a:extLst>
                </p:cNvPr>
                <p:cNvSpPr/>
                <p:nvPr/>
              </p:nvSpPr>
              <p:spPr>
                <a:xfrm>
                  <a:off x="7371842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D0">
                    <a:alpha val="100000"/>
                  </a:srgbClr>
                </a:solidFill>
                <a:ln w="5420" cap="flat">
                  <a:solidFill>
                    <a:srgbClr val="A4E2C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8" name="pg652">
                  <a:extLst>
                    <a:ext uri="{FF2B5EF4-FFF2-40B4-BE49-F238E27FC236}">
                      <a16:creationId xmlns:a16="http://schemas.microsoft.com/office/drawing/2014/main" id="{6230564F-FA9B-86EC-1E38-934B1078015A}"/>
                    </a:ext>
                  </a:extLst>
                </p:cNvPr>
                <p:cNvSpPr/>
                <p:nvPr/>
              </p:nvSpPr>
              <p:spPr>
                <a:xfrm>
                  <a:off x="7402905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3E7CF">
                    <a:alpha val="100000"/>
                  </a:srgbClr>
                </a:solidFill>
                <a:ln w="5420" cap="flat">
                  <a:solidFill>
                    <a:srgbClr val="A4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79" name="pg653">
                  <a:extLst>
                    <a:ext uri="{FF2B5EF4-FFF2-40B4-BE49-F238E27FC236}">
                      <a16:creationId xmlns:a16="http://schemas.microsoft.com/office/drawing/2014/main" id="{DC4E64E1-B08D-7896-64EF-8A67C95E8965}"/>
                    </a:ext>
                  </a:extLst>
                </p:cNvPr>
                <p:cNvSpPr/>
                <p:nvPr/>
              </p:nvSpPr>
              <p:spPr>
                <a:xfrm>
                  <a:off x="7433968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0" name="pg654">
                  <a:extLst>
                    <a:ext uri="{FF2B5EF4-FFF2-40B4-BE49-F238E27FC236}">
                      <a16:creationId xmlns:a16="http://schemas.microsoft.com/office/drawing/2014/main" id="{4EFE6A97-D305-6DE8-E802-726545039BE3}"/>
                    </a:ext>
                  </a:extLst>
                </p:cNvPr>
                <p:cNvSpPr/>
                <p:nvPr/>
              </p:nvSpPr>
              <p:spPr>
                <a:xfrm>
                  <a:off x="7465031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7CF">
                    <a:alpha val="100000"/>
                  </a:srgbClr>
                </a:solidFill>
                <a:ln w="5420" cap="flat">
                  <a:solidFill>
                    <a:srgbClr val="A3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1" name="pg655">
                  <a:extLst>
                    <a:ext uri="{FF2B5EF4-FFF2-40B4-BE49-F238E27FC236}">
                      <a16:creationId xmlns:a16="http://schemas.microsoft.com/office/drawing/2014/main" id="{EA542B73-F4C2-9E43-0F32-5B9F277ACE43}"/>
                    </a:ext>
                  </a:extLst>
                </p:cNvPr>
                <p:cNvSpPr/>
                <p:nvPr/>
              </p:nvSpPr>
              <p:spPr>
                <a:xfrm>
                  <a:off x="7496094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2E6CF">
                    <a:alpha val="100000"/>
                  </a:srgbClr>
                </a:solidFill>
                <a:ln w="5420" cap="flat">
                  <a:solidFill>
                    <a:srgbClr val="A2E2C8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2" name="pg656">
                  <a:extLst>
                    <a:ext uri="{FF2B5EF4-FFF2-40B4-BE49-F238E27FC236}">
                      <a16:creationId xmlns:a16="http://schemas.microsoft.com/office/drawing/2014/main" id="{2099C30C-6702-9D3F-03F3-47CF400F6A8C}"/>
                    </a:ext>
                  </a:extLst>
                </p:cNvPr>
                <p:cNvSpPr/>
                <p:nvPr/>
              </p:nvSpPr>
              <p:spPr>
                <a:xfrm>
                  <a:off x="7527156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1E6CF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3" name="pg657">
                  <a:extLst>
                    <a:ext uri="{FF2B5EF4-FFF2-40B4-BE49-F238E27FC236}">
                      <a16:creationId xmlns:a16="http://schemas.microsoft.com/office/drawing/2014/main" id="{72BDF561-1FA7-AD08-89F2-F0F800BBA0A0}"/>
                    </a:ext>
                  </a:extLst>
                </p:cNvPr>
                <p:cNvSpPr/>
                <p:nvPr/>
              </p:nvSpPr>
              <p:spPr>
                <a:xfrm>
                  <a:off x="7558219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1E1C7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4" name="pg658">
                  <a:extLst>
                    <a:ext uri="{FF2B5EF4-FFF2-40B4-BE49-F238E27FC236}">
                      <a16:creationId xmlns:a16="http://schemas.microsoft.com/office/drawing/2014/main" id="{E1536590-00E5-410B-4598-C748891F332E}"/>
                    </a:ext>
                  </a:extLst>
                </p:cNvPr>
                <p:cNvSpPr/>
                <p:nvPr/>
              </p:nvSpPr>
              <p:spPr>
                <a:xfrm>
                  <a:off x="7589283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B0E6CE">
                    <a:alpha val="100000"/>
                  </a:srgbClr>
                </a:solidFill>
                <a:ln w="5420" cap="flat">
                  <a:solidFill>
                    <a:srgbClr val="A0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5" name="pg659">
                  <a:extLst>
                    <a:ext uri="{FF2B5EF4-FFF2-40B4-BE49-F238E27FC236}">
                      <a16:creationId xmlns:a16="http://schemas.microsoft.com/office/drawing/2014/main" id="{D59C0B99-ADC9-8306-008D-8C2D51CDA233}"/>
                    </a:ext>
                  </a:extLst>
                </p:cNvPr>
                <p:cNvSpPr/>
                <p:nvPr/>
              </p:nvSpPr>
              <p:spPr>
                <a:xfrm>
                  <a:off x="7620345" y="1856453"/>
                  <a:ext cx="31063" cy="3940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81437" h="103316">
                      <a:moveTo>
                        <a:pt x="0" y="0"/>
                      </a:moveTo>
                      <a:lnTo>
                        <a:pt x="81437" y="0"/>
                      </a:lnTo>
                      <a:lnTo>
                        <a:pt x="81437" y="103316"/>
                      </a:lnTo>
                      <a:lnTo>
                        <a:pt x="0" y="103316"/>
                      </a:lnTo>
                      <a:close/>
                    </a:path>
                  </a:pathLst>
                </a:custGeom>
                <a:solidFill>
                  <a:srgbClr val="AFE6CE">
                    <a:alpha val="100000"/>
                  </a:srgbClr>
                </a:solidFill>
                <a:ln w="5420" cap="flat">
                  <a:solidFill>
                    <a:srgbClr val="9FE1C6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6" name="pg660">
                  <a:extLst>
                    <a:ext uri="{FF2B5EF4-FFF2-40B4-BE49-F238E27FC236}">
                      <a16:creationId xmlns:a16="http://schemas.microsoft.com/office/drawing/2014/main" id="{A20FE2C0-3681-3625-1496-0BF7961FBB45}"/>
                    </a:ext>
                  </a:extLst>
                </p:cNvPr>
                <p:cNvSpPr/>
                <p:nvPr/>
              </p:nvSpPr>
              <p:spPr>
                <a:xfrm>
                  <a:off x="8013933" y="474902"/>
                  <a:ext cx="10529" cy="5412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05" h="141906">
                      <a:moveTo>
                        <a:pt x="25965" y="15142"/>
                      </a:moveTo>
                      <a:lnTo>
                        <a:pt x="3001" y="141906"/>
                      </a:lnTo>
                      <a:lnTo>
                        <a:pt x="0" y="103414"/>
                      </a:lnTo>
                      <a:lnTo>
                        <a:pt x="9634" y="0"/>
                      </a:lnTo>
                      <a:lnTo>
                        <a:pt x="27605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7" name="pg661">
                  <a:extLst>
                    <a:ext uri="{FF2B5EF4-FFF2-40B4-BE49-F238E27FC236}">
                      <a16:creationId xmlns:a16="http://schemas.microsoft.com/office/drawing/2014/main" id="{782E91D9-5CEA-FFFC-2A1E-5A51BF173CB4}"/>
                    </a:ext>
                  </a:extLst>
                </p:cNvPr>
                <p:cNvSpPr/>
                <p:nvPr/>
              </p:nvSpPr>
              <p:spPr>
                <a:xfrm>
                  <a:off x="7607067" y="474902"/>
                  <a:ext cx="397528" cy="35769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42192" h="937770">
                      <a:moveTo>
                        <a:pt x="1041757" y="966"/>
                      </a:moveTo>
                      <a:lnTo>
                        <a:pt x="998433" y="199714"/>
                      </a:lnTo>
                      <a:lnTo>
                        <a:pt x="938872" y="305648"/>
                      </a:lnTo>
                      <a:lnTo>
                        <a:pt x="884012" y="378917"/>
                      </a:lnTo>
                      <a:lnTo>
                        <a:pt x="827417" y="366805"/>
                      </a:lnTo>
                      <a:lnTo>
                        <a:pt x="840146" y="425026"/>
                      </a:lnTo>
                      <a:lnTo>
                        <a:pt x="824596" y="455352"/>
                      </a:lnTo>
                      <a:lnTo>
                        <a:pt x="811288" y="518619"/>
                      </a:lnTo>
                      <a:lnTo>
                        <a:pt x="777548" y="560552"/>
                      </a:lnTo>
                      <a:lnTo>
                        <a:pt x="745832" y="556515"/>
                      </a:lnTo>
                      <a:lnTo>
                        <a:pt x="700266" y="585419"/>
                      </a:lnTo>
                      <a:lnTo>
                        <a:pt x="682293" y="607532"/>
                      </a:lnTo>
                      <a:lnTo>
                        <a:pt x="680955" y="649879"/>
                      </a:lnTo>
                      <a:lnTo>
                        <a:pt x="650470" y="687132"/>
                      </a:lnTo>
                      <a:lnTo>
                        <a:pt x="540461" y="880650"/>
                      </a:lnTo>
                      <a:lnTo>
                        <a:pt x="444953" y="937770"/>
                      </a:lnTo>
                      <a:lnTo>
                        <a:pt x="422098" y="929465"/>
                      </a:lnTo>
                      <a:lnTo>
                        <a:pt x="447268" y="838120"/>
                      </a:lnTo>
                      <a:lnTo>
                        <a:pt x="464518" y="745766"/>
                      </a:lnTo>
                      <a:lnTo>
                        <a:pt x="406548" y="705576"/>
                      </a:lnTo>
                      <a:lnTo>
                        <a:pt x="351073" y="684334"/>
                      </a:lnTo>
                      <a:lnTo>
                        <a:pt x="287426" y="687132"/>
                      </a:lnTo>
                      <a:lnTo>
                        <a:pt x="217124" y="615332"/>
                      </a:lnTo>
                      <a:lnTo>
                        <a:pt x="126499" y="563121"/>
                      </a:lnTo>
                      <a:lnTo>
                        <a:pt x="0" y="421860"/>
                      </a:lnTo>
                      <a:lnTo>
                        <a:pt x="3688" y="382679"/>
                      </a:lnTo>
                      <a:lnTo>
                        <a:pt x="506" y="316935"/>
                      </a:lnTo>
                      <a:lnTo>
                        <a:pt x="38947" y="213064"/>
                      </a:lnTo>
                      <a:lnTo>
                        <a:pt x="75798" y="140438"/>
                      </a:lnTo>
                      <a:lnTo>
                        <a:pt x="126680" y="102817"/>
                      </a:lnTo>
                      <a:lnTo>
                        <a:pt x="274335" y="64508"/>
                      </a:lnTo>
                      <a:lnTo>
                        <a:pt x="311366" y="6884"/>
                      </a:lnTo>
                      <a:lnTo>
                        <a:pt x="314479" y="0"/>
                      </a:lnTo>
                      <a:lnTo>
                        <a:pt x="1042192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8" name="pg662">
                  <a:extLst>
                    <a:ext uri="{FF2B5EF4-FFF2-40B4-BE49-F238E27FC236}">
                      <a16:creationId xmlns:a16="http://schemas.microsoft.com/office/drawing/2014/main" id="{E76AB218-029F-12C4-B71A-746A7FDBBA85}"/>
                    </a:ext>
                  </a:extLst>
                </p:cNvPr>
                <p:cNvSpPr/>
                <p:nvPr/>
              </p:nvSpPr>
              <p:spPr>
                <a:xfrm>
                  <a:off x="6948204" y="474902"/>
                  <a:ext cx="796815" cy="14047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88998" h="3682871">
                      <a:moveTo>
                        <a:pt x="1987487" y="41706"/>
                      </a:moveTo>
                      <a:lnTo>
                        <a:pt x="1877912" y="69968"/>
                      </a:lnTo>
                      <a:lnTo>
                        <a:pt x="1818858" y="101074"/>
                      </a:lnTo>
                      <a:lnTo>
                        <a:pt x="1771628" y="148650"/>
                      </a:lnTo>
                      <a:lnTo>
                        <a:pt x="1743674" y="208385"/>
                      </a:lnTo>
                      <a:lnTo>
                        <a:pt x="1680388" y="280369"/>
                      </a:lnTo>
                      <a:lnTo>
                        <a:pt x="1684836" y="328588"/>
                      </a:lnTo>
                      <a:lnTo>
                        <a:pt x="1695432" y="362859"/>
                      </a:lnTo>
                      <a:lnTo>
                        <a:pt x="1690550" y="434293"/>
                      </a:lnTo>
                      <a:lnTo>
                        <a:pt x="1730583" y="503937"/>
                      </a:lnTo>
                      <a:lnTo>
                        <a:pt x="1809961" y="618039"/>
                      </a:lnTo>
                      <a:lnTo>
                        <a:pt x="1825114" y="795269"/>
                      </a:lnTo>
                      <a:lnTo>
                        <a:pt x="1885687" y="913867"/>
                      </a:lnTo>
                      <a:lnTo>
                        <a:pt x="1978519" y="1052146"/>
                      </a:lnTo>
                      <a:lnTo>
                        <a:pt x="2049905" y="1091464"/>
                      </a:lnTo>
                      <a:lnTo>
                        <a:pt x="2053377" y="1142895"/>
                      </a:lnTo>
                      <a:lnTo>
                        <a:pt x="2020432" y="1227817"/>
                      </a:lnTo>
                      <a:lnTo>
                        <a:pt x="1977000" y="1266630"/>
                      </a:lnTo>
                      <a:lnTo>
                        <a:pt x="2033487" y="1258877"/>
                      </a:lnTo>
                      <a:lnTo>
                        <a:pt x="2061622" y="1278284"/>
                      </a:lnTo>
                      <a:lnTo>
                        <a:pt x="2088998" y="1349121"/>
                      </a:lnTo>
                      <a:lnTo>
                        <a:pt x="2086864" y="1421426"/>
                      </a:lnTo>
                      <a:lnTo>
                        <a:pt x="2077606" y="1462167"/>
                      </a:lnTo>
                      <a:lnTo>
                        <a:pt x="2060501" y="1478408"/>
                      </a:lnTo>
                      <a:lnTo>
                        <a:pt x="2061224" y="1436796"/>
                      </a:lnTo>
                      <a:lnTo>
                        <a:pt x="2049110" y="1422344"/>
                      </a:lnTo>
                      <a:lnTo>
                        <a:pt x="2029111" y="1440374"/>
                      </a:lnTo>
                      <a:lnTo>
                        <a:pt x="2016165" y="1460928"/>
                      </a:lnTo>
                      <a:lnTo>
                        <a:pt x="2010776" y="1541905"/>
                      </a:lnTo>
                      <a:lnTo>
                        <a:pt x="1997071" y="1582370"/>
                      </a:lnTo>
                      <a:lnTo>
                        <a:pt x="1948612" y="1594390"/>
                      </a:lnTo>
                      <a:lnTo>
                        <a:pt x="1899466" y="1700646"/>
                      </a:lnTo>
                      <a:lnTo>
                        <a:pt x="1853755" y="1760931"/>
                      </a:lnTo>
                      <a:lnTo>
                        <a:pt x="1673879" y="2168566"/>
                      </a:lnTo>
                      <a:lnTo>
                        <a:pt x="1680750" y="2236697"/>
                      </a:lnTo>
                      <a:lnTo>
                        <a:pt x="1647841" y="2258627"/>
                      </a:lnTo>
                      <a:lnTo>
                        <a:pt x="1598008" y="2276474"/>
                      </a:lnTo>
                      <a:lnTo>
                        <a:pt x="1547596" y="2317214"/>
                      </a:lnTo>
                      <a:lnTo>
                        <a:pt x="1514145" y="2362130"/>
                      </a:lnTo>
                      <a:lnTo>
                        <a:pt x="1483081" y="2482929"/>
                      </a:lnTo>
                      <a:lnTo>
                        <a:pt x="1423556" y="2618915"/>
                      </a:lnTo>
                      <a:lnTo>
                        <a:pt x="1386416" y="2562254"/>
                      </a:lnTo>
                      <a:lnTo>
                        <a:pt x="1376905" y="2513760"/>
                      </a:lnTo>
                      <a:lnTo>
                        <a:pt x="1393432" y="2387272"/>
                      </a:lnTo>
                      <a:lnTo>
                        <a:pt x="1457803" y="2179898"/>
                      </a:lnTo>
                      <a:lnTo>
                        <a:pt x="1528719" y="2050978"/>
                      </a:lnTo>
                      <a:lnTo>
                        <a:pt x="1582819" y="1989868"/>
                      </a:lnTo>
                      <a:lnTo>
                        <a:pt x="1627300" y="1865306"/>
                      </a:lnTo>
                      <a:lnTo>
                        <a:pt x="1571103" y="1846725"/>
                      </a:lnTo>
                      <a:lnTo>
                        <a:pt x="1485432" y="1848744"/>
                      </a:lnTo>
                      <a:lnTo>
                        <a:pt x="1501560" y="1791257"/>
                      </a:lnTo>
                      <a:lnTo>
                        <a:pt x="1526549" y="1740607"/>
                      </a:lnTo>
                      <a:lnTo>
                        <a:pt x="1481888" y="1690140"/>
                      </a:lnTo>
                      <a:lnTo>
                        <a:pt x="1455452" y="1683717"/>
                      </a:lnTo>
                      <a:lnTo>
                        <a:pt x="1428221" y="1663025"/>
                      </a:lnTo>
                      <a:lnTo>
                        <a:pt x="1460153" y="1621000"/>
                      </a:lnTo>
                      <a:lnTo>
                        <a:pt x="1475740" y="1576589"/>
                      </a:lnTo>
                      <a:lnTo>
                        <a:pt x="1466229" y="1522544"/>
                      </a:lnTo>
                      <a:lnTo>
                        <a:pt x="1479609" y="1481849"/>
                      </a:lnTo>
                      <a:lnTo>
                        <a:pt x="1457296" y="1487997"/>
                      </a:lnTo>
                      <a:lnTo>
                        <a:pt x="1421422" y="1531077"/>
                      </a:lnTo>
                      <a:lnTo>
                        <a:pt x="1399110" y="1548282"/>
                      </a:lnTo>
                      <a:lnTo>
                        <a:pt x="1385512" y="1510156"/>
                      </a:lnTo>
                      <a:lnTo>
                        <a:pt x="1369998" y="1518782"/>
                      </a:lnTo>
                      <a:lnTo>
                        <a:pt x="1359909" y="1544979"/>
                      </a:lnTo>
                      <a:lnTo>
                        <a:pt x="1337017" y="1559385"/>
                      </a:lnTo>
                      <a:lnTo>
                        <a:pt x="1288667" y="1523553"/>
                      </a:lnTo>
                      <a:lnTo>
                        <a:pt x="1218184" y="1482537"/>
                      </a:lnTo>
                      <a:lnTo>
                        <a:pt x="1178947" y="1411975"/>
                      </a:lnTo>
                      <a:lnTo>
                        <a:pt x="1156562" y="1357287"/>
                      </a:lnTo>
                      <a:lnTo>
                        <a:pt x="1179309" y="1258326"/>
                      </a:lnTo>
                      <a:lnTo>
                        <a:pt x="1228021" y="1240755"/>
                      </a:lnTo>
                      <a:lnTo>
                        <a:pt x="1291307" y="1256812"/>
                      </a:lnTo>
                      <a:lnTo>
                        <a:pt x="1374265" y="1256675"/>
                      </a:lnTo>
                      <a:lnTo>
                        <a:pt x="1362404" y="1234699"/>
                      </a:lnTo>
                      <a:lnTo>
                        <a:pt x="1332786" y="1238323"/>
                      </a:lnTo>
                      <a:lnTo>
                        <a:pt x="1245343" y="1158035"/>
                      </a:lnTo>
                      <a:lnTo>
                        <a:pt x="1217208" y="1109541"/>
                      </a:lnTo>
                      <a:lnTo>
                        <a:pt x="1168821" y="1096236"/>
                      </a:lnTo>
                      <a:lnTo>
                        <a:pt x="1146762" y="1142849"/>
                      </a:lnTo>
                      <a:lnTo>
                        <a:pt x="1122279" y="1155236"/>
                      </a:lnTo>
                      <a:lnTo>
                        <a:pt x="1152512" y="1053247"/>
                      </a:lnTo>
                      <a:lnTo>
                        <a:pt x="1192038" y="1049072"/>
                      </a:lnTo>
                      <a:lnTo>
                        <a:pt x="1250406" y="1020811"/>
                      </a:lnTo>
                      <a:lnTo>
                        <a:pt x="1233445" y="961764"/>
                      </a:lnTo>
                      <a:lnTo>
                        <a:pt x="1196595" y="935934"/>
                      </a:lnTo>
                      <a:lnTo>
                        <a:pt x="1130054" y="968325"/>
                      </a:lnTo>
                      <a:lnTo>
                        <a:pt x="1130850" y="926804"/>
                      </a:lnTo>
                      <a:lnTo>
                        <a:pt x="1143326" y="873631"/>
                      </a:lnTo>
                      <a:lnTo>
                        <a:pt x="1193485" y="873814"/>
                      </a:lnTo>
                      <a:lnTo>
                        <a:pt x="1237423" y="891156"/>
                      </a:lnTo>
                      <a:lnTo>
                        <a:pt x="1274816" y="805271"/>
                      </a:lnTo>
                      <a:lnTo>
                        <a:pt x="1276480" y="766916"/>
                      </a:lnTo>
                      <a:lnTo>
                        <a:pt x="1214351" y="822659"/>
                      </a:lnTo>
                      <a:lnTo>
                        <a:pt x="1200392" y="702410"/>
                      </a:lnTo>
                      <a:lnTo>
                        <a:pt x="1261544" y="586428"/>
                      </a:lnTo>
                      <a:lnTo>
                        <a:pt x="1319876" y="535869"/>
                      </a:lnTo>
                      <a:lnTo>
                        <a:pt x="1392745" y="537337"/>
                      </a:lnTo>
                      <a:lnTo>
                        <a:pt x="1466807" y="529171"/>
                      </a:lnTo>
                      <a:lnTo>
                        <a:pt x="1420338" y="507929"/>
                      </a:lnTo>
                      <a:lnTo>
                        <a:pt x="1372638" y="496413"/>
                      </a:lnTo>
                      <a:lnTo>
                        <a:pt x="1408476" y="450580"/>
                      </a:lnTo>
                      <a:lnTo>
                        <a:pt x="1439034" y="442368"/>
                      </a:lnTo>
                      <a:lnTo>
                        <a:pt x="1469050" y="402407"/>
                      </a:lnTo>
                      <a:lnTo>
                        <a:pt x="1396868" y="408326"/>
                      </a:lnTo>
                      <a:lnTo>
                        <a:pt x="1405366" y="332717"/>
                      </a:lnTo>
                      <a:lnTo>
                        <a:pt x="1370287" y="348086"/>
                      </a:lnTo>
                      <a:lnTo>
                        <a:pt x="1328302" y="355198"/>
                      </a:lnTo>
                      <a:lnTo>
                        <a:pt x="1311956" y="387267"/>
                      </a:lnTo>
                      <a:lnTo>
                        <a:pt x="1315175" y="440533"/>
                      </a:lnTo>
                      <a:lnTo>
                        <a:pt x="1302915" y="475492"/>
                      </a:lnTo>
                      <a:lnTo>
                        <a:pt x="1270260" y="503570"/>
                      </a:lnTo>
                      <a:lnTo>
                        <a:pt x="1215111" y="525455"/>
                      </a:lnTo>
                      <a:lnTo>
                        <a:pt x="1209758" y="487513"/>
                      </a:lnTo>
                      <a:lnTo>
                        <a:pt x="1191532" y="470308"/>
                      </a:lnTo>
                      <a:lnTo>
                        <a:pt x="1184733" y="551560"/>
                      </a:lnTo>
                      <a:lnTo>
                        <a:pt x="1170268" y="579179"/>
                      </a:lnTo>
                      <a:lnTo>
                        <a:pt x="1129946" y="502928"/>
                      </a:lnTo>
                      <a:lnTo>
                        <a:pt x="1117831" y="518298"/>
                      </a:lnTo>
                      <a:lnTo>
                        <a:pt x="1119386" y="539952"/>
                      </a:lnTo>
                      <a:lnTo>
                        <a:pt x="1109080" y="577390"/>
                      </a:lnTo>
                      <a:lnTo>
                        <a:pt x="1074507" y="596888"/>
                      </a:lnTo>
                      <a:lnTo>
                        <a:pt x="1076641" y="644878"/>
                      </a:lnTo>
                      <a:lnTo>
                        <a:pt x="1063225" y="671029"/>
                      </a:lnTo>
                      <a:lnTo>
                        <a:pt x="952492" y="629371"/>
                      </a:lnTo>
                      <a:lnTo>
                        <a:pt x="949889" y="643501"/>
                      </a:lnTo>
                      <a:lnTo>
                        <a:pt x="1012524" y="733333"/>
                      </a:lnTo>
                      <a:lnTo>
                        <a:pt x="1058270" y="764026"/>
                      </a:lnTo>
                      <a:lnTo>
                        <a:pt x="1063839" y="813024"/>
                      </a:lnTo>
                      <a:lnTo>
                        <a:pt x="1024566" y="853673"/>
                      </a:lnTo>
                      <a:lnTo>
                        <a:pt x="970393" y="818576"/>
                      </a:lnTo>
                      <a:lnTo>
                        <a:pt x="961280" y="821145"/>
                      </a:lnTo>
                      <a:lnTo>
                        <a:pt x="990717" y="881338"/>
                      </a:lnTo>
                      <a:lnTo>
                        <a:pt x="1009269" y="933916"/>
                      </a:lnTo>
                      <a:lnTo>
                        <a:pt x="990175" y="977960"/>
                      </a:lnTo>
                      <a:lnTo>
                        <a:pt x="993140" y="1032189"/>
                      </a:lnTo>
                      <a:lnTo>
                        <a:pt x="989017" y="1081371"/>
                      </a:lnTo>
                      <a:lnTo>
                        <a:pt x="977337" y="1124268"/>
                      </a:lnTo>
                      <a:lnTo>
                        <a:pt x="1003663" y="1322006"/>
                      </a:lnTo>
                      <a:lnTo>
                        <a:pt x="1035379" y="1375777"/>
                      </a:lnTo>
                      <a:lnTo>
                        <a:pt x="1066552" y="1427207"/>
                      </a:lnTo>
                      <a:lnTo>
                        <a:pt x="1083078" y="1475334"/>
                      </a:lnTo>
                      <a:lnTo>
                        <a:pt x="1049989" y="1482354"/>
                      </a:lnTo>
                      <a:lnTo>
                        <a:pt x="997299" y="1442760"/>
                      </a:lnTo>
                      <a:lnTo>
                        <a:pt x="951010" y="1412572"/>
                      </a:lnTo>
                      <a:lnTo>
                        <a:pt x="895861" y="1316042"/>
                      </a:lnTo>
                      <a:lnTo>
                        <a:pt x="886747" y="1277504"/>
                      </a:lnTo>
                      <a:lnTo>
                        <a:pt x="873295" y="1247040"/>
                      </a:lnTo>
                      <a:lnTo>
                        <a:pt x="879804" y="1317006"/>
                      </a:lnTo>
                      <a:lnTo>
                        <a:pt x="899477" y="1395138"/>
                      </a:lnTo>
                      <a:lnTo>
                        <a:pt x="1072193" y="1569983"/>
                      </a:lnTo>
                      <a:lnTo>
                        <a:pt x="1104089" y="1637058"/>
                      </a:lnTo>
                      <a:lnTo>
                        <a:pt x="1128391" y="1689773"/>
                      </a:lnTo>
                      <a:lnTo>
                        <a:pt x="1122279" y="1740286"/>
                      </a:lnTo>
                      <a:lnTo>
                        <a:pt x="1077256" y="1704546"/>
                      </a:lnTo>
                      <a:lnTo>
                        <a:pt x="1038416" y="1658988"/>
                      </a:lnTo>
                      <a:lnTo>
                        <a:pt x="935315" y="1607512"/>
                      </a:lnTo>
                      <a:lnTo>
                        <a:pt x="805308" y="1574983"/>
                      </a:lnTo>
                      <a:lnTo>
                        <a:pt x="732004" y="1455331"/>
                      </a:lnTo>
                      <a:lnTo>
                        <a:pt x="732258" y="1505247"/>
                      </a:lnTo>
                      <a:lnTo>
                        <a:pt x="715984" y="1547594"/>
                      </a:lnTo>
                      <a:lnTo>
                        <a:pt x="671178" y="1495980"/>
                      </a:lnTo>
                      <a:lnTo>
                        <a:pt x="642934" y="1451936"/>
                      </a:lnTo>
                      <a:lnTo>
                        <a:pt x="633459" y="1403671"/>
                      </a:lnTo>
                      <a:lnTo>
                        <a:pt x="577515" y="1406974"/>
                      </a:lnTo>
                      <a:lnTo>
                        <a:pt x="518858" y="1448908"/>
                      </a:lnTo>
                      <a:lnTo>
                        <a:pt x="462117" y="1438952"/>
                      </a:lnTo>
                      <a:lnTo>
                        <a:pt x="455391" y="1357104"/>
                      </a:lnTo>
                      <a:lnTo>
                        <a:pt x="470724" y="1313748"/>
                      </a:lnTo>
                      <a:lnTo>
                        <a:pt x="534408" y="1211209"/>
                      </a:lnTo>
                      <a:lnTo>
                        <a:pt x="594403" y="1158861"/>
                      </a:lnTo>
                      <a:lnTo>
                        <a:pt x="620875" y="1091281"/>
                      </a:lnTo>
                      <a:lnTo>
                        <a:pt x="611834" y="986493"/>
                      </a:lnTo>
                      <a:lnTo>
                        <a:pt x="600551" y="1093116"/>
                      </a:lnTo>
                      <a:lnTo>
                        <a:pt x="566268" y="1145969"/>
                      </a:lnTo>
                      <a:lnTo>
                        <a:pt x="512384" y="1186342"/>
                      </a:lnTo>
                      <a:lnTo>
                        <a:pt x="441468" y="1258280"/>
                      </a:lnTo>
                      <a:lnTo>
                        <a:pt x="424146" y="1324805"/>
                      </a:lnTo>
                      <a:lnTo>
                        <a:pt x="402014" y="1449367"/>
                      </a:lnTo>
                      <a:lnTo>
                        <a:pt x="431957" y="1491529"/>
                      </a:lnTo>
                      <a:lnTo>
                        <a:pt x="462551" y="1502540"/>
                      </a:lnTo>
                      <a:lnTo>
                        <a:pt x="552924" y="1474279"/>
                      </a:lnTo>
                      <a:lnTo>
                        <a:pt x="599683" y="1486896"/>
                      </a:lnTo>
                      <a:lnTo>
                        <a:pt x="703689" y="1636874"/>
                      </a:lnTo>
                      <a:lnTo>
                        <a:pt x="897343" y="1696196"/>
                      </a:lnTo>
                      <a:lnTo>
                        <a:pt x="967970" y="1733266"/>
                      </a:lnTo>
                      <a:lnTo>
                        <a:pt x="1025542" y="1811536"/>
                      </a:lnTo>
                      <a:lnTo>
                        <a:pt x="1112081" y="1856589"/>
                      </a:lnTo>
                      <a:lnTo>
                        <a:pt x="1179237" y="1922058"/>
                      </a:lnTo>
                      <a:lnTo>
                        <a:pt x="1181045" y="1964772"/>
                      </a:lnTo>
                      <a:lnTo>
                        <a:pt x="1157792" y="2015285"/>
                      </a:lnTo>
                      <a:lnTo>
                        <a:pt x="1148606" y="2083644"/>
                      </a:lnTo>
                      <a:lnTo>
                        <a:pt x="1120073" y="2126771"/>
                      </a:lnTo>
                      <a:lnTo>
                        <a:pt x="1051580" y="2131726"/>
                      </a:lnTo>
                      <a:lnTo>
                        <a:pt x="1010209" y="2120623"/>
                      </a:lnTo>
                      <a:lnTo>
                        <a:pt x="787804" y="1880308"/>
                      </a:lnTo>
                      <a:lnTo>
                        <a:pt x="761261" y="1858195"/>
                      </a:lnTo>
                      <a:lnTo>
                        <a:pt x="678772" y="1732349"/>
                      </a:lnTo>
                      <a:lnTo>
                        <a:pt x="581999" y="1664952"/>
                      </a:lnTo>
                      <a:lnTo>
                        <a:pt x="552056" y="1666374"/>
                      </a:lnTo>
                      <a:lnTo>
                        <a:pt x="689802" y="1791028"/>
                      </a:lnTo>
                      <a:lnTo>
                        <a:pt x="746036" y="1878198"/>
                      </a:lnTo>
                      <a:lnTo>
                        <a:pt x="845087" y="2000420"/>
                      </a:lnTo>
                      <a:lnTo>
                        <a:pt x="915895" y="2052171"/>
                      </a:lnTo>
                      <a:lnTo>
                        <a:pt x="968006" y="2132918"/>
                      </a:lnTo>
                      <a:lnTo>
                        <a:pt x="1016429" y="2170769"/>
                      </a:lnTo>
                      <a:lnTo>
                        <a:pt x="1148642" y="2224676"/>
                      </a:lnTo>
                      <a:lnTo>
                        <a:pt x="1102679" y="2263398"/>
                      </a:lnTo>
                      <a:lnTo>
                        <a:pt x="1176054" y="2296385"/>
                      </a:lnTo>
                      <a:lnTo>
                        <a:pt x="1186542" y="2357037"/>
                      </a:lnTo>
                      <a:lnTo>
                        <a:pt x="1179815" y="2426177"/>
                      </a:lnTo>
                      <a:lnTo>
                        <a:pt x="1077979" y="2398833"/>
                      </a:lnTo>
                      <a:lnTo>
                        <a:pt x="1074652" y="2449759"/>
                      </a:lnTo>
                      <a:lnTo>
                        <a:pt x="1083765" y="2479810"/>
                      </a:lnTo>
                      <a:lnTo>
                        <a:pt x="1038778" y="2504630"/>
                      </a:lnTo>
                      <a:lnTo>
                        <a:pt x="976216" y="2470955"/>
                      </a:lnTo>
                      <a:lnTo>
                        <a:pt x="813770" y="2286751"/>
                      </a:lnTo>
                      <a:lnTo>
                        <a:pt x="815144" y="2311388"/>
                      </a:lnTo>
                      <a:lnTo>
                        <a:pt x="828307" y="2339970"/>
                      </a:lnTo>
                      <a:lnTo>
                        <a:pt x="922513" y="2458568"/>
                      </a:lnTo>
                      <a:lnTo>
                        <a:pt x="1006593" y="2529680"/>
                      </a:lnTo>
                      <a:lnTo>
                        <a:pt x="1077871" y="2561796"/>
                      </a:lnTo>
                      <a:lnTo>
                        <a:pt x="1132803" y="2621392"/>
                      </a:lnTo>
                      <a:lnTo>
                        <a:pt x="1152186" y="2657453"/>
                      </a:lnTo>
                      <a:lnTo>
                        <a:pt x="1165133" y="2712141"/>
                      </a:lnTo>
                      <a:lnTo>
                        <a:pt x="1124413" y="2749303"/>
                      </a:lnTo>
                      <a:lnTo>
                        <a:pt x="1078051" y="2769811"/>
                      </a:lnTo>
                      <a:lnTo>
                        <a:pt x="1032775" y="2732741"/>
                      </a:lnTo>
                      <a:lnTo>
                        <a:pt x="999577" y="2693698"/>
                      </a:lnTo>
                      <a:lnTo>
                        <a:pt x="928878" y="2627403"/>
                      </a:lnTo>
                      <a:lnTo>
                        <a:pt x="907686" y="2553308"/>
                      </a:lnTo>
                      <a:lnTo>
                        <a:pt x="853911" y="2557116"/>
                      </a:lnTo>
                      <a:lnTo>
                        <a:pt x="629156" y="2463156"/>
                      </a:lnTo>
                      <a:lnTo>
                        <a:pt x="448520" y="2452328"/>
                      </a:lnTo>
                      <a:lnTo>
                        <a:pt x="466168" y="2471230"/>
                      </a:lnTo>
                      <a:lnTo>
                        <a:pt x="489023" y="2483801"/>
                      </a:lnTo>
                      <a:lnTo>
                        <a:pt x="632881" y="2506970"/>
                      </a:lnTo>
                      <a:lnTo>
                        <a:pt x="689730" y="2550234"/>
                      </a:lnTo>
                      <a:lnTo>
                        <a:pt x="808056" y="2588635"/>
                      </a:lnTo>
                      <a:lnTo>
                        <a:pt x="877345" y="2599141"/>
                      </a:lnTo>
                      <a:lnTo>
                        <a:pt x="905444" y="2717096"/>
                      </a:lnTo>
                      <a:lnTo>
                        <a:pt x="1001204" y="2798256"/>
                      </a:lnTo>
                      <a:lnTo>
                        <a:pt x="1013645" y="2858403"/>
                      </a:lnTo>
                      <a:lnTo>
                        <a:pt x="1079028" y="2865148"/>
                      </a:lnTo>
                      <a:lnTo>
                        <a:pt x="1194063" y="2806147"/>
                      </a:lnTo>
                      <a:lnTo>
                        <a:pt x="1268307" y="2826839"/>
                      </a:lnTo>
                      <a:lnTo>
                        <a:pt x="1375386" y="2843722"/>
                      </a:lnTo>
                      <a:lnTo>
                        <a:pt x="1399869" y="2891345"/>
                      </a:lnTo>
                      <a:lnTo>
                        <a:pt x="1418240" y="2981956"/>
                      </a:lnTo>
                      <a:lnTo>
                        <a:pt x="1456103" y="3083899"/>
                      </a:lnTo>
                      <a:lnTo>
                        <a:pt x="1554287" y="3485845"/>
                      </a:lnTo>
                      <a:lnTo>
                        <a:pt x="1642687" y="3682871"/>
                      </a:lnTo>
                      <a:lnTo>
                        <a:pt x="1615976" y="3682871"/>
                      </a:lnTo>
                      <a:lnTo>
                        <a:pt x="1576238" y="3603800"/>
                      </a:lnTo>
                      <a:lnTo>
                        <a:pt x="1515845" y="3446573"/>
                      </a:lnTo>
                      <a:lnTo>
                        <a:pt x="1453789" y="3168959"/>
                      </a:lnTo>
                      <a:lnTo>
                        <a:pt x="1435779" y="3106793"/>
                      </a:lnTo>
                      <a:lnTo>
                        <a:pt x="1414588" y="3081972"/>
                      </a:lnTo>
                      <a:lnTo>
                        <a:pt x="1400629" y="3102159"/>
                      </a:lnTo>
                      <a:lnTo>
                        <a:pt x="1394625" y="3137532"/>
                      </a:lnTo>
                      <a:lnTo>
                        <a:pt x="1404751" y="3164692"/>
                      </a:lnTo>
                      <a:lnTo>
                        <a:pt x="1380305" y="3256083"/>
                      </a:lnTo>
                      <a:lnTo>
                        <a:pt x="1390901" y="3298016"/>
                      </a:lnTo>
                      <a:lnTo>
                        <a:pt x="1430608" y="3341372"/>
                      </a:lnTo>
                      <a:lnTo>
                        <a:pt x="1473751" y="3449555"/>
                      </a:lnTo>
                      <a:lnTo>
                        <a:pt x="1508214" y="3595221"/>
                      </a:lnTo>
                      <a:lnTo>
                        <a:pt x="1461600" y="3536174"/>
                      </a:lnTo>
                      <a:lnTo>
                        <a:pt x="1411839" y="3504885"/>
                      </a:lnTo>
                      <a:lnTo>
                        <a:pt x="1334413" y="3480890"/>
                      </a:lnTo>
                      <a:lnTo>
                        <a:pt x="1265450" y="3438819"/>
                      </a:lnTo>
                      <a:lnTo>
                        <a:pt x="1270477" y="3499150"/>
                      </a:lnTo>
                      <a:lnTo>
                        <a:pt x="1263859" y="3564298"/>
                      </a:lnTo>
                      <a:lnTo>
                        <a:pt x="1210699" y="3544433"/>
                      </a:lnTo>
                      <a:lnTo>
                        <a:pt x="1174535" y="3522824"/>
                      </a:lnTo>
                      <a:lnTo>
                        <a:pt x="1206540" y="3592239"/>
                      </a:lnTo>
                      <a:lnTo>
                        <a:pt x="1137070" y="3571410"/>
                      </a:lnTo>
                      <a:lnTo>
                        <a:pt x="1090781" y="3575768"/>
                      </a:lnTo>
                      <a:lnTo>
                        <a:pt x="1060693" y="3637384"/>
                      </a:lnTo>
                      <a:lnTo>
                        <a:pt x="1020335" y="3674775"/>
                      </a:lnTo>
                      <a:lnTo>
                        <a:pt x="980297" y="3682871"/>
                      </a:lnTo>
                      <a:lnTo>
                        <a:pt x="954427" y="3682871"/>
                      </a:lnTo>
                      <a:lnTo>
                        <a:pt x="872137" y="3630502"/>
                      </a:lnTo>
                      <a:lnTo>
                        <a:pt x="843460" y="3562096"/>
                      </a:lnTo>
                      <a:lnTo>
                        <a:pt x="831598" y="3485937"/>
                      </a:lnTo>
                      <a:lnTo>
                        <a:pt x="826861" y="3575997"/>
                      </a:lnTo>
                      <a:lnTo>
                        <a:pt x="842628" y="3669774"/>
                      </a:lnTo>
                      <a:lnTo>
                        <a:pt x="841612" y="3682871"/>
                      </a:lnTo>
                      <a:lnTo>
                        <a:pt x="0" y="3682871"/>
                      </a:lnTo>
                      <a:lnTo>
                        <a:pt x="0" y="0"/>
                      </a:lnTo>
                      <a:lnTo>
                        <a:pt x="2024089" y="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89" name="pg663">
                  <a:extLst>
                    <a:ext uri="{FF2B5EF4-FFF2-40B4-BE49-F238E27FC236}">
                      <a16:creationId xmlns:a16="http://schemas.microsoft.com/office/drawing/2014/main" id="{0C0D7039-D0BE-3156-B24F-12B6E33CC497}"/>
                    </a:ext>
                  </a:extLst>
                </p:cNvPr>
                <p:cNvSpPr/>
                <p:nvPr/>
              </p:nvSpPr>
              <p:spPr>
                <a:xfrm>
                  <a:off x="7966137" y="543975"/>
                  <a:ext cx="41368" cy="777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453" h="203932">
                      <a:moveTo>
                        <a:pt x="1988" y="203932"/>
                      </a:moveTo>
                      <a:lnTo>
                        <a:pt x="0" y="176588"/>
                      </a:lnTo>
                      <a:lnTo>
                        <a:pt x="108453" y="0"/>
                      </a:lnTo>
                      <a:lnTo>
                        <a:pt x="88853" y="61707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0" name="pg664">
                  <a:extLst>
                    <a:ext uri="{FF2B5EF4-FFF2-40B4-BE49-F238E27FC236}">
                      <a16:creationId xmlns:a16="http://schemas.microsoft.com/office/drawing/2014/main" id="{B9429CDF-77FD-6BD6-6364-EE83AC23CC59}"/>
                    </a:ext>
                  </a:extLst>
                </p:cNvPr>
                <p:cNvSpPr/>
                <p:nvPr/>
              </p:nvSpPr>
              <p:spPr>
                <a:xfrm>
                  <a:off x="7648228" y="1063055"/>
                  <a:ext cx="79273" cy="15268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07830" h="400294">
                      <a:moveTo>
                        <a:pt x="0" y="400294"/>
                      </a:moveTo>
                      <a:lnTo>
                        <a:pt x="112974" y="212144"/>
                      </a:lnTo>
                      <a:lnTo>
                        <a:pt x="178574" y="54504"/>
                      </a:lnTo>
                      <a:lnTo>
                        <a:pt x="207830" y="0"/>
                      </a:lnTo>
                      <a:lnTo>
                        <a:pt x="179442" y="110476"/>
                      </a:lnTo>
                      <a:lnTo>
                        <a:pt x="129826" y="212052"/>
                      </a:lnTo>
                      <a:lnTo>
                        <a:pt x="33668" y="38506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1" name="pt665">
                  <a:extLst>
                    <a:ext uri="{FF2B5EF4-FFF2-40B4-BE49-F238E27FC236}">
                      <a16:creationId xmlns:a16="http://schemas.microsoft.com/office/drawing/2014/main" id="{C7A900BF-2A67-3792-ADDD-F457D5ADB7EB}"/>
                    </a:ext>
                  </a:extLst>
                </p:cNvPr>
                <p:cNvSpPr/>
                <p:nvPr/>
              </p:nvSpPr>
              <p:spPr>
                <a:xfrm>
                  <a:off x="7540037" y="1279735"/>
                  <a:ext cx="55120" cy="55120"/>
                </a:xfrm>
                <a:prstGeom prst="ellipse">
                  <a:avLst/>
                </a:prstGeom>
                <a:solidFill>
                  <a:srgbClr val="B5E8D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2" name="pt666">
                  <a:extLst>
                    <a:ext uri="{FF2B5EF4-FFF2-40B4-BE49-F238E27FC236}">
                      <a16:creationId xmlns:a16="http://schemas.microsoft.com/office/drawing/2014/main" id="{E3F6AEEF-5DCA-E36F-81F8-09D9E2ABC3D6}"/>
                    </a:ext>
                  </a:extLst>
                </p:cNvPr>
                <p:cNvSpPr/>
                <p:nvPr/>
              </p:nvSpPr>
              <p:spPr>
                <a:xfrm>
                  <a:off x="7752171" y="757561"/>
                  <a:ext cx="55120" cy="55120"/>
                </a:xfrm>
                <a:prstGeom prst="ellipse">
                  <a:avLst/>
                </a:prstGeom>
                <a:solidFill>
                  <a:srgbClr val="C7EDD9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3" name="pt667">
                  <a:extLst>
                    <a:ext uri="{FF2B5EF4-FFF2-40B4-BE49-F238E27FC236}">
                      <a16:creationId xmlns:a16="http://schemas.microsoft.com/office/drawing/2014/main" id="{825C4664-C210-80F1-1204-4C3BA0E4886E}"/>
                    </a:ext>
                  </a:extLst>
                </p:cNvPr>
                <p:cNvSpPr/>
                <p:nvPr/>
              </p:nvSpPr>
              <p:spPr>
                <a:xfrm>
                  <a:off x="7581562" y="628133"/>
                  <a:ext cx="55120" cy="55120"/>
                </a:xfrm>
                <a:prstGeom prst="ellipse">
                  <a:avLst/>
                </a:prstGeom>
                <a:solidFill>
                  <a:srgbClr val="ACE5CC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4" name="pt668">
                  <a:extLst>
                    <a:ext uri="{FF2B5EF4-FFF2-40B4-BE49-F238E27FC236}">
                      <a16:creationId xmlns:a16="http://schemas.microsoft.com/office/drawing/2014/main" id="{72798440-C079-C27B-CB5E-ADA881C9D3C2}"/>
                    </a:ext>
                  </a:extLst>
                </p:cNvPr>
                <p:cNvSpPr/>
                <p:nvPr/>
              </p:nvSpPr>
              <p:spPr>
                <a:xfrm>
                  <a:off x="7169184" y="1021567"/>
                  <a:ext cx="55120" cy="55120"/>
                </a:xfrm>
                <a:prstGeom prst="ellipse">
                  <a:avLst/>
                </a:prstGeom>
                <a:solidFill>
                  <a:srgbClr val="B3E7D0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5" name="pt669">
                  <a:extLst>
                    <a:ext uri="{FF2B5EF4-FFF2-40B4-BE49-F238E27FC236}">
                      <a16:creationId xmlns:a16="http://schemas.microsoft.com/office/drawing/2014/main" id="{D1B67EE1-89CE-6786-5ECB-84C0F03D94A2}"/>
                    </a:ext>
                  </a:extLst>
                </p:cNvPr>
                <p:cNvSpPr/>
                <p:nvPr/>
              </p:nvSpPr>
              <p:spPr>
                <a:xfrm>
                  <a:off x="7265559" y="1447371"/>
                  <a:ext cx="55120" cy="55120"/>
                </a:xfrm>
                <a:prstGeom prst="ellipse">
                  <a:avLst/>
                </a:prstGeom>
                <a:solidFill>
                  <a:srgbClr val="D6F2E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6" name="pt670">
                  <a:extLst>
                    <a:ext uri="{FF2B5EF4-FFF2-40B4-BE49-F238E27FC236}">
                      <a16:creationId xmlns:a16="http://schemas.microsoft.com/office/drawing/2014/main" id="{B019AEAC-24E8-7BB3-C8F9-7AC19D45C79E}"/>
                    </a:ext>
                  </a:extLst>
                </p:cNvPr>
                <p:cNvSpPr/>
                <p:nvPr/>
              </p:nvSpPr>
              <p:spPr>
                <a:xfrm>
                  <a:off x="7254491" y="1426695"/>
                  <a:ext cx="98419" cy="97738"/>
                </a:xfrm>
                <a:prstGeom prst="ellipse">
                  <a:avLst/>
                </a:prstGeom>
                <a:solidFill>
                  <a:srgbClr val="BAE9D3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7" name="pt671">
                  <a:extLst>
                    <a:ext uri="{FF2B5EF4-FFF2-40B4-BE49-F238E27FC236}">
                      <a16:creationId xmlns:a16="http://schemas.microsoft.com/office/drawing/2014/main" id="{482165A0-3AE4-F9B3-6CB5-6C353D3DB4CE}"/>
                    </a:ext>
                  </a:extLst>
                </p:cNvPr>
                <p:cNvSpPr/>
                <p:nvPr/>
              </p:nvSpPr>
              <p:spPr>
                <a:xfrm>
                  <a:off x="7293936" y="1128717"/>
                  <a:ext cx="98419" cy="97738"/>
                </a:xfrm>
                <a:prstGeom prst="ellipse">
                  <a:avLst/>
                </a:prstGeom>
                <a:solidFill>
                  <a:srgbClr val="94DDC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8" name="pt672">
                  <a:extLst>
                    <a:ext uri="{FF2B5EF4-FFF2-40B4-BE49-F238E27FC236}">
                      <a16:creationId xmlns:a16="http://schemas.microsoft.com/office/drawing/2014/main" id="{9E791D03-0532-0A34-E238-21D0A078679C}"/>
                    </a:ext>
                  </a:extLst>
                </p:cNvPr>
                <p:cNvSpPr/>
                <p:nvPr/>
              </p:nvSpPr>
              <p:spPr>
                <a:xfrm>
                  <a:off x="7283351" y="1391429"/>
                  <a:ext cx="98419" cy="97738"/>
                </a:xfrm>
                <a:prstGeom prst="ellipse">
                  <a:avLst/>
                </a:prstGeom>
                <a:solidFill>
                  <a:srgbClr val="D7F3E1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099" name="pl675">
                  <a:extLst>
                    <a:ext uri="{FF2B5EF4-FFF2-40B4-BE49-F238E27FC236}">
                      <a16:creationId xmlns:a16="http://schemas.microsoft.com/office/drawing/2014/main" id="{E33E9B2C-5862-350C-6068-307B0D185C90}"/>
                    </a:ext>
                  </a:extLst>
                </p:cNvPr>
                <p:cNvSpPr/>
                <p:nvPr/>
              </p:nvSpPr>
              <p:spPr>
                <a:xfrm>
                  <a:off x="7347203" y="1000663"/>
                  <a:ext cx="414952" cy="17417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87872" h="456639">
                      <a:moveTo>
                        <a:pt x="1087872" y="0"/>
                      </a:moveTo>
                      <a:lnTo>
                        <a:pt x="0" y="456639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0" name="pl676">
                  <a:extLst>
                    <a:ext uri="{FF2B5EF4-FFF2-40B4-BE49-F238E27FC236}">
                      <a16:creationId xmlns:a16="http://schemas.microsoft.com/office/drawing/2014/main" id="{06A338B4-ADC5-FCB5-8CDD-38D725F97080}"/>
                    </a:ext>
                  </a:extLst>
                </p:cNvPr>
                <p:cNvSpPr/>
                <p:nvPr/>
              </p:nvSpPr>
              <p:spPr>
                <a:xfrm>
                  <a:off x="7336428" y="1191311"/>
                  <a:ext cx="476290" cy="24585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48681" h="644551">
                      <a:moveTo>
                        <a:pt x="1248681" y="0"/>
                      </a:moveTo>
                      <a:lnTo>
                        <a:pt x="0" y="644551"/>
                      </a:lnTo>
                    </a:path>
                  </a:pathLst>
                </a:custGeom>
                <a:ln w="1355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0101" name="rc683">
                  <a:extLst>
                    <a:ext uri="{FF2B5EF4-FFF2-40B4-BE49-F238E27FC236}">
                      <a16:creationId xmlns:a16="http://schemas.microsoft.com/office/drawing/2014/main" id="{52B5C5E8-D8A2-5A16-B523-A0B01540AEAF}"/>
                    </a:ext>
                  </a:extLst>
                </p:cNvPr>
                <p:cNvSpPr/>
                <p:nvPr/>
              </p:nvSpPr>
              <p:spPr>
                <a:xfrm>
                  <a:off x="6948264" y="476671"/>
                  <a:ext cx="1510855" cy="1410009"/>
                </a:xfrm>
                <a:prstGeom prst="rect">
                  <a:avLst/>
                </a:prstGeom>
                <a:ln w="13550" cap="rnd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</p:grpSp>
          <p:sp>
            <p:nvSpPr>
              <p:cNvPr id="9448" name="pg675">
                <a:extLst>
                  <a:ext uri="{FF2B5EF4-FFF2-40B4-BE49-F238E27FC236}">
                    <a16:creationId xmlns:a16="http://schemas.microsoft.com/office/drawing/2014/main" id="{DC4E423A-302C-D989-C683-63DC2D759072}"/>
                  </a:ext>
                </a:extLst>
              </p:cNvPr>
              <p:cNvSpPr/>
              <p:nvPr/>
            </p:nvSpPr>
            <p:spPr>
              <a:xfrm>
                <a:off x="2718803" y="3172150"/>
                <a:ext cx="123475" cy="106933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49" name="pl674">
                <a:extLst>
                  <a:ext uri="{FF2B5EF4-FFF2-40B4-BE49-F238E27FC236}">
                    <a16:creationId xmlns:a16="http://schemas.microsoft.com/office/drawing/2014/main" id="{E10F9B9E-6784-C870-5E0C-C945175F1BF2}"/>
                  </a:ext>
                </a:extLst>
              </p:cNvPr>
              <p:cNvSpPr/>
              <p:nvPr/>
            </p:nvSpPr>
            <p:spPr>
              <a:xfrm flipV="1">
                <a:off x="2815452" y="3333716"/>
                <a:ext cx="580713" cy="69002"/>
              </a:xfrm>
              <a:custGeom>
                <a:avLst/>
                <a:gdLst/>
                <a:ahLst/>
                <a:cxnLst/>
                <a:rect l="0" t="0" r="0" b="0"/>
                <a:pathLst>
                  <a:path w="1102704" h="234974">
                    <a:moveTo>
                      <a:pt x="1102704" y="0"/>
                    </a:moveTo>
                    <a:lnTo>
                      <a:pt x="0" y="23497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50" name="pg683">
                <a:extLst>
                  <a:ext uri="{FF2B5EF4-FFF2-40B4-BE49-F238E27FC236}">
                    <a16:creationId xmlns:a16="http://schemas.microsoft.com/office/drawing/2014/main" id="{366EF279-C852-9C57-B973-D616B722F214}"/>
                  </a:ext>
                </a:extLst>
              </p:cNvPr>
              <p:cNvSpPr/>
              <p:nvPr/>
            </p:nvSpPr>
            <p:spPr>
              <a:xfrm>
                <a:off x="3419872" y="2935826"/>
                <a:ext cx="717432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54937" h="324612">
                    <a:moveTo>
                      <a:pt x="27431" y="324612"/>
                    </a:moveTo>
                    <a:lnTo>
                      <a:pt x="1527505" y="324612"/>
                    </a:lnTo>
                    <a:lnTo>
                      <a:pt x="1526400" y="324589"/>
                    </a:lnTo>
                    <a:lnTo>
                      <a:pt x="1530811" y="324411"/>
                    </a:lnTo>
                    <a:lnTo>
                      <a:pt x="1535137" y="323528"/>
                    </a:lnTo>
                    <a:lnTo>
                      <a:pt x="1539265" y="321963"/>
                    </a:lnTo>
                    <a:lnTo>
                      <a:pt x="1543088" y="319756"/>
                    </a:lnTo>
                    <a:lnTo>
                      <a:pt x="1546508" y="316964"/>
                    </a:lnTo>
                    <a:lnTo>
                      <a:pt x="1549435" y="313659"/>
                    </a:lnTo>
                    <a:lnTo>
                      <a:pt x="1551795" y="309928"/>
                    </a:lnTo>
                    <a:lnTo>
                      <a:pt x="1553525" y="305866"/>
                    </a:lnTo>
                    <a:lnTo>
                      <a:pt x="1554581" y="301580"/>
                    </a:lnTo>
                    <a:lnTo>
                      <a:pt x="1554937" y="297180"/>
                    </a:lnTo>
                    <a:lnTo>
                      <a:pt x="1554937" y="27432"/>
                    </a:lnTo>
                    <a:lnTo>
                      <a:pt x="1554581" y="23031"/>
                    </a:lnTo>
                    <a:lnTo>
                      <a:pt x="1553525" y="18745"/>
                    </a:lnTo>
                    <a:lnTo>
                      <a:pt x="1551795" y="14683"/>
                    </a:lnTo>
                    <a:lnTo>
                      <a:pt x="1549435" y="10952"/>
                    </a:lnTo>
                    <a:lnTo>
                      <a:pt x="1546508" y="7647"/>
                    </a:lnTo>
                    <a:lnTo>
                      <a:pt x="1543088" y="4855"/>
                    </a:lnTo>
                    <a:lnTo>
                      <a:pt x="1539265" y="2648"/>
                    </a:lnTo>
                    <a:lnTo>
                      <a:pt x="1535137" y="1083"/>
                    </a:lnTo>
                    <a:lnTo>
                      <a:pt x="1530811" y="200"/>
                    </a:lnTo>
                    <a:lnTo>
                      <a:pt x="1527505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/>
                  <a:t>  </a:t>
                </a:r>
                <a:r>
                  <a:rPr lang="en-US" sz="1100" dirty="0">
                    <a:latin typeface="Helvetica" pitchFamily="2" charset="0"/>
                  </a:rPr>
                  <a:t>S2-DEBY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9451" name="pg681">
                <a:extLst>
                  <a:ext uri="{FF2B5EF4-FFF2-40B4-BE49-F238E27FC236}">
                    <a16:creationId xmlns:a16="http://schemas.microsoft.com/office/drawing/2014/main" id="{C0828A47-1F91-D927-C130-A223E2B9EAA0}"/>
                  </a:ext>
                </a:extLst>
              </p:cNvPr>
              <p:cNvSpPr/>
              <p:nvPr/>
            </p:nvSpPr>
            <p:spPr>
              <a:xfrm>
                <a:off x="3397695" y="2650801"/>
                <a:ext cx="692540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500987" h="324611">
                    <a:moveTo>
                      <a:pt x="27432" y="324611"/>
                    </a:moveTo>
                    <a:lnTo>
                      <a:pt x="1473555" y="324611"/>
                    </a:lnTo>
                    <a:lnTo>
                      <a:pt x="1472451" y="324589"/>
                    </a:lnTo>
                    <a:lnTo>
                      <a:pt x="1476862" y="324411"/>
                    </a:lnTo>
                    <a:lnTo>
                      <a:pt x="1481187" y="323528"/>
                    </a:lnTo>
                    <a:lnTo>
                      <a:pt x="1485315" y="321963"/>
                    </a:lnTo>
                    <a:lnTo>
                      <a:pt x="1489138" y="319756"/>
                    </a:lnTo>
                    <a:lnTo>
                      <a:pt x="1492558" y="316964"/>
                    </a:lnTo>
                    <a:lnTo>
                      <a:pt x="1495485" y="313659"/>
                    </a:lnTo>
                    <a:lnTo>
                      <a:pt x="1497845" y="309928"/>
                    </a:lnTo>
                    <a:lnTo>
                      <a:pt x="1499575" y="305866"/>
                    </a:lnTo>
                    <a:lnTo>
                      <a:pt x="1500632" y="301580"/>
                    </a:lnTo>
                    <a:lnTo>
                      <a:pt x="1500987" y="297180"/>
                    </a:lnTo>
                    <a:lnTo>
                      <a:pt x="1500987" y="27432"/>
                    </a:lnTo>
                    <a:lnTo>
                      <a:pt x="1500632" y="23031"/>
                    </a:lnTo>
                    <a:lnTo>
                      <a:pt x="1499575" y="18745"/>
                    </a:lnTo>
                    <a:lnTo>
                      <a:pt x="1497845" y="14683"/>
                    </a:lnTo>
                    <a:lnTo>
                      <a:pt x="1495485" y="10952"/>
                    </a:lnTo>
                    <a:lnTo>
                      <a:pt x="1492558" y="7647"/>
                    </a:lnTo>
                    <a:lnTo>
                      <a:pt x="1489138" y="4855"/>
                    </a:lnTo>
                    <a:lnTo>
                      <a:pt x="1485315" y="2648"/>
                    </a:lnTo>
                    <a:lnTo>
                      <a:pt x="1481187" y="1083"/>
                    </a:lnTo>
                    <a:lnTo>
                      <a:pt x="1476862" y="200"/>
                    </a:lnTo>
                    <a:lnTo>
                      <a:pt x="1473555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297180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6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S1-LOLA</a:t>
                </a:r>
                <a:endParaRPr sz="1100" dirty="0">
                  <a:latin typeface="Helvetica" pitchFamily="2" charset="0"/>
                </a:endParaRPr>
              </a:p>
            </p:txBody>
          </p:sp>
          <p:sp>
            <p:nvSpPr>
              <p:cNvPr id="9452" name="pg679">
                <a:extLst>
                  <a:ext uri="{FF2B5EF4-FFF2-40B4-BE49-F238E27FC236}">
                    <a16:creationId xmlns:a16="http://schemas.microsoft.com/office/drawing/2014/main" id="{D724FF5B-CD5A-D858-D783-79AF88A9521E}"/>
                  </a:ext>
                </a:extLst>
              </p:cNvPr>
              <p:cNvSpPr/>
              <p:nvPr/>
            </p:nvSpPr>
            <p:spPr>
              <a:xfrm>
                <a:off x="3358687" y="3313810"/>
                <a:ext cx="550615" cy="173736"/>
              </a:xfrm>
              <a:custGeom>
                <a:avLst/>
                <a:gdLst/>
                <a:ahLst/>
                <a:cxnLst/>
                <a:rect l="0" t="0" r="0" b="0"/>
                <a:pathLst>
                  <a:path w="1193383" h="324612">
                    <a:moveTo>
                      <a:pt x="27431" y="324612"/>
                    </a:moveTo>
                    <a:lnTo>
                      <a:pt x="1165951" y="324612"/>
                    </a:lnTo>
                    <a:lnTo>
                      <a:pt x="1164846" y="324589"/>
                    </a:lnTo>
                    <a:lnTo>
                      <a:pt x="1169258" y="324411"/>
                    </a:lnTo>
                    <a:lnTo>
                      <a:pt x="1173583" y="323528"/>
                    </a:lnTo>
                    <a:lnTo>
                      <a:pt x="1177711" y="321963"/>
                    </a:lnTo>
                    <a:lnTo>
                      <a:pt x="1181534" y="319756"/>
                    </a:lnTo>
                    <a:lnTo>
                      <a:pt x="1184954" y="316964"/>
                    </a:lnTo>
                    <a:lnTo>
                      <a:pt x="1187881" y="313659"/>
                    </a:lnTo>
                    <a:lnTo>
                      <a:pt x="1190241" y="309928"/>
                    </a:lnTo>
                    <a:lnTo>
                      <a:pt x="1191971" y="305866"/>
                    </a:lnTo>
                    <a:lnTo>
                      <a:pt x="1193028" y="301580"/>
                    </a:lnTo>
                    <a:lnTo>
                      <a:pt x="1193383" y="297179"/>
                    </a:lnTo>
                    <a:lnTo>
                      <a:pt x="1193383" y="27431"/>
                    </a:lnTo>
                    <a:lnTo>
                      <a:pt x="1193028" y="23031"/>
                    </a:lnTo>
                    <a:lnTo>
                      <a:pt x="1191971" y="18745"/>
                    </a:lnTo>
                    <a:lnTo>
                      <a:pt x="1190241" y="14683"/>
                    </a:lnTo>
                    <a:lnTo>
                      <a:pt x="1187881" y="10952"/>
                    </a:lnTo>
                    <a:lnTo>
                      <a:pt x="1184954" y="7647"/>
                    </a:lnTo>
                    <a:lnTo>
                      <a:pt x="1181534" y="4855"/>
                    </a:lnTo>
                    <a:lnTo>
                      <a:pt x="1177711" y="2648"/>
                    </a:lnTo>
                    <a:lnTo>
                      <a:pt x="1173583" y="1083"/>
                    </a:lnTo>
                    <a:lnTo>
                      <a:pt x="1169258" y="200"/>
                    </a:lnTo>
                    <a:lnTo>
                      <a:pt x="1165951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297179"/>
                    </a:lnTo>
                    <a:lnTo>
                      <a:pt x="88" y="294972"/>
                    </a:lnTo>
                    <a:lnTo>
                      <a:pt x="88" y="299387"/>
                    </a:lnTo>
                    <a:lnTo>
                      <a:pt x="797" y="303744"/>
                    </a:lnTo>
                    <a:lnTo>
                      <a:pt x="2195" y="307932"/>
                    </a:lnTo>
                    <a:lnTo>
                      <a:pt x="4246" y="311841"/>
                    </a:lnTo>
                    <a:lnTo>
                      <a:pt x="6898" y="315370"/>
                    </a:lnTo>
                    <a:lnTo>
                      <a:pt x="10082" y="318428"/>
                    </a:lnTo>
                    <a:lnTo>
                      <a:pt x="13715" y="320936"/>
                    </a:lnTo>
                    <a:lnTo>
                      <a:pt x="17704" y="322829"/>
                    </a:lnTo>
                    <a:lnTo>
                      <a:pt x="21944" y="324057"/>
                    </a:lnTo>
                    <a:lnTo>
                      <a:pt x="26327" y="324589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r>
                  <a:rPr lang="en-US" sz="1100" dirty="0">
                    <a:latin typeface="Helvetica" pitchFamily="2" charset="0"/>
                  </a:rPr>
                  <a:t>  W4-VA</a:t>
                </a:r>
                <a:endParaRPr sz="1100" dirty="0">
                  <a:latin typeface="Helvetica" pitchFamily="2" charset="0"/>
                </a:endParaRPr>
              </a:p>
            </p:txBody>
          </p:sp>
        </p:grpSp>
        <p:sp>
          <p:nvSpPr>
            <p:cNvPr id="9442" name="pg681">
              <a:extLst>
                <a:ext uri="{FF2B5EF4-FFF2-40B4-BE49-F238E27FC236}">
                  <a16:creationId xmlns:a16="http://schemas.microsoft.com/office/drawing/2014/main" id="{1F9F6723-F5FC-F5D4-2FD4-C29E72A872EF}"/>
                </a:ext>
              </a:extLst>
            </p:cNvPr>
            <p:cNvSpPr/>
            <p:nvPr/>
          </p:nvSpPr>
          <p:spPr>
            <a:xfrm>
              <a:off x="11640844" y="18401282"/>
              <a:ext cx="717348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York River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9443" name="pl677">
              <a:extLst>
                <a:ext uri="{FF2B5EF4-FFF2-40B4-BE49-F238E27FC236}">
                  <a16:creationId xmlns:a16="http://schemas.microsoft.com/office/drawing/2014/main" id="{11D4B181-CE5E-00F5-7777-FD31A84598BA}"/>
                </a:ext>
              </a:extLst>
            </p:cNvPr>
            <p:cNvSpPr/>
            <p:nvPr/>
          </p:nvSpPr>
          <p:spPr>
            <a:xfrm>
              <a:off x="11771090" y="18113250"/>
              <a:ext cx="153868" cy="288032"/>
            </a:xfrm>
            <a:custGeom>
              <a:avLst/>
              <a:gdLst/>
              <a:ahLst/>
              <a:cxnLst/>
              <a:rect l="0" t="0" r="0" b="0"/>
              <a:pathLst>
                <a:path w="1087883" h="456649">
                  <a:moveTo>
                    <a:pt x="1087883" y="0"/>
                  </a:moveTo>
                  <a:lnTo>
                    <a:pt x="0" y="4566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pic>
          <p:nvPicPr>
            <p:cNvPr id="9444" name="Picture 9443">
              <a:extLst>
                <a:ext uri="{FF2B5EF4-FFF2-40B4-BE49-F238E27FC236}">
                  <a16:creationId xmlns:a16="http://schemas.microsoft.com/office/drawing/2014/main" id="{FDC40A82-3AF6-F90F-3129-119EF707A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16938" y="16876253"/>
              <a:ext cx="1799263" cy="84869"/>
            </a:xfrm>
            <a:prstGeom prst="rect">
              <a:avLst/>
            </a:prstGeom>
          </p:spPr>
        </p:pic>
      </p:grpSp>
      <p:grpSp>
        <p:nvGrpSpPr>
          <p:cNvPr id="24249" name="Group 24248">
            <a:extLst>
              <a:ext uri="{FF2B5EF4-FFF2-40B4-BE49-F238E27FC236}">
                <a16:creationId xmlns:a16="http://schemas.microsoft.com/office/drawing/2014/main" id="{419835FD-4A0C-DEC9-06F3-E5CE2820B6EC}"/>
              </a:ext>
            </a:extLst>
          </p:cNvPr>
          <p:cNvGrpSpPr/>
          <p:nvPr/>
        </p:nvGrpSpPr>
        <p:grpSpPr>
          <a:xfrm>
            <a:off x="9371764" y="20128409"/>
            <a:ext cx="5835888" cy="4525962"/>
            <a:chOff x="10798055" y="16025018"/>
            <a:chExt cx="5835888" cy="4525962"/>
          </a:xfrm>
        </p:grpSpPr>
        <p:grpSp>
          <p:nvGrpSpPr>
            <p:cNvPr id="24250" name="Content Placeholder 2">
              <a:extLst>
                <a:ext uri="{FF2B5EF4-FFF2-40B4-BE49-F238E27FC236}">
                  <a16:creationId xmlns:a16="http://schemas.microsoft.com/office/drawing/2014/main" id="{CCC7FAA0-0BDC-6A5B-4802-FBCAD81D8879}"/>
                </a:ext>
              </a:extLst>
            </p:cNvPr>
            <p:cNvGrpSpPr/>
            <p:nvPr/>
          </p:nvGrpSpPr>
          <p:grpSpPr>
            <a:xfrm>
              <a:off x="10798055" y="16025018"/>
              <a:ext cx="5835888" cy="4525962"/>
              <a:chOff x="1654055" y="1600200"/>
              <a:chExt cx="5835888" cy="4525962"/>
            </a:xfrm>
          </p:grpSpPr>
          <p:sp>
            <p:nvSpPr>
              <p:cNvPr id="24911" name="rc4">
                <a:extLst>
                  <a:ext uri="{FF2B5EF4-FFF2-40B4-BE49-F238E27FC236}">
                    <a16:creationId xmlns:a16="http://schemas.microsoft.com/office/drawing/2014/main" id="{852A3A9C-ED4E-A95E-6FBF-822DA265D2F0}"/>
                  </a:ext>
                </a:extLst>
              </p:cNvPr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2" name="rc5">
                <a:extLst>
                  <a:ext uri="{FF2B5EF4-FFF2-40B4-BE49-F238E27FC236}">
                    <a16:creationId xmlns:a16="http://schemas.microsoft.com/office/drawing/2014/main" id="{576ADF29-C5F3-A2F7-C7F3-29DB34149C90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3" name="pl6">
                <a:extLst>
                  <a:ext uri="{FF2B5EF4-FFF2-40B4-BE49-F238E27FC236}">
                    <a16:creationId xmlns:a16="http://schemas.microsoft.com/office/drawing/2014/main" id="{D7729403-5433-DF1D-AFF7-90A6EA31EC8D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4" name="pl7">
                <a:extLst>
                  <a:ext uri="{FF2B5EF4-FFF2-40B4-BE49-F238E27FC236}">
                    <a16:creationId xmlns:a16="http://schemas.microsoft.com/office/drawing/2014/main" id="{A02B1FF2-129E-F77F-618A-6B4B188862F2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5" name="pl8">
                <a:extLst>
                  <a:ext uri="{FF2B5EF4-FFF2-40B4-BE49-F238E27FC236}">
                    <a16:creationId xmlns:a16="http://schemas.microsoft.com/office/drawing/2014/main" id="{E774A780-C154-480F-B8C9-AF7DD50FF531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6" name="pl9">
                <a:extLst>
                  <a:ext uri="{FF2B5EF4-FFF2-40B4-BE49-F238E27FC236}">
                    <a16:creationId xmlns:a16="http://schemas.microsoft.com/office/drawing/2014/main" id="{D5664A0A-B59E-3A64-0A9F-1A890C011285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7" name="pl10">
                <a:extLst>
                  <a:ext uri="{FF2B5EF4-FFF2-40B4-BE49-F238E27FC236}">
                    <a16:creationId xmlns:a16="http://schemas.microsoft.com/office/drawing/2014/main" id="{1987DAD2-A31C-6B3B-0F02-1DCB4A266EB7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8" name="pl11">
                <a:extLst>
                  <a:ext uri="{FF2B5EF4-FFF2-40B4-BE49-F238E27FC236}">
                    <a16:creationId xmlns:a16="http://schemas.microsoft.com/office/drawing/2014/main" id="{6F1344CC-41A4-D77E-9F4A-2604CA61829D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9" name="pl12">
                <a:extLst>
                  <a:ext uri="{FF2B5EF4-FFF2-40B4-BE49-F238E27FC236}">
                    <a16:creationId xmlns:a16="http://schemas.microsoft.com/office/drawing/2014/main" id="{ED04A324-0956-6257-C2A4-E5480E5177B3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0" name="pl13">
                <a:extLst>
                  <a:ext uri="{FF2B5EF4-FFF2-40B4-BE49-F238E27FC236}">
                    <a16:creationId xmlns:a16="http://schemas.microsoft.com/office/drawing/2014/main" id="{66B6E54B-B71D-FC59-7F13-EC5B702883BF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1" name="pl14">
                <a:extLst>
                  <a:ext uri="{FF2B5EF4-FFF2-40B4-BE49-F238E27FC236}">
                    <a16:creationId xmlns:a16="http://schemas.microsoft.com/office/drawing/2014/main" id="{7EE6A6B7-02E8-903B-DBB7-41719C65BB2A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2" name="pl15">
                <a:extLst>
                  <a:ext uri="{FF2B5EF4-FFF2-40B4-BE49-F238E27FC236}">
                    <a16:creationId xmlns:a16="http://schemas.microsoft.com/office/drawing/2014/main" id="{29EBB63E-20D0-27F3-7C46-4AA1A14197E5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3" name="pl16">
                <a:extLst>
                  <a:ext uri="{FF2B5EF4-FFF2-40B4-BE49-F238E27FC236}">
                    <a16:creationId xmlns:a16="http://schemas.microsoft.com/office/drawing/2014/main" id="{AFCD92AE-5DB1-634D-8E11-3BA8AC2703A8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4" name="pl17">
                <a:extLst>
                  <a:ext uri="{FF2B5EF4-FFF2-40B4-BE49-F238E27FC236}">
                    <a16:creationId xmlns:a16="http://schemas.microsoft.com/office/drawing/2014/main" id="{C1A4C229-0373-7D6C-8A90-918B65D070B2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5" name="pl18">
                <a:extLst>
                  <a:ext uri="{FF2B5EF4-FFF2-40B4-BE49-F238E27FC236}">
                    <a16:creationId xmlns:a16="http://schemas.microsoft.com/office/drawing/2014/main" id="{732CDD74-5280-451D-68AF-548C2150742C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6" name="pg19">
                <a:extLst>
                  <a:ext uri="{FF2B5EF4-FFF2-40B4-BE49-F238E27FC236}">
                    <a16:creationId xmlns:a16="http://schemas.microsoft.com/office/drawing/2014/main" id="{83F8096A-2C98-A992-1AAB-29655ED60A7F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7" name="pg20">
                <a:extLst>
                  <a:ext uri="{FF2B5EF4-FFF2-40B4-BE49-F238E27FC236}">
                    <a16:creationId xmlns:a16="http://schemas.microsoft.com/office/drawing/2014/main" id="{A040E9DD-2837-8453-EB9A-64EAA01A08CA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8" name="pg21">
                <a:extLst>
                  <a:ext uri="{FF2B5EF4-FFF2-40B4-BE49-F238E27FC236}">
                    <a16:creationId xmlns:a16="http://schemas.microsoft.com/office/drawing/2014/main" id="{9AA21FC8-7DE4-295A-EE72-763F3E527733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29" name="pg22">
                <a:extLst>
                  <a:ext uri="{FF2B5EF4-FFF2-40B4-BE49-F238E27FC236}">
                    <a16:creationId xmlns:a16="http://schemas.microsoft.com/office/drawing/2014/main" id="{14E4B5E3-6BFB-A0C2-CA0B-B152457065B6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0" name="pg23">
                <a:extLst>
                  <a:ext uri="{FF2B5EF4-FFF2-40B4-BE49-F238E27FC236}">
                    <a16:creationId xmlns:a16="http://schemas.microsoft.com/office/drawing/2014/main" id="{149D0D77-7897-7540-2D58-6BBCD43F59A2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1" name="pg24">
                <a:extLst>
                  <a:ext uri="{FF2B5EF4-FFF2-40B4-BE49-F238E27FC236}">
                    <a16:creationId xmlns:a16="http://schemas.microsoft.com/office/drawing/2014/main" id="{BFF92D5D-24C5-7B1B-3BF3-B273B78C2DC1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2" name="pg25">
                <a:extLst>
                  <a:ext uri="{FF2B5EF4-FFF2-40B4-BE49-F238E27FC236}">
                    <a16:creationId xmlns:a16="http://schemas.microsoft.com/office/drawing/2014/main" id="{2D4823AD-6149-87D8-B42B-33DDB812AFAD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3" name="pg26">
                <a:extLst>
                  <a:ext uri="{FF2B5EF4-FFF2-40B4-BE49-F238E27FC236}">
                    <a16:creationId xmlns:a16="http://schemas.microsoft.com/office/drawing/2014/main" id="{4BF183CC-A6FB-05F1-9448-4D7F6C3E20BB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4" name="pg27">
                <a:extLst>
                  <a:ext uri="{FF2B5EF4-FFF2-40B4-BE49-F238E27FC236}">
                    <a16:creationId xmlns:a16="http://schemas.microsoft.com/office/drawing/2014/main" id="{92500A40-2516-5DAB-5CDD-7C6FF02F7D55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5" name="pg28">
                <a:extLst>
                  <a:ext uri="{FF2B5EF4-FFF2-40B4-BE49-F238E27FC236}">
                    <a16:creationId xmlns:a16="http://schemas.microsoft.com/office/drawing/2014/main" id="{C2BD34D2-21B7-68FB-57AF-F698361ABC89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6" name="pg29">
                <a:extLst>
                  <a:ext uri="{FF2B5EF4-FFF2-40B4-BE49-F238E27FC236}">
                    <a16:creationId xmlns:a16="http://schemas.microsoft.com/office/drawing/2014/main" id="{49424BD6-B12D-07E8-BCE3-D9C626C55513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7" name="pg30">
                <a:extLst>
                  <a:ext uri="{FF2B5EF4-FFF2-40B4-BE49-F238E27FC236}">
                    <a16:creationId xmlns:a16="http://schemas.microsoft.com/office/drawing/2014/main" id="{736E4F07-9EEF-1996-2963-C99487636008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8" name="pg31">
                <a:extLst>
                  <a:ext uri="{FF2B5EF4-FFF2-40B4-BE49-F238E27FC236}">
                    <a16:creationId xmlns:a16="http://schemas.microsoft.com/office/drawing/2014/main" id="{FE9B5EEA-D127-4F00-ADDC-57C00ECDD2C1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39" name="pg32">
                <a:extLst>
                  <a:ext uri="{FF2B5EF4-FFF2-40B4-BE49-F238E27FC236}">
                    <a16:creationId xmlns:a16="http://schemas.microsoft.com/office/drawing/2014/main" id="{25435F61-8877-190F-C6B1-B312E8BF9BFD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0" name="pg33">
                <a:extLst>
                  <a:ext uri="{FF2B5EF4-FFF2-40B4-BE49-F238E27FC236}">
                    <a16:creationId xmlns:a16="http://schemas.microsoft.com/office/drawing/2014/main" id="{6817E5F0-5492-6455-C8F0-E4D0A1F3B774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1" name="pg34">
                <a:extLst>
                  <a:ext uri="{FF2B5EF4-FFF2-40B4-BE49-F238E27FC236}">
                    <a16:creationId xmlns:a16="http://schemas.microsoft.com/office/drawing/2014/main" id="{7F26529B-EEDD-814C-4212-6F8B8CC5B5E6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2" name="pg35">
                <a:extLst>
                  <a:ext uri="{FF2B5EF4-FFF2-40B4-BE49-F238E27FC236}">
                    <a16:creationId xmlns:a16="http://schemas.microsoft.com/office/drawing/2014/main" id="{C3DF5477-9437-D5ED-6745-B42A98C36104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3" name="pg36">
                <a:extLst>
                  <a:ext uri="{FF2B5EF4-FFF2-40B4-BE49-F238E27FC236}">
                    <a16:creationId xmlns:a16="http://schemas.microsoft.com/office/drawing/2014/main" id="{D7552679-BC81-B2EB-5929-07A41E64F573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4" name="pg37">
                <a:extLst>
                  <a:ext uri="{FF2B5EF4-FFF2-40B4-BE49-F238E27FC236}">
                    <a16:creationId xmlns:a16="http://schemas.microsoft.com/office/drawing/2014/main" id="{EC2FD4C5-DF8B-8A64-2741-1ECC1924C000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5" name="pg38">
                <a:extLst>
                  <a:ext uri="{FF2B5EF4-FFF2-40B4-BE49-F238E27FC236}">
                    <a16:creationId xmlns:a16="http://schemas.microsoft.com/office/drawing/2014/main" id="{E470CC19-EAD2-074E-80C2-AC9074F97241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6" name="pg39">
                <a:extLst>
                  <a:ext uri="{FF2B5EF4-FFF2-40B4-BE49-F238E27FC236}">
                    <a16:creationId xmlns:a16="http://schemas.microsoft.com/office/drawing/2014/main" id="{1F4A2FBE-30A7-17C5-BDD7-23BF8D57D171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7" name="pg40">
                <a:extLst>
                  <a:ext uri="{FF2B5EF4-FFF2-40B4-BE49-F238E27FC236}">
                    <a16:creationId xmlns:a16="http://schemas.microsoft.com/office/drawing/2014/main" id="{92873A0F-0C4A-8ABC-4CA7-2D2E7C293A67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8" name="pg41">
                <a:extLst>
                  <a:ext uri="{FF2B5EF4-FFF2-40B4-BE49-F238E27FC236}">
                    <a16:creationId xmlns:a16="http://schemas.microsoft.com/office/drawing/2014/main" id="{F3110F4D-3963-A916-2378-891043F34680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49" name="pg42">
                <a:extLst>
                  <a:ext uri="{FF2B5EF4-FFF2-40B4-BE49-F238E27FC236}">
                    <a16:creationId xmlns:a16="http://schemas.microsoft.com/office/drawing/2014/main" id="{E783EE09-3EB7-88A7-F163-E8F1A260F62B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0" name="pg43">
                <a:extLst>
                  <a:ext uri="{FF2B5EF4-FFF2-40B4-BE49-F238E27FC236}">
                    <a16:creationId xmlns:a16="http://schemas.microsoft.com/office/drawing/2014/main" id="{BB807B4F-00CF-9533-3BE6-0DEA278C2499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1" name="pg44">
                <a:extLst>
                  <a:ext uri="{FF2B5EF4-FFF2-40B4-BE49-F238E27FC236}">
                    <a16:creationId xmlns:a16="http://schemas.microsoft.com/office/drawing/2014/main" id="{D3D092CF-ED77-5EE2-40FF-95B6FC978B2C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2" name="pg45">
                <a:extLst>
                  <a:ext uri="{FF2B5EF4-FFF2-40B4-BE49-F238E27FC236}">
                    <a16:creationId xmlns:a16="http://schemas.microsoft.com/office/drawing/2014/main" id="{7573AAE4-C11A-4371-C962-D681AB31A171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3" name="pg46">
                <a:extLst>
                  <a:ext uri="{FF2B5EF4-FFF2-40B4-BE49-F238E27FC236}">
                    <a16:creationId xmlns:a16="http://schemas.microsoft.com/office/drawing/2014/main" id="{938B5120-B362-9A1B-9EC0-26E7A1CFECA4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4" name="pg47">
                <a:extLst>
                  <a:ext uri="{FF2B5EF4-FFF2-40B4-BE49-F238E27FC236}">
                    <a16:creationId xmlns:a16="http://schemas.microsoft.com/office/drawing/2014/main" id="{C9796AF9-CFB3-5900-5E98-22BBB3E73049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5" name="pg48">
                <a:extLst>
                  <a:ext uri="{FF2B5EF4-FFF2-40B4-BE49-F238E27FC236}">
                    <a16:creationId xmlns:a16="http://schemas.microsoft.com/office/drawing/2014/main" id="{39C76709-179E-D433-2D3A-2B6768A6E626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6" name="pg49">
                <a:extLst>
                  <a:ext uri="{FF2B5EF4-FFF2-40B4-BE49-F238E27FC236}">
                    <a16:creationId xmlns:a16="http://schemas.microsoft.com/office/drawing/2014/main" id="{4413E6E0-D24F-EAE8-859D-687C874818FA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7" name="pg50">
                <a:extLst>
                  <a:ext uri="{FF2B5EF4-FFF2-40B4-BE49-F238E27FC236}">
                    <a16:creationId xmlns:a16="http://schemas.microsoft.com/office/drawing/2014/main" id="{44EBBE3B-6393-6F2D-F7BC-921384808E5D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8" name="pg51">
                <a:extLst>
                  <a:ext uri="{FF2B5EF4-FFF2-40B4-BE49-F238E27FC236}">
                    <a16:creationId xmlns:a16="http://schemas.microsoft.com/office/drawing/2014/main" id="{743DE821-BA41-15C6-0839-28F6990565E1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59" name="pg52">
                <a:extLst>
                  <a:ext uri="{FF2B5EF4-FFF2-40B4-BE49-F238E27FC236}">
                    <a16:creationId xmlns:a16="http://schemas.microsoft.com/office/drawing/2014/main" id="{2769D9C2-25AA-F831-1B4F-56E9BC34DE0E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0" name="pg53">
                <a:extLst>
                  <a:ext uri="{FF2B5EF4-FFF2-40B4-BE49-F238E27FC236}">
                    <a16:creationId xmlns:a16="http://schemas.microsoft.com/office/drawing/2014/main" id="{BCA8742E-16F4-367F-BD30-34AEF8F9D691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1" name="pg54">
                <a:extLst>
                  <a:ext uri="{FF2B5EF4-FFF2-40B4-BE49-F238E27FC236}">
                    <a16:creationId xmlns:a16="http://schemas.microsoft.com/office/drawing/2014/main" id="{4A66E8D9-970C-73FC-F4D6-CD694B680426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2" name="pg55">
                <a:extLst>
                  <a:ext uri="{FF2B5EF4-FFF2-40B4-BE49-F238E27FC236}">
                    <a16:creationId xmlns:a16="http://schemas.microsoft.com/office/drawing/2014/main" id="{672F55D8-3593-39A1-5260-A7E7C5A0C4A2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3" name="pg56">
                <a:extLst>
                  <a:ext uri="{FF2B5EF4-FFF2-40B4-BE49-F238E27FC236}">
                    <a16:creationId xmlns:a16="http://schemas.microsoft.com/office/drawing/2014/main" id="{CB255E8E-4B55-9C76-B54A-0F0F0C1F6F62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4" name="pg57">
                <a:extLst>
                  <a:ext uri="{FF2B5EF4-FFF2-40B4-BE49-F238E27FC236}">
                    <a16:creationId xmlns:a16="http://schemas.microsoft.com/office/drawing/2014/main" id="{FCDD8C86-3FE2-632C-790E-0100A69322E6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5" name="pg58">
                <a:extLst>
                  <a:ext uri="{FF2B5EF4-FFF2-40B4-BE49-F238E27FC236}">
                    <a16:creationId xmlns:a16="http://schemas.microsoft.com/office/drawing/2014/main" id="{E28A16A3-4D6B-9899-E7C6-AEA67B2C9F64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6" name="pg59">
                <a:extLst>
                  <a:ext uri="{FF2B5EF4-FFF2-40B4-BE49-F238E27FC236}">
                    <a16:creationId xmlns:a16="http://schemas.microsoft.com/office/drawing/2014/main" id="{5352DC38-7456-5612-C1F8-CC06A980C5ED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7" name="pg60">
                <a:extLst>
                  <a:ext uri="{FF2B5EF4-FFF2-40B4-BE49-F238E27FC236}">
                    <a16:creationId xmlns:a16="http://schemas.microsoft.com/office/drawing/2014/main" id="{A2F85DAE-FC2E-6E25-58DB-46C78D075B8D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8" name="pg61">
                <a:extLst>
                  <a:ext uri="{FF2B5EF4-FFF2-40B4-BE49-F238E27FC236}">
                    <a16:creationId xmlns:a16="http://schemas.microsoft.com/office/drawing/2014/main" id="{21FE2352-BA7A-9F61-D5C0-C18A4028D7AE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69" name="pg62">
                <a:extLst>
                  <a:ext uri="{FF2B5EF4-FFF2-40B4-BE49-F238E27FC236}">
                    <a16:creationId xmlns:a16="http://schemas.microsoft.com/office/drawing/2014/main" id="{79D85240-C49C-DD7E-DCC0-4AC0441E69E2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0" name="pg63">
                <a:extLst>
                  <a:ext uri="{FF2B5EF4-FFF2-40B4-BE49-F238E27FC236}">
                    <a16:creationId xmlns:a16="http://schemas.microsoft.com/office/drawing/2014/main" id="{CEEDF5EE-F4D6-73BD-0F63-104A786F0ADB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1" name="pg64">
                <a:extLst>
                  <a:ext uri="{FF2B5EF4-FFF2-40B4-BE49-F238E27FC236}">
                    <a16:creationId xmlns:a16="http://schemas.microsoft.com/office/drawing/2014/main" id="{BF3EB18C-771F-33A1-AAA4-CBADC27C9CF8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2" name="pg65">
                <a:extLst>
                  <a:ext uri="{FF2B5EF4-FFF2-40B4-BE49-F238E27FC236}">
                    <a16:creationId xmlns:a16="http://schemas.microsoft.com/office/drawing/2014/main" id="{F1E10EF0-DCE5-9E37-E557-669A9889BF7F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3" name="pg66">
                <a:extLst>
                  <a:ext uri="{FF2B5EF4-FFF2-40B4-BE49-F238E27FC236}">
                    <a16:creationId xmlns:a16="http://schemas.microsoft.com/office/drawing/2014/main" id="{D419344F-CF21-8776-2003-003AD8546B3D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4" name="pg67">
                <a:extLst>
                  <a:ext uri="{FF2B5EF4-FFF2-40B4-BE49-F238E27FC236}">
                    <a16:creationId xmlns:a16="http://schemas.microsoft.com/office/drawing/2014/main" id="{13BB7D6D-6E26-68F5-71E2-B6DB65C855F2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5" name="pg68">
                <a:extLst>
                  <a:ext uri="{FF2B5EF4-FFF2-40B4-BE49-F238E27FC236}">
                    <a16:creationId xmlns:a16="http://schemas.microsoft.com/office/drawing/2014/main" id="{46E8BEBE-E632-D0FE-93A4-AFE297AF7F8E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6" name="pg69">
                <a:extLst>
                  <a:ext uri="{FF2B5EF4-FFF2-40B4-BE49-F238E27FC236}">
                    <a16:creationId xmlns:a16="http://schemas.microsoft.com/office/drawing/2014/main" id="{F81C9159-2D34-215B-1279-360F1344BE16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7" name="pg70">
                <a:extLst>
                  <a:ext uri="{FF2B5EF4-FFF2-40B4-BE49-F238E27FC236}">
                    <a16:creationId xmlns:a16="http://schemas.microsoft.com/office/drawing/2014/main" id="{1BE6617B-BA8B-ADF5-59CD-7648CF5669DB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8" name="pg71">
                <a:extLst>
                  <a:ext uri="{FF2B5EF4-FFF2-40B4-BE49-F238E27FC236}">
                    <a16:creationId xmlns:a16="http://schemas.microsoft.com/office/drawing/2014/main" id="{03C4864F-684C-21BE-448B-E62DA2C2C510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79" name="pg72">
                <a:extLst>
                  <a:ext uri="{FF2B5EF4-FFF2-40B4-BE49-F238E27FC236}">
                    <a16:creationId xmlns:a16="http://schemas.microsoft.com/office/drawing/2014/main" id="{4F6A1C2A-F8D3-5CB0-11AC-F64583EF1481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0" name="pg73">
                <a:extLst>
                  <a:ext uri="{FF2B5EF4-FFF2-40B4-BE49-F238E27FC236}">
                    <a16:creationId xmlns:a16="http://schemas.microsoft.com/office/drawing/2014/main" id="{FAC29011-3004-4437-BF0D-A18A3231737E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1" name="pg74">
                <a:extLst>
                  <a:ext uri="{FF2B5EF4-FFF2-40B4-BE49-F238E27FC236}">
                    <a16:creationId xmlns:a16="http://schemas.microsoft.com/office/drawing/2014/main" id="{F70F8F6D-AFB6-85D3-72F2-FFCE052F8DD9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2" name="pg75">
                <a:extLst>
                  <a:ext uri="{FF2B5EF4-FFF2-40B4-BE49-F238E27FC236}">
                    <a16:creationId xmlns:a16="http://schemas.microsoft.com/office/drawing/2014/main" id="{F1D9AF5F-2D82-4BA7-CCF6-400B8F3EC566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3" name="pg76">
                <a:extLst>
                  <a:ext uri="{FF2B5EF4-FFF2-40B4-BE49-F238E27FC236}">
                    <a16:creationId xmlns:a16="http://schemas.microsoft.com/office/drawing/2014/main" id="{DF4EB375-1D1C-0471-7FAC-C5B03828A5FF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4" name="pg77">
                <a:extLst>
                  <a:ext uri="{FF2B5EF4-FFF2-40B4-BE49-F238E27FC236}">
                    <a16:creationId xmlns:a16="http://schemas.microsoft.com/office/drawing/2014/main" id="{779172B4-C366-CE78-560F-B82D8388C698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5" name="pg78">
                <a:extLst>
                  <a:ext uri="{FF2B5EF4-FFF2-40B4-BE49-F238E27FC236}">
                    <a16:creationId xmlns:a16="http://schemas.microsoft.com/office/drawing/2014/main" id="{B0F542FD-B14E-F0B5-124C-E659D6F8BE9D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6" name="pg79">
                <a:extLst>
                  <a:ext uri="{FF2B5EF4-FFF2-40B4-BE49-F238E27FC236}">
                    <a16:creationId xmlns:a16="http://schemas.microsoft.com/office/drawing/2014/main" id="{1821087E-A8DF-7F9A-40A6-D81AB5BCFCE9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7" name="pg80">
                <a:extLst>
                  <a:ext uri="{FF2B5EF4-FFF2-40B4-BE49-F238E27FC236}">
                    <a16:creationId xmlns:a16="http://schemas.microsoft.com/office/drawing/2014/main" id="{2CF73A97-523C-2789-7A66-D13D3C15593C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8" name="pg81">
                <a:extLst>
                  <a:ext uri="{FF2B5EF4-FFF2-40B4-BE49-F238E27FC236}">
                    <a16:creationId xmlns:a16="http://schemas.microsoft.com/office/drawing/2014/main" id="{72C72075-638D-6E18-F4D9-212B094C5486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89" name="pg82">
                <a:extLst>
                  <a:ext uri="{FF2B5EF4-FFF2-40B4-BE49-F238E27FC236}">
                    <a16:creationId xmlns:a16="http://schemas.microsoft.com/office/drawing/2014/main" id="{B9151813-782C-14B9-61AF-7F31901AD064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0" name="pg83">
                <a:extLst>
                  <a:ext uri="{FF2B5EF4-FFF2-40B4-BE49-F238E27FC236}">
                    <a16:creationId xmlns:a16="http://schemas.microsoft.com/office/drawing/2014/main" id="{DAD6C4B0-E55D-0ED1-9BB3-11AFF763826F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1" name="pg84">
                <a:extLst>
                  <a:ext uri="{FF2B5EF4-FFF2-40B4-BE49-F238E27FC236}">
                    <a16:creationId xmlns:a16="http://schemas.microsoft.com/office/drawing/2014/main" id="{3FD56290-85F0-8A2F-7A37-09D821ED534F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2" name="pg85">
                <a:extLst>
                  <a:ext uri="{FF2B5EF4-FFF2-40B4-BE49-F238E27FC236}">
                    <a16:creationId xmlns:a16="http://schemas.microsoft.com/office/drawing/2014/main" id="{39410117-7B2E-78B5-CB42-77A2B9501D5F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3" name="pg86">
                <a:extLst>
                  <a:ext uri="{FF2B5EF4-FFF2-40B4-BE49-F238E27FC236}">
                    <a16:creationId xmlns:a16="http://schemas.microsoft.com/office/drawing/2014/main" id="{02556017-A5EC-3A9E-3100-82A7CEEB4D93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4" name="pg87">
                <a:extLst>
                  <a:ext uri="{FF2B5EF4-FFF2-40B4-BE49-F238E27FC236}">
                    <a16:creationId xmlns:a16="http://schemas.microsoft.com/office/drawing/2014/main" id="{D1632688-562A-5B77-9B49-2E5BAB0D8520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5" name="pg88">
                <a:extLst>
                  <a:ext uri="{FF2B5EF4-FFF2-40B4-BE49-F238E27FC236}">
                    <a16:creationId xmlns:a16="http://schemas.microsoft.com/office/drawing/2014/main" id="{DD25F354-9ACE-DEF4-96FC-11371104CAC8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6" name="pg89">
                <a:extLst>
                  <a:ext uri="{FF2B5EF4-FFF2-40B4-BE49-F238E27FC236}">
                    <a16:creationId xmlns:a16="http://schemas.microsoft.com/office/drawing/2014/main" id="{94E19C73-FEBC-D152-9FA5-108120F91066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7" name="pg90">
                <a:extLst>
                  <a:ext uri="{FF2B5EF4-FFF2-40B4-BE49-F238E27FC236}">
                    <a16:creationId xmlns:a16="http://schemas.microsoft.com/office/drawing/2014/main" id="{DD16CD1C-A3DF-EE26-AD34-4050E508C36E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8" name="pg91">
                <a:extLst>
                  <a:ext uri="{FF2B5EF4-FFF2-40B4-BE49-F238E27FC236}">
                    <a16:creationId xmlns:a16="http://schemas.microsoft.com/office/drawing/2014/main" id="{EF5A70B1-F3D8-B39A-039F-FAFDE89128EA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99" name="pg92">
                <a:extLst>
                  <a:ext uri="{FF2B5EF4-FFF2-40B4-BE49-F238E27FC236}">
                    <a16:creationId xmlns:a16="http://schemas.microsoft.com/office/drawing/2014/main" id="{A6F0ADE5-98E2-4C3B-1CDB-B74BE398AD25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0" name="pg93">
                <a:extLst>
                  <a:ext uri="{FF2B5EF4-FFF2-40B4-BE49-F238E27FC236}">
                    <a16:creationId xmlns:a16="http://schemas.microsoft.com/office/drawing/2014/main" id="{103FE5E1-7A90-7408-B6CF-3DE3136745DA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1" name="pg94">
                <a:extLst>
                  <a:ext uri="{FF2B5EF4-FFF2-40B4-BE49-F238E27FC236}">
                    <a16:creationId xmlns:a16="http://schemas.microsoft.com/office/drawing/2014/main" id="{A53894BF-DC58-0004-78D5-BD798FC1B752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2" name="pg95">
                <a:extLst>
                  <a:ext uri="{FF2B5EF4-FFF2-40B4-BE49-F238E27FC236}">
                    <a16:creationId xmlns:a16="http://schemas.microsoft.com/office/drawing/2014/main" id="{E7475584-3573-EB8B-6C04-1AA5B09383CE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3" name="pg96">
                <a:extLst>
                  <a:ext uri="{FF2B5EF4-FFF2-40B4-BE49-F238E27FC236}">
                    <a16:creationId xmlns:a16="http://schemas.microsoft.com/office/drawing/2014/main" id="{403B0A59-778E-CC89-EC07-56326FD3E661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4" name="pg97">
                <a:extLst>
                  <a:ext uri="{FF2B5EF4-FFF2-40B4-BE49-F238E27FC236}">
                    <a16:creationId xmlns:a16="http://schemas.microsoft.com/office/drawing/2014/main" id="{F8F67F56-37E5-3491-B2D0-9560D3206736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5" name="pg98">
                <a:extLst>
                  <a:ext uri="{FF2B5EF4-FFF2-40B4-BE49-F238E27FC236}">
                    <a16:creationId xmlns:a16="http://schemas.microsoft.com/office/drawing/2014/main" id="{CD08D896-6DCA-51F3-F3D1-7A85FF972ECB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6" name="pg99">
                <a:extLst>
                  <a:ext uri="{FF2B5EF4-FFF2-40B4-BE49-F238E27FC236}">
                    <a16:creationId xmlns:a16="http://schemas.microsoft.com/office/drawing/2014/main" id="{B3F5A5DD-8665-7F8D-C3E4-20CA3E9A12D7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7" name="pg100">
                <a:extLst>
                  <a:ext uri="{FF2B5EF4-FFF2-40B4-BE49-F238E27FC236}">
                    <a16:creationId xmlns:a16="http://schemas.microsoft.com/office/drawing/2014/main" id="{792C7042-1092-C6FD-8BD2-E87264F8AD25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8" name="pg101">
                <a:extLst>
                  <a:ext uri="{FF2B5EF4-FFF2-40B4-BE49-F238E27FC236}">
                    <a16:creationId xmlns:a16="http://schemas.microsoft.com/office/drawing/2014/main" id="{61AABD11-D876-71BE-50F7-B26C6D5FF45C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09" name="pg102">
                <a:extLst>
                  <a:ext uri="{FF2B5EF4-FFF2-40B4-BE49-F238E27FC236}">
                    <a16:creationId xmlns:a16="http://schemas.microsoft.com/office/drawing/2014/main" id="{DAAC3878-AC1E-101A-369A-20FADFEC3CE2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0" name="pg103">
                <a:extLst>
                  <a:ext uri="{FF2B5EF4-FFF2-40B4-BE49-F238E27FC236}">
                    <a16:creationId xmlns:a16="http://schemas.microsoft.com/office/drawing/2014/main" id="{FB3FC9ED-DA96-06BA-67DC-4A4A7A1D3921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1" name="pg104">
                <a:extLst>
                  <a:ext uri="{FF2B5EF4-FFF2-40B4-BE49-F238E27FC236}">
                    <a16:creationId xmlns:a16="http://schemas.microsoft.com/office/drawing/2014/main" id="{940780F3-1ED7-2B0D-77C8-624A8A729FAA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2" name="pg105">
                <a:extLst>
                  <a:ext uri="{FF2B5EF4-FFF2-40B4-BE49-F238E27FC236}">
                    <a16:creationId xmlns:a16="http://schemas.microsoft.com/office/drawing/2014/main" id="{F3CF3497-9DBD-0C12-13D0-6AF40E364C12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3" name="pg106">
                <a:extLst>
                  <a:ext uri="{FF2B5EF4-FFF2-40B4-BE49-F238E27FC236}">
                    <a16:creationId xmlns:a16="http://schemas.microsoft.com/office/drawing/2014/main" id="{2416B7CD-BCDB-62C2-54B2-59E9A97591BC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4" name="pg107">
                <a:extLst>
                  <a:ext uri="{FF2B5EF4-FFF2-40B4-BE49-F238E27FC236}">
                    <a16:creationId xmlns:a16="http://schemas.microsoft.com/office/drawing/2014/main" id="{04C6F115-5D66-0AB3-3720-C8FCD012E8C4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5" name="pg108">
                <a:extLst>
                  <a:ext uri="{FF2B5EF4-FFF2-40B4-BE49-F238E27FC236}">
                    <a16:creationId xmlns:a16="http://schemas.microsoft.com/office/drawing/2014/main" id="{8D6D7100-142C-7A49-CDEA-5FF722CC67AB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6" name="pg109">
                <a:extLst>
                  <a:ext uri="{FF2B5EF4-FFF2-40B4-BE49-F238E27FC236}">
                    <a16:creationId xmlns:a16="http://schemas.microsoft.com/office/drawing/2014/main" id="{77F2BC4F-EE68-7DBD-E82C-DD9C68BB6C1E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7" name="pg110">
                <a:extLst>
                  <a:ext uri="{FF2B5EF4-FFF2-40B4-BE49-F238E27FC236}">
                    <a16:creationId xmlns:a16="http://schemas.microsoft.com/office/drawing/2014/main" id="{E3AC9FFC-EF00-2161-5409-333A9C6AF50C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8" name="pg111">
                <a:extLst>
                  <a:ext uri="{FF2B5EF4-FFF2-40B4-BE49-F238E27FC236}">
                    <a16:creationId xmlns:a16="http://schemas.microsoft.com/office/drawing/2014/main" id="{066681D4-FDA9-F73C-1ED9-FC516A7A622E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19" name="pg112">
                <a:extLst>
                  <a:ext uri="{FF2B5EF4-FFF2-40B4-BE49-F238E27FC236}">
                    <a16:creationId xmlns:a16="http://schemas.microsoft.com/office/drawing/2014/main" id="{5697B06E-8DA0-6B5C-F117-383F3F0AE9A5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0" name="pg113">
                <a:extLst>
                  <a:ext uri="{FF2B5EF4-FFF2-40B4-BE49-F238E27FC236}">
                    <a16:creationId xmlns:a16="http://schemas.microsoft.com/office/drawing/2014/main" id="{EDD0249A-A799-6F34-92BC-72762239D4CB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1" name="pg114">
                <a:extLst>
                  <a:ext uri="{FF2B5EF4-FFF2-40B4-BE49-F238E27FC236}">
                    <a16:creationId xmlns:a16="http://schemas.microsoft.com/office/drawing/2014/main" id="{40466A8D-5F3B-A749-94A1-E4AABCC9103C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2" name="pg115">
                <a:extLst>
                  <a:ext uri="{FF2B5EF4-FFF2-40B4-BE49-F238E27FC236}">
                    <a16:creationId xmlns:a16="http://schemas.microsoft.com/office/drawing/2014/main" id="{2C084D22-05E0-A534-C417-D0031C44F5B4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3" name="pg116">
                <a:extLst>
                  <a:ext uri="{FF2B5EF4-FFF2-40B4-BE49-F238E27FC236}">
                    <a16:creationId xmlns:a16="http://schemas.microsoft.com/office/drawing/2014/main" id="{33903740-B2FC-FEE0-5181-81FD041CF256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4" name="pg117">
                <a:extLst>
                  <a:ext uri="{FF2B5EF4-FFF2-40B4-BE49-F238E27FC236}">
                    <a16:creationId xmlns:a16="http://schemas.microsoft.com/office/drawing/2014/main" id="{3E907F68-2608-B814-0A61-B41C87C0236B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5" name="pg118">
                <a:extLst>
                  <a:ext uri="{FF2B5EF4-FFF2-40B4-BE49-F238E27FC236}">
                    <a16:creationId xmlns:a16="http://schemas.microsoft.com/office/drawing/2014/main" id="{3F85D12B-0AC8-7D3C-B3AE-389A6D82A04D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6" name="pg119">
                <a:extLst>
                  <a:ext uri="{FF2B5EF4-FFF2-40B4-BE49-F238E27FC236}">
                    <a16:creationId xmlns:a16="http://schemas.microsoft.com/office/drawing/2014/main" id="{69FC277E-DFEB-78B4-D8DA-C60CB40EAB67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7" name="pg120">
                <a:extLst>
                  <a:ext uri="{FF2B5EF4-FFF2-40B4-BE49-F238E27FC236}">
                    <a16:creationId xmlns:a16="http://schemas.microsoft.com/office/drawing/2014/main" id="{5806A1AA-8578-BDA3-C92A-4DD2372605C0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8" name="pg121">
                <a:extLst>
                  <a:ext uri="{FF2B5EF4-FFF2-40B4-BE49-F238E27FC236}">
                    <a16:creationId xmlns:a16="http://schemas.microsoft.com/office/drawing/2014/main" id="{5965296F-CC1C-2A02-D4E9-05C590922C5C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29" name="pg122">
                <a:extLst>
                  <a:ext uri="{FF2B5EF4-FFF2-40B4-BE49-F238E27FC236}">
                    <a16:creationId xmlns:a16="http://schemas.microsoft.com/office/drawing/2014/main" id="{C14F5574-D1E0-2710-E301-06D76E0B6747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0" name="pg123">
                <a:extLst>
                  <a:ext uri="{FF2B5EF4-FFF2-40B4-BE49-F238E27FC236}">
                    <a16:creationId xmlns:a16="http://schemas.microsoft.com/office/drawing/2014/main" id="{DE1AE5D8-8D93-689F-4C78-15D9331CCE16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1" name="pg124">
                <a:extLst>
                  <a:ext uri="{FF2B5EF4-FFF2-40B4-BE49-F238E27FC236}">
                    <a16:creationId xmlns:a16="http://schemas.microsoft.com/office/drawing/2014/main" id="{7DA8E592-BF54-39D0-0E00-1C54785290F1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2" name="pg125">
                <a:extLst>
                  <a:ext uri="{FF2B5EF4-FFF2-40B4-BE49-F238E27FC236}">
                    <a16:creationId xmlns:a16="http://schemas.microsoft.com/office/drawing/2014/main" id="{870F48FE-D4A2-CBDC-794F-8D80453C1AD6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3" name="pg126">
                <a:extLst>
                  <a:ext uri="{FF2B5EF4-FFF2-40B4-BE49-F238E27FC236}">
                    <a16:creationId xmlns:a16="http://schemas.microsoft.com/office/drawing/2014/main" id="{32254A35-8E8E-2771-5158-A3B90CE4504B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4" name="pg127">
                <a:extLst>
                  <a:ext uri="{FF2B5EF4-FFF2-40B4-BE49-F238E27FC236}">
                    <a16:creationId xmlns:a16="http://schemas.microsoft.com/office/drawing/2014/main" id="{E1F6F462-B77C-E5BF-1F2E-0E452BCF58DB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5" name="pg128">
                <a:extLst>
                  <a:ext uri="{FF2B5EF4-FFF2-40B4-BE49-F238E27FC236}">
                    <a16:creationId xmlns:a16="http://schemas.microsoft.com/office/drawing/2014/main" id="{DBD8D19B-B5DF-773A-B751-FB863B969BEC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6" name="pg129">
                <a:extLst>
                  <a:ext uri="{FF2B5EF4-FFF2-40B4-BE49-F238E27FC236}">
                    <a16:creationId xmlns:a16="http://schemas.microsoft.com/office/drawing/2014/main" id="{C8F373FF-72BB-F9C8-2D07-E3E6C10070B6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7" name="pg130">
                <a:extLst>
                  <a:ext uri="{FF2B5EF4-FFF2-40B4-BE49-F238E27FC236}">
                    <a16:creationId xmlns:a16="http://schemas.microsoft.com/office/drawing/2014/main" id="{D98164A3-79F7-9783-DB98-8CDE35C750BF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8" name="pg131">
                <a:extLst>
                  <a:ext uri="{FF2B5EF4-FFF2-40B4-BE49-F238E27FC236}">
                    <a16:creationId xmlns:a16="http://schemas.microsoft.com/office/drawing/2014/main" id="{C595B194-BF47-1A17-9C4E-2BEB7603D281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39" name="pg132">
                <a:extLst>
                  <a:ext uri="{FF2B5EF4-FFF2-40B4-BE49-F238E27FC236}">
                    <a16:creationId xmlns:a16="http://schemas.microsoft.com/office/drawing/2014/main" id="{76C6AFC1-877B-E691-1DB1-786ED63C3507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0" name="pg133">
                <a:extLst>
                  <a:ext uri="{FF2B5EF4-FFF2-40B4-BE49-F238E27FC236}">
                    <a16:creationId xmlns:a16="http://schemas.microsoft.com/office/drawing/2014/main" id="{4389738E-FFF7-447F-52DA-0D9647D0E3FA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1" name="pg134">
                <a:extLst>
                  <a:ext uri="{FF2B5EF4-FFF2-40B4-BE49-F238E27FC236}">
                    <a16:creationId xmlns:a16="http://schemas.microsoft.com/office/drawing/2014/main" id="{902EA497-AFAD-620D-D859-3E5732725B7C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2" name="pg135">
                <a:extLst>
                  <a:ext uri="{FF2B5EF4-FFF2-40B4-BE49-F238E27FC236}">
                    <a16:creationId xmlns:a16="http://schemas.microsoft.com/office/drawing/2014/main" id="{AE58CE54-8809-76E1-F95D-D0221C1E7F74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3" name="pg136">
                <a:extLst>
                  <a:ext uri="{FF2B5EF4-FFF2-40B4-BE49-F238E27FC236}">
                    <a16:creationId xmlns:a16="http://schemas.microsoft.com/office/drawing/2014/main" id="{FD5C3354-68A9-1E0E-187D-54440A9B2951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4" name="pg137">
                <a:extLst>
                  <a:ext uri="{FF2B5EF4-FFF2-40B4-BE49-F238E27FC236}">
                    <a16:creationId xmlns:a16="http://schemas.microsoft.com/office/drawing/2014/main" id="{C8C0187E-343E-024F-E104-19F67A34B294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5" name="pg138">
                <a:extLst>
                  <a:ext uri="{FF2B5EF4-FFF2-40B4-BE49-F238E27FC236}">
                    <a16:creationId xmlns:a16="http://schemas.microsoft.com/office/drawing/2014/main" id="{F02E12B7-2662-BD57-A8F7-C05F4C2BC755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6" name="pg139">
                <a:extLst>
                  <a:ext uri="{FF2B5EF4-FFF2-40B4-BE49-F238E27FC236}">
                    <a16:creationId xmlns:a16="http://schemas.microsoft.com/office/drawing/2014/main" id="{C61E4B64-ABA4-59BB-AF6F-08B4B05222E0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7" name="pg140">
                <a:extLst>
                  <a:ext uri="{FF2B5EF4-FFF2-40B4-BE49-F238E27FC236}">
                    <a16:creationId xmlns:a16="http://schemas.microsoft.com/office/drawing/2014/main" id="{D52ECC16-5A69-36F1-9D20-6D146111CD51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8" name="pg141">
                <a:extLst>
                  <a:ext uri="{FF2B5EF4-FFF2-40B4-BE49-F238E27FC236}">
                    <a16:creationId xmlns:a16="http://schemas.microsoft.com/office/drawing/2014/main" id="{9FF7D904-B7F5-7314-AB4C-5A911CEE3B12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49" name="pg142">
                <a:extLst>
                  <a:ext uri="{FF2B5EF4-FFF2-40B4-BE49-F238E27FC236}">
                    <a16:creationId xmlns:a16="http://schemas.microsoft.com/office/drawing/2014/main" id="{0146090D-57D8-22FA-4814-228A4F3AAE84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0" name="pg143">
                <a:extLst>
                  <a:ext uri="{FF2B5EF4-FFF2-40B4-BE49-F238E27FC236}">
                    <a16:creationId xmlns:a16="http://schemas.microsoft.com/office/drawing/2014/main" id="{F916676E-6388-A269-6C9C-1E4C82DD039A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1" name="pg144">
                <a:extLst>
                  <a:ext uri="{FF2B5EF4-FFF2-40B4-BE49-F238E27FC236}">
                    <a16:creationId xmlns:a16="http://schemas.microsoft.com/office/drawing/2014/main" id="{AA665570-572E-5DEA-2704-520B88AC755E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2" name="pg145">
                <a:extLst>
                  <a:ext uri="{FF2B5EF4-FFF2-40B4-BE49-F238E27FC236}">
                    <a16:creationId xmlns:a16="http://schemas.microsoft.com/office/drawing/2014/main" id="{3323BA50-2297-5A18-928F-C9AEF6C51CF9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3" name="pg146">
                <a:extLst>
                  <a:ext uri="{FF2B5EF4-FFF2-40B4-BE49-F238E27FC236}">
                    <a16:creationId xmlns:a16="http://schemas.microsoft.com/office/drawing/2014/main" id="{AE41FAAB-33EC-5390-6E27-A50DC58BCF4D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4" name="pg147">
                <a:extLst>
                  <a:ext uri="{FF2B5EF4-FFF2-40B4-BE49-F238E27FC236}">
                    <a16:creationId xmlns:a16="http://schemas.microsoft.com/office/drawing/2014/main" id="{4D848B5A-4E11-61BB-96B9-590682DC6CE0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5" name="pg148">
                <a:extLst>
                  <a:ext uri="{FF2B5EF4-FFF2-40B4-BE49-F238E27FC236}">
                    <a16:creationId xmlns:a16="http://schemas.microsoft.com/office/drawing/2014/main" id="{B157C98B-2874-7FC3-BD98-F5BFEDE7F52F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6" name="pg149">
                <a:extLst>
                  <a:ext uri="{FF2B5EF4-FFF2-40B4-BE49-F238E27FC236}">
                    <a16:creationId xmlns:a16="http://schemas.microsoft.com/office/drawing/2014/main" id="{E4B54031-1D6E-4585-4D6E-C2A5A2FB648A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7" name="pg150">
                <a:extLst>
                  <a:ext uri="{FF2B5EF4-FFF2-40B4-BE49-F238E27FC236}">
                    <a16:creationId xmlns:a16="http://schemas.microsoft.com/office/drawing/2014/main" id="{9B417CCA-4A95-4011-72E8-AE04BA2A3351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8" name="pg151">
                <a:extLst>
                  <a:ext uri="{FF2B5EF4-FFF2-40B4-BE49-F238E27FC236}">
                    <a16:creationId xmlns:a16="http://schemas.microsoft.com/office/drawing/2014/main" id="{AA39D79B-86D3-2F72-5863-ECD5968EE759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59" name="pg152">
                <a:extLst>
                  <a:ext uri="{FF2B5EF4-FFF2-40B4-BE49-F238E27FC236}">
                    <a16:creationId xmlns:a16="http://schemas.microsoft.com/office/drawing/2014/main" id="{7639D0DF-1591-9546-DEFD-7A0500600CE4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0" name="pg153">
                <a:extLst>
                  <a:ext uri="{FF2B5EF4-FFF2-40B4-BE49-F238E27FC236}">
                    <a16:creationId xmlns:a16="http://schemas.microsoft.com/office/drawing/2014/main" id="{0BBA7AA4-F2B7-EC8E-275F-7C8D38E434DE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1" name="pg154">
                <a:extLst>
                  <a:ext uri="{FF2B5EF4-FFF2-40B4-BE49-F238E27FC236}">
                    <a16:creationId xmlns:a16="http://schemas.microsoft.com/office/drawing/2014/main" id="{DFF92A75-9C28-5961-F0D6-96BC913AAB39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2" name="pg155">
                <a:extLst>
                  <a:ext uri="{FF2B5EF4-FFF2-40B4-BE49-F238E27FC236}">
                    <a16:creationId xmlns:a16="http://schemas.microsoft.com/office/drawing/2014/main" id="{304BED5A-160E-762A-45F0-D51DFB73A22C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3" name="pg156">
                <a:extLst>
                  <a:ext uri="{FF2B5EF4-FFF2-40B4-BE49-F238E27FC236}">
                    <a16:creationId xmlns:a16="http://schemas.microsoft.com/office/drawing/2014/main" id="{9A4F28BE-DAC2-C194-118E-15BE4501A4D2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4" name="pg157">
                <a:extLst>
                  <a:ext uri="{FF2B5EF4-FFF2-40B4-BE49-F238E27FC236}">
                    <a16:creationId xmlns:a16="http://schemas.microsoft.com/office/drawing/2014/main" id="{8B3D8B0F-AE7B-20FC-CC2E-BCF33E395E19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5" name="pg158">
                <a:extLst>
                  <a:ext uri="{FF2B5EF4-FFF2-40B4-BE49-F238E27FC236}">
                    <a16:creationId xmlns:a16="http://schemas.microsoft.com/office/drawing/2014/main" id="{DFD68925-07B9-0740-450D-62B5F1AE83DC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6" name="pg159">
                <a:extLst>
                  <a:ext uri="{FF2B5EF4-FFF2-40B4-BE49-F238E27FC236}">
                    <a16:creationId xmlns:a16="http://schemas.microsoft.com/office/drawing/2014/main" id="{25971824-567C-E515-4A70-6BD433855856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7" name="pg160">
                <a:extLst>
                  <a:ext uri="{FF2B5EF4-FFF2-40B4-BE49-F238E27FC236}">
                    <a16:creationId xmlns:a16="http://schemas.microsoft.com/office/drawing/2014/main" id="{F85900DF-97D3-53CA-9F9A-BD183C340CC4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8" name="pg161">
                <a:extLst>
                  <a:ext uri="{FF2B5EF4-FFF2-40B4-BE49-F238E27FC236}">
                    <a16:creationId xmlns:a16="http://schemas.microsoft.com/office/drawing/2014/main" id="{81B0A8F4-86E5-5C0C-C985-E072D6A9E5E1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69" name="pg162">
                <a:extLst>
                  <a:ext uri="{FF2B5EF4-FFF2-40B4-BE49-F238E27FC236}">
                    <a16:creationId xmlns:a16="http://schemas.microsoft.com/office/drawing/2014/main" id="{C01C9219-51BC-36E4-844B-DAA73BC081B3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0" name="pg163">
                <a:extLst>
                  <a:ext uri="{FF2B5EF4-FFF2-40B4-BE49-F238E27FC236}">
                    <a16:creationId xmlns:a16="http://schemas.microsoft.com/office/drawing/2014/main" id="{EB5114A1-0EE6-622C-9022-5310D4A004B0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1" name="pg164">
                <a:extLst>
                  <a:ext uri="{FF2B5EF4-FFF2-40B4-BE49-F238E27FC236}">
                    <a16:creationId xmlns:a16="http://schemas.microsoft.com/office/drawing/2014/main" id="{031B460F-B562-09FA-84ED-7AC688C85495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2" name="pg165">
                <a:extLst>
                  <a:ext uri="{FF2B5EF4-FFF2-40B4-BE49-F238E27FC236}">
                    <a16:creationId xmlns:a16="http://schemas.microsoft.com/office/drawing/2014/main" id="{6961197F-38B6-A36A-A8D1-D1DEABDFB2D2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3" name="pg166">
                <a:extLst>
                  <a:ext uri="{FF2B5EF4-FFF2-40B4-BE49-F238E27FC236}">
                    <a16:creationId xmlns:a16="http://schemas.microsoft.com/office/drawing/2014/main" id="{94728A00-AC5E-2387-D7E3-BD67DAB78219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4" name="pg167">
                <a:extLst>
                  <a:ext uri="{FF2B5EF4-FFF2-40B4-BE49-F238E27FC236}">
                    <a16:creationId xmlns:a16="http://schemas.microsoft.com/office/drawing/2014/main" id="{08D619F5-BDCD-6A4F-625F-8C3610DC33F2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5" name="pg168">
                <a:extLst>
                  <a:ext uri="{FF2B5EF4-FFF2-40B4-BE49-F238E27FC236}">
                    <a16:creationId xmlns:a16="http://schemas.microsoft.com/office/drawing/2014/main" id="{A9ABA2B1-5F53-CA0B-AED3-1F7519B7DE3F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6" name="pg169">
                <a:extLst>
                  <a:ext uri="{FF2B5EF4-FFF2-40B4-BE49-F238E27FC236}">
                    <a16:creationId xmlns:a16="http://schemas.microsoft.com/office/drawing/2014/main" id="{70398A19-C0A5-7990-A1B9-80B3EE96EEF5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7" name="pg170">
                <a:extLst>
                  <a:ext uri="{FF2B5EF4-FFF2-40B4-BE49-F238E27FC236}">
                    <a16:creationId xmlns:a16="http://schemas.microsoft.com/office/drawing/2014/main" id="{24DFD550-1B5E-01C9-79EB-29E13D792019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8" name="pg171">
                <a:extLst>
                  <a:ext uri="{FF2B5EF4-FFF2-40B4-BE49-F238E27FC236}">
                    <a16:creationId xmlns:a16="http://schemas.microsoft.com/office/drawing/2014/main" id="{5863BCE7-E3BC-8736-1218-E18FAC8E9E3C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79" name="pg172">
                <a:extLst>
                  <a:ext uri="{FF2B5EF4-FFF2-40B4-BE49-F238E27FC236}">
                    <a16:creationId xmlns:a16="http://schemas.microsoft.com/office/drawing/2014/main" id="{54818DD5-DA5F-663F-3541-2A953D1D1C9C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0" name="pg173">
                <a:extLst>
                  <a:ext uri="{FF2B5EF4-FFF2-40B4-BE49-F238E27FC236}">
                    <a16:creationId xmlns:a16="http://schemas.microsoft.com/office/drawing/2014/main" id="{57A55A73-65E2-CD22-F746-F6A8EF0A1278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1" name="pg174">
                <a:extLst>
                  <a:ext uri="{FF2B5EF4-FFF2-40B4-BE49-F238E27FC236}">
                    <a16:creationId xmlns:a16="http://schemas.microsoft.com/office/drawing/2014/main" id="{9DAD97E4-241C-4F94-BA0A-E5F800715F51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2" name="pg175">
                <a:extLst>
                  <a:ext uri="{FF2B5EF4-FFF2-40B4-BE49-F238E27FC236}">
                    <a16:creationId xmlns:a16="http://schemas.microsoft.com/office/drawing/2014/main" id="{46FB593C-530E-6ED0-97FB-2D35FB320932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3" name="pg176">
                <a:extLst>
                  <a:ext uri="{FF2B5EF4-FFF2-40B4-BE49-F238E27FC236}">
                    <a16:creationId xmlns:a16="http://schemas.microsoft.com/office/drawing/2014/main" id="{5E6A7B7C-5435-94DC-C095-02F271D5078C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4" name="pg177">
                <a:extLst>
                  <a:ext uri="{FF2B5EF4-FFF2-40B4-BE49-F238E27FC236}">
                    <a16:creationId xmlns:a16="http://schemas.microsoft.com/office/drawing/2014/main" id="{4EE1AAE2-FB1F-2E05-A3A5-718C412205BD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5" name="pg178">
                <a:extLst>
                  <a:ext uri="{FF2B5EF4-FFF2-40B4-BE49-F238E27FC236}">
                    <a16:creationId xmlns:a16="http://schemas.microsoft.com/office/drawing/2014/main" id="{7809D12E-0BB2-EA60-4BDF-056AD2CB3F41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6" name="pg179">
                <a:extLst>
                  <a:ext uri="{FF2B5EF4-FFF2-40B4-BE49-F238E27FC236}">
                    <a16:creationId xmlns:a16="http://schemas.microsoft.com/office/drawing/2014/main" id="{B4523FB4-9097-D4F2-E5CE-E1CD92044D26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7" name="pg180">
                <a:extLst>
                  <a:ext uri="{FF2B5EF4-FFF2-40B4-BE49-F238E27FC236}">
                    <a16:creationId xmlns:a16="http://schemas.microsoft.com/office/drawing/2014/main" id="{0AE61A42-E8D7-AFC9-1A01-D2C3A5DA6BA9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8" name="pg181">
                <a:extLst>
                  <a:ext uri="{FF2B5EF4-FFF2-40B4-BE49-F238E27FC236}">
                    <a16:creationId xmlns:a16="http://schemas.microsoft.com/office/drawing/2014/main" id="{E161AE58-B4F2-4F15-5179-3926676DCC82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89" name="pg182">
                <a:extLst>
                  <a:ext uri="{FF2B5EF4-FFF2-40B4-BE49-F238E27FC236}">
                    <a16:creationId xmlns:a16="http://schemas.microsoft.com/office/drawing/2014/main" id="{9730A888-9F97-A274-23AB-83F5866839FB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0" name="pg183">
                <a:extLst>
                  <a:ext uri="{FF2B5EF4-FFF2-40B4-BE49-F238E27FC236}">
                    <a16:creationId xmlns:a16="http://schemas.microsoft.com/office/drawing/2014/main" id="{7FE287A5-B976-1450-6C9C-CDAE55AF9DCA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1" name="pg184">
                <a:extLst>
                  <a:ext uri="{FF2B5EF4-FFF2-40B4-BE49-F238E27FC236}">
                    <a16:creationId xmlns:a16="http://schemas.microsoft.com/office/drawing/2014/main" id="{FD8F944B-99AE-7295-498B-45ADF6E9D550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2" name="pg185">
                <a:extLst>
                  <a:ext uri="{FF2B5EF4-FFF2-40B4-BE49-F238E27FC236}">
                    <a16:creationId xmlns:a16="http://schemas.microsoft.com/office/drawing/2014/main" id="{0AC380B9-8DC5-2D51-6AA4-AF3B391B3D30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3" name="pg186">
                <a:extLst>
                  <a:ext uri="{FF2B5EF4-FFF2-40B4-BE49-F238E27FC236}">
                    <a16:creationId xmlns:a16="http://schemas.microsoft.com/office/drawing/2014/main" id="{F6A9B126-EC88-6F2D-82FF-2B96798D1BB0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4" name="pg187">
                <a:extLst>
                  <a:ext uri="{FF2B5EF4-FFF2-40B4-BE49-F238E27FC236}">
                    <a16:creationId xmlns:a16="http://schemas.microsoft.com/office/drawing/2014/main" id="{9EFA15BD-3B2E-16F9-99A4-0ECBFA261AA2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5" name="pg188">
                <a:extLst>
                  <a:ext uri="{FF2B5EF4-FFF2-40B4-BE49-F238E27FC236}">
                    <a16:creationId xmlns:a16="http://schemas.microsoft.com/office/drawing/2014/main" id="{79AC457F-A020-85A2-B700-2B232A993ACF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6" name="pg189">
                <a:extLst>
                  <a:ext uri="{FF2B5EF4-FFF2-40B4-BE49-F238E27FC236}">
                    <a16:creationId xmlns:a16="http://schemas.microsoft.com/office/drawing/2014/main" id="{45A2E10E-6E44-E534-44B8-E9C57DE0BCC9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7" name="pg190">
                <a:extLst>
                  <a:ext uri="{FF2B5EF4-FFF2-40B4-BE49-F238E27FC236}">
                    <a16:creationId xmlns:a16="http://schemas.microsoft.com/office/drawing/2014/main" id="{6BF870B6-E926-C001-732C-78E18BF7A5AA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8" name="pg191">
                <a:extLst>
                  <a:ext uri="{FF2B5EF4-FFF2-40B4-BE49-F238E27FC236}">
                    <a16:creationId xmlns:a16="http://schemas.microsoft.com/office/drawing/2014/main" id="{F4D47120-C441-5EE7-02F5-9D243B7F5768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099" name="pg192">
                <a:extLst>
                  <a:ext uri="{FF2B5EF4-FFF2-40B4-BE49-F238E27FC236}">
                    <a16:creationId xmlns:a16="http://schemas.microsoft.com/office/drawing/2014/main" id="{E4EC1339-74BD-AB44-F9DD-643D2EF671A3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0" name="pg193">
                <a:extLst>
                  <a:ext uri="{FF2B5EF4-FFF2-40B4-BE49-F238E27FC236}">
                    <a16:creationId xmlns:a16="http://schemas.microsoft.com/office/drawing/2014/main" id="{CA0FFBD5-747C-1097-0D45-78EDA451015C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1" name="pg194">
                <a:extLst>
                  <a:ext uri="{FF2B5EF4-FFF2-40B4-BE49-F238E27FC236}">
                    <a16:creationId xmlns:a16="http://schemas.microsoft.com/office/drawing/2014/main" id="{FCDF6CB0-5F32-E411-4E38-5DC3D97DDA4A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2" name="pg195">
                <a:extLst>
                  <a:ext uri="{FF2B5EF4-FFF2-40B4-BE49-F238E27FC236}">
                    <a16:creationId xmlns:a16="http://schemas.microsoft.com/office/drawing/2014/main" id="{EAB73492-F43A-EADF-3455-D92A6D33F297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3" name="pg196">
                <a:extLst>
                  <a:ext uri="{FF2B5EF4-FFF2-40B4-BE49-F238E27FC236}">
                    <a16:creationId xmlns:a16="http://schemas.microsoft.com/office/drawing/2014/main" id="{37417C9D-EEC8-5B2F-1BEA-EB5E55A91CBB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4" name="pg197">
                <a:extLst>
                  <a:ext uri="{FF2B5EF4-FFF2-40B4-BE49-F238E27FC236}">
                    <a16:creationId xmlns:a16="http://schemas.microsoft.com/office/drawing/2014/main" id="{AA602F8B-7E08-55C4-4A7A-6FA581DBEFD7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5" name="pg198">
                <a:extLst>
                  <a:ext uri="{FF2B5EF4-FFF2-40B4-BE49-F238E27FC236}">
                    <a16:creationId xmlns:a16="http://schemas.microsoft.com/office/drawing/2014/main" id="{5B20751E-6089-C0F8-3E39-206F1E77BC12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6" name="pg199">
                <a:extLst>
                  <a:ext uri="{FF2B5EF4-FFF2-40B4-BE49-F238E27FC236}">
                    <a16:creationId xmlns:a16="http://schemas.microsoft.com/office/drawing/2014/main" id="{074C5AAE-0196-F97C-DAA6-A8094E41E98A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7" name="pg200">
                <a:extLst>
                  <a:ext uri="{FF2B5EF4-FFF2-40B4-BE49-F238E27FC236}">
                    <a16:creationId xmlns:a16="http://schemas.microsoft.com/office/drawing/2014/main" id="{3446860C-CA08-4B91-EFDC-BEAE35CA1588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8" name="pg201">
                <a:extLst>
                  <a:ext uri="{FF2B5EF4-FFF2-40B4-BE49-F238E27FC236}">
                    <a16:creationId xmlns:a16="http://schemas.microsoft.com/office/drawing/2014/main" id="{D31C9481-0FB4-E75B-2575-F61406A007AA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09" name="pg202">
                <a:extLst>
                  <a:ext uri="{FF2B5EF4-FFF2-40B4-BE49-F238E27FC236}">
                    <a16:creationId xmlns:a16="http://schemas.microsoft.com/office/drawing/2014/main" id="{A88A919D-5FA9-B8D2-A45B-ED391D13A308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0" name="pg203">
                <a:extLst>
                  <a:ext uri="{FF2B5EF4-FFF2-40B4-BE49-F238E27FC236}">
                    <a16:creationId xmlns:a16="http://schemas.microsoft.com/office/drawing/2014/main" id="{43524BB2-1996-AEC1-D6EC-77EBDF814643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1" name="pg204">
                <a:extLst>
                  <a:ext uri="{FF2B5EF4-FFF2-40B4-BE49-F238E27FC236}">
                    <a16:creationId xmlns:a16="http://schemas.microsoft.com/office/drawing/2014/main" id="{92B5BB1A-F4E9-2A02-31F2-D4EF73FEB92C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2" name="pg205">
                <a:extLst>
                  <a:ext uri="{FF2B5EF4-FFF2-40B4-BE49-F238E27FC236}">
                    <a16:creationId xmlns:a16="http://schemas.microsoft.com/office/drawing/2014/main" id="{2322EFB4-7A4C-1D51-3DC3-7061BFAAE3C2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3" name="pg206">
                <a:extLst>
                  <a:ext uri="{FF2B5EF4-FFF2-40B4-BE49-F238E27FC236}">
                    <a16:creationId xmlns:a16="http://schemas.microsoft.com/office/drawing/2014/main" id="{8C57D8CB-CFBA-B0AF-94C3-5CBBED512767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4" name="pg207">
                <a:extLst>
                  <a:ext uri="{FF2B5EF4-FFF2-40B4-BE49-F238E27FC236}">
                    <a16:creationId xmlns:a16="http://schemas.microsoft.com/office/drawing/2014/main" id="{BD1C24E2-9B72-5946-D498-90D3C9CD3F9E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5" name="pg208">
                <a:extLst>
                  <a:ext uri="{FF2B5EF4-FFF2-40B4-BE49-F238E27FC236}">
                    <a16:creationId xmlns:a16="http://schemas.microsoft.com/office/drawing/2014/main" id="{EAD5504D-5B22-BF57-00CC-EC4183CAAA3C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6" name="pg209">
                <a:extLst>
                  <a:ext uri="{FF2B5EF4-FFF2-40B4-BE49-F238E27FC236}">
                    <a16:creationId xmlns:a16="http://schemas.microsoft.com/office/drawing/2014/main" id="{E80112CB-3728-1E86-C59E-994AED3468B1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7" name="pg210">
                <a:extLst>
                  <a:ext uri="{FF2B5EF4-FFF2-40B4-BE49-F238E27FC236}">
                    <a16:creationId xmlns:a16="http://schemas.microsoft.com/office/drawing/2014/main" id="{A1F9AC63-7A79-7982-4910-9174B5B8A543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8" name="pg211">
                <a:extLst>
                  <a:ext uri="{FF2B5EF4-FFF2-40B4-BE49-F238E27FC236}">
                    <a16:creationId xmlns:a16="http://schemas.microsoft.com/office/drawing/2014/main" id="{15803880-D040-DD12-1C95-A7EE30B527DE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19" name="pg212">
                <a:extLst>
                  <a:ext uri="{FF2B5EF4-FFF2-40B4-BE49-F238E27FC236}">
                    <a16:creationId xmlns:a16="http://schemas.microsoft.com/office/drawing/2014/main" id="{5E6B5B52-1799-0FFC-87F6-259889F070FF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0" name="pg213">
                <a:extLst>
                  <a:ext uri="{FF2B5EF4-FFF2-40B4-BE49-F238E27FC236}">
                    <a16:creationId xmlns:a16="http://schemas.microsoft.com/office/drawing/2014/main" id="{22C716D4-29D2-3562-9D50-BE452B79CFF6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1" name="pg214">
                <a:extLst>
                  <a:ext uri="{FF2B5EF4-FFF2-40B4-BE49-F238E27FC236}">
                    <a16:creationId xmlns:a16="http://schemas.microsoft.com/office/drawing/2014/main" id="{F04388A1-EE52-A514-31D4-4B30183C4A2B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2" name="pg215">
                <a:extLst>
                  <a:ext uri="{FF2B5EF4-FFF2-40B4-BE49-F238E27FC236}">
                    <a16:creationId xmlns:a16="http://schemas.microsoft.com/office/drawing/2014/main" id="{E7086F33-7F45-BA8E-0829-0A32E38228CD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3" name="pg216">
                <a:extLst>
                  <a:ext uri="{FF2B5EF4-FFF2-40B4-BE49-F238E27FC236}">
                    <a16:creationId xmlns:a16="http://schemas.microsoft.com/office/drawing/2014/main" id="{B4100B9C-3A32-43BF-2E6E-35E0721A7BF5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4" name="pg217">
                <a:extLst>
                  <a:ext uri="{FF2B5EF4-FFF2-40B4-BE49-F238E27FC236}">
                    <a16:creationId xmlns:a16="http://schemas.microsoft.com/office/drawing/2014/main" id="{25F45A0C-3F2C-3F7D-D2C4-2205122E9392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5" name="pg218">
                <a:extLst>
                  <a:ext uri="{FF2B5EF4-FFF2-40B4-BE49-F238E27FC236}">
                    <a16:creationId xmlns:a16="http://schemas.microsoft.com/office/drawing/2014/main" id="{7763C7FE-F5CC-0F3F-7319-F24176EF9CE8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6" name="pg219">
                <a:extLst>
                  <a:ext uri="{FF2B5EF4-FFF2-40B4-BE49-F238E27FC236}">
                    <a16:creationId xmlns:a16="http://schemas.microsoft.com/office/drawing/2014/main" id="{6C197862-1DED-7D3B-631E-92FA7C12E431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7" name="pg220">
                <a:extLst>
                  <a:ext uri="{FF2B5EF4-FFF2-40B4-BE49-F238E27FC236}">
                    <a16:creationId xmlns:a16="http://schemas.microsoft.com/office/drawing/2014/main" id="{A3A4A4B2-95B0-18F0-E7A4-8502374BDA04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8" name="pg221">
                <a:extLst>
                  <a:ext uri="{FF2B5EF4-FFF2-40B4-BE49-F238E27FC236}">
                    <a16:creationId xmlns:a16="http://schemas.microsoft.com/office/drawing/2014/main" id="{AC16360A-4B5B-4E1D-CA16-CA8C469C1462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29" name="pg222">
                <a:extLst>
                  <a:ext uri="{FF2B5EF4-FFF2-40B4-BE49-F238E27FC236}">
                    <a16:creationId xmlns:a16="http://schemas.microsoft.com/office/drawing/2014/main" id="{1898962D-2A1B-6BF3-3411-B367E466892D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0" name="pg223">
                <a:extLst>
                  <a:ext uri="{FF2B5EF4-FFF2-40B4-BE49-F238E27FC236}">
                    <a16:creationId xmlns:a16="http://schemas.microsoft.com/office/drawing/2014/main" id="{29732850-6C24-A994-39F0-1E2002ECDAAF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1" name="pg224">
                <a:extLst>
                  <a:ext uri="{FF2B5EF4-FFF2-40B4-BE49-F238E27FC236}">
                    <a16:creationId xmlns:a16="http://schemas.microsoft.com/office/drawing/2014/main" id="{444FC7A1-CC96-0FE5-D1CA-58AAF9333E7C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2" name="pg225">
                <a:extLst>
                  <a:ext uri="{FF2B5EF4-FFF2-40B4-BE49-F238E27FC236}">
                    <a16:creationId xmlns:a16="http://schemas.microsoft.com/office/drawing/2014/main" id="{23103DF7-24E8-3584-FB00-2816331B60D2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3" name="pg226">
                <a:extLst>
                  <a:ext uri="{FF2B5EF4-FFF2-40B4-BE49-F238E27FC236}">
                    <a16:creationId xmlns:a16="http://schemas.microsoft.com/office/drawing/2014/main" id="{97F697A9-C439-3141-2364-2ADC850B7B14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4" name="pg227">
                <a:extLst>
                  <a:ext uri="{FF2B5EF4-FFF2-40B4-BE49-F238E27FC236}">
                    <a16:creationId xmlns:a16="http://schemas.microsoft.com/office/drawing/2014/main" id="{52F0E9C8-8F84-FC81-2F39-49A9887FED8F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5" name="pg228">
                <a:extLst>
                  <a:ext uri="{FF2B5EF4-FFF2-40B4-BE49-F238E27FC236}">
                    <a16:creationId xmlns:a16="http://schemas.microsoft.com/office/drawing/2014/main" id="{7C11D578-103B-467C-25BB-898BF2F75F57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6" name="pg229">
                <a:extLst>
                  <a:ext uri="{FF2B5EF4-FFF2-40B4-BE49-F238E27FC236}">
                    <a16:creationId xmlns:a16="http://schemas.microsoft.com/office/drawing/2014/main" id="{25E3238F-1C4E-28D1-6001-A85EC2D170BD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7" name="pg230">
                <a:extLst>
                  <a:ext uri="{FF2B5EF4-FFF2-40B4-BE49-F238E27FC236}">
                    <a16:creationId xmlns:a16="http://schemas.microsoft.com/office/drawing/2014/main" id="{88390FA3-95F3-3ECF-D752-BD9EFC3DF03F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8" name="pg231">
                <a:extLst>
                  <a:ext uri="{FF2B5EF4-FFF2-40B4-BE49-F238E27FC236}">
                    <a16:creationId xmlns:a16="http://schemas.microsoft.com/office/drawing/2014/main" id="{FF56013C-B30D-AE15-1B68-BFD996D0505D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39" name="pg232">
                <a:extLst>
                  <a:ext uri="{FF2B5EF4-FFF2-40B4-BE49-F238E27FC236}">
                    <a16:creationId xmlns:a16="http://schemas.microsoft.com/office/drawing/2014/main" id="{07516F3C-3630-6A30-6DC5-7757A4A08ED4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0" name="pg233">
                <a:extLst>
                  <a:ext uri="{FF2B5EF4-FFF2-40B4-BE49-F238E27FC236}">
                    <a16:creationId xmlns:a16="http://schemas.microsoft.com/office/drawing/2014/main" id="{FA030DFA-E7D5-A01C-1E6B-B8AC4F2B3808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1" name="pg234">
                <a:extLst>
                  <a:ext uri="{FF2B5EF4-FFF2-40B4-BE49-F238E27FC236}">
                    <a16:creationId xmlns:a16="http://schemas.microsoft.com/office/drawing/2014/main" id="{C467D591-A6DA-FF0A-EBA3-BD7EEEB8311C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2" name="pg235">
                <a:extLst>
                  <a:ext uri="{FF2B5EF4-FFF2-40B4-BE49-F238E27FC236}">
                    <a16:creationId xmlns:a16="http://schemas.microsoft.com/office/drawing/2014/main" id="{683AECEB-81AA-3997-F1AD-27D0E8358436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3" name="pg236">
                <a:extLst>
                  <a:ext uri="{FF2B5EF4-FFF2-40B4-BE49-F238E27FC236}">
                    <a16:creationId xmlns:a16="http://schemas.microsoft.com/office/drawing/2014/main" id="{D3EE82CF-2901-2815-7A64-393BBD166969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4" name="pg237">
                <a:extLst>
                  <a:ext uri="{FF2B5EF4-FFF2-40B4-BE49-F238E27FC236}">
                    <a16:creationId xmlns:a16="http://schemas.microsoft.com/office/drawing/2014/main" id="{E8D10723-E2F2-3767-5E14-8B33FC5EB359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5" name="pg238">
                <a:extLst>
                  <a:ext uri="{FF2B5EF4-FFF2-40B4-BE49-F238E27FC236}">
                    <a16:creationId xmlns:a16="http://schemas.microsoft.com/office/drawing/2014/main" id="{DCB071AF-5878-081C-56D4-E1A6836FE5C0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6" name="pg239">
                <a:extLst>
                  <a:ext uri="{FF2B5EF4-FFF2-40B4-BE49-F238E27FC236}">
                    <a16:creationId xmlns:a16="http://schemas.microsoft.com/office/drawing/2014/main" id="{7F382125-A7E6-F6DF-CFEF-19CAFF0AF835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7" name="pg240">
                <a:extLst>
                  <a:ext uri="{FF2B5EF4-FFF2-40B4-BE49-F238E27FC236}">
                    <a16:creationId xmlns:a16="http://schemas.microsoft.com/office/drawing/2014/main" id="{62B97FE1-F6D9-C95F-D8ED-0C007A9120BB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8" name="pg241">
                <a:extLst>
                  <a:ext uri="{FF2B5EF4-FFF2-40B4-BE49-F238E27FC236}">
                    <a16:creationId xmlns:a16="http://schemas.microsoft.com/office/drawing/2014/main" id="{F84D5609-6F64-86F1-6D43-E93289AC8655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49" name="pg242">
                <a:extLst>
                  <a:ext uri="{FF2B5EF4-FFF2-40B4-BE49-F238E27FC236}">
                    <a16:creationId xmlns:a16="http://schemas.microsoft.com/office/drawing/2014/main" id="{7BF26419-9E2E-961A-F611-0B517C21D23E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0" name="pg243">
                <a:extLst>
                  <a:ext uri="{FF2B5EF4-FFF2-40B4-BE49-F238E27FC236}">
                    <a16:creationId xmlns:a16="http://schemas.microsoft.com/office/drawing/2014/main" id="{D36B80AE-E5BA-0150-4493-0CE364F6FABF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1" name="pg244">
                <a:extLst>
                  <a:ext uri="{FF2B5EF4-FFF2-40B4-BE49-F238E27FC236}">
                    <a16:creationId xmlns:a16="http://schemas.microsoft.com/office/drawing/2014/main" id="{FFBE6220-EB3F-6437-1FDD-53C9171A0A07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2" name="pg245">
                <a:extLst>
                  <a:ext uri="{FF2B5EF4-FFF2-40B4-BE49-F238E27FC236}">
                    <a16:creationId xmlns:a16="http://schemas.microsoft.com/office/drawing/2014/main" id="{770ECC7C-8D8E-7325-3057-ED9B69F28C0D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3" name="pg246">
                <a:extLst>
                  <a:ext uri="{FF2B5EF4-FFF2-40B4-BE49-F238E27FC236}">
                    <a16:creationId xmlns:a16="http://schemas.microsoft.com/office/drawing/2014/main" id="{5970F4E9-FA30-F6CF-A1A8-0DA78EEDB69E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4" name="pg247">
                <a:extLst>
                  <a:ext uri="{FF2B5EF4-FFF2-40B4-BE49-F238E27FC236}">
                    <a16:creationId xmlns:a16="http://schemas.microsoft.com/office/drawing/2014/main" id="{D63E3CE9-F7CA-28CD-2F43-CCC0BC91AEE9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5" name="pg248">
                <a:extLst>
                  <a:ext uri="{FF2B5EF4-FFF2-40B4-BE49-F238E27FC236}">
                    <a16:creationId xmlns:a16="http://schemas.microsoft.com/office/drawing/2014/main" id="{492B6DF8-7794-3352-D21A-1C93989F811A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6" name="pg249">
                <a:extLst>
                  <a:ext uri="{FF2B5EF4-FFF2-40B4-BE49-F238E27FC236}">
                    <a16:creationId xmlns:a16="http://schemas.microsoft.com/office/drawing/2014/main" id="{D84B3FAE-226A-0DFF-8C60-0F85A85FBE8E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7" name="pg250">
                <a:extLst>
                  <a:ext uri="{FF2B5EF4-FFF2-40B4-BE49-F238E27FC236}">
                    <a16:creationId xmlns:a16="http://schemas.microsoft.com/office/drawing/2014/main" id="{5844D675-2F43-5D68-8310-8A1FD39B6266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8" name="pg251">
                <a:extLst>
                  <a:ext uri="{FF2B5EF4-FFF2-40B4-BE49-F238E27FC236}">
                    <a16:creationId xmlns:a16="http://schemas.microsoft.com/office/drawing/2014/main" id="{9DEA77B4-2D21-CDB1-AE05-B5F69CFF9B08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59" name="pg252">
                <a:extLst>
                  <a:ext uri="{FF2B5EF4-FFF2-40B4-BE49-F238E27FC236}">
                    <a16:creationId xmlns:a16="http://schemas.microsoft.com/office/drawing/2014/main" id="{21F20AB0-BC67-957C-971A-47731C936E00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0" name="pg253">
                <a:extLst>
                  <a:ext uri="{FF2B5EF4-FFF2-40B4-BE49-F238E27FC236}">
                    <a16:creationId xmlns:a16="http://schemas.microsoft.com/office/drawing/2014/main" id="{A3CD23F2-6058-8B28-4BD8-FD82E4448C59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1" name="pg254">
                <a:extLst>
                  <a:ext uri="{FF2B5EF4-FFF2-40B4-BE49-F238E27FC236}">
                    <a16:creationId xmlns:a16="http://schemas.microsoft.com/office/drawing/2014/main" id="{67820188-6BFB-EE7A-158B-449B39D08475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2" name="pg255">
                <a:extLst>
                  <a:ext uri="{FF2B5EF4-FFF2-40B4-BE49-F238E27FC236}">
                    <a16:creationId xmlns:a16="http://schemas.microsoft.com/office/drawing/2014/main" id="{BF9D0D0F-C2E5-DBF6-FEE2-9DFB4DE19575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3" name="pg256">
                <a:extLst>
                  <a:ext uri="{FF2B5EF4-FFF2-40B4-BE49-F238E27FC236}">
                    <a16:creationId xmlns:a16="http://schemas.microsoft.com/office/drawing/2014/main" id="{58C0A966-79F8-C35B-8977-4456C765F23F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4" name="pg257">
                <a:extLst>
                  <a:ext uri="{FF2B5EF4-FFF2-40B4-BE49-F238E27FC236}">
                    <a16:creationId xmlns:a16="http://schemas.microsoft.com/office/drawing/2014/main" id="{E893B007-0764-8B06-7306-3D55C00E7C26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5" name="pg258">
                <a:extLst>
                  <a:ext uri="{FF2B5EF4-FFF2-40B4-BE49-F238E27FC236}">
                    <a16:creationId xmlns:a16="http://schemas.microsoft.com/office/drawing/2014/main" id="{43E9817C-D4CA-FEAA-F6CF-1E9DFD0FE823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6" name="pg259">
                <a:extLst>
                  <a:ext uri="{FF2B5EF4-FFF2-40B4-BE49-F238E27FC236}">
                    <a16:creationId xmlns:a16="http://schemas.microsoft.com/office/drawing/2014/main" id="{EDC1778A-CC88-6F5A-AC7A-9A9F805DDB69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7" name="pg260">
                <a:extLst>
                  <a:ext uri="{FF2B5EF4-FFF2-40B4-BE49-F238E27FC236}">
                    <a16:creationId xmlns:a16="http://schemas.microsoft.com/office/drawing/2014/main" id="{7B255829-AAB2-F844-C92B-3AB1B1E243F2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8" name="pg261">
                <a:extLst>
                  <a:ext uri="{FF2B5EF4-FFF2-40B4-BE49-F238E27FC236}">
                    <a16:creationId xmlns:a16="http://schemas.microsoft.com/office/drawing/2014/main" id="{68CD45A1-17CE-BAA6-51F5-45F912AFFE88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69" name="pg262">
                <a:extLst>
                  <a:ext uri="{FF2B5EF4-FFF2-40B4-BE49-F238E27FC236}">
                    <a16:creationId xmlns:a16="http://schemas.microsoft.com/office/drawing/2014/main" id="{E016A076-5485-E5F4-6A96-744253F98660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0" name="pg263">
                <a:extLst>
                  <a:ext uri="{FF2B5EF4-FFF2-40B4-BE49-F238E27FC236}">
                    <a16:creationId xmlns:a16="http://schemas.microsoft.com/office/drawing/2014/main" id="{0DDDAC33-855C-D8D8-971C-393DF2A3BBB2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1" name="pg264">
                <a:extLst>
                  <a:ext uri="{FF2B5EF4-FFF2-40B4-BE49-F238E27FC236}">
                    <a16:creationId xmlns:a16="http://schemas.microsoft.com/office/drawing/2014/main" id="{CA81BAB3-6CB0-3C79-CFDD-A28EA4951B5C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2" name="pg265">
                <a:extLst>
                  <a:ext uri="{FF2B5EF4-FFF2-40B4-BE49-F238E27FC236}">
                    <a16:creationId xmlns:a16="http://schemas.microsoft.com/office/drawing/2014/main" id="{B03E267D-E1D9-E2A6-9510-8468509D8E96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3" name="pg266">
                <a:extLst>
                  <a:ext uri="{FF2B5EF4-FFF2-40B4-BE49-F238E27FC236}">
                    <a16:creationId xmlns:a16="http://schemas.microsoft.com/office/drawing/2014/main" id="{90465BF4-03C1-8DC6-7B7F-82EEF43E0A5C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4" name="pg267">
                <a:extLst>
                  <a:ext uri="{FF2B5EF4-FFF2-40B4-BE49-F238E27FC236}">
                    <a16:creationId xmlns:a16="http://schemas.microsoft.com/office/drawing/2014/main" id="{8C06DC10-F24D-0E90-54DF-E84AB4C1F310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5" name="pg268">
                <a:extLst>
                  <a:ext uri="{FF2B5EF4-FFF2-40B4-BE49-F238E27FC236}">
                    <a16:creationId xmlns:a16="http://schemas.microsoft.com/office/drawing/2014/main" id="{A5CEDFD2-3585-501C-2BF3-DDF189F96B20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6" name="pg269">
                <a:extLst>
                  <a:ext uri="{FF2B5EF4-FFF2-40B4-BE49-F238E27FC236}">
                    <a16:creationId xmlns:a16="http://schemas.microsoft.com/office/drawing/2014/main" id="{74F34507-5899-D8EB-7C3A-EE48FAAB123E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7" name="pg270">
                <a:extLst>
                  <a:ext uri="{FF2B5EF4-FFF2-40B4-BE49-F238E27FC236}">
                    <a16:creationId xmlns:a16="http://schemas.microsoft.com/office/drawing/2014/main" id="{DA8B0DA8-6910-7548-6231-5D2F8568A3A4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8" name="pg271">
                <a:extLst>
                  <a:ext uri="{FF2B5EF4-FFF2-40B4-BE49-F238E27FC236}">
                    <a16:creationId xmlns:a16="http://schemas.microsoft.com/office/drawing/2014/main" id="{BD935019-94EE-33BA-A830-E7D4FC7ECA60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79" name="pg272">
                <a:extLst>
                  <a:ext uri="{FF2B5EF4-FFF2-40B4-BE49-F238E27FC236}">
                    <a16:creationId xmlns:a16="http://schemas.microsoft.com/office/drawing/2014/main" id="{FF8F0032-C8B0-8F89-6A9E-7B81145D87C3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0" name="pg273">
                <a:extLst>
                  <a:ext uri="{FF2B5EF4-FFF2-40B4-BE49-F238E27FC236}">
                    <a16:creationId xmlns:a16="http://schemas.microsoft.com/office/drawing/2014/main" id="{A1845C62-FE84-AF47-C3B9-D27E1A6387FC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1" name="pg274">
                <a:extLst>
                  <a:ext uri="{FF2B5EF4-FFF2-40B4-BE49-F238E27FC236}">
                    <a16:creationId xmlns:a16="http://schemas.microsoft.com/office/drawing/2014/main" id="{5C1C59D0-D321-6FE1-066C-E887C7641395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2" name="pg275">
                <a:extLst>
                  <a:ext uri="{FF2B5EF4-FFF2-40B4-BE49-F238E27FC236}">
                    <a16:creationId xmlns:a16="http://schemas.microsoft.com/office/drawing/2014/main" id="{6D6323F7-B31F-9670-7129-A0D50CD34C86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3" name="pg276">
                <a:extLst>
                  <a:ext uri="{FF2B5EF4-FFF2-40B4-BE49-F238E27FC236}">
                    <a16:creationId xmlns:a16="http://schemas.microsoft.com/office/drawing/2014/main" id="{5F56A3BF-AF92-FC8D-EF13-593886416EA2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4" name="pg277">
                <a:extLst>
                  <a:ext uri="{FF2B5EF4-FFF2-40B4-BE49-F238E27FC236}">
                    <a16:creationId xmlns:a16="http://schemas.microsoft.com/office/drawing/2014/main" id="{F60DF4BE-EC28-5F6A-850D-48540C42014D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5" name="pg278">
                <a:extLst>
                  <a:ext uri="{FF2B5EF4-FFF2-40B4-BE49-F238E27FC236}">
                    <a16:creationId xmlns:a16="http://schemas.microsoft.com/office/drawing/2014/main" id="{7D80821B-7A67-6DCE-F1E9-7EED8457C713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6" name="pg279">
                <a:extLst>
                  <a:ext uri="{FF2B5EF4-FFF2-40B4-BE49-F238E27FC236}">
                    <a16:creationId xmlns:a16="http://schemas.microsoft.com/office/drawing/2014/main" id="{AD444E98-3C78-1E2C-B24A-B77CA0BCA7F2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7" name="pg280">
                <a:extLst>
                  <a:ext uri="{FF2B5EF4-FFF2-40B4-BE49-F238E27FC236}">
                    <a16:creationId xmlns:a16="http://schemas.microsoft.com/office/drawing/2014/main" id="{006BA631-BDBC-6F6E-63AC-0FF77E19DC46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8" name="pg281">
                <a:extLst>
                  <a:ext uri="{FF2B5EF4-FFF2-40B4-BE49-F238E27FC236}">
                    <a16:creationId xmlns:a16="http://schemas.microsoft.com/office/drawing/2014/main" id="{6536217D-8344-2056-3FD1-F0FE1F2CD0CC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89" name="pg282">
                <a:extLst>
                  <a:ext uri="{FF2B5EF4-FFF2-40B4-BE49-F238E27FC236}">
                    <a16:creationId xmlns:a16="http://schemas.microsoft.com/office/drawing/2014/main" id="{439F2EAF-FB7D-B131-A63D-5B5C850523C9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0" name="pg283">
                <a:extLst>
                  <a:ext uri="{FF2B5EF4-FFF2-40B4-BE49-F238E27FC236}">
                    <a16:creationId xmlns:a16="http://schemas.microsoft.com/office/drawing/2014/main" id="{FF180720-251B-F448-03EE-29077F2ECB08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1" name="pg284">
                <a:extLst>
                  <a:ext uri="{FF2B5EF4-FFF2-40B4-BE49-F238E27FC236}">
                    <a16:creationId xmlns:a16="http://schemas.microsoft.com/office/drawing/2014/main" id="{5BAB08C0-A739-28E6-42B2-4D98741292FE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2" name="pg285">
                <a:extLst>
                  <a:ext uri="{FF2B5EF4-FFF2-40B4-BE49-F238E27FC236}">
                    <a16:creationId xmlns:a16="http://schemas.microsoft.com/office/drawing/2014/main" id="{EC67396A-F41A-DD3A-D2FE-C0F577D2D6C3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3" name="pg286">
                <a:extLst>
                  <a:ext uri="{FF2B5EF4-FFF2-40B4-BE49-F238E27FC236}">
                    <a16:creationId xmlns:a16="http://schemas.microsoft.com/office/drawing/2014/main" id="{1EC84BA5-B40D-5DA5-5E15-059326851CC7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4" name="pg287">
                <a:extLst>
                  <a:ext uri="{FF2B5EF4-FFF2-40B4-BE49-F238E27FC236}">
                    <a16:creationId xmlns:a16="http://schemas.microsoft.com/office/drawing/2014/main" id="{ECFB60A0-60F8-C921-0FCA-73251320E9E8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5" name="pg288">
                <a:extLst>
                  <a:ext uri="{FF2B5EF4-FFF2-40B4-BE49-F238E27FC236}">
                    <a16:creationId xmlns:a16="http://schemas.microsoft.com/office/drawing/2014/main" id="{F380CC8C-C541-58F2-DAE0-D8A07561DDFD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6" name="pg289">
                <a:extLst>
                  <a:ext uri="{FF2B5EF4-FFF2-40B4-BE49-F238E27FC236}">
                    <a16:creationId xmlns:a16="http://schemas.microsoft.com/office/drawing/2014/main" id="{AC5C2DE3-DC32-6592-7237-39EE5CF4AE32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7" name="pg290">
                <a:extLst>
                  <a:ext uri="{FF2B5EF4-FFF2-40B4-BE49-F238E27FC236}">
                    <a16:creationId xmlns:a16="http://schemas.microsoft.com/office/drawing/2014/main" id="{F9F35E93-1E69-192D-E299-1D6E8F51BA61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8" name="pg291">
                <a:extLst>
                  <a:ext uri="{FF2B5EF4-FFF2-40B4-BE49-F238E27FC236}">
                    <a16:creationId xmlns:a16="http://schemas.microsoft.com/office/drawing/2014/main" id="{31B783CD-6EB7-BF86-B9AD-C7FE60A2FB4A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199" name="pg292">
                <a:extLst>
                  <a:ext uri="{FF2B5EF4-FFF2-40B4-BE49-F238E27FC236}">
                    <a16:creationId xmlns:a16="http://schemas.microsoft.com/office/drawing/2014/main" id="{1C32D054-DC00-723C-67DC-6CA7455999CA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0" name="pg293">
                <a:extLst>
                  <a:ext uri="{FF2B5EF4-FFF2-40B4-BE49-F238E27FC236}">
                    <a16:creationId xmlns:a16="http://schemas.microsoft.com/office/drawing/2014/main" id="{84EE571B-D90A-FFA9-31D3-062133530D40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1" name="pg294">
                <a:extLst>
                  <a:ext uri="{FF2B5EF4-FFF2-40B4-BE49-F238E27FC236}">
                    <a16:creationId xmlns:a16="http://schemas.microsoft.com/office/drawing/2014/main" id="{31F87EFE-EC3D-89B2-C2F0-883C2FCD7BD7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2" name="pg295">
                <a:extLst>
                  <a:ext uri="{FF2B5EF4-FFF2-40B4-BE49-F238E27FC236}">
                    <a16:creationId xmlns:a16="http://schemas.microsoft.com/office/drawing/2014/main" id="{FFF68C59-75E7-13E8-13E7-BC9C42F0EC1D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3" name="pg296">
                <a:extLst>
                  <a:ext uri="{FF2B5EF4-FFF2-40B4-BE49-F238E27FC236}">
                    <a16:creationId xmlns:a16="http://schemas.microsoft.com/office/drawing/2014/main" id="{C787DD6D-6AAE-756E-F954-A087401FECEF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4" name="pg297">
                <a:extLst>
                  <a:ext uri="{FF2B5EF4-FFF2-40B4-BE49-F238E27FC236}">
                    <a16:creationId xmlns:a16="http://schemas.microsoft.com/office/drawing/2014/main" id="{49BE5531-27AA-07BE-E912-BF3A65BFC4A5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5" name="pg298">
                <a:extLst>
                  <a:ext uri="{FF2B5EF4-FFF2-40B4-BE49-F238E27FC236}">
                    <a16:creationId xmlns:a16="http://schemas.microsoft.com/office/drawing/2014/main" id="{ABDC3F75-8C5A-4163-339E-80A9F173FAE0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6" name="pg299">
                <a:extLst>
                  <a:ext uri="{FF2B5EF4-FFF2-40B4-BE49-F238E27FC236}">
                    <a16:creationId xmlns:a16="http://schemas.microsoft.com/office/drawing/2014/main" id="{8347D431-6390-62C2-92C1-B4D1EB989D1F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7" name="pg300">
                <a:extLst>
                  <a:ext uri="{FF2B5EF4-FFF2-40B4-BE49-F238E27FC236}">
                    <a16:creationId xmlns:a16="http://schemas.microsoft.com/office/drawing/2014/main" id="{178B5A3F-5D23-44CA-98B0-9B19E0B3B02A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8" name="pg301">
                <a:extLst>
                  <a:ext uri="{FF2B5EF4-FFF2-40B4-BE49-F238E27FC236}">
                    <a16:creationId xmlns:a16="http://schemas.microsoft.com/office/drawing/2014/main" id="{FFBBBDCC-74BB-6EF6-CCC0-6E45DBAFD151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09" name="pg302">
                <a:extLst>
                  <a:ext uri="{FF2B5EF4-FFF2-40B4-BE49-F238E27FC236}">
                    <a16:creationId xmlns:a16="http://schemas.microsoft.com/office/drawing/2014/main" id="{5E1285BB-4865-A257-D458-757F4131CF41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0" name="pg303">
                <a:extLst>
                  <a:ext uri="{FF2B5EF4-FFF2-40B4-BE49-F238E27FC236}">
                    <a16:creationId xmlns:a16="http://schemas.microsoft.com/office/drawing/2014/main" id="{966E16B3-1BE5-CBD9-E4FD-CBB5CA171867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1" name="pg304">
                <a:extLst>
                  <a:ext uri="{FF2B5EF4-FFF2-40B4-BE49-F238E27FC236}">
                    <a16:creationId xmlns:a16="http://schemas.microsoft.com/office/drawing/2014/main" id="{0F3BEA3C-66AD-C987-3D3A-C53568964FB6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2" name="pg305">
                <a:extLst>
                  <a:ext uri="{FF2B5EF4-FFF2-40B4-BE49-F238E27FC236}">
                    <a16:creationId xmlns:a16="http://schemas.microsoft.com/office/drawing/2014/main" id="{278B2453-F60D-6897-D099-5CDAB57F0C06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3" name="pg306">
                <a:extLst>
                  <a:ext uri="{FF2B5EF4-FFF2-40B4-BE49-F238E27FC236}">
                    <a16:creationId xmlns:a16="http://schemas.microsoft.com/office/drawing/2014/main" id="{6D97E6E5-3A87-8407-CFE5-8106B5DA02D5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4" name="pg307">
                <a:extLst>
                  <a:ext uri="{FF2B5EF4-FFF2-40B4-BE49-F238E27FC236}">
                    <a16:creationId xmlns:a16="http://schemas.microsoft.com/office/drawing/2014/main" id="{FEBA310F-78E6-7F3D-ACFD-2F6B0AD39827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5" name="pg308">
                <a:extLst>
                  <a:ext uri="{FF2B5EF4-FFF2-40B4-BE49-F238E27FC236}">
                    <a16:creationId xmlns:a16="http://schemas.microsoft.com/office/drawing/2014/main" id="{227AE16C-C53A-E2BB-53D5-03BE7B0E237D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6" name="pg309">
                <a:extLst>
                  <a:ext uri="{FF2B5EF4-FFF2-40B4-BE49-F238E27FC236}">
                    <a16:creationId xmlns:a16="http://schemas.microsoft.com/office/drawing/2014/main" id="{ADAD45B8-F8B5-79E0-CF04-5ACE0A6D780F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7" name="pg310">
                <a:extLst>
                  <a:ext uri="{FF2B5EF4-FFF2-40B4-BE49-F238E27FC236}">
                    <a16:creationId xmlns:a16="http://schemas.microsoft.com/office/drawing/2014/main" id="{527FAE35-1EA5-FE5D-6510-A4171A07C6B3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8" name="pg311">
                <a:extLst>
                  <a:ext uri="{FF2B5EF4-FFF2-40B4-BE49-F238E27FC236}">
                    <a16:creationId xmlns:a16="http://schemas.microsoft.com/office/drawing/2014/main" id="{8A3DD091-07EE-1452-FEF4-D185C40D8C02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19" name="pg312">
                <a:extLst>
                  <a:ext uri="{FF2B5EF4-FFF2-40B4-BE49-F238E27FC236}">
                    <a16:creationId xmlns:a16="http://schemas.microsoft.com/office/drawing/2014/main" id="{4CE46B70-57F0-19D0-276E-C5F1649A951C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0" name="pg313">
                <a:extLst>
                  <a:ext uri="{FF2B5EF4-FFF2-40B4-BE49-F238E27FC236}">
                    <a16:creationId xmlns:a16="http://schemas.microsoft.com/office/drawing/2014/main" id="{077A7C98-8B74-5C89-2590-B6D06F58BB4D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1" name="pg314">
                <a:extLst>
                  <a:ext uri="{FF2B5EF4-FFF2-40B4-BE49-F238E27FC236}">
                    <a16:creationId xmlns:a16="http://schemas.microsoft.com/office/drawing/2014/main" id="{8C2F6169-2AFE-784A-25C4-9B95AAA3280B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2" name="pg315">
                <a:extLst>
                  <a:ext uri="{FF2B5EF4-FFF2-40B4-BE49-F238E27FC236}">
                    <a16:creationId xmlns:a16="http://schemas.microsoft.com/office/drawing/2014/main" id="{24ECB3CA-215B-37D8-A12D-CBD379E74C0A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3" name="pg316">
                <a:extLst>
                  <a:ext uri="{FF2B5EF4-FFF2-40B4-BE49-F238E27FC236}">
                    <a16:creationId xmlns:a16="http://schemas.microsoft.com/office/drawing/2014/main" id="{A0FDADB2-AA96-66C6-ABD2-E63609E08000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4" name="pg317">
                <a:extLst>
                  <a:ext uri="{FF2B5EF4-FFF2-40B4-BE49-F238E27FC236}">
                    <a16:creationId xmlns:a16="http://schemas.microsoft.com/office/drawing/2014/main" id="{14E00022-E151-3799-AFF7-27A6243CC759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5" name="pg318">
                <a:extLst>
                  <a:ext uri="{FF2B5EF4-FFF2-40B4-BE49-F238E27FC236}">
                    <a16:creationId xmlns:a16="http://schemas.microsoft.com/office/drawing/2014/main" id="{94061EE9-98A8-F3C3-7788-3ED2B6252038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6" name="pg319">
                <a:extLst>
                  <a:ext uri="{FF2B5EF4-FFF2-40B4-BE49-F238E27FC236}">
                    <a16:creationId xmlns:a16="http://schemas.microsoft.com/office/drawing/2014/main" id="{86693752-4127-7D20-21F2-0D822D0B1ACF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7" name="pg320">
                <a:extLst>
                  <a:ext uri="{FF2B5EF4-FFF2-40B4-BE49-F238E27FC236}">
                    <a16:creationId xmlns:a16="http://schemas.microsoft.com/office/drawing/2014/main" id="{106FEB53-A731-DBC3-7A3E-F649DF3B1714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8" name="pg321">
                <a:extLst>
                  <a:ext uri="{FF2B5EF4-FFF2-40B4-BE49-F238E27FC236}">
                    <a16:creationId xmlns:a16="http://schemas.microsoft.com/office/drawing/2014/main" id="{F1D9189E-6C38-5DB5-8298-07436DB7BD2A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29" name="pg322">
                <a:extLst>
                  <a:ext uri="{FF2B5EF4-FFF2-40B4-BE49-F238E27FC236}">
                    <a16:creationId xmlns:a16="http://schemas.microsoft.com/office/drawing/2014/main" id="{2D237CB6-3D39-8187-0321-72C44B1AD01C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0" name="pg323">
                <a:extLst>
                  <a:ext uri="{FF2B5EF4-FFF2-40B4-BE49-F238E27FC236}">
                    <a16:creationId xmlns:a16="http://schemas.microsoft.com/office/drawing/2014/main" id="{B0DDE2C5-E887-E786-DC37-C474F01D0AA4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1" name="pg324">
                <a:extLst>
                  <a:ext uri="{FF2B5EF4-FFF2-40B4-BE49-F238E27FC236}">
                    <a16:creationId xmlns:a16="http://schemas.microsoft.com/office/drawing/2014/main" id="{CC0DB36E-DEA2-CD19-488B-E67BA74E9DC2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2" name="pg325">
                <a:extLst>
                  <a:ext uri="{FF2B5EF4-FFF2-40B4-BE49-F238E27FC236}">
                    <a16:creationId xmlns:a16="http://schemas.microsoft.com/office/drawing/2014/main" id="{A1004BB2-3915-11BA-EA6E-12499E4E0BC3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3" name="pg326">
                <a:extLst>
                  <a:ext uri="{FF2B5EF4-FFF2-40B4-BE49-F238E27FC236}">
                    <a16:creationId xmlns:a16="http://schemas.microsoft.com/office/drawing/2014/main" id="{AE921828-8CAC-AE9E-B5A8-E860FE334F7A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4" name="pg327">
                <a:extLst>
                  <a:ext uri="{FF2B5EF4-FFF2-40B4-BE49-F238E27FC236}">
                    <a16:creationId xmlns:a16="http://schemas.microsoft.com/office/drawing/2014/main" id="{A83169A0-347B-9C38-5609-FEC9C1027BBC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5" name="pg328">
                <a:extLst>
                  <a:ext uri="{FF2B5EF4-FFF2-40B4-BE49-F238E27FC236}">
                    <a16:creationId xmlns:a16="http://schemas.microsoft.com/office/drawing/2014/main" id="{D12962E9-8BA0-0A10-214D-7E83F43B8AFA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6" name="pg329">
                <a:extLst>
                  <a:ext uri="{FF2B5EF4-FFF2-40B4-BE49-F238E27FC236}">
                    <a16:creationId xmlns:a16="http://schemas.microsoft.com/office/drawing/2014/main" id="{18AF029D-B48E-CF2E-FB87-6F7D9142787E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7" name="pg330">
                <a:extLst>
                  <a:ext uri="{FF2B5EF4-FFF2-40B4-BE49-F238E27FC236}">
                    <a16:creationId xmlns:a16="http://schemas.microsoft.com/office/drawing/2014/main" id="{5089DC4B-FA86-8DE3-BBDD-98976329B997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8" name="pg331">
                <a:extLst>
                  <a:ext uri="{FF2B5EF4-FFF2-40B4-BE49-F238E27FC236}">
                    <a16:creationId xmlns:a16="http://schemas.microsoft.com/office/drawing/2014/main" id="{D7B7DCEE-28F2-66E0-AEAC-D68F662C6C77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39" name="pg332">
                <a:extLst>
                  <a:ext uri="{FF2B5EF4-FFF2-40B4-BE49-F238E27FC236}">
                    <a16:creationId xmlns:a16="http://schemas.microsoft.com/office/drawing/2014/main" id="{86DA8C82-1B0D-F144-E142-06CA18B2CADB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0" name="pg333">
                <a:extLst>
                  <a:ext uri="{FF2B5EF4-FFF2-40B4-BE49-F238E27FC236}">
                    <a16:creationId xmlns:a16="http://schemas.microsoft.com/office/drawing/2014/main" id="{71567552-4A31-8D5A-83A1-0BAA825D728A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1" name="pg334">
                <a:extLst>
                  <a:ext uri="{FF2B5EF4-FFF2-40B4-BE49-F238E27FC236}">
                    <a16:creationId xmlns:a16="http://schemas.microsoft.com/office/drawing/2014/main" id="{91C0FE13-2E69-BB1C-59CB-0B64445760E1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2" name="pg335">
                <a:extLst>
                  <a:ext uri="{FF2B5EF4-FFF2-40B4-BE49-F238E27FC236}">
                    <a16:creationId xmlns:a16="http://schemas.microsoft.com/office/drawing/2014/main" id="{A896E45E-C3E4-A0D9-BA6C-809381D3AA96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3" name="pg336">
                <a:extLst>
                  <a:ext uri="{FF2B5EF4-FFF2-40B4-BE49-F238E27FC236}">
                    <a16:creationId xmlns:a16="http://schemas.microsoft.com/office/drawing/2014/main" id="{AB5BC629-9700-21E0-5A10-8A8990FC5A79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4" name="pg337">
                <a:extLst>
                  <a:ext uri="{FF2B5EF4-FFF2-40B4-BE49-F238E27FC236}">
                    <a16:creationId xmlns:a16="http://schemas.microsoft.com/office/drawing/2014/main" id="{5B917910-B613-23B7-5D21-433B78C954B0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5" name="pg338">
                <a:extLst>
                  <a:ext uri="{FF2B5EF4-FFF2-40B4-BE49-F238E27FC236}">
                    <a16:creationId xmlns:a16="http://schemas.microsoft.com/office/drawing/2014/main" id="{8F531709-7E67-08DA-23A1-3B725F7CA300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6" name="pg339">
                <a:extLst>
                  <a:ext uri="{FF2B5EF4-FFF2-40B4-BE49-F238E27FC236}">
                    <a16:creationId xmlns:a16="http://schemas.microsoft.com/office/drawing/2014/main" id="{8D60B6CC-F375-1EE8-FF09-2FE0E5E455B0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7" name="pg340">
                <a:extLst>
                  <a:ext uri="{FF2B5EF4-FFF2-40B4-BE49-F238E27FC236}">
                    <a16:creationId xmlns:a16="http://schemas.microsoft.com/office/drawing/2014/main" id="{3147D355-7BD5-580C-2CC3-822EB35D9DBE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8" name="pg341">
                <a:extLst>
                  <a:ext uri="{FF2B5EF4-FFF2-40B4-BE49-F238E27FC236}">
                    <a16:creationId xmlns:a16="http://schemas.microsoft.com/office/drawing/2014/main" id="{179E8899-0D42-4F54-6F55-7A1BF22E1869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49" name="pg342">
                <a:extLst>
                  <a:ext uri="{FF2B5EF4-FFF2-40B4-BE49-F238E27FC236}">
                    <a16:creationId xmlns:a16="http://schemas.microsoft.com/office/drawing/2014/main" id="{2B4F6AC7-57F9-F064-8E46-464DD6A3D1E0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0" name="pg343">
                <a:extLst>
                  <a:ext uri="{FF2B5EF4-FFF2-40B4-BE49-F238E27FC236}">
                    <a16:creationId xmlns:a16="http://schemas.microsoft.com/office/drawing/2014/main" id="{01CEAE3A-3BBB-63D1-F67A-8A75DAF49837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1" name="pg344">
                <a:extLst>
                  <a:ext uri="{FF2B5EF4-FFF2-40B4-BE49-F238E27FC236}">
                    <a16:creationId xmlns:a16="http://schemas.microsoft.com/office/drawing/2014/main" id="{3CEAC99C-E44C-FBF3-6119-D4EE4282B1F2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2" name="pg345">
                <a:extLst>
                  <a:ext uri="{FF2B5EF4-FFF2-40B4-BE49-F238E27FC236}">
                    <a16:creationId xmlns:a16="http://schemas.microsoft.com/office/drawing/2014/main" id="{9F4DD559-7A71-E280-9379-216550431F43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3" name="pg346">
                <a:extLst>
                  <a:ext uri="{FF2B5EF4-FFF2-40B4-BE49-F238E27FC236}">
                    <a16:creationId xmlns:a16="http://schemas.microsoft.com/office/drawing/2014/main" id="{1AA4EB50-0DF1-DEA1-32CC-AD3848920F3E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4" name="pg347">
                <a:extLst>
                  <a:ext uri="{FF2B5EF4-FFF2-40B4-BE49-F238E27FC236}">
                    <a16:creationId xmlns:a16="http://schemas.microsoft.com/office/drawing/2014/main" id="{51F3548D-19DD-59A3-C0D7-AAD2A3050843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5" name="pg348">
                <a:extLst>
                  <a:ext uri="{FF2B5EF4-FFF2-40B4-BE49-F238E27FC236}">
                    <a16:creationId xmlns:a16="http://schemas.microsoft.com/office/drawing/2014/main" id="{2BC96A31-689F-F53C-5893-ADBC7BDE3232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6" name="pg349">
                <a:extLst>
                  <a:ext uri="{FF2B5EF4-FFF2-40B4-BE49-F238E27FC236}">
                    <a16:creationId xmlns:a16="http://schemas.microsoft.com/office/drawing/2014/main" id="{5AD35561-2439-B220-38D8-B017C58F5FBA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7" name="pg350">
                <a:extLst>
                  <a:ext uri="{FF2B5EF4-FFF2-40B4-BE49-F238E27FC236}">
                    <a16:creationId xmlns:a16="http://schemas.microsoft.com/office/drawing/2014/main" id="{92418A27-B491-9301-9D9F-0470D301D31D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8" name="pg351">
                <a:extLst>
                  <a:ext uri="{FF2B5EF4-FFF2-40B4-BE49-F238E27FC236}">
                    <a16:creationId xmlns:a16="http://schemas.microsoft.com/office/drawing/2014/main" id="{C5D617E4-8C76-6930-59F7-336C2238E052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59" name="pg352">
                <a:extLst>
                  <a:ext uri="{FF2B5EF4-FFF2-40B4-BE49-F238E27FC236}">
                    <a16:creationId xmlns:a16="http://schemas.microsoft.com/office/drawing/2014/main" id="{D57EF4B0-F5BB-D7FC-0CEE-4AD6B520656E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0" name="pg353">
                <a:extLst>
                  <a:ext uri="{FF2B5EF4-FFF2-40B4-BE49-F238E27FC236}">
                    <a16:creationId xmlns:a16="http://schemas.microsoft.com/office/drawing/2014/main" id="{7A1E0845-4F09-68E2-1AAD-1182A78C94E5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1" name="pg354">
                <a:extLst>
                  <a:ext uri="{FF2B5EF4-FFF2-40B4-BE49-F238E27FC236}">
                    <a16:creationId xmlns:a16="http://schemas.microsoft.com/office/drawing/2014/main" id="{4299779C-C4FA-5F96-65E5-54487381A9BB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2" name="pg355">
                <a:extLst>
                  <a:ext uri="{FF2B5EF4-FFF2-40B4-BE49-F238E27FC236}">
                    <a16:creationId xmlns:a16="http://schemas.microsoft.com/office/drawing/2014/main" id="{60A62B65-7268-E62A-B47E-AED642034FDC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3" name="pg356">
                <a:extLst>
                  <a:ext uri="{FF2B5EF4-FFF2-40B4-BE49-F238E27FC236}">
                    <a16:creationId xmlns:a16="http://schemas.microsoft.com/office/drawing/2014/main" id="{6CD8058C-5ACE-4C8A-694D-89288622EA0A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4" name="pg357">
                <a:extLst>
                  <a:ext uri="{FF2B5EF4-FFF2-40B4-BE49-F238E27FC236}">
                    <a16:creationId xmlns:a16="http://schemas.microsoft.com/office/drawing/2014/main" id="{C43FD334-5E59-F921-F49A-97B4A975BB6C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5" name="pg358">
                <a:extLst>
                  <a:ext uri="{FF2B5EF4-FFF2-40B4-BE49-F238E27FC236}">
                    <a16:creationId xmlns:a16="http://schemas.microsoft.com/office/drawing/2014/main" id="{8D4C53B9-1D4E-F724-AB78-5B3009888560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6" name="pg359">
                <a:extLst>
                  <a:ext uri="{FF2B5EF4-FFF2-40B4-BE49-F238E27FC236}">
                    <a16:creationId xmlns:a16="http://schemas.microsoft.com/office/drawing/2014/main" id="{422BC0C4-3EEE-BF3F-8684-F0706283DCF1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7" name="pg360">
                <a:extLst>
                  <a:ext uri="{FF2B5EF4-FFF2-40B4-BE49-F238E27FC236}">
                    <a16:creationId xmlns:a16="http://schemas.microsoft.com/office/drawing/2014/main" id="{A04F29D4-346D-1329-9027-BDEC90BA4D9E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8" name="pg361">
                <a:extLst>
                  <a:ext uri="{FF2B5EF4-FFF2-40B4-BE49-F238E27FC236}">
                    <a16:creationId xmlns:a16="http://schemas.microsoft.com/office/drawing/2014/main" id="{82D99A6F-8718-FCD4-BAEC-FE94A8D241A9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69" name="pg362">
                <a:extLst>
                  <a:ext uri="{FF2B5EF4-FFF2-40B4-BE49-F238E27FC236}">
                    <a16:creationId xmlns:a16="http://schemas.microsoft.com/office/drawing/2014/main" id="{7DA24B0B-50E7-06AE-6DCC-E79366FD38F6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0" name="pg363">
                <a:extLst>
                  <a:ext uri="{FF2B5EF4-FFF2-40B4-BE49-F238E27FC236}">
                    <a16:creationId xmlns:a16="http://schemas.microsoft.com/office/drawing/2014/main" id="{B4E999C4-A354-5EFC-8142-3EB248ED83A4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1" name="pg364">
                <a:extLst>
                  <a:ext uri="{FF2B5EF4-FFF2-40B4-BE49-F238E27FC236}">
                    <a16:creationId xmlns:a16="http://schemas.microsoft.com/office/drawing/2014/main" id="{7FC3A149-3F97-A29B-3D83-C364F8E1844E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2" name="pg365">
                <a:extLst>
                  <a:ext uri="{FF2B5EF4-FFF2-40B4-BE49-F238E27FC236}">
                    <a16:creationId xmlns:a16="http://schemas.microsoft.com/office/drawing/2014/main" id="{8ADBD774-D058-A744-2ED3-083EB0576C86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3" name="pg366">
                <a:extLst>
                  <a:ext uri="{FF2B5EF4-FFF2-40B4-BE49-F238E27FC236}">
                    <a16:creationId xmlns:a16="http://schemas.microsoft.com/office/drawing/2014/main" id="{FC0560B9-D30C-4648-4ED3-36F3A92EA146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4" name="pg367">
                <a:extLst>
                  <a:ext uri="{FF2B5EF4-FFF2-40B4-BE49-F238E27FC236}">
                    <a16:creationId xmlns:a16="http://schemas.microsoft.com/office/drawing/2014/main" id="{9027A162-0B90-7F3D-791C-81BC47BFAAC0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5" name="pg368">
                <a:extLst>
                  <a:ext uri="{FF2B5EF4-FFF2-40B4-BE49-F238E27FC236}">
                    <a16:creationId xmlns:a16="http://schemas.microsoft.com/office/drawing/2014/main" id="{BF6B7BAE-170F-A5F1-B2B9-9D26C481A147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6" name="pg369">
                <a:extLst>
                  <a:ext uri="{FF2B5EF4-FFF2-40B4-BE49-F238E27FC236}">
                    <a16:creationId xmlns:a16="http://schemas.microsoft.com/office/drawing/2014/main" id="{5A919B7A-E21A-34FD-9CFC-7AD6FBA4A632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7" name="pg370">
                <a:extLst>
                  <a:ext uri="{FF2B5EF4-FFF2-40B4-BE49-F238E27FC236}">
                    <a16:creationId xmlns:a16="http://schemas.microsoft.com/office/drawing/2014/main" id="{00066460-EADE-930B-118D-98B1CA9686D0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8" name="pg371">
                <a:extLst>
                  <a:ext uri="{FF2B5EF4-FFF2-40B4-BE49-F238E27FC236}">
                    <a16:creationId xmlns:a16="http://schemas.microsoft.com/office/drawing/2014/main" id="{2C87C941-AB49-F3D1-D6C5-4E5C231582B2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79" name="pg372">
                <a:extLst>
                  <a:ext uri="{FF2B5EF4-FFF2-40B4-BE49-F238E27FC236}">
                    <a16:creationId xmlns:a16="http://schemas.microsoft.com/office/drawing/2014/main" id="{821DBC7F-65DF-EF71-89B8-D1C95501603E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0" name="pg373">
                <a:extLst>
                  <a:ext uri="{FF2B5EF4-FFF2-40B4-BE49-F238E27FC236}">
                    <a16:creationId xmlns:a16="http://schemas.microsoft.com/office/drawing/2014/main" id="{060C11D8-6150-9638-7A08-14538444CD7D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1" name="pg374">
                <a:extLst>
                  <a:ext uri="{FF2B5EF4-FFF2-40B4-BE49-F238E27FC236}">
                    <a16:creationId xmlns:a16="http://schemas.microsoft.com/office/drawing/2014/main" id="{2F5879F2-B3EA-0876-E4C7-66E9B5EE9BD8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2" name="pg375">
                <a:extLst>
                  <a:ext uri="{FF2B5EF4-FFF2-40B4-BE49-F238E27FC236}">
                    <a16:creationId xmlns:a16="http://schemas.microsoft.com/office/drawing/2014/main" id="{50BE5F04-2A9E-1685-5465-52556071D0C2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3" name="pg376">
                <a:extLst>
                  <a:ext uri="{FF2B5EF4-FFF2-40B4-BE49-F238E27FC236}">
                    <a16:creationId xmlns:a16="http://schemas.microsoft.com/office/drawing/2014/main" id="{ED36E602-F978-E982-00BC-348CC09C7582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4" name="pg377">
                <a:extLst>
                  <a:ext uri="{FF2B5EF4-FFF2-40B4-BE49-F238E27FC236}">
                    <a16:creationId xmlns:a16="http://schemas.microsoft.com/office/drawing/2014/main" id="{5DEB3E93-DF7F-27F8-430E-BFD3444CEC30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5" name="pg378">
                <a:extLst>
                  <a:ext uri="{FF2B5EF4-FFF2-40B4-BE49-F238E27FC236}">
                    <a16:creationId xmlns:a16="http://schemas.microsoft.com/office/drawing/2014/main" id="{6C7CA60F-6934-5B36-3979-C1FF5C13073B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6" name="pg379">
                <a:extLst>
                  <a:ext uri="{FF2B5EF4-FFF2-40B4-BE49-F238E27FC236}">
                    <a16:creationId xmlns:a16="http://schemas.microsoft.com/office/drawing/2014/main" id="{B63D12F7-AEA2-45E3-357A-878E3AC4FE05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7" name="pg380">
                <a:extLst>
                  <a:ext uri="{FF2B5EF4-FFF2-40B4-BE49-F238E27FC236}">
                    <a16:creationId xmlns:a16="http://schemas.microsoft.com/office/drawing/2014/main" id="{16682668-9D23-C496-97DC-1727D07C5114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8" name="pg381">
                <a:extLst>
                  <a:ext uri="{FF2B5EF4-FFF2-40B4-BE49-F238E27FC236}">
                    <a16:creationId xmlns:a16="http://schemas.microsoft.com/office/drawing/2014/main" id="{0E5877DF-147D-CB32-677C-ACAF6D9CE71C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89" name="pg382">
                <a:extLst>
                  <a:ext uri="{FF2B5EF4-FFF2-40B4-BE49-F238E27FC236}">
                    <a16:creationId xmlns:a16="http://schemas.microsoft.com/office/drawing/2014/main" id="{8E9EE107-7831-5F38-58E5-245F97BBD78E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0" name="pg383">
                <a:extLst>
                  <a:ext uri="{FF2B5EF4-FFF2-40B4-BE49-F238E27FC236}">
                    <a16:creationId xmlns:a16="http://schemas.microsoft.com/office/drawing/2014/main" id="{34C10204-D984-CC86-0042-A41EF4A986FA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1" name="pg384">
                <a:extLst>
                  <a:ext uri="{FF2B5EF4-FFF2-40B4-BE49-F238E27FC236}">
                    <a16:creationId xmlns:a16="http://schemas.microsoft.com/office/drawing/2014/main" id="{75EC1B9C-E4BD-251F-8E7D-C5DBA78FD8FB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2" name="pg385">
                <a:extLst>
                  <a:ext uri="{FF2B5EF4-FFF2-40B4-BE49-F238E27FC236}">
                    <a16:creationId xmlns:a16="http://schemas.microsoft.com/office/drawing/2014/main" id="{0C9A435F-D6CC-D80A-D05D-F3EEF6B67818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3" name="pg386">
                <a:extLst>
                  <a:ext uri="{FF2B5EF4-FFF2-40B4-BE49-F238E27FC236}">
                    <a16:creationId xmlns:a16="http://schemas.microsoft.com/office/drawing/2014/main" id="{14787079-1DC6-C2B4-E8CA-BA9A9628693E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4" name="pg387">
                <a:extLst>
                  <a:ext uri="{FF2B5EF4-FFF2-40B4-BE49-F238E27FC236}">
                    <a16:creationId xmlns:a16="http://schemas.microsoft.com/office/drawing/2014/main" id="{7427F83F-13E2-DCAA-1BB4-BD8A120AF02B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5" name="pg388">
                <a:extLst>
                  <a:ext uri="{FF2B5EF4-FFF2-40B4-BE49-F238E27FC236}">
                    <a16:creationId xmlns:a16="http://schemas.microsoft.com/office/drawing/2014/main" id="{5EF18283-E4DB-A89F-787D-4238E2A6CD07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6" name="pg389">
                <a:extLst>
                  <a:ext uri="{FF2B5EF4-FFF2-40B4-BE49-F238E27FC236}">
                    <a16:creationId xmlns:a16="http://schemas.microsoft.com/office/drawing/2014/main" id="{E0E57C91-FF2B-1B8B-0923-200B959F6C69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7" name="pg390">
                <a:extLst>
                  <a:ext uri="{FF2B5EF4-FFF2-40B4-BE49-F238E27FC236}">
                    <a16:creationId xmlns:a16="http://schemas.microsoft.com/office/drawing/2014/main" id="{A2FA59EE-BF82-06C1-B346-DF44AB2747E7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8" name="pg391">
                <a:extLst>
                  <a:ext uri="{FF2B5EF4-FFF2-40B4-BE49-F238E27FC236}">
                    <a16:creationId xmlns:a16="http://schemas.microsoft.com/office/drawing/2014/main" id="{7255D6ED-EC34-C1A9-7167-E31FD1BE699D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99" name="pg392">
                <a:extLst>
                  <a:ext uri="{FF2B5EF4-FFF2-40B4-BE49-F238E27FC236}">
                    <a16:creationId xmlns:a16="http://schemas.microsoft.com/office/drawing/2014/main" id="{83B7DE96-BBE2-53C6-6907-B9AEBE7A1A42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0" name="pg393">
                <a:extLst>
                  <a:ext uri="{FF2B5EF4-FFF2-40B4-BE49-F238E27FC236}">
                    <a16:creationId xmlns:a16="http://schemas.microsoft.com/office/drawing/2014/main" id="{30F8A7AB-4268-8B1F-1DE6-6264371A9653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1" name="pg394">
                <a:extLst>
                  <a:ext uri="{FF2B5EF4-FFF2-40B4-BE49-F238E27FC236}">
                    <a16:creationId xmlns:a16="http://schemas.microsoft.com/office/drawing/2014/main" id="{AA4BD480-9166-42BF-B049-25D8A38918CC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2" name="pg395">
                <a:extLst>
                  <a:ext uri="{FF2B5EF4-FFF2-40B4-BE49-F238E27FC236}">
                    <a16:creationId xmlns:a16="http://schemas.microsoft.com/office/drawing/2014/main" id="{63B2F58A-E5B5-E4DD-27B3-849C03C48E72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3" name="pg396">
                <a:extLst>
                  <a:ext uri="{FF2B5EF4-FFF2-40B4-BE49-F238E27FC236}">
                    <a16:creationId xmlns:a16="http://schemas.microsoft.com/office/drawing/2014/main" id="{34586B8F-7CC0-1D76-62B5-A74A66FBD2C9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4" name="pg397">
                <a:extLst>
                  <a:ext uri="{FF2B5EF4-FFF2-40B4-BE49-F238E27FC236}">
                    <a16:creationId xmlns:a16="http://schemas.microsoft.com/office/drawing/2014/main" id="{7FC12D19-286B-0904-C8D1-3B4015AA1EA0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5" name="pg398">
                <a:extLst>
                  <a:ext uri="{FF2B5EF4-FFF2-40B4-BE49-F238E27FC236}">
                    <a16:creationId xmlns:a16="http://schemas.microsoft.com/office/drawing/2014/main" id="{4737C442-EF94-B5FD-5E30-03FBE1FB33C2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6" name="pg399">
                <a:extLst>
                  <a:ext uri="{FF2B5EF4-FFF2-40B4-BE49-F238E27FC236}">
                    <a16:creationId xmlns:a16="http://schemas.microsoft.com/office/drawing/2014/main" id="{57105967-0767-9019-61DA-758DF4678171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7" name="pg400">
                <a:extLst>
                  <a:ext uri="{FF2B5EF4-FFF2-40B4-BE49-F238E27FC236}">
                    <a16:creationId xmlns:a16="http://schemas.microsoft.com/office/drawing/2014/main" id="{1CFDBC63-64A3-388B-ED06-49CCCB3843CC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8" name="pg401">
                <a:extLst>
                  <a:ext uri="{FF2B5EF4-FFF2-40B4-BE49-F238E27FC236}">
                    <a16:creationId xmlns:a16="http://schemas.microsoft.com/office/drawing/2014/main" id="{78A9A348-A8D2-26AF-A616-657D663EDAF4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09" name="pg402">
                <a:extLst>
                  <a:ext uri="{FF2B5EF4-FFF2-40B4-BE49-F238E27FC236}">
                    <a16:creationId xmlns:a16="http://schemas.microsoft.com/office/drawing/2014/main" id="{721C4FE0-44ED-4004-A83C-3CEF082CE802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0" name="pg403">
                <a:extLst>
                  <a:ext uri="{FF2B5EF4-FFF2-40B4-BE49-F238E27FC236}">
                    <a16:creationId xmlns:a16="http://schemas.microsoft.com/office/drawing/2014/main" id="{C0AC02B5-412B-7809-485D-4D1D76C8654D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1" name="pg404">
                <a:extLst>
                  <a:ext uri="{FF2B5EF4-FFF2-40B4-BE49-F238E27FC236}">
                    <a16:creationId xmlns:a16="http://schemas.microsoft.com/office/drawing/2014/main" id="{9D7BD07A-0FAF-2477-515C-9392303F9C9F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2" name="pg405">
                <a:extLst>
                  <a:ext uri="{FF2B5EF4-FFF2-40B4-BE49-F238E27FC236}">
                    <a16:creationId xmlns:a16="http://schemas.microsoft.com/office/drawing/2014/main" id="{137AB1BB-EFB7-A74B-35BF-ECF0A6D25757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3" name="pg406">
                <a:extLst>
                  <a:ext uri="{FF2B5EF4-FFF2-40B4-BE49-F238E27FC236}">
                    <a16:creationId xmlns:a16="http://schemas.microsoft.com/office/drawing/2014/main" id="{26BC90DF-CF5C-9A8B-7E16-0E0D10D83CEA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4" name="pg407">
                <a:extLst>
                  <a:ext uri="{FF2B5EF4-FFF2-40B4-BE49-F238E27FC236}">
                    <a16:creationId xmlns:a16="http://schemas.microsoft.com/office/drawing/2014/main" id="{4C3DFAD5-8304-4C5D-5770-427246F71D5E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5" name="pg408">
                <a:extLst>
                  <a:ext uri="{FF2B5EF4-FFF2-40B4-BE49-F238E27FC236}">
                    <a16:creationId xmlns:a16="http://schemas.microsoft.com/office/drawing/2014/main" id="{C7EE66A7-4945-679E-F254-3D8296B04EF7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6" name="pg409">
                <a:extLst>
                  <a:ext uri="{FF2B5EF4-FFF2-40B4-BE49-F238E27FC236}">
                    <a16:creationId xmlns:a16="http://schemas.microsoft.com/office/drawing/2014/main" id="{809FBF13-EE38-FE1B-7C6E-D078FE1ED8CF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7" name="pg410">
                <a:extLst>
                  <a:ext uri="{FF2B5EF4-FFF2-40B4-BE49-F238E27FC236}">
                    <a16:creationId xmlns:a16="http://schemas.microsoft.com/office/drawing/2014/main" id="{D009CAC9-902E-0BC7-D928-B89C310D5312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8" name="pg411">
                <a:extLst>
                  <a:ext uri="{FF2B5EF4-FFF2-40B4-BE49-F238E27FC236}">
                    <a16:creationId xmlns:a16="http://schemas.microsoft.com/office/drawing/2014/main" id="{CC9F6B5A-A408-5E3E-B641-31E32613D885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19" name="pg412">
                <a:extLst>
                  <a:ext uri="{FF2B5EF4-FFF2-40B4-BE49-F238E27FC236}">
                    <a16:creationId xmlns:a16="http://schemas.microsoft.com/office/drawing/2014/main" id="{95C84476-3590-4652-1D01-C19886460F2E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0" name="pg413">
                <a:extLst>
                  <a:ext uri="{FF2B5EF4-FFF2-40B4-BE49-F238E27FC236}">
                    <a16:creationId xmlns:a16="http://schemas.microsoft.com/office/drawing/2014/main" id="{0D770B4D-ED11-3456-CFF0-4F42AC0B33F4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1" name="pg414">
                <a:extLst>
                  <a:ext uri="{FF2B5EF4-FFF2-40B4-BE49-F238E27FC236}">
                    <a16:creationId xmlns:a16="http://schemas.microsoft.com/office/drawing/2014/main" id="{2C34BD1D-47AC-6B6C-054F-21ED1DDC86E8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2" name="pg415">
                <a:extLst>
                  <a:ext uri="{FF2B5EF4-FFF2-40B4-BE49-F238E27FC236}">
                    <a16:creationId xmlns:a16="http://schemas.microsoft.com/office/drawing/2014/main" id="{BF1E56B1-D681-168C-A698-E65194F83D4A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3" name="pg416">
                <a:extLst>
                  <a:ext uri="{FF2B5EF4-FFF2-40B4-BE49-F238E27FC236}">
                    <a16:creationId xmlns:a16="http://schemas.microsoft.com/office/drawing/2014/main" id="{E621187A-4F41-2AAA-C3CC-817A5289A7DC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4" name="pg417">
                <a:extLst>
                  <a:ext uri="{FF2B5EF4-FFF2-40B4-BE49-F238E27FC236}">
                    <a16:creationId xmlns:a16="http://schemas.microsoft.com/office/drawing/2014/main" id="{B33F1F80-1690-A8AA-DF1A-9D76E500E182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5" name="pg418">
                <a:extLst>
                  <a:ext uri="{FF2B5EF4-FFF2-40B4-BE49-F238E27FC236}">
                    <a16:creationId xmlns:a16="http://schemas.microsoft.com/office/drawing/2014/main" id="{107B81EE-151C-7317-69A5-E2C5EC269769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6" name="pg419">
                <a:extLst>
                  <a:ext uri="{FF2B5EF4-FFF2-40B4-BE49-F238E27FC236}">
                    <a16:creationId xmlns:a16="http://schemas.microsoft.com/office/drawing/2014/main" id="{CB6ABF03-9F63-089B-629F-0DF81A1FE29B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7" name="pg420">
                <a:extLst>
                  <a:ext uri="{FF2B5EF4-FFF2-40B4-BE49-F238E27FC236}">
                    <a16:creationId xmlns:a16="http://schemas.microsoft.com/office/drawing/2014/main" id="{A3AB8C04-2CAB-C1C3-5279-5DFA38558A13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8" name="pg421">
                <a:extLst>
                  <a:ext uri="{FF2B5EF4-FFF2-40B4-BE49-F238E27FC236}">
                    <a16:creationId xmlns:a16="http://schemas.microsoft.com/office/drawing/2014/main" id="{845CD382-BF1F-3684-44A9-28A4B00EC0D7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29" name="pg422">
                <a:extLst>
                  <a:ext uri="{FF2B5EF4-FFF2-40B4-BE49-F238E27FC236}">
                    <a16:creationId xmlns:a16="http://schemas.microsoft.com/office/drawing/2014/main" id="{DDC7DC05-176E-8C2A-A1ED-FADF1A2A8017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0" name="pg423">
                <a:extLst>
                  <a:ext uri="{FF2B5EF4-FFF2-40B4-BE49-F238E27FC236}">
                    <a16:creationId xmlns:a16="http://schemas.microsoft.com/office/drawing/2014/main" id="{90504AC0-499D-72C5-AA64-BE15A51142D5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1" name="pg424">
                <a:extLst>
                  <a:ext uri="{FF2B5EF4-FFF2-40B4-BE49-F238E27FC236}">
                    <a16:creationId xmlns:a16="http://schemas.microsoft.com/office/drawing/2014/main" id="{0BA14DFD-400F-E2C8-5B84-B542C5F44985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2" name="pg425">
                <a:extLst>
                  <a:ext uri="{FF2B5EF4-FFF2-40B4-BE49-F238E27FC236}">
                    <a16:creationId xmlns:a16="http://schemas.microsoft.com/office/drawing/2014/main" id="{3153E16D-5D54-8FE4-2529-7D51E4B335DE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3" name="pg426">
                <a:extLst>
                  <a:ext uri="{FF2B5EF4-FFF2-40B4-BE49-F238E27FC236}">
                    <a16:creationId xmlns:a16="http://schemas.microsoft.com/office/drawing/2014/main" id="{F2742354-4D81-E8A1-2DAA-CC597EC85099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4" name="pg427">
                <a:extLst>
                  <a:ext uri="{FF2B5EF4-FFF2-40B4-BE49-F238E27FC236}">
                    <a16:creationId xmlns:a16="http://schemas.microsoft.com/office/drawing/2014/main" id="{A4CE8A5F-5AE2-C219-2B27-48DDD630E293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5" name="pg428">
                <a:extLst>
                  <a:ext uri="{FF2B5EF4-FFF2-40B4-BE49-F238E27FC236}">
                    <a16:creationId xmlns:a16="http://schemas.microsoft.com/office/drawing/2014/main" id="{9273A3A8-CA7E-4FF1-0C20-EE4275B9F6F6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6" name="pg429">
                <a:extLst>
                  <a:ext uri="{FF2B5EF4-FFF2-40B4-BE49-F238E27FC236}">
                    <a16:creationId xmlns:a16="http://schemas.microsoft.com/office/drawing/2014/main" id="{8BE072F5-F939-1B9C-1E42-1542606DB147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7" name="pg430">
                <a:extLst>
                  <a:ext uri="{FF2B5EF4-FFF2-40B4-BE49-F238E27FC236}">
                    <a16:creationId xmlns:a16="http://schemas.microsoft.com/office/drawing/2014/main" id="{37095363-72F8-3C61-DFC9-1D53384919A0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8" name="pg431">
                <a:extLst>
                  <a:ext uri="{FF2B5EF4-FFF2-40B4-BE49-F238E27FC236}">
                    <a16:creationId xmlns:a16="http://schemas.microsoft.com/office/drawing/2014/main" id="{F248E969-D2BE-465C-9C9B-D3A1F4180697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39" name="pg432">
                <a:extLst>
                  <a:ext uri="{FF2B5EF4-FFF2-40B4-BE49-F238E27FC236}">
                    <a16:creationId xmlns:a16="http://schemas.microsoft.com/office/drawing/2014/main" id="{517E8BA5-34D4-1C2A-9BCB-B9C0EC7F2158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0" name="pg433">
                <a:extLst>
                  <a:ext uri="{FF2B5EF4-FFF2-40B4-BE49-F238E27FC236}">
                    <a16:creationId xmlns:a16="http://schemas.microsoft.com/office/drawing/2014/main" id="{200A0116-F932-0E34-E942-268D4B9AF77D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1" name="pg434">
                <a:extLst>
                  <a:ext uri="{FF2B5EF4-FFF2-40B4-BE49-F238E27FC236}">
                    <a16:creationId xmlns:a16="http://schemas.microsoft.com/office/drawing/2014/main" id="{419F0067-3D58-7827-14E8-EBB08DD7D6F0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2" name="pg435">
                <a:extLst>
                  <a:ext uri="{FF2B5EF4-FFF2-40B4-BE49-F238E27FC236}">
                    <a16:creationId xmlns:a16="http://schemas.microsoft.com/office/drawing/2014/main" id="{F60CABBD-8111-67C9-B8FB-0CD51196869E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3" name="pg436">
                <a:extLst>
                  <a:ext uri="{FF2B5EF4-FFF2-40B4-BE49-F238E27FC236}">
                    <a16:creationId xmlns:a16="http://schemas.microsoft.com/office/drawing/2014/main" id="{09CCB8A7-11CE-A4A1-745D-1945216A3FD2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4" name="pg437">
                <a:extLst>
                  <a:ext uri="{FF2B5EF4-FFF2-40B4-BE49-F238E27FC236}">
                    <a16:creationId xmlns:a16="http://schemas.microsoft.com/office/drawing/2014/main" id="{8E28550C-0006-4F8D-21F0-B7027F57516A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5" name="pg438">
                <a:extLst>
                  <a:ext uri="{FF2B5EF4-FFF2-40B4-BE49-F238E27FC236}">
                    <a16:creationId xmlns:a16="http://schemas.microsoft.com/office/drawing/2014/main" id="{E206E1E9-F8CD-69C3-B866-C9CE979C0840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6" name="pg439">
                <a:extLst>
                  <a:ext uri="{FF2B5EF4-FFF2-40B4-BE49-F238E27FC236}">
                    <a16:creationId xmlns:a16="http://schemas.microsoft.com/office/drawing/2014/main" id="{81CABB41-D846-5770-6395-EEF6019CA291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7" name="pg440">
                <a:extLst>
                  <a:ext uri="{FF2B5EF4-FFF2-40B4-BE49-F238E27FC236}">
                    <a16:creationId xmlns:a16="http://schemas.microsoft.com/office/drawing/2014/main" id="{DF0994D0-1CF2-4416-3ADF-006D580A30F0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8" name="pg441">
                <a:extLst>
                  <a:ext uri="{FF2B5EF4-FFF2-40B4-BE49-F238E27FC236}">
                    <a16:creationId xmlns:a16="http://schemas.microsoft.com/office/drawing/2014/main" id="{6497EA19-5794-9E85-514B-A669D42C3C3E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49" name="pg442">
                <a:extLst>
                  <a:ext uri="{FF2B5EF4-FFF2-40B4-BE49-F238E27FC236}">
                    <a16:creationId xmlns:a16="http://schemas.microsoft.com/office/drawing/2014/main" id="{B781B1C7-41A2-2776-E7E7-2269AD50C581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0" name="pg443">
                <a:extLst>
                  <a:ext uri="{FF2B5EF4-FFF2-40B4-BE49-F238E27FC236}">
                    <a16:creationId xmlns:a16="http://schemas.microsoft.com/office/drawing/2014/main" id="{0A286A95-DAA9-C0F3-CF09-F4F9A4D31602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1" name="pg444">
                <a:extLst>
                  <a:ext uri="{FF2B5EF4-FFF2-40B4-BE49-F238E27FC236}">
                    <a16:creationId xmlns:a16="http://schemas.microsoft.com/office/drawing/2014/main" id="{6030FEF2-BC54-3366-DB1A-F79E16B9B8D1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2" name="pg445">
                <a:extLst>
                  <a:ext uri="{FF2B5EF4-FFF2-40B4-BE49-F238E27FC236}">
                    <a16:creationId xmlns:a16="http://schemas.microsoft.com/office/drawing/2014/main" id="{566CF813-19AA-99BA-1201-F6B7F1C21CE8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3" name="pg446">
                <a:extLst>
                  <a:ext uri="{FF2B5EF4-FFF2-40B4-BE49-F238E27FC236}">
                    <a16:creationId xmlns:a16="http://schemas.microsoft.com/office/drawing/2014/main" id="{53A6CFE8-0F05-5627-1302-94BD8F910D85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4" name="pg447">
                <a:extLst>
                  <a:ext uri="{FF2B5EF4-FFF2-40B4-BE49-F238E27FC236}">
                    <a16:creationId xmlns:a16="http://schemas.microsoft.com/office/drawing/2014/main" id="{B71C6214-21A1-D3D8-826B-2F7D90FA0D71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5" name="pg448">
                <a:extLst>
                  <a:ext uri="{FF2B5EF4-FFF2-40B4-BE49-F238E27FC236}">
                    <a16:creationId xmlns:a16="http://schemas.microsoft.com/office/drawing/2014/main" id="{2C375EB3-D927-80E3-68D9-8E560D79D5FB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6" name="pg449">
                <a:extLst>
                  <a:ext uri="{FF2B5EF4-FFF2-40B4-BE49-F238E27FC236}">
                    <a16:creationId xmlns:a16="http://schemas.microsoft.com/office/drawing/2014/main" id="{B65A60A9-446A-A76F-BD96-3569B2A9CA03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7" name="pg450">
                <a:extLst>
                  <a:ext uri="{FF2B5EF4-FFF2-40B4-BE49-F238E27FC236}">
                    <a16:creationId xmlns:a16="http://schemas.microsoft.com/office/drawing/2014/main" id="{18075A06-15EF-CC65-889B-4EF9A763D981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8" name="pg451">
                <a:extLst>
                  <a:ext uri="{FF2B5EF4-FFF2-40B4-BE49-F238E27FC236}">
                    <a16:creationId xmlns:a16="http://schemas.microsoft.com/office/drawing/2014/main" id="{EA828101-634C-0BEA-02FC-8A24E1DC7FDA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59" name="pg452">
                <a:extLst>
                  <a:ext uri="{FF2B5EF4-FFF2-40B4-BE49-F238E27FC236}">
                    <a16:creationId xmlns:a16="http://schemas.microsoft.com/office/drawing/2014/main" id="{4DFA7B61-B10E-D07E-BA41-72B94E38EFD5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0" name="pg453">
                <a:extLst>
                  <a:ext uri="{FF2B5EF4-FFF2-40B4-BE49-F238E27FC236}">
                    <a16:creationId xmlns:a16="http://schemas.microsoft.com/office/drawing/2014/main" id="{07C972B3-57F8-1C24-3DA8-0A792D838CE5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1" name="pg454">
                <a:extLst>
                  <a:ext uri="{FF2B5EF4-FFF2-40B4-BE49-F238E27FC236}">
                    <a16:creationId xmlns:a16="http://schemas.microsoft.com/office/drawing/2014/main" id="{3775E42A-420C-D886-A541-469D451E0358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2" name="pg455">
                <a:extLst>
                  <a:ext uri="{FF2B5EF4-FFF2-40B4-BE49-F238E27FC236}">
                    <a16:creationId xmlns:a16="http://schemas.microsoft.com/office/drawing/2014/main" id="{F65A5D1D-02B9-0F7F-2225-6EFE0CEFB0F1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3" name="pg456">
                <a:extLst>
                  <a:ext uri="{FF2B5EF4-FFF2-40B4-BE49-F238E27FC236}">
                    <a16:creationId xmlns:a16="http://schemas.microsoft.com/office/drawing/2014/main" id="{B33CA514-E4CE-6EC1-3710-90FB7EEBB456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4" name="pg457">
                <a:extLst>
                  <a:ext uri="{FF2B5EF4-FFF2-40B4-BE49-F238E27FC236}">
                    <a16:creationId xmlns:a16="http://schemas.microsoft.com/office/drawing/2014/main" id="{0D6BB958-8F00-12EF-0CFE-6E520D49CFAF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5" name="pg458">
                <a:extLst>
                  <a:ext uri="{FF2B5EF4-FFF2-40B4-BE49-F238E27FC236}">
                    <a16:creationId xmlns:a16="http://schemas.microsoft.com/office/drawing/2014/main" id="{EDBB9B56-EA0F-9C30-04FF-DB9FE172DE03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6" name="pg459">
                <a:extLst>
                  <a:ext uri="{FF2B5EF4-FFF2-40B4-BE49-F238E27FC236}">
                    <a16:creationId xmlns:a16="http://schemas.microsoft.com/office/drawing/2014/main" id="{A232EB93-6C54-8472-1422-0A97B234F2BC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7" name="pg460">
                <a:extLst>
                  <a:ext uri="{FF2B5EF4-FFF2-40B4-BE49-F238E27FC236}">
                    <a16:creationId xmlns:a16="http://schemas.microsoft.com/office/drawing/2014/main" id="{EBA5A65D-19F7-2CE6-2B7D-211A9AE4147B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8" name="pg461">
                <a:extLst>
                  <a:ext uri="{FF2B5EF4-FFF2-40B4-BE49-F238E27FC236}">
                    <a16:creationId xmlns:a16="http://schemas.microsoft.com/office/drawing/2014/main" id="{AFE027BA-9E23-F737-944D-35DCBBF5D525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69" name="pg462">
                <a:extLst>
                  <a:ext uri="{FF2B5EF4-FFF2-40B4-BE49-F238E27FC236}">
                    <a16:creationId xmlns:a16="http://schemas.microsoft.com/office/drawing/2014/main" id="{921BF591-864B-0479-177B-58E4E61959D9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0" name="pg463">
                <a:extLst>
                  <a:ext uri="{FF2B5EF4-FFF2-40B4-BE49-F238E27FC236}">
                    <a16:creationId xmlns:a16="http://schemas.microsoft.com/office/drawing/2014/main" id="{CA8020D7-2120-A20B-EC1D-6BB7B9134D2A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1" name="pg464">
                <a:extLst>
                  <a:ext uri="{FF2B5EF4-FFF2-40B4-BE49-F238E27FC236}">
                    <a16:creationId xmlns:a16="http://schemas.microsoft.com/office/drawing/2014/main" id="{8C795467-67EC-97D1-CC15-B74031E16862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2" name="pg465">
                <a:extLst>
                  <a:ext uri="{FF2B5EF4-FFF2-40B4-BE49-F238E27FC236}">
                    <a16:creationId xmlns:a16="http://schemas.microsoft.com/office/drawing/2014/main" id="{BD118321-4135-819B-C5BB-9949B64B9448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3" name="pg466">
                <a:extLst>
                  <a:ext uri="{FF2B5EF4-FFF2-40B4-BE49-F238E27FC236}">
                    <a16:creationId xmlns:a16="http://schemas.microsoft.com/office/drawing/2014/main" id="{7FDF656A-1485-A809-82C7-A953E73901C3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4" name="pg467">
                <a:extLst>
                  <a:ext uri="{FF2B5EF4-FFF2-40B4-BE49-F238E27FC236}">
                    <a16:creationId xmlns:a16="http://schemas.microsoft.com/office/drawing/2014/main" id="{13B1309E-92A0-CF84-F70D-CC98D5B84746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5" name="pg468">
                <a:extLst>
                  <a:ext uri="{FF2B5EF4-FFF2-40B4-BE49-F238E27FC236}">
                    <a16:creationId xmlns:a16="http://schemas.microsoft.com/office/drawing/2014/main" id="{F90CEB2C-D3C8-1142-51CA-F3E967F4BB07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6" name="pg469">
                <a:extLst>
                  <a:ext uri="{FF2B5EF4-FFF2-40B4-BE49-F238E27FC236}">
                    <a16:creationId xmlns:a16="http://schemas.microsoft.com/office/drawing/2014/main" id="{BC5E904D-1AD9-1F4C-9434-4298EB2E9099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7" name="pg470">
                <a:extLst>
                  <a:ext uri="{FF2B5EF4-FFF2-40B4-BE49-F238E27FC236}">
                    <a16:creationId xmlns:a16="http://schemas.microsoft.com/office/drawing/2014/main" id="{80A8E53C-D623-DB00-70A7-941A729523B8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8" name="pg471">
                <a:extLst>
                  <a:ext uri="{FF2B5EF4-FFF2-40B4-BE49-F238E27FC236}">
                    <a16:creationId xmlns:a16="http://schemas.microsoft.com/office/drawing/2014/main" id="{62BCDB16-30B0-FBC2-E3C6-E1F37557DDE2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79" name="pg472">
                <a:extLst>
                  <a:ext uri="{FF2B5EF4-FFF2-40B4-BE49-F238E27FC236}">
                    <a16:creationId xmlns:a16="http://schemas.microsoft.com/office/drawing/2014/main" id="{C7F77FA6-084E-3399-07EF-AD483C035C12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0" name="pg473">
                <a:extLst>
                  <a:ext uri="{FF2B5EF4-FFF2-40B4-BE49-F238E27FC236}">
                    <a16:creationId xmlns:a16="http://schemas.microsoft.com/office/drawing/2014/main" id="{AA812A82-F961-A80C-7FB2-1CD8583BDF59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1" name="pg474">
                <a:extLst>
                  <a:ext uri="{FF2B5EF4-FFF2-40B4-BE49-F238E27FC236}">
                    <a16:creationId xmlns:a16="http://schemas.microsoft.com/office/drawing/2014/main" id="{3954E8E4-4436-02E7-22B3-A699402CD4E0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2" name="pg475">
                <a:extLst>
                  <a:ext uri="{FF2B5EF4-FFF2-40B4-BE49-F238E27FC236}">
                    <a16:creationId xmlns:a16="http://schemas.microsoft.com/office/drawing/2014/main" id="{CD6D212F-E16F-2C20-58B3-432E2CA0ACC9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3" name="pg476">
                <a:extLst>
                  <a:ext uri="{FF2B5EF4-FFF2-40B4-BE49-F238E27FC236}">
                    <a16:creationId xmlns:a16="http://schemas.microsoft.com/office/drawing/2014/main" id="{82B7A9F9-5A28-B060-1D1E-38D5EF56A32B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4" name="pg477">
                <a:extLst>
                  <a:ext uri="{FF2B5EF4-FFF2-40B4-BE49-F238E27FC236}">
                    <a16:creationId xmlns:a16="http://schemas.microsoft.com/office/drawing/2014/main" id="{F2431313-6412-4D86-9A2C-89FB4054EB68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5" name="pg478">
                <a:extLst>
                  <a:ext uri="{FF2B5EF4-FFF2-40B4-BE49-F238E27FC236}">
                    <a16:creationId xmlns:a16="http://schemas.microsoft.com/office/drawing/2014/main" id="{FA4F512F-3445-43FC-12BE-F6EAD18AF7CB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6" name="pg479">
                <a:extLst>
                  <a:ext uri="{FF2B5EF4-FFF2-40B4-BE49-F238E27FC236}">
                    <a16:creationId xmlns:a16="http://schemas.microsoft.com/office/drawing/2014/main" id="{28869748-E57E-5ACC-4032-7BB3995B6541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7" name="pg480">
                <a:extLst>
                  <a:ext uri="{FF2B5EF4-FFF2-40B4-BE49-F238E27FC236}">
                    <a16:creationId xmlns:a16="http://schemas.microsoft.com/office/drawing/2014/main" id="{8E8D7527-CB06-8ECA-3C3F-A4D790080A83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8" name="pg481">
                <a:extLst>
                  <a:ext uri="{FF2B5EF4-FFF2-40B4-BE49-F238E27FC236}">
                    <a16:creationId xmlns:a16="http://schemas.microsoft.com/office/drawing/2014/main" id="{811E5210-4A9A-E049-C934-0F5E4B3CA48D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89" name="pg482">
                <a:extLst>
                  <a:ext uri="{FF2B5EF4-FFF2-40B4-BE49-F238E27FC236}">
                    <a16:creationId xmlns:a16="http://schemas.microsoft.com/office/drawing/2014/main" id="{A1B9F09D-DA16-4C5D-70EE-1BE6E52AC605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0" name="pg483">
                <a:extLst>
                  <a:ext uri="{FF2B5EF4-FFF2-40B4-BE49-F238E27FC236}">
                    <a16:creationId xmlns:a16="http://schemas.microsoft.com/office/drawing/2014/main" id="{6F066A23-1D44-A03B-CCB2-BF7AA2AA7C02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1" name="pg484">
                <a:extLst>
                  <a:ext uri="{FF2B5EF4-FFF2-40B4-BE49-F238E27FC236}">
                    <a16:creationId xmlns:a16="http://schemas.microsoft.com/office/drawing/2014/main" id="{A286398E-51A7-EFB2-BA89-AF3A1AB5BFEF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2" name="pg485">
                <a:extLst>
                  <a:ext uri="{FF2B5EF4-FFF2-40B4-BE49-F238E27FC236}">
                    <a16:creationId xmlns:a16="http://schemas.microsoft.com/office/drawing/2014/main" id="{2337F3D8-F595-940B-0A4B-6A563839D8F7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3" name="pg486">
                <a:extLst>
                  <a:ext uri="{FF2B5EF4-FFF2-40B4-BE49-F238E27FC236}">
                    <a16:creationId xmlns:a16="http://schemas.microsoft.com/office/drawing/2014/main" id="{409486E4-A79D-ABF9-5DE7-3FC9F233DDF9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4" name="pg487">
                <a:extLst>
                  <a:ext uri="{FF2B5EF4-FFF2-40B4-BE49-F238E27FC236}">
                    <a16:creationId xmlns:a16="http://schemas.microsoft.com/office/drawing/2014/main" id="{3885E14B-28DA-1178-5D46-57889A3CC107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5" name="pg488">
                <a:extLst>
                  <a:ext uri="{FF2B5EF4-FFF2-40B4-BE49-F238E27FC236}">
                    <a16:creationId xmlns:a16="http://schemas.microsoft.com/office/drawing/2014/main" id="{830D6C68-533F-4137-C0C5-58F80857E007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6" name="pg489">
                <a:extLst>
                  <a:ext uri="{FF2B5EF4-FFF2-40B4-BE49-F238E27FC236}">
                    <a16:creationId xmlns:a16="http://schemas.microsoft.com/office/drawing/2014/main" id="{B7C7EDA9-14F8-F280-AF09-ECA8178FA550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7" name="pg490">
                <a:extLst>
                  <a:ext uri="{FF2B5EF4-FFF2-40B4-BE49-F238E27FC236}">
                    <a16:creationId xmlns:a16="http://schemas.microsoft.com/office/drawing/2014/main" id="{DFEF698E-F758-BD62-AF24-A5B2A9E0E196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8" name="pg491">
                <a:extLst>
                  <a:ext uri="{FF2B5EF4-FFF2-40B4-BE49-F238E27FC236}">
                    <a16:creationId xmlns:a16="http://schemas.microsoft.com/office/drawing/2014/main" id="{5A7286F8-A5FE-11AB-3A5B-C6ED92169778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399" name="pg492">
                <a:extLst>
                  <a:ext uri="{FF2B5EF4-FFF2-40B4-BE49-F238E27FC236}">
                    <a16:creationId xmlns:a16="http://schemas.microsoft.com/office/drawing/2014/main" id="{27B65D1F-87F0-7B1E-0F07-D4ABB778593A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0" name="pg493">
                <a:extLst>
                  <a:ext uri="{FF2B5EF4-FFF2-40B4-BE49-F238E27FC236}">
                    <a16:creationId xmlns:a16="http://schemas.microsoft.com/office/drawing/2014/main" id="{85445690-D764-06D5-FB69-F2D249CB3567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1" name="pg494">
                <a:extLst>
                  <a:ext uri="{FF2B5EF4-FFF2-40B4-BE49-F238E27FC236}">
                    <a16:creationId xmlns:a16="http://schemas.microsoft.com/office/drawing/2014/main" id="{94642119-1217-F53B-206A-7E911267DAAA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2" name="pg495">
                <a:extLst>
                  <a:ext uri="{FF2B5EF4-FFF2-40B4-BE49-F238E27FC236}">
                    <a16:creationId xmlns:a16="http://schemas.microsoft.com/office/drawing/2014/main" id="{F05332DC-E773-C79C-EFCE-780E7C842C4B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3" name="pg496">
                <a:extLst>
                  <a:ext uri="{FF2B5EF4-FFF2-40B4-BE49-F238E27FC236}">
                    <a16:creationId xmlns:a16="http://schemas.microsoft.com/office/drawing/2014/main" id="{9CDF5397-A586-5505-4395-788E6C45E397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4" name="pg497">
                <a:extLst>
                  <a:ext uri="{FF2B5EF4-FFF2-40B4-BE49-F238E27FC236}">
                    <a16:creationId xmlns:a16="http://schemas.microsoft.com/office/drawing/2014/main" id="{EDE7F25A-0FC0-85C8-1105-A7615E645CBF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5" name="pg498">
                <a:extLst>
                  <a:ext uri="{FF2B5EF4-FFF2-40B4-BE49-F238E27FC236}">
                    <a16:creationId xmlns:a16="http://schemas.microsoft.com/office/drawing/2014/main" id="{22792954-D4C0-C096-2202-D5180EF744B8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6" name="pg499">
                <a:extLst>
                  <a:ext uri="{FF2B5EF4-FFF2-40B4-BE49-F238E27FC236}">
                    <a16:creationId xmlns:a16="http://schemas.microsoft.com/office/drawing/2014/main" id="{34FACEF1-8E0F-3B81-7AD3-1EC381E74E63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7" name="pg500">
                <a:extLst>
                  <a:ext uri="{FF2B5EF4-FFF2-40B4-BE49-F238E27FC236}">
                    <a16:creationId xmlns:a16="http://schemas.microsoft.com/office/drawing/2014/main" id="{FB9002A8-4091-B03E-8F41-D3F26A8431DD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8" name="pg501">
                <a:extLst>
                  <a:ext uri="{FF2B5EF4-FFF2-40B4-BE49-F238E27FC236}">
                    <a16:creationId xmlns:a16="http://schemas.microsoft.com/office/drawing/2014/main" id="{8FC70AC7-57D2-AE8A-BC92-36CD146FCA8B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09" name="pg502">
                <a:extLst>
                  <a:ext uri="{FF2B5EF4-FFF2-40B4-BE49-F238E27FC236}">
                    <a16:creationId xmlns:a16="http://schemas.microsoft.com/office/drawing/2014/main" id="{C6CF639B-6387-4703-9A1F-FFC8B432FC2F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0" name="pg503">
                <a:extLst>
                  <a:ext uri="{FF2B5EF4-FFF2-40B4-BE49-F238E27FC236}">
                    <a16:creationId xmlns:a16="http://schemas.microsoft.com/office/drawing/2014/main" id="{81632FE5-B7FB-3B31-39CE-60F67C3A5A46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1" name="pg504">
                <a:extLst>
                  <a:ext uri="{FF2B5EF4-FFF2-40B4-BE49-F238E27FC236}">
                    <a16:creationId xmlns:a16="http://schemas.microsoft.com/office/drawing/2014/main" id="{1B014776-DD81-3199-2FDF-2DF5382EF34D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2" name="pg505">
                <a:extLst>
                  <a:ext uri="{FF2B5EF4-FFF2-40B4-BE49-F238E27FC236}">
                    <a16:creationId xmlns:a16="http://schemas.microsoft.com/office/drawing/2014/main" id="{D8A58677-25E1-6C34-7007-560A2DF9B476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3" name="pg506">
                <a:extLst>
                  <a:ext uri="{FF2B5EF4-FFF2-40B4-BE49-F238E27FC236}">
                    <a16:creationId xmlns:a16="http://schemas.microsoft.com/office/drawing/2014/main" id="{D6FE12AC-E4AE-ED5E-87E0-408E14034619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4" name="pg507">
                <a:extLst>
                  <a:ext uri="{FF2B5EF4-FFF2-40B4-BE49-F238E27FC236}">
                    <a16:creationId xmlns:a16="http://schemas.microsoft.com/office/drawing/2014/main" id="{4A1B4C23-C5AD-9CAD-8589-5E2ED4443E8B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5" name="pg508">
                <a:extLst>
                  <a:ext uri="{FF2B5EF4-FFF2-40B4-BE49-F238E27FC236}">
                    <a16:creationId xmlns:a16="http://schemas.microsoft.com/office/drawing/2014/main" id="{2CE72C6E-003B-A2FB-4736-532EA009182C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6" name="pg509">
                <a:extLst>
                  <a:ext uri="{FF2B5EF4-FFF2-40B4-BE49-F238E27FC236}">
                    <a16:creationId xmlns:a16="http://schemas.microsoft.com/office/drawing/2014/main" id="{516CB86D-AEF8-46AB-567A-2E8DE2471EC9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7" name="pg510">
                <a:extLst>
                  <a:ext uri="{FF2B5EF4-FFF2-40B4-BE49-F238E27FC236}">
                    <a16:creationId xmlns:a16="http://schemas.microsoft.com/office/drawing/2014/main" id="{55895980-8FA7-E544-ED85-1E56523A054C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8" name="pg511">
                <a:extLst>
                  <a:ext uri="{FF2B5EF4-FFF2-40B4-BE49-F238E27FC236}">
                    <a16:creationId xmlns:a16="http://schemas.microsoft.com/office/drawing/2014/main" id="{E69C6F98-006D-EAB3-0D1C-C81F4D136F4D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19" name="pg512">
                <a:extLst>
                  <a:ext uri="{FF2B5EF4-FFF2-40B4-BE49-F238E27FC236}">
                    <a16:creationId xmlns:a16="http://schemas.microsoft.com/office/drawing/2014/main" id="{2E73A3C6-2DA5-0C47-AA8B-3FDDFB034AFD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0" name="pg513">
                <a:extLst>
                  <a:ext uri="{FF2B5EF4-FFF2-40B4-BE49-F238E27FC236}">
                    <a16:creationId xmlns:a16="http://schemas.microsoft.com/office/drawing/2014/main" id="{4A1168FC-2A96-A48B-AD88-2BC7513699F0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1" name="pg514">
                <a:extLst>
                  <a:ext uri="{FF2B5EF4-FFF2-40B4-BE49-F238E27FC236}">
                    <a16:creationId xmlns:a16="http://schemas.microsoft.com/office/drawing/2014/main" id="{CFB0721A-CD83-7659-A74E-A1815FFB6F5F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2" name="pg515">
                <a:extLst>
                  <a:ext uri="{FF2B5EF4-FFF2-40B4-BE49-F238E27FC236}">
                    <a16:creationId xmlns:a16="http://schemas.microsoft.com/office/drawing/2014/main" id="{C3193BA6-210F-954A-08E8-B0A3556B3D32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3" name="pg516">
                <a:extLst>
                  <a:ext uri="{FF2B5EF4-FFF2-40B4-BE49-F238E27FC236}">
                    <a16:creationId xmlns:a16="http://schemas.microsoft.com/office/drawing/2014/main" id="{C21A9E65-4B84-7160-53E7-3CF3F1EB64E5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4" name="pg517">
                <a:extLst>
                  <a:ext uri="{FF2B5EF4-FFF2-40B4-BE49-F238E27FC236}">
                    <a16:creationId xmlns:a16="http://schemas.microsoft.com/office/drawing/2014/main" id="{B53E8D9F-C3C5-9DFF-175A-7DDEA559E603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5" name="pg518">
                <a:extLst>
                  <a:ext uri="{FF2B5EF4-FFF2-40B4-BE49-F238E27FC236}">
                    <a16:creationId xmlns:a16="http://schemas.microsoft.com/office/drawing/2014/main" id="{9EDBD82F-A907-D053-2236-E72842BFEE2D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6" name="pg519">
                <a:extLst>
                  <a:ext uri="{FF2B5EF4-FFF2-40B4-BE49-F238E27FC236}">
                    <a16:creationId xmlns:a16="http://schemas.microsoft.com/office/drawing/2014/main" id="{5F09529C-950B-6403-A007-638E1C74A921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7" name="pg520">
                <a:extLst>
                  <a:ext uri="{FF2B5EF4-FFF2-40B4-BE49-F238E27FC236}">
                    <a16:creationId xmlns:a16="http://schemas.microsoft.com/office/drawing/2014/main" id="{4B74A86A-A656-2892-6ABA-EA941B2E9167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8" name="pg521">
                <a:extLst>
                  <a:ext uri="{FF2B5EF4-FFF2-40B4-BE49-F238E27FC236}">
                    <a16:creationId xmlns:a16="http://schemas.microsoft.com/office/drawing/2014/main" id="{C459BC39-EDB8-81B7-7CCE-8222201E7E65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29" name="pg522">
                <a:extLst>
                  <a:ext uri="{FF2B5EF4-FFF2-40B4-BE49-F238E27FC236}">
                    <a16:creationId xmlns:a16="http://schemas.microsoft.com/office/drawing/2014/main" id="{BE05B026-AE76-0D4E-EA98-14F778AABB95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0" name="pg523">
                <a:extLst>
                  <a:ext uri="{FF2B5EF4-FFF2-40B4-BE49-F238E27FC236}">
                    <a16:creationId xmlns:a16="http://schemas.microsoft.com/office/drawing/2014/main" id="{B760F82E-F0F8-C871-73F8-4647DADDB44E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1" name="pg524">
                <a:extLst>
                  <a:ext uri="{FF2B5EF4-FFF2-40B4-BE49-F238E27FC236}">
                    <a16:creationId xmlns:a16="http://schemas.microsoft.com/office/drawing/2014/main" id="{C177ADD1-D837-99D3-F4B7-970C3AC20589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2" name="pg525">
                <a:extLst>
                  <a:ext uri="{FF2B5EF4-FFF2-40B4-BE49-F238E27FC236}">
                    <a16:creationId xmlns:a16="http://schemas.microsoft.com/office/drawing/2014/main" id="{22BD5346-7B71-5B6E-96DB-B93F206D6436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3" name="pg526">
                <a:extLst>
                  <a:ext uri="{FF2B5EF4-FFF2-40B4-BE49-F238E27FC236}">
                    <a16:creationId xmlns:a16="http://schemas.microsoft.com/office/drawing/2014/main" id="{AE993616-EBFA-ABAA-92EB-4F255B9B60B6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4" name="pg527">
                <a:extLst>
                  <a:ext uri="{FF2B5EF4-FFF2-40B4-BE49-F238E27FC236}">
                    <a16:creationId xmlns:a16="http://schemas.microsoft.com/office/drawing/2014/main" id="{0B214835-0F24-F334-35B5-3358665DB51F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5" name="pg528">
                <a:extLst>
                  <a:ext uri="{FF2B5EF4-FFF2-40B4-BE49-F238E27FC236}">
                    <a16:creationId xmlns:a16="http://schemas.microsoft.com/office/drawing/2014/main" id="{D4A44D2E-B99B-BD62-AC4F-F89510C08850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6" name="pg529">
                <a:extLst>
                  <a:ext uri="{FF2B5EF4-FFF2-40B4-BE49-F238E27FC236}">
                    <a16:creationId xmlns:a16="http://schemas.microsoft.com/office/drawing/2014/main" id="{B3B0B2EC-065D-D580-742C-BD12F7658E2F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7" name="pg530">
                <a:extLst>
                  <a:ext uri="{FF2B5EF4-FFF2-40B4-BE49-F238E27FC236}">
                    <a16:creationId xmlns:a16="http://schemas.microsoft.com/office/drawing/2014/main" id="{53E48993-9B64-7B13-550C-36B1FD575964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8" name="pg531">
                <a:extLst>
                  <a:ext uri="{FF2B5EF4-FFF2-40B4-BE49-F238E27FC236}">
                    <a16:creationId xmlns:a16="http://schemas.microsoft.com/office/drawing/2014/main" id="{E1642FDF-E72E-5196-0D26-7871242DA9B8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39" name="pg532">
                <a:extLst>
                  <a:ext uri="{FF2B5EF4-FFF2-40B4-BE49-F238E27FC236}">
                    <a16:creationId xmlns:a16="http://schemas.microsoft.com/office/drawing/2014/main" id="{569379B5-933E-EF3F-26B1-8B1FEB119AB7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0" name="pg533">
                <a:extLst>
                  <a:ext uri="{FF2B5EF4-FFF2-40B4-BE49-F238E27FC236}">
                    <a16:creationId xmlns:a16="http://schemas.microsoft.com/office/drawing/2014/main" id="{E8AF2328-609C-CFEC-20D7-B15E1B78D611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1" name="pg534">
                <a:extLst>
                  <a:ext uri="{FF2B5EF4-FFF2-40B4-BE49-F238E27FC236}">
                    <a16:creationId xmlns:a16="http://schemas.microsoft.com/office/drawing/2014/main" id="{DC95FA62-4BF3-45A4-C0CF-88DA37928D00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2" name="pg535">
                <a:extLst>
                  <a:ext uri="{FF2B5EF4-FFF2-40B4-BE49-F238E27FC236}">
                    <a16:creationId xmlns:a16="http://schemas.microsoft.com/office/drawing/2014/main" id="{1FBE9D44-990D-6385-8E0A-0EF1291DE1B0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3" name="pg536">
                <a:extLst>
                  <a:ext uri="{FF2B5EF4-FFF2-40B4-BE49-F238E27FC236}">
                    <a16:creationId xmlns:a16="http://schemas.microsoft.com/office/drawing/2014/main" id="{AB11802E-5A13-5914-64C5-7ABE43DE4687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4" name="pg537">
                <a:extLst>
                  <a:ext uri="{FF2B5EF4-FFF2-40B4-BE49-F238E27FC236}">
                    <a16:creationId xmlns:a16="http://schemas.microsoft.com/office/drawing/2014/main" id="{17D09EB9-FED2-F48C-5444-CB2A1D7356F8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5" name="pg538">
                <a:extLst>
                  <a:ext uri="{FF2B5EF4-FFF2-40B4-BE49-F238E27FC236}">
                    <a16:creationId xmlns:a16="http://schemas.microsoft.com/office/drawing/2014/main" id="{9E12C36B-06A7-EFB8-C633-F0A0CD068A84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6" name="pg539">
                <a:extLst>
                  <a:ext uri="{FF2B5EF4-FFF2-40B4-BE49-F238E27FC236}">
                    <a16:creationId xmlns:a16="http://schemas.microsoft.com/office/drawing/2014/main" id="{EF38C84B-FFA4-4416-F23A-5049AC4AAB4B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7" name="pg540">
                <a:extLst>
                  <a:ext uri="{FF2B5EF4-FFF2-40B4-BE49-F238E27FC236}">
                    <a16:creationId xmlns:a16="http://schemas.microsoft.com/office/drawing/2014/main" id="{562CD35C-B20B-7CF7-F4A1-1E5A96490B9D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8" name="pg541">
                <a:extLst>
                  <a:ext uri="{FF2B5EF4-FFF2-40B4-BE49-F238E27FC236}">
                    <a16:creationId xmlns:a16="http://schemas.microsoft.com/office/drawing/2014/main" id="{1873E36F-030E-1F42-53F1-7B51EBFF1BB5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49" name="pg542">
                <a:extLst>
                  <a:ext uri="{FF2B5EF4-FFF2-40B4-BE49-F238E27FC236}">
                    <a16:creationId xmlns:a16="http://schemas.microsoft.com/office/drawing/2014/main" id="{76DC7245-E947-648F-F615-C3CA25FA60C8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0" name="pg543">
                <a:extLst>
                  <a:ext uri="{FF2B5EF4-FFF2-40B4-BE49-F238E27FC236}">
                    <a16:creationId xmlns:a16="http://schemas.microsoft.com/office/drawing/2014/main" id="{438C0BE0-89EB-3592-EEA3-FDB9EC548129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1" name="pg544">
                <a:extLst>
                  <a:ext uri="{FF2B5EF4-FFF2-40B4-BE49-F238E27FC236}">
                    <a16:creationId xmlns:a16="http://schemas.microsoft.com/office/drawing/2014/main" id="{39E2300E-8793-0F41-1909-A33D29AB2E81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2" name="pg545">
                <a:extLst>
                  <a:ext uri="{FF2B5EF4-FFF2-40B4-BE49-F238E27FC236}">
                    <a16:creationId xmlns:a16="http://schemas.microsoft.com/office/drawing/2014/main" id="{ECB21EC1-1418-BDD9-9912-78C892E11158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3" name="pg546">
                <a:extLst>
                  <a:ext uri="{FF2B5EF4-FFF2-40B4-BE49-F238E27FC236}">
                    <a16:creationId xmlns:a16="http://schemas.microsoft.com/office/drawing/2014/main" id="{8D899CDA-E827-0CFC-28EA-55A2F31163C6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4" name="pg547">
                <a:extLst>
                  <a:ext uri="{FF2B5EF4-FFF2-40B4-BE49-F238E27FC236}">
                    <a16:creationId xmlns:a16="http://schemas.microsoft.com/office/drawing/2014/main" id="{DDB9A89E-0649-5335-D51A-C32E65D31A8E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5" name="pg548">
                <a:extLst>
                  <a:ext uri="{FF2B5EF4-FFF2-40B4-BE49-F238E27FC236}">
                    <a16:creationId xmlns:a16="http://schemas.microsoft.com/office/drawing/2014/main" id="{A004D83C-B935-9C06-C8E1-DBE3627A0F32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6" name="pg549">
                <a:extLst>
                  <a:ext uri="{FF2B5EF4-FFF2-40B4-BE49-F238E27FC236}">
                    <a16:creationId xmlns:a16="http://schemas.microsoft.com/office/drawing/2014/main" id="{629B0785-76F4-E7F5-5AF4-70D90A15D95D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7" name="pg550">
                <a:extLst>
                  <a:ext uri="{FF2B5EF4-FFF2-40B4-BE49-F238E27FC236}">
                    <a16:creationId xmlns:a16="http://schemas.microsoft.com/office/drawing/2014/main" id="{1877B2E8-3F0B-84C5-BFB7-D489BD4D5E69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8" name="pg551">
                <a:extLst>
                  <a:ext uri="{FF2B5EF4-FFF2-40B4-BE49-F238E27FC236}">
                    <a16:creationId xmlns:a16="http://schemas.microsoft.com/office/drawing/2014/main" id="{6FDFBF35-9755-C799-39C3-7AF3495142C6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59" name="pg552">
                <a:extLst>
                  <a:ext uri="{FF2B5EF4-FFF2-40B4-BE49-F238E27FC236}">
                    <a16:creationId xmlns:a16="http://schemas.microsoft.com/office/drawing/2014/main" id="{F10642FC-3A63-7C8A-34AF-97F89DFCFED6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0" name="pg553">
                <a:extLst>
                  <a:ext uri="{FF2B5EF4-FFF2-40B4-BE49-F238E27FC236}">
                    <a16:creationId xmlns:a16="http://schemas.microsoft.com/office/drawing/2014/main" id="{914DD3A4-EDC8-474D-F03B-8BA1E4906698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1" name="pg554">
                <a:extLst>
                  <a:ext uri="{FF2B5EF4-FFF2-40B4-BE49-F238E27FC236}">
                    <a16:creationId xmlns:a16="http://schemas.microsoft.com/office/drawing/2014/main" id="{63D5A777-5C74-BAF5-09DE-E2B5EFACA29B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2" name="pg555">
                <a:extLst>
                  <a:ext uri="{FF2B5EF4-FFF2-40B4-BE49-F238E27FC236}">
                    <a16:creationId xmlns:a16="http://schemas.microsoft.com/office/drawing/2014/main" id="{D1671F86-EBE1-F860-1E2A-9D97AC0059FA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3" name="pg556">
                <a:extLst>
                  <a:ext uri="{FF2B5EF4-FFF2-40B4-BE49-F238E27FC236}">
                    <a16:creationId xmlns:a16="http://schemas.microsoft.com/office/drawing/2014/main" id="{257B395E-B7AB-6615-4E79-E857A95D95A2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4" name="pg557">
                <a:extLst>
                  <a:ext uri="{FF2B5EF4-FFF2-40B4-BE49-F238E27FC236}">
                    <a16:creationId xmlns:a16="http://schemas.microsoft.com/office/drawing/2014/main" id="{84F0F9AE-764B-EA71-D49E-69CE9A310C5B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5" name="pg558">
                <a:extLst>
                  <a:ext uri="{FF2B5EF4-FFF2-40B4-BE49-F238E27FC236}">
                    <a16:creationId xmlns:a16="http://schemas.microsoft.com/office/drawing/2014/main" id="{1E5DD022-504B-A491-7E42-826725AFB08D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6" name="pg559">
                <a:extLst>
                  <a:ext uri="{FF2B5EF4-FFF2-40B4-BE49-F238E27FC236}">
                    <a16:creationId xmlns:a16="http://schemas.microsoft.com/office/drawing/2014/main" id="{7F650FDD-9BC3-A91F-8F91-9123B8953B7C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7" name="pg560">
                <a:extLst>
                  <a:ext uri="{FF2B5EF4-FFF2-40B4-BE49-F238E27FC236}">
                    <a16:creationId xmlns:a16="http://schemas.microsoft.com/office/drawing/2014/main" id="{01CC0635-3388-91CD-D64C-1687B6FD7046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8" name="pg561">
                <a:extLst>
                  <a:ext uri="{FF2B5EF4-FFF2-40B4-BE49-F238E27FC236}">
                    <a16:creationId xmlns:a16="http://schemas.microsoft.com/office/drawing/2014/main" id="{54CDA232-70B3-8FF8-6B18-993A3B7D4428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69" name="pg562">
                <a:extLst>
                  <a:ext uri="{FF2B5EF4-FFF2-40B4-BE49-F238E27FC236}">
                    <a16:creationId xmlns:a16="http://schemas.microsoft.com/office/drawing/2014/main" id="{7C355A81-6EF8-AD42-8C9A-ACB9CE1C3D6B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0" name="pg563">
                <a:extLst>
                  <a:ext uri="{FF2B5EF4-FFF2-40B4-BE49-F238E27FC236}">
                    <a16:creationId xmlns:a16="http://schemas.microsoft.com/office/drawing/2014/main" id="{0AA884DE-4911-D310-F753-0A99ECAED23A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1" name="pg564">
                <a:extLst>
                  <a:ext uri="{FF2B5EF4-FFF2-40B4-BE49-F238E27FC236}">
                    <a16:creationId xmlns:a16="http://schemas.microsoft.com/office/drawing/2014/main" id="{C7EDA6D5-0966-DC95-3885-674895DACD16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2" name="pg565">
                <a:extLst>
                  <a:ext uri="{FF2B5EF4-FFF2-40B4-BE49-F238E27FC236}">
                    <a16:creationId xmlns:a16="http://schemas.microsoft.com/office/drawing/2014/main" id="{0759D289-560C-5F62-9693-1E95EDECD3A4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3" name="pg566">
                <a:extLst>
                  <a:ext uri="{FF2B5EF4-FFF2-40B4-BE49-F238E27FC236}">
                    <a16:creationId xmlns:a16="http://schemas.microsoft.com/office/drawing/2014/main" id="{676901E5-0257-69F8-BAE6-5E989D55C2CC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4" name="pg567">
                <a:extLst>
                  <a:ext uri="{FF2B5EF4-FFF2-40B4-BE49-F238E27FC236}">
                    <a16:creationId xmlns:a16="http://schemas.microsoft.com/office/drawing/2014/main" id="{9276AC28-612D-CD0C-EEAE-99132BCB2AC7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5" name="pg568">
                <a:extLst>
                  <a:ext uri="{FF2B5EF4-FFF2-40B4-BE49-F238E27FC236}">
                    <a16:creationId xmlns:a16="http://schemas.microsoft.com/office/drawing/2014/main" id="{3B350451-39F0-71E0-FC73-12D964834A3D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6" name="pg569">
                <a:extLst>
                  <a:ext uri="{FF2B5EF4-FFF2-40B4-BE49-F238E27FC236}">
                    <a16:creationId xmlns:a16="http://schemas.microsoft.com/office/drawing/2014/main" id="{159B36AE-6A17-DF35-450E-42FF71D70186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7" name="pg570">
                <a:extLst>
                  <a:ext uri="{FF2B5EF4-FFF2-40B4-BE49-F238E27FC236}">
                    <a16:creationId xmlns:a16="http://schemas.microsoft.com/office/drawing/2014/main" id="{6B738FCC-82FF-D8F2-2FBB-A4AE491B13A4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8" name="pg571">
                <a:extLst>
                  <a:ext uri="{FF2B5EF4-FFF2-40B4-BE49-F238E27FC236}">
                    <a16:creationId xmlns:a16="http://schemas.microsoft.com/office/drawing/2014/main" id="{A7E2BD04-A168-DBC7-1BEA-72FE6CD761AA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79" name="pg572">
                <a:extLst>
                  <a:ext uri="{FF2B5EF4-FFF2-40B4-BE49-F238E27FC236}">
                    <a16:creationId xmlns:a16="http://schemas.microsoft.com/office/drawing/2014/main" id="{7F2EAFBA-E23E-1FE8-401A-0E4568D40092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0" name="pg573">
                <a:extLst>
                  <a:ext uri="{FF2B5EF4-FFF2-40B4-BE49-F238E27FC236}">
                    <a16:creationId xmlns:a16="http://schemas.microsoft.com/office/drawing/2014/main" id="{9A15DD15-89FC-461D-7347-A7B60DF23348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1" name="pg574">
                <a:extLst>
                  <a:ext uri="{FF2B5EF4-FFF2-40B4-BE49-F238E27FC236}">
                    <a16:creationId xmlns:a16="http://schemas.microsoft.com/office/drawing/2014/main" id="{611252CE-5B86-6081-3ACB-AB34812300B6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2" name="pg575">
                <a:extLst>
                  <a:ext uri="{FF2B5EF4-FFF2-40B4-BE49-F238E27FC236}">
                    <a16:creationId xmlns:a16="http://schemas.microsoft.com/office/drawing/2014/main" id="{68306C7B-839A-369F-B13D-470569321B4F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3" name="pg576">
                <a:extLst>
                  <a:ext uri="{FF2B5EF4-FFF2-40B4-BE49-F238E27FC236}">
                    <a16:creationId xmlns:a16="http://schemas.microsoft.com/office/drawing/2014/main" id="{0B853152-E076-0AA2-541F-44C04EDC5F26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4" name="pg577">
                <a:extLst>
                  <a:ext uri="{FF2B5EF4-FFF2-40B4-BE49-F238E27FC236}">
                    <a16:creationId xmlns:a16="http://schemas.microsoft.com/office/drawing/2014/main" id="{36E1AF00-7CD1-188C-2B86-945399F883F6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5" name="pg578">
                <a:extLst>
                  <a:ext uri="{FF2B5EF4-FFF2-40B4-BE49-F238E27FC236}">
                    <a16:creationId xmlns:a16="http://schemas.microsoft.com/office/drawing/2014/main" id="{3671FDB9-5174-6C18-A53E-D926CEB00457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6" name="pg579">
                <a:extLst>
                  <a:ext uri="{FF2B5EF4-FFF2-40B4-BE49-F238E27FC236}">
                    <a16:creationId xmlns:a16="http://schemas.microsoft.com/office/drawing/2014/main" id="{9064BCB0-C5A3-191F-2407-2C2A85ECCA0F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7" name="pg580">
                <a:extLst>
                  <a:ext uri="{FF2B5EF4-FFF2-40B4-BE49-F238E27FC236}">
                    <a16:creationId xmlns:a16="http://schemas.microsoft.com/office/drawing/2014/main" id="{2CDBC37D-EFC3-C232-04CB-23514D5DF014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8" name="pg581">
                <a:extLst>
                  <a:ext uri="{FF2B5EF4-FFF2-40B4-BE49-F238E27FC236}">
                    <a16:creationId xmlns:a16="http://schemas.microsoft.com/office/drawing/2014/main" id="{4013A26B-9830-9490-FC0C-AEC8AB62EA4B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89" name="pg582">
                <a:extLst>
                  <a:ext uri="{FF2B5EF4-FFF2-40B4-BE49-F238E27FC236}">
                    <a16:creationId xmlns:a16="http://schemas.microsoft.com/office/drawing/2014/main" id="{6FF07435-6C25-6332-0E4A-AADA621C4482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0" name="pg583">
                <a:extLst>
                  <a:ext uri="{FF2B5EF4-FFF2-40B4-BE49-F238E27FC236}">
                    <a16:creationId xmlns:a16="http://schemas.microsoft.com/office/drawing/2014/main" id="{5869E0A7-D0EE-9737-91B9-CDE777F7C421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1" name="pg584">
                <a:extLst>
                  <a:ext uri="{FF2B5EF4-FFF2-40B4-BE49-F238E27FC236}">
                    <a16:creationId xmlns:a16="http://schemas.microsoft.com/office/drawing/2014/main" id="{2CA4F761-4730-AC0B-8A8C-9382DCE07D99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2" name="pg585">
                <a:extLst>
                  <a:ext uri="{FF2B5EF4-FFF2-40B4-BE49-F238E27FC236}">
                    <a16:creationId xmlns:a16="http://schemas.microsoft.com/office/drawing/2014/main" id="{3665E32A-F66B-DCE0-B21C-D9E725E56CE5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3" name="pg586">
                <a:extLst>
                  <a:ext uri="{FF2B5EF4-FFF2-40B4-BE49-F238E27FC236}">
                    <a16:creationId xmlns:a16="http://schemas.microsoft.com/office/drawing/2014/main" id="{3E4BEAD3-8F3E-8624-3CD4-1CBC180E3D36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4" name="pg587">
                <a:extLst>
                  <a:ext uri="{FF2B5EF4-FFF2-40B4-BE49-F238E27FC236}">
                    <a16:creationId xmlns:a16="http://schemas.microsoft.com/office/drawing/2014/main" id="{492F5671-828B-57D6-BC66-3F70E2A32D57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5" name="pg588">
                <a:extLst>
                  <a:ext uri="{FF2B5EF4-FFF2-40B4-BE49-F238E27FC236}">
                    <a16:creationId xmlns:a16="http://schemas.microsoft.com/office/drawing/2014/main" id="{CFA8A956-475F-0867-0134-A55402F2400B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6" name="pg589">
                <a:extLst>
                  <a:ext uri="{FF2B5EF4-FFF2-40B4-BE49-F238E27FC236}">
                    <a16:creationId xmlns:a16="http://schemas.microsoft.com/office/drawing/2014/main" id="{9F3FCA32-11EC-78A6-B888-07DC2FF22473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7" name="pg590">
                <a:extLst>
                  <a:ext uri="{FF2B5EF4-FFF2-40B4-BE49-F238E27FC236}">
                    <a16:creationId xmlns:a16="http://schemas.microsoft.com/office/drawing/2014/main" id="{D83A6BD1-B1DD-A7D1-6CC2-1E6FC99CB1DB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8" name="pg591">
                <a:extLst>
                  <a:ext uri="{FF2B5EF4-FFF2-40B4-BE49-F238E27FC236}">
                    <a16:creationId xmlns:a16="http://schemas.microsoft.com/office/drawing/2014/main" id="{68B42EC9-7F8A-D8F5-D8B7-1256DBE11140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99" name="pg592">
                <a:extLst>
                  <a:ext uri="{FF2B5EF4-FFF2-40B4-BE49-F238E27FC236}">
                    <a16:creationId xmlns:a16="http://schemas.microsoft.com/office/drawing/2014/main" id="{3A087EA8-491B-A40F-3AA2-B0239A57E6BA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0" name="pg593">
                <a:extLst>
                  <a:ext uri="{FF2B5EF4-FFF2-40B4-BE49-F238E27FC236}">
                    <a16:creationId xmlns:a16="http://schemas.microsoft.com/office/drawing/2014/main" id="{6CF17EE8-57C4-642F-9E57-F63C14806624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1" name="pg594">
                <a:extLst>
                  <a:ext uri="{FF2B5EF4-FFF2-40B4-BE49-F238E27FC236}">
                    <a16:creationId xmlns:a16="http://schemas.microsoft.com/office/drawing/2014/main" id="{FEBDD15B-01AA-47FC-341D-9720067EF15B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2" name="pg595">
                <a:extLst>
                  <a:ext uri="{FF2B5EF4-FFF2-40B4-BE49-F238E27FC236}">
                    <a16:creationId xmlns:a16="http://schemas.microsoft.com/office/drawing/2014/main" id="{45B444D7-D252-3246-67BA-9702D3219ABD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3" name="pg596">
                <a:extLst>
                  <a:ext uri="{FF2B5EF4-FFF2-40B4-BE49-F238E27FC236}">
                    <a16:creationId xmlns:a16="http://schemas.microsoft.com/office/drawing/2014/main" id="{F3E17354-EB41-2B00-E1DA-9B49C8B16E29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4" name="pg597">
                <a:extLst>
                  <a:ext uri="{FF2B5EF4-FFF2-40B4-BE49-F238E27FC236}">
                    <a16:creationId xmlns:a16="http://schemas.microsoft.com/office/drawing/2014/main" id="{60AE3258-F7B3-133C-2B0A-29227ED40135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5" name="pg598">
                <a:extLst>
                  <a:ext uri="{FF2B5EF4-FFF2-40B4-BE49-F238E27FC236}">
                    <a16:creationId xmlns:a16="http://schemas.microsoft.com/office/drawing/2014/main" id="{FE9FA2E8-955E-AF21-B105-FCCDFAD0A8BB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6" name="pg599">
                <a:extLst>
                  <a:ext uri="{FF2B5EF4-FFF2-40B4-BE49-F238E27FC236}">
                    <a16:creationId xmlns:a16="http://schemas.microsoft.com/office/drawing/2014/main" id="{18556F44-40F0-98EE-A49C-BE647D0AEB1F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7" name="pg600">
                <a:extLst>
                  <a:ext uri="{FF2B5EF4-FFF2-40B4-BE49-F238E27FC236}">
                    <a16:creationId xmlns:a16="http://schemas.microsoft.com/office/drawing/2014/main" id="{5168A1C5-3F3A-AF9F-3BCD-2CB9DE00CECC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8" name="pg601">
                <a:extLst>
                  <a:ext uri="{FF2B5EF4-FFF2-40B4-BE49-F238E27FC236}">
                    <a16:creationId xmlns:a16="http://schemas.microsoft.com/office/drawing/2014/main" id="{05BAB9DA-374D-1278-9665-E9BCA4E114A1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09" name="pg602">
                <a:extLst>
                  <a:ext uri="{FF2B5EF4-FFF2-40B4-BE49-F238E27FC236}">
                    <a16:creationId xmlns:a16="http://schemas.microsoft.com/office/drawing/2014/main" id="{890D6429-6D2F-724A-96F6-7A734D40A82E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0" name="pg603">
                <a:extLst>
                  <a:ext uri="{FF2B5EF4-FFF2-40B4-BE49-F238E27FC236}">
                    <a16:creationId xmlns:a16="http://schemas.microsoft.com/office/drawing/2014/main" id="{FF1E5400-1D06-1D4B-64E1-950D2A0A3113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1" name="pg604">
                <a:extLst>
                  <a:ext uri="{FF2B5EF4-FFF2-40B4-BE49-F238E27FC236}">
                    <a16:creationId xmlns:a16="http://schemas.microsoft.com/office/drawing/2014/main" id="{423B8B45-ACBD-CDFE-8203-36CC107EA1EF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2" name="pg605">
                <a:extLst>
                  <a:ext uri="{FF2B5EF4-FFF2-40B4-BE49-F238E27FC236}">
                    <a16:creationId xmlns:a16="http://schemas.microsoft.com/office/drawing/2014/main" id="{E8368E21-6F05-3C09-1159-79FAF028639E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3" name="pg606">
                <a:extLst>
                  <a:ext uri="{FF2B5EF4-FFF2-40B4-BE49-F238E27FC236}">
                    <a16:creationId xmlns:a16="http://schemas.microsoft.com/office/drawing/2014/main" id="{57BD9433-A770-FC2D-87E8-38B6F41B118F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4" name="pg607">
                <a:extLst>
                  <a:ext uri="{FF2B5EF4-FFF2-40B4-BE49-F238E27FC236}">
                    <a16:creationId xmlns:a16="http://schemas.microsoft.com/office/drawing/2014/main" id="{B327A4C1-B1D6-BBF8-27C3-99C7EF539A49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5" name="pg608">
                <a:extLst>
                  <a:ext uri="{FF2B5EF4-FFF2-40B4-BE49-F238E27FC236}">
                    <a16:creationId xmlns:a16="http://schemas.microsoft.com/office/drawing/2014/main" id="{B0D68394-6727-253F-1B35-A50A34446BB7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6" name="pg609">
                <a:extLst>
                  <a:ext uri="{FF2B5EF4-FFF2-40B4-BE49-F238E27FC236}">
                    <a16:creationId xmlns:a16="http://schemas.microsoft.com/office/drawing/2014/main" id="{93F52E53-EDF0-A22D-C7DF-A4751A22B103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7" name="pg610">
                <a:extLst>
                  <a:ext uri="{FF2B5EF4-FFF2-40B4-BE49-F238E27FC236}">
                    <a16:creationId xmlns:a16="http://schemas.microsoft.com/office/drawing/2014/main" id="{8B7B783F-FA0C-BB4C-2F19-0BDFF679ADA5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8" name="pg611">
                <a:extLst>
                  <a:ext uri="{FF2B5EF4-FFF2-40B4-BE49-F238E27FC236}">
                    <a16:creationId xmlns:a16="http://schemas.microsoft.com/office/drawing/2014/main" id="{D9F299FB-567E-BB4B-78FD-5586B59E1D99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19" name="pg612">
                <a:extLst>
                  <a:ext uri="{FF2B5EF4-FFF2-40B4-BE49-F238E27FC236}">
                    <a16:creationId xmlns:a16="http://schemas.microsoft.com/office/drawing/2014/main" id="{AD6C7B64-803A-3D39-E5C4-620987D06566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0" name="pg613">
                <a:extLst>
                  <a:ext uri="{FF2B5EF4-FFF2-40B4-BE49-F238E27FC236}">
                    <a16:creationId xmlns:a16="http://schemas.microsoft.com/office/drawing/2014/main" id="{04F59A4E-58DF-36A9-A935-A6194BF67382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1" name="pg614">
                <a:extLst>
                  <a:ext uri="{FF2B5EF4-FFF2-40B4-BE49-F238E27FC236}">
                    <a16:creationId xmlns:a16="http://schemas.microsoft.com/office/drawing/2014/main" id="{962AC19C-0465-55D7-5F2D-25D6CA9B4947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2" name="pg615">
                <a:extLst>
                  <a:ext uri="{FF2B5EF4-FFF2-40B4-BE49-F238E27FC236}">
                    <a16:creationId xmlns:a16="http://schemas.microsoft.com/office/drawing/2014/main" id="{D4BA418E-D9F8-E686-ED04-06CC85829D47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3" name="pg616">
                <a:extLst>
                  <a:ext uri="{FF2B5EF4-FFF2-40B4-BE49-F238E27FC236}">
                    <a16:creationId xmlns:a16="http://schemas.microsoft.com/office/drawing/2014/main" id="{8915026F-C251-9C61-7085-A4198E1B93D1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4" name="pg617">
                <a:extLst>
                  <a:ext uri="{FF2B5EF4-FFF2-40B4-BE49-F238E27FC236}">
                    <a16:creationId xmlns:a16="http://schemas.microsoft.com/office/drawing/2014/main" id="{2437F7F0-643E-285D-8119-526D5265EB3A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5" name="pg618">
                <a:extLst>
                  <a:ext uri="{FF2B5EF4-FFF2-40B4-BE49-F238E27FC236}">
                    <a16:creationId xmlns:a16="http://schemas.microsoft.com/office/drawing/2014/main" id="{F642F02A-ED49-ACA6-0E24-77369FEABBDE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6" name="pg619">
                <a:extLst>
                  <a:ext uri="{FF2B5EF4-FFF2-40B4-BE49-F238E27FC236}">
                    <a16:creationId xmlns:a16="http://schemas.microsoft.com/office/drawing/2014/main" id="{DE40E00A-7F7A-D3FB-CCE4-85771E1ED88C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7" name="pg620">
                <a:extLst>
                  <a:ext uri="{FF2B5EF4-FFF2-40B4-BE49-F238E27FC236}">
                    <a16:creationId xmlns:a16="http://schemas.microsoft.com/office/drawing/2014/main" id="{551AD5BF-DD5E-F56E-431E-6DEE145093C9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8" name="pg621">
                <a:extLst>
                  <a:ext uri="{FF2B5EF4-FFF2-40B4-BE49-F238E27FC236}">
                    <a16:creationId xmlns:a16="http://schemas.microsoft.com/office/drawing/2014/main" id="{D9357CAA-3984-7167-86A8-8E8BC4B2C02D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29" name="pg622">
                <a:extLst>
                  <a:ext uri="{FF2B5EF4-FFF2-40B4-BE49-F238E27FC236}">
                    <a16:creationId xmlns:a16="http://schemas.microsoft.com/office/drawing/2014/main" id="{71956952-E791-C64B-CF5C-5E040AE88E66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0" name="pg623">
                <a:extLst>
                  <a:ext uri="{FF2B5EF4-FFF2-40B4-BE49-F238E27FC236}">
                    <a16:creationId xmlns:a16="http://schemas.microsoft.com/office/drawing/2014/main" id="{CD1A33C2-099A-C87F-91D1-4F9C6226C18C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1" name="pg624">
                <a:extLst>
                  <a:ext uri="{FF2B5EF4-FFF2-40B4-BE49-F238E27FC236}">
                    <a16:creationId xmlns:a16="http://schemas.microsoft.com/office/drawing/2014/main" id="{536738B7-34F8-91DE-5079-03DB0AA3A272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2" name="pg625">
                <a:extLst>
                  <a:ext uri="{FF2B5EF4-FFF2-40B4-BE49-F238E27FC236}">
                    <a16:creationId xmlns:a16="http://schemas.microsoft.com/office/drawing/2014/main" id="{08F3D0A4-B0EB-0987-3E72-3D2164B44C04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3" name="pg626">
                <a:extLst>
                  <a:ext uri="{FF2B5EF4-FFF2-40B4-BE49-F238E27FC236}">
                    <a16:creationId xmlns:a16="http://schemas.microsoft.com/office/drawing/2014/main" id="{84E5A422-E4E7-72C8-BAB7-3F76B3AFCF3B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4" name="pg627">
                <a:extLst>
                  <a:ext uri="{FF2B5EF4-FFF2-40B4-BE49-F238E27FC236}">
                    <a16:creationId xmlns:a16="http://schemas.microsoft.com/office/drawing/2014/main" id="{5B9AB1C3-9578-E55A-4881-EE20C8B27545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5" name="pg628">
                <a:extLst>
                  <a:ext uri="{FF2B5EF4-FFF2-40B4-BE49-F238E27FC236}">
                    <a16:creationId xmlns:a16="http://schemas.microsoft.com/office/drawing/2014/main" id="{4E16105E-6749-CEC9-5636-DC7CB8081F72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6" name="pg629">
                <a:extLst>
                  <a:ext uri="{FF2B5EF4-FFF2-40B4-BE49-F238E27FC236}">
                    <a16:creationId xmlns:a16="http://schemas.microsoft.com/office/drawing/2014/main" id="{D9B8D7EC-5904-E715-7DDA-AE1C599F9899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7" name="pg630">
                <a:extLst>
                  <a:ext uri="{FF2B5EF4-FFF2-40B4-BE49-F238E27FC236}">
                    <a16:creationId xmlns:a16="http://schemas.microsoft.com/office/drawing/2014/main" id="{08B48E17-DB35-AD33-A8F3-7F68AFAB825D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8" name="pg631">
                <a:extLst>
                  <a:ext uri="{FF2B5EF4-FFF2-40B4-BE49-F238E27FC236}">
                    <a16:creationId xmlns:a16="http://schemas.microsoft.com/office/drawing/2014/main" id="{E82D88F9-C35A-F6EC-B287-E26300A101C0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39" name="pg632">
                <a:extLst>
                  <a:ext uri="{FF2B5EF4-FFF2-40B4-BE49-F238E27FC236}">
                    <a16:creationId xmlns:a16="http://schemas.microsoft.com/office/drawing/2014/main" id="{1AD26042-1B40-9505-B3BE-2EAC84AA81FC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0" name="pg633">
                <a:extLst>
                  <a:ext uri="{FF2B5EF4-FFF2-40B4-BE49-F238E27FC236}">
                    <a16:creationId xmlns:a16="http://schemas.microsoft.com/office/drawing/2014/main" id="{732A0CEC-1FA2-0316-8C6F-E99998B14AFF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1" name="pg634">
                <a:extLst>
                  <a:ext uri="{FF2B5EF4-FFF2-40B4-BE49-F238E27FC236}">
                    <a16:creationId xmlns:a16="http://schemas.microsoft.com/office/drawing/2014/main" id="{963C7CCD-0734-2FAD-5628-0A76819116E6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2" name="pg635">
                <a:extLst>
                  <a:ext uri="{FF2B5EF4-FFF2-40B4-BE49-F238E27FC236}">
                    <a16:creationId xmlns:a16="http://schemas.microsoft.com/office/drawing/2014/main" id="{2CDB6890-D2D1-3D51-9ECC-571EC0068046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3" name="pg636">
                <a:extLst>
                  <a:ext uri="{FF2B5EF4-FFF2-40B4-BE49-F238E27FC236}">
                    <a16:creationId xmlns:a16="http://schemas.microsoft.com/office/drawing/2014/main" id="{DFB37B57-0353-ECE4-6D46-2743CAFC6A02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4" name="pg637">
                <a:extLst>
                  <a:ext uri="{FF2B5EF4-FFF2-40B4-BE49-F238E27FC236}">
                    <a16:creationId xmlns:a16="http://schemas.microsoft.com/office/drawing/2014/main" id="{240166C6-3D48-B2A9-2580-9A15A9EAC54C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5" name="pg638">
                <a:extLst>
                  <a:ext uri="{FF2B5EF4-FFF2-40B4-BE49-F238E27FC236}">
                    <a16:creationId xmlns:a16="http://schemas.microsoft.com/office/drawing/2014/main" id="{AC6FE7D9-2885-3CE1-DB7E-147E987DA1A9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6" name="pg639">
                <a:extLst>
                  <a:ext uri="{FF2B5EF4-FFF2-40B4-BE49-F238E27FC236}">
                    <a16:creationId xmlns:a16="http://schemas.microsoft.com/office/drawing/2014/main" id="{1E98C89C-98F4-1E00-D113-2F137395F059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7" name="pg640">
                <a:extLst>
                  <a:ext uri="{FF2B5EF4-FFF2-40B4-BE49-F238E27FC236}">
                    <a16:creationId xmlns:a16="http://schemas.microsoft.com/office/drawing/2014/main" id="{18D88FD1-7B05-01BD-2661-F3FFB03293B5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8" name="pg641">
                <a:extLst>
                  <a:ext uri="{FF2B5EF4-FFF2-40B4-BE49-F238E27FC236}">
                    <a16:creationId xmlns:a16="http://schemas.microsoft.com/office/drawing/2014/main" id="{43756A4E-DCA9-ECAF-1F74-348DAE3731BD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49" name="pg642">
                <a:extLst>
                  <a:ext uri="{FF2B5EF4-FFF2-40B4-BE49-F238E27FC236}">
                    <a16:creationId xmlns:a16="http://schemas.microsoft.com/office/drawing/2014/main" id="{043EBDA3-F40E-CEF7-4C8F-F29C465AFC11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0" name="pg643">
                <a:extLst>
                  <a:ext uri="{FF2B5EF4-FFF2-40B4-BE49-F238E27FC236}">
                    <a16:creationId xmlns:a16="http://schemas.microsoft.com/office/drawing/2014/main" id="{B5888769-C2A9-32B4-2018-EE7CE280AE07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1" name="pg644">
                <a:extLst>
                  <a:ext uri="{FF2B5EF4-FFF2-40B4-BE49-F238E27FC236}">
                    <a16:creationId xmlns:a16="http://schemas.microsoft.com/office/drawing/2014/main" id="{E8D14B12-D28D-0CC2-7636-72C30336BC7A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2" name="pg645">
                <a:extLst>
                  <a:ext uri="{FF2B5EF4-FFF2-40B4-BE49-F238E27FC236}">
                    <a16:creationId xmlns:a16="http://schemas.microsoft.com/office/drawing/2014/main" id="{925016CE-17A1-4BFF-0814-8ADB8F1C4403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3" name="pg646">
                <a:extLst>
                  <a:ext uri="{FF2B5EF4-FFF2-40B4-BE49-F238E27FC236}">
                    <a16:creationId xmlns:a16="http://schemas.microsoft.com/office/drawing/2014/main" id="{4AC0D5B6-0D04-768B-48D0-183E90DE97AE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4" name="pg647">
                <a:extLst>
                  <a:ext uri="{FF2B5EF4-FFF2-40B4-BE49-F238E27FC236}">
                    <a16:creationId xmlns:a16="http://schemas.microsoft.com/office/drawing/2014/main" id="{CB35893C-B389-523A-C7CE-BB25C7E61C9A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5" name="pg648">
                <a:extLst>
                  <a:ext uri="{FF2B5EF4-FFF2-40B4-BE49-F238E27FC236}">
                    <a16:creationId xmlns:a16="http://schemas.microsoft.com/office/drawing/2014/main" id="{D4E231C2-379E-671E-A0A6-857FE29883C8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6" name="pg649">
                <a:extLst>
                  <a:ext uri="{FF2B5EF4-FFF2-40B4-BE49-F238E27FC236}">
                    <a16:creationId xmlns:a16="http://schemas.microsoft.com/office/drawing/2014/main" id="{631FB7FC-D72B-1B08-F307-EC0BAED5E97A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7" name="pg650">
                <a:extLst>
                  <a:ext uri="{FF2B5EF4-FFF2-40B4-BE49-F238E27FC236}">
                    <a16:creationId xmlns:a16="http://schemas.microsoft.com/office/drawing/2014/main" id="{1F613074-144C-7BCC-7263-BE561AF2F361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8" name="pg651">
                <a:extLst>
                  <a:ext uri="{FF2B5EF4-FFF2-40B4-BE49-F238E27FC236}">
                    <a16:creationId xmlns:a16="http://schemas.microsoft.com/office/drawing/2014/main" id="{6A740F85-4097-A885-98E9-333993959D9C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59" name="pg652">
                <a:extLst>
                  <a:ext uri="{FF2B5EF4-FFF2-40B4-BE49-F238E27FC236}">
                    <a16:creationId xmlns:a16="http://schemas.microsoft.com/office/drawing/2014/main" id="{53958B70-B0F4-F9EF-F92E-87B0C647355F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0" name="pg653">
                <a:extLst>
                  <a:ext uri="{FF2B5EF4-FFF2-40B4-BE49-F238E27FC236}">
                    <a16:creationId xmlns:a16="http://schemas.microsoft.com/office/drawing/2014/main" id="{CB07DC25-9DC9-A645-2EC2-C1B997F888AE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1" name="pg654">
                <a:extLst>
                  <a:ext uri="{FF2B5EF4-FFF2-40B4-BE49-F238E27FC236}">
                    <a16:creationId xmlns:a16="http://schemas.microsoft.com/office/drawing/2014/main" id="{27967163-7112-58B4-9DF2-5A5E75FA69C5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2" name="pg655">
                <a:extLst>
                  <a:ext uri="{FF2B5EF4-FFF2-40B4-BE49-F238E27FC236}">
                    <a16:creationId xmlns:a16="http://schemas.microsoft.com/office/drawing/2014/main" id="{62ABCF30-8FEF-C6CE-FED5-75EEC23909F9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3" name="pg656">
                <a:extLst>
                  <a:ext uri="{FF2B5EF4-FFF2-40B4-BE49-F238E27FC236}">
                    <a16:creationId xmlns:a16="http://schemas.microsoft.com/office/drawing/2014/main" id="{C8A60C3B-2785-8FC8-CC56-37895C36BC3E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4" name="pg657">
                <a:extLst>
                  <a:ext uri="{FF2B5EF4-FFF2-40B4-BE49-F238E27FC236}">
                    <a16:creationId xmlns:a16="http://schemas.microsoft.com/office/drawing/2014/main" id="{61F24B53-F7AC-0A45-804F-F1ADC309009A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5" name="pg658">
                <a:extLst>
                  <a:ext uri="{FF2B5EF4-FFF2-40B4-BE49-F238E27FC236}">
                    <a16:creationId xmlns:a16="http://schemas.microsoft.com/office/drawing/2014/main" id="{2F18A4A4-F29D-678B-19A5-7C9B3D243066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6" name="pg659">
                <a:extLst>
                  <a:ext uri="{FF2B5EF4-FFF2-40B4-BE49-F238E27FC236}">
                    <a16:creationId xmlns:a16="http://schemas.microsoft.com/office/drawing/2014/main" id="{CBC02D8C-7FFB-DAE9-4AC3-C334F46EDA2F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7" name="pg660">
                <a:extLst>
                  <a:ext uri="{FF2B5EF4-FFF2-40B4-BE49-F238E27FC236}">
                    <a16:creationId xmlns:a16="http://schemas.microsoft.com/office/drawing/2014/main" id="{102609FB-6B09-DBC4-E00C-818522B68C42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8" name="pg661">
                <a:extLst>
                  <a:ext uri="{FF2B5EF4-FFF2-40B4-BE49-F238E27FC236}">
                    <a16:creationId xmlns:a16="http://schemas.microsoft.com/office/drawing/2014/main" id="{68E392FC-6571-192E-67C9-359752B3C846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69" name="pg662">
                <a:extLst>
                  <a:ext uri="{FF2B5EF4-FFF2-40B4-BE49-F238E27FC236}">
                    <a16:creationId xmlns:a16="http://schemas.microsoft.com/office/drawing/2014/main" id="{799454EC-1DC5-466A-CBF3-AEBD1396DA0F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0" name="pg663">
                <a:extLst>
                  <a:ext uri="{FF2B5EF4-FFF2-40B4-BE49-F238E27FC236}">
                    <a16:creationId xmlns:a16="http://schemas.microsoft.com/office/drawing/2014/main" id="{338C42E9-B841-7E6B-462A-45939822623E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1" name="pg664">
                <a:extLst>
                  <a:ext uri="{FF2B5EF4-FFF2-40B4-BE49-F238E27FC236}">
                    <a16:creationId xmlns:a16="http://schemas.microsoft.com/office/drawing/2014/main" id="{511E09A3-0A84-F73B-5934-E270F88B51F7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2" name="pg665">
                <a:extLst>
                  <a:ext uri="{FF2B5EF4-FFF2-40B4-BE49-F238E27FC236}">
                    <a16:creationId xmlns:a16="http://schemas.microsoft.com/office/drawing/2014/main" id="{8B428A2F-1ACA-91A0-EF70-B1179CE6C541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3" name="pg666">
                <a:extLst>
                  <a:ext uri="{FF2B5EF4-FFF2-40B4-BE49-F238E27FC236}">
                    <a16:creationId xmlns:a16="http://schemas.microsoft.com/office/drawing/2014/main" id="{59B27729-B851-E278-5687-3D52F4EEC981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4" name="pg667">
                <a:extLst>
                  <a:ext uri="{FF2B5EF4-FFF2-40B4-BE49-F238E27FC236}">
                    <a16:creationId xmlns:a16="http://schemas.microsoft.com/office/drawing/2014/main" id="{4B07CB5A-8EC8-44FE-811A-7FC408405100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5" name="pg668">
                <a:extLst>
                  <a:ext uri="{FF2B5EF4-FFF2-40B4-BE49-F238E27FC236}">
                    <a16:creationId xmlns:a16="http://schemas.microsoft.com/office/drawing/2014/main" id="{A65C5E78-FA1F-84E9-6C45-F7A15EA6C127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6" name="pg669">
                <a:extLst>
                  <a:ext uri="{FF2B5EF4-FFF2-40B4-BE49-F238E27FC236}">
                    <a16:creationId xmlns:a16="http://schemas.microsoft.com/office/drawing/2014/main" id="{4B5E8490-CDC7-2120-B89F-8F7006B3AC79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7" name="pg670">
                <a:extLst>
                  <a:ext uri="{FF2B5EF4-FFF2-40B4-BE49-F238E27FC236}">
                    <a16:creationId xmlns:a16="http://schemas.microsoft.com/office/drawing/2014/main" id="{C23A7630-1BBA-A96B-39AF-9395B76E6A53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8" name="pg671">
                <a:extLst>
                  <a:ext uri="{FF2B5EF4-FFF2-40B4-BE49-F238E27FC236}">
                    <a16:creationId xmlns:a16="http://schemas.microsoft.com/office/drawing/2014/main" id="{CC0957CB-66C8-60D3-D1F9-2D8A986508E5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79" name="pg672">
                <a:extLst>
                  <a:ext uri="{FF2B5EF4-FFF2-40B4-BE49-F238E27FC236}">
                    <a16:creationId xmlns:a16="http://schemas.microsoft.com/office/drawing/2014/main" id="{6F29408C-D173-0D4C-F05D-E44032E29837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0" name="pg673">
                <a:extLst>
                  <a:ext uri="{FF2B5EF4-FFF2-40B4-BE49-F238E27FC236}">
                    <a16:creationId xmlns:a16="http://schemas.microsoft.com/office/drawing/2014/main" id="{0F6E80D1-8025-A87B-0775-7CCC28D4F76F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1" name="pg674">
                <a:extLst>
                  <a:ext uri="{FF2B5EF4-FFF2-40B4-BE49-F238E27FC236}">
                    <a16:creationId xmlns:a16="http://schemas.microsoft.com/office/drawing/2014/main" id="{271FBAE1-E5FC-75A8-906A-858A1ABA93FD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2" name="pg675">
                <a:extLst>
                  <a:ext uri="{FF2B5EF4-FFF2-40B4-BE49-F238E27FC236}">
                    <a16:creationId xmlns:a16="http://schemas.microsoft.com/office/drawing/2014/main" id="{D561720C-2608-AC59-C137-7497642FDCE7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3" name="pg676">
                <a:extLst>
                  <a:ext uri="{FF2B5EF4-FFF2-40B4-BE49-F238E27FC236}">
                    <a16:creationId xmlns:a16="http://schemas.microsoft.com/office/drawing/2014/main" id="{19BA1BCC-659F-5F60-BD19-21C4081279E3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4" name="pg677">
                <a:extLst>
                  <a:ext uri="{FF2B5EF4-FFF2-40B4-BE49-F238E27FC236}">
                    <a16:creationId xmlns:a16="http://schemas.microsoft.com/office/drawing/2014/main" id="{4C85D958-FD7D-B7C7-9BCB-8D313BA963C0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5" name="pg678">
                <a:extLst>
                  <a:ext uri="{FF2B5EF4-FFF2-40B4-BE49-F238E27FC236}">
                    <a16:creationId xmlns:a16="http://schemas.microsoft.com/office/drawing/2014/main" id="{FB56B161-D2B9-DCC8-2759-F1C838306312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6" name="pg679">
                <a:extLst>
                  <a:ext uri="{FF2B5EF4-FFF2-40B4-BE49-F238E27FC236}">
                    <a16:creationId xmlns:a16="http://schemas.microsoft.com/office/drawing/2014/main" id="{7B4840B2-EA3A-BFCF-F415-030C44F2CF9A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7" name="pg680">
                <a:extLst>
                  <a:ext uri="{FF2B5EF4-FFF2-40B4-BE49-F238E27FC236}">
                    <a16:creationId xmlns:a16="http://schemas.microsoft.com/office/drawing/2014/main" id="{0D3E0D42-DFC7-2B14-5CD7-CD8BC707502E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8" name="pg681">
                <a:extLst>
                  <a:ext uri="{FF2B5EF4-FFF2-40B4-BE49-F238E27FC236}">
                    <a16:creationId xmlns:a16="http://schemas.microsoft.com/office/drawing/2014/main" id="{A4F5FA62-13DF-63C7-E259-C3F4000B488F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89" name="pg682">
                <a:extLst>
                  <a:ext uri="{FF2B5EF4-FFF2-40B4-BE49-F238E27FC236}">
                    <a16:creationId xmlns:a16="http://schemas.microsoft.com/office/drawing/2014/main" id="{9FE241FA-EFD0-A52E-051E-D1B3AEEE959E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0" name="pg683">
                <a:extLst>
                  <a:ext uri="{FF2B5EF4-FFF2-40B4-BE49-F238E27FC236}">
                    <a16:creationId xmlns:a16="http://schemas.microsoft.com/office/drawing/2014/main" id="{879548A1-BADE-B71A-90D9-4ADC741A45A7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1" name="pg684">
                <a:extLst>
                  <a:ext uri="{FF2B5EF4-FFF2-40B4-BE49-F238E27FC236}">
                    <a16:creationId xmlns:a16="http://schemas.microsoft.com/office/drawing/2014/main" id="{485E69B7-277F-69FD-1E38-627A251E89E1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2" name="pg685">
                <a:extLst>
                  <a:ext uri="{FF2B5EF4-FFF2-40B4-BE49-F238E27FC236}">
                    <a16:creationId xmlns:a16="http://schemas.microsoft.com/office/drawing/2014/main" id="{6F497ADA-9C7C-C9BA-AA34-A9023319319E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3" name="pg686">
                <a:extLst>
                  <a:ext uri="{FF2B5EF4-FFF2-40B4-BE49-F238E27FC236}">
                    <a16:creationId xmlns:a16="http://schemas.microsoft.com/office/drawing/2014/main" id="{6FA3742A-5C1B-55A2-FB17-3631CCD6AC7E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4" name="pg687">
                <a:extLst>
                  <a:ext uri="{FF2B5EF4-FFF2-40B4-BE49-F238E27FC236}">
                    <a16:creationId xmlns:a16="http://schemas.microsoft.com/office/drawing/2014/main" id="{EEFA6773-9F0A-660C-477B-EF7B8D7C334A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5" name="pg688">
                <a:extLst>
                  <a:ext uri="{FF2B5EF4-FFF2-40B4-BE49-F238E27FC236}">
                    <a16:creationId xmlns:a16="http://schemas.microsoft.com/office/drawing/2014/main" id="{9887B0F2-22CE-4A97-EAF5-9A2086C493F2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6" name="pg689">
                <a:extLst>
                  <a:ext uri="{FF2B5EF4-FFF2-40B4-BE49-F238E27FC236}">
                    <a16:creationId xmlns:a16="http://schemas.microsoft.com/office/drawing/2014/main" id="{F60BB003-B069-12D0-4270-6EED3ABD6BD5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7" name="pg690">
                <a:extLst>
                  <a:ext uri="{FF2B5EF4-FFF2-40B4-BE49-F238E27FC236}">
                    <a16:creationId xmlns:a16="http://schemas.microsoft.com/office/drawing/2014/main" id="{FF6A75C8-305E-648B-E278-9830AD0F27A1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8" name="pg691">
                <a:extLst>
                  <a:ext uri="{FF2B5EF4-FFF2-40B4-BE49-F238E27FC236}">
                    <a16:creationId xmlns:a16="http://schemas.microsoft.com/office/drawing/2014/main" id="{C96FDFED-212E-D690-E7D3-10AA9B762861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599" name="pg692">
                <a:extLst>
                  <a:ext uri="{FF2B5EF4-FFF2-40B4-BE49-F238E27FC236}">
                    <a16:creationId xmlns:a16="http://schemas.microsoft.com/office/drawing/2014/main" id="{D2C03563-906B-B0B6-3F88-FE7CB9E04E27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0" name="pg693">
                <a:extLst>
                  <a:ext uri="{FF2B5EF4-FFF2-40B4-BE49-F238E27FC236}">
                    <a16:creationId xmlns:a16="http://schemas.microsoft.com/office/drawing/2014/main" id="{93727DBC-267B-7A18-0865-8754426A7CC3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1" name="pg694">
                <a:extLst>
                  <a:ext uri="{FF2B5EF4-FFF2-40B4-BE49-F238E27FC236}">
                    <a16:creationId xmlns:a16="http://schemas.microsoft.com/office/drawing/2014/main" id="{E3974D17-DB3F-B815-3677-1F2502C5F6AC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2" name="pg695">
                <a:extLst>
                  <a:ext uri="{FF2B5EF4-FFF2-40B4-BE49-F238E27FC236}">
                    <a16:creationId xmlns:a16="http://schemas.microsoft.com/office/drawing/2014/main" id="{D95EE8CB-A258-78B9-0601-0EB860DE9139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3" name="pg696">
                <a:extLst>
                  <a:ext uri="{FF2B5EF4-FFF2-40B4-BE49-F238E27FC236}">
                    <a16:creationId xmlns:a16="http://schemas.microsoft.com/office/drawing/2014/main" id="{A5EFE930-C951-C71B-BD09-FEC66AC7344D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4" name="pg697">
                <a:extLst>
                  <a:ext uri="{FF2B5EF4-FFF2-40B4-BE49-F238E27FC236}">
                    <a16:creationId xmlns:a16="http://schemas.microsoft.com/office/drawing/2014/main" id="{0AD72F0D-2C0E-B088-E858-99864E90E16A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5" name="pg698">
                <a:extLst>
                  <a:ext uri="{FF2B5EF4-FFF2-40B4-BE49-F238E27FC236}">
                    <a16:creationId xmlns:a16="http://schemas.microsoft.com/office/drawing/2014/main" id="{6975293A-904A-75E2-2E92-30D01AA8948D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6" name="pg699">
                <a:extLst>
                  <a:ext uri="{FF2B5EF4-FFF2-40B4-BE49-F238E27FC236}">
                    <a16:creationId xmlns:a16="http://schemas.microsoft.com/office/drawing/2014/main" id="{97715C57-E445-43A4-0BFB-A0C279F19049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7" name="pg700">
                <a:extLst>
                  <a:ext uri="{FF2B5EF4-FFF2-40B4-BE49-F238E27FC236}">
                    <a16:creationId xmlns:a16="http://schemas.microsoft.com/office/drawing/2014/main" id="{EF4FB509-6040-5F91-92AA-D0E47AC1BF11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8" name="pg701">
                <a:extLst>
                  <a:ext uri="{FF2B5EF4-FFF2-40B4-BE49-F238E27FC236}">
                    <a16:creationId xmlns:a16="http://schemas.microsoft.com/office/drawing/2014/main" id="{6CFD44E8-534D-0AB5-0E23-CF7FC5D0FB03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09" name="pg702">
                <a:extLst>
                  <a:ext uri="{FF2B5EF4-FFF2-40B4-BE49-F238E27FC236}">
                    <a16:creationId xmlns:a16="http://schemas.microsoft.com/office/drawing/2014/main" id="{F389C51A-92CD-9B4E-ADE7-B661B519F95F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0" name="pg703">
                <a:extLst>
                  <a:ext uri="{FF2B5EF4-FFF2-40B4-BE49-F238E27FC236}">
                    <a16:creationId xmlns:a16="http://schemas.microsoft.com/office/drawing/2014/main" id="{C748ED20-CD93-0A8A-3A47-20456D8E16B1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1" name="pg704">
                <a:extLst>
                  <a:ext uri="{FF2B5EF4-FFF2-40B4-BE49-F238E27FC236}">
                    <a16:creationId xmlns:a16="http://schemas.microsoft.com/office/drawing/2014/main" id="{22446677-0E4D-877A-272A-FBFACA4BD9DD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2" name="pg705">
                <a:extLst>
                  <a:ext uri="{FF2B5EF4-FFF2-40B4-BE49-F238E27FC236}">
                    <a16:creationId xmlns:a16="http://schemas.microsoft.com/office/drawing/2014/main" id="{5DD6652D-A45A-D6C5-A300-A5DDE0CC10FD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3" name="pg706">
                <a:extLst>
                  <a:ext uri="{FF2B5EF4-FFF2-40B4-BE49-F238E27FC236}">
                    <a16:creationId xmlns:a16="http://schemas.microsoft.com/office/drawing/2014/main" id="{421B3546-9C15-46F5-4CAE-10F6C41F9C48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4" name="pg707">
                <a:extLst>
                  <a:ext uri="{FF2B5EF4-FFF2-40B4-BE49-F238E27FC236}">
                    <a16:creationId xmlns:a16="http://schemas.microsoft.com/office/drawing/2014/main" id="{820D5347-5638-D797-E9EF-B16D201CF13F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5" name="pg708">
                <a:extLst>
                  <a:ext uri="{FF2B5EF4-FFF2-40B4-BE49-F238E27FC236}">
                    <a16:creationId xmlns:a16="http://schemas.microsoft.com/office/drawing/2014/main" id="{34B2417A-15A6-2BB3-C6EA-03F2C81DAFE2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6" name="pg709">
                <a:extLst>
                  <a:ext uri="{FF2B5EF4-FFF2-40B4-BE49-F238E27FC236}">
                    <a16:creationId xmlns:a16="http://schemas.microsoft.com/office/drawing/2014/main" id="{B8A26B45-F13A-B52E-263C-3F9E567475E6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7" name="pg710">
                <a:extLst>
                  <a:ext uri="{FF2B5EF4-FFF2-40B4-BE49-F238E27FC236}">
                    <a16:creationId xmlns:a16="http://schemas.microsoft.com/office/drawing/2014/main" id="{EB23E751-0AEF-3DB6-12F4-3C8F931A5426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8" name="pg711">
                <a:extLst>
                  <a:ext uri="{FF2B5EF4-FFF2-40B4-BE49-F238E27FC236}">
                    <a16:creationId xmlns:a16="http://schemas.microsoft.com/office/drawing/2014/main" id="{941A1EF3-C65E-94ED-0155-1E0A16B13A02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19" name="pg712">
                <a:extLst>
                  <a:ext uri="{FF2B5EF4-FFF2-40B4-BE49-F238E27FC236}">
                    <a16:creationId xmlns:a16="http://schemas.microsoft.com/office/drawing/2014/main" id="{0C4217F8-6B6E-BF91-6986-4CF95012DC4A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0" name="pg713">
                <a:extLst>
                  <a:ext uri="{FF2B5EF4-FFF2-40B4-BE49-F238E27FC236}">
                    <a16:creationId xmlns:a16="http://schemas.microsoft.com/office/drawing/2014/main" id="{7DC48B15-9EB5-8067-68C8-07494C424363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1" name="pg714">
                <a:extLst>
                  <a:ext uri="{FF2B5EF4-FFF2-40B4-BE49-F238E27FC236}">
                    <a16:creationId xmlns:a16="http://schemas.microsoft.com/office/drawing/2014/main" id="{BE44CAD2-E4DB-5CE9-6D4B-B6FAEFD090B4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2" name="pg715">
                <a:extLst>
                  <a:ext uri="{FF2B5EF4-FFF2-40B4-BE49-F238E27FC236}">
                    <a16:creationId xmlns:a16="http://schemas.microsoft.com/office/drawing/2014/main" id="{5B622783-E8C1-D6C3-AA53-8AA62BB370C8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3" name="pg716">
                <a:extLst>
                  <a:ext uri="{FF2B5EF4-FFF2-40B4-BE49-F238E27FC236}">
                    <a16:creationId xmlns:a16="http://schemas.microsoft.com/office/drawing/2014/main" id="{E1440CC6-E6E5-531F-C0FD-3197DAB0CFBF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4" name="pg717">
                <a:extLst>
                  <a:ext uri="{FF2B5EF4-FFF2-40B4-BE49-F238E27FC236}">
                    <a16:creationId xmlns:a16="http://schemas.microsoft.com/office/drawing/2014/main" id="{C7AC4F0F-06D0-4BF0-2090-3D6C62972076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5" name="pg718">
                <a:extLst>
                  <a:ext uri="{FF2B5EF4-FFF2-40B4-BE49-F238E27FC236}">
                    <a16:creationId xmlns:a16="http://schemas.microsoft.com/office/drawing/2014/main" id="{833C43B7-AD41-11C9-4DFD-B019C0001FAA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6" name="pg719">
                <a:extLst>
                  <a:ext uri="{FF2B5EF4-FFF2-40B4-BE49-F238E27FC236}">
                    <a16:creationId xmlns:a16="http://schemas.microsoft.com/office/drawing/2014/main" id="{5B471FDE-6CE2-B8C1-913B-A4C9FD37208A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7" name="pg720">
                <a:extLst>
                  <a:ext uri="{FF2B5EF4-FFF2-40B4-BE49-F238E27FC236}">
                    <a16:creationId xmlns:a16="http://schemas.microsoft.com/office/drawing/2014/main" id="{30C3BD04-E03C-A965-9C03-64C5BD007A6C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8" name="pg721">
                <a:extLst>
                  <a:ext uri="{FF2B5EF4-FFF2-40B4-BE49-F238E27FC236}">
                    <a16:creationId xmlns:a16="http://schemas.microsoft.com/office/drawing/2014/main" id="{490DAE73-99A7-7266-106E-BE687273EC26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29" name="pg722">
                <a:extLst>
                  <a:ext uri="{FF2B5EF4-FFF2-40B4-BE49-F238E27FC236}">
                    <a16:creationId xmlns:a16="http://schemas.microsoft.com/office/drawing/2014/main" id="{3EE4225D-F8DD-6D6F-40AA-A8F2AC90B1B9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0" name="pg723">
                <a:extLst>
                  <a:ext uri="{FF2B5EF4-FFF2-40B4-BE49-F238E27FC236}">
                    <a16:creationId xmlns:a16="http://schemas.microsoft.com/office/drawing/2014/main" id="{15F46233-CBD2-96C7-BDC5-F1C550F08D52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1" name="pg724">
                <a:extLst>
                  <a:ext uri="{FF2B5EF4-FFF2-40B4-BE49-F238E27FC236}">
                    <a16:creationId xmlns:a16="http://schemas.microsoft.com/office/drawing/2014/main" id="{72987055-9E4D-61D9-BC0B-4C3341061613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2" name="pg725">
                <a:extLst>
                  <a:ext uri="{FF2B5EF4-FFF2-40B4-BE49-F238E27FC236}">
                    <a16:creationId xmlns:a16="http://schemas.microsoft.com/office/drawing/2014/main" id="{D2E0EB08-46EA-5A57-E547-F9DE23FC6A52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3" name="pg726">
                <a:extLst>
                  <a:ext uri="{FF2B5EF4-FFF2-40B4-BE49-F238E27FC236}">
                    <a16:creationId xmlns:a16="http://schemas.microsoft.com/office/drawing/2014/main" id="{9C69340C-117A-3FDA-7A81-2C3812C44E4C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4" name="pg727">
                <a:extLst>
                  <a:ext uri="{FF2B5EF4-FFF2-40B4-BE49-F238E27FC236}">
                    <a16:creationId xmlns:a16="http://schemas.microsoft.com/office/drawing/2014/main" id="{0530E6D1-7873-339C-AE93-222664A44489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5" name="pg728">
                <a:extLst>
                  <a:ext uri="{FF2B5EF4-FFF2-40B4-BE49-F238E27FC236}">
                    <a16:creationId xmlns:a16="http://schemas.microsoft.com/office/drawing/2014/main" id="{61DADCEE-0AD4-2FFB-210A-8EB25B97EC49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6" name="pg729">
                <a:extLst>
                  <a:ext uri="{FF2B5EF4-FFF2-40B4-BE49-F238E27FC236}">
                    <a16:creationId xmlns:a16="http://schemas.microsoft.com/office/drawing/2014/main" id="{B292CD48-4578-A396-5E74-132555E564D4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7" name="pg730">
                <a:extLst>
                  <a:ext uri="{FF2B5EF4-FFF2-40B4-BE49-F238E27FC236}">
                    <a16:creationId xmlns:a16="http://schemas.microsoft.com/office/drawing/2014/main" id="{23E5FFEB-BC79-2D08-58D6-E3D1926C601F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8" name="pg731">
                <a:extLst>
                  <a:ext uri="{FF2B5EF4-FFF2-40B4-BE49-F238E27FC236}">
                    <a16:creationId xmlns:a16="http://schemas.microsoft.com/office/drawing/2014/main" id="{08CAA240-834B-D1E3-27F5-5C2E196020B6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39" name="pg732">
                <a:extLst>
                  <a:ext uri="{FF2B5EF4-FFF2-40B4-BE49-F238E27FC236}">
                    <a16:creationId xmlns:a16="http://schemas.microsoft.com/office/drawing/2014/main" id="{BA4E933C-FB4C-1749-8B68-ED9814DAF96D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0" name="pg733">
                <a:extLst>
                  <a:ext uri="{FF2B5EF4-FFF2-40B4-BE49-F238E27FC236}">
                    <a16:creationId xmlns:a16="http://schemas.microsoft.com/office/drawing/2014/main" id="{569B82F8-82B8-EE4A-CDE9-F88509D5D6D7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1" name="pg734">
                <a:extLst>
                  <a:ext uri="{FF2B5EF4-FFF2-40B4-BE49-F238E27FC236}">
                    <a16:creationId xmlns:a16="http://schemas.microsoft.com/office/drawing/2014/main" id="{3948206E-AB96-DB27-84A6-4FC11E86F0EA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2" name="pg735">
                <a:extLst>
                  <a:ext uri="{FF2B5EF4-FFF2-40B4-BE49-F238E27FC236}">
                    <a16:creationId xmlns:a16="http://schemas.microsoft.com/office/drawing/2014/main" id="{A2951A53-F60E-68C1-D2A6-2AE074F82634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3" name="pg736">
                <a:extLst>
                  <a:ext uri="{FF2B5EF4-FFF2-40B4-BE49-F238E27FC236}">
                    <a16:creationId xmlns:a16="http://schemas.microsoft.com/office/drawing/2014/main" id="{F2B61D7B-88DC-9D15-A878-F989B1CA52F9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4" name="pg737">
                <a:extLst>
                  <a:ext uri="{FF2B5EF4-FFF2-40B4-BE49-F238E27FC236}">
                    <a16:creationId xmlns:a16="http://schemas.microsoft.com/office/drawing/2014/main" id="{748DDA7D-E034-010A-7CAC-5D6B8941CB6C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5" name="pg738">
                <a:extLst>
                  <a:ext uri="{FF2B5EF4-FFF2-40B4-BE49-F238E27FC236}">
                    <a16:creationId xmlns:a16="http://schemas.microsoft.com/office/drawing/2014/main" id="{A45E788D-2413-99E8-8B48-7A8F079C7715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6" name="pg739">
                <a:extLst>
                  <a:ext uri="{FF2B5EF4-FFF2-40B4-BE49-F238E27FC236}">
                    <a16:creationId xmlns:a16="http://schemas.microsoft.com/office/drawing/2014/main" id="{98072F88-F36C-AFB9-3FAF-823F7189C57C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7" name="pg740">
                <a:extLst>
                  <a:ext uri="{FF2B5EF4-FFF2-40B4-BE49-F238E27FC236}">
                    <a16:creationId xmlns:a16="http://schemas.microsoft.com/office/drawing/2014/main" id="{6E033B99-2A87-628B-7929-AE965C822FF6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8" name="pg741">
                <a:extLst>
                  <a:ext uri="{FF2B5EF4-FFF2-40B4-BE49-F238E27FC236}">
                    <a16:creationId xmlns:a16="http://schemas.microsoft.com/office/drawing/2014/main" id="{E329E19C-92FF-0C24-1584-1B58D2EBC8BB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49" name="pg742">
                <a:extLst>
                  <a:ext uri="{FF2B5EF4-FFF2-40B4-BE49-F238E27FC236}">
                    <a16:creationId xmlns:a16="http://schemas.microsoft.com/office/drawing/2014/main" id="{4586A124-982D-6F8E-7AE7-BFA448BF6AE2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0" name="pg743">
                <a:extLst>
                  <a:ext uri="{FF2B5EF4-FFF2-40B4-BE49-F238E27FC236}">
                    <a16:creationId xmlns:a16="http://schemas.microsoft.com/office/drawing/2014/main" id="{DE141B27-C926-1609-3E91-7F7DF9F2B98B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1" name="pg744">
                <a:extLst>
                  <a:ext uri="{FF2B5EF4-FFF2-40B4-BE49-F238E27FC236}">
                    <a16:creationId xmlns:a16="http://schemas.microsoft.com/office/drawing/2014/main" id="{78A173CD-F22F-6A6A-8297-44E451DB05B2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2" name="pg745">
                <a:extLst>
                  <a:ext uri="{FF2B5EF4-FFF2-40B4-BE49-F238E27FC236}">
                    <a16:creationId xmlns:a16="http://schemas.microsoft.com/office/drawing/2014/main" id="{2D18B15F-4C5D-2526-86A5-7074B4F26A6F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3" name="pg746">
                <a:extLst>
                  <a:ext uri="{FF2B5EF4-FFF2-40B4-BE49-F238E27FC236}">
                    <a16:creationId xmlns:a16="http://schemas.microsoft.com/office/drawing/2014/main" id="{91C3671F-E251-9ADF-8E47-881CA7E3970B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4" name="pg747">
                <a:extLst>
                  <a:ext uri="{FF2B5EF4-FFF2-40B4-BE49-F238E27FC236}">
                    <a16:creationId xmlns:a16="http://schemas.microsoft.com/office/drawing/2014/main" id="{7D81BFF2-3ED0-D770-3839-A653A1E73AB3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5" name="pg748">
                <a:extLst>
                  <a:ext uri="{FF2B5EF4-FFF2-40B4-BE49-F238E27FC236}">
                    <a16:creationId xmlns:a16="http://schemas.microsoft.com/office/drawing/2014/main" id="{3C8CB504-4CD8-DDB6-C44E-E40C594AB267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6" name="pg749">
                <a:extLst>
                  <a:ext uri="{FF2B5EF4-FFF2-40B4-BE49-F238E27FC236}">
                    <a16:creationId xmlns:a16="http://schemas.microsoft.com/office/drawing/2014/main" id="{7B00DCE3-E5DF-8748-00FB-4AC838551F4D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7" name="pg750">
                <a:extLst>
                  <a:ext uri="{FF2B5EF4-FFF2-40B4-BE49-F238E27FC236}">
                    <a16:creationId xmlns:a16="http://schemas.microsoft.com/office/drawing/2014/main" id="{26055631-251C-0559-5B08-DA73768BD169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8" name="pg751">
                <a:extLst>
                  <a:ext uri="{FF2B5EF4-FFF2-40B4-BE49-F238E27FC236}">
                    <a16:creationId xmlns:a16="http://schemas.microsoft.com/office/drawing/2014/main" id="{30A2FDCF-3181-A9FD-59F5-B2A2B5872F6F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59" name="pg752">
                <a:extLst>
                  <a:ext uri="{FF2B5EF4-FFF2-40B4-BE49-F238E27FC236}">
                    <a16:creationId xmlns:a16="http://schemas.microsoft.com/office/drawing/2014/main" id="{789E0300-9BAC-A46C-DE0E-6A8DCA503D69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0" name="pg753">
                <a:extLst>
                  <a:ext uri="{FF2B5EF4-FFF2-40B4-BE49-F238E27FC236}">
                    <a16:creationId xmlns:a16="http://schemas.microsoft.com/office/drawing/2014/main" id="{586650B8-F1FE-DB9B-F54B-B455ED7DDE76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1" name="pg754">
                <a:extLst>
                  <a:ext uri="{FF2B5EF4-FFF2-40B4-BE49-F238E27FC236}">
                    <a16:creationId xmlns:a16="http://schemas.microsoft.com/office/drawing/2014/main" id="{77B69293-73D1-42EC-1C71-6FD37E1A91FB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2" name="pg755">
                <a:extLst>
                  <a:ext uri="{FF2B5EF4-FFF2-40B4-BE49-F238E27FC236}">
                    <a16:creationId xmlns:a16="http://schemas.microsoft.com/office/drawing/2014/main" id="{F2CC291B-2A09-F148-9537-AD2E5CE427D5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3" name="pg756">
                <a:extLst>
                  <a:ext uri="{FF2B5EF4-FFF2-40B4-BE49-F238E27FC236}">
                    <a16:creationId xmlns:a16="http://schemas.microsoft.com/office/drawing/2014/main" id="{0B4CDCAD-0F96-D4DA-98B1-52A358D98E69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4" name="pg757">
                <a:extLst>
                  <a:ext uri="{FF2B5EF4-FFF2-40B4-BE49-F238E27FC236}">
                    <a16:creationId xmlns:a16="http://schemas.microsoft.com/office/drawing/2014/main" id="{ADF65A93-7E93-B005-C744-C0F99F8D8620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5" name="pg758">
                <a:extLst>
                  <a:ext uri="{FF2B5EF4-FFF2-40B4-BE49-F238E27FC236}">
                    <a16:creationId xmlns:a16="http://schemas.microsoft.com/office/drawing/2014/main" id="{8B38D04F-8D88-F995-BD71-4005CBE3B1ED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6" name="pg759">
                <a:extLst>
                  <a:ext uri="{FF2B5EF4-FFF2-40B4-BE49-F238E27FC236}">
                    <a16:creationId xmlns:a16="http://schemas.microsoft.com/office/drawing/2014/main" id="{0214349A-10D0-4A4B-47BF-D7B4CBEB5306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7" name="pg760">
                <a:extLst>
                  <a:ext uri="{FF2B5EF4-FFF2-40B4-BE49-F238E27FC236}">
                    <a16:creationId xmlns:a16="http://schemas.microsoft.com/office/drawing/2014/main" id="{475717D8-CAA7-9C17-496E-217611E90EAD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8" name="pg761">
                <a:extLst>
                  <a:ext uri="{FF2B5EF4-FFF2-40B4-BE49-F238E27FC236}">
                    <a16:creationId xmlns:a16="http://schemas.microsoft.com/office/drawing/2014/main" id="{B92AF120-E025-9569-E351-8F9851D328EB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69" name="pg762">
                <a:extLst>
                  <a:ext uri="{FF2B5EF4-FFF2-40B4-BE49-F238E27FC236}">
                    <a16:creationId xmlns:a16="http://schemas.microsoft.com/office/drawing/2014/main" id="{6B274905-37EA-844D-D733-017A5AAABF86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0" name="pg763">
                <a:extLst>
                  <a:ext uri="{FF2B5EF4-FFF2-40B4-BE49-F238E27FC236}">
                    <a16:creationId xmlns:a16="http://schemas.microsoft.com/office/drawing/2014/main" id="{3F50EF39-DFE6-E76F-3688-E24967E3E26D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1" name="pg764">
                <a:extLst>
                  <a:ext uri="{FF2B5EF4-FFF2-40B4-BE49-F238E27FC236}">
                    <a16:creationId xmlns:a16="http://schemas.microsoft.com/office/drawing/2014/main" id="{BFDC8FF8-7363-141C-076F-30D9B8098F79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2" name="pg765">
                <a:extLst>
                  <a:ext uri="{FF2B5EF4-FFF2-40B4-BE49-F238E27FC236}">
                    <a16:creationId xmlns:a16="http://schemas.microsoft.com/office/drawing/2014/main" id="{B62BF180-48B5-44CF-65F5-DD504406D841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3" name="pg766">
                <a:extLst>
                  <a:ext uri="{FF2B5EF4-FFF2-40B4-BE49-F238E27FC236}">
                    <a16:creationId xmlns:a16="http://schemas.microsoft.com/office/drawing/2014/main" id="{927C4F17-95E6-784E-4659-BFFBC91E73A4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4" name="pg767">
                <a:extLst>
                  <a:ext uri="{FF2B5EF4-FFF2-40B4-BE49-F238E27FC236}">
                    <a16:creationId xmlns:a16="http://schemas.microsoft.com/office/drawing/2014/main" id="{D86B6AE2-0C8D-C44F-5ADD-F5BBD79B7B88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5" name="pg768">
                <a:extLst>
                  <a:ext uri="{FF2B5EF4-FFF2-40B4-BE49-F238E27FC236}">
                    <a16:creationId xmlns:a16="http://schemas.microsoft.com/office/drawing/2014/main" id="{232FD1C8-A2F0-CC68-D0F3-931F29FA5D5A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6" name="pg769">
                <a:extLst>
                  <a:ext uri="{FF2B5EF4-FFF2-40B4-BE49-F238E27FC236}">
                    <a16:creationId xmlns:a16="http://schemas.microsoft.com/office/drawing/2014/main" id="{055DCD54-0748-7BC8-E6DF-A4F3CED102A4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7" name="pg770">
                <a:extLst>
                  <a:ext uri="{FF2B5EF4-FFF2-40B4-BE49-F238E27FC236}">
                    <a16:creationId xmlns:a16="http://schemas.microsoft.com/office/drawing/2014/main" id="{135D4715-E539-E232-4BB0-593BCF7EF23F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8" name="pg771">
                <a:extLst>
                  <a:ext uri="{FF2B5EF4-FFF2-40B4-BE49-F238E27FC236}">
                    <a16:creationId xmlns:a16="http://schemas.microsoft.com/office/drawing/2014/main" id="{EC439641-D482-0ECE-2963-27C503EE973B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79" name="pg772">
                <a:extLst>
                  <a:ext uri="{FF2B5EF4-FFF2-40B4-BE49-F238E27FC236}">
                    <a16:creationId xmlns:a16="http://schemas.microsoft.com/office/drawing/2014/main" id="{B22CC508-3C33-94A2-F8D4-DDBB5D13EBD7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0" name="pg773">
                <a:extLst>
                  <a:ext uri="{FF2B5EF4-FFF2-40B4-BE49-F238E27FC236}">
                    <a16:creationId xmlns:a16="http://schemas.microsoft.com/office/drawing/2014/main" id="{22361214-8DDB-830A-5797-5E8535CD689F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1" name="pg774">
                <a:extLst>
                  <a:ext uri="{FF2B5EF4-FFF2-40B4-BE49-F238E27FC236}">
                    <a16:creationId xmlns:a16="http://schemas.microsoft.com/office/drawing/2014/main" id="{403E3C23-B63E-F6E8-E698-2495C3A9B9AD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2" name="pg775">
                <a:extLst>
                  <a:ext uri="{FF2B5EF4-FFF2-40B4-BE49-F238E27FC236}">
                    <a16:creationId xmlns:a16="http://schemas.microsoft.com/office/drawing/2014/main" id="{76A04CAA-4CB7-CFFD-40F2-9389859BA69D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3" name="pg776">
                <a:extLst>
                  <a:ext uri="{FF2B5EF4-FFF2-40B4-BE49-F238E27FC236}">
                    <a16:creationId xmlns:a16="http://schemas.microsoft.com/office/drawing/2014/main" id="{7DBDDA7A-C0A0-001C-A363-B297BFBE6CF4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4" name="pg777">
                <a:extLst>
                  <a:ext uri="{FF2B5EF4-FFF2-40B4-BE49-F238E27FC236}">
                    <a16:creationId xmlns:a16="http://schemas.microsoft.com/office/drawing/2014/main" id="{CDB9280F-EA7D-A0D0-015A-8DCCFDFE9B6D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5" name="pg778">
                <a:extLst>
                  <a:ext uri="{FF2B5EF4-FFF2-40B4-BE49-F238E27FC236}">
                    <a16:creationId xmlns:a16="http://schemas.microsoft.com/office/drawing/2014/main" id="{113D2BCF-520C-C03E-559C-C63C50EAB7D5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6" name="pg779">
                <a:extLst>
                  <a:ext uri="{FF2B5EF4-FFF2-40B4-BE49-F238E27FC236}">
                    <a16:creationId xmlns:a16="http://schemas.microsoft.com/office/drawing/2014/main" id="{AE758C1E-CDF3-2031-6848-816C4B9A3A21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7" name="pg780">
                <a:extLst>
                  <a:ext uri="{FF2B5EF4-FFF2-40B4-BE49-F238E27FC236}">
                    <a16:creationId xmlns:a16="http://schemas.microsoft.com/office/drawing/2014/main" id="{6F6867F1-7DE7-07AC-7994-36FB1D970ECF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8" name="pg781">
                <a:extLst>
                  <a:ext uri="{FF2B5EF4-FFF2-40B4-BE49-F238E27FC236}">
                    <a16:creationId xmlns:a16="http://schemas.microsoft.com/office/drawing/2014/main" id="{CF883ABD-788E-30AA-F27E-AA9AB27CDD19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89" name="pg782">
                <a:extLst>
                  <a:ext uri="{FF2B5EF4-FFF2-40B4-BE49-F238E27FC236}">
                    <a16:creationId xmlns:a16="http://schemas.microsoft.com/office/drawing/2014/main" id="{71774466-4AF2-F4A4-2873-23C6972890F1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0" name="pg783">
                <a:extLst>
                  <a:ext uri="{FF2B5EF4-FFF2-40B4-BE49-F238E27FC236}">
                    <a16:creationId xmlns:a16="http://schemas.microsoft.com/office/drawing/2014/main" id="{0171449A-CDC3-0383-70A2-F7BD3F3EFCA6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1" name="pg784">
                <a:extLst>
                  <a:ext uri="{FF2B5EF4-FFF2-40B4-BE49-F238E27FC236}">
                    <a16:creationId xmlns:a16="http://schemas.microsoft.com/office/drawing/2014/main" id="{DAE3C802-454E-00C8-7057-09EA00EC2EC2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2" name="pg785">
                <a:extLst>
                  <a:ext uri="{FF2B5EF4-FFF2-40B4-BE49-F238E27FC236}">
                    <a16:creationId xmlns:a16="http://schemas.microsoft.com/office/drawing/2014/main" id="{B9DD55C7-0DD2-28A0-D1E7-A1A468401C06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3" name="pg786">
                <a:extLst>
                  <a:ext uri="{FF2B5EF4-FFF2-40B4-BE49-F238E27FC236}">
                    <a16:creationId xmlns:a16="http://schemas.microsoft.com/office/drawing/2014/main" id="{143C7C53-3168-9691-89F3-30F576525520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4" name="pg787">
                <a:extLst>
                  <a:ext uri="{FF2B5EF4-FFF2-40B4-BE49-F238E27FC236}">
                    <a16:creationId xmlns:a16="http://schemas.microsoft.com/office/drawing/2014/main" id="{38499FE6-CC01-D035-5242-984435DA4DBE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5" name="pg788">
                <a:extLst>
                  <a:ext uri="{FF2B5EF4-FFF2-40B4-BE49-F238E27FC236}">
                    <a16:creationId xmlns:a16="http://schemas.microsoft.com/office/drawing/2014/main" id="{2FEBB53D-EEC7-86D7-146A-529DA962981B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6" name="pg789">
                <a:extLst>
                  <a:ext uri="{FF2B5EF4-FFF2-40B4-BE49-F238E27FC236}">
                    <a16:creationId xmlns:a16="http://schemas.microsoft.com/office/drawing/2014/main" id="{DF4DA6F8-821E-BE3A-925E-55D314598950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7" name="pg790">
                <a:extLst>
                  <a:ext uri="{FF2B5EF4-FFF2-40B4-BE49-F238E27FC236}">
                    <a16:creationId xmlns:a16="http://schemas.microsoft.com/office/drawing/2014/main" id="{EA0D7B1D-E69C-A64D-BD6A-DE64AC01F751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8" name="pg791">
                <a:extLst>
                  <a:ext uri="{FF2B5EF4-FFF2-40B4-BE49-F238E27FC236}">
                    <a16:creationId xmlns:a16="http://schemas.microsoft.com/office/drawing/2014/main" id="{BE507613-FC35-6831-0932-C595EF4C8696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699" name="pg792">
                <a:extLst>
                  <a:ext uri="{FF2B5EF4-FFF2-40B4-BE49-F238E27FC236}">
                    <a16:creationId xmlns:a16="http://schemas.microsoft.com/office/drawing/2014/main" id="{0F42896F-8E79-4DF7-8087-463C3045C416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0" name="pg793">
                <a:extLst>
                  <a:ext uri="{FF2B5EF4-FFF2-40B4-BE49-F238E27FC236}">
                    <a16:creationId xmlns:a16="http://schemas.microsoft.com/office/drawing/2014/main" id="{4B8CD0FB-39BE-A23E-F373-7D76620F41AB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1" name="pg794">
                <a:extLst>
                  <a:ext uri="{FF2B5EF4-FFF2-40B4-BE49-F238E27FC236}">
                    <a16:creationId xmlns:a16="http://schemas.microsoft.com/office/drawing/2014/main" id="{EB81B013-56C1-9EFA-56A9-3142C9636427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2" name="pg795">
                <a:extLst>
                  <a:ext uri="{FF2B5EF4-FFF2-40B4-BE49-F238E27FC236}">
                    <a16:creationId xmlns:a16="http://schemas.microsoft.com/office/drawing/2014/main" id="{2A34C87A-A5EB-9DF1-6A25-30DB380BF845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3" name="pg796">
                <a:extLst>
                  <a:ext uri="{FF2B5EF4-FFF2-40B4-BE49-F238E27FC236}">
                    <a16:creationId xmlns:a16="http://schemas.microsoft.com/office/drawing/2014/main" id="{6DD4C3EE-B4FF-3F66-2855-939BDA069D25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4" name="pg797">
                <a:extLst>
                  <a:ext uri="{FF2B5EF4-FFF2-40B4-BE49-F238E27FC236}">
                    <a16:creationId xmlns:a16="http://schemas.microsoft.com/office/drawing/2014/main" id="{1508AED3-DBD7-C47F-253D-4C3C208F6867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5" name="pg798">
                <a:extLst>
                  <a:ext uri="{FF2B5EF4-FFF2-40B4-BE49-F238E27FC236}">
                    <a16:creationId xmlns:a16="http://schemas.microsoft.com/office/drawing/2014/main" id="{D5F2C59D-9EF2-7BE7-AB50-5B864F60E1FF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6" name="pg799">
                <a:extLst>
                  <a:ext uri="{FF2B5EF4-FFF2-40B4-BE49-F238E27FC236}">
                    <a16:creationId xmlns:a16="http://schemas.microsoft.com/office/drawing/2014/main" id="{47D2D5CF-685C-253F-BE6A-CB5B4ED2FA10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7" name="pg800">
                <a:extLst>
                  <a:ext uri="{FF2B5EF4-FFF2-40B4-BE49-F238E27FC236}">
                    <a16:creationId xmlns:a16="http://schemas.microsoft.com/office/drawing/2014/main" id="{6CF35789-D3B4-35FE-487F-8EE09F70AAFF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8" name="pg801">
                <a:extLst>
                  <a:ext uri="{FF2B5EF4-FFF2-40B4-BE49-F238E27FC236}">
                    <a16:creationId xmlns:a16="http://schemas.microsoft.com/office/drawing/2014/main" id="{9B2FB963-5C09-BDC5-7804-4D8D18C1078E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09" name="pg802">
                <a:extLst>
                  <a:ext uri="{FF2B5EF4-FFF2-40B4-BE49-F238E27FC236}">
                    <a16:creationId xmlns:a16="http://schemas.microsoft.com/office/drawing/2014/main" id="{88A21339-AD6C-8028-9861-91F08AE952E5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0" name="pg803">
                <a:extLst>
                  <a:ext uri="{FF2B5EF4-FFF2-40B4-BE49-F238E27FC236}">
                    <a16:creationId xmlns:a16="http://schemas.microsoft.com/office/drawing/2014/main" id="{D07744E8-56D9-85C2-1C07-BA754E314EAB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1" name="pg804">
                <a:extLst>
                  <a:ext uri="{FF2B5EF4-FFF2-40B4-BE49-F238E27FC236}">
                    <a16:creationId xmlns:a16="http://schemas.microsoft.com/office/drawing/2014/main" id="{A2CEAEB6-6F29-8D84-6333-C3000B666C1B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2" name="pg805">
                <a:extLst>
                  <a:ext uri="{FF2B5EF4-FFF2-40B4-BE49-F238E27FC236}">
                    <a16:creationId xmlns:a16="http://schemas.microsoft.com/office/drawing/2014/main" id="{02A5E943-53CF-A636-63CA-5F9B1954D7EC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3" name="pg806">
                <a:extLst>
                  <a:ext uri="{FF2B5EF4-FFF2-40B4-BE49-F238E27FC236}">
                    <a16:creationId xmlns:a16="http://schemas.microsoft.com/office/drawing/2014/main" id="{AF0BBD86-D10C-C492-423B-D54C877D5516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4" name="pg807">
                <a:extLst>
                  <a:ext uri="{FF2B5EF4-FFF2-40B4-BE49-F238E27FC236}">
                    <a16:creationId xmlns:a16="http://schemas.microsoft.com/office/drawing/2014/main" id="{5780A130-CE76-06D1-30A9-0F2CBD5DEC86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5" name="pg808">
                <a:extLst>
                  <a:ext uri="{FF2B5EF4-FFF2-40B4-BE49-F238E27FC236}">
                    <a16:creationId xmlns:a16="http://schemas.microsoft.com/office/drawing/2014/main" id="{761D56FD-892B-E60C-7630-945EB191F0D0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6" name="pg809">
                <a:extLst>
                  <a:ext uri="{FF2B5EF4-FFF2-40B4-BE49-F238E27FC236}">
                    <a16:creationId xmlns:a16="http://schemas.microsoft.com/office/drawing/2014/main" id="{B6544591-0C28-5E35-AC5D-5DA1DF0EDFEB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7" name="pg810">
                <a:extLst>
                  <a:ext uri="{FF2B5EF4-FFF2-40B4-BE49-F238E27FC236}">
                    <a16:creationId xmlns:a16="http://schemas.microsoft.com/office/drawing/2014/main" id="{9E1E29C9-C4E3-CB00-E989-1920B013DEEE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8" name="pg811">
                <a:extLst>
                  <a:ext uri="{FF2B5EF4-FFF2-40B4-BE49-F238E27FC236}">
                    <a16:creationId xmlns:a16="http://schemas.microsoft.com/office/drawing/2014/main" id="{AAB2EABE-41AE-09D9-8D7A-1FACA0BE1D69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19" name="pg812">
                <a:extLst>
                  <a:ext uri="{FF2B5EF4-FFF2-40B4-BE49-F238E27FC236}">
                    <a16:creationId xmlns:a16="http://schemas.microsoft.com/office/drawing/2014/main" id="{8A0B52C6-B9E9-E083-749C-D1D24F3FC523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0" name="pg813">
                <a:extLst>
                  <a:ext uri="{FF2B5EF4-FFF2-40B4-BE49-F238E27FC236}">
                    <a16:creationId xmlns:a16="http://schemas.microsoft.com/office/drawing/2014/main" id="{F129D927-4485-48E7-5DAC-E8CE0AEC1E9D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1" name="pg814">
                <a:extLst>
                  <a:ext uri="{FF2B5EF4-FFF2-40B4-BE49-F238E27FC236}">
                    <a16:creationId xmlns:a16="http://schemas.microsoft.com/office/drawing/2014/main" id="{C8309BE6-C012-9FAC-121F-B8CE4D6EDFB8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2" name="pg815">
                <a:extLst>
                  <a:ext uri="{FF2B5EF4-FFF2-40B4-BE49-F238E27FC236}">
                    <a16:creationId xmlns:a16="http://schemas.microsoft.com/office/drawing/2014/main" id="{1CD6B101-14B0-83F8-8C10-55FF1E558CC0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3" name="pg816">
                <a:extLst>
                  <a:ext uri="{FF2B5EF4-FFF2-40B4-BE49-F238E27FC236}">
                    <a16:creationId xmlns:a16="http://schemas.microsoft.com/office/drawing/2014/main" id="{83B36BFE-90E3-019E-95AF-956A6AFB65AA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4" name="pg817">
                <a:extLst>
                  <a:ext uri="{FF2B5EF4-FFF2-40B4-BE49-F238E27FC236}">
                    <a16:creationId xmlns:a16="http://schemas.microsoft.com/office/drawing/2014/main" id="{389B8C21-AD88-8B86-9D6D-66FEF61DD30B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5" name="pg818">
                <a:extLst>
                  <a:ext uri="{FF2B5EF4-FFF2-40B4-BE49-F238E27FC236}">
                    <a16:creationId xmlns:a16="http://schemas.microsoft.com/office/drawing/2014/main" id="{498A03E9-CCAB-AEC9-2801-16A2220101DB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6" name="pg819">
                <a:extLst>
                  <a:ext uri="{FF2B5EF4-FFF2-40B4-BE49-F238E27FC236}">
                    <a16:creationId xmlns:a16="http://schemas.microsoft.com/office/drawing/2014/main" id="{E4B24CC6-98EB-7023-DF50-6790E98CACB0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7" name="pg820">
                <a:extLst>
                  <a:ext uri="{FF2B5EF4-FFF2-40B4-BE49-F238E27FC236}">
                    <a16:creationId xmlns:a16="http://schemas.microsoft.com/office/drawing/2014/main" id="{6E4FB497-D3E2-57CC-9BB8-DD087BF7A2B1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8" name="pg821">
                <a:extLst>
                  <a:ext uri="{FF2B5EF4-FFF2-40B4-BE49-F238E27FC236}">
                    <a16:creationId xmlns:a16="http://schemas.microsoft.com/office/drawing/2014/main" id="{816D1CBD-18E2-C6E7-C6EB-5B5A8D8BD3AD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29" name="pg822">
                <a:extLst>
                  <a:ext uri="{FF2B5EF4-FFF2-40B4-BE49-F238E27FC236}">
                    <a16:creationId xmlns:a16="http://schemas.microsoft.com/office/drawing/2014/main" id="{80EECF1D-AB3B-DEF8-C6F8-330C82E1FE0D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0" name="pg823">
                <a:extLst>
                  <a:ext uri="{FF2B5EF4-FFF2-40B4-BE49-F238E27FC236}">
                    <a16:creationId xmlns:a16="http://schemas.microsoft.com/office/drawing/2014/main" id="{A049C390-D594-DDB9-693B-0C6384188A2A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1" name="pg824">
                <a:extLst>
                  <a:ext uri="{FF2B5EF4-FFF2-40B4-BE49-F238E27FC236}">
                    <a16:creationId xmlns:a16="http://schemas.microsoft.com/office/drawing/2014/main" id="{34B002A4-E1AD-EAF0-D010-5EB7DB654037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2" name="pg825">
                <a:extLst>
                  <a:ext uri="{FF2B5EF4-FFF2-40B4-BE49-F238E27FC236}">
                    <a16:creationId xmlns:a16="http://schemas.microsoft.com/office/drawing/2014/main" id="{0342C213-3E94-9BB9-ED89-3176E9AAC926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3" name="pg826">
                <a:extLst>
                  <a:ext uri="{FF2B5EF4-FFF2-40B4-BE49-F238E27FC236}">
                    <a16:creationId xmlns:a16="http://schemas.microsoft.com/office/drawing/2014/main" id="{AF39F86F-1D5B-01CD-4D80-58F44F58DC97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4" name="pg827">
                <a:extLst>
                  <a:ext uri="{FF2B5EF4-FFF2-40B4-BE49-F238E27FC236}">
                    <a16:creationId xmlns:a16="http://schemas.microsoft.com/office/drawing/2014/main" id="{BF11BDAE-F90A-4ACC-EB56-85D36287BF17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5" name="pg828">
                <a:extLst>
                  <a:ext uri="{FF2B5EF4-FFF2-40B4-BE49-F238E27FC236}">
                    <a16:creationId xmlns:a16="http://schemas.microsoft.com/office/drawing/2014/main" id="{119A0E39-1771-6604-4FD7-CEF3EC8C68D8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6" name="pg829">
                <a:extLst>
                  <a:ext uri="{FF2B5EF4-FFF2-40B4-BE49-F238E27FC236}">
                    <a16:creationId xmlns:a16="http://schemas.microsoft.com/office/drawing/2014/main" id="{EBF7EF78-BAF9-1BD3-33E7-B41F128137FF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7" name="pg830">
                <a:extLst>
                  <a:ext uri="{FF2B5EF4-FFF2-40B4-BE49-F238E27FC236}">
                    <a16:creationId xmlns:a16="http://schemas.microsoft.com/office/drawing/2014/main" id="{FB3EB0E9-FF2C-5433-2938-A37BAF209893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8" name="pg831">
                <a:extLst>
                  <a:ext uri="{FF2B5EF4-FFF2-40B4-BE49-F238E27FC236}">
                    <a16:creationId xmlns:a16="http://schemas.microsoft.com/office/drawing/2014/main" id="{83D00D4E-AFB5-E046-E23F-614F89B59695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39" name="pg832">
                <a:extLst>
                  <a:ext uri="{FF2B5EF4-FFF2-40B4-BE49-F238E27FC236}">
                    <a16:creationId xmlns:a16="http://schemas.microsoft.com/office/drawing/2014/main" id="{036CB98F-A958-7F80-EC9B-EA78F910386D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0" name="pg833">
                <a:extLst>
                  <a:ext uri="{FF2B5EF4-FFF2-40B4-BE49-F238E27FC236}">
                    <a16:creationId xmlns:a16="http://schemas.microsoft.com/office/drawing/2014/main" id="{602E9773-B039-26EB-C112-CEA9E78A7F65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1" name="pg834">
                <a:extLst>
                  <a:ext uri="{FF2B5EF4-FFF2-40B4-BE49-F238E27FC236}">
                    <a16:creationId xmlns:a16="http://schemas.microsoft.com/office/drawing/2014/main" id="{E2EAE1B9-8937-D748-3453-2A3CD5999DEF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2" name="pg835">
                <a:extLst>
                  <a:ext uri="{FF2B5EF4-FFF2-40B4-BE49-F238E27FC236}">
                    <a16:creationId xmlns:a16="http://schemas.microsoft.com/office/drawing/2014/main" id="{1786DDCA-7FB9-DB66-EE2A-363C5148F848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3" name="pg836">
                <a:extLst>
                  <a:ext uri="{FF2B5EF4-FFF2-40B4-BE49-F238E27FC236}">
                    <a16:creationId xmlns:a16="http://schemas.microsoft.com/office/drawing/2014/main" id="{7B9FFA51-2736-518A-0B03-D7C79540344E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4" name="pg837">
                <a:extLst>
                  <a:ext uri="{FF2B5EF4-FFF2-40B4-BE49-F238E27FC236}">
                    <a16:creationId xmlns:a16="http://schemas.microsoft.com/office/drawing/2014/main" id="{7E7D4C1E-B1BF-BFDE-6A2E-CA624E103C25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5" name="pg838">
                <a:extLst>
                  <a:ext uri="{FF2B5EF4-FFF2-40B4-BE49-F238E27FC236}">
                    <a16:creationId xmlns:a16="http://schemas.microsoft.com/office/drawing/2014/main" id="{878DA076-47B5-236B-86EC-FA3754DAF4B0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6" name="pg839">
                <a:extLst>
                  <a:ext uri="{FF2B5EF4-FFF2-40B4-BE49-F238E27FC236}">
                    <a16:creationId xmlns:a16="http://schemas.microsoft.com/office/drawing/2014/main" id="{975BA305-F5A0-8950-1D71-76B076D0B9FC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7" name="pg840">
                <a:extLst>
                  <a:ext uri="{FF2B5EF4-FFF2-40B4-BE49-F238E27FC236}">
                    <a16:creationId xmlns:a16="http://schemas.microsoft.com/office/drawing/2014/main" id="{F8E99E39-C6E5-4E95-7ADE-70FF04BFDEB7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8" name="pg841">
                <a:extLst>
                  <a:ext uri="{FF2B5EF4-FFF2-40B4-BE49-F238E27FC236}">
                    <a16:creationId xmlns:a16="http://schemas.microsoft.com/office/drawing/2014/main" id="{06AC7899-8FAE-AF6A-EC4E-F96AD5FFF4F4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49" name="pg842">
                <a:extLst>
                  <a:ext uri="{FF2B5EF4-FFF2-40B4-BE49-F238E27FC236}">
                    <a16:creationId xmlns:a16="http://schemas.microsoft.com/office/drawing/2014/main" id="{A5F18E8E-68DF-6467-0D69-A092275D02A6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0" name="pg843">
                <a:extLst>
                  <a:ext uri="{FF2B5EF4-FFF2-40B4-BE49-F238E27FC236}">
                    <a16:creationId xmlns:a16="http://schemas.microsoft.com/office/drawing/2014/main" id="{1F65E656-DB06-7C59-7AF7-FECED398BD06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1" name="pg844">
                <a:extLst>
                  <a:ext uri="{FF2B5EF4-FFF2-40B4-BE49-F238E27FC236}">
                    <a16:creationId xmlns:a16="http://schemas.microsoft.com/office/drawing/2014/main" id="{E8F444FC-16EB-C609-B559-17BCA24A0465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2" name="pg845">
                <a:extLst>
                  <a:ext uri="{FF2B5EF4-FFF2-40B4-BE49-F238E27FC236}">
                    <a16:creationId xmlns:a16="http://schemas.microsoft.com/office/drawing/2014/main" id="{A37A1E8B-E73D-B448-C7B0-A4FE97E8E1C8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3" name="pg846">
                <a:extLst>
                  <a:ext uri="{FF2B5EF4-FFF2-40B4-BE49-F238E27FC236}">
                    <a16:creationId xmlns:a16="http://schemas.microsoft.com/office/drawing/2014/main" id="{3D101CF0-87CA-3053-DB5A-FAAAFD4F0F20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4" name="pg847">
                <a:extLst>
                  <a:ext uri="{FF2B5EF4-FFF2-40B4-BE49-F238E27FC236}">
                    <a16:creationId xmlns:a16="http://schemas.microsoft.com/office/drawing/2014/main" id="{A0B6D25C-6F90-6F61-8328-8080A321F0AE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5" name="pg848">
                <a:extLst>
                  <a:ext uri="{FF2B5EF4-FFF2-40B4-BE49-F238E27FC236}">
                    <a16:creationId xmlns:a16="http://schemas.microsoft.com/office/drawing/2014/main" id="{9E6783D2-5507-3BC1-ABEF-F5E28FD37D3A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6" name="pg849">
                <a:extLst>
                  <a:ext uri="{FF2B5EF4-FFF2-40B4-BE49-F238E27FC236}">
                    <a16:creationId xmlns:a16="http://schemas.microsoft.com/office/drawing/2014/main" id="{8665C0C3-990E-42F6-265B-FCFB03080D0A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7" name="pg850">
                <a:extLst>
                  <a:ext uri="{FF2B5EF4-FFF2-40B4-BE49-F238E27FC236}">
                    <a16:creationId xmlns:a16="http://schemas.microsoft.com/office/drawing/2014/main" id="{9079596D-722A-072B-8970-7E48EC3DD26D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8" name="pg851">
                <a:extLst>
                  <a:ext uri="{FF2B5EF4-FFF2-40B4-BE49-F238E27FC236}">
                    <a16:creationId xmlns:a16="http://schemas.microsoft.com/office/drawing/2014/main" id="{1AF20114-726D-07DA-A330-43B5DC9E8125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59" name="pg852">
                <a:extLst>
                  <a:ext uri="{FF2B5EF4-FFF2-40B4-BE49-F238E27FC236}">
                    <a16:creationId xmlns:a16="http://schemas.microsoft.com/office/drawing/2014/main" id="{775F9444-323B-5705-67F6-0550AEF04649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0" name="pg853">
                <a:extLst>
                  <a:ext uri="{FF2B5EF4-FFF2-40B4-BE49-F238E27FC236}">
                    <a16:creationId xmlns:a16="http://schemas.microsoft.com/office/drawing/2014/main" id="{6AC145CA-DF70-DA71-AB1A-9B66D6041522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1" name="pg854">
                <a:extLst>
                  <a:ext uri="{FF2B5EF4-FFF2-40B4-BE49-F238E27FC236}">
                    <a16:creationId xmlns:a16="http://schemas.microsoft.com/office/drawing/2014/main" id="{97858F92-70DE-1867-CACC-EF24D2357919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2" name="pg855">
                <a:extLst>
                  <a:ext uri="{FF2B5EF4-FFF2-40B4-BE49-F238E27FC236}">
                    <a16:creationId xmlns:a16="http://schemas.microsoft.com/office/drawing/2014/main" id="{2EC5DDDE-A30A-DEFD-6C98-83A7D4A0F51C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3" name="pg856">
                <a:extLst>
                  <a:ext uri="{FF2B5EF4-FFF2-40B4-BE49-F238E27FC236}">
                    <a16:creationId xmlns:a16="http://schemas.microsoft.com/office/drawing/2014/main" id="{C2004A0D-990C-7A36-7916-352BDA1AD97D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4" name="pg857">
                <a:extLst>
                  <a:ext uri="{FF2B5EF4-FFF2-40B4-BE49-F238E27FC236}">
                    <a16:creationId xmlns:a16="http://schemas.microsoft.com/office/drawing/2014/main" id="{09E3D793-E0C4-290D-4399-2561409F3A39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5" name="pg858">
                <a:extLst>
                  <a:ext uri="{FF2B5EF4-FFF2-40B4-BE49-F238E27FC236}">
                    <a16:creationId xmlns:a16="http://schemas.microsoft.com/office/drawing/2014/main" id="{4522D7F2-5C85-5C16-7C0A-F38E57B2AFBA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6" name="pg859">
                <a:extLst>
                  <a:ext uri="{FF2B5EF4-FFF2-40B4-BE49-F238E27FC236}">
                    <a16:creationId xmlns:a16="http://schemas.microsoft.com/office/drawing/2014/main" id="{4C231671-A0D2-83E6-0D8E-F605C13FA95A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7" name="pg860">
                <a:extLst>
                  <a:ext uri="{FF2B5EF4-FFF2-40B4-BE49-F238E27FC236}">
                    <a16:creationId xmlns:a16="http://schemas.microsoft.com/office/drawing/2014/main" id="{DA1FB29D-2372-87EE-CA03-D3F5F1A3159A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8" name="pg861">
                <a:extLst>
                  <a:ext uri="{FF2B5EF4-FFF2-40B4-BE49-F238E27FC236}">
                    <a16:creationId xmlns:a16="http://schemas.microsoft.com/office/drawing/2014/main" id="{9EF9FDD3-33C5-C899-50F8-34B903C356AB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69" name="pg862">
                <a:extLst>
                  <a:ext uri="{FF2B5EF4-FFF2-40B4-BE49-F238E27FC236}">
                    <a16:creationId xmlns:a16="http://schemas.microsoft.com/office/drawing/2014/main" id="{6EE312BF-7D7D-2A2F-469E-24BADA5F8989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0" name="pg863">
                <a:extLst>
                  <a:ext uri="{FF2B5EF4-FFF2-40B4-BE49-F238E27FC236}">
                    <a16:creationId xmlns:a16="http://schemas.microsoft.com/office/drawing/2014/main" id="{0A02DC16-F1DF-3BFF-5F73-B6512A1D4422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1" name="pg864">
                <a:extLst>
                  <a:ext uri="{FF2B5EF4-FFF2-40B4-BE49-F238E27FC236}">
                    <a16:creationId xmlns:a16="http://schemas.microsoft.com/office/drawing/2014/main" id="{70B28269-52DC-D45B-2E96-0221CC20F1C4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2" name="pg865">
                <a:extLst>
                  <a:ext uri="{FF2B5EF4-FFF2-40B4-BE49-F238E27FC236}">
                    <a16:creationId xmlns:a16="http://schemas.microsoft.com/office/drawing/2014/main" id="{9076FA98-3618-2854-0EBB-9A3828AA78EB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3" name="pg866">
                <a:extLst>
                  <a:ext uri="{FF2B5EF4-FFF2-40B4-BE49-F238E27FC236}">
                    <a16:creationId xmlns:a16="http://schemas.microsoft.com/office/drawing/2014/main" id="{AEB3D51A-132A-744F-93FE-F72322B4979A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4" name="pg867">
                <a:extLst>
                  <a:ext uri="{FF2B5EF4-FFF2-40B4-BE49-F238E27FC236}">
                    <a16:creationId xmlns:a16="http://schemas.microsoft.com/office/drawing/2014/main" id="{6255B82C-6AE0-31BF-FC8D-5819017EE8E5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5" name="pg868">
                <a:extLst>
                  <a:ext uri="{FF2B5EF4-FFF2-40B4-BE49-F238E27FC236}">
                    <a16:creationId xmlns:a16="http://schemas.microsoft.com/office/drawing/2014/main" id="{5388AA6F-11AD-E98E-364D-B650F335D5DB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6" name="pg869">
                <a:extLst>
                  <a:ext uri="{FF2B5EF4-FFF2-40B4-BE49-F238E27FC236}">
                    <a16:creationId xmlns:a16="http://schemas.microsoft.com/office/drawing/2014/main" id="{A0CC58F8-542B-04D9-3F5D-905448593178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7" name="pg870">
                <a:extLst>
                  <a:ext uri="{FF2B5EF4-FFF2-40B4-BE49-F238E27FC236}">
                    <a16:creationId xmlns:a16="http://schemas.microsoft.com/office/drawing/2014/main" id="{1843F134-D9A5-E06C-D1A9-7460222FAA13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8" name="pg871">
                <a:extLst>
                  <a:ext uri="{FF2B5EF4-FFF2-40B4-BE49-F238E27FC236}">
                    <a16:creationId xmlns:a16="http://schemas.microsoft.com/office/drawing/2014/main" id="{B4C0F29D-BE9B-0295-746C-DD58BC91F8F3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79" name="pg872">
                <a:extLst>
                  <a:ext uri="{FF2B5EF4-FFF2-40B4-BE49-F238E27FC236}">
                    <a16:creationId xmlns:a16="http://schemas.microsoft.com/office/drawing/2014/main" id="{F0BFE59B-816A-210B-726F-33D9E49A42DF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0" name="pg873">
                <a:extLst>
                  <a:ext uri="{FF2B5EF4-FFF2-40B4-BE49-F238E27FC236}">
                    <a16:creationId xmlns:a16="http://schemas.microsoft.com/office/drawing/2014/main" id="{221E9734-B6A9-0945-4CE0-2EEC95941C29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1" name="pg874">
                <a:extLst>
                  <a:ext uri="{FF2B5EF4-FFF2-40B4-BE49-F238E27FC236}">
                    <a16:creationId xmlns:a16="http://schemas.microsoft.com/office/drawing/2014/main" id="{D2377660-2D0F-2311-27EF-175737716670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2" name="pg875">
                <a:extLst>
                  <a:ext uri="{FF2B5EF4-FFF2-40B4-BE49-F238E27FC236}">
                    <a16:creationId xmlns:a16="http://schemas.microsoft.com/office/drawing/2014/main" id="{B2EDE105-B9DE-1403-92A0-BF5D6F2F8D03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3" name="pg876">
                <a:extLst>
                  <a:ext uri="{FF2B5EF4-FFF2-40B4-BE49-F238E27FC236}">
                    <a16:creationId xmlns:a16="http://schemas.microsoft.com/office/drawing/2014/main" id="{76458A90-E31C-51CC-F58B-4D01F2737F7A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4" name="pg877">
                <a:extLst>
                  <a:ext uri="{FF2B5EF4-FFF2-40B4-BE49-F238E27FC236}">
                    <a16:creationId xmlns:a16="http://schemas.microsoft.com/office/drawing/2014/main" id="{728C2647-815C-8646-8664-7DA8B64EA90D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5" name="pg878">
                <a:extLst>
                  <a:ext uri="{FF2B5EF4-FFF2-40B4-BE49-F238E27FC236}">
                    <a16:creationId xmlns:a16="http://schemas.microsoft.com/office/drawing/2014/main" id="{1A3F2DBD-3E91-6610-2F82-3FCA926B157D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6" name="pg879">
                <a:extLst>
                  <a:ext uri="{FF2B5EF4-FFF2-40B4-BE49-F238E27FC236}">
                    <a16:creationId xmlns:a16="http://schemas.microsoft.com/office/drawing/2014/main" id="{1DE9127C-094D-5E07-386E-9D49986D10D8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7" name="pg880">
                <a:extLst>
                  <a:ext uri="{FF2B5EF4-FFF2-40B4-BE49-F238E27FC236}">
                    <a16:creationId xmlns:a16="http://schemas.microsoft.com/office/drawing/2014/main" id="{35BE4F57-F90C-6597-65F6-7FE7D6F6609F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8" name="pg881">
                <a:extLst>
                  <a:ext uri="{FF2B5EF4-FFF2-40B4-BE49-F238E27FC236}">
                    <a16:creationId xmlns:a16="http://schemas.microsoft.com/office/drawing/2014/main" id="{701883CB-67CA-3DFB-FBCD-8A031780CB48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89" name="pg882">
                <a:extLst>
                  <a:ext uri="{FF2B5EF4-FFF2-40B4-BE49-F238E27FC236}">
                    <a16:creationId xmlns:a16="http://schemas.microsoft.com/office/drawing/2014/main" id="{FC27774A-6E87-9E46-F0F7-59059F5B8944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0" name="pg883">
                <a:extLst>
                  <a:ext uri="{FF2B5EF4-FFF2-40B4-BE49-F238E27FC236}">
                    <a16:creationId xmlns:a16="http://schemas.microsoft.com/office/drawing/2014/main" id="{42AAB5A7-263F-EF2E-DDC1-56C6BD77F8DF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1" name="pg884">
                <a:extLst>
                  <a:ext uri="{FF2B5EF4-FFF2-40B4-BE49-F238E27FC236}">
                    <a16:creationId xmlns:a16="http://schemas.microsoft.com/office/drawing/2014/main" id="{6B7864D6-F297-007F-6254-A58A488C8F71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2" name="pg885">
                <a:extLst>
                  <a:ext uri="{FF2B5EF4-FFF2-40B4-BE49-F238E27FC236}">
                    <a16:creationId xmlns:a16="http://schemas.microsoft.com/office/drawing/2014/main" id="{AA405446-F8D3-B2E5-6867-E605C7B4A66C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3" name="pg886">
                <a:extLst>
                  <a:ext uri="{FF2B5EF4-FFF2-40B4-BE49-F238E27FC236}">
                    <a16:creationId xmlns:a16="http://schemas.microsoft.com/office/drawing/2014/main" id="{07EDF7B3-9092-FD95-B4B0-4715ECB53B81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4" name="pg887">
                <a:extLst>
                  <a:ext uri="{FF2B5EF4-FFF2-40B4-BE49-F238E27FC236}">
                    <a16:creationId xmlns:a16="http://schemas.microsoft.com/office/drawing/2014/main" id="{3D356064-2C2E-79CE-FF21-41086D3C93F0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5" name="pg888">
                <a:extLst>
                  <a:ext uri="{FF2B5EF4-FFF2-40B4-BE49-F238E27FC236}">
                    <a16:creationId xmlns:a16="http://schemas.microsoft.com/office/drawing/2014/main" id="{3DDBB99B-4393-3406-0E05-1E1E49A5F6F4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6" name="pg889">
                <a:extLst>
                  <a:ext uri="{FF2B5EF4-FFF2-40B4-BE49-F238E27FC236}">
                    <a16:creationId xmlns:a16="http://schemas.microsoft.com/office/drawing/2014/main" id="{FFD5EF87-681E-63B6-6B99-028E813D7030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7" name="pg890">
                <a:extLst>
                  <a:ext uri="{FF2B5EF4-FFF2-40B4-BE49-F238E27FC236}">
                    <a16:creationId xmlns:a16="http://schemas.microsoft.com/office/drawing/2014/main" id="{68933B75-D385-9316-A059-C62DB0697F1D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8" name="pg891">
                <a:extLst>
                  <a:ext uri="{FF2B5EF4-FFF2-40B4-BE49-F238E27FC236}">
                    <a16:creationId xmlns:a16="http://schemas.microsoft.com/office/drawing/2014/main" id="{F65021B9-E267-82B5-3763-BA1CCC12BFD1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799" name="pg892">
                <a:extLst>
                  <a:ext uri="{FF2B5EF4-FFF2-40B4-BE49-F238E27FC236}">
                    <a16:creationId xmlns:a16="http://schemas.microsoft.com/office/drawing/2014/main" id="{F7A197CB-440A-88D8-6EF0-7BA7AE8656FF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0" name="pg893">
                <a:extLst>
                  <a:ext uri="{FF2B5EF4-FFF2-40B4-BE49-F238E27FC236}">
                    <a16:creationId xmlns:a16="http://schemas.microsoft.com/office/drawing/2014/main" id="{AABC6ACD-A40E-73C8-9BA5-D43D4538C187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1" name="pg894">
                <a:extLst>
                  <a:ext uri="{FF2B5EF4-FFF2-40B4-BE49-F238E27FC236}">
                    <a16:creationId xmlns:a16="http://schemas.microsoft.com/office/drawing/2014/main" id="{C4510D0B-8B96-9A35-1C9E-E62B202C16D4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2" name="pg895">
                <a:extLst>
                  <a:ext uri="{FF2B5EF4-FFF2-40B4-BE49-F238E27FC236}">
                    <a16:creationId xmlns:a16="http://schemas.microsoft.com/office/drawing/2014/main" id="{79BB938B-6786-F8EF-45BE-4A18F592957C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3" name="pg896">
                <a:extLst>
                  <a:ext uri="{FF2B5EF4-FFF2-40B4-BE49-F238E27FC236}">
                    <a16:creationId xmlns:a16="http://schemas.microsoft.com/office/drawing/2014/main" id="{17109475-4E42-E59A-93C1-AFE72DD6FF6A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4" name="pg897">
                <a:extLst>
                  <a:ext uri="{FF2B5EF4-FFF2-40B4-BE49-F238E27FC236}">
                    <a16:creationId xmlns:a16="http://schemas.microsoft.com/office/drawing/2014/main" id="{448A8C9F-8A8B-4382-BD5F-3F4B7D6CDF8E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5" name="pg898">
                <a:extLst>
                  <a:ext uri="{FF2B5EF4-FFF2-40B4-BE49-F238E27FC236}">
                    <a16:creationId xmlns:a16="http://schemas.microsoft.com/office/drawing/2014/main" id="{C1FB6015-2BB1-0A6E-B96D-C7BFE3687423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6" name="pg899">
                <a:extLst>
                  <a:ext uri="{FF2B5EF4-FFF2-40B4-BE49-F238E27FC236}">
                    <a16:creationId xmlns:a16="http://schemas.microsoft.com/office/drawing/2014/main" id="{D14F26CB-3E13-0E10-8B2A-0727C8019FB0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7" name="pg900">
                <a:extLst>
                  <a:ext uri="{FF2B5EF4-FFF2-40B4-BE49-F238E27FC236}">
                    <a16:creationId xmlns:a16="http://schemas.microsoft.com/office/drawing/2014/main" id="{E7CC1356-1172-5EC1-3524-711ED3E2B026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8" name="pg901">
                <a:extLst>
                  <a:ext uri="{FF2B5EF4-FFF2-40B4-BE49-F238E27FC236}">
                    <a16:creationId xmlns:a16="http://schemas.microsoft.com/office/drawing/2014/main" id="{1650E93F-C2B4-FE36-EBB1-75247B990DA8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09" name="pg902">
                <a:extLst>
                  <a:ext uri="{FF2B5EF4-FFF2-40B4-BE49-F238E27FC236}">
                    <a16:creationId xmlns:a16="http://schemas.microsoft.com/office/drawing/2014/main" id="{50EE3C12-0376-8C87-3589-F9D5929A5CFF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0" name="pg903">
                <a:extLst>
                  <a:ext uri="{FF2B5EF4-FFF2-40B4-BE49-F238E27FC236}">
                    <a16:creationId xmlns:a16="http://schemas.microsoft.com/office/drawing/2014/main" id="{F463E654-EB44-BA3E-D7D5-300696A128F4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1" name="pg904">
                <a:extLst>
                  <a:ext uri="{FF2B5EF4-FFF2-40B4-BE49-F238E27FC236}">
                    <a16:creationId xmlns:a16="http://schemas.microsoft.com/office/drawing/2014/main" id="{45775568-7746-6FD2-7305-CF8841A8C8FF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2" name="pg905">
                <a:extLst>
                  <a:ext uri="{FF2B5EF4-FFF2-40B4-BE49-F238E27FC236}">
                    <a16:creationId xmlns:a16="http://schemas.microsoft.com/office/drawing/2014/main" id="{88AC44FA-86C6-69A6-AAA0-346C6BE58EC1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3" name="pg906">
                <a:extLst>
                  <a:ext uri="{FF2B5EF4-FFF2-40B4-BE49-F238E27FC236}">
                    <a16:creationId xmlns:a16="http://schemas.microsoft.com/office/drawing/2014/main" id="{73A99AAF-8727-F6CA-6951-F4653A655C1E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4" name="pg907">
                <a:extLst>
                  <a:ext uri="{FF2B5EF4-FFF2-40B4-BE49-F238E27FC236}">
                    <a16:creationId xmlns:a16="http://schemas.microsoft.com/office/drawing/2014/main" id="{BD93F460-3D34-8064-47B2-A77910E67249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5" name="pg908">
                <a:extLst>
                  <a:ext uri="{FF2B5EF4-FFF2-40B4-BE49-F238E27FC236}">
                    <a16:creationId xmlns:a16="http://schemas.microsoft.com/office/drawing/2014/main" id="{86E53BA6-BE8B-58EA-3C5F-B9C3F2869886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6" name="pg909">
                <a:extLst>
                  <a:ext uri="{FF2B5EF4-FFF2-40B4-BE49-F238E27FC236}">
                    <a16:creationId xmlns:a16="http://schemas.microsoft.com/office/drawing/2014/main" id="{A346E0FA-00F7-F463-F64F-C054F568C791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7" name="pg910">
                <a:extLst>
                  <a:ext uri="{FF2B5EF4-FFF2-40B4-BE49-F238E27FC236}">
                    <a16:creationId xmlns:a16="http://schemas.microsoft.com/office/drawing/2014/main" id="{2423BE71-9737-503C-3369-D1A729ED09CB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8" name="pg911">
                <a:extLst>
                  <a:ext uri="{FF2B5EF4-FFF2-40B4-BE49-F238E27FC236}">
                    <a16:creationId xmlns:a16="http://schemas.microsoft.com/office/drawing/2014/main" id="{7E85E299-B7A8-6A76-3232-8A4A02485D99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19" name="pg912">
                <a:extLst>
                  <a:ext uri="{FF2B5EF4-FFF2-40B4-BE49-F238E27FC236}">
                    <a16:creationId xmlns:a16="http://schemas.microsoft.com/office/drawing/2014/main" id="{93270AA0-C692-8ED7-2501-1E8AEFEC4081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0" name="pg913">
                <a:extLst>
                  <a:ext uri="{FF2B5EF4-FFF2-40B4-BE49-F238E27FC236}">
                    <a16:creationId xmlns:a16="http://schemas.microsoft.com/office/drawing/2014/main" id="{CF612964-11C8-F77D-D778-4C8B0C3F52BE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1" name="pg914">
                <a:extLst>
                  <a:ext uri="{FF2B5EF4-FFF2-40B4-BE49-F238E27FC236}">
                    <a16:creationId xmlns:a16="http://schemas.microsoft.com/office/drawing/2014/main" id="{D21DB87B-90E6-35C3-D289-56CA6F059951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2" name="pg915">
                <a:extLst>
                  <a:ext uri="{FF2B5EF4-FFF2-40B4-BE49-F238E27FC236}">
                    <a16:creationId xmlns:a16="http://schemas.microsoft.com/office/drawing/2014/main" id="{4110A12D-979D-5B34-A228-818D0B9EFEA1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3" name="pg916">
                <a:extLst>
                  <a:ext uri="{FF2B5EF4-FFF2-40B4-BE49-F238E27FC236}">
                    <a16:creationId xmlns:a16="http://schemas.microsoft.com/office/drawing/2014/main" id="{A003E23E-9DCB-28E4-9994-D6A777E10A4F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4" name="pg917">
                <a:extLst>
                  <a:ext uri="{FF2B5EF4-FFF2-40B4-BE49-F238E27FC236}">
                    <a16:creationId xmlns:a16="http://schemas.microsoft.com/office/drawing/2014/main" id="{76DEE3EB-99A1-8163-9A9E-FF0C8512DAC6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5" name="pg918">
                <a:extLst>
                  <a:ext uri="{FF2B5EF4-FFF2-40B4-BE49-F238E27FC236}">
                    <a16:creationId xmlns:a16="http://schemas.microsoft.com/office/drawing/2014/main" id="{58E6E15B-D9D0-07EA-7A13-9DB836BA6E57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6" name="pg919">
                <a:extLst>
                  <a:ext uri="{FF2B5EF4-FFF2-40B4-BE49-F238E27FC236}">
                    <a16:creationId xmlns:a16="http://schemas.microsoft.com/office/drawing/2014/main" id="{0A67548F-AF69-A3F0-C79A-8BBA111C5664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7" name="pg920">
                <a:extLst>
                  <a:ext uri="{FF2B5EF4-FFF2-40B4-BE49-F238E27FC236}">
                    <a16:creationId xmlns:a16="http://schemas.microsoft.com/office/drawing/2014/main" id="{7DA09268-3611-DE46-3D95-DFE89BE9B0A1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8" name="pg921">
                <a:extLst>
                  <a:ext uri="{FF2B5EF4-FFF2-40B4-BE49-F238E27FC236}">
                    <a16:creationId xmlns:a16="http://schemas.microsoft.com/office/drawing/2014/main" id="{F5C53C0E-C081-50EA-C873-79D9BEC69992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29" name="pg922">
                <a:extLst>
                  <a:ext uri="{FF2B5EF4-FFF2-40B4-BE49-F238E27FC236}">
                    <a16:creationId xmlns:a16="http://schemas.microsoft.com/office/drawing/2014/main" id="{82592349-7D79-9FB9-9E64-A354B8EA7C3F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0" name="pg923">
                <a:extLst>
                  <a:ext uri="{FF2B5EF4-FFF2-40B4-BE49-F238E27FC236}">
                    <a16:creationId xmlns:a16="http://schemas.microsoft.com/office/drawing/2014/main" id="{0C36F39E-0222-5024-96B0-2FBFFF76A2C9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1" name="pg924">
                <a:extLst>
                  <a:ext uri="{FF2B5EF4-FFF2-40B4-BE49-F238E27FC236}">
                    <a16:creationId xmlns:a16="http://schemas.microsoft.com/office/drawing/2014/main" id="{1236DD14-F989-DD19-8106-65799955A885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2" name="pg925">
                <a:extLst>
                  <a:ext uri="{FF2B5EF4-FFF2-40B4-BE49-F238E27FC236}">
                    <a16:creationId xmlns:a16="http://schemas.microsoft.com/office/drawing/2014/main" id="{8A583FC0-291F-35CD-709F-C7755228F3DD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3" name="pg926">
                <a:extLst>
                  <a:ext uri="{FF2B5EF4-FFF2-40B4-BE49-F238E27FC236}">
                    <a16:creationId xmlns:a16="http://schemas.microsoft.com/office/drawing/2014/main" id="{8B1C345B-EF7E-D774-DCFA-A2C70C93B6CA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4" name="pg927">
                <a:extLst>
                  <a:ext uri="{FF2B5EF4-FFF2-40B4-BE49-F238E27FC236}">
                    <a16:creationId xmlns:a16="http://schemas.microsoft.com/office/drawing/2014/main" id="{3E279A16-A344-9C6E-4F54-224AAFD6698B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5" name="pg928">
                <a:extLst>
                  <a:ext uri="{FF2B5EF4-FFF2-40B4-BE49-F238E27FC236}">
                    <a16:creationId xmlns:a16="http://schemas.microsoft.com/office/drawing/2014/main" id="{CBB16CA8-9687-A413-B94D-ECF38B4BDF85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6" name="pg929">
                <a:extLst>
                  <a:ext uri="{FF2B5EF4-FFF2-40B4-BE49-F238E27FC236}">
                    <a16:creationId xmlns:a16="http://schemas.microsoft.com/office/drawing/2014/main" id="{E4B92293-AF46-4897-C486-B72B59BCDF65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7" name="pg930">
                <a:extLst>
                  <a:ext uri="{FF2B5EF4-FFF2-40B4-BE49-F238E27FC236}">
                    <a16:creationId xmlns:a16="http://schemas.microsoft.com/office/drawing/2014/main" id="{0B3826AC-0D8F-6F47-A201-7BF734CEE145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8" name="pg931">
                <a:extLst>
                  <a:ext uri="{FF2B5EF4-FFF2-40B4-BE49-F238E27FC236}">
                    <a16:creationId xmlns:a16="http://schemas.microsoft.com/office/drawing/2014/main" id="{E8BC46B6-C020-456B-631F-74F628FD771C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39" name="pg932">
                <a:extLst>
                  <a:ext uri="{FF2B5EF4-FFF2-40B4-BE49-F238E27FC236}">
                    <a16:creationId xmlns:a16="http://schemas.microsoft.com/office/drawing/2014/main" id="{56ACF74F-A247-63D3-7593-10C4864A4C5C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0" name="pg933">
                <a:extLst>
                  <a:ext uri="{FF2B5EF4-FFF2-40B4-BE49-F238E27FC236}">
                    <a16:creationId xmlns:a16="http://schemas.microsoft.com/office/drawing/2014/main" id="{07B63956-146B-F386-B6D2-DC6238207F9A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1" name="pg934">
                <a:extLst>
                  <a:ext uri="{FF2B5EF4-FFF2-40B4-BE49-F238E27FC236}">
                    <a16:creationId xmlns:a16="http://schemas.microsoft.com/office/drawing/2014/main" id="{408EB08C-3C83-E4CB-BC2D-1EFF8B99E56F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2" name="pg935">
                <a:extLst>
                  <a:ext uri="{FF2B5EF4-FFF2-40B4-BE49-F238E27FC236}">
                    <a16:creationId xmlns:a16="http://schemas.microsoft.com/office/drawing/2014/main" id="{2A81DCF2-78D0-FF99-32E3-43E9CE70EC9F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3" name="pg936">
                <a:extLst>
                  <a:ext uri="{FF2B5EF4-FFF2-40B4-BE49-F238E27FC236}">
                    <a16:creationId xmlns:a16="http://schemas.microsoft.com/office/drawing/2014/main" id="{5C319E06-370E-F560-1D46-67BAC1BE79B2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4" name="pg937">
                <a:extLst>
                  <a:ext uri="{FF2B5EF4-FFF2-40B4-BE49-F238E27FC236}">
                    <a16:creationId xmlns:a16="http://schemas.microsoft.com/office/drawing/2014/main" id="{0CCBC2DD-6F3D-B493-8615-6376EF177A6F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5" name="pg938">
                <a:extLst>
                  <a:ext uri="{FF2B5EF4-FFF2-40B4-BE49-F238E27FC236}">
                    <a16:creationId xmlns:a16="http://schemas.microsoft.com/office/drawing/2014/main" id="{3A6AD7CB-91EE-05DD-91B6-C4F92AA0D394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6" name="pg939">
                <a:extLst>
                  <a:ext uri="{FF2B5EF4-FFF2-40B4-BE49-F238E27FC236}">
                    <a16:creationId xmlns:a16="http://schemas.microsoft.com/office/drawing/2014/main" id="{96058E15-D0C3-D825-80C0-EF98F9D02492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7" name="pg940">
                <a:extLst>
                  <a:ext uri="{FF2B5EF4-FFF2-40B4-BE49-F238E27FC236}">
                    <a16:creationId xmlns:a16="http://schemas.microsoft.com/office/drawing/2014/main" id="{94EA7E9F-F27A-B56B-5E0D-B094E6BB4612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8" name="pg941">
                <a:extLst>
                  <a:ext uri="{FF2B5EF4-FFF2-40B4-BE49-F238E27FC236}">
                    <a16:creationId xmlns:a16="http://schemas.microsoft.com/office/drawing/2014/main" id="{09740124-424D-39A2-C806-24C26D4C842A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49" name="pg942">
                <a:extLst>
                  <a:ext uri="{FF2B5EF4-FFF2-40B4-BE49-F238E27FC236}">
                    <a16:creationId xmlns:a16="http://schemas.microsoft.com/office/drawing/2014/main" id="{BC38C485-E5D5-84CB-16E2-A4AD95455B56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0" name="pg943">
                <a:extLst>
                  <a:ext uri="{FF2B5EF4-FFF2-40B4-BE49-F238E27FC236}">
                    <a16:creationId xmlns:a16="http://schemas.microsoft.com/office/drawing/2014/main" id="{5B1A5C81-436E-936E-A438-59A563A9A036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1" name="pg944">
                <a:extLst>
                  <a:ext uri="{FF2B5EF4-FFF2-40B4-BE49-F238E27FC236}">
                    <a16:creationId xmlns:a16="http://schemas.microsoft.com/office/drawing/2014/main" id="{83816F11-06DE-9D05-4693-EFE0E1227B1B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2" name="pg945">
                <a:extLst>
                  <a:ext uri="{FF2B5EF4-FFF2-40B4-BE49-F238E27FC236}">
                    <a16:creationId xmlns:a16="http://schemas.microsoft.com/office/drawing/2014/main" id="{F9CD2AFF-920A-22FB-66E6-2862F0181EB1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3" name="pg946">
                <a:extLst>
                  <a:ext uri="{FF2B5EF4-FFF2-40B4-BE49-F238E27FC236}">
                    <a16:creationId xmlns:a16="http://schemas.microsoft.com/office/drawing/2014/main" id="{A84FF26F-48F4-0A30-1731-459B4EF5F15A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4" name="pg947">
                <a:extLst>
                  <a:ext uri="{FF2B5EF4-FFF2-40B4-BE49-F238E27FC236}">
                    <a16:creationId xmlns:a16="http://schemas.microsoft.com/office/drawing/2014/main" id="{DCA28F66-803E-BD5A-1C37-115A5328922F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5" name="pg948">
                <a:extLst>
                  <a:ext uri="{FF2B5EF4-FFF2-40B4-BE49-F238E27FC236}">
                    <a16:creationId xmlns:a16="http://schemas.microsoft.com/office/drawing/2014/main" id="{E8227C1D-BC24-C01B-0A1E-EBDF5ADD4E83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6" name="pg949">
                <a:extLst>
                  <a:ext uri="{FF2B5EF4-FFF2-40B4-BE49-F238E27FC236}">
                    <a16:creationId xmlns:a16="http://schemas.microsoft.com/office/drawing/2014/main" id="{FC52A994-7BCB-7F18-0291-EEAD01791A12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7" name="pg950">
                <a:extLst>
                  <a:ext uri="{FF2B5EF4-FFF2-40B4-BE49-F238E27FC236}">
                    <a16:creationId xmlns:a16="http://schemas.microsoft.com/office/drawing/2014/main" id="{625C9796-2C5C-F5CC-7E3E-E837EEB43EF7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8" name="pg951">
                <a:extLst>
                  <a:ext uri="{FF2B5EF4-FFF2-40B4-BE49-F238E27FC236}">
                    <a16:creationId xmlns:a16="http://schemas.microsoft.com/office/drawing/2014/main" id="{C7D1B1D2-2649-ED09-5E5D-0B1A28E65D24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59" name="pg952">
                <a:extLst>
                  <a:ext uri="{FF2B5EF4-FFF2-40B4-BE49-F238E27FC236}">
                    <a16:creationId xmlns:a16="http://schemas.microsoft.com/office/drawing/2014/main" id="{F66AFC24-9A63-E32F-2CB2-9D47CC3A42E9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0" name="pg953">
                <a:extLst>
                  <a:ext uri="{FF2B5EF4-FFF2-40B4-BE49-F238E27FC236}">
                    <a16:creationId xmlns:a16="http://schemas.microsoft.com/office/drawing/2014/main" id="{7F02AF79-8960-D623-2119-5ED200C6DBEE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1" name="pg954">
                <a:extLst>
                  <a:ext uri="{FF2B5EF4-FFF2-40B4-BE49-F238E27FC236}">
                    <a16:creationId xmlns:a16="http://schemas.microsoft.com/office/drawing/2014/main" id="{1F952F7C-324D-55CE-9CBA-B8FBBAD0E8D2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2" name="pg955">
                <a:extLst>
                  <a:ext uri="{FF2B5EF4-FFF2-40B4-BE49-F238E27FC236}">
                    <a16:creationId xmlns:a16="http://schemas.microsoft.com/office/drawing/2014/main" id="{197F008E-46D1-9D07-4944-93CDBC593F9E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3" name="pg956">
                <a:extLst>
                  <a:ext uri="{FF2B5EF4-FFF2-40B4-BE49-F238E27FC236}">
                    <a16:creationId xmlns:a16="http://schemas.microsoft.com/office/drawing/2014/main" id="{EF186758-D663-14D0-485E-086D1F4CBA1E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4" name="pg957">
                <a:extLst>
                  <a:ext uri="{FF2B5EF4-FFF2-40B4-BE49-F238E27FC236}">
                    <a16:creationId xmlns:a16="http://schemas.microsoft.com/office/drawing/2014/main" id="{35E9134B-C6BE-FE8A-D83C-E98F6FADE513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5" name="pg958">
                <a:extLst>
                  <a:ext uri="{FF2B5EF4-FFF2-40B4-BE49-F238E27FC236}">
                    <a16:creationId xmlns:a16="http://schemas.microsoft.com/office/drawing/2014/main" id="{F7072BB1-0008-AC30-7541-5501E856ADA6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6" name="pg959">
                <a:extLst>
                  <a:ext uri="{FF2B5EF4-FFF2-40B4-BE49-F238E27FC236}">
                    <a16:creationId xmlns:a16="http://schemas.microsoft.com/office/drawing/2014/main" id="{54D055AB-3C3C-F1AB-D1E6-5E7D7FDCEE51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7" name="pg960">
                <a:extLst>
                  <a:ext uri="{FF2B5EF4-FFF2-40B4-BE49-F238E27FC236}">
                    <a16:creationId xmlns:a16="http://schemas.microsoft.com/office/drawing/2014/main" id="{E6274EE0-F9A8-32F8-F791-D7F07328FFF6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8" name="pg961">
                <a:extLst>
                  <a:ext uri="{FF2B5EF4-FFF2-40B4-BE49-F238E27FC236}">
                    <a16:creationId xmlns:a16="http://schemas.microsoft.com/office/drawing/2014/main" id="{10AF0455-6A3F-A826-D470-BCFA6DC89302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69" name="pg962">
                <a:extLst>
                  <a:ext uri="{FF2B5EF4-FFF2-40B4-BE49-F238E27FC236}">
                    <a16:creationId xmlns:a16="http://schemas.microsoft.com/office/drawing/2014/main" id="{5D0E2C24-6275-AB2A-40D3-9997F752FD1F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0" name="pg963">
                <a:extLst>
                  <a:ext uri="{FF2B5EF4-FFF2-40B4-BE49-F238E27FC236}">
                    <a16:creationId xmlns:a16="http://schemas.microsoft.com/office/drawing/2014/main" id="{3698C3C4-E456-2ECD-7E35-E51895CAB287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1" name="pg964">
                <a:extLst>
                  <a:ext uri="{FF2B5EF4-FFF2-40B4-BE49-F238E27FC236}">
                    <a16:creationId xmlns:a16="http://schemas.microsoft.com/office/drawing/2014/main" id="{BB24783D-7ED6-5D20-5769-E215BED25B5D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2" name="pg965">
                <a:extLst>
                  <a:ext uri="{FF2B5EF4-FFF2-40B4-BE49-F238E27FC236}">
                    <a16:creationId xmlns:a16="http://schemas.microsoft.com/office/drawing/2014/main" id="{A30D9BB9-D794-8FD1-A278-4C9A070D9BB1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3" name="pg966">
                <a:extLst>
                  <a:ext uri="{FF2B5EF4-FFF2-40B4-BE49-F238E27FC236}">
                    <a16:creationId xmlns:a16="http://schemas.microsoft.com/office/drawing/2014/main" id="{10FFAE5C-902D-C9DD-74DB-2D54AC24DC94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4" name="pg967">
                <a:extLst>
                  <a:ext uri="{FF2B5EF4-FFF2-40B4-BE49-F238E27FC236}">
                    <a16:creationId xmlns:a16="http://schemas.microsoft.com/office/drawing/2014/main" id="{485D29B2-B397-FFA9-6391-16F89D8B4A04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5" name="pg968">
                <a:extLst>
                  <a:ext uri="{FF2B5EF4-FFF2-40B4-BE49-F238E27FC236}">
                    <a16:creationId xmlns:a16="http://schemas.microsoft.com/office/drawing/2014/main" id="{395A10F3-5FCB-CB47-571C-DB732791E3A6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6" name="pg969">
                <a:extLst>
                  <a:ext uri="{FF2B5EF4-FFF2-40B4-BE49-F238E27FC236}">
                    <a16:creationId xmlns:a16="http://schemas.microsoft.com/office/drawing/2014/main" id="{EA86BA47-AB86-4156-38AC-E870414E573C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7" name="pg970">
                <a:extLst>
                  <a:ext uri="{FF2B5EF4-FFF2-40B4-BE49-F238E27FC236}">
                    <a16:creationId xmlns:a16="http://schemas.microsoft.com/office/drawing/2014/main" id="{0AF3F751-61E5-EFA4-A358-3D1EF851DEC0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8" name="pg971">
                <a:extLst>
                  <a:ext uri="{FF2B5EF4-FFF2-40B4-BE49-F238E27FC236}">
                    <a16:creationId xmlns:a16="http://schemas.microsoft.com/office/drawing/2014/main" id="{9AE06EA8-9BD8-71A6-72EE-C2053705CF08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79" name="pg972">
                <a:extLst>
                  <a:ext uri="{FF2B5EF4-FFF2-40B4-BE49-F238E27FC236}">
                    <a16:creationId xmlns:a16="http://schemas.microsoft.com/office/drawing/2014/main" id="{1B43CB67-9B3F-EB4C-2AC4-98C2EC2557EE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0" name="pg973">
                <a:extLst>
                  <a:ext uri="{FF2B5EF4-FFF2-40B4-BE49-F238E27FC236}">
                    <a16:creationId xmlns:a16="http://schemas.microsoft.com/office/drawing/2014/main" id="{542A68F7-EE81-65BE-2CFB-81AF2C834EBF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1" name="pg974">
                <a:extLst>
                  <a:ext uri="{FF2B5EF4-FFF2-40B4-BE49-F238E27FC236}">
                    <a16:creationId xmlns:a16="http://schemas.microsoft.com/office/drawing/2014/main" id="{F91D3E7A-269D-C61A-34F7-F0272E1E587B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2" name="pg975">
                <a:extLst>
                  <a:ext uri="{FF2B5EF4-FFF2-40B4-BE49-F238E27FC236}">
                    <a16:creationId xmlns:a16="http://schemas.microsoft.com/office/drawing/2014/main" id="{2C7092F6-7CB6-02F2-9C7F-67DFAEB7F5C4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3" name="pg976">
                <a:extLst>
                  <a:ext uri="{FF2B5EF4-FFF2-40B4-BE49-F238E27FC236}">
                    <a16:creationId xmlns:a16="http://schemas.microsoft.com/office/drawing/2014/main" id="{7A38BBD4-A2E9-790D-5CDE-9DEBE3BF8116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4" name="pg977">
                <a:extLst>
                  <a:ext uri="{FF2B5EF4-FFF2-40B4-BE49-F238E27FC236}">
                    <a16:creationId xmlns:a16="http://schemas.microsoft.com/office/drawing/2014/main" id="{48F00D92-33C8-1375-49E5-6F418DB3185B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5" name="pg978">
                <a:extLst>
                  <a:ext uri="{FF2B5EF4-FFF2-40B4-BE49-F238E27FC236}">
                    <a16:creationId xmlns:a16="http://schemas.microsoft.com/office/drawing/2014/main" id="{9CCBAFBF-CB89-0531-BD04-04FC7187EB01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6" name="pg979">
                <a:extLst>
                  <a:ext uri="{FF2B5EF4-FFF2-40B4-BE49-F238E27FC236}">
                    <a16:creationId xmlns:a16="http://schemas.microsoft.com/office/drawing/2014/main" id="{F5DF7A19-23F1-DF8C-0D2E-349648C2720B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7" name="pg980">
                <a:extLst>
                  <a:ext uri="{FF2B5EF4-FFF2-40B4-BE49-F238E27FC236}">
                    <a16:creationId xmlns:a16="http://schemas.microsoft.com/office/drawing/2014/main" id="{4B24B61E-4395-6E47-0277-5899F87C2E46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8" name="pg981">
                <a:extLst>
                  <a:ext uri="{FF2B5EF4-FFF2-40B4-BE49-F238E27FC236}">
                    <a16:creationId xmlns:a16="http://schemas.microsoft.com/office/drawing/2014/main" id="{E1ABA5BA-CE96-F20C-C50D-1BD58B6B1C8C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89" name="pg982">
                <a:extLst>
                  <a:ext uri="{FF2B5EF4-FFF2-40B4-BE49-F238E27FC236}">
                    <a16:creationId xmlns:a16="http://schemas.microsoft.com/office/drawing/2014/main" id="{D01E3D5E-E415-9AA5-699E-7ACF1374E8BF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0" name="pg983">
                <a:extLst>
                  <a:ext uri="{FF2B5EF4-FFF2-40B4-BE49-F238E27FC236}">
                    <a16:creationId xmlns:a16="http://schemas.microsoft.com/office/drawing/2014/main" id="{EB5EE094-9AEB-13F0-E3D5-1D4F0EB539CB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1" name="pg984">
                <a:extLst>
                  <a:ext uri="{FF2B5EF4-FFF2-40B4-BE49-F238E27FC236}">
                    <a16:creationId xmlns:a16="http://schemas.microsoft.com/office/drawing/2014/main" id="{402382CF-02F0-6159-FA37-825D4E111884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2" name="pg985">
                <a:extLst>
                  <a:ext uri="{FF2B5EF4-FFF2-40B4-BE49-F238E27FC236}">
                    <a16:creationId xmlns:a16="http://schemas.microsoft.com/office/drawing/2014/main" id="{A4CA46A6-A50B-38F5-20F9-1328F1B8EA9E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3" name="pg986">
                <a:extLst>
                  <a:ext uri="{FF2B5EF4-FFF2-40B4-BE49-F238E27FC236}">
                    <a16:creationId xmlns:a16="http://schemas.microsoft.com/office/drawing/2014/main" id="{77D8C330-EA2D-CF88-78C9-F7A5770FE784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4" name="pg987">
                <a:extLst>
                  <a:ext uri="{FF2B5EF4-FFF2-40B4-BE49-F238E27FC236}">
                    <a16:creationId xmlns:a16="http://schemas.microsoft.com/office/drawing/2014/main" id="{EC8BBE0C-ECF4-2B6C-55CA-03883CC7F354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5" name="pg988">
                <a:extLst>
                  <a:ext uri="{FF2B5EF4-FFF2-40B4-BE49-F238E27FC236}">
                    <a16:creationId xmlns:a16="http://schemas.microsoft.com/office/drawing/2014/main" id="{AD359EB7-9426-0793-E2EA-9C0586F15D2E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6" name="pg989">
                <a:extLst>
                  <a:ext uri="{FF2B5EF4-FFF2-40B4-BE49-F238E27FC236}">
                    <a16:creationId xmlns:a16="http://schemas.microsoft.com/office/drawing/2014/main" id="{0F2C52EE-A0DD-5732-9760-886AE9543037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7" name="pg990">
                <a:extLst>
                  <a:ext uri="{FF2B5EF4-FFF2-40B4-BE49-F238E27FC236}">
                    <a16:creationId xmlns:a16="http://schemas.microsoft.com/office/drawing/2014/main" id="{D73DC73F-958F-33A5-2E72-D51F44D8F707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8" name="pg991">
                <a:extLst>
                  <a:ext uri="{FF2B5EF4-FFF2-40B4-BE49-F238E27FC236}">
                    <a16:creationId xmlns:a16="http://schemas.microsoft.com/office/drawing/2014/main" id="{1F87E8A7-FE1B-2D5F-6AF8-973281FBD306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899" name="pg992">
                <a:extLst>
                  <a:ext uri="{FF2B5EF4-FFF2-40B4-BE49-F238E27FC236}">
                    <a16:creationId xmlns:a16="http://schemas.microsoft.com/office/drawing/2014/main" id="{A4AB18C8-50E0-84CE-EE70-AD5F4524D01E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0" name="pg993">
                <a:extLst>
                  <a:ext uri="{FF2B5EF4-FFF2-40B4-BE49-F238E27FC236}">
                    <a16:creationId xmlns:a16="http://schemas.microsoft.com/office/drawing/2014/main" id="{35C67B69-E242-9220-7E85-8E730E3DCF9E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1" name="pg994">
                <a:extLst>
                  <a:ext uri="{FF2B5EF4-FFF2-40B4-BE49-F238E27FC236}">
                    <a16:creationId xmlns:a16="http://schemas.microsoft.com/office/drawing/2014/main" id="{E3243122-72AB-3E6E-B052-E7FCC2E6FB20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2" name="pg995">
                <a:extLst>
                  <a:ext uri="{FF2B5EF4-FFF2-40B4-BE49-F238E27FC236}">
                    <a16:creationId xmlns:a16="http://schemas.microsoft.com/office/drawing/2014/main" id="{A13BF073-5D12-CF72-4B4C-22819AA97791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3" name="pg996">
                <a:extLst>
                  <a:ext uri="{FF2B5EF4-FFF2-40B4-BE49-F238E27FC236}">
                    <a16:creationId xmlns:a16="http://schemas.microsoft.com/office/drawing/2014/main" id="{EB41DF68-2A1F-08CB-D9F6-75F2C7339499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4" name="pg997">
                <a:extLst>
                  <a:ext uri="{FF2B5EF4-FFF2-40B4-BE49-F238E27FC236}">
                    <a16:creationId xmlns:a16="http://schemas.microsoft.com/office/drawing/2014/main" id="{C0D47893-178C-4277-5FAC-B1D8ACBAE3A5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5" name="pg998">
                <a:extLst>
                  <a:ext uri="{FF2B5EF4-FFF2-40B4-BE49-F238E27FC236}">
                    <a16:creationId xmlns:a16="http://schemas.microsoft.com/office/drawing/2014/main" id="{D91B90EC-D3EA-8F90-298F-340938D1EB5C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6" name="pg999">
                <a:extLst>
                  <a:ext uri="{FF2B5EF4-FFF2-40B4-BE49-F238E27FC236}">
                    <a16:creationId xmlns:a16="http://schemas.microsoft.com/office/drawing/2014/main" id="{29F5E8B1-4EA2-72BB-6D35-98B1A0B3E6C0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7" name="pg1000">
                <a:extLst>
                  <a:ext uri="{FF2B5EF4-FFF2-40B4-BE49-F238E27FC236}">
                    <a16:creationId xmlns:a16="http://schemas.microsoft.com/office/drawing/2014/main" id="{BC17CA83-11F3-0EB1-B0B5-16ECBBDC3629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8" name="pg1001">
                <a:extLst>
                  <a:ext uri="{FF2B5EF4-FFF2-40B4-BE49-F238E27FC236}">
                    <a16:creationId xmlns:a16="http://schemas.microsoft.com/office/drawing/2014/main" id="{DC973C2F-301D-995E-F19A-BF30D23B4D49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09" name="pg1002">
                <a:extLst>
                  <a:ext uri="{FF2B5EF4-FFF2-40B4-BE49-F238E27FC236}">
                    <a16:creationId xmlns:a16="http://schemas.microsoft.com/office/drawing/2014/main" id="{27603C65-6E00-4A4F-5D86-56CC94B637E6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0" name="pg1003">
                <a:extLst>
                  <a:ext uri="{FF2B5EF4-FFF2-40B4-BE49-F238E27FC236}">
                    <a16:creationId xmlns:a16="http://schemas.microsoft.com/office/drawing/2014/main" id="{73C82242-DEB7-91E9-B94A-654EBB8FC956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1" name="pg1004">
                <a:extLst>
                  <a:ext uri="{FF2B5EF4-FFF2-40B4-BE49-F238E27FC236}">
                    <a16:creationId xmlns:a16="http://schemas.microsoft.com/office/drawing/2014/main" id="{D735677B-03D8-4821-CB9C-BE2F05DECB4D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2" name="pg1005">
                <a:extLst>
                  <a:ext uri="{FF2B5EF4-FFF2-40B4-BE49-F238E27FC236}">
                    <a16:creationId xmlns:a16="http://schemas.microsoft.com/office/drawing/2014/main" id="{DB3B80CF-5113-4680-3D6A-537B36E00049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3" name="pg1006">
                <a:extLst>
                  <a:ext uri="{FF2B5EF4-FFF2-40B4-BE49-F238E27FC236}">
                    <a16:creationId xmlns:a16="http://schemas.microsoft.com/office/drawing/2014/main" id="{558DBD14-5347-130A-05E1-0F2A764D00B2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4" name="pg1007">
                <a:extLst>
                  <a:ext uri="{FF2B5EF4-FFF2-40B4-BE49-F238E27FC236}">
                    <a16:creationId xmlns:a16="http://schemas.microsoft.com/office/drawing/2014/main" id="{D68831BD-270C-41F4-D413-EEBF4FE3C244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5" name="pg1008">
                <a:extLst>
                  <a:ext uri="{FF2B5EF4-FFF2-40B4-BE49-F238E27FC236}">
                    <a16:creationId xmlns:a16="http://schemas.microsoft.com/office/drawing/2014/main" id="{57AE8803-753D-6680-C9A5-21B46FE11F0E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6" name="pg1009">
                <a:extLst>
                  <a:ext uri="{FF2B5EF4-FFF2-40B4-BE49-F238E27FC236}">
                    <a16:creationId xmlns:a16="http://schemas.microsoft.com/office/drawing/2014/main" id="{44761701-F21F-9F56-7EED-1F64AC363CED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7" name="pg1010">
                <a:extLst>
                  <a:ext uri="{FF2B5EF4-FFF2-40B4-BE49-F238E27FC236}">
                    <a16:creationId xmlns:a16="http://schemas.microsoft.com/office/drawing/2014/main" id="{25E47B13-3BD5-B39B-200C-B25CCCB70CBD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8" name="pg1011">
                <a:extLst>
                  <a:ext uri="{FF2B5EF4-FFF2-40B4-BE49-F238E27FC236}">
                    <a16:creationId xmlns:a16="http://schemas.microsoft.com/office/drawing/2014/main" id="{FD059189-DF45-6B88-9126-DE7F547C2BB6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19" name="pg1012">
                <a:extLst>
                  <a:ext uri="{FF2B5EF4-FFF2-40B4-BE49-F238E27FC236}">
                    <a16:creationId xmlns:a16="http://schemas.microsoft.com/office/drawing/2014/main" id="{6AA34FA7-42FF-7961-F9D4-CE907A1B0618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0" name="pg1013">
                <a:extLst>
                  <a:ext uri="{FF2B5EF4-FFF2-40B4-BE49-F238E27FC236}">
                    <a16:creationId xmlns:a16="http://schemas.microsoft.com/office/drawing/2014/main" id="{B2E63E6A-09F5-848C-7F02-4821CE2864B1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1" name="pg1014">
                <a:extLst>
                  <a:ext uri="{FF2B5EF4-FFF2-40B4-BE49-F238E27FC236}">
                    <a16:creationId xmlns:a16="http://schemas.microsoft.com/office/drawing/2014/main" id="{88C1A79E-4C7B-C7C5-7F34-D1B50168CD66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2" name="pg1015">
                <a:extLst>
                  <a:ext uri="{FF2B5EF4-FFF2-40B4-BE49-F238E27FC236}">
                    <a16:creationId xmlns:a16="http://schemas.microsoft.com/office/drawing/2014/main" id="{3E49C628-8E9D-78AB-884C-57A6AD7F3A38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3" name="pg1016">
                <a:extLst>
                  <a:ext uri="{FF2B5EF4-FFF2-40B4-BE49-F238E27FC236}">
                    <a16:creationId xmlns:a16="http://schemas.microsoft.com/office/drawing/2014/main" id="{4E71417E-4CDB-ACDE-74F7-B7CB80427D93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4" name="pg1017">
                <a:extLst>
                  <a:ext uri="{FF2B5EF4-FFF2-40B4-BE49-F238E27FC236}">
                    <a16:creationId xmlns:a16="http://schemas.microsoft.com/office/drawing/2014/main" id="{C6CC3A54-A0C0-1EFD-90FB-3604BE71855B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5" name="pg1018">
                <a:extLst>
                  <a:ext uri="{FF2B5EF4-FFF2-40B4-BE49-F238E27FC236}">
                    <a16:creationId xmlns:a16="http://schemas.microsoft.com/office/drawing/2014/main" id="{0F9E2AE9-835D-F2B9-99D9-93D6772B8B41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6" name="pg1019">
                <a:extLst>
                  <a:ext uri="{FF2B5EF4-FFF2-40B4-BE49-F238E27FC236}">
                    <a16:creationId xmlns:a16="http://schemas.microsoft.com/office/drawing/2014/main" id="{607D0987-66E3-B091-E2E8-3675A4C3DE9C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7" name="pg1020">
                <a:extLst>
                  <a:ext uri="{FF2B5EF4-FFF2-40B4-BE49-F238E27FC236}">
                    <a16:creationId xmlns:a16="http://schemas.microsoft.com/office/drawing/2014/main" id="{7826A080-4E82-D165-A24E-E96F80BF41C3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8" name="pg1021">
                <a:extLst>
                  <a:ext uri="{FF2B5EF4-FFF2-40B4-BE49-F238E27FC236}">
                    <a16:creationId xmlns:a16="http://schemas.microsoft.com/office/drawing/2014/main" id="{525B6A29-0F5F-40A5-516D-31A1C0FD9511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29" name="pg1022">
                <a:extLst>
                  <a:ext uri="{FF2B5EF4-FFF2-40B4-BE49-F238E27FC236}">
                    <a16:creationId xmlns:a16="http://schemas.microsoft.com/office/drawing/2014/main" id="{0B8B098F-B960-13D6-80FC-C0FABD623395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0" name="pg1023">
                <a:extLst>
                  <a:ext uri="{FF2B5EF4-FFF2-40B4-BE49-F238E27FC236}">
                    <a16:creationId xmlns:a16="http://schemas.microsoft.com/office/drawing/2014/main" id="{18916C70-3671-D1AD-FB5A-F6771F4869B8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1" name="pg1024">
                <a:extLst>
                  <a:ext uri="{FF2B5EF4-FFF2-40B4-BE49-F238E27FC236}">
                    <a16:creationId xmlns:a16="http://schemas.microsoft.com/office/drawing/2014/main" id="{5FD2A683-C755-3997-FAF6-0369C34873E2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2" name="pg1025">
                <a:extLst>
                  <a:ext uri="{FF2B5EF4-FFF2-40B4-BE49-F238E27FC236}">
                    <a16:creationId xmlns:a16="http://schemas.microsoft.com/office/drawing/2014/main" id="{62559A37-15A8-6B4D-0B72-05CA402B71DF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3" name="pg1026">
                <a:extLst>
                  <a:ext uri="{FF2B5EF4-FFF2-40B4-BE49-F238E27FC236}">
                    <a16:creationId xmlns:a16="http://schemas.microsoft.com/office/drawing/2014/main" id="{FA2846F5-70DD-CA8B-A0F2-B4C91CCD1DDF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4" name="pg1027">
                <a:extLst>
                  <a:ext uri="{FF2B5EF4-FFF2-40B4-BE49-F238E27FC236}">
                    <a16:creationId xmlns:a16="http://schemas.microsoft.com/office/drawing/2014/main" id="{49821212-E391-7EDB-1BB9-EA78E3ECCD3D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5" name="pg1028">
                <a:extLst>
                  <a:ext uri="{FF2B5EF4-FFF2-40B4-BE49-F238E27FC236}">
                    <a16:creationId xmlns:a16="http://schemas.microsoft.com/office/drawing/2014/main" id="{43D0AAB3-88BE-297D-5500-9921AFE942AA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6" name="pg1029">
                <a:extLst>
                  <a:ext uri="{FF2B5EF4-FFF2-40B4-BE49-F238E27FC236}">
                    <a16:creationId xmlns:a16="http://schemas.microsoft.com/office/drawing/2014/main" id="{04E4DDBF-E736-FA93-BB31-124F8CDB8D1A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7" name="pg1030">
                <a:extLst>
                  <a:ext uri="{FF2B5EF4-FFF2-40B4-BE49-F238E27FC236}">
                    <a16:creationId xmlns:a16="http://schemas.microsoft.com/office/drawing/2014/main" id="{05B80F71-490A-EF71-B640-C97ED313DC25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8" name="pg1031">
                <a:extLst>
                  <a:ext uri="{FF2B5EF4-FFF2-40B4-BE49-F238E27FC236}">
                    <a16:creationId xmlns:a16="http://schemas.microsoft.com/office/drawing/2014/main" id="{AC4E8F73-FA9F-E1BE-946C-F50846C09B99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39" name="pg1032">
                <a:extLst>
                  <a:ext uri="{FF2B5EF4-FFF2-40B4-BE49-F238E27FC236}">
                    <a16:creationId xmlns:a16="http://schemas.microsoft.com/office/drawing/2014/main" id="{1A291439-D0CE-B0D9-C3F2-06A03707DB3F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0" name="pg1033">
                <a:extLst>
                  <a:ext uri="{FF2B5EF4-FFF2-40B4-BE49-F238E27FC236}">
                    <a16:creationId xmlns:a16="http://schemas.microsoft.com/office/drawing/2014/main" id="{88F68A99-85A7-EE06-A8B6-E20044BD4290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1" name="pg1034">
                <a:extLst>
                  <a:ext uri="{FF2B5EF4-FFF2-40B4-BE49-F238E27FC236}">
                    <a16:creationId xmlns:a16="http://schemas.microsoft.com/office/drawing/2014/main" id="{0229A9CE-BD6C-6A71-DD25-8DA39EA595E6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2" name="pg1035">
                <a:extLst>
                  <a:ext uri="{FF2B5EF4-FFF2-40B4-BE49-F238E27FC236}">
                    <a16:creationId xmlns:a16="http://schemas.microsoft.com/office/drawing/2014/main" id="{C81B5FAE-4FF6-9818-6CB3-A48CD0CFFF27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3" name="pg1036">
                <a:extLst>
                  <a:ext uri="{FF2B5EF4-FFF2-40B4-BE49-F238E27FC236}">
                    <a16:creationId xmlns:a16="http://schemas.microsoft.com/office/drawing/2014/main" id="{BC700ED6-9666-6AFC-E526-923D50B9D914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4" name="pg1037">
                <a:extLst>
                  <a:ext uri="{FF2B5EF4-FFF2-40B4-BE49-F238E27FC236}">
                    <a16:creationId xmlns:a16="http://schemas.microsoft.com/office/drawing/2014/main" id="{5525FBEF-9270-0FCB-FADF-F1487BE719C7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5" name="pg1038">
                <a:extLst>
                  <a:ext uri="{FF2B5EF4-FFF2-40B4-BE49-F238E27FC236}">
                    <a16:creationId xmlns:a16="http://schemas.microsoft.com/office/drawing/2014/main" id="{F7B3A046-42FE-973B-F4E4-FC1C7A926394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6" name="pg1039">
                <a:extLst>
                  <a:ext uri="{FF2B5EF4-FFF2-40B4-BE49-F238E27FC236}">
                    <a16:creationId xmlns:a16="http://schemas.microsoft.com/office/drawing/2014/main" id="{FC598368-3F3C-C89E-E3BE-0C9C812AD269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7" name="pg1040">
                <a:extLst>
                  <a:ext uri="{FF2B5EF4-FFF2-40B4-BE49-F238E27FC236}">
                    <a16:creationId xmlns:a16="http://schemas.microsoft.com/office/drawing/2014/main" id="{0DE1B5CF-5451-4497-20AF-304A8E38A023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8" name="pg1041">
                <a:extLst>
                  <a:ext uri="{FF2B5EF4-FFF2-40B4-BE49-F238E27FC236}">
                    <a16:creationId xmlns:a16="http://schemas.microsoft.com/office/drawing/2014/main" id="{E250AEF9-B1CA-DECB-6CB4-AEB458A09825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49" name="pg1042">
                <a:extLst>
                  <a:ext uri="{FF2B5EF4-FFF2-40B4-BE49-F238E27FC236}">
                    <a16:creationId xmlns:a16="http://schemas.microsoft.com/office/drawing/2014/main" id="{85087477-31E4-8A59-DB00-CCA7518C3462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0" name="pg1043">
                <a:extLst>
                  <a:ext uri="{FF2B5EF4-FFF2-40B4-BE49-F238E27FC236}">
                    <a16:creationId xmlns:a16="http://schemas.microsoft.com/office/drawing/2014/main" id="{799ADC2E-A6F8-8109-C819-32ABD25D1D5B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1" name="pg1044">
                <a:extLst>
                  <a:ext uri="{FF2B5EF4-FFF2-40B4-BE49-F238E27FC236}">
                    <a16:creationId xmlns:a16="http://schemas.microsoft.com/office/drawing/2014/main" id="{62BB278A-607E-5DCA-4298-B2C03EE732C3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2" name="pg1045">
                <a:extLst>
                  <a:ext uri="{FF2B5EF4-FFF2-40B4-BE49-F238E27FC236}">
                    <a16:creationId xmlns:a16="http://schemas.microsoft.com/office/drawing/2014/main" id="{48350699-EE5C-EDFC-A7E7-84E4C460D515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3" name="pg1046">
                <a:extLst>
                  <a:ext uri="{FF2B5EF4-FFF2-40B4-BE49-F238E27FC236}">
                    <a16:creationId xmlns:a16="http://schemas.microsoft.com/office/drawing/2014/main" id="{A84AC359-6FA8-7436-FADE-FD5817BC8AD1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4" name="pg1047">
                <a:extLst>
                  <a:ext uri="{FF2B5EF4-FFF2-40B4-BE49-F238E27FC236}">
                    <a16:creationId xmlns:a16="http://schemas.microsoft.com/office/drawing/2014/main" id="{1DCE49DC-806C-DAB4-531D-2AAA86059A15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5" name="pg1048">
                <a:extLst>
                  <a:ext uri="{FF2B5EF4-FFF2-40B4-BE49-F238E27FC236}">
                    <a16:creationId xmlns:a16="http://schemas.microsoft.com/office/drawing/2014/main" id="{52D04898-928B-1918-E09C-1A165A0152E3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6" name="pg1049">
                <a:extLst>
                  <a:ext uri="{FF2B5EF4-FFF2-40B4-BE49-F238E27FC236}">
                    <a16:creationId xmlns:a16="http://schemas.microsoft.com/office/drawing/2014/main" id="{A3FEFC94-2C43-E38B-1C80-58D9D238F52B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7" name="pg1050">
                <a:extLst>
                  <a:ext uri="{FF2B5EF4-FFF2-40B4-BE49-F238E27FC236}">
                    <a16:creationId xmlns:a16="http://schemas.microsoft.com/office/drawing/2014/main" id="{470AB49E-1004-4E2B-B515-54A19B0587F8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8" name="pg1051">
                <a:extLst>
                  <a:ext uri="{FF2B5EF4-FFF2-40B4-BE49-F238E27FC236}">
                    <a16:creationId xmlns:a16="http://schemas.microsoft.com/office/drawing/2014/main" id="{6A7DD168-81CB-3551-43F0-563BF7C78DDE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59" name="pg1052">
                <a:extLst>
                  <a:ext uri="{FF2B5EF4-FFF2-40B4-BE49-F238E27FC236}">
                    <a16:creationId xmlns:a16="http://schemas.microsoft.com/office/drawing/2014/main" id="{2BC8412E-BF36-8E80-5232-382FC7179D2E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0" name="pg1053">
                <a:extLst>
                  <a:ext uri="{FF2B5EF4-FFF2-40B4-BE49-F238E27FC236}">
                    <a16:creationId xmlns:a16="http://schemas.microsoft.com/office/drawing/2014/main" id="{0B441A43-1AB7-65DB-7406-1F040315E810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1" name="pg1054">
                <a:extLst>
                  <a:ext uri="{FF2B5EF4-FFF2-40B4-BE49-F238E27FC236}">
                    <a16:creationId xmlns:a16="http://schemas.microsoft.com/office/drawing/2014/main" id="{AED0FE6D-D8F4-DFE7-3960-76631D2449E6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2" name="pg1055">
                <a:extLst>
                  <a:ext uri="{FF2B5EF4-FFF2-40B4-BE49-F238E27FC236}">
                    <a16:creationId xmlns:a16="http://schemas.microsoft.com/office/drawing/2014/main" id="{514C8BA7-670E-1066-E97B-F33C588235B9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6">
                  <a:alpha val="100000"/>
                </a:srgbClr>
              </a:solidFill>
              <a:ln w="5420" cap="flat">
                <a:solidFill>
                  <a:srgbClr val="3986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3" name="pg1056">
                <a:extLst>
                  <a:ext uri="{FF2B5EF4-FFF2-40B4-BE49-F238E27FC236}">
                    <a16:creationId xmlns:a16="http://schemas.microsoft.com/office/drawing/2014/main" id="{F9C4B1E0-7187-E352-6102-9BFD7067B21E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4" name="pg1057">
                <a:extLst>
                  <a:ext uri="{FF2B5EF4-FFF2-40B4-BE49-F238E27FC236}">
                    <a16:creationId xmlns:a16="http://schemas.microsoft.com/office/drawing/2014/main" id="{A172E36B-F3E1-DF5D-AFF6-22AAA996C0A6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5" name="pg1058">
                <a:extLst>
                  <a:ext uri="{FF2B5EF4-FFF2-40B4-BE49-F238E27FC236}">
                    <a16:creationId xmlns:a16="http://schemas.microsoft.com/office/drawing/2014/main" id="{21AAA919-C859-423D-03DF-7CD5CF3C7047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6" name="pg1059">
                <a:extLst>
                  <a:ext uri="{FF2B5EF4-FFF2-40B4-BE49-F238E27FC236}">
                    <a16:creationId xmlns:a16="http://schemas.microsoft.com/office/drawing/2014/main" id="{B2B555E7-900C-3259-B64B-DA51D14C09E0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7" name="pg1060">
                <a:extLst>
                  <a:ext uri="{FF2B5EF4-FFF2-40B4-BE49-F238E27FC236}">
                    <a16:creationId xmlns:a16="http://schemas.microsoft.com/office/drawing/2014/main" id="{BBD165EC-391B-0ABA-D4F9-F224547BD62B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8" name="pg1061">
                <a:extLst>
                  <a:ext uri="{FF2B5EF4-FFF2-40B4-BE49-F238E27FC236}">
                    <a16:creationId xmlns:a16="http://schemas.microsoft.com/office/drawing/2014/main" id="{3326E3FC-39F9-E513-1DA6-F0E64E656F12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69" name="pg1062">
                <a:extLst>
                  <a:ext uri="{FF2B5EF4-FFF2-40B4-BE49-F238E27FC236}">
                    <a16:creationId xmlns:a16="http://schemas.microsoft.com/office/drawing/2014/main" id="{389ADF2C-71CC-26B4-1781-6477442D8575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0" name="pg1063">
                <a:extLst>
                  <a:ext uri="{FF2B5EF4-FFF2-40B4-BE49-F238E27FC236}">
                    <a16:creationId xmlns:a16="http://schemas.microsoft.com/office/drawing/2014/main" id="{2ADD4A96-260E-C016-F487-466623EA54F7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1" name="pg1064">
                <a:extLst>
                  <a:ext uri="{FF2B5EF4-FFF2-40B4-BE49-F238E27FC236}">
                    <a16:creationId xmlns:a16="http://schemas.microsoft.com/office/drawing/2014/main" id="{F9D83317-4677-A9E7-51F1-1F6BA62691E0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2" name="pg1065">
                <a:extLst>
                  <a:ext uri="{FF2B5EF4-FFF2-40B4-BE49-F238E27FC236}">
                    <a16:creationId xmlns:a16="http://schemas.microsoft.com/office/drawing/2014/main" id="{9BAD2C68-0EB1-5E94-7838-4115DCB63FD7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3" name="pg1066">
                <a:extLst>
                  <a:ext uri="{FF2B5EF4-FFF2-40B4-BE49-F238E27FC236}">
                    <a16:creationId xmlns:a16="http://schemas.microsoft.com/office/drawing/2014/main" id="{16F332FA-1541-1D1F-A269-7FEBBF1BC604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4" name="pg1067">
                <a:extLst>
                  <a:ext uri="{FF2B5EF4-FFF2-40B4-BE49-F238E27FC236}">
                    <a16:creationId xmlns:a16="http://schemas.microsoft.com/office/drawing/2014/main" id="{6A4FE4FF-F510-897A-4049-67D38DAB9238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5" name="pg1068">
                <a:extLst>
                  <a:ext uri="{FF2B5EF4-FFF2-40B4-BE49-F238E27FC236}">
                    <a16:creationId xmlns:a16="http://schemas.microsoft.com/office/drawing/2014/main" id="{F06F42F6-8075-EE6D-49DD-2C7A80A39FAE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6" name="pg1069">
                <a:extLst>
                  <a:ext uri="{FF2B5EF4-FFF2-40B4-BE49-F238E27FC236}">
                    <a16:creationId xmlns:a16="http://schemas.microsoft.com/office/drawing/2014/main" id="{7EA368A3-A35A-211E-6CBF-E11C92FC98C0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7" name="pg1070">
                <a:extLst>
                  <a:ext uri="{FF2B5EF4-FFF2-40B4-BE49-F238E27FC236}">
                    <a16:creationId xmlns:a16="http://schemas.microsoft.com/office/drawing/2014/main" id="{572B5C7E-87B8-887B-E0B9-F6E3BAE336FF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8" name="pg1071">
                <a:extLst>
                  <a:ext uri="{FF2B5EF4-FFF2-40B4-BE49-F238E27FC236}">
                    <a16:creationId xmlns:a16="http://schemas.microsoft.com/office/drawing/2014/main" id="{15C149F9-6F86-D01A-564D-25C80FE6E688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79" name="pg1072">
                <a:extLst>
                  <a:ext uri="{FF2B5EF4-FFF2-40B4-BE49-F238E27FC236}">
                    <a16:creationId xmlns:a16="http://schemas.microsoft.com/office/drawing/2014/main" id="{0815E9BB-19C8-0135-AEAB-2179F1C19DA7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0" name="pg1073">
                <a:extLst>
                  <a:ext uri="{FF2B5EF4-FFF2-40B4-BE49-F238E27FC236}">
                    <a16:creationId xmlns:a16="http://schemas.microsoft.com/office/drawing/2014/main" id="{532CD5AC-FF2A-2FE5-D75B-4033DCFD798F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1" name="pg1074">
                <a:extLst>
                  <a:ext uri="{FF2B5EF4-FFF2-40B4-BE49-F238E27FC236}">
                    <a16:creationId xmlns:a16="http://schemas.microsoft.com/office/drawing/2014/main" id="{AD84DE75-A6EC-5BA7-F2ED-4998A5B4662B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2" name="pg1075">
                <a:extLst>
                  <a:ext uri="{FF2B5EF4-FFF2-40B4-BE49-F238E27FC236}">
                    <a16:creationId xmlns:a16="http://schemas.microsoft.com/office/drawing/2014/main" id="{386F2C6F-7197-9C94-6318-F7F9479774C5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3" name="pg1076">
                <a:extLst>
                  <a:ext uri="{FF2B5EF4-FFF2-40B4-BE49-F238E27FC236}">
                    <a16:creationId xmlns:a16="http://schemas.microsoft.com/office/drawing/2014/main" id="{E2756856-75D7-40F5-F4FE-EBFFE1D964C5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4" name="pg1077">
                <a:extLst>
                  <a:ext uri="{FF2B5EF4-FFF2-40B4-BE49-F238E27FC236}">
                    <a16:creationId xmlns:a16="http://schemas.microsoft.com/office/drawing/2014/main" id="{B4D4F30D-3C45-8CDC-5EC1-04F63059C8BE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5" name="pg1078">
                <a:extLst>
                  <a:ext uri="{FF2B5EF4-FFF2-40B4-BE49-F238E27FC236}">
                    <a16:creationId xmlns:a16="http://schemas.microsoft.com/office/drawing/2014/main" id="{63B749CC-FBCD-02F7-4C4B-C6749EAAED7D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6" name="pg1079">
                <a:extLst>
                  <a:ext uri="{FF2B5EF4-FFF2-40B4-BE49-F238E27FC236}">
                    <a16:creationId xmlns:a16="http://schemas.microsoft.com/office/drawing/2014/main" id="{B2D26467-CD81-268A-86A1-0D2198B405EA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7" name="pg1080">
                <a:extLst>
                  <a:ext uri="{FF2B5EF4-FFF2-40B4-BE49-F238E27FC236}">
                    <a16:creationId xmlns:a16="http://schemas.microsoft.com/office/drawing/2014/main" id="{A98169CD-D6CA-6E43-0026-AF5545B104BB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8" name="pg1081">
                <a:extLst>
                  <a:ext uri="{FF2B5EF4-FFF2-40B4-BE49-F238E27FC236}">
                    <a16:creationId xmlns:a16="http://schemas.microsoft.com/office/drawing/2014/main" id="{6B5C4497-015C-2B7E-A634-BEFCC424B890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89" name="pg1082">
                <a:extLst>
                  <a:ext uri="{FF2B5EF4-FFF2-40B4-BE49-F238E27FC236}">
                    <a16:creationId xmlns:a16="http://schemas.microsoft.com/office/drawing/2014/main" id="{827AFBEC-94ED-C6B2-8263-D18987D98AF3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0" name="pg1083">
                <a:extLst>
                  <a:ext uri="{FF2B5EF4-FFF2-40B4-BE49-F238E27FC236}">
                    <a16:creationId xmlns:a16="http://schemas.microsoft.com/office/drawing/2014/main" id="{033BFE2C-14D8-0E2F-DCA3-7BEA0060347A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1" name="pg1084">
                <a:extLst>
                  <a:ext uri="{FF2B5EF4-FFF2-40B4-BE49-F238E27FC236}">
                    <a16:creationId xmlns:a16="http://schemas.microsoft.com/office/drawing/2014/main" id="{B1EBCDE1-38D5-56C5-00E9-8DC0EA9DA5E3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2" name="pg1085">
                <a:extLst>
                  <a:ext uri="{FF2B5EF4-FFF2-40B4-BE49-F238E27FC236}">
                    <a16:creationId xmlns:a16="http://schemas.microsoft.com/office/drawing/2014/main" id="{4E057A3D-5CCA-F96F-D757-745214342C72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3" name="pg1086">
                <a:extLst>
                  <a:ext uri="{FF2B5EF4-FFF2-40B4-BE49-F238E27FC236}">
                    <a16:creationId xmlns:a16="http://schemas.microsoft.com/office/drawing/2014/main" id="{37AD8552-5EFB-3938-B930-0955A77B281F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4" name="pg1087">
                <a:extLst>
                  <a:ext uri="{FF2B5EF4-FFF2-40B4-BE49-F238E27FC236}">
                    <a16:creationId xmlns:a16="http://schemas.microsoft.com/office/drawing/2014/main" id="{B643EF80-0062-F108-18E5-D3280D248CA1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5" name="pg1088">
                <a:extLst>
                  <a:ext uri="{FF2B5EF4-FFF2-40B4-BE49-F238E27FC236}">
                    <a16:creationId xmlns:a16="http://schemas.microsoft.com/office/drawing/2014/main" id="{06296E9F-5825-B83E-9EC9-8322EF2C31F9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6" name="pg1089">
                <a:extLst>
                  <a:ext uri="{FF2B5EF4-FFF2-40B4-BE49-F238E27FC236}">
                    <a16:creationId xmlns:a16="http://schemas.microsoft.com/office/drawing/2014/main" id="{4ED09A5E-B9C7-32C2-BA96-DC11026E9864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7" name="pg1090">
                <a:extLst>
                  <a:ext uri="{FF2B5EF4-FFF2-40B4-BE49-F238E27FC236}">
                    <a16:creationId xmlns:a16="http://schemas.microsoft.com/office/drawing/2014/main" id="{E6962CFC-A318-D223-E4BB-71857DB4CE8A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8" name="pg1091">
                <a:extLst>
                  <a:ext uri="{FF2B5EF4-FFF2-40B4-BE49-F238E27FC236}">
                    <a16:creationId xmlns:a16="http://schemas.microsoft.com/office/drawing/2014/main" id="{03E0A5F8-F18C-4338-49BB-BAAEB76624B7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999" name="pg1092">
                <a:extLst>
                  <a:ext uri="{FF2B5EF4-FFF2-40B4-BE49-F238E27FC236}">
                    <a16:creationId xmlns:a16="http://schemas.microsoft.com/office/drawing/2014/main" id="{53D50945-67C2-A94E-BC68-C69568CAC6D9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0" name="pg1093">
                <a:extLst>
                  <a:ext uri="{FF2B5EF4-FFF2-40B4-BE49-F238E27FC236}">
                    <a16:creationId xmlns:a16="http://schemas.microsoft.com/office/drawing/2014/main" id="{456B6435-E177-BAD5-E097-79947DDE8ACF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1" name="pg1094">
                <a:extLst>
                  <a:ext uri="{FF2B5EF4-FFF2-40B4-BE49-F238E27FC236}">
                    <a16:creationId xmlns:a16="http://schemas.microsoft.com/office/drawing/2014/main" id="{6D11E3BE-BF92-6D06-6FA6-BA69778E01B3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2" name="pg1095">
                <a:extLst>
                  <a:ext uri="{FF2B5EF4-FFF2-40B4-BE49-F238E27FC236}">
                    <a16:creationId xmlns:a16="http://schemas.microsoft.com/office/drawing/2014/main" id="{C84DF5A8-035D-8CEB-70DE-3166DDCB9A4C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3" name="pg1096">
                <a:extLst>
                  <a:ext uri="{FF2B5EF4-FFF2-40B4-BE49-F238E27FC236}">
                    <a16:creationId xmlns:a16="http://schemas.microsoft.com/office/drawing/2014/main" id="{C7EAD2EE-411D-425A-50DF-909B9C0A6DEA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4" name="pg1097">
                <a:extLst>
                  <a:ext uri="{FF2B5EF4-FFF2-40B4-BE49-F238E27FC236}">
                    <a16:creationId xmlns:a16="http://schemas.microsoft.com/office/drawing/2014/main" id="{AE0EA1CC-E67E-3867-5A74-027BB3D08A63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5" name="pg1098">
                <a:extLst>
                  <a:ext uri="{FF2B5EF4-FFF2-40B4-BE49-F238E27FC236}">
                    <a16:creationId xmlns:a16="http://schemas.microsoft.com/office/drawing/2014/main" id="{59FF16E3-FEEA-0F3F-24B5-4CCAE9047435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6" name="pg1099">
                <a:extLst>
                  <a:ext uri="{FF2B5EF4-FFF2-40B4-BE49-F238E27FC236}">
                    <a16:creationId xmlns:a16="http://schemas.microsoft.com/office/drawing/2014/main" id="{5EB80E24-49D2-5811-CB52-7C589D86A6CD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7" name="pg1100">
                <a:extLst>
                  <a:ext uri="{FF2B5EF4-FFF2-40B4-BE49-F238E27FC236}">
                    <a16:creationId xmlns:a16="http://schemas.microsoft.com/office/drawing/2014/main" id="{8379BA7A-D25F-252B-19D6-CFC91A2BDDC3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8" name="pg1101">
                <a:extLst>
                  <a:ext uri="{FF2B5EF4-FFF2-40B4-BE49-F238E27FC236}">
                    <a16:creationId xmlns:a16="http://schemas.microsoft.com/office/drawing/2014/main" id="{98675071-0181-AE6E-E67F-168B5F7C5332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09" name="pg1102">
                <a:extLst>
                  <a:ext uri="{FF2B5EF4-FFF2-40B4-BE49-F238E27FC236}">
                    <a16:creationId xmlns:a16="http://schemas.microsoft.com/office/drawing/2014/main" id="{DC07BEE5-7A3A-602D-8904-0F9E2CBCF62C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0" name="pg1103">
                <a:extLst>
                  <a:ext uri="{FF2B5EF4-FFF2-40B4-BE49-F238E27FC236}">
                    <a16:creationId xmlns:a16="http://schemas.microsoft.com/office/drawing/2014/main" id="{AEF177F8-A0F1-B835-248E-8108C95AB9F5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1" name="pg1104">
                <a:extLst>
                  <a:ext uri="{FF2B5EF4-FFF2-40B4-BE49-F238E27FC236}">
                    <a16:creationId xmlns:a16="http://schemas.microsoft.com/office/drawing/2014/main" id="{4391F101-7FC7-8B52-375C-3A6BA01ACC5E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2" name="pg1105">
                <a:extLst>
                  <a:ext uri="{FF2B5EF4-FFF2-40B4-BE49-F238E27FC236}">
                    <a16:creationId xmlns:a16="http://schemas.microsoft.com/office/drawing/2014/main" id="{C4B642B3-2944-86F4-A72C-B4E87DC1D368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3" name="pg1106">
                <a:extLst>
                  <a:ext uri="{FF2B5EF4-FFF2-40B4-BE49-F238E27FC236}">
                    <a16:creationId xmlns:a16="http://schemas.microsoft.com/office/drawing/2014/main" id="{2D3B05DC-778E-29B2-ED2E-8D6C6F55D680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4" name="pg1107">
                <a:extLst>
                  <a:ext uri="{FF2B5EF4-FFF2-40B4-BE49-F238E27FC236}">
                    <a16:creationId xmlns:a16="http://schemas.microsoft.com/office/drawing/2014/main" id="{8C902B6F-4EE9-C941-7391-57BC6FDEF137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5" name="pg1108">
                <a:extLst>
                  <a:ext uri="{FF2B5EF4-FFF2-40B4-BE49-F238E27FC236}">
                    <a16:creationId xmlns:a16="http://schemas.microsoft.com/office/drawing/2014/main" id="{BFCF42B7-7E5F-E2F4-4068-AE8FE1259847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6" name="pg1109">
                <a:extLst>
                  <a:ext uri="{FF2B5EF4-FFF2-40B4-BE49-F238E27FC236}">
                    <a16:creationId xmlns:a16="http://schemas.microsoft.com/office/drawing/2014/main" id="{F509834C-1511-7785-4DD4-C07937FED669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7" name="pg1110">
                <a:extLst>
                  <a:ext uri="{FF2B5EF4-FFF2-40B4-BE49-F238E27FC236}">
                    <a16:creationId xmlns:a16="http://schemas.microsoft.com/office/drawing/2014/main" id="{A06C4E98-3FBC-C8B2-C0FB-DB41CC8A3BE8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8" name="pg1111">
                <a:extLst>
                  <a:ext uri="{FF2B5EF4-FFF2-40B4-BE49-F238E27FC236}">
                    <a16:creationId xmlns:a16="http://schemas.microsoft.com/office/drawing/2014/main" id="{659CBC87-695E-4F06-8C0C-8CF60FEC226F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19" name="pg1112">
                <a:extLst>
                  <a:ext uri="{FF2B5EF4-FFF2-40B4-BE49-F238E27FC236}">
                    <a16:creationId xmlns:a16="http://schemas.microsoft.com/office/drawing/2014/main" id="{9E697200-239C-F096-5957-C006DF8128AF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0" name="pg1113">
                <a:extLst>
                  <a:ext uri="{FF2B5EF4-FFF2-40B4-BE49-F238E27FC236}">
                    <a16:creationId xmlns:a16="http://schemas.microsoft.com/office/drawing/2014/main" id="{E01ACFF9-85F7-D963-E87C-12C6C600A6DE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1" name="pg1114">
                <a:extLst>
                  <a:ext uri="{FF2B5EF4-FFF2-40B4-BE49-F238E27FC236}">
                    <a16:creationId xmlns:a16="http://schemas.microsoft.com/office/drawing/2014/main" id="{6F29804B-DBA9-D14F-B85E-9304861420C4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2" name="pg1115">
                <a:extLst>
                  <a:ext uri="{FF2B5EF4-FFF2-40B4-BE49-F238E27FC236}">
                    <a16:creationId xmlns:a16="http://schemas.microsoft.com/office/drawing/2014/main" id="{B2618FB2-69F4-9C9A-FE02-415AF677C576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3" name="pg1116">
                <a:extLst>
                  <a:ext uri="{FF2B5EF4-FFF2-40B4-BE49-F238E27FC236}">
                    <a16:creationId xmlns:a16="http://schemas.microsoft.com/office/drawing/2014/main" id="{7F664952-6BD2-313C-9442-33595C5ADEA1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4" name="pg1117">
                <a:extLst>
                  <a:ext uri="{FF2B5EF4-FFF2-40B4-BE49-F238E27FC236}">
                    <a16:creationId xmlns:a16="http://schemas.microsoft.com/office/drawing/2014/main" id="{E9910A58-33E0-B39D-1A84-A4E8C9D8B83A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5" name="pg1118">
                <a:extLst>
                  <a:ext uri="{FF2B5EF4-FFF2-40B4-BE49-F238E27FC236}">
                    <a16:creationId xmlns:a16="http://schemas.microsoft.com/office/drawing/2014/main" id="{C478387B-B250-1085-BF46-1AAD4306D4B4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6" name="pg1119">
                <a:extLst>
                  <a:ext uri="{FF2B5EF4-FFF2-40B4-BE49-F238E27FC236}">
                    <a16:creationId xmlns:a16="http://schemas.microsoft.com/office/drawing/2014/main" id="{67C95F70-4792-6DEA-5B1F-135B672E8AF3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7" name="pg1120">
                <a:extLst>
                  <a:ext uri="{FF2B5EF4-FFF2-40B4-BE49-F238E27FC236}">
                    <a16:creationId xmlns:a16="http://schemas.microsoft.com/office/drawing/2014/main" id="{73550B31-0C62-D109-5803-16F90D979AF6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8" name="pg1121">
                <a:extLst>
                  <a:ext uri="{FF2B5EF4-FFF2-40B4-BE49-F238E27FC236}">
                    <a16:creationId xmlns:a16="http://schemas.microsoft.com/office/drawing/2014/main" id="{AA095D12-311C-59DF-05ED-8D1D05F7BE9E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29" name="pg1122">
                <a:extLst>
                  <a:ext uri="{FF2B5EF4-FFF2-40B4-BE49-F238E27FC236}">
                    <a16:creationId xmlns:a16="http://schemas.microsoft.com/office/drawing/2014/main" id="{16EC3E14-81C9-DF7E-1EAA-50CD2100572F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0" name="pg1123">
                <a:extLst>
                  <a:ext uri="{FF2B5EF4-FFF2-40B4-BE49-F238E27FC236}">
                    <a16:creationId xmlns:a16="http://schemas.microsoft.com/office/drawing/2014/main" id="{8104805D-710B-B2B1-029D-BCAA81D6364D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1" name="pg1124">
                <a:extLst>
                  <a:ext uri="{FF2B5EF4-FFF2-40B4-BE49-F238E27FC236}">
                    <a16:creationId xmlns:a16="http://schemas.microsoft.com/office/drawing/2014/main" id="{92308414-B7DF-15E8-922D-91A79F7FEA73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2" name="pg1125">
                <a:extLst>
                  <a:ext uri="{FF2B5EF4-FFF2-40B4-BE49-F238E27FC236}">
                    <a16:creationId xmlns:a16="http://schemas.microsoft.com/office/drawing/2014/main" id="{1441303D-93F0-45CB-F112-FED0E286F196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3" name="pg1126">
                <a:extLst>
                  <a:ext uri="{FF2B5EF4-FFF2-40B4-BE49-F238E27FC236}">
                    <a16:creationId xmlns:a16="http://schemas.microsoft.com/office/drawing/2014/main" id="{50E679F3-813A-EF7D-7E18-6A8BDED3D289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4" name="pg1127">
                <a:extLst>
                  <a:ext uri="{FF2B5EF4-FFF2-40B4-BE49-F238E27FC236}">
                    <a16:creationId xmlns:a16="http://schemas.microsoft.com/office/drawing/2014/main" id="{F60CE430-F5B1-A3AF-065A-0170C1960C96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5" name="pg1128">
                <a:extLst>
                  <a:ext uri="{FF2B5EF4-FFF2-40B4-BE49-F238E27FC236}">
                    <a16:creationId xmlns:a16="http://schemas.microsoft.com/office/drawing/2014/main" id="{1924751B-FD4C-C31B-31E5-4550A23F405B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6" name="pg1129">
                <a:extLst>
                  <a:ext uri="{FF2B5EF4-FFF2-40B4-BE49-F238E27FC236}">
                    <a16:creationId xmlns:a16="http://schemas.microsoft.com/office/drawing/2014/main" id="{4255E557-488B-1A64-F283-80707175AA34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7" name="pg1130">
                <a:extLst>
                  <a:ext uri="{FF2B5EF4-FFF2-40B4-BE49-F238E27FC236}">
                    <a16:creationId xmlns:a16="http://schemas.microsoft.com/office/drawing/2014/main" id="{92855EF9-DA2E-86D9-23F0-DA4D6D4B7A98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8" name="pg1131">
                <a:extLst>
                  <a:ext uri="{FF2B5EF4-FFF2-40B4-BE49-F238E27FC236}">
                    <a16:creationId xmlns:a16="http://schemas.microsoft.com/office/drawing/2014/main" id="{48907E00-BCE1-08BF-6495-69ACC68ACCAE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39" name="pg1132">
                <a:extLst>
                  <a:ext uri="{FF2B5EF4-FFF2-40B4-BE49-F238E27FC236}">
                    <a16:creationId xmlns:a16="http://schemas.microsoft.com/office/drawing/2014/main" id="{B4FA531C-B887-590E-4032-F45AD1BD5BEF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0" name="pg1133">
                <a:extLst>
                  <a:ext uri="{FF2B5EF4-FFF2-40B4-BE49-F238E27FC236}">
                    <a16:creationId xmlns:a16="http://schemas.microsoft.com/office/drawing/2014/main" id="{786B45C1-96D2-43F9-3AA9-1AC61BA485A0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1" name="pg1134">
                <a:extLst>
                  <a:ext uri="{FF2B5EF4-FFF2-40B4-BE49-F238E27FC236}">
                    <a16:creationId xmlns:a16="http://schemas.microsoft.com/office/drawing/2014/main" id="{09654CC8-1ED5-051B-5627-2CCC4D9552E6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2" name="pg1135">
                <a:extLst>
                  <a:ext uri="{FF2B5EF4-FFF2-40B4-BE49-F238E27FC236}">
                    <a16:creationId xmlns:a16="http://schemas.microsoft.com/office/drawing/2014/main" id="{45C007F8-71A1-D33F-A5DE-C830CAE9D02A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3" name="pg1136">
                <a:extLst>
                  <a:ext uri="{FF2B5EF4-FFF2-40B4-BE49-F238E27FC236}">
                    <a16:creationId xmlns:a16="http://schemas.microsoft.com/office/drawing/2014/main" id="{3372EDBB-4BF4-8FA4-5B58-5791C02FD1C9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4" name="pg1137">
                <a:extLst>
                  <a:ext uri="{FF2B5EF4-FFF2-40B4-BE49-F238E27FC236}">
                    <a16:creationId xmlns:a16="http://schemas.microsoft.com/office/drawing/2014/main" id="{E73574BA-1DEB-21F7-6595-2E7398E3B128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5" name="pg1138">
                <a:extLst>
                  <a:ext uri="{FF2B5EF4-FFF2-40B4-BE49-F238E27FC236}">
                    <a16:creationId xmlns:a16="http://schemas.microsoft.com/office/drawing/2014/main" id="{4389DB4F-08A9-D03D-47D2-2B738653DFA6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6" name="pg1139">
                <a:extLst>
                  <a:ext uri="{FF2B5EF4-FFF2-40B4-BE49-F238E27FC236}">
                    <a16:creationId xmlns:a16="http://schemas.microsoft.com/office/drawing/2014/main" id="{1C40149D-EF02-FCD2-3BB5-CF54DC74477E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7" name="pg1140">
                <a:extLst>
                  <a:ext uri="{FF2B5EF4-FFF2-40B4-BE49-F238E27FC236}">
                    <a16:creationId xmlns:a16="http://schemas.microsoft.com/office/drawing/2014/main" id="{892AB8F2-1E39-782E-014E-7363DE259B16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8" name="pg1141">
                <a:extLst>
                  <a:ext uri="{FF2B5EF4-FFF2-40B4-BE49-F238E27FC236}">
                    <a16:creationId xmlns:a16="http://schemas.microsoft.com/office/drawing/2014/main" id="{81668DC4-3D94-C6AA-485E-ADC46AACAEBF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49" name="pg1142">
                <a:extLst>
                  <a:ext uri="{FF2B5EF4-FFF2-40B4-BE49-F238E27FC236}">
                    <a16:creationId xmlns:a16="http://schemas.microsoft.com/office/drawing/2014/main" id="{E7E4F292-507B-F920-3395-5147AB9A6EF0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0" name="pg1143">
                <a:extLst>
                  <a:ext uri="{FF2B5EF4-FFF2-40B4-BE49-F238E27FC236}">
                    <a16:creationId xmlns:a16="http://schemas.microsoft.com/office/drawing/2014/main" id="{931D061E-68EB-03EE-D842-4DDBD143920F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1" name="pg1144">
                <a:extLst>
                  <a:ext uri="{FF2B5EF4-FFF2-40B4-BE49-F238E27FC236}">
                    <a16:creationId xmlns:a16="http://schemas.microsoft.com/office/drawing/2014/main" id="{6210DEB3-D3D4-74CC-45BA-DBCCACE54013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2" name="pg1145">
                <a:extLst>
                  <a:ext uri="{FF2B5EF4-FFF2-40B4-BE49-F238E27FC236}">
                    <a16:creationId xmlns:a16="http://schemas.microsoft.com/office/drawing/2014/main" id="{5E2B7ADF-CD32-A3F5-E6DB-025F290D109E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3" name="pg1146">
                <a:extLst>
                  <a:ext uri="{FF2B5EF4-FFF2-40B4-BE49-F238E27FC236}">
                    <a16:creationId xmlns:a16="http://schemas.microsoft.com/office/drawing/2014/main" id="{867307CF-1680-519E-CD3D-985D1DC106C7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4" name="pg1147">
                <a:extLst>
                  <a:ext uri="{FF2B5EF4-FFF2-40B4-BE49-F238E27FC236}">
                    <a16:creationId xmlns:a16="http://schemas.microsoft.com/office/drawing/2014/main" id="{901B9072-67E1-4E38-D118-2627AD281C41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5" name="pg1148">
                <a:extLst>
                  <a:ext uri="{FF2B5EF4-FFF2-40B4-BE49-F238E27FC236}">
                    <a16:creationId xmlns:a16="http://schemas.microsoft.com/office/drawing/2014/main" id="{7D4FAF82-0404-D149-9AF5-75AD3A4269CD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6" name="pg1149">
                <a:extLst>
                  <a:ext uri="{FF2B5EF4-FFF2-40B4-BE49-F238E27FC236}">
                    <a16:creationId xmlns:a16="http://schemas.microsoft.com/office/drawing/2014/main" id="{11F388B0-2DC7-3097-CDEE-003D86AA6DAC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7" name="pg1150">
                <a:extLst>
                  <a:ext uri="{FF2B5EF4-FFF2-40B4-BE49-F238E27FC236}">
                    <a16:creationId xmlns:a16="http://schemas.microsoft.com/office/drawing/2014/main" id="{9031E17B-FA0E-C75F-3D16-9474C7747A1F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8" name="pg1151">
                <a:extLst>
                  <a:ext uri="{FF2B5EF4-FFF2-40B4-BE49-F238E27FC236}">
                    <a16:creationId xmlns:a16="http://schemas.microsoft.com/office/drawing/2014/main" id="{6DD7476A-F67E-785F-FD0A-E85433DB3CEF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59" name="pg1152">
                <a:extLst>
                  <a:ext uri="{FF2B5EF4-FFF2-40B4-BE49-F238E27FC236}">
                    <a16:creationId xmlns:a16="http://schemas.microsoft.com/office/drawing/2014/main" id="{EFECBEFB-76C2-6D3A-766D-C0E31853E6D2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0" name="pg1153">
                <a:extLst>
                  <a:ext uri="{FF2B5EF4-FFF2-40B4-BE49-F238E27FC236}">
                    <a16:creationId xmlns:a16="http://schemas.microsoft.com/office/drawing/2014/main" id="{AB2429A1-6A36-00D5-52E8-3E394EA7EF77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1" name="pg1154">
                <a:extLst>
                  <a:ext uri="{FF2B5EF4-FFF2-40B4-BE49-F238E27FC236}">
                    <a16:creationId xmlns:a16="http://schemas.microsoft.com/office/drawing/2014/main" id="{11B531B7-3C0A-2D7B-08E9-1CB731B15C04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2" name="pg1155">
                <a:extLst>
                  <a:ext uri="{FF2B5EF4-FFF2-40B4-BE49-F238E27FC236}">
                    <a16:creationId xmlns:a16="http://schemas.microsoft.com/office/drawing/2014/main" id="{1533C5ED-DF4C-2C6B-0160-5D592228A73D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3" name="pg1156">
                <a:extLst>
                  <a:ext uri="{FF2B5EF4-FFF2-40B4-BE49-F238E27FC236}">
                    <a16:creationId xmlns:a16="http://schemas.microsoft.com/office/drawing/2014/main" id="{CB8EF8FB-4096-5087-DDB7-FBF41B6AAC97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4" name="pg1157">
                <a:extLst>
                  <a:ext uri="{FF2B5EF4-FFF2-40B4-BE49-F238E27FC236}">
                    <a16:creationId xmlns:a16="http://schemas.microsoft.com/office/drawing/2014/main" id="{8F10DD2E-8F37-1D9C-B334-C4C967360DC7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5" name="pg1158">
                <a:extLst>
                  <a:ext uri="{FF2B5EF4-FFF2-40B4-BE49-F238E27FC236}">
                    <a16:creationId xmlns:a16="http://schemas.microsoft.com/office/drawing/2014/main" id="{CEA47A71-A64A-7204-C854-9B766614362D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6" name="pg1159">
                <a:extLst>
                  <a:ext uri="{FF2B5EF4-FFF2-40B4-BE49-F238E27FC236}">
                    <a16:creationId xmlns:a16="http://schemas.microsoft.com/office/drawing/2014/main" id="{41B1D58C-EE0E-F281-8E15-065580BDBBCC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7" name="pg1160">
                <a:extLst>
                  <a:ext uri="{FF2B5EF4-FFF2-40B4-BE49-F238E27FC236}">
                    <a16:creationId xmlns:a16="http://schemas.microsoft.com/office/drawing/2014/main" id="{73E63F72-8C6A-9EC9-8E82-55E7464711DF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8" name="pg1161">
                <a:extLst>
                  <a:ext uri="{FF2B5EF4-FFF2-40B4-BE49-F238E27FC236}">
                    <a16:creationId xmlns:a16="http://schemas.microsoft.com/office/drawing/2014/main" id="{F17CE90D-D9C8-30AC-BF33-E337FE6511C6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69" name="pg1162">
                <a:extLst>
                  <a:ext uri="{FF2B5EF4-FFF2-40B4-BE49-F238E27FC236}">
                    <a16:creationId xmlns:a16="http://schemas.microsoft.com/office/drawing/2014/main" id="{465BBDFA-EAB3-F641-3B79-7B2B626865A2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0" name="pg1163">
                <a:extLst>
                  <a:ext uri="{FF2B5EF4-FFF2-40B4-BE49-F238E27FC236}">
                    <a16:creationId xmlns:a16="http://schemas.microsoft.com/office/drawing/2014/main" id="{7F635999-D4BE-E876-C801-69EBE643B366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1" name="pg1164">
                <a:extLst>
                  <a:ext uri="{FF2B5EF4-FFF2-40B4-BE49-F238E27FC236}">
                    <a16:creationId xmlns:a16="http://schemas.microsoft.com/office/drawing/2014/main" id="{1024B279-C05E-2782-2347-2226996369AC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2" name="pg1165">
                <a:extLst>
                  <a:ext uri="{FF2B5EF4-FFF2-40B4-BE49-F238E27FC236}">
                    <a16:creationId xmlns:a16="http://schemas.microsoft.com/office/drawing/2014/main" id="{5ABF154A-67B3-676B-98D0-A6046FA9AB6B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3" name="pg1166">
                <a:extLst>
                  <a:ext uri="{FF2B5EF4-FFF2-40B4-BE49-F238E27FC236}">
                    <a16:creationId xmlns:a16="http://schemas.microsoft.com/office/drawing/2014/main" id="{A0A4632C-B159-FEC5-A24F-1A96A9CE778B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4" name="pg1167">
                <a:extLst>
                  <a:ext uri="{FF2B5EF4-FFF2-40B4-BE49-F238E27FC236}">
                    <a16:creationId xmlns:a16="http://schemas.microsoft.com/office/drawing/2014/main" id="{4C8BEED4-B171-EAFE-6E02-AB474CF551B1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5" name="pg1168">
                <a:extLst>
                  <a:ext uri="{FF2B5EF4-FFF2-40B4-BE49-F238E27FC236}">
                    <a16:creationId xmlns:a16="http://schemas.microsoft.com/office/drawing/2014/main" id="{B9215B72-D468-7F33-2C09-D56697B9934C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6" name="pg1169">
                <a:extLst>
                  <a:ext uri="{FF2B5EF4-FFF2-40B4-BE49-F238E27FC236}">
                    <a16:creationId xmlns:a16="http://schemas.microsoft.com/office/drawing/2014/main" id="{300DD794-2324-0D1A-A429-5A999C4630AA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7" name="pg1170">
                <a:extLst>
                  <a:ext uri="{FF2B5EF4-FFF2-40B4-BE49-F238E27FC236}">
                    <a16:creationId xmlns:a16="http://schemas.microsoft.com/office/drawing/2014/main" id="{F86A1610-0844-AAEC-73BE-89B66D14898F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8" name="pg1171">
                <a:extLst>
                  <a:ext uri="{FF2B5EF4-FFF2-40B4-BE49-F238E27FC236}">
                    <a16:creationId xmlns:a16="http://schemas.microsoft.com/office/drawing/2014/main" id="{CD311F8D-1A7F-45EF-DFDC-CAFAF60F5541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79" name="pg1172">
                <a:extLst>
                  <a:ext uri="{FF2B5EF4-FFF2-40B4-BE49-F238E27FC236}">
                    <a16:creationId xmlns:a16="http://schemas.microsoft.com/office/drawing/2014/main" id="{84CECCC2-57FD-ED3D-04E1-1DECC6391C3F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0" name="pg1173">
                <a:extLst>
                  <a:ext uri="{FF2B5EF4-FFF2-40B4-BE49-F238E27FC236}">
                    <a16:creationId xmlns:a16="http://schemas.microsoft.com/office/drawing/2014/main" id="{971A84DB-C884-8882-BBFC-9A44B5C19D42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1" name="pg1174">
                <a:extLst>
                  <a:ext uri="{FF2B5EF4-FFF2-40B4-BE49-F238E27FC236}">
                    <a16:creationId xmlns:a16="http://schemas.microsoft.com/office/drawing/2014/main" id="{45063424-93B4-2E10-C280-517748CD1F99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2" name="pg1175">
                <a:extLst>
                  <a:ext uri="{FF2B5EF4-FFF2-40B4-BE49-F238E27FC236}">
                    <a16:creationId xmlns:a16="http://schemas.microsoft.com/office/drawing/2014/main" id="{A43CCF08-0B93-7328-36A4-44CB44B4334D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3" name="pg1176">
                <a:extLst>
                  <a:ext uri="{FF2B5EF4-FFF2-40B4-BE49-F238E27FC236}">
                    <a16:creationId xmlns:a16="http://schemas.microsoft.com/office/drawing/2014/main" id="{C596369B-081C-01E3-85F6-14E20FCDC284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4" name="pg1177">
                <a:extLst>
                  <a:ext uri="{FF2B5EF4-FFF2-40B4-BE49-F238E27FC236}">
                    <a16:creationId xmlns:a16="http://schemas.microsoft.com/office/drawing/2014/main" id="{974C768A-9600-7F5F-22B0-88727FF19A16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5" name="pg1178">
                <a:extLst>
                  <a:ext uri="{FF2B5EF4-FFF2-40B4-BE49-F238E27FC236}">
                    <a16:creationId xmlns:a16="http://schemas.microsoft.com/office/drawing/2014/main" id="{A263CD7F-6472-CC37-F9CC-C1D205E3950F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6" name="pg1179">
                <a:extLst>
                  <a:ext uri="{FF2B5EF4-FFF2-40B4-BE49-F238E27FC236}">
                    <a16:creationId xmlns:a16="http://schemas.microsoft.com/office/drawing/2014/main" id="{7EBA4792-2120-C2D8-7125-C990BD91E24C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7" name="pg1180">
                <a:extLst>
                  <a:ext uri="{FF2B5EF4-FFF2-40B4-BE49-F238E27FC236}">
                    <a16:creationId xmlns:a16="http://schemas.microsoft.com/office/drawing/2014/main" id="{4E69CA56-E042-F1D7-2C3B-5566CEB4AB7E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8" name="pg1181">
                <a:extLst>
                  <a:ext uri="{FF2B5EF4-FFF2-40B4-BE49-F238E27FC236}">
                    <a16:creationId xmlns:a16="http://schemas.microsoft.com/office/drawing/2014/main" id="{F45CF5A5-A603-438B-43B2-54F922EE4810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89" name="pg1182">
                <a:extLst>
                  <a:ext uri="{FF2B5EF4-FFF2-40B4-BE49-F238E27FC236}">
                    <a16:creationId xmlns:a16="http://schemas.microsoft.com/office/drawing/2014/main" id="{C1EC0852-25F7-3D82-29F6-3B4ED4C0A15A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0" name="pg1183">
                <a:extLst>
                  <a:ext uri="{FF2B5EF4-FFF2-40B4-BE49-F238E27FC236}">
                    <a16:creationId xmlns:a16="http://schemas.microsoft.com/office/drawing/2014/main" id="{D9B7F973-3AC9-3054-B4F8-12B7492B9FA0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1" name="pg1184">
                <a:extLst>
                  <a:ext uri="{FF2B5EF4-FFF2-40B4-BE49-F238E27FC236}">
                    <a16:creationId xmlns:a16="http://schemas.microsoft.com/office/drawing/2014/main" id="{2BCADA5E-F2FD-7274-BA79-BDDE8E9E27EB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2" name="pg1185">
                <a:extLst>
                  <a:ext uri="{FF2B5EF4-FFF2-40B4-BE49-F238E27FC236}">
                    <a16:creationId xmlns:a16="http://schemas.microsoft.com/office/drawing/2014/main" id="{31B0AD74-D6EA-1154-78DC-4EA0BAFB336E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3" name="pg1186">
                <a:extLst>
                  <a:ext uri="{FF2B5EF4-FFF2-40B4-BE49-F238E27FC236}">
                    <a16:creationId xmlns:a16="http://schemas.microsoft.com/office/drawing/2014/main" id="{225AAB48-DEBF-2510-93C4-E593EAAD355F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4" name="pg1187">
                <a:extLst>
                  <a:ext uri="{FF2B5EF4-FFF2-40B4-BE49-F238E27FC236}">
                    <a16:creationId xmlns:a16="http://schemas.microsoft.com/office/drawing/2014/main" id="{85E1A4F8-69A7-C3E9-31C3-1638D59EF1F2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5" name="pg1188">
                <a:extLst>
                  <a:ext uri="{FF2B5EF4-FFF2-40B4-BE49-F238E27FC236}">
                    <a16:creationId xmlns:a16="http://schemas.microsoft.com/office/drawing/2014/main" id="{413A0EA2-7D5E-3FB6-DFEA-EF5258B7F0EC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6" name="pg1189">
                <a:extLst>
                  <a:ext uri="{FF2B5EF4-FFF2-40B4-BE49-F238E27FC236}">
                    <a16:creationId xmlns:a16="http://schemas.microsoft.com/office/drawing/2014/main" id="{1BE60461-24A5-1700-0F46-E0615E3D2B14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7" name="pg1190">
                <a:extLst>
                  <a:ext uri="{FF2B5EF4-FFF2-40B4-BE49-F238E27FC236}">
                    <a16:creationId xmlns:a16="http://schemas.microsoft.com/office/drawing/2014/main" id="{AA64F6E0-86EC-B91A-0625-32A0C022CE24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8" name="pg1191">
                <a:extLst>
                  <a:ext uri="{FF2B5EF4-FFF2-40B4-BE49-F238E27FC236}">
                    <a16:creationId xmlns:a16="http://schemas.microsoft.com/office/drawing/2014/main" id="{377FDC05-9A3D-51ED-529E-24C2BD177EEC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099" name="pg1192">
                <a:extLst>
                  <a:ext uri="{FF2B5EF4-FFF2-40B4-BE49-F238E27FC236}">
                    <a16:creationId xmlns:a16="http://schemas.microsoft.com/office/drawing/2014/main" id="{20F3C956-3C54-BB53-469B-18DF99FD350E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0" name="pg1193">
                <a:extLst>
                  <a:ext uri="{FF2B5EF4-FFF2-40B4-BE49-F238E27FC236}">
                    <a16:creationId xmlns:a16="http://schemas.microsoft.com/office/drawing/2014/main" id="{213E6506-F167-FE69-084D-2753E277A2C0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1" name="pg1194">
                <a:extLst>
                  <a:ext uri="{FF2B5EF4-FFF2-40B4-BE49-F238E27FC236}">
                    <a16:creationId xmlns:a16="http://schemas.microsoft.com/office/drawing/2014/main" id="{EB947481-45CF-3F87-4329-A6C224FED5DA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2" name="pg1195">
                <a:extLst>
                  <a:ext uri="{FF2B5EF4-FFF2-40B4-BE49-F238E27FC236}">
                    <a16:creationId xmlns:a16="http://schemas.microsoft.com/office/drawing/2014/main" id="{06C998F2-44D5-FAF4-E71F-9D2B6898EDA3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3" name="pg1196">
                <a:extLst>
                  <a:ext uri="{FF2B5EF4-FFF2-40B4-BE49-F238E27FC236}">
                    <a16:creationId xmlns:a16="http://schemas.microsoft.com/office/drawing/2014/main" id="{93EC8050-4908-4CAA-A4AE-8C470CC0AE09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4" name="pg1197">
                <a:extLst>
                  <a:ext uri="{FF2B5EF4-FFF2-40B4-BE49-F238E27FC236}">
                    <a16:creationId xmlns:a16="http://schemas.microsoft.com/office/drawing/2014/main" id="{4422B3E7-2CAD-B1D8-F91F-86D75D3385A3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5" name="pg1198">
                <a:extLst>
                  <a:ext uri="{FF2B5EF4-FFF2-40B4-BE49-F238E27FC236}">
                    <a16:creationId xmlns:a16="http://schemas.microsoft.com/office/drawing/2014/main" id="{577B6EB7-0D72-C0FE-F898-6A881A37CD37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6" name="pg1199">
                <a:extLst>
                  <a:ext uri="{FF2B5EF4-FFF2-40B4-BE49-F238E27FC236}">
                    <a16:creationId xmlns:a16="http://schemas.microsoft.com/office/drawing/2014/main" id="{2A4D3529-5795-4D4B-77DA-9D0C82F13353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7" name="pg1200">
                <a:extLst>
                  <a:ext uri="{FF2B5EF4-FFF2-40B4-BE49-F238E27FC236}">
                    <a16:creationId xmlns:a16="http://schemas.microsoft.com/office/drawing/2014/main" id="{AA293487-1BA4-16CD-0B6D-C8B8D85B9B27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8" name="pg1201">
                <a:extLst>
                  <a:ext uri="{FF2B5EF4-FFF2-40B4-BE49-F238E27FC236}">
                    <a16:creationId xmlns:a16="http://schemas.microsoft.com/office/drawing/2014/main" id="{ED02F726-A0B1-2AFE-AC28-16432FA71FE1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09" name="pg1202">
                <a:extLst>
                  <a:ext uri="{FF2B5EF4-FFF2-40B4-BE49-F238E27FC236}">
                    <a16:creationId xmlns:a16="http://schemas.microsoft.com/office/drawing/2014/main" id="{401D7891-2A8D-0284-66B3-2A467DFC2E6C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0" name="pg1203">
                <a:extLst>
                  <a:ext uri="{FF2B5EF4-FFF2-40B4-BE49-F238E27FC236}">
                    <a16:creationId xmlns:a16="http://schemas.microsoft.com/office/drawing/2014/main" id="{DA8EC7D8-FAF5-316D-2714-247EE1190626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1" name="pg1204">
                <a:extLst>
                  <a:ext uri="{FF2B5EF4-FFF2-40B4-BE49-F238E27FC236}">
                    <a16:creationId xmlns:a16="http://schemas.microsoft.com/office/drawing/2014/main" id="{07B05EE1-722C-E917-D985-007136164E0F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2" name="pg1205">
                <a:extLst>
                  <a:ext uri="{FF2B5EF4-FFF2-40B4-BE49-F238E27FC236}">
                    <a16:creationId xmlns:a16="http://schemas.microsoft.com/office/drawing/2014/main" id="{C891C3BC-152D-B7A6-73BA-62DA594A0AEA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3" name="pg1206">
                <a:extLst>
                  <a:ext uri="{FF2B5EF4-FFF2-40B4-BE49-F238E27FC236}">
                    <a16:creationId xmlns:a16="http://schemas.microsoft.com/office/drawing/2014/main" id="{EDAFA3B9-2672-7526-A6C7-0616C69D7D04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4" name="pg1207">
                <a:extLst>
                  <a:ext uri="{FF2B5EF4-FFF2-40B4-BE49-F238E27FC236}">
                    <a16:creationId xmlns:a16="http://schemas.microsoft.com/office/drawing/2014/main" id="{617A614A-1EA8-79E3-5D2B-1A3A9BC63A49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5" name="pg1208">
                <a:extLst>
                  <a:ext uri="{FF2B5EF4-FFF2-40B4-BE49-F238E27FC236}">
                    <a16:creationId xmlns:a16="http://schemas.microsoft.com/office/drawing/2014/main" id="{6BC0CD0C-AF81-B565-BE5E-515B441407A6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6" name="pg1209">
                <a:extLst>
                  <a:ext uri="{FF2B5EF4-FFF2-40B4-BE49-F238E27FC236}">
                    <a16:creationId xmlns:a16="http://schemas.microsoft.com/office/drawing/2014/main" id="{E84E8423-30DC-633E-986A-8536F7F906C3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7" name="pg1210">
                <a:extLst>
                  <a:ext uri="{FF2B5EF4-FFF2-40B4-BE49-F238E27FC236}">
                    <a16:creationId xmlns:a16="http://schemas.microsoft.com/office/drawing/2014/main" id="{22293CB5-090D-01CE-6013-72DB41C1BE4E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8" name="pg1211">
                <a:extLst>
                  <a:ext uri="{FF2B5EF4-FFF2-40B4-BE49-F238E27FC236}">
                    <a16:creationId xmlns:a16="http://schemas.microsoft.com/office/drawing/2014/main" id="{F0DCE9A5-6C02-AEA4-1C6D-A937C8B6A2E8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19" name="pg1212">
                <a:extLst>
                  <a:ext uri="{FF2B5EF4-FFF2-40B4-BE49-F238E27FC236}">
                    <a16:creationId xmlns:a16="http://schemas.microsoft.com/office/drawing/2014/main" id="{DCE5ED09-9B25-B38C-C197-0082AB7CB971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0" name="pg1213">
                <a:extLst>
                  <a:ext uri="{FF2B5EF4-FFF2-40B4-BE49-F238E27FC236}">
                    <a16:creationId xmlns:a16="http://schemas.microsoft.com/office/drawing/2014/main" id="{C5DAD43A-42B8-AD20-13AC-C9D4B4807232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1" name="pg1214">
                <a:extLst>
                  <a:ext uri="{FF2B5EF4-FFF2-40B4-BE49-F238E27FC236}">
                    <a16:creationId xmlns:a16="http://schemas.microsoft.com/office/drawing/2014/main" id="{EC6C2D70-ED1B-D9FF-8592-4ACAC70F9D25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2" name="pg1215">
                <a:extLst>
                  <a:ext uri="{FF2B5EF4-FFF2-40B4-BE49-F238E27FC236}">
                    <a16:creationId xmlns:a16="http://schemas.microsoft.com/office/drawing/2014/main" id="{E5A9DE67-B54B-7BC5-06E1-D53D29E7ABBD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3" name="pg1216">
                <a:extLst>
                  <a:ext uri="{FF2B5EF4-FFF2-40B4-BE49-F238E27FC236}">
                    <a16:creationId xmlns:a16="http://schemas.microsoft.com/office/drawing/2014/main" id="{BBB425E1-CC31-3706-AF68-2B7C108FF62A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4" name="pg1217">
                <a:extLst>
                  <a:ext uri="{FF2B5EF4-FFF2-40B4-BE49-F238E27FC236}">
                    <a16:creationId xmlns:a16="http://schemas.microsoft.com/office/drawing/2014/main" id="{96001D28-9C21-23D5-2220-FF93DA4E32D5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5" name="pg1218">
                <a:extLst>
                  <a:ext uri="{FF2B5EF4-FFF2-40B4-BE49-F238E27FC236}">
                    <a16:creationId xmlns:a16="http://schemas.microsoft.com/office/drawing/2014/main" id="{612723AF-4D54-4C55-44B6-DC19E8AA1AE5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6" name="pg1219">
                <a:extLst>
                  <a:ext uri="{FF2B5EF4-FFF2-40B4-BE49-F238E27FC236}">
                    <a16:creationId xmlns:a16="http://schemas.microsoft.com/office/drawing/2014/main" id="{15C1A28E-0E1F-CB6B-C7CD-8503FE469951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7" name="pg1220">
                <a:extLst>
                  <a:ext uri="{FF2B5EF4-FFF2-40B4-BE49-F238E27FC236}">
                    <a16:creationId xmlns:a16="http://schemas.microsoft.com/office/drawing/2014/main" id="{6004E7C5-0479-AF33-FA36-472AB8A9FD40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8" name="pg1221">
                <a:extLst>
                  <a:ext uri="{FF2B5EF4-FFF2-40B4-BE49-F238E27FC236}">
                    <a16:creationId xmlns:a16="http://schemas.microsoft.com/office/drawing/2014/main" id="{949B4A46-7615-9A64-D4CB-357991F54F83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29" name="pg1222">
                <a:extLst>
                  <a:ext uri="{FF2B5EF4-FFF2-40B4-BE49-F238E27FC236}">
                    <a16:creationId xmlns:a16="http://schemas.microsoft.com/office/drawing/2014/main" id="{826C2151-0490-7F5F-979D-2190712069E1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0" name="pg1223">
                <a:extLst>
                  <a:ext uri="{FF2B5EF4-FFF2-40B4-BE49-F238E27FC236}">
                    <a16:creationId xmlns:a16="http://schemas.microsoft.com/office/drawing/2014/main" id="{8F04F21E-49B6-E713-D965-B38173E94911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1" name="pg1224">
                <a:extLst>
                  <a:ext uri="{FF2B5EF4-FFF2-40B4-BE49-F238E27FC236}">
                    <a16:creationId xmlns:a16="http://schemas.microsoft.com/office/drawing/2014/main" id="{AAB0E548-5964-73D9-966C-9504DEF3DA97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2" name="pg1225">
                <a:extLst>
                  <a:ext uri="{FF2B5EF4-FFF2-40B4-BE49-F238E27FC236}">
                    <a16:creationId xmlns:a16="http://schemas.microsoft.com/office/drawing/2014/main" id="{2A082E09-AEFE-4B3E-7705-0A5EE8663957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3" name="pg1226">
                <a:extLst>
                  <a:ext uri="{FF2B5EF4-FFF2-40B4-BE49-F238E27FC236}">
                    <a16:creationId xmlns:a16="http://schemas.microsoft.com/office/drawing/2014/main" id="{E2C1E411-F75A-15E0-43B5-FC40768E8D06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4" name="pg1227">
                <a:extLst>
                  <a:ext uri="{FF2B5EF4-FFF2-40B4-BE49-F238E27FC236}">
                    <a16:creationId xmlns:a16="http://schemas.microsoft.com/office/drawing/2014/main" id="{A7285D6B-FE65-33F2-3164-0F4F32BB8BC7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5" name="pg1228">
                <a:extLst>
                  <a:ext uri="{FF2B5EF4-FFF2-40B4-BE49-F238E27FC236}">
                    <a16:creationId xmlns:a16="http://schemas.microsoft.com/office/drawing/2014/main" id="{BA554B52-2859-A388-0C2E-D51065E90CCE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6" name="pg1229">
                <a:extLst>
                  <a:ext uri="{FF2B5EF4-FFF2-40B4-BE49-F238E27FC236}">
                    <a16:creationId xmlns:a16="http://schemas.microsoft.com/office/drawing/2014/main" id="{E7C6C138-62FB-463C-920D-6B58937202B3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7" name="pg1230">
                <a:extLst>
                  <a:ext uri="{FF2B5EF4-FFF2-40B4-BE49-F238E27FC236}">
                    <a16:creationId xmlns:a16="http://schemas.microsoft.com/office/drawing/2014/main" id="{6F2F2C50-29E3-42E4-A2F0-204EF7CB4DF1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8" name="pg1231">
                <a:extLst>
                  <a:ext uri="{FF2B5EF4-FFF2-40B4-BE49-F238E27FC236}">
                    <a16:creationId xmlns:a16="http://schemas.microsoft.com/office/drawing/2014/main" id="{80197B55-CCE3-AAA1-7236-63AF8EB21D9A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39" name="pg1232">
                <a:extLst>
                  <a:ext uri="{FF2B5EF4-FFF2-40B4-BE49-F238E27FC236}">
                    <a16:creationId xmlns:a16="http://schemas.microsoft.com/office/drawing/2014/main" id="{62B775AD-E4E1-1636-00BE-5AA614E79528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0" name="pg1233">
                <a:extLst>
                  <a:ext uri="{FF2B5EF4-FFF2-40B4-BE49-F238E27FC236}">
                    <a16:creationId xmlns:a16="http://schemas.microsoft.com/office/drawing/2014/main" id="{F10B1E7E-C1C5-8246-B7FB-641230C63D9A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1" name="pg1234">
                <a:extLst>
                  <a:ext uri="{FF2B5EF4-FFF2-40B4-BE49-F238E27FC236}">
                    <a16:creationId xmlns:a16="http://schemas.microsoft.com/office/drawing/2014/main" id="{1998479C-BCB6-FEE7-2517-732A48388EF4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2" name="pg1235">
                <a:extLst>
                  <a:ext uri="{FF2B5EF4-FFF2-40B4-BE49-F238E27FC236}">
                    <a16:creationId xmlns:a16="http://schemas.microsoft.com/office/drawing/2014/main" id="{255D323F-ED60-9F5E-11AC-9FD38B35E178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3" name="pg1236">
                <a:extLst>
                  <a:ext uri="{FF2B5EF4-FFF2-40B4-BE49-F238E27FC236}">
                    <a16:creationId xmlns:a16="http://schemas.microsoft.com/office/drawing/2014/main" id="{D2706A71-CEE4-1CBE-FA51-252A0FF12CE4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4" name="pg1237">
                <a:extLst>
                  <a:ext uri="{FF2B5EF4-FFF2-40B4-BE49-F238E27FC236}">
                    <a16:creationId xmlns:a16="http://schemas.microsoft.com/office/drawing/2014/main" id="{E96DDDC3-7022-CFEE-87DD-4DBD3977FF15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5" name="pg1238">
                <a:extLst>
                  <a:ext uri="{FF2B5EF4-FFF2-40B4-BE49-F238E27FC236}">
                    <a16:creationId xmlns:a16="http://schemas.microsoft.com/office/drawing/2014/main" id="{767D20C8-7C15-5DFE-B6D5-40EAABC8CCD5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6" name="pg1239">
                <a:extLst>
                  <a:ext uri="{FF2B5EF4-FFF2-40B4-BE49-F238E27FC236}">
                    <a16:creationId xmlns:a16="http://schemas.microsoft.com/office/drawing/2014/main" id="{7824CA45-A0E4-99D9-1849-06520D8AB1FB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7" name="pg1240">
                <a:extLst>
                  <a:ext uri="{FF2B5EF4-FFF2-40B4-BE49-F238E27FC236}">
                    <a16:creationId xmlns:a16="http://schemas.microsoft.com/office/drawing/2014/main" id="{002091A7-13F6-5986-0CB5-A24BE5B7121B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8" name="pg1241">
                <a:extLst>
                  <a:ext uri="{FF2B5EF4-FFF2-40B4-BE49-F238E27FC236}">
                    <a16:creationId xmlns:a16="http://schemas.microsoft.com/office/drawing/2014/main" id="{C2579B12-6A92-3795-03BC-C6A60A67E4C3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49" name="pg1242">
                <a:extLst>
                  <a:ext uri="{FF2B5EF4-FFF2-40B4-BE49-F238E27FC236}">
                    <a16:creationId xmlns:a16="http://schemas.microsoft.com/office/drawing/2014/main" id="{9797C9E6-39B9-0160-A8D2-DDEFA9D5E8D0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0" name="pg1243">
                <a:extLst>
                  <a:ext uri="{FF2B5EF4-FFF2-40B4-BE49-F238E27FC236}">
                    <a16:creationId xmlns:a16="http://schemas.microsoft.com/office/drawing/2014/main" id="{40BB7FDC-FDED-D683-E41F-05DAC5C62831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1" name="pg1244">
                <a:extLst>
                  <a:ext uri="{FF2B5EF4-FFF2-40B4-BE49-F238E27FC236}">
                    <a16:creationId xmlns:a16="http://schemas.microsoft.com/office/drawing/2014/main" id="{2DFEFD56-4F1D-7E58-3960-43947B8349A9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2" name="pg1245">
                <a:extLst>
                  <a:ext uri="{FF2B5EF4-FFF2-40B4-BE49-F238E27FC236}">
                    <a16:creationId xmlns:a16="http://schemas.microsoft.com/office/drawing/2014/main" id="{A6F2091C-417E-9CD8-F7ED-0876143D54B5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3" name="pg1246">
                <a:extLst>
                  <a:ext uri="{FF2B5EF4-FFF2-40B4-BE49-F238E27FC236}">
                    <a16:creationId xmlns:a16="http://schemas.microsoft.com/office/drawing/2014/main" id="{33F8B434-AE40-837A-20E9-2E3B1981EE1D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4" name="pg1247">
                <a:extLst>
                  <a:ext uri="{FF2B5EF4-FFF2-40B4-BE49-F238E27FC236}">
                    <a16:creationId xmlns:a16="http://schemas.microsoft.com/office/drawing/2014/main" id="{2604521E-7D8F-45EB-FCA0-3CC18F1EB908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5" name="pg1248">
                <a:extLst>
                  <a:ext uri="{FF2B5EF4-FFF2-40B4-BE49-F238E27FC236}">
                    <a16:creationId xmlns:a16="http://schemas.microsoft.com/office/drawing/2014/main" id="{400DC93B-D4CA-4E82-D004-9C506602630B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6" name="pg1249">
                <a:extLst>
                  <a:ext uri="{FF2B5EF4-FFF2-40B4-BE49-F238E27FC236}">
                    <a16:creationId xmlns:a16="http://schemas.microsoft.com/office/drawing/2014/main" id="{8A7439FA-DC20-752B-FE1C-D1BB28CA3D70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7" name="pg1250">
                <a:extLst>
                  <a:ext uri="{FF2B5EF4-FFF2-40B4-BE49-F238E27FC236}">
                    <a16:creationId xmlns:a16="http://schemas.microsoft.com/office/drawing/2014/main" id="{7DAD01FD-E3D4-E9EE-F838-42A465196DEC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8" name="pg1251">
                <a:extLst>
                  <a:ext uri="{FF2B5EF4-FFF2-40B4-BE49-F238E27FC236}">
                    <a16:creationId xmlns:a16="http://schemas.microsoft.com/office/drawing/2014/main" id="{1D959655-55B3-0571-BCFA-31F0F67C5FDC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59" name="pg1252">
                <a:extLst>
                  <a:ext uri="{FF2B5EF4-FFF2-40B4-BE49-F238E27FC236}">
                    <a16:creationId xmlns:a16="http://schemas.microsoft.com/office/drawing/2014/main" id="{0D2568E5-F58C-846C-497F-9F55DBFB80B8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0" name="pg1253">
                <a:extLst>
                  <a:ext uri="{FF2B5EF4-FFF2-40B4-BE49-F238E27FC236}">
                    <a16:creationId xmlns:a16="http://schemas.microsoft.com/office/drawing/2014/main" id="{740945C4-2957-9362-2D95-78FAFD04B9A0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1" name="pg1254">
                <a:extLst>
                  <a:ext uri="{FF2B5EF4-FFF2-40B4-BE49-F238E27FC236}">
                    <a16:creationId xmlns:a16="http://schemas.microsoft.com/office/drawing/2014/main" id="{44A23E7B-1F27-F740-847B-E900EF5B1DD9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2" name="pg1255">
                <a:extLst>
                  <a:ext uri="{FF2B5EF4-FFF2-40B4-BE49-F238E27FC236}">
                    <a16:creationId xmlns:a16="http://schemas.microsoft.com/office/drawing/2014/main" id="{732E3943-B68C-96CA-28F4-D13DD8A6B9E3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3" name="pg1256">
                <a:extLst>
                  <a:ext uri="{FF2B5EF4-FFF2-40B4-BE49-F238E27FC236}">
                    <a16:creationId xmlns:a16="http://schemas.microsoft.com/office/drawing/2014/main" id="{BEC79A8B-9128-3B73-C428-9C7E2ADDF3FD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4" name="pg1257">
                <a:extLst>
                  <a:ext uri="{FF2B5EF4-FFF2-40B4-BE49-F238E27FC236}">
                    <a16:creationId xmlns:a16="http://schemas.microsoft.com/office/drawing/2014/main" id="{7AEE0459-E849-F073-B848-AAC3362AE3E2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5" name="pg1258">
                <a:extLst>
                  <a:ext uri="{FF2B5EF4-FFF2-40B4-BE49-F238E27FC236}">
                    <a16:creationId xmlns:a16="http://schemas.microsoft.com/office/drawing/2014/main" id="{1DD7BF16-427E-0BFA-EA05-1DCF78B70E09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6" name="pg1259">
                <a:extLst>
                  <a:ext uri="{FF2B5EF4-FFF2-40B4-BE49-F238E27FC236}">
                    <a16:creationId xmlns:a16="http://schemas.microsoft.com/office/drawing/2014/main" id="{6E408570-C759-BF74-8137-9E33F4C72176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7" name="pg1260">
                <a:extLst>
                  <a:ext uri="{FF2B5EF4-FFF2-40B4-BE49-F238E27FC236}">
                    <a16:creationId xmlns:a16="http://schemas.microsoft.com/office/drawing/2014/main" id="{22C74991-43F7-137E-DA64-5F9D1F3CE9D0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8" name="pg1261">
                <a:extLst>
                  <a:ext uri="{FF2B5EF4-FFF2-40B4-BE49-F238E27FC236}">
                    <a16:creationId xmlns:a16="http://schemas.microsoft.com/office/drawing/2014/main" id="{C0DDA211-F35D-EC0A-A244-848042B55FBF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69" name="pg1262">
                <a:extLst>
                  <a:ext uri="{FF2B5EF4-FFF2-40B4-BE49-F238E27FC236}">
                    <a16:creationId xmlns:a16="http://schemas.microsoft.com/office/drawing/2014/main" id="{70D3DAA6-1FB4-06AE-4F2E-5B005E9FB7E5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0" name="pg1263">
                <a:extLst>
                  <a:ext uri="{FF2B5EF4-FFF2-40B4-BE49-F238E27FC236}">
                    <a16:creationId xmlns:a16="http://schemas.microsoft.com/office/drawing/2014/main" id="{3802A79E-C33B-CC3F-3A4E-2610C0B2ED3B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1" name="pg1264">
                <a:extLst>
                  <a:ext uri="{FF2B5EF4-FFF2-40B4-BE49-F238E27FC236}">
                    <a16:creationId xmlns:a16="http://schemas.microsoft.com/office/drawing/2014/main" id="{255CBDE9-7758-3D32-8CF9-07A66F6E3249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2" name="pg1265">
                <a:extLst>
                  <a:ext uri="{FF2B5EF4-FFF2-40B4-BE49-F238E27FC236}">
                    <a16:creationId xmlns:a16="http://schemas.microsoft.com/office/drawing/2014/main" id="{46E092C7-69CF-3856-2D9B-E9D3CC0AAE21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3" name="pg1266">
                <a:extLst>
                  <a:ext uri="{FF2B5EF4-FFF2-40B4-BE49-F238E27FC236}">
                    <a16:creationId xmlns:a16="http://schemas.microsoft.com/office/drawing/2014/main" id="{A4D4F524-D71A-F315-4C04-B2BEA09C021D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4" name="pg1267">
                <a:extLst>
                  <a:ext uri="{FF2B5EF4-FFF2-40B4-BE49-F238E27FC236}">
                    <a16:creationId xmlns:a16="http://schemas.microsoft.com/office/drawing/2014/main" id="{34EDD949-A4C6-ED96-7DC0-923038206A8E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5" name="pg1268">
                <a:extLst>
                  <a:ext uri="{FF2B5EF4-FFF2-40B4-BE49-F238E27FC236}">
                    <a16:creationId xmlns:a16="http://schemas.microsoft.com/office/drawing/2014/main" id="{169975F3-CA87-F2E6-35E0-524969DDBBE8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6" name="pg1269">
                <a:extLst>
                  <a:ext uri="{FF2B5EF4-FFF2-40B4-BE49-F238E27FC236}">
                    <a16:creationId xmlns:a16="http://schemas.microsoft.com/office/drawing/2014/main" id="{B4C73974-0E94-221E-7C90-1444B744324F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7" name="pg1270">
                <a:extLst>
                  <a:ext uri="{FF2B5EF4-FFF2-40B4-BE49-F238E27FC236}">
                    <a16:creationId xmlns:a16="http://schemas.microsoft.com/office/drawing/2014/main" id="{B9BD5304-4D86-5682-6F53-83E04C93733F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8" name="pg1271">
                <a:extLst>
                  <a:ext uri="{FF2B5EF4-FFF2-40B4-BE49-F238E27FC236}">
                    <a16:creationId xmlns:a16="http://schemas.microsoft.com/office/drawing/2014/main" id="{44D2A8F7-9F12-D268-B106-CF637210869E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79" name="pg1272">
                <a:extLst>
                  <a:ext uri="{FF2B5EF4-FFF2-40B4-BE49-F238E27FC236}">
                    <a16:creationId xmlns:a16="http://schemas.microsoft.com/office/drawing/2014/main" id="{CEAFBA60-AF97-2D61-D71C-95AD247F93CD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0" name="pg1273">
                <a:extLst>
                  <a:ext uri="{FF2B5EF4-FFF2-40B4-BE49-F238E27FC236}">
                    <a16:creationId xmlns:a16="http://schemas.microsoft.com/office/drawing/2014/main" id="{8AF5117B-BBFA-BAB4-9367-548BD7574172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1" name="pg1274">
                <a:extLst>
                  <a:ext uri="{FF2B5EF4-FFF2-40B4-BE49-F238E27FC236}">
                    <a16:creationId xmlns:a16="http://schemas.microsoft.com/office/drawing/2014/main" id="{DBD1E41A-14B4-FA3B-8821-EEABFAB94BC8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2" name="pg1275">
                <a:extLst>
                  <a:ext uri="{FF2B5EF4-FFF2-40B4-BE49-F238E27FC236}">
                    <a16:creationId xmlns:a16="http://schemas.microsoft.com/office/drawing/2014/main" id="{C3B056B7-7A0D-527D-1966-19A4197A19D4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3" name="pg1276">
                <a:extLst>
                  <a:ext uri="{FF2B5EF4-FFF2-40B4-BE49-F238E27FC236}">
                    <a16:creationId xmlns:a16="http://schemas.microsoft.com/office/drawing/2014/main" id="{A349F524-2C2C-533E-AC05-6EB9790FAA39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4" name="pg1277">
                <a:extLst>
                  <a:ext uri="{FF2B5EF4-FFF2-40B4-BE49-F238E27FC236}">
                    <a16:creationId xmlns:a16="http://schemas.microsoft.com/office/drawing/2014/main" id="{6C56D281-E137-FFFC-551B-68FCCB64DC7B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5" name="pg1278">
                <a:extLst>
                  <a:ext uri="{FF2B5EF4-FFF2-40B4-BE49-F238E27FC236}">
                    <a16:creationId xmlns:a16="http://schemas.microsoft.com/office/drawing/2014/main" id="{4584737F-2A89-B1C2-5FD9-C3F86AAEF124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6" name="pg1279">
                <a:extLst>
                  <a:ext uri="{FF2B5EF4-FFF2-40B4-BE49-F238E27FC236}">
                    <a16:creationId xmlns:a16="http://schemas.microsoft.com/office/drawing/2014/main" id="{FCBD2B61-BE1F-352A-FD7E-77548AB7368E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7" name="pg1280">
                <a:extLst>
                  <a:ext uri="{FF2B5EF4-FFF2-40B4-BE49-F238E27FC236}">
                    <a16:creationId xmlns:a16="http://schemas.microsoft.com/office/drawing/2014/main" id="{F1793E30-4CE7-508E-D94C-53E88E8C40F0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8" name="pg1281">
                <a:extLst>
                  <a:ext uri="{FF2B5EF4-FFF2-40B4-BE49-F238E27FC236}">
                    <a16:creationId xmlns:a16="http://schemas.microsoft.com/office/drawing/2014/main" id="{62865CF8-F2BF-959D-D1C5-41DD3C9860E0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89" name="pg1282">
                <a:extLst>
                  <a:ext uri="{FF2B5EF4-FFF2-40B4-BE49-F238E27FC236}">
                    <a16:creationId xmlns:a16="http://schemas.microsoft.com/office/drawing/2014/main" id="{8AED6EBD-B037-875D-320A-6A144C06D1CF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0" name="pg1283">
                <a:extLst>
                  <a:ext uri="{FF2B5EF4-FFF2-40B4-BE49-F238E27FC236}">
                    <a16:creationId xmlns:a16="http://schemas.microsoft.com/office/drawing/2014/main" id="{A16CBB28-9B96-DB8E-338E-E4CFF190B8C7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1" name="pg1284">
                <a:extLst>
                  <a:ext uri="{FF2B5EF4-FFF2-40B4-BE49-F238E27FC236}">
                    <a16:creationId xmlns:a16="http://schemas.microsoft.com/office/drawing/2014/main" id="{20A60F8A-08C8-A5A6-BA77-46EB2769B788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2" name="pg1285">
                <a:extLst>
                  <a:ext uri="{FF2B5EF4-FFF2-40B4-BE49-F238E27FC236}">
                    <a16:creationId xmlns:a16="http://schemas.microsoft.com/office/drawing/2014/main" id="{5FD21A03-6345-E68A-D353-26A0FE0C55FD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3" name="pg1286">
                <a:extLst>
                  <a:ext uri="{FF2B5EF4-FFF2-40B4-BE49-F238E27FC236}">
                    <a16:creationId xmlns:a16="http://schemas.microsoft.com/office/drawing/2014/main" id="{A60BD3C6-0F74-4DBA-3896-F32106CBAE28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4" name="pg1287">
                <a:extLst>
                  <a:ext uri="{FF2B5EF4-FFF2-40B4-BE49-F238E27FC236}">
                    <a16:creationId xmlns:a16="http://schemas.microsoft.com/office/drawing/2014/main" id="{2240E371-34C2-7166-7044-418379A7ADE7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5" name="pg1288">
                <a:extLst>
                  <a:ext uri="{FF2B5EF4-FFF2-40B4-BE49-F238E27FC236}">
                    <a16:creationId xmlns:a16="http://schemas.microsoft.com/office/drawing/2014/main" id="{F905A396-4B18-A2B0-8F5A-BAA45CA52A1A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6" name="pg1289">
                <a:extLst>
                  <a:ext uri="{FF2B5EF4-FFF2-40B4-BE49-F238E27FC236}">
                    <a16:creationId xmlns:a16="http://schemas.microsoft.com/office/drawing/2014/main" id="{FB5AEBC4-81EF-323F-50C3-5735EE7F783D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7" name="pg1290">
                <a:extLst>
                  <a:ext uri="{FF2B5EF4-FFF2-40B4-BE49-F238E27FC236}">
                    <a16:creationId xmlns:a16="http://schemas.microsoft.com/office/drawing/2014/main" id="{FD67BADC-B1B9-42F6-9AD7-5A8EAFE591CC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8" name="pg1291">
                <a:extLst>
                  <a:ext uri="{FF2B5EF4-FFF2-40B4-BE49-F238E27FC236}">
                    <a16:creationId xmlns:a16="http://schemas.microsoft.com/office/drawing/2014/main" id="{B3355CC9-3C51-F679-C461-74D48AC77107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199" name="pg1292">
                <a:extLst>
                  <a:ext uri="{FF2B5EF4-FFF2-40B4-BE49-F238E27FC236}">
                    <a16:creationId xmlns:a16="http://schemas.microsoft.com/office/drawing/2014/main" id="{95952EF9-6BB0-C9A1-4A1D-D6B5AA8F7E74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0" name="pg1293">
                <a:extLst>
                  <a:ext uri="{FF2B5EF4-FFF2-40B4-BE49-F238E27FC236}">
                    <a16:creationId xmlns:a16="http://schemas.microsoft.com/office/drawing/2014/main" id="{A6A31023-272F-BB1A-3773-C3505F70E2CE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1" name="pg1294">
                <a:extLst>
                  <a:ext uri="{FF2B5EF4-FFF2-40B4-BE49-F238E27FC236}">
                    <a16:creationId xmlns:a16="http://schemas.microsoft.com/office/drawing/2014/main" id="{3868EBF8-98AB-AA61-A5E4-10841D9CC694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2" name="pg1295">
                <a:extLst>
                  <a:ext uri="{FF2B5EF4-FFF2-40B4-BE49-F238E27FC236}">
                    <a16:creationId xmlns:a16="http://schemas.microsoft.com/office/drawing/2014/main" id="{102C8B7D-3A0B-2C07-12DF-3BDB4DE1F581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3" name="pg1296">
                <a:extLst>
                  <a:ext uri="{FF2B5EF4-FFF2-40B4-BE49-F238E27FC236}">
                    <a16:creationId xmlns:a16="http://schemas.microsoft.com/office/drawing/2014/main" id="{C779BFAB-C0DC-A694-DAED-F4D0A7DFCD41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4" name="pg1297">
                <a:extLst>
                  <a:ext uri="{FF2B5EF4-FFF2-40B4-BE49-F238E27FC236}">
                    <a16:creationId xmlns:a16="http://schemas.microsoft.com/office/drawing/2014/main" id="{1523FC12-CD81-BFAD-FBBB-109366792BA6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5" name="pg1298">
                <a:extLst>
                  <a:ext uri="{FF2B5EF4-FFF2-40B4-BE49-F238E27FC236}">
                    <a16:creationId xmlns:a16="http://schemas.microsoft.com/office/drawing/2014/main" id="{345D2C76-6E43-0DC1-3109-6C5C58F8EBC7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6" name="pg1299">
                <a:extLst>
                  <a:ext uri="{FF2B5EF4-FFF2-40B4-BE49-F238E27FC236}">
                    <a16:creationId xmlns:a16="http://schemas.microsoft.com/office/drawing/2014/main" id="{AC516335-ADA2-390C-DA18-DB1AEF20DD37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7" name="pg1300">
                <a:extLst>
                  <a:ext uri="{FF2B5EF4-FFF2-40B4-BE49-F238E27FC236}">
                    <a16:creationId xmlns:a16="http://schemas.microsoft.com/office/drawing/2014/main" id="{B3EB94DC-8DE5-1D52-3C51-07B1FB94D42E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8" name="pg1301">
                <a:extLst>
                  <a:ext uri="{FF2B5EF4-FFF2-40B4-BE49-F238E27FC236}">
                    <a16:creationId xmlns:a16="http://schemas.microsoft.com/office/drawing/2014/main" id="{F23E396B-2C3C-9571-43AE-9F941769AC84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09" name="pg1302">
                <a:extLst>
                  <a:ext uri="{FF2B5EF4-FFF2-40B4-BE49-F238E27FC236}">
                    <a16:creationId xmlns:a16="http://schemas.microsoft.com/office/drawing/2014/main" id="{2900E252-F992-88AE-A8D5-FD0CC750D2E5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0" name="pg1303">
                <a:extLst>
                  <a:ext uri="{FF2B5EF4-FFF2-40B4-BE49-F238E27FC236}">
                    <a16:creationId xmlns:a16="http://schemas.microsoft.com/office/drawing/2014/main" id="{C9507A42-2BD1-2E54-03DA-2C2D773C5107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1" name="pg1304">
                <a:extLst>
                  <a:ext uri="{FF2B5EF4-FFF2-40B4-BE49-F238E27FC236}">
                    <a16:creationId xmlns:a16="http://schemas.microsoft.com/office/drawing/2014/main" id="{4BC2238F-90FB-1762-6A39-B3C235C99351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2" name="pg1305">
                <a:extLst>
                  <a:ext uri="{FF2B5EF4-FFF2-40B4-BE49-F238E27FC236}">
                    <a16:creationId xmlns:a16="http://schemas.microsoft.com/office/drawing/2014/main" id="{022A505D-1C4A-4178-8331-BC0A4AB673CC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3" name="pg1306">
                <a:extLst>
                  <a:ext uri="{FF2B5EF4-FFF2-40B4-BE49-F238E27FC236}">
                    <a16:creationId xmlns:a16="http://schemas.microsoft.com/office/drawing/2014/main" id="{E3E771EE-2D31-B8B7-7D03-ED21CD3F6BFC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4" name="pg1307">
                <a:extLst>
                  <a:ext uri="{FF2B5EF4-FFF2-40B4-BE49-F238E27FC236}">
                    <a16:creationId xmlns:a16="http://schemas.microsoft.com/office/drawing/2014/main" id="{00C80256-C5C3-F100-65E9-1A2B49C604A2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5" name="pg1308">
                <a:extLst>
                  <a:ext uri="{FF2B5EF4-FFF2-40B4-BE49-F238E27FC236}">
                    <a16:creationId xmlns:a16="http://schemas.microsoft.com/office/drawing/2014/main" id="{87DAF3DB-4828-2D32-A914-D7EB07EEBB41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6" name="pg1309">
                <a:extLst>
                  <a:ext uri="{FF2B5EF4-FFF2-40B4-BE49-F238E27FC236}">
                    <a16:creationId xmlns:a16="http://schemas.microsoft.com/office/drawing/2014/main" id="{FEA489BF-A794-E42C-400E-BFCA841DC9A2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7" name="pg1310">
                <a:extLst>
                  <a:ext uri="{FF2B5EF4-FFF2-40B4-BE49-F238E27FC236}">
                    <a16:creationId xmlns:a16="http://schemas.microsoft.com/office/drawing/2014/main" id="{3E05B7BD-A16D-B427-451C-C014C5288109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8" name="pg1311">
                <a:extLst>
                  <a:ext uri="{FF2B5EF4-FFF2-40B4-BE49-F238E27FC236}">
                    <a16:creationId xmlns:a16="http://schemas.microsoft.com/office/drawing/2014/main" id="{113581B7-602D-CD78-0256-09282FC00143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19" name="pg1312">
                <a:extLst>
                  <a:ext uri="{FF2B5EF4-FFF2-40B4-BE49-F238E27FC236}">
                    <a16:creationId xmlns:a16="http://schemas.microsoft.com/office/drawing/2014/main" id="{09178DC6-C3A7-13C0-8033-4858C6051FA0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0" name="pg1313">
                <a:extLst>
                  <a:ext uri="{FF2B5EF4-FFF2-40B4-BE49-F238E27FC236}">
                    <a16:creationId xmlns:a16="http://schemas.microsoft.com/office/drawing/2014/main" id="{88672F96-D06A-BD32-D305-F58BEBF6436B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1" name="pg1314">
                <a:extLst>
                  <a:ext uri="{FF2B5EF4-FFF2-40B4-BE49-F238E27FC236}">
                    <a16:creationId xmlns:a16="http://schemas.microsoft.com/office/drawing/2014/main" id="{A08B1E52-EC53-21FD-7019-46481E890CFF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2" name="pg1315">
                <a:extLst>
                  <a:ext uri="{FF2B5EF4-FFF2-40B4-BE49-F238E27FC236}">
                    <a16:creationId xmlns:a16="http://schemas.microsoft.com/office/drawing/2014/main" id="{B0DDED89-A932-7BAF-362B-BCFC2C83ABD8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3" name="pg1316">
                <a:extLst>
                  <a:ext uri="{FF2B5EF4-FFF2-40B4-BE49-F238E27FC236}">
                    <a16:creationId xmlns:a16="http://schemas.microsoft.com/office/drawing/2014/main" id="{26974AA3-F72B-BF92-EF04-B9C1F9B136A1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4" name="pg1317">
                <a:extLst>
                  <a:ext uri="{FF2B5EF4-FFF2-40B4-BE49-F238E27FC236}">
                    <a16:creationId xmlns:a16="http://schemas.microsoft.com/office/drawing/2014/main" id="{A2D5C316-203B-4E2C-E908-5EAC8FA5495C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5" name="pg1318">
                <a:extLst>
                  <a:ext uri="{FF2B5EF4-FFF2-40B4-BE49-F238E27FC236}">
                    <a16:creationId xmlns:a16="http://schemas.microsoft.com/office/drawing/2014/main" id="{5B5DF974-AE6F-4D2D-54DE-95EC00B6FF85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6" name="pg1319">
                <a:extLst>
                  <a:ext uri="{FF2B5EF4-FFF2-40B4-BE49-F238E27FC236}">
                    <a16:creationId xmlns:a16="http://schemas.microsoft.com/office/drawing/2014/main" id="{2FB63BD1-06F4-D47D-0E12-67A29914A451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7" name="pg1320">
                <a:extLst>
                  <a:ext uri="{FF2B5EF4-FFF2-40B4-BE49-F238E27FC236}">
                    <a16:creationId xmlns:a16="http://schemas.microsoft.com/office/drawing/2014/main" id="{CC5CC6F3-D331-9310-7C9D-C5311FA0E194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8" name="pg1321">
                <a:extLst>
                  <a:ext uri="{FF2B5EF4-FFF2-40B4-BE49-F238E27FC236}">
                    <a16:creationId xmlns:a16="http://schemas.microsoft.com/office/drawing/2014/main" id="{9719DA8E-1ADE-4B34-6C9E-F1323ABE51A0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29" name="pg1322">
                <a:extLst>
                  <a:ext uri="{FF2B5EF4-FFF2-40B4-BE49-F238E27FC236}">
                    <a16:creationId xmlns:a16="http://schemas.microsoft.com/office/drawing/2014/main" id="{5DE34734-B325-6488-4DD7-7C2DD4B6A00F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0" name="pg1323">
                <a:extLst>
                  <a:ext uri="{FF2B5EF4-FFF2-40B4-BE49-F238E27FC236}">
                    <a16:creationId xmlns:a16="http://schemas.microsoft.com/office/drawing/2014/main" id="{8B9E5CA5-8C32-1B27-C958-393271251B62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1" name="pg1324">
                <a:extLst>
                  <a:ext uri="{FF2B5EF4-FFF2-40B4-BE49-F238E27FC236}">
                    <a16:creationId xmlns:a16="http://schemas.microsoft.com/office/drawing/2014/main" id="{A37FC146-A18E-78F6-20C8-789154FDB4FA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2" name="pg1325">
                <a:extLst>
                  <a:ext uri="{FF2B5EF4-FFF2-40B4-BE49-F238E27FC236}">
                    <a16:creationId xmlns:a16="http://schemas.microsoft.com/office/drawing/2014/main" id="{702B69A4-848E-40EA-0EDD-DBA5BF153617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3" name="pg1326">
                <a:extLst>
                  <a:ext uri="{FF2B5EF4-FFF2-40B4-BE49-F238E27FC236}">
                    <a16:creationId xmlns:a16="http://schemas.microsoft.com/office/drawing/2014/main" id="{41019ECE-0EC0-D2B2-375F-5370D4EA0A07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4" name="pg1327">
                <a:extLst>
                  <a:ext uri="{FF2B5EF4-FFF2-40B4-BE49-F238E27FC236}">
                    <a16:creationId xmlns:a16="http://schemas.microsoft.com/office/drawing/2014/main" id="{3CDD7B39-03BA-E52C-F79A-BD7BE15CD558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5" name="pg1328">
                <a:extLst>
                  <a:ext uri="{FF2B5EF4-FFF2-40B4-BE49-F238E27FC236}">
                    <a16:creationId xmlns:a16="http://schemas.microsoft.com/office/drawing/2014/main" id="{7F0F350D-A68D-275D-99B6-AF1AC1A55047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6" name="pg1329">
                <a:extLst>
                  <a:ext uri="{FF2B5EF4-FFF2-40B4-BE49-F238E27FC236}">
                    <a16:creationId xmlns:a16="http://schemas.microsoft.com/office/drawing/2014/main" id="{84EC1368-3CB2-B90E-8F34-60BC829D0316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7" name="pg1330">
                <a:extLst>
                  <a:ext uri="{FF2B5EF4-FFF2-40B4-BE49-F238E27FC236}">
                    <a16:creationId xmlns:a16="http://schemas.microsoft.com/office/drawing/2014/main" id="{E706425C-28DF-8680-ABF9-820B0363FDC1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8" name="pg1331">
                <a:extLst>
                  <a:ext uri="{FF2B5EF4-FFF2-40B4-BE49-F238E27FC236}">
                    <a16:creationId xmlns:a16="http://schemas.microsoft.com/office/drawing/2014/main" id="{05B260FD-F534-824F-84E9-1D65A98F0C16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39" name="pg1332">
                <a:extLst>
                  <a:ext uri="{FF2B5EF4-FFF2-40B4-BE49-F238E27FC236}">
                    <a16:creationId xmlns:a16="http://schemas.microsoft.com/office/drawing/2014/main" id="{40EC8387-DC4C-909E-C2D5-AD6BAA496CD0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0" name="pg1333">
                <a:extLst>
                  <a:ext uri="{FF2B5EF4-FFF2-40B4-BE49-F238E27FC236}">
                    <a16:creationId xmlns:a16="http://schemas.microsoft.com/office/drawing/2014/main" id="{2C8FAC29-5F22-1F4B-36FD-AE57D2EA7177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1" name="pg1334">
                <a:extLst>
                  <a:ext uri="{FF2B5EF4-FFF2-40B4-BE49-F238E27FC236}">
                    <a16:creationId xmlns:a16="http://schemas.microsoft.com/office/drawing/2014/main" id="{C553A8BE-5843-5188-6589-BE919A436143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2" name="pg1335">
                <a:extLst>
                  <a:ext uri="{FF2B5EF4-FFF2-40B4-BE49-F238E27FC236}">
                    <a16:creationId xmlns:a16="http://schemas.microsoft.com/office/drawing/2014/main" id="{7BE4D240-14FE-F8D8-61B0-306D5B3CE2D1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3" name="pg1336">
                <a:extLst>
                  <a:ext uri="{FF2B5EF4-FFF2-40B4-BE49-F238E27FC236}">
                    <a16:creationId xmlns:a16="http://schemas.microsoft.com/office/drawing/2014/main" id="{A9226E84-FE33-296D-4393-AD48FA29DDCE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4" name="pg1337">
                <a:extLst>
                  <a:ext uri="{FF2B5EF4-FFF2-40B4-BE49-F238E27FC236}">
                    <a16:creationId xmlns:a16="http://schemas.microsoft.com/office/drawing/2014/main" id="{5FA47499-F047-3DA0-CEE5-5CDBE291B0E2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5" name="pg1338">
                <a:extLst>
                  <a:ext uri="{FF2B5EF4-FFF2-40B4-BE49-F238E27FC236}">
                    <a16:creationId xmlns:a16="http://schemas.microsoft.com/office/drawing/2014/main" id="{5412C340-09D5-4285-C37C-6C805713BFEE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6" name="pg1339">
                <a:extLst>
                  <a:ext uri="{FF2B5EF4-FFF2-40B4-BE49-F238E27FC236}">
                    <a16:creationId xmlns:a16="http://schemas.microsoft.com/office/drawing/2014/main" id="{A8CE1255-B69E-2F16-C3E2-2720DD406495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7" name="pg1340">
                <a:extLst>
                  <a:ext uri="{FF2B5EF4-FFF2-40B4-BE49-F238E27FC236}">
                    <a16:creationId xmlns:a16="http://schemas.microsoft.com/office/drawing/2014/main" id="{2DCEE069-4070-C065-712F-0DCF213324EE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8" name="pg1341">
                <a:extLst>
                  <a:ext uri="{FF2B5EF4-FFF2-40B4-BE49-F238E27FC236}">
                    <a16:creationId xmlns:a16="http://schemas.microsoft.com/office/drawing/2014/main" id="{85CC2CE7-D7FC-0EC7-ADD9-05B6C07F1DA4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49" name="pg1342">
                <a:extLst>
                  <a:ext uri="{FF2B5EF4-FFF2-40B4-BE49-F238E27FC236}">
                    <a16:creationId xmlns:a16="http://schemas.microsoft.com/office/drawing/2014/main" id="{03D3B7E0-B360-6129-DBC2-829561101100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0" name="pg1343">
                <a:extLst>
                  <a:ext uri="{FF2B5EF4-FFF2-40B4-BE49-F238E27FC236}">
                    <a16:creationId xmlns:a16="http://schemas.microsoft.com/office/drawing/2014/main" id="{11FD9BD3-74C6-1CAC-49EE-A338EEA3CBED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1" name="pg1344">
                <a:extLst>
                  <a:ext uri="{FF2B5EF4-FFF2-40B4-BE49-F238E27FC236}">
                    <a16:creationId xmlns:a16="http://schemas.microsoft.com/office/drawing/2014/main" id="{5E28C936-7A61-B38A-7B25-986AF92449DE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2" name="pg1345">
                <a:extLst>
                  <a:ext uri="{FF2B5EF4-FFF2-40B4-BE49-F238E27FC236}">
                    <a16:creationId xmlns:a16="http://schemas.microsoft.com/office/drawing/2014/main" id="{73DE286A-630F-05F5-30BC-5B1D652424AF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3" name="pg1346">
                <a:extLst>
                  <a:ext uri="{FF2B5EF4-FFF2-40B4-BE49-F238E27FC236}">
                    <a16:creationId xmlns:a16="http://schemas.microsoft.com/office/drawing/2014/main" id="{2B10AD4A-69B6-1D73-4F9A-51B893E029E0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4" name="pg1347">
                <a:extLst>
                  <a:ext uri="{FF2B5EF4-FFF2-40B4-BE49-F238E27FC236}">
                    <a16:creationId xmlns:a16="http://schemas.microsoft.com/office/drawing/2014/main" id="{4C01449F-B30E-9BF3-2357-FDDB6DD28EF4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5" name="pg1348">
                <a:extLst>
                  <a:ext uri="{FF2B5EF4-FFF2-40B4-BE49-F238E27FC236}">
                    <a16:creationId xmlns:a16="http://schemas.microsoft.com/office/drawing/2014/main" id="{0976F060-1B21-AE42-B3CC-7DF747F25EE3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6" name="pg1349">
                <a:extLst>
                  <a:ext uri="{FF2B5EF4-FFF2-40B4-BE49-F238E27FC236}">
                    <a16:creationId xmlns:a16="http://schemas.microsoft.com/office/drawing/2014/main" id="{E1B54983-9862-5075-B7B6-9DFEF3F9C5FF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7" name="pg1350">
                <a:extLst>
                  <a:ext uri="{FF2B5EF4-FFF2-40B4-BE49-F238E27FC236}">
                    <a16:creationId xmlns:a16="http://schemas.microsoft.com/office/drawing/2014/main" id="{409C3F92-2D41-0134-29EF-202EF2705982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8" name="pg1351">
                <a:extLst>
                  <a:ext uri="{FF2B5EF4-FFF2-40B4-BE49-F238E27FC236}">
                    <a16:creationId xmlns:a16="http://schemas.microsoft.com/office/drawing/2014/main" id="{10C3454C-91F6-6EB0-975F-698950F13909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59" name="pg1352">
                <a:extLst>
                  <a:ext uri="{FF2B5EF4-FFF2-40B4-BE49-F238E27FC236}">
                    <a16:creationId xmlns:a16="http://schemas.microsoft.com/office/drawing/2014/main" id="{58165DAE-5DFA-7293-9920-0019008D209C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0" name="pg1353">
                <a:extLst>
                  <a:ext uri="{FF2B5EF4-FFF2-40B4-BE49-F238E27FC236}">
                    <a16:creationId xmlns:a16="http://schemas.microsoft.com/office/drawing/2014/main" id="{D4589135-50CA-9F88-CD9D-E59D778CF78C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1" name="pg1354">
                <a:extLst>
                  <a:ext uri="{FF2B5EF4-FFF2-40B4-BE49-F238E27FC236}">
                    <a16:creationId xmlns:a16="http://schemas.microsoft.com/office/drawing/2014/main" id="{F24C0589-13C5-9856-A922-2B5FD87CCE7E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2" name="pg1355">
                <a:extLst>
                  <a:ext uri="{FF2B5EF4-FFF2-40B4-BE49-F238E27FC236}">
                    <a16:creationId xmlns:a16="http://schemas.microsoft.com/office/drawing/2014/main" id="{62D28D87-1FA5-2905-2380-C280267F4A7E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3" name="pg1356">
                <a:extLst>
                  <a:ext uri="{FF2B5EF4-FFF2-40B4-BE49-F238E27FC236}">
                    <a16:creationId xmlns:a16="http://schemas.microsoft.com/office/drawing/2014/main" id="{6C7BF92A-F4FD-2BCE-1C5E-744E9FC5F0DF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4" name="pg1357">
                <a:extLst>
                  <a:ext uri="{FF2B5EF4-FFF2-40B4-BE49-F238E27FC236}">
                    <a16:creationId xmlns:a16="http://schemas.microsoft.com/office/drawing/2014/main" id="{D29EB19B-D399-8B0E-5489-C821177C13B3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5" name="pg1358">
                <a:extLst>
                  <a:ext uri="{FF2B5EF4-FFF2-40B4-BE49-F238E27FC236}">
                    <a16:creationId xmlns:a16="http://schemas.microsoft.com/office/drawing/2014/main" id="{1594CF6B-AB69-CD1B-3E24-3B64EFB6BE64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6" name="pg1359">
                <a:extLst>
                  <a:ext uri="{FF2B5EF4-FFF2-40B4-BE49-F238E27FC236}">
                    <a16:creationId xmlns:a16="http://schemas.microsoft.com/office/drawing/2014/main" id="{2F1F66DE-7360-7704-1D64-476BC38BA275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7" name="pg1360">
                <a:extLst>
                  <a:ext uri="{FF2B5EF4-FFF2-40B4-BE49-F238E27FC236}">
                    <a16:creationId xmlns:a16="http://schemas.microsoft.com/office/drawing/2014/main" id="{D20882D9-D276-ACC3-4E06-B1105F9B93E1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8" name="pg1361">
                <a:extLst>
                  <a:ext uri="{FF2B5EF4-FFF2-40B4-BE49-F238E27FC236}">
                    <a16:creationId xmlns:a16="http://schemas.microsoft.com/office/drawing/2014/main" id="{DB7D80F6-CD05-4E9D-DD6D-AC9B30B35BDE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69" name="pg1362">
                <a:extLst>
                  <a:ext uri="{FF2B5EF4-FFF2-40B4-BE49-F238E27FC236}">
                    <a16:creationId xmlns:a16="http://schemas.microsoft.com/office/drawing/2014/main" id="{BA7823E5-5495-551B-0F70-A30AB7B89130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0" name="pg1363">
                <a:extLst>
                  <a:ext uri="{FF2B5EF4-FFF2-40B4-BE49-F238E27FC236}">
                    <a16:creationId xmlns:a16="http://schemas.microsoft.com/office/drawing/2014/main" id="{E3D0B14C-0526-AAA6-8CBD-C86928BDEAFE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1" name="pg1364">
                <a:extLst>
                  <a:ext uri="{FF2B5EF4-FFF2-40B4-BE49-F238E27FC236}">
                    <a16:creationId xmlns:a16="http://schemas.microsoft.com/office/drawing/2014/main" id="{FF170031-B571-F76B-85B8-ABFF07460CA7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2" name="pg1365">
                <a:extLst>
                  <a:ext uri="{FF2B5EF4-FFF2-40B4-BE49-F238E27FC236}">
                    <a16:creationId xmlns:a16="http://schemas.microsoft.com/office/drawing/2014/main" id="{60668FD5-8277-29BA-0B2F-6D69CDD16942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3" name="pg1366">
                <a:extLst>
                  <a:ext uri="{FF2B5EF4-FFF2-40B4-BE49-F238E27FC236}">
                    <a16:creationId xmlns:a16="http://schemas.microsoft.com/office/drawing/2014/main" id="{77C5CBE8-0FC6-57F3-3C78-282388B6D11D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4" name="pg1367">
                <a:extLst>
                  <a:ext uri="{FF2B5EF4-FFF2-40B4-BE49-F238E27FC236}">
                    <a16:creationId xmlns:a16="http://schemas.microsoft.com/office/drawing/2014/main" id="{0630BF33-6066-D2C8-6696-CE62636259CF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5" name="pg1368">
                <a:extLst>
                  <a:ext uri="{FF2B5EF4-FFF2-40B4-BE49-F238E27FC236}">
                    <a16:creationId xmlns:a16="http://schemas.microsoft.com/office/drawing/2014/main" id="{6AEA9475-9DC7-F4E5-10C8-8B4DEC7F839A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6" name="pg1369">
                <a:extLst>
                  <a:ext uri="{FF2B5EF4-FFF2-40B4-BE49-F238E27FC236}">
                    <a16:creationId xmlns:a16="http://schemas.microsoft.com/office/drawing/2014/main" id="{35E2266F-FE3C-2ECA-CA8C-878E574E50D4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7" name="pg1370">
                <a:extLst>
                  <a:ext uri="{FF2B5EF4-FFF2-40B4-BE49-F238E27FC236}">
                    <a16:creationId xmlns:a16="http://schemas.microsoft.com/office/drawing/2014/main" id="{D4A3B38A-FD01-1D15-7166-857DB7C12A86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8" name="pg1371">
                <a:extLst>
                  <a:ext uri="{FF2B5EF4-FFF2-40B4-BE49-F238E27FC236}">
                    <a16:creationId xmlns:a16="http://schemas.microsoft.com/office/drawing/2014/main" id="{97D4A896-8F90-FC7C-5185-17576BC840AD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79" name="pg1372">
                <a:extLst>
                  <a:ext uri="{FF2B5EF4-FFF2-40B4-BE49-F238E27FC236}">
                    <a16:creationId xmlns:a16="http://schemas.microsoft.com/office/drawing/2014/main" id="{4664C36D-1CFF-6A86-005F-89AC245014F0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0" name="pg1373">
                <a:extLst>
                  <a:ext uri="{FF2B5EF4-FFF2-40B4-BE49-F238E27FC236}">
                    <a16:creationId xmlns:a16="http://schemas.microsoft.com/office/drawing/2014/main" id="{C560A485-E4A8-BD35-77FA-1E02ED4AE571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1" name="pg1374">
                <a:extLst>
                  <a:ext uri="{FF2B5EF4-FFF2-40B4-BE49-F238E27FC236}">
                    <a16:creationId xmlns:a16="http://schemas.microsoft.com/office/drawing/2014/main" id="{AD40508B-9CA3-05F0-5D46-025B7BD778ED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2" name="pg1375">
                <a:extLst>
                  <a:ext uri="{FF2B5EF4-FFF2-40B4-BE49-F238E27FC236}">
                    <a16:creationId xmlns:a16="http://schemas.microsoft.com/office/drawing/2014/main" id="{19C296E0-E2DB-3E80-E698-0085C0F205B0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3" name="pg1376">
                <a:extLst>
                  <a:ext uri="{FF2B5EF4-FFF2-40B4-BE49-F238E27FC236}">
                    <a16:creationId xmlns:a16="http://schemas.microsoft.com/office/drawing/2014/main" id="{655A26CB-F974-11AC-DDEF-493FEB4FEEE0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4" name="pg1377">
                <a:extLst>
                  <a:ext uri="{FF2B5EF4-FFF2-40B4-BE49-F238E27FC236}">
                    <a16:creationId xmlns:a16="http://schemas.microsoft.com/office/drawing/2014/main" id="{45C71757-FA7F-C6CE-3A67-D03D2D036FEC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5" name="pg1378">
                <a:extLst>
                  <a:ext uri="{FF2B5EF4-FFF2-40B4-BE49-F238E27FC236}">
                    <a16:creationId xmlns:a16="http://schemas.microsoft.com/office/drawing/2014/main" id="{CD22D582-4848-E48F-73DA-416F3C409784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6" name="pg1379">
                <a:extLst>
                  <a:ext uri="{FF2B5EF4-FFF2-40B4-BE49-F238E27FC236}">
                    <a16:creationId xmlns:a16="http://schemas.microsoft.com/office/drawing/2014/main" id="{042D9D95-D39B-F51F-13A0-88746BB3601B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7" name="pg1380">
                <a:extLst>
                  <a:ext uri="{FF2B5EF4-FFF2-40B4-BE49-F238E27FC236}">
                    <a16:creationId xmlns:a16="http://schemas.microsoft.com/office/drawing/2014/main" id="{C155FF25-8522-6DE2-27A7-B1C475B7FCCD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8" name="pg1381">
                <a:extLst>
                  <a:ext uri="{FF2B5EF4-FFF2-40B4-BE49-F238E27FC236}">
                    <a16:creationId xmlns:a16="http://schemas.microsoft.com/office/drawing/2014/main" id="{268DCBF3-155D-8DB8-C864-D4F86F8425EB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89" name="pg1382">
                <a:extLst>
                  <a:ext uri="{FF2B5EF4-FFF2-40B4-BE49-F238E27FC236}">
                    <a16:creationId xmlns:a16="http://schemas.microsoft.com/office/drawing/2014/main" id="{A3FD6CA1-D566-5A2C-C4E1-1E083B6612B7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0" name="pg1383">
                <a:extLst>
                  <a:ext uri="{FF2B5EF4-FFF2-40B4-BE49-F238E27FC236}">
                    <a16:creationId xmlns:a16="http://schemas.microsoft.com/office/drawing/2014/main" id="{6C47A862-638D-8106-F7C4-7C996109C67F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1" name="pg1384">
                <a:extLst>
                  <a:ext uri="{FF2B5EF4-FFF2-40B4-BE49-F238E27FC236}">
                    <a16:creationId xmlns:a16="http://schemas.microsoft.com/office/drawing/2014/main" id="{09D8C33D-4511-F0CB-9E72-30830DAEDF47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2" name="pg1385">
                <a:extLst>
                  <a:ext uri="{FF2B5EF4-FFF2-40B4-BE49-F238E27FC236}">
                    <a16:creationId xmlns:a16="http://schemas.microsoft.com/office/drawing/2014/main" id="{D370F199-786B-2FE6-1E42-B0E5EEE77F8C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3" name="pg1386">
                <a:extLst>
                  <a:ext uri="{FF2B5EF4-FFF2-40B4-BE49-F238E27FC236}">
                    <a16:creationId xmlns:a16="http://schemas.microsoft.com/office/drawing/2014/main" id="{8D4BA3AA-7BB9-1BC3-577B-E07326A6402C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4" name="pg1387">
                <a:extLst>
                  <a:ext uri="{FF2B5EF4-FFF2-40B4-BE49-F238E27FC236}">
                    <a16:creationId xmlns:a16="http://schemas.microsoft.com/office/drawing/2014/main" id="{0C398CB6-FC30-8B2D-32AC-6F0CEDDB4FC7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5" name="pg1388">
                <a:extLst>
                  <a:ext uri="{FF2B5EF4-FFF2-40B4-BE49-F238E27FC236}">
                    <a16:creationId xmlns:a16="http://schemas.microsoft.com/office/drawing/2014/main" id="{D2F0E3FD-415B-FA61-788B-D097425E5B8D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6" name="pg1389">
                <a:extLst>
                  <a:ext uri="{FF2B5EF4-FFF2-40B4-BE49-F238E27FC236}">
                    <a16:creationId xmlns:a16="http://schemas.microsoft.com/office/drawing/2014/main" id="{2CBD2573-6BAD-FF7C-EDB4-8DEC9A42AA93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7" name="pg1390">
                <a:extLst>
                  <a:ext uri="{FF2B5EF4-FFF2-40B4-BE49-F238E27FC236}">
                    <a16:creationId xmlns:a16="http://schemas.microsoft.com/office/drawing/2014/main" id="{05A9E234-2C09-6C55-49CE-B81C9B555C06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8" name="pg1391">
                <a:extLst>
                  <a:ext uri="{FF2B5EF4-FFF2-40B4-BE49-F238E27FC236}">
                    <a16:creationId xmlns:a16="http://schemas.microsoft.com/office/drawing/2014/main" id="{1D673930-EC6F-0B92-045B-55304B45A3CF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299" name="pg1392">
                <a:extLst>
                  <a:ext uri="{FF2B5EF4-FFF2-40B4-BE49-F238E27FC236}">
                    <a16:creationId xmlns:a16="http://schemas.microsoft.com/office/drawing/2014/main" id="{AFC4A3A0-744A-861C-7E1A-7E1548C1A388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0" name="pg1393">
                <a:extLst>
                  <a:ext uri="{FF2B5EF4-FFF2-40B4-BE49-F238E27FC236}">
                    <a16:creationId xmlns:a16="http://schemas.microsoft.com/office/drawing/2014/main" id="{E6CBDF9C-702D-7EB4-49D2-F7EE5B60B1FA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1" name="pg1394">
                <a:extLst>
                  <a:ext uri="{FF2B5EF4-FFF2-40B4-BE49-F238E27FC236}">
                    <a16:creationId xmlns:a16="http://schemas.microsoft.com/office/drawing/2014/main" id="{38B8C5D4-BC7E-0CFA-52E3-CCD6F2FB6F6C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2" name="pg1395">
                <a:extLst>
                  <a:ext uri="{FF2B5EF4-FFF2-40B4-BE49-F238E27FC236}">
                    <a16:creationId xmlns:a16="http://schemas.microsoft.com/office/drawing/2014/main" id="{36414077-91F9-2FA1-0BA0-DD36A8486626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3" name="pg1396">
                <a:extLst>
                  <a:ext uri="{FF2B5EF4-FFF2-40B4-BE49-F238E27FC236}">
                    <a16:creationId xmlns:a16="http://schemas.microsoft.com/office/drawing/2014/main" id="{FF8CBC36-01A5-C436-A51E-A196DB5C5C17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4" name="pg1397">
                <a:extLst>
                  <a:ext uri="{FF2B5EF4-FFF2-40B4-BE49-F238E27FC236}">
                    <a16:creationId xmlns:a16="http://schemas.microsoft.com/office/drawing/2014/main" id="{EAA1A97D-8279-E4C8-DEB7-96DCC69464FB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5" name="pg1398">
                <a:extLst>
                  <a:ext uri="{FF2B5EF4-FFF2-40B4-BE49-F238E27FC236}">
                    <a16:creationId xmlns:a16="http://schemas.microsoft.com/office/drawing/2014/main" id="{B3A03D55-5C18-D6E7-93A5-C336C03419EF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6" name="pg1399">
                <a:extLst>
                  <a:ext uri="{FF2B5EF4-FFF2-40B4-BE49-F238E27FC236}">
                    <a16:creationId xmlns:a16="http://schemas.microsoft.com/office/drawing/2014/main" id="{F1C63C86-B8CC-A69D-96E6-D9187E6F2A74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7" name="pg1400">
                <a:extLst>
                  <a:ext uri="{FF2B5EF4-FFF2-40B4-BE49-F238E27FC236}">
                    <a16:creationId xmlns:a16="http://schemas.microsoft.com/office/drawing/2014/main" id="{9A9F6F15-66B8-AEAC-DE03-4866F6464301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8" name="pg1401">
                <a:extLst>
                  <a:ext uri="{FF2B5EF4-FFF2-40B4-BE49-F238E27FC236}">
                    <a16:creationId xmlns:a16="http://schemas.microsoft.com/office/drawing/2014/main" id="{FC60B02A-2723-2BC1-FE18-DBC6C23D23E7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09" name="pg1402">
                <a:extLst>
                  <a:ext uri="{FF2B5EF4-FFF2-40B4-BE49-F238E27FC236}">
                    <a16:creationId xmlns:a16="http://schemas.microsoft.com/office/drawing/2014/main" id="{2CF90F7A-B143-52B6-B6D8-AF4A5D626D0A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0" name="pg1403">
                <a:extLst>
                  <a:ext uri="{FF2B5EF4-FFF2-40B4-BE49-F238E27FC236}">
                    <a16:creationId xmlns:a16="http://schemas.microsoft.com/office/drawing/2014/main" id="{D8F06D3F-A92B-DCEF-4CCF-1366CB168673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1" name="pg1404">
                <a:extLst>
                  <a:ext uri="{FF2B5EF4-FFF2-40B4-BE49-F238E27FC236}">
                    <a16:creationId xmlns:a16="http://schemas.microsoft.com/office/drawing/2014/main" id="{D47FB6CC-DF01-BB0E-900E-4822869BB53D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2" name="pg1405">
                <a:extLst>
                  <a:ext uri="{FF2B5EF4-FFF2-40B4-BE49-F238E27FC236}">
                    <a16:creationId xmlns:a16="http://schemas.microsoft.com/office/drawing/2014/main" id="{946A9852-7E35-ACE6-A92A-8CADA12350DB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3" name="pg1406">
                <a:extLst>
                  <a:ext uri="{FF2B5EF4-FFF2-40B4-BE49-F238E27FC236}">
                    <a16:creationId xmlns:a16="http://schemas.microsoft.com/office/drawing/2014/main" id="{ABABBED5-1A4F-4BDD-94BB-8AF150D9E8FF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4" name="pg1407">
                <a:extLst>
                  <a:ext uri="{FF2B5EF4-FFF2-40B4-BE49-F238E27FC236}">
                    <a16:creationId xmlns:a16="http://schemas.microsoft.com/office/drawing/2014/main" id="{DF848C51-FD0D-7CBF-DFE3-E5C8ED44A266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5" name="pg1408">
                <a:extLst>
                  <a:ext uri="{FF2B5EF4-FFF2-40B4-BE49-F238E27FC236}">
                    <a16:creationId xmlns:a16="http://schemas.microsoft.com/office/drawing/2014/main" id="{8994EDF5-9FF5-5337-3877-5E73319EEFDC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6" name="pg1409">
                <a:extLst>
                  <a:ext uri="{FF2B5EF4-FFF2-40B4-BE49-F238E27FC236}">
                    <a16:creationId xmlns:a16="http://schemas.microsoft.com/office/drawing/2014/main" id="{F128B3CD-DA4A-9233-3B54-CA71ED9087AE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7" name="pg1410">
                <a:extLst>
                  <a:ext uri="{FF2B5EF4-FFF2-40B4-BE49-F238E27FC236}">
                    <a16:creationId xmlns:a16="http://schemas.microsoft.com/office/drawing/2014/main" id="{0CFDE646-69A4-AA42-577E-3B9A7A71FA91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8" name="pg1411">
                <a:extLst>
                  <a:ext uri="{FF2B5EF4-FFF2-40B4-BE49-F238E27FC236}">
                    <a16:creationId xmlns:a16="http://schemas.microsoft.com/office/drawing/2014/main" id="{30126DDF-6FFF-D1B3-CD1D-E2F273D5C888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19" name="pg1412">
                <a:extLst>
                  <a:ext uri="{FF2B5EF4-FFF2-40B4-BE49-F238E27FC236}">
                    <a16:creationId xmlns:a16="http://schemas.microsoft.com/office/drawing/2014/main" id="{36AA5B60-69FB-ACA8-7B22-379DB969AA71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0" name="pg1413">
                <a:extLst>
                  <a:ext uri="{FF2B5EF4-FFF2-40B4-BE49-F238E27FC236}">
                    <a16:creationId xmlns:a16="http://schemas.microsoft.com/office/drawing/2014/main" id="{AD1268F3-B30A-2AAE-0182-84946EC75B9D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1" name="pg1414">
                <a:extLst>
                  <a:ext uri="{FF2B5EF4-FFF2-40B4-BE49-F238E27FC236}">
                    <a16:creationId xmlns:a16="http://schemas.microsoft.com/office/drawing/2014/main" id="{75D35399-FB04-D175-B691-801322CC6615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2" name="pg1415">
                <a:extLst>
                  <a:ext uri="{FF2B5EF4-FFF2-40B4-BE49-F238E27FC236}">
                    <a16:creationId xmlns:a16="http://schemas.microsoft.com/office/drawing/2014/main" id="{BFBAD028-86FC-BF82-AE96-706F1E3F14FD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3" name="pg1416">
                <a:extLst>
                  <a:ext uri="{FF2B5EF4-FFF2-40B4-BE49-F238E27FC236}">
                    <a16:creationId xmlns:a16="http://schemas.microsoft.com/office/drawing/2014/main" id="{976B3056-287C-31B8-C1FE-A49BB3F5E9F9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4" name="pg1417">
                <a:extLst>
                  <a:ext uri="{FF2B5EF4-FFF2-40B4-BE49-F238E27FC236}">
                    <a16:creationId xmlns:a16="http://schemas.microsoft.com/office/drawing/2014/main" id="{514FC647-9BC5-D7B4-3590-CD2B40CA9758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5" name="pg1418">
                <a:extLst>
                  <a:ext uri="{FF2B5EF4-FFF2-40B4-BE49-F238E27FC236}">
                    <a16:creationId xmlns:a16="http://schemas.microsoft.com/office/drawing/2014/main" id="{62DF1F46-5517-9E54-959E-EEE069831C01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6" name="pg1419">
                <a:extLst>
                  <a:ext uri="{FF2B5EF4-FFF2-40B4-BE49-F238E27FC236}">
                    <a16:creationId xmlns:a16="http://schemas.microsoft.com/office/drawing/2014/main" id="{32D3456F-F5F0-A742-4A69-411BD71B7DD0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7" name="pg1420">
                <a:extLst>
                  <a:ext uri="{FF2B5EF4-FFF2-40B4-BE49-F238E27FC236}">
                    <a16:creationId xmlns:a16="http://schemas.microsoft.com/office/drawing/2014/main" id="{6A1B3F6B-67F4-8F7B-0C34-2E0CC394F8E3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8" name="pg1421">
                <a:extLst>
                  <a:ext uri="{FF2B5EF4-FFF2-40B4-BE49-F238E27FC236}">
                    <a16:creationId xmlns:a16="http://schemas.microsoft.com/office/drawing/2014/main" id="{ECB3C223-1D8D-8055-DAB4-C5C58CDEF918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29" name="pg1422">
                <a:extLst>
                  <a:ext uri="{FF2B5EF4-FFF2-40B4-BE49-F238E27FC236}">
                    <a16:creationId xmlns:a16="http://schemas.microsoft.com/office/drawing/2014/main" id="{155D7B6C-D392-1B80-B74A-686AB62F1894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0" name="pg1423">
                <a:extLst>
                  <a:ext uri="{FF2B5EF4-FFF2-40B4-BE49-F238E27FC236}">
                    <a16:creationId xmlns:a16="http://schemas.microsoft.com/office/drawing/2014/main" id="{ABE89C04-E133-EF9C-3DB5-B5B012C42CA7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1" name="pg1424">
                <a:extLst>
                  <a:ext uri="{FF2B5EF4-FFF2-40B4-BE49-F238E27FC236}">
                    <a16:creationId xmlns:a16="http://schemas.microsoft.com/office/drawing/2014/main" id="{E4960F46-4AFD-829D-FB4C-BDD98A99C364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2" name="pg1425">
                <a:extLst>
                  <a:ext uri="{FF2B5EF4-FFF2-40B4-BE49-F238E27FC236}">
                    <a16:creationId xmlns:a16="http://schemas.microsoft.com/office/drawing/2014/main" id="{E3C3BD55-0DD2-3D5E-718B-742817A713FF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3" name="pg1426">
                <a:extLst>
                  <a:ext uri="{FF2B5EF4-FFF2-40B4-BE49-F238E27FC236}">
                    <a16:creationId xmlns:a16="http://schemas.microsoft.com/office/drawing/2014/main" id="{2EDB9800-EA9B-1CAD-E6ED-C08AB090109D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4" name="pg1427">
                <a:extLst>
                  <a:ext uri="{FF2B5EF4-FFF2-40B4-BE49-F238E27FC236}">
                    <a16:creationId xmlns:a16="http://schemas.microsoft.com/office/drawing/2014/main" id="{E422C60F-626F-C76F-29CF-D819581F6B41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5" name="pg1428">
                <a:extLst>
                  <a:ext uri="{FF2B5EF4-FFF2-40B4-BE49-F238E27FC236}">
                    <a16:creationId xmlns:a16="http://schemas.microsoft.com/office/drawing/2014/main" id="{AF9FAF57-2E9E-E0E5-1488-54825E362FC2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6" name="pg1429">
                <a:extLst>
                  <a:ext uri="{FF2B5EF4-FFF2-40B4-BE49-F238E27FC236}">
                    <a16:creationId xmlns:a16="http://schemas.microsoft.com/office/drawing/2014/main" id="{6552573F-4A70-FDE9-EFA1-128329DF53A9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7" name="pg1430">
                <a:extLst>
                  <a:ext uri="{FF2B5EF4-FFF2-40B4-BE49-F238E27FC236}">
                    <a16:creationId xmlns:a16="http://schemas.microsoft.com/office/drawing/2014/main" id="{F5393A09-E68D-E7ED-09D5-7EE153D493E9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8" name="pg1431">
                <a:extLst>
                  <a:ext uri="{FF2B5EF4-FFF2-40B4-BE49-F238E27FC236}">
                    <a16:creationId xmlns:a16="http://schemas.microsoft.com/office/drawing/2014/main" id="{33D00262-66C4-AA8C-6C72-BD24F249D6E3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39" name="pg1432">
                <a:extLst>
                  <a:ext uri="{FF2B5EF4-FFF2-40B4-BE49-F238E27FC236}">
                    <a16:creationId xmlns:a16="http://schemas.microsoft.com/office/drawing/2014/main" id="{7FF32306-97F7-90CF-87D3-AE834123E848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0" name="pg1433">
                <a:extLst>
                  <a:ext uri="{FF2B5EF4-FFF2-40B4-BE49-F238E27FC236}">
                    <a16:creationId xmlns:a16="http://schemas.microsoft.com/office/drawing/2014/main" id="{22F0A9BA-DE78-5DEC-ED51-43B956425EF0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1" name="pg1434">
                <a:extLst>
                  <a:ext uri="{FF2B5EF4-FFF2-40B4-BE49-F238E27FC236}">
                    <a16:creationId xmlns:a16="http://schemas.microsoft.com/office/drawing/2014/main" id="{C74617E5-860F-EC6A-D169-A4060DA01C53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2" name="pg1435">
                <a:extLst>
                  <a:ext uri="{FF2B5EF4-FFF2-40B4-BE49-F238E27FC236}">
                    <a16:creationId xmlns:a16="http://schemas.microsoft.com/office/drawing/2014/main" id="{4DD664F5-CE23-0E2A-4012-5F550F185378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3" name="pg1436">
                <a:extLst>
                  <a:ext uri="{FF2B5EF4-FFF2-40B4-BE49-F238E27FC236}">
                    <a16:creationId xmlns:a16="http://schemas.microsoft.com/office/drawing/2014/main" id="{7264BAD2-6246-2883-2454-7CD1F05B15DC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4" name="pg1437">
                <a:extLst>
                  <a:ext uri="{FF2B5EF4-FFF2-40B4-BE49-F238E27FC236}">
                    <a16:creationId xmlns:a16="http://schemas.microsoft.com/office/drawing/2014/main" id="{4C3052FE-5424-1F80-C97E-DC212432913C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5" name="pg1438">
                <a:extLst>
                  <a:ext uri="{FF2B5EF4-FFF2-40B4-BE49-F238E27FC236}">
                    <a16:creationId xmlns:a16="http://schemas.microsoft.com/office/drawing/2014/main" id="{91A6CD98-AE1C-54E2-F54A-2D1BFAED39C1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6" name="pg1439">
                <a:extLst>
                  <a:ext uri="{FF2B5EF4-FFF2-40B4-BE49-F238E27FC236}">
                    <a16:creationId xmlns:a16="http://schemas.microsoft.com/office/drawing/2014/main" id="{EFD402AE-32DB-5297-7534-C86F913485ED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7" name="pg1440">
                <a:extLst>
                  <a:ext uri="{FF2B5EF4-FFF2-40B4-BE49-F238E27FC236}">
                    <a16:creationId xmlns:a16="http://schemas.microsoft.com/office/drawing/2014/main" id="{3982B147-3A88-8E89-B122-FDA1386632B1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8" name="pg1441">
                <a:extLst>
                  <a:ext uri="{FF2B5EF4-FFF2-40B4-BE49-F238E27FC236}">
                    <a16:creationId xmlns:a16="http://schemas.microsoft.com/office/drawing/2014/main" id="{4A24E972-0950-0204-3DFB-7B6FFE2A343E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49" name="pg1442">
                <a:extLst>
                  <a:ext uri="{FF2B5EF4-FFF2-40B4-BE49-F238E27FC236}">
                    <a16:creationId xmlns:a16="http://schemas.microsoft.com/office/drawing/2014/main" id="{8940C9EC-8EEF-1D9B-AC34-FAD226B5512C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0" name="pg1443">
                <a:extLst>
                  <a:ext uri="{FF2B5EF4-FFF2-40B4-BE49-F238E27FC236}">
                    <a16:creationId xmlns:a16="http://schemas.microsoft.com/office/drawing/2014/main" id="{3DB2FDB7-5E28-E60E-D540-C141E8D3608A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1" name="pg1444">
                <a:extLst>
                  <a:ext uri="{FF2B5EF4-FFF2-40B4-BE49-F238E27FC236}">
                    <a16:creationId xmlns:a16="http://schemas.microsoft.com/office/drawing/2014/main" id="{375A1D6B-DFCC-653F-071E-6F9181B56645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2" name="pg1445">
                <a:extLst>
                  <a:ext uri="{FF2B5EF4-FFF2-40B4-BE49-F238E27FC236}">
                    <a16:creationId xmlns:a16="http://schemas.microsoft.com/office/drawing/2014/main" id="{4A220C6F-68A5-2A6A-32FB-CABE322134D1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3" name="pg1446">
                <a:extLst>
                  <a:ext uri="{FF2B5EF4-FFF2-40B4-BE49-F238E27FC236}">
                    <a16:creationId xmlns:a16="http://schemas.microsoft.com/office/drawing/2014/main" id="{A8AD2416-ED88-40CA-DAC4-B99C0480D869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4" name="pg1447">
                <a:extLst>
                  <a:ext uri="{FF2B5EF4-FFF2-40B4-BE49-F238E27FC236}">
                    <a16:creationId xmlns:a16="http://schemas.microsoft.com/office/drawing/2014/main" id="{5522E577-06AA-B640-69B2-732D4B4CE9DB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5" name="pg1448">
                <a:extLst>
                  <a:ext uri="{FF2B5EF4-FFF2-40B4-BE49-F238E27FC236}">
                    <a16:creationId xmlns:a16="http://schemas.microsoft.com/office/drawing/2014/main" id="{E750941D-3378-B9FD-5E5E-2CFA608B32B3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6" name="pg1449">
                <a:extLst>
                  <a:ext uri="{FF2B5EF4-FFF2-40B4-BE49-F238E27FC236}">
                    <a16:creationId xmlns:a16="http://schemas.microsoft.com/office/drawing/2014/main" id="{C29FA42D-230F-34AF-FA4C-F2CA74A94B41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7" name="pg1450">
                <a:extLst>
                  <a:ext uri="{FF2B5EF4-FFF2-40B4-BE49-F238E27FC236}">
                    <a16:creationId xmlns:a16="http://schemas.microsoft.com/office/drawing/2014/main" id="{374FDE77-026C-036C-4F25-2B8DEEC70016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8" name="pg1451">
                <a:extLst>
                  <a:ext uri="{FF2B5EF4-FFF2-40B4-BE49-F238E27FC236}">
                    <a16:creationId xmlns:a16="http://schemas.microsoft.com/office/drawing/2014/main" id="{3E6FE1F2-2BDB-AD0C-E841-9A65A746EBEC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59" name="pg1452">
                <a:extLst>
                  <a:ext uri="{FF2B5EF4-FFF2-40B4-BE49-F238E27FC236}">
                    <a16:creationId xmlns:a16="http://schemas.microsoft.com/office/drawing/2014/main" id="{6DBB87F6-83F9-244B-89AF-F5A2DED30DCA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0" name="pg1453">
                <a:extLst>
                  <a:ext uri="{FF2B5EF4-FFF2-40B4-BE49-F238E27FC236}">
                    <a16:creationId xmlns:a16="http://schemas.microsoft.com/office/drawing/2014/main" id="{7AAABBD9-5B4C-0001-B068-61526019FB50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1" name="pg1454">
                <a:extLst>
                  <a:ext uri="{FF2B5EF4-FFF2-40B4-BE49-F238E27FC236}">
                    <a16:creationId xmlns:a16="http://schemas.microsoft.com/office/drawing/2014/main" id="{65EBD9CA-88F2-FA24-BDF8-7741DC149116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2" name="pg1455">
                <a:extLst>
                  <a:ext uri="{FF2B5EF4-FFF2-40B4-BE49-F238E27FC236}">
                    <a16:creationId xmlns:a16="http://schemas.microsoft.com/office/drawing/2014/main" id="{BC62A84C-C1F3-8025-E01D-3BE616ECDB2B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3" name="pg1456">
                <a:extLst>
                  <a:ext uri="{FF2B5EF4-FFF2-40B4-BE49-F238E27FC236}">
                    <a16:creationId xmlns:a16="http://schemas.microsoft.com/office/drawing/2014/main" id="{EE9BC8B5-1103-5EEB-F073-0754E771D5D8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4" name="pg1457">
                <a:extLst>
                  <a:ext uri="{FF2B5EF4-FFF2-40B4-BE49-F238E27FC236}">
                    <a16:creationId xmlns:a16="http://schemas.microsoft.com/office/drawing/2014/main" id="{33EE75EE-F8EA-238A-1B50-2ACC2E876E88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5" name="pg1458">
                <a:extLst>
                  <a:ext uri="{FF2B5EF4-FFF2-40B4-BE49-F238E27FC236}">
                    <a16:creationId xmlns:a16="http://schemas.microsoft.com/office/drawing/2014/main" id="{3816B3EE-8F51-F058-879B-7B9D3BC72CCB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6" name="pg1459">
                <a:extLst>
                  <a:ext uri="{FF2B5EF4-FFF2-40B4-BE49-F238E27FC236}">
                    <a16:creationId xmlns:a16="http://schemas.microsoft.com/office/drawing/2014/main" id="{2BABBFB0-B885-4F92-37B6-3F298A92571C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7" name="pg1460">
                <a:extLst>
                  <a:ext uri="{FF2B5EF4-FFF2-40B4-BE49-F238E27FC236}">
                    <a16:creationId xmlns:a16="http://schemas.microsoft.com/office/drawing/2014/main" id="{8EA349D0-CE90-9C33-5C6F-FD034B238B22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8" name="pg1461">
                <a:extLst>
                  <a:ext uri="{FF2B5EF4-FFF2-40B4-BE49-F238E27FC236}">
                    <a16:creationId xmlns:a16="http://schemas.microsoft.com/office/drawing/2014/main" id="{3DCA3306-6981-ADE6-2EFE-CC6139EF01FD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69" name="pg1462">
                <a:extLst>
                  <a:ext uri="{FF2B5EF4-FFF2-40B4-BE49-F238E27FC236}">
                    <a16:creationId xmlns:a16="http://schemas.microsoft.com/office/drawing/2014/main" id="{2D849CDA-F3A7-BB55-3D02-B8CD82BE88F4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0" name="pg1463">
                <a:extLst>
                  <a:ext uri="{FF2B5EF4-FFF2-40B4-BE49-F238E27FC236}">
                    <a16:creationId xmlns:a16="http://schemas.microsoft.com/office/drawing/2014/main" id="{E027900E-0844-8851-22CD-DC00DFCF8511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1" name="pg1464">
                <a:extLst>
                  <a:ext uri="{FF2B5EF4-FFF2-40B4-BE49-F238E27FC236}">
                    <a16:creationId xmlns:a16="http://schemas.microsoft.com/office/drawing/2014/main" id="{CAF9C795-BD36-9F69-7AD6-ADEE89CEFC1B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2" name="pg1465">
                <a:extLst>
                  <a:ext uri="{FF2B5EF4-FFF2-40B4-BE49-F238E27FC236}">
                    <a16:creationId xmlns:a16="http://schemas.microsoft.com/office/drawing/2014/main" id="{A4C0AAE4-213B-971F-E65F-F6DA2BD86EFE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3" name="pg1466">
                <a:extLst>
                  <a:ext uri="{FF2B5EF4-FFF2-40B4-BE49-F238E27FC236}">
                    <a16:creationId xmlns:a16="http://schemas.microsoft.com/office/drawing/2014/main" id="{DAB3DDE7-0EA1-6AD5-49B0-151E6A39337D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4" name="pg1467">
                <a:extLst>
                  <a:ext uri="{FF2B5EF4-FFF2-40B4-BE49-F238E27FC236}">
                    <a16:creationId xmlns:a16="http://schemas.microsoft.com/office/drawing/2014/main" id="{0E9E1785-B8E7-CC7E-228C-F921BE3C0737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5" name="pg1468">
                <a:extLst>
                  <a:ext uri="{FF2B5EF4-FFF2-40B4-BE49-F238E27FC236}">
                    <a16:creationId xmlns:a16="http://schemas.microsoft.com/office/drawing/2014/main" id="{96F7E736-3022-B1E7-E3E4-BB45068B8063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6" name="pg1469">
                <a:extLst>
                  <a:ext uri="{FF2B5EF4-FFF2-40B4-BE49-F238E27FC236}">
                    <a16:creationId xmlns:a16="http://schemas.microsoft.com/office/drawing/2014/main" id="{0DA65448-8207-0C5B-82DD-D9F3B0A5A985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7" name="pg1470">
                <a:extLst>
                  <a:ext uri="{FF2B5EF4-FFF2-40B4-BE49-F238E27FC236}">
                    <a16:creationId xmlns:a16="http://schemas.microsoft.com/office/drawing/2014/main" id="{A594C852-CD44-4552-01BE-C2952ACF8E42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8" name="pg1471">
                <a:extLst>
                  <a:ext uri="{FF2B5EF4-FFF2-40B4-BE49-F238E27FC236}">
                    <a16:creationId xmlns:a16="http://schemas.microsoft.com/office/drawing/2014/main" id="{025B642E-0A01-E064-93EA-DEDB2E63A0C9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79" name="pg1472">
                <a:extLst>
                  <a:ext uri="{FF2B5EF4-FFF2-40B4-BE49-F238E27FC236}">
                    <a16:creationId xmlns:a16="http://schemas.microsoft.com/office/drawing/2014/main" id="{EEB43F49-1ADF-E06E-047F-03AE847B4459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0" name="pg1473">
                <a:extLst>
                  <a:ext uri="{FF2B5EF4-FFF2-40B4-BE49-F238E27FC236}">
                    <a16:creationId xmlns:a16="http://schemas.microsoft.com/office/drawing/2014/main" id="{9CAABA52-AE3D-0353-044E-702553CD8C03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1" name="pg1474">
                <a:extLst>
                  <a:ext uri="{FF2B5EF4-FFF2-40B4-BE49-F238E27FC236}">
                    <a16:creationId xmlns:a16="http://schemas.microsoft.com/office/drawing/2014/main" id="{9406E0CA-7692-618D-4B56-E53656C50079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2" name="pg1475">
                <a:extLst>
                  <a:ext uri="{FF2B5EF4-FFF2-40B4-BE49-F238E27FC236}">
                    <a16:creationId xmlns:a16="http://schemas.microsoft.com/office/drawing/2014/main" id="{DA9C9EF8-ECB1-E3AF-F7EB-6B3535112EB9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3" name="pg1476">
                <a:extLst>
                  <a:ext uri="{FF2B5EF4-FFF2-40B4-BE49-F238E27FC236}">
                    <a16:creationId xmlns:a16="http://schemas.microsoft.com/office/drawing/2014/main" id="{1F04EB8A-3E1A-CDE3-C349-CBAEFD29E7E1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4" name="pg1477">
                <a:extLst>
                  <a:ext uri="{FF2B5EF4-FFF2-40B4-BE49-F238E27FC236}">
                    <a16:creationId xmlns:a16="http://schemas.microsoft.com/office/drawing/2014/main" id="{69A4302F-DB33-B9E1-D7E5-25F6C8995688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5" name="pg1478">
                <a:extLst>
                  <a:ext uri="{FF2B5EF4-FFF2-40B4-BE49-F238E27FC236}">
                    <a16:creationId xmlns:a16="http://schemas.microsoft.com/office/drawing/2014/main" id="{39E4BFCB-8293-5A02-BFD4-D5427869ED6E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6" name="pg1479">
                <a:extLst>
                  <a:ext uri="{FF2B5EF4-FFF2-40B4-BE49-F238E27FC236}">
                    <a16:creationId xmlns:a16="http://schemas.microsoft.com/office/drawing/2014/main" id="{900CE544-2CF4-43A3-504A-CF99FBAD19E6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7" name="pg1480">
                <a:extLst>
                  <a:ext uri="{FF2B5EF4-FFF2-40B4-BE49-F238E27FC236}">
                    <a16:creationId xmlns:a16="http://schemas.microsoft.com/office/drawing/2014/main" id="{435A1CCC-AF0E-D6A2-0502-A5F684C33046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8" name="pg1481">
                <a:extLst>
                  <a:ext uri="{FF2B5EF4-FFF2-40B4-BE49-F238E27FC236}">
                    <a16:creationId xmlns:a16="http://schemas.microsoft.com/office/drawing/2014/main" id="{9457C1A2-1FB1-2CDA-DC20-3884CCCA2820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89" name="pg1482">
                <a:extLst>
                  <a:ext uri="{FF2B5EF4-FFF2-40B4-BE49-F238E27FC236}">
                    <a16:creationId xmlns:a16="http://schemas.microsoft.com/office/drawing/2014/main" id="{DB30065F-4A37-A698-5EF0-9910EE446699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0" name="pg1483">
                <a:extLst>
                  <a:ext uri="{FF2B5EF4-FFF2-40B4-BE49-F238E27FC236}">
                    <a16:creationId xmlns:a16="http://schemas.microsoft.com/office/drawing/2014/main" id="{98CCB1FF-E000-F68B-379D-5ED3B7A9B284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1" name="pg1484">
                <a:extLst>
                  <a:ext uri="{FF2B5EF4-FFF2-40B4-BE49-F238E27FC236}">
                    <a16:creationId xmlns:a16="http://schemas.microsoft.com/office/drawing/2014/main" id="{E680E1CA-902C-F0C6-BFAB-F56B8B377B06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2" name="pg1485">
                <a:extLst>
                  <a:ext uri="{FF2B5EF4-FFF2-40B4-BE49-F238E27FC236}">
                    <a16:creationId xmlns:a16="http://schemas.microsoft.com/office/drawing/2014/main" id="{635DD8D9-888C-2417-4A71-EBD584BB515B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3" name="pg1486">
                <a:extLst>
                  <a:ext uri="{FF2B5EF4-FFF2-40B4-BE49-F238E27FC236}">
                    <a16:creationId xmlns:a16="http://schemas.microsoft.com/office/drawing/2014/main" id="{E1964011-3646-BF4D-AF68-F9CAFE580125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4" name="pg1487">
                <a:extLst>
                  <a:ext uri="{FF2B5EF4-FFF2-40B4-BE49-F238E27FC236}">
                    <a16:creationId xmlns:a16="http://schemas.microsoft.com/office/drawing/2014/main" id="{A0777EAB-897D-084D-33A0-3A250A907CF4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5" name="pg1488">
                <a:extLst>
                  <a:ext uri="{FF2B5EF4-FFF2-40B4-BE49-F238E27FC236}">
                    <a16:creationId xmlns:a16="http://schemas.microsoft.com/office/drawing/2014/main" id="{359B213C-27BA-AF5E-79EF-39A3277A1871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6" name="pg1489">
                <a:extLst>
                  <a:ext uri="{FF2B5EF4-FFF2-40B4-BE49-F238E27FC236}">
                    <a16:creationId xmlns:a16="http://schemas.microsoft.com/office/drawing/2014/main" id="{FD599D13-8C8C-A49E-96CE-FFFE299D24A2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7" name="pg1490">
                <a:extLst>
                  <a:ext uri="{FF2B5EF4-FFF2-40B4-BE49-F238E27FC236}">
                    <a16:creationId xmlns:a16="http://schemas.microsoft.com/office/drawing/2014/main" id="{F3D33221-3329-F77B-C784-92984605EBE0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8" name="pg1491">
                <a:extLst>
                  <a:ext uri="{FF2B5EF4-FFF2-40B4-BE49-F238E27FC236}">
                    <a16:creationId xmlns:a16="http://schemas.microsoft.com/office/drawing/2014/main" id="{3A3184CB-AB6D-4A8F-9427-D79F7D3AF057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399" name="pg1492">
                <a:extLst>
                  <a:ext uri="{FF2B5EF4-FFF2-40B4-BE49-F238E27FC236}">
                    <a16:creationId xmlns:a16="http://schemas.microsoft.com/office/drawing/2014/main" id="{CFBD7CC1-6571-8528-1D62-99767062FD85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0" name="pg1493">
                <a:extLst>
                  <a:ext uri="{FF2B5EF4-FFF2-40B4-BE49-F238E27FC236}">
                    <a16:creationId xmlns:a16="http://schemas.microsoft.com/office/drawing/2014/main" id="{B74C2D59-0EB9-6D3F-79E9-FA947152AF7C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1" name="pg1494">
                <a:extLst>
                  <a:ext uri="{FF2B5EF4-FFF2-40B4-BE49-F238E27FC236}">
                    <a16:creationId xmlns:a16="http://schemas.microsoft.com/office/drawing/2014/main" id="{FB6A0851-3832-6764-88A0-9FD7EFE41933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2" name="pg1495">
                <a:extLst>
                  <a:ext uri="{FF2B5EF4-FFF2-40B4-BE49-F238E27FC236}">
                    <a16:creationId xmlns:a16="http://schemas.microsoft.com/office/drawing/2014/main" id="{5B848F09-2881-C855-E9EF-AE601E41726C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3" name="pg1496">
                <a:extLst>
                  <a:ext uri="{FF2B5EF4-FFF2-40B4-BE49-F238E27FC236}">
                    <a16:creationId xmlns:a16="http://schemas.microsoft.com/office/drawing/2014/main" id="{FF6ACA67-8F95-AD90-4744-8098EA0A4E19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4" name="pg1497">
                <a:extLst>
                  <a:ext uri="{FF2B5EF4-FFF2-40B4-BE49-F238E27FC236}">
                    <a16:creationId xmlns:a16="http://schemas.microsoft.com/office/drawing/2014/main" id="{04C90D79-F04C-5F0C-36F5-941ECC3C8BB1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5" name="pg1498">
                <a:extLst>
                  <a:ext uri="{FF2B5EF4-FFF2-40B4-BE49-F238E27FC236}">
                    <a16:creationId xmlns:a16="http://schemas.microsoft.com/office/drawing/2014/main" id="{EAF16099-C4BA-7CDD-614A-FDA3CB75B6DC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6" name="pg1499">
                <a:extLst>
                  <a:ext uri="{FF2B5EF4-FFF2-40B4-BE49-F238E27FC236}">
                    <a16:creationId xmlns:a16="http://schemas.microsoft.com/office/drawing/2014/main" id="{BFC04504-C1DD-25D7-2CD1-A6D7B0A58DEF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7" name="pg1500">
                <a:extLst>
                  <a:ext uri="{FF2B5EF4-FFF2-40B4-BE49-F238E27FC236}">
                    <a16:creationId xmlns:a16="http://schemas.microsoft.com/office/drawing/2014/main" id="{22D0391F-5823-1E94-BD01-FA39CEFA15D3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8" name="pg1501">
                <a:extLst>
                  <a:ext uri="{FF2B5EF4-FFF2-40B4-BE49-F238E27FC236}">
                    <a16:creationId xmlns:a16="http://schemas.microsoft.com/office/drawing/2014/main" id="{DC028D73-46CE-6671-1041-8167A731C0B1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09" name="pg1502">
                <a:extLst>
                  <a:ext uri="{FF2B5EF4-FFF2-40B4-BE49-F238E27FC236}">
                    <a16:creationId xmlns:a16="http://schemas.microsoft.com/office/drawing/2014/main" id="{3F8BAC14-B226-D495-C05F-84CF71A2202F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0" name="pg1503">
                <a:extLst>
                  <a:ext uri="{FF2B5EF4-FFF2-40B4-BE49-F238E27FC236}">
                    <a16:creationId xmlns:a16="http://schemas.microsoft.com/office/drawing/2014/main" id="{225EA813-5005-BAB0-8CAE-617DB436B443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1" name="pg1504">
                <a:extLst>
                  <a:ext uri="{FF2B5EF4-FFF2-40B4-BE49-F238E27FC236}">
                    <a16:creationId xmlns:a16="http://schemas.microsoft.com/office/drawing/2014/main" id="{E8E826D3-923F-3CA2-CF8D-D79AF480FDB8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2" name="pg1505">
                <a:extLst>
                  <a:ext uri="{FF2B5EF4-FFF2-40B4-BE49-F238E27FC236}">
                    <a16:creationId xmlns:a16="http://schemas.microsoft.com/office/drawing/2014/main" id="{5482A2AB-5366-8E5D-B4FA-9A56E4FBF78C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3" name="pg1506">
                <a:extLst>
                  <a:ext uri="{FF2B5EF4-FFF2-40B4-BE49-F238E27FC236}">
                    <a16:creationId xmlns:a16="http://schemas.microsoft.com/office/drawing/2014/main" id="{0001C517-115E-8471-08FE-EAC0E8038162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4" name="pg1507">
                <a:extLst>
                  <a:ext uri="{FF2B5EF4-FFF2-40B4-BE49-F238E27FC236}">
                    <a16:creationId xmlns:a16="http://schemas.microsoft.com/office/drawing/2014/main" id="{F1B6886A-F5AC-D62A-315A-760C344F94AA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5" name="pg1508">
                <a:extLst>
                  <a:ext uri="{FF2B5EF4-FFF2-40B4-BE49-F238E27FC236}">
                    <a16:creationId xmlns:a16="http://schemas.microsoft.com/office/drawing/2014/main" id="{38B98D55-6986-6AC7-0109-25EAB04ABD3C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6" name="pg1509">
                <a:extLst>
                  <a:ext uri="{FF2B5EF4-FFF2-40B4-BE49-F238E27FC236}">
                    <a16:creationId xmlns:a16="http://schemas.microsoft.com/office/drawing/2014/main" id="{ACEA3F11-1D23-CA48-76EE-B9129F286C87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7" name="pg1510">
                <a:extLst>
                  <a:ext uri="{FF2B5EF4-FFF2-40B4-BE49-F238E27FC236}">
                    <a16:creationId xmlns:a16="http://schemas.microsoft.com/office/drawing/2014/main" id="{88942CF4-91C2-CB29-138C-F7337B8FB846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8" name="pg1511">
                <a:extLst>
                  <a:ext uri="{FF2B5EF4-FFF2-40B4-BE49-F238E27FC236}">
                    <a16:creationId xmlns:a16="http://schemas.microsoft.com/office/drawing/2014/main" id="{3E8204E2-0CE9-034D-1E33-8C302EBD627A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19" name="pg1512">
                <a:extLst>
                  <a:ext uri="{FF2B5EF4-FFF2-40B4-BE49-F238E27FC236}">
                    <a16:creationId xmlns:a16="http://schemas.microsoft.com/office/drawing/2014/main" id="{B4223761-8B2C-1262-0C95-261EF866803D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0" name="pg1513">
                <a:extLst>
                  <a:ext uri="{FF2B5EF4-FFF2-40B4-BE49-F238E27FC236}">
                    <a16:creationId xmlns:a16="http://schemas.microsoft.com/office/drawing/2014/main" id="{1F2F357E-DC79-1D48-F121-C9C0229AFC71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1" name="pg1514">
                <a:extLst>
                  <a:ext uri="{FF2B5EF4-FFF2-40B4-BE49-F238E27FC236}">
                    <a16:creationId xmlns:a16="http://schemas.microsoft.com/office/drawing/2014/main" id="{DC5E1071-4FD0-BF1E-2248-F925A845152C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2" name="pg1515">
                <a:extLst>
                  <a:ext uri="{FF2B5EF4-FFF2-40B4-BE49-F238E27FC236}">
                    <a16:creationId xmlns:a16="http://schemas.microsoft.com/office/drawing/2014/main" id="{851E1D67-EE14-0CEF-AAFC-CF974EDFDF29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3" name="pg1516">
                <a:extLst>
                  <a:ext uri="{FF2B5EF4-FFF2-40B4-BE49-F238E27FC236}">
                    <a16:creationId xmlns:a16="http://schemas.microsoft.com/office/drawing/2014/main" id="{7EBF65BA-C836-7160-684F-AC1F8CB738A3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4" name="pg1517">
                <a:extLst>
                  <a:ext uri="{FF2B5EF4-FFF2-40B4-BE49-F238E27FC236}">
                    <a16:creationId xmlns:a16="http://schemas.microsoft.com/office/drawing/2014/main" id="{A1B55BBC-0361-1C6E-B1D3-F66D65A4B572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5" name="pg1518">
                <a:extLst>
                  <a:ext uri="{FF2B5EF4-FFF2-40B4-BE49-F238E27FC236}">
                    <a16:creationId xmlns:a16="http://schemas.microsoft.com/office/drawing/2014/main" id="{31FDBB4B-3AB2-7841-0EE5-3DAA21474010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6" name="pg1519">
                <a:extLst>
                  <a:ext uri="{FF2B5EF4-FFF2-40B4-BE49-F238E27FC236}">
                    <a16:creationId xmlns:a16="http://schemas.microsoft.com/office/drawing/2014/main" id="{E00E9BE3-E941-4CEA-C1AA-B863F7824A32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7" name="pg1520">
                <a:extLst>
                  <a:ext uri="{FF2B5EF4-FFF2-40B4-BE49-F238E27FC236}">
                    <a16:creationId xmlns:a16="http://schemas.microsoft.com/office/drawing/2014/main" id="{8AA3400F-BA46-07F6-C51E-82C908C7E079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8" name="pg1521">
                <a:extLst>
                  <a:ext uri="{FF2B5EF4-FFF2-40B4-BE49-F238E27FC236}">
                    <a16:creationId xmlns:a16="http://schemas.microsoft.com/office/drawing/2014/main" id="{E8D12C97-BA0F-C58E-8AE0-636A1B6B69E0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29" name="pg1522">
                <a:extLst>
                  <a:ext uri="{FF2B5EF4-FFF2-40B4-BE49-F238E27FC236}">
                    <a16:creationId xmlns:a16="http://schemas.microsoft.com/office/drawing/2014/main" id="{1F0A9DD3-7F9F-2CC6-35DD-FE041B4C9FBF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0" name="pg1523">
                <a:extLst>
                  <a:ext uri="{FF2B5EF4-FFF2-40B4-BE49-F238E27FC236}">
                    <a16:creationId xmlns:a16="http://schemas.microsoft.com/office/drawing/2014/main" id="{D9208D8C-4827-D9D7-0AB9-8E8727A78E46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1" name="pg1524">
                <a:extLst>
                  <a:ext uri="{FF2B5EF4-FFF2-40B4-BE49-F238E27FC236}">
                    <a16:creationId xmlns:a16="http://schemas.microsoft.com/office/drawing/2014/main" id="{C079AA02-614E-6C0F-061C-0F3CD289D541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2" name="pg1525">
                <a:extLst>
                  <a:ext uri="{FF2B5EF4-FFF2-40B4-BE49-F238E27FC236}">
                    <a16:creationId xmlns:a16="http://schemas.microsoft.com/office/drawing/2014/main" id="{4A4F439B-A191-5E49-D933-5CE758443004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3" name="pg1526">
                <a:extLst>
                  <a:ext uri="{FF2B5EF4-FFF2-40B4-BE49-F238E27FC236}">
                    <a16:creationId xmlns:a16="http://schemas.microsoft.com/office/drawing/2014/main" id="{D04FC259-3E43-430A-C756-205B6DD8BDCA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4" name="pg1527">
                <a:extLst>
                  <a:ext uri="{FF2B5EF4-FFF2-40B4-BE49-F238E27FC236}">
                    <a16:creationId xmlns:a16="http://schemas.microsoft.com/office/drawing/2014/main" id="{B844D701-DE22-FCF9-B386-EBA494468621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5" name="pg1528">
                <a:extLst>
                  <a:ext uri="{FF2B5EF4-FFF2-40B4-BE49-F238E27FC236}">
                    <a16:creationId xmlns:a16="http://schemas.microsoft.com/office/drawing/2014/main" id="{205AA971-9E2C-0909-5BA6-109E6E311CB6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6" name="pg1529">
                <a:extLst>
                  <a:ext uri="{FF2B5EF4-FFF2-40B4-BE49-F238E27FC236}">
                    <a16:creationId xmlns:a16="http://schemas.microsoft.com/office/drawing/2014/main" id="{60102B5E-D043-05B1-E3A3-9E939C65D2C7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7" name="pg1530">
                <a:extLst>
                  <a:ext uri="{FF2B5EF4-FFF2-40B4-BE49-F238E27FC236}">
                    <a16:creationId xmlns:a16="http://schemas.microsoft.com/office/drawing/2014/main" id="{99B3C90E-A234-65AA-9D68-243A97242E3C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8" name="pg1531">
                <a:extLst>
                  <a:ext uri="{FF2B5EF4-FFF2-40B4-BE49-F238E27FC236}">
                    <a16:creationId xmlns:a16="http://schemas.microsoft.com/office/drawing/2014/main" id="{13360B3F-F51B-068C-3054-1FE87B16605F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39" name="pg1532">
                <a:extLst>
                  <a:ext uri="{FF2B5EF4-FFF2-40B4-BE49-F238E27FC236}">
                    <a16:creationId xmlns:a16="http://schemas.microsoft.com/office/drawing/2014/main" id="{E3F8002C-4A0B-9636-B5F1-86E8F2D2893A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0" name="pg1533">
                <a:extLst>
                  <a:ext uri="{FF2B5EF4-FFF2-40B4-BE49-F238E27FC236}">
                    <a16:creationId xmlns:a16="http://schemas.microsoft.com/office/drawing/2014/main" id="{298FDE47-C34A-5FAC-42FC-5E5B8E709583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1" name="pg1534">
                <a:extLst>
                  <a:ext uri="{FF2B5EF4-FFF2-40B4-BE49-F238E27FC236}">
                    <a16:creationId xmlns:a16="http://schemas.microsoft.com/office/drawing/2014/main" id="{DA7547F0-EB40-F761-B7C3-1BD249D5D484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2" name="pg1535">
                <a:extLst>
                  <a:ext uri="{FF2B5EF4-FFF2-40B4-BE49-F238E27FC236}">
                    <a16:creationId xmlns:a16="http://schemas.microsoft.com/office/drawing/2014/main" id="{D52F18A6-47BF-16F8-70A0-747FE0E3FD96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3" name="pg1536">
                <a:extLst>
                  <a:ext uri="{FF2B5EF4-FFF2-40B4-BE49-F238E27FC236}">
                    <a16:creationId xmlns:a16="http://schemas.microsoft.com/office/drawing/2014/main" id="{C37527AB-7B61-1299-F058-EF7ACF6AFD49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4" name="pg1537">
                <a:extLst>
                  <a:ext uri="{FF2B5EF4-FFF2-40B4-BE49-F238E27FC236}">
                    <a16:creationId xmlns:a16="http://schemas.microsoft.com/office/drawing/2014/main" id="{E2DB4CE6-D9B8-032F-4642-832711BD684F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5" name="pg1538">
                <a:extLst>
                  <a:ext uri="{FF2B5EF4-FFF2-40B4-BE49-F238E27FC236}">
                    <a16:creationId xmlns:a16="http://schemas.microsoft.com/office/drawing/2014/main" id="{08FA7031-F137-52AA-18E7-CB05480D2824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6" name="pg1539">
                <a:extLst>
                  <a:ext uri="{FF2B5EF4-FFF2-40B4-BE49-F238E27FC236}">
                    <a16:creationId xmlns:a16="http://schemas.microsoft.com/office/drawing/2014/main" id="{A434032E-2715-1C84-FF60-723A92441A7B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7" name="pg1540">
                <a:extLst>
                  <a:ext uri="{FF2B5EF4-FFF2-40B4-BE49-F238E27FC236}">
                    <a16:creationId xmlns:a16="http://schemas.microsoft.com/office/drawing/2014/main" id="{E894CA50-F3E5-2A0C-9C19-36034F17B9D5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8" name="pg1541">
                <a:extLst>
                  <a:ext uri="{FF2B5EF4-FFF2-40B4-BE49-F238E27FC236}">
                    <a16:creationId xmlns:a16="http://schemas.microsoft.com/office/drawing/2014/main" id="{76C8C9DF-7E2C-B64A-8DF3-62414908DE01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49" name="pg1542">
                <a:extLst>
                  <a:ext uri="{FF2B5EF4-FFF2-40B4-BE49-F238E27FC236}">
                    <a16:creationId xmlns:a16="http://schemas.microsoft.com/office/drawing/2014/main" id="{86E0E5E8-47EF-878E-7907-91C9F12CDD27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0" name="pg1543">
                <a:extLst>
                  <a:ext uri="{FF2B5EF4-FFF2-40B4-BE49-F238E27FC236}">
                    <a16:creationId xmlns:a16="http://schemas.microsoft.com/office/drawing/2014/main" id="{85CCF5E7-10EA-18A2-9FE8-683B95A02671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1" name="pg1544">
                <a:extLst>
                  <a:ext uri="{FF2B5EF4-FFF2-40B4-BE49-F238E27FC236}">
                    <a16:creationId xmlns:a16="http://schemas.microsoft.com/office/drawing/2014/main" id="{B8B99F30-CE41-9D40-C285-5D31F776F3AA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2" name="pg1545">
                <a:extLst>
                  <a:ext uri="{FF2B5EF4-FFF2-40B4-BE49-F238E27FC236}">
                    <a16:creationId xmlns:a16="http://schemas.microsoft.com/office/drawing/2014/main" id="{7E2D635C-A2D9-F72F-7F6D-401E669D3D87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3" name="pg1546">
                <a:extLst>
                  <a:ext uri="{FF2B5EF4-FFF2-40B4-BE49-F238E27FC236}">
                    <a16:creationId xmlns:a16="http://schemas.microsoft.com/office/drawing/2014/main" id="{1A4B05C4-A85A-2DF4-C7C0-47765B01BC7A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4" name="pg1547">
                <a:extLst>
                  <a:ext uri="{FF2B5EF4-FFF2-40B4-BE49-F238E27FC236}">
                    <a16:creationId xmlns:a16="http://schemas.microsoft.com/office/drawing/2014/main" id="{F546FD32-9764-45D3-84B5-FF487A6F2DCD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5" name="pg1548">
                <a:extLst>
                  <a:ext uri="{FF2B5EF4-FFF2-40B4-BE49-F238E27FC236}">
                    <a16:creationId xmlns:a16="http://schemas.microsoft.com/office/drawing/2014/main" id="{7EE6C4B7-0618-2179-AEA8-BB06AEB679D5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6" name="pg1549">
                <a:extLst>
                  <a:ext uri="{FF2B5EF4-FFF2-40B4-BE49-F238E27FC236}">
                    <a16:creationId xmlns:a16="http://schemas.microsoft.com/office/drawing/2014/main" id="{41CD2533-E711-B707-A8E3-8C4263BE4B26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7" name="pg1550">
                <a:extLst>
                  <a:ext uri="{FF2B5EF4-FFF2-40B4-BE49-F238E27FC236}">
                    <a16:creationId xmlns:a16="http://schemas.microsoft.com/office/drawing/2014/main" id="{9B5E6E60-9AED-C8E5-A4A5-B4FDA8ECCD4D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8" name="pg1551">
                <a:extLst>
                  <a:ext uri="{FF2B5EF4-FFF2-40B4-BE49-F238E27FC236}">
                    <a16:creationId xmlns:a16="http://schemas.microsoft.com/office/drawing/2014/main" id="{FC93DA9B-00F7-7209-80F8-560C8CB07A3B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59" name="pg1552">
                <a:extLst>
                  <a:ext uri="{FF2B5EF4-FFF2-40B4-BE49-F238E27FC236}">
                    <a16:creationId xmlns:a16="http://schemas.microsoft.com/office/drawing/2014/main" id="{A6D904C8-860E-4FF0-CF95-805397AC0EC4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0" name="pg1553">
                <a:extLst>
                  <a:ext uri="{FF2B5EF4-FFF2-40B4-BE49-F238E27FC236}">
                    <a16:creationId xmlns:a16="http://schemas.microsoft.com/office/drawing/2014/main" id="{AE2E1B93-E8C3-55EC-7B11-B2E1CA908195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1" name="pg1554">
                <a:extLst>
                  <a:ext uri="{FF2B5EF4-FFF2-40B4-BE49-F238E27FC236}">
                    <a16:creationId xmlns:a16="http://schemas.microsoft.com/office/drawing/2014/main" id="{C57529F2-345B-5F69-2901-5FF72AB0EFEB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2" name="pg1555">
                <a:extLst>
                  <a:ext uri="{FF2B5EF4-FFF2-40B4-BE49-F238E27FC236}">
                    <a16:creationId xmlns:a16="http://schemas.microsoft.com/office/drawing/2014/main" id="{AB5B3A79-75DE-B03F-5029-D6C5C4AF116B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3" name="pg1556">
                <a:extLst>
                  <a:ext uri="{FF2B5EF4-FFF2-40B4-BE49-F238E27FC236}">
                    <a16:creationId xmlns:a16="http://schemas.microsoft.com/office/drawing/2014/main" id="{F0EA53F8-E8BF-6C12-2341-620555FA64B6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4" name="pg1557">
                <a:extLst>
                  <a:ext uri="{FF2B5EF4-FFF2-40B4-BE49-F238E27FC236}">
                    <a16:creationId xmlns:a16="http://schemas.microsoft.com/office/drawing/2014/main" id="{671A0FFA-A6E2-431C-C88C-141DCAFB2F77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5" name="pg1558">
                <a:extLst>
                  <a:ext uri="{FF2B5EF4-FFF2-40B4-BE49-F238E27FC236}">
                    <a16:creationId xmlns:a16="http://schemas.microsoft.com/office/drawing/2014/main" id="{17E1B7EE-2CE6-28DB-AC78-D42B7B92C6FE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6" name="pg1559">
                <a:extLst>
                  <a:ext uri="{FF2B5EF4-FFF2-40B4-BE49-F238E27FC236}">
                    <a16:creationId xmlns:a16="http://schemas.microsoft.com/office/drawing/2014/main" id="{14DD535C-8C33-E664-CA18-F2A8B35B5B74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7" name="pg1560">
                <a:extLst>
                  <a:ext uri="{FF2B5EF4-FFF2-40B4-BE49-F238E27FC236}">
                    <a16:creationId xmlns:a16="http://schemas.microsoft.com/office/drawing/2014/main" id="{1F0B21B4-5DFF-5DE1-1228-DF4D359CD428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8" name="pg1561">
                <a:extLst>
                  <a:ext uri="{FF2B5EF4-FFF2-40B4-BE49-F238E27FC236}">
                    <a16:creationId xmlns:a16="http://schemas.microsoft.com/office/drawing/2014/main" id="{7836BCA6-7C01-0DAF-39C3-A2436A1D86BD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69" name="pg1562">
                <a:extLst>
                  <a:ext uri="{FF2B5EF4-FFF2-40B4-BE49-F238E27FC236}">
                    <a16:creationId xmlns:a16="http://schemas.microsoft.com/office/drawing/2014/main" id="{E4D2939F-98C2-C3A1-8636-8AED01BD7FC9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0" name="pg1563">
                <a:extLst>
                  <a:ext uri="{FF2B5EF4-FFF2-40B4-BE49-F238E27FC236}">
                    <a16:creationId xmlns:a16="http://schemas.microsoft.com/office/drawing/2014/main" id="{36F1819C-1DCC-696C-BEDE-43451FA3F9A8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1" name="pg1564">
                <a:extLst>
                  <a:ext uri="{FF2B5EF4-FFF2-40B4-BE49-F238E27FC236}">
                    <a16:creationId xmlns:a16="http://schemas.microsoft.com/office/drawing/2014/main" id="{9AE406F4-5BD1-858F-B3E5-0E126D291856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2" name="pg1565">
                <a:extLst>
                  <a:ext uri="{FF2B5EF4-FFF2-40B4-BE49-F238E27FC236}">
                    <a16:creationId xmlns:a16="http://schemas.microsoft.com/office/drawing/2014/main" id="{79A7B44B-66D9-B43B-7613-87980A48B77F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3" name="pg1566">
                <a:extLst>
                  <a:ext uri="{FF2B5EF4-FFF2-40B4-BE49-F238E27FC236}">
                    <a16:creationId xmlns:a16="http://schemas.microsoft.com/office/drawing/2014/main" id="{9185EB2F-8F49-4CB4-84BA-BEA09C1BD6C9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4" name="pg1567">
                <a:extLst>
                  <a:ext uri="{FF2B5EF4-FFF2-40B4-BE49-F238E27FC236}">
                    <a16:creationId xmlns:a16="http://schemas.microsoft.com/office/drawing/2014/main" id="{D2E89793-9929-15F5-D114-11B9EFD1BE01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5" name="pg1568">
                <a:extLst>
                  <a:ext uri="{FF2B5EF4-FFF2-40B4-BE49-F238E27FC236}">
                    <a16:creationId xmlns:a16="http://schemas.microsoft.com/office/drawing/2014/main" id="{4F516BE8-0D3E-CF3E-0FE6-56ACF6019253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6" name="pg1569">
                <a:extLst>
                  <a:ext uri="{FF2B5EF4-FFF2-40B4-BE49-F238E27FC236}">
                    <a16:creationId xmlns:a16="http://schemas.microsoft.com/office/drawing/2014/main" id="{DD2A2007-E56A-E507-EC44-808CF7121D81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7" name="pg1570">
                <a:extLst>
                  <a:ext uri="{FF2B5EF4-FFF2-40B4-BE49-F238E27FC236}">
                    <a16:creationId xmlns:a16="http://schemas.microsoft.com/office/drawing/2014/main" id="{0D9F15B7-F472-396F-5CF9-8E5FBA584E20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8" name="pg1571">
                <a:extLst>
                  <a:ext uri="{FF2B5EF4-FFF2-40B4-BE49-F238E27FC236}">
                    <a16:creationId xmlns:a16="http://schemas.microsoft.com/office/drawing/2014/main" id="{C20687F7-23D6-A749-7B63-593429FBC678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79" name="pg1572">
                <a:extLst>
                  <a:ext uri="{FF2B5EF4-FFF2-40B4-BE49-F238E27FC236}">
                    <a16:creationId xmlns:a16="http://schemas.microsoft.com/office/drawing/2014/main" id="{D8CDE98D-815A-73C1-994D-E5C50B651A5D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0" name="pg1573">
                <a:extLst>
                  <a:ext uri="{FF2B5EF4-FFF2-40B4-BE49-F238E27FC236}">
                    <a16:creationId xmlns:a16="http://schemas.microsoft.com/office/drawing/2014/main" id="{CE0DEE00-BCB3-18A1-BAB0-73255FED5D57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1" name="pg1574">
                <a:extLst>
                  <a:ext uri="{FF2B5EF4-FFF2-40B4-BE49-F238E27FC236}">
                    <a16:creationId xmlns:a16="http://schemas.microsoft.com/office/drawing/2014/main" id="{7F00075A-F690-8A12-00B4-F68B1E5DB1DD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2" name="pg1575">
                <a:extLst>
                  <a:ext uri="{FF2B5EF4-FFF2-40B4-BE49-F238E27FC236}">
                    <a16:creationId xmlns:a16="http://schemas.microsoft.com/office/drawing/2014/main" id="{EFD98041-AB29-6835-7489-5CC12114C268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3" name="pg1576">
                <a:extLst>
                  <a:ext uri="{FF2B5EF4-FFF2-40B4-BE49-F238E27FC236}">
                    <a16:creationId xmlns:a16="http://schemas.microsoft.com/office/drawing/2014/main" id="{4C9BF828-960F-A45C-A51F-7E019E8E2C79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4" name="pg1577">
                <a:extLst>
                  <a:ext uri="{FF2B5EF4-FFF2-40B4-BE49-F238E27FC236}">
                    <a16:creationId xmlns:a16="http://schemas.microsoft.com/office/drawing/2014/main" id="{24D088A3-EFB1-E54C-70DE-D11EAD5A288A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5" name="pg1578">
                <a:extLst>
                  <a:ext uri="{FF2B5EF4-FFF2-40B4-BE49-F238E27FC236}">
                    <a16:creationId xmlns:a16="http://schemas.microsoft.com/office/drawing/2014/main" id="{2461F520-9187-202F-618D-830478CF33CA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6" name="pg1579">
                <a:extLst>
                  <a:ext uri="{FF2B5EF4-FFF2-40B4-BE49-F238E27FC236}">
                    <a16:creationId xmlns:a16="http://schemas.microsoft.com/office/drawing/2014/main" id="{15B51BBD-9CE9-1631-58B7-95C6409F293A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7" name="pg1580">
                <a:extLst>
                  <a:ext uri="{FF2B5EF4-FFF2-40B4-BE49-F238E27FC236}">
                    <a16:creationId xmlns:a16="http://schemas.microsoft.com/office/drawing/2014/main" id="{73C49579-C74D-09D7-2F88-CC31DAF1E0F5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8" name="pg1581">
                <a:extLst>
                  <a:ext uri="{FF2B5EF4-FFF2-40B4-BE49-F238E27FC236}">
                    <a16:creationId xmlns:a16="http://schemas.microsoft.com/office/drawing/2014/main" id="{CAA64774-B355-E380-9B29-4CDEAA42B220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89" name="pg1582">
                <a:extLst>
                  <a:ext uri="{FF2B5EF4-FFF2-40B4-BE49-F238E27FC236}">
                    <a16:creationId xmlns:a16="http://schemas.microsoft.com/office/drawing/2014/main" id="{558FE1F6-ECA1-8EBD-190A-E0468750E5DA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0" name="pg1583">
                <a:extLst>
                  <a:ext uri="{FF2B5EF4-FFF2-40B4-BE49-F238E27FC236}">
                    <a16:creationId xmlns:a16="http://schemas.microsoft.com/office/drawing/2014/main" id="{64F563E0-6175-BB41-1D29-3BDC5C7E9176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1" name="pg1584">
                <a:extLst>
                  <a:ext uri="{FF2B5EF4-FFF2-40B4-BE49-F238E27FC236}">
                    <a16:creationId xmlns:a16="http://schemas.microsoft.com/office/drawing/2014/main" id="{F048CC84-326B-1871-D7B4-59A73F965B82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2" name="pg1585">
                <a:extLst>
                  <a:ext uri="{FF2B5EF4-FFF2-40B4-BE49-F238E27FC236}">
                    <a16:creationId xmlns:a16="http://schemas.microsoft.com/office/drawing/2014/main" id="{9C1D72D4-8183-5175-6D4A-793189E65642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3" name="pg1586">
                <a:extLst>
                  <a:ext uri="{FF2B5EF4-FFF2-40B4-BE49-F238E27FC236}">
                    <a16:creationId xmlns:a16="http://schemas.microsoft.com/office/drawing/2014/main" id="{622EA4AD-BF5E-DE76-70DB-70FA6F0BF725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4" name="pg1587">
                <a:extLst>
                  <a:ext uri="{FF2B5EF4-FFF2-40B4-BE49-F238E27FC236}">
                    <a16:creationId xmlns:a16="http://schemas.microsoft.com/office/drawing/2014/main" id="{2E9BC208-1AA1-2EAF-625D-64C682B9A265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5" name="pg1588">
                <a:extLst>
                  <a:ext uri="{FF2B5EF4-FFF2-40B4-BE49-F238E27FC236}">
                    <a16:creationId xmlns:a16="http://schemas.microsoft.com/office/drawing/2014/main" id="{D9C036EF-494A-A216-1F47-3C064148266F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6" name="pg1589">
                <a:extLst>
                  <a:ext uri="{FF2B5EF4-FFF2-40B4-BE49-F238E27FC236}">
                    <a16:creationId xmlns:a16="http://schemas.microsoft.com/office/drawing/2014/main" id="{DD187567-216F-63DD-A4A3-489E90C50E7C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7" name="pg1590">
                <a:extLst>
                  <a:ext uri="{FF2B5EF4-FFF2-40B4-BE49-F238E27FC236}">
                    <a16:creationId xmlns:a16="http://schemas.microsoft.com/office/drawing/2014/main" id="{5D6F894A-E2B4-CE6B-E24E-E5163FF8E357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8" name="pg1591">
                <a:extLst>
                  <a:ext uri="{FF2B5EF4-FFF2-40B4-BE49-F238E27FC236}">
                    <a16:creationId xmlns:a16="http://schemas.microsoft.com/office/drawing/2014/main" id="{50F7749F-8DC3-72E3-B750-8BD4E226B28A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499" name="pg1592">
                <a:extLst>
                  <a:ext uri="{FF2B5EF4-FFF2-40B4-BE49-F238E27FC236}">
                    <a16:creationId xmlns:a16="http://schemas.microsoft.com/office/drawing/2014/main" id="{E0E16F47-CA95-1D6B-A89E-E0F7A3338C19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0" name="pg1593">
                <a:extLst>
                  <a:ext uri="{FF2B5EF4-FFF2-40B4-BE49-F238E27FC236}">
                    <a16:creationId xmlns:a16="http://schemas.microsoft.com/office/drawing/2014/main" id="{292F110B-EF0E-D99E-C328-36DC5AB91056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1" name="pg1594">
                <a:extLst>
                  <a:ext uri="{FF2B5EF4-FFF2-40B4-BE49-F238E27FC236}">
                    <a16:creationId xmlns:a16="http://schemas.microsoft.com/office/drawing/2014/main" id="{7C039F4B-206C-3A34-7C71-10012F3691A0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2" name="pg1595">
                <a:extLst>
                  <a:ext uri="{FF2B5EF4-FFF2-40B4-BE49-F238E27FC236}">
                    <a16:creationId xmlns:a16="http://schemas.microsoft.com/office/drawing/2014/main" id="{1FDDEB9B-CA45-815D-1C9A-2E6792F71E6C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3" name="pg1596">
                <a:extLst>
                  <a:ext uri="{FF2B5EF4-FFF2-40B4-BE49-F238E27FC236}">
                    <a16:creationId xmlns:a16="http://schemas.microsoft.com/office/drawing/2014/main" id="{91E1D5A0-EAF4-6103-9687-9CA9E75E8A4F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4" name="pg1597">
                <a:extLst>
                  <a:ext uri="{FF2B5EF4-FFF2-40B4-BE49-F238E27FC236}">
                    <a16:creationId xmlns:a16="http://schemas.microsoft.com/office/drawing/2014/main" id="{A57A9819-CE70-95BF-870C-33FE94F16017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5" name="pg1598">
                <a:extLst>
                  <a:ext uri="{FF2B5EF4-FFF2-40B4-BE49-F238E27FC236}">
                    <a16:creationId xmlns:a16="http://schemas.microsoft.com/office/drawing/2014/main" id="{1C3E401D-A657-420D-0789-1FD2DA27A268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6" name="pg1599">
                <a:extLst>
                  <a:ext uri="{FF2B5EF4-FFF2-40B4-BE49-F238E27FC236}">
                    <a16:creationId xmlns:a16="http://schemas.microsoft.com/office/drawing/2014/main" id="{58447717-12CE-46DE-B042-E2F0F1CCABFD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7" name="pg1600">
                <a:extLst>
                  <a:ext uri="{FF2B5EF4-FFF2-40B4-BE49-F238E27FC236}">
                    <a16:creationId xmlns:a16="http://schemas.microsoft.com/office/drawing/2014/main" id="{4F7631DB-BA44-06AA-B2A8-49563E285BC0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8" name="pg1601">
                <a:extLst>
                  <a:ext uri="{FF2B5EF4-FFF2-40B4-BE49-F238E27FC236}">
                    <a16:creationId xmlns:a16="http://schemas.microsoft.com/office/drawing/2014/main" id="{BFF8520F-8029-85B2-B4FA-CE60BC6DAA8E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09" name="pg1602">
                <a:extLst>
                  <a:ext uri="{FF2B5EF4-FFF2-40B4-BE49-F238E27FC236}">
                    <a16:creationId xmlns:a16="http://schemas.microsoft.com/office/drawing/2014/main" id="{661DA606-48E9-683C-7923-36266D8A8362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0" name="pg1603">
                <a:extLst>
                  <a:ext uri="{FF2B5EF4-FFF2-40B4-BE49-F238E27FC236}">
                    <a16:creationId xmlns:a16="http://schemas.microsoft.com/office/drawing/2014/main" id="{238A320E-49FA-0124-67B6-86D80A289E3F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1" name="pg1604">
                <a:extLst>
                  <a:ext uri="{FF2B5EF4-FFF2-40B4-BE49-F238E27FC236}">
                    <a16:creationId xmlns:a16="http://schemas.microsoft.com/office/drawing/2014/main" id="{B6AD9FAC-57B6-0990-AD55-037BBAD606B4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2" name="pg1605">
                <a:extLst>
                  <a:ext uri="{FF2B5EF4-FFF2-40B4-BE49-F238E27FC236}">
                    <a16:creationId xmlns:a16="http://schemas.microsoft.com/office/drawing/2014/main" id="{CA18B59D-5EDB-1C43-D0F3-5702AA5E6D90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3" name="pg1606">
                <a:extLst>
                  <a:ext uri="{FF2B5EF4-FFF2-40B4-BE49-F238E27FC236}">
                    <a16:creationId xmlns:a16="http://schemas.microsoft.com/office/drawing/2014/main" id="{9151E281-B3C4-31F3-19A6-0E84C0D5451D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4" name="pg1607">
                <a:extLst>
                  <a:ext uri="{FF2B5EF4-FFF2-40B4-BE49-F238E27FC236}">
                    <a16:creationId xmlns:a16="http://schemas.microsoft.com/office/drawing/2014/main" id="{9B818745-BC96-1817-AE8C-798C24176FD4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5" name="pg1608">
                <a:extLst>
                  <a:ext uri="{FF2B5EF4-FFF2-40B4-BE49-F238E27FC236}">
                    <a16:creationId xmlns:a16="http://schemas.microsoft.com/office/drawing/2014/main" id="{64FD4955-45FE-700E-6FDB-19D870F4F874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6" name="pg1609">
                <a:extLst>
                  <a:ext uri="{FF2B5EF4-FFF2-40B4-BE49-F238E27FC236}">
                    <a16:creationId xmlns:a16="http://schemas.microsoft.com/office/drawing/2014/main" id="{BDDDC3CF-C548-5E12-EA4D-F21B7E902D68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7" name="pg1610">
                <a:extLst>
                  <a:ext uri="{FF2B5EF4-FFF2-40B4-BE49-F238E27FC236}">
                    <a16:creationId xmlns:a16="http://schemas.microsoft.com/office/drawing/2014/main" id="{B540CE9A-B178-7B9B-5998-5E9D7F21DE75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8" name="pg1611">
                <a:extLst>
                  <a:ext uri="{FF2B5EF4-FFF2-40B4-BE49-F238E27FC236}">
                    <a16:creationId xmlns:a16="http://schemas.microsoft.com/office/drawing/2014/main" id="{BD162C87-DCB4-434D-68BB-18808CDD83A4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19" name="pg1612">
                <a:extLst>
                  <a:ext uri="{FF2B5EF4-FFF2-40B4-BE49-F238E27FC236}">
                    <a16:creationId xmlns:a16="http://schemas.microsoft.com/office/drawing/2014/main" id="{95490B3A-AD0D-0DDD-D85E-604CD579A2FF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0" name="pg1613">
                <a:extLst>
                  <a:ext uri="{FF2B5EF4-FFF2-40B4-BE49-F238E27FC236}">
                    <a16:creationId xmlns:a16="http://schemas.microsoft.com/office/drawing/2014/main" id="{1CAC137E-D72D-FB0F-C63C-A7D5660897AD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1" name="pg1614">
                <a:extLst>
                  <a:ext uri="{FF2B5EF4-FFF2-40B4-BE49-F238E27FC236}">
                    <a16:creationId xmlns:a16="http://schemas.microsoft.com/office/drawing/2014/main" id="{DD861E31-A02B-69D1-8F44-FC73244AD61A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2" name="pg1615">
                <a:extLst>
                  <a:ext uri="{FF2B5EF4-FFF2-40B4-BE49-F238E27FC236}">
                    <a16:creationId xmlns:a16="http://schemas.microsoft.com/office/drawing/2014/main" id="{99DFAC83-B907-2E22-D7CF-EAE7AA9E65EF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3" name="pg1616">
                <a:extLst>
                  <a:ext uri="{FF2B5EF4-FFF2-40B4-BE49-F238E27FC236}">
                    <a16:creationId xmlns:a16="http://schemas.microsoft.com/office/drawing/2014/main" id="{9669270D-4360-50B2-4D7F-D556592DCE9B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4" name="pg1617">
                <a:extLst>
                  <a:ext uri="{FF2B5EF4-FFF2-40B4-BE49-F238E27FC236}">
                    <a16:creationId xmlns:a16="http://schemas.microsoft.com/office/drawing/2014/main" id="{6F4CD07C-17A8-3E87-E4D2-B130B3FB4893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5" name="pg1618">
                <a:extLst>
                  <a:ext uri="{FF2B5EF4-FFF2-40B4-BE49-F238E27FC236}">
                    <a16:creationId xmlns:a16="http://schemas.microsoft.com/office/drawing/2014/main" id="{0BE88677-6021-1E66-7B48-14A407294117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6" name="pg1619">
                <a:extLst>
                  <a:ext uri="{FF2B5EF4-FFF2-40B4-BE49-F238E27FC236}">
                    <a16:creationId xmlns:a16="http://schemas.microsoft.com/office/drawing/2014/main" id="{1C16C2B8-D8C1-6DC3-4266-A9C401E1CE62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7" name="pg1620">
                <a:extLst>
                  <a:ext uri="{FF2B5EF4-FFF2-40B4-BE49-F238E27FC236}">
                    <a16:creationId xmlns:a16="http://schemas.microsoft.com/office/drawing/2014/main" id="{DD909D7A-0164-13CA-E92A-80FF2F29B490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8" name="pg1621">
                <a:extLst>
                  <a:ext uri="{FF2B5EF4-FFF2-40B4-BE49-F238E27FC236}">
                    <a16:creationId xmlns:a16="http://schemas.microsoft.com/office/drawing/2014/main" id="{393CB749-A76A-BDFF-3532-D2231E78D5D2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29" name="pg1622">
                <a:extLst>
                  <a:ext uri="{FF2B5EF4-FFF2-40B4-BE49-F238E27FC236}">
                    <a16:creationId xmlns:a16="http://schemas.microsoft.com/office/drawing/2014/main" id="{05F1DAC5-5D68-98C4-3ED5-0CF2A0527DDC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0" name="pg1623">
                <a:extLst>
                  <a:ext uri="{FF2B5EF4-FFF2-40B4-BE49-F238E27FC236}">
                    <a16:creationId xmlns:a16="http://schemas.microsoft.com/office/drawing/2014/main" id="{2CA4AC36-64E2-6DE8-21DC-3572B3943502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1" name="pg1624">
                <a:extLst>
                  <a:ext uri="{FF2B5EF4-FFF2-40B4-BE49-F238E27FC236}">
                    <a16:creationId xmlns:a16="http://schemas.microsoft.com/office/drawing/2014/main" id="{0E0E084D-DBE9-C882-814D-575A195CB60C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2" name="pg1625">
                <a:extLst>
                  <a:ext uri="{FF2B5EF4-FFF2-40B4-BE49-F238E27FC236}">
                    <a16:creationId xmlns:a16="http://schemas.microsoft.com/office/drawing/2014/main" id="{CFCC5BC6-9701-85D6-F76D-CD5C5D417E2C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3" name="pg1626">
                <a:extLst>
                  <a:ext uri="{FF2B5EF4-FFF2-40B4-BE49-F238E27FC236}">
                    <a16:creationId xmlns:a16="http://schemas.microsoft.com/office/drawing/2014/main" id="{D046B0EF-9272-1117-F081-8F2A1772A358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4" name="pg1627">
                <a:extLst>
                  <a:ext uri="{FF2B5EF4-FFF2-40B4-BE49-F238E27FC236}">
                    <a16:creationId xmlns:a16="http://schemas.microsoft.com/office/drawing/2014/main" id="{7EEE33F7-C143-DACC-9C3B-B3271E4004B2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5" name="pg1628">
                <a:extLst>
                  <a:ext uri="{FF2B5EF4-FFF2-40B4-BE49-F238E27FC236}">
                    <a16:creationId xmlns:a16="http://schemas.microsoft.com/office/drawing/2014/main" id="{0E47446F-6299-6819-01FA-89E18C7BEC50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6" name="pg1629">
                <a:extLst>
                  <a:ext uri="{FF2B5EF4-FFF2-40B4-BE49-F238E27FC236}">
                    <a16:creationId xmlns:a16="http://schemas.microsoft.com/office/drawing/2014/main" id="{57766D04-AC8D-BA24-4A7C-D4950ADCCAED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7" name="pg1630">
                <a:extLst>
                  <a:ext uri="{FF2B5EF4-FFF2-40B4-BE49-F238E27FC236}">
                    <a16:creationId xmlns:a16="http://schemas.microsoft.com/office/drawing/2014/main" id="{12FFF89F-B71A-A863-E225-739B0D2DC71B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8" name="pg1631">
                <a:extLst>
                  <a:ext uri="{FF2B5EF4-FFF2-40B4-BE49-F238E27FC236}">
                    <a16:creationId xmlns:a16="http://schemas.microsoft.com/office/drawing/2014/main" id="{91E14A13-F15E-7D35-F0A7-1056D2124A47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39" name="pg1632">
                <a:extLst>
                  <a:ext uri="{FF2B5EF4-FFF2-40B4-BE49-F238E27FC236}">
                    <a16:creationId xmlns:a16="http://schemas.microsoft.com/office/drawing/2014/main" id="{374588A3-F6CE-2FE0-9297-9206FB2CBE53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0" name="pg1633">
                <a:extLst>
                  <a:ext uri="{FF2B5EF4-FFF2-40B4-BE49-F238E27FC236}">
                    <a16:creationId xmlns:a16="http://schemas.microsoft.com/office/drawing/2014/main" id="{AC2031C6-1B84-6D77-699C-06614C040DFB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1" name="pg1634">
                <a:extLst>
                  <a:ext uri="{FF2B5EF4-FFF2-40B4-BE49-F238E27FC236}">
                    <a16:creationId xmlns:a16="http://schemas.microsoft.com/office/drawing/2014/main" id="{57EA685F-995C-37A2-C7C1-A3D756C7B024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2" name="pg1635">
                <a:extLst>
                  <a:ext uri="{FF2B5EF4-FFF2-40B4-BE49-F238E27FC236}">
                    <a16:creationId xmlns:a16="http://schemas.microsoft.com/office/drawing/2014/main" id="{3EA790A7-8934-294E-EE55-0E771C55120D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3" name="pg1636">
                <a:extLst>
                  <a:ext uri="{FF2B5EF4-FFF2-40B4-BE49-F238E27FC236}">
                    <a16:creationId xmlns:a16="http://schemas.microsoft.com/office/drawing/2014/main" id="{180E4B24-7141-89CB-0A1A-3774C7392010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4" name="pg1637">
                <a:extLst>
                  <a:ext uri="{FF2B5EF4-FFF2-40B4-BE49-F238E27FC236}">
                    <a16:creationId xmlns:a16="http://schemas.microsoft.com/office/drawing/2014/main" id="{2B7DB1CC-A581-7479-C625-60AF234BD850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5" name="pg1638">
                <a:extLst>
                  <a:ext uri="{FF2B5EF4-FFF2-40B4-BE49-F238E27FC236}">
                    <a16:creationId xmlns:a16="http://schemas.microsoft.com/office/drawing/2014/main" id="{69CF5E5C-C47A-E0C9-9F9F-F58EC3FBD819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6" name="pg1639">
                <a:extLst>
                  <a:ext uri="{FF2B5EF4-FFF2-40B4-BE49-F238E27FC236}">
                    <a16:creationId xmlns:a16="http://schemas.microsoft.com/office/drawing/2014/main" id="{2E8CCFF5-EEB3-D565-4FFC-857D0C8E62B2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7" name="pg1640">
                <a:extLst>
                  <a:ext uri="{FF2B5EF4-FFF2-40B4-BE49-F238E27FC236}">
                    <a16:creationId xmlns:a16="http://schemas.microsoft.com/office/drawing/2014/main" id="{6A0A2C28-DB3F-7371-760D-B955607CA531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8" name="pg1641">
                <a:extLst>
                  <a:ext uri="{FF2B5EF4-FFF2-40B4-BE49-F238E27FC236}">
                    <a16:creationId xmlns:a16="http://schemas.microsoft.com/office/drawing/2014/main" id="{768B8E8C-1C09-7B70-DA96-EA19F49556C6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49" name="pg1642">
                <a:extLst>
                  <a:ext uri="{FF2B5EF4-FFF2-40B4-BE49-F238E27FC236}">
                    <a16:creationId xmlns:a16="http://schemas.microsoft.com/office/drawing/2014/main" id="{9D5A499B-D508-2B9B-478B-C9D1074F6D3F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0" name="pg1643">
                <a:extLst>
                  <a:ext uri="{FF2B5EF4-FFF2-40B4-BE49-F238E27FC236}">
                    <a16:creationId xmlns:a16="http://schemas.microsoft.com/office/drawing/2014/main" id="{B7D0715C-CEA2-8157-8379-D0A102E3501B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1" name="pg1644">
                <a:extLst>
                  <a:ext uri="{FF2B5EF4-FFF2-40B4-BE49-F238E27FC236}">
                    <a16:creationId xmlns:a16="http://schemas.microsoft.com/office/drawing/2014/main" id="{0AED3FCC-3456-1B54-89FE-5C8AC69F5D2A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2" name="pg1645">
                <a:extLst>
                  <a:ext uri="{FF2B5EF4-FFF2-40B4-BE49-F238E27FC236}">
                    <a16:creationId xmlns:a16="http://schemas.microsoft.com/office/drawing/2014/main" id="{C90D4731-F53C-3273-E2C5-FF2990FCB4EF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3" name="pg1646">
                <a:extLst>
                  <a:ext uri="{FF2B5EF4-FFF2-40B4-BE49-F238E27FC236}">
                    <a16:creationId xmlns:a16="http://schemas.microsoft.com/office/drawing/2014/main" id="{21D76912-73D5-F762-4ADD-32D52C3DDF89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4" name="pg1647">
                <a:extLst>
                  <a:ext uri="{FF2B5EF4-FFF2-40B4-BE49-F238E27FC236}">
                    <a16:creationId xmlns:a16="http://schemas.microsoft.com/office/drawing/2014/main" id="{3810AFCE-A0B4-A361-E081-1DA5E55DDDCA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5" name="pg1648">
                <a:extLst>
                  <a:ext uri="{FF2B5EF4-FFF2-40B4-BE49-F238E27FC236}">
                    <a16:creationId xmlns:a16="http://schemas.microsoft.com/office/drawing/2014/main" id="{9BCEC1FA-A6B9-3854-6F48-E599B2F498FC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6" name="pg1649">
                <a:extLst>
                  <a:ext uri="{FF2B5EF4-FFF2-40B4-BE49-F238E27FC236}">
                    <a16:creationId xmlns:a16="http://schemas.microsoft.com/office/drawing/2014/main" id="{F421310C-1B2B-27EB-5270-AD135642A0F0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7" name="pg1650">
                <a:extLst>
                  <a:ext uri="{FF2B5EF4-FFF2-40B4-BE49-F238E27FC236}">
                    <a16:creationId xmlns:a16="http://schemas.microsoft.com/office/drawing/2014/main" id="{9BF7B098-57E2-F8B1-3224-A44259AFA006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8" name="pg1651">
                <a:extLst>
                  <a:ext uri="{FF2B5EF4-FFF2-40B4-BE49-F238E27FC236}">
                    <a16:creationId xmlns:a16="http://schemas.microsoft.com/office/drawing/2014/main" id="{1C5E843F-EC4D-9B58-D906-E7DC53DAD717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59" name="pg1652">
                <a:extLst>
                  <a:ext uri="{FF2B5EF4-FFF2-40B4-BE49-F238E27FC236}">
                    <a16:creationId xmlns:a16="http://schemas.microsoft.com/office/drawing/2014/main" id="{E353E3EA-0E43-547C-49F7-4EBB8628B588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0" name="pg1653">
                <a:extLst>
                  <a:ext uri="{FF2B5EF4-FFF2-40B4-BE49-F238E27FC236}">
                    <a16:creationId xmlns:a16="http://schemas.microsoft.com/office/drawing/2014/main" id="{26DA4F2D-B7B5-8614-E66B-E7BB29A419AB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1" name="pg1654">
                <a:extLst>
                  <a:ext uri="{FF2B5EF4-FFF2-40B4-BE49-F238E27FC236}">
                    <a16:creationId xmlns:a16="http://schemas.microsoft.com/office/drawing/2014/main" id="{9D43B276-5A6A-BBDF-3E31-8C2072395319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2" name="pg1655">
                <a:extLst>
                  <a:ext uri="{FF2B5EF4-FFF2-40B4-BE49-F238E27FC236}">
                    <a16:creationId xmlns:a16="http://schemas.microsoft.com/office/drawing/2014/main" id="{81B73F4E-0E70-F764-13F5-960F7884965B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3" name="pg1656">
                <a:extLst>
                  <a:ext uri="{FF2B5EF4-FFF2-40B4-BE49-F238E27FC236}">
                    <a16:creationId xmlns:a16="http://schemas.microsoft.com/office/drawing/2014/main" id="{08D9A9F9-2233-BD15-4031-89DC563C55C7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4" name="pg1657">
                <a:extLst>
                  <a:ext uri="{FF2B5EF4-FFF2-40B4-BE49-F238E27FC236}">
                    <a16:creationId xmlns:a16="http://schemas.microsoft.com/office/drawing/2014/main" id="{95AA48D0-20E1-D609-2935-E374DF17830D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5" name="pg1658">
                <a:extLst>
                  <a:ext uri="{FF2B5EF4-FFF2-40B4-BE49-F238E27FC236}">
                    <a16:creationId xmlns:a16="http://schemas.microsoft.com/office/drawing/2014/main" id="{594168F8-53C1-BC75-D32E-1E01519E74D9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6" name="pg1659">
                <a:extLst>
                  <a:ext uri="{FF2B5EF4-FFF2-40B4-BE49-F238E27FC236}">
                    <a16:creationId xmlns:a16="http://schemas.microsoft.com/office/drawing/2014/main" id="{FFC6A8CA-1E2C-DF32-B15C-6952EA6A77DE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7" name="pg1660">
                <a:extLst>
                  <a:ext uri="{FF2B5EF4-FFF2-40B4-BE49-F238E27FC236}">
                    <a16:creationId xmlns:a16="http://schemas.microsoft.com/office/drawing/2014/main" id="{1A3C64F0-CD7C-F41B-D4CA-9472FAED693B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8" name="pg1661">
                <a:extLst>
                  <a:ext uri="{FF2B5EF4-FFF2-40B4-BE49-F238E27FC236}">
                    <a16:creationId xmlns:a16="http://schemas.microsoft.com/office/drawing/2014/main" id="{6AA85EE6-71F0-BC4E-3FE8-90F1873F5B37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69" name="pg1662">
                <a:extLst>
                  <a:ext uri="{FF2B5EF4-FFF2-40B4-BE49-F238E27FC236}">
                    <a16:creationId xmlns:a16="http://schemas.microsoft.com/office/drawing/2014/main" id="{26A87E39-FE1C-ED2D-F13A-00FBA3CB233A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0" name="pg1663">
                <a:extLst>
                  <a:ext uri="{FF2B5EF4-FFF2-40B4-BE49-F238E27FC236}">
                    <a16:creationId xmlns:a16="http://schemas.microsoft.com/office/drawing/2014/main" id="{69E719E6-4F34-3CD8-27D3-1F5D60161CC4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1" name="pg1664">
                <a:extLst>
                  <a:ext uri="{FF2B5EF4-FFF2-40B4-BE49-F238E27FC236}">
                    <a16:creationId xmlns:a16="http://schemas.microsoft.com/office/drawing/2014/main" id="{40D93AE7-5403-AEF9-1311-A97C4FB6117B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2" name="pg1665">
                <a:extLst>
                  <a:ext uri="{FF2B5EF4-FFF2-40B4-BE49-F238E27FC236}">
                    <a16:creationId xmlns:a16="http://schemas.microsoft.com/office/drawing/2014/main" id="{22A681E4-B81F-9D25-4E97-616C2134293F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3" name="pg1666">
                <a:extLst>
                  <a:ext uri="{FF2B5EF4-FFF2-40B4-BE49-F238E27FC236}">
                    <a16:creationId xmlns:a16="http://schemas.microsoft.com/office/drawing/2014/main" id="{DEED9A0B-3919-C0F3-3159-C000BA342296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4" name="pg1667">
                <a:extLst>
                  <a:ext uri="{FF2B5EF4-FFF2-40B4-BE49-F238E27FC236}">
                    <a16:creationId xmlns:a16="http://schemas.microsoft.com/office/drawing/2014/main" id="{107CFBEA-0764-2AD1-83F5-FF9D299736FC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5" name="pg1668">
                <a:extLst>
                  <a:ext uri="{FF2B5EF4-FFF2-40B4-BE49-F238E27FC236}">
                    <a16:creationId xmlns:a16="http://schemas.microsoft.com/office/drawing/2014/main" id="{1C6EBB7C-AC06-93D1-9BE0-00BFEC9D2916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6" name="pg1669">
                <a:extLst>
                  <a:ext uri="{FF2B5EF4-FFF2-40B4-BE49-F238E27FC236}">
                    <a16:creationId xmlns:a16="http://schemas.microsoft.com/office/drawing/2014/main" id="{23618E31-320A-6E77-D396-C1150735FB83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7" name="pg1670">
                <a:extLst>
                  <a:ext uri="{FF2B5EF4-FFF2-40B4-BE49-F238E27FC236}">
                    <a16:creationId xmlns:a16="http://schemas.microsoft.com/office/drawing/2014/main" id="{DD8C1AC8-E605-A54D-CFBB-01D01B7507A4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8" name="pg1671">
                <a:extLst>
                  <a:ext uri="{FF2B5EF4-FFF2-40B4-BE49-F238E27FC236}">
                    <a16:creationId xmlns:a16="http://schemas.microsoft.com/office/drawing/2014/main" id="{51D00A57-FE19-86A0-FD99-87C86BFB5839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79" name="pg1672">
                <a:extLst>
                  <a:ext uri="{FF2B5EF4-FFF2-40B4-BE49-F238E27FC236}">
                    <a16:creationId xmlns:a16="http://schemas.microsoft.com/office/drawing/2014/main" id="{9F9CDB6D-050B-467D-D541-DAA862838407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0" name="pg1673">
                <a:extLst>
                  <a:ext uri="{FF2B5EF4-FFF2-40B4-BE49-F238E27FC236}">
                    <a16:creationId xmlns:a16="http://schemas.microsoft.com/office/drawing/2014/main" id="{076316B6-9E8B-7032-5C6C-EB5F33D9F9BC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1" name="pg1674">
                <a:extLst>
                  <a:ext uri="{FF2B5EF4-FFF2-40B4-BE49-F238E27FC236}">
                    <a16:creationId xmlns:a16="http://schemas.microsoft.com/office/drawing/2014/main" id="{A163179C-F601-B006-F581-10F90596BBF5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2" name="pg1675">
                <a:extLst>
                  <a:ext uri="{FF2B5EF4-FFF2-40B4-BE49-F238E27FC236}">
                    <a16:creationId xmlns:a16="http://schemas.microsoft.com/office/drawing/2014/main" id="{2EC78916-70C2-472E-C6A4-9EC6C66EDB33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3" name="pg1676">
                <a:extLst>
                  <a:ext uri="{FF2B5EF4-FFF2-40B4-BE49-F238E27FC236}">
                    <a16:creationId xmlns:a16="http://schemas.microsoft.com/office/drawing/2014/main" id="{76A77A98-A894-7A44-419B-CC7B2ECEF045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4" name="pg1677">
                <a:extLst>
                  <a:ext uri="{FF2B5EF4-FFF2-40B4-BE49-F238E27FC236}">
                    <a16:creationId xmlns:a16="http://schemas.microsoft.com/office/drawing/2014/main" id="{90411119-79B0-2980-4CCE-DE61D3CE3276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5" name="pg1678">
                <a:extLst>
                  <a:ext uri="{FF2B5EF4-FFF2-40B4-BE49-F238E27FC236}">
                    <a16:creationId xmlns:a16="http://schemas.microsoft.com/office/drawing/2014/main" id="{0BA564C0-76A1-D0B0-4C5D-16879B17EEA8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6" name="pg1679">
                <a:extLst>
                  <a:ext uri="{FF2B5EF4-FFF2-40B4-BE49-F238E27FC236}">
                    <a16:creationId xmlns:a16="http://schemas.microsoft.com/office/drawing/2014/main" id="{6ECD1D61-2CE6-C336-BA93-DED9BE137858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7" name="pg1680">
                <a:extLst>
                  <a:ext uri="{FF2B5EF4-FFF2-40B4-BE49-F238E27FC236}">
                    <a16:creationId xmlns:a16="http://schemas.microsoft.com/office/drawing/2014/main" id="{78559BE3-7CE6-617B-0DDD-7B215A98374C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8" name="pg1681">
                <a:extLst>
                  <a:ext uri="{FF2B5EF4-FFF2-40B4-BE49-F238E27FC236}">
                    <a16:creationId xmlns:a16="http://schemas.microsoft.com/office/drawing/2014/main" id="{3403B16C-74EE-A84D-92AC-2689DC9057D7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89" name="pg1682">
                <a:extLst>
                  <a:ext uri="{FF2B5EF4-FFF2-40B4-BE49-F238E27FC236}">
                    <a16:creationId xmlns:a16="http://schemas.microsoft.com/office/drawing/2014/main" id="{20069F3D-E62E-B4CB-2AD6-524BF49EF4B4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0" name="pg1683">
                <a:extLst>
                  <a:ext uri="{FF2B5EF4-FFF2-40B4-BE49-F238E27FC236}">
                    <a16:creationId xmlns:a16="http://schemas.microsoft.com/office/drawing/2014/main" id="{357BA396-7F3E-FE18-D920-0395F22F13E0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1" name="pg1684">
                <a:extLst>
                  <a:ext uri="{FF2B5EF4-FFF2-40B4-BE49-F238E27FC236}">
                    <a16:creationId xmlns:a16="http://schemas.microsoft.com/office/drawing/2014/main" id="{115179AA-2B65-DF83-AAAA-8F01B5295DA7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2" name="pg1685">
                <a:extLst>
                  <a:ext uri="{FF2B5EF4-FFF2-40B4-BE49-F238E27FC236}">
                    <a16:creationId xmlns:a16="http://schemas.microsoft.com/office/drawing/2014/main" id="{C36CFCB3-3A38-6AA7-E9B7-6B21BD38EAF9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3" name="pg1686">
                <a:extLst>
                  <a:ext uri="{FF2B5EF4-FFF2-40B4-BE49-F238E27FC236}">
                    <a16:creationId xmlns:a16="http://schemas.microsoft.com/office/drawing/2014/main" id="{B073E6FB-2B59-05CC-5B5A-CDBA2AD076C4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4" name="pg1687">
                <a:extLst>
                  <a:ext uri="{FF2B5EF4-FFF2-40B4-BE49-F238E27FC236}">
                    <a16:creationId xmlns:a16="http://schemas.microsoft.com/office/drawing/2014/main" id="{69DEF508-D0D3-E2CD-E592-00369E306BF5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5" name="pg1688">
                <a:extLst>
                  <a:ext uri="{FF2B5EF4-FFF2-40B4-BE49-F238E27FC236}">
                    <a16:creationId xmlns:a16="http://schemas.microsoft.com/office/drawing/2014/main" id="{770E7B0F-F127-CFAA-0BAA-FEB68ADF7099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6" name="pg1689">
                <a:extLst>
                  <a:ext uri="{FF2B5EF4-FFF2-40B4-BE49-F238E27FC236}">
                    <a16:creationId xmlns:a16="http://schemas.microsoft.com/office/drawing/2014/main" id="{150BD87C-DABE-F5B9-A9EF-C4898442EA0F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7" name="pg1690">
                <a:extLst>
                  <a:ext uri="{FF2B5EF4-FFF2-40B4-BE49-F238E27FC236}">
                    <a16:creationId xmlns:a16="http://schemas.microsoft.com/office/drawing/2014/main" id="{851A9AC7-C393-57AB-B2D1-DDB3E4CEFF6F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8" name="pg1691">
                <a:extLst>
                  <a:ext uri="{FF2B5EF4-FFF2-40B4-BE49-F238E27FC236}">
                    <a16:creationId xmlns:a16="http://schemas.microsoft.com/office/drawing/2014/main" id="{84E8D7E1-1BEE-5FAD-2ED2-E2012127B468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599" name="pg1692">
                <a:extLst>
                  <a:ext uri="{FF2B5EF4-FFF2-40B4-BE49-F238E27FC236}">
                    <a16:creationId xmlns:a16="http://schemas.microsoft.com/office/drawing/2014/main" id="{F9A437D0-F424-5501-3E52-23AE18E4D7A7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0" name="pg1693">
                <a:extLst>
                  <a:ext uri="{FF2B5EF4-FFF2-40B4-BE49-F238E27FC236}">
                    <a16:creationId xmlns:a16="http://schemas.microsoft.com/office/drawing/2014/main" id="{EDF2415D-75FB-915C-6E3E-C79755A32B3C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1" name="pg1694">
                <a:extLst>
                  <a:ext uri="{FF2B5EF4-FFF2-40B4-BE49-F238E27FC236}">
                    <a16:creationId xmlns:a16="http://schemas.microsoft.com/office/drawing/2014/main" id="{1B2739FE-580B-86AD-DE08-F04432649321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2" name="pg1695">
                <a:extLst>
                  <a:ext uri="{FF2B5EF4-FFF2-40B4-BE49-F238E27FC236}">
                    <a16:creationId xmlns:a16="http://schemas.microsoft.com/office/drawing/2014/main" id="{DC5F086B-1AB1-1B89-D2C1-AA7D0B0FC606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3" name="pg1696">
                <a:extLst>
                  <a:ext uri="{FF2B5EF4-FFF2-40B4-BE49-F238E27FC236}">
                    <a16:creationId xmlns:a16="http://schemas.microsoft.com/office/drawing/2014/main" id="{49797F2D-35A7-6136-C552-A10B6497BF0D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4" name="pg1697">
                <a:extLst>
                  <a:ext uri="{FF2B5EF4-FFF2-40B4-BE49-F238E27FC236}">
                    <a16:creationId xmlns:a16="http://schemas.microsoft.com/office/drawing/2014/main" id="{896DCE85-94E6-B51D-2A05-AFAF7BFEE956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5" name="pg1698">
                <a:extLst>
                  <a:ext uri="{FF2B5EF4-FFF2-40B4-BE49-F238E27FC236}">
                    <a16:creationId xmlns:a16="http://schemas.microsoft.com/office/drawing/2014/main" id="{F299E0F6-6649-5F6D-206B-205203CF2A94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6" name="pg1699">
                <a:extLst>
                  <a:ext uri="{FF2B5EF4-FFF2-40B4-BE49-F238E27FC236}">
                    <a16:creationId xmlns:a16="http://schemas.microsoft.com/office/drawing/2014/main" id="{ED428944-BBCB-8C63-0C04-2C031DE79C71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7" name="pg1700">
                <a:extLst>
                  <a:ext uri="{FF2B5EF4-FFF2-40B4-BE49-F238E27FC236}">
                    <a16:creationId xmlns:a16="http://schemas.microsoft.com/office/drawing/2014/main" id="{8BE6C6E1-1412-3FB8-6B64-D4A07E1ADFFB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8" name="pg1701">
                <a:extLst>
                  <a:ext uri="{FF2B5EF4-FFF2-40B4-BE49-F238E27FC236}">
                    <a16:creationId xmlns:a16="http://schemas.microsoft.com/office/drawing/2014/main" id="{E1734753-F491-98CA-94C4-4E8BF12DFBBA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09" name="pg1702">
                <a:extLst>
                  <a:ext uri="{FF2B5EF4-FFF2-40B4-BE49-F238E27FC236}">
                    <a16:creationId xmlns:a16="http://schemas.microsoft.com/office/drawing/2014/main" id="{F851F323-DA76-02F2-8898-01095BAD35E4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0" name="pg1703">
                <a:extLst>
                  <a:ext uri="{FF2B5EF4-FFF2-40B4-BE49-F238E27FC236}">
                    <a16:creationId xmlns:a16="http://schemas.microsoft.com/office/drawing/2014/main" id="{15116030-C87B-B9EF-24D0-C1D6850CF39E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1" name="pg1704">
                <a:extLst>
                  <a:ext uri="{FF2B5EF4-FFF2-40B4-BE49-F238E27FC236}">
                    <a16:creationId xmlns:a16="http://schemas.microsoft.com/office/drawing/2014/main" id="{1CF8D58B-4297-E3BB-3823-0B174B4F7F9E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2" name="pg1705">
                <a:extLst>
                  <a:ext uri="{FF2B5EF4-FFF2-40B4-BE49-F238E27FC236}">
                    <a16:creationId xmlns:a16="http://schemas.microsoft.com/office/drawing/2014/main" id="{B3E78FE0-7033-CE23-593C-5B9CCABEB37B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3" name="pg1706">
                <a:extLst>
                  <a:ext uri="{FF2B5EF4-FFF2-40B4-BE49-F238E27FC236}">
                    <a16:creationId xmlns:a16="http://schemas.microsoft.com/office/drawing/2014/main" id="{7CAD433C-D3CB-59A3-B6FF-3415EACBB8F3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4" name="pg1707">
                <a:extLst>
                  <a:ext uri="{FF2B5EF4-FFF2-40B4-BE49-F238E27FC236}">
                    <a16:creationId xmlns:a16="http://schemas.microsoft.com/office/drawing/2014/main" id="{A312558B-E3AD-F71F-4305-025D3B0345BA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5" name="pg1708">
                <a:extLst>
                  <a:ext uri="{FF2B5EF4-FFF2-40B4-BE49-F238E27FC236}">
                    <a16:creationId xmlns:a16="http://schemas.microsoft.com/office/drawing/2014/main" id="{13601A92-8FB4-0CF5-77F6-FEF24E445D2B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6" name="pg1709">
                <a:extLst>
                  <a:ext uri="{FF2B5EF4-FFF2-40B4-BE49-F238E27FC236}">
                    <a16:creationId xmlns:a16="http://schemas.microsoft.com/office/drawing/2014/main" id="{82BA027D-A6C6-FEE4-8539-4CA8878F8D7A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7" name="pg1710">
                <a:extLst>
                  <a:ext uri="{FF2B5EF4-FFF2-40B4-BE49-F238E27FC236}">
                    <a16:creationId xmlns:a16="http://schemas.microsoft.com/office/drawing/2014/main" id="{5932F770-2C44-796B-6094-07050C5309B4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8" name="pg1711">
                <a:extLst>
                  <a:ext uri="{FF2B5EF4-FFF2-40B4-BE49-F238E27FC236}">
                    <a16:creationId xmlns:a16="http://schemas.microsoft.com/office/drawing/2014/main" id="{C1838726-8EF6-D58E-512E-ABCE89F146E7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19" name="pg1712">
                <a:extLst>
                  <a:ext uri="{FF2B5EF4-FFF2-40B4-BE49-F238E27FC236}">
                    <a16:creationId xmlns:a16="http://schemas.microsoft.com/office/drawing/2014/main" id="{3A96057C-49A7-B4F0-EFA7-10DB57FB8114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0" name="pg1713">
                <a:extLst>
                  <a:ext uri="{FF2B5EF4-FFF2-40B4-BE49-F238E27FC236}">
                    <a16:creationId xmlns:a16="http://schemas.microsoft.com/office/drawing/2014/main" id="{5476FF75-B29D-5138-0883-7F8CEAAA5B28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1" name="pg1714">
                <a:extLst>
                  <a:ext uri="{FF2B5EF4-FFF2-40B4-BE49-F238E27FC236}">
                    <a16:creationId xmlns:a16="http://schemas.microsoft.com/office/drawing/2014/main" id="{E4914A1B-6EBC-CE4B-7DB1-09AC100AC4AF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2" name="pg1715">
                <a:extLst>
                  <a:ext uri="{FF2B5EF4-FFF2-40B4-BE49-F238E27FC236}">
                    <a16:creationId xmlns:a16="http://schemas.microsoft.com/office/drawing/2014/main" id="{318BAF65-C6C5-4266-0E1E-B33BAD370A04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3" name="pg1716">
                <a:extLst>
                  <a:ext uri="{FF2B5EF4-FFF2-40B4-BE49-F238E27FC236}">
                    <a16:creationId xmlns:a16="http://schemas.microsoft.com/office/drawing/2014/main" id="{E0C1817F-9513-875D-CDF3-BF34E842AEC8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4" name="pg1717">
                <a:extLst>
                  <a:ext uri="{FF2B5EF4-FFF2-40B4-BE49-F238E27FC236}">
                    <a16:creationId xmlns:a16="http://schemas.microsoft.com/office/drawing/2014/main" id="{63B1776D-D680-E2EB-1ACA-1E84E70A66BD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5" name="pg1718">
                <a:extLst>
                  <a:ext uri="{FF2B5EF4-FFF2-40B4-BE49-F238E27FC236}">
                    <a16:creationId xmlns:a16="http://schemas.microsoft.com/office/drawing/2014/main" id="{A904CC12-8E9F-E413-005D-DCE0DB55B7B2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6" name="pg1719">
                <a:extLst>
                  <a:ext uri="{FF2B5EF4-FFF2-40B4-BE49-F238E27FC236}">
                    <a16:creationId xmlns:a16="http://schemas.microsoft.com/office/drawing/2014/main" id="{BDA445A0-0E47-A395-F967-DAD0CACC84E5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7" name="pg1720">
                <a:extLst>
                  <a:ext uri="{FF2B5EF4-FFF2-40B4-BE49-F238E27FC236}">
                    <a16:creationId xmlns:a16="http://schemas.microsoft.com/office/drawing/2014/main" id="{7DF99FEB-124D-3080-578F-4F92776F59B6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8" name="pg1721">
                <a:extLst>
                  <a:ext uri="{FF2B5EF4-FFF2-40B4-BE49-F238E27FC236}">
                    <a16:creationId xmlns:a16="http://schemas.microsoft.com/office/drawing/2014/main" id="{D08E645A-AB91-76A6-0A21-3E3AF1A48FB7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29" name="pg1722">
                <a:extLst>
                  <a:ext uri="{FF2B5EF4-FFF2-40B4-BE49-F238E27FC236}">
                    <a16:creationId xmlns:a16="http://schemas.microsoft.com/office/drawing/2014/main" id="{2D5DA4C9-647D-48B7-E137-A2E47CF48DFE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0" name="pg1723">
                <a:extLst>
                  <a:ext uri="{FF2B5EF4-FFF2-40B4-BE49-F238E27FC236}">
                    <a16:creationId xmlns:a16="http://schemas.microsoft.com/office/drawing/2014/main" id="{C60986DB-E797-509D-136E-873065EAFC2E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1" name="pg1724">
                <a:extLst>
                  <a:ext uri="{FF2B5EF4-FFF2-40B4-BE49-F238E27FC236}">
                    <a16:creationId xmlns:a16="http://schemas.microsoft.com/office/drawing/2014/main" id="{7C74A6A5-88B6-9671-1DBB-0F2ADD9B27CB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2" name="pg1725">
                <a:extLst>
                  <a:ext uri="{FF2B5EF4-FFF2-40B4-BE49-F238E27FC236}">
                    <a16:creationId xmlns:a16="http://schemas.microsoft.com/office/drawing/2014/main" id="{6A0F7A5A-CA63-9B4A-1F48-5D70C881B41C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3" name="pg1726">
                <a:extLst>
                  <a:ext uri="{FF2B5EF4-FFF2-40B4-BE49-F238E27FC236}">
                    <a16:creationId xmlns:a16="http://schemas.microsoft.com/office/drawing/2014/main" id="{E179D6CD-C6A0-6FFD-D055-4C7857C99EE9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4" name="pg1727">
                <a:extLst>
                  <a:ext uri="{FF2B5EF4-FFF2-40B4-BE49-F238E27FC236}">
                    <a16:creationId xmlns:a16="http://schemas.microsoft.com/office/drawing/2014/main" id="{21B790BF-8208-F8C0-F7D1-D1F64846E72B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5" name="pg1728">
                <a:extLst>
                  <a:ext uri="{FF2B5EF4-FFF2-40B4-BE49-F238E27FC236}">
                    <a16:creationId xmlns:a16="http://schemas.microsoft.com/office/drawing/2014/main" id="{5F87699D-1220-77F8-5D5D-960FA1394DB5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6" name="pg1729">
                <a:extLst>
                  <a:ext uri="{FF2B5EF4-FFF2-40B4-BE49-F238E27FC236}">
                    <a16:creationId xmlns:a16="http://schemas.microsoft.com/office/drawing/2014/main" id="{66310909-4F18-A7FD-AF35-22596BCADEDB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7" name="pg1730">
                <a:extLst>
                  <a:ext uri="{FF2B5EF4-FFF2-40B4-BE49-F238E27FC236}">
                    <a16:creationId xmlns:a16="http://schemas.microsoft.com/office/drawing/2014/main" id="{A3A4642E-EFE3-0306-E4C6-A32B0C1253CD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8" name="pg1731">
                <a:extLst>
                  <a:ext uri="{FF2B5EF4-FFF2-40B4-BE49-F238E27FC236}">
                    <a16:creationId xmlns:a16="http://schemas.microsoft.com/office/drawing/2014/main" id="{04BE760B-AECC-4F6B-5D91-AFFD9B19DEF0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39" name="pg1732">
                <a:extLst>
                  <a:ext uri="{FF2B5EF4-FFF2-40B4-BE49-F238E27FC236}">
                    <a16:creationId xmlns:a16="http://schemas.microsoft.com/office/drawing/2014/main" id="{E4ACF526-B1F3-8B90-D297-47FF983A996E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0" name="pg1733">
                <a:extLst>
                  <a:ext uri="{FF2B5EF4-FFF2-40B4-BE49-F238E27FC236}">
                    <a16:creationId xmlns:a16="http://schemas.microsoft.com/office/drawing/2014/main" id="{606E330C-AD9C-002C-6E47-C8B3CEEA6C72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1" name="pg1734">
                <a:extLst>
                  <a:ext uri="{FF2B5EF4-FFF2-40B4-BE49-F238E27FC236}">
                    <a16:creationId xmlns:a16="http://schemas.microsoft.com/office/drawing/2014/main" id="{3CF23A33-1D52-0C57-C351-7C70E11721F0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2" name="pg1735">
                <a:extLst>
                  <a:ext uri="{FF2B5EF4-FFF2-40B4-BE49-F238E27FC236}">
                    <a16:creationId xmlns:a16="http://schemas.microsoft.com/office/drawing/2014/main" id="{1A3F7625-DEFE-D15C-0695-9EB44E04CA28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3" name="pg1736">
                <a:extLst>
                  <a:ext uri="{FF2B5EF4-FFF2-40B4-BE49-F238E27FC236}">
                    <a16:creationId xmlns:a16="http://schemas.microsoft.com/office/drawing/2014/main" id="{58339076-FD47-F105-543F-2B4F3D4A9364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4" name="pg1737">
                <a:extLst>
                  <a:ext uri="{FF2B5EF4-FFF2-40B4-BE49-F238E27FC236}">
                    <a16:creationId xmlns:a16="http://schemas.microsoft.com/office/drawing/2014/main" id="{86428C8F-F20D-D4E9-64A1-CBA93AD7E1FC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5" name="pg1738">
                <a:extLst>
                  <a:ext uri="{FF2B5EF4-FFF2-40B4-BE49-F238E27FC236}">
                    <a16:creationId xmlns:a16="http://schemas.microsoft.com/office/drawing/2014/main" id="{8A413894-47B5-9A3C-042A-F4B936A79E10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6" name="pg1739">
                <a:extLst>
                  <a:ext uri="{FF2B5EF4-FFF2-40B4-BE49-F238E27FC236}">
                    <a16:creationId xmlns:a16="http://schemas.microsoft.com/office/drawing/2014/main" id="{4BED62AB-2CD1-8743-10BD-6EC2AFB356AC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7" name="pg1740">
                <a:extLst>
                  <a:ext uri="{FF2B5EF4-FFF2-40B4-BE49-F238E27FC236}">
                    <a16:creationId xmlns:a16="http://schemas.microsoft.com/office/drawing/2014/main" id="{6CB9CEDE-92E1-B21B-2A56-9460A806DD3B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8" name="pg1741">
                <a:extLst>
                  <a:ext uri="{FF2B5EF4-FFF2-40B4-BE49-F238E27FC236}">
                    <a16:creationId xmlns:a16="http://schemas.microsoft.com/office/drawing/2014/main" id="{F44E2D0F-1788-6A20-18D7-283DDAD0200A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49" name="pg1742">
                <a:extLst>
                  <a:ext uri="{FF2B5EF4-FFF2-40B4-BE49-F238E27FC236}">
                    <a16:creationId xmlns:a16="http://schemas.microsoft.com/office/drawing/2014/main" id="{F650ED6E-04BB-FA2F-F138-36C0A4411944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0" name="pg1743">
                <a:extLst>
                  <a:ext uri="{FF2B5EF4-FFF2-40B4-BE49-F238E27FC236}">
                    <a16:creationId xmlns:a16="http://schemas.microsoft.com/office/drawing/2014/main" id="{634400CA-11BE-320D-3C68-A5301CCBE00F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1" name="pg1744">
                <a:extLst>
                  <a:ext uri="{FF2B5EF4-FFF2-40B4-BE49-F238E27FC236}">
                    <a16:creationId xmlns:a16="http://schemas.microsoft.com/office/drawing/2014/main" id="{1EED53B9-AF37-018C-AAFC-9D4B13E1813E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2" name="pg1745">
                <a:extLst>
                  <a:ext uri="{FF2B5EF4-FFF2-40B4-BE49-F238E27FC236}">
                    <a16:creationId xmlns:a16="http://schemas.microsoft.com/office/drawing/2014/main" id="{40919858-6AB4-E09E-F8CC-0CBEE0A4F277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3" name="pg1746">
                <a:extLst>
                  <a:ext uri="{FF2B5EF4-FFF2-40B4-BE49-F238E27FC236}">
                    <a16:creationId xmlns:a16="http://schemas.microsoft.com/office/drawing/2014/main" id="{EEA682A5-0606-E7AC-1AC9-A34E37EC2BF2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4" name="pg1747">
                <a:extLst>
                  <a:ext uri="{FF2B5EF4-FFF2-40B4-BE49-F238E27FC236}">
                    <a16:creationId xmlns:a16="http://schemas.microsoft.com/office/drawing/2014/main" id="{CD06E90E-B4D0-55AF-38D7-B5CB728997F0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5" name="pg1748">
                <a:extLst>
                  <a:ext uri="{FF2B5EF4-FFF2-40B4-BE49-F238E27FC236}">
                    <a16:creationId xmlns:a16="http://schemas.microsoft.com/office/drawing/2014/main" id="{D6D05A56-05D2-63F1-CEFC-E39125B63F10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6" name="pg1749">
                <a:extLst>
                  <a:ext uri="{FF2B5EF4-FFF2-40B4-BE49-F238E27FC236}">
                    <a16:creationId xmlns:a16="http://schemas.microsoft.com/office/drawing/2014/main" id="{B36A28A8-6E6C-1546-DAFE-C4ED59AADE5B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7" name="pg1750">
                <a:extLst>
                  <a:ext uri="{FF2B5EF4-FFF2-40B4-BE49-F238E27FC236}">
                    <a16:creationId xmlns:a16="http://schemas.microsoft.com/office/drawing/2014/main" id="{D98E5F6B-7067-53E6-8711-31EA65E5634B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8" name="pg1751">
                <a:extLst>
                  <a:ext uri="{FF2B5EF4-FFF2-40B4-BE49-F238E27FC236}">
                    <a16:creationId xmlns:a16="http://schemas.microsoft.com/office/drawing/2014/main" id="{ADFCC12B-0023-4757-34FF-F8959B0CAF9D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59" name="pg1752">
                <a:extLst>
                  <a:ext uri="{FF2B5EF4-FFF2-40B4-BE49-F238E27FC236}">
                    <a16:creationId xmlns:a16="http://schemas.microsoft.com/office/drawing/2014/main" id="{7F3B2A4C-34CA-FF5C-6FEA-EFDFE466B27C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0" name="pg1753">
                <a:extLst>
                  <a:ext uri="{FF2B5EF4-FFF2-40B4-BE49-F238E27FC236}">
                    <a16:creationId xmlns:a16="http://schemas.microsoft.com/office/drawing/2014/main" id="{D63B34CD-E186-65C9-E634-F342A972E3D5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1" name="pg1754">
                <a:extLst>
                  <a:ext uri="{FF2B5EF4-FFF2-40B4-BE49-F238E27FC236}">
                    <a16:creationId xmlns:a16="http://schemas.microsoft.com/office/drawing/2014/main" id="{F526AD67-7C35-054F-B0BA-A1A9BA1EADC4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2" name="pg1755">
                <a:extLst>
                  <a:ext uri="{FF2B5EF4-FFF2-40B4-BE49-F238E27FC236}">
                    <a16:creationId xmlns:a16="http://schemas.microsoft.com/office/drawing/2014/main" id="{4E9B7DAD-02A7-EF82-E21E-C0D8565EAE44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3" name="pg1756">
                <a:extLst>
                  <a:ext uri="{FF2B5EF4-FFF2-40B4-BE49-F238E27FC236}">
                    <a16:creationId xmlns:a16="http://schemas.microsoft.com/office/drawing/2014/main" id="{6BA410F6-BB4C-5B33-7B9A-B8742958BF9C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4" name="pg1757">
                <a:extLst>
                  <a:ext uri="{FF2B5EF4-FFF2-40B4-BE49-F238E27FC236}">
                    <a16:creationId xmlns:a16="http://schemas.microsoft.com/office/drawing/2014/main" id="{00FCFBB6-178E-242D-0311-EAF657F167E9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5" name="pg1758">
                <a:extLst>
                  <a:ext uri="{FF2B5EF4-FFF2-40B4-BE49-F238E27FC236}">
                    <a16:creationId xmlns:a16="http://schemas.microsoft.com/office/drawing/2014/main" id="{BEB45CB6-D76B-3C1C-9C13-5094C6BE86A4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6" name="pg1759">
                <a:extLst>
                  <a:ext uri="{FF2B5EF4-FFF2-40B4-BE49-F238E27FC236}">
                    <a16:creationId xmlns:a16="http://schemas.microsoft.com/office/drawing/2014/main" id="{B6109496-A3A9-1FAB-D802-D8BA0BB36720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7" name="pg1760">
                <a:extLst>
                  <a:ext uri="{FF2B5EF4-FFF2-40B4-BE49-F238E27FC236}">
                    <a16:creationId xmlns:a16="http://schemas.microsoft.com/office/drawing/2014/main" id="{B5B2ED7C-F193-5942-0912-3C9F2D1F9CF5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8" name="pg1761">
                <a:extLst>
                  <a:ext uri="{FF2B5EF4-FFF2-40B4-BE49-F238E27FC236}">
                    <a16:creationId xmlns:a16="http://schemas.microsoft.com/office/drawing/2014/main" id="{EC6804D1-95D7-519C-F9F2-FBAAE607F7E3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69" name="pg1762">
                <a:extLst>
                  <a:ext uri="{FF2B5EF4-FFF2-40B4-BE49-F238E27FC236}">
                    <a16:creationId xmlns:a16="http://schemas.microsoft.com/office/drawing/2014/main" id="{86678ADF-8609-B810-6551-8B856DCE09CC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0" name="pg1763">
                <a:extLst>
                  <a:ext uri="{FF2B5EF4-FFF2-40B4-BE49-F238E27FC236}">
                    <a16:creationId xmlns:a16="http://schemas.microsoft.com/office/drawing/2014/main" id="{19C9102E-4340-AA97-2536-412D912F89B2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1" name="pg1764">
                <a:extLst>
                  <a:ext uri="{FF2B5EF4-FFF2-40B4-BE49-F238E27FC236}">
                    <a16:creationId xmlns:a16="http://schemas.microsoft.com/office/drawing/2014/main" id="{BCAD41B7-44B6-1C45-F24A-3EDA6B84E50A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2" name="pg1765">
                <a:extLst>
                  <a:ext uri="{FF2B5EF4-FFF2-40B4-BE49-F238E27FC236}">
                    <a16:creationId xmlns:a16="http://schemas.microsoft.com/office/drawing/2014/main" id="{6C350CF0-09FD-7194-265D-CC73CC666163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3" name="pg1766">
                <a:extLst>
                  <a:ext uri="{FF2B5EF4-FFF2-40B4-BE49-F238E27FC236}">
                    <a16:creationId xmlns:a16="http://schemas.microsoft.com/office/drawing/2014/main" id="{D7B54826-E540-91EC-9E85-BBF26D2C92AD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4" name="pg1767">
                <a:extLst>
                  <a:ext uri="{FF2B5EF4-FFF2-40B4-BE49-F238E27FC236}">
                    <a16:creationId xmlns:a16="http://schemas.microsoft.com/office/drawing/2014/main" id="{A5F06ED3-F015-AFE5-B48F-400A3F25BFBC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5" name="pg1768">
                <a:extLst>
                  <a:ext uri="{FF2B5EF4-FFF2-40B4-BE49-F238E27FC236}">
                    <a16:creationId xmlns:a16="http://schemas.microsoft.com/office/drawing/2014/main" id="{110EE508-6D09-BA03-FA82-2F1A7A9195F3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6" name="pg1769">
                <a:extLst>
                  <a:ext uri="{FF2B5EF4-FFF2-40B4-BE49-F238E27FC236}">
                    <a16:creationId xmlns:a16="http://schemas.microsoft.com/office/drawing/2014/main" id="{C2A5EA13-2FFE-4C1A-523A-2374836CC069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7" name="pg1770">
                <a:extLst>
                  <a:ext uri="{FF2B5EF4-FFF2-40B4-BE49-F238E27FC236}">
                    <a16:creationId xmlns:a16="http://schemas.microsoft.com/office/drawing/2014/main" id="{D4A42E61-FDF5-3E16-7955-6830556EC190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8" name="pg1771">
                <a:extLst>
                  <a:ext uri="{FF2B5EF4-FFF2-40B4-BE49-F238E27FC236}">
                    <a16:creationId xmlns:a16="http://schemas.microsoft.com/office/drawing/2014/main" id="{B1A7A168-307A-6541-2C8E-BA306EE875B4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79" name="pg1772">
                <a:extLst>
                  <a:ext uri="{FF2B5EF4-FFF2-40B4-BE49-F238E27FC236}">
                    <a16:creationId xmlns:a16="http://schemas.microsoft.com/office/drawing/2014/main" id="{39D54E66-4E03-11D3-248D-BC151A56B558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0" name="pg1773">
                <a:extLst>
                  <a:ext uri="{FF2B5EF4-FFF2-40B4-BE49-F238E27FC236}">
                    <a16:creationId xmlns:a16="http://schemas.microsoft.com/office/drawing/2014/main" id="{0ED865B5-D594-33DB-A59C-D790F1B36C81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1" name="pg1774">
                <a:extLst>
                  <a:ext uri="{FF2B5EF4-FFF2-40B4-BE49-F238E27FC236}">
                    <a16:creationId xmlns:a16="http://schemas.microsoft.com/office/drawing/2014/main" id="{91A86F4F-7FAD-AFBD-6B98-BDD9433FBAAF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2" name="pg1775">
                <a:extLst>
                  <a:ext uri="{FF2B5EF4-FFF2-40B4-BE49-F238E27FC236}">
                    <a16:creationId xmlns:a16="http://schemas.microsoft.com/office/drawing/2014/main" id="{87A13853-D6F3-5E5B-BE89-A5D3C4351470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3" name="pg1776">
                <a:extLst>
                  <a:ext uri="{FF2B5EF4-FFF2-40B4-BE49-F238E27FC236}">
                    <a16:creationId xmlns:a16="http://schemas.microsoft.com/office/drawing/2014/main" id="{3D9CF194-E008-1E2D-8501-1B13A898D8E4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4" name="pg1777">
                <a:extLst>
                  <a:ext uri="{FF2B5EF4-FFF2-40B4-BE49-F238E27FC236}">
                    <a16:creationId xmlns:a16="http://schemas.microsoft.com/office/drawing/2014/main" id="{BDD5651D-89DE-F2E7-C856-2C96C36A7D8B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5" name="pg1778">
                <a:extLst>
                  <a:ext uri="{FF2B5EF4-FFF2-40B4-BE49-F238E27FC236}">
                    <a16:creationId xmlns:a16="http://schemas.microsoft.com/office/drawing/2014/main" id="{AB2F9341-BC94-7FC4-EA11-82BA75FA6B94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6" name="pg1779">
                <a:extLst>
                  <a:ext uri="{FF2B5EF4-FFF2-40B4-BE49-F238E27FC236}">
                    <a16:creationId xmlns:a16="http://schemas.microsoft.com/office/drawing/2014/main" id="{3D951352-5F9A-50D6-9B65-A7FA2716642A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7" name="pg1780">
                <a:extLst>
                  <a:ext uri="{FF2B5EF4-FFF2-40B4-BE49-F238E27FC236}">
                    <a16:creationId xmlns:a16="http://schemas.microsoft.com/office/drawing/2014/main" id="{06A2AC2C-A13D-CB8F-56CB-F9363F269C74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8" name="pg1781">
                <a:extLst>
                  <a:ext uri="{FF2B5EF4-FFF2-40B4-BE49-F238E27FC236}">
                    <a16:creationId xmlns:a16="http://schemas.microsoft.com/office/drawing/2014/main" id="{B3BC2FEA-6FA1-04B3-6F6B-8801C892BCEF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89" name="pg1782">
                <a:extLst>
                  <a:ext uri="{FF2B5EF4-FFF2-40B4-BE49-F238E27FC236}">
                    <a16:creationId xmlns:a16="http://schemas.microsoft.com/office/drawing/2014/main" id="{9743349A-6248-5F08-0FF6-04781AD2CB00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0" name="pg1783">
                <a:extLst>
                  <a:ext uri="{FF2B5EF4-FFF2-40B4-BE49-F238E27FC236}">
                    <a16:creationId xmlns:a16="http://schemas.microsoft.com/office/drawing/2014/main" id="{D2AE6EBC-83E0-60DA-BE30-050315DE8329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1" name="pg1784">
                <a:extLst>
                  <a:ext uri="{FF2B5EF4-FFF2-40B4-BE49-F238E27FC236}">
                    <a16:creationId xmlns:a16="http://schemas.microsoft.com/office/drawing/2014/main" id="{E51755A8-9CAD-C3FD-5934-A185712965CE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2" name="pg1785">
                <a:extLst>
                  <a:ext uri="{FF2B5EF4-FFF2-40B4-BE49-F238E27FC236}">
                    <a16:creationId xmlns:a16="http://schemas.microsoft.com/office/drawing/2014/main" id="{67DAB25F-1862-6C69-1D7A-F3B6D4A5A68B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3" name="pg1786">
                <a:extLst>
                  <a:ext uri="{FF2B5EF4-FFF2-40B4-BE49-F238E27FC236}">
                    <a16:creationId xmlns:a16="http://schemas.microsoft.com/office/drawing/2014/main" id="{FE50C2AB-3920-E6C0-EC55-AAAB696A2A16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4" name="pg1787">
                <a:extLst>
                  <a:ext uri="{FF2B5EF4-FFF2-40B4-BE49-F238E27FC236}">
                    <a16:creationId xmlns:a16="http://schemas.microsoft.com/office/drawing/2014/main" id="{7218949D-17CA-BCC9-2AA0-77748C1F54AD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5" name="pg1788">
                <a:extLst>
                  <a:ext uri="{FF2B5EF4-FFF2-40B4-BE49-F238E27FC236}">
                    <a16:creationId xmlns:a16="http://schemas.microsoft.com/office/drawing/2014/main" id="{F62F68F2-2284-C5F6-13BF-019C6C67284E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6" name="pg1789">
                <a:extLst>
                  <a:ext uri="{FF2B5EF4-FFF2-40B4-BE49-F238E27FC236}">
                    <a16:creationId xmlns:a16="http://schemas.microsoft.com/office/drawing/2014/main" id="{08E3A21C-ED75-3512-9A65-1AE1BC4E4619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7" name="pg1790">
                <a:extLst>
                  <a:ext uri="{FF2B5EF4-FFF2-40B4-BE49-F238E27FC236}">
                    <a16:creationId xmlns:a16="http://schemas.microsoft.com/office/drawing/2014/main" id="{4A48222E-0ACF-F085-EBA7-53669D3C4F90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8" name="pg1791">
                <a:extLst>
                  <a:ext uri="{FF2B5EF4-FFF2-40B4-BE49-F238E27FC236}">
                    <a16:creationId xmlns:a16="http://schemas.microsoft.com/office/drawing/2014/main" id="{D7805169-C2F3-4585-8395-C0E5D620F105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699" name="pg1792">
                <a:extLst>
                  <a:ext uri="{FF2B5EF4-FFF2-40B4-BE49-F238E27FC236}">
                    <a16:creationId xmlns:a16="http://schemas.microsoft.com/office/drawing/2014/main" id="{0C06761E-D01B-0BCB-A3FC-52CC6C390E42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0" name="pg1793">
                <a:extLst>
                  <a:ext uri="{FF2B5EF4-FFF2-40B4-BE49-F238E27FC236}">
                    <a16:creationId xmlns:a16="http://schemas.microsoft.com/office/drawing/2014/main" id="{73612DDA-D0F4-AD83-9853-B639BE57B4B5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1" name="pg1794">
                <a:extLst>
                  <a:ext uri="{FF2B5EF4-FFF2-40B4-BE49-F238E27FC236}">
                    <a16:creationId xmlns:a16="http://schemas.microsoft.com/office/drawing/2014/main" id="{72588A1D-4967-98B1-FFE7-D56A6C7798B3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2" name="pg1795">
                <a:extLst>
                  <a:ext uri="{FF2B5EF4-FFF2-40B4-BE49-F238E27FC236}">
                    <a16:creationId xmlns:a16="http://schemas.microsoft.com/office/drawing/2014/main" id="{0189B780-3DFC-5108-B239-F26B259EEF63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3" name="pg1796">
                <a:extLst>
                  <a:ext uri="{FF2B5EF4-FFF2-40B4-BE49-F238E27FC236}">
                    <a16:creationId xmlns:a16="http://schemas.microsoft.com/office/drawing/2014/main" id="{EB374469-E6FB-0170-F451-DF1433F7DD2A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4" name="pg1797">
                <a:extLst>
                  <a:ext uri="{FF2B5EF4-FFF2-40B4-BE49-F238E27FC236}">
                    <a16:creationId xmlns:a16="http://schemas.microsoft.com/office/drawing/2014/main" id="{01BE1FF2-0B87-2812-E368-22CC4F6275E2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5" name="pg1798">
                <a:extLst>
                  <a:ext uri="{FF2B5EF4-FFF2-40B4-BE49-F238E27FC236}">
                    <a16:creationId xmlns:a16="http://schemas.microsoft.com/office/drawing/2014/main" id="{92F6FFDA-5E8D-CD6A-D074-57CC6814AC4A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6" name="pg1799">
                <a:extLst>
                  <a:ext uri="{FF2B5EF4-FFF2-40B4-BE49-F238E27FC236}">
                    <a16:creationId xmlns:a16="http://schemas.microsoft.com/office/drawing/2014/main" id="{8AB0D31B-C625-8DC0-AFFC-B1A560461840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7" name="pg1800">
                <a:extLst>
                  <a:ext uri="{FF2B5EF4-FFF2-40B4-BE49-F238E27FC236}">
                    <a16:creationId xmlns:a16="http://schemas.microsoft.com/office/drawing/2014/main" id="{8F2CA46E-BF03-7743-B3DD-6994C5E14085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8" name="pg1801">
                <a:extLst>
                  <a:ext uri="{FF2B5EF4-FFF2-40B4-BE49-F238E27FC236}">
                    <a16:creationId xmlns:a16="http://schemas.microsoft.com/office/drawing/2014/main" id="{BFE871AA-9EC1-5512-5B47-0F290E28ED63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09" name="pg1802">
                <a:extLst>
                  <a:ext uri="{FF2B5EF4-FFF2-40B4-BE49-F238E27FC236}">
                    <a16:creationId xmlns:a16="http://schemas.microsoft.com/office/drawing/2014/main" id="{F0FC7FCF-5602-026F-B7D7-C53B75DDC888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0" name="pg1803">
                <a:extLst>
                  <a:ext uri="{FF2B5EF4-FFF2-40B4-BE49-F238E27FC236}">
                    <a16:creationId xmlns:a16="http://schemas.microsoft.com/office/drawing/2014/main" id="{E10F7438-8343-70C8-A0C1-055FF63BA0B1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1" name="pg1804">
                <a:extLst>
                  <a:ext uri="{FF2B5EF4-FFF2-40B4-BE49-F238E27FC236}">
                    <a16:creationId xmlns:a16="http://schemas.microsoft.com/office/drawing/2014/main" id="{B4599AF2-348D-7148-EBEE-C891D80D4692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2" name="pg1805">
                <a:extLst>
                  <a:ext uri="{FF2B5EF4-FFF2-40B4-BE49-F238E27FC236}">
                    <a16:creationId xmlns:a16="http://schemas.microsoft.com/office/drawing/2014/main" id="{D4E1620A-A03F-5AC4-9BA8-D5FDB3827CD6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3" name="pg1806">
                <a:extLst>
                  <a:ext uri="{FF2B5EF4-FFF2-40B4-BE49-F238E27FC236}">
                    <a16:creationId xmlns:a16="http://schemas.microsoft.com/office/drawing/2014/main" id="{3CCB5E2C-56E0-4252-D21D-7C60CDD087FB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4" name="pg1807">
                <a:extLst>
                  <a:ext uri="{FF2B5EF4-FFF2-40B4-BE49-F238E27FC236}">
                    <a16:creationId xmlns:a16="http://schemas.microsoft.com/office/drawing/2014/main" id="{67765A81-C0C4-2126-AFC6-812801E91B80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5" name="pg1808">
                <a:extLst>
                  <a:ext uri="{FF2B5EF4-FFF2-40B4-BE49-F238E27FC236}">
                    <a16:creationId xmlns:a16="http://schemas.microsoft.com/office/drawing/2014/main" id="{EDCB9167-13B4-31AB-7143-26FE38C3CB5B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6" name="pg1809">
                <a:extLst>
                  <a:ext uri="{FF2B5EF4-FFF2-40B4-BE49-F238E27FC236}">
                    <a16:creationId xmlns:a16="http://schemas.microsoft.com/office/drawing/2014/main" id="{582ED389-C27D-C0AA-F8F4-F7AE8D0EE36E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7" name="pg1810">
                <a:extLst>
                  <a:ext uri="{FF2B5EF4-FFF2-40B4-BE49-F238E27FC236}">
                    <a16:creationId xmlns:a16="http://schemas.microsoft.com/office/drawing/2014/main" id="{3FAB8D48-034F-081A-53C0-1514E36FBBC7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8" name="pg1811">
                <a:extLst>
                  <a:ext uri="{FF2B5EF4-FFF2-40B4-BE49-F238E27FC236}">
                    <a16:creationId xmlns:a16="http://schemas.microsoft.com/office/drawing/2014/main" id="{C577A5A2-0496-139A-C280-08A28E82E21B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19" name="pg1812">
                <a:extLst>
                  <a:ext uri="{FF2B5EF4-FFF2-40B4-BE49-F238E27FC236}">
                    <a16:creationId xmlns:a16="http://schemas.microsoft.com/office/drawing/2014/main" id="{798F2CD8-BFFA-01AA-EF70-AB839EAC5D53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0" name="pg1813">
                <a:extLst>
                  <a:ext uri="{FF2B5EF4-FFF2-40B4-BE49-F238E27FC236}">
                    <a16:creationId xmlns:a16="http://schemas.microsoft.com/office/drawing/2014/main" id="{CCE70FA6-F8E0-724D-EE03-25FA3A2E268F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1" name="pg1814">
                <a:extLst>
                  <a:ext uri="{FF2B5EF4-FFF2-40B4-BE49-F238E27FC236}">
                    <a16:creationId xmlns:a16="http://schemas.microsoft.com/office/drawing/2014/main" id="{283A5F25-79D7-D3BE-5247-35FC1CA3F6D2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2" name="pg1815">
                <a:extLst>
                  <a:ext uri="{FF2B5EF4-FFF2-40B4-BE49-F238E27FC236}">
                    <a16:creationId xmlns:a16="http://schemas.microsoft.com/office/drawing/2014/main" id="{2594E960-681E-D504-B7FC-AD99DC8582AE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3" name="pg1816">
                <a:extLst>
                  <a:ext uri="{FF2B5EF4-FFF2-40B4-BE49-F238E27FC236}">
                    <a16:creationId xmlns:a16="http://schemas.microsoft.com/office/drawing/2014/main" id="{BA0F273E-A990-7D15-8EC6-BE9AA1C36CC5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4" name="pg1817">
                <a:extLst>
                  <a:ext uri="{FF2B5EF4-FFF2-40B4-BE49-F238E27FC236}">
                    <a16:creationId xmlns:a16="http://schemas.microsoft.com/office/drawing/2014/main" id="{8A7EF552-ABF8-EB74-4E7A-C01955EA5542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5" name="pg1818">
                <a:extLst>
                  <a:ext uri="{FF2B5EF4-FFF2-40B4-BE49-F238E27FC236}">
                    <a16:creationId xmlns:a16="http://schemas.microsoft.com/office/drawing/2014/main" id="{FC4F540F-12AA-F9AF-08D8-0B404891CB28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6" name="pg1819">
                <a:extLst>
                  <a:ext uri="{FF2B5EF4-FFF2-40B4-BE49-F238E27FC236}">
                    <a16:creationId xmlns:a16="http://schemas.microsoft.com/office/drawing/2014/main" id="{2BE755E0-9006-EEBC-21D9-65D9318D41AC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7" name="pg1820">
                <a:extLst>
                  <a:ext uri="{FF2B5EF4-FFF2-40B4-BE49-F238E27FC236}">
                    <a16:creationId xmlns:a16="http://schemas.microsoft.com/office/drawing/2014/main" id="{49ABCC0E-53BA-0F3A-9A33-9ABAF56E3FE1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8" name="pg1821">
                <a:extLst>
                  <a:ext uri="{FF2B5EF4-FFF2-40B4-BE49-F238E27FC236}">
                    <a16:creationId xmlns:a16="http://schemas.microsoft.com/office/drawing/2014/main" id="{7E7099D5-5523-5EB4-86AE-55A9AC25E492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29" name="pg1822">
                <a:extLst>
                  <a:ext uri="{FF2B5EF4-FFF2-40B4-BE49-F238E27FC236}">
                    <a16:creationId xmlns:a16="http://schemas.microsoft.com/office/drawing/2014/main" id="{4EE092FB-CA6D-2753-DC27-80FBB6058A02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0" name="pg1823">
                <a:extLst>
                  <a:ext uri="{FF2B5EF4-FFF2-40B4-BE49-F238E27FC236}">
                    <a16:creationId xmlns:a16="http://schemas.microsoft.com/office/drawing/2014/main" id="{E574BBF9-5A42-7AD1-4DA9-A30D2431DA1F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1" name="pg1824">
                <a:extLst>
                  <a:ext uri="{FF2B5EF4-FFF2-40B4-BE49-F238E27FC236}">
                    <a16:creationId xmlns:a16="http://schemas.microsoft.com/office/drawing/2014/main" id="{0C39ED5B-07D5-F31A-0B14-A7A815305507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2" name="pg1825">
                <a:extLst>
                  <a:ext uri="{FF2B5EF4-FFF2-40B4-BE49-F238E27FC236}">
                    <a16:creationId xmlns:a16="http://schemas.microsoft.com/office/drawing/2014/main" id="{53B1A6F6-F1E8-23D4-9EAE-D484A07051D0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3" name="pg1826">
                <a:extLst>
                  <a:ext uri="{FF2B5EF4-FFF2-40B4-BE49-F238E27FC236}">
                    <a16:creationId xmlns:a16="http://schemas.microsoft.com/office/drawing/2014/main" id="{8FECAA92-1314-EDDB-AB81-DC3FCCC67FC6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4" name="pg1827">
                <a:extLst>
                  <a:ext uri="{FF2B5EF4-FFF2-40B4-BE49-F238E27FC236}">
                    <a16:creationId xmlns:a16="http://schemas.microsoft.com/office/drawing/2014/main" id="{05489ADA-52F8-5310-7D65-8A9646404BD0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5" name="pg1828">
                <a:extLst>
                  <a:ext uri="{FF2B5EF4-FFF2-40B4-BE49-F238E27FC236}">
                    <a16:creationId xmlns:a16="http://schemas.microsoft.com/office/drawing/2014/main" id="{3FE2997A-36B5-A124-805C-5A59FDDC834B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6" name="pg1829">
                <a:extLst>
                  <a:ext uri="{FF2B5EF4-FFF2-40B4-BE49-F238E27FC236}">
                    <a16:creationId xmlns:a16="http://schemas.microsoft.com/office/drawing/2014/main" id="{8E164D0B-D571-868F-C1DF-CDDC4D5AE00D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7" name="pg1830">
                <a:extLst>
                  <a:ext uri="{FF2B5EF4-FFF2-40B4-BE49-F238E27FC236}">
                    <a16:creationId xmlns:a16="http://schemas.microsoft.com/office/drawing/2014/main" id="{5B2BEB44-5F78-EBDC-0B9B-D3A2BEC6F67A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8" name="pg1831">
                <a:extLst>
                  <a:ext uri="{FF2B5EF4-FFF2-40B4-BE49-F238E27FC236}">
                    <a16:creationId xmlns:a16="http://schemas.microsoft.com/office/drawing/2014/main" id="{4A1BB68C-E1C9-F625-B384-36EA4A989CF4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39" name="pg1832">
                <a:extLst>
                  <a:ext uri="{FF2B5EF4-FFF2-40B4-BE49-F238E27FC236}">
                    <a16:creationId xmlns:a16="http://schemas.microsoft.com/office/drawing/2014/main" id="{C24DA508-9556-5F62-0D79-F6DD22DD6CC7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0" name="pg1833">
                <a:extLst>
                  <a:ext uri="{FF2B5EF4-FFF2-40B4-BE49-F238E27FC236}">
                    <a16:creationId xmlns:a16="http://schemas.microsoft.com/office/drawing/2014/main" id="{601C1824-55EE-4AAB-77CB-822E5A8C17DE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1" name="pg1834">
                <a:extLst>
                  <a:ext uri="{FF2B5EF4-FFF2-40B4-BE49-F238E27FC236}">
                    <a16:creationId xmlns:a16="http://schemas.microsoft.com/office/drawing/2014/main" id="{BF63E600-705A-203D-5001-99C247F1E4DA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2" name="pg1835">
                <a:extLst>
                  <a:ext uri="{FF2B5EF4-FFF2-40B4-BE49-F238E27FC236}">
                    <a16:creationId xmlns:a16="http://schemas.microsoft.com/office/drawing/2014/main" id="{2EE7374E-B40B-FA1C-8288-373286A11873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3" name="pg1836">
                <a:extLst>
                  <a:ext uri="{FF2B5EF4-FFF2-40B4-BE49-F238E27FC236}">
                    <a16:creationId xmlns:a16="http://schemas.microsoft.com/office/drawing/2014/main" id="{AF8B65AC-939C-DA8F-8CCA-E23096C36049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4" name="pg1837">
                <a:extLst>
                  <a:ext uri="{FF2B5EF4-FFF2-40B4-BE49-F238E27FC236}">
                    <a16:creationId xmlns:a16="http://schemas.microsoft.com/office/drawing/2014/main" id="{524BA242-3BFF-6E9D-5574-39A797986352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5" name="pg1838">
                <a:extLst>
                  <a:ext uri="{FF2B5EF4-FFF2-40B4-BE49-F238E27FC236}">
                    <a16:creationId xmlns:a16="http://schemas.microsoft.com/office/drawing/2014/main" id="{D793635F-BC23-8271-0787-4CD386E4A48A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6" name="pg1839">
                <a:extLst>
                  <a:ext uri="{FF2B5EF4-FFF2-40B4-BE49-F238E27FC236}">
                    <a16:creationId xmlns:a16="http://schemas.microsoft.com/office/drawing/2014/main" id="{C82D0C12-FB2E-E299-1CA4-B62260D52803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7" name="pg1840">
                <a:extLst>
                  <a:ext uri="{FF2B5EF4-FFF2-40B4-BE49-F238E27FC236}">
                    <a16:creationId xmlns:a16="http://schemas.microsoft.com/office/drawing/2014/main" id="{B5979F57-7F77-FFF1-9227-0B8870B1728A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8" name="pg1841">
                <a:extLst>
                  <a:ext uri="{FF2B5EF4-FFF2-40B4-BE49-F238E27FC236}">
                    <a16:creationId xmlns:a16="http://schemas.microsoft.com/office/drawing/2014/main" id="{31EC9F9C-19B1-BD54-FC11-D012EEA11BFE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49" name="pg1842">
                <a:extLst>
                  <a:ext uri="{FF2B5EF4-FFF2-40B4-BE49-F238E27FC236}">
                    <a16:creationId xmlns:a16="http://schemas.microsoft.com/office/drawing/2014/main" id="{315603C6-F725-F064-F566-E7BA15E22860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0" name="pg1843">
                <a:extLst>
                  <a:ext uri="{FF2B5EF4-FFF2-40B4-BE49-F238E27FC236}">
                    <a16:creationId xmlns:a16="http://schemas.microsoft.com/office/drawing/2014/main" id="{C86FE741-3D56-3DFA-D530-B44904D407D9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1" name="pg1844">
                <a:extLst>
                  <a:ext uri="{FF2B5EF4-FFF2-40B4-BE49-F238E27FC236}">
                    <a16:creationId xmlns:a16="http://schemas.microsoft.com/office/drawing/2014/main" id="{6D0CCE78-3B9E-88B7-0198-E8E6B852F6B0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2" name="pg1845">
                <a:extLst>
                  <a:ext uri="{FF2B5EF4-FFF2-40B4-BE49-F238E27FC236}">
                    <a16:creationId xmlns:a16="http://schemas.microsoft.com/office/drawing/2014/main" id="{75814AF9-5C73-C0DF-B540-E12E7BBA277F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3" name="pg1846">
                <a:extLst>
                  <a:ext uri="{FF2B5EF4-FFF2-40B4-BE49-F238E27FC236}">
                    <a16:creationId xmlns:a16="http://schemas.microsoft.com/office/drawing/2014/main" id="{81BFC288-CF64-9252-147E-12909B75D541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4" name="pg1847">
                <a:extLst>
                  <a:ext uri="{FF2B5EF4-FFF2-40B4-BE49-F238E27FC236}">
                    <a16:creationId xmlns:a16="http://schemas.microsoft.com/office/drawing/2014/main" id="{48B03594-A25E-6CD2-37C8-D427169F6358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5" name="pg1848">
                <a:extLst>
                  <a:ext uri="{FF2B5EF4-FFF2-40B4-BE49-F238E27FC236}">
                    <a16:creationId xmlns:a16="http://schemas.microsoft.com/office/drawing/2014/main" id="{05F78B2E-3A35-2244-302E-C4699F4C14A6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6" name="pg1849">
                <a:extLst>
                  <a:ext uri="{FF2B5EF4-FFF2-40B4-BE49-F238E27FC236}">
                    <a16:creationId xmlns:a16="http://schemas.microsoft.com/office/drawing/2014/main" id="{8AC7E448-4463-E0CD-7F30-2C7631D21CAF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7" name="pg1850">
                <a:extLst>
                  <a:ext uri="{FF2B5EF4-FFF2-40B4-BE49-F238E27FC236}">
                    <a16:creationId xmlns:a16="http://schemas.microsoft.com/office/drawing/2014/main" id="{FC3C70FD-189F-676A-70FF-72D7A5C87033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8" name="pg1851">
                <a:extLst>
                  <a:ext uri="{FF2B5EF4-FFF2-40B4-BE49-F238E27FC236}">
                    <a16:creationId xmlns:a16="http://schemas.microsoft.com/office/drawing/2014/main" id="{046A56FE-734F-D2CA-5A60-08A8A08F4873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59" name="pg1852">
                <a:extLst>
                  <a:ext uri="{FF2B5EF4-FFF2-40B4-BE49-F238E27FC236}">
                    <a16:creationId xmlns:a16="http://schemas.microsoft.com/office/drawing/2014/main" id="{DE56147F-8316-799B-62DD-6EBB4E858994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0" name="pg1853">
                <a:extLst>
                  <a:ext uri="{FF2B5EF4-FFF2-40B4-BE49-F238E27FC236}">
                    <a16:creationId xmlns:a16="http://schemas.microsoft.com/office/drawing/2014/main" id="{C9123AC2-D5A7-557A-CC8E-B36CDFD5F686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1" name="pg1854">
                <a:extLst>
                  <a:ext uri="{FF2B5EF4-FFF2-40B4-BE49-F238E27FC236}">
                    <a16:creationId xmlns:a16="http://schemas.microsoft.com/office/drawing/2014/main" id="{B130C8F2-8516-C458-CAF3-3816A01CDEF3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2" name="pg1855">
                <a:extLst>
                  <a:ext uri="{FF2B5EF4-FFF2-40B4-BE49-F238E27FC236}">
                    <a16:creationId xmlns:a16="http://schemas.microsoft.com/office/drawing/2014/main" id="{5E31350C-2114-E653-877E-02963485A1EE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3" name="pg1856">
                <a:extLst>
                  <a:ext uri="{FF2B5EF4-FFF2-40B4-BE49-F238E27FC236}">
                    <a16:creationId xmlns:a16="http://schemas.microsoft.com/office/drawing/2014/main" id="{164922FF-D259-3ACD-0B05-E3B5A3C102B8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4" name="pg1857">
                <a:extLst>
                  <a:ext uri="{FF2B5EF4-FFF2-40B4-BE49-F238E27FC236}">
                    <a16:creationId xmlns:a16="http://schemas.microsoft.com/office/drawing/2014/main" id="{59416837-ED73-B586-67FD-913351938BDB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5" name="pg1858">
                <a:extLst>
                  <a:ext uri="{FF2B5EF4-FFF2-40B4-BE49-F238E27FC236}">
                    <a16:creationId xmlns:a16="http://schemas.microsoft.com/office/drawing/2014/main" id="{42AFE388-2EFA-5D11-CBC3-63D071E8BB0D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6" name="pg1859">
                <a:extLst>
                  <a:ext uri="{FF2B5EF4-FFF2-40B4-BE49-F238E27FC236}">
                    <a16:creationId xmlns:a16="http://schemas.microsoft.com/office/drawing/2014/main" id="{CEF19DE9-5E7C-9695-0291-5E04F4C8FCF3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7" name="pg1860">
                <a:extLst>
                  <a:ext uri="{FF2B5EF4-FFF2-40B4-BE49-F238E27FC236}">
                    <a16:creationId xmlns:a16="http://schemas.microsoft.com/office/drawing/2014/main" id="{B8BF945A-178D-BF70-EA16-799FB235EEE1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8" name="pg1861">
                <a:extLst>
                  <a:ext uri="{FF2B5EF4-FFF2-40B4-BE49-F238E27FC236}">
                    <a16:creationId xmlns:a16="http://schemas.microsoft.com/office/drawing/2014/main" id="{CF688628-93AF-5605-D545-5EDEEC820835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69" name="pg1862">
                <a:extLst>
                  <a:ext uri="{FF2B5EF4-FFF2-40B4-BE49-F238E27FC236}">
                    <a16:creationId xmlns:a16="http://schemas.microsoft.com/office/drawing/2014/main" id="{1E917CD8-D93A-8CA1-B3CA-F7155E0E3276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0" name="pg1863">
                <a:extLst>
                  <a:ext uri="{FF2B5EF4-FFF2-40B4-BE49-F238E27FC236}">
                    <a16:creationId xmlns:a16="http://schemas.microsoft.com/office/drawing/2014/main" id="{8533C7A1-213B-20A9-ABE8-43294AFE3011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1" name="pg1864">
                <a:extLst>
                  <a:ext uri="{FF2B5EF4-FFF2-40B4-BE49-F238E27FC236}">
                    <a16:creationId xmlns:a16="http://schemas.microsoft.com/office/drawing/2014/main" id="{31FB9BCD-E740-C1AA-6024-2B894A7744F3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2" name="pg1865">
                <a:extLst>
                  <a:ext uri="{FF2B5EF4-FFF2-40B4-BE49-F238E27FC236}">
                    <a16:creationId xmlns:a16="http://schemas.microsoft.com/office/drawing/2014/main" id="{92687688-30C8-8F9F-59E1-93BC0C4B6964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3" name="pg1866">
                <a:extLst>
                  <a:ext uri="{FF2B5EF4-FFF2-40B4-BE49-F238E27FC236}">
                    <a16:creationId xmlns:a16="http://schemas.microsoft.com/office/drawing/2014/main" id="{122BC976-A3D6-98ED-74FB-B380F9495DFE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4" name="pg1867">
                <a:extLst>
                  <a:ext uri="{FF2B5EF4-FFF2-40B4-BE49-F238E27FC236}">
                    <a16:creationId xmlns:a16="http://schemas.microsoft.com/office/drawing/2014/main" id="{8CE2E018-F0C6-D98A-4E39-A5F2B0BE068E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5" name="pg1868">
                <a:extLst>
                  <a:ext uri="{FF2B5EF4-FFF2-40B4-BE49-F238E27FC236}">
                    <a16:creationId xmlns:a16="http://schemas.microsoft.com/office/drawing/2014/main" id="{61557CAC-8ADD-EC34-76B0-9471DFE5440B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6" name="pg1869">
                <a:extLst>
                  <a:ext uri="{FF2B5EF4-FFF2-40B4-BE49-F238E27FC236}">
                    <a16:creationId xmlns:a16="http://schemas.microsoft.com/office/drawing/2014/main" id="{86247050-F1B6-5CE8-8745-4B91F3D43159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7" name="pg1870">
                <a:extLst>
                  <a:ext uri="{FF2B5EF4-FFF2-40B4-BE49-F238E27FC236}">
                    <a16:creationId xmlns:a16="http://schemas.microsoft.com/office/drawing/2014/main" id="{40BFF3A4-E5D7-5091-61B9-132F793C2E60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8" name="pg1871">
                <a:extLst>
                  <a:ext uri="{FF2B5EF4-FFF2-40B4-BE49-F238E27FC236}">
                    <a16:creationId xmlns:a16="http://schemas.microsoft.com/office/drawing/2014/main" id="{9D083360-E8F4-CC0F-BC3A-F73426D61756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79" name="pg1872">
                <a:extLst>
                  <a:ext uri="{FF2B5EF4-FFF2-40B4-BE49-F238E27FC236}">
                    <a16:creationId xmlns:a16="http://schemas.microsoft.com/office/drawing/2014/main" id="{0DA15F35-A008-3752-DC84-4F02041FF59E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0" name="pg1873">
                <a:extLst>
                  <a:ext uri="{FF2B5EF4-FFF2-40B4-BE49-F238E27FC236}">
                    <a16:creationId xmlns:a16="http://schemas.microsoft.com/office/drawing/2014/main" id="{0D6FB951-F2BA-F98A-A698-F27CB56D4FD6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1" name="pg1874">
                <a:extLst>
                  <a:ext uri="{FF2B5EF4-FFF2-40B4-BE49-F238E27FC236}">
                    <a16:creationId xmlns:a16="http://schemas.microsoft.com/office/drawing/2014/main" id="{91266AF9-4A31-9E6F-8900-F5822A680732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2" name="pg1875">
                <a:extLst>
                  <a:ext uri="{FF2B5EF4-FFF2-40B4-BE49-F238E27FC236}">
                    <a16:creationId xmlns:a16="http://schemas.microsoft.com/office/drawing/2014/main" id="{DCD917C3-AE0E-424C-C17B-FF1A190A43A2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3" name="pg1876">
                <a:extLst>
                  <a:ext uri="{FF2B5EF4-FFF2-40B4-BE49-F238E27FC236}">
                    <a16:creationId xmlns:a16="http://schemas.microsoft.com/office/drawing/2014/main" id="{EE09BA63-CE2E-1579-2837-7BBE3739A70C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4" name="pg1877">
                <a:extLst>
                  <a:ext uri="{FF2B5EF4-FFF2-40B4-BE49-F238E27FC236}">
                    <a16:creationId xmlns:a16="http://schemas.microsoft.com/office/drawing/2014/main" id="{C4ACD78D-1D40-5E2A-F9C2-7B223231C3D4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5" name="pg1878">
                <a:extLst>
                  <a:ext uri="{FF2B5EF4-FFF2-40B4-BE49-F238E27FC236}">
                    <a16:creationId xmlns:a16="http://schemas.microsoft.com/office/drawing/2014/main" id="{CC78105B-9BE3-A698-FDED-C5516DBB7B7C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6" name="pg1879">
                <a:extLst>
                  <a:ext uri="{FF2B5EF4-FFF2-40B4-BE49-F238E27FC236}">
                    <a16:creationId xmlns:a16="http://schemas.microsoft.com/office/drawing/2014/main" id="{78862A61-AA1E-AC1D-AD57-335E898D9ED2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7" name="pg1880">
                <a:extLst>
                  <a:ext uri="{FF2B5EF4-FFF2-40B4-BE49-F238E27FC236}">
                    <a16:creationId xmlns:a16="http://schemas.microsoft.com/office/drawing/2014/main" id="{A74AB0A7-3C57-4F9B-72E4-9D5AEA9E4FC4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8" name="pg1881">
                <a:extLst>
                  <a:ext uri="{FF2B5EF4-FFF2-40B4-BE49-F238E27FC236}">
                    <a16:creationId xmlns:a16="http://schemas.microsoft.com/office/drawing/2014/main" id="{DE896F9B-BE68-73C7-4604-3C6FC8F754E6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89" name="pg1882">
                <a:extLst>
                  <a:ext uri="{FF2B5EF4-FFF2-40B4-BE49-F238E27FC236}">
                    <a16:creationId xmlns:a16="http://schemas.microsoft.com/office/drawing/2014/main" id="{4CBA0974-555E-DCE5-D6F0-B42EFF58787F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0" name="pg1883">
                <a:extLst>
                  <a:ext uri="{FF2B5EF4-FFF2-40B4-BE49-F238E27FC236}">
                    <a16:creationId xmlns:a16="http://schemas.microsoft.com/office/drawing/2014/main" id="{96C7FF15-A9BF-5560-952A-4BB38869A450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1" name="pg1884">
                <a:extLst>
                  <a:ext uri="{FF2B5EF4-FFF2-40B4-BE49-F238E27FC236}">
                    <a16:creationId xmlns:a16="http://schemas.microsoft.com/office/drawing/2014/main" id="{4ACAEBC9-FF8C-00BF-4A03-776DC73CE331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2" name="pg1885">
                <a:extLst>
                  <a:ext uri="{FF2B5EF4-FFF2-40B4-BE49-F238E27FC236}">
                    <a16:creationId xmlns:a16="http://schemas.microsoft.com/office/drawing/2014/main" id="{E14D8CAA-2819-6B13-98BA-9B99E9908650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3" name="pg1886">
                <a:extLst>
                  <a:ext uri="{FF2B5EF4-FFF2-40B4-BE49-F238E27FC236}">
                    <a16:creationId xmlns:a16="http://schemas.microsoft.com/office/drawing/2014/main" id="{728463BD-6537-6D10-FF4B-836C609F5775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4" name="pg1887">
                <a:extLst>
                  <a:ext uri="{FF2B5EF4-FFF2-40B4-BE49-F238E27FC236}">
                    <a16:creationId xmlns:a16="http://schemas.microsoft.com/office/drawing/2014/main" id="{F44AF522-CC9F-77A9-9879-904F87F9645E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5" name="pg1888">
                <a:extLst>
                  <a:ext uri="{FF2B5EF4-FFF2-40B4-BE49-F238E27FC236}">
                    <a16:creationId xmlns:a16="http://schemas.microsoft.com/office/drawing/2014/main" id="{9C032204-F05E-478D-8532-707DCA37FDA0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6" name="pg1889">
                <a:extLst>
                  <a:ext uri="{FF2B5EF4-FFF2-40B4-BE49-F238E27FC236}">
                    <a16:creationId xmlns:a16="http://schemas.microsoft.com/office/drawing/2014/main" id="{70229364-1EC8-6DAB-3E2B-F2DFBF250A68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7" name="pg1890">
                <a:extLst>
                  <a:ext uri="{FF2B5EF4-FFF2-40B4-BE49-F238E27FC236}">
                    <a16:creationId xmlns:a16="http://schemas.microsoft.com/office/drawing/2014/main" id="{FEECF2AD-792B-1279-B073-3F50D410023E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8" name="pg1891">
                <a:extLst>
                  <a:ext uri="{FF2B5EF4-FFF2-40B4-BE49-F238E27FC236}">
                    <a16:creationId xmlns:a16="http://schemas.microsoft.com/office/drawing/2014/main" id="{58FA1EAC-80CE-EAE8-B6B7-0EB27EB66224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799" name="pg1892">
                <a:extLst>
                  <a:ext uri="{FF2B5EF4-FFF2-40B4-BE49-F238E27FC236}">
                    <a16:creationId xmlns:a16="http://schemas.microsoft.com/office/drawing/2014/main" id="{90E68DCC-9AD1-CDB6-342A-A6163C194391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0" name="pg1893">
                <a:extLst>
                  <a:ext uri="{FF2B5EF4-FFF2-40B4-BE49-F238E27FC236}">
                    <a16:creationId xmlns:a16="http://schemas.microsoft.com/office/drawing/2014/main" id="{1043F727-297F-24F7-4E99-2150D16296BF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1" name="pg1894">
                <a:extLst>
                  <a:ext uri="{FF2B5EF4-FFF2-40B4-BE49-F238E27FC236}">
                    <a16:creationId xmlns:a16="http://schemas.microsoft.com/office/drawing/2014/main" id="{49CFFC86-BCE3-3393-1E75-2BD986A394CE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2" name="pg1895">
                <a:extLst>
                  <a:ext uri="{FF2B5EF4-FFF2-40B4-BE49-F238E27FC236}">
                    <a16:creationId xmlns:a16="http://schemas.microsoft.com/office/drawing/2014/main" id="{0528877C-6E4F-13F2-4552-E2E8CA6A3E0B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3" name="pg1896">
                <a:extLst>
                  <a:ext uri="{FF2B5EF4-FFF2-40B4-BE49-F238E27FC236}">
                    <a16:creationId xmlns:a16="http://schemas.microsoft.com/office/drawing/2014/main" id="{0F601374-A6CF-454B-2440-E956B1CAD264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4" name="pg1897">
                <a:extLst>
                  <a:ext uri="{FF2B5EF4-FFF2-40B4-BE49-F238E27FC236}">
                    <a16:creationId xmlns:a16="http://schemas.microsoft.com/office/drawing/2014/main" id="{63A36ECE-25E4-B26F-812D-366C3B630D13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5" name="pg1898">
                <a:extLst>
                  <a:ext uri="{FF2B5EF4-FFF2-40B4-BE49-F238E27FC236}">
                    <a16:creationId xmlns:a16="http://schemas.microsoft.com/office/drawing/2014/main" id="{28A14CDF-F87F-E3B0-54F9-397670950A91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6" name="pg1899">
                <a:extLst>
                  <a:ext uri="{FF2B5EF4-FFF2-40B4-BE49-F238E27FC236}">
                    <a16:creationId xmlns:a16="http://schemas.microsoft.com/office/drawing/2014/main" id="{1CA905C4-AC03-3BE6-B678-644CD732AD48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7" name="pg1900">
                <a:extLst>
                  <a:ext uri="{FF2B5EF4-FFF2-40B4-BE49-F238E27FC236}">
                    <a16:creationId xmlns:a16="http://schemas.microsoft.com/office/drawing/2014/main" id="{09F718BB-34C8-6888-CF8F-1E3D0DDA7165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8" name="pg1901">
                <a:extLst>
                  <a:ext uri="{FF2B5EF4-FFF2-40B4-BE49-F238E27FC236}">
                    <a16:creationId xmlns:a16="http://schemas.microsoft.com/office/drawing/2014/main" id="{18BF24B7-5743-BF6A-F343-6824CB9912C2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09" name="pg1902">
                <a:extLst>
                  <a:ext uri="{FF2B5EF4-FFF2-40B4-BE49-F238E27FC236}">
                    <a16:creationId xmlns:a16="http://schemas.microsoft.com/office/drawing/2014/main" id="{D84CADC7-54E5-5912-B5F6-F5A5563FA4D3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0" name="pg1903">
                <a:extLst>
                  <a:ext uri="{FF2B5EF4-FFF2-40B4-BE49-F238E27FC236}">
                    <a16:creationId xmlns:a16="http://schemas.microsoft.com/office/drawing/2014/main" id="{9EF14735-77C7-F528-DD6A-1A49DB72C76A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1" name="pg1904">
                <a:extLst>
                  <a:ext uri="{FF2B5EF4-FFF2-40B4-BE49-F238E27FC236}">
                    <a16:creationId xmlns:a16="http://schemas.microsoft.com/office/drawing/2014/main" id="{A7406126-2551-90C1-A05B-800096F5E754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2" name="pg1905">
                <a:extLst>
                  <a:ext uri="{FF2B5EF4-FFF2-40B4-BE49-F238E27FC236}">
                    <a16:creationId xmlns:a16="http://schemas.microsoft.com/office/drawing/2014/main" id="{5A5B3E1B-0CFB-3FFE-135F-7D3869C9AC4C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3" name="pg1906">
                <a:extLst>
                  <a:ext uri="{FF2B5EF4-FFF2-40B4-BE49-F238E27FC236}">
                    <a16:creationId xmlns:a16="http://schemas.microsoft.com/office/drawing/2014/main" id="{D14799FF-7A32-A189-EBD5-08617BEF42F7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4" name="pg1907">
                <a:extLst>
                  <a:ext uri="{FF2B5EF4-FFF2-40B4-BE49-F238E27FC236}">
                    <a16:creationId xmlns:a16="http://schemas.microsoft.com/office/drawing/2014/main" id="{538DF44C-37F5-2765-295E-A7E978E07DB0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5" name="pg1908">
                <a:extLst>
                  <a:ext uri="{FF2B5EF4-FFF2-40B4-BE49-F238E27FC236}">
                    <a16:creationId xmlns:a16="http://schemas.microsoft.com/office/drawing/2014/main" id="{EB8425C5-3BB9-DD33-EFAA-3A1740153F5A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6" name="pg1909">
                <a:extLst>
                  <a:ext uri="{FF2B5EF4-FFF2-40B4-BE49-F238E27FC236}">
                    <a16:creationId xmlns:a16="http://schemas.microsoft.com/office/drawing/2014/main" id="{38D8FE0E-3C31-D09F-597D-6ABEF107306F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7" name="pg1910">
                <a:extLst>
                  <a:ext uri="{FF2B5EF4-FFF2-40B4-BE49-F238E27FC236}">
                    <a16:creationId xmlns:a16="http://schemas.microsoft.com/office/drawing/2014/main" id="{0994E2E1-2355-0F77-3EB3-B3D78FBBE046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8" name="pg1911">
                <a:extLst>
                  <a:ext uri="{FF2B5EF4-FFF2-40B4-BE49-F238E27FC236}">
                    <a16:creationId xmlns:a16="http://schemas.microsoft.com/office/drawing/2014/main" id="{991CB9D4-6916-39DA-4ED6-EAEE3AF717CC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19" name="pg1912">
                <a:extLst>
                  <a:ext uri="{FF2B5EF4-FFF2-40B4-BE49-F238E27FC236}">
                    <a16:creationId xmlns:a16="http://schemas.microsoft.com/office/drawing/2014/main" id="{A18866BE-5B23-CB3D-EE94-1695518B23D5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0" name="pg1913">
                <a:extLst>
                  <a:ext uri="{FF2B5EF4-FFF2-40B4-BE49-F238E27FC236}">
                    <a16:creationId xmlns:a16="http://schemas.microsoft.com/office/drawing/2014/main" id="{5FF4A7B3-C2D1-8CB6-56E3-AADD7E6945C8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1" name="pg1914">
                <a:extLst>
                  <a:ext uri="{FF2B5EF4-FFF2-40B4-BE49-F238E27FC236}">
                    <a16:creationId xmlns:a16="http://schemas.microsoft.com/office/drawing/2014/main" id="{23B589A8-5FA4-CAB5-3174-9978B9386619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2" name="pg1915">
                <a:extLst>
                  <a:ext uri="{FF2B5EF4-FFF2-40B4-BE49-F238E27FC236}">
                    <a16:creationId xmlns:a16="http://schemas.microsoft.com/office/drawing/2014/main" id="{189E0CED-B801-8310-88A8-7DB2B68287C1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3" name="pg1916">
                <a:extLst>
                  <a:ext uri="{FF2B5EF4-FFF2-40B4-BE49-F238E27FC236}">
                    <a16:creationId xmlns:a16="http://schemas.microsoft.com/office/drawing/2014/main" id="{76F2D547-858E-EF10-ACE9-EC878D62F77A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4" name="pg1917">
                <a:extLst>
                  <a:ext uri="{FF2B5EF4-FFF2-40B4-BE49-F238E27FC236}">
                    <a16:creationId xmlns:a16="http://schemas.microsoft.com/office/drawing/2014/main" id="{09C7ABFF-C69D-88F4-3F70-9AB983DECBD5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5" name="pg1918">
                <a:extLst>
                  <a:ext uri="{FF2B5EF4-FFF2-40B4-BE49-F238E27FC236}">
                    <a16:creationId xmlns:a16="http://schemas.microsoft.com/office/drawing/2014/main" id="{916DF951-0C5C-1FDB-AEC1-6A241DFAA8AC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6" name="pg1919">
                <a:extLst>
                  <a:ext uri="{FF2B5EF4-FFF2-40B4-BE49-F238E27FC236}">
                    <a16:creationId xmlns:a16="http://schemas.microsoft.com/office/drawing/2014/main" id="{0ABF5E2A-CEA0-8C20-3D81-A5D353CA26CB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7" name="pg1920">
                <a:extLst>
                  <a:ext uri="{FF2B5EF4-FFF2-40B4-BE49-F238E27FC236}">
                    <a16:creationId xmlns:a16="http://schemas.microsoft.com/office/drawing/2014/main" id="{53155E29-E67E-5190-D02C-D6141DB392E3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8" name="pg1921">
                <a:extLst>
                  <a:ext uri="{FF2B5EF4-FFF2-40B4-BE49-F238E27FC236}">
                    <a16:creationId xmlns:a16="http://schemas.microsoft.com/office/drawing/2014/main" id="{1E2FE48E-78BF-CBB3-2EAD-3BAC8725B4DB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29" name="pg1922">
                <a:extLst>
                  <a:ext uri="{FF2B5EF4-FFF2-40B4-BE49-F238E27FC236}">
                    <a16:creationId xmlns:a16="http://schemas.microsoft.com/office/drawing/2014/main" id="{D74F837F-1995-61BE-BDF1-B28D9868D6D2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0" name="pg1923">
                <a:extLst>
                  <a:ext uri="{FF2B5EF4-FFF2-40B4-BE49-F238E27FC236}">
                    <a16:creationId xmlns:a16="http://schemas.microsoft.com/office/drawing/2014/main" id="{027D1A5A-D1E7-785B-0E4A-522CDBB4DA99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1" name="pg1924">
                <a:extLst>
                  <a:ext uri="{FF2B5EF4-FFF2-40B4-BE49-F238E27FC236}">
                    <a16:creationId xmlns:a16="http://schemas.microsoft.com/office/drawing/2014/main" id="{EAE39371-BF90-DF57-5C9B-4C1F0057AEC0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2" name="pg1925">
                <a:extLst>
                  <a:ext uri="{FF2B5EF4-FFF2-40B4-BE49-F238E27FC236}">
                    <a16:creationId xmlns:a16="http://schemas.microsoft.com/office/drawing/2014/main" id="{07D67E74-17F8-DB6E-B293-BF2874676EE7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3" name="pg1926">
                <a:extLst>
                  <a:ext uri="{FF2B5EF4-FFF2-40B4-BE49-F238E27FC236}">
                    <a16:creationId xmlns:a16="http://schemas.microsoft.com/office/drawing/2014/main" id="{C7C3F224-58BC-3A0C-42C3-F408BA4673E9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4" name="pg1927">
                <a:extLst>
                  <a:ext uri="{FF2B5EF4-FFF2-40B4-BE49-F238E27FC236}">
                    <a16:creationId xmlns:a16="http://schemas.microsoft.com/office/drawing/2014/main" id="{362B276E-405B-2700-9C35-53A669378012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5" name="pg1928">
                <a:extLst>
                  <a:ext uri="{FF2B5EF4-FFF2-40B4-BE49-F238E27FC236}">
                    <a16:creationId xmlns:a16="http://schemas.microsoft.com/office/drawing/2014/main" id="{122A0FC4-80CF-813B-7189-8E0ABAFAECB3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6" name="pg1929">
                <a:extLst>
                  <a:ext uri="{FF2B5EF4-FFF2-40B4-BE49-F238E27FC236}">
                    <a16:creationId xmlns:a16="http://schemas.microsoft.com/office/drawing/2014/main" id="{B798B099-FD32-136F-D4FD-95EA4C86E5E7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7" name="pg1930">
                <a:extLst>
                  <a:ext uri="{FF2B5EF4-FFF2-40B4-BE49-F238E27FC236}">
                    <a16:creationId xmlns:a16="http://schemas.microsoft.com/office/drawing/2014/main" id="{12362E86-29E1-148A-26F6-4FB2D82979CE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8" name="pg1931">
                <a:extLst>
                  <a:ext uri="{FF2B5EF4-FFF2-40B4-BE49-F238E27FC236}">
                    <a16:creationId xmlns:a16="http://schemas.microsoft.com/office/drawing/2014/main" id="{D57EAAEB-F546-A527-C5AA-8F4FE9D83D45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39" name="pg1932">
                <a:extLst>
                  <a:ext uri="{FF2B5EF4-FFF2-40B4-BE49-F238E27FC236}">
                    <a16:creationId xmlns:a16="http://schemas.microsoft.com/office/drawing/2014/main" id="{284A2490-4DF5-8F14-EB9E-63FD7974CD85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0" name="pg1933">
                <a:extLst>
                  <a:ext uri="{FF2B5EF4-FFF2-40B4-BE49-F238E27FC236}">
                    <a16:creationId xmlns:a16="http://schemas.microsoft.com/office/drawing/2014/main" id="{E5895B06-463C-5AA7-AEF0-140C61DDF44B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1" name="pg1934">
                <a:extLst>
                  <a:ext uri="{FF2B5EF4-FFF2-40B4-BE49-F238E27FC236}">
                    <a16:creationId xmlns:a16="http://schemas.microsoft.com/office/drawing/2014/main" id="{CEED7AB1-CFC4-0CE3-E0A3-3049AEF0127F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2" name="pg1935">
                <a:extLst>
                  <a:ext uri="{FF2B5EF4-FFF2-40B4-BE49-F238E27FC236}">
                    <a16:creationId xmlns:a16="http://schemas.microsoft.com/office/drawing/2014/main" id="{F0B23CC7-10AD-3BC6-2A5A-14B227733F8D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3" name="pg1936">
                <a:extLst>
                  <a:ext uri="{FF2B5EF4-FFF2-40B4-BE49-F238E27FC236}">
                    <a16:creationId xmlns:a16="http://schemas.microsoft.com/office/drawing/2014/main" id="{679515DA-2F63-2FA8-EAF2-6C6523629B5B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4" name="pg1937">
                <a:extLst>
                  <a:ext uri="{FF2B5EF4-FFF2-40B4-BE49-F238E27FC236}">
                    <a16:creationId xmlns:a16="http://schemas.microsoft.com/office/drawing/2014/main" id="{ADF4F767-97DD-7801-9720-8787BD5FF812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5" name="pg1938">
                <a:extLst>
                  <a:ext uri="{FF2B5EF4-FFF2-40B4-BE49-F238E27FC236}">
                    <a16:creationId xmlns:a16="http://schemas.microsoft.com/office/drawing/2014/main" id="{AFDC1DA9-903B-CFDD-E4CE-913B69A69B49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6" name="pg1939">
                <a:extLst>
                  <a:ext uri="{FF2B5EF4-FFF2-40B4-BE49-F238E27FC236}">
                    <a16:creationId xmlns:a16="http://schemas.microsoft.com/office/drawing/2014/main" id="{FBBA3401-FAAB-D8E3-A394-5959911D6399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7" name="pg1940">
                <a:extLst>
                  <a:ext uri="{FF2B5EF4-FFF2-40B4-BE49-F238E27FC236}">
                    <a16:creationId xmlns:a16="http://schemas.microsoft.com/office/drawing/2014/main" id="{83D6F161-2721-CD9E-8E16-9185DA0554AF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8" name="pg1941">
                <a:extLst>
                  <a:ext uri="{FF2B5EF4-FFF2-40B4-BE49-F238E27FC236}">
                    <a16:creationId xmlns:a16="http://schemas.microsoft.com/office/drawing/2014/main" id="{1649C80A-CB12-EE31-E100-D740B91436C7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49" name="pg1942">
                <a:extLst>
                  <a:ext uri="{FF2B5EF4-FFF2-40B4-BE49-F238E27FC236}">
                    <a16:creationId xmlns:a16="http://schemas.microsoft.com/office/drawing/2014/main" id="{DFE7B930-A3F7-70DD-3EC7-2D756BE1A287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0" name="pg1943">
                <a:extLst>
                  <a:ext uri="{FF2B5EF4-FFF2-40B4-BE49-F238E27FC236}">
                    <a16:creationId xmlns:a16="http://schemas.microsoft.com/office/drawing/2014/main" id="{377C83AF-DD93-D662-81A6-AFD35760C339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1" name="pg1944">
                <a:extLst>
                  <a:ext uri="{FF2B5EF4-FFF2-40B4-BE49-F238E27FC236}">
                    <a16:creationId xmlns:a16="http://schemas.microsoft.com/office/drawing/2014/main" id="{4F4B0061-9BB3-A78E-720F-A8C3E1EF7AB3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2" name="pg1945">
                <a:extLst>
                  <a:ext uri="{FF2B5EF4-FFF2-40B4-BE49-F238E27FC236}">
                    <a16:creationId xmlns:a16="http://schemas.microsoft.com/office/drawing/2014/main" id="{CA3A0A16-1BE7-3BF9-8B29-E8DD14B8069B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3" name="pg1946">
                <a:extLst>
                  <a:ext uri="{FF2B5EF4-FFF2-40B4-BE49-F238E27FC236}">
                    <a16:creationId xmlns:a16="http://schemas.microsoft.com/office/drawing/2014/main" id="{4CC873FC-E882-5E20-12D7-05E765DA2309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4" name="pg1947">
                <a:extLst>
                  <a:ext uri="{FF2B5EF4-FFF2-40B4-BE49-F238E27FC236}">
                    <a16:creationId xmlns:a16="http://schemas.microsoft.com/office/drawing/2014/main" id="{163523FB-FEC2-751A-B7EC-E9831EB860DE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5" name="pg1948">
                <a:extLst>
                  <a:ext uri="{FF2B5EF4-FFF2-40B4-BE49-F238E27FC236}">
                    <a16:creationId xmlns:a16="http://schemas.microsoft.com/office/drawing/2014/main" id="{CB43E853-94DD-D18C-05AA-1CA12D791E09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6" name="pg1949">
                <a:extLst>
                  <a:ext uri="{FF2B5EF4-FFF2-40B4-BE49-F238E27FC236}">
                    <a16:creationId xmlns:a16="http://schemas.microsoft.com/office/drawing/2014/main" id="{8BF813BC-EDB7-41A3-887D-567D7D0391D1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7" name="pg1950">
                <a:extLst>
                  <a:ext uri="{FF2B5EF4-FFF2-40B4-BE49-F238E27FC236}">
                    <a16:creationId xmlns:a16="http://schemas.microsoft.com/office/drawing/2014/main" id="{F347B3BA-9A3E-E94E-E760-02C907FBB9CA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8" name="pg1951">
                <a:extLst>
                  <a:ext uri="{FF2B5EF4-FFF2-40B4-BE49-F238E27FC236}">
                    <a16:creationId xmlns:a16="http://schemas.microsoft.com/office/drawing/2014/main" id="{7B539817-25E9-8358-D474-0F9073945659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59" name="pg1952">
                <a:extLst>
                  <a:ext uri="{FF2B5EF4-FFF2-40B4-BE49-F238E27FC236}">
                    <a16:creationId xmlns:a16="http://schemas.microsoft.com/office/drawing/2014/main" id="{AA3A04D1-3C68-0474-AD58-DF4F2308C910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0" name="pg1953">
                <a:extLst>
                  <a:ext uri="{FF2B5EF4-FFF2-40B4-BE49-F238E27FC236}">
                    <a16:creationId xmlns:a16="http://schemas.microsoft.com/office/drawing/2014/main" id="{936CCCF9-784C-4DA5-6061-55930C1C8592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1" name="pg1954">
                <a:extLst>
                  <a:ext uri="{FF2B5EF4-FFF2-40B4-BE49-F238E27FC236}">
                    <a16:creationId xmlns:a16="http://schemas.microsoft.com/office/drawing/2014/main" id="{D5BD1828-8D50-BF33-65BD-7B30D3A3DD83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2" name="pg1955">
                <a:extLst>
                  <a:ext uri="{FF2B5EF4-FFF2-40B4-BE49-F238E27FC236}">
                    <a16:creationId xmlns:a16="http://schemas.microsoft.com/office/drawing/2014/main" id="{8F4BF705-2A13-F8C0-9389-796D2C5004C4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3" name="pg1956">
                <a:extLst>
                  <a:ext uri="{FF2B5EF4-FFF2-40B4-BE49-F238E27FC236}">
                    <a16:creationId xmlns:a16="http://schemas.microsoft.com/office/drawing/2014/main" id="{99989034-1DA4-10E3-D9B8-4EF22DE8F4DB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4" name="pg1957">
                <a:extLst>
                  <a:ext uri="{FF2B5EF4-FFF2-40B4-BE49-F238E27FC236}">
                    <a16:creationId xmlns:a16="http://schemas.microsoft.com/office/drawing/2014/main" id="{63CAF1A6-3C4E-6573-4362-B68CD60AF870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5" name="pg1958">
                <a:extLst>
                  <a:ext uri="{FF2B5EF4-FFF2-40B4-BE49-F238E27FC236}">
                    <a16:creationId xmlns:a16="http://schemas.microsoft.com/office/drawing/2014/main" id="{64B39C5F-0097-1707-3BE8-6E032DFD1D3B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6" name="pg1959">
                <a:extLst>
                  <a:ext uri="{FF2B5EF4-FFF2-40B4-BE49-F238E27FC236}">
                    <a16:creationId xmlns:a16="http://schemas.microsoft.com/office/drawing/2014/main" id="{6FC7B73F-01B8-43FF-F3DC-F4B757548E43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7" name="pg1960">
                <a:extLst>
                  <a:ext uri="{FF2B5EF4-FFF2-40B4-BE49-F238E27FC236}">
                    <a16:creationId xmlns:a16="http://schemas.microsoft.com/office/drawing/2014/main" id="{A3817ABE-9867-5052-7EF6-E59ACEE9D4FE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8" name="pg1961">
                <a:extLst>
                  <a:ext uri="{FF2B5EF4-FFF2-40B4-BE49-F238E27FC236}">
                    <a16:creationId xmlns:a16="http://schemas.microsoft.com/office/drawing/2014/main" id="{7EE8ED8D-B7CB-33C9-9DDA-AA29A287D9C5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69" name="pg1962">
                <a:extLst>
                  <a:ext uri="{FF2B5EF4-FFF2-40B4-BE49-F238E27FC236}">
                    <a16:creationId xmlns:a16="http://schemas.microsoft.com/office/drawing/2014/main" id="{0C274DE6-E86D-BD67-91EA-DC7DC1A2F59F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0" name="pg1963">
                <a:extLst>
                  <a:ext uri="{FF2B5EF4-FFF2-40B4-BE49-F238E27FC236}">
                    <a16:creationId xmlns:a16="http://schemas.microsoft.com/office/drawing/2014/main" id="{10EAA25B-D73B-1601-D200-142F0C6F98B8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1" name="pg1964">
                <a:extLst>
                  <a:ext uri="{FF2B5EF4-FFF2-40B4-BE49-F238E27FC236}">
                    <a16:creationId xmlns:a16="http://schemas.microsoft.com/office/drawing/2014/main" id="{060B4706-A800-343D-A60B-5F1966294102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2" name="pg1965">
                <a:extLst>
                  <a:ext uri="{FF2B5EF4-FFF2-40B4-BE49-F238E27FC236}">
                    <a16:creationId xmlns:a16="http://schemas.microsoft.com/office/drawing/2014/main" id="{1220711F-4B8D-34D9-4AB2-854E68C09231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3" name="pg1966">
                <a:extLst>
                  <a:ext uri="{FF2B5EF4-FFF2-40B4-BE49-F238E27FC236}">
                    <a16:creationId xmlns:a16="http://schemas.microsoft.com/office/drawing/2014/main" id="{70AC44DA-2666-0B1B-ADC3-637672467F34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4" name="pg1967">
                <a:extLst>
                  <a:ext uri="{FF2B5EF4-FFF2-40B4-BE49-F238E27FC236}">
                    <a16:creationId xmlns:a16="http://schemas.microsoft.com/office/drawing/2014/main" id="{3898504A-43CE-DECA-4479-DB021DC34461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5" name="pg1968">
                <a:extLst>
                  <a:ext uri="{FF2B5EF4-FFF2-40B4-BE49-F238E27FC236}">
                    <a16:creationId xmlns:a16="http://schemas.microsoft.com/office/drawing/2014/main" id="{40837771-5223-4655-DD75-B2C9D3F754BE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6" name="pg1969">
                <a:extLst>
                  <a:ext uri="{FF2B5EF4-FFF2-40B4-BE49-F238E27FC236}">
                    <a16:creationId xmlns:a16="http://schemas.microsoft.com/office/drawing/2014/main" id="{1694AD42-67BC-F20B-2943-8399707157A6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7" name="pg1970">
                <a:extLst>
                  <a:ext uri="{FF2B5EF4-FFF2-40B4-BE49-F238E27FC236}">
                    <a16:creationId xmlns:a16="http://schemas.microsoft.com/office/drawing/2014/main" id="{F5FAFAC2-793B-2C47-3A25-C24677CD20E9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8" name="pg1971">
                <a:extLst>
                  <a:ext uri="{FF2B5EF4-FFF2-40B4-BE49-F238E27FC236}">
                    <a16:creationId xmlns:a16="http://schemas.microsoft.com/office/drawing/2014/main" id="{1C94C055-629A-4ED8-9461-4DF277A1F4AF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79" name="pg1972">
                <a:extLst>
                  <a:ext uri="{FF2B5EF4-FFF2-40B4-BE49-F238E27FC236}">
                    <a16:creationId xmlns:a16="http://schemas.microsoft.com/office/drawing/2014/main" id="{0E5388DA-F3B1-E69C-360D-A34E75B2C7F5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0" name="pg1973">
                <a:extLst>
                  <a:ext uri="{FF2B5EF4-FFF2-40B4-BE49-F238E27FC236}">
                    <a16:creationId xmlns:a16="http://schemas.microsoft.com/office/drawing/2014/main" id="{6AA27C68-B355-4AF0-576D-2731820B0904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1" name="pg1974">
                <a:extLst>
                  <a:ext uri="{FF2B5EF4-FFF2-40B4-BE49-F238E27FC236}">
                    <a16:creationId xmlns:a16="http://schemas.microsoft.com/office/drawing/2014/main" id="{28FFC909-E4A2-97F1-0B37-9889023B766B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2" name="pg1975">
                <a:extLst>
                  <a:ext uri="{FF2B5EF4-FFF2-40B4-BE49-F238E27FC236}">
                    <a16:creationId xmlns:a16="http://schemas.microsoft.com/office/drawing/2014/main" id="{D82B4945-1C7C-5953-2D3B-31C3EBAD9B8B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3" name="pg1976">
                <a:extLst>
                  <a:ext uri="{FF2B5EF4-FFF2-40B4-BE49-F238E27FC236}">
                    <a16:creationId xmlns:a16="http://schemas.microsoft.com/office/drawing/2014/main" id="{F5D3D6A6-DFF9-BF0A-FC25-232CE43106B3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4" name="pg1977">
                <a:extLst>
                  <a:ext uri="{FF2B5EF4-FFF2-40B4-BE49-F238E27FC236}">
                    <a16:creationId xmlns:a16="http://schemas.microsoft.com/office/drawing/2014/main" id="{E3122B36-DCD5-F24F-7AA7-0D2625EE6EF5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5" name="pg1978">
                <a:extLst>
                  <a:ext uri="{FF2B5EF4-FFF2-40B4-BE49-F238E27FC236}">
                    <a16:creationId xmlns:a16="http://schemas.microsoft.com/office/drawing/2014/main" id="{95F840A7-1B5C-A66B-7D00-9C226CE1DEC1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6" name="pg1979">
                <a:extLst>
                  <a:ext uri="{FF2B5EF4-FFF2-40B4-BE49-F238E27FC236}">
                    <a16:creationId xmlns:a16="http://schemas.microsoft.com/office/drawing/2014/main" id="{8D8EC5DE-E55B-F400-1908-72AAA309733D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7" name="pg1980">
                <a:extLst>
                  <a:ext uri="{FF2B5EF4-FFF2-40B4-BE49-F238E27FC236}">
                    <a16:creationId xmlns:a16="http://schemas.microsoft.com/office/drawing/2014/main" id="{8C69F3D7-2A2A-7029-D6A5-7015859BD0C8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8" name="pg1981">
                <a:extLst>
                  <a:ext uri="{FF2B5EF4-FFF2-40B4-BE49-F238E27FC236}">
                    <a16:creationId xmlns:a16="http://schemas.microsoft.com/office/drawing/2014/main" id="{6D4119BD-6969-DDE7-CFBB-8D00FDC07D74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89" name="pg1982">
                <a:extLst>
                  <a:ext uri="{FF2B5EF4-FFF2-40B4-BE49-F238E27FC236}">
                    <a16:creationId xmlns:a16="http://schemas.microsoft.com/office/drawing/2014/main" id="{6A7CE31E-570E-5668-FF55-56C1F18B5367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0" name="pg1983">
                <a:extLst>
                  <a:ext uri="{FF2B5EF4-FFF2-40B4-BE49-F238E27FC236}">
                    <a16:creationId xmlns:a16="http://schemas.microsoft.com/office/drawing/2014/main" id="{D3028C17-8341-AC6E-48B1-7AF2DE5E816A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1" name="pg1984">
                <a:extLst>
                  <a:ext uri="{FF2B5EF4-FFF2-40B4-BE49-F238E27FC236}">
                    <a16:creationId xmlns:a16="http://schemas.microsoft.com/office/drawing/2014/main" id="{8BCA3999-6A36-5E53-A3BE-9AB40C08F929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2" name="pg1985">
                <a:extLst>
                  <a:ext uri="{FF2B5EF4-FFF2-40B4-BE49-F238E27FC236}">
                    <a16:creationId xmlns:a16="http://schemas.microsoft.com/office/drawing/2014/main" id="{3BD349BD-CBBC-0B98-6BCA-7F92C1973C02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3" name="pg1986">
                <a:extLst>
                  <a:ext uri="{FF2B5EF4-FFF2-40B4-BE49-F238E27FC236}">
                    <a16:creationId xmlns:a16="http://schemas.microsoft.com/office/drawing/2014/main" id="{2EE2CCCC-892B-4F9B-0D70-AF2FDD08CCCA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4" name="pg1987">
                <a:extLst>
                  <a:ext uri="{FF2B5EF4-FFF2-40B4-BE49-F238E27FC236}">
                    <a16:creationId xmlns:a16="http://schemas.microsoft.com/office/drawing/2014/main" id="{CEE2B7F0-C6C3-C1BF-21A6-D52B0993FE32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5" name="pg1988">
                <a:extLst>
                  <a:ext uri="{FF2B5EF4-FFF2-40B4-BE49-F238E27FC236}">
                    <a16:creationId xmlns:a16="http://schemas.microsoft.com/office/drawing/2014/main" id="{5B730A5F-0588-415A-5056-FF8369B04104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6" name="pg1989">
                <a:extLst>
                  <a:ext uri="{FF2B5EF4-FFF2-40B4-BE49-F238E27FC236}">
                    <a16:creationId xmlns:a16="http://schemas.microsoft.com/office/drawing/2014/main" id="{BDE663C2-F5CE-A86F-97A1-512F4AF27BF9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7" name="pg1990">
                <a:extLst>
                  <a:ext uri="{FF2B5EF4-FFF2-40B4-BE49-F238E27FC236}">
                    <a16:creationId xmlns:a16="http://schemas.microsoft.com/office/drawing/2014/main" id="{6A5A12FD-EEC5-D951-18F5-DA42825BABEA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8" name="pg1991">
                <a:extLst>
                  <a:ext uri="{FF2B5EF4-FFF2-40B4-BE49-F238E27FC236}">
                    <a16:creationId xmlns:a16="http://schemas.microsoft.com/office/drawing/2014/main" id="{414D01A8-25A8-FC7D-737B-AD36C77AA490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899" name="pg1992">
                <a:extLst>
                  <a:ext uri="{FF2B5EF4-FFF2-40B4-BE49-F238E27FC236}">
                    <a16:creationId xmlns:a16="http://schemas.microsoft.com/office/drawing/2014/main" id="{A0CF8101-FD07-63BA-6CD5-2A93CAE4E5D5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0" name="pg1993">
                <a:extLst>
                  <a:ext uri="{FF2B5EF4-FFF2-40B4-BE49-F238E27FC236}">
                    <a16:creationId xmlns:a16="http://schemas.microsoft.com/office/drawing/2014/main" id="{C3A5E2D7-21C0-D7B7-B71F-5D5EB22A14AC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1" name="pg1994">
                <a:extLst>
                  <a:ext uri="{FF2B5EF4-FFF2-40B4-BE49-F238E27FC236}">
                    <a16:creationId xmlns:a16="http://schemas.microsoft.com/office/drawing/2014/main" id="{9F0ABDC2-6B15-4A4C-1D33-37D20C182749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2" name="pg1995">
                <a:extLst>
                  <a:ext uri="{FF2B5EF4-FFF2-40B4-BE49-F238E27FC236}">
                    <a16:creationId xmlns:a16="http://schemas.microsoft.com/office/drawing/2014/main" id="{67EBAA21-BBB7-C3C9-76B5-35421385F256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3" name="pg1996">
                <a:extLst>
                  <a:ext uri="{FF2B5EF4-FFF2-40B4-BE49-F238E27FC236}">
                    <a16:creationId xmlns:a16="http://schemas.microsoft.com/office/drawing/2014/main" id="{8B4A13AF-F53F-0885-59B3-404155D0E063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4" name="pg1997">
                <a:extLst>
                  <a:ext uri="{FF2B5EF4-FFF2-40B4-BE49-F238E27FC236}">
                    <a16:creationId xmlns:a16="http://schemas.microsoft.com/office/drawing/2014/main" id="{AD4B7B37-F13E-2668-BE08-8E8972A0D560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5" name="pg1998">
                <a:extLst>
                  <a:ext uri="{FF2B5EF4-FFF2-40B4-BE49-F238E27FC236}">
                    <a16:creationId xmlns:a16="http://schemas.microsoft.com/office/drawing/2014/main" id="{29ECCAB3-3FF5-35F4-D486-A283940D2B0B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6" name="pg1999">
                <a:extLst>
                  <a:ext uri="{FF2B5EF4-FFF2-40B4-BE49-F238E27FC236}">
                    <a16:creationId xmlns:a16="http://schemas.microsoft.com/office/drawing/2014/main" id="{C9391080-E14D-D8C0-1FC4-430A9297C72C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7" name="pg2000">
                <a:extLst>
                  <a:ext uri="{FF2B5EF4-FFF2-40B4-BE49-F238E27FC236}">
                    <a16:creationId xmlns:a16="http://schemas.microsoft.com/office/drawing/2014/main" id="{35A064F2-86ED-8BF4-07E2-4E2506FADC91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8" name="pg2001">
                <a:extLst>
                  <a:ext uri="{FF2B5EF4-FFF2-40B4-BE49-F238E27FC236}">
                    <a16:creationId xmlns:a16="http://schemas.microsoft.com/office/drawing/2014/main" id="{ADB5066B-664F-CE4C-1E9D-88BB21C86A10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09" name="pg2002">
                <a:extLst>
                  <a:ext uri="{FF2B5EF4-FFF2-40B4-BE49-F238E27FC236}">
                    <a16:creationId xmlns:a16="http://schemas.microsoft.com/office/drawing/2014/main" id="{EEDE0BF6-A9AC-B767-C234-A4278C977F91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0" name="pg2003">
                <a:extLst>
                  <a:ext uri="{FF2B5EF4-FFF2-40B4-BE49-F238E27FC236}">
                    <a16:creationId xmlns:a16="http://schemas.microsoft.com/office/drawing/2014/main" id="{7E25F446-2DCE-D3FD-324B-9554910D3FCC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1" name="pg2004">
                <a:extLst>
                  <a:ext uri="{FF2B5EF4-FFF2-40B4-BE49-F238E27FC236}">
                    <a16:creationId xmlns:a16="http://schemas.microsoft.com/office/drawing/2014/main" id="{6ACC506F-F227-1A99-4833-09531FC3135A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2" name="pg2005">
                <a:extLst>
                  <a:ext uri="{FF2B5EF4-FFF2-40B4-BE49-F238E27FC236}">
                    <a16:creationId xmlns:a16="http://schemas.microsoft.com/office/drawing/2014/main" id="{EDDA59E4-55E3-04E5-4C19-96AF3C701D34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3" name="pg2006">
                <a:extLst>
                  <a:ext uri="{FF2B5EF4-FFF2-40B4-BE49-F238E27FC236}">
                    <a16:creationId xmlns:a16="http://schemas.microsoft.com/office/drawing/2014/main" id="{5A5C41DE-14BF-FB85-9EAE-A6416309B93E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4" name="pg2007">
                <a:extLst>
                  <a:ext uri="{FF2B5EF4-FFF2-40B4-BE49-F238E27FC236}">
                    <a16:creationId xmlns:a16="http://schemas.microsoft.com/office/drawing/2014/main" id="{17654D31-A78D-143C-778E-C06C3BEDD0DC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5" name="pg2008">
                <a:extLst>
                  <a:ext uri="{FF2B5EF4-FFF2-40B4-BE49-F238E27FC236}">
                    <a16:creationId xmlns:a16="http://schemas.microsoft.com/office/drawing/2014/main" id="{3DF93A16-51EE-CE2C-7413-C070C606A160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6" name="pg2009">
                <a:extLst>
                  <a:ext uri="{FF2B5EF4-FFF2-40B4-BE49-F238E27FC236}">
                    <a16:creationId xmlns:a16="http://schemas.microsoft.com/office/drawing/2014/main" id="{6FD52407-F7CC-E828-48DB-E18BDF85F930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7" name="pg2010">
                <a:extLst>
                  <a:ext uri="{FF2B5EF4-FFF2-40B4-BE49-F238E27FC236}">
                    <a16:creationId xmlns:a16="http://schemas.microsoft.com/office/drawing/2014/main" id="{FD1313C8-2F30-0A36-7698-BD91D08CB75E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8" name="pg2011">
                <a:extLst>
                  <a:ext uri="{FF2B5EF4-FFF2-40B4-BE49-F238E27FC236}">
                    <a16:creationId xmlns:a16="http://schemas.microsoft.com/office/drawing/2014/main" id="{4EC109A8-4E9E-8902-3EA6-D9FDF8CA9959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19" name="pg2012">
                <a:extLst>
                  <a:ext uri="{FF2B5EF4-FFF2-40B4-BE49-F238E27FC236}">
                    <a16:creationId xmlns:a16="http://schemas.microsoft.com/office/drawing/2014/main" id="{069598A3-56DB-22CE-5693-F3A36D3F4D69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0" name="pg2013">
                <a:extLst>
                  <a:ext uri="{FF2B5EF4-FFF2-40B4-BE49-F238E27FC236}">
                    <a16:creationId xmlns:a16="http://schemas.microsoft.com/office/drawing/2014/main" id="{0BEA12EB-BA8B-41BA-C859-A7E9CA3D793C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1" name="pg2014">
                <a:extLst>
                  <a:ext uri="{FF2B5EF4-FFF2-40B4-BE49-F238E27FC236}">
                    <a16:creationId xmlns:a16="http://schemas.microsoft.com/office/drawing/2014/main" id="{21AE699A-409E-257C-F9E7-0B2E594716AC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2" name="pg2015">
                <a:extLst>
                  <a:ext uri="{FF2B5EF4-FFF2-40B4-BE49-F238E27FC236}">
                    <a16:creationId xmlns:a16="http://schemas.microsoft.com/office/drawing/2014/main" id="{98EE5BF5-CEE5-8E02-5B04-C3AD4CD70837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3" name="pg2016">
                <a:extLst>
                  <a:ext uri="{FF2B5EF4-FFF2-40B4-BE49-F238E27FC236}">
                    <a16:creationId xmlns:a16="http://schemas.microsoft.com/office/drawing/2014/main" id="{F2511A5A-6A62-AAEF-03B1-0F73708B237C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4" name="pg2017">
                <a:extLst>
                  <a:ext uri="{FF2B5EF4-FFF2-40B4-BE49-F238E27FC236}">
                    <a16:creationId xmlns:a16="http://schemas.microsoft.com/office/drawing/2014/main" id="{7D5701B5-4888-6D5B-CEF1-A0821F6C6EA2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5" name="pg2018">
                <a:extLst>
                  <a:ext uri="{FF2B5EF4-FFF2-40B4-BE49-F238E27FC236}">
                    <a16:creationId xmlns:a16="http://schemas.microsoft.com/office/drawing/2014/main" id="{A0CDB7E9-668D-B4E2-362C-1EA5668BBBF2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6" name="pg2019">
                <a:extLst>
                  <a:ext uri="{FF2B5EF4-FFF2-40B4-BE49-F238E27FC236}">
                    <a16:creationId xmlns:a16="http://schemas.microsoft.com/office/drawing/2014/main" id="{83024E3C-B2AC-7267-A766-85E550F19849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7" name="pg2020">
                <a:extLst>
                  <a:ext uri="{FF2B5EF4-FFF2-40B4-BE49-F238E27FC236}">
                    <a16:creationId xmlns:a16="http://schemas.microsoft.com/office/drawing/2014/main" id="{4AB9F983-F545-BE54-3AF4-8715C05CA773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8" name="pg2021">
                <a:extLst>
                  <a:ext uri="{FF2B5EF4-FFF2-40B4-BE49-F238E27FC236}">
                    <a16:creationId xmlns:a16="http://schemas.microsoft.com/office/drawing/2014/main" id="{332EAC0C-28BE-B286-3B8C-068AB9993770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29" name="pg2022">
                <a:extLst>
                  <a:ext uri="{FF2B5EF4-FFF2-40B4-BE49-F238E27FC236}">
                    <a16:creationId xmlns:a16="http://schemas.microsoft.com/office/drawing/2014/main" id="{E3A089D2-9E06-B07D-856C-916FD1A57D51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0" name="pg2023">
                <a:extLst>
                  <a:ext uri="{FF2B5EF4-FFF2-40B4-BE49-F238E27FC236}">
                    <a16:creationId xmlns:a16="http://schemas.microsoft.com/office/drawing/2014/main" id="{9EE32DF6-7621-0DCF-2341-4555AE9389FA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1" name="pg2024">
                <a:extLst>
                  <a:ext uri="{FF2B5EF4-FFF2-40B4-BE49-F238E27FC236}">
                    <a16:creationId xmlns:a16="http://schemas.microsoft.com/office/drawing/2014/main" id="{20D9B86C-1D35-7F82-4757-74DB895367CE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2" name="pg2025">
                <a:extLst>
                  <a:ext uri="{FF2B5EF4-FFF2-40B4-BE49-F238E27FC236}">
                    <a16:creationId xmlns:a16="http://schemas.microsoft.com/office/drawing/2014/main" id="{6C888B15-B08D-4EDA-16DD-5E867B99E50E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3" name="pg2026">
                <a:extLst>
                  <a:ext uri="{FF2B5EF4-FFF2-40B4-BE49-F238E27FC236}">
                    <a16:creationId xmlns:a16="http://schemas.microsoft.com/office/drawing/2014/main" id="{DD7EDE8F-3544-A862-861E-AA562CAEBCBE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4" name="pg2027">
                <a:extLst>
                  <a:ext uri="{FF2B5EF4-FFF2-40B4-BE49-F238E27FC236}">
                    <a16:creationId xmlns:a16="http://schemas.microsoft.com/office/drawing/2014/main" id="{466EA1AC-03CA-8561-195C-4E3153660A6D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5" name="pg2028">
                <a:extLst>
                  <a:ext uri="{FF2B5EF4-FFF2-40B4-BE49-F238E27FC236}">
                    <a16:creationId xmlns:a16="http://schemas.microsoft.com/office/drawing/2014/main" id="{FA86CF96-FEF3-7488-DAD7-E37AC2F1717A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6" name="pg2029">
                <a:extLst>
                  <a:ext uri="{FF2B5EF4-FFF2-40B4-BE49-F238E27FC236}">
                    <a16:creationId xmlns:a16="http://schemas.microsoft.com/office/drawing/2014/main" id="{93EA6B5A-5CDC-BDAA-FEBE-FDD555035371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7" name="pg2030">
                <a:extLst>
                  <a:ext uri="{FF2B5EF4-FFF2-40B4-BE49-F238E27FC236}">
                    <a16:creationId xmlns:a16="http://schemas.microsoft.com/office/drawing/2014/main" id="{349F1B20-E572-E338-26C2-89AEA2F3628A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8" name="pg2031">
                <a:extLst>
                  <a:ext uri="{FF2B5EF4-FFF2-40B4-BE49-F238E27FC236}">
                    <a16:creationId xmlns:a16="http://schemas.microsoft.com/office/drawing/2014/main" id="{556523DB-8081-508F-78BB-10E66A129567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39" name="pg2032">
                <a:extLst>
                  <a:ext uri="{FF2B5EF4-FFF2-40B4-BE49-F238E27FC236}">
                    <a16:creationId xmlns:a16="http://schemas.microsoft.com/office/drawing/2014/main" id="{B0327C09-8D84-EAD7-6DE5-FD919E20DDBF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0" name="pg2033">
                <a:extLst>
                  <a:ext uri="{FF2B5EF4-FFF2-40B4-BE49-F238E27FC236}">
                    <a16:creationId xmlns:a16="http://schemas.microsoft.com/office/drawing/2014/main" id="{C9252AB3-6226-F0E0-57D5-2C30A9C641F3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1" name="pg2034">
                <a:extLst>
                  <a:ext uri="{FF2B5EF4-FFF2-40B4-BE49-F238E27FC236}">
                    <a16:creationId xmlns:a16="http://schemas.microsoft.com/office/drawing/2014/main" id="{15A96A54-3461-DB96-4243-0945DEEF351A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2" name="pg2035">
                <a:extLst>
                  <a:ext uri="{FF2B5EF4-FFF2-40B4-BE49-F238E27FC236}">
                    <a16:creationId xmlns:a16="http://schemas.microsoft.com/office/drawing/2014/main" id="{D0BA033E-BB1B-86FF-F3F9-723535E5ED53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3" name="pg2036">
                <a:extLst>
                  <a:ext uri="{FF2B5EF4-FFF2-40B4-BE49-F238E27FC236}">
                    <a16:creationId xmlns:a16="http://schemas.microsoft.com/office/drawing/2014/main" id="{E7A720E5-DEE7-D175-54BA-5834524CDB28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4" name="pg2037">
                <a:extLst>
                  <a:ext uri="{FF2B5EF4-FFF2-40B4-BE49-F238E27FC236}">
                    <a16:creationId xmlns:a16="http://schemas.microsoft.com/office/drawing/2014/main" id="{3D9DC983-99BF-B4F0-F0B5-41008F3728AC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5" name="pg2038">
                <a:extLst>
                  <a:ext uri="{FF2B5EF4-FFF2-40B4-BE49-F238E27FC236}">
                    <a16:creationId xmlns:a16="http://schemas.microsoft.com/office/drawing/2014/main" id="{7C4F99CC-2E7A-C67E-FF43-28A876A006E9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6" name="pg2039">
                <a:extLst>
                  <a:ext uri="{FF2B5EF4-FFF2-40B4-BE49-F238E27FC236}">
                    <a16:creationId xmlns:a16="http://schemas.microsoft.com/office/drawing/2014/main" id="{676ED542-0549-1487-3E91-EC1B858F8789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7" name="pg2040">
                <a:extLst>
                  <a:ext uri="{FF2B5EF4-FFF2-40B4-BE49-F238E27FC236}">
                    <a16:creationId xmlns:a16="http://schemas.microsoft.com/office/drawing/2014/main" id="{9A222CE9-7733-4D83-D744-44755FFD06A3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8" name="pg2041">
                <a:extLst>
                  <a:ext uri="{FF2B5EF4-FFF2-40B4-BE49-F238E27FC236}">
                    <a16:creationId xmlns:a16="http://schemas.microsoft.com/office/drawing/2014/main" id="{9249A18E-B440-E16D-54C3-956F169A1551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49" name="pg2042">
                <a:extLst>
                  <a:ext uri="{FF2B5EF4-FFF2-40B4-BE49-F238E27FC236}">
                    <a16:creationId xmlns:a16="http://schemas.microsoft.com/office/drawing/2014/main" id="{DB18622E-C390-4B78-7CA5-CD98A5FB06E5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0" name="pg2043">
                <a:extLst>
                  <a:ext uri="{FF2B5EF4-FFF2-40B4-BE49-F238E27FC236}">
                    <a16:creationId xmlns:a16="http://schemas.microsoft.com/office/drawing/2014/main" id="{104D8ABE-9BFE-E2EC-5AAB-A141E786E3A2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1" name="pg2044">
                <a:extLst>
                  <a:ext uri="{FF2B5EF4-FFF2-40B4-BE49-F238E27FC236}">
                    <a16:creationId xmlns:a16="http://schemas.microsoft.com/office/drawing/2014/main" id="{5D581494-727E-0294-BC79-D45767584297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2" name="pg2045">
                <a:extLst>
                  <a:ext uri="{FF2B5EF4-FFF2-40B4-BE49-F238E27FC236}">
                    <a16:creationId xmlns:a16="http://schemas.microsoft.com/office/drawing/2014/main" id="{A4B1DE7A-B2CB-0912-C38D-E45AB9A7DACD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3" name="pg2046">
                <a:extLst>
                  <a:ext uri="{FF2B5EF4-FFF2-40B4-BE49-F238E27FC236}">
                    <a16:creationId xmlns:a16="http://schemas.microsoft.com/office/drawing/2014/main" id="{7DB6647B-4BB6-492A-C8C3-DC0298FB3375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4" name="pg2047">
                <a:extLst>
                  <a:ext uri="{FF2B5EF4-FFF2-40B4-BE49-F238E27FC236}">
                    <a16:creationId xmlns:a16="http://schemas.microsoft.com/office/drawing/2014/main" id="{F9F0BB8E-BA7A-6A98-2F11-FA29902C800F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5" name="pg2048">
                <a:extLst>
                  <a:ext uri="{FF2B5EF4-FFF2-40B4-BE49-F238E27FC236}">
                    <a16:creationId xmlns:a16="http://schemas.microsoft.com/office/drawing/2014/main" id="{D19B7F34-0639-5EBB-88DD-54F561C50332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6" name="pg2049">
                <a:extLst>
                  <a:ext uri="{FF2B5EF4-FFF2-40B4-BE49-F238E27FC236}">
                    <a16:creationId xmlns:a16="http://schemas.microsoft.com/office/drawing/2014/main" id="{8405A949-4B0C-ADD9-725F-B9D98AB8A965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7" name="pg2050">
                <a:extLst>
                  <a:ext uri="{FF2B5EF4-FFF2-40B4-BE49-F238E27FC236}">
                    <a16:creationId xmlns:a16="http://schemas.microsoft.com/office/drawing/2014/main" id="{D20B81A9-899E-82EC-EDBC-28A011D01E68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8" name="pg2051">
                <a:extLst>
                  <a:ext uri="{FF2B5EF4-FFF2-40B4-BE49-F238E27FC236}">
                    <a16:creationId xmlns:a16="http://schemas.microsoft.com/office/drawing/2014/main" id="{32666370-20E8-DBE2-7DD4-A5A153F7D67B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59" name="pg2052">
                <a:extLst>
                  <a:ext uri="{FF2B5EF4-FFF2-40B4-BE49-F238E27FC236}">
                    <a16:creationId xmlns:a16="http://schemas.microsoft.com/office/drawing/2014/main" id="{E9E052DF-E94A-CDDD-E8BA-E3B5AE88A66A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0" name="pg2053">
                <a:extLst>
                  <a:ext uri="{FF2B5EF4-FFF2-40B4-BE49-F238E27FC236}">
                    <a16:creationId xmlns:a16="http://schemas.microsoft.com/office/drawing/2014/main" id="{06BDA5C7-F23E-85E1-2836-5E464653400A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1" name="pg2054">
                <a:extLst>
                  <a:ext uri="{FF2B5EF4-FFF2-40B4-BE49-F238E27FC236}">
                    <a16:creationId xmlns:a16="http://schemas.microsoft.com/office/drawing/2014/main" id="{C4032027-2FDE-D1DD-1251-9D86D6EC623D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2" name="pg2055">
                <a:extLst>
                  <a:ext uri="{FF2B5EF4-FFF2-40B4-BE49-F238E27FC236}">
                    <a16:creationId xmlns:a16="http://schemas.microsoft.com/office/drawing/2014/main" id="{12B24C21-4C60-5F6F-C378-ACECE19A64D3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3" name="pg2056">
                <a:extLst>
                  <a:ext uri="{FF2B5EF4-FFF2-40B4-BE49-F238E27FC236}">
                    <a16:creationId xmlns:a16="http://schemas.microsoft.com/office/drawing/2014/main" id="{3385C616-6B1C-F30C-7DFC-C8DF5D9AC2A2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4" name="pg2057">
                <a:extLst>
                  <a:ext uri="{FF2B5EF4-FFF2-40B4-BE49-F238E27FC236}">
                    <a16:creationId xmlns:a16="http://schemas.microsoft.com/office/drawing/2014/main" id="{C28E8F67-D8D4-0EFD-B4B8-991840ABF66F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5" name="pg2058">
                <a:extLst>
                  <a:ext uri="{FF2B5EF4-FFF2-40B4-BE49-F238E27FC236}">
                    <a16:creationId xmlns:a16="http://schemas.microsoft.com/office/drawing/2014/main" id="{F82BBFD3-5DAD-183D-2E27-9DDE076BE799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6" name="pg2059">
                <a:extLst>
                  <a:ext uri="{FF2B5EF4-FFF2-40B4-BE49-F238E27FC236}">
                    <a16:creationId xmlns:a16="http://schemas.microsoft.com/office/drawing/2014/main" id="{705FAC1C-C3A8-0C76-E773-32ACF917C705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7" name="pg2060">
                <a:extLst>
                  <a:ext uri="{FF2B5EF4-FFF2-40B4-BE49-F238E27FC236}">
                    <a16:creationId xmlns:a16="http://schemas.microsoft.com/office/drawing/2014/main" id="{06A6453A-AB04-CF62-6518-FF73D0E0C76E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8" name="pg2061">
                <a:extLst>
                  <a:ext uri="{FF2B5EF4-FFF2-40B4-BE49-F238E27FC236}">
                    <a16:creationId xmlns:a16="http://schemas.microsoft.com/office/drawing/2014/main" id="{029E2769-4727-45D0-493A-60ED80F43569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69" name="pg2062">
                <a:extLst>
                  <a:ext uri="{FF2B5EF4-FFF2-40B4-BE49-F238E27FC236}">
                    <a16:creationId xmlns:a16="http://schemas.microsoft.com/office/drawing/2014/main" id="{3248F655-A22A-E224-40E6-C6C6AABB41C9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0" name="pg2063">
                <a:extLst>
                  <a:ext uri="{FF2B5EF4-FFF2-40B4-BE49-F238E27FC236}">
                    <a16:creationId xmlns:a16="http://schemas.microsoft.com/office/drawing/2014/main" id="{98A75B24-48EE-20B9-3A86-6EEEE2EE2684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1" name="pg2064">
                <a:extLst>
                  <a:ext uri="{FF2B5EF4-FFF2-40B4-BE49-F238E27FC236}">
                    <a16:creationId xmlns:a16="http://schemas.microsoft.com/office/drawing/2014/main" id="{8E7FB21E-0A59-0374-FFDA-DC96350255A0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2" name="pg2065">
                <a:extLst>
                  <a:ext uri="{FF2B5EF4-FFF2-40B4-BE49-F238E27FC236}">
                    <a16:creationId xmlns:a16="http://schemas.microsoft.com/office/drawing/2014/main" id="{1734C249-33F2-B610-474B-7092D3B1A8BD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3" name="pg2066">
                <a:extLst>
                  <a:ext uri="{FF2B5EF4-FFF2-40B4-BE49-F238E27FC236}">
                    <a16:creationId xmlns:a16="http://schemas.microsoft.com/office/drawing/2014/main" id="{0FF28D78-3067-7D52-B17B-C3720E0C96DC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4" name="pg2067">
                <a:extLst>
                  <a:ext uri="{FF2B5EF4-FFF2-40B4-BE49-F238E27FC236}">
                    <a16:creationId xmlns:a16="http://schemas.microsoft.com/office/drawing/2014/main" id="{17A87D35-B9F3-91E1-4A0E-4F6F8BAE6E5A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5" name="pg2068">
                <a:extLst>
                  <a:ext uri="{FF2B5EF4-FFF2-40B4-BE49-F238E27FC236}">
                    <a16:creationId xmlns:a16="http://schemas.microsoft.com/office/drawing/2014/main" id="{BBFB3366-C37F-62EB-2C2A-00051D26295B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6" name="pg2069">
                <a:extLst>
                  <a:ext uri="{FF2B5EF4-FFF2-40B4-BE49-F238E27FC236}">
                    <a16:creationId xmlns:a16="http://schemas.microsoft.com/office/drawing/2014/main" id="{CD0FB58D-3BF0-0DC8-9A9F-1983103BCD85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7" name="pg2070">
                <a:extLst>
                  <a:ext uri="{FF2B5EF4-FFF2-40B4-BE49-F238E27FC236}">
                    <a16:creationId xmlns:a16="http://schemas.microsoft.com/office/drawing/2014/main" id="{D483E0FB-83A2-1A5E-6576-19ECDD4494A3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8" name="pg2071">
                <a:extLst>
                  <a:ext uri="{FF2B5EF4-FFF2-40B4-BE49-F238E27FC236}">
                    <a16:creationId xmlns:a16="http://schemas.microsoft.com/office/drawing/2014/main" id="{838C297E-A10F-E815-C61E-45618E5C6E59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79" name="pg2072">
                <a:extLst>
                  <a:ext uri="{FF2B5EF4-FFF2-40B4-BE49-F238E27FC236}">
                    <a16:creationId xmlns:a16="http://schemas.microsoft.com/office/drawing/2014/main" id="{68602C3D-5FCB-5843-3A1C-D247D790A792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0" name="pg2073">
                <a:extLst>
                  <a:ext uri="{FF2B5EF4-FFF2-40B4-BE49-F238E27FC236}">
                    <a16:creationId xmlns:a16="http://schemas.microsoft.com/office/drawing/2014/main" id="{085F66B9-5FF5-B011-F576-61AB2B34BEF5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1" name="pg2074">
                <a:extLst>
                  <a:ext uri="{FF2B5EF4-FFF2-40B4-BE49-F238E27FC236}">
                    <a16:creationId xmlns:a16="http://schemas.microsoft.com/office/drawing/2014/main" id="{E1C3D718-E22C-F874-7C32-6AF0C7ACFFFD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2" name="pg2075">
                <a:extLst>
                  <a:ext uri="{FF2B5EF4-FFF2-40B4-BE49-F238E27FC236}">
                    <a16:creationId xmlns:a16="http://schemas.microsoft.com/office/drawing/2014/main" id="{A579DDD3-EB55-5480-1F32-D645A6053728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3" name="pg2076">
                <a:extLst>
                  <a:ext uri="{FF2B5EF4-FFF2-40B4-BE49-F238E27FC236}">
                    <a16:creationId xmlns:a16="http://schemas.microsoft.com/office/drawing/2014/main" id="{C37EF4DF-F0D8-E3A7-A9FD-25A221CFB688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4" name="pg2077">
                <a:extLst>
                  <a:ext uri="{FF2B5EF4-FFF2-40B4-BE49-F238E27FC236}">
                    <a16:creationId xmlns:a16="http://schemas.microsoft.com/office/drawing/2014/main" id="{1307B013-7890-DDE2-BDC6-6AC9501A6E95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5" name="pg2078">
                <a:extLst>
                  <a:ext uri="{FF2B5EF4-FFF2-40B4-BE49-F238E27FC236}">
                    <a16:creationId xmlns:a16="http://schemas.microsoft.com/office/drawing/2014/main" id="{891D929A-45C7-AE72-33CD-A8F2E1C1F207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6" name="pg2079">
                <a:extLst>
                  <a:ext uri="{FF2B5EF4-FFF2-40B4-BE49-F238E27FC236}">
                    <a16:creationId xmlns:a16="http://schemas.microsoft.com/office/drawing/2014/main" id="{86850724-DBB7-7488-77D5-52A5F7F37351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7" name="pg2080">
                <a:extLst>
                  <a:ext uri="{FF2B5EF4-FFF2-40B4-BE49-F238E27FC236}">
                    <a16:creationId xmlns:a16="http://schemas.microsoft.com/office/drawing/2014/main" id="{7170332E-1CD7-CC6D-4125-45D31C51E9F3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8" name="pg2081">
                <a:extLst>
                  <a:ext uri="{FF2B5EF4-FFF2-40B4-BE49-F238E27FC236}">
                    <a16:creationId xmlns:a16="http://schemas.microsoft.com/office/drawing/2014/main" id="{7D03DDF3-C825-F936-9876-831E34941DB4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89" name="pg2082">
                <a:extLst>
                  <a:ext uri="{FF2B5EF4-FFF2-40B4-BE49-F238E27FC236}">
                    <a16:creationId xmlns:a16="http://schemas.microsoft.com/office/drawing/2014/main" id="{B24061BE-C82A-0E56-6B47-B72A4DBD2B71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0" name="pg2083">
                <a:extLst>
                  <a:ext uri="{FF2B5EF4-FFF2-40B4-BE49-F238E27FC236}">
                    <a16:creationId xmlns:a16="http://schemas.microsoft.com/office/drawing/2014/main" id="{79ECE599-463E-985A-3793-107679C8A887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1" name="pg2084">
                <a:extLst>
                  <a:ext uri="{FF2B5EF4-FFF2-40B4-BE49-F238E27FC236}">
                    <a16:creationId xmlns:a16="http://schemas.microsoft.com/office/drawing/2014/main" id="{4C28322E-3AD1-38F2-8919-E650A68A95BE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2" name="pg2085">
                <a:extLst>
                  <a:ext uri="{FF2B5EF4-FFF2-40B4-BE49-F238E27FC236}">
                    <a16:creationId xmlns:a16="http://schemas.microsoft.com/office/drawing/2014/main" id="{8C8FD657-B34C-0463-71BF-5772E9F01FD3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3" name="pg2086">
                <a:extLst>
                  <a:ext uri="{FF2B5EF4-FFF2-40B4-BE49-F238E27FC236}">
                    <a16:creationId xmlns:a16="http://schemas.microsoft.com/office/drawing/2014/main" id="{A5FA79DB-DBF8-E888-CD9F-41A2A8F4B6F4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4" name="pg2087">
                <a:extLst>
                  <a:ext uri="{FF2B5EF4-FFF2-40B4-BE49-F238E27FC236}">
                    <a16:creationId xmlns:a16="http://schemas.microsoft.com/office/drawing/2014/main" id="{A6AF6CF5-39C5-1452-EF2C-E8D2860EDF8B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5" name="pg2088">
                <a:extLst>
                  <a:ext uri="{FF2B5EF4-FFF2-40B4-BE49-F238E27FC236}">
                    <a16:creationId xmlns:a16="http://schemas.microsoft.com/office/drawing/2014/main" id="{C39A83EB-10F4-8309-15AA-2EAEBC72CFA5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6" name="pg2089">
                <a:extLst>
                  <a:ext uri="{FF2B5EF4-FFF2-40B4-BE49-F238E27FC236}">
                    <a16:creationId xmlns:a16="http://schemas.microsoft.com/office/drawing/2014/main" id="{128F4839-0E65-A8CB-1183-EBA6E8E14CD0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7" name="pg2090">
                <a:extLst>
                  <a:ext uri="{FF2B5EF4-FFF2-40B4-BE49-F238E27FC236}">
                    <a16:creationId xmlns:a16="http://schemas.microsoft.com/office/drawing/2014/main" id="{68333E4D-DD82-8A4F-B8FC-B74E36F1BFB9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8" name="pg2091">
                <a:extLst>
                  <a:ext uri="{FF2B5EF4-FFF2-40B4-BE49-F238E27FC236}">
                    <a16:creationId xmlns:a16="http://schemas.microsoft.com/office/drawing/2014/main" id="{C247D1B0-1CDA-B6C1-75A4-6CED1FD35C14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999" name="pg2092">
                <a:extLst>
                  <a:ext uri="{FF2B5EF4-FFF2-40B4-BE49-F238E27FC236}">
                    <a16:creationId xmlns:a16="http://schemas.microsoft.com/office/drawing/2014/main" id="{34B22343-AD7A-D32B-855B-E902999E8275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0" name="pg2093">
                <a:extLst>
                  <a:ext uri="{FF2B5EF4-FFF2-40B4-BE49-F238E27FC236}">
                    <a16:creationId xmlns:a16="http://schemas.microsoft.com/office/drawing/2014/main" id="{03CB71FE-3371-4FDE-745A-E9EAB0D0859D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1" name="pg2094">
                <a:extLst>
                  <a:ext uri="{FF2B5EF4-FFF2-40B4-BE49-F238E27FC236}">
                    <a16:creationId xmlns:a16="http://schemas.microsoft.com/office/drawing/2014/main" id="{CEDFF4C2-16FF-2461-36A8-D8FD34EA9CBB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2" name="pg2095">
                <a:extLst>
                  <a:ext uri="{FF2B5EF4-FFF2-40B4-BE49-F238E27FC236}">
                    <a16:creationId xmlns:a16="http://schemas.microsoft.com/office/drawing/2014/main" id="{D9597C78-4417-0165-E650-E16594C87EE3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3" name="pg2096">
                <a:extLst>
                  <a:ext uri="{FF2B5EF4-FFF2-40B4-BE49-F238E27FC236}">
                    <a16:creationId xmlns:a16="http://schemas.microsoft.com/office/drawing/2014/main" id="{5EBFB8FF-D44D-5E4F-6337-724E06CABE87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4" name="pg2097">
                <a:extLst>
                  <a:ext uri="{FF2B5EF4-FFF2-40B4-BE49-F238E27FC236}">
                    <a16:creationId xmlns:a16="http://schemas.microsoft.com/office/drawing/2014/main" id="{6429FB71-CBEC-82C1-CA68-BC6E54139449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5" name="pg2098">
                <a:extLst>
                  <a:ext uri="{FF2B5EF4-FFF2-40B4-BE49-F238E27FC236}">
                    <a16:creationId xmlns:a16="http://schemas.microsoft.com/office/drawing/2014/main" id="{ED91E5F1-61D3-6D0A-70CB-F6161781E63C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6" name="pg2099">
                <a:extLst>
                  <a:ext uri="{FF2B5EF4-FFF2-40B4-BE49-F238E27FC236}">
                    <a16:creationId xmlns:a16="http://schemas.microsoft.com/office/drawing/2014/main" id="{B6480628-258A-64A8-66BF-C49BC9177DE2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7" name="pg2100">
                <a:extLst>
                  <a:ext uri="{FF2B5EF4-FFF2-40B4-BE49-F238E27FC236}">
                    <a16:creationId xmlns:a16="http://schemas.microsoft.com/office/drawing/2014/main" id="{AF8BEE96-7263-FCF8-5075-1EBBD3FFFBAE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8" name="pg2101">
                <a:extLst>
                  <a:ext uri="{FF2B5EF4-FFF2-40B4-BE49-F238E27FC236}">
                    <a16:creationId xmlns:a16="http://schemas.microsoft.com/office/drawing/2014/main" id="{4DCB36CE-CB3E-6A6C-4ADA-D77FC58EA069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09" name="pg2102">
                <a:extLst>
                  <a:ext uri="{FF2B5EF4-FFF2-40B4-BE49-F238E27FC236}">
                    <a16:creationId xmlns:a16="http://schemas.microsoft.com/office/drawing/2014/main" id="{B90FEC48-6709-190A-012F-6B7143806220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0" name="pg2103">
                <a:extLst>
                  <a:ext uri="{FF2B5EF4-FFF2-40B4-BE49-F238E27FC236}">
                    <a16:creationId xmlns:a16="http://schemas.microsoft.com/office/drawing/2014/main" id="{B19B41DB-868B-7531-8462-D5004DDE6E81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1" name="pg2104">
                <a:extLst>
                  <a:ext uri="{FF2B5EF4-FFF2-40B4-BE49-F238E27FC236}">
                    <a16:creationId xmlns:a16="http://schemas.microsoft.com/office/drawing/2014/main" id="{B4C531B0-F9AA-1034-C787-C6853314AFEE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2" name="pg2105">
                <a:extLst>
                  <a:ext uri="{FF2B5EF4-FFF2-40B4-BE49-F238E27FC236}">
                    <a16:creationId xmlns:a16="http://schemas.microsoft.com/office/drawing/2014/main" id="{D211678D-B482-9A27-003D-B2F5F5758ECD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3" name="pg2106">
                <a:extLst>
                  <a:ext uri="{FF2B5EF4-FFF2-40B4-BE49-F238E27FC236}">
                    <a16:creationId xmlns:a16="http://schemas.microsoft.com/office/drawing/2014/main" id="{93FE8C8A-489D-C7BA-F83A-A466F747E849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4" name="pg2107">
                <a:extLst>
                  <a:ext uri="{FF2B5EF4-FFF2-40B4-BE49-F238E27FC236}">
                    <a16:creationId xmlns:a16="http://schemas.microsoft.com/office/drawing/2014/main" id="{01D85E19-E17F-06F7-8092-4B6978AF6769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5" name="pg2108">
                <a:extLst>
                  <a:ext uri="{FF2B5EF4-FFF2-40B4-BE49-F238E27FC236}">
                    <a16:creationId xmlns:a16="http://schemas.microsoft.com/office/drawing/2014/main" id="{F1757896-5676-305A-CDBD-57344CEE1139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6" name="pg2109">
                <a:extLst>
                  <a:ext uri="{FF2B5EF4-FFF2-40B4-BE49-F238E27FC236}">
                    <a16:creationId xmlns:a16="http://schemas.microsoft.com/office/drawing/2014/main" id="{C5D3A893-49EF-A1F9-D156-DE19087DD910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7" name="pg2110">
                <a:extLst>
                  <a:ext uri="{FF2B5EF4-FFF2-40B4-BE49-F238E27FC236}">
                    <a16:creationId xmlns:a16="http://schemas.microsoft.com/office/drawing/2014/main" id="{3694C6A6-AAD4-DE46-B588-684DBED2FF25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8" name="pg2111">
                <a:extLst>
                  <a:ext uri="{FF2B5EF4-FFF2-40B4-BE49-F238E27FC236}">
                    <a16:creationId xmlns:a16="http://schemas.microsoft.com/office/drawing/2014/main" id="{2004C7B7-2270-FB17-BFEE-DE6C215336E2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19" name="pg2112">
                <a:extLst>
                  <a:ext uri="{FF2B5EF4-FFF2-40B4-BE49-F238E27FC236}">
                    <a16:creationId xmlns:a16="http://schemas.microsoft.com/office/drawing/2014/main" id="{32638C8E-ACA3-C15E-AEDC-D28BF1DA6D7C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0" name="pg2113">
                <a:extLst>
                  <a:ext uri="{FF2B5EF4-FFF2-40B4-BE49-F238E27FC236}">
                    <a16:creationId xmlns:a16="http://schemas.microsoft.com/office/drawing/2014/main" id="{113030EE-6B99-65DC-F077-53C5921BE8C2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1" name="pg2114">
                <a:extLst>
                  <a:ext uri="{FF2B5EF4-FFF2-40B4-BE49-F238E27FC236}">
                    <a16:creationId xmlns:a16="http://schemas.microsoft.com/office/drawing/2014/main" id="{9498EFE1-D4A2-75C2-3F50-966E89B1CFFB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2" name="pg2115">
                <a:extLst>
                  <a:ext uri="{FF2B5EF4-FFF2-40B4-BE49-F238E27FC236}">
                    <a16:creationId xmlns:a16="http://schemas.microsoft.com/office/drawing/2014/main" id="{110FC115-7FE7-B49A-9738-B6FDC5067DC8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3" name="pg2116">
                <a:extLst>
                  <a:ext uri="{FF2B5EF4-FFF2-40B4-BE49-F238E27FC236}">
                    <a16:creationId xmlns:a16="http://schemas.microsoft.com/office/drawing/2014/main" id="{05A7F0B4-0869-9748-A89C-64EB37E29923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4" name="pg2117">
                <a:extLst>
                  <a:ext uri="{FF2B5EF4-FFF2-40B4-BE49-F238E27FC236}">
                    <a16:creationId xmlns:a16="http://schemas.microsoft.com/office/drawing/2014/main" id="{E8F6E334-FF9A-FA9D-8F3B-02E9D442F784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5" name="pg2118">
                <a:extLst>
                  <a:ext uri="{FF2B5EF4-FFF2-40B4-BE49-F238E27FC236}">
                    <a16:creationId xmlns:a16="http://schemas.microsoft.com/office/drawing/2014/main" id="{1DBDF9ED-5335-00EC-3847-2D1788C79D47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6" name="pg2119">
                <a:extLst>
                  <a:ext uri="{FF2B5EF4-FFF2-40B4-BE49-F238E27FC236}">
                    <a16:creationId xmlns:a16="http://schemas.microsoft.com/office/drawing/2014/main" id="{32489170-C911-2D88-4302-2583DFAE878F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7" name="pg2120">
                <a:extLst>
                  <a:ext uri="{FF2B5EF4-FFF2-40B4-BE49-F238E27FC236}">
                    <a16:creationId xmlns:a16="http://schemas.microsoft.com/office/drawing/2014/main" id="{C60C03DF-3964-4EDC-8EB3-1768507DE633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8" name="pg2121">
                <a:extLst>
                  <a:ext uri="{FF2B5EF4-FFF2-40B4-BE49-F238E27FC236}">
                    <a16:creationId xmlns:a16="http://schemas.microsoft.com/office/drawing/2014/main" id="{BF5FF61F-7B4D-B762-E558-339945B7A150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29" name="pg2122">
                <a:extLst>
                  <a:ext uri="{FF2B5EF4-FFF2-40B4-BE49-F238E27FC236}">
                    <a16:creationId xmlns:a16="http://schemas.microsoft.com/office/drawing/2014/main" id="{615489F5-6A87-6E5C-9F78-5072B5F7B2F1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0" name="pg2123">
                <a:extLst>
                  <a:ext uri="{FF2B5EF4-FFF2-40B4-BE49-F238E27FC236}">
                    <a16:creationId xmlns:a16="http://schemas.microsoft.com/office/drawing/2014/main" id="{3D7AB237-E614-33BF-B189-B242C663D38C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1" name="pg2124">
                <a:extLst>
                  <a:ext uri="{FF2B5EF4-FFF2-40B4-BE49-F238E27FC236}">
                    <a16:creationId xmlns:a16="http://schemas.microsoft.com/office/drawing/2014/main" id="{EC5F27ED-C6D5-09AF-D198-FD610E27ADD9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2" name="pg2125">
                <a:extLst>
                  <a:ext uri="{FF2B5EF4-FFF2-40B4-BE49-F238E27FC236}">
                    <a16:creationId xmlns:a16="http://schemas.microsoft.com/office/drawing/2014/main" id="{5B1A24BC-17CA-50F3-2F04-CEA1E30B0047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3" name="pg2126">
                <a:extLst>
                  <a:ext uri="{FF2B5EF4-FFF2-40B4-BE49-F238E27FC236}">
                    <a16:creationId xmlns:a16="http://schemas.microsoft.com/office/drawing/2014/main" id="{B14FB03F-9B48-F913-2563-4D13834703EA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4" name="pg2127">
                <a:extLst>
                  <a:ext uri="{FF2B5EF4-FFF2-40B4-BE49-F238E27FC236}">
                    <a16:creationId xmlns:a16="http://schemas.microsoft.com/office/drawing/2014/main" id="{0BFC6C44-9B11-786A-D0EA-F068926ADE84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5" name="pg2128">
                <a:extLst>
                  <a:ext uri="{FF2B5EF4-FFF2-40B4-BE49-F238E27FC236}">
                    <a16:creationId xmlns:a16="http://schemas.microsoft.com/office/drawing/2014/main" id="{452A51A0-BCC2-19C0-21BC-A8D854E6CD8B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6" name="pg2129">
                <a:extLst>
                  <a:ext uri="{FF2B5EF4-FFF2-40B4-BE49-F238E27FC236}">
                    <a16:creationId xmlns:a16="http://schemas.microsoft.com/office/drawing/2014/main" id="{89D8A0E9-A3A7-766B-7425-4C189C138771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7" name="pg2130">
                <a:extLst>
                  <a:ext uri="{FF2B5EF4-FFF2-40B4-BE49-F238E27FC236}">
                    <a16:creationId xmlns:a16="http://schemas.microsoft.com/office/drawing/2014/main" id="{32F063A9-9869-A98F-35DA-8B8EB1F8420A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8" name="pg2131">
                <a:extLst>
                  <a:ext uri="{FF2B5EF4-FFF2-40B4-BE49-F238E27FC236}">
                    <a16:creationId xmlns:a16="http://schemas.microsoft.com/office/drawing/2014/main" id="{D9EE4C96-703C-6C1D-3866-0E95E838D5FE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39" name="pg2132">
                <a:extLst>
                  <a:ext uri="{FF2B5EF4-FFF2-40B4-BE49-F238E27FC236}">
                    <a16:creationId xmlns:a16="http://schemas.microsoft.com/office/drawing/2014/main" id="{18BAA495-AFEA-7802-F277-F367403CDC9F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0" name="pg2133">
                <a:extLst>
                  <a:ext uri="{FF2B5EF4-FFF2-40B4-BE49-F238E27FC236}">
                    <a16:creationId xmlns:a16="http://schemas.microsoft.com/office/drawing/2014/main" id="{E7F6C5F0-F96B-9545-91DF-98DDA3324244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1" name="pg2134">
                <a:extLst>
                  <a:ext uri="{FF2B5EF4-FFF2-40B4-BE49-F238E27FC236}">
                    <a16:creationId xmlns:a16="http://schemas.microsoft.com/office/drawing/2014/main" id="{9FBE95FB-150A-8668-F46A-8D1544664044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2" name="pg2135">
                <a:extLst>
                  <a:ext uri="{FF2B5EF4-FFF2-40B4-BE49-F238E27FC236}">
                    <a16:creationId xmlns:a16="http://schemas.microsoft.com/office/drawing/2014/main" id="{81CAF019-EC99-0F2B-E065-C6987033A945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3" name="pg2136">
                <a:extLst>
                  <a:ext uri="{FF2B5EF4-FFF2-40B4-BE49-F238E27FC236}">
                    <a16:creationId xmlns:a16="http://schemas.microsoft.com/office/drawing/2014/main" id="{8A0D96F6-6B0F-DF6D-175A-5619DF724476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4" name="pg2137">
                <a:extLst>
                  <a:ext uri="{FF2B5EF4-FFF2-40B4-BE49-F238E27FC236}">
                    <a16:creationId xmlns:a16="http://schemas.microsoft.com/office/drawing/2014/main" id="{A081250C-3453-3550-2D2B-8BBDF89B4973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5" name="pg2138">
                <a:extLst>
                  <a:ext uri="{FF2B5EF4-FFF2-40B4-BE49-F238E27FC236}">
                    <a16:creationId xmlns:a16="http://schemas.microsoft.com/office/drawing/2014/main" id="{A105E2FB-0A3E-9C3C-6303-D4F894D786B2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6" name="pg2139">
                <a:extLst>
                  <a:ext uri="{FF2B5EF4-FFF2-40B4-BE49-F238E27FC236}">
                    <a16:creationId xmlns:a16="http://schemas.microsoft.com/office/drawing/2014/main" id="{E428318D-5450-CCD1-611B-43594967733E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7" name="pg2140">
                <a:extLst>
                  <a:ext uri="{FF2B5EF4-FFF2-40B4-BE49-F238E27FC236}">
                    <a16:creationId xmlns:a16="http://schemas.microsoft.com/office/drawing/2014/main" id="{73279511-E835-43CB-23D5-88E3C78D1EA7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8" name="pg2141">
                <a:extLst>
                  <a:ext uri="{FF2B5EF4-FFF2-40B4-BE49-F238E27FC236}">
                    <a16:creationId xmlns:a16="http://schemas.microsoft.com/office/drawing/2014/main" id="{0A03B865-5A4A-5F83-7189-26C3B983802B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49" name="pg2142">
                <a:extLst>
                  <a:ext uri="{FF2B5EF4-FFF2-40B4-BE49-F238E27FC236}">
                    <a16:creationId xmlns:a16="http://schemas.microsoft.com/office/drawing/2014/main" id="{82216AFD-0F6C-6879-5BBA-996D82172365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0" name="pg2143">
                <a:extLst>
                  <a:ext uri="{FF2B5EF4-FFF2-40B4-BE49-F238E27FC236}">
                    <a16:creationId xmlns:a16="http://schemas.microsoft.com/office/drawing/2014/main" id="{11823193-4182-2C4B-BC51-DCAAFFC9BF90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1" name="pg2144">
                <a:extLst>
                  <a:ext uri="{FF2B5EF4-FFF2-40B4-BE49-F238E27FC236}">
                    <a16:creationId xmlns:a16="http://schemas.microsoft.com/office/drawing/2014/main" id="{7A784893-08BE-216B-58A4-1939480F6762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2" name="pg2145">
                <a:extLst>
                  <a:ext uri="{FF2B5EF4-FFF2-40B4-BE49-F238E27FC236}">
                    <a16:creationId xmlns:a16="http://schemas.microsoft.com/office/drawing/2014/main" id="{43CE371B-4FD4-682B-0976-A255BFF632F1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3" name="pg2146">
                <a:extLst>
                  <a:ext uri="{FF2B5EF4-FFF2-40B4-BE49-F238E27FC236}">
                    <a16:creationId xmlns:a16="http://schemas.microsoft.com/office/drawing/2014/main" id="{BD30B2F5-C294-3E2E-2B36-7B11C262ECED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4" name="pg2147">
                <a:extLst>
                  <a:ext uri="{FF2B5EF4-FFF2-40B4-BE49-F238E27FC236}">
                    <a16:creationId xmlns:a16="http://schemas.microsoft.com/office/drawing/2014/main" id="{B8187712-54BB-09C4-0E2D-BCCD308CAB73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5" name="pg2148">
                <a:extLst>
                  <a:ext uri="{FF2B5EF4-FFF2-40B4-BE49-F238E27FC236}">
                    <a16:creationId xmlns:a16="http://schemas.microsoft.com/office/drawing/2014/main" id="{DD4AE37C-4492-F639-97BD-1C4748B2188D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6" name="pg2149">
                <a:extLst>
                  <a:ext uri="{FF2B5EF4-FFF2-40B4-BE49-F238E27FC236}">
                    <a16:creationId xmlns:a16="http://schemas.microsoft.com/office/drawing/2014/main" id="{9FAE2CAF-00A8-9FAA-C5D9-C1ED2C9E43D7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7" name="pg2150">
                <a:extLst>
                  <a:ext uri="{FF2B5EF4-FFF2-40B4-BE49-F238E27FC236}">
                    <a16:creationId xmlns:a16="http://schemas.microsoft.com/office/drawing/2014/main" id="{3D224501-FE6A-CE3E-2301-19C5F426E181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8" name="pg2151">
                <a:extLst>
                  <a:ext uri="{FF2B5EF4-FFF2-40B4-BE49-F238E27FC236}">
                    <a16:creationId xmlns:a16="http://schemas.microsoft.com/office/drawing/2014/main" id="{E7EB9804-1C3C-2F80-20F8-D1B175202527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59" name="pg2152">
                <a:extLst>
                  <a:ext uri="{FF2B5EF4-FFF2-40B4-BE49-F238E27FC236}">
                    <a16:creationId xmlns:a16="http://schemas.microsoft.com/office/drawing/2014/main" id="{DD98908F-8523-70C9-9016-33C193F15606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0" name="pg2153">
                <a:extLst>
                  <a:ext uri="{FF2B5EF4-FFF2-40B4-BE49-F238E27FC236}">
                    <a16:creationId xmlns:a16="http://schemas.microsoft.com/office/drawing/2014/main" id="{E6885F6F-5DFC-CA1E-5737-2365B89C2056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1" name="pg2154">
                <a:extLst>
                  <a:ext uri="{FF2B5EF4-FFF2-40B4-BE49-F238E27FC236}">
                    <a16:creationId xmlns:a16="http://schemas.microsoft.com/office/drawing/2014/main" id="{16F4EAA0-C885-30F3-2EBF-4B2346EE20D0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2" name="pg2155">
                <a:extLst>
                  <a:ext uri="{FF2B5EF4-FFF2-40B4-BE49-F238E27FC236}">
                    <a16:creationId xmlns:a16="http://schemas.microsoft.com/office/drawing/2014/main" id="{9101B730-C07E-203C-94E2-BAC1E7EBFAB8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3" name="pg2156">
                <a:extLst>
                  <a:ext uri="{FF2B5EF4-FFF2-40B4-BE49-F238E27FC236}">
                    <a16:creationId xmlns:a16="http://schemas.microsoft.com/office/drawing/2014/main" id="{C359118C-3D7E-A57F-A991-18A3F171A134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4" name="pg2157">
                <a:extLst>
                  <a:ext uri="{FF2B5EF4-FFF2-40B4-BE49-F238E27FC236}">
                    <a16:creationId xmlns:a16="http://schemas.microsoft.com/office/drawing/2014/main" id="{AF8FC2F9-27A0-107D-5C0A-022B8C1F36B1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5" name="pg2158">
                <a:extLst>
                  <a:ext uri="{FF2B5EF4-FFF2-40B4-BE49-F238E27FC236}">
                    <a16:creationId xmlns:a16="http://schemas.microsoft.com/office/drawing/2014/main" id="{CD89300C-3F65-8221-A48E-14C5E4FC0476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6" name="pg2159">
                <a:extLst>
                  <a:ext uri="{FF2B5EF4-FFF2-40B4-BE49-F238E27FC236}">
                    <a16:creationId xmlns:a16="http://schemas.microsoft.com/office/drawing/2014/main" id="{C57A9BB2-1512-59CD-AE09-96F3E445780E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7" name="pg2160">
                <a:extLst>
                  <a:ext uri="{FF2B5EF4-FFF2-40B4-BE49-F238E27FC236}">
                    <a16:creationId xmlns:a16="http://schemas.microsoft.com/office/drawing/2014/main" id="{BE93A213-95D3-C98D-6B26-54FBE92F836E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8" name="pg2161">
                <a:extLst>
                  <a:ext uri="{FF2B5EF4-FFF2-40B4-BE49-F238E27FC236}">
                    <a16:creationId xmlns:a16="http://schemas.microsoft.com/office/drawing/2014/main" id="{610179D8-BC61-14CB-9C23-080528A54DEF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69" name="pg2162">
                <a:extLst>
                  <a:ext uri="{FF2B5EF4-FFF2-40B4-BE49-F238E27FC236}">
                    <a16:creationId xmlns:a16="http://schemas.microsoft.com/office/drawing/2014/main" id="{6E6D6A71-592B-1664-D11F-FCA995EB1A9A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0" name="pg2163">
                <a:extLst>
                  <a:ext uri="{FF2B5EF4-FFF2-40B4-BE49-F238E27FC236}">
                    <a16:creationId xmlns:a16="http://schemas.microsoft.com/office/drawing/2014/main" id="{2AEDC1CF-4855-AF27-970F-EF31E4FDCA6D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1" name="pg2164">
                <a:extLst>
                  <a:ext uri="{FF2B5EF4-FFF2-40B4-BE49-F238E27FC236}">
                    <a16:creationId xmlns:a16="http://schemas.microsoft.com/office/drawing/2014/main" id="{FE97038B-8285-0423-5EDF-3085EFB89746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2" name="pg2165">
                <a:extLst>
                  <a:ext uri="{FF2B5EF4-FFF2-40B4-BE49-F238E27FC236}">
                    <a16:creationId xmlns:a16="http://schemas.microsoft.com/office/drawing/2014/main" id="{958FDCFE-B4A1-5A21-19F9-490B6A8355A7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3" name="pg2166">
                <a:extLst>
                  <a:ext uri="{FF2B5EF4-FFF2-40B4-BE49-F238E27FC236}">
                    <a16:creationId xmlns:a16="http://schemas.microsoft.com/office/drawing/2014/main" id="{2B653174-262A-875F-3ED3-425C6276F6C2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4" name="pg2167">
                <a:extLst>
                  <a:ext uri="{FF2B5EF4-FFF2-40B4-BE49-F238E27FC236}">
                    <a16:creationId xmlns:a16="http://schemas.microsoft.com/office/drawing/2014/main" id="{18FAE510-5F4E-77D9-0DD1-7B4D6EE482DA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5" name="pg2168">
                <a:extLst>
                  <a:ext uri="{FF2B5EF4-FFF2-40B4-BE49-F238E27FC236}">
                    <a16:creationId xmlns:a16="http://schemas.microsoft.com/office/drawing/2014/main" id="{04C88329-233E-E1AC-BC5F-6D6D7A1CC32B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6" name="pg2169">
                <a:extLst>
                  <a:ext uri="{FF2B5EF4-FFF2-40B4-BE49-F238E27FC236}">
                    <a16:creationId xmlns:a16="http://schemas.microsoft.com/office/drawing/2014/main" id="{9BA8DDF6-B1E1-3711-E232-3AC505C2C28F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7" name="pg2170">
                <a:extLst>
                  <a:ext uri="{FF2B5EF4-FFF2-40B4-BE49-F238E27FC236}">
                    <a16:creationId xmlns:a16="http://schemas.microsoft.com/office/drawing/2014/main" id="{D6ECC11D-E611-2A38-59A1-96CE3CC7A8B0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8" name="pg2171">
                <a:extLst>
                  <a:ext uri="{FF2B5EF4-FFF2-40B4-BE49-F238E27FC236}">
                    <a16:creationId xmlns:a16="http://schemas.microsoft.com/office/drawing/2014/main" id="{C65A38AD-9298-984B-C949-35A50B7C6841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79" name="pg2172">
                <a:extLst>
                  <a:ext uri="{FF2B5EF4-FFF2-40B4-BE49-F238E27FC236}">
                    <a16:creationId xmlns:a16="http://schemas.microsoft.com/office/drawing/2014/main" id="{97C18284-47E3-02D6-BF5D-D6708B8FA850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0" name="pg2173">
                <a:extLst>
                  <a:ext uri="{FF2B5EF4-FFF2-40B4-BE49-F238E27FC236}">
                    <a16:creationId xmlns:a16="http://schemas.microsoft.com/office/drawing/2014/main" id="{5AFCCBA2-1B91-E7B4-CF84-1D8E4628E6DE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1" name="pg2174">
                <a:extLst>
                  <a:ext uri="{FF2B5EF4-FFF2-40B4-BE49-F238E27FC236}">
                    <a16:creationId xmlns:a16="http://schemas.microsoft.com/office/drawing/2014/main" id="{09F00A17-563A-C36A-FBC7-4F02D92992D7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2" name="pg2175">
                <a:extLst>
                  <a:ext uri="{FF2B5EF4-FFF2-40B4-BE49-F238E27FC236}">
                    <a16:creationId xmlns:a16="http://schemas.microsoft.com/office/drawing/2014/main" id="{FF90F16B-40FF-BF2F-BFDB-9FFE2318ABF4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3" name="pg2176">
                <a:extLst>
                  <a:ext uri="{FF2B5EF4-FFF2-40B4-BE49-F238E27FC236}">
                    <a16:creationId xmlns:a16="http://schemas.microsoft.com/office/drawing/2014/main" id="{7C3BA082-71FB-9783-76E4-3464CB8DA32B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4" name="pg2177">
                <a:extLst>
                  <a:ext uri="{FF2B5EF4-FFF2-40B4-BE49-F238E27FC236}">
                    <a16:creationId xmlns:a16="http://schemas.microsoft.com/office/drawing/2014/main" id="{DD16CECE-6B40-B718-BCE9-75ABC32AD6C3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5" name="pg2178">
                <a:extLst>
                  <a:ext uri="{FF2B5EF4-FFF2-40B4-BE49-F238E27FC236}">
                    <a16:creationId xmlns:a16="http://schemas.microsoft.com/office/drawing/2014/main" id="{BDA5CE2A-6298-58E1-0DDB-9F564ED80501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6" name="pg2179">
                <a:extLst>
                  <a:ext uri="{FF2B5EF4-FFF2-40B4-BE49-F238E27FC236}">
                    <a16:creationId xmlns:a16="http://schemas.microsoft.com/office/drawing/2014/main" id="{9F792DD6-1909-EE75-6278-3E2D99D6F29C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7" name="pg2180">
                <a:extLst>
                  <a:ext uri="{FF2B5EF4-FFF2-40B4-BE49-F238E27FC236}">
                    <a16:creationId xmlns:a16="http://schemas.microsoft.com/office/drawing/2014/main" id="{9F8CE384-382E-2DC9-FF7E-FF398615178B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8" name="pg2181">
                <a:extLst>
                  <a:ext uri="{FF2B5EF4-FFF2-40B4-BE49-F238E27FC236}">
                    <a16:creationId xmlns:a16="http://schemas.microsoft.com/office/drawing/2014/main" id="{BB8BA443-30CF-D96A-FF1E-9B3E194A6F1E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89" name="pg2182">
                <a:extLst>
                  <a:ext uri="{FF2B5EF4-FFF2-40B4-BE49-F238E27FC236}">
                    <a16:creationId xmlns:a16="http://schemas.microsoft.com/office/drawing/2014/main" id="{1E456365-BCF8-35FA-77FB-58840DEDD390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0" name="pg2183">
                <a:extLst>
                  <a:ext uri="{FF2B5EF4-FFF2-40B4-BE49-F238E27FC236}">
                    <a16:creationId xmlns:a16="http://schemas.microsoft.com/office/drawing/2014/main" id="{CE645345-48D3-F0B4-2F71-A1D725C55E61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1" name="pg2184">
                <a:extLst>
                  <a:ext uri="{FF2B5EF4-FFF2-40B4-BE49-F238E27FC236}">
                    <a16:creationId xmlns:a16="http://schemas.microsoft.com/office/drawing/2014/main" id="{52C377F4-75DB-61A5-8D9B-C0737C51DFF7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2" name="pg2185">
                <a:extLst>
                  <a:ext uri="{FF2B5EF4-FFF2-40B4-BE49-F238E27FC236}">
                    <a16:creationId xmlns:a16="http://schemas.microsoft.com/office/drawing/2014/main" id="{70FB60E9-422B-5180-866D-530A09EE8471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3" name="pg2186">
                <a:extLst>
                  <a:ext uri="{FF2B5EF4-FFF2-40B4-BE49-F238E27FC236}">
                    <a16:creationId xmlns:a16="http://schemas.microsoft.com/office/drawing/2014/main" id="{9EBA510F-F0C7-8589-D8AF-87BDFD5D8635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4" name="pg2187">
                <a:extLst>
                  <a:ext uri="{FF2B5EF4-FFF2-40B4-BE49-F238E27FC236}">
                    <a16:creationId xmlns:a16="http://schemas.microsoft.com/office/drawing/2014/main" id="{ED0E5F46-EC6D-3953-E67D-B296DCEA39AC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5" name="pg2188">
                <a:extLst>
                  <a:ext uri="{FF2B5EF4-FFF2-40B4-BE49-F238E27FC236}">
                    <a16:creationId xmlns:a16="http://schemas.microsoft.com/office/drawing/2014/main" id="{DCF057E7-E403-4E29-FA97-220A999043DB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6" name="pg2189">
                <a:extLst>
                  <a:ext uri="{FF2B5EF4-FFF2-40B4-BE49-F238E27FC236}">
                    <a16:creationId xmlns:a16="http://schemas.microsoft.com/office/drawing/2014/main" id="{5D4CBBD8-3BC4-AED8-3124-185BE022F1E9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7" name="pg2190">
                <a:extLst>
                  <a:ext uri="{FF2B5EF4-FFF2-40B4-BE49-F238E27FC236}">
                    <a16:creationId xmlns:a16="http://schemas.microsoft.com/office/drawing/2014/main" id="{C5F291F3-D196-3807-7647-2EFDA632323A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8" name="pg2191">
                <a:extLst>
                  <a:ext uri="{FF2B5EF4-FFF2-40B4-BE49-F238E27FC236}">
                    <a16:creationId xmlns:a16="http://schemas.microsoft.com/office/drawing/2014/main" id="{390C97D1-95F9-22AC-1E80-D9ED00CE786F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099" name="pg2192">
                <a:extLst>
                  <a:ext uri="{FF2B5EF4-FFF2-40B4-BE49-F238E27FC236}">
                    <a16:creationId xmlns:a16="http://schemas.microsoft.com/office/drawing/2014/main" id="{1562EF40-7675-2D46-0F5B-BC0AF42C08FA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0" name="pg2193">
                <a:extLst>
                  <a:ext uri="{FF2B5EF4-FFF2-40B4-BE49-F238E27FC236}">
                    <a16:creationId xmlns:a16="http://schemas.microsoft.com/office/drawing/2014/main" id="{80EA8CFD-BB45-E64B-6998-44A9FA751AC0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1" name="pg2194">
                <a:extLst>
                  <a:ext uri="{FF2B5EF4-FFF2-40B4-BE49-F238E27FC236}">
                    <a16:creationId xmlns:a16="http://schemas.microsoft.com/office/drawing/2014/main" id="{EC541A72-F2A8-7157-182F-3FB2993F7B18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2" name="pg2195">
                <a:extLst>
                  <a:ext uri="{FF2B5EF4-FFF2-40B4-BE49-F238E27FC236}">
                    <a16:creationId xmlns:a16="http://schemas.microsoft.com/office/drawing/2014/main" id="{52744BF6-E34D-7F09-DF42-7082C9E53CB7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3" name="pg2196">
                <a:extLst>
                  <a:ext uri="{FF2B5EF4-FFF2-40B4-BE49-F238E27FC236}">
                    <a16:creationId xmlns:a16="http://schemas.microsoft.com/office/drawing/2014/main" id="{80BD153E-C9B6-9D19-D5FB-89AE99427D10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4" name="pg2197">
                <a:extLst>
                  <a:ext uri="{FF2B5EF4-FFF2-40B4-BE49-F238E27FC236}">
                    <a16:creationId xmlns:a16="http://schemas.microsoft.com/office/drawing/2014/main" id="{9CF6D810-A022-4CB4-8318-C73945240245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5" name="pg2198">
                <a:extLst>
                  <a:ext uri="{FF2B5EF4-FFF2-40B4-BE49-F238E27FC236}">
                    <a16:creationId xmlns:a16="http://schemas.microsoft.com/office/drawing/2014/main" id="{7D6A41E4-95D0-01A1-0B3E-2A3CB207D4F9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6" name="pg2199">
                <a:extLst>
                  <a:ext uri="{FF2B5EF4-FFF2-40B4-BE49-F238E27FC236}">
                    <a16:creationId xmlns:a16="http://schemas.microsoft.com/office/drawing/2014/main" id="{D67D1A55-C411-A9C6-A2C7-D641C016E121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7" name="pg2200">
                <a:extLst>
                  <a:ext uri="{FF2B5EF4-FFF2-40B4-BE49-F238E27FC236}">
                    <a16:creationId xmlns:a16="http://schemas.microsoft.com/office/drawing/2014/main" id="{84DB6F1C-D417-5219-29A5-056249D84B1E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8" name="pg2201">
                <a:extLst>
                  <a:ext uri="{FF2B5EF4-FFF2-40B4-BE49-F238E27FC236}">
                    <a16:creationId xmlns:a16="http://schemas.microsoft.com/office/drawing/2014/main" id="{663A5605-BB32-5468-D485-95D368FA3B67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09" name="pg2202">
                <a:extLst>
                  <a:ext uri="{FF2B5EF4-FFF2-40B4-BE49-F238E27FC236}">
                    <a16:creationId xmlns:a16="http://schemas.microsoft.com/office/drawing/2014/main" id="{D08FB36D-5B22-D954-62E4-97DDDCD1E293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0" name="pg2203">
                <a:extLst>
                  <a:ext uri="{FF2B5EF4-FFF2-40B4-BE49-F238E27FC236}">
                    <a16:creationId xmlns:a16="http://schemas.microsoft.com/office/drawing/2014/main" id="{6209CDB0-F192-F3AD-3D6C-BAA57B73F22F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1" name="pg2204">
                <a:extLst>
                  <a:ext uri="{FF2B5EF4-FFF2-40B4-BE49-F238E27FC236}">
                    <a16:creationId xmlns:a16="http://schemas.microsoft.com/office/drawing/2014/main" id="{1E200139-D099-9865-2475-AA87A86CECCD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2" name="pg2205">
                <a:extLst>
                  <a:ext uri="{FF2B5EF4-FFF2-40B4-BE49-F238E27FC236}">
                    <a16:creationId xmlns:a16="http://schemas.microsoft.com/office/drawing/2014/main" id="{56787E05-0E15-DF88-6757-F45332A68F8F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3" name="pg2206">
                <a:extLst>
                  <a:ext uri="{FF2B5EF4-FFF2-40B4-BE49-F238E27FC236}">
                    <a16:creationId xmlns:a16="http://schemas.microsoft.com/office/drawing/2014/main" id="{758190A1-39AC-BB8C-1386-21C390B65FC2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4" name="pg2207">
                <a:extLst>
                  <a:ext uri="{FF2B5EF4-FFF2-40B4-BE49-F238E27FC236}">
                    <a16:creationId xmlns:a16="http://schemas.microsoft.com/office/drawing/2014/main" id="{41F6217B-C5B5-EC9B-6B1D-D6F163709DF4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5" name="pg2208">
                <a:extLst>
                  <a:ext uri="{FF2B5EF4-FFF2-40B4-BE49-F238E27FC236}">
                    <a16:creationId xmlns:a16="http://schemas.microsoft.com/office/drawing/2014/main" id="{5E1C2174-EDB1-4810-F9BC-25E2BEF8076D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6" name="pg2209">
                <a:extLst>
                  <a:ext uri="{FF2B5EF4-FFF2-40B4-BE49-F238E27FC236}">
                    <a16:creationId xmlns:a16="http://schemas.microsoft.com/office/drawing/2014/main" id="{73A5D0B5-86FB-CFB9-BD98-7148C47B9D52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7" name="pg2210">
                <a:extLst>
                  <a:ext uri="{FF2B5EF4-FFF2-40B4-BE49-F238E27FC236}">
                    <a16:creationId xmlns:a16="http://schemas.microsoft.com/office/drawing/2014/main" id="{D2B08A5D-48A7-9BCB-25AF-39A2EAD2A3D6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8" name="pg2211">
                <a:extLst>
                  <a:ext uri="{FF2B5EF4-FFF2-40B4-BE49-F238E27FC236}">
                    <a16:creationId xmlns:a16="http://schemas.microsoft.com/office/drawing/2014/main" id="{5100AF53-7AA3-C51B-36C4-2C7EECC9BDBC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19" name="pg2212">
                <a:extLst>
                  <a:ext uri="{FF2B5EF4-FFF2-40B4-BE49-F238E27FC236}">
                    <a16:creationId xmlns:a16="http://schemas.microsoft.com/office/drawing/2014/main" id="{309FA719-556F-11AB-5CDD-9A82D4D77584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0" name="pg2213">
                <a:extLst>
                  <a:ext uri="{FF2B5EF4-FFF2-40B4-BE49-F238E27FC236}">
                    <a16:creationId xmlns:a16="http://schemas.microsoft.com/office/drawing/2014/main" id="{9DBBE27A-5433-D844-8D5D-1BCAAB835794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1" name="pg2214">
                <a:extLst>
                  <a:ext uri="{FF2B5EF4-FFF2-40B4-BE49-F238E27FC236}">
                    <a16:creationId xmlns:a16="http://schemas.microsoft.com/office/drawing/2014/main" id="{DDF84547-51BA-E65D-0734-CDAF2B49A6E3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2" name="pg2215">
                <a:extLst>
                  <a:ext uri="{FF2B5EF4-FFF2-40B4-BE49-F238E27FC236}">
                    <a16:creationId xmlns:a16="http://schemas.microsoft.com/office/drawing/2014/main" id="{29D8A099-0919-67B0-3FE7-171267E26DBD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3" name="pg2216">
                <a:extLst>
                  <a:ext uri="{FF2B5EF4-FFF2-40B4-BE49-F238E27FC236}">
                    <a16:creationId xmlns:a16="http://schemas.microsoft.com/office/drawing/2014/main" id="{7D9677E7-D66B-0B0E-2E91-CC81DFE315E9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4" name="pg2217">
                <a:extLst>
                  <a:ext uri="{FF2B5EF4-FFF2-40B4-BE49-F238E27FC236}">
                    <a16:creationId xmlns:a16="http://schemas.microsoft.com/office/drawing/2014/main" id="{15E7C3B6-D3E0-88D9-E8BE-5EB7066CBC7C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5" name="pg2218">
                <a:extLst>
                  <a:ext uri="{FF2B5EF4-FFF2-40B4-BE49-F238E27FC236}">
                    <a16:creationId xmlns:a16="http://schemas.microsoft.com/office/drawing/2014/main" id="{AE0BFECE-4776-7851-9B61-D1EE3D94F7EB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6" name="pg2219">
                <a:extLst>
                  <a:ext uri="{FF2B5EF4-FFF2-40B4-BE49-F238E27FC236}">
                    <a16:creationId xmlns:a16="http://schemas.microsoft.com/office/drawing/2014/main" id="{640E1E7F-CB70-28D0-C5B0-0308442A7394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7" name="pg2220">
                <a:extLst>
                  <a:ext uri="{FF2B5EF4-FFF2-40B4-BE49-F238E27FC236}">
                    <a16:creationId xmlns:a16="http://schemas.microsoft.com/office/drawing/2014/main" id="{10339349-F55A-93A9-3266-57A0E83A415A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8" name="pg2221">
                <a:extLst>
                  <a:ext uri="{FF2B5EF4-FFF2-40B4-BE49-F238E27FC236}">
                    <a16:creationId xmlns:a16="http://schemas.microsoft.com/office/drawing/2014/main" id="{C7699C7A-21AE-309F-8680-13A9DA00BC74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29" name="pg2222">
                <a:extLst>
                  <a:ext uri="{FF2B5EF4-FFF2-40B4-BE49-F238E27FC236}">
                    <a16:creationId xmlns:a16="http://schemas.microsoft.com/office/drawing/2014/main" id="{D8B8F0D9-3D74-AA77-139B-A2317A6A0135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0" name="pg2223">
                <a:extLst>
                  <a:ext uri="{FF2B5EF4-FFF2-40B4-BE49-F238E27FC236}">
                    <a16:creationId xmlns:a16="http://schemas.microsoft.com/office/drawing/2014/main" id="{CD11762D-4D07-227B-0DF9-64CE2F1D63D3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1" name="pg2224">
                <a:extLst>
                  <a:ext uri="{FF2B5EF4-FFF2-40B4-BE49-F238E27FC236}">
                    <a16:creationId xmlns:a16="http://schemas.microsoft.com/office/drawing/2014/main" id="{FFC6CC9B-E613-0BA4-84E4-5BD55D6C93C5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2" name="pg2225">
                <a:extLst>
                  <a:ext uri="{FF2B5EF4-FFF2-40B4-BE49-F238E27FC236}">
                    <a16:creationId xmlns:a16="http://schemas.microsoft.com/office/drawing/2014/main" id="{BFAA008A-C7EA-E6C3-434F-16E236EAA05F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3" name="pg2226">
                <a:extLst>
                  <a:ext uri="{FF2B5EF4-FFF2-40B4-BE49-F238E27FC236}">
                    <a16:creationId xmlns:a16="http://schemas.microsoft.com/office/drawing/2014/main" id="{7F6916B5-B258-BE7F-715E-E391F3467C9B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4" name="pg2227">
                <a:extLst>
                  <a:ext uri="{FF2B5EF4-FFF2-40B4-BE49-F238E27FC236}">
                    <a16:creationId xmlns:a16="http://schemas.microsoft.com/office/drawing/2014/main" id="{E662A19F-9AA4-364B-96FB-7D97541EB69E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5" name="pg2228">
                <a:extLst>
                  <a:ext uri="{FF2B5EF4-FFF2-40B4-BE49-F238E27FC236}">
                    <a16:creationId xmlns:a16="http://schemas.microsoft.com/office/drawing/2014/main" id="{CB519B95-807E-4F5F-E67A-AAD1AF252883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6" name="pg2229">
                <a:extLst>
                  <a:ext uri="{FF2B5EF4-FFF2-40B4-BE49-F238E27FC236}">
                    <a16:creationId xmlns:a16="http://schemas.microsoft.com/office/drawing/2014/main" id="{545205BE-4753-ACEA-BEED-51D78AC899E5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7" name="pg2230">
                <a:extLst>
                  <a:ext uri="{FF2B5EF4-FFF2-40B4-BE49-F238E27FC236}">
                    <a16:creationId xmlns:a16="http://schemas.microsoft.com/office/drawing/2014/main" id="{CB23464B-BCBF-1256-DF3C-EEF4AD539E39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8" name="pg2231">
                <a:extLst>
                  <a:ext uri="{FF2B5EF4-FFF2-40B4-BE49-F238E27FC236}">
                    <a16:creationId xmlns:a16="http://schemas.microsoft.com/office/drawing/2014/main" id="{BDCE0543-DB45-DFAC-155D-06070EC820A1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39" name="pg2232">
                <a:extLst>
                  <a:ext uri="{FF2B5EF4-FFF2-40B4-BE49-F238E27FC236}">
                    <a16:creationId xmlns:a16="http://schemas.microsoft.com/office/drawing/2014/main" id="{34C3B5DE-E2CE-220A-4A39-10845F91C40E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0" name="pg2233">
                <a:extLst>
                  <a:ext uri="{FF2B5EF4-FFF2-40B4-BE49-F238E27FC236}">
                    <a16:creationId xmlns:a16="http://schemas.microsoft.com/office/drawing/2014/main" id="{0641C483-E557-2F23-A3E4-5377E1F9A9E6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1" name="pg2234">
                <a:extLst>
                  <a:ext uri="{FF2B5EF4-FFF2-40B4-BE49-F238E27FC236}">
                    <a16:creationId xmlns:a16="http://schemas.microsoft.com/office/drawing/2014/main" id="{8597430A-6B8E-0A14-6289-F0E3AC5EBEB0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2" name="pg2235">
                <a:extLst>
                  <a:ext uri="{FF2B5EF4-FFF2-40B4-BE49-F238E27FC236}">
                    <a16:creationId xmlns:a16="http://schemas.microsoft.com/office/drawing/2014/main" id="{C323EB11-EFE7-6240-0351-5A6ED736A680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3" name="pg2236">
                <a:extLst>
                  <a:ext uri="{FF2B5EF4-FFF2-40B4-BE49-F238E27FC236}">
                    <a16:creationId xmlns:a16="http://schemas.microsoft.com/office/drawing/2014/main" id="{FCFB3CCA-0619-809F-DAA7-7DEF9943F18B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4" name="pg2237">
                <a:extLst>
                  <a:ext uri="{FF2B5EF4-FFF2-40B4-BE49-F238E27FC236}">
                    <a16:creationId xmlns:a16="http://schemas.microsoft.com/office/drawing/2014/main" id="{85F47596-B70E-1BE1-067F-B5D48449C155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5" name="pg2238">
                <a:extLst>
                  <a:ext uri="{FF2B5EF4-FFF2-40B4-BE49-F238E27FC236}">
                    <a16:creationId xmlns:a16="http://schemas.microsoft.com/office/drawing/2014/main" id="{D8CF143A-EA0D-27EA-ECEB-3B0E0941C0C0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6" name="pg2239">
                <a:extLst>
                  <a:ext uri="{FF2B5EF4-FFF2-40B4-BE49-F238E27FC236}">
                    <a16:creationId xmlns:a16="http://schemas.microsoft.com/office/drawing/2014/main" id="{F6D1A3D0-26F1-0ABC-0C8D-3846848C0FA1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7" name="pg2240">
                <a:extLst>
                  <a:ext uri="{FF2B5EF4-FFF2-40B4-BE49-F238E27FC236}">
                    <a16:creationId xmlns:a16="http://schemas.microsoft.com/office/drawing/2014/main" id="{F30191A5-46C5-96B2-2C8C-9E2BAEE83428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8" name="pg2241">
                <a:extLst>
                  <a:ext uri="{FF2B5EF4-FFF2-40B4-BE49-F238E27FC236}">
                    <a16:creationId xmlns:a16="http://schemas.microsoft.com/office/drawing/2014/main" id="{0C888855-A2F8-A99E-93AE-6F906C8B7A0C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49" name="pg2242">
                <a:extLst>
                  <a:ext uri="{FF2B5EF4-FFF2-40B4-BE49-F238E27FC236}">
                    <a16:creationId xmlns:a16="http://schemas.microsoft.com/office/drawing/2014/main" id="{C6DBBFFE-3754-023C-73E2-2C25FC01F52D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0" name="pg2243">
                <a:extLst>
                  <a:ext uri="{FF2B5EF4-FFF2-40B4-BE49-F238E27FC236}">
                    <a16:creationId xmlns:a16="http://schemas.microsoft.com/office/drawing/2014/main" id="{9AD00F95-B308-27B8-661C-0F1FDF0211E1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1" name="pg2244">
                <a:extLst>
                  <a:ext uri="{FF2B5EF4-FFF2-40B4-BE49-F238E27FC236}">
                    <a16:creationId xmlns:a16="http://schemas.microsoft.com/office/drawing/2014/main" id="{86A6310A-BF52-7419-0C44-998148404FAF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2" name="pg2245">
                <a:extLst>
                  <a:ext uri="{FF2B5EF4-FFF2-40B4-BE49-F238E27FC236}">
                    <a16:creationId xmlns:a16="http://schemas.microsoft.com/office/drawing/2014/main" id="{DF5C1735-0D7C-4126-22F6-5EC3AD3AD3B8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3" name="pg2246">
                <a:extLst>
                  <a:ext uri="{FF2B5EF4-FFF2-40B4-BE49-F238E27FC236}">
                    <a16:creationId xmlns:a16="http://schemas.microsoft.com/office/drawing/2014/main" id="{FE28E619-5A5E-15D7-7244-991AB73674B9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2">
                  <a:alpha val="100000"/>
                </a:srgbClr>
              </a:solidFill>
              <a:ln w="5420" cap="flat">
                <a:solidFill>
                  <a:srgbClr val="3C4A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4" name="pg2247">
                <a:extLst>
                  <a:ext uri="{FF2B5EF4-FFF2-40B4-BE49-F238E27FC236}">
                    <a16:creationId xmlns:a16="http://schemas.microsoft.com/office/drawing/2014/main" id="{9B10A5E0-0F58-E109-6B07-6FD383AB982D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5" name="pg2248">
                <a:extLst>
                  <a:ext uri="{FF2B5EF4-FFF2-40B4-BE49-F238E27FC236}">
                    <a16:creationId xmlns:a16="http://schemas.microsoft.com/office/drawing/2014/main" id="{CD28DA6B-ADE4-4612-B74C-02C1B3824A95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6" name="pg2249">
                <a:extLst>
                  <a:ext uri="{FF2B5EF4-FFF2-40B4-BE49-F238E27FC236}">
                    <a16:creationId xmlns:a16="http://schemas.microsoft.com/office/drawing/2014/main" id="{12C7B881-41D1-2670-8E1A-DFC5B083E182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7" name="pg2250">
                <a:extLst>
                  <a:ext uri="{FF2B5EF4-FFF2-40B4-BE49-F238E27FC236}">
                    <a16:creationId xmlns:a16="http://schemas.microsoft.com/office/drawing/2014/main" id="{E1949C17-C4AC-E6E5-9141-8323CCB4EC19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8" name="pg2251">
                <a:extLst>
                  <a:ext uri="{FF2B5EF4-FFF2-40B4-BE49-F238E27FC236}">
                    <a16:creationId xmlns:a16="http://schemas.microsoft.com/office/drawing/2014/main" id="{044DA6F5-640A-66A3-3179-7F146D637357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59" name="pg2252">
                <a:extLst>
                  <a:ext uri="{FF2B5EF4-FFF2-40B4-BE49-F238E27FC236}">
                    <a16:creationId xmlns:a16="http://schemas.microsoft.com/office/drawing/2014/main" id="{927016ED-6EDD-8999-90E1-5B2BF0F00E10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0" name="pg2253">
                <a:extLst>
                  <a:ext uri="{FF2B5EF4-FFF2-40B4-BE49-F238E27FC236}">
                    <a16:creationId xmlns:a16="http://schemas.microsoft.com/office/drawing/2014/main" id="{813910F5-87AA-BD27-2B32-B4F800593A0D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1" name="pg2254">
                <a:extLst>
                  <a:ext uri="{FF2B5EF4-FFF2-40B4-BE49-F238E27FC236}">
                    <a16:creationId xmlns:a16="http://schemas.microsoft.com/office/drawing/2014/main" id="{5FF2977A-059C-06FF-3DB3-7B326380F02C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2" name="pg2255">
                <a:extLst>
                  <a:ext uri="{FF2B5EF4-FFF2-40B4-BE49-F238E27FC236}">
                    <a16:creationId xmlns:a16="http://schemas.microsoft.com/office/drawing/2014/main" id="{5D2FBDFE-25E7-90CC-7EBC-01B6025458CD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3" name="pg2256">
                <a:extLst>
                  <a:ext uri="{FF2B5EF4-FFF2-40B4-BE49-F238E27FC236}">
                    <a16:creationId xmlns:a16="http://schemas.microsoft.com/office/drawing/2014/main" id="{50011710-45E4-F144-5F96-9C93D0FF3A8F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4" name="pg2257">
                <a:extLst>
                  <a:ext uri="{FF2B5EF4-FFF2-40B4-BE49-F238E27FC236}">
                    <a16:creationId xmlns:a16="http://schemas.microsoft.com/office/drawing/2014/main" id="{A32A957B-62AE-DA79-9C1D-52A02296C1FD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5" name="pg2258">
                <a:extLst>
                  <a:ext uri="{FF2B5EF4-FFF2-40B4-BE49-F238E27FC236}">
                    <a16:creationId xmlns:a16="http://schemas.microsoft.com/office/drawing/2014/main" id="{CF9BBAD4-934C-ABBD-1648-3039887384AC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6" name="pg2259">
                <a:extLst>
                  <a:ext uri="{FF2B5EF4-FFF2-40B4-BE49-F238E27FC236}">
                    <a16:creationId xmlns:a16="http://schemas.microsoft.com/office/drawing/2014/main" id="{ADF883B3-475D-B167-C6BF-862DBFD79910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7" name="pg2260">
                <a:extLst>
                  <a:ext uri="{FF2B5EF4-FFF2-40B4-BE49-F238E27FC236}">
                    <a16:creationId xmlns:a16="http://schemas.microsoft.com/office/drawing/2014/main" id="{6F90B74A-F8CE-FDDE-4312-1A4218BF1857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8" name="pg2261">
                <a:extLst>
                  <a:ext uri="{FF2B5EF4-FFF2-40B4-BE49-F238E27FC236}">
                    <a16:creationId xmlns:a16="http://schemas.microsoft.com/office/drawing/2014/main" id="{8939C872-81B9-6FB9-2030-0DE2556EA5E0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69" name="pg2262">
                <a:extLst>
                  <a:ext uri="{FF2B5EF4-FFF2-40B4-BE49-F238E27FC236}">
                    <a16:creationId xmlns:a16="http://schemas.microsoft.com/office/drawing/2014/main" id="{34AAAAF1-CD6E-92CC-0B7F-6CDA129AADF3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0" name="pg2263">
                <a:extLst>
                  <a:ext uri="{FF2B5EF4-FFF2-40B4-BE49-F238E27FC236}">
                    <a16:creationId xmlns:a16="http://schemas.microsoft.com/office/drawing/2014/main" id="{A24A6F6F-22CF-3DDF-EDFA-D5939067A105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1" name="pg2264">
                <a:extLst>
                  <a:ext uri="{FF2B5EF4-FFF2-40B4-BE49-F238E27FC236}">
                    <a16:creationId xmlns:a16="http://schemas.microsoft.com/office/drawing/2014/main" id="{D4911F86-2A7E-7073-F50F-01494AAF68D1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2" name="pg2265">
                <a:extLst>
                  <a:ext uri="{FF2B5EF4-FFF2-40B4-BE49-F238E27FC236}">
                    <a16:creationId xmlns:a16="http://schemas.microsoft.com/office/drawing/2014/main" id="{8444BB67-0C9B-29C5-0137-3C4A77FFC7FE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3" name="pg2266">
                <a:extLst>
                  <a:ext uri="{FF2B5EF4-FFF2-40B4-BE49-F238E27FC236}">
                    <a16:creationId xmlns:a16="http://schemas.microsoft.com/office/drawing/2014/main" id="{4F85A08C-4B45-D1A2-3B72-F907E53DB2D7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4" name="pg2267">
                <a:extLst>
                  <a:ext uri="{FF2B5EF4-FFF2-40B4-BE49-F238E27FC236}">
                    <a16:creationId xmlns:a16="http://schemas.microsoft.com/office/drawing/2014/main" id="{33D769B4-BB5C-AC1E-47CD-351A24A69A00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5" name="pg2268">
                <a:extLst>
                  <a:ext uri="{FF2B5EF4-FFF2-40B4-BE49-F238E27FC236}">
                    <a16:creationId xmlns:a16="http://schemas.microsoft.com/office/drawing/2014/main" id="{24F53FBD-449C-5225-F70E-24E5EABF48E6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6" name="pg2269">
                <a:extLst>
                  <a:ext uri="{FF2B5EF4-FFF2-40B4-BE49-F238E27FC236}">
                    <a16:creationId xmlns:a16="http://schemas.microsoft.com/office/drawing/2014/main" id="{C2729E57-0FA9-A8CC-BD83-8E105A48B6F8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7" name="pg2270">
                <a:extLst>
                  <a:ext uri="{FF2B5EF4-FFF2-40B4-BE49-F238E27FC236}">
                    <a16:creationId xmlns:a16="http://schemas.microsoft.com/office/drawing/2014/main" id="{4795C20B-148F-E673-87BB-30294C94F883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8" name="pg2271">
                <a:extLst>
                  <a:ext uri="{FF2B5EF4-FFF2-40B4-BE49-F238E27FC236}">
                    <a16:creationId xmlns:a16="http://schemas.microsoft.com/office/drawing/2014/main" id="{C77D76D5-BD5A-CA5D-FAA1-CD23DD7826E3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79" name="pg2272">
                <a:extLst>
                  <a:ext uri="{FF2B5EF4-FFF2-40B4-BE49-F238E27FC236}">
                    <a16:creationId xmlns:a16="http://schemas.microsoft.com/office/drawing/2014/main" id="{BCD84778-7B4B-B345-E194-F6EF4C6EB19F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0" name="pg2273">
                <a:extLst>
                  <a:ext uri="{FF2B5EF4-FFF2-40B4-BE49-F238E27FC236}">
                    <a16:creationId xmlns:a16="http://schemas.microsoft.com/office/drawing/2014/main" id="{1E2ACC81-D17D-E266-B0E2-53F26082D591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1" name="pg2274">
                <a:extLst>
                  <a:ext uri="{FF2B5EF4-FFF2-40B4-BE49-F238E27FC236}">
                    <a16:creationId xmlns:a16="http://schemas.microsoft.com/office/drawing/2014/main" id="{A4E621AB-818B-F71C-F2B6-86C3D1F918D0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2" name="pg2275">
                <a:extLst>
                  <a:ext uri="{FF2B5EF4-FFF2-40B4-BE49-F238E27FC236}">
                    <a16:creationId xmlns:a16="http://schemas.microsoft.com/office/drawing/2014/main" id="{9E738AFC-09ED-8577-712D-73D2E264B355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3" name="pg2276">
                <a:extLst>
                  <a:ext uri="{FF2B5EF4-FFF2-40B4-BE49-F238E27FC236}">
                    <a16:creationId xmlns:a16="http://schemas.microsoft.com/office/drawing/2014/main" id="{37212F74-C9E2-6A54-0E07-A464E7AA66A7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4" name="pg2277">
                <a:extLst>
                  <a:ext uri="{FF2B5EF4-FFF2-40B4-BE49-F238E27FC236}">
                    <a16:creationId xmlns:a16="http://schemas.microsoft.com/office/drawing/2014/main" id="{C4D73F15-9215-8CE9-751B-64B5F4223DD3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5" name="pg2278">
                <a:extLst>
                  <a:ext uri="{FF2B5EF4-FFF2-40B4-BE49-F238E27FC236}">
                    <a16:creationId xmlns:a16="http://schemas.microsoft.com/office/drawing/2014/main" id="{8A37F32C-B226-CF0F-8FA6-6B282CAA406A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6" name="pg2279">
                <a:extLst>
                  <a:ext uri="{FF2B5EF4-FFF2-40B4-BE49-F238E27FC236}">
                    <a16:creationId xmlns:a16="http://schemas.microsoft.com/office/drawing/2014/main" id="{B8C91A99-CE67-B7A2-AFB7-B47DEF01769D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7" name="pg2280">
                <a:extLst>
                  <a:ext uri="{FF2B5EF4-FFF2-40B4-BE49-F238E27FC236}">
                    <a16:creationId xmlns:a16="http://schemas.microsoft.com/office/drawing/2014/main" id="{B742C72E-B521-0843-590E-349EBCC1477F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8" name="pg2281">
                <a:extLst>
                  <a:ext uri="{FF2B5EF4-FFF2-40B4-BE49-F238E27FC236}">
                    <a16:creationId xmlns:a16="http://schemas.microsoft.com/office/drawing/2014/main" id="{41039603-E05C-4F22-AB6A-D852C2873B16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89" name="pg2282">
                <a:extLst>
                  <a:ext uri="{FF2B5EF4-FFF2-40B4-BE49-F238E27FC236}">
                    <a16:creationId xmlns:a16="http://schemas.microsoft.com/office/drawing/2014/main" id="{5300001D-5F64-74E8-239F-0497C398BE12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0" name="pg2283">
                <a:extLst>
                  <a:ext uri="{FF2B5EF4-FFF2-40B4-BE49-F238E27FC236}">
                    <a16:creationId xmlns:a16="http://schemas.microsoft.com/office/drawing/2014/main" id="{FC5A6FA3-36E9-3E42-AB12-5378A53F1B2A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1" name="pg2284">
                <a:extLst>
                  <a:ext uri="{FF2B5EF4-FFF2-40B4-BE49-F238E27FC236}">
                    <a16:creationId xmlns:a16="http://schemas.microsoft.com/office/drawing/2014/main" id="{34DE95FC-DBE3-F8C4-5A12-A4E2B4EEA73A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2" name="pg2285">
                <a:extLst>
                  <a:ext uri="{FF2B5EF4-FFF2-40B4-BE49-F238E27FC236}">
                    <a16:creationId xmlns:a16="http://schemas.microsoft.com/office/drawing/2014/main" id="{58D50308-2061-332D-FF92-9C03AA385CA6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3" name="pg2286">
                <a:extLst>
                  <a:ext uri="{FF2B5EF4-FFF2-40B4-BE49-F238E27FC236}">
                    <a16:creationId xmlns:a16="http://schemas.microsoft.com/office/drawing/2014/main" id="{236F1A7C-ACF9-2F26-01EF-D6756FA18CC1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4" name="pg2287">
                <a:extLst>
                  <a:ext uri="{FF2B5EF4-FFF2-40B4-BE49-F238E27FC236}">
                    <a16:creationId xmlns:a16="http://schemas.microsoft.com/office/drawing/2014/main" id="{F7986371-5650-D44C-C949-17FECFDB26C1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5" name="pg2288">
                <a:extLst>
                  <a:ext uri="{FF2B5EF4-FFF2-40B4-BE49-F238E27FC236}">
                    <a16:creationId xmlns:a16="http://schemas.microsoft.com/office/drawing/2014/main" id="{20D1F567-1F5E-40B0-4670-3EE737C369DC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6" name="pg2289">
                <a:extLst>
                  <a:ext uri="{FF2B5EF4-FFF2-40B4-BE49-F238E27FC236}">
                    <a16:creationId xmlns:a16="http://schemas.microsoft.com/office/drawing/2014/main" id="{31BB692E-7203-B48D-056B-B987AC37796C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7" name="pg2290">
                <a:extLst>
                  <a:ext uri="{FF2B5EF4-FFF2-40B4-BE49-F238E27FC236}">
                    <a16:creationId xmlns:a16="http://schemas.microsoft.com/office/drawing/2014/main" id="{7C8AD7E6-7FE6-292B-6F78-DB4C936B10AD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8" name="pg2291">
                <a:extLst>
                  <a:ext uri="{FF2B5EF4-FFF2-40B4-BE49-F238E27FC236}">
                    <a16:creationId xmlns:a16="http://schemas.microsoft.com/office/drawing/2014/main" id="{E26D2AD3-E378-8E49-9D61-9FE803635DFA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199" name="pg2292">
                <a:extLst>
                  <a:ext uri="{FF2B5EF4-FFF2-40B4-BE49-F238E27FC236}">
                    <a16:creationId xmlns:a16="http://schemas.microsoft.com/office/drawing/2014/main" id="{15082342-0BEE-C804-01E1-331846E9E9AF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0" name="pg2293">
                <a:extLst>
                  <a:ext uri="{FF2B5EF4-FFF2-40B4-BE49-F238E27FC236}">
                    <a16:creationId xmlns:a16="http://schemas.microsoft.com/office/drawing/2014/main" id="{7CA45C70-40D2-C7B7-B094-30F15CF17B0D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1" name="pg2294">
                <a:extLst>
                  <a:ext uri="{FF2B5EF4-FFF2-40B4-BE49-F238E27FC236}">
                    <a16:creationId xmlns:a16="http://schemas.microsoft.com/office/drawing/2014/main" id="{9F3590C7-F1E3-48D6-4A41-7158C1EDCB2B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2" name="pg2295">
                <a:extLst>
                  <a:ext uri="{FF2B5EF4-FFF2-40B4-BE49-F238E27FC236}">
                    <a16:creationId xmlns:a16="http://schemas.microsoft.com/office/drawing/2014/main" id="{E986F987-880E-AD34-B53D-7F4A1F7E8EB9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3" name="pg2296">
                <a:extLst>
                  <a:ext uri="{FF2B5EF4-FFF2-40B4-BE49-F238E27FC236}">
                    <a16:creationId xmlns:a16="http://schemas.microsoft.com/office/drawing/2014/main" id="{EF25F633-5567-4DB5-A35C-5EF670F072FB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4" name="pg2297">
                <a:extLst>
                  <a:ext uri="{FF2B5EF4-FFF2-40B4-BE49-F238E27FC236}">
                    <a16:creationId xmlns:a16="http://schemas.microsoft.com/office/drawing/2014/main" id="{62B74F68-44CA-3F0F-3BF2-A9CF4B3D4683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5" name="pg2298">
                <a:extLst>
                  <a:ext uri="{FF2B5EF4-FFF2-40B4-BE49-F238E27FC236}">
                    <a16:creationId xmlns:a16="http://schemas.microsoft.com/office/drawing/2014/main" id="{AE5255D5-77B8-ECE0-6106-76FEF4108EA8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6" name="pg2299">
                <a:extLst>
                  <a:ext uri="{FF2B5EF4-FFF2-40B4-BE49-F238E27FC236}">
                    <a16:creationId xmlns:a16="http://schemas.microsoft.com/office/drawing/2014/main" id="{CF0557BA-E177-C6C8-059B-A5AA00860D0C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7" name="pg2300">
                <a:extLst>
                  <a:ext uri="{FF2B5EF4-FFF2-40B4-BE49-F238E27FC236}">
                    <a16:creationId xmlns:a16="http://schemas.microsoft.com/office/drawing/2014/main" id="{8635AA8B-F450-8EC1-52B8-FCE355FAB67E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8" name="pg2301">
                <a:extLst>
                  <a:ext uri="{FF2B5EF4-FFF2-40B4-BE49-F238E27FC236}">
                    <a16:creationId xmlns:a16="http://schemas.microsoft.com/office/drawing/2014/main" id="{01E7429A-1564-7DE1-D523-9A554EAA438C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09" name="pg2302">
                <a:extLst>
                  <a:ext uri="{FF2B5EF4-FFF2-40B4-BE49-F238E27FC236}">
                    <a16:creationId xmlns:a16="http://schemas.microsoft.com/office/drawing/2014/main" id="{72F83DDD-1B69-249C-9427-B6DD30473E19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0" name="pg2303">
                <a:extLst>
                  <a:ext uri="{FF2B5EF4-FFF2-40B4-BE49-F238E27FC236}">
                    <a16:creationId xmlns:a16="http://schemas.microsoft.com/office/drawing/2014/main" id="{51319E93-423A-B7DB-6F1F-E3EE31ADA41B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1" name="pg2304">
                <a:extLst>
                  <a:ext uri="{FF2B5EF4-FFF2-40B4-BE49-F238E27FC236}">
                    <a16:creationId xmlns:a16="http://schemas.microsoft.com/office/drawing/2014/main" id="{3BE7339B-0A95-1570-9522-B0F08597C2C3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2" name="pg2305">
                <a:extLst>
                  <a:ext uri="{FF2B5EF4-FFF2-40B4-BE49-F238E27FC236}">
                    <a16:creationId xmlns:a16="http://schemas.microsoft.com/office/drawing/2014/main" id="{B54561C5-553B-9778-E8F5-452C750D543C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3" name="pg2306">
                <a:extLst>
                  <a:ext uri="{FF2B5EF4-FFF2-40B4-BE49-F238E27FC236}">
                    <a16:creationId xmlns:a16="http://schemas.microsoft.com/office/drawing/2014/main" id="{53CCCED5-34AD-C745-67FF-C7CC153BA9C0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4" name="pg2307">
                <a:extLst>
                  <a:ext uri="{FF2B5EF4-FFF2-40B4-BE49-F238E27FC236}">
                    <a16:creationId xmlns:a16="http://schemas.microsoft.com/office/drawing/2014/main" id="{0377FCCC-ACF2-0E8E-1D35-17FF65B9E326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5" name="pg2308">
                <a:extLst>
                  <a:ext uri="{FF2B5EF4-FFF2-40B4-BE49-F238E27FC236}">
                    <a16:creationId xmlns:a16="http://schemas.microsoft.com/office/drawing/2014/main" id="{541D5CF8-167E-E3E7-E47B-B4267215162D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80">
                  <a:alpha val="100000"/>
                </a:srgbClr>
              </a:solidFill>
              <a:ln w="5420" cap="flat">
                <a:solidFill>
                  <a:srgbClr val="3C49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6" name="pg2309">
                <a:extLst>
                  <a:ext uri="{FF2B5EF4-FFF2-40B4-BE49-F238E27FC236}">
                    <a16:creationId xmlns:a16="http://schemas.microsoft.com/office/drawing/2014/main" id="{A60F9A9E-0574-45F9-A7EF-E7CB3F714CD2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7" name="pg2310">
                <a:extLst>
                  <a:ext uri="{FF2B5EF4-FFF2-40B4-BE49-F238E27FC236}">
                    <a16:creationId xmlns:a16="http://schemas.microsoft.com/office/drawing/2014/main" id="{CDF58C95-F0B2-2AC9-E392-7628A9E9AB75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8" name="pg2311">
                <a:extLst>
                  <a:ext uri="{FF2B5EF4-FFF2-40B4-BE49-F238E27FC236}">
                    <a16:creationId xmlns:a16="http://schemas.microsoft.com/office/drawing/2014/main" id="{77E7D6A8-4DCC-DCDC-4CEB-6938B4867905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19" name="pg2312">
                <a:extLst>
                  <a:ext uri="{FF2B5EF4-FFF2-40B4-BE49-F238E27FC236}">
                    <a16:creationId xmlns:a16="http://schemas.microsoft.com/office/drawing/2014/main" id="{942550E1-9A39-A906-9980-30730DCF18A4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0" name="pg2313">
                <a:extLst>
                  <a:ext uri="{FF2B5EF4-FFF2-40B4-BE49-F238E27FC236}">
                    <a16:creationId xmlns:a16="http://schemas.microsoft.com/office/drawing/2014/main" id="{C3E4AB77-A307-2511-A73A-FF7A69B85BF8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1" name="pg2314">
                <a:extLst>
                  <a:ext uri="{FF2B5EF4-FFF2-40B4-BE49-F238E27FC236}">
                    <a16:creationId xmlns:a16="http://schemas.microsoft.com/office/drawing/2014/main" id="{1C6F3934-7EE7-17CD-6264-9605FE1C60EB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2" name="pg2315">
                <a:extLst>
                  <a:ext uri="{FF2B5EF4-FFF2-40B4-BE49-F238E27FC236}">
                    <a16:creationId xmlns:a16="http://schemas.microsoft.com/office/drawing/2014/main" id="{ADCE9CB7-C3E7-0ED4-35B1-C7F9D3A53B58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3" name="pg2316">
                <a:extLst>
                  <a:ext uri="{FF2B5EF4-FFF2-40B4-BE49-F238E27FC236}">
                    <a16:creationId xmlns:a16="http://schemas.microsoft.com/office/drawing/2014/main" id="{3788D98B-6574-EF3F-16D5-772BC0DD3AE2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4" name="pg2317">
                <a:extLst>
                  <a:ext uri="{FF2B5EF4-FFF2-40B4-BE49-F238E27FC236}">
                    <a16:creationId xmlns:a16="http://schemas.microsoft.com/office/drawing/2014/main" id="{28D0C443-08C2-2731-35EC-CC69AA0B1C54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5" name="pg2318">
                <a:extLst>
                  <a:ext uri="{FF2B5EF4-FFF2-40B4-BE49-F238E27FC236}">
                    <a16:creationId xmlns:a16="http://schemas.microsoft.com/office/drawing/2014/main" id="{A8B9FE39-54CD-0F8F-D2A0-3CB39F2510E6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6" name="pg2319">
                <a:extLst>
                  <a:ext uri="{FF2B5EF4-FFF2-40B4-BE49-F238E27FC236}">
                    <a16:creationId xmlns:a16="http://schemas.microsoft.com/office/drawing/2014/main" id="{832BEB83-ADF9-56D0-3DCB-F5E7578945EE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7" name="pg2320">
                <a:extLst>
                  <a:ext uri="{FF2B5EF4-FFF2-40B4-BE49-F238E27FC236}">
                    <a16:creationId xmlns:a16="http://schemas.microsoft.com/office/drawing/2014/main" id="{15D3C24D-119A-05D9-DE39-95F89B4B5032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8" name="pg2321">
                <a:extLst>
                  <a:ext uri="{FF2B5EF4-FFF2-40B4-BE49-F238E27FC236}">
                    <a16:creationId xmlns:a16="http://schemas.microsoft.com/office/drawing/2014/main" id="{A0ECA5F6-AAB9-3F3E-7000-B11DAC580A1D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29" name="pg2322">
                <a:extLst>
                  <a:ext uri="{FF2B5EF4-FFF2-40B4-BE49-F238E27FC236}">
                    <a16:creationId xmlns:a16="http://schemas.microsoft.com/office/drawing/2014/main" id="{FB21159F-CA7E-B2BB-7273-2103C1FBB7EF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0" name="pg2323">
                <a:extLst>
                  <a:ext uri="{FF2B5EF4-FFF2-40B4-BE49-F238E27FC236}">
                    <a16:creationId xmlns:a16="http://schemas.microsoft.com/office/drawing/2014/main" id="{1199BBC9-C07A-F645-8A72-95972350E8D1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1" name="pg2324">
                <a:extLst>
                  <a:ext uri="{FF2B5EF4-FFF2-40B4-BE49-F238E27FC236}">
                    <a16:creationId xmlns:a16="http://schemas.microsoft.com/office/drawing/2014/main" id="{B4F7BA7C-88BA-1013-E82C-BD429C0D820E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2" name="pg2325">
                <a:extLst>
                  <a:ext uri="{FF2B5EF4-FFF2-40B4-BE49-F238E27FC236}">
                    <a16:creationId xmlns:a16="http://schemas.microsoft.com/office/drawing/2014/main" id="{0223F5C4-53C5-FCEA-29D9-981A0ADFC158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3" name="pg2326">
                <a:extLst>
                  <a:ext uri="{FF2B5EF4-FFF2-40B4-BE49-F238E27FC236}">
                    <a16:creationId xmlns:a16="http://schemas.microsoft.com/office/drawing/2014/main" id="{B877AC75-2472-74B2-2EEA-959340C08F00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4" name="pg2327">
                <a:extLst>
                  <a:ext uri="{FF2B5EF4-FFF2-40B4-BE49-F238E27FC236}">
                    <a16:creationId xmlns:a16="http://schemas.microsoft.com/office/drawing/2014/main" id="{31CE3A60-0EDE-3225-A132-C8CE1AB83D51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5" name="pg2328">
                <a:extLst>
                  <a:ext uri="{FF2B5EF4-FFF2-40B4-BE49-F238E27FC236}">
                    <a16:creationId xmlns:a16="http://schemas.microsoft.com/office/drawing/2014/main" id="{9508D969-059D-CB9C-D104-7E8E41DD5FE6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6" name="pg2329">
                <a:extLst>
                  <a:ext uri="{FF2B5EF4-FFF2-40B4-BE49-F238E27FC236}">
                    <a16:creationId xmlns:a16="http://schemas.microsoft.com/office/drawing/2014/main" id="{02C2772D-EF8D-6C7F-F38E-9E841505406A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7" name="pg2330">
                <a:extLst>
                  <a:ext uri="{FF2B5EF4-FFF2-40B4-BE49-F238E27FC236}">
                    <a16:creationId xmlns:a16="http://schemas.microsoft.com/office/drawing/2014/main" id="{90544859-FF10-5B47-A486-6BA86C0601AD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8" name="pg2331">
                <a:extLst>
                  <a:ext uri="{FF2B5EF4-FFF2-40B4-BE49-F238E27FC236}">
                    <a16:creationId xmlns:a16="http://schemas.microsoft.com/office/drawing/2014/main" id="{42CEAC8D-0149-70A2-CC39-91FF813D9FDF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39" name="pg2332">
                <a:extLst>
                  <a:ext uri="{FF2B5EF4-FFF2-40B4-BE49-F238E27FC236}">
                    <a16:creationId xmlns:a16="http://schemas.microsoft.com/office/drawing/2014/main" id="{0B7A5C06-4BD7-126E-FBCE-39B4AB6AC7B3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0" name="pg2333">
                <a:extLst>
                  <a:ext uri="{FF2B5EF4-FFF2-40B4-BE49-F238E27FC236}">
                    <a16:creationId xmlns:a16="http://schemas.microsoft.com/office/drawing/2014/main" id="{6E78520C-41A9-D7C4-E8BE-974662A0583E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1" name="pg2334">
                <a:extLst>
                  <a:ext uri="{FF2B5EF4-FFF2-40B4-BE49-F238E27FC236}">
                    <a16:creationId xmlns:a16="http://schemas.microsoft.com/office/drawing/2014/main" id="{6448C310-F74C-1955-3E7D-BDA4205B0B41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2" name="pg2335">
                <a:extLst>
                  <a:ext uri="{FF2B5EF4-FFF2-40B4-BE49-F238E27FC236}">
                    <a16:creationId xmlns:a16="http://schemas.microsoft.com/office/drawing/2014/main" id="{FA148B1A-F9CE-925D-8FC7-F9B85C8430F8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3" name="pg2336">
                <a:extLst>
                  <a:ext uri="{FF2B5EF4-FFF2-40B4-BE49-F238E27FC236}">
                    <a16:creationId xmlns:a16="http://schemas.microsoft.com/office/drawing/2014/main" id="{951639CE-F499-8C28-F7C6-67A14546E1A4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4" name="pg2337">
                <a:extLst>
                  <a:ext uri="{FF2B5EF4-FFF2-40B4-BE49-F238E27FC236}">
                    <a16:creationId xmlns:a16="http://schemas.microsoft.com/office/drawing/2014/main" id="{AFF2454E-BD76-DF3C-B695-AFA559866464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5" name="pg2338">
                <a:extLst>
                  <a:ext uri="{FF2B5EF4-FFF2-40B4-BE49-F238E27FC236}">
                    <a16:creationId xmlns:a16="http://schemas.microsoft.com/office/drawing/2014/main" id="{F669A718-31D9-316D-F036-3C2DA1CD4999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6" name="pg2339">
                <a:extLst>
                  <a:ext uri="{FF2B5EF4-FFF2-40B4-BE49-F238E27FC236}">
                    <a16:creationId xmlns:a16="http://schemas.microsoft.com/office/drawing/2014/main" id="{DB59ACFC-3018-E2A3-F96D-935264218D5B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7" name="pg2340">
                <a:extLst>
                  <a:ext uri="{FF2B5EF4-FFF2-40B4-BE49-F238E27FC236}">
                    <a16:creationId xmlns:a16="http://schemas.microsoft.com/office/drawing/2014/main" id="{F26EEE03-3D6E-9942-17A0-D644EA651AA8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8" name="pg2341">
                <a:extLst>
                  <a:ext uri="{FF2B5EF4-FFF2-40B4-BE49-F238E27FC236}">
                    <a16:creationId xmlns:a16="http://schemas.microsoft.com/office/drawing/2014/main" id="{1B262D09-DDB1-1D71-D729-5D8F3B41BC36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49" name="pg2342">
                <a:extLst>
                  <a:ext uri="{FF2B5EF4-FFF2-40B4-BE49-F238E27FC236}">
                    <a16:creationId xmlns:a16="http://schemas.microsoft.com/office/drawing/2014/main" id="{E2ADAD09-5530-DA6A-45DE-06B26507640E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0" name="pg2343">
                <a:extLst>
                  <a:ext uri="{FF2B5EF4-FFF2-40B4-BE49-F238E27FC236}">
                    <a16:creationId xmlns:a16="http://schemas.microsoft.com/office/drawing/2014/main" id="{949449BD-939D-1C43-6770-25BF7902A1B9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1" name="pg2344">
                <a:extLst>
                  <a:ext uri="{FF2B5EF4-FFF2-40B4-BE49-F238E27FC236}">
                    <a16:creationId xmlns:a16="http://schemas.microsoft.com/office/drawing/2014/main" id="{4DF42D4A-4010-D025-2CE2-14FE677D62F9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2" name="pg2345">
                <a:extLst>
                  <a:ext uri="{FF2B5EF4-FFF2-40B4-BE49-F238E27FC236}">
                    <a16:creationId xmlns:a16="http://schemas.microsoft.com/office/drawing/2014/main" id="{C83AF119-F3DE-454B-CFD3-D232F54059AA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3" name="pg2346">
                <a:extLst>
                  <a:ext uri="{FF2B5EF4-FFF2-40B4-BE49-F238E27FC236}">
                    <a16:creationId xmlns:a16="http://schemas.microsoft.com/office/drawing/2014/main" id="{50572076-3EE0-9609-2589-86FA20AC59DE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4" name="pg2347">
                <a:extLst>
                  <a:ext uri="{FF2B5EF4-FFF2-40B4-BE49-F238E27FC236}">
                    <a16:creationId xmlns:a16="http://schemas.microsoft.com/office/drawing/2014/main" id="{1B9E5ADA-44FC-58EC-38DD-DE5FD11B13F9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5" name="pg2348">
                <a:extLst>
                  <a:ext uri="{FF2B5EF4-FFF2-40B4-BE49-F238E27FC236}">
                    <a16:creationId xmlns:a16="http://schemas.microsoft.com/office/drawing/2014/main" id="{E4E536C9-43C7-E0BE-EDB7-37C1D222BB08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6" name="pg2349">
                <a:extLst>
                  <a:ext uri="{FF2B5EF4-FFF2-40B4-BE49-F238E27FC236}">
                    <a16:creationId xmlns:a16="http://schemas.microsoft.com/office/drawing/2014/main" id="{2918C2DB-1795-EF87-5D70-32F5808F970E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7" name="pg2350">
                <a:extLst>
                  <a:ext uri="{FF2B5EF4-FFF2-40B4-BE49-F238E27FC236}">
                    <a16:creationId xmlns:a16="http://schemas.microsoft.com/office/drawing/2014/main" id="{6184EF77-2DCD-5030-AF79-F4BE83B99EF5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8" name="pg2351">
                <a:extLst>
                  <a:ext uri="{FF2B5EF4-FFF2-40B4-BE49-F238E27FC236}">
                    <a16:creationId xmlns:a16="http://schemas.microsoft.com/office/drawing/2014/main" id="{4A92A1DC-FB13-4E4F-4B0E-133859DFCD06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59" name="pg2352">
                <a:extLst>
                  <a:ext uri="{FF2B5EF4-FFF2-40B4-BE49-F238E27FC236}">
                    <a16:creationId xmlns:a16="http://schemas.microsoft.com/office/drawing/2014/main" id="{888AECFE-91F9-F028-D65B-50B21A55EFAD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0" name="pg2353">
                <a:extLst>
                  <a:ext uri="{FF2B5EF4-FFF2-40B4-BE49-F238E27FC236}">
                    <a16:creationId xmlns:a16="http://schemas.microsoft.com/office/drawing/2014/main" id="{445CD306-9C02-E136-C1CD-1B6D90303172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1" name="pg2354">
                <a:extLst>
                  <a:ext uri="{FF2B5EF4-FFF2-40B4-BE49-F238E27FC236}">
                    <a16:creationId xmlns:a16="http://schemas.microsoft.com/office/drawing/2014/main" id="{6C814778-FFBF-C0FB-15C2-52C3BEE7B316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2" name="pg2355">
                <a:extLst>
                  <a:ext uri="{FF2B5EF4-FFF2-40B4-BE49-F238E27FC236}">
                    <a16:creationId xmlns:a16="http://schemas.microsoft.com/office/drawing/2014/main" id="{9B576B7B-61A1-7ECC-F293-16F65D406543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3" name="pg2356">
                <a:extLst>
                  <a:ext uri="{FF2B5EF4-FFF2-40B4-BE49-F238E27FC236}">
                    <a16:creationId xmlns:a16="http://schemas.microsoft.com/office/drawing/2014/main" id="{83F36019-4F4A-383A-4A45-C404CC54E19D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4" name="pg2357">
                <a:extLst>
                  <a:ext uri="{FF2B5EF4-FFF2-40B4-BE49-F238E27FC236}">
                    <a16:creationId xmlns:a16="http://schemas.microsoft.com/office/drawing/2014/main" id="{CA47EB13-8441-71D1-23D0-6332460DDA9D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5" name="pg2358">
                <a:extLst>
                  <a:ext uri="{FF2B5EF4-FFF2-40B4-BE49-F238E27FC236}">
                    <a16:creationId xmlns:a16="http://schemas.microsoft.com/office/drawing/2014/main" id="{2023233D-C795-217E-CD2E-0CAA1BC55C7B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6" name="pg2359">
                <a:extLst>
                  <a:ext uri="{FF2B5EF4-FFF2-40B4-BE49-F238E27FC236}">
                    <a16:creationId xmlns:a16="http://schemas.microsoft.com/office/drawing/2014/main" id="{61E129A3-069F-8485-1555-A00EA8814620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7" name="pg2360">
                <a:extLst>
                  <a:ext uri="{FF2B5EF4-FFF2-40B4-BE49-F238E27FC236}">
                    <a16:creationId xmlns:a16="http://schemas.microsoft.com/office/drawing/2014/main" id="{F2A20389-225E-F2CF-6505-1821304F7C95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8" name="pg2361">
                <a:extLst>
                  <a:ext uri="{FF2B5EF4-FFF2-40B4-BE49-F238E27FC236}">
                    <a16:creationId xmlns:a16="http://schemas.microsoft.com/office/drawing/2014/main" id="{148AED25-1622-140B-F8E2-C1CC812AAB13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69" name="pg2362">
                <a:extLst>
                  <a:ext uri="{FF2B5EF4-FFF2-40B4-BE49-F238E27FC236}">
                    <a16:creationId xmlns:a16="http://schemas.microsoft.com/office/drawing/2014/main" id="{840DE950-599B-A201-90A3-49DAD575E21A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0" name="pg2363">
                <a:extLst>
                  <a:ext uri="{FF2B5EF4-FFF2-40B4-BE49-F238E27FC236}">
                    <a16:creationId xmlns:a16="http://schemas.microsoft.com/office/drawing/2014/main" id="{BA6369F6-4544-B737-24A9-BB0219BC3171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1" name="pg2364">
                <a:extLst>
                  <a:ext uri="{FF2B5EF4-FFF2-40B4-BE49-F238E27FC236}">
                    <a16:creationId xmlns:a16="http://schemas.microsoft.com/office/drawing/2014/main" id="{BDFA3AFF-CB4B-9ED5-884B-423DAA6805CD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2" name="pg2365">
                <a:extLst>
                  <a:ext uri="{FF2B5EF4-FFF2-40B4-BE49-F238E27FC236}">
                    <a16:creationId xmlns:a16="http://schemas.microsoft.com/office/drawing/2014/main" id="{9E3188CB-909C-4875-5BF2-A1D4BB71D214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3" name="pg2366">
                <a:extLst>
                  <a:ext uri="{FF2B5EF4-FFF2-40B4-BE49-F238E27FC236}">
                    <a16:creationId xmlns:a16="http://schemas.microsoft.com/office/drawing/2014/main" id="{5D91BF9E-3E1C-97B6-CDBF-1D72C150BC7D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4" name="pg2367">
                <a:extLst>
                  <a:ext uri="{FF2B5EF4-FFF2-40B4-BE49-F238E27FC236}">
                    <a16:creationId xmlns:a16="http://schemas.microsoft.com/office/drawing/2014/main" id="{AE99905E-9E25-9B92-7EA5-796C7E448DE6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5" name="pg2368">
                <a:extLst>
                  <a:ext uri="{FF2B5EF4-FFF2-40B4-BE49-F238E27FC236}">
                    <a16:creationId xmlns:a16="http://schemas.microsoft.com/office/drawing/2014/main" id="{AA11DDA7-C3BB-BA7B-8C7C-D9038CA9C8E0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6" name="pg2369">
                <a:extLst>
                  <a:ext uri="{FF2B5EF4-FFF2-40B4-BE49-F238E27FC236}">
                    <a16:creationId xmlns:a16="http://schemas.microsoft.com/office/drawing/2014/main" id="{B55E89F3-DFEF-A7D4-76CB-57925F5FA80A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7" name="pg2370">
                <a:extLst>
                  <a:ext uri="{FF2B5EF4-FFF2-40B4-BE49-F238E27FC236}">
                    <a16:creationId xmlns:a16="http://schemas.microsoft.com/office/drawing/2014/main" id="{642F391B-C30A-DCC1-42D0-0BAD550E8A6C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8" name="pg2371">
                <a:extLst>
                  <a:ext uri="{FF2B5EF4-FFF2-40B4-BE49-F238E27FC236}">
                    <a16:creationId xmlns:a16="http://schemas.microsoft.com/office/drawing/2014/main" id="{9CB970FC-8D23-8136-1268-2F1B01686600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79" name="pg2372">
                <a:extLst>
                  <a:ext uri="{FF2B5EF4-FFF2-40B4-BE49-F238E27FC236}">
                    <a16:creationId xmlns:a16="http://schemas.microsoft.com/office/drawing/2014/main" id="{169CE39C-47D2-00A7-2728-5BF6BB0B3607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0" name="pg2373">
                <a:extLst>
                  <a:ext uri="{FF2B5EF4-FFF2-40B4-BE49-F238E27FC236}">
                    <a16:creationId xmlns:a16="http://schemas.microsoft.com/office/drawing/2014/main" id="{3970009F-E4BC-04BC-18E6-E379FF095E5F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1" name="pg2374">
                <a:extLst>
                  <a:ext uri="{FF2B5EF4-FFF2-40B4-BE49-F238E27FC236}">
                    <a16:creationId xmlns:a16="http://schemas.microsoft.com/office/drawing/2014/main" id="{38DC3B95-74E6-7AC2-A15A-F96D36AD0CFA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2" name="pg2375">
                <a:extLst>
                  <a:ext uri="{FF2B5EF4-FFF2-40B4-BE49-F238E27FC236}">
                    <a16:creationId xmlns:a16="http://schemas.microsoft.com/office/drawing/2014/main" id="{DFD8FD13-321E-9DA3-89EF-ABBE2EA47B03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3" name="pg2376">
                <a:extLst>
                  <a:ext uri="{FF2B5EF4-FFF2-40B4-BE49-F238E27FC236}">
                    <a16:creationId xmlns:a16="http://schemas.microsoft.com/office/drawing/2014/main" id="{C5331571-801C-1E31-0F83-EA2F920E8B2A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4" name="pg2377">
                <a:extLst>
                  <a:ext uri="{FF2B5EF4-FFF2-40B4-BE49-F238E27FC236}">
                    <a16:creationId xmlns:a16="http://schemas.microsoft.com/office/drawing/2014/main" id="{D77813F6-9DC9-C424-FE30-0CF00544C79F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5" name="pg2378">
                <a:extLst>
                  <a:ext uri="{FF2B5EF4-FFF2-40B4-BE49-F238E27FC236}">
                    <a16:creationId xmlns:a16="http://schemas.microsoft.com/office/drawing/2014/main" id="{ECAFE84D-B49D-801C-B999-DCEBEFC4A328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6" name="pg2379">
                <a:extLst>
                  <a:ext uri="{FF2B5EF4-FFF2-40B4-BE49-F238E27FC236}">
                    <a16:creationId xmlns:a16="http://schemas.microsoft.com/office/drawing/2014/main" id="{CEB5A4BD-B70B-2397-77CD-886CDFE3BEB5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7" name="pg2380">
                <a:extLst>
                  <a:ext uri="{FF2B5EF4-FFF2-40B4-BE49-F238E27FC236}">
                    <a16:creationId xmlns:a16="http://schemas.microsoft.com/office/drawing/2014/main" id="{21D93279-73CB-3E06-45A9-EA512B369EE3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8" name="pg2381">
                <a:extLst>
                  <a:ext uri="{FF2B5EF4-FFF2-40B4-BE49-F238E27FC236}">
                    <a16:creationId xmlns:a16="http://schemas.microsoft.com/office/drawing/2014/main" id="{8A939CF8-5A94-9926-C40B-765FF0FDEBCE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89" name="pg2382">
                <a:extLst>
                  <a:ext uri="{FF2B5EF4-FFF2-40B4-BE49-F238E27FC236}">
                    <a16:creationId xmlns:a16="http://schemas.microsoft.com/office/drawing/2014/main" id="{515998E9-3628-E27B-613D-522427FF4BBC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0" name="pg2383">
                <a:extLst>
                  <a:ext uri="{FF2B5EF4-FFF2-40B4-BE49-F238E27FC236}">
                    <a16:creationId xmlns:a16="http://schemas.microsoft.com/office/drawing/2014/main" id="{C53D1B02-BFA7-5ACD-2088-F96C0373C26F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1" name="pg2384">
                <a:extLst>
                  <a:ext uri="{FF2B5EF4-FFF2-40B4-BE49-F238E27FC236}">
                    <a16:creationId xmlns:a16="http://schemas.microsoft.com/office/drawing/2014/main" id="{400BD6C6-A2AB-50D8-30EC-247B370B299E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2" name="pg2385">
                <a:extLst>
                  <a:ext uri="{FF2B5EF4-FFF2-40B4-BE49-F238E27FC236}">
                    <a16:creationId xmlns:a16="http://schemas.microsoft.com/office/drawing/2014/main" id="{2FE40525-FD76-3D92-4B3B-A25117358308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3" name="pg2386">
                <a:extLst>
                  <a:ext uri="{FF2B5EF4-FFF2-40B4-BE49-F238E27FC236}">
                    <a16:creationId xmlns:a16="http://schemas.microsoft.com/office/drawing/2014/main" id="{AF270102-3323-E6C2-743D-73170D71857D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4" name="pg2387">
                <a:extLst>
                  <a:ext uri="{FF2B5EF4-FFF2-40B4-BE49-F238E27FC236}">
                    <a16:creationId xmlns:a16="http://schemas.microsoft.com/office/drawing/2014/main" id="{0D9A3BCD-D08C-A7E0-EB70-281699545A77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5" name="pg2388">
                <a:extLst>
                  <a:ext uri="{FF2B5EF4-FFF2-40B4-BE49-F238E27FC236}">
                    <a16:creationId xmlns:a16="http://schemas.microsoft.com/office/drawing/2014/main" id="{45695B3F-583E-F4C1-7AD0-B6103EC03AE2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6" name="pg2389">
                <a:extLst>
                  <a:ext uri="{FF2B5EF4-FFF2-40B4-BE49-F238E27FC236}">
                    <a16:creationId xmlns:a16="http://schemas.microsoft.com/office/drawing/2014/main" id="{C7BE0CC7-ADB5-C884-0755-FF9EF4CE2C4D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7" name="pg2390">
                <a:extLst>
                  <a:ext uri="{FF2B5EF4-FFF2-40B4-BE49-F238E27FC236}">
                    <a16:creationId xmlns:a16="http://schemas.microsoft.com/office/drawing/2014/main" id="{B6DA5D81-CAEB-D0E4-2C55-EC3BB4AAB32B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8" name="pg2391">
                <a:extLst>
                  <a:ext uri="{FF2B5EF4-FFF2-40B4-BE49-F238E27FC236}">
                    <a16:creationId xmlns:a16="http://schemas.microsoft.com/office/drawing/2014/main" id="{C7C90642-9978-70DD-CC7F-2972F462284D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299" name="pg2392">
                <a:extLst>
                  <a:ext uri="{FF2B5EF4-FFF2-40B4-BE49-F238E27FC236}">
                    <a16:creationId xmlns:a16="http://schemas.microsoft.com/office/drawing/2014/main" id="{4713566F-FAEE-085B-0644-B8FE3F78493F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0" name="pg2393">
                <a:extLst>
                  <a:ext uri="{FF2B5EF4-FFF2-40B4-BE49-F238E27FC236}">
                    <a16:creationId xmlns:a16="http://schemas.microsoft.com/office/drawing/2014/main" id="{A7C3F7F9-96AD-C7A3-E3C9-5911D6DEB861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1" name="pg2394">
                <a:extLst>
                  <a:ext uri="{FF2B5EF4-FFF2-40B4-BE49-F238E27FC236}">
                    <a16:creationId xmlns:a16="http://schemas.microsoft.com/office/drawing/2014/main" id="{4525B47F-9C72-B694-07CE-B506B626E2EB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2" name="pg2395">
                <a:extLst>
                  <a:ext uri="{FF2B5EF4-FFF2-40B4-BE49-F238E27FC236}">
                    <a16:creationId xmlns:a16="http://schemas.microsoft.com/office/drawing/2014/main" id="{E311678B-19CA-7288-8D02-198EC27FF7D7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3" name="pg2396">
                <a:extLst>
                  <a:ext uri="{FF2B5EF4-FFF2-40B4-BE49-F238E27FC236}">
                    <a16:creationId xmlns:a16="http://schemas.microsoft.com/office/drawing/2014/main" id="{1BB58593-96ED-1236-8CBE-7C9EDA8A4EF2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4" name="pg2397">
                <a:extLst>
                  <a:ext uri="{FF2B5EF4-FFF2-40B4-BE49-F238E27FC236}">
                    <a16:creationId xmlns:a16="http://schemas.microsoft.com/office/drawing/2014/main" id="{A8D72729-F022-DDBF-1DA0-86B6FC28331D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5" name="pg2398">
                <a:extLst>
                  <a:ext uri="{FF2B5EF4-FFF2-40B4-BE49-F238E27FC236}">
                    <a16:creationId xmlns:a16="http://schemas.microsoft.com/office/drawing/2014/main" id="{95CCC17D-12E6-930A-B39C-758550EE04CB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6" name="pg2399">
                <a:extLst>
                  <a:ext uri="{FF2B5EF4-FFF2-40B4-BE49-F238E27FC236}">
                    <a16:creationId xmlns:a16="http://schemas.microsoft.com/office/drawing/2014/main" id="{FBE2BF8C-D8E7-EDFE-73B2-9162049F1A2F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7" name="pg2400">
                <a:extLst>
                  <a:ext uri="{FF2B5EF4-FFF2-40B4-BE49-F238E27FC236}">
                    <a16:creationId xmlns:a16="http://schemas.microsoft.com/office/drawing/2014/main" id="{A74DB2C7-D86E-232C-4C0B-D49F08E6F752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8" name="pg2401">
                <a:extLst>
                  <a:ext uri="{FF2B5EF4-FFF2-40B4-BE49-F238E27FC236}">
                    <a16:creationId xmlns:a16="http://schemas.microsoft.com/office/drawing/2014/main" id="{B8D3FFEC-5FA4-3F0E-7BCF-F9E8F2ED45EB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09" name="pg2402">
                <a:extLst>
                  <a:ext uri="{FF2B5EF4-FFF2-40B4-BE49-F238E27FC236}">
                    <a16:creationId xmlns:a16="http://schemas.microsoft.com/office/drawing/2014/main" id="{231F6EBD-971A-8084-00A1-51C8C29026C3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0" name="pg2403">
                <a:extLst>
                  <a:ext uri="{FF2B5EF4-FFF2-40B4-BE49-F238E27FC236}">
                    <a16:creationId xmlns:a16="http://schemas.microsoft.com/office/drawing/2014/main" id="{EE063089-662C-9D2A-77A2-BF2F7A0D29D3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1" name="pg2404">
                <a:extLst>
                  <a:ext uri="{FF2B5EF4-FFF2-40B4-BE49-F238E27FC236}">
                    <a16:creationId xmlns:a16="http://schemas.microsoft.com/office/drawing/2014/main" id="{112E30F4-8B71-175E-7A1A-C92700B71D8F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2" name="pg2405">
                <a:extLst>
                  <a:ext uri="{FF2B5EF4-FFF2-40B4-BE49-F238E27FC236}">
                    <a16:creationId xmlns:a16="http://schemas.microsoft.com/office/drawing/2014/main" id="{9F25CBBE-3A9C-A970-9D50-84842D62FAD4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3" name="pg2406">
                <a:extLst>
                  <a:ext uri="{FF2B5EF4-FFF2-40B4-BE49-F238E27FC236}">
                    <a16:creationId xmlns:a16="http://schemas.microsoft.com/office/drawing/2014/main" id="{556F92D7-0A0E-FD42-90F0-C3241DCB969F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4" name="pg2407">
                <a:extLst>
                  <a:ext uri="{FF2B5EF4-FFF2-40B4-BE49-F238E27FC236}">
                    <a16:creationId xmlns:a16="http://schemas.microsoft.com/office/drawing/2014/main" id="{F9E16B3B-5090-72AE-384F-F879DC3F0243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5" name="pg2408">
                <a:extLst>
                  <a:ext uri="{FF2B5EF4-FFF2-40B4-BE49-F238E27FC236}">
                    <a16:creationId xmlns:a16="http://schemas.microsoft.com/office/drawing/2014/main" id="{8574B5C5-DEFE-5D39-DE37-F201BE79B75B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6" name="pg2409">
                <a:extLst>
                  <a:ext uri="{FF2B5EF4-FFF2-40B4-BE49-F238E27FC236}">
                    <a16:creationId xmlns:a16="http://schemas.microsoft.com/office/drawing/2014/main" id="{2CAB72FC-DD62-0D4C-C1FA-3F8C49E352F3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7" name="pg2410">
                <a:extLst>
                  <a:ext uri="{FF2B5EF4-FFF2-40B4-BE49-F238E27FC236}">
                    <a16:creationId xmlns:a16="http://schemas.microsoft.com/office/drawing/2014/main" id="{02981BFD-5C7A-ADE0-1E3A-A609C53FBF2D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8" name="pg2411">
                <a:extLst>
                  <a:ext uri="{FF2B5EF4-FFF2-40B4-BE49-F238E27FC236}">
                    <a16:creationId xmlns:a16="http://schemas.microsoft.com/office/drawing/2014/main" id="{17470889-5F4C-2072-E219-CE3F98D43595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19" name="pg2412">
                <a:extLst>
                  <a:ext uri="{FF2B5EF4-FFF2-40B4-BE49-F238E27FC236}">
                    <a16:creationId xmlns:a16="http://schemas.microsoft.com/office/drawing/2014/main" id="{88480652-CE52-C43C-C662-794A7A81F56D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0" name="pg2413">
                <a:extLst>
                  <a:ext uri="{FF2B5EF4-FFF2-40B4-BE49-F238E27FC236}">
                    <a16:creationId xmlns:a16="http://schemas.microsoft.com/office/drawing/2014/main" id="{73912B58-0BD5-08B2-0EE0-01EED47D58E5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1" name="pg2414">
                <a:extLst>
                  <a:ext uri="{FF2B5EF4-FFF2-40B4-BE49-F238E27FC236}">
                    <a16:creationId xmlns:a16="http://schemas.microsoft.com/office/drawing/2014/main" id="{CA685CA3-10C3-6402-8170-2F870409E14C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2" name="pg2415">
                <a:extLst>
                  <a:ext uri="{FF2B5EF4-FFF2-40B4-BE49-F238E27FC236}">
                    <a16:creationId xmlns:a16="http://schemas.microsoft.com/office/drawing/2014/main" id="{47F86A52-CFCD-E207-1A4E-0B6D40AA7537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3" name="pg2416">
                <a:extLst>
                  <a:ext uri="{FF2B5EF4-FFF2-40B4-BE49-F238E27FC236}">
                    <a16:creationId xmlns:a16="http://schemas.microsoft.com/office/drawing/2014/main" id="{8B503E7A-1985-7719-3FC8-11D3DC69F84E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4" name="pg2417">
                <a:extLst>
                  <a:ext uri="{FF2B5EF4-FFF2-40B4-BE49-F238E27FC236}">
                    <a16:creationId xmlns:a16="http://schemas.microsoft.com/office/drawing/2014/main" id="{EE40DD33-ED00-7178-E96B-B241C9686AD8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5" name="pg2418">
                <a:extLst>
                  <a:ext uri="{FF2B5EF4-FFF2-40B4-BE49-F238E27FC236}">
                    <a16:creationId xmlns:a16="http://schemas.microsoft.com/office/drawing/2014/main" id="{3EC69421-148D-6928-5B3F-FB150F06AFD0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6" name="pg2419">
                <a:extLst>
                  <a:ext uri="{FF2B5EF4-FFF2-40B4-BE49-F238E27FC236}">
                    <a16:creationId xmlns:a16="http://schemas.microsoft.com/office/drawing/2014/main" id="{FCCEA344-A832-7AD3-E779-50C8564D575C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7" name="pg2420">
                <a:extLst>
                  <a:ext uri="{FF2B5EF4-FFF2-40B4-BE49-F238E27FC236}">
                    <a16:creationId xmlns:a16="http://schemas.microsoft.com/office/drawing/2014/main" id="{8CA92957-76D6-0DCE-5136-E2B3DFB9B6C2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8" name="pg2421">
                <a:extLst>
                  <a:ext uri="{FF2B5EF4-FFF2-40B4-BE49-F238E27FC236}">
                    <a16:creationId xmlns:a16="http://schemas.microsoft.com/office/drawing/2014/main" id="{C34B7D41-B2E4-173A-42F1-69A6B5629457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9">
                  <a:alpha val="100000"/>
                </a:srgbClr>
              </a:solidFill>
              <a:ln w="5420" cap="flat">
                <a:solidFill>
                  <a:srgbClr val="3B4F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29" name="pg2422">
                <a:extLst>
                  <a:ext uri="{FF2B5EF4-FFF2-40B4-BE49-F238E27FC236}">
                    <a16:creationId xmlns:a16="http://schemas.microsoft.com/office/drawing/2014/main" id="{E43A0C74-B888-9BC2-8259-407AFA5802DF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0" name="pg2423">
                <a:extLst>
                  <a:ext uri="{FF2B5EF4-FFF2-40B4-BE49-F238E27FC236}">
                    <a16:creationId xmlns:a16="http://schemas.microsoft.com/office/drawing/2014/main" id="{907310C6-C393-7BE9-9788-3B7792ADFAD6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1" name="pg2424">
                <a:extLst>
                  <a:ext uri="{FF2B5EF4-FFF2-40B4-BE49-F238E27FC236}">
                    <a16:creationId xmlns:a16="http://schemas.microsoft.com/office/drawing/2014/main" id="{BA01D3D3-E20D-25EE-6FE9-19E9813D3BCE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2" name="pg2425">
                <a:extLst>
                  <a:ext uri="{FF2B5EF4-FFF2-40B4-BE49-F238E27FC236}">
                    <a16:creationId xmlns:a16="http://schemas.microsoft.com/office/drawing/2014/main" id="{34040202-E456-3DB9-0D08-D16A34065AE7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3" name="pg2426">
                <a:extLst>
                  <a:ext uri="{FF2B5EF4-FFF2-40B4-BE49-F238E27FC236}">
                    <a16:creationId xmlns:a16="http://schemas.microsoft.com/office/drawing/2014/main" id="{FCCAD6A4-A382-82DF-0703-75FC0978D6BB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4" name="pg2427">
                <a:extLst>
                  <a:ext uri="{FF2B5EF4-FFF2-40B4-BE49-F238E27FC236}">
                    <a16:creationId xmlns:a16="http://schemas.microsoft.com/office/drawing/2014/main" id="{E6EFE04A-7BAD-8A85-8B84-5B2A1AABC368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5" name="pg2428">
                <a:extLst>
                  <a:ext uri="{FF2B5EF4-FFF2-40B4-BE49-F238E27FC236}">
                    <a16:creationId xmlns:a16="http://schemas.microsoft.com/office/drawing/2014/main" id="{0CDB1729-7E04-B73D-3E99-307BE43D66F3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6" name="pg2429">
                <a:extLst>
                  <a:ext uri="{FF2B5EF4-FFF2-40B4-BE49-F238E27FC236}">
                    <a16:creationId xmlns:a16="http://schemas.microsoft.com/office/drawing/2014/main" id="{A826BD3B-7579-989F-264D-BAD2E459C217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7" name="pg2430">
                <a:extLst>
                  <a:ext uri="{FF2B5EF4-FFF2-40B4-BE49-F238E27FC236}">
                    <a16:creationId xmlns:a16="http://schemas.microsoft.com/office/drawing/2014/main" id="{3C633EEB-9876-A88F-26D0-2D3B9790E43F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8" name="pg2431">
                <a:extLst>
                  <a:ext uri="{FF2B5EF4-FFF2-40B4-BE49-F238E27FC236}">
                    <a16:creationId xmlns:a16="http://schemas.microsoft.com/office/drawing/2014/main" id="{39FF46CF-B4E9-0B87-B519-49B4B361EFAD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39" name="pg2432">
                <a:extLst>
                  <a:ext uri="{FF2B5EF4-FFF2-40B4-BE49-F238E27FC236}">
                    <a16:creationId xmlns:a16="http://schemas.microsoft.com/office/drawing/2014/main" id="{078A9F12-9E5A-B13D-A8BA-7D5C2948F06B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0" name="pg2433">
                <a:extLst>
                  <a:ext uri="{FF2B5EF4-FFF2-40B4-BE49-F238E27FC236}">
                    <a16:creationId xmlns:a16="http://schemas.microsoft.com/office/drawing/2014/main" id="{88A0086A-98CF-131E-3E79-04D2FF7A2397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1" name="pg2434">
                <a:extLst>
                  <a:ext uri="{FF2B5EF4-FFF2-40B4-BE49-F238E27FC236}">
                    <a16:creationId xmlns:a16="http://schemas.microsoft.com/office/drawing/2014/main" id="{8ADEC675-26A8-B17C-83C8-E98D34623430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2" name="pg2435">
                <a:extLst>
                  <a:ext uri="{FF2B5EF4-FFF2-40B4-BE49-F238E27FC236}">
                    <a16:creationId xmlns:a16="http://schemas.microsoft.com/office/drawing/2014/main" id="{EC49B350-F8C5-65EF-C916-05C72185D9FF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3" name="pg2436">
                <a:extLst>
                  <a:ext uri="{FF2B5EF4-FFF2-40B4-BE49-F238E27FC236}">
                    <a16:creationId xmlns:a16="http://schemas.microsoft.com/office/drawing/2014/main" id="{7A957F05-78F5-B6C8-2566-774934C40DC1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4" name="pg2437">
                <a:extLst>
                  <a:ext uri="{FF2B5EF4-FFF2-40B4-BE49-F238E27FC236}">
                    <a16:creationId xmlns:a16="http://schemas.microsoft.com/office/drawing/2014/main" id="{B3FB2159-219E-9553-98B0-B1D880E5CDC3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5" name="pg2438">
                <a:extLst>
                  <a:ext uri="{FF2B5EF4-FFF2-40B4-BE49-F238E27FC236}">
                    <a16:creationId xmlns:a16="http://schemas.microsoft.com/office/drawing/2014/main" id="{A1E3B8C3-AE05-C4CB-A752-44F1CB2EDDD0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6" name="pg2439">
                <a:extLst>
                  <a:ext uri="{FF2B5EF4-FFF2-40B4-BE49-F238E27FC236}">
                    <a16:creationId xmlns:a16="http://schemas.microsoft.com/office/drawing/2014/main" id="{9A46EB34-4233-1BB0-0983-60CC3613CF58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7" name="pg2440">
                <a:extLst>
                  <a:ext uri="{FF2B5EF4-FFF2-40B4-BE49-F238E27FC236}">
                    <a16:creationId xmlns:a16="http://schemas.microsoft.com/office/drawing/2014/main" id="{9154FB3E-D69A-4D89-B3F7-94BCC33650DA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8" name="pg2441">
                <a:extLst>
                  <a:ext uri="{FF2B5EF4-FFF2-40B4-BE49-F238E27FC236}">
                    <a16:creationId xmlns:a16="http://schemas.microsoft.com/office/drawing/2014/main" id="{2775FB3C-5949-093B-9D7C-81EBEE3334F9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49" name="pg2442">
                <a:extLst>
                  <a:ext uri="{FF2B5EF4-FFF2-40B4-BE49-F238E27FC236}">
                    <a16:creationId xmlns:a16="http://schemas.microsoft.com/office/drawing/2014/main" id="{2FC6E71A-224F-EDB4-3C4F-E498DAE7C4D0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0" name="pg2443">
                <a:extLst>
                  <a:ext uri="{FF2B5EF4-FFF2-40B4-BE49-F238E27FC236}">
                    <a16:creationId xmlns:a16="http://schemas.microsoft.com/office/drawing/2014/main" id="{6E45A306-7DAD-A672-E0CA-B5014A4F5FE0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1" name="pg2444">
                <a:extLst>
                  <a:ext uri="{FF2B5EF4-FFF2-40B4-BE49-F238E27FC236}">
                    <a16:creationId xmlns:a16="http://schemas.microsoft.com/office/drawing/2014/main" id="{C030E112-6E66-370F-FE24-63F2AA3AE534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2" name="pg2445">
                <a:extLst>
                  <a:ext uri="{FF2B5EF4-FFF2-40B4-BE49-F238E27FC236}">
                    <a16:creationId xmlns:a16="http://schemas.microsoft.com/office/drawing/2014/main" id="{0E5B4758-3F14-3CDE-4E4A-AA8515FDEFEF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3" name="pg2446">
                <a:extLst>
                  <a:ext uri="{FF2B5EF4-FFF2-40B4-BE49-F238E27FC236}">
                    <a16:creationId xmlns:a16="http://schemas.microsoft.com/office/drawing/2014/main" id="{70E90E32-452B-C9E2-EE83-64A549694B3B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4" name="pg2447">
                <a:extLst>
                  <a:ext uri="{FF2B5EF4-FFF2-40B4-BE49-F238E27FC236}">
                    <a16:creationId xmlns:a16="http://schemas.microsoft.com/office/drawing/2014/main" id="{180692A7-1EB8-A917-1D87-984D8B372E9C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5" name="pg2448">
                <a:extLst>
                  <a:ext uri="{FF2B5EF4-FFF2-40B4-BE49-F238E27FC236}">
                    <a16:creationId xmlns:a16="http://schemas.microsoft.com/office/drawing/2014/main" id="{CCC0B3E1-815C-89B5-90C1-38C1D8001560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6" name="pg2449">
                <a:extLst>
                  <a:ext uri="{FF2B5EF4-FFF2-40B4-BE49-F238E27FC236}">
                    <a16:creationId xmlns:a16="http://schemas.microsoft.com/office/drawing/2014/main" id="{B9D826E5-6ED0-A3D3-F49C-B56B0CAB0C80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7" name="pg2450">
                <a:extLst>
                  <a:ext uri="{FF2B5EF4-FFF2-40B4-BE49-F238E27FC236}">
                    <a16:creationId xmlns:a16="http://schemas.microsoft.com/office/drawing/2014/main" id="{2F33BF99-352D-2D7D-0268-1D40BAF5A887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8" name="pg2451">
                <a:extLst>
                  <a:ext uri="{FF2B5EF4-FFF2-40B4-BE49-F238E27FC236}">
                    <a16:creationId xmlns:a16="http://schemas.microsoft.com/office/drawing/2014/main" id="{7443DA50-373F-3B27-D989-0C20A7AD2A18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59" name="pg2452">
                <a:extLst>
                  <a:ext uri="{FF2B5EF4-FFF2-40B4-BE49-F238E27FC236}">
                    <a16:creationId xmlns:a16="http://schemas.microsoft.com/office/drawing/2014/main" id="{2C37440D-3A58-3F72-F9E3-B0B8CCB91E71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0" name="pg2453">
                <a:extLst>
                  <a:ext uri="{FF2B5EF4-FFF2-40B4-BE49-F238E27FC236}">
                    <a16:creationId xmlns:a16="http://schemas.microsoft.com/office/drawing/2014/main" id="{C4015B0C-E28B-4DA6-A104-28B365F7839D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1" name="pg2454">
                <a:extLst>
                  <a:ext uri="{FF2B5EF4-FFF2-40B4-BE49-F238E27FC236}">
                    <a16:creationId xmlns:a16="http://schemas.microsoft.com/office/drawing/2014/main" id="{F19A6F43-C805-FC08-EAF7-764497DBAB17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2" name="pg2455">
                <a:extLst>
                  <a:ext uri="{FF2B5EF4-FFF2-40B4-BE49-F238E27FC236}">
                    <a16:creationId xmlns:a16="http://schemas.microsoft.com/office/drawing/2014/main" id="{2B3D8055-2891-F886-5C38-93525B6DA7D9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3" name="pg2456">
                <a:extLst>
                  <a:ext uri="{FF2B5EF4-FFF2-40B4-BE49-F238E27FC236}">
                    <a16:creationId xmlns:a16="http://schemas.microsoft.com/office/drawing/2014/main" id="{00CFCE50-3CDE-88BD-F8F3-DF3E33F981A7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4" name="pg2457">
                <a:extLst>
                  <a:ext uri="{FF2B5EF4-FFF2-40B4-BE49-F238E27FC236}">
                    <a16:creationId xmlns:a16="http://schemas.microsoft.com/office/drawing/2014/main" id="{86D890FB-5ADE-75D0-897D-088BD298B31E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5" name="pg2458">
                <a:extLst>
                  <a:ext uri="{FF2B5EF4-FFF2-40B4-BE49-F238E27FC236}">
                    <a16:creationId xmlns:a16="http://schemas.microsoft.com/office/drawing/2014/main" id="{4C957753-6CAB-1B59-438E-1348A8DF9EA3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6" name="pg2459">
                <a:extLst>
                  <a:ext uri="{FF2B5EF4-FFF2-40B4-BE49-F238E27FC236}">
                    <a16:creationId xmlns:a16="http://schemas.microsoft.com/office/drawing/2014/main" id="{9372C6EC-F6E1-F870-8603-B03DDCB1BB45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7" name="pg2460">
                <a:extLst>
                  <a:ext uri="{FF2B5EF4-FFF2-40B4-BE49-F238E27FC236}">
                    <a16:creationId xmlns:a16="http://schemas.microsoft.com/office/drawing/2014/main" id="{3FFA69A2-3433-11FF-B69D-02C0FDEBAF3C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8" name="pg2461">
                <a:extLst>
                  <a:ext uri="{FF2B5EF4-FFF2-40B4-BE49-F238E27FC236}">
                    <a16:creationId xmlns:a16="http://schemas.microsoft.com/office/drawing/2014/main" id="{09974A92-B705-7DC7-5E0E-F391DD3C7C91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69" name="pg2462">
                <a:extLst>
                  <a:ext uri="{FF2B5EF4-FFF2-40B4-BE49-F238E27FC236}">
                    <a16:creationId xmlns:a16="http://schemas.microsoft.com/office/drawing/2014/main" id="{2D0A32D0-B239-3C7B-78CB-DD380A8633D8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D">
                  <a:alpha val="100000"/>
                </a:srgbClr>
              </a:solidFill>
              <a:ln w="5420" cap="flat">
                <a:solidFill>
                  <a:srgbClr val="3C48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0" name="pg2463">
                <a:extLst>
                  <a:ext uri="{FF2B5EF4-FFF2-40B4-BE49-F238E27FC236}">
                    <a16:creationId xmlns:a16="http://schemas.microsoft.com/office/drawing/2014/main" id="{8EBFB776-D996-15C9-0DF6-14F5E7FEBD4F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1" name="pg2464">
                <a:extLst>
                  <a:ext uri="{FF2B5EF4-FFF2-40B4-BE49-F238E27FC236}">
                    <a16:creationId xmlns:a16="http://schemas.microsoft.com/office/drawing/2014/main" id="{721F9DCB-BD1F-59B0-9A58-16C0335457DE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2" name="pg2465">
                <a:extLst>
                  <a:ext uri="{FF2B5EF4-FFF2-40B4-BE49-F238E27FC236}">
                    <a16:creationId xmlns:a16="http://schemas.microsoft.com/office/drawing/2014/main" id="{33810542-D537-FB0A-5A6B-566FB4F497C1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3" name="pg2466">
                <a:extLst>
                  <a:ext uri="{FF2B5EF4-FFF2-40B4-BE49-F238E27FC236}">
                    <a16:creationId xmlns:a16="http://schemas.microsoft.com/office/drawing/2014/main" id="{2C85892A-F660-7370-ED12-345FB530EA4C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4" name="pg2467">
                <a:extLst>
                  <a:ext uri="{FF2B5EF4-FFF2-40B4-BE49-F238E27FC236}">
                    <a16:creationId xmlns:a16="http://schemas.microsoft.com/office/drawing/2014/main" id="{1ECE6873-70E4-125F-E718-E12AB5405366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5" name="pg2468">
                <a:extLst>
                  <a:ext uri="{FF2B5EF4-FFF2-40B4-BE49-F238E27FC236}">
                    <a16:creationId xmlns:a16="http://schemas.microsoft.com/office/drawing/2014/main" id="{17A3A7AB-D0D3-4DB1-A941-3C99AADDD31C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6" name="pg2469">
                <a:extLst>
                  <a:ext uri="{FF2B5EF4-FFF2-40B4-BE49-F238E27FC236}">
                    <a16:creationId xmlns:a16="http://schemas.microsoft.com/office/drawing/2014/main" id="{9B9092A5-2F08-C5A0-106F-AB01F2EE7295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7" name="pg2470">
                <a:extLst>
                  <a:ext uri="{FF2B5EF4-FFF2-40B4-BE49-F238E27FC236}">
                    <a16:creationId xmlns:a16="http://schemas.microsoft.com/office/drawing/2014/main" id="{F8D29C64-2530-8149-89E6-ECB53FE0E829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8" name="pg2471">
                <a:extLst>
                  <a:ext uri="{FF2B5EF4-FFF2-40B4-BE49-F238E27FC236}">
                    <a16:creationId xmlns:a16="http://schemas.microsoft.com/office/drawing/2014/main" id="{8C197B9E-D04D-211B-328F-4A0996BBF900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79" name="pg2472">
                <a:extLst>
                  <a:ext uri="{FF2B5EF4-FFF2-40B4-BE49-F238E27FC236}">
                    <a16:creationId xmlns:a16="http://schemas.microsoft.com/office/drawing/2014/main" id="{5D3E5473-4D91-615D-8EC6-6DB6DE67B45E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0" name="pg2473">
                <a:extLst>
                  <a:ext uri="{FF2B5EF4-FFF2-40B4-BE49-F238E27FC236}">
                    <a16:creationId xmlns:a16="http://schemas.microsoft.com/office/drawing/2014/main" id="{A09ACA1B-44BC-C4E5-1898-6AB6713A85F9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1" name="pg2474">
                <a:extLst>
                  <a:ext uri="{FF2B5EF4-FFF2-40B4-BE49-F238E27FC236}">
                    <a16:creationId xmlns:a16="http://schemas.microsoft.com/office/drawing/2014/main" id="{2343373C-E03A-457F-70B6-91C73507084E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2" name="pg2475">
                <a:extLst>
                  <a:ext uri="{FF2B5EF4-FFF2-40B4-BE49-F238E27FC236}">
                    <a16:creationId xmlns:a16="http://schemas.microsoft.com/office/drawing/2014/main" id="{837DD42F-B6B4-5D03-8387-6459D570283B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3" name="pg2476">
                <a:extLst>
                  <a:ext uri="{FF2B5EF4-FFF2-40B4-BE49-F238E27FC236}">
                    <a16:creationId xmlns:a16="http://schemas.microsoft.com/office/drawing/2014/main" id="{423CFC8F-2F61-DFE6-6BC6-45283AFF8208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4" name="pg2477">
                <a:extLst>
                  <a:ext uri="{FF2B5EF4-FFF2-40B4-BE49-F238E27FC236}">
                    <a16:creationId xmlns:a16="http://schemas.microsoft.com/office/drawing/2014/main" id="{87B444D7-E4D5-60BE-426D-DE19146E6752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5" name="pg2478">
                <a:extLst>
                  <a:ext uri="{FF2B5EF4-FFF2-40B4-BE49-F238E27FC236}">
                    <a16:creationId xmlns:a16="http://schemas.microsoft.com/office/drawing/2014/main" id="{D188EB97-97FB-63CD-1780-E736D4D547AF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6" name="pg2479">
                <a:extLst>
                  <a:ext uri="{FF2B5EF4-FFF2-40B4-BE49-F238E27FC236}">
                    <a16:creationId xmlns:a16="http://schemas.microsoft.com/office/drawing/2014/main" id="{ACCEC269-3E27-FC04-B973-96AB6AF95D7C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7" name="pg2480">
                <a:extLst>
                  <a:ext uri="{FF2B5EF4-FFF2-40B4-BE49-F238E27FC236}">
                    <a16:creationId xmlns:a16="http://schemas.microsoft.com/office/drawing/2014/main" id="{32647F97-CD6F-7B39-4186-D69D176B5570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8" name="pg2481">
                <a:extLst>
                  <a:ext uri="{FF2B5EF4-FFF2-40B4-BE49-F238E27FC236}">
                    <a16:creationId xmlns:a16="http://schemas.microsoft.com/office/drawing/2014/main" id="{97D6FEE1-4684-D0B4-C814-16F9210E704A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89" name="pg2482">
                <a:extLst>
                  <a:ext uri="{FF2B5EF4-FFF2-40B4-BE49-F238E27FC236}">
                    <a16:creationId xmlns:a16="http://schemas.microsoft.com/office/drawing/2014/main" id="{60D627AD-1EB4-DE8C-B936-6003B3C348D4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0" name="pg2483">
                <a:extLst>
                  <a:ext uri="{FF2B5EF4-FFF2-40B4-BE49-F238E27FC236}">
                    <a16:creationId xmlns:a16="http://schemas.microsoft.com/office/drawing/2014/main" id="{43AAB96B-AFE4-8175-6ECB-FC9A1E3ACE16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1" name="pg2484">
                <a:extLst>
                  <a:ext uri="{FF2B5EF4-FFF2-40B4-BE49-F238E27FC236}">
                    <a16:creationId xmlns:a16="http://schemas.microsoft.com/office/drawing/2014/main" id="{72CCC6E3-DECD-768C-291C-7F9C478440FC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2" name="pg2485">
                <a:extLst>
                  <a:ext uri="{FF2B5EF4-FFF2-40B4-BE49-F238E27FC236}">
                    <a16:creationId xmlns:a16="http://schemas.microsoft.com/office/drawing/2014/main" id="{A3641EF7-9A8A-1C1E-1EF2-16AFFC27CC4F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3" name="pg2486">
                <a:extLst>
                  <a:ext uri="{FF2B5EF4-FFF2-40B4-BE49-F238E27FC236}">
                    <a16:creationId xmlns:a16="http://schemas.microsoft.com/office/drawing/2014/main" id="{8BBB7D85-9250-30E2-10FE-328034AF7624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4" name="pg2487">
                <a:extLst>
                  <a:ext uri="{FF2B5EF4-FFF2-40B4-BE49-F238E27FC236}">
                    <a16:creationId xmlns:a16="http://schemas.microsoft.com/office/drawing/2014/main" id="{C36A8680-7EED-E2EC-E6BA-870CD8DC8E2D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5" name="pg2488">
                <a:extLst>
                  <a:ext uri="{FF2B5EF4-FFF2-40B4-BE49-F238E27FC236}">
                    <a16:creationId xmlns:a16="http://schemas.microsoft.com/office/drawing/2014/main" id="{77E26A56-3FBC-3A77-D740-3F4A68B11227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6" name="pg2489">
                <a:extLst>
                  <a:ext uri="{FF2B5EF4-FFF2-40B4-BE49-F238E27FC236}">
                    <a16:creationId xmlns:a16="http://schemas.microsoft.com/office/drawing/2014/main" id="{ACA1C2AB-3B39-5808-B609-66C80D5F8BB1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7" name="pg2490">
                <a:extLst>
                  <a:ext uri="{FF2B5EF4-FFF2-40B4-BE49-F238E27FC236}">
                    <a16:creationId xmlns:a16="http://schemas.microsoft.com/office/drawing/2014/main" id="{FB0F0EA0-5A40-748A-F70A-EF23BD7459EF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8" name="pg2491">
                <a:extLst>
                  <a:ext uri="{FF2B5EF4-FFF2-40B4-BE49-F238E27FC236}">
                    <a16:creationId xmlns:a16="http://schemas.microsoft.com/office/drawing/2014/main" id="{F3ECFCF3-1CE2-2CA2-C3BD-D570073B1029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399" name="pg2492">
                <a:extLst>
                  <a:ext uri="{FF2B5EF4-FFF2-40B4-BE49-F238E27FC236}">
                    <a16:creationId xmlns:a16="http://schemas.microsoft.com/office/drawing/2014/main" id="{ACE909A7-D960-E0F7-0D5E-975969F38498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0" name="pg2493">
                <a:extLst>
                  <a:ext uri="{FF2B5EF4-FFF2-40B4-BE49-F238E27FC236}">
                    <a16:creationId xmlns:a16="http://schemas.microsoft.com/office/drawing/2014/main" id="{B3BD891D-6496-6C27-C36C-9F80A27AD304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1" name="pg2494">
                <a:extLst>
                  <a:ext uri="{FF2B5EF4-FFF2-40B4-BE49-F238E27FC236}">
                    <a16:creationId xmlns:a16="http://schemas.microsoft.com/office/drawing/2014/main" id="{63F862AC-DED9-1881-0D66-5F8181B93300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2" name="pg2495">
                <a:extLst>
                  <a:ext uri="{FF2B5EF4-FFF2-40B4-BE49-F238E27FC236}">
                    <a16:creationId xmlns:a16="http://schemas.microsoft.com/office/drawing/2014/main" id="{BB7A45D0-951B-87FA-6A74-ABA066ACF9B5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3" name="pg2496">
                <a:extLst>
                  <a:ext uri="{FF2B5EF4-FFF2-40B4-BE49-F238E27FC236}">
                    <a16:creationId xmlns:a16="http://schemas.microsoft.com/office/drawing/2014/main" id="{68F520C6-EF6F-12FF-1FD1-BCE5947254DA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4" name="pg2497">
                <a:extLst>
                  <a:ext uri="{FF2B5EF4-FFF2-40B4-BE49-F238E27FC236}">
                    <a16:creationId xmlns:a16="http://schemas.microsoft.com/office/drawing/2014/main" id="{B0FB8805-B141-0405-C58B-A2FCB7894E46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5" name="pg2498">
                <a:extLst>
                  <a:ext uri="{FF2B5EF4-FFF2-40B4-BE49-F238E27FC236}">
                    <a16:creationId xmlns:a16="http://schemas.microsoft.com/office/drawing/2014/main" id="{1D21DB7C-6932-295C-BD67-643CEC1F79AA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6" name="pg2499">
                <a:extLst>
                  <a:ext uri="{FF2B5EF4-FFF2-40B4-BE49-F238E27FC236}">
                    <a16:creationId xmlns:a16="http://schemas.microsoft.com/office/drawing/2014/main" id="{F0125740-AB6A-49C5-81AA-E1F6A5E25629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7" name="pg2500">
                <a:extLst>
                  <a:ext uri="{FF2B5EF4-FFF2-40B4-BE49-F238E27FC236}">
                    <a16:creationId xmlns:a16="http://schemas.microsoft.com/office/drawing/2014/main" id="{A5F1F537-2EE8-8216-567C-BD52F07ECC66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3">
                  <a:alpha val="100000"/>
                </a:srgbClr>
              </a:solidFill>
              <a:ln w="5420" cap="flat">
                <a:solidFill>
                  <a:srgbClr val="3A34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8" name="pg2501">
                <a:extLst>
                  <a:ext uri="{FF2B5EF4-FFF2-40B4-BE49-F238E27FC236}">
                    <a16:creationId xmlns:a16="http://schemas.microsoft.com/office/drawing/2014/main" id="{0ED222CD-201C-2D23-ACA2-751B3A239F04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09" name="pg2502">
                <a:extLst>
                  <a:ext uri="{FF2B5EF4-FFF2-40B4-BE49-F238E27FC236}">
                    <a16:creationId xmlns:a16="http://schemas.microsoft.com/office/drawing/2014/main" id="{123F39CD-AD88-29E9-358B-908946428109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0" name="pg2503">
                <a:extLst>
                  <a:ext uri="{FF2B5EF4-FFF2-40B4-BE49-F238E27FC236}">
                    <a16:creationId xmlns:a16="http://schemas.microsoft.com/office/drawing/2014/main" id="{481174A1-0C3E-8D32-13ED-641FA7BC0030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1" name="pg2504">
                <a:extLst>
                  <a:ext uri="{FF2B5EF4-FFF2-40B4-BE49-F238E27FC236}">
                    <a16:creationId xmlns:a16="http://schemas.microsoft.com/office/drawing/2014/main" id="{C71D6203-8A5E-67B3-F7E8-5359266D9866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2" name="pg2505">
                <a:extLst>
                  <a:ext uri="{FF2B5EF4-FFF2-40B4-BE49-F238E27FC236}">
                    <a16:creationId xmlns:a16="http://schemas.microsoft.com/office/drawing/2014/main" id="{04B93DE6-3394-994A-B550-472CAAFDF74A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3" name="pg2506">
                <a:extLst>
                  <a:ext uri="{FF2B5EF4-FFF2-40B4-BE49-F238E27FC236}">
                    <a16:creationId xmlns:a16="http://schemas.microsoft.com/office/drawing/2014/main" id="{FB7ADF41-3885-6BE2-70A4-F34A81FC3606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4" name="pg2507">
                <a:extLst>
                  <a:ext uri="{FF2B5EF4-FFF2-40B4-BE49-F238E27FC236}">
                    <a16:creationId xmlns:a16="http://schemas.microsoft.com/office/drawing/2014/main" id="{DDCEA511-89ED-9865-FEE5-EDE9D6549E1F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5" name="pg2508">
                <a:extLst>
                  <a:ext uri="{FF2B5EF4-FFF2-40B4-BE49-F238E27FC236}">
                    <a16:creationId xmlns:a16="http://schemas.microsoft.com/office/drawing/2014/main" id="{3B62A291-6997-0B65-F508-2A72D0E77C26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6" name="pg2509">
                <a:extLst>
                  <a:ext uri="{FF2B5EF4-FFF2-40B4-BE49-F238E27FC236}">
                    <a16:creationId xmlns:a16="http://schemas.microsoft.com/office/drawing/2014/main" id="{20FD4B49-F3E7-B625-B8A9-25B7AF2442BC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7" name="pg2510">
                <a:extLst>
                  <a:ext uri="{FF2B5EF4-FFF2-40B4-BE49-F238E27FC236}">
                    <a16:creationId xmlns:a16="http://schemas.microsoft.com/office/drawing/2014/main" id="{A6375541-2656-A4CF-2BB7-47D93AA40E52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8" name="pg2511">
                <a:extLst>
                  <a:ext uri="{FF2B5EF4-FFF2-40B4-BE49-F238E27FC236}">
                    <a16:creationId xmlns:a16="http://schemas.microsoft.com/office/drawing/2014/main" id="{EB779577-647C-3A58-EEA2-918B1B3F815C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19" name="pg2512">
                <a:extLst>
                  <a:ext uri="{FF2B5EF4-FFF2-40B4-BE49-F238E27FC236}">
                    <a16:creationId xmlns:a16="http://schemas.microsoft.com/office/drawing/2014/main" id="{BC88F87C-F7C4-4B79-8F4C-D48812477EED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0" name="pg2513">
                <a:extLst>
                  <a:ext uri="{FF2B5EF4-FFF2-40B4-BE49-F238E27FC236}">
                    <a16:creationId xmlns:a16="http://schemas.microsoft.com/office/drawing/2014/main" id="{AA930CDA-3BD2-AB00-B2AA-92BF36A43C33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1" name="pg2514">
                <a:extLst>
                  <a:ext uri="{FF2B5EF4-FFF2-40B4-BE49-F238E27FC236}">
                    <a16:creationId xmlns:a16="http://schemas.microsoft.com/office/drawing/2014/main" id="{D2340704-309E-3947-D6CB-540E37C4637A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2" name="pg2515">
                <a:extLst>
                  <a:ext uri="{FF2B5EF4-FFF2-40B4-BE49-F238E27FC236}">
                    <a16:creationId xmlns:a16="http://schemas.microsoft.com/office/drawing/2014/main" id="{D4332951-C217-6BA5-5BCE-F5D36A66CEC0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3" name="pg2516">
                <a:extLst>
                  <a:ext uri="{FF2B5EF4-FFF2-40B4-BE49-F238E27FC236}">
                    <a16:creationId xmlns:a16="http://schemas.microsoft.com/office/drawing/2014/main" id="{9A3A04A4-A0A6-E092-E4FF-38D8510106B6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4" name="pg2517">
                <a:extLst>
                  <a:ext uri="{FF2B5EF4-FFF2-40B4-BE49-F238E27FC236}">
                    <a16:creationId xmlns:a16="http://schemas.microsoft.com/office/drawing/2014/main" id="{7285863D-A6F0-3A48-F8A4-AB6E21F80A1B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5" name="pg2518">
                <a:extLst>
                  <a:ext uri="{FF2B5EF4-FFF2-40B4-BE49-F238E27FC236}">
                    <a16:creationId xmlns:a16="http://schemas.microsoft.com/office/drawing/2014/main" id="{663160A5-3981-DC54-83B6-F19717DA4876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6" name="pg2519">
                <a:extLst>
                  <a:ext uri="{FF2B5EF4-FFF2-40B4-BE49-F238E27FC236}">
                    <a16:creationId xmlns:a16="http://schemas.microsoft.com/office/drawing/2014/main" id="{870D388F-AF78-1E32-C8B3-5D4DE9A9FFA4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7" name="pg2520">
                <a:extLst>
                  <a:ext uri="{FF2B5EF4-FFF2-40B4-BE49-F238E27FC236}">
                    <a16:creationId xmlns:a16="http://schemas.microsoft.com/office/drawing/2014/main" id="{8169A860-7C4F-BD4E-800F-626BF10E1D7E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8" name="pg2521">
                <a:extLst>
                  <a:ext uri="{FF2B5EF4-FFF2-40B4-BE49-F238E27FC236}">
                    <a16:creationId xmlns:a16="http://schemas.microsoft.com/office/drawing/2014/main" id="{0B1D51A3-B3D3-6648-B1DF-66388A3742D0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29" name="pg2522">
                <a:extLst>
                  <a:ext uri="{FF2B5EF4-FFF2-40B4-BE49-F238E27FC236}">
                    <a16:creationId xmlns:a16="http://schemas.microsoft.com/office/drawing/2014/main" id="{9B02B700-7C94-53E2-D8D1-832C76B2B09D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0" name="pg2523">
                <a:extLst>
                  <a:ext uri="{FF2B5EF4-FFF2-40B4-BE49-F238E27FC236}">
                    <a16:creationId xmlns:a16="http://schemas.microsoft.com/office/drawing/2014/main" id="{48DA69FA-8F33-B938-CC1B-4E79BE45EB07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1" name="pg2524">
                <a:extLst>
                  <a:ext uri="{FF2B5EF4-FFF2-40B4-BE49-F238E27FC236}">
                    <a16:creationId xmlns:a16="http://schemas.microsoft.com/office/drawing/2014/main" id="{3F329D5B-E065-D92D-BC10-64535C429C33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2" name="pg2525">
                <a:extLst>
                  <a:ext uri="{FF2B5EF4-FFF2-40B4-BE49-F238E27FC236}">
                    <a16:creationId xmlns:a16="http://schemas.microsoft.com/office/drawing/2014/main" id="{90163E65-2233-2CD4-951A-C67A0A1DC0D8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3" name="pg2526">
                <a:extLst>
                  <a:ext uri="{FF2B5EF4-FFF2-40B4-BE49-F238E27FC236}">
                    <a16:creationId xmlns:a16="http://schemas.microsoft.com/office/drawing/2014/main" id="{111318D5-B1E9-E010-430D-3E25AB728262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4" name="pg2527">
                <a:extLst>
                  <a:ext uri="{FF2B5EF4-FFF2-40B4-BE49-F238E27FC236}">
                    <a16:creationId xmlns:a16="http://schemas.microsoft.com/office/drawing/2014/main" id="{0AD4237C-B189-CE01-E05E-30429712CAF0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5" name="pg2528">
                <a:extLst>
                  <a:ext uri="{FF2B5EF4-FFF2-40B4-BE49-F238E27FC236}">
                    <a16:creationId xmlns:a16="http://schemas.microsoft.com/office/drawing/2014/main" id="{D7BB76FF-392D-D151-928C-7F411F6E2484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6" name="pg2529">
                <a:extLst>
                  <a:ext uri="{FF2B5EF4-FFF2-40B4-BE49-F238E27FC236}">
                    <a16:creationId xmlns:a16="http://schemas.microsoft.com/office/drawing/2014/main" id="{81FAC0D2-47DE-A2D8-5768-F18D56084F85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7" name="pg2530">
                <a:extLst>
                  <a:ext uri="{FF2B5EF4-FFF2-40B4-BE49-F238E27FC236}">
                    <a16:creationId xmlns:a16="http://schemas.microsoft.com/office/drawing/2014/main" id="{14DC9B93-59E0-7D30-7A4D-EC999005F392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8" name="pg2531">
                <a:extLst>
                  <a:ext uri="{FF2B5EF4-FFF2-40B4-BE49-F238E27FC236}">
                    <a16:creationId xmlns:a16="http://schemas.microsoft.com/office/drawing/2014/main" id="{935AC38E-E80E-EB54-16AD-7F603A84F639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39" name="pg2532">
                <a:extLst>
                  <a:ext uri="{FF2B5EF4-FFF2-40B4-BE49-F238E27FC236}">
                    <a16:creationId xmlns:a16="http://schemas.microsoft.com/office/drawing/2014/main" id="{9693E56B-F6D8-827E-D919-DB3DDD1AB781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0" name="pg2533">
                <a:extLst>
                  <a:ext uri="{FF2B5EF4-FFF2-40B4-BE49-F238E27FC236}">
                    <a16:creationId xmlns:a16="http://schemas.microsoft.com/office/drawing/2014/main" id="{FE9B55A7-7B9C-9A96-64C8-55277DB69E3E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1" name="pg2534">
                <a:extLst>
                  <a:ext uri="{FF2B5EF4-FFF2-40B4-BE49-F238E27FC236}">
                    <a16:creationId xmlns:a16="http://schemas.microsoft.com/office/drawing/2014/main" id="{7860F15F-6D41-1661-A1C7-EFAC66F77E57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2" name="pg2535">
                <a:extLst>
                  <a:ext uri="{FF2B5EF4-FFF2-40B4-BE49-F238E27FC236}">
                    <a16:creationId xmlns:a16="http://schemas.microsoft.com/office/drawing/2014/main" id="{9BC30DAC-C5EF-DF21-2C48-439E617AFB8C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3" name="pg2536">
                <a:extLst>
                  <a:ext uri="{FF2B5EF4-FFF2-40B4-BE49-F238E27FC236}">
                    <a16:creationId xmlns:a16="http://schemas.microsoft.com/office/drawing/2014/main" id="{939F30CA-6C48-0522-5C66-9891AAF22440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4" name="pg2537">
                <a:extLst>
                  <a:ext uri="{FF2B5EF4-FFF2-40B4-BE49-F238E27FC236}">
                    <a16:creationId xmlns:a16="http://schemas.microsoft.com/office/drawing/2014/main" id="{7F780211-394C-8646-85BB-F6FF22DEF4F3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5" name="pg2538">
                <a:extLst>
                  <a:ext uri="{FF2B5EF4-FFF2-40B4-BE49-F238E27FC236}">
                    <a16:creationId xmlns:a16="http://schemas.microsoft.com/office/drawing/2014/main" id="{EA389E56-978E-B4D9-58C7-11EDCC984960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6" name="pg2539">
                <a:extLst>
                  <a:ext uri="{FF2B5EF4-FFF2-40B4-BE49-F238E27FC236}">
                    <a16:creationId xmlns:a16="http://schemas.microsoft.com/office/drawing/2014/main" id="{34A2F7C9-457E-0189-A3B6-DBC3C486D7D6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7" name="pg2540">
                <a:extLst>
                  <a:ext uri="{FF2B5EF4-FFF2-40B4-BE49-F238E27FC236}">
                    <a16:creationId xmlns:a16="http://schemas.microsoft.com/office/drawing/2014/main" id="{A0849D24-6F9E-7CDC-AFE9-440F4E1AB7CF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8" name="pg2541">
                <a:extLst>
                  <a:ext uri="{FF2B5EF4-FFF2-40B4-BE49-F238E27FC236}">
                    <a16:creationId xmlns:a16="http://schemas.microsoft.com/office/drawing/2014/main" id="{1830E83D-5BA6-EDBA-022D-7C4375762552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49" name="pg2542">
                <a:extLst>
                  <a:ext uri="{FF2B5EF4-FFF2-40B4-BE49-F238E27FC236}">
                    <a16:creationId xmlns:a16="http://schemas.microsoft.com/office/drawing/2014/main" id="{B987FE25-0829-3631-20B3-AC907DDBA86A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0" name="pg2543">
                <a:extLst>
                  <a:ext uri="{FF2B5EF4-FFF2-40B4-BE49-F238E27FC236}">
                    <a16:creationId xmlns:a16="http://schemas.microsoft.com/office/drawing/2014/main" id="{1529C18D-9F98-7F2D-B456-F58066C88326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1" name="pg2544">
                <a:extLst>
                  <a:ext uri="{FF2B5EF4-FFF2-40B4-BE49-F238E27FC236}">
                    <a16:creationId xmlns:a16="http://schemas.microsoft.com/office/drawing/2014/main" id="{5B1985B2-5AE8-86D2-57D9-73BC87EE3204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2" name="pg2545">
                <a:extLst>
                  <a:ext uri="{FF2B5EF4-FFF2-40B4-BE49-F238E27FC236}">
                    <a16:creationId xmlns:a16="http://schemas.microsoft.com/office/drawing/2014/main" id="{7BDAF4DC-5DA8-C758-D98D-D29937A6C078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3" name="pg2546">
                <a:extLst>
                  <a:ext uri="{FF2B5EF4-FFF2-40B4-BE49-F238E27FC236}">
                    <a16:creationId xmlns:a16="http://schemas.microsoft.com/office/drawing/2014/main" id="{1348C1D6-7271-047E-C846-6F5968B387F4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4" name="pg2547">
                <a:extLst>
                  <a:ext uri="{FF2B5EF4-FFF2-40B4-BE49-F238E27FC236}">
                    <a16:creationId xmlns:a16="http://schemas.microsoft.com/office/drawing/2014/main" id="{F31A6B8A-CF03-D6A6-883A-0D5E5498E93C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5" name="pg2548">
                <a:extLst>
                  <a:ext uri="{FF2B5EF4-FFF2-40B4-BE49-F238E27FC236}">
                    <a16:creationId xmlns:a16="http://schemas.microsoft.com/office/drawing/2014/main" id="{B1D2DF27-1DD8-6341-08E2-CD540876ECF2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6" name="pg2549">
                <a:extLst>
                  <a:ext uri="{FF2B5EF4-FFF2-40B4-BE49-F238E27FC236}">
                    <a16:creationId xmlns:a16="http://schemas.microsoft.com/office/drawing/2014/main" id="{F4E57D04-B07F-8347-B913-38204E7680D2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7" name="pg2550">
                <a:extLst>
                  <a:ext uri="{FF2B5EF4-FFF2-40B4-BE49-F238E27FC236}">
                    <a16:creationId xmlns:a16="http://schemas.microsoft.com/office/drawing/2014/main" id="{6140AC88-72E8-44C2-0F87-2CE4FE070E66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8" name="pg2551">
                <a:extLst>
                  <a:ext uri="{FF2B5EF4-FFF2-40B4-BE49-F238E27FC236}">
                    <a16:creationId xmlns:a16="http://schemas.microsoft.com/office/drawing/2014/main" id="{5CD717DC-5F6E-85B5-F8B5-992AF09C121D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59" name="pg2552">
                <a:extLst>
                  <a:ext uri="{FF2B5EF4-FFF2-40B4-BE49-F238E27FC236}">
                    <a16:creationId xmlns:a16="http://schemas.microsoft.com/office/drawing/2014/main" id="{F16EF1D6-73CC-0490-6DA5-AAE59FDF68C8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0" name="pg2553">
                <a:extLst>
                  <a:ext uri="{FF2B5EF4-FFF2-40B4-BE49-F238E27FC236}">
                    <a16:creationId xmlns:a16="http://schemas.microsoft.com/office/drawing/2014/main" id="{F76FCFA6-8FD3-F457-9D79-8327D393D373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1" name="pg2554">
                <a:extLst>
                  <a:ext uri="{FF2B5EF4-FFF2-40B4-BE49-F238E27FC236}">
                    <a16:creationId xmlns:a16="http://schemas.microsoft.com/office/drawing/2014/main" id="{948A6152-361C-05F2-4518-D6779F0CABAB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2" name="pg2555">
                <a:extLst>
                  <a:ext uri="{FF2B5EF4-FFF2-40B4-BE49-F238E27FC236}">
                    <a16:creationId xmlns:a16="http://schemas.microsoft.com/office/drawing/2014/main" id="{17770191-B3C9-7741-4630-ED20263A81F0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3" name="pg2556">
                <a:extLst>
                  <a:ext uri="{FF2B5EF4-FFF2-40B4-BE49-F238E27FC236}">
                    <a16:creationId xmlns:a16="http://schemas.microsoft.com/office/drawing/2014/main" id="{42B7C2E3-BA18-2477-49D0-3A5B3A7A790E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4" name="pg2557">
                <a:extLst>
                  <a:ext uri="{FF2B5EF4-FFF2-40B4-BE49-F238E27FC236}">
                    <a16:creationId xmlns:a16="http://schemas.microsoft.com/office/drawing/2014/main" id="{805E3764-C9E2-DC2A-A1AA-1BDDA1597A5C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5" name="pg2558">
                <a:extLst>
                  <a:ext uri="{FF2B5EF4-FFF2-40B4-BE49-F238E27FC236}">
                    <a16:creationId xmlns:a16="http://schemas.microsoft.com/office/drawing/2014/main" id="{E049C37D-5FD5-CF11-0305-221BD817D6D5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6" name="pg2559">
                <a:extLst>
                  <a:ext uri="{FF2B5EF4-FFF2-40B4-BE49-F238E27FC236}">
                    <a16:creationId xmlns:a16="http://schemas.microsoft.com/office/drawing/2014/main" id="{2CF4AC44-49B3-B6AB-C1D7-75C00DD037B6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7" name="pg2560">
                <a:extLst>
                  <a:ext uri="{FF2B5EF4-FFF2-40B4-BE49-F238E27FC236}">
                    <a16:creationId xmlns:a16="http://schemas.microsoft.com/office/drawing/2014/main" id="{5E871EEC-8203-CE51-FE4A-1C9979A86067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8" name="pg2561">
                <a:extLst>
                  <a:ext uri="{FF2B5EF4-FFF2-40B4-BE49-F238E27FC236}">
                    <a16:creationId xmlns:a16="http://schemas.microsoft.com/office/drawing/2014/main" id="{A4DA185B-B4F8-38EF-7729-E29AFB860831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69" name="pg2562">
                <a:extLst>
                  <a:ext uri="{FF2B5EF4-FFF2-40B4-BE49-F238E27FC236}">
                    <a16:creationId xmlns:a16="http://schemas.microsoft.com/office/drawing/2014/main" id="{BD18D665-489C-3320-3D87-8C9F857AD147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0" name="pg2563">
                <a:extLst>
                  <a:ext uri="{FF2B5EF4-FFF2-40B4-BE49-F238E27FC236}">
                    <a16:creationId xmlns:a16="http://schemas.microsoft.com/office/drawing/2014/main" id="{ECC9603F-77D0-3107-FCED-C1BF248E33CF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1" name="pg2564">
                <a:extLst>
                  <a:ext uri="{FF2B5EF4-FFF2-40B4-BE49-F238E27FC236}">
                    <a16:creationId xmlns:a16="http://schemas.microsoft.com/office/drawing/2014/main" id="{BABA6F30-5397-0A0C-383F-307C0E1957C5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2" name="pg2565">
                <a:extLst>
                  <a:ext uri="{FF2B5EF4-FFF2-40B4-BE49-F238E27FC236}">
                    <a16:creationId xmlns:a16="http://schemas.microsoft.com/office/drawing/2014/main" id="{FA456605-6700-4C6A-7DA8-57D1ACD37F43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3" name="pg2566">
                <a:extLst>
                  <a:ext uri="{FF2B5EF4-FFF2-40B4-BE49-F238E27FC236}">
                    <a16:creationId xmlns:a16="http://schemas.microsoft.com/office/drawing/2014/main" id="{1CF82EAF-8A2F-F939-7EC3-15B6E48E44B1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4" name="pg2567">
                <a:extLst>
                  <a:ext uri="{FF2B5EF4-FFF2-40B4-BE49-F238E27FC236}">
                    <a16:creationId xmlns:a16="http://schemas.microsoft.com/office/drawing/2014/main" id="{F25499FB-21C2-AC9B-9AF7-7C1C15A84A14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5" name="pg2568">
                <a:extLst>
                  <a:ext uri="{FF2B5EF4-FFF2-40B4-BE49-F238E27FC236}">
                    <a16:creationId xmlns:a16="http://schemas.microsoft.com/office/drawing/2014/main" id="{2A978D1E-3AD8-6BA2-D31B-90537B4375B2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6" name="pg2569">
                <a:extLst>
                  <a:ext uri="{FF2B5EF4-FFF2-40B4-BE49-F238E27FC236}">
                    <a16:creationId xmlns:a16="http://schemas.microsoft.com/office/drawing/2014/main" id="{AD8736AD-0238-2BFA-B451-161B0EF029FB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7" name="pg2570">
                <a:extLst>
                  <a:ext uri="{FF2B5EF4-FFF2-40B4-BE49-F238E27FC236}">
                    <a16:creationId xmlns:a16="http://schemas.microsoft.com/office/drawing/2014/main" id="{61DF37D8-040B-B8C7-11E8-13ED46BF9B5F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8" name="pg2571">
                <a:extLst>
                  <a:ext uri="{FF2B5EF4-FFF2-40B4-BE49-F238E27FC236}">
                    <a16:creationId xmlns:a16="http://schemas.microsoft.com/office/drawing/2014/main" id="{DB3E8F78-C574-43CB-8E6A-76A03682A712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79" name="pg2572">
                <a:extLst>
                  <a:ext uri="{FF2B5EF4-FFF2-40B4-BE49-F238E27FC236}">
                    <a16:creationId xmlns:a16="http://schemas.microsoft.com/office/drawing/2014/main" id="{E2A22009-AD5E-3E76-D958-CF5D3742C25D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0" name="pg2573">
                <a:extLst>
                  <a:ext uri="{FF2B5EF4-FFF2-40B4-BE49-F238E27FC236}">
                    <a16:creationId xmlns:a16="http://schemas.microsoft.com/office/drawing/2014/main" id="{4FD44CDF-0410-2F90-CBBD-5389E6F6D920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1" name="pg2574">
                <a:extLst>
                  <a:ext uri="{FF2B5EF4-FFF2-40B4-BE49-F238E27FC236}">
                    <a16:creationId xmlns:a16="http://schemas.microsoft.com/office/drawing/2014/main" id="{6D4F4BE2-5687-E188-9C7C-F413BAF6DE48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2" name="pg2575">
                <a:extLst>
                  <a:ext uri="{FF2B5EF4-FFF2-40B4-BE49-F238E27FC236}">
                    <a16:creationId xmlns:a16="http://schemas.microsoft.com/office/drawing/2014/main" id="{1090B824-8CCC-D692-C108-02A9DE2FFA8B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3" name="pg2576">
                <a:extLst>
                  <a:ext uri="{FF2B5EF4-FFF2-40B4-BE49-F238E27FC236}">
                    <a16:creationId xmlns:a16="http://schemas.microsoft.com/office/drawing/2014/main" id="{C8106B84-966B-2C95-7795-DF6AD59A1FF9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4" name="pg2577">
                <a:extLst>
                  <a:ext uri="{FF2B5EF4-FFF2-40B4-BE49-F238E27FC236}">
                    <a16:creationId xmlns:a16="http://schemas.microsoft.com/office/drawing/2014/main" id="{D3D4FFB2-9B16-8101-5AF5-64BAC9014944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5" name="pg2578">
                <a:extLst>
                  <a:ext uri="{FF2B5EF4-FFF2-40B4-BE49-F238E27FC236}">
                    <a16:creationId xmlns:a16="http://schemas.microsoft.com/office/drawing/2014/main" id="{128A856C-F633-0594-F870-CAE19C4EF5C9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6" name="pg2579">
                <a:extLst>
                  <a:ext uri="{FF2B5EF4-FFF2-40B4-BE49-F238E27FC236}">
                    <a16:creationId xmlns:a16="http://schemas.microsoft.com/office/drawing/2014/main" id="{AD1CE794-28DD-4C29-909A-6BFC00A5B2F6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7" name="pg2580">
                <a:extLst>
                  <a:ext uri="{FF2B5EF4-FFF2-40B4-BE49-F238E27FC236}">
                    <a16:creationId xmlns:a16="http://schemas.microsoft.com/office/drawing/2014/main" id="{F6BC2F90-B843-DCD3-6148-2682E967EDDE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8" name="pg2581">
                <a:extLst>
                  <a:ext uri="{FF2B5EF4-FFF2-40B4-BE49-F238E27FC236}">
                    <a16:creationId xmlns:a16="http://schemas.microsoft.com/office/drawing/2014/main" id="{AF4D7C67-C8EE-506B-7C84-33552914BEAA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89" name="pg2582">
                <a:extLst>
                  <a:ext uri="{FF2B5EF4-FFF2-40B4-BE49-F238E27FC236}">
                    <a16:creationId xmlns:a16="http://schemas.microsoft.com/office/drawing/2014/main" id="{D0599839-B2DB-CE72-78EE-C4CC6AF97F7F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0" name="pg2583">
                <a:extLst>
                  <a:ext uri="{FF2B5EF4-FFF2-40B4-BE49-F238E27FC236}">
                    <a16:creationId xmlns:a16="http://schemas.microsoft.com/office/drawing/2014/main" id="{B28C4429-4307-0DCF-90EE-326DAED5916F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1" name="pg2584">
                <a:extLst>
                  <a:ext uri="{FF2B5EF4-FFF2-40B4-BE49-F238E27FC236}">
                    <a16:creationId xmlns:a16="http://schemas.microsoft.com/office/drawing/2014/main" id="{AEB94520-0057-4959-60ED-B8227CEE4B71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2" name="pg2585">
                <a:extLst>
                  <a:ext uri="{FF2B5EF4-FFF2-40B4-BE49-F238E27FC236}">
                    <a16:creationId xmlns:a16="http://schemas.microsoft.com/office/drawing/2014/main" id="{1962CEBE-175C-4F87-F983-3B8364C993B3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3" name="pg2586">
                <a:extLst>
                  <a:ext uri="{FF2B5EF4-FFF2-40B4-BE49-F238E27FC236}">
                    <a16:creationId xmlns:a16="http://schemas.microsoft.com/office/drawing/2014/main" id="{5A72C5FB-A886-9781-F5FF-9E28C00AAD01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4" name="pg2587">
                <a:extLst>
                  <a:ext uri="{FF2B5EF4-FFF2-40B4-BE49-F238E27FC236}">
                    <a16:creationId xmlns:a16="http://schemas.microsoft.com/office/drawing/2014/main" id="{AB12FF2F-75B6-8204-8AC9-A44D8A7DD3C6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5" name="pg2588">
                <a:extLst>
                  <a:ext uri="{FF2B5EF4-FFF2-40B4-BE49-F238E27FC236}">
                    <a16:creationId xmlns:a16="http://schemas.microsoft.com/office/drawing/2014/main" id="{E2C378C5-771F-EA42-3F2F-8319C1EED618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6" name="pg2589">
                <a:extLst>
                  <a:ext uri="{FF2B5EF4-FFF2-40B4-BE49-F238E27FC236}">
                    <a16:creationId xmlns:a16="http://schemas.microsoft.com/office/drawing/2014/main" id="{61F4FC5C-717A-C5DB-10F8-6C72452368AE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7" name="pg2590">
                <a:extLst>
                  <a:ext uri="{FF2B5EF4-FFF2-40B4-BE49-F238E27FC236}">
                    <a16:creationId xmlns:a16="http://schemas.microsoft.com/office/drawing/2014/main" id="{5DA8E94D-607D-F879-1D95-E67AC3C3B472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3">
                  <a:alpha val="100000"/>
                </a:srgbClr>
              </a:solidFill>
              <a:ln w="5420" cap="flat">
                <a:solidFill>
                  <a:srgbClr val="3C41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8" name="pg2591">
                <a:extLst>
                  <a:ext uri="{FF2B5EF4-FFF2-40B4-BE49-F238E27FC236}">
                    <a16:creationId xmlns:a16="http://schemas.microsoft.com/office/drawing/2014/main" id="{540948B2-7B03-2BC5-78F8-31B79A965DCF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499" name="pg2592">
                <a:extLst>
                  <a:ext uri="{FF2B5EF4-FFF2-40B4-BE49-F238E27FC236}">
                    <a16:creationId xmlns:a16="http://schemas.microsoft.com/office/drawing/2014/main" id="{755FA3AC-CD23-BCA4-1C84-18C870C1A98E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0" name="pg2593">
                <a:extLst>
                  <a:ext uri="{FF2B5EF4-FFF2-40B4-BE49-F238E27FC236}">
                    <a16:creationId xmlns:a16="http://schemas.microsoft.com/office/drawing/2014/main" id="{D6EB7CBF-CE6C-FC56-3F8B-B2C2D1F85837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1" name="pg2594">
                <a:extLst>
                  <a:ext uri="{FF2B5EF4-FFF2-40B4-BE49-F238E27FC236}">
                    <a16:creationId xmlns:a16="http://schemas.microsoft.com/office/drawing/2014/main" id="{FBE6D768-B86D-D8B7-DF48-5DD6489C8014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2" name="pg2595">
                <a:extLst>
                  <a:ext uri="{FF2B5EF4-FFF2-40B4-BE49-F238E27FC236}">
                    <a16:creationId xmlns:a16="http://schemas.microsoft.com/office/drawing/2014/main" id="{BB83E61B-5674-FC5B-88D2-3DBF48555F8A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3" name="pg2596">
                <a:extLst>
                  <a:ext uri="{FF2B5EF4-FFF2-40B4-BE49-F238E27FC236}">
                    <a16:creationId xmlns:a16="http://schemas.microsoft.com/office/drawing/2014/main" id="{748568F8-DFC2-B9AD-0462-33A112B47306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4" name="pg2597">
                <a:extLst>
                  <a:ext uri="{FF2B5EF4-FFF2-40B4-BE49-F238E27FC236}">
                    <a16:creationId xmlns:a16="http://schemas.microsoft.com/office/drawing/2014/main" id="{B234F6AB-9F85-7A01-047F-1687860BB2BF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5" name="pg2598">
                <a:extLst>
                  <a:ext uri="{FF2B5EF4-FFF2-40B4-BE49-F238E27FC236}">
                    <a16:creationId xmlns:a16="http://schemas.microsoft.com/office/drawing/2014/main" id="{7CB0FA6B-9420-86C4-24E9-F2BBD19BFC62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6" name="pg2599">
                <a:extLst>
                  <a:ext uri="{FF2B5EF4-FFF2-40B4-BE49-F238E27FC236}">
                    <a16:creationId xmlns:a16="http://schemas.microsoft.com/office/drawing/2014/main" id="{F7597CC4-FD58-E781-8E64-BAF6C0659ED2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7" name="pg2600">
                <a:extLst>
                  <a:ext uri="{FF2B5EF4-FFF2-40B4-BE49-F238E27FC236}">
                    <a16:creationId xmlns:a16="http://schemas.microsoft.com/office/drawing/2014/main" id="{98EA53ED-12E4-27F5-BA28-6B9F23E1A483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8" name="pg2601">
                <a:extLst>
                  <a:ext uri="{FF2B5EF4-FFF2-40B4-BE49-F238E27FC236}">
                    <a16:creationId xmlns:a16="http://schemas.microsoft.com/office/drawing/2014/main" id="{302616A8-30C5-EB91-9F2B-27832A94EF35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09" name="pg2602">
                <a:extLst>
                  <a:ext uri="{FF2B5EF4-FFF2-40B4-BE49-F238E27FC236}">
                    <a16:creationId xmlns:a16="http://schemas.microsoft.com/office/drawing/2014/main" id="{8FFB9EBE-B467-59B8-3FDF-A6FBC84836BF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0" name="pg2603">
                <a:extLst>
                  <a:ext uri="{FF2B5EF4-FFF2-40B4-BE49-F238E27FC236}">
                    <a16:creationId xmlns:a16="http://schemas.microsoft.com/office/drawing/2014/main" id="{6BFFBB06-9AF9-F30A-3671-FE42DE9C6B99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1" name="pg2604">
                <a:extLst>
                  <a:ext uri="{FF2B5EF4-FFF2-40B4-BE49-F238E27FC236}">
                    <a16:creationId xmlns:a16="http://schemas.microsoft.com/office/drawing/2014/main" id="{D804F541-98DA-DA6E-9884-5B080A4F2F63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2" name="pg2605">
                <a:extLst>
                  <a:ext uri="{FF2B5EF4-FFF2-40B4-BE49-F238E27FC236}">
                    <a16:creationId xmlns:a16="http://schemas.microsoft.com/office/drawing/2014/main" id="{3D37715C-1ADA-380C-7E73-B34737467FD7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D">
                  <a:alpha val="100000"/>
                </a:srgbClr>
              </a:solidFill>
              <a:ln w="5420" cap="flat">
                <a:solidFill>
                  <a:srgbClr val="3B52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3" name="pg2606">
                <a:extLst>
                  <a:ext uri="{FF2B5EF4-FFF2-40B4-BE49-F238E27FC236}">
                    <a16:creationId xmlns:a16="http://schemas.microsoft.com/office/drawing/2014/main" id="{058FAFD4-C8E8-9B7A-CF1C-2D049C6920A0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4" name="pg2607">
                <a:extLst>
                  <a:ext uri="{FF2B5EF4-FFF2-40B4-BE49-F238E27FC236}">
                    <a16:creationId xmlns:a16="http://schemas.microsoft.com/office/drawing/2014/main" id="{53D4C46F-53D7-C965-3A24-31BCBFB7B936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5" name="pg2608">
                <a:extLst>
                  <a:ext uri="{FF2B5EF4-FFF2-40B4-BE49-F238E27FC236}">
                    <a16:creationId xmlns:a16="http://schemas.microsoft.com/office/drawing/2014/main" id="{E3859E5D-051A-EED4-EE6C-D41106F440C9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6" name="pg2609">
                <a:extLst>
                  <a:ext uri="{FF2B5EF4-FFF2-40B4-BE49-F238E27FC236}">
                    <a16:creationId xmlns:a16="http://schemas.microsoft.com/office/drawing/2014/main" id="{F31C3228-46A8-0A23-8A09-5462561DFA0D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7" name="pg2610">
                <a:extLst>
                  <a:ext uri="{FF2B5EF4-FFF2-40B4-BE49-F238E27FC236}">
                    <a16:creationId xmlns:a16="http://schemas.microsoft.com/office/drawing/2014/main" id="{02D38535-538C-10DF-E05B-D9465790538E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8" name="pg2611">
                <a:extLst>
                  <a:ext uri="{FF2B5EF4-FFF2-40B4-BE49-F238E27FC236}">
                    <a16:creationId xmlns:a16="http://schemas.microsoft.com/office/drawing/2014/main" id="{7E4A95D1-873F-1005-7A19-487F28DA239E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19" name="pg2612">
                <a:extLst>
                  <a:ext uri="{FF2B5EF4-FFF2-40B4-BE49-F238E27FC236}">
                    <a16:creationId xmlns:a16="http://schemas.microsoft.com/office/drawing/2014/main" id="{A89C5E5C-9342-D398-920D-E544AD69FE4F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0" name="pg2613">
                <a:extLst>
                  <a:ext uri="{FF2B5EF4-FFF2-40B4-BE49-F238E27FC236}">
                    <a16:creationId xmlns:a16="http://schemas.microsoft.com/office/drawing/2014/main" id="{9F784C77-36ED-C2D9-67A9-E84842DADDE0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1" name="pg2614">
                <a:extLst>
                  <a:ext uri="{FF2B5EF4-FFF2-40B4-BE49-F238E27FC236}">
                    <a16:creationId xmlns:a16="http://schemas.microsoft.com/office/drawing/2014/main" id="{A5A747BF-DCAE-A6D3-FEBE-19C5ABC6F1E7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2" name="pg2615">
                <a:extLst>
                  <a:ext uri="{FF2B5EF4-FFF2-40B4-BE49-F238E27FC236}">
                    <a16:creationId xmlns:a16="http://schemas.microsoft.com/office/drawing/2014/main" id="{8C024FCF-5DB5-0500-8477-37046A51E401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3" name="pg2616">
                <a:extLst>
                  <a:ext uri="{FF2B5EF4-FFF2-40B4-BE49-F238E27FC236}">
                    <a16:creationId xmlns:a16="http://schemas.microsoft.com/office/drawing/2014/main" id="{BBB63FDE-B465-E3E4-F63F-654FC0AA43A2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4" name="pg2617">
                <a:extLst>
                  <a:ext uri="{FF2B5EF4-FFF2-40B4-BE49-F238E27FC236}">
                    <a16:creationId xmlns:a16="http://schemas.microsoft.com/office/drawing/2014/main" id="{7D878092-A637-CC33-FCBA-6F0372AD83BF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5" name="pg2618">
                <a:extLst>
                  <a:ext uri="{FF2B5EF4-FFF2-40B4-BE49-F238E27FC236}">
                    <a16:creationId xmlns:a16="http://schemas.microsoft.com/office/drawing/2014/main" id="{509BFE03-D0A1-86E2-0F76-D74FCE3B5836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6" name="pg2619">
                <a:extLst>
                  <a:ext uri="{FF2B5EF4-FFF2-40B4-BE49-F238E27FC236}">
                    <a16:creationId xmlns:a16="http://schemas.microsoft.com/office/drawing/2014/main" id="{58A52DEA-C11E-3EA6-6611-C44C212CE842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7" name="pg2620">
                <a:extLst>
                  <a:ext uri="{FF2B5EF4-FFF2-40B4-BE49-F238E27FC236}">
                    <a16:creationId xmlns:a16="http://schemas.microsoft.com/office/drawing/2014/main" id="{03E02006-45E5-19CB-FFFF-AB82D261B197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8" name="pg2621">
                <a:extLst>
                  <a:ext uri="{FF2B5EF4-FFF2-40B4-BE49-F238E27FC236}">
                    <a16:creationId xmlns:a16="http://schemas.microsoft.com/office/drawing/2014/main" id="{F941AC23-5112-B440-92E6-AF766591EAC1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29" name="pg2622">
                <a:extLst>
                  <a:ext uri="{FF2B5EF4-FFF2-40B4-BE49-F238E27FC236}">
                    <a16:creationId xmlns:a16="http://schemas.microsoft.com/office/drawing/2014/main" id="{7F1F01FD-4F2D-C0CD-C664-C7143A3D17C4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0" name="pg2623">
                <a:extLst>
                  <a:ext uri="{FF2B5EF4-FFF2-40B4-BE49-F238E27FC236}">
                    <a16:creationId xmlns:a16="http://schemas.microsoft.com/office/drawing/2014/main" id="{4B51639D-2E53-48BD-EC17-19971A7A4FAE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1" name="pg2624">
                <a:extLst>
                  <a:ext uri="{FF2B5EF4-FFF2-40B4-BE49-F238E27FC236}">
                    <a16:creationId xmlns:a16="http://schemas.microsoft.com/office/drawing/2014/main" id="{9535CF83-C633-4A74-63D0-039657B6EF71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2" name="pg2625">
                <a:extLst>
                  <a:ext uri="{FF2B5EF4-FFF2-40B4-BE49-F238E27FC236}">
                    <a16:creationId xmlns:a16="http://schemas.microsoft.com/office/drawing/2014/main" id="{DF3C408F-E8BF-39E9-04E2-119F4F579D9B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3" name="pg2626">
                <a:extLst>
                  <a:ext uri="{FF2B5EF4-FFF2-40B4-BE49-F238E27FC236}">
                    <a16:creationId xmlns:a16="http://schemas.microsoft.com/office/drawing/2014/main" id="{04ACAAE2-2B56-115F-7F5A-F1BA36886325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4" name="pg2627">
                <a:extLst>
                  <a:ext uri="{FF2B5EF4-FFF2-40B4-BE49-F238E27FC236}">
                    <a16:creationId xmlns:a16="http://schemas.microsoft.com/office/drawing/2014/main" id="{3A64FB21-8D56-A845-73B6-7278301774F0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5" name="pg2628">
                <a:extLst>
                  <a:ext uri="{FF2B5EF4-FFF2-40B4-BE49-F238E27FC236}">
                    <a16:creationId xmlns:a16="http://schemas.microsoft.com/office/drawing/2014/main" id="{5B9C0BA8-B43F-CF87-08E4-7480D0659194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6" name="pg2629">
                <a:extLst>
                  <a:ext uri="{FF2B5EF4-FFF2-40B4-BE49-F238E27FC236}">
                    <a16:creationId xmlns:a16="http://schemas.microsoft.com/office/drawing/2014/main" id="{AC82DF8D-5408-B6A9-20CF-610C830E30FE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7" name="pg2630">
                <a:extLst>
                  <a:ext uri="{FF2B5EF4-FFF2-40B4-BE49-F238E27FC236}">
                    <a16:creationId xmlns:a16="http://schemas.microsoft.com/office/drawing/2014/main" id="{5BBE0844-37D3-4537-6BF8-36CBADBE7587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8" name="pg2631">
                <a:extLst>
                  <a:ext uri="{FF2B5EF4-FFF2-40B4-BE49-F238E27FC236}">
                    <a16:creationId xmlns:a16="http://schemas.microsoft.com/office/drawing/2014/main" id="{7102E140-F151-3FDA-2B1F-86350DFB1895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39" name="pg2632">
                <a:extLst>
                  <a:ext uri="{FF2B5EF4-FFF2-40B4-BE49-F238E27FC236}">
                    <a16:creationId xmlns:a16="http://schemas.microsoft.com/office/drawing/2014/main" id="{C39DCC88-045E-7398-A99D-9A98B7965EC1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0" name="pg2633">
                <a:extLst>
                  <a:ext uri="{FF2B5EF4-FFF2-40B4-BE49-F238E27FC236}">
                    <a16:creationId xmlns:a16="http://schemas.microsoft.com/office/drawing/2014/main" id="{EBD84B2C-6A96-65C5-43D6-DD705EFEC2FE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1" name="pg2634">
                <a:extLst>
                  <a:ext uri="{FF2B5EF4-FFF2-40B4-BE49-F238E27FC236}">
                    <a16:creationId xmlns:a16="http://schemas.microsoft.com/office/drawing/2014/main" id="{21CB56D5-1479-BB5C-39BD-7BB09D264542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2" name="pg2635">
                <a:extLst>
                  <a:ext uri="{FF2B5EF4-FFF2-40B4-BE49-F238E27FC236}">
                    <a16:creationId xmlns:a16="http://schemas.microsoft.com/office/drawing/2014/main" id="{CD47AEF9-D289-C0D2-414C-600156860B97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3" name="pg2636">
                <a:extLst>
                  <a:ext uri="{FF2B5EF4-FFF2-40B4-BE49-F238E27FC236}">
                    <a16:creationId xmlns:a16="http://schemas.microsoft.com/office/drawing/2014/main" id="{309D8135-D7EE-87D0-0143-3803749B48F2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4" name="pg2637">
                <a:extLst>
                  <a:ext uri="{FF2B5EF4-FFF2-40B4-BE49-F238E27FC236}">
                    <a16:creationId xmlns:a16="http://schemas.microsoft.com/office/drawing/2014/main" id="{0D2161B7-1B99-025B-8722-77440BEC0205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5" name="pg2638">
                <a:extLst>
                  <a:ext uri="{FF2B5EF4-FFF2-40B4-BE49-F238E27FC236}">
                    <a16:creationId xmlns:a16="http://schemas.microsoft.com/office/drawing/2014/main" id="{924CEAA0-48BA-1A47-F1BD-6C9D7CBB572E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6" name="pg2639">
                <a:extLst>
                  <a:ext uri="{FF2B5EF4-FFF2-40B4-BE49-F238E27FC236}">
                    <a16:creationId xmlns:a16="http://schemas.microsoft.com/office/drawing/2014/main" id="{7F3F958E-8BAD-562E-C7CB-19E5CEF65B72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3">
                  <a:alpha val="100000"/>
                </a:srgbClr>
              </a:solidFill>
              <a:ln w="5420" cap="flat">
                <a:solidFill>
                  <a:srgbClr val="3A34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7" name="pg2640">
                <a:extLst>
                  <a:ext uri="{FF2B5EF4-FFF2-40B4-BE49-F238E27FC236}">
                    <a16:creationId xmlns:a16="http://schemas.microsoft.com/office/drawing/2014/main" id="{242E3215-0CE5-B28E-672F-0DA318B6A2AA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8" name="pg2641">
                <a:extLst>
                  <a:ext uri="{FF2B5EF4-FFF2-40B4-BE49-F238E27FC236}">
                    <a16:creationId xmlns:a16="http://schemas.microsoft.com/office/drawing/2014/main" id="{15B2FC57-AFAA-AED2-65CC-2D4EF6281EF6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49" name="pg2642">
                <a:extLst>
                  <a:ext uri="{FF2B5EF4-FFF2-40B4-BE49-F238E27FC236}">
                    <a16:creationId xmlns:a16="http://schemas.microsoft.com/office/drawing/2014/main" id="{4FE50F00-040B-65E6-D78A-288F821EEE7C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0" name="pg2643">
                <a:extLst>
                  <a:ext uri="{FF2B5EF4-FFF2-40B4-BE49-F238E27FC236}">
                    <a16:creationId xmlns:a16="http://schemas.microsoft.com/office/drawing/2014/main" id="{0BE5FCF6-437F-B1F6-B024-453D75A91501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1" name="pg2644">
                <a:extLst>
                  <a:ext uri="{FF2B5EF4-FFF2-40B4-BE49-F238E27FC236}">
                    <a16:creationId xmlns:a16="http://schemas.microsoft.com/office/drawing/2014/main" id="{92CC6635-4EAC-1F3F-C705-D56F951F122D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2" name="pg2645">
                <a:extLst>
                  <a:ext uri="{FF2B5EF4-FFF2-40B4-BE49-F238E27FC236}">
                    <a16:creationId xmlns:a16="http://schemas.microsoft.com/office/drawing/2014/main" id="{A621E856-BEFD-B6E7-E574-F354564B77AC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3" name="pg2646">
                <a:extLst>
                  <a:ext uri="{FF2B5EF4-FFF2-40B4-BE49-F238E27FC236}">
                    <a16:creationId xmlns:a16="http://schemas.microsoft.com/office/drawing/2014/main" id="{5894E81F-8453-DBF9-4770-375A6ABFE120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4" name="pg2647">
                <a:extLst>
                  <a:ext uri="{FF2B5EF4-FFF2-40B4-BE49-F238E27FC236}">
                    <a16:creationId xmlns:a16="http://schemas.microsoft.com/office/drawing/2014/main" id="{79D2E5DE-E7CD-24E2-A2D0-277F5647D501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5" name="pg2648">
                <a:extLst>
                  <a:ext uri="{FF2B5EF4-FFF2-40B4-BE49-F238E27FC236}">
                    <a16:creationId xmlns:a16="http://schemas.microsoft.com/office/drawing/2014/main" id="{20090E16-BB1F-DD2E-746B-1A8E2E354914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6" name="pg2649">
                <a:extLst>
                  <a:ext uri="{FF2B5EF4-FFF2-40B4-BE49-F238E27FC236}">
                    <a16:creationId xmlns:a16="http://schemas.microsoft.com/office/drawing/2014/main" id="{C9D034CC-2A96-700D-CB3B-CD9434BC08F4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7" name="pg2650">
                <a:extLst>
                  <a:ext uri="{FF2B5EF4-FFF2-40B4-BE49-F238E27FC236}">
                    <a16:creationId xmlns:a16="http://schemas.microsoft.com/office/drawing/2014/main" id="{22703F85-1C7A-6D7B-9240-441929E9D871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8" name="pg2651">
                <a:extLst>
                  <a:ext uri="{FF2B5EF4-FFF2-40B4-BE49-F238E27FC236}">
                    <a16:creationId xmlns:a16="http://schemas.microsoft.com/office/drawing/2014/main" id="{EC33A00C-81BD-F82D-09D2-858FC6AC5403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59" name="pg2652">
                <a:extLst>
                  <a:ext uri="{FF2B5EF4-FFF2-40B4-BE49-F238E27FC236}">
                    <a16:creationId xmlns:a16="http://schemas.microsoft.com/office/drawing/2014/main" id="{DC8240AF-51FE-2B53-A201-92876EA7E6AC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0" name="pg2653">
                <a:extLst>
                  <a:ext uri="{FF2B5EF4-FFF2-40B4-BE49-F238E27FC236}">
                    <a16:creationId xmlns:a16="http://schemas.microsoft.com/office/drawing/2014/main" id="{163A1AC7-5A10-D4EF-6C6B-70F8DBD7A144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1" name="pg2654">
                <a:extLst>
                  <a:ext uri="{FF2B5EF4-FFF2-40B4-BE49-F238E27FC236}">
                    <a16:creationId xmlns:a16="http://schemas.microsoft.com/office/drawing/2014/main" id="{2F514425-AD2C-BB48-1417-FE05DB7E8DA5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2" name="pg2655">
                <a:extLst>
                  <a:ext uri="{FF2B5EF4-FFF2-40B4-BE49-F238E27FC236}">
                    <a16:creationId xmlns:a16="http://schemas.microsoft.com/office/drawing/2014/main" id="{1B4EE0B1-50D1-8175-8B2E-67BE88341B7E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3" name="pg2656">
                <a:extLst>
                  <a:ext uri="{FF2B5EF4-FFF2-40B4-BE49-F238E27FC236}">
                    <a16:creationId xmlns:a16="http://schemas.microsoft.com/office/drawing/2014/main" id="{2AF0C158-24FC-1BC6-1D8D-F881B4D92F15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4" name="pg2657">
                <a:extLst>
                  <a:ext uri="{FF2B5EF4-FFF2-40B4-BE49-F238E27FC236}">
                    <a16:creationId xmlns:a16="http://schemas.microsoft.com/office/drawing/2014/main" id="{4D408F49-1251-F01B-DA35-C8164A181441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5" name="pg2658">
                <a:extLst>
                  <a:ext uri="{FF2B5EF4-FFF2-40B4-BE49-F238E27FC236}">
                    <a16:creationId xmlns:a16="http://schemas.microsoft.com/office/drawing/2014/main" id="{2F1EE13F-C00D-BFE5-3289-A1500657CFF6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6" name="pg2659">
                <a:extLst>
                  <a:ext uri="{FF2B5EF4-FFF2-40B4-BE49-F238E27FC236}">
                    <a16:creationId xmlns:a16="http://schemas.microsoft.com/office/drawing/2014/main" id="{45435427-7B44-3AFD-4B99-3654F9E47205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7" name="pg2660">
                <a:extLst>
                  <a:ext uri="{FF2B5EF4-FFF2-40B4-BE49-F238E27FC236}">
                    <a16:creationId xmlns:a16="http://schemas.microsoft.com/office/drawing/2014/main" id="{B5BD15C0-301A-B11F-8950-416E9CDB25FE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8" name="pg2661">
                <a:extLst>
                  <a:ext uri="{FF2B5EF4-FFF2-40B4-BE49-F238E27FC236}">
                    <a16:creationId xmlns:a16="http://schemas.microsoft.com/office/drawing/2014/main" id="{2080A0B1-F702-0313-5C4A-3E1BDD550D64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69" name="pg2662">
                <a:extLst>
                  <a:ext uri="{FF2B5EF4-FFF2-40B4-BE49-F238E27FC236}">
                    <a16:creationId xmlns:a16="http://schemas.microsoft.com/office/drawing/2014/main" id="{C34A6926-7145-DCB6-16D0-3921F1F79A53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1">
                  <a:alpha val="100000"/>
                </a:srgbClr>
              </a:solidFill>
              <a:ln w="5420" cap="flat">
                <a:solidFill>
                  <a:srgbClr val="3B56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0" name="pg2663">
                <a:extLst>
                  <a:ext uri="{FF2B5EF4-FFF2-40B4-BE49-F238E27FC236}">
                    <a16:creationId xmlns:a16="http://schemas.microsoft.com/office/drawing/2014/main" id="{2A5FB552-603D-D55C-77B0-C878E5A52AA4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1" name="pg2664">
                <a:extLst>
                  <a:ext uri="{FF2B5EF4-FFF2-40B4-BE49-F238E27FC236}">
                    <a16:creationId xmlns:a16="http://schemas.microsoft.com/office/drawing/2014/main" id="{860EC644-D6AF-A5E8-544E-00A77264522F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2" name="pg2665">
                <a:extLst>
                  <a:ext uri="{FF2B5EF4-FFF2-40B4-BE49-F238E27FC236}">
                    <a16:creationId xmlns:a16="http://schemas.microsoft.com/office/drawing/2014/main" id="{C866CC4C-2C9E-0437-3E03-9EB5881431DE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3" name="pg2666">
                <a:extLst>
                  <a:ext uri="{FF2B5EF4-FFF2-40B4-BE49-F238E27FC236}">
                    <a16:creationId xmlns:a16="http://schemas.microsoft.com/office/drawing/2014/main" id="{640B6822-7C41-46C6-DA62-FFA37288A2CB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4" name="pg2667">
                <a:extLst>
                  <a:ext uri="{FF2B5EF4-FFF2-40B4-BE49-F238E27FC236}">
                    <a16:creationId xmlns:a16="http://schemas.microsoft.com/office/drawing/2014/main" id="{A9E17178-70F6-DB17-4BD5-22A486CB6271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5" name="pg2668">
                <a:extLst>
                  <a:ext uri="{FF2B5EF4-FFF2-40B4-BE49-F238E27FC236}">
                    <a16:creationId xmlns:a16="http://schemas.microsoft.com/office/drawing/2014/main" id="{21BE6A9C-AA93-AE3D-E2B5-1EF804329B6E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6" name="pg2669">
                <a:extLst>
                  <a:ext uri="{FF2B5EF4-FFF2-40B4-BE49-F238E27FC236}">
                    <a16:creationId xmlns:a16="http://schemas.microsoft.com/office/drawing/2014/main" id="{DA068EE7-BE05-4BFA-0DFA-7B517701DA87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7" name="pg2670">
                <a:extLst>
                  <a:ext uri="{FF2B5EF4-FFF2-40B4-BE49-F238E27FC236}">
                    <a16:creationId xmlns:a16="http://schemas.microsoft.com/office/drawing/2014/main" id="{5CF0BA86-0D7F-5401-0F63-FF8928947019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8" name="pg2671">
                <a:extLst>
                  <a:ext uri="{FF2B5EF4-FFF2-40B4-BE49-F238E27FC236}">
                    <a16:creationId xmlns:a16="http://schemas.microsoft.com/office/drawing/2014/main" id="{FA25B027-BD03-8F04-BCA4-1F451E0693C7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79" name="pg2672">
                <a:extLst>
                  <a:ext uri="{FF2B5EF4-FFF2-40B4-BE49-F238E27FC236}">
                    <a16:creationId xmlns:a16="http://schemas.microsoft.com/office/drawing/2014/main" id="{6ED5886E-A8F8-B75D-DC4E-F73727E68DE4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0" name="pg2673">
                <a:extLst>
                  <a:ext uri="{FF2B5EF4-FFF2-40B4-BE49-F238E27FC236}">
                    <a16:creationId xmlns:a16="http://schemas.microsoft.com/office/drawing/2014/main" id="{9B8ADFAF-A65C-F87F-A04B-B6BBF0D75C9C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1" name="pg2674">
                <a:extLst>
                  <a:ext uri="{FF2B5EF4-FFF2-40B4-BE49-F238E27FC236}">
                    <a16:creationId xmlns:a16="http://schemas.microsoft.com/office/drawing/2014/main" id="{CDB595BC-B18C-67C9-7F95-7D6F8A7D846C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2" name="pg2675">
                <a:extLst>
                  <a:ext uri="{FF2B5EF4-FFF2-40B4-BE49-F238E27FC236}">
                    <a16:creationId xmlns:a16="http://schemas.microsoft.com/office/drawing/2014/main" id="{B8C2415F-86C9-8D71-41A0-E1B984EE03ED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3" name="pg2676">
                <a:extLst>
                  <a:ext uri="{FF2B5EF4-FFF2-40B4-BE49-F238E27FC236}">
                    <a16:creationId xmlns:a16="http://schemas.microsoft.com/office/drawing/2014/main" id="{DBDE7EAC-FB4D-8783-4A56-B244CD0D6473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4" name="pg2677">
                <a:extLst>
                  <a:ext uri="{FF2B5EF4-FFF2-40B4-BE49-F238E27FC236}">
                    <a16:creationId xmlns:a16="http://schemas.microsoft.com/office/drawing/2014/main" id="{6EEA5158-4D0B-0EC1-5B0B-1E4E8161D4C0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5" name="pg2678">
                <a:extLst>
                  <a:ext uri="{FF2B5EF4-FFF2-40B4-BE49-F238E27FC236}">
                    <a16:creationId xmlns:a16="http://schemas.microsoft.com/office/drawing/2014/main" id="{5CB2CF9C-1694-6F97-B4C4-A1A10719B3DE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6" name="pg2679">
                <a:extLst>
                  <a:ext uri="{FF2B5EF4-FFF2-40B4-BE49-F238E27FC236}">
                    <a16:creationId xmlns:a16="http://schemas.microsoft.com/office/drawing/2014/main" id="{928783EE-926D-ECCC-8E3D-6C51AEFCB52B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7" name="pg2680">
                <a:extLst>
                  <a:ext uri="{FF2B5EF4-FFF2-40B4-BE49-F238E27FC236}">
                    <a16:creationId xmlns:a16="http://schemas.microsoft.com/office/drawing/2014/main" id="{40E93E8D-2D5F-6ED8-7DE6-9CA3B2222705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8" name="pg2681">
                <a:extLst>
                  <a:ext uri="{FF2B5EF4-FFF2-40B4-BE49-F238E27FC236}">
                    <a16:creationId xmlns:a16="http://schemas.microsoft.com/office/drawing/2014/main" id="{E5D70E39-FE9E-7FCD-76B1-413F340AE878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89" name="pg2682">
                <a:extLst>
                  <a:ext uri="{FF2B5EF4-FFF2-40B4-BE49-F238E27FC236}">
                    <a16:creationId xmlns:a16="http://schemas.microsoft.com/office/drawing/2014/main" id="{816B1C3A-4FCF-B42A-4536-4845A15ED6B9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0" name="pg2683">
                <a:extLst>
                  <a:ext uri="{FF2B5EF4-FFF2-40B4-BE49-F238E27FC236}">
                    <a16:creationId xmlns:a16="http://schemas.microsoft.com/office/drawing/2014/main" id="{876C9E76-8E9F-1332-89F1-C5DB7D9CA4F6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1" name="pg2684">
                <a:extLst>
                  <a:ext uri="{FF2B5EF4-FFF2-40B4-BE49-F238E27FC236}">
                    <a16:creationId xmlns:a16="http://schemas.microsoft.com/office/drawing/2014/main" id="{55AE9339-F37C-BC15-DA1B-7677C6C0C0E3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2" name="pg2685">
                <a:extLst>
                  <a:ext uri="{FF2B5EF4-FFF2-40B4-BE49-F238E27FC236}">
                    <a16:creationId xmlns:a16="http://schemas.microsoft.com/office/drawing/2014/main" id="{3E4BC3E6-0A56-CF0F-F22D-C4A86AE90C68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3" name="pg2686">
                <a:extLst>
                  <a:ext uri="{FF2B5EF4-FFF2-40B4-BE49-F238E27FC236}">
                    <a16:creationId xmlns:a16="http://schemas.microsoft.com/office/drawing/2014/main" id="{F7A378F3-1ABD-64D5-2D0A-018A6ECEC4DC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4" name="pg2687">
                <a:extLst>
                  <a:ext uri="{FF2B5EF4-FFF2-40B4-BE49-F238E27FC236}">
                    <a16:creationId xmlns:a16="http://schemas.microsoft.com/office/drawing/2014/main" id="{4D8774F2-0DF9-AE69-F110-BEC4C1FC2525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5" name="pg2688">
                <a:extLst>
                  <a:ext uri="{FF2B5EF4-FFF2-40B4-BE49-F238E27FC236}">
                    <a16:creationId xmlns:a16="http://schemas.microsoft.com/office/drawing/2014/main" id="{48E965A6-5531-AEA5-79B7-B0CE7AD57B27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6" name="pg2689">
                <a:extLst>
                  <a:ext uri="{FF2B5EF4-FFF2-40B4-BE49-F238E27FC236}">
                    <a16:creationId xmlns:a16="http://schemas.microsoft.com/office/drawing/2014/main" id="{E1A8F093-16D9-DA57-B0A1-FCD1EE59E882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7" name="pg2690">
                <a:extLst>
                  <a:ext uri="{FF2B5EF4-FFF2-40B4-BE49-F238E27FC236}">
                    <a16:creationId xmlns:a16="http://schemas.microsoft.com/office/drawing/2014/main" id="{A6D35785-59B6-DE60-6EBC-96F7D5FF2587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8" name="pg2691">
                <a:extLst>
                  <a:ext uri="{FF2B5EF4-FFF2-40B4-BE49-F238E27FC236}">
                    <a16:creationId xmlns:a16="http://schemas.microsoft.com/office/drawing/2014/main" id="{1439FEDE-E0D0-E0ED-9AD2-D66C7AA7F497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599" name="pg2692">
                <a:extLst>
                  <a:ext uri="{FF2B5EF4-FFF2-40B4-BE49-F238E27FC236}">
                    <a16:creationId xmlns:a16="http://schemas.microsoft.com/office/drawing/2014/main" id="{63C4DDB8-A6B9-E4DA-299A-456B7A867E53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0" name="pg2693">
                <a:extLst>
                  <a:ext uri="{FF2B5EF4-FFF2-40B4-BE49-F238E27FC236}">
                    <a16:creationId xmlns:a16="http://schemas.microsoft.com/office/drawing/2014/main" id="{B18D75CC-E226-6E6D-5937-8B2307079031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1" name="pg2694">
                <a:extLst>
                  <a:ext uri="{FF2B5EF4-FFF2-40B4-BE49-F238E27FC236}">
                    <a16:creationId xmlns:a16="http://schemas.microsoft.com/office/drawing/2014/main" id="{83A094FE-CB59-6235-90E4-DC00647D9BA1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2" name="pg2695">
                <a:extLst>
                  <a:ext uri="{FF2B5EF4-FFF2-40B4-BE49-F238E27FC236}">
                    <a16:creationId xmlns:a16="http://schemas.microsoft.com/office/drawing/2014/main" id="{D56CB826-8EFB-1564-4A7A-49A986D62366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3" name="pg2696">
                <a:extLst>
                  <a:ext uri="{FF2B5EF4-FFF2-40B4-BE49-F238E27FC236}">
                    <a16:creationId xmlns:a16="http://schemas.microsoft.com/office/drawing/2014/main" id="{E42C58B4-FF9F-9931-B3D0-BC7C10B1D03E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4" name="pg2697">
                <a:extLst>
                  <a:ext uri="{FF2B5EF4-FFF2-40B4-BE49-F238E27FC236}">
                    <a16:creationId xmlns:a16="http://schemas.microsoft.com/office/drawing/2014/main" id="{E218D8F5-E4AC-6695-B75E-B75053096874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5" name="pg2698">
                <a:extLst>
                  <a:ext uri="{FF2B5EF4-FFF2-40B4-BE49-F238E27FC236}">
                    <a16:creationId xmlns:a16="http://schemas.microsoft.com/office/drawing/2014/main" id="{80AD4502-1D36-4101-764D-E559B4A88701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6" name="pg2699">
                <a:extLst>
                  <a:ext uri="{FF2B5EF4-FFF2-40B4-BE49-F238E27FC236}">
                    <a16:creationId xmlns:a16="http://schemas.microsoft.com/office/drawing/2014/main" id="{9F7C5DD6-30C0-E7D5-A7ED-E1B98F9B66EB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7" name="pg2700">
                <a:extLst>
                  <a:ext uri="{FF2B5EF4-FFF2-40B4-BE49-F238E27FC236}">
                    <a16:creationId xmlns:a16="http://schemas.microsoft.com/office/drawing/2014/main" id="{9727C8D1-EA7F-95BD-F905-3EF519929263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8" name="pg2701">
                <a:extLst>
                  <a:ext uri="{FF2B5EF4-FFF2-40B4-BE49-F238E27FC236}">
                    <a16:creationId xmlns:a16="http://schemas.microsoft.com/office/drawing/2014/main" id="{0D2FCF4F-256F-C3D9-7168-1848BC8500F2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09" name="pg2702">
                <a:extLst>
                  <a:ext uri="{FF2B5EF4-FFF2-40B4-BE49-F238E27FC236}">
                    <a16:creationId xmlns:a16="http://schemas.microsoft.com/office/drawing/2014/main" id="{9999741E-190D-092B-5D7F-E630995FE973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0" name="pg2703">
                <a:extLst>
                  <a:ext uri="{FF2B5EF4-FFF2-40B4-BE49-F238E27FC236}">
                    <a16:creationId xmlns:a16="http://schemas.microsoft.com/office/drawing/2014/main" id="{8F262387-4794-9502-1C93-24ED73DACE40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1" name="pg2704">
                <a:extLst>
                  <a:ext uri="{FF2B5EF4-FFF2-40B4-BE49-F238E27FC236}">
                    <a16:creationId xmlns:a16="http://schemas.microsoft.com/office/drawing/2014/main" id="{27BBA052-2F61-40C2-68AF-6E89C2CEE3E9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2" name="pg2705">
                <a:extLst>
                  <a:ext uri="{FF2B5EF4-FFF2-40B4-BE49-F238E27FC236}">
                    <a16:creationId xmlns:a16="http://schemas.microsoft.com/office/drawing/2014/main" id="{D1447A08-0F11-3342-9CD9-0B1C62DD186E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3" name="pg2706">
                <a:extLst>
                  <a:ext uri="{FF2B5EF4-FFF2-40B4-BE49-F238E27FC236}">
                    <a16:creationId xmlns:a16="http://schemas.microsoft.com/office/drawing/2014/main" id="{117D8308-8A5E-EE08-1FC4-9EBA06BC2D1F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4" name="pg2707">
                <a:extLst>
                  <a:ext uri="{FF2B5EF4-FFF2-40B4-BE49-F238E27FC236}">
                    <a16:creationId xmlns:a16="http://schemas.microsoft.com/office/drawing/2014/main" id="{F6484B3B-2FBB-D84E-4614-C07F24975AC2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5" name="pg2708">
                <a:extLst>
                  <a:ext uri="{FF2B5EF4-FFF2-40B4-BE49-F238E27FC236}">
                    <a16:creationId xmlns:a16="http://schemas.microsoft.com/office/drawing/2014/main" id="{4E7F1648-D16B-4758-EF2F-94646212EE5E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6" name="pg2709">
                <a:extLst>
                  <a:ext uri="{FF2B5EF4-FFF2-40B4-BE49-F238E27FC236}">
                    <a16:creationId xmlns:a16="http://schemas.microsoft.com/office/drawing/2014/main" id="{50EFB8BF-5DC5-3759-DA8C-72FF7B9A6E33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7" name="pg2710">
                <a:extLst>
                  <a:ext uri="{FF2B5EF4-FFF2-40B4-BE49-F238E27FC236}">
                    <a16:creationId xmlns:a16="http://schemas.microsoft.com/office/drawing/2014/main" id="{4231920F-CBC5-9725-5280-4DA8B67ED978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8" name="pg2711">
                <a:extLst>
                  <a:ext uri="{FF2B5EF4-FFF2-40B4-BE49-F238E27FC236}">
                    <a16:creationId xmlns:a16="http://schemas.microsoft.com/office/drawing/2014/main" id="{2748E41E-5EB7-157B-B181-4FA72796D6C0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19" name="pg2712">
                <a:extLst>
                  <a:ext uri="{FF2B5EF4-FFF2-40B4-BE49-F238E27FC236}">
                    <a16:creationId xmlns:a16="http://schemas.microsoft.com/office/drawing/2014/main" id="{72CFE82E-2DA2-01A8-4FF3-B58393959F57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0" name="pg2713">
                <a:extLst>
                  <a:ext uri="{FF2B5EF4-FFF2-40B4-BE49-F238E27FC236}">
                    <a16:creationId xmlns:a16="http://schemas.microsoft.com/office/drawing/2014/main" id="{CD37AD9E-4365-706F-6CCF-9B1FCB83DCFB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1" name="pg2714">
                <a:extLst>
                  <a:ext uri="{FF2B5EF4-FFF2-40B4-BE49-F238E27FC236}">
                    <a16:creationId xmlns:a16="http://schemas.microsoft.com/office/drawing/2014/main" id="{34478946-7455-6C72-ABD6-E10E3F2AF278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2" name="pg2715">
                <a:extLst>
                  <a:ext uri="{FF2B5EF4-FFF2-40B4-BE49-F238E27FC236}">
                    <a16:creationId xmlns:a16="http://schemas.microsoft.com/office/drawing/2014/main" id="{14A48BFF-AA3F-424B-84E9-2D35E8B2B40E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3" name="pg2716">
                <a:extLst>
                  <a:ext uri="{FF2B5EF4-FFF2-40B4-BE49-F238E27FC236}">
                    <a16:creationId xmlns:a16="http://schemas.microsoft.com/office/drawing/2014/main" id="{DD343ABE-7031-0572-C562-EDF8619EFA7D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4" name="pg2717">
                <a:extLst>
                  <a:ext uri="{FF2B5EF4-FFF2-40B4-BE49-F238E27FC236}">
                    <a16:creationId xmlns:a16="http://schemas.microsoft.com/office/drawing/2014/main" id="{8E87417D-E0DE-B6A6-1942-672ECC7DB6CE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5" name="pg2718">
                <a:extLst>
                  <a:ext uri="{FF2B5EF4-FFF2-40B4-BE49-F238E27FC236}">
                    <a16:creationId xmlns:a16="http://schemas.microsoft.com/office/drawing/2014/main" id="{CAD2B898-BF60-4203-3D95-6E936D04254E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6" name="pg2719">
                <a:extLst>
                  <a:ext uri="{FF2B5EF4-FFF2-40B4-BE49-F238E27FC236}">
                    <a16:creationId xmlns:a16="http://schemas.microsoft.com/office/drawing/2014/main" id="{75DEB6F7-C0CA-7CB8-BFB2-D1C01006FDB5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7" name="pg2720">
                <a:extLst>
                  <a:ext uri="{FF2B5EF4-FFF2-40B4-BE49-F238E27FC236}">
                    <a16:creationId xmlns:a16="http://schemas.microsoft.com/office/drawing/2014/main" id="{E6A08275-37D0-3417-9BE8-E8F32C415CFB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8" name="pg2721">
                <a:extLst>
                  <a:ext uri="{FF2B5EF4-FFF2-40B4-BE49-F238E27FC236}">
                    <a16:creationId xmlns:a16="http://schemas.microsoft.com/office/drawing/2014/main" id="{0625701A-3C89-95B8-C034-F17C27CB1B05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29" name="pg2722">
                <a:extLst>
                  <a:ext uri="{FF2B5EF4-FFF2-40B4-BE49-F238E27FC236}">
                    <a16:creationId xmlns:a16="http://schemas.microsoft.com/office/drawing/2014/main" id="{D31477F2-37D4-277A-A439-12F84D07199E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0" name="pg2723">
                <a:extLst>
                  <a:ext uri="{FF2B5EF4-FFF2-40B4-BE49-F238E27FC236}">
                    <a16:creationId xmlns:a16="http://schemas.microsoft.com/office/drawing/2014/main" id="{C84615E5-3CC5-507F-E392-7FD177D0AD46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1" name="pg2724">
                <a:extLst>
                  <a:ext uri="{FF2B5EF4-FFF2-40B4-BE49-F238E27FC236}">
                    <a16:creationId xmlns:a16="http://schemas.microsoft.com/office/drawing/2014/main" id="{1D69E2D7-28E7-63B4-225D-8CFA68EEC816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2" name="pg2725">
                <a:extLst>
                  <a:ext uri="{FF2B5EF4-FFF2-40B4-BE49-F238E27FC236}">
                    <a16:creationId xmlns:a16="http://schemas.microsoft.com/office/drawing/2014/main" id="{C513D133-9B21-B9EB-F6D7-F5A950847CE9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3" name="pg2726">
                <a:extLst>
                  <a:ext uri="{FF2B5EF4-FFF2-40B4-BE49-F238E27FC236}">
                    <a16:creationId xmlns:a16="http://schemas.microsoft.com/office/drawing/2014/main" id="{F5B82E2F-28E6-6B5B-F9F5-C81A948B66CB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4" name="pg2727">
                <a:extLst>
                  <a:ext uri="{FF2B5EF4-FFF2-40B4-BE49-F238E27FC236}">
                    <a16:creationId xmlns:a16="http://schemas.microsoft.com/office/drawing/2014/main" id="{5D7BD257-90C5-A2EB-7882-5DCD2090FF39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5" name="pg2728">
                <a:extLst>
                  <a:ext uri="{FF2B5EF4-FFF2-40B4-BE49-F238E27FC236}">
                    <a16:creationId xmlns:a16="http://schemas.microsoft.com/office/drawing/2014/main" id="{63090E88-9655-DDF3-99D1-008D2C431243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6" name="pg2729">
                <a:extLst>
                  <a:ext uri="{FF2B5EF4-FFF2-40B4-BE49-F238E27FC236}">
                    <a16:creationId xmlns:a16="http://schemas.microsoft.com/office/drawing/2014/main" id="{AE4AA821-680E-1C2A-5A2B-684C841D142C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7" name="pg2730">
                <a:extLst>
                  <a:ext uri="{FF2B5EF4-FFF2-40B4-BE49-F238E27FC236}">
                    <a16:creationId xmlns:a16="http://schemas.microsoft.com/office/drawing/2014/main" id="{7B34AC90-63B8-6254-EC7A-23854C9DC6AD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8" name="pg2731">
                <a:extLst>
                  <a:ext uri="{FF2B5EF4-FFF2-40B4-BE49-F238E27FC236}">
                    <a16:creationId xmlns:a16="http://schemas.microsoft.com/office/drawing/2014/main" id="{405F279D-9E8A-CCDF-D22B-01572257AA71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39" name="pg2732">
                <a:extLst>
                  <a:ext uri="{FF2B5EF4-FFF2-40B4-BE49-F238E27FC236}">
                    <a16:creationId xmlns:a16="http://schemas.microsoft.com/office/drawing/2014/main" id="{1AAD0DAB-5A29-1B44-E9D5-DE5C14F71AC7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0" name="pg2733">
                <a:extLst>
                  <a:ext uri="{FF2B5EF4-FFF2-40B4-BE49-F238E27FC236}">
                    <a16:creationId xmlns:a16="http://schemas.microsoft.com/office/drawing/2014/main" id="{811D6CE7-797B-C4D8-9070-763CC6E387B1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1" name="pg2734">
                <a:extLst>
                  <a:ext uri="{FF2B5EF4-FFF2-40B4-BE49-F238E27FC236}">
                    <a16:creationId xmlns:a16="http://schemas.microsoft.com/office/drawing/2014/main" id="{2FE155DD-965E-D81C-C280-D9B0002B15AD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2" name="pg2735">
                <a:extLst>
                  <a:ext uri="{FF2B5EF4-FFF2-40B4-BE49-F238E27FC236}">
                    <a16:creationId xmlns:a16="http://schemas.microsoft.com/office/drawing/2014/main" id="{1AAAA1AD-007B-6D57-502A-947A03C634DE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3" name="pg2736">
                <a:extLst>
                  <a:ext uri="{FF2B5EF4-FFF2-40B4-BE49-F238E27FC236}">
                    <a16:creationId xmlns:a16="http://schemas.microsoft.com/office/drawing/2014/main" id="{A70F1D16-BCE2-BF2F-FA22-4D3237D375FA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4" name="pg2737">
                <a:extLst>
                  <a:ext uri="{FF2B5EF4-FFF2-40B4-BE49-F238E27FC236}">
                    <a16:creationId xmlns:a16="http://schemas.microsoft.com/office/drawing/2014/main" id="{BCE032E1-A888-B016-46FF-879674C4D8D8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5" name="pg2738">
                <a:extLst>
                  <a:ext uri="{FF2B5EF4-FFF2-40B4-BE49-F238E27FC236}">
                    <a16:creationId xmlns:a16="http://schemas.microsoft.com/office/drawing/2014/main" id="{D9FF871A-6A39-967B-DC4D-01C98FEF13EA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6" name="pg2739">
                <a:extLst>
                  <a:ext uri="{FF2B5EF4-FFF2-40B4-BE49-F238E27FC236}">
                    <a16:creationId xmlns:a16="http://schemas.microsoft.com/office/drawing/2014/main" id="{479DC107-BDEA-A100-1DCC-26050A912D47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7" name="pg2740">
                <a:extLst>
                  <a:ext uri="{FF2B5EF4-FFF2-40B4-BE49-F238E27FC236}">
                    <a16:creationId xmlns:a16="http://schemas.microsoft.com/office/drawing/2014/main" id="{FA4CF2DC-D80E-9CCF-3188-93FC740B316B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8" name="pg2741">
                <a:extLst>
                  <a:ext uri="{FF2B5EF4-FFF2-40B4-BE49-F238E27FC236}">
                    <a16:creationId xmlns:a16="http://schemas.microsoft.com/office/drawing/2014/main" id="{112737C6-DF37-DF88-C2D6-E5D83C866E41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49" name="pg2742">
                <a:extLst>
                  <a:ext uri="{FF2B5EF4-FFF2-40B4-BE49-F238E27FC236}">
                    <a16:creationId xmlns:a16="http://schemas.microsoft.com/office/drawing/2014/main" id="{2196C277-7950-C12F-7193-ACDCB14F7547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0" name="pg2743">
                <a:extLst>
                  <a:ext uri="{FF2B5EF4-FFF2-40B4-BE49-F238E27FC236}">
                    <a16:creationId xmlns:a16="http://schemas.microsoft.com/office/drawing/2014/main" id="{09299DBC-C8F1-A539-C861-E8D6CFAFE6EB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1" name="pg2744">
                <a:extLst>
                  <a:ext uri="{FF2B5EF4-FFF2-40B4-BE49-F238E27FC236}">
                    <a16:creationId xmlns:a16="http://schemas.microsoft.com/office/drawing/2014/main" id="{254305B5-D303-3CC1-FD70-8D999E939592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2" name="pg2745">
                <a:extLst>
                  <a:ext uri="{FF2B5EF4-FFF2-40B4-BE49-F238E27FC236}">
                    <a16:creationId xmlns:a16="http://schemas.microsoft.com/office/drawing/2014/main" id="{BCA1976E-1303-791A-CAE4-304BEE013CC0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3" name="pg2746">
                <a:extLst>
                  <a:ext uri="{FF2B5EF4-FFF2-40B4-BE49-F238E27FC236}">
                    <a16:creationId xmlns:a16="http://schemas.microsoft.com/office/drawing/2014/main" id="{D58045E4-FF6A-5073-C218-70AACCA17476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4" name="pg2747">
                <a:extLst>
                  <a:ext uri="{FF2B5EF4-FFF2-40B4-BE49-F238E27FC236}">
                    <a16:creationId xmlns:a16="http://schemas.microsoft.com/office/drawing/2014/main" id="{E8631D4C-9151-981F-6D03-BD03F54FE59A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5" name="pg2748">
                <a:extLst>
                  <a:ext uri="{FF2B5EF4-FFF2-40B4-BE49-F238E27FC236}">
                    <a16:creationId xmlns:a16="http://schemas.microsoft.com/office/drawing/2014/main" id="{39A3214F-9F95-22F0-0A96-38165377AE9C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6" name="pg2749">
                <a:extLst>
                  <a:ext uri="{FF2B5EF4-FFF2-40B4-BE49-F238E27FC236}">
                    <a16:creationId xmlns:a16="http://schemas.microsoft.com/office/drawing/2014/main" id="{20CEC00B-C596-DC7C-28CE-140215154F85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7" name="pg2750">
                <a:extLst>
                  <a:ext uri="{FF2B5EF4-FFF2-40B4-BE49-F238E27FC236}">
                    <a16:creationId xmlns:a16="http://schemas.microsoft.com/office/drawing/2014/main" id="{DD26611F-DB69-6674-D8A1-4B2360AED0B1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8" name="pg2751">
                <a:extLst>
                  <a:ext uri="{FF2B5EF4-FFF2-40B4-BE49-F238E27FC236}">
                    <a16:creationId xmlns:a16="http://schemas.microsoft.com/office/drawing/2014/main" id="{D235F197-9936-922B-36E7-8FDE0E4749CD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59" name="pg2752">
                <a:extLst>
                  <a:ext uri="{FF2B5EF4-FFF2-40B4-BE49-F238E27FC236}">
                    <a16:creationId xmlns:a16="http://schemas.microsoft.com/office/drawing/2014/main" id="{600E77D9-FEBB-F5D3-41A0-1767F66AB705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C">
                  <a:alpha val="100000"/>
                </a:srgbClr>
              </a:solidFill>
              <a:ln w="5420" cap="flat">
                <a:solidFill>
                  <a:srgbClr val="3C46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0" name="pg2753">
                <a:extLst>
                  <a:ext uri="{FF2B5EF4-FFF2-40B4-BE49-F238E27FC236}">
                    <a16:creationId xmlns:a16="http://schemas.microsoft.com/office/drawing/2014/main" id="{C18AADA3-9A35-F397-993B-A1A79720DBDB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1" name="pg2754">
                <a:extLst>
                  <a:ext uri="{FF2B5EF4-FFF2-40B4-BE49-F238E27FC236}">
                    <a16:creationId xmlns:a16="http://schemas.microsoft.com/office/drawing/2014/main" id="{8DBA2362-85C4-E6BD-635D-0B57AD640DB4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2" name="pg2755">
                <a:extLst>
                  <a:ext uri="{FF2B5EF4-FFF2-40B4-BE49-F238E27FC236}">
                    <a16:creationId xmlns:a16="http://schemas.microsoft.com/office/drawing/2014/main" id="{71448C14-640E-88FD-39E5-4BD1AE6CE8E1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3" name="pg2756">
                <a:extLst>
                  <a:ext uri="{FF2B5EF4-FFF2-40B4-BE49-F238E27FC236}">
                    <a16:creationId xmlns:a16="http://schemas.microsoft.com/office/drawing/2014/main" id="{6748F1EB-78AB-3FEC-AB5B-92F06194B2F8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4" name="pg2757">
                <a:extLst>
                  <a:ext uri="{FF2B5EF4-FFF2-40B4-BE49-F238E27FC236}">
                    <a16:creationId xmlns:a16="http://schemas.microsoft.com/office/drawing/2014/main" id="{50EB079C-B189-532E-E097-9491DA0B9C4C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5" name="pg2758">
                <a:extLst>
                  <a:ext uri="{FF2B5EF4-FFF2-40B4-BE49-F238E27FC236}">
                    <a16:creationId xmlns:a16="http://schemas.microsoft.com/office/drawing/2014/main" id="{AAE9FA1C-8C41-6DA5-3998-CA0E1C2775F6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6" name="pg2759">
                <a:extLst>
                  <a:ext uri="{FF2B5EF4-FFF2-40B4-BE49-F238E27FC236}">
                    <a16:creationId xmlns:a16="http://schemas.microsoft.com/office/drawing/2014/main" id="{6AF9FD76-6D87-8848-63B7-A4966F128F37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7" name="pg2760">
                <a:extLst>
                  <a:ext uri="{FF2B5EF4-FFF2-40B4-BE49-F238E27FC236}">
                    <a16:creationId xmlns:a16="http://schemas.microsoft.com/office/drawing/2014/main" id="{9B8B3858-0F79-3385-8CF9-2912060A45ED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8" name="pg2761">
                <a:extLst>
                  <a:ext uri="{FF2B5EF4-FFF2-40B4-BE49-F238E27FC236}">
                    <a16:creationId xmlns:a16="http://schemas.microsoft.com/office/drawing/2014/main" id="{8839F282-93A3-3C09-1520-587215B96F96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69" name="pg2762">
                <a:extLst>
                  <a:ext uri="{FF2B5EF4-FFF2-40B4-BE49-F238E27FC236}">
                    <a16:creationId xmlns:a16="http://schemas.microsoft.com/office/drawing/2014/main" id="{11B771EA-377D-5464-704B-C5449534AF8F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0" name="pg2763">
                <a:extLst>
                  <a:ext uri="{FF2B5EF4-FFF2-40B4-BE49-F238E27FC236}">
                    <a16:creationId xmlns:a16="http://schemas.microsoft.com/office/drawing/2014/main" id="{B20E87BF-826D-55E0-5144-CB8D6407A24F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1" name="pg2764">
                <a:extLst>
                  <a:ext uri="{FF2B5EF4-FFF2-40B4-BE49-F238E27FC236}">
                    <a16:creationId xmlns:a16="http://schemas.microsoft.com/office/drawing/2014/main" id="{B9F23396-83B7-49BA-32C0-F16E5A5185FF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2" name="pg2765">
                <a:extLst>
                  <a:ext uri="{FF2B5EF4-FFF2-40B4-BE49-F238E27FC236}">
                    <a16:creationId xmlns:a16="http://schemas.microsoft.com/office/drawing/2014/main" id="{892EAA10-68EB-498D-EC99-3E1C4DB5B6B1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3" name="pg2766">
                <a:extLst>
                  <a:ext uri="{FF2B5EF4-FFF2-40B4-BE49-F238E27FC236}">
                    <a16:creationId xmlns:a16="http://schemas.microsoft.com/office/drawing/2014/main" id="{E3CE7733-73EF-59C3-86CF-A00ED80B1182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4" name="pg2767">
                <a:extLst>
                  <a:ext uri="{FF2B5EF4-FFF2-40B4-BE49-F238E27FC236}">
                    <a16:creationId xmlns:a16="http://schemas.microsoft.com/office/drawing/2014/main" id="{11137726-832B-5097-396D-4C227FD29910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5" name="pg2768">
                <a:extLst>
                  <a:ext uri="{FF2B5EF4-FFF2-40B4-BE49-F238E27FC236}">
                    <a16:creationId xmlns:a16="http://schemas.microsoft.com/office/drawing/2014/main" id="{6782DDBC-CA8F-59F1-3863-932CC085E476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6" name="pg2769">
                <a:extLst>
                  <a:ext uri="{FF2B5EF4-FFF2-40B4-BE49-F238E27FC236}">
                    <a16:creationId xmlns:a16="http://schemas.microsoft.com/office/drawing/2014/main" id="{AC88DA65-60DB-79B6-D654-000BEEFD22B7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7" name="pg2770">
                <a:extLst>
                  <a:ext uri="{FF2B5EF4-FFF2-40B4-BE49-F238E27FC236}">
                    <a16:creationId xmlns:a16="http://schemas.microsoft.com/office/drawing/2014/main" id="{3D126FB3-541E-05CB-868B-A1328350D5C1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8" name="pg2771">
                <a:extLst>
                  <a:ext uri="{FF2B5EF4-FFF2-40B4-BE49-F238E27FC236}">
                    <a16:creationId xmlns:a16="http://schemas.microsoft.com/office/drawing/2014/main" id="{2AB3F5AF-D21E-3882-FC1C-4E7BEDCDEA42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79" name="pg2772">
                <a:extLst>
                  <a:ext uri="{FF2B5EF4-FFF2-40B4-BE49-F238E27FC236}">
                    <a16:creationId xmlns:a16="http://schemas.microsoft.com/office/drawing/2014/main" id="{FB799650-CB2D-A9E6-4F91-4D31CEDB9F3F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0" name="pg2773">
                <a:extLst>
                  <a:ext uri="{FF2B5EF4-FFF2-40B4-BE49-F238E27FC236}">
                    <a16:creationId xmlns:a16="http://schemas.microsoft.com/office/drawing/2014/main" id="{B9CD34EB-D525-054F-DFFC-5AFEF8217534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1" name="pg2774">
                <a:extLst>
                  <a:ext uri="{FF2B5EF4-FFF2-40B4-BE49-F238E27FC236}">
                    <a16:creationId xmlns:a16="http://schemas.microsoft.com/office/drawing/2014/main" id="{B8C17362-5E2C-A2F0-BC88-6DD94ADF5A7E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2" name="pg2775">
                <a:extLst>
                  <a:ext uri="{FF2B5EF4-FFF2-40B4-BE49-F238E27FC236}">
                    <a16:creationId xmlns:a16="http://schemas.microsoft.com/office/drawing/2014/main" id="{1CAA9511-85BB-FCC0-05EF-D8D4AC136A8B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3" name="pg2776">
                <a:extLst>
                  <a:ext uri="{FF2B5EF4-FFF2-40B4-BE49-F238E27FC236}">
                    <a16:creationId xmlns:a16="http://schemas.microsoft.com/office/drawing/2014/main" id="{56BBD041-D9B5-7B15-A337-02BD02FC18F1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4" name="pg2777">
                <a:extLst>
                  <a:ext uri="{FF2B5EF4-FFF2-40B4-BE49-F238E27FC236}">
                    <a16:creationId xmlns:a16="http://schemas.microsoft.com/office/drawing/2014/main" id="{16A95710-BAB9-FFD9-E235-D7D3F82B628B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5" name="pg2778">
                <a:extLst>
                  <a:ext uri="{FF2B5EF4-FFF2-40B4-BE49-F238E27FC236}">
                    <a16:creationId xmlns:a16="http://schemas.microsoft.com/office/drawing/2014/main" id="{34DBDCF5-628E-C5F8-86D1-BE772065C15E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6" name="pg2779">
                <a:extLst>
                  <a:ext uri="{FF2B5EF4-FFF2-40B4-BE49-F238E27FC236}">
                    <a16:creationId xmlns:a16="http://schemas.microsoft.com/office/drawing/2014/main" id="{EED178CF-43FF-8A22-3FC2-C0F49EAFE8F8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7" name="pg2780">
                <a:extLst>
                  <a:ext uri="{FF2B5EF4-FFF2-40B4-BE49-F238E27FC236}">
                    <a16:creationId xmlns:a16="http://schemas.microsoft.com/office/drawing/2014/main" id="{B78C91F9-7D02-16E6-BB9C-9F69F69B73F1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8" name="pg2781">
                <a:extLst>
                  <a:ext uri="{FF2B5EF4-FFF2-40B4-BE49-F238E27FC236}">
                    <a16:creationId xmlns:a16="http://schemas.microsoft.com/office/drawing/2014/main" id="{9CB2762C-7341-60A8-CB23-2C1B9804F7B2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89" name="pg2782">
                <a:extLst>
                  <a:ext uri="{FF2B5EF4-FFF2-40B4-BE49-F238E27FC236}">
                    <a16:creationId xmlns:a16="http://schemas.microsoft.com/office/drawing/2014/main" id="{161C2E81-3ECC-E7E4-3D5F-C4D1A3D58799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0" name="pg2783">
                <a:extLst>
                  <a:ext uri="{FF2B5EF4-FFF2-40B4-BE49-F238E27FC236}">
                    <a16:creationId xmlns:a16="http://schemas.microsoft.com/office/drawing/2014/main" id="{BEEA1428-1C56-F344-154D-335FFFD7EA1A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1" name="pg2784">
                <a:extLst>
                  <a:ext uri="{FF2B5EF4-FFF2-40B4-BE49-F238E27FC236}">
                    <a16:creationId xmlns:a16="http://schemas.microsoft.com/office/drawing/2014/main" id="{6F52228C-982F-5982-1EDC-8CA9392C29A4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2" name="pg2785">
                <a:extLst>
                  <a:ext uri="{FF2B5EF4-FFF2-40B4-BE49-F238E27FC236}">
                    <a16:creationId xmlns:a16="http://schemas.microsoft.com/office/drawing/2014/main" id="{3384A27C-65E6-1D73-DF79-A2AFD01F49B7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3" name="pg2786">
                <a:extLst>
                  <a:ext uri="{FF2B5EF4-FFF2-40B4-BE49-F238E27FC236}">
                    <a16:creationId xmlns:a16="http://schemas.microsoft.com/office/drawing/2014/main" id="{87EDD53A-ABC0-FF6E-368F-9A8349C570CC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4" name="pg2787">
                <a:extLst>
                  <a:ext uri="{FF2B5EF4-FFF2-40B4-BE49-F238E27FC236}">
                    <a16:creationId xmlns:a16="http://schemas.microsoft.com/office/drawing/2014/main" id="{50BCBC9D-7429-0242-9E1B-42990FDF78BF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5" name="pg2788">
                <a:extLst>
                  <a:ext uri="{FF2B5EF4-FFF2-40B4-BE49-F238E27FC236}">
                    <a16:creationId xmlns:a16="http://schemas.microsoft.com/office/drawing/2014/main" id="{27E91F11-644C-24EC-DA2E-5250A5688DC2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6" name="pg2789">
                <a:extLst>
                  <a:ext uri="{FF2B5EF4-FFF2-40B4-BE49-F238E27FC236}">
                    <a16:creationId xmlns:a16="http://schemas.microsoft.com/office/drawing/2014/main" id="{A4F83D7B-A671-EA0B-60A1-DF841EF622B0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7" name="pg2790">
                <a:extLst>
                  <a:ext uri="{FF2B5EF4-FFF2-40B4-BE49-F238E27FC236}">
                    <a16:creationId xmlns:a16="http://schemas.microsoft.com/office/drawing/2014/main" id="{68A605B3-B5A0-34FE-1DA4-A3425120DA47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8" name="pg2791">
                <a:extLst>
                  <a:ext uri="{FF2B5EF4-FFF2-40B4-BE49-F238E27FC236}">
                    <a16:creationId xmlns:a16="http://schemas.microsoft.com/office/drawing/2014/main" id="{9EFB63BF-EEBC-B7D1-5DF3-8F2FB9CD076F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699" name="pg2792">
                <a:extLst>
                  <a:ext uri="{FF2B5EF4-FFF2-40B4-BE49-F238E27FC236}">
                    <a16:creationId xmlns:a16="http://schemas.microsoft.com/office/drawing/2014/main" id="{0C01AFE7-E38E-2C8D-10A4-DA4975B51C8E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0" name="pg2793">
                <a:extLst>
                  <a:ext uri="{FF2B5EF4-FFF2-40B4-BE49-F238E27FC236}">
                    <a16:creationId xmlns:a16="http://schemas.microsoft.com/office/drawing/2014/main" id="{DC2DA098-F1A0-67A9-0E0A-DCECBF99697A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1" name="pg2794">
                <a:extLst>
                  <a:ext uri="{FF2B5EF4-FFF2-40B4-BE49-F238E27FC236}">
                    <a16:creationId xmlns:a16="http://schemas.microsoft.com/office/drawing/2014/main" id="{F02823C1-D10C-D096-B82B-7173E8564994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2" name="pg2795">
                <a:extLst>
                  <a:ext uri="{FF2B5EF4-FFF2-40B4-BE49-F238E27FC236}">
                    <a16:creationId xmlns:a16="http://schemas.microsoft.com/office/drawing/2014/main" id="{0E984E2B-679F-2A9E-C499-52BECFCE71AD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3" name="pg2796">
                <a:extLst>
                  <a:ext uri="{FF2B5EF4-FFF2-40B4-BE49-F238E27FC236}">
                    <a16:creationId xmlns:a16="http://schemas.microsoft.com/office/drawing/2014/main" id="{C1690FD3-F197-DAC8-9FEA-63DBE33EB1AA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4" name="pg2797">
                <a:extLst>
                  <a:ext uri="{FF2B5EF4-FFF2-40B4-BE49-F238E27FC236}">
                    <a16:creationId xmlns:a16="http://schemas.microsoft.com/office/drawing/2014/main" id="{1616DF50-CAB6-34BF-FAA9-55FF194BE00B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5" name="pg2798">
                <a:extLst>
                  <a:ext uri="{FF2B5EF4-FFF2-40B4-BE49-F238E27FC236}">
                    <a16:creationId xmlns:a16="http://schemas.microsoft.com/office/drawing/2014/main" id="{8EEEA3C0-3B22-EA2D-ADAB-2242CBB216C2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6" name="pg2799">
                <a:extLst>
                  <a:ext uri="{FF2B5EF4-FFF2-40B4-BE49-F238E27FC236}">
                    <a16:creationId xmlns:a16="http://schemas.microsoft.com/office/drawing/2014/main" id="{8B8E05BF-5405-E99F-9CF1-F32D1F1B3B0D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7" name="pg2800">
                <a:extLst>
                  <a:ext uri="{FF2B5EF4-FFF2-40B4-BE49-F238E27FC236}">
                    <a16:creationId xmlns:a16="http://schemas.microsoft.com/office/drawing/2014/main" id="{4620DCAF-75E9-BD74-29E9-1A6B918AD530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8" name="pg2801">
                <a:extLst>
                  <a:ext uri="{FF2B5EF4-FFF2-40B4-BE49-F238E27FC236}">
                    <a16:creationId xmlns:a16="http://schemas.microsoft.com/office/drawing/2014/main" id="{5BF00A7E-21B0-586F-EB6E-1061748FA6B3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09" name="pg2802">
                <a:extLst>
                  <a:ext uri="{FF2B5EF4-FFF2-40B4-BE49-F238E27FC236}">
                    <a16:creationId xmlns:a16="http://schemas.microsoft.com/office/drawing/2014/main" id="{D8CB59BB-DD08-124B-8E25-E94FB7359250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0" name="pg2803">
                <a:extLst>
                  <a:ext uri="{FF2B5EF4-FFF2-40B4-BE49-F238E27FC236}">
                    <a16:creationId xmlns:a16="http://schemas.microsoft.com/office/drawing/2014/main" id="{18D480FA-938C-BB0C-8DD1-8AB061DBEE99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1" name="pg2804">
                <a:extLst>
                  <a:ext uri="{FF2B5EF4-FFF2-40B4-BE49-F238E27FC236}">
                    <a16:creationId xmlns:a16="http://schemas.microsoft.com/office/drawing/2014/main" id="{2A03CB17-311D-6340-DAA1-46BB3371E2C8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2" name="pg2805">
                <a:extLst>
                  <a:ext uri="{FF2B5EF4-FFF2-40B4-BE49-F238E27FC236}">
                    <a16:creationId xmlns:a16="http://schemas.microsoft.com/office/drawing/2014/main" id="{EDF70AED-CDDF-B510-92C7-18574F4A1EB1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A">
                  <a:alpha val="100000"/>
                </a:srgbClr>
              </a:solidFill>
              <a:ln w="5420" cap="flat">
                <a:solidFill>
                  <a:srgbClr val="3B50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3" name="pg2806">
                <a:extLst>
                  <a:ext uri="{FF2B5EF4-FFF2-40B4-BE49-F238E27FC236}">
                    <a16:creationId xmlns:a16="http://schemas.microsoft.com/office/drawing/2014/main" id="{D4705D11-E05A-BF77-9B0D-A536B3425B43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4" name="pg2807">
                <a:extLst>
                  <a:ext uri="{FF2B5EF4-FFF2-40B4-BE49-F238E27FC236}">
                    <a16:creationId xmlns:a16="http://schemas.microsoft.com/office/drawing/2014/main" id="{C45739B3-8909-AB98-EE5E-5AFAD1F3699C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5" name="pg2808">
                <a:extLst>
                  <a:ext uri="{FF2B5EF4-FFF2-40B4-BE49-F238E27FC236}">
                    <a16:creationId xmlns:a16="http://schemas.microsoft.com/office/drawing/2014/main" id="{F3CF0172-0D95-7F92-8A02-121901417297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6" name="pg2809">
                <a:extLst>
                  <a:ext uri="{FF2B5EF4-FFF2-40B4-BE49-F238E27FC236}">
                    <a16:creationId xmlns:a16="http://schemas.microsoft.com/office/drawing/2014/main" id="{129EC70B-9A8A-C7D4-95EC-3993C21F75D9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7" name="pg2810">
                <a:extLst>
                  <a:ext uri="{FF2B5EF4-FFF2-40B4-BE49-F238E27FC236}">
                    <a16:creationId xmlns:a16="http://schemas.microsoft.com/office/drawing/2014/main" id="{DFA20F3D-C8A8-89ED-1FF5-8C91E6CD710E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8" name="pg2811">
                <a:extLst>
                  <a:ext uri="{FF2B5EF4-FFF2-40B4-BE49-F238E27FC236}">
                    <a16:creationId xmlns:a16="http://schemas.microsoft.com/office/drawing/2014/main" id="{EA7F63C2-62A1-4951-69CE-5F5D39C17AE4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19" name="pg2812">
                <a:extLst>
                  <a:ext uri="{FF2B5EF4-FFF2-40B4-BE49-F238E27FC236}">
                    <a16:creationId xmlns:a16="http://schemas.microsoft.com/office/drawing/2014/main" id="{740098DF-8871-6637-F216-6F6D3E287969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0" name="pg2813">
                <a:extLst>
                  <a:ext uri="{FF2B5EF4-FFF2-40B4-BE49-F238E27FC236}">
                    <a16:creationId xmlns:a16="http://schemas.microsoft.com/office/drawing/2014/main" id="{49AC01DE-4D2C-5F62-0EFA-5E5713432EBB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1" name="pg2814">
                <a:extLst>
                  <a:ext uri="{FF2B5EF4-FFF2-40B4-BE49-F238E27FC236}">
                    <a16:creationId xmlns:a16="http://schemas.microsoft.com/office/drawing/2014/main" id="{F6C63E7A-E530-3CC2-BBFE-80DC57B00BDE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2" name="pg2815">
                <a:extLst>
                  <a:ext uri="{FF2B5EF4-FFF2-40B4-BE49-F238E27FC236}">
                    <a16:creationId xmlns:a16="http://schemas.microsoft.com/office/drawing/2014/main" id="{B758EBCE-DCD2-E4DE-320A-C27975173D9A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3" name="pg2816">
                <a:extLst>
                  <a:ext uri="{FF2B5EF4-FFF2-40B4-BE49-F238E27FC236}">
                    <a16:creationId xmlns:a16="http://schemas.microsoft.com/office/drawing/2014/main" id="{F5A8EBE2-0B1D-2A4A-7C2B-2D5B693C40C4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4" name="pg2817">
                <a:extLst>
                  <a:ext uri="{FF2B5EF4-FFF2-40B4-BE49-F238E27FC236}">
                    <a16:creationId xmlns:a16="http://schemas.microsoft.com/office/drawing/2014/main" id="{9F216E12-3D02-3DA4-B33F-FE10D2C44387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5" name="pg2818">
                <a:extLst>
                  <a:ext uri="{FF2B5EF4-FFF2-40B4-BE49-F238E27FC236}">
                    <a16:creationId xmlns:a16="http://schemas.microsoft.com/office/drawing/2014/main" id="{39595496-DC5C-FA44-7A37-61AF0838AF89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6" name="pg2819">
                <a:extLst>
                  <a:ext uri="{FF2B5EF4-FFF2-40B4-BE49-F238E27FC236}">
                    <a16:creationId xmlns:a16="http://schemas.microsoft.com/office/drawing/2014/main" id="{61ADB390-ABC1-0408-277F-6FB6A046CEC2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7" name="pg2820">
                <a:extLst>
                  <a:ext uri="{FF2B5EF4-FFF2-40B4-BE49-F238E27FC236}">
                    <a16:creationId xmlns:a16="http://schemas.microsoft.com/office/drawing/2014/main" id="{FE6D574E-0A3C-9D17-8510-8DC3F072DA00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8" name="pg2821">
                <a:extLst>
                  <a:ext uri="{FF2B5EF4-FFF2-40B4-BE49-F238E27FC236}">
                    <a16:creationId xmlns:a16="http://schemas.microsoft.com/office/drawing/2014/main" id="{49C3CE33-DDAE-E332-BC5A-62E0858BCDD0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29" name="pg2822">
                <a:extLst>
                  <a:ext uri="{FF2B5EF4-FFF2-40B4-BE49-F238E27FC236}">
                    <a16:creationId xmlns:a16="http://schemas.microsoft.com/office/drawing/2014/main" id="{A380785B-24AA-28FC-1B1E-384F4D358279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0" name="pg2823">
                <a:extLst>
                  <a:ext uri="{FF2B5EF4-FFF2-40B4-BE49-F238E27FC236}">
                    <a16:creationId xmlns:a16="http://schemas.microsoft.com/office/drawing/2014/main" id="{F8CED9A6-7760-D824-1DE9-A18C032571C5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1" name="pg2824">
                <a:extLst>
                  <a:ext uri="{FF2B5EF4-FFF2-40B4-BE49-F238E27FC236}">
                    <a16:creationId xmlns:a16="http://schemas.microsoft.com/office/drawing/2014/main" id="{9A359DBE-5260-0160-F160-032765342DCE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2" name="pg2825">
                <a:extLst>
                  <a:ext uri="{FF2B5EF4-FFF2-40B4-BE49-F238E27FC236}">
                    <a16:creationId xmlns:a16="http://schemas.microsoft.com/office/drawing/2014/main" id="{BE9FF2D1-D422-6639-1822-46DCC6452F56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3" name="pg2826">
                <a:extLst>
                  <a:ext uri="{FF2B5EF4-FFF2-40B4-BE49-F238E27FC236}">
                    <a16:creationId xmlns:a16="http://schemas.microsoft.com/office/drawing/2014/main" id="{6B5069D1-B344-1E17-84DA-02DE7E492554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4" name="pg2827">
                <a:extLst>
                  <a:ext uri="{FF2B5EF4-FFF2-40B4-BE49-F238E27FC236}">
                    <a16:creationId xmlns:a16="http://schemas.microsoft.com/office/drawing/2014/main" id="{0704A3FC-45BC-13A5-8596-1F280CEA98E0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5" name="pg2828">
                <a:extLst>
                  <a:ext uri="{FF2B5EF4-FFF2-40B4-BE49-F238E27FC236}">
                    <a16:creationId xmlns:a16="http://schemas.microsoft.com/office/drawing/2014/main" id="{948EC845-91C7-6B9C-DFA4-A3C55465C2E7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6" name="pg2829">
                <a:extLst>
                  <a:ext uri="{FF2B5EF4-FFF2-40B4-BE49-F238E27FC236}">
                    <a16:creationId xmlns:a16="http://schemas.microsoft.com/office/drawing/2014/main" id="{17D1F869-DE52-AB16-F5BF-AB1F544C9EBD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7" name="pg2830">
                <a:extLst>
                  <a:ext uri="{FF2B5EF4-FFF2-40B4-BE49-F238E27FC236}">
                    <a16:creationId xmlns:a16="http://schemas.microsoft.com/office/drawing/2014/main" id="{50D00241-BA5B-D387-F671-9AC40D36D669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8" name="pg2831">
                <a:extLst>
                  <a:ext uri="{FF2B5EF4-FFF2-40B4-BE49-F238E27FC236}">
                    <a16:creationId xmlns:a16="http://schemas.microsoft.com/office/drawing/2014/main" id="{CA34AEFB-C233-B201-A425-4B15120E4FFE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39" name="pg2832">
                <a:extLst>
                  <a:ext uri="{FF2B5EF4-FFF2-40B4-BE49-F238E27FC236}">
                    <a16:creationId xmlns:a16="http://schemas.microsoft.com/office/drawing/2014/main" id="{636BB976-7D16-76DB-A1B5-99016B12086F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0" name="pg2833">
                <a:extLst>
                  <a:ext uri="{FF2B5EF4-FFF2-40B4-BE49-F238E27FC236}">
                    <a16:creationId xmlns:a16="http://schemas.microsoft.com/office/drawing/2014/main" id="{676BDA83-B443-888A-E77B-5E5A44941CA7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1" name="pg2834">
                <a:extLst>
                  <a:ext uri="{FF2B5EF4-FFF2-40B4-BE49-F238E27FC236}">
                    <a16:creationId xmlns:a16="http://schemas.microsoft.com/office/drawing/2014/main" id="{CFE72514-A803-02D2-D7DE-4ADFE99CB2F1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2" name="pg2835">
                <a:extLst>
                  <a:ext uri="{FF2B5EF4-FFF2-40B4-BE49-F238E27FC236}">
                    <a16:creationId xmlns:a16="http://schemas.microsoft.com/office/drawing/2014/main" id="{8197C45C-2B35-1BA6-D743-8048EB4B783A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3" name="pg2836">
                <a:extLst>
                  <a:ext uri="{FF2B5EF4-FFF2-40B4-BE49-F238E27FC236}">
                    <a16:creationId xmlns:a16="http://schemas.microsoft.com/office/drawing/2014/main" id="{C1299BA8-1365-312E-1A10-74E142ED1D54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4" name="pg2837">
                <a:extLst>
                  <a:ext uri="{FF2B5EF4-FFF2-40B4-BE49-F238E27FC236}">
                    <a16:creationId xmlns:a16="http://schemas.microsoft.com/office/drawing/2014/main" id="{0E8019A1-47F6-9EFE-7744-882B1EC6A180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5" name="pg2838">
                <a:extLst>
                  <a:ext uri="{FF2B5EF4-FFF2-40B4-BE49-F238E27FC236}">
                    <a16:creationId xmlns:a16="http://schemas.microsoft.com/office/drawing/2014/main" id="{4186ACBF-14A4-863D-1C37-8C7F2615B0BE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6" name="pg2839">
                <a:extLst>
                  <a:ext uri="{FF2B5EF4-FFF2-40B4-BE49-F238E27FC236}">
                    <a16:creationId xmlns:a16="http://schemas.microsoft.com/office/drawing/2014/main" id="{978A57B1-5415-CE09-4C8F-5BB36E4EB848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7" name="pg2840">
                <a:extLst>
                  <a:ext uri="{FF2B5EF4-FFF2-40B4-BE49-F238E27FC236}">
                    <a16:creationId xmlns:a16="http://schemas.microsoft.com/office/drawing/2014/main" id="{CB5077F7-D833-FB3C-2556-FF303FD3F5F0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8" name="pg2841">
                <a:extLst>
                  <a:ext uri="{FF2B5EF4-FFF2-40B4-BE49-F238E27FC236}">
                    <a16:creationId xmlns:a16="http://schemas.microsoft.com/office/drawing/2014/main" id="{21BE805A-946C-53FF-5FFB-FCF25C0923A4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49" name="pg2842">
                <a:extLst>
                  <a:ext uri="{FF2B5EF4-FFF2-40B4-BE49-F238E27FC236}">
                    <a16:creationId xmlns:a16="http://schemas.microsoft.com/office/drawing/2014/main" id="{97B70C9F-5F72-ECEA-D473-F27DA336023C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0" name="pg2843">
                <a:extLst>
                  <a:ext uri="{FF2B5EF4-FFF2-40B4-BE49-F238E27FC236}">
                    <a16:creationId xmlns:a16="http://schemas.microsoft.com/office/drawing/2014/main" id="{2A88F4BA-E766-59B6-3668-33963EE20525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1" name="pg2844">
                <a:extLst>
                  <a:ext uri="{FF2B5EF4-FFF2-40B4-BE49-F238E27FC236}">
                    <a16:creationId xmlns:a16="http://schemas.microsoft.com/office/drawing/2014/main" id="{B3EF2F5F-0945-E3FC-459F-D6ACAABA7616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2" name="pg2845">
                <a:extLst>
                  <a:ext uri="{FF2B5EF4-FFF2-40B4-BE49-F238E27FC236}">
                    <a16:creationId xmlns:a16="http://schemas.microsoft.com/office/drawing/2014/main" id="{FA844573-831E-913C-0EE8-E297BB6E9FCB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3" name="pg2846">
                <a:extLst>
                  <a:ext uri="{FF2B5EF4-FFF2-40B4-BE49-F238E27FC236}">
                    <a16:creationId xmlns:a16="http://schemas.microsoft.com/office/drawing/2014/main" id="{304B0920-8BF9-2ECC-17D7-86E9EA4924E2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4" name="pg2847">
                <a:extLst>
                  <a:ext uri="{FF2B5EF4-FFF2-40B4-BE49-F238E27FC236}">
                    <a16:creationId xmlns:a16="http://schemas.microsoft.com/office/drawing/2014/main" id="{F1598220-01AD-A56D-DD5C-29E348A514A7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5" name="pg2848">
                <a:extLst>
                  <a:ext uri="{FF2B5EF4-FFF2-40B4-BE49-F238E27FC236}">
                    <a16:creationId xmlns:a16="http://schemas.microsoft.com/office/drawing/2014/main" id="{76AD981B-3484-923F-DBCA-84EE15158992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6" name="pg2849">
                <a:extLst>
                  <a:ext uri="{FF2B5EF4-FFF2-40B4-BE49-F238E27FC236}">
                    <a16:creationId xmlns:a16="http://schemas.microsoft.com/office/drawing/2014/main" id="{DD7219CC-073B-4746-772F-5559659BA6BE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7" name="pg2850">
                <a:extLst>
                  <a:ext uri="{FF2B5EF4-FFF2-40B4-BE49-F238E27FC236}">
                    <a16:creationId xmlns:a16="http://schemas.microsoft.com/office/drawing/2014/main" id="{D89B992F-FBEA-FB26-8681-DAF0CEE08379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8" name="pg2851">
                <a:extLst>
                  <a:ext uri="{FF2B5EF4-FFF2-40B4-BE49-F238E27FC236}">
                    <a16:creationId xmlns:a16="http://schemas.microsoft.com/office/drawing/2014/main" id="{CCDCA856-E494-3C39-B630-18A63E1E4D42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59" name="pg2852">
                <a:extLst>
                  <a:ext uri="{FF2B5EF4-FFF2-40B4-BE49-F238E27FC236}">
                    <a16:creationId xmlns:a16="http://schemas.microsoft.com/office/drawing/2014/main" id="{378668D3-AF69-1873-31CC-31B0CA498D11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0" name="pg2853">
                <a:extLst>
                  <a:ext uri="{FF2B5EF4-FFF2-40B4-BE49-F238E27FC236}">
                    <a16:creationId xmlns:a16="http://schemas.microsoft.com/office/drawing/2014/main" id="{8250AD29-8019-7F9E-D5C8-C970EC3B86C3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1" name="pg2854">
                <a:extLst>
                  <a:ext uri="{FF2B5EF4-FFF2-40B4-BE49-F238E27FC236}">
                    <a16:creationId xmlns:a16="http://schemas.microsoft.com/office/drawing/2014/main" id="{BEE75AA9-781D-FDF7-0599-E58816DC9ABF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2" name="pg2855">
                <a:extLst>
                  <a:ext uri="{FF2B5EF4-FFF2-40B4-BE49-F238E27FC236}">
                    <a16:creationId xmlns:a16="http://schemas.microsoft.com/office/drawing/2014/main" id="{49C1E665-C088-BD95-7687-3BC3D49DE4A9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3" name="pg2856">
                <a:extLst>
                  <a:ext uri="{FF2B5EF4-FFF2-40B4-BE49-F238E27FC236}">
                    <a16:creationId xmlns:a16="http://schemas.microsoft.com/office/drawing/2014/main" id="{B87448DC-60D3-BF88-9251-E10C41DB1499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4" name="pg2857">
                <a:extLst>
                  <a:ext uri="{FF2B5EF4-FFF2-40B4-BE49-F238E27FC236}">
                    <a16:creationId xmlns:a16="http://schemas.microsoft.com/office/drawing/2014/main" id="{4DF4E17E-B53C-3D0F-9913-F610C4B4AD7A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5" name="pg2858">
                <a:extLst>
                  <a:ext uri="{FF2B5EF4-FFF2-40B4-BE49-F238E27FC236}">
                    <a16:creationId xmlns:a16="http://schemas.microsoft.com/office/drawing/2014/main" id="{3620B548-38EA-4DFB-6A18-3B96054F40BA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6" name="pg2859">
                <a:extLst>
                  <a:ext uri="{FF2B5EF4-FFF2-40B4-BE49-F238E27FC236}">
                    <a16:creationId xmlns:a16="http://schemas.microsoft.com/office/drawing/2014/main" id="{87D7EC44-0BA5-3876-D967-A093C5515F4E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7" name="pg2860">
                <a:extLst>
                  <a:ext uri="{FF2B5EF4-FFF2-40B4-BE49-F238E27FC236}">
                    <a16:creationId xmlns:a16="http://schemas.microsoft.com/office/drawing/2014/main" id="{36C61138-B290-A420-AA0D-BE1480B040E2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8" name="pg2861">
                <a:extLst>
                  <a:ext uri="{FF2B5EF4-FFF2-40B4-BE49-F238E27FC236}">
                    <a16:creationId xmlns:a16="http://schemas.microsoft.com/office/drawing/2014/main" id="{4E490B86-6B00-AD8F-C4FB-C7157A348C2D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69" name="pg2862">
                <a:extLst>
                  <a:ext uri="{FF2B5EF4-FFF2-40B4-BE49-F238E27FC236}">
                    <a16:creationId xmlns:a16="http://schemas.microsoft.com/office/drawing/2014/main" id="{934ECBB8-CC40-F7F2-62C0-A873AD783411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0" name="pg2863">
                <a:extLst>
                  <a:ext uri="{FF2B5EF4-FFF2-40B4-BE49-F238E27FC236}">
                    <a16:creationId xmlns:a16="http://schemas.microsoft.com/office/drawing/2014/main" id="{C110E9AE-DD5E-58E8-EFAC-82A11C48F1C4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1" name="pg2864">
                <a:extLst>
                  <a:ext uri="{FF2B5EF4-FFF2-40B4-BE49-F238E27FC236}">
                    <a16:creationId xmlns:a16="http://schemas.microsoft.com/office/drawing/2014/main" id="{16C2AF9B-D2BC-AB8D-9296-11EE8EE46448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2" name="pg2865">
                <a:extLst>
                  <a:ext uri="{FF2B5EF4-FFF2-40B4-BE49-F238E27FC236}">
                    <a16:creationId xmlns:a16="http://schemas.microsoft.com/office/drawing/2014/main" id="{39694298-6F18-7A5D-B218-B7A6BE93ADC1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3" name="pg2866">
                <a:extLst>
                  <a:ext uri="{FF2B5EF4-FFF2-40B4-BE49-F238E27FC236}">
                    <a16:creationId xmlns:a16="http://schemas.microsoft.com/office/drawing/2014/main" id="{FBE4E904-94DC-2614-3094-9F93F3406C33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4" name="pg2867">
                <a:extLst>
                  <a:ext uri="{FF2B5EF4-FFF2-40B4-BE49-F238E27FC236}">
                    <a16:creationId xmlns:a16="http://schemas.microsoft.com/office/drawing/2014/main" id="{35F561EC-1423-23E2-7B74-95E2662EDD28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5" name="pg2868">
                <a:extLst>
                  <a:ext uri="{FF2B5EF4-FFF2-40B4-BE49-F238E27FC236}">
                    <a16:creationId xmlns:a16="http://schemas.microsoft.com/office/drawing/2014/main" id="{6847576D-BCF5-904B-39BF-FDF18AAB51C4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6" name="pg2869">
                <a:extLst>
                  <a:ext uri="{FF2B5EF4-FFF2-40B4-BE49-F238E27FC236}">
                    <a16:creationId xmlns:a16="http://schemas.microsoft.com/office/drawing/2014/main" id="{E980069F-9872-467F-66F6-344995E7613D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7" name="pg2870">
                <a:extLst>
                  <a:ext uri="{FF2B5EF4-FFF2-40B4-BE49-F238E27FC236}">
                    <a16:creationId xmlns:a16="http://schemas.microsoft.com/office/drawing/2014/main" id="{F5C3DF7C-927A-7625-CDEC-CB5C62B622A7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8" name="pg2871">
                <a:extLst>
                  <a:ext uri="{FF2B5EF4-FFF2-40B4-BE49-F238E27FC236}">
                    <a16:creationId xmlns:a16="http://schemas.microsoft.com/office/drawing/2014/main" id="{CAF60D69-433C-6013-EE00-73770EB22610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79" name="pg2872">
                <a:extLst>
                  <a:ext uri="{FF2B5EF4-FFF2-40B4-BE49-F238E27FC236}">
                    <a16:creationId xmlns:a16="http://schemas.microsoft.com/office/drawing/2014/main" id="{0C273DA1-7A9C-B1D0-8633-5312962F2851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0" name="pg2873">
                <a:extLst>
                  <a:ext uri="{FF2B5EF4-FFF2-40B4-BE49-F238E27FC236}">
                    <a16:creationId xmlns:a16="http://schemas.microsoft.com/office/drawing/2014/main" id="{2BBF5148-C9A9-31A6-D227-DD15822EAECC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1" name="pg2874">
                <a:extLst>
                  <a:ext uri="{FF2B5EF4-FFF2-40B4-BE49-F238E27FC236}">
                    <a16:creationId xmlns:a16="http://schemas.microsoft.com/office/drawing/2014/main" id="{31365F1C-2262-C690-89DE-3A71DE8CB9DE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2" name="pg2875">
                <a:extLst>
                  <a:ext uri="{FF2B5EF4-FFF2-40B4-BE49-F238E27FC236}">
                    <a16:creationId xmlns:a16="http://schemas.microsoft.com/office/drawing/2014/main" id="{99C3634D-15AB-CEB3-2615-6DD96CFBD7D1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3" name="pg2876">
                <a:extLst>
                  <a:ext uri="{FF2B5EF4-FFF2-40B4-BE49-F238E27FC236}">
                    <a16:creationId xmlns:a16="http://schemas.microsoft.com/office/drawing/2014/main" id="{FEC8D0DC-2000-132D-388D-BFB21A027D7E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4" name="pg2877">
                <a:extLst>
                  <a:ext uri="{FF2B5EF4-FFF2-40B4-BE49-F238E27FC236}">
                    <a16:creationId xmlns:a16="http://schemas.microsoft.com/office/drawing/2014/main" id="{62641828-799E-95C2-24BA-89714225DB4F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5" name="pg2878">
                <a:extLst>
                  <a:ext uri="{FF2B5EF4-FFF2-40B4-BE49-F238E27FC236}">
                    <a16:creationId xmlns:a16="http://schemas.microsoft.com/office/drawing/2014/main" id="{228F094F-5DC3-56BD-4992-20B1B0215039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6" name="pg2879">
                <a:extLst>
                  <a:ext uri="{FF2B5EF4-FFF2-40B4-BE49-F238E27FC236}">
                    <a16:creationId xmlns:a16="http://schemas.microsoft.com/office/drawing/2014/main" id="{5ED3D848-BD67-0D8E-8174-B131C07569D6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7" name="pg2880">
                <a:extLst>
                  <a:ext uri="{FF2B5EF4-FFF2-40B4-BE49-F238E27FC236}">
                    <a16:creationId xmlns:a16="http://schemas.microsoft.com/office/drawing/2014/main" id="{C2D0F942-0CC9-A201-9A4F-5297763EFF43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B">
                  <a:alpha val="100000"/>
                </a:srgbClr>
              </a:solidFill>
              <a:ln w="5420" cap="flat">
                <a:solidFill>
                  <a:srgbClr val="395D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8" name="pg2881">
                <a:extLst>
                  <a:ext uri="{FF2B5EF4-FFF2-40B4-BE49-F238E27FC236}">
                    <a16:creationId xmlns:a16="http://schemas.microsoft.com/office/drawing/2014/main" id="{E1E27F04-9490-C5EC-EB37-B50C64C0061D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89" name="pg2882">
                <a:extLst>
                  <a:ext uri="{FF2B5EF4-FFF2-40B4-BE49-F238E27FC236}">
                    <a16:creationId xmlns:a16="http://schemas.microsoft.com/office/drawing/2014/main" id="{0A5DF3D6-43E6-9ACF-3202-3D77AFDE14A3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0" name="pg2883">
                <a:extLst>
                  <a:ext uri="{FF2B5EF4-FFF2-40B4-BE49-F238E27FC236}">
                    <a16:creationId xmlns:a16="http://schemas.microsoft.com/office/drawing/2014/main" id="{19A235BD-5632-9285-B33E-278F277C2D4A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1" name="pg2884">
                <a:extLst>
                  <a:ext uri="{FF2B5EF4-FFF2-40B4-BE49-F238E27FC236}">
                    <a16:creationId xmlns:a16="http://schemas.microsoft.com/office/drawing/2014/main" id="{6C6D51CA-F335-0BA2-7CC1-07173BF70021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2" name="pg2885">
                <a:extLst>
                  <a:ext uri="{FF2B5EF4-FFF2-40B4-BE49-F238E27FC236}">
                    <a16:creationId xmlns:a16="http://schemas.microsoft.com/office/drawing/2014/main" id="{B1AC80E0-F10A-3434-2304-31D5B4036182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3" name="pg2886">
                <a:extLst>
                  <a:ext uri="{FF2B5EF4-FFF2-40B4-BE49-F238E27FC236}">
                    <a16:creationId xmlns:a16="http://schemas.microsoft.com/office/drawing/2014/main" id="{07CC8B54-74C9-6D64-7171-4C25F4F39B70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4" name="pg2887">
                <a:extLst>
                  <a:ext uri="{FF2B5EF4-FFF2-40B4-BE49-F238E27FC236}">
                    <a16:creationId xmlns:a16="http://schemas.microsoft.com/office/drawing/2014/main" id="{507CA175-1D4A-FEE8-343C-B9FC3C7F9011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5" name="pg2888">
                <a:extLst>
                  <a:ext uri="{FF2B5EF4-FFF2-40B4-BE49-F238E27FC236}">
                    <a16:creationId xmlns:a16="http://schemas.microsoft.com/office/drawing/2014/main" id="{390FA2FC-D78A-A23E-67EA-1DE7CA97D0CB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6" name="pg2889">
                <a:extLst>
                  <a:ext uri="{FF2B5EF4-FFF2-40B4-BE49-F238E27FC236}">
                    <a16:creationId xmlns:a16="http://schemas.microsoft.com/office/drawing/2014/main" id="{C346234B-F912-A4C1-DFA0-F4DD5D592805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7" name="pg2890">
                <a:extLst>
                  <a:ext uri="{FF2B5EF4-FFF2-40B4-BE49-F238E27FC236}">
                    <a16:creationId xmlns:a16="http://schemas.microsoft.com/office/drawing/2014/main" id="{73393004-8CCE-F369-D285-D36CED21FB39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8" name="pg2891">
                <a:extLst>
                  <a:ext uri="{FF2B5EF4-FFF2-40B4-BE49-F238E27FC236}">
                    <a16:creationId xmlns:a16="http://schemas.microsoft.com/office/drawing/2014/main" id="{8F916D58-6DD7-CE84-B689-C63CB29CC7FB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799" name="pg2892">
                <a:extLst>
                  <a:ext uri="{FF2B5EF4-FFF2-40B4-BE49-F238E27FC236}">
                    <a16:creationId xmlns:a16="http://schemas.microsoft.com/office/drawing/2014/main" id="{383DCE8A-0291-5CF6-8159-15187BC867A4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0" name="pg2893">
                <a:extLst>
                  <a:ext uri="{FF2B5EF4-FFF2-40B4-BE49-F238E27FC236}">
                    <a16:creationId xmlns:a16="http://schemas.microsoft.com/office/drawing/2014/main" id="{C5B31BC0-FBD6-2682-D845-D42D035EC741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1" name="pg2894">
                <a:extLst>
                  <a:ext uri="{FF2B5EF4-FFF2-40B4-BE49-F238E27FC236}">
                    <a16:creationId xmlns:a16="http://schemas.microsoft.com/office/drawing/2014/main" id="{F9B221B5-65A7-9119-4022-8295030080B8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2" name="pg2895">
                <a:extLst>
                  <a:ext uri="{FF2B5EF4-FFF2-40B4-BE49-F238E27FC236}">
                    <a16:creationId xmlns:a16="http://schemas.microsoft.com/office/drawing/2014/main" id="{3F3138B4-7603-9A07-7FC1-1902413CB78D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3" name="pg2896">
                <a:extLst>
                  <a:ext uri="{FF2B5EF4-FFF2-40B4-BE49-F238E27FC236}">
                    <a16:creationId xmlns:a16="http://schemas.microsoft.com/office/drawing/2014/main" id="{5DF95F26-E228-A33A-92BA-CF73894A2149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4" name="pg2897">
                <a:extLst>
                  <a:ext uri="{FF2B5EF4-FFF2-40B4-BE49-F238E27FC236}">
                    <a16:creationId xmlns:a16="http://schemas.microsoft.com/office/drawing/2014/main" id="{F081C41D-6D39-BC0D-D94B-8A520ADD56BD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5" name="pg2898">
                <a:extLst>
                  <a:ext uri="{FF2B5EF4-FFF2-40B4-BE49-F238E27FC236}">
                    <a16:creationId xmlns:a16="http://schemas.microsoft.com/office/drawing/2014/main" id="{20446F10-7D51-94CF-EC1E-1D67345EA0AD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1">
                  <a:alpha val="100000"/>
                </a:srgbClr>
              </a:solidFill>
              <a:ln w="5420" cap="flat">
                <a:solidFill>
                  <a:srgbClr val="3B3E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6" name="pg2899">
                <a:extLst>
                  <a:ext uri="{FF2B5EF4-FFF2-40B4-BE49-F238E27FC236}">
                    <a16:creationId xmlns:a16="http://schemas.microsoft.com/office/drawing/2014/main" id="{0522284F-88B8-3E31-DE8F-471C7F8D8E02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7" name="pg2900">
                <a:extLst>
                  <a:ext uri="{FF2B5EF4-FFF2-40B4-BE49-F238E27FC236}">
                    <a16:creationId xmlns:a16="http://schemas.microsoft.com/office/drawing/2014/main" id="{C1830C81-A88A-410E-997A-E679CEF01614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8" name="pg2901">
                <a:extLst>
                  <a:ext uri="{FF2B5EF4-FFF2-40B4-BE49-F238E27FC236}">
                    <a16:creationId xmlns:a16="http://schemas.microsoft.com/office/drawing/2014/main" id="{23DAA814-E70C-FEAC-A604-FDB0BC0D7F9A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09" name="pg2902">
                <a:extLst>
                  <a:ext uri="{FF2B5EF4-FFF2-40B4-BE49-F238E27FC236}">
                    <a16:creationId xmlns:a16="http://schemas.microsoft.com/office/drawing/2014/main" id="{AB1A205F-E75A-4238-DEAE-9EA6ABFBAEB5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0" name="pg2903">
                <a:extLst>
                  <a:ext uri="{FF2B5EF4-FFF2-40B4-BE49-F238E27FC236}">
                    <a16:creationId xmlns:a16="http://schemas.microsoft.com/office/drawing/2014/main" id="{94CB03B0-7CF9-87B4-46CE-00416575ED47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1" name="pg2904">
                <a:extLst>
                  <a:ext uri="{FF2B5EF4-FFF2-40B4-BE49-F238E27FC236}">
                    <a16:creationId xmlns:a16="http://schemas.microsoft.com/office/drawing/2014/main" id="{4254F5B0-4147-83F9-74D5-45199438CA57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2" name="pg2905">
                <a:extLst>
                  <a:ext uri="{FF2B5EF4-FFF2-40B4-BE49-F238E27FC236}">
                    <a16:creationId xmlns:a16="http://schemas.microsoft.com/office/drawing/2014/main" id="{099808CD-BE4D-7656-2D0E-5AE453175CC6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3" name="pg2906">
                <a:extLst>
                  <a:ext uri="{FF2B5EF4-FFF2-40B4-BE49-F238E27FC236}">
                    <a16:creationId xmlns:a16="http://schemas.microsoft.com/office/drawing/2014/main" id="{BF136463-8DA0-B27D-30A2-C2E7515C0C2D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4" name="pg2907">
                <a:extLst>
                  <a:ext uri="{FF2B5EF4-FFF2-40B4-BE49-F238E27FC236}">
                    <a16:creationId xmlns:a16="http://schemas.microsoft.com/office/drawing/2014/main" id="{88C1FA4F-B117-0461-3445-BC186B211203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5" name="pg2908">
                <a:extLst>
                  <a:ext uri="{FF2B5EF4-FFF2-40B4-BE49-F238E27FC236}">
                    <a16:creationId xmlns:a16="http://schemas.microsoft.com/office/drawing/2014/main" id="{A6C54002-4D62-E107-7DFC-CE86395F2D4C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6" name="pg2909">
                <a:extLst>
                  <a:ext uri="{FF2B5EF4-FFF2-40B4-BE49-F238E27FC236}">
                    <a16:creationId xmlns:a16="http://schemas.microsoft.com/office/drawing/2014/main" id="{FDC701F9-068D-ED0D-A14C-497223CCC46E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7" name="pg2910">
                <a:extLst>
                  <a:ext uri="{FF2B5EF4-FFF2-40B4-BE49-F238E27FC236}">
                    <a16:creationId xmlns:a16="http://schemas.microsoft.com/office/drawing/2014/main" id="{B1A8366A-EB32-B829-6A0D-3D36C6A929B3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8" name="pg2911">
                <a:extLst>
                  <a:ext uri="{FF2B5EF4-FFF2-40B4-BE49-F238E27FC236}">
                    <a16:creationId xmlns:a16="http://schemas.microsoft.com/office/drawing/2014/main" id="{AE8892BC-B093-3FBD-0C5C-7A3E2230A649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19" name="pg2912">
                <a:extLst>
                  <a:ext uri="{FF2B5EF4-FFF2-40B4-BE49-F238E27FC236}">
                    <a16:creationId xmlns:a16="http://schemas.microsoft.com/office/drawing/2014/main" id="{23955E7D-A2ED-8FBC-14B7-08843549F1A8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0" name="pg2913">
                <a:extLst>
                  <a:ext uri="{FF2B5EF4-FFF2-40B4-BE49-F238E27FC236}">
                    <a16:creationId xmlns:a16="http://schemas.microsoft.com/office/drawing/2014/main" id="{AB6415D1-5E49-1BA1-678C-DD228D827615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1" name="pg2914">
                <a:extLst>
                  <a:ext uri="{FF2B5EF4-FFF2-40B4-BE49-F238E27FC236}">
                    <a16:creationId xmlns:a16="http://schemas.microsoft.com/office/drawing/2014/main" id="{5C6CD70E-C166-998F-5CB5-B7AE56B015E3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2" name="pg2915">
                <a:extLst>
                  <a:ext uri="{FF2B5EF4-FFF2-40B4-BE49-F238E27FC236}">
                    <a16:creationId xmlns:a16="http://schemas.microsoft.com/office/drawing/2014/main" id="{5009C7D2-CE0D-9C7F-042B-4D009B3FD837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3" name="pg2916">
                <a:extLst>
                  <a:ext uri="{FF2B5EF4-FFF2-40B4-BE49-F238E27FC236}">
                    <a16:creationId xmlns:a16="http://schemas.microsoft.com/office/drawing/2014/main" id="{B4183C18-F7E6-E5EB-2476-155DE283748E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4" name="pg2917">
                <a:extLst>
                  <a:ext uri="{FF2B5EF4-FFF2-40B4-BE49-F238E27FC236}">
                    <a16:creationId xmlns:a16="http://schemas.microsoft.com/office/drawing/2014/main" id="{58A03C91-DBA4-2911-4FA5-79614400FC12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5" name="pg2918">
                <a:extLst>
                  <a:ext uri="{FF2B5EF4-FFF2-40B4-BE49-F238E27FC236}">
                    <a16:creationId xmlns:a16="http://schemas.microsoft.com/office/drawing/2014/main" id="{2C970F04-B85E-57E4-94AA-3AECAD73DA8D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6" name="pg2919">
                <a:extLst>
                  <a:ext uri="{FF2B5EF4-FFF2-40B4-BE49-F238E27FC236}">
                    <a16:creationId xmlns:a16="http://schemas.microsoft.com/office/drawing/2014/main" id="{3AB6ACE7-341C-1ABC-5387-E92B54A4D16E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7" name="pg2920">
                <a:extLst>
                  <a:ext uri="{FF2B5EF4-FFF2-40B4-BE49-F238E27FC236}">
                    <a16:creationId xmlns:a16="http://schemas.microsoft.com/office/drawing/2014/main" id="{0EB9948A-5EF4-845D-38D3-2D44595C9020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8" name="pg2921">
                <a:extLst>
                  <a:ext uri="{FF2B5EF4-FFF2-40B4-BE49-F238E27FC236}">
                    <a16:creationId xmlns:a16="http://schemas.microsoft.com/office/drawing/2014/main" id="{03A23822-B4A6-C6B1-B318-2740A6F8075D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29" name="pg2922">
                <a:extLst>
                  <a:ext uri="{FF2B5EF4-FFF2-40B4-BE49-F238E27FC236}">
                    <a16:creationId xmlns:a16="http://schemas.microsoft.com/office/drawing/2014/main" id="{97A189D7-08ED-1FB4-5438-4CF9378FFDDC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0" name="pg2923">
                <a:extLst>
                  <a:ext uri="{FF2B5EF4-FFF2-40B4-BE49-F238E27FC236}">
                    <a16:creationId xmlns:a16="http://schemas.microsoft.com/office/drawing/2014/main" id="{F9BE45BE-585B-23DA-A422-2BC34C6B0C5E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1" name="pg2924">
                <a:extLst>
                  <a:ext uri="{FF2B5EF4-FFF2-40B4-BE49-F238E27FC236}">
                    <a16:creationId xmlns:a16="http://schemas.microsoft.com/office/drawing/2014/main" id="{AB021DFC-AF2D-2045-5447-2AB8619F6DAB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2" name="pg2925">
                <a:extLst>
                  <a:ext uri="{FF2B5EF4-FFF2-40B4-BE49-F238E27FC236}">
                    <a16:creationId xmlns:a16="http://schemas.microsoft.com/office/drawing/2014/main" id="{F92FF358-829A-14E6-739A-215315816294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3" name="pg2926">
                <a:extLst>
                  <a:ext uri="{FF2B5EF4-FFF2-40B4-BE49-F238E27FC236}">
                    <a16:creationId xmlns:a16="http://schemas.microsoft.com/office/drawing/2014/main" id="{15394011-06B5-6331-D3E0-E06790F66A1C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4" name="pg2927">
                <a:extLst>
                  <a:ext uri="{FF2B5EF4-FFF2-40B4-BE49-F238E27FC236}">
                    <a16:creationId xmlns:a16="http://schemas.microsoft.com/office/drawing/2014/main" id="{F4AA65DB-D4A7-0A9C-FB2A-BD431E0BAFF8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5" name="pg2928">
                <a:extLst>
                  <a:ext uri="{FF2B5EF4-FFF2-40B4-BE49-F238E27FC236}">
                    <a16:creationId xmlns:a16="http://schemas.microsoft.com/office/drawing/2014/main" id="{9ED74073-9DAE-0FB9-B7B4-4FD8960C03DB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6" name="pg2929">
                <a:extLst>
                  <a:ext uri="{FF2B5EF4-FFF2-40B4-BE49-F238E27FC236}">
                    <a16:creationId xmlns:a16="http://schemas.microsoft.com/office/drawing/2014/main" id="{27260441-8E02-F17B-1C92-94542BA70031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7" name="pg2930">
                <a:extLst>
                  <a:ext uri="{FF2B5EF4-FFF2-40B4-BE49-F238E27FC236}">
                    <a16:creationId xmlns:a16="http://schemas.microsoft.com/office/drawing/2014/main" id="{7E758A2D-CFD5-5E45-F20B-9AF59EC753C7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8" name="pg2931">
                <a:extLst>
                  <a:ext uri="{FF2B5EF4-FFF2-40B4-BE49-F238E27FC236}">
                    <a16:creationId xmlns:a16="http://schemas.microsoft.com/office/drawing/2014/main" id="{C4AFAC65-0AF3-0C6D-2910-62A242772CBE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39" name="pg2932">
                <a:extLst>
                  <a:ext uri="{FF2B5EF4-FFF2-40B4-BE49-F238E27FC236}">
                    <a16:creationId xmlns:a16="http://schemas.microsoft.com/office/drawing/2014/main" id="{A919445C-FDD5-F1EB-B645-52B6FED2519B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0" name="pg2933">
                <a:extLst>
                  <a:ext uri="{FF2B5EF4-FFF2-40B4-BE49-F238E27FC236}">
                    <a16:creationId xmlns:a16="http://schemas.microsoft.com/office/drawing/2014/main" id="{EE4DCCE1-6B41-D3DC-9AEA-1BF4CFC68463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1" name="pg2934">
                <a:extLst>
                  <a:ext uri="{FF2B5EF4-FFF2-40B4-BE49-F238E27FC236}">
                    <a16:creationId xmlns:a16="http://schemas.microsoft.com/office/drawing/2014/main" id="{97AE3E1D-9B39-9098-3936-ABD5CDB0CE3A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2" name="pg2935">
                <a:extLst>
                  <a:ext uri="{FF2B5EF4-FFF2-40B4-BE49-F238E27FC236}">
                    <a16:creationId xmlns:a16="http://schemas.microsoft.com/office/drawing/2014/main" id="{A42BD45D-CEE3-CA7B-0E6D-632FEDD33C7E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3" name="pg2936">
                <a:extLst>
                  <a:ext uri="{FF2B5EF4-FFF2-40B4-BE49-F238E27FC236}">
                    <a16:creationId xmlns:a16="http://schemas.microsoft.com/office/drawing/2014/main" id="{C44097BD-5E86-77BE-8AB4-DBB070BB3903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4" name="pg2937">
                <a:extLst>
                  <a:ext uri="{FF2B5EF4-FFF2-40B4-BE49-F238E27FC236}">
                    <a16:creationId xmlns:a16="http://schemas.microsoft.com/office/drawing/2014/main" id="{42688CE3-2956-1B56-FD3E-EB444586BDB0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5" name="pg2938">
                <a:extLst>
                  <a:ext uri="{FF2B5EF4-FFF2-40B4-BE49-F238E27FC236}">
                    <a16:creationId xmlns:a16="http://schemas.microsoft.com/office/drawing/2014/main" id="{458D586E-936E-8061-7601-EC90E71BD849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6" name="pg2939">
                <a:extLst>
                  <a:ext uri="{FF2B5EF4-FFF2-40B4-BE49-F238E27FC236}">
                    <a16:creationId xmlns:a16="http://schemas.microsoft.com/office/drawing/2014/main" id="{78853FB6-8547-C11E-608F-A6551ECA0989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7" name="pg2940">
                <a:extLst>
                  <a:ext uri="{FF2B5EF4-FFF2-40B4-BE49-F238E27FC236}">
                    <a16:creationId xmlns:a16="http://schemas.microsoft.com/office/drawing/2014/main" id="{06F1EB57-4CED-70C0-CDDF-64730A4DD941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8" name="pg2941">
                <a:extLst>
                  <a:ext uri="{FF2B5EF4-FFF2-40B4-BE49-F238E27FC236}">
                    <a16:creationId xmlns:a16="http://schemas.microsoft.com/office/drawing/2014/main" id="{5DDEFED6-6A8D-85AD-00E3-CF777FB98B62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49" name="pg2942">
                <a:extLst>
                  <a:ext uri="{FF2B5EF4-FFF2-40B4-BE49-F238E27FC236}">
                    <a16:creationId xmlns:a16="http://schemas.microsoft.com/office/drawing/2014/main" id="{5BD53829-92D4-3E2C-9D69-AF8B4FA0C6BA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0" name="pg2943">
                <a:extLst>
                  <a:ext uri="{FF2B5EF4-FFF2-40B4-BE49-F238E27FC236}">
                    <a16:creationId xmlns:a16="http://schemas.microsoft.com/office/drawing/2014/main" id="{90CF6C60-052F-6F24-C9ED-668A338F6E15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1" name="pg2944">
                <a:extLst>
                  <a:ext uri="{FF2B5EF4-FFF2-40B4-BE49-F238E27FC236}">
                    <a16:creationId xmlns:a16="http://schemas.microsoft.com/office/drawing/2014/main" id="{E71E4F9A-1226-B7AA-172D-FAA3AC1A1C53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2" name="pg2945">
                <a:extLst>
                  <a:ext uri="{FF2B5EF4-FFF2-40B4-BE49-F238E27FC236}">
                    <a16:creationId xmlns:a16="http://schemas.microsoft.com/office/drawing/2014/main" id="{76A43158-0871-CDA0-E779-45F2C8A20780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3" name="pg2946">
                <a:extLst>
                  <a:ext uri="{FF2B5EF4-FFF2-40B4-BE49-F238E27FC236}">
                    <a16:creationId xmlns:a16="http://schemas.microsoft.com/office/drawing/2014/main" id="{901D68A2-48FC-65AB-637E-2B774EBEEAA4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4" name="pg2947">
                <a:extLst>
                  <a:ext uri="{FF2B5EF4-FFF2-40B4-BE49-F238E27FC236}">
                    <a16:creationId xmlns:a16="http://schemas.microsoft.com/office/drawing/2014/main" id="{FF09C19C-D09A-4948-4A7C-A935D586E568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5" name="pg2948">
                <a:extLst>
                  <a:ext uri="{FF2B5EF4-FFF2-40B4-BE49-F238E27FC236}">
                    <a16:creationId xmlns:a16="http://schemas.microsoft.com/office/drawing/2014/main" id="{5ACDD83B-A0C9-E560-8BB8-B28D38BDC7F7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6" name="pg2949">
                <a:extLst>
                  <a:ext uri="{FF2B5EF4-FFF2-40B4-BE49-F238E27FC236}">
                    <a16:creationId xmlns:a16="http://schemas.microsoft.com/office/drawing/2014/main" id="{BC7C1268-62B2-8DF5-29A4-108ECAC9AE47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7" name="pg2950">
                <a:extLst>
                  <a:ext uri="{FF2B5EF4-FFF2-40B4-BE49-F238E27FC236}">
                    <a16:creationId xmlns:a16="http://schemas.microsoft.com/office/drawing/2014/main" id="{9AEC312D-2749-26AA-9B16-F47356EE28E5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8" name="pg2951">
                <a:extLst>
                  <a:ext uri="{FF2B5EF4-FFF2-40B4-BE49-F238E27FC236}">
                    <a16:creationId xmlns:a16="http://schemas.microsoft.com/office/drawing/2014/main" id="{2F7CEE1D-DB82-DE77-3E74-B1191CCCDDBB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59" name="pg2952">
                <a:extLst>
                  <a:ext uri="{FF2B5EF4-FFF2-40B4-BE49-F238E27FC236}">
                    <a16:creationId xmlns:a16="http://schemas.microsoft.com/office/drawing/2014/main" id="{31AC1163-DD3E-E70C-3DED-2A9C8D318501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0" name="pg2953">
                <a:extLst>
                  <a:ext uri="{FF2B5EF4-FFF2-40B4-BE49-F238E27FC236}">
                    <a16:creationId xmlns:a16="http://schemas.microsoft.com/office/drawing/2014/main" id="{8EB64CD1-624B-AE3E-2D78-B601DB77304B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1" name="pg2954">
                <a:extLst>
                  <a:ext uri="{FF2B5EF4-FFF2-40B4-BE49-F238E27FC236}">
                    <a16:creationId xmlns:a16="http://schemas.microsoft.com/office/drawing/2014/main" id="{467C42D8-5F5A-8C67-FA95-E75FF230AC55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2" name="pg2955">
                <a:extLst>
                  <a:ext uri="{FF2B5EF4-FFF2-40B4-BE49-F238E27FC236}">
                    <a16:creationId xmlns:a16="http://schemas.microsoft.com/office/drawing/2014/main" id="{AD9100B7-0E6E-0238-7CEE-517018E96E56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3" name="pg2956">
                <a:extLst>
                  <a:ext uri="{FF2B5EF4-FFF2-40B4-BE49-F238E27FC236}">
                    <a16:creationId xmlns:a16="http://schemas.microsoft.com/office/drawing/2014/main" id="{21462276-F032-E8BB-0063-70D7EAE3D51F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4" name="pg2957">
                <a:extLst>
                  <a:ext uri="{FF2B5EF4-FFF2-40B4-BE49-F238E27FC236}">
                    <a16:creationId xmlns:a16="http://schemas.microsoft.com/office/drawing/2014/main" id="{34667786-6842-1858-C910-47F1105CDC26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5" name="pg2958">
                <a:extLst>
                  <a:ext uri="{FF2B5EF4-FFF2-40B4-BE49-F238E27FC236}">
                    <a16:creationId xmlns:a16="http://schemas.microsoft.com/office/drawing/2014/main" id="{9E8A325D-AB0B-6661-E247-7097A8F5BC1B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9">
                  <a:alpha val="100000"/>
                </a:srgbClr>
              </a:solidFill>
              <a:ln w="5420" cap="flat">
                <a:solidFill>
                  <a:srgbClr val="3C45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6" name="pg2959">
                <a:extLst>
                  <a:ext uri="{FF2B5EF4-FFF2-40B4-BE49-F238E27FC236}">
                    <a16:creationId xmlns:a16="http://schemas.microsoft.com/office/drawing/2014/main" id="{698D3018-1F38-1F61-FD31-A0AEA0935AA3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7" name="pg2960">
                <a:extLst>
                  <a:ext uri="{FF2B5EF4-FFF2-40B4-BE49-F238E27FC236}">
                    <a16:creationId xmlns:a16="http://schemas.microsoft.com/office/drawing/2014/main" id="{0F763A30-FE4F-BDBF-7E3A-A934EA830576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8" name="pg2961">
                <a:extLst>
                  <a:ext uri="{FF2B5EF4-FFF2-40B4-BE49-F238E27FC236}">
                    <a16:creationId xmlns:a16="http://schemas.microsoft.com/office/drawing/2014/main" id="{E36D831E-47AE-76FF-166B-E401A9003DFE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69" name="pg2962">
                <a:extLst>
                  <a:ext uri="{FF2B5EF4-FFF2-40B4-BE49-F238E27FC236}">
                    <a16:creationId xmlns:a16="http://schemas.microsoft.com/office/drawing/2014/main" id="{DAF74924-441D-7516-58D0-E9D146439D02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0" name="pg2963">
                <a:extLst>
                  <a:ext uri="{FF2B5EF4-FFF2-40B4-BE49-F238E27FC236}">
                    <a16:creationId xmlns:a16="http://schemas.microsoft.com/office/drawing/2014/main" id="{D76E6DC4-E3A0-E47F-E0AE-B53EC3855545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1" name="pg2964">
                <a:extLst>
                  <a:ext uri="{FF2B5EF4-FFF2-40B4-BE49-F238E27FC236}">
                    <a16:creationId xmlns:a16="http://schemas.microsoft.com/office/drawing/2014/main" id="{840B6574-DD59-0C5C-7C1A-22A23A1C2720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2" name="pg2965">
                <a:extLst>
                  <a:ext uri="{FF2B5EF4-FFF2-40B4-BE49-F238E27FC236}">
                    <a16:creationId xmlns:a16="http://schemas.microsoft.com/office/drawing/2014/main" id="{EA206D69-5E91-0C3D-36E0-D5947CB58B3F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3" name="pg2966">
                <a:extLst>
                  <a:ext uri="{FF2B5EF4-FFF2-40B4-BE49-F238E27FC236}">
                    <a16:creationId xmlns:a16="http://schemas.microsoft.com/office/drawing/2014/main" id="{0B2AA6F6-EDB3-F811-18B5-3F0481C1D1E1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4" name="pg2967">
                <a:extLst>
                  <a:ext uri="{FF2B5EF4-FFF2-40B4-BE49-F238E27FC236}">
                    <a16:creationId xmlns:a16="http://schemas.microsoft.com/office/drawing/2014/main" id="{AE936F87-418A-CF2D-8E91-3019E96CD0AC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5" name="pg2968">
                <a:extLst>
                  <a:ext uri="{FF2B5EF4-FFF2-40B4-BE49-F238E27FC236}">
                    <a16:creationId xmlns:a16="http://schemas.microsoft.com/office/drawing/2014/main" id="{D549B2FD-575B-17B5-8100-9C26597ECAEE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6" name="pg2969">
                <a:extLst>
                  <a:ext uri="{FF2B5EF4-FFF2-40B4-BE49-F238E27FC236}">
                    <a16:creationId xmlns:a16="http://schemas.microsoft.com/office/drawing/2014/main" id="{4DD8F3C0-D030-2415-DBB8-063445806297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7" name="pg2970">
                <a:extLst>
                  <a:ext uri="{FF2B5EF4-FFF2-40B4-BE49-F238E27FC236}">
                    <a16:creationId xmlns:a16="http://schemas.microsoft.com/office/drawing/2014/main" id="{33B589CF-5E4E-16BB-88C6-F78C340D14D6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8" name="pg2971">
                <a:extLst>
                  <a:ext uri="{FF2B5EF4-FFF2-40B4-BE49-F238E27FC236}">
                    <a16:creationId xmlns:a16="http://schemas.microsoft.com/office/drawing/2014/main" id="{A8C46556-C425-FC88-C185-12145150092F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79" name="pg2972">
                <a:extLst>
                  <a:ext uri="{FF2B5EF4-FFF2-40B4-BE49-F238E27FC236}">
                    <a16:creationId xmlns:a16="http://schemas.microsoft.com/office/drawing/2014/main" id="{29FC376B-10EA-C155-C32A-E13DEFA889E6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0" name="pg2973">
                <a:extLst>
                  <a:ext uri="{FF2B5EF4-FFF2-40B4-BE49-F238E27FC236}">
                    <a16:creationId xmlns:a16="http://schemas.microsoft.com/office/drawing/2014/main" id="{BC896DB3-2028-3391-83A6-A1A09B54196B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1" name="pg2974">
                <a:extLst>
                  <a:ext uri="{FF2B5EF4-FFF2-40B4-BE49-F238E27FC236}">
                    <a16:creationId xmlns:a16="http://schemas.microsoft.com/office/drawing/2014/main" id="{9FCBB786-5CAD-3E98-961A-728B416C4338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2" name="pg2975">
                <a:extLst>
                  <a:ext uri="{FF2B5EF4-FFF2-40B4-BE49-F238E27FC236}">
                    <a16:creationId xmlns:a16="http://schemas.microsoft.com/office/drawing/2014/main" id="{F6C1DFE6-DEE0-4D1B-FDF5-1FA96D0C85F0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3" name="pg2976">
                <a:extLst>
                  <a:ext uri="{FF2B5EF4-FFF2-40B4-BE49-F238E27FC236}">
                    <a16:creationId xmlns:a16="http://schemas.microsoft.com/office/drawing/2014/main" id="{D20BB5D8-2E47-893D-6333-6A526E2D7EA6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4" name="pg2977">
                <a:extLst>
                  <a:ext uri="{FF2B5EF4-FFF2-40B4-BE49-F238E27FC236}">
                    <a16:creationId xmlns:a16="http://schemas.microsoft.com/office/drawing/2014/main" id="{847B08BA-7A3B-B07B-88D2-764619DA5314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5" name="pg2978">
                <a:extLst>
                  <a:ext uri="{FF2B5EF4-FFF2-40B4-BE49-F238E27FC236}">
                    <a16:creationId xmlns:a16="http://schemas.microsoft.com/office/drawing/2014/main" id="{86844E0F-5B22-66C8-BD38-F08836FA3067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6" name="pg2979">
                <a:extLst>
                  <a:ext uri="{FF2B5EF4-FFF2-40B4-BE49-F238E27FC236}">
                    <a16:creationId xmlns:a16="http://schemas.microsoft.com/office/drawing/2014/main" id="{87C09AF8-B07C-9BD1-ED81-9DFF6A575891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7" name="pg2980">
                <a:extLst>
                  <a:ext uri="{FF2B5EF4-FFF2-40B4-BE49-F238E27FC236}">
                    <a16:creationId xmlns:a16="http://schemas.microsoft.com/office/drawing/2014/main" id="{A6DBE5A1-23DD-E232-2827-25A039FF5342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8" name="pg2981">
                <a:extLst>
                  <a:ext uri="{FF2B5EF4-FFF2-40B4-BE49-F238E27FC236}">
                    <a16:creationId xmlns:a16="http://schemas.microsoft.com/office/drawing/2014/main" id="{18DEEA72-1CA4-8723-1B51-595158476971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89" name="pg2982">
                <a:extLst>
                  <a:ext uri="{FF2B5EF4-FFF2-40B4-BE49-F238E27FC236}">
                    <a16:creationId xmlns:a16="http://schemas.microsoft.com/office/drawing/2014/main" id="{C5339785-DB0C-6126-8820-1A9BD2B10519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0" name="pg2983">
                <a:extLst>
                  <a:ext uri="{FF2B5EF4-FFF2-40B4-BE49-F238E27FC236}">
                    <a16:creationId xmlns:a16="http://schemas.microsoft.com/office/drawing/2014/main" id="{89C50CCE-07AB-F33C-A5F2-76C2FBD6E9A3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1" name="pg2984">
                <a:extLst>
                  <a:ext uri="{FF2B5EF4-FFF2-40B4-BE49-F238E27FC236}">
                    <a16:creationId xmlns:a16="http://schemas.microsoft.com/office/drawing/2014/main" id="{7EB001DB-E764-88B8-F5DF-B44C46E0A3B8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2" name="pg2985">
                <a:extLst>
                  <a:ext uri="{FF2B5EF4-FFF2-40B4-BE49-F238E27FC236}">
                    <a16:creationId xmlns:a16="http://schemas.microsoft.com/office/drawing/2014/main" id="{9A63E6EC-73AE-2619-AD9D-E407093BD972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3" name="pg2986">
                <a:extLst>
                  <a:ext uri="{FF2B5EF4-FFF2-40B4-BE49-F238E27FC236}">
                    <a16:creationId xmlns:a16="http://schemas.microsoft.com/office/drawing/2014/main" id="{7A9E6010-94D4-1425-684A-33E4EBFC268E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4" name="pg2987">
                <a:extLst>
                  <a:ext uri="{FF2B5EF4-FFF2-40B4-BE49-F238E27FC236}">
                    <a16:creationId xmlns:a16="http://schemas.microsoft.com/office/drawing/2014/main" id="{1DA68131-7AE3-0CCE-AFB7-1C512AB015C8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5" name="pg2988">
                <a:extLst>
                  <a:ext uri="{FF2B5EF4-FFF2-40B4-BE49-F238E27FC236}">
                    <a16:creationId xmlns:a16="http://schemas.microsoft.com/office/drawing/2014/main" id="{D2F9BC17-AFFF-E2CA-AE63-0B6F2D410CEE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6" name="pg2989">
                <a:extLst>
                  <a:ext uri="{FF2B5EF4-FFF2-40B4-BE49-F238E27FC236}">
                    <a16:creationId xmlns:a16="http://schemas.microsoft.com/office/drawing/2014/main" id="{E3261826-6965-E686-5DFB-A82243FEECB0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7" name="pg2990">
                <a:extLst>
                  <a:ext uri="{FF2B5EF4-FFF2-40B4-BE49-F238E27FC236}">
                    <a16:creationId xmlns:a16="http://schemas.microsoft.com/office/drawing/2014/main" id="{7820B4C9-0577-4876-8FC8-4B2621F54000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8" name="pg2991">
                <a:extLst>
                  <a:ext uri="{FF2B5EF4-FFF2-40B4-BE49-F238E27FC236}">
                    <a16:creationId xmlns:a16="http://schemas.microsoft.com/office/drawing/2014/main" id="{8B009BC7-02D6-F775-CE73-F40FCC658897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899" name="pg2992">
                <a:extLst>
                  <a:ext uri="{FF2B5EF4-FFF2-40B4-BE49-F238E27FC236}">
                    <a16:creationId xmlns:a16="http://schemas.microsoft.com/office/drawing/2014/main" id="{88F14B59-557E-F459-BC92-BF11E991566B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0" name="pg2993">
                <a:extLst>
                  <a:ext uri="{FF2B5EF4-FFF2-40B4-BE49-F238E27FC236}">
                    <a16:creationId xmlns:a16="http://schemas.microsoft.com/office/drawing/2014/main" id="{1F6237CE-62BA-A6E3-6E18-AA270A6BFA4B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1" name="pg2994">
                <a:extLst>
                  <a:ext uri="{FF2B5EF4-FFF2-40B4-BE49-F238E27FC236}">
                    <a16:creationId xmlns:a16="http://schemas.microsoft.com/office/drawing/2014/main" id="{3632D973-9296-ED8B-7D6E-E678D839C31E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2" name="pg2995">
                <a:extLst>
                  <a:ext uri="{FF2B5EF4-FFF2-40B4-BE49-F238E27FC236}">
                    <a16:creationId xmlns:a16="http://schemas.microsoft.com/office/drawing/2014/main" id="{A74F22F5-301A-5415-6EF3-D6C94166A80A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3" name="pg2996">
                <a:extLst>
                  <a:ext uri="{FF2B5EF4-FFF2-40B4-BE49-F238E27FC236}">
                    <a16:creationId xmlns:a16="http://schemas.microsoft.com/office/drawing/2014/main" id="{FEF57140-65B4-6E8D-2B01-6D140D7C9E1F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4" name="pg2997">
                <a:extLst>
                  <a:ext uri="{FF2B5EF4-FFF2-40B4-BE49-F238E27FC236}">
                    <a16:creationId xmlns:a16="http://schemas.microsoft.com/office/drawing/2014/main" id="{B42B88B8-7CD1-CF31-F461-A4B55B0DDC6A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5" name="pg2998">
                <a:extLst>
                  <a:ext uri="{FF2B5EF4-FFF2-40B4-BE49-F238E27FC236}">
                    <a16:creationId xmlns:a16="http://schemas.microsoft.com/office/drawing/2014/main" id="{4106B87C-CD9F-13BD-9F38-9CA1E5EC7103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6" name="pg2999">
                <a:extLst>
                  <a:ext uri="{FF2B5EF4-FFF2-40B4-BE49-F238E27FC236}">
                    <a16:creationId xmlns:a16="http://schemas.microsoft.com/office/drawing/2014/main" id="{E0A8CA06-E68F-4621-7AFD-B1D5D2868286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7" name="pg3000">
                <a:extLst>
                  <a:ext uri="{FF2B5EF4-FFF2-40B4-BE49-F238E27FC236}">
                    <a16:creationId xmlns:a16="http://schemas.microsoft.com/office/drawing/2014/main" id="{6584DE62-C3A2-007D-B36A-D8FEB7AB5095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8" name="pg3001">
                <a:extLst>
                  <a:ext uri="{FF2B5EF4-FFF2-40B4-BE49-F238E27FC236}">
                    <a16:creationId xmlns:a16="http://schemas.microsoft.com/office/drawing/2014/main" id="{1B99F8CE-60FF-117D-45EF-970241614ACB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09" name="pg3002">
                <a:extLst>
                  <a:ext uri="{FF2B5EF4-FFF2-40B4-BE49-F238E27FC236}">
                    <a16:creationId xmlns:a16="http://schemas.microsoft.com/office/drawing/2014/main" id="{AE6D3246-2346-FFC5-385F-E17A626A46F4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E">
                  <a:alpha val="100000"/>
                </a:srgbClr>
              </a:solidFill>
              <a:ln w="5420" cap="flat">
                <a:solidFill>
                  <a:srgbClr val="3B54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0" name="pg3003">
                <a:extLst>
                  <a:ext uri="{FF2B5EF4-FFF2-40B4-BE49-F238E27FC236}">
                    <a16:creationId xmlns:a16="http://schemas.microsoft.com/office/drawing/2014/main" id="{4C49254B-5298-D87A-AC20-2F3E6CB79AB9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1" name="pg3004">
                <a:extLst>
                  <a:ext uri="{FF2B5EF4-FFF2-40B4-BE49-F238E27FC236}">
                    <a16:creationId xmlns:a16="http://schemas.microsoft.com/office/drawing/2014/main" id="{854338AA-776F-3B77-F32D-1467C0E1767F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2" name="pg3005">
                <a:extLst>
                  <a:ext uri="{FF2B5EF4-FFF2-40B4-BE49-F238E27FC236}">
                    <a16:creationId xmlns:a16="http://schemas.microsoft.com/office/drawing/2014/main" id="{7CD8EB64-DF97-60A1-D01D-863874D567F2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3" name="pg3006">
                <a:extLst>
                  <a:ext uri="{FF2B5EF4-FFF2-40B4-BE49-F238E27FC236}">
                    <a16:creationId xmlns:a16="http://schemas.microsoft.com/office/drawing/2014/main" id="{DC9725EF-E5A3-3C34-583D-0C26291DCC83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4" name="pg3007">
                <a:extLst>
                  <a:ext uri="{FF2B5EF4-FFF2-40B4-BE49-F238E27FC236}">
                    <a16:creationId xmlns:a16="http://schemas.microsoft.com/office/drawing/2014/main" id="{8C7A93E6-1CC9-29F1-85E3-48FEA8E91E39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5" name="pg3008">
                <a:extLst>
                  <a:ext uri="{FF2B5EF4-FFF2-40B4-BE49-F238E27FC236}">
                    <a16:creationId xmlns:a16="http://schemas.microsoft.com/office/drawing/2014/main" id="{EB3A5425-9305-EEAD-7343-29A5C37F0192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6" name="pg3009">
                <a:extLst>
                  <a:ext uri="{FF2B5EF4-FFF2-40B4-BE49-F238E27FC236}">
                    <a16:creationId xmlns:a16="http://schemas.microsoft.com/office/drawing/2014/main" id="{71FCEA65-3EFE-0906-2DBE-4DE28FFAB0DE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7" name="pg3010">
                <a:extLst>
                  <a:ext uri="{FF2B5EF4-FFF2-40B4-BE49-F238E27FC236}">
                    <a16:creationId xmlns:a16="http://schemas.microsoft.com/office/drawing/2014/main" id="{3E180FBB-6C0B-A099-9C7A-CA91D9842D27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8" name="pg3011">
                <a:extLst>
                  <a:ext uri="{FF2B5EF4-FFF2-40B4-BE49-F238E27FC236}">
                    <a16:creationId xmlns:a16="http://schemas.microsoft.com/office/drawing/2014/main" id="{45097507-F577-1BCB-80A3-5EA26136B150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19" name="pg3012">
                <a:extLst>
                  <a:ext uri="{FF2B5EF4-FFF2-40B4-BE49-F238E27FC236}">
                    <a16:creationId xmlns:a16="http://schemas.microsoft.com/office/drawing/2014/main" id="{21D6DB40-7C52-AC52-D02F-5723D2324EA3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0" name="pg3013">
                <a:extLst>
                  <a:ext uri="{FF2B5EF4-FFF2-40B4-BE49-F238E27FC236}">
                    <a16:creationId xmlns:a16="http://schemas.microsoft.com/office/drawing/2014/main" id="{5598A195-9A3E-E7F5-E73C-60B4B4C37007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1" name="pg3014">
                <a:extLst>
                  <a:ext uri="{FF2B5EF4-FFF2-40B4-BE49-F238E27FC236}">
                    <a16:creationId xmlns:a16="http://schemas.microsoft.com/office/drawing/2014/main" id="{43F3B479-26EE-DF64-76A4-47C18B4066EF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2" name="pg3015">
                <a:extLst>
                  <a:ext uri="{FF2B5EF4-FFF2-40B4-BE49-F238E27FC236}">
                    <a16:creationId xmlns:a16="http://schemas.microsoft.com/office/drawing/2014/main" id="{2346F100-E1CE-25FA-B495-6D53A7472E5A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3" name="pg3016">
                <a:extLst>
                  <a:ext uri="{FF2B5EF4-FFF2-40B4-BE49-F238E27FC236}">
                    <a16:creationId xmlns:a16="http://schemas.microsoft.com/office/drawing/2014/main" id="{642C2241-3187-8745-696D-1DFDC994DC2B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4" name="pg3017">
                <a:extLst>
                  <a:ext uri="{FF2B5EF4-FFF2-40B4-BE49-F238E27FC236}">
                    <a16:creationId xmlns:a16="http://schemas.microsoft.com/office/drawing/2014/main" id="{BF7A89D7-BFCC-2305-8738-660C9F1E454F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5" name="pg3018">
                <a:extLst>
                  <a:ext uri="{FF2B5EF4-FFF2-40B4-BE49-F238E27FC236}">
                    <a16:creationId xmlns:a16="http://schemas.microsoft.com/office/drawing/2014/main" id="{93A1E9EE-10DC-DE0C-0064-DDD375C7240A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6" name="pg3019">
                <a:extLst>
                  <a:ext uri="{FF2B5EF4-FFF2-40B4-BE49-F238E27FC236}">
                    <a16:creationId xmlns:a16="http://schemas.microsoft.com/office/drawing/2014/main" id="{758067ED-80EE-D319-916E-BF5B71C97288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7" name="pg3020">
                <a:extLst>
                  <a:ext uri="{FF2B5EF4-FFF2-40B4-BE49-F238E27FC236}">
                    <a16:creationId xmlns:a16="http://schemas.microsoft.com/office/drawing/2014/main" id="{9267D621-31B1-22E0-E4CE-D496C8847973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8" name="pg3021">
                <a:extLst>
                  <a:ext uri="{FF2B5EF4-FFF2-40B4-BE49-F238E27FC236}">
                    <a16:creationId xmlns:a16="http://schemas.microsoft.com/office/drawing/2014/main" id="{100FF3E4-43F4-81BA-86ED-4559FDBD6677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29" name="pg3022">
                <a:extLst>
                  <a:ext uri="{FF2B5EF4-FFF2-40B4-BE49-F238E27FC236}">
                    <a16:creationId xmlns:a16="http://schemas.microsoft.com/office/drawing/2014/main" id="{F13DADFE-A5D2-7161-759B-7FC053F855C8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0" name="pg3023">
                <a:extLst>
                  <a:ext uri="{FF2B5EF4-FFF2-40B4-BE49-F238E27FC236}">
                    <a16:creationId xmlns:a16="http://schemas.microsoft.com/office/drawing/2014/main" id="{C74C73C4-0E78-E3B8-9897-906128A85886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1" name="pg3024">
                <a:extLst>
                  <a:ext uri="{FF2B5EF4-FFF2-40B4-BE49-F238E27FC236}">
                    <a16:creationId xmlns:a16="http://schemas.microsoft.com/office/drawing/2014/main" id="{484C5C0B-1F20-9BA7-0B57-6F5CEE65E2E9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2" name="pg3025">
                <a:extLst>
                  <a:ext uri="{FF2B5EF4-FFF2-40B4-BE49-F238E27FC236}">
                    <a16:creationId xmlns:a16="http://schemas.microsoft.com/office/drawing/2014/main" id="{9B629B53-A854-3CC9-EEED-A416A979E2FD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3" name="pg3026">
                <a:extLst>
                  <a:ext uri="{FF2B5EF4-FFF2-40B4-BE49-F238E27FC236}">
                    <a16:creationId xmlns:a16="http://schemas.microsoft.com/office/drawing/2014/main" id="{EF94272A-C544-620C-37AD-B2178A9D7F7C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4" name="pg3027">
                <a:extLst>
                  <a:ext uri="{FF2B5EF4-FFF2-40B4-BE49-F238E27FC236}">
                    <a16:creationId xmlns:a16="http://schemas.microsoft.com/office/drawing/2014/main" id="{00F482BC-BFA2-D68F-D5B2-24124620C2A6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5" name="pg3028">
                <a:extLst>
                  <a:ext uri="{FF2B5EF4-FFF2-40B4-BE49-F238E27FC236}">
                    <a16:creationId xmlns:a16="http://schemas.microsoft.com/office/drawing/2014/main" id="{5D8885FA-C62D-B213-7A19-A888D87754B0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6" name="pg3029">
                <a:extLst>
                  <a:ext uri="{FF2B5EF4-FFF2-40B4-BE49-F238E27FC236}">
                    <a16:creationId xmlns:a16="http://schemas.microsoft.com/office/drawing/2014/main" id="{F6CAD3A6-8D7A-BF89-AD47-5F47A6415E9C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7" name="pg3030">
                <a:extLst>
                  <a:ext uri="{FF2B5EF4-FFF2-40B4-BE49-F238E27FC236}">
                    <a16:creationId xmlns:a16="http://schemas.microsoft.com/office/drawing/2014/main" id="{95CA1536-3EA0-32B3-F69A-1DD846F305EA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8" name="pg3031">
                <a:extLst>
                  <a:ext uri="{FF2B5EF4-FFF2-40B4-BE49-F238E27FC236}">
                    <a16:creationId xmlns:a16="http://schemas.microsoft.com/office/drawing/2014/main" id="{7D98E14F-4B14-4290-274F-7E3938DD5940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39" name="pg3032">
                <a:extLst>
                  <a:ext uri="{FF2B5EF4-FFF2-40B4-BE49-F238E27FC236}">
                    <a16:creationId xmlns:a16="http://schemas.microsoft.com/office/drawing/2014/main" id="{710EAD27-AB16-5F45-F75E-6EEA8769D9E3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0" name="pg3033">
                <a:extLst>
                  <a:ext uri="{FF2B5EF4-FFF2-40B4-BE49-F238E27FC236}">
                    <a16:creationId xmlns:a16="http://schemas.microsoft.com/office/drawing/2014/main" id="{9BE40BEE-2447-9153-AFB0-EA1277BF3EBF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1" name="pg3034">
                <a:extLst>
                  <a:ext uri="{FF2B5EF4-FFF2-40B4-BE49-F238E27FC236}">
                    <a16:creationId xmlns:a16="http://schemas.microsoft.com/office/drawing/2014/main" id="{0F7683A7-104A-B4C0-6B11-5130F810A774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2" name="pg3035">
                <a:extLst>
                  <a:ext uri="{FF2B5EF4-FFF2-40B4-BE49-F238E27FC236}">
                    <a16:creationId xmlns:a16="http://schemas.microsoft.com/office/drawing/2014/main" id="{3833F93C-1A88-662B-838B-FE921C753ADE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3" name="pg3036">
                <a:extLst>
                  <a:ext uri="{FF2B5EF4-FFF2-40B4-BE49-F238E27FC236}">
                    <a16:creationId xmlns:a16="http://schemas.microsoft.com/office/drawing/2014/main" id="{B19E1790-3A5F-47E7-C47E-ED665C55FB09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4" name="pg3037">
                <a:extLst>
                  <a:ext uri="{FF2B5EF4-FFF2-40B4-BE49-F238E27FC236}">
                    <a16:creationId xmlns:a16="http://schemas.microsoft.com/office/drawing/2014/main" id="{34A6CE88-F4D9-9091-1914-82D916423367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5" name="pg3038">
                <a:extLst>
                  <a:ext uri="{FF2B5EF4-FFF2-40B4-BE49-F238E27FC236}">
                    <a16:creationId xmlns:a16="http://schemas.microsoft.com/office/drawing/2014/main" id="{AA1F6ACD-A3D3-3ADD-E274-F6B3D31E851C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6" name="pg3039">
                <a:extLst>
                  <a:ext uri="{FF2B5EF4-FFF2-40B4-BE49-F238E27FC236}">
                    <a16:creationId xmlns:a16="http://schemas.microsoft.com/office/drawing/2014/main" id="{DBCDCA30-929C-16B8-7CB9-04FA6680035C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7" name="pg3040">
                <a:extLst>
                  <a:ext uri="{FF2B5EF4-FFF2-40B4-BE49-F238E27FC236}">
                    <a16:creationId xmlns:a16="http://schemas.microsoft.com/office/drawing/2014/main" id="{9D9004CB-760F-0336-2D89-AFBA63773F82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8" name="pg3041">
                <a:extLst>
                  <a:ext uri="{FF2B5EF4-FFF2-40B4-BE49-F238E27FC236}">
                    <a16:creationId xmlns:a16="http://schemas.microsoft.com/office/drawing/2014/main" id="{C1A8A323-3110-E734-F6A6-6412ADD7955B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49" name="pg3042">
                <a:extLst>
                  <a:ext uri="{FF2B5EF4-FFF2-40B4-BE49-F238E27FC236}">
                    <a16:creationId xmlns:a16="http://schemas.microsoft.com/office/drawing/2014/main" id="{B1A710C9-9FA8-2180-4FB5-C24DA6A892A0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0" name="pg3043">
                <a:extLst>
                  <a:ext uri="{FF2B5EF4-FFF2-40B4-BE49-F238E27FC236}">
                    <a16:creationId xmlns:a16="http://schemas.microsoft.com/office/drawing/2014/main" id="{75D085BB-8E24-4173-19C0-40F74D59F158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1" name="pg3044">
                <a:extLst>
                  <a:ext uri="{FF2B5EF4-FFF2-40B4-BE49-F238E27FC236}">
                    <a16:creationId xmlns:a16="http://schemas.microsoft.com/office/drawing/2014/main" id="{C831D436-E15B-B14F-2B9B-750AB08D069E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2" name="pg3045">
                <a:extLst>
                  <a:ext uri="{FF2B5EF4-FFF2-40B4-BE49-F238E27FC236}">
                    <a16:creationId xmlns:a16="http://schemas.microsoft.com/office/drawing/2014/main" id="{99885EC5-F559-4E5C-3FD0-803A61298245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3" name="pg3046">
                <a:extLst>
                  <a:ext uri="{FF2B5EF4-FFF2-40B4-BE49-F238E27FC236}">
                    <a16:creationId xmlns:a16="http://schemas.microsoft.com/office/drawing/2014/main" id="{5DD81322-22E5-11CA-6A53-60535381552C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4">
                  <a:alpha val="100000"/>
                </a:srgbClr>
              </a:solidFill>
              <a:ln w="5420" cap="flat">
                <a:solidFill>
                  <a:srgbClr val="3C4C8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4" name="pg3047">
                <a:extLst>
                  <a:ext uri="{FF2B5EF4-FFF2-40B4-BE49-F238E27FC236}">
                    <a16:creationId xmlns:a16="http://schemas.microsoft.com/office/drawing/2014/main" id="{DA1617B7-6207-5E73-3EDD-BBA6EDF3E572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5" name="pg3048">
                <a:extLst>
                  <a:ext uri="{FF2B5EF4-FFF2-40B4-BE49-F238E27FC236}">
                    <a16:creationId xmlns:a16="http://schemas.microsoft.com/office/drawing/2014/main" id="{E9F5CBBD-E6BF-880D-B386-0DE5808DFB74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6" name="pg3049">
                <a:extLst>
                  <a:ext uri="{FF2B5EF4-FFF2-40B4-BE49-F238E27FC236}">
                    <a16:creationId xmlns:a16="http://schemas.microsoft.com/office/drawing/2014/main" id="{9B6D6BA4-1EB2-1100-0E59-3D6FB7C7D830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7" name="pg3050">
                <a:extLst>
                  <a:ext uri="{FF2B5EF4-FFF2-40B4-BE49-F238E27FC236}">
                    <a16:creationId xmlns:a16="http://schemas.microsoft.com/office/drawing/2014/main" id="{031B398B-9F0C-717C-1950-EF468174CE6B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8" name="pg3051">
                <a:extLst>
                  <a:ext uri="{FF2B5EF4-FFF2-40B4-BE49-F238E27FC236}">
                    <a16:creationId xmlns:a16="http://schemas.microsoft.com/office/drawing/2014/main" id="{42D0DB4F-6412-607C-1090-F9E288BE0EFD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59" name="pg3052">
                <a:extLst>
                  <a:ext uri="{FF2B5EF4-FFF2-40B4-BE49-F238E27FC236}">
                    <a16:creationId xmlns:a16="http://schemas.microsoft.com/office/drawing/2014/main" id="{9907DC67-E182-587E-90AA-B4EC631CE5F6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0" name="pg3053">
                <a:extLst>
                  <a:ext uri="{FF2B5EF4-FFF2-40B4-BE49-F238E27FC236}">
                    <a16:creationId xmlns:a16="http://schemas.microsoft.com/office/drawing/2014/main" id="{BEA8FA7E-F4A1-8880-E09D-C92BFC39A1B8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1" name="pg3054">
                <a:extLst>
                  <a:ext uri="{FF2B5EF4-FFF2-40B4-BE49-F238E27FC236}">
                    <a16:creationId xmlns:a16="http://schemas.microsoft.com/office/drawing/2014/main" id="{BDE22FAF-A9D3-0453-84BA-7D29F0882290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2" name="pg3055">
                <a:extLst>
                  <a:ext uri="{FF2B5EF4-FFF2-40B4-BE49-F238E27FC236}">
                    <a16:creationId xmlns:a16="http://schemas.microsoft.com/office/drawing/2014/main" id="{51C04416-D364-BF5C-6490-008B88C829BE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3" name="pg3056">
                <a:extLst>
                  <a:ext uri="{FF2B5EF4-FFF2-40B4-BE49-F238E27FC236}">
                    <a16:creationId xmlns:a16="http://schemas.microsoft.com/office/drawing/2014/main" id="{4595DC76-3BE0-3E7D-A3E9-B2A0B9460C66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4" name="pg3057">
                <a:extLst>
                  <a:ext uri="{FF2B5EF4-FFF2-40B4-BE49-F238E27FC236}">
                    <a16:creationId xmlns:a16="http://schemas.microsoft.com/office/drawing/2014/main" id="{76F44D53-CB28-D1DA-E623-F60D5222A9FF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5" name="pg3058">
                <a:extLst>
                  <a:ext uri="{FF2B5EF4-FFF2-40B4-BE49-F238E27FC236}">
                    <a16:creationId xmlns:a16="http://schemas.microsoft.com/office/drawing/2014/main" id="{C51A6576-6DC0-6478-EA37-BDAC6EAD5EBE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6" name="pg3059">
                <a:extLst>
                  <a:ext uri="{FF2B5EF4-FFF2-40B4-BE49-F238E27FC236}">
                    <a16:creationId xmlns:a16="http://schemas.microsoft.com/office/drawing/2014/main" id="{CA33FFBB-D1E3-4438-F8CF-ABD4D0F374EF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7" name="pg3060">
                <a:extLst>
                  <a:ext uri="{FF2B5EF4-FFF2-40B4-BE49-F238E27FC236}">
                    <a16:creationId xmlns:a16="http://schemas.microsoft.com/office/drawing/2014/main" id="{F63B09CC-DE62-30B9-6F5E-471E620D388A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8" name="pg3061">
                <a:extLst>
                  <a:ext uri="{FF2B5EF4-FFF2-40B4-BE49-F238E27FC236}">
                    <a16:creationId xmlns:a16="http://schemas.microsoft.com/office/drawing/2014/main" id="{C9266AA9-1AD9-F46D-DF46-D7DFC3E545DE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69" name="pg3062">
                <a:extLst>
                  <a:ext uri="{FF2B5EF4-FFF2-40B4-BE49-F238E27FC236}">
                    <a16:creationId xmlns:a16="http://schemas.microsoft.com/office/drawing/2014/main" id="{3CDB86B8-5C77-77D1-ACC6-C02F68200854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0" name="pg3063">
                <a:extLst>
                  <a:ext uri="{FF2B5EF4-FFF2-40B4-BE49-F238E27FC236}">
                    <a16:creationId xmlns:a16="http://schemas.microsoft.com/office/drawing/2014/main" id="{104BF4FF-D376-4457-9098-8617C8C6D8B3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1" name="pg3064">
                <a:extLst>
                  <a:ext uri="{FF2B5EF4-FFF2-40B4-BE49-F238E27FC236}">
                    <a16:creationId xmlns:a16="http://schemas.microsoft.com/office/drawing/2014/main" id="{B7B60B88-6C6A-4A4D-4AD8-EBD53E79F0A4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2" name="pg3065">
                <a:extLst>
                  <a:ext uri="{FF2B5EF4-FFF2-40B4-BE49-F238E27FC236}">
                    <a16:creationId xmlns:a16="http://schemas.microsoft.com/office/drawing/2014/main" id="{8A6F2773-CF3F-1749-B946-BDDB6FCAFA1B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3" name="pg3066">
                <a:extLst>
                  <a:ext uri="{FF2B5EF4-FFF2-40B4-BE49-F238E27FC236}">
                    <a16:creationId xmlns:a16="http://schemas.microsoft.com/office/drawing/2014/main" id="{E626BD17-F882-0587-8636-99DA93C08FAB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4" name="pg3067">
                <a:extLst>
                  <a:ext uri="{FF2B5EF4-FFF2-40B4-BE49-F238E27FC236}">
                    <a16:creationId xmlns:a16="http://schemas.microsoft.com/office/drawing/2014/main" id="{6C44E91F-266F-CEAE-A5BB-C39950C5BE53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5" name="pg3068">
                <a:extLst>
                  <a:ext uri="{FF2B5EF4-FFF2-40B4-BE49-F238E27FC236}">
                    <a16:creationId xmlns:a16="http://schemas.microsoft.com/office/drawing/2014/main" id="{FFE8DA34-39C4-C752-78F9-DCCA6E6EC553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3">
                  <a:alpha val="100000"/>
                </a:srgbClr>
              </a:solidFill>
              <a:ln w="5420" cap="flat">
                <a:solidFill>
                  <a:srgbClr val="3A34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6" name="pg3069">
                <a:extLst>
                  <a:ext uri="{FF2B5EF4-FFF2-40B4-BE49-F238E27FC236}">
                    <a16:creationId xmlns:a16="http://schemas.microsoft.com/office/drawing/2014/main" id="{9E986594-B8EC-9DDC-099A-852854EDCD8E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7" name="pg3070">
                <a:extLst>
                  <a:ext uri="{FF2B5EF4-FFF2-40B4-BE49-F238E27FC236}">
                    <a16:creationId xmlns:a16="http://schemas.microsoft.com/office/drawing/2014/main" id="{3F2E566A-284A-60CC-AAB1-D6B5E15E68E0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8" name="pg3071">
                <a:extLst>
                  <a:ext uri="{FF2B5EF4-FFF2-40B4-BE49-F238E27FC236}">
                    <a16:creationId xmlns:a16="http://schemas.microsoft.com/office/drawing/2014/main" id="{20971A18-3AA6-3F83-9521-053B35713498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79" name="pg3072">
                <a:extLst>
                  <a:ext uri="{FF2B5EF4-FFF2-40B4-BE49-F238E27FC236}">
                    <a16:creationId xmlns:a16="http://schemas.microsoft.com/office/drawing/2014/main" id="{D7A15E6E-F197-BA12-242E-47E6A0D8F1DC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0" name="pg3073">
                <a:extLst>
                  <a:ext uri="{FF2B5EF4-FFF2-40B4-BE49-F238E27FC236}">
                    <a16:creationId xmlns:a16="http://schemas.microsoft.com/office/drawing/2014/main" id="{CFBDE46A-7C5D-248A-A9E4-955F60755C01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1" name="pg3074">
                <a:extLst>
                  <a:ext uri="{FF2B5EF4-FFF2-40B4-BE49-F238E27FC236}">
                    <a16:creationId xmlns:a16="http://schemas.microsoft.com/office/drawing/2014/main" id="{71E4C2BE-4A4B-935B-1676-8C3209DB13F1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2" name="pg3075">
                <a:extLst>
                  <a:ext uri="{FF2B5EF4-FFF2-40B4-BE49-F238E27FC236}">
                    <a16:creationId xmlns:a16="http://schemas.microsoft.com/office/drawing/2014/main" id="{6D5B9CE9-83BA-5B26-89FA-FACF7787E574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3" name="pg3076">
                <a:extLst>
                  <a:ext uri="{FF2B5EF4-FFF2-40B4-BE49-F238E27FC236}">
                    <a16:creationId xmlns:a16="http://schemas.microsoft.com/office/drawing/2014/main" id="{9555D862-33A3-B3EC-068B-727024507B17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4" name="pg3077">
                <a:extLst>
                  <a:ext uri="{FF2B5EF4-FFF2-40B4-BE49-F238E27FC236}">
                    <a16:creationId xmlns:a16="http://schemas.microsoft.com/office/drawing/2014/main" id="{1969239B-4478-6961-5F57-56C5A3F9EB18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5" name="pg3078">
                <a:extLst>
                  <a:ext uri="{FF2B5EF4-FFF2-40B4-BE49-F238E27FC236}">
                    <a16:creationId xmlns:a16="http://schemas.microsoft.com/office/drawing/2014/main" id="{6AF66B76-5BE4-717B-8285-7B526A1C333A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6" name="pg3079">
                <a:extLst>
                  <a:ext uri="{FF2B5EF4-FFF2-40B4-BE49-F238E27FC236}">
                    <a16:creationId xmlns:a16="http://schemas.microsoft.com/office/drawing/2014/main" id="{5F4B4979-962E-E9D6-07B7-C0D1DD0632D0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7" name="pg3080">
                <a:extLst>
                  <a:ext uri="{FF2B5EF4-FFF2-40B4-BE49-F238E27FC236}">
                    <a16:creationId xmlns:a16="http://schemas.microsoft.com/office/drawing/2014/main" id="{C815D41D-04C5-2EEF-57F4-DEFACC0A8F9F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8" name="pg3081">
                <a:extLst>
                  <a:ext uri="{FF2B5EF4-FFF2-40B4-BE49-F238E27FC236}">
                    <a16:creationId xmlns:a16="http://schemas.microsoft.com/office/drawing/2014/main" id="{399FA77A-38AE-6F74-4893-B1DB1334BC6C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89" name="pg3082">
                <a:extLst>
                  <a:ext uri="{FF2B5EF4-FFF2-40B4-BE49-F238E27FC236}">
                    <a16:creationId xmlns:a16="http://schemas.microsoft.com/office/drawing/2014/main" id="{38C98294-A7CB-AA05-79F4-8EBACBB71B24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0" name="pg3083">
                <a:extLst>
                  <a:ext uri="{FF2B5EF4-FFF2-40B4-BE49-F238E27FC236}">
                    <a16:creationId xmlns:a16="http://schemas.microsoft.com/office/drawing/2014/main" id="{BA22D47E-EC5F-B7D0-F80E-2410A1FEE59F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1" name="pg3084">
                <a:extLst>
                  <a:ext uri="{FF2B5EF4-FFF2-40B4-BE49-F238E27FC236}">
                    <a16:creationId xmlns:a16="http://schemas.microsoft.com/office/drawing/2014/main" id="{EB1A79F4-7336-E5A7-3497-4CA620BBD8EE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2" name="pg3085">
                <a:extLst>
                  <a:ext uri="{FF2B5EF4-FFF2-40B4-BE49-F238E27FC236}">
                    <a16:creationId xmlns:a16="http://schemas.microsoft.com/office/drawing/2014/main" id="{0A30E759-0C42-7480-086B-418B5E4BD2C9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3" name="pg3086">
                <a:extLst>
                  <a:ext uri="{FF2B5EF4-FFF2-40B4-BE49-F238E27FC236}">
                    <a16:creationId xmlns:a16="http://schemas.microsoft.com/office/drawing/2014/main" id="{E6C695B7-0D49-3722-67ED-04CB1A347EEC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4" name="pg3087">
                <a:extLst>
                  <a:ext uri="{FF2B5EF4-FFF2-40B4-BE49-F238E27FC236}">
                    <a16:creationId xmlns:a16="http://schemas.microsoft.com/office/drawing/2014/main" id="{0EEF02A3-887D-7782-3267-2874A37ECBC6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5" name="pg3088">
                <a:extLst>
                  <a:ext uri="{FF2B5EF4-FFF2-40B4-BE49-F238E27FC236}">
                    <a16:creationId xmlns:a16="http://schemas.microsoft.com/office/drawing/2014/main" id="{00101135-A9B9-509F-4E8F-AE5D68C62049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6" name="pg3089">
                <a:extLst>
                  <a:ext uri="{FF2B5EF4-FFF2-40B4-BE49-F238E27FC236}">
                    <a16:creationId xmlns:a16="http://schemas.microsoft.com/office/drawing/2014/main" id="{BC25F85C-2EAD-794B-B02E-FDA5B15A513B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7" name="pg3090">
                <a:extLst>
                  <a:ext uri="{FF2B5EF4-FFF2-40B4-BE49-F238E27FC236}">
                    <a16:creationId xmlns:a16="http://schemas.microsoft.com/office/drawing/2014/main" id="{93F04947-FDE5-1CDD-7E31-5CE9B40425E7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97F">
                  <a:alpha val="100000"/>
                </a:srgbClr>
              </a:solidFill>
              <a:ln w="5420" cap="flat">
                <a:solidFill>
                  <a:srgbClr val="3C49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8" name="pg3091">
                <a:extLst>
                  <a:ext uri="{FF2B5EF4-FFF2-40B4-BE49-F238E27FC236}">
                    <a16:creationId xmlns:a16="http://schemas.microsoft.com/office/drawing/2014/main" id="{F23E7CCC-A9A1-8D28-0CE4-825C233D1E71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1">
                  <a:alpha val="100000"/>
                </a:srgbClr>
              </a:solidFill>
              <a:ln w="5420" cap="flat">
                <a:solidFill>
                  <a:srgbClr val="3C4A8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999" name="pg3092">
                <a:extLst>
                  <a:ext uri="{FF2B5EF4-FFF2-40B4-BE49-F238E27FC236}">
                    <a16:creationId xmlns:a16="http://schemas.microsoft.com/office/drawing/2014/main" id="{4C92C441-959C-B7B4-D9C2-E1159360C636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0" name="pg3093">
                <a:extLst>
                  <a:ext uri="{FF2B5EF4-FFF2-40B4-BE49-F238E27FC236}">
                    <a16:creationId xmlns:a16="http://schemas.microsoft.com/office/drawing/2014/main" id="{40F80CEA-2170-361E-D473-A2C09138F50F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1" name="pg3094">
                <a:extLst>
                  <a:ext uri="{FF2B5EF4-FFF2-40B4-BE49-F238E27FC236}">
                    <a16:creationId xmlns:a16="http://schemas.microsoft.com/office/drawing/2014/main" id="{B7407EE9-8E5F-8806-20DC-0E0252EE576E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2" name="pg3095">
                <a:extLst>
                  <a:ext uri="{FF2B5EF4-FFF2-40B4-BE49-F238E27FC236}">
                    <a16:creationId xmlns:a16="http://schemas.microsoft.com/office/drawing/2014/main" id="{20CDA81D-1FB4-1B37-F9B6-191BEB563305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3" name="pg3096">
                <a:extLst>
                  <a:ext uri="{FF2B5EF4-FFF2-40B4-BE49-F238E27FC236}">
                    <a16:creationId xmlns:a16="http://schemas.microsoft.com/office/drawing/2014/main" id="{A1605F1B-2AE8-E186-ABD3-CEA89E1F30F9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4" name="pg3097">
                <a:extLst>
                  <a:ext uri="{FF2B5EF4-FFF2-40B4-BE49-F238E27FC236}">
                    <a16:creationId xmlns:a16="http://schemas.microsoft.com/office/drawing/2014/main" id="{23D75D13-C5F6-DA9C-8A66-4AD0977B3206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5" name="pg3098">
                <a:extLst>
                  <a:ext uri="{FF2B5EF4-FFF2-40B4-BE49-F238E27FC236}">
                    <a16:creationId xmlns:a16="http://schemas.microsoft.com/office/drawing/2014/main" id="{93A44A1B-D151-F831-8B94-92EC4910A8E5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6" name="pg3099">
                <a:extLst>
                  <a:ext uri="{FF2B5EF4-FFF2-40B4-BE49-F238E27FC236}">
                    <a16:creationId xmlns:a16="http://schemas.microsoft.com/office/drawing/2014/main" id="{5409C29B-A16B-34A9-6F2E-B30226E3F915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7" name="pg3100">
                <a:extLst>
                  <a:ext uri="{FF2B5EF4-FFF2-40B4-BE49-F238E27FC236}">
                    <a16:creationId xmlns:a16="http://schemas.microsoft.com/office/drawing/2014/main" id="{0AB353A0-570A-5214-A49B-D34F77D6C9DB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8" name="pg3101">
                <a:extLst>
                  <a:ext uri="{FF2B5EF4-FFF2-40B4-BE49-F238E27FC236}">
                    <a16:creationId xmlns:a16="http://schemas.microsoft.com/office/drawing/2014/main" id="{9C649823-54A6-70E3-4E1C-8392DC7BB224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09" name="pg3102">
                <a:extLst>
                  <a:ext uri="{FF2B5EF4-FFF2-40B4-BE49-F238E27FC236}">
                    <a16:creationId xmlns:a16="http://schemas.microsoft.com/office/drawing/2014/main" id="{D32FE67E-DD2D-D980-39B8-F7FBD9F338DE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0" name="pg3103">
                <a:extLst>
                  <a:ext uri="{FF2B5EF4-FFF2-40B4-BE49-F238E27FC236}">
                    <a16:creationId xmlns:a16="http://schemas.microsoft.com/office/drawing/2014/main" id="{E614A74C-DAB9-33E4-C1E6-3B87C5E9F6D5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1" name="pg3104">
                <a:extLst>
                  <a:ext uri="{FF2B5EF4-FFF2-40B4-BE49-F238E27FC236}">
                    <a16:creationId xmlns:a16="http://schemas.microsoft.com/office/drawing/2014/main" id="{3C5E7D08-3459-E2E5-D39A-DCB001D61D83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2" name="pg3105">
                <a:extLst>
                  <a:ext uri="{FF2B5EF4-FFF2-40B4-BE49-F238E27FC236}">
                    <a16:creationId xmlns:a16="http://schemas.microsoft.com/office/drawing/2014/main" id="{C5176E8F-4452-CD21-DFB4-F64BAEC64E06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3" name="pg3106">
                <a:extLst>
                  <a:ext uri="{FF2B5EF4-FFF2-40B4-BE49-F238E27FC236}">
                    <a16:creationId xmlns:a16="http://schemas.microsoft.com/office/drawing/2014/main" id="{C211E397-B982-7A6A-C772-9432E2E0CB76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4" name="pg3107">
                <a:extLst>
                  <a:ext uri="{FF2B5EF4-FFF2-40B4-BE49-F238E27FC236}">
                    <a16:creationId xmlns:a16="http://schemas.microsoft.com/office/drawing/2014/main" id="{117667D9-817E-B1CF-28DA-E5E688D419C6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5" name="pg3108">
                <a:extLst>
                  <a:ext uri="{FF2B5EF4-FFF2-40B4-BE49-F238E27FC236}">
                    <a16:creationId xmlns:a16="http://schemas.microsoft.com/office/drawing/2014/main" id="{35CC52D5-EFA5-049E-630A-B8C09990975F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6" name="pg3109">
                <a:extLst>
                  <a:ext uri="{FF2B5EF4-FFF2-40B4-BE49-F238E27FC236}">
                    <a16:creationId xmlns:a16="http://schemas.microsoft.com/office/drawing/2014/main" id="{4999A7DC-EF93-5D70-5FE2-2D262F98DA4B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7" name="pg3110">
                <a:extLst>
                  <a:ext uri="{FF2B5EF4-FFF2-40B4-BE49-F238E27FC236}">
                    <a16:creationId xmlns:a16="http://schemas.microsoft.com/office/drawing/2014/main" id="{B6D92AF1-F36B-7F30-2B16-EE0620903E9F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8" name="pg3111">
                <a:extLst>
                  <a:ext uri="{FF2B5EF4-FFF2-40B4-BE49-F238E27FC236}">
                    <a16:creationId xmlns:a16="http://schemas.microsoft.com/office/drawing/2014/main" id="{0BF50A4C-3C82-199A-0EEA-C6F7205BBE89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19" name="pg3112">
                <a:extLst>
                  <a:ext uri="{FF2B5EF4-FFF2-40B4-BE49-F238E27FC236}">
                    <a16:creationId xmlns:a16="http://schemas.microsoft.com/office/drawing/2014/main" id="{D16C87E8-AE2B-0096-67BB-CD863E7BC7DC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0" name="pg3113">
                <a:extLst>
                  <a:ext uri="{FF2B5EF4-FFF2-40B4-BE49-F238E27FC236}">
                    <a16:creationId xmlns:a16="http://schemas.microsoft.com/office/drawing/2014/main" id="{B7D5DB44-5226-379F-AA49-2B27A0134C8E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1" name="pg3114">
                <a:extLst>
                  <a:ext uri="{FF2B5EF4-FFF2-40B4-BE49-F238E27FC236}">
                    <a16:creationId xmlns:a16="http://schemas.microsoft.com/office/drawing/2014/main" id="{D86C5E5D-0D20-3CD0-ABD6-360B8B59E286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2" name="pg3115">
                <a:extLst>
                  <a:ext uri="{FF2B5EF4-FFF2-40B4-BE49-F238E27FC236}">
                    <a16:creationId xmlns:a16="http://schemas.microsoft.com/office/drawing/2014/main" id="{94687A48-093A-BA4A-F3CB-ECB2DBEB6FC8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3" name="pg3116">
                <a:extLst>
                  <a:ext uri="{FF2B5EF4-FFF2-40B4-BE49-F238E27FC236}">
                    <a16:creationId xmlns:a16="http://schemas.microsoft.com/office/drawing/2014/main" id="{DC7858D8-4D54-CE7D-3C08-8A2C2F94C1E0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4" name="pg3117">
                <a:extLst>
                  <a:ext uri="{FF2B5EF4-FFF2-40B4-BE49-F238E27FC236}">
                    <a16:creationId xmlns:a16="http://schemas.microsoft.com/office/drawing/2014/main" id="{410CDDFF-3F91-F957-91E9-6BAC49AC493A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5" name="pg3118">
                <a:extLst>
                  <a:ext uri="{FF2B5EF4-FFF2-40B4-BE49-F238E27FC236}">
                    <a16:creationId xmlns:a16="http://schemas.microsoft.com/office/drawing/2014/main" id="{6FBF10DC-31E7-79AA-9543-F3044A5952EE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6" name="pg3119">
                <a:extLst>
                  <a:ext uri="{FF2B5EF4-FFF2-40B4-BE49-F238E27FC236}">
                    <a16:creationId xmlns:a16="http://schemas.microsoft.com/office/drawing/2014/main" id="{E506D053-B906-08FD-F7D6-9B5D7CD5FFB3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7" name="pg3120">
                <a:extLst>
                  <a:ext uri="{FF2B5EF4-FFF2-40B4-BE49-F238E27FC236}">
                    <a16:creationId xmlns:a16="http://schemas.microsoft.com/office/drawing/2014/main" id="{7DC24026-1CF8-DE56-0966-C7B50770132C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8" name="pg3121">
                <a:extLst>
                  <a:ext uri="{FF2B5EF4-FFF2-40B4-BE49-F238E27FC236}">
                    <a16:creationId xmlns:a16="http://schemas.microsoft.com/office/drawing/2014/main" id="{0B1C633C-E21B-905B-737A-5314EFE472A4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29" name="pg3122">
                <a:extLst>
                  <a:ext uri="{FF2B5EF4-FFF2-40B4-BE49-F238E27FC236}">
                    <a16:creationId xmlns:a16="http://schemas.microsoft.com/office/drawing/2014/main" id="{16E27B25-FEF2-5C40-2334-20FC6EFB200F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0" name="pg3123">
                <a:extLst>
                  <a:ext uri="{FF2B5EF4-FFF2-40B4-BE49-F238E27FC236}">
                    <a16:creationId xmlns:a16="http://schemas.microsoft.com/office/drawing/2014/main" id="{90F41702-4EC9-AA76-5AF6-97EE9DAB6DC3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1" name="pg3124">
                <a:extLst>
                  <a:ext uri="{FF2B5EF4-FFF2-40B4-BE49-F238E27FC236}">
                    <a16:creationId xmlns:a16="http://schemas.microsoft.com/office/drawing/2014/main" id="{AD50C4C0-B335-C1C9-A388-587A03611A48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2" name="pg3125">
                <a:extLst>
                  <a:ext uri="{FF2B5EF4-FFF2-40B4-BE49-F238E27FC236}">
                    <a16:creationId xmlns:a16="http://schemas.microsoft.com/office/drawing/2014/main" id="{48A8888B-4817-DDC0-28B9-2599CCA975A2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3" name="pg3126">
                <a:extLst>
                  <a:ext uri="{FF2B5EF4-FFF2-40B4-BE49-F238E27FC236}">
                    <a16:creationId xmlns:a16="http://schemas.microsoft.com/office/drawing/2014/main" id="{5C91A651-B7B8-2043-62BB-6C8ACFD8711D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4" name="pg3127">
                <a:extLst>
                  <a:ext uri="{FF2B5EF4-FFF2-40B4-BE49-F238E27FC236}">
                    <a16:creationId xmlns:a16="http://schemas.microsoft.com/office/drawing/2014/main" id="{FD153055-2C8E-2ECF-37D4-D0D4306D06BA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5" name="pg3128">
                <a:extLst>
                  <a:ext uri="{FF2B5EF4-FFF2-40B4-BE49-F238E27FC236}">
                    <a16:creationId xmlns:a16="http://schemas.microsoft.com/office/drawing/2014/main" id="{0BC36C7C-543C-5C4C-A54A-3B1063FBBDE0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6" name="pg3129">
                <a:extLst>
                  <a:ext uri="{FF2B5EF4-FFF2-40B4-BE49-F238E27FC236}">
                    <a16:creationId xmlns:a16="http://schemas.microsoft.com/office/drawing/2014/main" id="{853ADF25-0250-582E-A7E2-0DF0B5A72120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7" name="pg3130">
                <a:extLst>
                  <a:ext uri="{FF2B5EF4-FFF2-40B4-BE49-F238E27FC236}">
                    <a16:creationId xmlns:a16="http://schemas.microsoft.com/office/drawing/2014/main" id="{844F73E4-829F-A4E6-7E63-DA1283E00D0E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8" name="pg3131">
                <a:extLst>
                  <a:ext uri="{FF2B5EF4-FFF2-40B4-BE49-F238E27FC236}">
                    <a16:creationId xmlns:a16="http://schemas.microsoft.com/office/drawing/2014/main" id="{85BAC71C-6760-8E83-7C3A-1BAEFED87643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39" name="pg3132">
                <a:extLst>
                  <a:ext uri="{FF2B5EF4-FFF2-40B4-BE49-F238E27FC236}">
                    <a16:creationId xmlns:a16="http://schemas.microsoft.com/office/drawing/2014/main" id="{EC98FFC4-4804-6203-F64E-6159A5336611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0" name="pg3133">
                <a:extLst>
                  <a:ext uri="{FF2B5EF4-FFF2-40B4-BE49-F238E27FC236}">
                    <a16:creationId xmlns:a16="http://schemas.microsoft.com/office/drawing/2014/main" id="{C4710825-6745-C338-815D-E6757FA9B5B5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1" name="pg3134">
                <a:extLst>
                  <a:ext uri="{FF2B5EF4-FFF2-40B4-BE49-F238E27FC236}">
                    <a16:creationId xmlns:a16="http://schemas.microsoft.com/office/drawing/2014/main" id="{324040A4-3D0B-8891-F2FD-5F8AC7F357EF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2" name="pg3135">
                <a:extLst>
                  <a:ext uri="{FF2B5EF4-FFF2-40B4-BE49-F238E27FC236}">
                    <a16:creationId xmlns:a16="http://schemas.microsoft.com/office/drawing/2014/main" id="{F49F8681-4064-06AA-4683-3EDE1F7F1FA2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3" name="pg3136">
                <a:extLst>
                  <a:ext uri="{FF2B5EF4-FFF2-40B4-BE49-F238E27FC236}">
                    <a16:creationId xmlns:a16="http://schemas.microsoft.com/office/drawing/2014/main" id="{ED591E20-B65D-25FA-9E84-BC6BE9C592BD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4" name="pg3137">
                <a:extLst>
                  <a:ext uri="{FF2B5EF4-FFF2-40B4-BE49-F238E27FC236}">
                    <a16:creationId xmlns:a16="http://schemas.microsoft.com/office/drawing/2014/main" id="{70F98AA7-E2F7-A6D7-A325-C6B5C3FF246C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5" name="pg3138">
                <a:extLst>
                  <a:ext uri="{FF2B5EF4-FFF2-40B4-BE49-F238E27FC236}">
                    <a16:creationId xmlns:a16="http://schemas.microsoft.com/office/drawing/2014/main" id="{5F89091E-85B8-52A8-932E-FF56C2FB50E7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6" name="pg3139">
                <a:extLst>
                  <a:ext uri="{FF2B5EF4-FFF2-40B4-BE49-F238E27FC236}">
                    <a16:creationId xmlns:a16="http://schemas.microsoft.com/office/drawing/2014/main" id="{A83E9DAD-5020-E04B-8C84-E68D19DAAEED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7" name="pg3140">
                <a:extLst>
                  <a:ext uri="{FF2B5EF4-FFF2-40B4-BE49-F238E27FC236}">
                    <a16:creationId xmlns:a16="http://schemas.microsoft.com/office/drawing/2014/main" id="{A4E3F142-86E2-180A-FACE-654307B3D25F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8" name="pg3141">
                <a:extLst>
                  <a:ext uri="{FF2B5EF4-FFF2-40B4-BE49-F238E27FC236}">
                    <a16:creationId xmlns:a16="http://schemas.microsoft.com/office/drawing/2014/main" id="{A47DC292-0BB0-3087-1C1D-1E7C19373255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49" name="pg3142">
                <a:extLst>
                  <a:ext uri="{FF2B5EF4-FFF2-40B4-BE49-F238E27FC236}">
                    <a16:creationId xmlns:a16="http://schemas.microsoft.com/office/drawing/2014/main" id="{83DCE639-9481-6B08-5CFA-D89A94682501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0" name="pg3143">
                <a:extLst>
                  <a:ext uri="{FF2B5EF4-FFF2-40B4-BE49-F238E27FC236}">
                    <a16:creationId xmlns:a16="http://schemas.microsoft.com/office/drawing/2014/main" id="{AB92CFF5-031E-4F7B-66EA-3A5BE1E38FD2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1" name="pg3144">
                <a:extLst>
                  <a:ext uri="{FF2B5EF4-FFF2-40B4-BE49-F238E27FC236}">
                    <a16:creationId xmlns:a16="http://schemas.microsoft.com/office/drawing/2014/main" id="{8311EC0A-A6D2-904C-0477-94224D8CDBFC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2" name="pg3145">
                <a:extLst>
                  <a:ext uri="{FF2B5EF4-FFF2-40B4-BE49-F238E27FC236}">
                    <a16:creationId xmlns:a16="http://schemas.microsoft.com/office/drawing/2014/main" id="{569D948F-395A-79B1-1178-82E21F556F21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3" name="pg3146">
                <a:extLst>
                  <a:ext uri="{FF2B5EF4-FFF2-40B4-BE49-F238E27FC236}">
                    <a16:creationId xmlns:a16="http://schemas.microsoft.com/office/drawing/2014/main" id="{AC881433-F12B-AB5F-3112-B457ABD9DCFA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4" name="pg3147">
                <a:extLst>
                  <a:ext uri="{FF2B5EF4-FFF2-40B4-BE49-F238E27FC236}">
                    <a16:creationId xmlns:a16="http://schemas.microsoft.com/office/drawing/2014/main" id="{894C57D5-3097-7112-3624-24B4F0E02BD9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5" name="pg3148">
                <a:extLst>
                  <a:ext uri="{FF2B5EF4-FFF2-40B4-BE49-F238E27FC236}">
                    <a16:creationId xmlns:a16="http://schemas.microsoft.com/office/drawing/2014/main" id="{EA5580D3-5289-2F8D-346E-E31A8766C209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6" name="pg3149">
                <a:extLst>
                  <a:ext uri="{FF2B5EF4-FFF2-40B4-BE49-F238E27FC236}">
                    <a16:creationId xmlns:a16="http://schemas.microsoft.com/office/drawing/2014/main" id="{FED71C9F-1132-57EB-768C-3F7B6D610FCA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7" name="pg3150">
                <a:extLst>
                  <a:ext uri="{FF2B5EF4-FFF2-40B4-BE49-F238E27FC236}">
                    <a16:creationId xmlns:a16="http://schemas.microsoft.com/office/drawing/2014/main" id="{CF354224-D455-D916-7973-17728F0FF4A4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8" name="pg3151">
                <a:extLst>
                  <a:ext uri="{FF2B5EF4-FFF2-40B4-BE49-F238E27FC236}">
                    <a16:creationId xmlns:a16="http://schemas.microsoft.com/office/drawing/2014/main" id="{4D1619AF-8DC8-DE46-581E-E2CEEA6426C6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59" name="pg3152">
                <a:extLst>
                  <a:ext uri="{FF2B5EF4-FFF2-40B4-BE49-F238E27FC236}">
                    <a16:creationId xmlns:a16="http://schemas.microsoft.com/office/drawing/2014/main" id="{A6477326-AD34-46F6-3604-CF8B23A20D5C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0" name="pg3153">
                <a:extLst>
                  <a:ext uri="{FF2B5EF4-FFF2-40B4-BE49-F238E27FC236}">
                    <a16:creationId xmlns:a16="http://schemas.microsoft.com/office/drawing/2014/main" id="{8290C529-321F-ADD8-7EC2-6403982B7D8B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1" name="pg3154">
                <a:extLst>
                  <a:ext uri="{FF2B5EF4-FFF2-40B4-BE49-F238E27FC236}">
                    <a16:creationId xmlns:a16="http://schemas.microsoft.com/office/drawing/2014/main" id="{C9CED336-618D-AAD6-15E5-F5715D10A30C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2" name="pg3155">
                <a:extLst>
                  <a:ext uri="{FF2B5EF4-FFF2-40B4-BE49-F238E27FC236}">
                    <a16:creationId xmlns:a16="http://schemas.microsoft.com/office/drawing/2014/main" id="{B0A45F80-B1BC-E748-9EF1-734621EE3229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3" name="pg3156">
                <a:extLst>
                  <a:ext uri="{FF2B5EF4-FFF2-40B4-BE49-F238E27FC236}">
                    <a16:creationId xmlns:a16="http://schemas.microsoft.com/office/drawing/2014/main" id="{A8AC3C22-A6FC-F843-FFB8-E9FFC4AC7420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4" name="pg3157">
                <a:extLst>
                  <a:ext uri="{FF2B5EF4-FFF2-40B4-BE49-F238E27FC236}">
                    <a16:creationId xmlns:a16="http://schemas.microsoft.com/office/drawing/2014/main" id="{8E5DBB47-FF62-08D6-59C8-E186BF46E466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5" name="pg3158">
                <a:extLst>
                  <a:ext uri="{FF2B5EF4-FFF2-40B4-BE49-F238E27FC236}">
                    <a16:creationId xmlns:a16="http://schemas.microsoft.com/office/drawing/2014/main" id="{737166D6-0684-4ACD-C46D-9E3B723400F4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6" name="pg3159">
                <a:extLst>
                  <a:ext uri="{FF2B5EF4-FFF2-40B4-BE49-F238E27FC236}">
                    <a16:creationId xmlns:a16="http://schemas.microsoft.com/office/drawing/2014/main" id="{56CEF78E-A2B2-0618-DADD-4360A0EF2B37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7" name="pg3160">
                <a:extLst>
                  <a:ext uri="{FF2B5EF4-FFF2-40B4-BE49-F238E27FC236}">
                    <a16:creationId xmlns:a16="http://schemas.microsoft.com/office/drawing/2014/main" id="{0BD21911-4930-A1B8-35E3-5351A3A96EB7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8" name="pg3161">
                <a:extLst>
                  <a:ext uri="{FF2B5EF4-FFF2-40B4-BE49-F238E27FC236}">
                    <a16:creationId xmlns:a16="http://schemas.microsoft.com/office/drawing/2014/main" id="{141FFD7B-F5F9-B455-0625-E1627F36DA51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69" name="pg3162">
                <a:extLst>
                  <a:ext uri="{FF2B5EF4-FFF2-40B4-BE49-F238E27FC236}">
                    <a16:creationId xmlns:a16="http://schemas.microsoft.com/office/drawing/2014/main" id="{9C186ABB-969D-25C1-D618-C01A058FB0D7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0" name="pg3163">
                <a:extLst>
                  <a:ext uri="{FF2B5EF4-FFF2-40B4-BE49-F238E27FC236}">
                    <a16:creationId xmlns:a16="http://schemas.microsoft.com/office/drawing/2014/main" id="{D3E0F47C-98E3-ACC9-5997-9D09933D3358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7">
                  <a:alpha val="100000"/>
                </a:srgbClr>
              </a:solidFill>
              <a:ln w="5420" cap="flat">
                <a:solidFill>
                  <a:srgbClr val="392D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1" name="pg3164">
                <a:extLst>
                  <a:ext uri="{FF2B5EF4-FFF2-40B4-BE49-F238E27FC236}">
                    <a16:creationId xmlns:a16="http://schemas.microsoft.com/office/drawing/2014/main" id="{2888F3E7-E2D8-420D-9996-250B9856001B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2" name="pg3165">
                <a:extLst>
                  <a:ext uri="{FF2B5EF4-FFF2-40B4-BE49-F238E27FC236}">
                    <a16:creationId xmlns:a16="http://schemas.microsoft.com/office/drawing/2014/main" id="{DAD42B20-DC52-49B4-5619-87B21C3DB006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3" name="pg3166">
                <a:extLst>
                  <a:ext uri="{FF2B5EF4-FFF2-40B4-BE49-F238E27FC236}">
                    <a16:creationId xmlns:a16="http://schemas.microsoft.com/office/drawing/2014/main" id="{6D94E5D3-5831-D84F-3E09-9A549AE5D9AC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4" name="pg3167">
                <a:extLst>
                  <a:ext uri="{FF2B5EF4-FFF2-40B4-BE49-F238E27FC236}">
                    <a16:creationId xmlns:a16="http://schemas.microsoft.com/office/drawing/2014/main" id="{AF488396-3377-DC76-54AC-22C03B802B43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5" name="pg3168">
                <a:extLst>
                  <a:ext uri="{FF2B5EF4-FFF2-40B4-BE49-F238E27FC236}">
                    <a16:creationId xmlns:a16="http://schemas.microsoft.com/office/drawing/2014/main" id="{1E175DB9-ED07-5C69-A8BD-8A4CE7FE4223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6" name="pg3169">
                <a:extLst>
                  <a:ext uri="{FF2B5EF4-FFF2-40B4-BE49-F238E27FC236}">
                    <a16:creationId xmlns:a16="http://schemas.microsoft.com/office/drawing/2014/main" id="{0785DEBD-E820-CD8F-C8EA-45801017FDF6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7" name="pg3170">
                <a:extLst>
                  <a:ext uri="{FF2B5EF4-FFF2-40B4-BE49-F238E27FC236}">
                    <a16:creationId xmlns:a16="http://schemas.microsoft.com/office/drawing/2014/main" id="{232E6E57-20CC-C918-DF21-85676D460056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8" name="pg3171">
                <a:extLst>
                  <a:ext uri="{FF2B5EF4-FFF2-40B4-BE49-F238E27FC236}">
                    <a16:creationId xmlns:a16="http://schemas.microsoft.com/office/drawing/2014/main" id="{AAC5DB7C-13E3-AE98-42F7-55FAD51EEE23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79" name="pg3172">
                <a:extLst>
                  <a:ext uri="{FF2B5EF4-FFF2-40B4-BE49-F238E27FC236}">
                    <a16:creationId xmlns:a16="http://schemas.microsoft.com/office/drawing/2014/main" id="{F6340F9B-CEFB-C24A-BF8A-59F829CD9C16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0" name="pg3173">
                <a:extLst>
                  <a:ext uri="{FF2B5EF4-FFF2-40B4-BE49-F238E27FC236}">
                    <a16:creationId xmlns:a16="http://schemas.microsoft.com/office/drawing/2014/main" id="{35EE41FA-CB12-2726-9B66-3D61F9A8E7D8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1" name="pg3174">
                <a:extLst>
                  <a:ext uri="{FF2B5EF4-FFF2-40B4-BE49-F238E27FC236}">
                    <a16:creationId xmlns:a16="http://schemas.microsoft.com/office/drawing/2014/main" id="{01C36B55-F28C-8ECC-9506-0210157897DB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2" name="pg3175">
                <a:extLst>
                  <a:ext uri="{FF2B5EF4-FFF2-40B4-BE49-F238E27FC236}">
                    <a16:creationId xmlns:a16="http://schemas.microsoft.com/office/drawing/2014/main" id="{9F9C5AD7-E781-6790-6F9C-92F320CFE2F6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3" name="pg3176">
                <a:extLst>
                  <a:ext uri="{FF2B5EF4-FFF2-40B4-BE49-F238E27FC236}">
                    <a16:creationId xmlns:a16="http://schemas.microsoft.com/office/drawing/2014/main" id="{81A3C1CE-A2BF-A841-233E-447B3FA9BD34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4" name="pg3177">
                <a:extLst>
                  <a:ext uri="{FF2B5EF4-FFF2-40B4-BE49-F238E27FC236}">
                    <a16:creationId xmlns:a16="http://schemas.microsoft.com/office/drawing/2014/main" id="{52CFD7C2-8790-DB08-4C4F-9C0A8281D4D8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5" name="pg3178">
                <a:extLst>
                  <a:ext uri="{FF2B5EF4-FFF2-40B4-BE49-F238E27FC236}">
                    <a16:creationId xmlns:a16="http://schemas.microsoft.com/office/drawing/2014/main" id="{A0262249-0F2C-04A4-8AA4-E438481635CC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6" name="pg3179">
                <a:extLst>
                  <a:ext uri="{FF2B5EF4-FFF2-40B4-BE49-F238E27FC236}">
                    <a16:creationId xmlns:a16="http://schemas.microsoft.com/office/drawing/2014/main" id="{6A03CC7E-9509-A6CA-E8C9-F2923D985064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7" name="pg3180">
                <a:extLst>
                  <a:ext uri="{FF2B5EF4-FFF2-40B4-BE49-F238E27FC236}">
                    <a16:creationId xmlns:a16="http://schemas.microsoft.com/office/drawing/2014/main" id="{FDF5021B-E231-2ED2-10CC-6BAC949E2A1A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8" name="pg3181">
                <a:extLst>
                  <a:ext uri="{FF2B5EF4-FFF2-40B4-BE49-F238E27FC236}">
                    <a16:creationId xmlns:a16="http://schemas.microsoft.com/office/drawing/2014/main" id="{869F4D46-E01E-0E2E-F591-7691348A7561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89" name="pg3182">
                <a:extLst>
                  <a:ext uri="{FF2B5EF4-FFF2-40B4-BE49-F238E27FC236}">
                    <a16:creationId xmlns:a16="http://schemas.microsoft.com/office/drawing/2014/main" id="{953F1C13-7343-2D5D-D3D9-955AC204C47D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0" name="pg3183">
                <a:extLst>
                  <a:ext uri="{FF2B5EF4-FFF2-40B4-BE49-F238E27FC236}">
                    <a16:creationId xmlns:a16="http://schemas.microsoft.com/office/drawing/2014/main" id="{1FDB6EA6-1CD1-B746-CEE4-997F6A0458F4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1" name="pg3184">
                <a:extLst>
                  <a:ext uri="{FF2B5EF4-FFF2-40B4-BE49-F238E27FC236}">
                    <a16:creationId xmlns:a16="http://schemas.microsoft.com/office/drawing/2014/main" id="{70798976-B695-1641-5C20-51142B5C4F87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2" name="pg3185">
                <a:extLst>
                  <a:ext uri="{FF2B5EF4-FFF2-40B4-BE49-F238E27FC236}">
                    <a16:creationId xmlns:a16="http://schemas.microsoft.com/office/drawing/2014/main" id="{C7DE1134-6E0B-4839-1D08-72F8AFBAC565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3" name="pg3186">
                <a:extLst>
                  <a:ext uri="{FF2B5EF4-FFF2-40B4-BE49-F238E27FC236}">
                    <a16:creationId xmlns:a16="http://schemas.microsoft.com/office/drawing/2014/main" id="{199B762F-EA1B-6EE5-0241-16D8076B8C67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4" name="pg3187">
                <a:extLst>
                  <a:ext uri="{FF2B5EF4-FFF2-40B4-BE49-F238E27FC236}">
                    <a16:creationId xmlns:a16="http://schemas.microsoft.com/office/drawing/2014/main" id="{E24F8B84-4171-A857-7CB4-06236B0F781D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5" name="pg3188">
                <a:extLst>
                  <a:ext uri="{FF2B5EF4-FFF2-40B4-BE49-F238E27FC236}">
                    <a16:creationId xmlns:a16="http://schemas.microsoft.com/office/drawing/2014/main" id="{9F9ABAC5-F9DC-1D31-86DC-388CBE485F2C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6" name="pg3189">
                <a:extLst>
                  <a:ext uri="{FF2B5EF4-FFF2-40B4-BE49-F238E27FC236}">
                    <a16:creationId xmlns:a16="http://schemas.microsoft.com/office/drawing/2014/main" id="{5731DC65-56C6-C234-5842-6A76DB579E81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7" name="pg3190">
                <a:extLst>
                  <a:ext uri="{FF2B5EF4-FFF2-40B4-BE49-F238E27FC236}">
                    <a16:creationId xmlns:a16="http://schemas.microsoft.com/office/drawing/2014/main" id="{3C690C52-24D0-10F2-2D85-58D01D46278F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8" name="pg3191">
                <a:extLst>
                  <a:ext uri="{FF2B5EF4-FFF2-40B4-BE49-F238E27FC236}">
                    <a16:creationId xmlns:a16="http://schemas.microsoft.com/office/drawing/2014/main" id="{C73CF644-1FF3-DEE8-D1A7-3B242A249BC3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099" name="pg3192">
                <a:extLst>
                  <a:ext uri="{FF2B5EF4-FFF2-40B4-BE49-F238E27FC236}">
                    <a16:creationId xmlns:a16="http://schemas.microsoft.com/office/drawing/2014/main" id="{55A04923-2C59-EC8E-4BB8-C2694106945C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0" name="pg3193">
                <a:extLst>
                  <a:ext uri="{FF2B5EF4-FFF2-40B4-BE49-F238E27FC236}">
                    <a16:creationId xmlns:a16="http://schemas.microsoft.com/office/drawing/2014/main" id="{65EC3E9A-8A03-EDB1-BF3A-5BE91A89E356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1" name="pg3194">
                <a:extLst>
                  <a:ext uri="{FF2B5EF4-FFF2-40B4-BE49-F238E27FC236}">
                    <a16:creationId xmlns:a16="http://schemas.microsoft.com/office/drawing/2014/main" id="{CE2AB322-C50B-930D-24D5-C6C3B93C4FFA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2" name="pg3195">
                <a:extLst>
                  <a:ext uri="{FF2B5EF4-FFF2-40B4-BE49-F238E27FC236}">
                    <a16:creationId xmlns:a16="http://schemas.microsoft.com/office/drawing/2014/main" id="{23AB50E7-C0F2-7D53-517C-127460DD073F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3" name="pg3196">
                <a:extLst>
                  <a:ext uri="{FF2B5EF4-FFF2-40B4-BE49-F238E27FC236}">
                    <a16:creationId xmlns:a16="http://schemas.microsoft.com/office/drawing/2014/main" id="{FFFE7444-0E2F-1290-2FA9-C44F5E37B94A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4" name="pg3197">
                <a:extLst>
                  <a:ext uri="{FF2B5EF4-FFF2-40B4-BE49-F238E27FC236}">
                    <a16:creationId xmlns:a16="http://schemas.microsoft.com/office/drawing/2014/main" id="{D68B51E0-9E84-F3AD-3AFF-F92F04B254E0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5" name="pg3198">
                <a:extLst>
                  <a:ext uri="{FF2B5EF4-FFF2-40B4-BE49-F238E27FC236}">
                    <a16:creationId xmlns:a16="http://schemas.microsoft.com/office/drawing/2014/main" id="{A6CB8D5E-E7FE-F086-CB50-5616383D8F77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6" name="pg3199">
                <a:extLst>
                  <a:ext uri="{FF2B5EF4-FFF2-40B4-BE49-F238E27FC236}">
                    <a16:creationId xmlns:a16="http://schemas.microsoft.com/office/drawing/2014/main" id="{425A7ADE-8D23-A4A7-ECA9-5175F26A4A65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7" name="pg3200">
                <a:extLst>
                  <a:ext uri="{FF2B5EF4-FFF2-40B4-BE49-F238E27FC236}">
                    <a16:creationId xmlns:a16="http://schemas.microsoft.com/office/drawing/2014/main" id="{ABAA436A-A772-04E1-9B6E-8891B9637744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8" name="pg3201">
                <a:extLst>
                  <a:ext uri="{FF2B5EF4-FFF2-40B4-BE49-F238E27FC236}">
                    <a16:creationId xmlns:a16="http://schemas.microsoft.com/office/drawing/2014/main" id="{8B324855-243E-6C14-1328-065F0BB0B94D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09" name="pg3202">
                <a:extLst>
                  <a:ext uri="{FF2B5EF4-FFF2-40B4-BE49-F238E27FC236}">
                    <a16:creationId xmlns:a16="http://schemas.microsoft.com/office/drawing/2014/main" id="{B41AFD91-13C1-2D16-9BAA-0C5F83299346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0" name="pg3203">
                <a:extLst>
                  <a:ext uri="{FF2B5EF4-FFF2-40B4-BE49-F238E27FC236}">
                    <a16:creationId xmlns:a16="http://schemas.microsoft.com/office/drawing/2014/main" id="{4410E33C-08A1-D867-5BA6-E10856DDFB7A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1" name="pg3204">
                <a:extLst>
                  <a:ext uri="{FF2B5EF4-FFF2-40B4-BE49-F238E27FC236}">
                    <a16:creationId xmlns:a16="http://schemas.microsoft.com/office/drawing/2014/main" id="{676387C7-63C9-9C67-AD67-AA410EEB0F02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2" name="pg3205">
                <a:extLst>
                  <a:ext uri="{FF2B5EF4-FFF2-40B4-BE49-F238E27FC236}">
                    <a16:creationId xmlns:a16="http://schemas.microsoft.com/office/drawing/2014/main" id="{54EC449D-7B7A-0BCA-F1C0-28C53061D25E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3" name="pg3206">
                <a:extLst>
                  <a:ext uri="{FF2B5EF4-FFF2-40B4-BE49-F238E27FC236}">
                    <a16:creationId xmlns:a16="http://schemas.microsoft.com/office/drawing/2014/main" id="{C9FD2D45-BB8D-E993-2E94-2FCCE3143EB5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4" name="pg3207">
                <a:extLst>
                  <a:ext uri="{FF2B5EF4-FFF2-40B4-BE49-F238E27FC236}">
                    <a16:creationId xmlns:a16="http://schemas.microsoft.com/office/drawing/2014/main" id="{9A710DF3-2485-CDA0-6345-EF6F2A2AC5E3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5" name="pg3208">
                <a:extLst>
                  <a:ext uri="{FF2B5EF4-FFF2-40B4-BE49-F238E27FC236}">
                    <a16:creationId xmlns:a16="http://schemas.microsoft.com/office/drawing/2014/main" id="{382D326B-25EA-4593-4FCB-DE8532A4EC6F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6" name="pg3209">
                <a:extLst>
                  <a:ext uri="{FF2B5EF4-FFF2-40B4-BE49-F238E27FC236}">
                    <a16:creationId xmlns:a16="http://schemas.microsoft.com/office/drawing/2014/main" id="{890C0A89-6CE1-0D89-6C15-EE24CB05BE39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7" name="pg3210">
                <a:extLst>
                  <a:ext uri="{FF2B5EF4-FFF2-40B4-BE49-F238E27FC236}">
                    <a16:creationId xmlns:a16="http://schemas.microsoft.com/office/drawing/2014/main" id="{1DE3C1F1-BD2B-8812-9B5D-1CC5327180B6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8" name="pg3211">
                <a:extLst>
                  <a:ext uri="{FF2B5EF4-FFF2-40B4-BE49-F238E27FC236}">
                    <a16:creationId xmlns:a16="http://schemas.microsoft.com/office/drawing/2014/main" id="{A671CD6A-2907-CCB0-EA9C-62D35B2DE1B1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19" name="pg3212">
                <a:extLst>
                  <a:ext uri="{FF2B5EF4-FFF2-40B4-BE49-F238E27FC236}">
                    <a16:creationId xmlns:a16="http://schemas.microsoft.com/office/drawing/2014/main" id="{122D23A3-7CAA-4FC3-3DCC-A55FA528C5F8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0" name="pg3213">
                <a:extLst>
                  <a:ext uri="{FF2B5EF4-FFF2-40B4-BE49-F238E27FC236}">
                    <a16:creationId xmlns:a16="http://schemas.microsoft.com/office/drawing/2014/main" id="{77FDFCC7-5A23-2D82-03C6-BE79B94410E7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1" name="pg3214">
                <a:extLst>
                  <a:ext uri="{FF2B5EF4-FFF2-40B4-BE49-F238E27FC236}">
                    <a16:creationId xmlns:a16="http://schemas.microsoft.com/office/drawing/2014/main" id="{C70D3768-ABFE-4ED7-EFB8-047ED9C011C0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2" name="pg3215">
                <a:extLst>
                  <a:ext uri="{FF2B5EF4-FFF2-40B4-BE49-F238E27FC236}">
                    <a16:creationId xmlns:a16="http://schemas.microsoft.com/office/drawing/2014/main" id="{33C8D124-E4EF-78BA-7749-A13EC6FC5DDA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3" name="pg3216">
                <a:extLst>
                  <a:ext uri="{FF2B5EF4-FFF2-40B4-BE49-F238E27FC236}">
                    <a16:creationId xmlns:a16="http://schemas.microsoft.com/office/drawing/2014/main" id="{4EBF2B53-EE3B-FD65-ADB2-598E7786E8D4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4" name="pg3217">
                <a:extLst>
                  <a:ext uri="{FF2B5EF4-FFF2-40B4-BE49-F238E27FC236}">
                    <a16:creationId xmlns:a16="http://schemas.microsoft.com/office/drawing/2014/main" id="{2B4FB4A1-77A3-1A44-B135-D8224D7F00EB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5" name="pg3218">
                <a:extLst>
                  <a:ext uri="{FF2B5EF4-FFF2-40B4-BE49-F238E27FC236}">
                    <a16:creationId xmlns:a16="http://schemas.microsoft.com/office/drawing/2014/main" id="{CFAD1956-ACCB-D133-C3BB-017C6F75FFE3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6" name="pg3219">
                <a:extLst>
                  <a:ext uri="{FF2B5EF4-FFF2-40B4-BE49-F238E27FC236}">
                    <a16:creationId xmlns:a16="http://schemas.microsoft.com/office/drawing/2014/main" id="{9811CDA3-4758-217F-0260-7B2E90967408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7" name="pg3220">
                <a:extLst>
                  <a:ext uri="{FF2B5EF4-FFF2-40B4-BE49-F238E27FC236}">
                    <a16:creationId xmlns:a16="http://schemas.microsoft.com/office/drawing/2014/main" id="{95F9500B-C510-4D89-57AE-080E177B0AAE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8" name="pg3221">
                <a:extLst>
                  <a:ext uri="{FF2B5EF4-FFF2-40B4-BE49-F238E27FC236}">
                    <a16:creationId xmlns:a16="http://schemas.microsoft.com/office/drawing/2014/main" id="{79136FB9-E74C-D50A-D7E4-CA29718ADE96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29" name="pg3222">
                <a:extLst>
                  <a:ext uri="{FF2B5EF4-FFF2-40B4-BE49-F238E27FC236}">
                    <a16:creationId xmlns:a16="http://schemas.microsoft.com/office/drawing/2014/main" id="{9A1703B6-F9A7-D256-8678-7EBEFED51E15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0" name="pg3223">
                <a:extLst>
                  <a:ext uri="{FF2B5EF4-FFF2-40B4-BE49-F238E27FC236}">
                    <a16:creationId xmlns:a16="http://schemas.microsoft.com/office/drawing/2014/main" id="{F2F87B3C-571A-775E-48B8-0E7E1311E89B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1" name="pg3224">
                <a:extLst>
                  <a:ext uri="{FF2B5EF4-FFF2-40B4-BE49-F238E27FC236}">
                    <a16:creationId xmlns:a16="http://schemas.microsoft.com/office/drawing/2014/main" id="{960B1041-EDC9-D857-50F6-1EEA2C197236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2" name="pg3225">
                <a:extLst>
                  <a:ext uri="{FF2B5EF4-FFF2-40B4-BE49-F238E27FC236}">
                    <a16:creationId xmlns:a16="http://schemas.microsoft.com/office/drawing/2014/main" id="{FC60720D-FD66-8147-EBBC-2E30C41F5922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3" name="pg3226">
                <a:extLst>
                  <a:ext uri="{FF2B5EF4-FFF2-40B4-BE49-F238E27FC236}">
                    <a16:creationId xmlns:a16="http://schemas.microsoft.com/office/drawing/2014/main" id="{572B3F92-9BCC-E16F-F124-8C10437AFA3A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E">
                  <a:alpha val="100000"/>
                </a:srgbClr>
              </a:solidFill>
              <a:ln w="5420" cap="flat">
                <a:solidFill>
                  <a:srgbClr val="3A32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4" name="pg3227">
                <a:extLst>
                  <a:ext uri="{FF2B5EF4-FFF2-40B4-BE49-F238E27FC236}">
                    <a16:creationId xmlns:a16="http://schemas.microsoft.com/office/drawing/2014/main" id="{A30B9CBC-2649-18D9-44A6-2299B6BF666C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5" name="pg3228">
                <a:extLst>
                  <a:ext uri="{FF2B5EF4-FFF2-40B4-BE49-F238E27FC236}">
                    <a16:creationId xmlns:a16="http://schemas.microsoft.com/office/drawing/2014/main" id="{723152C6-8069-2B24-8163-92BF9BBD90A9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6" name="pg3229">
                <a:extLst>
                  <a:ext uri="{FF2B5EF4-FFF2-40B4-BE49-F238E27FC236}">
                    <a16:creationId xmlns:a16="http://schemas.microsoft.com/office/drawing/2014/main" id="{EA99EA0B-5414-FC29-5092-160220492205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7" name="pg3230">
                <a:extLst>
                  <a:ext uri="{FF2B5EF4-FFF2-40B4-BE49-F238E27FC236}">
                    <a16:creationId xmlns:a16="http://schemas.microsoft.com/office/drawing/2014/main" id="{17AF9216-DA1A-0486-C0AA-337B63415726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8" name="pg3231">
                <a:extLst>
                  <a:ext uri="{FF2B5EF4-FFF2-40B4-BE49-F238E27FC236}">
                    <a16:creationId xmlns:a16="http://schemas.microsoft.com/office/drawing/2014/main" id="{2E5C44CE-ACF2-5797-51AE-D0A92BB1F770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39" name="pg3232">
                <a:extLst>
                  <a:ext uri="{FF2B5EF4-FFF2-40B4-BE49-F238E27FC236}">
                    <a16:creationId xmlns:a16="http://schemas.microsoft.com/office/drawing/2014/main" id="{2D3283BF-5F9A-0A8A-0F4B-3A50B9FAF42D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0" name="pg3233">
                <a:extLst>
                  <a:ext uri="{FF2B5EF4-FFF2-40B4-BE49-F238E27FC236}">
                    <a16:creationId xmlns:a16="http://schemas.microsoft.com/office/drawing/2014/main" id="{2638DB86-C72F-815D-C092-16E6FFD1E710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1" name="pg3234">
                <a:extLst>
                  <a:ext uri="{FF2B5EF4-FFF2-40B4-BE49-F238E27FC236}">
                    <a16:creationId xmlns:a16="http://schemas.microsoft.com/office/drawing/2014/main" id="{8D281435-4D93-8BAD-91DC-58028B7F858D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2" name="pg3235">
                <a:extLst>
                  <a:ext uri="{FF2B5EF4-FFF2-40B4-BE49-F238E27FC236}">
                    <a16:creationId xmlns:a16="http://schemas.microsoft.com/office/drawing/2014/main" id="{CDE9C550-741B-03C7-6B43-E9229545FC4B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3" name="pg3236">
                <a:extLst>
                  <a:ext uri="{FF2B5EF4-FFF2-40B4-BE49-F238E27FC236}">
                    <a16:creationId xmlns:a16="http://schemas.microsoft.com/office/drawing/2014/main" id="{69CCA176-226C-9A19-0291-F12AAF59CAD8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4" name="pg3237">
                <a:extLst>
                  <a:ext uri="{FF2B5EF4-FFF2-40B4-BE49-F238E27FC236}">
                    <a16:creationId xmlns:a16="http://schemas.microsoft.com/office/drawing/2014/main" id="{DCE4B33D-44E2-4A11-33BB-90C9EC0F44F4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5" name="pg3238">
                <a:extLst>
                  <a:ext uri="{FF2B5EF4-FFF2-40B4-BE49-F238E27FC236}">
                    <a16:creationId xmlns:a16="http://schemas.microsoft.com/office/drawing/2014/main" id="{C57FFB49-7C49-4E4B-0501-171C8BF57A09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6" name="pg3239">
                <a:extLst>
                  <a:ext uri="{FF2B5EF4-FFF2-40B4-BE49-F238E27FC236}">
                    <a16:creationId xmlns:a16="http://schemas.microsoft.com/office/drawing/2014/main" id="{37E95F31-CB5A-3CC8-C75B-65F2E84DCD7B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7" name="pg3240">
                <a:extLst>
                  <a:ext uri="{FF2B5EF4-FFF2-40B4-BE49-F238E27FC236}">
                    <a16:creationId xmlns:a16="http://schemas.microsoft.com/office/drawing/2014/main" id="{A9C3AC22-0D64-156A-967D-C233ED1B82BE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8" name="pg3241">
                <a:extLst>
                  <a:ext uri="{FF2B5EF4-FFF2-40B4-BE49-F238E27FC236}">
                    <a16:creationId xmlns:a16="http://schemas.microsoft.com/office/drawing/2014/main" id="{21E90EFF-719C-0577-8B90-BAD06B3378BF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49" name="pg3242">
                <a:extLst>
                  <a:ext uri="{FF2B5EF4-FFF2-40B4-BE49-F238E27FC236}">
                    <a16:creationId xmlns:a16="http://schemas.microsoft.com/office/drawing/2014/main" id="{ABF4FCB5-0B87-63D9-9331-01185DADB657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0" name="pg3243">
                <a:extLst>
                  <a:ext uri="{FF2B5EF4-FFF2-40B4-BE49-F238E27FC236}">
                    <a16:creationId xmlns:a16="http://schemas.microsoft.com/office/drawing/2014/main" id="{3A70019D-2B1D-76C0-3745-01006CE3B637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1" name="pg3244">
                <a:extLst>
                  <a:ext uri="{FF2B5EF4-FFF2-40B4-BE49-F238E27FC236}">
                    <a16:creationId xmlns:a16="http://schemas.microsoft.com/office/drawing/2014/main" id="{617AC357-0E4D-FEC3-675F-FFED44F2040B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2" name="pg3245">
                <a:extLst>
                  <a:ext uri="{FF2B5EF4-FFF2-40B4-BE49-F238E27FC236}">
                    <a16:creationId xmlns:a16="http://schemas.microsoft.com/office/drawing/2014/main" id="{379697A8-83AB-5115-ECFD-6D268B4CC7DD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3" name="pg3246">
                <a:extLst>
                  <a:ext uri="{FF2B5EF4-FFF2-40B4-BE49-F238E27FC236}">
                    <a16:creationId xmlns:a16="http://schemas.microsoft.com/office/drawing/2014/main" id="{65C63637-D06B-6196-FF15-091271466BE2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4" name="pg3247">
                <a:extLst>
                  <a:ext uri="{FF2B5EF4-FFF2-40B4-BE49-F238E27FC236}">
                    <a16:creationId xmlns:a16="http://schemas.microsoft.com/office/drawing/2014/main" id="{63566AB2-92DA-A846-78B3-885817D2BD2B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5" name="pg3248">
                <a:extLst>
                  <a:ext uri="{FF2B5EF4-FFF2-40B4-BE49-F238E27FC236}">
                    <a16:creationId xmlns:a16="http://schemas.microsoft.com/office/drawing/2014/main" id="{C1D7D6EA-9494-D26E-2840-6CA81A1D5FC3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6" name="pg3249">
                <a:extLst>
                  <a:ext uri="{FF2B5EF4-FFF2-40B4-BE49-F238E27FC236}">
                    <a16:creationId xmlns:a16="http://schemas.microsoft.com/office/drawing/2014/main" id="{94D84227-6294-2A08-9C60-8D5879CCC166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7" name="pg3250">
                <a:extLst>
                  <a:ext uri="{FF2B5EF4-FFF2-40B4-BE49-F238E27FC236}">
                    <a16:creationId xmlns:a16="http://schemas.microsoft.com/office/drawing/2014/main" id="{4EB2FC34-81C6-9ADE-E4F1-23672C95E060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8" name="pg3251">
                <a:extLst>
                  <a:ext uri="{FF2B5EF4-FFF2-40B4-BE49-F238E27FC236}">
                    <a16:creationId xmlns:a16="http://schemas.microsoft.com/office/drawing/2014/main" id="{7EB9934E-F47A-CA35-034D-4A26A5073A17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59" name="pg3252">
                <a:extLst>
                  <a:ext uri="{FF2B5EF4-FFF2-40B4-BE49-F238E27FC236}">
                    <a16:creationId xmlns:a16="http://schemas.microsoft.com/office/drawing/2014/main" id="{F88D2CD8-E7C5-4ED1-1A8E-5C6D3FD7C18A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0" name="pg3253">
                <a:extLst>
                  <a:ext uri="{FF2B5EF4-FFF2-40B4-BE49-F238E27FC236}">
                    <a16:creationId xmlns:a16="http://schemas.microsoft.com/office/drawing/2014/main" id="{C4A6CD19-5C2D-E83E-34E7-4783FE659DA4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1" name="pg3254">
                <a:extLst>
                  <a:ext uri="{FF2B5EF4-FFF2-40B4-BE49-F238E27FC236}">
                    <a16:creationId xmlns:a16="http://schemas.microsoft.com/office/drawing/2014/main" id="{1B6F10F2-778A-8862-A0CC-C3D50D4F9CA2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2" name="pg3255">
                <a:extLst>
                  <a:ext uri="{FF2B5EF4-FFF2-40B4-BE49-F238E27FC236}">
                    <a16:creationId xmlns:a16="http://schemas.microsoft.com/office/drawing/2014/main" id="{03EAECFA-E95E-909B-9A96-E023188CFC91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3" name="pg3256">
                <a:extLst>
                  <a:ext uri="{FF2B5EF4-FFF2-40B4-BE49-F238E27FC236}">
                    <a16:creationId xmlns:a16="http://schemas.microsoft.com/office/drawing/2014/main" id="{C428E501-07FF-46C8-D05D-D2C40A994A3C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4" name="pg3257">
                <a:extLst>
                  <a:ext uri="{FF2B5EF4-FFF2-40B4-BE49-F238E27FC236}">
                    <a16:creationId xmlns:a16="http://schemas.microsoft.com/office/drawing/2014/main" id="{3F1AD410-466D-9A8C-C615-018ED9AA088F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5" name="pg3258">
                <a:extLst>
                  <a:ext uri="{FF2B5EF4-FFF2-40B4-BE49-F238E27FC236}">
                    <a16:creationId xmlns:a16="http://schemas.microsoft.com/office/drawing/2014/main" id="{DD66F6E6-363C-E3A4-52A0-05A72DD704F6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6" name="pg3259">
                <a:extLst>
                  <a:ext uri="{FF2B5EF4-FFF2-40B4-BE49-F238E27FC236}">
                    <a16:creationId xmlns:a16="http://schemas.microsoft.com/office/drawing/2014/main" id="{D15AD8E5-1C70-ACC4-BCE5-B45985F37884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7" name="pg3260">
                <a:extLst>
                  <a:ext uri="{FF2B5EF4-FFF2-40B4-BE49-F238E27FC236}">
                    <a16:creationId xmlns:a16="http://schemas.microsoft.com/office/drawing/2014/main" id="{705AECB6-01EF-2546-6B4F-60660A628EE9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8" name="pg3261">
                <a:extLst>
                  <a:ext uri="{FF2B5EF4-FFF2-40B4-BE49-F238E27FC236}">
                    <a16:creationId xmlns:a16="http://schemas.microsoft.com/office/drawing/2014/main" id="{EA687341-B7E0-C69E-320C-59C87A7A08CF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69" name="pg3262">
                <a:extLst>
                  <a:ext uri="{FF2B5EF4-FFF2-40B4-BE49-F238E27FC236}">
                    <a16:creationId xmlns:a16="http://schemas.microsoft.com/office/drawing/2014/main" id="{DB97233C-F5EB-D7FE-06B2-2B07E9D3E0BC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0" name="pg3263">
                <a:extLst>
                  <a:ext uri="{FF2B5EF4-FFF2-40B4-BE49-F238E27FC236}">
                    <a16:creationId xmlns:a16="http://schemas.microsoft.com/office/drawing/2014/main" id="{52D8A3CF-977D-3C8C-D33F-8C5DF06A3EC6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1" name="pg3264">
                <a:extLst>
                  <a:ext uri="{FF2B5EF4-FFF2-40B4-BE49-F238E27FC236}">
                    <a16:creationId xmlns:a16="http://schemas.microsoft.com/office/drawing/2014/main" id="{0C196B2A-962D-F78B-B2CD-9BCBD62621E8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2" name="pg3265">
                <a:extLst>
                  <a:ext uri="{FF2B5EF4-FFF2-40B4-BE49-F238E27FC236}">
                    <a16:creationId xmlns:a16="http://schemas.microsoft.com/office/drawing/2014/main" id="{99A95143-0DCB-49B0-10F9-2842CF2C0C7C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3" name="pg3266">
                <a:extLst>
                  <a:ext uri="{FF2B5EF4-FFF2-40B4-BE49-F238E27FC236}">
                    <a16:creationId xmlns:a16="http://schemas.microsoft.com/office/drawing/2014/main" id="{97EF31A7-558E-8EAE-556E-4BA3CFEBD2F3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4" name="pg3267">
                <a:extLst>
                  <a:ext uri="{FF2B5EF4-FFF2-40B4-BE49-F238E27FC236}">
                    <a16:creationId xmlns:a16="http://schemas.microsoft.com/office/drawing/2014/main" id="{2D3DF76B-7DE1-AB4B-E50D-A377E724F435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5" name="pg3268">
                <a:extLst>
                  <a:ext uri="{FF2B5EF4-FFF2-40B4-BE49-F238E27FC236}">
                    <a16:creationId xmlns:a16="http://schemas.microsoft.com/office/drawing/2014/main" id="{34FF7140-DC33-B732-7185-12D5B267F0F0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6" name="pg3269">
                <a:extLst>
                  <a:ext uri="{FF2B5EF4-FFF2-40B4-BE49-F238E27FC236}">
                    <a16:creationId xmlns:a16="http://schemas.microsoft.com/office/drawing/2014/main" id="{F338A6C2-45F0-0371-99DE-53EC85838229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7" name="pg3270">
                <a:extLst>
                  <a:ext uri="{FF2B5EF4-FFF2-40B4-BE49-F238E27FC236}">
                    <a16:creationId xmlns:a16="http://schemas.microsoft.com/office/drawing/2014/main" id="{B8158C0E-28C8-7321-589C-9893B8D576F2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8" name="pg3271">
                <a:extLst>
                  <a:ext uri="{FF2B5EF4-FFF2-40B4-BE49-F238E27FC236}">
                    <a16:creationId xmlns:a16="http://schemas.microsoft.com/office/drawing/2014/main" id="{79BE548D-F414-4838-22A8-B3BEC45B0BAC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79" name="pg3272">
                <a:extLst>
                  <a:ext uri="{FF2B5EF4-FFF2-40B4-BE49-F238E27FC236}">
                    <a16:creationId xmlns:a16="http://schemas.microsoft.com/office/drawing/2014/main" id="{9A5E9361-A803-EC41-7C0F-8A29E3D583A5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0" name="pg3273">
                <a:extLst>
                  <a:ext uri="{FF2B5EF4-FFF2-40B4-BE49-F238E27FC236}">
                    <a16:creationId xmlns:a16="http://schemas.microsoft.com/office/drawing/2014/main" id="{273C70AA-0704-7208-ED1C-6A913041482E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1" name="pg3274">
                <a:extLst>
                  <a:ext uri="{FF2B5EF4-FFF2-40B4-BE49-F238E27FC236}">
                    <a16:creationId xmlns:a16="http://schemas.microsoft.com/office/drawing/2014/main" id="{DFE6912F-65B9-6C50-383E-B783F7D63873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2" name="pg3275">
                <a:extLst>
                  <a:ext uri="{FF2B5EF4-FFF2-40B4-BE49-F238E27FC236}">
                    <a16:creationId xmlns:a16="http://schemas.microsoft.com/office/drawing/2014/main" id="{47ACAC73-AE61-28EA-2669-6544460D1216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3" name="pg3276">
                <a:extLst>
                  <a:ext uri="{FF2B5EF4-FFF2-40B4-BE49-F238E27FC236}">
                    <a16:creationId xmlns:a16="http://schemas.microsoft.com/office/drawing/2014/main" id="{82944F34-9B93-2DF4-EEEF-A0D81A0E2A60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4" name="pg3277">
                <a:extLst>
                  <a:ext uri="{FF2B5EF4-FFF2-40B4-BE49-F238E27FC236}">
                    <a16:creationId xmlns:a16="http://schemas.microsoft.com/office/drawing/2014/main" id="{886EBD3D-3297-5CE9-13BE-E3AD7FE1FAE4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5" name="pg3278">
                <a:extLst>
                  <a:ext uri="{FF2B5EF4-FFF2-40B4-BE49-F238E27FC236}">
                    <a16:creationId xmlns:a16="http://schemas.microsoft.com/office/drawing/2014/main" id="{C814722F-8643-3BBB-DAE9-1B9F1C2AE678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6" name="pg3279">
                <a:extLst>
                  <a:ext uri="{FF2B5EF4-FFF2-40B4-BE49-F238E27FC236}">
                    <a16:creationId xmlns:a16="http://schemas.microsoft.com/office/drawing/2014/main" id="{14D1D407-88D3-2884-CD2C-9222150CCFA4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7" name="pg3280">
                <a:extLst>
                  <a:ext uri="{FF2B5EF4-FFF2-40B4-BE49-F238E27FC236}">
                    <a16:creationId xmlns:a16="http://schemas.microsoft.com/office/drawing/2014/main" id="{DF2CAFFD-F8F9-3299-5AC8-F9CF5C70AA7D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8" name="pg3281">
                <a:extLst>
                  <a:ext uri="{FF2B5EF4-FFF2-40B4-BE49-F238E27FC236}">
                    <a16:creationId xmlns:a16="http://schemas.microsoft.com/office/drawing/2014/main" id="{0CD3D5CD-0D4E-CE13-2716-54AD50C0BC36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89" name="pg3282">
                <a:extLst>
                  <a:ext uri="{FF2B5EF4-FFF2-40B4-BE49-F238E27FC236}">
                    <a16:creationId xmlns:a16="http://schemas.microsoft.com/office/drawing/2014/main" id="{4A790B9B-29D9-F1E6-270B-7B2BCE226FC7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0" name="pg3283">
                <a:extLst>
                  <a:ext uri="{FF2B5EF4-FFF2-40B4-BE49-F238E27FC236}">
                    <a16:creationId xmlns:a16="http://schemas.microsoft.com/office/drawing/2014/main" id="{639ACF50-B07E-ADAB-B749-950E46DA8E38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1" name="pg3284">
                <a:extLst>
                  <a:ext uri="{FF2B5EF4-FFF2-40B4-BE49-F238E27FC236}">
                    <a16:creationId xmlns:a16="http://schemas.microsoft.com/office/drawing/2014/main" id="{FCADD418-D049-8C15-7EC8-E790B382F3FC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2" name="pg3285">
                <a:extLst>
                  <a:ext uri="{FF2B5EF4-FFF2-40B4-BE49-F238E27FC236}">
                    <a16:creationId xmlns:a16="http://schemas.microsoft.com/office/drawing/2014/main" id="{B5088EC7-F444-DB47-A3C6-BDA5D15D3240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3" name="pg3286">
                <a:extLst>
                  <a:ext uri="{FF2B5EF4-FFF2-40B4-BE49-F238E27FC236}">
                    <a16:creationId xmlns:a16="http://schemas.microsoft.com/office/drawing/2014/main" id="{041E6833-A7D6-2852-5420-C13B5B4452D9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4" name="pg3287">
                <a:extLst>
                  <a:ext uri="{FF2B5EF4-FFF2-40B4-BE49-F238E27FC236}">
                    <a16:creationId xmlns:a16="http://schemas.microsoft.com/office/drawing/2014/main" id="{DA64A49F-6DFC-904B-55AD-A4FB079A1AD5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5" name="pg3288">
                <a:extLst>
                  <a:ext uri="{FF2B5EF4-FFF2-40B4-BE49-F238E27FC236}">
                    <a16:creationId xmlns:a16="http://schemas.microsoft.com/office/drawing/2014/main" id="{6B98CDF0-4D16-8C49-4951-19F7B937C461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6" name="pg3289">
                <a:extLst>
                  <a:ext uri="{FF2B5EF4-FFF2-40B4-BE49-F238E27FC236}">
                    <a16:creationId xmlns:a16="http://schemas.microsoft.com/office/drawing/2014/main" id="{6653FF9D-EAD5-AD44-9D75-1A0FC6545B33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7" name="pg3290">
                <a:extLst>
                  <a:ext uri="{FF2B5EF4-FFF2-40B4-BE49-F238E27FC236}">
                    <a16:creationId xmlns:a16="http://schemas.microsoft.com/office/drawing/2014/main" id="{99D448FF-3F8E-BB36-02AC-C81204030754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8" name="pg3291">
                <a:extLst>
                  <a:ext uri="{FF2B5EF4-FFF2-40B4-BE49-F238E27FC236}">
                    <a16:creationId xmlns:a16="http://schemas.microsoft.com/office/drawing/2014/main" id="{3FD4F58B-D2C3-14E7-A8A7-E6F2D678981F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199" name="pg3292">
                <a:extLst>
                  <a:ext uri="{FF2B5EF4-FFF2-40B4-BE49-F238E27FC236}">
                    <a16:creationId xmlns:a16="http://schemas.microsoft.com/office/drawing/2014/main" id="{9C5B8755-32CA-48E4-7791-793AC62CB02C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0" name="pg3293">
                <a:extLst>
                  <a:ext uri="{FF2B5EF4-FFF2-40B4-BE49-F238E27FC236}">
                    <a16:creationId xmlns:a16="http://schemas.microsoft.com/office/drawing/2014/main" id="{175ACD96-EA43-8E89-ACCE-D699F90E40B1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1" name="pg3294">
                <a:extLst>
                  <a:ext uri="{FF2B5EF4-FFF2-40B4-BE49-F238E27FC236}">
                    <a16:creationId xmlns:a16="http://schemas.microsoft.com/office/drawing/2014/main" id="{649CBFEC-45C4-3025-6C34-541731FDB656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2" name="pg3295">
                <a:extLst>
                  <a:ext uri="{FF2B5EF4-FFF2-40B4-BE49-F238E27FC236}">
                    <a16:creationId xmlns:a16="http://schemas.microsoft.com/office/drawing/2014/main" id="{802229DD-41B1-CBF6-D4BC-5FFFC6BDDAFC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3" name="pg3296">
                <a:extLst>
                  <a:ext uri="{FF2B5EF4-FFF2-40B4-BE49-F238E27FC236}">
                    <a16:creationId xmlns:a16="http://schemas.microsoft.com/office/drawing/2014/main" id="{19D88119-F06C-01BB-9CF3-14916E8C9F65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4" name="pg3297">
                <a:extLst>
                  <a:ext uri="{FF2B5EF4-FFF2-40B4-BE49-F238E27FC236}">
                    <a16:creationId xmlns:a16="http://schemas.microsoft.com/office/drawing/2014/main" id="{4A5644E5-E066-F9CF-B817-62598762AAED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5" name="pg3298">
                <a:extLst>
                  <a:ext uri="{FF2B5EF4-FFF2-40B4-BE49-F238E27FC236}">
                    <a16:creationId xmlns:a16="http://schemas.microsoft.com/office/drawing/2014/main" id="{16F9E5B9-E940-B8D5-5D55-976AA83BC50C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6" name="pg3299">
                <a:extLst>
                  <a:ext uri="{FF2B5EF4-FFF2-40B4-BE49-F238E27FC236}">
                    <a16:creationId xmlns:a16="http://schemas.microsoft.com/office/drawing/2014/main" id="{A2B682ED-2590-D79F-A041-356390E6A557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7" name="pg3300">
                <a:extLst>
                  <a:ext uri="{FF2B5EF4-FFF2-40B4-BE49-F238E27FC236}">
                    <a16:creationId xmlns:a16="http://schemas.microsoft.com/office/drawing/2014/main" id="{4262D4F5-9148-0F88-0313-9225668E576E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8" name="pg3301">
                <a:extLst>
                  <a:ext uri="{FF2B5EF4-FFF2-40B4-BE49-F238E27FC236}">
                    <a16:creationId xmlns:a16="http://schemas.microsoft.com/office/drawing/2014/main" id="{11374793-B5E7-2809-1449-1BF9FA180A07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09" name="pg3302">
                <a:extLst>
                  <a:ext uri="{FF2B5EF4-FFF2-40B4-BE49-F238E27FC236}">
                    <a16:creationId xmlns:a16="http://schemas.microsoft.com/office/drawing/2014/main" id="{67628923-F967-5A2D-1570-4CBCA5329DC1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0" name="pg3303">
                <a:extLst>
                  <a:ext uri="{FF2B5EF4-FFF2-40B4-BE49-F238E27FC236}">
                    <a16:creationId xmlns:a16="http://schemas.microsoft.com/office/drawing/2014/main" id="{D516CA6E-FF91-33CE-C29B-A97DA210D395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1" name="pg3304">
                <a:extLst>
                  <a:ext uri="{FF2B5EF4-FFF2-40B4-BE49-F238E27FC236}">
                    <a16:creationId xmlns:a16="http://schemas.microsoft.com/office/drawing/2014/main" id="{7D508F4B-6800-E9D7-E22B-9494A91EF393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2" name="pg3305">
                <a:extLst>
                  <a:ext uri="{FF2B5EF4-FFF2-40B4-BE49-F238E27FC236}">
                    <a16:creationId xmlns:a16="http://schemas.microsoft.com/office/drawing/2014/main" id="{13C62E1F-3373-7533-EE46-63016DBA0059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3" name="pg3306">
                <a:extLst>
                  <a:ext uri="{FF2B5EF4-FFF2-40B4-BE49-F238E27FC236}">
                    <a16:creationId xmlns:a16="http://schemas.microsoft.com/office/drawing/2014/main" id="{EFE750A4-A709-638F-39A7-767A7C062324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4" name="pg3307">
                <a:extLst>
                  <a:ext uri="{FF2B5EF4-FFF2-40B4-BE49-F238E27FC236}">
                    <a16:creationId xmlns:a16="http://schemas.microsoft.com/office/drawing/2014/main" id="{2C050A4F-64BB-BAAB-2162-1A358A3FA9D2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5" name="pg3308">
                <a:extLst>
                  <a:ext uri="{FF2B5EF4-FFF2-40B4-BE49-F238E27FC236}">
                    <a16:creationId xmlns:a16="http://schemas.microsoft.com/office/drawing/2014/main" id="{DC10E8FF-E5DC-FC58-EF5B-1F593900E229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6" name="pg3309">
                <a:extLst>
                  <a:ext uri="{FF2B5EF4-FFF2-40B4-BE49-F238E27FC236}">
                    <a16:creationId xmlns:a16="http://schemas.microsoft.com/office/drawing/2014/main" id="{532C83EC-6650-160F-281C-489CE0D0948C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7" name="pg3310">
                <a:extLst>
                  <a:ext uri="{FF2B5EF4-FFF2-40B4-BE49-F238E27FC236}">
                    <a16:creationId xmlns:a16="http://schemas.microsoft.com/office/drawing/2014/main" id="{B63590A2-B72F-74A0-D64A-6FDC07A0660E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8" name="pg3311">
                <a:extLst>
                  <a:ext uri="{FF2B5EF4-FFF2-40B4-BE49-F238E27FC236}">
                    <a16:creationId xmlns:a16="http://schemas.microsoft.com/office/drawing/2014/main" id="{DD7A02BF-F654-6B7B-3425-F89AEE2EB7E5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19" name="pg3312">
                <a:extLst>
                  <a:ext uri="{FF2B5EF4-FFF2-40B4-BE49-F238E27FC236}">
                    <a16:creationId xmlns:a16="http://schemas.microsoft.com/office/drawing/2014/main" id="{A2876638-1113-AFE1-0EC9-0E96CABF03F9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0" name="pg3313">
                <a:extLst>
                  <a:ext uri="{FF2B5EF4-FFF2-40B4-BE49-F238E27FC236}">
                    <a16:creationId xmlns:a16="http://schemas.microsoft.com/office/drawing/2014/main" id="{78FF5F2C-33D7-5BEA-E535-064603812714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1" name="pg3314">
                <a:extLst>
                  <a:ext uri="{FF2B5EF4-FFF2-40B4-BE49-F238E27FC236}">
                    <a16:creationId xmlns:a16="http://schemas.microsoft.com/office/drawing/2014/main" id="{24DE7EB6-2969-2113-9E56-4A52FB4A64D7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2" name="pg3315">
                <a:extLst>
                  <a:ext uri="{FF2B5EF4-FFF2-40B4-BE49-F238E27FC236}">
                    <a16:creationId xmlns:a16="http://schemas.microsoft.com/office/drawing/2014/main" id="{C1158CB3-0411-098F-2C1C-F10C83FAA884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3" name="pg3316">
                <a:extLst>
                  <a:ext uri="{FF2B5EF4-FFF2-40B4-BE49-F238E27FC236}">
                    <a16:creationId xmlns:a16="http://schemas.microsoft.com/office/drawing/2014/main" id="{5349B4BC-D388-D7FC-312A-8B46FFC4F611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4" name="pg3317">
                <a:extLst>
                  <a:ext uri="{FF2B5EF4-FFF2-40B4-BE49-F238E27FC236}">
                    <a16:creationId xmlns:a16="http://schemas.microsoft.com/office/drawing/2014/main" id="{704109E6-5D3B-C9A4-8255-9E5324605208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5" name="pg3318">
                <a:extLst>
                  <a:ext uri="{FF2B5EF4-FFF2-40B4-BE49-F238E27FC236}">
                    <a16:creationId xmlns:a16="http://schemas.microsoft.com/office/drawing/2014/main" id="{BE4F406F-6333-58C8-0052-2C7CBC6F06D9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6" name="pg3319">
                <a:extLst>
                  <a:ext uri="{FF2B5EF4-FFF2-40B4-BE49-F238E27FC236}">
                    <a16:creationId xmlns:a16="http://schemas.microsoft.com/office/drawing/2014/main" id="{0A35F1E2-D5D5-8CDC-3E3E-DCAA4A54D8EA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7" name="pg3320">
                <a:extLst>
                  <a:ext uri="{FF2B5EF4-FFF2-40B4-BE49-F238E27FC236}">
                    <a16:creationId xmlns:a16="http://schemas.microsoft.com/office/drawing/2014/main" id="{88A8E2D7-92B2-A79B-3138-A296C2BB911B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8" name="pg3321">
                <a:extLst>
                  <a:ext uri="{FF2B5EF4-FFF2-40B4-BE49-F238E27FC236}">
                    <a16:creationId xmlns:a16="http://schemas.microsoft.com/office/drawing/2014/main" id="{E4CC82B4-AB05-9696-9E1D-F426442800BC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29" name="pg3322">
                <a:extLst>
                  <a:ext uri="{FF2B5EF4-FFF2-40B4-BE49-F238E27FC236}">
                    <a16:creationId xmlns:a16="http://schemas.microsoft.com/office/drawing/2014/main" id="{909D986C-E410-5390-FFDE-CF2155DDFA58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0" name="pg3323">
                <a:extLst>
                  <a:ext uri="{FF2B5EF4-FFF2-40B4-BE49-F238E27FC236}">
                    <a16:creationId xmlns:a16="http://schemas.microsoft.com/office/drawing/2014/main" id="{B2EF09AC-8AF5-03B3-57AB-D29B91129805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1" name="pg3324">
                <a:extLst>
                  <a:ext uri="{FF2B5EF4-FFF2-40B4-BE49-F238E27FC236}">
                    <a16:creationId xmlns:a16="http://schemas.microsoft.com/office/drawing/2014/main" id="{45D03451-C9D3-BEAA-AEDD-24B41EF62FE7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2" name="pg3325">
                <a:extLst>
                  <a:ext uri="{FF2B5EF4-FFF2-40B4-BE49-F238E27FC236}">
                    <a16:creationId xmlns:a16="http://schemas.microsoft.com/office/drawing/2014/main" id="{607E87CD-4466-7272-6E92-E784706EC44E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3" name="pg3326">
                <a:extLst>
                  <a:ext uri="{FF2B5EF4-FFF2-40B4-BE49-F238E27FC236}">
                    <a16:creationId xmlns:a16="http://schemas.microsoft.com/office/drawing/2014/main" id="{1FC8A3F0-97BD-3BB7-8F4A-4C50BF8D1A94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4" name="pg3327">
                <a:extLst>
                  <a:ext uri="{FF2B5EF4-FFF2-40B4-BE49-F238E27FC236}">
                    <a16:creationId xmlns:a16="http://schemas.microsoft.com/office/drawing/2014/main" id="{F300F45F-5848-9FA5-9CF5-B2392DAEFAAA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5" name="pg3328">
                <a:extLst>
                  <a:ext uri="{FF2B5EF4-FFF2-40B4-BE49-F238E27FC236}">
                    <a16:creationId xmlns:a16="http://schemas.microsoft.com/office/drawing/2014/main" id="{E21F7E9A-FCCD-63CA-0987-B589CD4F4D04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6" name="pg3329">
                <a:extLst>
                  <a:ext uri="{FF2B5EF4-FFF2-40B4-BE49-F238E27FC236}">
                    <a16:creationId xmlns:a16="http://schemas.microsoft.com/office/drawing/2014/main" id="{023CC0D2-CE2D-D0EE-EDE8-298808FFB4E9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7" name="pg3330">
                <a:extLst>
                  <a:ext uri="{FF2B5EF4-FFF2-40B4-BE49-F238E27FC236}">
                    <a16:creationId xmlns:a16="http://schemas.microsoft.com/office/drawing/2014/main" id="{C35F9001-8814-5163-9DFA-472BBA8120B1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8" name="pg3331">
                <a:extLst>
                  <a:ext uri="{FF2B5EF4-FFF2-40B4-BE49-F238E27FC236}">
                    <a16:creationId xmlns:a16="http://schemas.microsoft.com/office/drawing/2014/main" id="{ADD9DE0D-BD93-FA4B-B478-9770C2E55F6B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39" name="pg3332">
                <a:extLst>
                  <a:ext uri="{FF2B5EF4-FFF2-40B4-BE49-F238E27FC236}">
                    <a16:creationId xmlns:a16="http://schemas.microsoft.com/office/drawing/2014/main" id="{EDC3A72A-E05D-2945-F1E9-A332949CD68F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0" name="pg3333">
                <a:extLst>
                  <a:ext uri="{FF2B5EF4-FFF2-40B4-BE49-F238E27FC236}">
                    <a16:creationId xmlns:a16="http://schemas.microsoft.com/office/drawing/2014/main" id="{395DAF71-D5A9-313A-29AB-2E0302626850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1" name="pg3334">
                <a:extLst>
                  <a:ext uri="{FF2B5EF4-FFF2-40B4-BE49-F238E27FC236}">
                    <a16:creationId xmlns:a16="http://schemas.microsoft.com/office/drawing/2014/main" id="{A1D39AA5-1840-9B36-D648-3897BBA75F97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2" name="pg3335">
                <a:extLst>
                  <a:ext uri="{FF2B5EF4-FFF2-40B4-BE49-F238E27FC236}">
                    <a16:creationId xmlns:a16="http://schemas.microsoft.com/office/drawing/2014/main" id="{7658233A-3C53-A4C8-BA44-0C67711662EB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3" name="pg3336">
                <a:extLst>
                  <a:ext uri="{FF2B5EF4-FFF2-40B4-BE49-F238E27FC236}">
                    <a16:creationId xmlns:a16="http://schemas.microsoft.com/office/drawing/2014/main" id="{1AA52C6F-8691-6154-A6CF-DD851EBE4DFD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4" name="pg3337">
                <a:extLst>
                  <a:ext uri="{FF2B5EF4-FFF2-40B4-BE49-F238E27FC236}">
                    <a16:creationId xmlns:a16="http://schemas.microsoft.com/office/drawing/2014/main" id="{91FA2DE4-10FA-C4D0-9DC4-A44604C91614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5" name="pg3338">
                <a:extLst>
                  <a:ext uri="{FF2B5EF4-FFF2-40B4-BE49-F238E27FC236}">
                    <a16:creationId xmlns:a16="http://schemas.microsoft.com/office/drawing/2014/main" id="{C0FFA7CC-67B4-C4F6-5CA0-380F26466FE5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6" name="pg3339">
                <a:extLst>
                  <a:ext uri="{FF2B5EF4-FFF2-40B4-BE49-F238E27FC236}">
                    <a16:creationId xmlns:a16="http://schemas.microsoft.com/office/drawing/2014/main" id="{147EC0A9-82C9-4E35-97C5-1DF3CFA692BA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7" name="pg3340">
                <a:extLst>
                  <a:ext uri="{FF2B5EF4-FFF2-40B4-BE49-F238E27FC236}">
                    <a16:creationId xmlns:a16="http://schemas.microsoft.com/office/drawing/2014/main" id="{96B24B75-72B7-36C4-AB4B-B0EDABE4AE93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8" name="pg3341">
                <a:extLst>
                  <a:ext uri="{FF2B5EF4-FFF2-40B4-BE49-F238E27FC236}">
                    <a16:creationId xmlns:a16="http://schemas.microsoft.com/office/drawing/2014/main" id="{7EA48A84-0D58-2659-A807-FF841115FF29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49" name="pg3342">
                <a:extLst>
                  <a:ext uri="{FF2B5EF4-FFF2-40B4-BE49-F238E27FC236}">
                    <a16:creationId xmlns:a16="http://schemas.microsoft.com/office/drawing/2014/main" id="{B9D69C00-1136-A973-D4D6-9DA635B71AA0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0" name="pg3343">
                <a:extLst>
                  <a:ext uri="{FF2B5EF4-FFF2-40B4-BE49-F238E27FC236}">
                    <a16:creationId xmlns:a16="http://schemas.microsoft.com/office/drawing/2014/main" id="{70893EC4-89CA-136B-5EE9-D549069BAFFC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1" name="pg3344">
                <a:extLst>
                  <a:ext uri="{FF2B5EF4-FFF2-40B4-BE49-F238E27FC236}">
                    <a16:creationId xmlns:a16="http://schemas.microsoft.com/office/drawing/2014/main" id="{29CED324-324C-C0C2-1E4D-4E28D22A69E5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2" name="pg3345">
                <a:extLst>
                  <a:ext uri="{FF2B5EF4-FFF2-40B4-BE49-F238E27FC236}">
                    <a16:creationId xmlns:a16="http://schemas.microsoft.com/office/drawing/2014/main" id="{B3CE5763-A663-96AE-E89F-EC3E25984691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3" name="pg3346">
                <a:extLst>
                  <a:ext uri="{FF2B5EF4-FFF2-40B4-BE49-F238E27FC236}">
                    <a16:creationId xmlns:a16="http://schemas.microsoft.com/office/drawing/2014/main" id="{FEEDD085-5B30-F3A2-3B1E-03664035055E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4" name="pg3347">
                <a:extLst>
                  <a:ext uri="{FF2B5EF4-FFF2-40B4-BE49-F238E27FC236}">
                    <a16:creationId xmlns:a16="http://schemas.microsoft.com/office/drawing/2014/main" id="{B417C393-FD68-BCB8-842F-C11E009910C0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5" name="pg3348">
                <a:extLst>
                  <a:ext uri="{FF2B5EF4-FFF2-40B4-BE49-F238E27FC236}">
                    <a16:creationId xmlns:a16="http://schemas.microsoft.com/office/drawing/2014/main" id="{DE7C0227-3DF5-A4F8-07A1-8B53029F325E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6" name="pg3349">
                <a:extLst>
                  <a:ext uri="{FF2B5EF4-FFF2-40B4-BE49-F238E27FC236}">
                    <a16:creationId xmlns:a16="http://schemas.microsoft.com/office/drawing/2014/main" id="{B2C027B7-6DC2-B461-1441-AEFBBF63B883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7" name="pg3350">
                <a:extLst>
                  <a:ext uri="{FF2B5EF4-FFF2-40B4-BE49-F238E27FC236}">
                    <a16:creationId xmlns:a16="http://schemas.microsoft.com/office/drawing/2014/main" id="{5ECC4912-D73D-C1B9-6C67-49F93DAE3265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8" name="pg3351">
                <a:extLst>
                  <a:ext uri="{FF2B5EF4-FFF2-40B4-BE49-F238E27FC236}">
                    <a16:creationId xmlns:a16="http://schemas.microsoft.com/office/drawing/2014/main" id="{2C8C43DA-C8FA-9696-1DDF-1D276BD3BDBE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59" name="pg3352">
                <a:extLst>
                  <a:ext uri="{FF2B5EF4-FFF2-40B4-BE49-F238E27FC236}">
                    <a16:creationId xmlns:a16="http://schemas.microsoft.com/office/drawing/2014/main" id="{3E888D1C-8218-5C6B-D480-D10934B76D50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0" name="pg3353">
                <a:extLst>
                  <a:ext uri="{FF2B5EF4-FFF2-40B4-BE49-F238E27FC236}">
                    <a16:creationId xmlns:a16="http://schemas.microsoft.com/office/drawing/2014/main" id="{1F3F7178-B47A-15BC-E86F-C8423BC238B8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1" name="pg3354">
                <a:extLst>
                  <a:ext uri="{FF2B5EF4-FFF2-40B4-BE49-F238E27FC236}">
                    <a16:creationId xmlns:a16="http://schemas.microsoft.com/office/drawing/2014/main" id="{9D72A90E-B900-F68E-81FE-1DF47D4A1559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9">
                  <a:alpha val="100000"/>
                </a:srgbClr>
              </a:solidFill>
              <a:ln w="5420" cap="flat">
                <a:solidFill>
                  <a:srgbClr val="392D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2" name="pg3355">
                <a:extLst>
                  <a:ext uri="{FF2B5EF4-FFF2-40B4-BE49-F238E27FC236}">
                    <a16:creationId xmlns:a16="http://schemas.microsoft.com/office/drawing/2014/main" id="{D3BF49FA-936C-29DD-45B4-97F583CDD472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3" name="pg3356">
                <a:extLst>
                  <a:ext uri="{FF2B5EF4-FFF2-40B4-BE49-F238E27FC236}">
                    <a16:creationId xmlns:a16="http://schemas.microsoft.com/office/drawing/2014/main" id="{E82E77CC-AD4B-1F36-960A-BA54DFDD7488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4" name="pg3357">
                <a:extLst>
                  <a:ext uri="{FF2B5EF4-FFF2-40B4-BE49-F238E27FC236}">
                    <a16:creationId xmlns:a16="http://schemas.microsoft.com/office/drawing/2014/main" id="{2050B9A0-7A69-0E86-E09C-27B8278FB420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5" name="pg3358">
                <a:extLst>
                  <a:ext uri="{FF2B5EF4-FFF2-40B4-BE49-F238E27FC236}">
                    <a16:creationId xmlns:a16="http://schemas.microsoft.com/office/drawing/2014/main" id="{C691CD07-402F-D2AB-5145-0DFE5B72DCC9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6" name="pg3359">
                <a:extLst>
                  <a:ext uri="{FF2B5EF4-FFF2-40B4-BE49-F238E27FC236}">
                    <a16:creationId xmlns:a16="http://schemas.microsoft.com/office/drawing/2014/main" id="{A5D6BD04-50F9-09C0-DE5E-FF4E68B8132E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7" name="pg3360">
                <a:extLst>
                  <a:ext uri="{FF2B5EF4-FFF2-40B4-BE49-F238E27FC236}">
                    <a16:creationId xmlns:a16="http://schemas.microsoft.com/office/drawing/2014/main" id="{B5A92CEB-BC7E-98E6-63D8-27B9E58FB1F2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8" name="pg3361">
                <a:extLst>
                  <a:ext uri="{FF2B5EF4-FFF2-40B4-BE49-F238E27FC236}">
                    <a16:creationId xmlns:a16="http://schemas.microsoft.com/office/drawing/2014/main" id="{5457811D-D35F-8CF1-B1B5-1F4BE82B0A87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69" name="pg3362">
                <a:extLst>
                  <a:ext uri="{FF2B5EF4-FFF2-40B4-BE49-F238E27FC236}">
                    <a16:creationId xmlns:a16="http://schemas.microsoft.com/office/drawing/2014/main" id="{716B8E82-E2D0-0F05-3769-9736B3AF2785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0" name="pg3363">
                <a:extLst>
                  <a:ext uri="{FF2B5EF4-FFF2-40B4-BE49-F238E27FC236}">
                    <a16:creationId xmlns:a16="http://schemas.microsoft.com/office/drawing/2014/main" id="{8D2D04AE-E45F-5DD5-F6AA-D0C704B55BA0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1" name="pg3364">
                <a:extLst>
                  <a:ext uri="{FF2B5EF4-FFF2-40B4-BE49-F238E27FC236}">
                    <a16:creationId xmlns:a16="http://schemas.microsoft.com/office/drawing/2014/main" id="{BDC3A191-8465-FB86-246C-61AF7F06EAE8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2" name="pg3365">
                <a:extLst>
                  <a:ext uri="{FF2B5EF4-FFF2-40B4-BE49-F238E27FC236}">
                    <a16:creationId xmlns:a16="http://schemas.microsoft.com/office/drawing/2014/main" id="{09980E4E-CD31-ADBD-6FDC-B37DDC87C0D5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3" name="pg3366">
                <a:extLst>
                  <a:ext uri="{FF2B5EF4-FFF2-40B4-BE49-F238E27FC236}">
                    <a16:creationId xmlns:a16="http://schemas.microsoft.com/office/drawing/2014/main" id="{86935612-0AB4-BFD8-B49C-86CCDD5226A6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4" name="pg3367">
                <a:extLst>
                  <a:ext uri="{FF2B5EF4-FFF2-40B4-BE49-F238E27FC236}">
                    <a16:creationId xmlns:a16="http://schemas.microsoft.com/office/drawing/2014/main" id="{1C07FE54-99E4-54D0-FB6C-283F7FAC9021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5" name="pg3368">
                <a:extLst>
                  <a:ext uri="{FF2B5EF4-FFF2-40B4-BE49-F238E27FC236}">
                    <a16:creationId xmlns:a16="http://schemas.microsoft.com/office/drawing/2014/main" id="{03454911-4B7D-C2FF-5402-FB9BEE1F7A7E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6" name="pg3369">
                <a:extLst>
                  <a:ext uri="{FF2B5EF4-FFF2-40B4-BE49-F238E27FC236}">
                    <a16:creationId xmlns:a16="http://schemas.microsoft.com/office/drawing/2014/main" id="{205F0594-3E00-C49A-2767-7702586F418F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7" name="pg3370">
                <a:extLst>
                  <a:ext uri="{FF2B5EF4-FFF2-40B4-BE49-F238E27FC236}">
                    <a16:creationId xmlns:a16="http://schemas.microsoft.com/office/drawing/2014/main" id="{D9A4259D-2586-1FBB-ABF0-F0756AC20473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8" name="pg3371">
                <a:extLst>
                  <a:ext uri="{FF2B5EF4-FFF2-40B4-BE49-F238E27FC236}">
                    <a16:creationId xmlns:a16="http://schemas.microsoft.com/office/drawing/2014/main" id="{1EFB2E09-EE1F-3447-DFEA-A83A544295E2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79" name="pg3372">
                <a:extLst>
                  <a:ext uri="{FF2B5EF4-FFF2-40B4-BE49-F238E27FC236}">
                    <a16:creationId xmlns:a16="http://schemas.microsoft.com/office/drawing/2014/main" id="{4BD432B2-8A35-7885-3C54-C59795D554C6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0" name="pg3373">
                <a:extLst>
                  <a:ext uri="{FF2B5EF4-FFF2-40B4-BE49-F238E27FC236}">
                    <a16:creationId xmlns:a16="http://schemas.microsoft.com/office/drawing/2014/main" id="{F708AD36-CFB3-525A-1232-A215B1D899D5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1" name="pg3374">
                <a:extLst>
                  <a:ext uri="{FF2B5EF4-FFF2-40B4-BE49-F238E27FC236}">
                    <a16:creationId xmlns:a16="http://schemas.microsoft.com/office/drawing/2014/main" id="{C3EC98BF-DE09-0CAC-1540-09670D5FA9C1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2" name="pg3375">
                <a:extLst>
                  <a:ext uri="{FF2B5EF4-FFF2-40B4-BE49-F238E27FC236}">
                    <a16:creationId xmlns:a16="http://schemas.microsoft.com/office/drawing/2014/main" id="{9AE49C67-2A5C-FE6E-AEA5-637DEF4D7CA0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3" name="pg3376">
                <a:extLst>
                  <a:ext uri="{FF2B5EF4-FFF2-40B4-BE49-F238E27FC236}">
                    <a16:creationId xmlns:a16="http://schemas.microsoft.com/office/drawing/2014/main" id="{DC972469-EBC0-737C-B895-BA8C8968DA48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4" name="pg3377">
                <a:extLst>
                  <a:ext uri="{FF2B5EF4-FFF2-40B4-BE49-F238E27FC236}">
                    <a16:creationId xmlns:a16="http://schemas.microsoft.com/office/drawing/2014/main" id="{6535E27C-A6CA-50FC-74CC-9F648953C3D3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5" name="pg3378">
                <a:extLst>
                  <a:ext uri="{FF2B5EF4-FFF2-40B4-BE49-F238E27FC236}">
                    <a16:creationId xmlns:a16="http://schemas.microsoft.com/office/drawing/2014/main" id="{47899A39-E22E-E25D-032D-0AC9C6DE6F55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6" name="pg3379">
                <a:extLst>
                  <a:ext uri="{FF2B5EF4-FFF2-40B4-BE49-F238E27FC236}">
                    <a16:creationId xmlns:a16="http://schemas.microsoft.com/office/drawing/2014/main" id="{341F2CE1-A4F0-D4FB-4356-FDEFB9CDDC17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7" name="pg3380">
                <a:extLst>
                  <a:ext uri="{FF2B5EF4-FFF2-40B4-BE49-F238E27FC236}">
                    <a16:creationId xmlns:a16="http://schemas.microsoft.com/office/drawing/2014/main" id="{C4924E77-DCEF-D527-DC36-8A98ED538DFD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8" name="pg3381">
                <a:extLst>
                  <a:ext uri="{FF2B5EF4-FFF2-40B4-BE49-F238E27FC236}">
                    <a16:creationId xmlns:a16="http://schemas.microsoft.com/office/drawing/2014/main" id="{C9A6EAF6-8504-5206-9EE2-FAF490F15CF2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89" name="pg3382">
                <a:extLst>
                  <a:ext uri="{FF2B5EF4-FFF2-40B4-BE49-F238E27FC236}">
                    <a16:creationId xmlns:a16="http://schemas.microsoft.com/office/drawing/2014/main" id="{0AA0CFC0-077B-7383-3C23-3B2D22E09D79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0" name="pg3383">
                <a:extLst>
                  <a:ext uri="{FF2B5EF4-FFF2-40B4-BE49-F238E27FC236}">
                    <a16:creationId xmlns:a16="http://schemas.microsoft.com/office/drawing/2014/main" id="{4E321A97-CD68-AB25-1B46-36372D40BE50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1" name="pg3384">
                <a:extLst>
                  <a:ext uri="{FF2B5EF4-FFF2-40B4-BE49-F238E27FC236}">
                    <a16:creationId xmlns:a16="http://schemas.microsoft.com/office/drawing/2014/main" id="{4E58E13B-4519-807A-90FB-9EC735EA8E54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2" name="pg3385">
                <a:extLst>
                  <a:ext uri="{FF2B5EF4-FFF2-40B4-BE49-F238E27FC236}">
                    <a16:creationId xmlns:a16="http://schemas.microsoft.com/office/drawing/2014/main" id="{3890D289-CE94-646A-0676-57543508D636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3" name="pg3386">
                <a:extLst>
                  <a:ext uri="{FF2B5EF4-FFF2-40B4-BE49-F238E27FC236}">
                    <a16:creationId xmlns:a16="http://schemas.microsoft.com/office/drawing/2014/main" id="{6AA920CF-01FE-472A-A472-E3897C485238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4" name="pg3387">
                <a:extLst>
                  <a:ext uri="{FF2B5EF4-FFF2-40B4-BE49-F238E27FC236}">
                    <a16:creationId xmlns:a16="http://schemas.microsoft.com/office/drawing/2014/main" id="{E212E9E6-1804-817F-11BB-CC4DB87F3D42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5" name="pg3388">
                <a:extLst>
                  <a:ext uri="{FF2B5EF4-FFF2-40B4-BE49-F238E27FC236}">
                    <a16:creationId xmlns:a16="http://schemas.microsoft.com/office/drawing/2014/main" id="{7BE705CF-8000-060F-4331-21B202AFFA12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6" name="pg3389">
                <a:extLst>
                  <a:ext uri="{FF2B5EF4-FFF2-40B4-BE49-F238E27FC236}">
                    <a16:creationId xmlns:a16="http://schemas.microsoft.com/office/drawing/2014/main" id="{6AC49902-731E-58AF-9CCC-04FF99D2EDE0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7" name="pg3390">
                <a:extLst>
                  <a:ext uri="{FF2B5EF4-FFF2-40B4-BE49-F238E27FC236}">
                    <a16:creationId xmlns:a16="http://schemas.microsoft.com/office/drawing/2014/main" id="{D7657BD3-27FA-3138-4F3C-EF76B531C4ED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8" name="pg3391">
                <a:extLst>
                  <a:ext uri="{FF2B5EF4-FFF2-40B4-BE49-F238E27FC236}">
                    <a16:creationId xmlns:a16="http://schemas.microsoft.com/office/drawing/2014/main" id="{DA5E5769-A629-7DBF-3780-E4630D48FB1A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299" name="pg3392">
                <a:extLst>
                  <a:ext uri="{FF2B5EF4-FFF2-40B4-BE49-F238E27FC236}">
                    <a16:creationId xmlns:a16="http://schemas.microsoft.com/office/drawing/2014/main" id="{CA76A3AF-82EB-8F4B-DB1F-95799C4B284F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0" name="pg3393">
                <a:extLst>
                  <a:ext uri="{FF2B5EF4-FFF2-40B4-BE49-F238E27FC236}">
                    <a16:creationId xmlns:a16="http://schemas.microsoft.com/office/drawing/2014/main" id="{8F4A401F-6B4A-FB8B-BCD7-DC37CEA34200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1" name="pg3394">
                <a:extLst>
                  <a:ext uri="{FF2B5EF4-FFF2-40B4-BE49-F238E27FC236}">
                    <a16:creationId xmlns:a16="http://schemas.microsoft.com/office/drawing/2014/main" id="{FB8F87A7-C2BA-653F-C180-A03E9979F17A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2" name="pg3395">
                <a:extLst>
                  <a:ext uri="{FF2B5EF4-FFF2-40B4-BE49-F238E27FC236}">
                    <a16:creationId xmlns:a16="http://schemas.microsoft.com/office/drawing/2014/main" id="{00E01BA8-E318-27B4-541D-45EDC1AE1795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3" name="pg3396">
                <a:extLst>
                  <a:ext uri="{FF2B5EF4-FFF2-40B4-BE49-F238E27FC236}">
                    <a16:creationId xmlns:a16="http://schemas.microsoft.com/office/drawing/2014/main" id="{1D35742B-951C-D782-5CFE-5B183DAA2CC3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4" name="pg3397">
                <a:extLst>
                  <a:ext uri="{FF2B5EF4-FFF2-40B4-BE49-F238E27FC236}">
                    <a16:creationId xmlns:a16="http://schemas.microsoft.com/office/drawing/2014/main" id="{5BCD5E1F-6D64-4287-BDB6-2D99355BAD9B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5" name="pg3398">
                <a:extLst>
                  <a:ext uri="{FF2B5EF4-FFF2-40B4-BE49-F238E27FC236}">
                    <a16:creationId xmlns:a16="http://schemas.microsoft.com/office/drawing/2014/main" id="{E7759C79-BE3A-3AB9-0345-A63155D01C34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6" name="pg3399">
                <a:extLst>
                  <a:ext uri="{FF2B5EF4-FFF2-40B4-BE49-F238E27FC236}">
                    <a16:creationId xmlns:a16="http://schemas.microsoft.com/office/drawing/2014/main" id="{35ADF670-CF01-7724-5990-C359703685E4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7" name="pg3400">
                <a:extLst>
                  <a:ext uri="{FF2B5EF4-FFF2-40B4-BE49-F238E27FC236}">
                    <a16:creationId xmlns:a16="http://schemas.microsoft.com/office/drawing/2014/main" id="{904E6360-BB2F-BBD2-039A-19CD2E61273B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8" name="pg3401">
                <a:extLst>
                  <a:ext uri="{FF2B5EF4-FFF2-40B4-BE49-F238E27FC236}">
                    <a16:creationId xmlns:a16="http://schemas.microsoft.com/office/drawing/2014/main" id="{789C9ABE-4D26-AC99-A104-1B1E24C02C69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09" name="pg3402">
                <a:extLst>
                  <a:ext uri="{FF2B5EF4-FFF2-40B4-BE49-F238E27FC236}">
                    <a16:creationId xmlns:a16="http://schemas.microsoft.com/office/drawing/2014/main" id="{A93EFA1E-772D-6E15-2D00-8263E80F9FD8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0" name="pg3403">
                <a:extLst>
                  <a:ext uri="{FF2B5EF4-FFF2-40B4-BE49-F238E27FC236}">
                    <a16:creationId xmlns:a16="http://schemas.microsoft.com/office/drawing/2014/main" id="{8AD66526-9308-51F8-E158-003EE126D9A9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1" name="pg3404">
                <a:extLst>
                  <a:ext uri="{FF2B5EF4-FFF2-40B4-BE49-F238E27FC236}">
                    <a16:creationId xmlns:a16="http://schemas.microsoft.com/office/drawing/2014/main" id="{16B9347B-7EB7-3653-43FA-944D60B1C5DC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2" name="pg3405">
                <a:extLst>
                  <a:ext uri="{FF2B5EF4-FFF2-40B4-BE49-F238E27FC236}">
                    <a16:creationId xmlns:a16="http://schemas.microsoft.com/office/drawing/2014/main" id="{A33A5A59-EDDD-3EAA-5B96-A09062CA6680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3" name="pg3406">
                <a:extLst>
                  <a:ext uri="{FF2B5EF4-FFF2-40B4-BE49-F238E27FC236}">
                    <a16:creationId xmlns:a16="http://schemas.microsoft.com/office/drawing/2014/main" id="{0C8DE6F0-4119-08E7-71DB-232AAEDCBC42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4" name="pg3407">
                <a:extLst>
                  <a:ext uri="{FF2B5EF4-FFF2-40B4-BE49-F238E27FC236}">
                    <a16:creationId xmlns:a16="http://schemas.microsoft.com/office/drawing/2014/main" id="{E2F6AA08-632B-BDF9-BD16-BCF132EAC6B8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5" name="pg3408">
                <a:extLst>
                  <a:ext uri="{FF2B5EF4-FFF2-40B4-BE49-F238E27FC236}">
                    <a16:creationId xmlns:a16="http://schemas.microsoft.com/office/drawing/2014/main" id="{7524E255-476D-CEE0-A25C-4BAECE7D7886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6" name="pg3409">
                <a:extLst>
                  <a:ext uri="{FF2B5EF4-FFF2-40B4-BE49-F238E27FC236}">
                    <a16:creationId xmlns:a16="http://schemas.microsoft.com/office/drawing/2014/main" id="{A4D93182-0AC2-E34B-1945-14BDEC96AEA8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7" name="pg3410">
                <a:extLst>
                  <a:ext uri="{FF2B5EF4-FFF2-40B4-BE49-F238E27FC236}">
                    <a16:creationId xmlns:a16="http://schemas.microsoft.com/office/drawing/2014/main" id="{EE558825-189B-5AAA-CD03-89221090D49F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8" name="pg3411">
                <a:extLst>
                  <a:ext uri="{FF2B5EF4-FFF2-40B4-BE49-F238E27FC236}">
                    <a16:creationId xmlns:a16="http://schemas.microsoft.com/office/drawing/2014/main" id="{86A2B9DC-59BF-E963-8BBB-4CAEEFB879E5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19" name="pg3412">
                <a:extLst>
                  <a:ext uri="{FF2B5EF4-FFF2-40B4-BE49-F238E27FC236}">
                    <a16:creationId xmlns:a16="http://schemas.microsoft.com/office/drawing/2014/main" id="{5EDB6845-F849-72EF-9A86-366715BA4E61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0" name="pg3413">
                <a:extLst>
                  <a:ext uri="{FF2B5EF4-FFF2-40B4-BE49-F238E27FC236}">
                    <a16:creationId xmlns:a16="http://schemas.microsoft.com/office/drawing/2014/main" id="{9FE4205D-F19E-023C-2A97-1843A535877A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1" name="pg3414">
                <a:extLst>
                  <a:ext uri="{FF2B5EF4-FFF2-40B4-BE49-F238E27FC236}">
                    <a16:creationId xmlns:a16="http://schemas.microsoft.com/office/drawing/2014/main" id="{C6363CAA-3C66-F052-CAA6-A0A61161E53E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15D">
                  <a:alpha val="100000"/>
                </a:srgbClr>
              </a:solidFill>
              <a:ln w="5420" cap="flat">
                <a:solidFill>
                  <a:srgbClr val="39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2" name="pg3415">
                <a:extLst>
                  <a:ext uri="{FF2B5EF4-FFF2-40B4-BE49-F238E27FC236}">
                    <a16:creationId xmlns:a16="http://schemas.microsoft.com/office/drawing/2014/main" id="{7AFB927F-DAED-2D32-396D-957A72EF1215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3" name="pg3416">
                <a:extLst>
                  <a:ext uri="{FF2B5EF4-FFF2-40B4-BE49-F238E27FC236}">
                    <a16:creationId xmlns:a16="http://schemas.microsoft.com/office/drawing/2014/main" id="{5FB8CE2C-12D1-007A-FDB3-5C8A60B3D84D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4" name="pg3417">
                <a:extLst>
                  <a:ext uri="{FF2B5EF4-FFF2-40B4-BE49-F238E27FC236}">
                    <a16:creationId xmlns:a16="http://schemas.microsoft.com/office/drawing/2014/main" id="{7B76371D-2732-5F31-BCA8-8FA11CDB37AB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5" name="pg3418">
                <a:extLst>
                  <a:ext uri="{FF2B5EF4-FFF2-40B4-BE49-F238E27FC236}">
                    <a16:creationId xmlns:a16="http://schemas.microsoft.com/office/drawing/2014/main" id="{64140AC4-2FF2-8961-3D47-43C5DB3CC57B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6" name="pg3419">
                <a:extLst>
                  <a:ext uri="{FF2B5EF4-FFF2-40B4-BE49-F238E27FC236}">
                    <a16:creationId xmlns:a16="http://schemas.microsoft.com/office/drawing/2014/main" id="{39EE9FE9-718D-0A30-60C1-DF9192B86C4B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C">
                  <a:alpha val="100000"/>
                </a:srgbClr>
              </a:solidFill>
              <a:ln w="5420" cap="flat">
                <a:solidFill>
                  <a:srgbClr val="392F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7" name="pg3420">
                <a:extLst>
                  <a:ext uri="{FF2B5EF4-FFF2-40B4-BE49-F238E27FC236}">
                    <a16:creationId xmlns:a16="http://schemas.microsoft.com/office/drawing/2014/main" id="{51F08E77-C082-C527-595B-CD51729D6738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8" name="pg3421">
                <a:extLst>
                  <a:ext uri="{FF2B5EF4-FFF2-40B4-BE49-F238E27FC236}">
                    <a16:creationId xmlns:a16="http://schemas.microsoft.com/office/drawing/2014/main" id="{AE8C944D-6FE0-5651-D0EB-6309514EFA6D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29" name="pg3422">
                <a:extLst>
                  <a:ext uri="{FF2B5EF4-FFF2-40B4-BE49-F238E27FC236}">
                    <a16:creationId xmlns:a16="http://schemas.microsoft.com/office/drawing/2014/main" id="{1DEB5333-F5DC-C8C3-20A7-3DEF39C04DC3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0" name="pg3423">
                <a:extLst>
                  <a:ext uri="{FF2B5EF4-FFF2-40B4-BE49-F238E27FC236}">
                    <a16:creationId xmlns:a16="http://schemas.microsoft.com/office/drawing/2014/main" id="{78E10E16-D184-7E51-BC99-7A24B546CB2E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1" name="pg3424">
                <a:extLst>
                  <a:ext uri="{FF2B5EF4-FFF2-40B4-BE49-F238E27FC236}">
                    <a16:creationId xmlns:a16="http://schemas.microsoft.com/office/drawing/2014/main" id="{394801CE-D3D2-7DA7-FCE9-6F97A08D11EC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2" name="pg3425">
                <a:extLst>
                  <a:ext uri="{FF2B5EF4-FFF2-40B4-BE49-F238E27FC236}">
                    <a16:creationId xmlns:a16="http://schemas.microsoft.com/office/drawing/2014/main" id="{6ACBFEFA-B1DB-74DA-77D0-5C3A40B111AB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3" name="pg3426">
                <a:extLst>
                  <a:ext uri="{FF2B5EF4-FFF2-40B4-BE49-F238E27FC236}">
                    <a16:creationId xmlns:a16="http://schemas.microsoft.com/office/drawing/2014/main" id="{D46650B3-BAD9-5981-B132-D6F0AB51F53E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4" name="pg3427">
                <a:extLst>
                  <a:ext uri="{FF2B5EF4-FFF2-40B4-BE49-F238E27FC236}">
                    <a16:creationId xmlns:a16="http://schemas.microsoft.com/office/drawing/2014/main" id="{F01677AB-0BCB-3A62-B14C-DB9C42C8DD08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5" name="pg3428">
                <a:extLst>
                  <a:ext uri="{FF2B5EF4-FFF2-40B4-BE49-F238E27FC236}">
                    <a16:creationId xmlns:a16="http://schemas.microsoft.com/office/drawing/2014/main" id="{7692CEE9-C312-2584-EB1B-2B6C13DBCBCE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6" name="pg3429">
                <a:extLst>
                  <a:ext uri="{FF2B5EF4-FFF2-40B4-BE49-F238E27FC236}">
                    <a16:creationId xmlns:a16="http://schemas.microsoft.com/office/drawing/2014/main" id="{B7CDF68A-D2CA-8AB3-D2B0-B5DFCE32D0D6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7" name="pg3430">
                <a:extLst>
                  <a:ext uri="{FF2B5EF4-FFF2-40B4-BE49-F238E27FC236}">
                    <a16:creationId xmlns:a16="http://schemas.microsoft.com/office/drawing/2014/main" id="{C022CB22-F4B5-B6DD-25AE-679C0B39AD85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8" name="pg3431">
                <a:extLst>
                  <a:ext uri="{FF2B5EF4-FFF2-40B4-BE49-F238E27FC236}">
                    <a16:creationId xmlns:a16="http://schemas.microsoft.com/office/drawing/2014/main" id="{3F69E584-9E75-9697-332C-BAADA6E099C6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39" name="pg3432">
                <a:extLst>
                  <a:ext uri="{FF2B5EF4-FFF2-40B4-BE49-F238E27FC236}">
                    <a16:creationId xmlns:a16="http://schemas.microsoft.com/office/drawing/2014/main" id="{A1AE0B63-87E6-7E57-F042-7733FD672B27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0" name="pg3433">
                <a:extLst>
                  <a:ext uri="{FF2B5EF4-FFF2-40B4-BE49-F238E27FC236}">
                    <a16:creationId xmlns:a16="http://schemas.microsoft.com/office/drawing/2014/main" id="{6EAF5472-7003-E597-CA94-72996518BD37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1" name="pg3434">
                <a:extLst>
                  <a:ext uri="{FF2B5EF4-FFF2-40B4-BE49-F238E27FC236}">
                    <a16:creationId xmlns:a16="http://schemas.microsoft.com/office/drawing/2014/main" id="{2E50BB0D-51F5-379C-E969-80CD3FB128DB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2" name="pg3435">
                <a:extLst>
                  <a:ext uri="{FF2B5EF4-FFF2-40B4-BE49-F238E27FC236}">
                    <a16:creationId xmlns:a16="http://schemas.microsoft.com/office/drawing/2014/main" id="{58A23180-C2AE-A408-97B4-1C71024FCCF0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3" name="pg3436">
                <a:extLst>
                  <a:ext uri="{FF2B5EF4-FFF2-40B4-BE49-F238E27FC236}">
                    <a16:creationId xmlns:a16="http://schemas.microsoft.com/office/drawing/2014/main" id="{2E3FA630-9CBC-4492-CD03-01D2F2426722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4" name="pg3437">
                <a:extLst>
                  <a:ext uri="{FF2B5EF4-FFF2-40B4-BE49-F238E27FC236}">
                    <a16:creationId xmlns:a16="http://schemas.microsoft.com/office/drawing/2014/main" id="{F37E506F-3184-C07A-D81B-2575C7F781F3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5" name="pg3438">
                <a:extLst>
                  <a:ext uri="{FF2B5EF4-FFF2-40B4-BE49-F238E27FC236}">
                    <a16:creationId xmlns:a16="http://schemas.microsoft.com/office/drawing/2014/main" id="{1265A6C2-C107-8EE0-2F59-C49E34F99167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D">
                  <a:alpha val="100000"/>
                </a:srgbClr>
              </a:solidFill>
              <a:ln w="5420" cap="flat">
                <a:solidFill>
                  <a:srgbClr val="3930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6" name="pg3439">
                <a:extLst>
                  <a:ext uri="{FF2B5EF4-FFF2-40B4-BE49-F238E27FC236}">
                    <a16:creationId xmlns:a16="http://schemas.microsoft.com/office/drawing/2014/main" id="{15A54933-1E14-E9A2-E278-A8D061EBB6B1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7" name="pg3440">
                <a:extLst>
                  <a:ext uri="{FF2B5EF4-FFF2-40B4-BE49-F238E27FC236}">
                    <a16:creationId xmlns:a16="http://schemas.microsoft.com/office/drawing/2014/main" id="{523BD2E7-BB16-B277-F927-8CBF424851C0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8" name="pg3441">
                <a:extLst>
                  <a:ext uri="{FF2B5EF4-FFF2-40B4-BE49-F238E27FC236}">
                    <a16:creationId xmlns:a16="http://schemas.microsoft.com/office/drawing/2014/main" id="{7988D4FC-AF9E-2120-009F-5BFDFDD1D69E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49" name="pg3442">
                <a:extLst>
                  <a:ext uri="{FF2B5EF4-FFF2-40B4-BE49-F238E27FC236}">
                    <a16:creationId xmlns:a16="http://schemas.microsoft.com/office/drawing/2014/main" id="{B9337A35-725F-2AE0-6A0B-96730AA911EC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0" name="pg3443">
                <a:extLst>
                  <a:ext uri="{FF2B5EF4-FFF2-40B4-BE49-F238E27FC236}">
                    <a16:creationId xmlns:a16="http://schemas.microsoft.com/office/drawing/2014/main" id="{C9FF6F92-D910-58C5-5051-41D339C2DBEC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1" name="pg3444">
                <a:extLst>
                  <a:ext uri="{FF2B5EF4-FFF2-40B4-BE49-F238E27FC236}">
                    <a16:creationId xmlns:a16="http://schemas.microsoft.com/office/drawing/2014/main" id="{7DAE2602-C9FE-E054-1BC8-F12C2B39ACD5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2" name="pg3445">
                <a:extLst>
                  <a:ext uri="{FF2B5EF4-FFF2-40B4-BE49-F238E27FC236}">
                    <a16:creationId xmlns:a16="http://schemas.microsoft.com/office/drawing/2014/main" id="{5B42364B-5E95-EE9C-CF6E-8919DBA84A17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3" name="pg3446">
                <a:extLst>
                  <a:ext uri="{FF2B5EF4-FFF2-40B4-BE49-F238E27FC236}">
                    <a16:creationId xmlns:a16="http://schemas.microsoft.com/office/drawing/2014/main" id="{25197B2A-58B2-BC4C-DE4E-DA2F04E188DC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4" name="pg3447">
                <a:extLst>
                  <a:ext uri="{FF2B5EF4-FFF2-40B4-BE49-F238E27FC236}">
                    <a16:creationId xmlns:a16="http://schemas.microsoft.com/office/drawing/2014/main" id="{0CFFD0F6-3641-0AF7-A916-E0C72F65D4E7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5" name="pg3448">
                <a:extLst>
                  <a:ext uri="{FF2B5EF4-FFF2-40B4-BE49-F238E27FC236}">
                    <a16:creationId xmlns:a16="http://schemas.microsoft.com/office/drawing/2014/main" id="{C4C96F07-EC8B-C359-B58F-F109CC106A63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6" name="pg3449">
                <a:extLst>
                  <a:ext uri="{FF2B5EF4-FFF2-40B4-BE49-F238E27FC236}">
                    <a16:creationId xmlns:a16="http://schemas.microsoft.com/office/drawing/2014/main" id="{B1374633-E208-9E2D-EEB2-A80844A6686D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7" name="pg3450">
                <a:extLst>
                  <a:ext uri="{FF2B5EF4-FFF2-40B4-BE49-F238E27FC236}">
                    <a16:creationId xmlns:a16="http://schemas.microsoft.com/office/drawing/2014/main" id="{88028F8F-DCED-8DA3-2569-E436277F8D2D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8" name="pg3451">
                <a:extLst>
                  <a:ext uri="{FF2B5EF4-FFF2-40B4-BE49-F238E27FC236}">
                    <a16:creationId xmlns:a16="http://schemas.microsoft.com/office/drawing/2014/main" id="{79BE37C6-37E4-396B-A3FE-C68B53068B75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59" name="pg3452">
                <a:extLst>
                  <a:ext uri="{FF2B5EF4-FFF2-40B4-BE49-F238E27FC236}">
                    <a16:creationId xmlns:a16="http://schemas.microsoft.com/office/drawing/2014/main" id="{D20329B8-8616-5D19-AFB0-1DA15B2C7535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0" name="pg3453">
                <a:extLst>
                  <a:ext uri="{FF2B5EF4-FFF2-40B4-BE49-F238E27FC236}">
                    <a16:creationId xmlns:a16="http://schemas.microsoft.com/office/drawing/2014/main" id="{399453FF-2256-C11D-E7ED-02D1DB500D39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1" name="pg3454">
                <a:extLst>
                  <a:ext uri="{FF2B5EF4-FFF2-40B4-BE49-F238E27FC236}">
                    <a16:creationId xmlns:a16="http://schemas.microsoft.com/office/drawing/2014/main" id="{AE35DAAE-4AB7-EF2F-DB3B-4759C5650C60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2" name="pg3455">
                <a:extLst>
                  <a:ext uri="{FF2B5EF4-FFF2-40B4-BE49-F238E27FC236}">
                    <a16:creationId xmlns:a16="http://schemas.microsoft.com/office/drawing/2014/main" id="{38C0AE0E-67E7-1886-8E07-C79C459BE9F8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3" name="pg3456">
                <a:extLst>
                  <a:ext uri="{FF2B5EF4-FFF2-40B4-BE49-F238E27FC236}">
                    <a16:creationId xmlns:a16="http://schemas.microsoft.com/office/drawing/2014/main" id="{1BB1A5B2-41F4-C7EB-C2C9-03B24FAB57F1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4" name="pg3457">
                <a:extLst>
                  <a:ext uri="{FF2B5EF4-FFF2-40B4-BE49-F238E27FC236}">
                    <a16:creationId xmlns:a16="http://schemas.microsoft.com/office/drawing/2014/main" id="{14808CF7-BDAD-9D8E-77FC-FC409F07CBAB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5" name="pg3458">
                <a:extLst>
                  <a:ext uri="{FF2B5EF4-FFF2-40B4-BE49-F238E27FC236}">
                    <a16:creationId xmlns:a16="http://schemas.microsoft.com/office/drawing/2014/main" id="{7292F203-1A33-25C8-A69A-4221D2E69A3E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6" name="pg3459">
                <a:extLst>
                  <a:ext uri="{FF2B5EF4-FFF2-40B4-BE49-F238E27FC236}">
                    <a16:creationId xmlns:a16="http://schemas.microsoft.com/office/drawing/2014/main" id="{D944C3E6-3C98-2FF3-741B-6B41CBFDAB40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7" name="pg3460">
                <a:extLst>
                  <a:ext uri="{FF2B5EF4-FFF2-40B4-BE49-F238E27FC236}">
                    <a16:creationId xmlns:a16="http://schemas.microsoft.com/office/drawing/2014/main" id="{C3731EF0-DDE2-677F-D2BB-E7C9E34F57BB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8" name="pg3461">
                <a:extLst>
                  <a:ext uri="{FF2B5EF4-FFF2-40B4-BE49-F238E27FC236}">
                    <a16:creationId xmlns:a16="http://schemas.microsoft.com/office/drawing/2014/main" id="{E3F9DD42-C48C-8E13-7A23-29B1DF54C1EA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69" name="pg3462">
                <a:extLst>
                  <a:ext uri="{FF2B5EF4-FFF2-40B4-BE49-F238E27FC236}">
                    <a16:creationId xmlns:a16="http://schemas.microsoft.com/office/drawing/2014/main" id="{28425D74-76F8-F83C-67B8-D21940F8AFF1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0" name="pg3463">
                <a:extLst>
                  <a:ext uri="{FF2B5EF4-FFF2-40B4-BE49-F238E27FC236}">
                    <a16:creationId xmlns:a16="http://schemas.microsoft.com/office/drawing/2014/main" id="{5F82C326-C589-C644-2300-1170058FDEDA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1" name="pg3464">
                <a:extLst>
                  <a:ext uri="{FF2B5EF4-FFF2-40B4-BE49-F238E27FC236}">
                    <a16:creationId xmlns:a16="http://schemas.microsoft.com/office/drawing/2014/main" id="{E47B1F6D-28A9-DC24-5026-2DC66229CB89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2" name="pg3465">
                <a:extLst>
                  <a:ext uri="{FF2B5EF4-FFF2-40B4-BE49-F238E27FC236}">
                    <a16:creationId xmlns:a16="http://schemas.microsoft.com/office/drawing/2014/main" id="{62DA9151-1395-0859-AD82-D5242500EFA6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3" name="pg3466">
                <a:extLst>
                  <a:ext uri="{FF2B5EF4-FFF2-40B4-BE49-F238E27FC236}">
                    <a16:creationId xmlns:a16="http://schemas.microsoft.com/office/drawing/2014/main" id="{56F13DCC-4736-4049-215C-1EEFAF9964FF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4" name="pg3467">
                <a:extLst>
                  <a:ext uri="{FF2B5EF4-FFF2-40B4-BE49-F238E27FC236}">
                    <a16:creationId xmlns:a16="http://schemas.microsoft.com/office/drawing/2014/main" id="{326719CD-7A93-C976-0486-6885A52773C1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5" name="pg3468">
                <a:extLst>
                  <a:ext uri="{FF2B5EF4-FFF2-40B4-BE49-F238E27FC236}">
                    <a16:creationId xmlns:a16="http://schemas.microsoft.com/office/drawing/2014/main" id="{C70682B3-6634-FC57-4B1E-7FC5F8947928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6" name="pg3469">
                <a:extLst>
                  <a:ext uri="{FF2B5EF4-FFF2-40B4-BE49-F238E27FC236}">
                    <a16:creationId xmlns:a16="http://schemas.microsoft.com/office/drawing/2014/main" id="{1EEE31D1-7F54-69DD-059B-59E80F8B72C1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7" name="pg3470">
                <a:extLst>
                  <a:ext uri="{FF2B5EF4-FFF2-40B4-BE49-F238E27FC236}">
                    <a16:creationId xmlns:a16="http://schemas.microsoft.com/office/drawing/2014/main" id="{079607EE-9AC6-85B7-F879-F0C3B0B11C9D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8" name="pg3471">
                <a:extLst>
                  <a:ext uri="{FF2B5EF4-FFF2-40B4-BE49-F238E27FC236}">
                    <a16:creationId xmlns:a16="http://schemas.microsoft.com/office/drawing/2014/main" id="{A0BC07A3-D49E-C81D-5E55-19D3524B4FE0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79" name="pg3472">
                <a:extLst>
                  <a:ext uri="{FF2B5EF4-FFF2-40B4-BE49-F238E27FC236}">
                    <a16:creationId xmlns:a16="http://schemas.microsoft.com/office/drawing/2014/main" id="{17286D57-B159-050A-0523-4AFC3A11E08D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0" name="pg3473">
                <a:extLst>
                  <a:ext uri="{FF2B5EF4-FFF2-40B4-BE49-F238E27FC236}">
                    <a16:creationId xmlns:a16="http://schemas.microsoft.com/office/drawing/2014/main" id="{C7376B3C-41B9-FA54-4D0A-EE92D0D95CA0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0">
                  <a:alpha val="100000"/>
                </a:srgbClr>
              </a:solidFill>
              <a:ln w="5420" cap="flat">
                <a:solidFill>
                  <a:srgbClr val="3A33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1" name="pg3474">
                <a:extLst>
                  <a:ext uri="{FF2B5EF4-FFF2-40B4-BE49-F238E27FC236}">
                    <a16:creationId xmlns:a16="http://schemas.microsoft.com/office/drawing/2014/main" id="{78A504DA-3A7F-CAF2-78D4-374881C26584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2" name="pg3475">
                <a:extLst>
                  <a:ext uri="{FF2B5EF4-FFF2-40B4-BE49-F238E27FC236}">
                    <a16:creationId xmlns:a16="http://schemas.microsoft.com/office/drawing/2014/main" id="{034566E7-F24D-76EB-0BAB-F5D63BBE147B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3" name="pg3476">
                <a:extLst>
                  <a:ext uri="{FF2B5EF4-FFF2-40B4-BE49-F238E27FC236}">
                    <a16:creationId xmlns:a16="http://schemas.microsoft.com/office/drawing/2014/main" id="{DAACADB4-88C8-D7DF-3A7B-170FBE0D1E2D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4" name="pg3477">
                <a:extLst>
                  <a:ext uri="{FF2B5EF4-FFF2-40B4-BE49-F238E27FC236}">
                    <a16:creationId xmlns:a16="http://schemas.microsoft.com/office/drawing/2014/main" id="{4C8F6031-FC9F-5351-D65A-1B9CA299A525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5" name="pg3478">
                <a:extLst>
                  <a:ext uri="{FF2B5EF4-FFF2-40B4-BE49-F238E27FC236}">
                    <a16:creationId xmlns:a16="http://schemas.microsoft.com/office/drawing/2014/main" id="{7799385A-9A21-5023-C0A0-07AA1D69E723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6" name="pg3479">
                <a:extLst>
                  <a:ext uri="{FF2B5EF4-FFF2-40B4-BE49-F238E27FC236}">
                    <a16:creationId xmlns:a16="http://schemas.microsoft.com/office/drawing/2014/main" id="{7F7CE66B-E10A-80B8-6DDE-EA605787F676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7" name="pg3480">
                <a:extLst>
                  <a:ext uri="{FF2B5EF4-FFF2-40B4-BE49-F238E27FC236}">
                    <a16:creationId xmlns:a16="http://schemas.microsoft.com/office/drawing/2014/main" id="{A131A05C-DA4E-FE27-5F37-2C26CFC37D6D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8" name="pg3481">
                <a:extLst>
                  <a:ext uri="{FF2B5EF4-FFF2-40B4-BE49-F238E27FC236}">
                    <a16:creationId xmlns:a16="http://schemas.microsoft.com/office/drawing/2014/main" id="{590A2DDD-4E54-DE4A-7E66-60EB1CDBD4BA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89" name="pg3482">
                <a:extLst>
                  <a:ext uri="{FF2B5EF4-FFF2-40B4-BE49-F238E27FC236}">
                    <a16:creationId xmlns:a16="http://schemas.microsoft.com/office/drawing/2014/main" id="{91175651-72A0-72F8-3744-CB13354C0506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0" name="pg3483">
                <a:extLst>
                  <a:ext uri="{FF2B5EF4-FFF2-40B4-BE49-F238E27FC236}">
                    <a16:creationId xmlns:a16="http://schemas.microsoft.com/office/drawing/2014/main" id="{97008734-1B86-7E29-E4AD-72870A3173C0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1" name="pg3484">
                <a:extLst>
                  <a:ext uri="{FF2B5EF4-FFF2-40B4-BE49-F238E27FC236}">
                    <a16:creationId xmlns:a16="http://schemas.microsoft.com/office/drawing/2014/main" id="{AFB40DD8-6A49-C123-4F75-275917AFB2AB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2" name="pg3485">
                <a:extLst>
                  <a:ext uri="{FF2B5EF4-FFF2-40B4-BE49-F238E27FC236}">
                    <a16:creationId xmlns:a16="http://schemas.microsoft.com/office/drawing/2014/main" id="{3DC50444-CD39-38C3-0F0D-3F2550C0E190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3" name="pg3486">
                <a:extLst>
                  <a:ext uri="{FF2B5EF4-FFF2-40B4-BE49-F238E27FC236}">
                    <a16:creationId xmlns:a16="http://schemas.microsoft.com/office/drawing/2014/main" id="{86A34021-3CB4-0693-7CC7-D21D1B48D453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4" name="pg3487">
                <a:extLst>
                  <a:ext uri="{FF2B5EF4-FFF2-40B4-BE49-F238E27FC236}">
                    <a16:creationId xmlns:a16="http://schemas.microsoft.com/office/drawing/2014/main" id="{18612D69-DEE9-6491-F53F-9D29C71E628E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5" name="pg3488">
                <a:extLst>
                  <a:ext uri="{FF2B5EF4-FFF2-40B4-BE49-F238E27FC236}">
                    <a16:creationId xmlns:a16="http://schemas.microsoft.com/office/drawing/2014/main" id="{AA94BE69-7306-06B6-F168-3707ADF811D7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6" name="pg3489">
                <a:extLst>
                  <a:ext uri="{FF2B5EF4-FFF2-40B4-BE49-F238E27FC236}">
                    <a16:creationId xmlns:a16="http://schemas.microsoft.com/office/drawing/2014/main" id="{DFEB68C0-1A98-66AC-39D1-3F5EF563CF50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7" name="pg3490">
                <a:extLst>
                  <a:ext uri="{FF2B5EF4-FFF2-40B4-BE49-F238E27FC236}">
                    <a16:creationId xmlns:a16="http://schemas.microsoft.com/office/drawing/2014/main" id="{51A8CC3B-CA18-5A83-7721-177B7C778F16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8" name="pg3491">
                <a:extLst>
                  <a:ext uri="{FF2B5EF4-FFF2-40B4-BE49-F238E27FC236}">
                    <a16:creationId xmlns:a16="http://schemas.microsoft.com/office/drawing/2014/main" id="{5BB3B3DF-EFC2-4EC3-DA79-B8B349D28FBC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399" name="pg3492">
                <a:extLst>
                  <a:ext uri="{FF2B5EF4-FFF2-40B4-BE49-F238E27FC236}">
                    <a16:creationId xmlns:a16="http://schemas.microsoft.com/office/drawing/2014/main" id="{1F1A15AC-B837-A702-FC30-27B403D6C54C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0" name="pg3493">
                <a:extLst>
                  <a:ext uri="{FF2B5EF4-FFF2-40B4-BE49-F238E27FC236}">
                    <a16:creationId xmlns:a16="http://schemas.microsoft.com/office/drawing/2014/main" id="{69757D3C-D862-4F36-E813-A4B58E490BAE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1" name="pg3494">
                <a:extLst>
                  <a:ext uri="{FF2B5EF4-FFF2-40B4-BE49-F238E27FC236}">
                    <a16:creationId xmlns:a16="http://schemas.microsoft.com/office/drawing/2014/main" id="{F14623C7-8A01-74D4-62FC-DFC11F748E82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2" name="pg3495">
                <a:extLst>
                  <a:ext uri="{FF2B5EF4-FFF2-40B4-BE49-F238E27FC236}">
                    <a16:creationId xmlns:a16="http://schemas.microsoft.com/office/drawing/2014/main" id="{597ED9CD-A15C-1EF2-2638-0D253EB5EC87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3" name="pg3496">
                <a:extLst>
                  <a:ext uri="{FF2B5EF4-FFF2-40B4-BE49-F238E27FC236}">
                    <a16:creationId xmlns:a16="http://schemas.microsoft.com/office/drawing/2014/main" id="{729491F1-D156-1918-67EC-4C00D6D96258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4" name="pg3497">
                <a:extLst>
                  <a:ext uri="{FF2B5EF4-FFF2-40B4-BE49-F238E27FC236}">
                    <a16:creationId xmlns:a16="http://schemas.microsoft.com/office/drawing/2014/main" id="{74335824-F92A-5E19-9ACF-75C49EBBB301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5" name="pg3498">
                <a:extLst>
                  <a:ext uri="{FF2B5EF4-FFF2-40B4-BE49-F238E27FC236}">
                    <a16:creationId xmlns:a16="http://schemas.microsoft.com/office/drawing/2014/main" id="{70146A78-4986-3345-A525-93FFB945682E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6" name="pg3499">
                <a:extLst>
                  <a:ext uri="{FF2B5EF4-FFF2-40B4-BE49-F238E27FC236}">
                    <a16:creationId xmlns:a16="http://schemas.microsoft.com/office/drawing/2014/main" id="{7B0436F0-DFD8-9039-BB78-10ABA07B660B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7" name="pg3500">
                <a:extLst>
                  <a:ext uri="{FF2B5EF4-FFF2-40B4-BE49-F238E27FC236}">
                    <a16:creationId xmlns:a16="http://schemas.microsoft.com/office/drawing/2014/main" id="{49BBAEC8-A187-FCA5-802B-B7C14471FB0B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8" name="pg3501">
                <a:extLst>
                  <a:ext uri="{FF2B5EF4-FFF2-40B4-BE49-F238E27FC236}">
                    <a16:creationId xmlns:a16="http://schemas.microsoft.com/office/drawing/2014/main" id="{E94FF0BF-B5BB-294F-16DE-471752ACEC59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09" name="pg3502">
                <a:extLst>
                  <a:ext uri="{FF2B5EF4-FFF2-40B4-BE49-F238E27FC236}">
                    <a16:creationId xmlns:a16="http://schemas.microsoft.com/office/drawing/2014/main" id="{F5A2452E-AB1B-B781-9DB4-162EC0C24048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0" name="pg3503">
                <a:extLst>
                  <a:ext uri="{FF2B5EF4-FFF2-40B4-BE49-F238E27FC236}">
                    <a16:creationId xmlns:a16="http://schemas.microsoft.com/office/drawing/2014/main" id="{5DFDB73A-5C91-B248-2903-67B47A53BDA1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1" name="pg3504">
                <a:extLst>
                  <a:ext uri="{FF2B5EF4-FFF2-40B4-BE49-F238E27FC236}">
                    <a16:creationId xmlns:a16="http://schemas.microsoft.com/office/drawing/2014/main" id="{CAE04262-D4B5-2233-4F97-DB171B7D6315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2" name="pg3505">
                <a:extLst>
                  <a:ext uri="{FF2B5EF4-FFF2-40B4-BE49-F238E27FC236}">
                    <a16:creationId xmlns:a16="http://schemas.microsoft.com/office/drawing/2014/main" id="{72922032-7EDA-F4B3-6B64-127076AE9937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3" name="pg3506">
                <a:extLst>
                  <a:ext uri="{FF2B5EF4-FFF2-40B4-BE49-F238E27FC236}">
                    <a16:creationId xmlns:a16="http://schemas.microsoft.com/office/drawing/2014/main" id="{F1AD6D62-3356-1491-91DF-B9614153278F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4" name="pg3507">
                <a:extLst>
                  <a:ext uri="{FF2B5EF4-FFF2-40B4-BE49-F238E27FC236}">
                    <a16:creationId xmlns:a16="http://schemas.microsoft.com/office/drawing/2014/main" id="{8735D094-5ABD-73FD-083A-A02D3CE31669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5" name="pg3508">
                <a:extLst>
                  <a:ext uri="{FF2B5EF4-FFF2-40B4-BE49-F238E27FC236}">
                    <a16:creationId xmlns:a16="http://schemas.microsoft.com/office/drawing/2014/main" id="{C35B92EF-BFBC-C28B-F0AB-D0DC029621C3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6" name="pg3509">
                <a:extLst>
                  <a:ext uri="{FF2B5EF4-FFF2-40B4-BE49-F238E27FC236}">
                    <a16:creationId xmlns:a16="http://schemas.microsoft.com/office/drawing/2014/main" id="{D0DD6C41-4D68-DC71-7F8F-7ABC59F41879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7" name="pg3510">
                <a:extLst>
                  <a:ext uri="{FF2B5EF4-FFF2-40B4-BE49-F238E27FC236}">
                    <a16:creationId xmlns:a16="http://schemas.microsoft.com/office/drawing/2014/main" id="{AA60A181-D43F-D683-A494-C52F89A3EF5D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8" name="pg3511">
                <a:extLst>
                  <a:ext uri="{FF2B5EF4-FFF2-40B4-BE49-F238E27FC236}">
                    <a16:creationId xmlns:a16="http://schemas.microsoft.com/office/drawing/2014/main" id="{A03E5D76-821A-9DFD-A8C2-03DDCF089D24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19" name="pg3512">
                <a:extLst>
                  <a:ext uri="{FF2B5EF4-FFF2-40B4-BE49-F238E27FC236}">
                    <a16:creationId xmlns:a16="http://schemas.microsoft.com/office/drawing/2014/main" id="{0AC31C66-2259-1473-8BB6-4B062229AD8B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0" name="pg3513">
                <a:extLst>
                  <a:ext uri="{FF2B5EF4-FFF2-40B4-BE49-F238E27FC236}">
                    <a16:creationId xmlns:a16="http://schemas.microsoft.com/office/drawing/2014/main" id="{23016AD2-B321-2018-8DCF-DCBC0A6725CC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1" name="pg3514">
                <a:extLst>
                  <a:ext uri="{FF2B5EF4-FFF2-40B4-BE49-F238E27FC236}">
                    <a16:creationId xmlns:a16="http://schemas.microsoft.com/office/drawing/2014/main" id="{843D96A0-A504-076F-A94E-20FD2AE0BECB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2" name="pg3515">
                <a:extLst>
                  <a:ext uri="{FF2B5EF4-FFF2-40B4-BE49-F238E27FC236}">
                    <a16:creationId xmlns:a16="http://schemas.microsoft.com/office/drawing/2014/main" id="{2682090E-5A49-A046-4F59-B57BDB20E372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3" name="pg3516">
                <a:extLst>
                  <a:ext uri="{FF2B5EF4-FFF2-40B4-BE49-F238E27FC236}">
                    <a16:creationId xmlns:a16="http://schemas.microsoft.com/office/drawing/2014/main" id="{4FB4462F-466F-E73A-EB03-9DA0FE33D7BF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4" name="pg3517">
                <a:extLst>
                  <a:ext uri="{FF2B5EF4-FFF2-40B4-BE49-F238E27FC236}">
                    <a16:creationId xmlns:a16="http://schemas.microsoft.com/office/drawing/2014/main" id="{89D0BC04-A11C-8004-D082-C88F81AB61EE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5" name="pg3518">
                <a:extLst>
                  <a:ext uri="{FF2B5EF4-FFF2-40B4-BE49-F238E27FC236}">
                    <a16:creationId xmlns:a16="http://schemas.microsoft.com/office/drawing/2014/main" id="{EE624B2F-5FBB-05A3-8B46-4C1AF948BA37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6" name="pg3519">
                <a:extLst>
                  <a:ext uri="{FF2B5EF4-FFF2-40B4-BE49-F238E27FC236}">
                    <a16:creationId xmlns:a16="http://schemas.microsoft.com/office/drawing/2014/main" id="{598F507C-91F8-3F2B-EED3-73896195A742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7" name="pg3520">
                <a:extLst>
                  <a:ext uri="{FF2B5EF4-FFF2-40B4-BE49-F238E27FC236}">
                    <a16:creationId xmlns:a16="http://schemas.microsoft.com/office/drawing/2014/main" id="{EFD646F6-1882-4F66-BBC7-1DDB5558A3E6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8" name="pg3521">
                <a:extLst>
                  <a:ext uri="{FF2B5EF4-FFF2-40B4-BE49-F238E27FC236}">
                    <a16:creationId xmlns:a16="http://schemas.microsoft.com/office/drawing/2014/main" id="{7E6B809E-E1F0-0BEC-4990-AF8F8097F04C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29" name="pg3522">
                <a:extLst>
                  <a:ext uri="{FF2B5EF4-FFF2-40B4-BE49-F238E27FC236}">
                    <a16:creationId xmlns:a16="http://schemas.microsoft.com/office/drawing/2014/main" id="{49E7B278-5F2F-3C94-8324-A3BB5323EF3C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0" name="pg3523">
                <a:extLst>
                  <a:ext uri="{FF2B5EF4-FFF2-40B4-BE49-F238E27FC236}">
                    <a16:creationId xmlns:a16="http://schemas.microsoft.com/office/drawing/2014/main" id="{88D395B2-375D-F1EE-BC4E-5243F2E36707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1" name="pg3524">
                <a:extLst>
                  <a:ext uri="{FF2B5EF4-FFF2-40B4-BE49-F238E27FC236}">
                    <a16:creationId xmlns:a16="http://schemas.microsoft.com/office/drawing/2014/main" id="{F5923BE5-7406-0023-E247-03FEF4CAD76B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2" name="pg3525">
                <a:extLst>
                  <a:ext uri="{FF2B5EF4-FFF2-40B4-BE49-F238E27FC236}">
                    <a16:creationId xmlns:a16="http://schemas.microsoft.com/office/drawing/2014/main" id="{BB1FF499-F8AD-870A-4D18-BD016A2D2B40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4">
                  <a:alpha val="100000"/>
                </a:srgbClr>
              </a:solidFill>
              <a:ln w="5420" cap="flat">
                <a:solidFill>
                  <a:srgbClr val="3A35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3" name="pg3526">
                <a:extLst>
                  <a:ext uri="{FF2B5EF4-FFF2-40B4-BE49-F238E27FC236}">
                    <a16:creationId xmlns:a16="http://schemas.microsoft.com/office/drawing/2014/main" id="{DCC368FB-12F3-AACA-11D9-EDB5A819FFA0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4" name="pg3527">
                <a:extLst>
                  <a:ext uri="{FF2B5EF4-FFF2-40B4-BE49-F238E27FC236}">
                    <a16:creationId xmlns:a16="http://schemas.microsoft.com/office/drawing/2014/main" id="{0D9D1417-4A45-891E-A1CC-00E9A21D5351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5" name="pg3528">
                <a:extLst>
                  <a:ext uri="{FF2B5EF4-FFF2-40B4-BE49-F238E27FC236}">
                    <a16:creationId xmlns:a16="http://schemas.microsoft.com/office/drawing/2014/main" id="{ECCE58E2-D973-4FFB-4EE5-429E02304F02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6" name="pg3529">
                <a:extLst>
                  <a:ext uri="{FF2B5EF4-FFF2-40B4-BE49-F238E27FC236}">
                    <a16:creationId xmlns:a16="http://schemas.microsoft.com/office/drawing/2014/main" id="{596F4300-9774-5EE4-095A-2B84A002A05D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7" name="pg3530">
                <a:extLst>
                  <a:ext uri="{FF2B5EF4-FFF2-40B4-BE49-F238E27FC236}">
                    <a16:creationId xmlns:a16="http://schemas.microsoft.com/office/drawing/2014/main" id="{2D1CE68E-9BDF-81E0-1663-E35BB67E9A8F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8" name="pg3531">
                <a:extLst>
                  <a:ext uri="{FF2B5EF4-FFF2-40B4-BE49-F238E27FC236}">
                    <a16:creationId xmlns:a16="http://schemas.microsoft.com/office/drawing/2014/main" id="{60723231-C9B5-D721-579B-C06F1190AAAF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39" name="pg3532">
                <a:extLst>
                  <a:ext uri="{FF2B5EF4-FFF2-40B4-BE49-F238E27FC236}">
                    <a16:creationId xmlns:a16="http://schemas.microsoft.com/office/drawing/2014/main" id="{554B57BD-6B58-7169-F1A4-2C73247CF397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0" name="pg3533">
                <a:extLst>
                  <a:ext uri="{FF2B5EF4-FFF2-40B4-BE49-F238E27FC236}">
                    <a16:creationId xmlns:a16="http://schemas.microsoft.com/office/drawing/2014/main" id="{080DB6B1-D851-EC75-17E2-A9BF9EB1668D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1" name="pg3534">
                <a:extLst>
                  <a:ext uri="{FF2B5EF4-FFF2-40B4-BE49-F238E27FC236}">
                    <a16:creationId xmlns:a16="http://schemas.microsoft.com/office/drawing/2014/main" id="{33A3EA1D-C1BD-DCE4-1709-6D8D1CE8A087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2" name="pg3535">
                <a:extLst>
                  <a:ext uri="{FF2B5EF4-FFF2-40B4-BE49-F238E27FC236}">
                    <a16:creationId xmlns:a16="http://schemas.microsoft.com/office/drawing/2014/main" id="{A65BC31C-700F-617D-F0B4-8506B962DC0C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3" name="pg3536">
                <a:extLst>
                  <a:ext uri="{FF2B5EF4-FFF2-40B4-BE49-F238E27FC236}">
                    <a16:creationId xmlns:a16="http://schemas.microsoft.com/office/drawing/2014/main" id="{EF9184AA-9DAB-BA52-9F95-E9158CC994F2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4" name="pg3537">
                <a:extLst>
                  <a:ext uri="{FF2B5EF4-FFF2-40B4-BE49-F238E27FC236}">
                    <a16:creationId xmlns:a16="http://schemas.microsoft.com/office/drawing/2014/main" id="{452942CA-CB65-6B88-16E9-33AAD3B5A904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5" name="pg3538">
                <a:extLst>
                  <a:ext uri="{FF2B5EF4-FFF2-40B4-BE49-F238E27FC236}">
                    <a16:creationId xmlns:a16="http://schemas.microsoft.com/office/drawing/2014/main" id="{FFE591D5-B4B6-CA03-E15C-B9CDED087B84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6" name="pg3539">
                <a:extLst>
                  <a:ext uri="{FF2B5EF4-FFF2-40B4-BE49-F238E27FC236}">
                    <a16:creationId xmlns:a16="http://schemas.microsoft.com/office/drawing/2014/main" id="{84676CBB-34C9-5611-4AF3-36BAF977E789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7" name="pg3540">
                <a:extLst>
                  <a:ext uri="{FF2B5EF4-FFF2-40B4-BE49-F238E27FC236}">
                    <a16:creationId xmlns:a16="http://schemas.microsoft.com/office/drawing/2014/main" id="{5D1C13F4-77E7-3D46-6C85-3656C5C31EAD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8" name="pg3541">
                <a:extLst>
                  <a:ext uri="{FF2B5EF4-FFF2-40B4-BE49-F238E27FC236}">
                    <a16:creationId xmlns:a16="http://schemas.microsoft.com/office/drawing/2014/main" id="{9655166D-804F-7E72-23E6-A1F680CF5896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49" name="pg3542">
                <a:extLst>
                  <a:ext uri="{FF2B5EF4-FFF2-40B4-BE49-F238E27FC236}">
                    <a16:creationId xmlns:a16="http://schemas.microsoft.com/office/drawing/2014/main" id="{71B1AF88-F9BA-8D70-5CE4-7637A51ED05A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0" name="pg3543">
                <a:extLst>
                  <a:ext uri="{FF2B5EF4-FFF2-40B4-BE49-F238E27FC236}">
                    <a16:creationId xmlns:a16="http://schemas.microsoft.com/office/drawing/2014/main" id="{DB3CD2AB-4C45-6184-627A-562D62CECF79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1" name="pg3544">
                <a:extLst>
                  <a:ext uri="{FF2B5EF4-FFF2-40B4-BE49-F238E27FC236}">
                    <a16:creationId xmlns:a16="http://schemas.microsoft.com/office/drawing/2014/main" id="{132EC151-051A-C3DA-4643-CD0B3F484ACC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2" name="pg3545">
                <a:extLst>
                  <a:ext uri="{FF2B5EF4-FFF2-40B4-BE49-F238E27FC236}">
                    <a16:creationId xmlns:a16="http://schemas.microsoft.com/office/drawing/2014/main" id="{0C015C47-121A-0B60-1138-C07A77C963C2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3" name="pg3546">
                <a:extLst>
                  <a:ext uri="{FF2B5EF4-FFF2-40B4-BE49-F238E27FC236}">
                    <a16:creationId xmlns:a16="http://schemas.microsoft.com/office/drawing/2014/main" id="{E423E256-3B13-3860-F0C1-926370836344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4" name="pg3547">
                <a:extLst>
                  <a:ext uri="{FF2B5EF4-FFF2-40B4-BE49-F238E27FC236}">
                    <a16:creationId xmlns:a16="http://schemas.microsoft.com/office/drawing/2014/main" id="{942FC69C-3031-7DB2-5937-E660F926937C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5" name="pg3548">
                <a:extLst>
                  <a:ext uri="{FF2B5EF4-FFF2-40B4-BE49-F238E27FC236}">
                    <a16:creationId xmlns:a16="http://schemas.microsoft.com/office/drawing/2014/main" id="{9946617E-99EF-0646-2CC1-B2B0757B7608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6" name="pg3549">
                <a:extLst>
                  <a:ext uri="{FF2B5EF4-FFF2-40B4-BE49-F238E27FC236}">
                    <a16:creationId xmlns:a16="http://schemas.microsoft.com/office/drawing/2014/main" id="{9FB22F75-5229-ED4D-182F-AA9751FE23D4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7" name="pg3550">
                <a:extLst>
                  <a:ext uri="{FF2B5EF4-FFF2-40B4-BE49-F238E27FC236}">
                    <a16:creationId xmlns:a16="http://schemas.microsoft.com/office/drawing/2014/main" id="{EB99BC42-522D-2697-5DFE-ECDFEB923FD9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8" name="pg3551">
                <a:extLst>
                  <a:ext uri="{FF2B5EF4-FFF2-40B4-BE49-F238E27FC236}">
                    <a16:creationId xmlns:a16="http://schemas.microsoft.com/office/drawing/2014/main" id="{B3C7BFCC-16D2-3A82-7E1A-C5C1696C6DEF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59" name="pg3552">
                <a:extLst>
                  <a:ext uri="{FF2B5EF4-FFF2-40B4-BE49-F238E27FC236}">
                    <a16:creationId xmlns:a16="http://schemas.microsoft.com/office/drawing/2014/main" id="{30240A43-9A45-4E62-8C26-E14BD0B0CFC4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0" name="pg3553">
                <a:extLst>
                  <a:ext uri="{FF2B5EF4-FFF2-40B4-BE49-F238E27FC236}">
                    <a16:creationId xmlns:a16="http://schemas.microsoft.com/office/drawing/2014/main" id="{DFCB9137-1BC0-6816-BAD7-F0C3E3569062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1" name="pg3554">
                <a:extLst>
                  <a:ext uri="{FF2B5EF4-FFF2-40B4-BE49-F238E27FC236}">
                    <a16:creationId xmlns:a16="http://schemas.microsoft.com/office/drawing/2014/main" id="{25ECAF76-C7D7-06E2-C084-2722F4DFA55F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2" name="pg3555">
                <a:extLst>
                  <a:ext uri="{FF2B5EF4-FFF2-40B4-BE49-F238E27FC236}">
                    <a16:creationId xmlns:a16="http://schemas.microsoft.com/office/drawing/2014/main" id="{4A2C9905-CB04-DB3F-76C4-C1AF15A5884C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3" name="pg3556">
                <a:extLst>
                  <a:ext uri="{FF2B5EF4-FFF2-40B4-BE49-F238E27FC236}">
                    <a16:creationId xmlns:a16="http://schemas.microsoft.com/office/drawing/2014/main" id="{46DBF042-A9EA-043F-3D4C-B00D0BB8C7BF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4" name="pg3557">
                <a:extLst>
                  <a:ext uri="{FF2B5EF4-FFF2-40B4-BE49-F238E27FC236}">
                    <a16:creationId xmlns:a16="http://schemas.microsoft.com/office/drawing/2014/main" id="{5570B2AE-4855-5BE1-52C1-46E7A481006E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5" name="pg3558">
                <a:extLst>
                  <a:ext uri="{FF2B5EF4-FFF2-40B4-BE49-F238E27FC236}">
                    <a16:creationId xmlns:a16="http://schemas.microsoft.com/office/drawing/2014/main" id="{D3962A9F-59E1-9B10-E02E-BFB5618FFD84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6" name="pg3559">
                <a:extLst>
                  <a:ext uri="{FF2B5EF4-FFF2-40B4-BE49-F238E27FC236}">
                    <a16:creationId xmlns:a16="http://schemas.microsoft.com/office/drawing/2014/main" id="{CCCFF6DC-B9F0-1873-08B5-E8EC9A560E8E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7" name="pg3560">
                <a:extLst>
                  <a:ext uri="{FF2B5EF4-FFF2-40B4-BE49-F238E27FC236}">
                    <a16:creationId xmlns:a16="http://schemas.microsoft.com/office/drawing/2014/main" id="{F8A090D8-949A-3AE2-97D8-3B18DC1F47D4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8" name="pg3561">
                <a:extLst>
                  <a:ext uri="{FF2B5EF4-FFF2-40B4-BE49-F238E27FC236}">
                    <a16:creationId xmlns:a16="http://schemas.microsoft.com/office/drawing/2014/main" id="{71D966A8-067E-5E10-E3CD-3A3C06B4B16F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5">
                  <a:alpha val="100000"/>
                </a:srgbClr>
              </a:solidFill>
              <a:ln w="5420" cap="flat">
                <a:solidFill>
                  <a:srgbClr val="3B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69" name="pg3562">
                <a:extLst>
                  <a:ext uri="{FF2B5EF4-FFF2-40B4-BE49-F238E27FC236}">
                    <a16:creationId xmlns:a16="http://schemas.microsoft.com/office/drawing/2014/main" id="{7A3D1F32-D1DD-7022-EB89-3EB68999D26C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765">
                  <a:alpha val="100000"/>
                </a:srgbClr>
              </a:solidFill>
              <a:ln w="5420" cap="flat">
                <a:solidFill>
                  <a:srgbClr val="3A37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0" name="pg3563">
                <a:extLst>
                  <a:ext uri="{FF2B5EF4-FFF2-40B4-BE49-F238E27FC236}">
                    <a16:creationId xmlns:a16="http://schemas.microsoft.com/office/drawing/2014/main" id="{B0B4F543-3779-EF51-5B2D-F3C9A17AB038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1" name="pg3564">
                <a:extLst>
                  <a:ext uri="{FF2B5EF4-FFF2-40B4-BE49-F238E27FC236}">
                    <a16:creationId xmlns:a16="http://schemas.microsoft.com/office/drawing/2014/main" id="{7B473EFF-4BAC-D008-783C-D36A48875A0A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2" name="pg3565">
                <a:extLst>
                  <a:ext uri="{FF2B5EF4-FFF2-40B4-BE49-F238E27FC236}">
                    <a16:creationId xmlns:a16="http://schemas.microsoft.com/office/drawing/2014/main" id="{44474DDF-4BE2-2827-44F8-4291A50DDD3B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3" name="pg3566">
                <a:extLst>
                  <a:ext uri="{FF2B5EF4-FFF2-40B4-BE49-F238E27FC236}">
                    <a16:creationId xmlns:a16="http://schemas.microsoft.com/office/drawing/2014/main" id="{9DE30C60-1FAE-7303-B480-CAEF0C077F9B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4" name="pg3567">
                <a:extLst>
                  <a:ext uri="{FF2B5EF4-FFF2-40B4-BE49-F238E27FC236}">
                    <a16:creationId xmlns:a16="http://schemas.microsoft.com/office/drawing/2014/main" id="{9A760824-99E7-8AD0-BC4D-40A6FF531FDE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5" name="pg3568">
                <a:extLst>
                  <a:ext uri="{FF2B5EF4-FFF2-40B4-BE49-F238E27FC236}">
                    <a16:creationId xmlns:a16="http://schemas.microsoft.com/office/drawing/2014/main" id="{E7842D01-8169-8650-559F-3F2D8997EB03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6" name="pg3569">
                <a:extLst>
                  <a:ext uri="{FF2B5EF4-FFF2-40B4-BE49-F238E27FC236}">
                    <a16:creationId xmlns:a16="http://schemas.microsoft.com/office/drawing/2014/main" id="{464FFDA2-00B3-96D4-65ED-A859D7A76C76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7" name="pg3570">
                <a:extLst>
                  <a:ext uri="{FF2B5EF4-FFF2-40B4-BE49-F238E27FC236}">
                    <a16:creationId xmlns:a16="http://schemas.microsoft.com/office/drawing/2014/main" id="{30CFB02A-B304-C55F-004B-E7782A24C844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8" name="pg3571">
                <a:extLst>
                  <a:ext uri="{FF2B5EF4-FFF2-40B4-BE49-F238E27FC236}">
                    <a16:creationId xmlns:a16="http://schemas.microsoft.com/office/drawing/2014/main" id="{5FC37B92-349C-1956-03F8-C5BC3A45B794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79" name="pg3572">
                <a:extLst>
                  <a:ext uri="{FF2B5EF4-FFF2-40B4-BE49-F238E27FC236}">
                    <a16:creationId xmlns:a16="http://schemas.microsoft.com/office/drawing/2014/main" id="{867B952A-7E58-96C3-16C1-8BA70F0F5733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0" name="pg3573">
                <a:extLst>
                  <a:ext uri="{FF2B5EF4-FFF2-40B4-BE49-F238E27FC236}">
                    <a16:creationId xmlns:a16="http://schemas.microsoft.com/office/drawing/2014/main" id="{141F16E1-03B6-BFFF-307E-6FC349648BF4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1" name="pg3574">
                <a:extLst>
                  <a:ext uri="{FF2B5EF4-FFF2-40B4-BE49-F238E27FC236}">
                    <a16:creationId xmlns:a16="http://schemas.microsoft.com/office/drawing/2014/main" id="{F3DB9CF8-C679-BA36-E8D1-BA860191D161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2" name="pg3575">
                <a:extLst>
                  <a:ext uri="{FF2B5EF4-FFF2-40B4-BE49-F238E27FC236}">
                    <a16:creationId xmlns:a16="http://schemas.microsoft.com/office/drawing/2014/main" id="{4E0EABCA-623A-F5CC-7629-27EE52F9E04B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3" name="pg3576">
                <a:extLst>
                  <a:ext uri="{FF2B5EF4-FFF2-40B4-BE49-F238E27FC236}">
                    <a16:creationId xmlns:a16="http://schemas.microsoft.com/office/drawing/2014/main" id="{36EA92BF-B0C7-5EDE-3CBD-CC6C687B497C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4" name="pg3577">
                <a:extLst>
                  <a:ext uri="{FF2B5EF4-FFF2-40B4-BE49-F238E27FC236}">
                    <a16:creationId xmlns:a16="http://schemas.microsoft.com/office/drawing/2014/main" id="{748246AD-BA34-B303-39BB-F1112B77F393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5" name="pg3578">
                <a:extLst>
                  <a:ext uri="{FF2B5EF4-FFF2-40B4-BE49-F238E27FC236}">
                    <a16:creationId xmlns:a16="http://schemas.microsoft.com/office/drawing/2014/main" id="{E4A2CDF7-C19A-1072-E0A7-D755194B9AD7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6" name="pg3579">
                <a:extLst>
                  <a:ext uri="{FF2B5EF4-FFF2-40B4-BE49-F238E27FC236}">
                    <a16:creationId xmlns:a16="http://schemas.microsoft.com/office/drawing/2014/main" id="{279E6D66-97DD-4BA7-4AFF-F331CAB132B1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7" name="pg3580">
                <a:extLst>
                  <a:ext uri="{FF2B5EF4-FFF2-40B4-BE49-F238E27FC236}">
                    <a16:creationId xmlns:a16="http://schemas.microsoft.com/office/drawing/2014/main" id="{807CDDB8-4254-0884-4F99-F6361B83F1F2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8" name="pg3581">
                <a:extLst>
                  <a:ext uri="{FF2B5EF4-FFF2-40B4-BE49-F238E27FC236}">
                    <a16:creationId xmlns:a16="http://schemas.microsoft.com/office/drawing/2014/main" id="{2D36B229-2326-30DD-B78C-8C1C655CED09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89" name="pg3582">
                <a:extLst>
                  <a:ext uri="{FF2B5EF4-FFF2-40B4-BE49-F238E27FC236}">
                    <a16:creationId xmlns:a16="http://schemas.microsoft.com/office/drawing/2014/main" id="{C1C77E9D-C16F-9E45-6DCB-2E60F311B34B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0" name="pg3583">
                <a:extLst>
                  <a:ext uri="{FF2B5EF4-FFF2-40B4-BE49-F238E27FC236}">
                    <a16:creationId xmlns:a16="http://schemas.microsoft.com/office/drawing/2014/main" id="{8C0137FB-CBC9-840E-ADCA-17421D273336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1" name="pg3584">
                <a:extLst>
                  <a:ext uri="{FF2B5EF4-FFF2-40B4-BE49-F238E27FC236}">
                    <a16:creationId xmlns:a16="http://schemas.microsoft.com/office/drawing/2014/main" id="{648F7F36-4777-5E3F-B280-9B68618943B6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2" name="pg3585">
                <a:extLst>
                  <a:ext uri="{FF2B5EF4-FFF2-40B4-BE49-F238E27FC236}">
                    <a16:creationId xmlns:a16="http://schemas.microsoft.com/office/drawing/2014/main" id="{E44B9148-9333-C691-90CA-F4150B264B0B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3" name="pg3586">
                <a:extLst>
                  <a:ext uri="{FF2B5EF4-FFF2-40B4-BE49-F238E27FC236}">
                    <a16:creationId xmlns:a16="http://schemas.microsoft.com/office/drawing/2014/main" id="{430F5787-2A93-4BF8-2A97-9AC77335C0B2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4" name="pg3587">
                <a:extLst>
                  <a:ext uri="{FF2B5EF4-FFF2-40B4-BE49-F238E27FC236}">
                    <a16:creationId xmlns:a16="http://schemas.microsoft.com/office/drawing/2014/main" id="{5E1D4351-C140-1338-27D8-432E0B949EF9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5" name="pg3588">
                <a:extLst>
                  <a:ext uri="{FF2B5EF4-FFF2-40B4-BE49-F238E27FC236}">
                    <a16:creationId xmlns:a16="http://schemas.microsoft.com/office/drawing/2014/main" id="{96D70754-B51D-4A85-F9AB-A135D091BF5B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6" name="pg3589">
                <a:extLst>
                  <a:ext uri="{FF2B5EF4-FFF2-40B4-BE49-F238E27FC236}">
                    <a16:creationId xmlns:a16="http://schemas.microsoft.com/office/drawing/2014/main" id="{AC794068-7748-ED93-56B9-C2BAA4353423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7" name="pg3590">
                <a:extLst>
                  <a:ext uri="{FF2B5EF4-FFF2-40B4-BE49-F238E27FC236}">
                    <a16:creationId xmlns:a16="http://schemas.microsoft.com/office/drawing/2014/main" id="{D24AE64F-7687-396E-A2A9-AADC23A5D5A4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8" name="pg3591">
                <a:extLst>
                  <a:ext uri="{FF2B5EF4-FFF2-40B4-BE49-F238E27FC236}">
                    <a16:creationId xmlns:a16="http://schemas.microsoft.com/office/drawing/2014/main" id="{96958844-89DB-A14D-9D47-EF886FAC5DEB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499" name="pg3592">
                <a:extLst>
                  <a:ext uri="{FF2B5EF4-FFF2-40B4-BE49-F238E27FC236}">
                    <a16:creationId xmlns:a16="http://schemas.microsoft.com/office/drawing/2014/main" id="{98A15A79-DD93-50AD-A9E2-23BD0AF14CDB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0" name="pg3593">
                <a:extLst>
                  <a:ext uri="{FF2B5EF4-FFF2-40B4-BE49-F238E27FC236}">
                    <a16:creationId xmlns:a16="http://schemas.microsoft.com/office/drawing/2014/main" id="{1B03F126-2E4A-0E4F-278F-01EDE29242C5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1" name="pg3594">
                <a:extLst>
                  <a:ext uri="{FF2B5EF4-FFF2-40B4-BE49-F238E27FC236}">
                    <a16:creationId xmlns:a16="http://schemas.microsoft.com/office/drawing/2014/main" id="{EA79DF16-DB14-D69F-F766-8FC0D6EC6E14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2" name="pg3595">
                <a:extLst>
                  <a:ext uri="{FF2B5EF4-FFF2-40B4-BE49-F238E27FC236}">
                    <a16:creationId xmlns:a16="http://schemas.microsoft.com/office/drawing/2014/main" id="{EBA7B250-594B-6E1F-A437-30CF4CFA8755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3" name="pg3596">
                <a:extLst>
                  <a:ext uri="{FF2B5EF4-FFF2-40B4-BE49-F238E27FC236}">
                    <a16:creationId xmlns:a16="http://schemas.microsoft.com/office/drawing/2014/main" id="{B62E9DAA-5A7C-CD30-EEC4-8D054387112B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4" name="pg3597">
                <a:extLst>
                  <a:ext uri="{FF2B5EF4-FFF2-40B4-BE49-F238E27FC236}">
                    <a16:creationId xmlns:a16="http://schemas.microsoft.com/office/drawing/2014/main" id="{61DEC0D0-42F9-0A9A-842D-DA6336965D35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5" name="pg3598">
                <a:extLst>
                  <a:ext uri="{FF2B5EF4-FFF2-40B4-BE49-F238E27FC236}">
                    <a16:creationId xmlns:a16="http://schemas.microsoft.com/office/drawing/2014/main" id="{71D3BF94-542D-7459-F008-B62353A42CF7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6" name="pg3599">
                <a:extLst>
                  <a:ext uri="{FF2B5EF4-FFF2-40B4-BE49-F238E27FC236}">
                    <a16:creationId xmlns:a16="http://schemas.microsoft.com/office/drawing/2014/main" id="{665B8BEE-C433-5200-DAA8-D9D3689ED1CF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7" name="pg3600">
                <a:extLst>
                  <a:ext uri="{FF2B5EF4-FFF2-40B4-BE49-F238E27FC236}">
                    <a16:creationId xmlns:a16="http://schemas.microsoft.com/office/drawing/2014/main" id="{A5695052-D26E-D2E1-C04B-9F1C0BE58D7A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8" name="pg3601">
                <a:extLst>
                  <a:ext uri="{FF2B5EF4-FFF2-40B4-BE49-F238E27FC236}">
                    <a16:creationId xmlns:a16="http://schemas.microsoft.com/office/drawing/2014/main" id="{F96183DF-D868-4CDE-586D-1B4935BA10E4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09" name="pg3602">
                <a:extLst>
                  <a:ext uri="{FF2B5EF4-FFF2-40B4-BE49-F238E27FC236}">
                    <a16:creationId xmlns:a16="http://schemas.microsoft.com/office/drawing/2014/main" id="{62EED260-E86A-FA00-02E2-E06D7A0022BF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0" name="pg3603">
                <a:extLst>
                  <a:ext uri="{FF2B5EF4-FFF2-40B4-BE49-F238E27FC236}">
                    <a16:creationId xmlns:a16="http://schemas.microsoft.com/office/drawing/2014/main" id="{B9EF689C-DC01-AF75-BFC9-7442419BE5F3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1" name="pg3604">
                <a:extLst>
                  <a:ext uri="{FF2B5EF4-FFF2-40B4-BE49-F238E27FC236}">
                    <a16:creationId xmlns:a16="http://schemas.microsoft.com/office/drawing/2014/main" id="{FA4F8A8F-0D16-6120-EC72-599B70CAFD97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2" name="pg3605">
                <a:extLst>
                  <a:ext uri="{FF2B5EF4-FFF2-40B4-BE49-F238E27FC236}">
                    <a16:creationId xmlns:a16="http://schemas.microsoft.com/office/drawing/2014/main" id="{3AEEB159-21C3-DADB-6BFF-5DA2D4357C1E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3" name="pg3606">
                <a:extLst>
                  <a:ext uri="{FF2B5EF4-FFF2-40B4-BE49-F238E27FC236}">
                    <a16:creationId xmlns:a16="http://schemas.microsoft.com/office/drawing/2014/main" id="{33E5D1B3-9B22-5D70-D8CA-29ED874F7A23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4" name="pg3607">
                <a:extLst>
                  <a:ext uri="{FF2B5EF4-FFF2-40B4-BE49-F238E27FC236}">
                    <a16:creationId xmlns:a16="http://schemas.microsoft.com/office/drawing/2014/main" id="{AF89DFF1-1862-6F43-98F4-FF38C6734E26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5" name="pg3608">
                <a:extLst>
                  <a:ext uri="{FF2B5EF4-FFF2-40B4-BE49-F238E27FC236}">
                    <a16:creationId xmlns:a16="http://schemas.microsoft.com/office/drawing/2014/main" id="{41A01AAF-ED0C-1979-EF8D-46C60F58E922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8">
                  <a:alpha val="100000"/>
                </a:srgbClr>
              </a:solidFill>
              <a:ln w="5420" cap="flat">
                <a:solidFill>
                  <a:srgbClr val="3B39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6" name="pg3609">
                <a:extLst>
                  <a:ext uri="{FF2B5EF4-FFF2-40B4-BE49-F238E27FC236}">
                    <a16:creationId xmlns:a16="http://schemas.microsoft.com/office/drawing/2014/main" id="{A659D3CE-0F19-A4EA-EF63-BCB1D15194B7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7" name="pg3610">
                <a:extLst>
                  <a:ext uri="{FF2B5EF4-FFF2-40B4-BE49-F238E27FC236}">
                    <a16:creationId xmlns:a16="http://schemas.microsoft.com/office/drawing/2014/main" id="{386A36F7-9149-14A9-693C-37B5F86B92CA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8" name="pg3611">
                <a:extLst>
                  <a:ext uri="{FF2B5EF4-FFF2-40B4-BE49-F238E27FC236}">
                    <a16:creationId xmlns:a16="http://schemas.microsoft.com/office/drawing/2014/main" id="{AE2FB4A6-703E-EB8B-FD8A-E9D523B25A7E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8">
                  <a:alpha val="100000"/>
                </a:srgbClr>
              </a:solidFill>
              <a:ln w="5420" cap="flat">
                <a:solidFill>
                  <a:srgbClr val="3B386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19" name="pg3612">
                <a:extLst>
                  <a:ext uri="{FF2B5EF4-FFF2-40B4-BE49-F238E27FC236}">
                    <a16:creationId xmlns:a16="http://schemas.microsoft.com/office/drawing/2014/main" id="{50A73BF0-4C24-3379-7597-CDC338D54A0E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0" name="pg3613">
                <a:extLst>
                  <a:ext uri="{FF2B5EF4-FFF2-40B4-BE49-F238E27FC236}">
                    <a16:creationId xmlns:a16="http://schemas.microsoft.com/office/drawing/2014/main" id="{45D9F296-EC81-B045-EE45-2F9CE562BED2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1" name="pg3614">
                <a:extLst>
                  <a:ext uri="{FF2B5EF4-FFF2-40B4-BE49-F238E27FC236}">
                    <a16:creationId xmlns:a16="http://schemas.microsoft.com/office/drawing/2014/main" id="{9EFF70C7-3A6D-AB4C-1606-9C6D668FE203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2" name="pg3615">
                <a:extLst>
                  <a:ext uri="{FF2B5EF4-FFF2-40B4-BE49-F238E27FC236}">
                    <a16:creationId xmlns:a16="http://schemas.microsoft.com/office/drawing/2014/main" id="{12CED7D9-8DBC-5B90-E0B8-CB304C5D73A7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3" name="pg3616">
                <a:extLst>
                  <a:ext uri="{FF2B5EF4-FFF2-40B4-BE49-F238E27FC236}">
                    <a16:creationId xmlns:a16="http://schemas.microsoft.com/office/drawing/2014/main" id="{F45CF54B-E758-597F-9888-086D184BA05F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4" name="pg3617">
                <a:extLst>
                  <a:ext uri="{FF2B5EF4-FFF2-40B4-BE49-F238E27FC236}">
                    <a16:creationId xmlns:a16="http://schemas.microsoft.com/office/drawing/2014/main" id="{377CEB5D-D549-AA86-A2DD-A259DEB9CEB6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5" name="pg3618">
                <a:extLst>
                  <a:ext uri="{FF2B5EF4-FFF2-40B4-BE49-F238E27FC236}">
                    <a16:creationId xmlns:a16="http://schemas.microsoft.com/office/drawing/2014/main" id="{AF0D6FCA-0D4B-7DBC-9D66-AA631BDE0D98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6" name="pg3619">
                <a:extLst>
                  <a:ext uri="{FF2B5EF4-FFF2-40B4-BE49-F238E27FC236}">
                    <a16:creationId xmlns:a16="http://schemas.microsoft.com/office/drawing/2014/main" id="{3CC0047F-AA3C-3C0A-4B27-91CF9CC84356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7" name="pg3620">
                <a:extLst>
                  <a:ext uri="{FF2B5EF4-FFF2-40B4-BE49-F238E27FC236}">
                    <a16:creationId xmlns:a16="http://schemas.microsoft.com/office/drawing/2014/main" id="{FDF58C2F-DF1A-2A98-B7A4-53C9A551DEE4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8" name="pg3621">
                <a:extLst>
                  <a:ext uri="{FF2B5EF4-FFF2-40B4-BE49-F238E27FC236}">
                    <a16:creationId xmlns:a16="http://schemas.microsoft.com/office/drawing/2014/main" id="{744877EB-1AC0-A51C-16A5-1FAF1EE53B5E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29" name="pg3622">
                <a:extLst>
                  <a:ext uri="{FF2B5EF4-FFF2-40B4-BE49-F238E27FC236}">
                    <a16:creationId xmlns:a16="http://schemas.microsoft.com/office/drawing/2014/main" id="{ECCD5C91-2294-E38E-D812-DF13326E7780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0" name="pg3623">
                <a:extLst>
                  <a:ext uri="{FF2B5EF4-FFF2-40B4-BE49-F238E27FC236}">
                    <a16:creationId xmlns:a16="http://schemas.microsoft.com/office/drawing/2014/main" id="{50D6AB68-EE96-284B-2558-9DF1EBAC5943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1" name="pg3624">
                <a:extLst>
                  <a:ext uri="{FF2B5EF4-FFF2-40B4-BE49-F238E27FC236}">
                    <a16:creationId xmlns:a16="http://schemas.microsoft.com/office/drawing/2014/main" id="{E094C500-E639-7659-7360-F7A8685B2674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2" name="pg3625">
                <a:extLst>
                  <a:ext uri="{FF2B5EF4-FFF2-40B4-BE49-F238E27FC236}">
                    <a16:creationId xmlns:a16="http://schemas.microsoft.com/office/drawing/2014/main" id="{0622C844-7B26-E057-41DE-AE72BCF16ACC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3" name="pg3626">
                <a:extLst>
                  <a:ext uri="{FF2B5EF4-FFF2-40B4-BE49-F238E27FC236}">
                    <a16:creationId xmlns:a16="http://schemas.microsoft.com/office/drawing/2014/main" id="{116C30CF-CB8E-B201-2E41-406EA603B7F2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4" name="pg3627">
                <a:extLst>
                  <a:ext uri="{FF2B5EF4-FFF2-40B4-BE49-F238E27FC236}">
                    <a16:creationId xmlns:a16="http://schemas.microsoft.com/office/drawing/2014/main" id="{BADB87B1-08C9-E8A7-292B-7EC7DF9CCEC0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5" name="pg3628">
                <a:extLst>
                  <a:ext uri="{FF2B5EF4-FFF2-40B4-BE49-F238E27FC236}">
                    <a16:creationId xmlns:a16="http://schemas.microsoft.com/office/drawing/2014/main" id="{05759F68-1B04-49B9-0FA2-02EA92546D76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6" name="pg3629">
                <a:extLst>
                  <a:ext uri="{FF2B5EF4-FFF2-40B4-BE49-F238E27FC236}">
                    <a16:creationId xmlns:a16="http://schemas.microsoft.com/office/drawing/2014/main" id="{3234575B-F972-0061-A3C3-539FB8AB25BE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7" name="pg3630">
                <a:extLst>
                  <a:ext uri="{FF2B5EF4-FFF2-40B4-BE49-F238E27FC236}">
                    <a16:creationId xmlns:a16="http://schemas.microsoft.com/office/drawing/2014/main" id="{5693DF9A-7869-C893-3902-CE017546A9F6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8" name="pg3631">
                <a:extLst>
                  <a:ext uri="{FF2B5EF4-FFF2-40B4-BE49-F238E27FC236}">
                    <a16:creationId xmlns:a16="http://schemas.microsoft.com/office/drawing/2014/main" id="{FF65058D-697A-7246-72B5-4955748F5AC1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39" name="pg3632">
                <a:extLst>
                  <a:ext uri="{FF2B5EF4-FFF2-40B4-BE49-F238E27FC236}">
                    <a16:creationId xmlns:a16="http://schemas.microsoft.com/office/drawing/2014/main" id="{95C3D930-8D1A-33D6-55EE-308897BE05C5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0" name="pg3633">
                <a:extLst>
                  <a:ext uri="{FF2B5EF4-FFF2-40B4-BE49-F238E27FC236}">
                    <a16:creationId xmlns:a16="http://schemas.microsoft.com/office/drawing/2014/main" id="{CD84F274-A0B7-AB8D-02DF-559D42987368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1" name="pg3634">
                <a:extLst>
                  <a:ext uri="{FF2B5EF4-FFF2-40B4-BE49-F238E27FC236}">
                    <a16:creationId xmlns:a16="http://schemas.microsoft.com/office/drawing/2014/main" id="{DD3F0046-221D-4ADF-F7DD-D336EBB67FC4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2" name="pg3635">
                <a:extLst>
                  <a:ext uri="{FF2B5EF4-FFF2-40B4-BE49-F238E27FC236}">
                    <a16:creationId xmlns:a16="http://schemas.microsoft.com/office/drawing/2014/main" id="{EE6A3003-C07D-8F17-B247-D0CFEF99060F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3" name="pg3636">
                <a:extLst>
                  <a:ext uri="{FF2B5EF4-FFF2-40B4-BE49-F238E27FC236}">
                    <a16:creationId xmlns:a16="http://schemas.microsoft.com/office/drawing/2014/main" id="{9BF54F6C-AA4E-A9D4-FF1C-67E18964ACFC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4" name="pg3637">
                <a:extLst>
                  <a:ext uri="{FF2B5EF4-FFF2-40B4-BE49-F238E27FC236}">
                    <a16:creationId xmlns:a16="http://schemas.microsoft.com/office/drawing/2014/main" id="{6EC57E50-B4B5-3D12-91AD-629E3ACB7B09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5" name="pg3638">
                <a:extLst>
                  <a:ext uri="{FF2B5EF4-FFF2-40B4-BE49-F238E27FC236}">
                    <a16:creationId xmlns:a16="http://schemas.microsoft.com/office/drawing/2014/main" id="{4DB25422-B74C-FA9A-A1EC-FD0C44DEA062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6" name="pg3639">
                <a:extLst>
                  <a:ext uri="{FF2B5EF4-FFF2-40B4-BE49-F238E27FC236}">
                    <a16:creationId xmlns:a16="http://schemas.microsoft.com/office/drawing/2014/main" id="{76759CEF-BD79-6924-16D7-AC7BE850E86E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7" name="pg3640">
                <a:extLst>
                  <a:ext uri="{FF2B5EF4-FFF2-40B4-BE49-F238E27FC236}">
                    <a16:creationId xmlns:a16="http://schemas.microsoft.com/office/drawing/2014/main" id="{D8799B72-4104-6B1F-84B6-8D032750C54B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8" name="pg3641">
                <a:extLst>
                  <a:ext uri="{FF2B5EF4-FFF2-40B4-BE49-F238E27FC236}">
                    <a16:creationId xmlns:a16="http://schemas.microsoft.com/office/drawing/2014/main" id="{F466DBCC-97B5-E984-580A-9AC9AF22AFDB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49" name="pg3642">
                <a:extLst>
                  <a:ext uri="{FF2B5EF4-FFF2-40B4-BE49-F238E27FC236}">
                    <a16:creationId xmlns:a16="http://schemas.microsoft.com/office/drawing/2014/main" id="{63B142CA-45E2-AD5A-58F6-96558A247074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0" name="pg3643">
                <a:extLst>
                  <a:ext uri="{FF2B5EF4-FFF2-40B4-BE49-F238E27FC236}">
                    <a16:creationId xmlns:a16="http://schemas.microsoft.com/office/drawing/2014/main" id="{D4076936-1EE3-5E8E-3AEA-58B255B0469E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1" name="pg3644">
                <a:extLst>
                  <a:ext uri="{FF2B5EF4-FFF2-40B4-BE49-F238E27FC236}">
                    <a16:creationId xmlns:a16="http://schemas.microsoft.com/office/drawing/2014/main" id="{D86B419C-DCD8-EFD1-DBED-A2161C8983FD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2" name="pg3645">
                <a:extLst>
                  <a:ext uri="{FF2B5EF4-FFF2-40B4-BE49-F238E27FC236}">
                    <a16:creationId xmlns:a16="http://schemas.microsoft.com/office/drawing/2014/main" id="{F0057ED0-9629-A287-8286-8AA2DA20D97F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3" name="pg3646">
                <a:extLst>
                  <a:ext uri="{FF2B5EF4-FFF2-40B4-BE49-F238E27FC236}">
                    <a16:creationId xmlns:a16="http://schemas.microsoft.com/office/drawing/2014/main" id="{FBDFD1C2-6C92-378B-B0DE-C24306EE5786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4" name="pg3647">
                <a:extLst>
                  <a:ext uri="{FF2B5EF4-FFF2-40B4-BE49-F238E27FC236}">
                    <a16:creationId xmlns:a16="http://schemas.microsoft.com/office/drawing/2014/main" id="{F490C599-B5C1-19B9-C560-9FE539C84980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5" name="pg3648">
                <a:extLst>
                  <a:ext uri="{FF2B5EF4-FFF2-40B4-BE49-F238E27FC236}">
                    <a16:creationId xmlns:a16="http://schemas.microsoft.com/office/drawing/2014/main" id="{207A70D4-F43C-5C1F-53B9-B1C223E852F5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6" name="pg3649">
                <a:extLst>
                  <a:ext uri="{FF2B5EF4-FFF2-40B4-BE49-F238E27FC236}">
                    <a16:creationId xmlns:a16="http://schemas.microsoft.com/office/drawing/2014/main" id="{B7A86E87-2DCA-B01B-AF37-EAC45C1E9FA9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7" name="pg3650">
                <a:extLst>
                  <a:ext uri="{FF2B5EF4-FFF2-40B4-BE49-F238E27FC236}">
                    <a16:creationId xmlns:a16="http://schemas.microsoft.com/office/drawing/2014/main" id="{52F34674-9003-7CAC-965C-8ABA5C18F4C1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8" name="pg3651">
                <a:extLst>
                  <a:ext uri="{FF2B5EF4-FFF2-40B4-BE49-F238E27FC236}">
                    <a16:creationId xmlns:a16="http://schemas.microsoft.com/office/drawing/2014/main" id="{C5F4BF05-4F36-F90E-3B0A-BC6BD2B5A5EF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59" name="pg3652">
                <a:extLst>
                  <a:ext uri="{FF2B5EF4-FFF2-40B4-BE49-F238E27FC236}">
                    <a16:creationId xmlns:a16="http://schemas.microsoft.com/office/drawing/2014/main" id="{E877C08D-3FAB-BE24-B2D3-093B52B259B0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0" name="pg3653">
                <a:extLst>
                  <a:ext uri="{FF2B5EF4-FFF2-40B4-BE49-F238E27FC236}">
                    <a16:creationId xmlns:a16="http://schemas.microsoft.com/office/drawing/2014/main" id="{AA1B984D-3616-B68F-B826-391423A4BA6C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1" name="pg3654">
                <a:extLst>
                  <a:ext uri="{FF2B5EF4-FFF2-40B4-BE49-F238E27FC236}">
                    <a16:creationId xmlns:a16="http://schemas.microsoft.com/office/drawing/2014/main" id="{9C76FD73-8F4F-87F0-970F-53E833E9B277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2" name="pg3655">
                <a:extLst>
                  <a:ext uri="{FF2B5EF4-FFF2-40B4-BE49-F238E27FC236}">
                    <a16:creationId xmlns:a16="http://schemas.microsoft.com/office/drawing/2014/main" id="{9881FAC1-5084-DA31-FC20-93A0C6C54D1F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3" name="pg3656">
                <a:extLst>
                  <a:ext uri="{FF2B5EF4-FFF2-40B4-BE49-F238E27FC236}">
                    <a16:creationId xmlns:a16="http://schemas.microsoft.com/office/drawing/2014/main" id="{7158725D-C6F6-3261-C6A8-824E4A7D65A7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4" name="pg3657">
                <a:extLst>
                  <a:ext uri="{FF2B5EF4-FFF2-40B4-BE49-F238E27FC236}">
                    <a16:creationId xmlns:a16="http://schemas.microsoft.com/office/drawing/2014/main" id="{A601C12B-4A2C-858D-8936-0263015D4694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5" name="pg3658">
                <a:extLst>
                  <a:ext uri="{FF2B5EF4-FFF2-40B4-BE49-F238E27FC236}">
                    <a16:creationId xmlns:a16="http://schemas.microsoft.com/office/drawing/2014/main" id="{40EA9FD8-F9CE-5813-D584-5E041F248E98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6" name="pg3659">
                <a:extLst>
                  <a:ext uri="{FF2B5EF4-FFF2-40B4-BE49-F238E27FC236}">
                    <a16:creationId xmlns:a16="http://schemas.microsoft.com/office/drawing/2014/main" id="{3C2D9EBC-1D98-B990-92E6-00FBBCBFCFB5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7" name="pg3660">
                <a:extLst>
                  <a:ext uri="{FF2B5EF4-FFF2-40B4-BE49-F238E27FC236}">
                    <a16:creationId xmlns:a16="http://schemas.microsoft.com/office/drawing/2014/main" id="{86C7455E-0DE6-C1F3-2FB1-4D022CE896A9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8" name="pg3661">
                <a:extLst>
                  <a:ext uri="{FF2B5EF4-FFF2-40B4-BE49-F238E27FC236}">
                    <a16:creationId xmlns:a16="http://schemas.microsoft.com/office/drawing/2014/main" id="{7529A7D9-F8D7-41E7-51FD-A60C65B6D467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69" name="pg3662">
                <a:extLst>
                  <a:ext uri="{FF2B5EF4-FFF2-40B4-BE49-F238E27FC236}">
                    <a16:creationId xmlns:a16="http://schemas.microsoft.com/office/drawing/2014/main" id="{FAC6A1B3-6E1A-D8CE-E5D8-36BF639642A1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0" name="pg3663">
                <a:extLst>
                  <a:ext uri="{FF2B5EF4-FFF2-40B4-BE49-F238E27FC236}">
                    <a16:creationId xmlns:a16="http://schemas.microsoft.com/office/drawing/2014/main" id="{22783ECF-1E6A-CB82-4948-C9BDCA5DC5AC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1" name="pg3664">
                <a:extLst>
                  <a:ext uri="{FF2B5EF4-FFF2-40B4-BE49-F238E27FC236}">
                    <a16:creationId xmlns:a16="http://schemas.microsoft.com/office/drawing/2014/main" id="{6B08B534-B93E-0051-7220-66290FEA98EE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2" name="pg3665">
                <a:extLst>
                  <a:ext uri="{FF2B5EF4-FFF2-40B4-BE49-F238E27FC236}">
                    <a16:creationId xmlns:a16="http://schemas.microsoft.com/office/drawing/2014/main" id="{B3B2A0A9-0EAE-205B-F7AE-F0F08CDE87CF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3" name="pg3666">
                <a:extLst>
                  <a:ext uri="{FF2B5EF4-FFF2-40B4-BE49-F238E27FC236}">
                    <a16:creationId xmlns:a16="http://schemas.microsoft.com/office/drawing/2014/main" id="{E3042352-7D56-0987-2BF4-0CBA9CC79483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4" name="pg3667">
                <a:extLst>
                  <a:ext uri="{FF2B5EF4-FFF2-40B4-BE49-F238E27FC236}">
                    <a16:creationId xmlns:a16="http://schemas.microsoft.com/office/drawing/2014/main" id="{B8BE41B2-6E76-6C82-FF81-A78EEE4636E0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5" name="pg3668">
                <a:extLst>
                  <a:ext uri="{FF2B5EF4-FFF2-40B4-BE49-F238E27FC236}">
                    <a16:creationId xmlns:a16="http://schemas.microsoft.com/office/drawing/2014/main" id="{49E3B397-00AE-74E4-56AE-8270DC9BFF3C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6" name="pg3669">
                <a:extLst>
                  <a:ext uri="{FF2B5EF4-FFF2-40B4-BE49-F238E27FC236}">
                    <a16:creationId xmlns:a16="http://schemas.microsoft.com/office/drawing/2014/main" id="{3936C570-AC81-3953-9E9A-1B7F417EBC27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7" name="pg3670">
                <a:extLst>
                  <a:ext uri="{FF2B5EF4-FFF2-40B4-BE49-F238E27FC236}">
                    <a16:creationId xmlns:a16="http://schemas.microsoft.com/office/drawing/2014/main" id="{D17AC328-E1CB-4E8B-7658-51AC25213B95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8" name="pg3671">
                <a:extLst>
                  <a:ext uri="{FF2B5EF4-FFF2-40B4-BE49-F238E27FC236}">
                    <a16:creationId xmlns:a16="http://schemas.microsoft.com/office/drawing/2014/main" id="{07B2B374-12A6-C9C0-1F56-DB07A56E525F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79" name="pg3672">
                <a:extLst>
                  <a:ext uri="{FF2B5EF4-FFF2-40B4-BE49-F238E27FC236}">
                    <a16:creationId xmlns:a16="http://schemas.microsoft.com/office/drawing/2014/main" id="{31BC801E-38AE-0AE0-F65E-C9675F58EC09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0" name="pg3673">
                <a:extLst>
                  <a:ext uri="{FF2B5EF4-FFF2-40B4-BE49-F238E27FC236}">
                    <a16:creationId xmlns:a16="http://schemas.microsoft.com/office/drawing/2014/main" id="{1C23DEC1-1EBC-4AC1-ED01-B075A8911447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1" name="pg3674">
                <a:extLst>
                  <a:ext uri="{FF2B5EF4-FFF2-40B4-BE49-F238E27FC236}">
                    <a16:creationId xmlns:a16="http://schemas.microsoft.com/office/drawing/2014/main" id="{F6E771C8-CCF9-CDD6-42AC-A8435B2E182D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2" name="pg3675">
                <a:extLst>
                  <a:ext uri="{FF2B5EF4-FFF2-40B4-BE49-F238E27FC236}">
                    <a16:creationId xmlns:a16="http://schemas.microsoft.com/office/drawing/2014/main" id="{19D94F99-9363-3841-155D-980151A7D141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3" name="pg3676">
                <a:extLst>
                  <a:ext uri="{FF2B5EF4-FFF2-40B4-BE49-F238E27FC236}">
                    <a16:creationId xmlns:a16="http://schemas.microsoft.com/office/drawing/2014/main" id="{60B0F754-7D16-576B-A11D-95F00895C6B9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4" name="pg3677">
                <a:extLst>
                  <a:ext uri="{FF2B5EF4-FFF2-40B4-BE49-F238E27FC236}">
                    <a16:creationId xmlns:a16="http://schemas.microsoft.com/office/drawing/2014/main" id="{3F992FF1-962D-96B1-0481-405F0D08FFA9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5" name="pg3678">
                <a:extLst>
                  <a:ext uri="{FF2B5EF4-FFF2-40B4-BE49-F238E27FC236}">
                    <a16:creationId xmlns:a16="http://schemas.microsoft.com/office/drawing/2014/main" id="{3CC53A9C-ADB6-99B0-9689-969A9A13442E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6" name="pg3679">
                <a:extLst>
                  <a:ext uri="{FF2B5EF4-FFF2-40B4-BE49-F238E27FC236}">
                    <a16:creationId xmlns:a16="http://schemas.microsoft.com/office/drawing/2014/main" id="{07EFF6D1-A41B-A43A-2CBA-9328D1D555C7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7" name="pg3680">
                <a:extLst>
                  <a:ext uri="{FF2B5EF4-FFF2-40B4-BE49-F238E27FC236}">
                    <a16:creationId xmlns:a16="http://schemas.microsoft.com/office/drawing/2014/main" id="{9818D0C1-E113-EB06-09C9-F33BA88A7E25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8" name="pg3681">
                <a:extLst>
                  <a:ext uri="{FF2B5EF4-FFF2-40B4-BE49-F238E27FC236}">
                    <a16:creationId xmlns:a16="http://schemas.microsoft.com/office/drawing/2014/main" id="{5B6AD399-4C5B-31CC-7C4F-E483250551E7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89" name="pg3682">
                <a:extLst>
                  <a:ext uri="{FF2B5EF4-FFF2-40B4-BE49-F238E27FC236}">
                    <a16:creationId xmlns:a16="http://schemas.microsoft.com/office/drawing/2014/main" id="{84AB6F70-C281-81A5-9AD9-42904EA96ABE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0" name="pg3683">
                <a:extLst>
                  <a:ext uri="{FF2B5EF4-FFF2-40B4-BE49-F238E27FC236}">
                    <a16:creationId xmlns:a16="http://schemas.microsoft.com/office/drawing/2014/main" id="{F6A5BD73-A718-BC9A-B50D-90EC46CA9153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1" name="pg3684">
                <a:extLst>
                  <a:ext uri="{FF2B5EF4-FFF2-40B4-BE49-F238E27FC236}">
                    <a16:creationId xmlns:a16="http://schemas.microsoft.com/office/drawing/2014/main" id="{2FFB33E0-FFEC-BE2E-33D6-DE8729762FC2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2" name="pg3685">
                <a:extLst>
                  <a:ext uri="{FF2B5EF4-FFF2-40B4-BE49-F238E27FC236}">
                    <a16:creationId xmlns:a16="http://schemas.microsoft.com/office/drawing/2014/main" id="{DF7A42AE-906A-65FC-4E0C-D6F0D9D8996B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3" name="pg3686">
                <a:extLst>
                  <a:ext uri="{FF2B5EF4-FFF2-40B4-BE49-F238E27FC236}">
                    <a16:creationId xmlns:a16="http://schemas.microsoft.com/office/drawing/2014/main" id="{2F863E6A-D010-A0CE-190C-3C6BECE2F1E9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4" name="pg3687">
                <a:extLst>
                  <a:ext uri="{FF2B5EF4-FFF2-40B4-BE49-F238E27FC236}">
                    <a16:creationId xmlns:a16="http://schemas.microsoft.com/office/drawing/2014/main" id="{431E4585-FA80-C46B-A739-8A871ECCB979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5" name="pg3688">
                <a:extLst>
                  <a:ext uri="{FF2B5EF4-FFF2-40B4-BE49-F238E27FC236}">
                    <a16:creationId xmlns:a16="http://schemas.microsoft.com/office/drawing/2014/main" id="{39310C9A-CE38-9434-5573-F2EFEC97AD5C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6" name="pg3689">
                <a:extLst>
                  <a:ext uri="{FF2B5EF4-FFF2-40B4-BE49-F238E27FC236}">
                    <a16:creationId xmlns:a16="http://schemas.microsoft.com/office/drawing/2014/main" id="{ABEEF701-3081-BB52-3E00-386AA0C23CD2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7" name="pg3690">
                <a:extLst>
                  <a:ext uri="{FF2B5EF4-FFF2-40B4-BE49-F238E27FC236}">
                    <a16:creationId xmlns:a16="http://schemas.microsoft.com/office/drawing/2014/main" id="{1C3A7D86-6F24-D444-550D-001042F1255C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8" name="pg3691">
                <a:extLst>
                  <a:ext uri="{FF2B5EF4-FFF2-40B4-BE49-F238E27FC236}">
                    <a16:creationId xmlns:a16="http://schemas.microsoft.com/office/drawing/2014/main" id="{A9080E61-AE52-ADEE-219B-E1D1AFC166D8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599" name="pg3692">
                <a:extLst>
                  <a:ext uri="{FF2B5EF4-FFF2-40B4-BE49-F238E27FC236}">
                    <a16:creationId xmlns:a16="http://schemas.microsoft.com/office/drawing/2014/main" id="{9A1C9FF5-B915-3491-5A98-8E610812CF85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0" name="pg3693">
                <a:extLst>
                  <a:ext uri="{FF2B5EF4-FFF2-40B4-BE49-F238E27FC236}">
                    <a16:creationId xmlns:a16="http://schemas.microsoft.com/office/drawing/2014/main" id="{24E3242F-51DB-E24A-8B3F-BC0305FE0514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1" name="pg3694">
                <a:extLst>
                  <a:ext uri="{FF2B5EF4-FFF2-40B4-BE49-F238E27FC236}">
                    <a16:creationId xmlns:a16="http://schemas.microsoft.com/office/drawing/2014/main" id="{05A1AF2A-B386-A1B6-FE05-35DE106D275A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2" name="pg3695">
                <a:extLst>
                  <a:ext uri="{FF2B5EF4-FFF2-40B4-BE49-F238E27FC236}">
                    <a16:creationId xmlns:a16="http://schemas.microsoft.com/office/drawing/2014/main" id="{FDEDF764-50A9-135F-8481-6BE3427D94E1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3" name="pg3696">
                <a:extLst>
                  <a:ext uri="{FF2B5EF4-FFF2-40B4-BE49-F238E27FC236}">
                    <a16:creationId xmlns:a16="http://schemas.microsoft.com/office/drawing/2014/main" id="{076B222C-437F-BBFD-CA79-55EBD1E08EA9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4" name="pg3697">
                <a:extLst>
                  <a:ext uri="{FF2B5EF4-FFF2-40B4-BE49-F238E27FC236}">
                    <a16:creationId xmlns:a16="http://schemas.microsoft.com/office/drawing/2014/main" id="{27C0C1A8-672B-D231-07D3-26F3E5A06276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2">
                  <a:alpha val="100000"/>
                </a:srgbClr>
              </a:solidFill>
              <a:ln w="5420" cap="flat">
                <a:solidFill>
                  <a:srgbClr val="3A74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5" name="pg3698">
                <a:extLst>
                  <a:ext uri="{FF2B5EF4-FFF2-40B4-BE49-F238E27FC236}">
                    <a16:creationId xmlns:a16="http://schemas.microsoft.com/office/drawing/2014/main" id="{DC0EF40D-DD0A-FA67-6837-D19D950AABDA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6" name="pg3699">
                <a:extLst>
                  <a:ext uri="{FF2B5EF4-FFF2-40B4-BE49-F238E27FC236}">
                    <a16:creationId xmlns:a16="http://schemas.microsoft.com/office/drawing/2014/main" id="{88BD65F4-D93C-5DDC-B4FD-3BD854D3BB72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7" name="pg3700">
                <a:extLst>
                  <a:ext uri="{FF2B5EF4-FFF2-40B4-BE49-F238E27FC236}">
                    <a16:creationId xmlns:a16="http://schemas.microsoft.com/office/drawing/2014/main" id="{BEC4C46D-682A-10D9-FF22-17FCEFDFB28F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8" name="pg3701">
                <a:extLst>
                  <a:ext uri="{FF2B5EF4-FFF2-40B4-BE49-F238E27FC236}">
                    <a16:creationId xmlns:a16="http://schemas.microsoft.com/office/drawing/2014/main" id="{12A14159-28C8-AC1F-2FD6-B37B324D6BDB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09" name="pg3702">
                <a:extLst>
                  <a:ext uri="{FF2B5EF4-FFF2-40B4-BE49-F238E27FC236}">
                    <a16:creationId xmlns:a16="http://schemas.microsoft.com/office/drawing/2014/main" id="{0907E8A9-7883-4F8B-A5E7-ECFE260FB556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0" name="pg3703">
                <a:extLst>
                  <a:ext uri="{FF2B5EF4-FFF2-40B4-BE49-F238E27FC236}">
                    <a16:creationId xmlns:a16="http://schemas.microsoft.com/office/drawing/2014/main" id="{C6939E33-56A3-E41A-F717-07BF86403F72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1" name="pg3704">
                <a:extLst>
                  <a:ext uri="{FF2B5EF4-FFF2-40B4-BE49-F238E27FC236}">
                    <a16:creationId xmlns:a16="http://schemas.microsoft.com/office/drawing/2014/main" id="{42A27C51-91E5-CA50-0566-619260BFD313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E">
                  <a:alpha val="100000"/>
                </a:srgbClr>
              </a:solidFill>
              <a:ln w="5420" cap="flat">
                <a:solidFill>
                  <a:srgbClr val="3B3C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2" name="pg3705">
                <a:extLst>
                  <a:ext uri="{FF2B5EF4-FFF2-40B4-BE49-F238E27FC236}">
                    <a16:creationId xmlns:a16="http://schemas.microsoft.com/office/drawing/2014/main" id="{AA0FEA7E-4C69-E111-BE97-083236A7231C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3" name="pg3706">
                <a:extLst>
                  <a:ext uri="{FF2B5EF4-FFF2-40B4-BE49-F238E27FC236}">
                    <a16:creationId xmlns:a16="http://schemas.microsoft.com/office/drawing/2014/main" id="{1DCF22D8-C3FC-B794-9B4F-C08B9D6BDA8F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4" name="pg3707">
                <a:extLst>
                  <a:ext uri="{FF2B5EF4-FFF2-40B4-BE49-F238E27FC236}">
                    <a16:creationId xmlns:a16="http://schemas.microsoft.com/office/drawing/2014/main" id="{B2836476-4DA0-118A-0925-62A78C0AE216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5" name="pg3708">
                <a:extLst>
                  <a:ext uri="{FF2B5EF4-FFF2-40B4-BE49-F238E27FC236}">
                    <a16:creationId xmlns:a16="http://schemas.microsoft.com/office/drawing/2014/main" id="{C334F373-3CA2-5A6B-F342-BA7360213820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6" name="pg3709">
                <a:extLst>
                  <a:ext uri="{FF2B5EF4-FFF2-40B4-BE49-F238E27FC236}">
                    <a16:creationId xmlns:a16="http://schemas.microsoft.com/office/drawing/2014/main" id="{14FBD757-4C21-380C-7775-7330BB261367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7" name="pg3710">
                <a:extLst>
                  <a:ext uri="{FF2B5EF4-FFF2-40B4-BE49-F238E27FC236}">
                    <a16:creationId xmlns:a16="http://schemas.microsoft.com/office/drawing/2014/main" id="{4309A450-39E6-8A7A-8239-B2E9AF36385E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8" name="pg3711">
                <a:extLst>
                  <a:ext uri="{FF2B5EF4-FFF2-40B4-BE49-F238E27FC236}">
                    <a16:creationId xmlns:a16="http://schemas.microsoft.com/office/drawing/2014/main" id="{EA33B6F1-88D9-C001-90B0-E52D73707DA4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19" name="pg3712">
                <a:extLst>
                  <a:ext uri="{FF2B5EF4-FFF2-40B4-BE49-F238E27FC236}">
                    <a16:creationId xmlns:a16="http://schemas.microsoft.com/office/drawing/2014/main" id="{FBAB30C2-7401-59BB-C115-F434A7A783A9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0" name="pg3713">
                <a:extLst>
                  <a:ext uri="{FF2B5EF4-FFF2-40B4-BE49-F238E27FC236}">
                    <a16:creationId xmlns:a16="http://schemas.microsoft.com/office/drawing/2014/main" id="{69FA4AE9-4721-9268-AE5C-9B75DAE743AE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1" name="pg3714">
                <a:extLst>
                  <a:ext uri="{FF2B5EF4-FFF2-40B4-BE49-F238E27FC236}">
                    <a16:creationId xmlns:a16="http://schemas.microsoft.com/office/drawing/2014/main" id="{977B45C1-A154-7294-02A1-B7E22B6E619C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2" name="pg3715">
                <a:extLst>
                  <a:ext uri="{FF2B5EF4-FFF2-40B4-BE49-F238E27FC236}">
                    <a16:creationId xmlns:a16="http://schemas.microsoft.com/office/drawing/2014/main" id="{527D6847-B1E2-A841-B02A-E9CFD27C5852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3" name="pg3716">
                <a:extLst>
                  <a:ext uri="{FF2B5EF4-FFF2-40B4-BE49-F238E27FC236}">
                    <a16:creationId xmlns:a16="http://schemas.microsoft.com/office/drawing/2014/main" id="{9D870C17-3C16-5EF1-2DD0-038EDF35CD26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4" name="pg3717">
                <a:extLst>
                  <a:ext uri="{FF2B5EF4-FFF2-40B4-BE49-F238E27FC236}">
                    <a16:creationId xmlns:a16="http://schemas.microsoft.com/office/drawing/2014/main" id="{0CF44D1A-B8C5-D0FA-75DE-48730A6C4FE0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5" name="pg3718">
                <a:extLst>
                  <a:ext uri="{FF2B5EF4-FFF2-40B4-BE49-F238E27FC236}">
                    <a16:creationId xmlns:a16="http://schemas.microsoft.com/office/drawing/2014/main" id="{D33CD0AB-4C2F-66E5-47EF-2B80063CCC5A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6" name="pg3719">
                <a:extLst>
                  <a:ext uri="{FF2B5EF4-FFF2-40B4-BE49-F238E27FC236}">
                    <a16:creationId xmlns:a16="http://schemas.microsoft.com/office/drawing/2014/main" id="{5B730DB3-3E2E-D47C-0452-50637B8BE58F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7" name="pg3720">
                <a:extLst>
                  <a:ext uri="{FF2B5EF4-FFF2-40B4-BE49-F238E27FC236}">
                    <a16:creationId xmlns:a16="http://schemas.microsoft.com/office/drawing/2014/main" id="{3553F7B2-AA3D-6979-2250-BCBE9258F02A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8" name="pg3721">
                <a:extLst>
                  <a:ext uri="{FF2B5EF4-FFF2-40B4-BE49-F238E27FC236}">
                    <a16:creationId xmlns:a16="http://schemas.microsoft.com/office/drawing/2014/main" id="{F2C3C627-15D0-B3E5-901D-315AD6EF287B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29" name="pg3722">
                <a:extLst>
                  <a:ext uri="{FF2B5EF4-FFF2-40B4-BE49-F238E27FC236}">
                    <a16:creationId xmlns:a16="http://schemas.microsoft.com/office/drawing/2014/main" id="{7C7F28D7-6904-0F2B-AD36-353B48AF1EEA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0" name="pg3723">
                <a:extLst>
                  <a:ext uri="{FF2B5EF4-FFF2-40B4-BE49-F238E27FC236}">
                    <a16:creationId xmlns:a16="http://schemas.microsoft.com/office/drawing/2014/main" id="{C1CA420A-DF10-E299-5A24-8C1BBCE501EB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1" name="pg3724">
                <a:extLst>
                  <a:ext uri="{FF2B5EF4-FFF2-40B4-BE49-F238E27FC236}">
                    <a16:creationId xmlns:a16="http://schemas.microsoft.com/office/drawing/2014/main" id="{F96D8165-28FD-97CC-D910-A0DAD0BDE02A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2" name="pg3725">
                <a:extLst>
                  <a:ext uri="{FF2B5EF4-FFF2-40B4-BE49-F238E27FC236}">
                    <a16:creationId xmlns:a16="http://schemas.microsoft.com/office/drawing/2014/main" id="{247337B3-9094-702B-1E64-F6C71A988460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3" name="pg3726">
                <a:extLst>
                  <a:ext uri="{FF2B5EF4-FFF2-40B4-BE49-F238E27FC236}">
                    <a16:creationId xmlns:a16="http://schemas.microsoft.com/office/drawing/2014/main" id="{7C53B337-7757-86E2-3E1C-F19D80F0500B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4" name="pg3727">
                <a:extLst>
                  <a:ext uri="{FF2B5EF4-FFF2-40B4-BE49-F238E27FC236}">
                    <a16:creationId xmlns:a16="http://schemas.microsoft.com/office/drawing/2014/main" id="{9F07C42C-9BB3-59C7-CD68-99B21F03B573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5" name="pg3728">
                <a:extLst>
                  <a:ext uri="{FF2B5EF4-FFF2-40B4-BE49-F238E27FC236}">
                    <a16:creationId xmlns:a16="http://schemas.microsoft.com/office/drawing/2014/main" id="{2EDC94FD-72FD-7E83-4B96-AF4EF3821DB7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6" name="pg3729">
                <a:extLst>
                  <a:ext uri="{FF2B5EF4-FFF2-40B4-BE49-F238E27FC236}">
                    <a16:creationId xmlns:a16="http://schemas.microsoft.com/office/drawing/2014/main" id="{5678ADDC-40E2-7410-4EBB-531456DF9039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7" name="pg3730">
                <a:extLst>
                  <a:ext uri="{FF2B5EF4-FFF2-40B4-BE49-F238E27FC236}">
                    <a16:creationId xmlns:a16="http://schemas.microsoft.com/office/drawing/2014/main" id="{08E81E7E-162A-B49F-539D-464D706BDD83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8" name="pg3731">
                <a:extLst>
                  <a:ext uri="{FF2B5EF4-FFF2-40B4-BE49-F238E27FC236}">
                    <a16:creationId xmlns:a16="http://schemas.microsoft.com/office/drawing/2014/main" id="{03E156CB-B461-72DA-7D28-F94C7FB0673E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39" name="pg3732">
                <a:extLst>
                  <a:ext uri="{FF2B5EF4-FFF2-40B4-BE49-F238E27FC236}">
                    <a16:creationId xmlns:a16="http://schemas.microsoft.com/office/drawing/2014/main" id="{1A71BA02-CDEF-7195-752E-AD8B80A6C007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0" name="pg3733">
                <a:extLst>
                  <a:ext uri="{FF2B5EF4-FFF2-40B4-BE49-F238E27FC236}">
                    <a16:creationId xmlns:a16="http://schemas.microsoft.com/office/drawing/2014/main" id="{10757C20-B80A-EB5D-A518-DE632FE0DE12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1" name="pg3734">
                <a:extLst>
                  <a:ext uri="{FF2B5EF4-FFF2-40B4-BE49-F238E27FC236}">
                    <a16:creationId xmlns:a16="http://schemas.microsoft.com/office/drawing/2014/main" id="{9A2453AB-AE5F-FDF5-A4F2-24567942FF53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2" name="pg3735">
                <a:extLst>
                  <a:ext uri="{FF2B5EF4-FFF2-40B4-BE49-F238E27FC236}">
                    <a16:creationId xmlns:a16="http://schemas.microsoft.com/office/drawing/2014/main" id="{9CFEA410-3E56-770D-5C7C-5D98A6F4F056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3" name="pg3736">
                <a:extLst>
                  <a:ext uri="{FF2B5EF4-FFF2-40B4-BE49-F238E27FC236}">
                    <a16:creationId xmlns:a16="http://schemas.microsoft.com/office/drawing/2014/main" id="{612C9535-C1E7-7C6F-3ABA-38C8DAD89769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4" name="pg3737">
                <a:extLst>
                  <a:ext uri="{FF2B5EF4-FFF2-40B4-BE49-F238E27FC236}">
                    <a16:creationId xmlns:a16="http://schemas.microsoft.com/office/drawing/2014/main" id="{6AC91582-FE39-A1F8-AD34-59CB945758B1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5" name="pg3738">
                <a:extLst>
                  <a:ext uri="{FF2B5EF4-FFF2-40B4-BE49-F238E27FC236}">
                    <a16:creationId xmlns:a16="http://schemas.microsoft.com/office/drawing/2014/main" id="{C3D0A1AA-3572-6FA9-420B-F686A5ED2BE5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6" name="pg3739">
                <a:extLst>
                  <a:ext uri="{FF2B5EF4-FFF2-40B4-BE49-F238E27FC236}">
                    <a16:creationId xmlns:a16="http://schemas.microsoft.com/office/drawing/2014/main" id="{716C754F-06B8-7FC5-19CC-AF23D89B7854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7" name="pg3740">
                <a:extLst>
                  <a:ext uri="{FF2B5EF4-FFF2-40B4-BE49-F238E27FC236}">
                    <a16:creationId xmlns:a16="http://schemas.microsoft.com/office/drawing/2014/main" id="{DCFA0693-8ED2-3D5B-0C37-FBE7AE8527D7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8" name="pg3741">
                <a:extLst>
                  <a:ext uri="{FF2B5EF4-FFF2-40B4-BE49-F238E27FC236}">
                    <a16:creationId xmlns:a16="http://schemas.microsoft.com/office/drawing/2014/main" id="{854CCED1-DDDE-81DD-3B0F-D15756278FC2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49" name="pg3742">
                <a:extLst>
                  <a:ext uri="{FF2B5EF4-FFF2-40B4-BE49-F238E27FC236}">
                    <a16:creationId xmlns:a16="http://schemas.microsoft.com/office/drawing/2014/main" id="{677DE07D-4F4A-8D12-4D3E-4761D9B00AA0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0" name="pg3743">
                <a:extLst>
                  <a:ext uri="{FF2B5EF4-FFF2-40B4-BE49-F238E27FC236}">
                    <a16:creationId xmlns:a16="http://schemas.microsoft.com/office/drawing/2014/main" id="{5868BB1B-CE1C-9956-BB7A-F9101FD74C0D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1" name="pg3744">
                <a:extLst>
                  <a:ext uri="{FF2B5EF4-FFF2-40B4-BE49-F238E27FC236}">
                    <a16:creationId xmlns:a16="http://schemas.microsoft.com/office/drawing/2014/main" id="{88385749-CCFE-1A80-3542-3C3F9F971DEB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2" name="pg3745">
                <a:extLst>
                  <a:ext uri="{FF2B5EF4-FFF2-40B4-BE49-F238E27FC236}">
                    <a16:creationId xmlns:a16="http://schemas.microsoft.com/office/drawing/2014/main" id="{B5D05D42-4C07-3D58-261A-E139B1AC1198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3" name="pg3746">
                <a:extLst>
                  <a:ext uri="{FF2B5EF4-FFF2-40B4-BE49-F238E27FC236}">
                    <a16:creationId xmlns:a16="http://schemas.microsoft.com/office/drawing/2014/main" id="{050F9F9A-B7C2-B214-5D95-9E54E54D934B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4" name="pg3747">
                <a:extLst>
                  <a:ext uri="{FF2B5EF4-FFF2-40B4-BE49-F238E27FC236}">
                    <a16:creationId xmlns:a16="http://schemas.microsoft.com/office/drawing/2014/main" id="{261CBBCB-F6F7-18F3-E28B-9B28D002B991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5" name="pg3748">
                <a:extLst>
                  <a:ext uri="{FF2B5EF4-FFF2-40B4-BE49-F238E27FC236}">
                    <a16:creationId xmlns:a16="http://schemas.microsoft.com/office/drawing/2014/main" id="{4AF210F2-715B-D94D-DD0E-CD9CB906E679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6" name="pg3749">
                <a:extLst>
                  <a:ext uri="{FF2B5EF4-FFF2-40B4-BE49-F238E27FC236}">
                    <a16:creationId xmlns:a16="http://schemas.microsoft.com/office/drawing/2014/main" id="{58B672EB-567B-F202-5F7E-302E230631FC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7" name="pg3750">
                <a:extLst>
                  <a:ext uri="{FF2B5EF4-FFF2-40B4-BE49-F238E27FC236}">
                    <a16:creationId xmlns:a16="http://schemas.microsoft.com/office/drawing/2014/main" id="{65C91295-0691-CDB0-9C89-C11F3504DD7B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8" name="pg3751">
                <a:extLst>
                  <a:ext uri="{FF2B5EF4-FFF2-40B4-BE49-F238E27FC236}">
                    <a16:creationId xmlns:a16="http://schemas.microsoft.com/office/drawing/2014/main" id="{5A8883F9-9E8B-460C-F84E-9AC9005400B9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59" name="pg3752">
                <a:extLst>
                  <a:ext uri="{FF2B5EF4-FFF2-40B4-BE49-F238E27FC236}">
                    <a16:creationId xmlns:a16="http://schemas.microsoft.com/office/drawing/2014/main" id="{8B0805BD-FB33-F861-FD1E-5B42585F7B29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0" name="pg3753">
                <a:extLst>
                  <a:ext uri="{FF2B5EF4-FFF2-40B4-BE49-F238E27FC236}">
                    <a16:creationId xmlns:a16="http://schemas.microsoft.com/office/drawing/2014/main" id="{CBDF0763-2A29-252F-C8EB-7072FA95A5B5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1" name="pg3754">
                <a:extLst>
                  <a:ext uri="{FF2B5EF4-FFF2-40B4-BE49-F238E27FC236}">
                    <a16:creationId xmlns:a16="http://schemas.microsoft.com/office/drawing/2014/main" id="{7471DB96-9BF7-3775-D3DC-773A49CE9299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6F">
                  <a:alpha val="100000"/>
                </a:srgbClr>
              </a:solidFill>
              <a:ln w="5420" cap="flat">
                <a:solidFill>
                  <a:srgbClr val="3B3E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2" name="pg3755">
                <a:extLst>
                  <a:ext uri="{FF2B5EF4-FFF2-40B4-BE49-F238E27FC236}">
                    <a16:creationId xmlns:a16="http://schemas.microsoft.com/office/drawing/2014/main" id="{1AF70D0D-36D8-39FC-9466-97691ED35D7C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3" name="pg3756">
                <a:extLst>
                  <a:ext uri="{FF2B5EF4-FFF2-40B4-BE49-F238E27FC236}">
                    <a16:creationId xmlns:a16="http://schemas.microsoft.com/office/drawing/2014/main" id="{A9292C73-B0B5-BD80-F11C-0DD779334F5B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4" name="pg3757">
                <a:extLst>
                  <a:ext uri="{FF2B5EF4-FFF2-40B4-BE49-F238E27FC236}">
                    <a16:creationId xmlns:a16="http://schemas.microsoft.com/office/drawing/2014/main" id="{4CD73154-5F87-2966-0D93-3C09E11DBB37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5" name="pg3758">
                <a:extLst>
                  <a:ext uri="{FF2B5EF4-FFF2-40B4-BE49-F238E27FC236}">
                    <a16:creationId xmlns:a16="http://schemas.microsoft.com/office/drawing/2014/main" id="{B93ACD83-4E23-FC12-3357-5A5FA0DA68CA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6" name="pg3759">
                <a:extLst>
                  <a:ext uri="{FF2B5EF4-FFF2-40B4-BE49-F238E27FC236}">
                    <a16:creationId xmlns:a16="http://schemas.microsoft.com/office/drawing/2014/main" id="{1DF9E8F4-136F-41CF-3AD2-30268796121E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7" name="pg3760">
                <a:extLst>
                  <a:ext uri="{FF2B5EF4-FFF2-40B4-BE49-F238E27FC236}">
                    <a16:creationId xmlns:a16="http://schemas.microsoft.com/office/drawing/2014/main" id="{793297ED-ED8A-9B00-8FBC-820083A9A309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8" name="pg3761">
                <a:extLst>
                  <a:ext uri="{FF2B5EF4-FFF2-40B4-BE49-F238E27FC236}">
                    <a16:creationId xmlns:a16="http://schemas.microsoft.com/office/drawing/2014/main" id="{81A99AA5-04DD-CF88-6499-9066710C123E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69" name="pg3762">
                <a:extLst>
                  <a:ext uri="{FF2B5EF4-FFF2-40B4-BE49-F238E27FC236}">
                    <a16:creationId xmlns:a16="http://schemas.microsoft.com/office/drawing/2014/main" id="{8F8912F9-8507-AB7A-8E40-AD0E21378918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0" name="pg3763">
                <a:extLst>
                  <a:ext uri="{FF2B5EF4-FFF2-40B4-BE49-F238E27FC236}">
                    <a16:creationId xmlns:a16="http://schemas.microsoft.com/office/drawing/2014/main" id="{134A1B16-41C1-F03A-BD2E-B1ABBF69B8ED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1" name="pg3764">
                <a:extLst>
                  <a:ext uri="{FF2B5EF4-FFF2-40B4-BE49-F238E27FC236}">
                    <a16:creationId xmlns:a16="http://schemas.microsoft.com/office/drawing/2014/main" id="{06FC6E97-FBAE-A0C0-8423-B15079D1337C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2" name="pg3765">
                <a:extLst>
                  <a:ext uri="{FF2B5EF4-FFF2-40B4-BE49-F238E27FC236}">
                    <a16:creationId xmlns:a16="http://schemas.microsoft.com/office/drawing/2014/main" id="{00D52011-CF40-0B55-B54C-7E4EB341E484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3" name="pg3766">
                <a:extLst>
                  <a:ext uri="{FF2B5EF4-FFF2-40B4-BE49-F238E27FC236}">
                    <a16:creationId xmlns:a16="http://schemas.microsoft.com/office/drawing/2014/main" id="{F05F2F05-AFCE-FC8B-E1D3-D17A8AC1EB10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4" name="pg3767">
                <a:extLst>
                  <a:ext uri="{FF2B5EF4-FFF2-40B4-BE49-F238E27FC236}">
                    <a16:creationId xmlns:a16="http://schemas.microsoft.com/office/drawing/2014/main" id="{FB8691DB-525E-EB68-E460-4CCFC8481EDB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5" name="pg3768">
                <a:extLst>
                  <a:ext uri="{FF2B5EF4-FFF2-40B4-BE49-F238E27FC236}">
                    <a16:creationId xmlns:a16="http://schemas.microsoft.com/office/drawing/2014/main" id="{CDFB9D46-FE2C-2A0F-8135-BF3F0E25631E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6" name="pg3769">
                <a:extLst>
                  <a:ext uri="{FF2B5EF4-FFF2-40B4-BE49-F238E27FC236}">
                    <a16:creationId xmlns:a16="http://schemas.microsoft.com/office/drawing/2014/main" id="{DDEF602F-CED2-6E31-289F-A35E777213A3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7" name="pg3770">
                <a:extLst>
                  <a:ext uri="{FF2B5EF4-FFF2-40B4-BE49-F238E27FC236}">
                    <a16:creationId xmlns:a16="http://schemas.microsoft.com/office/drawing/2014/main" id="{1E53376D-1021-8E0E-F68A-95C7782A7196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8" name="pg3771">
                <a:extLst>
                  <a:ext uri="{FF2B5EF4-FFF2-40B4-BE49-F238E27FC236}">
                    <a16:creationId xmlns:a16="http://schemas.microsoft.com/office/drawing/2014/main" id="{1D747D3F-1342-A8AC-310B-2C39074166D1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79" name="pg3772">
                <a:extLst>
                  <a:ext uri="{FF2B5EF4-FFF2-40B4-BE49-F238E27FC236}">
                    <a16:creationId xmlns:a16="http://schemas.microsoft.com/office/drawing/2014/main" id="{C2C46488-5B5B-5340-EEB8-3C47D16DDF2E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0" name="pg3773">
                <a:extLst>
                  <a:ext uri="{FF2B5EF4-FFF2-40B4-BE49-F238E27FC236}">
                    <a16:creationId xmlns:a16="http://schemas.microsoft.com/office/drawing/2014/main" id="{A81530C3-5C1D-6099-8838-4DC109410D65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1" name="pg3774">
                <a:extLst>
                  <a:ext uri="{FF2B5EF4-FFF2-40B4-BE49-F238E27FC236}">
                    <a16:creationId xmlns:a16="http://schemas.microsoft.com/office/drawing/2014/main" id="{C14495BD-A1EC-EA68-D27B-8B1AC8F5744F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2" name="pg3775">
                <a:extLst>
                  <a:ext uri="{FF2B5EF4-FFF2-40B4-BE49-F238E27FC236}">
                    <a16:creationId xmlns:a16="http://schemas.microsoft.com/office/drawing/2014/main" id="{FBBE8683-ED2A-182A-5BC8-AFCE6D25A13D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3" name="pg3776">
                <a:extLst>
                  <a:ext uri="{FF2B5EF4-FFF2-40B4-BE49-F238E27FC236}">
                    <a16:creationId xmlns:a16="http://schemas.microsoft.com/office/drawing/2014/main" id="{4140A77D-C448-1A27-3323-1BD42BB86AAF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4" name="pg3777">
                <a:extLst>
                  <a:ext uri="{FF2B5EF4-FFF2-40B4-BE49-F238E27FC236}">
                    <a16:creationId xmlns:a16="http://schemas.microsoft.com/office/drawing/2014/main" id="{C54125F2-C633-9EA6-D9CD-8FF97609BD12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5" name="pg3778">
                <a:extLst>
                  <a:ext uri="{FF2B5EF4-FFF2-40B4-BE49-F238E27FC236}">
                    <a16:creationId xmlns:a16="http://schemas.microsoft.com/office/drawing/2014/main" id="{0EA29EE3-42BD-29EC-8E44-8E306B57468D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6" name="pg3779">
                <a:extLst>
                  <a:ext uri="{FF2B5EF4-FFF2-40B4-BE49-F238E27FC236}">
                    <a16:creationId xmlns:a16="http://schemas.microsoft.com/office/drawing/2014/main" id="{AB9EE564-566E-B4A1-FF2B-61D7CFCD44E5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7" name="pg3780">
                <a:extLst>
                  <a:ext uri="{FF2B5EF4-FFF2-40B4-BE49-F238E27FC236}">
                    <a16:creationId xmlns:a16="http://schemas.microsoft.com/office/drawing/2014/main" id="{EF36F771-A14C-AD47-89D8-D7EFC0229D96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8" name="pg3781">
                <a:extLst>
                  <a:ext uri="{FF2B5EF4-FFF2-40B4-BE49-F238E27FC236}">
                    <a16:creationId xmlns:a16="http://schemas.microsoft.com/office/drawing/2014/main" id="{5D8EFB5C-051A-6F32-E264-F297D675386F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89" name="pg3782">
                <a:extLst>
                  <a:ext uri="{FF2B5EF4-FFF2-40B4-BE49-F238E27FC236}">
                    <a16:creationId xmlns:a16="http://schemas.microsoft.com/office/drawing/2014/main" id="{147742E0-014C-6777-D74C-482FAC812A4A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0" name="pg3783">
                <a:extLst>
                  <a:ext uri="{FF2B5EF4-FFF2-40B4-BE49-F238E27FC236}">
                    <a16:creationId xmlns:a16="http://schemas.microsoft.com/office/drawing/2014/main" id="{BE27F0AF-ECE1-3A4D-B858-DC3FF9E52670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1" name="pg3784">
                <a:extLst>
                  <a:ext uri="{FF2B5EF4-FFF2-40B4-BE49-F238E27FC236}">
                    <a16:creationId xmlns:a16="http://schemas.microsoft.com/office/drawing/2014/main" id="{0A6E6B56-C3DB-A7FB-C838-7AA390F8C429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2" name="pg3785">
                <a:extLst>
                  <a:ext uri="{FF2B5EF4-FFF2-40B4-BE49-F238E27FC236}">
                    <a16:creationId xmlns:a16="http://schemas.microsoft.com/office/drawing/2014/main" id="{374DB0D0-1A4F-F642-A363-A308B5549EFF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3" name="pg3786">
                <a:extLst>
                  <a:ext uri="{FF2B5EF4-FFF2-40B4-BE49-F238E27FC236}">
                    <a16:creationId xmlns:a16="http://schemas.microsoft.com/office/drawing/2014/main" id="{81A40E32-C91F-DC20-8F11-067EC21363E8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4" name="pg3787">
                <a:extLst>
                  <a:ext uri="{FF2B5EF4-FFF2-40B4-BE49-F238E27FC236}">
                    <a16:creationId xmlns:a16="http://schemas.microsoft.com/office/drawing/2014/main" id="{385A9993-7BF2-ED15-3BA5-3A44B8406ABB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5" name="pg3788">
                <a:extLst>
                  <a:ext uri="{FF2B5EF4-FFF2-40B4-BE49-F238E27FC236}">
                    <a16:creationId xmlns:a16="http://schemas.microsoft.com/office/drawing/2014/main" id="{E7CE1C2B-7728-BDB2-D016-B14062E96C49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1">
                  <a:alpha val="100000"/>
                </a:srgbClr>
              </a:solidFill>
              <a:ln w="5420" cap="flat">
                <a:solidFill>
                  <a:srgbClr val="3B3F7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6" name="pg3789">
                <a:extLst>
                  <a:ext uri="{FF2B5EF4-FFF2-40B4-BE49-F238E27FC236}">
                    <a16:creationId xmlns:a16="http://schemas.microsoft.com/office/drawing/2014/main" id="{36FDA70F-E135-7160-AA9D-D7A8BDE529FB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7" name="pg3790">
                <a:extLst>
                  <a:ext uri="{FF2B5EF4-FFF2-40B4-BE49-F238E27FC236}">
                    <a16:creationId xmlns:a16="http://schemas.microsoft.com/office/drawing/2014/main" id="{96AFC179-29C4-AB22-7687-66B37876C957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8" name="pg3791">
                <a:extLst>
                  <a:ext uri="{FF2B5EF4-FFF2-40B4-BE49-F238E27FC236}">
                    <a16:creationId xmlns:a16="http://schemas.microsoft.com/office/drawing/2014/main" id="{03B90157-CB02-1A48-B58F-D35456620A33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699" name="pg3792">
                <a:extLst>
                  <a:ext uri="{FF2B5EF4-FFF2-40B4-BE49-F238E27FC236}">
                    <a16:creationId xmlns:a16="http://schemas.microsoft.com/office/drawing/2014/main" id="{7247DE6C-22AC-A168-F088-FB835C41296F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0" name="pg3793">
                <a:extLst>
                  <a:ext uri="{FF2B5EF4-FFF2-40B4-BE49-F238E27FC236}">
                    <a16:creationId xmlns:a16="http://schemas.microsoft.com/office/drawing/2014/main" id="{97167939-944A-6862-E8D4-FE3B872EC27C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1" name="pg3794">
                <a:extLst>
                  <a:ext uri="{FF2B5EF4-FFF2-40B4-BE49-F238E27FC236}">
                    <a16:creationId xmlns:a16="http://schemas.microsoft.com/office/drawing/2014/main" id="{13727601-CD06-85FA-98B5-BE697EA69A93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2" name="pg3795">
                <a:extLst>
                  <a:ext uri="{FF2B5EF4-FFF2-40B4-BE49-F238E27FC236}">
                    <a16:creationId xmlns:a16="http://schemas.microsoft.com/office/drawing/2014/main" id="{AD3EB2E4-0B09-8356-50C9-75807E15C788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3" name="pg3796">
                <a:extLst>
                  <a:ext uri="{FF2B5EF4-FFF2-40B4-BE49-F238E27FC236}">
                    <a16:creationId xmlns:a16="http://schemas.microsoft.com/office/drawing/2014/main" id="{99C3E12E-2C3B-A9E6-8FFA-80BC5D4BFD9C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4" name="pg3797">
                <a:extLst>
                  <a:ext uri="{FF2B5EF4-FFF2-40B4-BE49-F238E27FC236}">
                    <a16:creationId xmlns:a16="http://schemas.microsoft.com/office/drawing/2014/main" id="{2A6C8ECC-CEC8-52C5-1F48-5A3D64591D07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5" name="pg3798">
                <a:extLst>
                  <a:ext uri="{FF2B5EF4-FFF2-40B4-BE49-F238E27FC236}">
                    <a16:creationId xmlns:a16="http://schemas.microsoft.com/office/drawing/2014/main" id="{007E9C35-313D-AF16-53AF-D7E9D579D21F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6" name="pg3799">
                <a:extLst>
                  <a:ext uri="{FF2B5EF4-FFF2-40B4-BE49-F238E27FC236}">
                    <a16:creationId xmlns:a16="http://schemas.microsoft.com/office/drawing/2014/main" id="{02B67575-38B4-973E-4991-0308418E6D15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7" name="pg3800">
                <a:extLst>
                  <a:ext uri="{FF2B5EF4-FFF2-40B4-BE49-F238E27FC236}">
                    <a16:creationId xmlns:a16="http://schemas.microsoft.com/office/drawing/2014/main" id="{4BBA3868-475C-54FB-47BC-5401A5661410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8" name="pg3801">
                <a:extLst>
                  <a:ext uri="{FF2B5EF4-FFF2-40B4-BE49-F238E27FC236}">
                    <a16:creationId xmlns:a16="http://schemas.microsoft.com/office/drawing/2014/main" id="{8833DF16-06C1-CFD1-0F4C-82AC5533C1EA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09" name="pg3802">
                <a:extLst>
                  <a:ext uri="{FF2B5EF4-FFF2-40B4-BE49-F238E27FC236}">
                    <a16:creationId xmlns:a16="http://schemas.microsoft.com/office/drawing/2014/main" id="{831B24F3-B60A-ED03-EDCA-14A151DBD081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0" name="pg3803">
                <a:extLst>
                  <a:ext uri="{FF2B5EF4-FFF2-40B4-BE49-F238E27FC236}">
                    <a16:creationId xmlns:a16="http://schemas.microsoft.com/office/drawing/2014/main" id="{CC58A587-B8B4-D7CA-F4AA-818D5BE0E637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2">
                  <a:alpha val="100000"/>
                </a:srgbClr>
              </a:solidFill>
              <a:ln w="5420" cap="flat">
                <a:solidFill>
                  <a:srgbClr val="3B40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1" name="pg3804">
                <a:extLst>
                  <a:ext uri="{FF2B5EF4-FFF2-40B4-BE49-F238E27FC236}">
                    <a16:creationId xmlns:a16="http://schemas.microsoft.com/office/drawing/2014/main" id="{3BB38C30-E187-9756-2532-D527AB3935E0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2" name="pg3805">
                <a:extLst>
                  <a:ext uri="{FF2B5EF4-FFF2-40B4-BE49-F238E27FC236}">
                    <a16:creationId xmlns:a16="http://schemas.microsoft.com/office/drawing/2014/main" id="{B4F6B478-6EBD-6FE5-65FA-7A0BF5EC235F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3" name="pg3806">
                <a:extLst>
                  <a:ext uri="{FF2B5EF4-FFF2-40B4-BE49-F238E27FC236}">
                    <a16:creationId xmlns:a16="http://schemas.microsoft.com/office/drawing/2014/main" id="{47BEF129-D40A-E13C-ADBA-7B4D12E10492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4" name="pg3807">
                <a:extLst>
                  <a:ext uri="{FF2B5EF4-FFF2-40B4-BE49-F238E27FC236}">
                    <a16:creationId xmlns:a16="http://schemas.microsoft.com/office/drawing/2014/main" id="{37528A3F-5656-3445-8138-F1DCF0520DA5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5" name="pg3808">
                <a:extLst>
                  <a:ext uri="{FF2B5EF4-FFF2-40B4-BE49-F238E27FC236}">
                    <a16:creationId xmlns:a16="http://schemas.microsoft.com/office/drawing/2014/main" id="{878C17F0-1091-057F-8777-A2A2B07B3B50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6" name="pg3809">
                <a:extLst>
                  <a:ext uri="{FF2B5EF4-FFF2-40B4-BE49-F238E27FC236}">
                    <a16:creationId xmlns:a16="http://schemas.microsoft.com/office/drawing/2014/main" id="{B43DB490-6EDE-4B64-C00C-0E868CFF82B5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7" name="pg3810">
                <a:extLst>
                  <a:ext uri="{FF2B5EF4-FFF2-40B4-BE49-F238E27FC236}">
                    <a16:creationId xmlns:a16="http://schemas.microsoft.com/office/drawing/2014/main" id="{257B34D9-6E16-8E69-946B-B51E7CF15D76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8" name="pg3811">
                <a:extLst>
                  <a:ext uri="{FF2B5EF4-FFF2-40B4-BE49-F238E27FC236}">
                    <a16:creationId xmlns:a16="http://schemas.microsoft.com/office/drawing/2014/main" id="{08693184-22D3-A857-DB51-96B3DB0162E3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19" name="pg3812">
                <a:extLst>
                  <a:ext uri="{FF2B5EF4-FFF2-40B4-BE49-F238E27FC236}">
                    <a16:creationId xmlns:a16="http://schemas.microsoft.com/office/drawing/2014/main" id="{90AE4999-EAB5-21E6-F0E7-A999B98AE8C7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0" name="pg3813">
                <a:extLst>
                  <a:ext uri="{FF2B5EF4-FFF2-40B4-BE49-F238E27FC236}">
                    <a16:creationId xmlns:a16="http://schemas.microsoft.com/office/drawing/2014/main" id="{D9D4BE9E-77B8-BCE9-83C2-F5BC07550483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1" name="pg3814">
                <a:extLst>
                  <a:ext uri="{FF2B5EF4-FFF2-40B4-BE49-F238E27FC236}">
                    <a16:creationId xmlns:a16="http://schemas.microsoft.com/office/drawing/2014/main" id="{85D649D2-0E21-357E-C51B-67DCBB25FD47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2" name="pg3815">
                <a:extLst>
                  <a:ext uri="{FF2B5EF4-FFF2-40B4-BE49-F238E27FC236}">
                    <a16:creationId xmlns:a16="http://schemas.microsoft.com/office/drawing/2014/main" id="{4746C06C-FE77-B22F-24F0-3A5CBFDD9099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3" name="pg3816">
                <a:extLst>
                  <a:ext uri="{FF2B5EF4-FFF2-40B4-BE49-F238E27FC236}">
                    <a16:creationId xmlns:a16="http://schemas.microsoft.com/office/drawing/2014/main" id="{88FB4A1E-C92C-18F8-2860-A1FF55017BFC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4" name="pg3817">
                <a:extLst>
                  <a:ext uri="{FF2B5EF4-FFF2-40B4-BE49-F238E27FC236}">
                    <a16:creationId xmlns:a16="http://schemas.microsoft.com/office/drawing/2014/main" id="{DA0FD34A-D751-8ED0-C1A7-582DF21CBE72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5" name="pg3818">
                <a:extLst>
                  <a:ext uri="{FF2B5EF4-FFF2-40B4-BE49-F238E27FC236}">
                    <a16:creationId xmlns:a16="http://schemas.microsoft.com/office/drawing/2014/main" id="{DE04D14B-0FBC-9B76-A7B4-74EF34535547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073">
                  <a:alpha val="100000"/>
                </a:srgbClr>
              </a:solidFill>
              <a:ln w="5420" cap="flat">
                <a:solidFill>
                  <a:srgbClr val="3B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6" name="pg3819">
                <a:extLst>
                  <a:ext uri="{FF2B5EF4-FFF2-40B4-BE49-F238E27FC236}">
                    <a16:creationId xmlns:a16="http://schemas.microsoft.com/office/drawing/2014/main" id="{4D53A052-D843-07D4-C4B8-7338EAEA4CFF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7" name="pg3820">
                <a:extLst>
                  <a:ext uri="{FF2B5EF4-FFF2-40B4-BE49-F238E27FC236}">
                    <a16:creationId xmlns:a16="http://schemas.microsoft.com/office/drawing/2014/main" id="{4E448B5A-EBE8-5B89-5DED-650C20F1A6FB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8" name="pg3821">
                <a:extLst>
                  <a:ext uri="{FF2B5EF4-FFF2-40B4-BE49-F238E27FC236}">
                    <a16:creationId xmlns:a16="http://schemas.microsoft.com/office/drawing/2014/main" id="{723091E8-4831-17D7-63B3-D94B14CB1DB0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29" name="pg3822">
                <a:extLst>
                  <a:ext uri="{FF2B5EF4-FFF2-40B4-BE49-F238E27FC236}">
                    <a16:creationId xmlns:a16="http://schemas.microsoft.com/office/drawing/2014/main" id="{4EFC02E3-BB7F-3C6A-FB36-FD667D799722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0" name="pg3823">
                <a:extLst>
                  <a:ext uri="{FF2B5EF4-FFF2-40B4-BE49-F238E27FC236}">
                    <a16:creationId xmlns:a16="http://schemas.microsoft.com/office/drawing/2014/main" id="{26A5AF44-35D3-4771-10B1-C71EE5E45835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1" name="pg3824">
                <a:extLst>
                  <a:ext uri="{FF2B5EF4-FFF2-40B4-BE49-F238E27FC236}">
                    <a16:creationId xmlns:a16="http://schemas.microsoft.com/office/drawing/2014/main" id="{78426005-D92B-CAF4-85D4-DA292F644DFC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2" name="pg3825">
                <a:extLst>
                  <a:ext uri="{FF2B5EF4-FFF2-40B4-BE49-F238E27FC236}">
                    <a16:creationId xmlns:a16="http://schemas.microsoft.com/office/drawing/2014/main" id="{3CA804E9-7777-3C63-A1F1-B9FD52040078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3" name="pg3826">
                <a:extLst>
                  <a:ext uri="{FF2B5EF4-FFF2-40B4-BE49-F238E27FC236}">
                    <a16:creationId xmlns:a16="http://schemas.microsoft.com/office/drawing/2014/main" id="{7A4CBD2A-E58C-DDB6-B009-692CEE4AE5B1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4" name="pg3827">
                <a:extLst>
                  <a:ext uri="{FF2B5EF4-FFF2-40B4-BE49-F238E27FC236}">
                    <a16:creationId xmlns:a16="http://schemas.microsoft.com/office/drawing/2014/main" id="{D7AE2A25-E350-63CF-D9D8-33C70AFBAC3B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5" name="pg3828">
                <a:extLst>
                  <a:ext uri="{FF2B5EF4-FFF2-40B4-BE49-F238E27FC236}">
                    <a16:creationId xmlns:a16="http://schemas.microsoft.com/office/drawing/2014/main" id="{DB53A564-8DE8-8C5C-F962-AD70832809CB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6" name="pg3829">
                <a:extLst>
                  <a:ext uri="{FF2B5EF4-FFF2-40B4-BE49-F238E27FC236}">
                    <a16:creationId xmlns:a16="http://schemas.microsoft.com/office/drawing/2014/main" id="{B6136587-D04C-D2FA-107E-6E52DA815881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7" name="pg3830">
                <a:extLst>
                  <a:ext uri="{FF2B5EF4-FFF2-40B4-BE49-F238E27FC236}">
                    <a16:creationId xmlns:a16="http://schemas.microsoft.com/office/drawing/2014/main" id="{AAC27FC7-927C-B6DB-3F8B-9908CBDCEF0B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8" name="pg3831">
                <a:extLst>
                  <a:ext uri="{FF2B5EF4-FFF2-40B4-BE49-F238E27FC236}">
                    <a16:creationId xmlns:a16="http://schemas.microsoft.com/office/drawing/2014/main" id="{3EBF3DC4-1831-8BEA-773C-42773FFFF668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39" name="pg3832">
                <a:extLst>
                  <a:ext uri="{FF2B5EF4-FFF2-40B4-BE49-F238E27FC236}">
                    <a16:creationId xmlns:a16="http://schemas.microsoft.com/office/drawing/2014/main" id="{640715E8-6938-45DA-9C79-EC9AB4B640F2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0" name="pg3833">
                <a:extLst>
                  <a:ext uri="{FF2B5EF4-FFF2-40B4-BE49-F238E27FC236}">
                    <a16:creationId xmlns:a16="http://schemas.microsoft.com/office/drawing/2014/main" id="{A9805EB9-A79E-E1D6-5997-0A7D5D10518B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1" name="pg3834">
                <a:extLst>
                  <a:ext uri="{FF2B5EF4-FFF2-40B4-BE49-F238E27FC236}">
                    <a16:creationId xmlns:a16="http://schemas.microsoft.com/office/drawing/2014/main" id="{02EB1AAC-AB40-9FD6-E4F2-FCF86AE5A685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2" name="pg3835">
                <a:extLst>
                  <a:ext uri="{FF2B5EF4-FFF2-40B4-BE49-F238E27FC236}">
                    <a16:creationId xmlns:a16="http://schemas.microsoft.com/office/drawing/2014/main" id="{4846FAEC-E246-9A14-640B-EEC256E3402C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3" name="pg3836">
                <a:extLst>
                  <a:ext uri="{FF2B5EF4-FFF2-40B4-BE49-F238E27FC236}">
                    <a16:creationId xmlns:a16="http://schemas.microsoft.com/office/drawing/2014/main" id="{6A81959C-A58E-C599-6416-7D7AB24D55CA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4" name="pg3837">
                <a:extLst>
                  <a:ext uri="{FF2B5EF4-FFF2-40B4-BE49-F238E27FC236}">
                    <a16:creationId xmlns:a16="http://schemas.microsoft.com/office/drawing/2014/main" id="{2D14A56E-B9A1-8411-3822-496F3BC5EDC2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5" name="pg3838">
                <a:extLst>
                  <a:ext uri="{FF2B5EF4-FFF2-40B4-BE49-F238E27FC236}">
                    <a16:creationId xmlns:a16="http://schemas.microsoft.com/office/drawing/2014/main" id="{8DE3BCCF-C336-DF99-7D8F-3261A8C5A436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6" name="pg3839">
                <a:extLst>
                  <a:ext uri="{FF2B5EF4-FFF2-40B4-BE49-F238E27FC236}">
                    <a16:creationId xmlns:a16="http://schemas.microsoft.com/office/drawing/2014/main" id="{1E198484-16CD-257C-CF20-48FDD2E31FBE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7" name="pg3840">
                <a:extLst>
                  <a:ext uri="{FF2B5EF4-FFF2-40B4-BE49-F238E27FC236}">
                    <a16:creationId xmlns:a16="http://schemas.microsoft.com/office/drawing/2014/main" id="{E0D8FE87-5E7B-B13C-C203-B46E8CDFB688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8" name="pg3841">
                <a:extLst>
                  <a:ext uri="{FF2B5EF4-FFF2-40B4-BE49-F238E27FC236}">
                    <a16:creationId xmlns:a16="http://schemas.microsoft.com/office/drawing/2014/main" id="{E978AC33-3ABB-20C5-18A6-0697E15FB786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49" name="pg3842">
                <a:extLst>
                  <a:ext uri="{FF2B5EF4-FFF2-40B4-BE49-F238E27FC236}">
                    <a16:creationId xmlns:a16="http://schemas.microsoft.com/office/drawing/2014/main" id="{BCDD14D5-2082-5CCE-A798-FB5D1920C153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0" name="pg3843">
                <a:extLst>
                  <a:ext uri="{FF2B5EF4-FFF2-40B4-BE49-F238E27FC236}">
                    <a16:creationId xmlns:a16="http://schemas.microsoft.com/office/drawing/2014/main" id="{D276424F-41A8-B067-D461-5270BDC14EBD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1" name="pg3844">
                <a:extLst>
                  <a:ext uri="{FF2B5EF4-FFF2-40B4-BE49-F238E27FC236}">
                    <a16:creationId xmlns:a16="http://schemas.microsoft.com/office/drawing/2014/main" id="{22DCCEDB-1DB6-E827-E94A-DD25124DB30C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2" name="pg3845">
                <a:extLst>
                  <a:ext uri="{FF2B5EF4-FFF2-40B4-BE49-F238E27FC236}">
                    <a16:creationId xmlns:a16="http://schemas.microsoft.com/office/drawing/2014/main" id="{73DFB1BA-47F9-E0A7-9487-263961E9715E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3" name="pg3846">
                <a:extLst>
                  <a:ext uri="{FF2B5EF4-FFF2-40B4-BE49-F238E27FC236}">
                    <a16:creationId xmlns:a16="http://schemas.microsoft.com/office/drawing/2014/main" id="{4FABF1CB-D77D-A15F-C4E2-887203FD7AD6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4" name="pg3847">
                <a:extLst>
                  <a:ext uri="{FF2B5EF4-FFF2-40B4-BE49-F238E27FC236}">
                    <a16:creationId xmlns:a16="http://schemas.microsoft.com/office/drawing/2014/main" id="{AA4AD99B-4D3C-6823-1C43-6A24C1A796D6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5" name="pg3848">
                <a:extLst>
                  <a:ext uri="{FF2B5EF4-FFF2-40B4-BE49-F238E27FC236}">
                    <a16:creationId xmlns:a16="http://schemas.microsoft.com/office/drawing/2014/main" id="{B6337D8E-02CF-D408-97B3-B3A85AC128FA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6" name="pg3849">
                <a:extLst>
                  <a:ext uri="{FF2B5EF4-FFF2-40B4-BE49-F238E27FC236}">
                    <a16:creationId xmlns:a16="http://schemas.microsoft.com/office/drawing/2014/main" id="{04835DD0-5431-F531-39CB-03F5F8211F85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7" name="pg3850">
                <a:extLst>
                  <a:ext uri="{FF2B5EF4-FFF2-40B4-BE49-F238E27FC236}">
                    <a16:creationId xmlns:a16="http://schemas.microsoft.com/office/drawing/2014/main" id="{9F109307-3566-C68A-9B9B-0E8289CD8B89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8" name="pg3851">
                <a:extLst>
                  <a:ext uri="{FF2B5EF4-FFF2-40B4-BE49-F238E27FC236}">
                    <a16:creationId xmlns:a16="http://schemas.microsoft.com/office/drawing/2014/main" id="{099DFDA7-EE8C-CD17-87F6-E098F7D382EC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59" name="pg3852">
                <a:extLst>
                  <a:ext uri="{FF2B5EF4-FFF2-40B4-BE49-F238E27FC236}">
                    <a16:creationId xmlns:a16="http://schemas.microsoft.com/office/drawing/2014/main" id="{F42C545F-BA21-E429-1D2B-DB71DB288394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0" name="pg3853">
                <a:extLst>
                  <a:ext uri="{FF2B5EF4-FFF2-40B4-BE49-F238E27FC236}">
                    <a16:creationId xmlns:a16="http://schemas.microsoft.com/office/drawing/2014/main" id="{37367EA4-FAF4-5C15-FF17-2988D28C87E3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1" name="pg3854">
                <a:extLst>
                  <a:ext uri="{FF2B5EF4-FFF2-40B4-BE49-F238E27FC236}">
                    <a16:creationId xmlns:a16="http://schemas.microsoft.com/office/drawing/2014/main" id="{0800253F-F3D1-D1EB-E2F8-BD613A17B17F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2" name="pg3855">
                <a:extLst>
                  <a:ext uri="{FF2B5EF4-FFF2-40B4-BE49-F238E27FC236}">
                    <a16:creationId xmlns:a16="http://schemas.microsoft.com/office/drawing/2014/main" id="{34988424-89C9-F4C6-E064-23C2AEF264D4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6">
                  <a:alpha val="100000"/>
                </a:srgbClr>
              </a:solidFill>
              <a:ln w="5420" cap="flat">
                <a:solidFill>
                  <a:srgbClr val="3C43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3" name="pg3856">
                <a:extLst>
                  <a:ext uri="{FF2B5EF4-FFF2-40B4-BE49-F238E27FC236}">
                    <a16:creationId xmlns:a16="http://schemas.microsoft.com/office/drawing/2014/main" id="{87E92A47-C2CC-EEA2-0F12-3828AA8632DF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8">
                  <a:alpha val="100000"/>
                </a:srgbClr>
              </a:solidFill>
              <a:ln w="5420" cap="flat">
                <a:solidFill>
                  <a:srgbClr val="3C43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4" name="pg3857">
                <a:extLst>
                  <a:ext uri="{FF2B5EF4-FFF2-40B4-BE49-F238E27FC236}">
                    <a16:creationId xmlns:a16="http://schemas.microsoft.com/office/drawing/2014/main" id="{157EC78E-943B-0167-1CB3-2AC9FEEA98A8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8">
                  <a:alpha val="100000"/>
                </a:srgbClr>
              </a:solidFill>
              <a:ln w="5420" cap="flat">
                <a:solidFill>
                  <a:srgbClr val="3C43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5" name="pg3858">
                <a:extLst>
                  <a:ext uri="{FF2B5EF4-FFF2-40B4-BE49-F238E27FC236}">
                    <a16:creationId xmlns:a16="http://schemas.microsoft.com/office/drawing/2014/main" id="{4AF3E180-7DB3-13A0-136E-74EE415837BA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6" name="pg3859">
                <a:extLst>
                  <a:ext uri="{FF2B5EF4-FFF2-40B4-BE49-F238E27FC236}">
                    <a16:creationId xmlns:a16="http://schemas.microsoft.com/office/drawing/2014/main" id="{4609A71A-5CA4-8721-C1AE-4E8910B6A16A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7" name="pg3860">
                <a:extLst>
                  <a:ext uri="{FF2B5EF4-FFF2-40B4-BE49-F238E27FC236}">
                    <a16:creationId xmlns:a16="http://schemas.microsoft.com/office/drawing/2014/main" id="{E79DF330-761E-8793-72EF-C90E769049A8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8" name="pg3861">
                <a:extLst>
                  <a:ext uri="{FF2B5EF4-FFF2-40B4-BE49-F238E27FC236}">
                    <a16:creationId xmlns:a16="http://schemas.microsoft.com/office/drawing/2014/main" id="{833C9DEC-DB1F-C440-95D6-B59F8BE895F4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69" name="pg3862">
                <a:extLst>
                  <a:ext uri="{FF2B5EF4-FFF2-40B4-BE49-F238E27FC236}">
                    <a16:creationId xmlns:a16="http://schemas.microsoft.com/office/drawing/2014/main" id="{036FB3D3-409D-8724-01EE-7BA271B0DBFD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0" name="pg3863">
                <a:extLst>
                  <a:ext uri="{FF2B5EF4-FFF2-40B4-BE49-F238E27FC236}">
                    <a16:creationId xmlns:a16="http://schemas.microsoft.com/office/drawing/2014/main" id="{87AE6C16-95DE-3A01-7628-803163647F84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1" name="pg3864">
                <a:extLst>
                  <a:ext uri="{FF2B5EF4-FFF2-40B4-BE49-F238E27FC236}">
                    <a16:creationId xmlns:a16="http://schemas.microsoft.com/office/drawing/2014/main" id="{D46FB17A-D0D6-7B0A-D4A2-D68E2EEF4F6A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2" name="pg3865">
                <a:extLst>
                  <a:ext uri="{FF2B5EF4-FFF2-40B4-BE49-F238E27FC236}">
                    <a16:creationId xmlns:a16="http://schemas.microsoft.com/office/drawing/2014/main" id="{661D5B01-9B5E-8940-A22E-327F7CE79263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3" name="pg3866">
                <a:extLst>
                  <a:ext uri="{FF2B5EF4-FFF2-40B4-BE49-F238E27FC236}">
                    <a16:creationId xmlns:a16="http://schemas.microsoft.com/office/drawing/2014/main" id="{72A56533-2C0F-7300-25B4-6CF54F61F58B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4" name="pg3867">
                <a:extLst>
                  <a:ext uri="{FF2B5EF4-FFF2-40B4-BE49-F238E27FC236}">
                    <a16:creationId xmlns:a16="http://schemas.microsoft.com/office/drawing/2014/main" id="{A1FB31F5-245B-FCC6-256C-B05DD81FA526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5" name="pg3868">
                <a:extLst>
                  <a:ext uri="{FF2B5EF4-FFF2-40B4-BE49-F238E27FC236}">
                    <a16:creationId xmlns:a16="http://schemas.microsoft.com/office/drawing/2014/main" id="{26B4BEC4-CAFF-6211-7E08-42CD79011779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6" name="pg3869">
                <a:extLst>
                  <a:ext uri="{FF2B5EF4-FFF2-40B4-BE49-F238E27FC236}">
                    <a16:creationId xmlns:a16="http://schemas.microsoft.com/office/drawing/2014/main" id="{3773FB66-D678-47BE-8A6A-5D662EDECB65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7" name="pg3870">
                <a:extLst>
                  <a:ext uri="{FF2B5EF4-FFF2-40B4-BE49-F238E27FC236}">
                    <a16:creationId xmlns:a16="http://schemas.microsoft.com/office/drawing/2014/main" id="{CEF339FC-A82B-9FBD-820D-E82D7378767E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8" name="pg3871">
                <a:extLst>
                  <a:ext uri="{FF2B5EF4-FFF2-40B4-BE49-F238E27FC236}">
                    <a16:creationId xmlns:a16="http://schemas.microsoft.com/office/drawing/2014/main" id="{C02757CF-5238-D7A3-0F45-0533BD8A9CC4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79" name="pg3872">
                <a:extLst>
                  <a:ext uri="{FF2B5EF4-FFF2-40B4-BE49-F238E27FC236}">
                    <a16:creationId xmlns:a16="http://schemas.microsoft.com/office/drawing/2014/main" id="{1DF10D2E-607F-6AC6-919B-3AE3F96A7B91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0" name="pg3873">
                <a:extLst>
                  <a:ext uri="{FF2B5EF4-FFF2-40B4-BE49-F238E27FC236}">
                    <a16:creationId xmlns:a16="http://schemas.microsoft.com/office/drawing/2014/main" id="{2F9E9C2A-BBDA-B736-574F-B7AADDAEA590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1" name="pg3874">
                <a:extLst>
                  <a:ext uri="{FF2B5EF4-FFF2-40B4-BE49-F238E27FC236}">
                    <a16:creationId xmlns:a16="http://schemas.microsoft.com/office/drawing/2014/main" id="{852A929C-3043-E972-2E8F-2516B9560E85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2" name="pg3875">
                <a:extLst>
                  <a:ext uri="{FF2B5EF4-FFF2-40B4-BE49-F238E27FC236}">
                    <a16:creationId xmlns:a16="http://schemas.microsoft.com/office/drawing/2014/main" id="{03C6C3D3-DDCA-E5C4-0BEC-9F95D94A8CC8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3" name="pg3876">
                <a:extLst>
                  <a:ext uri="{FF2B5EF4-FFF2-40B4-BE49-F238E27FC236}">
                    <a16:creationId xmlns:a16="http://schemas.microsoft.com/office/drawing/2014/main" id="{04010B5A-EAED-52BA-2A91-868FFE7ED648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4" name="pg3877">
                <a:extLst>
                  <a:ext uri="{FF2B5EF4-FFF2-40B4-BE49-F238E27FC236}">
                    <a16:creationId xmlns:a16="http://schemas.microsoft.com/office/drawing/2014/main" id="{35E1C294-32B1-5EF4-1D2F-7EDA8ED85E16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5" name="pg3878">
                <a:extLst>
                  <a:ext uri="{FF2B5EF4-FFF2-40B4-BE49-F238E27FC236}">
                    <a16:creationId xmlns:a16="http://schemas.microsoft.com/office/drawing/2014/main" id="{0A8F3E0D-052B-CB26-7C0E-DB21F3C489EB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6" name="pg3879">
                <a:extLst>
                  <a:ext uri="{FF2B5EF4-FFF2-40B4-BE49-F238E27FC236}">
                    <a16:creationId xmlns:a16="http://schemas.microsoft.com/office/drawing/2014/main" id="{AC479994-5636-1F34-482A-3A1E9DC4D5AB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7" name="pg3880">
                <a:extLst>
                  <a:ext uri="{FF2B5EF4-FFF2-40B4-BE49-F238E27FC236}">
                    <a16:creationId xmlns:a16="http://schemas.microsoft.com/office/drawing/2014/main" id="{4A53991A-2767-6FFC-85EA-EE9E7F7BC411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8" name="pg3881">
                <a:extLst>
                  <a:ext uri="{FF2B5EF4-FFF2-40B4-BE49-F238E27FC236}">
                    <a16:creationId xmlns:a16="http://schemas.microsoft.com/office/drawing/2014/main" id="{752B93A0-D209-0B44-6105-DB05B714A153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89" name="pg3882">
                <a:extLst>
                  <a:ext uri="{FF2B5EF4-FFF2-40B4-BE49-F238E27FC236}">
                    <a16:creationId xmlns:a16="http://schemas.microsoft.com/office/drawing/2014/main" id="{53C7A830-E9B0-8C78-D44D-77D99E1D3043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0" name="pg3883">
                <a:extLst>
                  <a:ext uri="{FF2B5EF4-FFF2-40B4-BE49-F238E27FC236}">
                    <a16:creationId xmlns:a16="http://schemas.microsoft.com/office/drawing/2014/main" id="{B63C00AF-A0AA-8230-87B8-C5962060AE00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1" name="pg3884">
                <a:extLst>
                  <a:ext uri="{FF2B5EF4-FFF2-40B4-BE49-F238E27FC236}">
                    <a16:creationId xmlns:a16="http://schemas.microsoft.com/office/drawing/2014/main" id="{408DCFFF-DC29-7132-A791-214E272AC9B2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2" name="pg3885">
                <a:extLst>
                  <a:ext uri="{FF2B5EF4-FFF2-40B4-BE49-F238E27FC236}">
                    <a16:creationId xmlns:a16="http://schemas.microsoft.com/office/drawing/2014/main" id="{BB14A764-E7E2-A30A-FC19-C59BF9C094D9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3" name="pg3886">
                <a:extLst>
                  <a:ext uri="{FF2B5EF4-FFF2-40B4-BE49-F238E27FC236}">
                    <a16:creationId xmlns:a16="http://schemas.microsoft.com/office/drawing/2014/main" id="{B173474F-B3E1-F837-4BF4-5F29AE235ED3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4" name="pg3887">
                <a:extLst>
                  <a:ext uri="{FF2B5EF4-FFF2-40B4-BE49-F238E27FC236}">
                    <a16:creationId xmlns:a16="http://schemas.microsoft.com/office/drawing/2014/main" id="{21885124-2182-3049-E98C-96806F067EEC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5" name="pg3888">
                <a:extLst>
                  <a:ext uri="{FF2B5EF4-FFF2-40B4-BE49-F238E27FC236}">
                    <a16:creationId xmlns:a16="http://schemas.microsoft.com/office/drawing/2014/main" id="{65F85DBD-0C0A-B6DA-0670-EAAD61447CFC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6" name="pg3889">
                <a:extLst>
                  <a:ext uri="{FF2B5EF4-FFF2-40B4-BE49-F238E27FC236}">
                    <a16:creationId xmlns:a16="http://schemas.microsoft.com/office/drawing/2014/main" id="{6E9C534A-649E-8D20-9A05-A3082AABE014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7" name="pg3890">
                <a:extLst>
                  <a:ext uri="{FF2B5EF4-FFF2-40B4-BE49-F238E27FC236}">
                    <a16:creationId xmlns:a16="http://schemas.microsoft.com/office/drawing/2014/main" id="{D948F7EB-F015-8D0F-1485-D2F1BBEAF8B6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8" name="pg3891">
                <a:extLst>
                  <a:ext uri="{FF2B5EF4-FFF2-40B4-BE49-F238E27FC236}">
                    <a16:creationId xmlns:a16="http://schemas.microsoft.com/office/drawing/2014/main" id="{066989C7-569B-1FCE-18E9-4A0C88992C0D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799" name="pg3892">
                <a:extLst>
                  <a:ext uri="{FF2B5EF4-FFF2-40B4-BE49-F238E27FC236}">
                    <a16:creationId xmlns:a16="http://schemas.microsoft.com/office/drawing/2014/main" id="{7414F1E2-1168-445A-9AF0-030473E48DD1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0" name="pg3893">
                <a:extLst>
                  <a:ext uri="{FF2B5EF4-FFF2-40B4-BE49-F238E27FC236}">
                    <a16:creationId xmlns:a16="http://schemas.microsoft.com/office/drawing/2014/main" id="{9B81D589-AFB4-71AC-EFE3-AD7400193703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1" name="pg3894">
                <a:extLst>
                  <a:ext uri="{FF2B5EF4-FFF2-40B4-BE49-F238E27FC236}">
                    <a16:creationId xmlns:a16="http://schemas.microsoft.com/office/drawing/2014/main" id="{0B98F06D-9ECE-170E-22E1-30CAA5D109FC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2" name="pg3895">
                <a:extLst>
                  <a:ext uri="{FF2B5EF4-FFF2-40B4-BE49-F238E27FC236}">
                    <a16:creationId xmlns:a16="http://schemas.microsoft.com/office/drawing/2014/main" id="{A8DD4FD7-E2D5-ABA4-FF0D-6DAD233FBA8C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3" name="pg3896">
                <a:extLst>
                  <a:ext uri="{FF2B5EF4-FFF2-40B4-BE49-F238E27FC236}">
                    <a16:creationId xmlns:a16="http://schemas.microsoft.com/office/drawing/2014/main" id="{74D657E5-99AA-C97C-CF42-35A57B19519A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4" name="pg3897">
                <a:extLst>
                  <a:ext uri="{FF2B5EF4-FFF2-40B4-BE49-F238E27FC236}">
                    <a16:creationId xmlns:a16="http://schemas.microsoft.com/office/drawing/2014/main" id="{E9F751BC-D92B-01C4-2B37-2036150F6610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5" name="pg3898">
                <a:extLst>
                  <a:ext uri="{FF2B5EF4-FFF2-40B4-BE49-F238E27FC236}">
                    <a16:creationId xmlns:a16="http://schemas.microsoft.com/office/drawing/2014/main" id="{5738E28C-064A-9CB4-DC1C-C980B8621AFC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6" name="pg3899">
                <a:extLst>
                  <a:ext uri="{FF2B5EF4-FFF2-40B4-BE49-F238E27FC236}">
                    <a16:creationId xmlns:a16="http://schemas.microsoft.com/office/drawing/2014/main" id="{B2BB3350-23BA-B2B0-C28F-E81D1ED9A83B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7" name="pg3900">
                <a:extLst>
                  <a:ext uri="{FF2B5EF4-FFF2-40B4-BE49-F238E27FC236}">
                    <a16:creationId xmlns:a16="http://schemas.microsoft.com/office/drawing/2014/main" id="{0D3CAB9C-7818-5BF6-8825-15BF630A80D3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8" name="pg3901">
                <a:extLst>
                  <a:ext uri="{FF2B5EF4-FFF2-40B4-BE49-F238E27FC236}">
                    <a16:creationId xmlns:a16="http://schemas.microsoft.com/office/drawing/2014/main" id="{1C7A9C88-CBDF-C1EE-B3BA-883FCDAD8CF5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09" name="pg3902">
                <a:extLst>
                  <a:ext uri="{FF2B5EF4-FFF2-40B4-BE49-F238E27FC236}">
                    <a16:creationId xmlns:a16="http://schemas.microsoft.com/office/drawing/2014/main" id="{0E87089C-006B-2721-911B-78BF233426F3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0" name="pg3903">
                <a:extLst>
                  <a:ext uri="{FF2B5EF4-FFF2-40B4-BE49-F238E27FC236}">
                    <a16:creationId xmlns:a16="http://schemas.microsoft.com/office/drawing/2014/main" id="{DE3359AE-EFF7-B2A5-F366-E928468C37E3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1" name="pg3904">
                <a:extLst>
                  <a:ext uri="{FF2B5EF4-FFF2-40B4-BE49-F238E27FC236}">
                    <a16:creationId xmlns:a16="http://schemas.microsoft.com/office/drawing/2014/main" id="{FE1A5B5E-842B-4715-05F3-D036C42BB237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2" name="pg3905">
                <a:extLst>
                  <a:ext uri="{FF2B5EF4-FFF2-40B4-BE49-F238E27FC236}">
                    <a16:creationId xmlns:a16="http://schemas.microsoft.com/office/drawing/2014/main" id="{BB7DBD31-E65D-0625-2B62-1871D7F5D7B5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3" name="pg3906">
                <a:extLst>
                  <a:ext uri="{FF2B5EF4-FFF2-40B4-BE49-F238E27FC236}">
                    <a16:creationId xmlns:a16="http://schemas.microsoft.com/office/drawing/2014/main" id="{3777726B-CF4D-8582-4290-BD11C8954A3E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4" name="pg3907">
                <a:extLst>
                  <a:ext uri="{FF2B5EF4-FFF2-40B4-BE49-F238E27FC236}">
                    <a16:creationId xmlns:a16="http://schemas.microsoft.com/office/drawing/2014/main" id="{78B7ACE0-3192-183B-43FE-78D303BDADBF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5" name="pg3908">
                <a:extLst>
                  <a:ext uri="{FF2B5EF4-FFF2-40B4-BE49-F238E27FC236}">
                    <a16:creationId xmlns:a16="http://schemas.microsoft.com/office/drawing/2014/main" id="{539A136E-B1F7-B6C4-DF3A-795C3BCE37A9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6" name="pg3909">
                <a:extLst>
                  <a:ext uri="{FF2B5EF4-FFF2-40B4-BE49-F238E27FC236}">
                    <a16:creationId xmlns:a16="http://schemas.microsoft.com/office/drawing/2014/main" id="{49226ED6-CDAD-162F-B8E1-3110E3C5461E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7" name="pg3910">
                <a:extLst>
                  <a:ext uri="{FF2B5EF4-FFF2-40B4-BE49-F238E27FC236}">
                    <a16:creationId xmlns:a16="http://schemas.microsoft.com/office/drawing/2014/main" id="{C900019E-C4B3-91D6-AE8C-33972DE93E31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8" name="pg3911">
                <a:extLst>
                  <a:ext uri="{FF2B5EF4-FFF2-40B4-BE49-F238E27FC236}">
                    <a16:creationId xmlns:a16="http://schemas.microsoft.com/office/drawing/2014/main" id="{CCF136DB-EB2E-470D-0167-614AB081A4FF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19" name="pg3912">
                <a:extLst>
                  <a:ext uri="{FF2B5EF4-FFF2-40B4-BE49-F238E27FC236}">
                    <a16:creationId xmlns:a16="http://schemas.microsoft.com/office/drawing/2014/main" id="{20C202CD-ABD2-1F1E-1AFA-EA9801C85908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0" name="pg3913">
                <a:extLst>
                  <a:ext uri="{FF2B5EF4-FFF2-40B4-BE49-F238E27FC236}">
                    <a16:creationId xmlns:a16="http://schemas.microsoft.com/office/drawing/2014/main" id="{208F6170-F9E1-1F47-193B-484C51FEE451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1" name="pg3914">
                <a:extLst>
                  <a:ext uri="{FF2B5EF4-FFF2-40B4-BE49-F238E27FC236}">
                    <a16:creationId xmlns:a16="http://schemas.microsoft.com/office/drawing/2014/main" id="{8F5A4FE0-7C83-9A79-E98B-AEFA8ACDD858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2" name="pg3915">
                <a:extLst>
                  <a:ext uri="{FF2B5EF4-FFF2-40B4-BE49-F238E27FC236}">
                    <a16:creationId xmlns:a16="http://schemas.microsoft.com/office/drawing/2014/main" id="{06B9954B-3C71-0709-5C86-154B3FB1E997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3" name="pg3916">
                <a:extLst>
                  <a:ext uri="{FF2B5EF4-FFF2-40B4-BE49-F238E27FC236}">
                    <a16:creationId xmlns:a16="http://schemas.microsoft.com/office/drawing/2014/main" id="{CDB9D98C-B456-1A22-220E-5F7C1CCB98CC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4" name="pg3917">
                <a:extLst>
                  <a:ext uri="{FF2B5EF4-FFF2-40B4-BE49-F238E27FC236}">
                    <a16:creationId xmlns:a16="http://schemas.microsoft.com/office/drawing/2014/main" id="{1CA9C505-7AFA-DB2C-1CF9-CD25CE6D9D93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5" name="pg3918">
                <a:extLst>
                  <a:ext uri="{FF2B5EF4-FFF2-40B4-BE49-F238E27FC236}">
                    <a16:creationId xmlns:a16="http://schemas.microsoft.com/office/drawing/2014/main" id="{D28E147F-2622-996E-8D33-CD36FE0478E9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6" name="pg3919">
                <a:extLst>
                  <a:ext uri="{FF2B5EF4-FFF2-40B4-BE49-F238E27FC236}">
                    <a16:creationId xmlns:a16="http://schemas.microsoft.com/office/drawing/2014/main" id="{9ECE939E-3D5F-3E06-35FC-CF4C75382CBD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7" name="pg3920">
                <a:extLst>
                  <a:ext uri="{FF2B5EF4-FFF2-40B4-BE49-F238E27FC236}">
                    <a16:creationId xmlns:a16="http://schemas.microsoft.com/office/drawing/2014/main" id="{C202F437-8F20-355B-ABD2-6BF2846CD34C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8" name="pg3921">
                <a:extLst>
                  <a:ext uri="{FF2B5EF4-FFF2-40B4-BE49-F238E27FC236}">
                    <a16:creationId xmlns:a16="http://schemas.microsoft.com/office/drawing/2014/main" id="{0AF81692-D081-0601-3C01-17A17FA5AD55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29" name="pg3922">
                <a:extLst>
                  <a:ext uri="{FF2B5EF4-FFF2-40B4-BE49-F238E27FC236}">
                    <a16:creationId xmlns:a16="http://schemas.microsoft.com/office/drawing/2014/main" id="{7CDE6707-E3FC-C55D-4DD3-660ED03185F2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0" name="pg3923">
                <a:extLst>
                  <a:ext uri="{FF2B5EF4-FFF2-40B4-BE49-F238E27FC236}">
                    <a16:creationId xmlns:a16="http://schemas.microsoft.com/office/drawing/2014/main" id="{CE81D94B-A512-6F47-6B1D-D39989B58975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1" name="pt3924">
                <a:extLst>
                  <a:ext uri="{FF2B5EF4-FFF2-40B4-BE49-F238E27FC236}">
                    <a16:creationId xmlns:a16="http://schemas.microsoft.com/office/drawing/2014/main" id="{2996B092-63C1-BDC9-BD93-0000CA81D20B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3A78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2" name="pt3925">
                <a:extLst>
                  <a:ext uri="{FF2B5EF4-FFF2-40B4-BE49-F238E27FC236}">
                    <a16:creationId xmlns:a16="http://schemas.microsoft.com/office/drawing/2014/main" id="{DD93B915-EC76-C85C-27B1-A1FB56DF5501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39305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3" name="pt3926">
                <a:extLst>
                  <a:ext uri="{FF2B5EF4-FFF2-40B4-BE49-F238E27FC236}">
                    <a16:creationId xmlns:a16="http://schemas.microsoft.com/office/drawing/2014/main" id="{9B0E74EA-ECD5-EE36-2C48-86AD0C7DE13C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4" name="pt3927">
                <a:extLst>
                  <a:ext uri="{FF2B5EF4-FFF2-40B4-BE49-F238E27FC236}">
                    <a16:creationId xmlns:a16="http://schemas.microsoft.com/office/drawing/2014/main" id="{3440D2B9-06FF-1BB9-8810-537B97775AB8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5" name="pt3928">
                <a:extLst>
                  <a:ext uri="{FF2B5EF4-FFF2-40B4-BE49-F238E27FC236}">
                    <a16:creationId xmlns:a16="http://schemas.microsoft.com/office/drawing/2014/main" id="{D8D003AD-34F6-80C9-BB5D-1368636A531E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3C487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6" name="pt3929">
                <a:extLst>
                  <a:ext uri="{FF2B5EF4-FFF2-40B4-BE49-F238E27FC236}">
                    <a16:creationId xmlns:a16="http://schemas.microsoft.com/office/drawing/2014/main" id="{9B7D55E3-5B89-1D14-B76A-B9BC4E2B9E6D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75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7" name="pt3930">
                <a:extLst>
                  <a:ext uri="{FF2B5EF4-FFF2-40B4-BE49-F238E27FC236}">
                    <a16:creationId xmlns:a16="http://schemas.microsoft.com/office/drawing/2014/main" id="{15808CE7-439A-494B-9407-190AA84F30C8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8" name="pt3931">
                <a:extLst>
                  <a:ext uri="{FF2B5EF4-FFF2-40B4-BE49-F238E27FC236}">
                    <a16:creationId xmlns:a16="http://schemas.microsoft.com/office/drawing/2014/main" id="{AE7C9AA5-DFAF-293A-7269-28A45FB57E2C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39" name="pt3932">
                <a:extLst>
                  <a:ext uri="{FF2B5EF4-FFF2-40B4-BE49-F238E27FC236}">
                    <a16:creationId xmlns:a16="http://schemas.microsoft.com/office/drawing/2014/main" id="{2B1E2B61-F2F1-DDB8-4307-36C3B5665C51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388B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0" name="pt3933">
                <a:extLst>
                  <a:ext uri="{FF2B5EF4-FFF2-40B4-BE49-F238E27FC236}">
                    <a16:creationId xmlns:a16="http://schemas.microsoft.com/office/drawing/2014/main" id="{2F20270F-3B83-6E83-A9F6-9D877CAB0BD9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1" name="pt3934">
                <a:extLst>
                  <a:ext uri="{FF2B5EF4-FFF2-40B4-BE49-F238E27FC236}">
                    <a16:creationId xmlns:a16="http://schemas.microsoft.com/office/drawing/2014/main" id="{9F391F4A-5678-A956-C4E2-122BC41ABE4E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3B386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2" name="pt3935">
                <a:extLst>
                  <a:ext uri="{FF2B5EF4-FFF2-40B4-BE49-F238E27FC236}">
                    <a16:creationId xmlns:a16="http://schemas.microsoft.com/office/drawing/2014/main" id="{90A1B3F4-70BF-919C-EFB7-BCE2B623ABE1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46AA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3" name="pt3936">
                <a:extLst>
                  <a:ext uri="{FF2B5EF4-FFF2-40B4-BE49-F238E27FC236}">
                    <a16:creationId xmlns:a16="http://schemas.microsoft.com/office/drawing/2014/main" id="{5806DE3F-A3D7-278E-E1D2-35EC722309F7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3594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4" name="pt3937">
                <a:extLst>
                  <a:ext uri="{FF2B5EF4-FFF2-40B4-BE49-F238E27FC236}">
                    <a16:creationId xmlns:a16="http://schemas.microsoft.com/office/drawing/2014/main" id="{4B7DDB6A-B8DB-FBE6-A005-F8F98C37D010}"/>
                  </a:ext>
                </a:extLst>
              </p:cNvPr>
              <p:cNvSpPr/>
              <p:nvPr/>
            </p:nvSpPr>
            <p:spPr>
              <a:xfrm>
                <a:off x="3118737" y="4784820"/>
                <a:ext cx="63202" cy="63202"/>
              </a:xfrm>
              <a:prstGeom prst="ellipse">
                <a:avLst/>
              </a:prstGeom>
              <a:solidFill>
                <a:srgbClr val="395F9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5" name="pt3938">
                <a:extLst>
                  <a:ext uri="{FF2B5EF4-FFF2-40B4-BE49-F238E27FC236}">
                    <a16:creationId xmlns:a16="http://schemas.microsoft.com/office/drawing/2014/main" id="{82BF1887-D08D-B990-9762-AA9776FDA98F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3A9C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6" name="pt3939">
                <a:extLst>
                  <a:ext uri="{FF2B5EF4-FFF2-40B4-BE49-F238E27FC236}">
                    <a16:creationId xmlns:a16="http://schemas.microsoft.com/office/drawing/2014/main" id="{FC07247F-7C3A-6297-AE3B-8C9C1AF7EA37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388C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7" name="pt3940">
                <a:extLst>
                  <a:ext uri="{FF2B5EF4-FFF2-40B4-BE49-F238E27FC236}">
                    <a16:creationId xmlns:a16="http://schemas.microsoft.com/office/drawing/2014/main" id="{AE7363D6-3714-DF5F-8EB2-3A8D1C7DB9F8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3B396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8" name="pt3941">
                <a:extLst>
                  <a:ext uri="{FF2B5EF4-FFF2-40B4-BE49-F238E27FC236}">
                    <a16:creationId xmlns:a16="http://schemas.microsoft.com/office/drawing/2014/main" id="{6D2EFE4F-25E4-6006-0FC3-C4DCF6FE10C8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3982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49" name="pt3942">
                <a:extLst>
                  <a:ext uri="{FF2B5EF4-FFF2-40B4-BE49-F238E27FC236}">
                    <a16:creationId xmlns:a16="http://schemas.microsoft.com/office/drawing/2014/main" id="{94137CC1-25BC-8AA5-3399-F972AA2F6813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3A346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0" name="pt3943">
                <a:extLst>
                  <a:ext uri="{FF2B5EF4-FFF2-40B4-BE49-F238E27FC236}">
                    <a16:creationId xmlns:a16="http://schemas.microsoft.com/office/drawing/2014/main" id="{00DEAC8D-DD79-443C-61FE-99A0040F421E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1" name="pt3944">
                <a:extLst>
                  <a:ext uri="{FF2B5EF4-FFF2-40B4-BE49-F238E27FC236}">
                    <a16:creationId xmlns:a16="http://schemas.microsoft.com/office/drawing/2014/main" id="{77C7D5B9-856E-3C13-7F88-007D67C00715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388BA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2" name="pt3945">
                <a:extLst>
                  <a:ext uri="{FF2B5EF4-FFF2-40B4-BE49-F238E27FC236}">
                    <a16:creationId xmlns:a16="http://schemas.microsoft.com/office/drawing/2014/main" id="{320E3FC3-AB2D-61B0-CDF2-FF6CBCF2077B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3A366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3" name="pt3946">
                <a:extLst>
                  <a:ext uri="{FF2B5EF4-FFF2-40B4-BE49-F238E27FC236}">
                    <a16:creationId xmlns:a16="http://schemas.microsoft.com/office/drawing/2014/main" id="{3F36AE91-9AD2-BCF5-A4DF-D4762E9FAE6C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44A8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4" name="pt3947">
                <a:extLst>
                  <a:ext uri="{FF2B5EF4-FFF2-40B4-BE49-F238E27FC236}">
                    <a16:creationId xmlns:a16="http://schemas.microsoft.com/office/drawing/2014/main" id="{26D5F12A-06E4-8B2A-CE52-F84E7906B180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79A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5" name="pt3948">
                <a:extLst>
                  <a:ext uri="{FF2B5EF4-FFF2-40B4-BE49-F238E27FC236}">
                    <a16:creationId xmlns:a16="http://schemas.microsoft.com/office/drawing/2014/main" id="{0680ECAF-3956-661E-84CF-6C40A943DE8F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6" name="pt3949">
                <a:extLst>
                  <a:ext uri="{FF2B5EF4-FFF2-40B4-BE49-F238E27FC236}">
                    <a16:creationId xmlns:a16="http://schemas.microsoft.com/office/drawing/2014/main" id="{830FCF13-A718-2B17-0130-70C98FD0BC1D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88C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7" name="pt3950">
                <a:extLst>
                  <a:ext uri="{FF2B5EF4-FFF2-40B4-BE49-F238E27FC236}">
                    <a16:creationId xmlns:a16="http://schemas.microsoft.com/office/drawing/2014/main" id="{EDC6F38A-B214-306C-70CF-9A7AD678A1BC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3497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8" name="pt3951">
                <a:extLst>
                  <a:ext uri="{FF2B5EF4-FFF2-40B4-BE49-F238E27FC236}">
                    <a16:creationId xmlns:a16="http://schemas.microsoft.com/office/drawing/2014/main" id="{96FEE2F1-83C0-F861-6527-33BE8A3F1FF2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41A4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59" name="pt3952">
                <a:extLst>
                  <a:ext uri="{FF2B5EF4-FFF2-40B4-BE49-F238E27FC236}">
                    <a16:creationId xmlns:a16="http://schemas.microsoft.com/office/drawing/2014/main" id="{36F629F5-5660-656A-E4DE-4666D2C8079D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0" name="pt3953">
                <a:extLst>
                  <a:ext uri="{FF2B5EF4-FFF2-40B4-BE49-F238E27FC236}">
                    <a16:creationId xmlns:a16="http://schemas.microsoft.com/office/drawing/2014/main" id="{EF7F244D-0E48-B930-2A21-0FC77503FCE8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1" name="pt3954">
                <a:extLst>
                  <a:ext uri="{FF2B5EF4-FFF2-40B4-BE49-F238E27FC236}">
                    <a16:creationId xmlns:a16="http://schemas.microsoft.com/office/drawing/2014/main" id="{39B84BB5-ECA5-2D4E-16ED-5369AB2FFBAD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3983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2" name="pt3955">
                <a:extLst>
                  <a:ext uri="{FF2B5EF4-FFF2-40B4-BE49-F238E27FC236}">
                    <a16:creationId xmlns:a16="http://schemas.microsoft.com/office/drawing/2014/main" id="{50BE11E1-AFDC-979B-6B73-A7CB76053C8A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382C5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3" name="pt3956">
                <a:extLst>
                  <a:ext uri="{FF2B5EF4-FFF2-40B4-BE49-F238E27FC236}">
                    <a16:creationId xmlns:a16="http://schemas.microsoft.com/office/drawing/2014/main" id="{E1CB36DB-E706-EAB9-5B67-C8ABEFBE642B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3B9E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4" name="pt3957">
                <a:extLst>
                  <a:ext uri="{FF2B5EF4-FFF2-40B4-BE49-F238E27FC236}">
                    <a16:creationId xmlns:a16="http://schemas.microsoft.com/office/drawing/2014/main" id="{20169EC2-B7E9-9EFD-1BC6-28105C6302FF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5" name="pt3958">
                <a:extLst>
                  <a:ext uri="{FF2B5EF4-FFF2-40B4-BE49-F238E27FC236}">
                    <a16:creationId xmlns:a16="http://schemas.microsoft.com/office/drawing/2014/main" id="{1621AE54-0320-25C2-FCEE-0C493F6CDF65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392D5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6" name="pt3959">
                <a:extLst>
                  <a:ext uri="{FF2B5EF4-FFF2-40B4-BE49-F238E27FC236}">
                    <a16:creationId xmlns:a16="http://schemas.microsoft.com/office/drawing/2014/main" id="{0AA12ECD-7249-D3B5-4117-7AD3EBD22BE9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3982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7" name="pt3960">
                <a:extLst>
                  <a:ext uri="{FF2B5EF4-FFF2-40B4-BE49-F238E27FC236}">
                    <a16:creationId xmlns:a16="http://schemas.microsoft.com/office/drawing/2014/main" id="{367714C8-6A8E-D2D5-F889-F59101F78D12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3983A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8" name="pt3961">
                <a:extLst>
                  <a:ext uri="{FF2B5EF4-FFF2-40B4-BE49-F238E27FC236}">
                    <a16:creationId xmlns:a16="http://schemas.microsoft.com/office/drawing/2014/main" id="{9DE31526-61B7-6652-4E7E-59CAE3DE79D2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3A7B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69" name="pl3962">
                <a:extLst>
                  <a:ext uri="{FF2B5EF4-FFF2-40B4-BE49-F238E27FC236}">
                    <a16:creationId xmlns:a16="http://schemas.microsoft.com/office/drawing/2014/main" id="{5C110909-3390-1D8B-BC10-90712500DE32}"/>
                  </a:ext>
                </a:extLst>
              </p:cNvPr>
              <p:cNvSpPr/>
              <p:nvPr/>
            </p:nvSpPr>
            <p:spPr>
              <a:xfrm>
                <a:off x="2850414" y="4909068"/>
                <a:ext cx="52398" cy="84460"/>
              </a:xfrm>
              <a:custGeom>
                <a:avLst/>
                <a:gdLst/>
                <a:ahLst/>
                <a:cxnLst/>
                <a:rect l="0" t="0" r="0" b="0"/>
                <a:pathLst>
                  <a:path w="52398" h="84460">
                    <a:moveTo>
                      <a:pt x="0" y="0"/>
                    </a:moveTo>
                    <a:lnTo>
                      <a:pt x="52398" y="8446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0" name="pl3963">
                <a:extLst>
                  <a:ext uri="{FF2B5EF4-FFF2-40B4-BE49-F238E27FC236}">
                    <a16:creationId xmlns:a16="http://schemas.microsoft.com/office/drawing/2014/main" id="{966B3232-A7CE-A41B-F87E-FE25CE6E21EB}"/>
                  </a:ext>
                </a:extLst>
              </p:cNvPr>
              <p:cNvSpPr/>
              <p:nvPr/>
            </p:nvSpPr>
            <p:spPr>
              <a:xfrm>
                <a:off x="3511781" y="4762624"/>
                <a:ext cx="53549" cy="82240"/>
              </a:xfrm>
              <a:custGeom>
                <a:avLst/>
                <a:gdLst/>
                <a:ahLst/>
                <a:cxnLst/>
                <a:rect l="0" t="0" r="0" b="0"/>
                <a:pathLst>
                  <a:path w="53549" h="82240">
                    <a:moveTo>
                      <a:pt x="0" y="0"/>
                    </a:moveTo>
                    <a:lnTo>
                      <a:pt x="53549" y="8224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1" name="pl3964">
                <a:extLst>
                  <a:ext uri="{FF2B5EF4-FFF2-40B4-BE49-F238E27FC236}">
                    <a16:creationId xmlns:a16="http://schemas.microsoft.com/office/drawing/2014/main" id="{3ABB582A-BB9E-61BC-AAE5-402A31E30BAC}"/>
                  </a:ext>
                </a:extLst>
              </p:cNvPr>
              <p:cNvSpPr/>
              <p:nvPr/>
            </p:nvSpPr>
            <p:spPr>
              <a:xfrm>
                <a:off x="4513488" y="4609337"/>
                <a:ext cx="54339" cy="79562"/>
              </a:xfrm>
              <a:custGeom>
                <a:avLst/>
                <a:gdLst/>
                <a:ahLst/>
                <a:cxnLst/>
                <a:rect l="0" t="0" r="0" b="0"/>
                <a:pathLst>
                  <a:path w="54339" h="79562">
                    <a:moveTo>
                      <a:pt x="0" y="0"/>
                    </a:moveTo>
                    <a:lnTo>
                      <a:pt x="54339" y="7956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2" name="pl3965">
                <a:extLst>
                  <a:ext uri="{FF2B5EF4-FFF2-40B4-BE49-F238E27FC236}">
                    <a16:creationId xmlns:a16="http://schemas.microsoft.com/office/drawing/2014/main" id="{70CAC419-CFF6-8BBF-F9B3-1D989A9D4F6C}"/>
                  </a:ext>
                </a:extLst>
              </p:cNvPr>
              <p:cNvSpPr/>
              <p:nvPr/>
            </p:nvSpPr>
            <p:spPr>
              <a:xfrm>
                <a:off x="5584819" y="3006210"/>
                <a:ext cx="90785" cy="46504"/>
              </a:xfrm>
              <a:custGeom>
                <a:avLst/>
                <a:gdLst/>
                <a:ahLst/>
                <a:cxnLst/>
                <a:rect l="0" t="0" r="0" b="0"/>
                <a:pathLst>
                  <a:path w="90785" h="46504">
                    <a:moveTo>
                      <a:pt x="0" y="0"/>
                    </a:moveTo>
                    <a:lnTo>
                      <a:pt x="90785" y="4650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3" name="pl3966">
                <a:extLst>
                  <a:ext uri="{FF2B5EF4-FFF2-40B4-BE49-F238E27FC236}">
                    <a16:creationId xmlns:a16="http://schemas.microsoft.com/office/drawing/2014/main" id="{9604E713-E88E-BF11-F99E-DDE3E643403F}"/>
                  </a:ext>
                </a:extLst>
              </p:cNvPr>
              <p:cNvSpPr/>
              <p:nvPr/>
            </p:nvSpPr>
            <p:spPr>
              <a:xfrm>
                <a:off x="5712842" y="2801489"/>
                <a:ext cx="112937" cy="121600"/>
              </a:xfrm>
              <a:custGeom>
                <a:avLst/>
                <a:gdLst/>
                <a:ahLst/>
                <a:cxnLst/>
                <a:rect l="0" t="0" r="0" b="0"/>
                <a:pathLst>
                  <a:path w="112937" h="121600">
                    <a:moveTo>
                      <a:pt x="0" y="0"/>
                    </a:moveTo>
                    <a:lnTo>
                      <a:pt x="112937" y="12160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4" name="pg3967">
                <a:extLst>
                  <a:ext uri="{FF2B5EF4-FFF2-40B4-BE49-F238E27FC236}">
                    <a16:creationId xmlns:a16="http://schemas.microsoft.com/office/drawing/2014/main" id="{46087FA1-EBB2-8DC6-10E3-F815873786C3}"/>
                  </a:ext>
                </a:extLst>
              </p:cNvPr>
              <p:cNvSpPr/>
              <p:nvPr/>
            </p:nvSpPr>
            <p:spPr>
              <a:xfrm>
                <a:off x="2291898" y="4760384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2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5" name="tx3968">
                <a:extLst>
                  <a:ext uri="{FF2B5EF4-FFF2-40B4-BE49-F238E27FC236}">
                    <a16:creationId xmlns:a16="http://schemas.microsoft.com/office/drawing/2014/main" id="{71E13C18-E8D0-B406-E7D5-123C666F941D}"/>
                  </a:ext>
                </a:extLst>
              </p:cNvPr>
              <p:cNvSpPr/>
              <p:nvPr/>
            </p:nvSpPr>
            <p:spPr>
              <a:xfrm>
                <a:off x="2337618" y="4806104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28876" name="pg3969">
                <a:extLst>
                  <a:ext uri="{FF2B5EF4-FFF2-40B4-BE49-F238E27FC236}">
                    <a16:creationId xmlns:a16="http://schemas.microsoft.com/office/drawing/2014/main" id="{FF677536-DF41-A99F-E09E-285FD1E3D362}"/>
                  </a:ext>
                </a:extLst>
              </p:cNvPr>
              <p:cNvSpPr/>
              <p:nvPr/>
            </p:nvSpPr>
            <p:spPr>
              <a:xfrm>
                <a:off x="2960947" y="4613872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2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7" name="tx3970">
                <a:extLst>
                  <a:ext uri="{FF2B5EF4-FFF2-40B4-BE49-F238E27FC236}">
                    <a16:creationId xmlns:a16="http://schemas.microsoft.com/office/drawing/2014/main" id="{B51CAB9E-DD3C-AE1F-D7D8-C3E98752BF0F}"/>
                  </a:ext>
                </a:extLst>
              </p:cNvPr>
              <p:cNvSpPr/>
              <p:nvPr/>
            </p:nvSpPr>
            <p:spPr>
              <a:xfrm>
                <a:off x="3006667" y="4659592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28878" name="pg3971">
                <a:extLst>
                  <a:ext uri="{FF2B5EF4-FFF2-40B4-BE49-F238E27FC236}">
                    <a16:creationId xmlns:a16="http://schemas.microsoft.com/office/drawing/2014/main" id="{0760E2D2-8202-6715-7CC9-B09AD2EC7482}"/>
                  </a:ext>
                </a:extLst>
              </p:cNvPr>
              <p:cNvSpPr/>
              <p:nvPr/>
            </p:nvSpPr>
            <p:spPr>
              <a:xfrm>
                <a:off x="3970517" y="4460399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1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2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79" name="tx3972">
                <a:extLst>
                  <a:ext uri="{FF2B5EF4-FFF2-40B4-BE49-F238E27FC236}">
                    <a16:creationId xmlns:a16="http://schemas.microsoft.com/office/drawing/2014/main" id="{8457633F-B7D5-D869-A245-BDCEE331F83D}"/>
                  </a:ext>
                </a:extLst>
              </p:cNvPr>
              <p:cNvSpPr/>
              <p:nvPr/>
            </p:nvSpPr>
            <p:spPr>
              <a:xfrm>
                <a:off x="4016237" y="4506119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28880" name="pg3973">
                <a:extLst>
                  <a:ext uri="{FF2B5EF4-FFF2-40B4-BE49-F238E27FC236}">
                    <a16:creationId xmlns:a16="http://schemas.microsoft.com/office/drawing/2014/main" id="{C6D20D00-CE1D-FEF0-ABED-3B6F1E57A37F}"/>
                  </a:ext>
                </a:extLst>
              </p:cNvPr>
              <p:cNvSpPr/>
              <p:nvPr/>
            </p:nvSpPr>
            <p:spPr>
              <a:xfrm>
                <a:off x="5003077" y="2892420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2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2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81" name="tx3974">
                <a:extLst>
                  <a:ext uri="{FF2B5EF4-FFF2-40B4-BE49-F238E27FC236}">
                    <a16:creationId xmlns:a16="http://schemas.microsoft.com/office/drawing/2014/main" id="{F165051E-F881-C2BC-BB09-E3BB6BD56FF9}"/>
                  </a:ext>
                </a:extLst>
              </p:cNvPr>
              <p:cNvSpPr/>
              <p:nvPr/>
            </p:nvSpPr>
            <p:spPr>
              <a:xfrm>
                <a:off x="5048797" y="2938140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28882" name="pg3975">
                <a:extLst>
                  <a:ext uri="{FF2B5EF4-FFF2-40B4-BE49-F238E27FC236}">
                    <a16:creationId xmlns:a16="http://schemas.microsoft.com/office/drawing/2014/main" id="{8BCF02A5-B810-2AF2-49D1-4C1A0A100824}"/>
                  </a:ext>
                </a:extLst>
              </p:cNvPr>
              <p:cNvSpPr/>
              <p:nvPr/>
            </p:nvSpPr>
            <p:spPr>
              <a:xfrm>
                <a:off x="5363927" y="2609556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1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83" name="tx3976">
                <a:extLst>
                  <a:ext uri="{FF2B5EF4-FFF2-40B4-BE49-F238E27FC236}">
                    <a16:creationId xmlns:a16="http://schemas.microsoft.com/office/drawing/2014/main" id="{91ED854B-01DE-6C47-BE81-F4BD75564965}"/>
                  </a:ext>
                </a:extLst>
              </p:cNvPr>
              <p:cNvSpPr/>
              <p:nvPr/>
            </p:nvSpPr>
            <p:spPr>
              <a:xfrm>
                <a:off x="5409647" y="2655276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28884" name="rc3977">
                <a:extLst>
                  <a:ext uri="{FF2B5EF4-FFF2-40B4-BE49-F238E27FC236}">
                    <a16:creationId xmlns:a16="http://schemas.microsoft.com/office/drawing/2014/main" id="{3AD56EF5-F719-0264-DDF5-E5AB6170186B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885" name="tx3978">
                <a:extLst>
                  <a:ext uri="{FF2B5EF4-FFF2-40B4-BE49-F238E27FC236}">
                    <a16:creationId xmlns:a16="http://schemas.microsoft.com/office/drawing/2014/main" id="{FB72D157-5CCA-DA11-AD69-5073B3049249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28886" name="tx3979">
                <a:extLst>
                  <a:ext uri="{FF2B5EF4-FFF2-40B4-BE49-F238E27FC236}">
                    <a16:creationId xmlns:a16="http://schemas.microsoft.com/office/drawing/2014/main" id="{C6FDE696-89E5-D890-F847-5B958F246901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887" name="tx3980">
                <a:extLst>
                  <a:ext uri="{FF2B5EF4-FFF2-40B4-BE49-F238E27FC236}">
                    <a16:creationId xmlns:a16="http://schemas.microsoft.com/office/drawing/2014/main" id="{5951C7D7-0D1C-C01C-6BE4-70346D2031EF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8888" name="tx3981">
                <a:extLst>
                  <a:ext uri="{FF2B5EF4-FFF2-40B4-BE49-F238E27FC236}">
                    <a16:creationId xmlns:a16="http://schemas.microsoft.com/office/drawing/2014/main" id="{E7F7AC24-E94F-1EEC-B1E3-DF3B7E0B1CB4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28889" name="tx3982">
                <a:extLst>
                  <a:ext uri="{FF2B5EF4-FFF2-40B4-BE49-F238E27FC236}">
                    <a16:creationId xmlns:a16="http://schemas.microsoft.com/office/drawing/2014/main" id="{4ABBE433-974E-0A00-E2BA-AEDCBEAF3C6B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890" name="tx3983">
                <a:extLst>
                  <a:ext uri="{FF2B5EF4-FFF2-40B4-BE49-F238E27FC236}">
                    <a16:creationId xmlns:a16="http://schemas.microsoft.com/office/drawing/2014/main" id="{53CEB577-2232-CE3C-1744-E29651AAE177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8891" name="tx3984">
                <a:extLst>
                  <a:ext uri="{FF2B5EF4-FFF2-40B4-BE49-F238E27FC236}">
                    <a16:creationId xmlns:a16="http://schemas.microsoft.com/office/drawing/2014/main" id="{2DAAEEA5-3396-23E7-E207-DAAE49D0DD2A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28892" name="tx3985">
                <a:extLst>
                  <a:ext uri="{FF2B5EF4-FFF2-40B4-BE49-F238E27FC236}">
                    <a16:creationId xmlns:a16="http://schemas.microsoft.com/office/drawing/2014/main" id="{CD49081D-ED03-BB6A-A78B-2B1F9E7EC426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893" name="tx3986">
                <a:extLst>
                  <a:ext uri="{FF2B5EF4-FFF2-40B4-BE49-F238E27FC236}">
                    <a16:creationId xmlns:a16="http://schemas.microsoft.com/office/drawing/2014/main" id="{6EA529AD-CBE2-9EF5-20CF-81972FDD5944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8894" name="tx3987">
                <a:extLst>
                  <a:ext uri="{FF2B5EF4-FFF2-40B4-BE49-F238E27FC236}">
                    <a16:creationId xmlns:a16="http://schemas.microsoft.com/office/drawing/2014/main" id="{A7B39187-BC5F-8D17-3A02-A34D87F65CFC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28895" name="tx3988">
                <a:extLst>
                  <a:ext uri="{FF2B5EF4-FFF2-40B4-BE49-F238E27FC236}">
                    <a16:creationId xmlns:a16="http://schemas.microsoft.com/office/drawing/2014/main" id="{5B3FA59E-8345-9274-0DEF-D94CDE335454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896" name="tx3989">
                <a:extLst>
                  <a:ext uri="{FF2B5EF4-FFF2-40B4-BE49-F238E27FC236}">
                    <a16:creationId xmlns:a16="http://schemas.microsoft.com/office/drawing/2014/main" id="{EE815A5F-A363-685C-4320-5C3696F26AB8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8897" name="tx3990">
                <a:extLst>
                  <a:ext uri="{FF2B5EF4-FFF2-40B4-BE49-F238E27FC236}">
                    <a16:creationId xmlns:a16="http://schemas.microsoft.com/office/drawing/2014/main" id="{E0AF871A-1A65-BB50-D419-1D21010C1EBA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28898" name="tx3991">
                <a:extLst>
                  <a:ext uri="{FF2B5EF4-FFF2-40B4-BE49-F238E27FC236}">
                    <a16:creationId xmlns:a16="http://schemas.microsoft.com/office/drawing/2014/main" id="{E1149288-1BED-A758-1760-A92D4D90777B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899" name="tx3992">
                <a:extLst>
                  <a:ext uri="{FF2B5EF4-FFF2-40B4-BE49-F238E27FC236}">
                    <a16:creationId xmlns:a16="http://schemas.microsoft.com/office/drawing/2014/main" id="{828C48BE-74EA-0829-F38E-33D905E6B3F5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28900" name="pl3993">
                <a:extLst>
                  <a:ext uri="{FF2B5EF4-FFF2-40B4-BE49-F238E27FC236}">
                    <a16:creationId xmlns:a16="http://schemas.microsoft.com/office/drawing/2014/main" id="{4C037691-5B5C-F23A-EC1C-9B80CFFDD688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1" name="pl3994">
                <a:extLst>
                  <a:ext uri="{FF2B5EF4-FFF2-40B4-BE49-F238E27FC236}">
                    <a16:creationId xmlns:a16="http://schemas.microsoft.com/office/drawing/2014/main" id="{9B022988-8BAC-E706-8751-5263776586CE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2" name="pl3995">
                <a:extLst>
                  <a:ext uri="{FF2B5EF4-FFF2-40B4-BE49-F238E27FC236}">
                    <a16:creationId xmlns:a16="http://schemas.microsoft.com/office/drawing/2014/main" id="{8909B466-68FB-64EB-9873-34F43964E4CD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3" name="pl3996">
                <a:extLst>
                  <a:ext uri="{FF2B5EF4-FFF2-40B4-BE49-F238E27FC236}">
                    <a16:creationId xmlns:a16="http://schemas.microsoft.com/office/drawing/2014/main" id="{9FE19D4D-BF05-8026-3A2C-63081AA44D2A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4" name="pl3997">
                <a:extLst>
                  <a:ext uri="{FF2B5EF4-FFF2-40B4-BE49-F238E27FC236}">
                    <a16:creationId xmlns:a16="http://schemas.microsoft.com/office/drawing/2014/main" id="{1990E312-9EC5-72F4-3B56-8441EE153BCF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5" name="pl3998">
                <a:extLst>
                  <a:ext uri="{FF2B5EF4-FFF2-40B4-BE49-F238E27FC236}">
                    <a16:creationId xmlns:a16="http://schemas.microsoft.com/office/drawing/2014/main" id="{2BCA6453-89E4-A103-8DDC-34A33C8160FC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6" name="pl3999">
                <a:extLst>
                  <a:ext uri="{FF2B5EF4-FFF2-40B4-BE49-F238E27FC236}">
                    <a16:creationId xmlns:a16="http://schemas.microsoft.com/office/drawing/2014/main" id="{E800047F-686C-8245-5466-3D4B6F46F28C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7" name="pl4000">
                <a:extLst>
                  <a:ext uri="{FF2B5EF4-FFF2-40B4-BE49-F238E27FC236}">
                    <a16:creationId xmlns:a16="http://schemas.microsoft.com/office/drawing/2014/main" id="{398418E8-1F44-2654-16D9-E503E7D00835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8" name="pl4001">
                <a:extLst>
                  <a:ext uri="{FF2B5EF4-FFF2-40B4-BE49-F238E27FC236}">
                    <a16:creationId xmlns:a16="http://schemas.microsoft.com/office/drawing/2014/main" id="{D32A57FE-4E95-D654-89A5-755B615B939C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09" name="pl4002">
                <a:extLst>
                  <a:ext uri="{FF2B5EF4-FFF2-40B4-BE49-F238E27FC236}">
                    <a16:creationId xmlns:a16="http://schemas.microsoft.com/office/drawing/2014/main" id="{80205B6D-D559-4765-1A5E-30EA6B193953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10" name="pl4003">
                <a:extLst>
                  <a:ext uri="{FF2B5EF4-FFF2-40B4-BE49-F238E27FC236}">
                    <a16:creationId xmlns:a16="http://schemas.microsoft.com/office/drawing/2014/main" id="{AD346764-1282-F0A6-F418-08825F1A9200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11" name="pl4004">
                <a:extLst>
                  <a:ext uri="{FF2B5EF4-FFF2-40B4-BE49-F238E27FC236}">
                    <a16:creationId xmlns:a16="http://schemas.microsoft.com/office/drawing/2014/main" id="{4F4AFF1A-C870-9B4C-A4B5-DB456D36A6F0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12" name="pl4005">
                <a:extLst>
                  <a:ext uri="{FF2B5EF4-FFF2-40B4-BE49-F238E27FC236}">
                    <a16:creationId xmlns:a16="http://schemas.microsoft.com/office/drawing/2014/main" id="{EE34F5D8-65F6-7C2F-27B2-C1D27CA49839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13" name="tx4006">
                <a:extLst>
                  <a:ext uri="{FF2B5EF4-FFF2-40B4-BE49-F238E27FC236}">
                    <a16:creationId xmlns:a16="http://schemas.microsoft.com/office/drawing/2014/main" id="{C7217B15-8153-854C-A780-E19C90409008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28914" name="tx4007">
                <a:extLst>
                  <a:ext uri="{FF2B5EF4-FFF2-40B4-BE49-F238E27FC236}">
                    <a16:creationId xmlns:a16="http://schemas.microsoft.com/office/drawing/2014/main" id="{AAEA8FD1-6B9D-FC6F-EDE4-67209388AC0C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915" name="tx4008">
                <a:extLst>
                  <a:ext uri="{FF2B5EF4-FFF2-40B4-BE49-F238E27FC236}">
                    <a16:creationId xmlns:a16="http://schemas.microsoft.com/office/drawing/2014/main" id="{079FCEED-F471-2D7A-1909-FF769C3D3B6D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8916" name="tx4009">
                <a:extLst>
                  <a:ext uri="{FF2B5EF4-FFF2-40B4-BE49-F238E27FC236}">
                    <a16:creationId xmlns:a16="http://schemas.microsoft.com/office/drawing/2014/main" id="{4A7BF11D-CBDD-C334-7C7F-70BC05C0BEDC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28917" name="tx4010">
                <a:extLst>
                  <a:ext uri="{FF2B5EF4-FFF2-40B4-BE49-F238E27FC236}">
                    <a16:creationId xmlns:a16="http://schemas.microsoft.com/office/drawing/2014/main" id="{61E1AE4A-BF84-0576-25D9-8014E17EC43B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918" name="tx4011">
                <a:extLst>
                  <a:ext uri="{FF2B5EF4-FFF2-40B4-BE49-F238E27FC236}">
                    <a16:creationId xmlns:a16="http://schemas.microsoft.com/office/drawing/2014/main" id="{BF832A5C-B989-C633-3EB8-63C670EECCE7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8919" name="tx4012">
                <a:extLst>
                  <a:ext uri="{FF2B5EF4-FFF2-40B4-BE49-F238E27FC236}">
                    <a16:creationId xmlns:a16="http://schemas.microsoft.com/office/drawing/2014/main" id="{EA3EA2CD-6B20-D4FA-5C73-FCF4DFD9485E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28920" name="tx4013">
                <a:extLst>
                  <a:ext uri="{FF2B5EF4-FFF2-40B4-BE49-F238E27FC236}">
                    <a16:creationId xmlns:a16="http://schemas.microsoft.com/office/drawing/2014/main" id="{82D8C8DA-9DAB-80EA-6FE7-0321C36EBE25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921" name="tx4014">
                <a:extLst>
                  <a:ext uri="{FF2B5EF4-FFF2-40B4-BE49-F238E27FC236}">
                    <a16:creationId xmlns:a16="http://schemas.microsoft.com/office/drawing/2014/main" id="{BEA01E1B-F70E-A174-A37C-8C51FB9FDAE1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8922" name="tx4015">
                <a:extLst>
                  <a:ext uri="{FF2B5EF4-FFF2-40B4-BE49-F238E27FC236}">
                    <a16:creationId xmlns:a16="http://schemas.microsoft.com/office/drawing/2014/main" id="{09E56D07-B681-AD61-F735-6A1EC344BBDE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28923" name="tx4016">
                <a:extLst>
                  <a:ext uri="{FF2B5EF4-FFF2-40B4-BE49-F238E27FC236}">
                    <a16:creationId xmlns:a16="http://schemas.microsoft.com/office/drawing/2014/main" id="{CD727E8A-B582-5E53-9156-BFF33EBCCD11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924" name="tx4017">
                <a:extLst>
                  <a:ext uri="{FF2B5EF4-FFF2-40B4-BE49-F238E27FC236}">
                    <a16:creationId xmlns:a16="http://schemas.microsoft.com/office/drawing/2014/main" id="{34E6282C-5986-8671-3DBD-E33257EE3E8A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8925" name="tx4018">
                <a:extLst>
                  <a:ext uri="{FF2B5EF4-FFF2-40B4-BE49-F238E27FC236}">
                    <a16:creationId xmlns:a16="http://schemas.microsoft.com/office/drawing/2014/main" id="{FB5710FC-860D-B5AD-DD70-CBEB75DA449B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28926" name="tx4019">
                <a:extLst>
                  <a:ext uri="{FF2B5EF4-FFF2-40B4-BE49-F238E27FC236}">
                    <a16:creationId xmlns:a16="http://schemas.microsoft.com/office/drawing/2014/main" id="{1EAAE137-4D58-6E60-5F52-9FD767AC4940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927" name="tx4020">
                <a:extLst>
                  <a:ext uri="{FF2B5EF4-FFF2-40B4-BE49-F238E27FC236}">
                    <a16:creationId xmlns:a16="http://schemas.microsoft.com/office/drawing/2014/main" id="{79EB4B4B-62D0-5206-8E11-EE31F6E35FFA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8928" name="tx4021">
                <a:extLst>
                  <a:ext uri="{FF2B5EF4-FFF2-40B4-BE49-F238E27FC236}">
                    <a16:creationId xmlns:a16="http://schemas.microsoft.com/office/drawing/2014/main" id="{56EFE5DC-059E-BC92-BE03-CD167D8B74F4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28929" name="tx4022">
                <a:extLst>
                  <a:ext uri="{FF2B5EF4-FFF2-40B4-BE49-F238E27FC236}">
                    <a16:creationId xmlns:a16="http://schemas.microsoft.com/office/drawing/2014/main" id="{4CEAFEDC-74CD-B488-241B-20E3F13DADE1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930" name="tx4023">
                <a:extLst>
                  <a:ext uri="{FF2B5EF4-FFF2-40B4-BE49-F238E27FC236}">
                    <a16:creationId xmlns:a16="http://schemas.microsoft.com/office/drawing/2014/main" id="{B0E63752-D0D2-D5A0-49A2-5A11486191F7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8931" name="tx4024">
                <a:extLst>
                  <a:ext uri="{FF2B5EF4-FFF2-40B4-BE49-F238E27FC236}">
                    <a16:creationId xmlns:a16="http://schemas.microsoft.com/office/drawing/2014/main" id="{1882A856-D380-5225-5DE2-B23FCB0EDB2A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28932" name="tx4025">
                <a:extLst>
                  <a:ext uri="{FF2B5EF4-FFF2-40B4-BE49-F238E27FC236}">
                    <a16:creationId xmlns:a16="http://schemas.microsoft.com/office/drawing/2014/main" id="{83C0581D-098C-70CC-0B00-F24221A6AC32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933" name="tx4026">
                <a:extLst>
                  <a:ext uri="{FF2B5EF4-FFF2-40B4-BE49-F238E27FC236}">
                    <a16:creationId xmlns:a16="http://schemas.microsoft.com/office/drawing/2014/main" id="{8B84BDCA-5BC2-44B7-63A8-9A554078E859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8934" name="tx4027">
                <a:extLst>
                  <a:ext uri="{FF2B5EF4-FFF2-40B4-BE49-F238E27FC236}">
                    <a16:creationId xmlns:a16="http://schemas.microsoft.com/office/drawing/2014/main" id="{930E54DE-C979-F1FB-9FD7-C5377E08151A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28935" name="tx4028">
                <a:extLst>
                  <a:ext uri="{FF2B5EF4-FFF2-40B4-BE49-F238E27FC236}">
                    <a16:creationId xmlns:a16="http://schemas.microsoft.com/office/drawing/2014/main" id="{3A2ECA04-2BB3-8055-F6C9-02BEB1683CD7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936" name="tx4029">
                <a:extLst>
                  <a:ext uri="{FF2B5EF4-FFF2-40B4-BE49-F238E27FC236}">
                    <a16:creationId xmlns:a16="http://schemas.microsoft.com/office/drawing/2014/main" id="{F410AF1C-6F22-4AC0-5DD5-1B10CE5C243F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28937" name="tx4030">
                <a:extLst>
                  <a:ext uri="{FF2B5EF4-FFF2-40B4-BE49-F238E27FC236}">
                    <a16:creationId xmlns:a16="http://schemas.microsoft.com/office/drawing/2014/main" id="{10EBCC37-5D7D-52E8-F500-E1E2A5440E0E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28938" name="tx4031">
                <a:extLst>
                  <a:ext uri="{FF2B5EF4-FFF2-40B4-BE49-F238E27FC236}">
                    <a16:creationId xmlns:a16="http://schemas.microsoft.com/office/drawing/2014/main" id="{02B4B922-8B7A-9B56-F399-30958FC59FAD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28939" name="rc4032">
                <a:extLst>
                  <a:ext uri="{FF2B5EF4-FFF2-40B4-BE49-F238E27FC236}">
                    <a16:creationId xmlns:a16="http://schemas.microsoft.com/office/drawing/2014/main" id="{B7600CA2-51A6-893F-DA4C-678C1F3039E2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0" name="tx4033">
                <a:extLst>
                  <a:ext uri="{FF2B5EF4-FFF2-40B4-BE49-F238E27FC236}">
                    <a16:creationId xmlns:a16="http://schemas.microsoft.com/office/drawing/2014/main" id="{57C82F78-CC73-015A-DE33-0EBA7DE1DD15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28941" name="tx4034">
                <a:extLst>
                  <a:ext uri="{FF2B5EF4-FFF2-40B4-BE49-F238E27FC236}">
                    <a16:creationId xmlns:a16="http://schemas.microsoft.com/office/drawing/2014/main" id="{6D81988B-B443-4E79-2604-74BBFCE2C28E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28942" name="pic4035">
                <a:extLst>
                  <a:ext uri="{FF2B5EF4-FFF2-40B4-BE49-F238E27FC236}">
                    <a16:creationId xmlns:a16="http://schemas.microsoft.com/office/drawing/2014/main" id="{D92A6CFF-9178-5DF9-FB49-A45EA40F8399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28943" name="pl4036">
                <a:extLst>
                  <a:ext uri="{FF2B5EF4-FFF2-40B4-BE49-F238E27FC236}">
                    <a16:creationId xmlns:a16="http://schemas.microsoft.com/office/drawing/2014/main" id="{E3785D5F-20E0-9EEB-F452-B1244EA4C412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4" name="pl4037">
                <a:extLst>
                  <a:ext uri="{FF2B5EF4-FFF2-40B4-BE49-F238E27FC236}">
                    <a16:creationId xmlns:a16="http://schemas.microsoft.com/office/drawing/2014/main" id="{1C03757A-3A04-B6AD-62D2-539047BB0ACF}"/>
                  </a:ext>
                </a:extLst>
              </p:cNvPr>
              <p:cNvSpPr/>
              <p:nvPr/>
            </p:nvSpPr>
            <p:spPr>
              <a:xfrm>
                <a:off x="6928496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5" name="pl4038">
                <a:extLst>
                  <a:ext uri="{FF2B5EF4-FFF2-40B4-BE49-F238E27FC236}">
                    <a16:creationId xmlns:a16="http://schemas.microsoft.com/office/drawing/2014/main" id="{7CE4A444-DC7A-4772-39EE-C2CACFB831A4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6" name="pl4039">
                <a:extLst>
                  <a:ext uri="{FF2B5EF4-FFF2-40B4-BE49-F238E27FC236}">
                    <a16:creationId xmlns:a16="http://schemas.microsoft.com/office/drawing/2014/main" id="{F00A0D34-1330-7FA5-5A6E-8BF083C0F5F2}"/>
                  </a:ext>
                </a:extLst>
              </p:cNvPr>
              <p:cNvSpPr/>
              <p:nvPr/>
            </p:nvSpPr>
            <p:spPr>
              <a:xfrm>
                <a:off x="6928496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7" name="pl4040">
                <a:extLst>
                  <a:ext uri="{FF2B5EF4-FFF2-40B4-BE49-F238E27FC236}">
                    <a16:creationId xmlns:a16="http://schemas.microsoft.com/office/drawing/2014/main" id="{793DEBB3-85FE-7152-5B1F-D8D7A75DDA2C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8" name="pl4041">
                <a:extLst>
                  <a:ext uri="{FF2B5EF4-FFF2-40B4-BE49-F238E27FC236}">
                    <a16:creationId xmlns:a16="http://schemas.microsoft.com/office/drawing/2014/main" id="{B2F39D34-DCE8-2213-497B-7EDB6FF768B3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49" name="pl4042">
                <a:extLst>
                  <a:ext uri="{FF2B5EF4-FFF2-40B4-BE49-F238E27FC236}">
                    <a16:creationId xmlns:a16="http://schemas.microsoft.com/office/drawing/2014/main" id="{F75D0FF7-CF14-6D63-D488-BACB6D967D7F}"/>
                  </a:ext>
                </a:extLst>
              </p:cNvPr>
              <p:cNvSpPr/>
              <p:nvPr/>
            </p:nvSpPr>
            <p:spPr>
              <a:xfrm>
                <a:off x="6752931" y="448696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50" name="pl4043">
                <a:extLst>
                  <a:ext uri="{FF2B5EF4-FFF2-40B4-BE49-F238E27FC236}">
                    <a16:creationId xmlns:a16="http://schemas.microsoft.com/office/drawing/2014/main" id="{2713790B-2E78-0DF3-34EA-A230E981CFC9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51" name="pl4044">
                <a:extLst>
                  <a:ext uri="{FF2B5EF4-FFF2-40B4-BE49-F238E27FC236}">
                    <a16:creationId xmlns:a16="http://schemas.microsoft.com/office/drawing/2014/main" id="{AFF0C121-E9B0-B9AC-88A5-4D564393D42D}"/>
                  </a:ext>
                </a:extLst>
              </p:cNvPr>
              <p:cNvSpPr/>
              <p:nvPr/>
            </p:nvSpPr>
            <p:spPr>
              <a:xfrm>
                <a:off x="6752931" y="394015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52" name="pl4045">
                <a:extLst>
                  <a:ext uri="{FF2B5EF4-FFF2-40B4-BE49-F238E27FC236}">
                    <a16:creationId xmlns:a16="http://schemas.microsoft.com/office/drawing/2014/main" id="{A1088255-C2D0-D224-BCDF-83D7F83B6199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953" name="tx4046">
                <a:extLst>
                  <a:ext uri="{FF2B5EF4-FFF2-40B4-BE49-F238E27FC236}">
                    <a16:creationId xmlns:a16="http://schemas.microsoft.com/office/drawing/2014/main" id="{3DF9D80A-6060-5BC0-EE8F-CB7EBD491460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0.00</a:t>
                </a:r>
              </a:p>
            </p:txBody>
          </p:sp>
          <p:sp>
            <p:nvSpPr>
              <p:cNvPr id="28954" name="tx4047">
                <a:extLst>
                  <a:ext uri="{FF2B5EF4-FFF2-40B4-BE49-F238E27FC236}">
                    <a16:creationId xmlns:a16="http://schemas.microsoft.com/office/drawing/2014/main" id="{04B2EA7D-3B11-837B-7AA5-321D9C0B83B9}"/>
                  </a:ext>
                </a:extLst>
              </p:cNvPr>
              <p:cNvSpPr/>
              <p:nvPr/>
            </p:nvSpPr>
            <p:spPr>
              <a:xfrm>
                <a:off x="7041976" y="4446917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0.01</a:t>
                </a:r>
              </a:p>
            </p:txBody>
          </p:sp>
          <p:sp>
            <p:nvSpPr>
              <p:cNvPr id="28955" name="tx4048">
                <a:extLst>
                  <a:ext uri="{FF2B5EF4-FFF2-40B4-BE49-F238E27FC236}">
                    <a16:creationId xmlns:a16="http://schemas.microsoft.com/office/drawing/2014/main" id="{F418EE41-156D-184B-F831-D60F3E14BBA6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0.02</a:t>
                </a:r>
              </a:p>
            </p:txBody>
          </p:sp>
          <p:sp>
            <p:nvSpPr>
              <p:cNvPr id="28956" name="tx4049">
                <a:extLst>
                  <a:ext uri="{FF2B5EF4-FFF2-40B4-BE49-F238E27FC236}">
                    <a16:creationId xmlns:a16="http://schemas.microsoft.com/office/drawing/2014/main" id="{4327DCE6-45D3-2657-2844-EF1E7E754F89}"/>
                  </a:ext>
                </a:extLst>
              </p:cNvPr>
              <p:cNvSpPr/>
              <p:nvPr/>
            </p:nvSpPr>
            <p:spPr>
              <a:xfrm>
                <a:off x="7041976" y="3900105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0.03</a:t>
                </a:r>
              </a:p>
            </p:txBody>
          </p:sp>
          <p:sp>
            <p:nvSpPr>
              <p:cNvPr id="28957" name="tx4050">
                <a:extLst>
                  <a:ext uri="{FF2B5EF4-FFF2-40B4-BE49-F238E27FC236}">
                    <a16:creationId xmlns:a16="http://schemas.microsoft.com/office/drawing/2014/main" id="{1F3B4AD2-8C77-72EF-3EB5-24BEEEF313AA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0.04</a:t>
                </a:r>
              </a:p>
            </p:txBody>
          </p:sp>
        </p:grpSp>
        <p:sp>
          <p:nvSpPr>
            <p:cNvPr id="24251" name="Rectangle 24250">
              <a:extLst>
                <a:ext uri="{FF2B5EF4-FFF2-40B4-BE49-F238E27FC236}">
                  <a16:creationId xmlns:a16="http://schemas.microsoft.com/office/drawing/2014/main" id="{BE12AEC4-DE2F-0939-D1EA-82FE4A8E0C51}"/>
                </a:ext>
              </a:extLst>
            </p:cNvPr>
            <p:cNvSpPr/>
            <p:nvPr/>
          </p:nvSpPr>
          <p:spPr>
            <a:xfrm>
              <a:off x="14061232" y="17897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252" name="Straight Connector 24251">
              <a:extLst>
                <a:ext uri="{FF2B5EF4-FFF2-40B4-BE49-F238E27FC236}">
                  <a16:creationId xmlns:a16="http://schemas.microsoft.com/office/drawing/2014/main" id="{42275DE4-4E2A-C2A1-AF58-92758C9F1AAF}"/>
                </a:ext>
              </a:extLst>
            </p:cNvPr>
            <p:cNvCxnSpPr>
              <a:cxnSpLocks/>
            </p:cNvCxnSpPr>
            <p:nvPr/>
          </p:nvCxnSpPr>
          <p:spPr>
            <a:xfrm>
              <a:off x="13382674" y="16961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253" name="Straight Connector 24252">
              <a:extLst>
                <a:ext uri="{FF2B5EF4-FFF2-40B4-BE49-F238E27FC236}">
                  <a16:creationId xmlns:a16="http://schemas.microsoft.com/office/drawing/2014/main" id="{D1CE19C2-CE19-5396-3B0D-3BC7AB0D74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82674" y="18401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4254" name="Group 24253">
              <a:extLst>
                <a:ext uri="{FF2B5EF4-FFF2-40B4-BE49-F238E27FC236}">
                  <a16:creationId xmlns:a16="http://schemas.microsoft.com/office/drawing/2014/main" id="{248BC721-10E0-F126-560A-85A6E17F06DB}"/>
                </a:ext>
              </a:extLst>
            </p:cNvPr>
            <p:cNvGrpSpPr/>
            <p:nvPr/>
          </p:nvGrpSpPr>
          <p:grpSpPr>
            <a:xfrm>
              <a:off x="11539729" y="16962120"/>
              <a:ext cx="1842945" cy="1728216"/>
              <a:chOff x="2483768" y="1853932"/>
              <a:chExt cx="3967904" cy="3667707"/>
            </a:xfrm>
          </p:grpSpPr>
          <p:sp>
            <p:nvSpPr>
              <p:cNvPr id="24262" name="rc5">
                <a:extLst>
                  <a:ext uri="{FF2B5EF4-FFF2-40B4-BE49-F238E27FC236}">
                    <a16:creationId xmlns:a16="http://schemas.microsoft.com/office/drawing/2014/main" id="{C8B1351C-557E-6DD2-7DC6-E239131AC681}"/>
                  </a:ext>
                </a:extLst>
              </p:cNvPr>
              <p:cNvSpPr/>
              <p:nvPr/>
            </p:nvSpPr>
            <p:spPr>
              <a:xfrm>
                <a:off x="2483768" y="1859855"/>
                <a:ext cx="3967904" cy="3657377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3" name="pg29">
                <a:extLst>
                  <a:ext uri="{FF2B5EF4-FFF2-40B4-BE49-F238E27FC236}">
                    <a16:creationId xmlns:a16="http://schemas.microsoft.com/office/drawing/2014/main" id="{E184BB85-7E16-DCB4-57D2-7A5917C699BA}"/>
                  </a:ext>
                </a:extLst>
              </p:cNvPr>
              <p:cNvSpPr/>
              <p:nvPr/>
            </p:nvSpPr>
            <p:spPr>
              <a:xfrm>
                <a:off x="408979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4" name="pg30">
                <a:extLst>
                  <a:ext uri="{FF2B5EF4-FFF2-40B4-BE49-F238E27FC236}">
                    <a16:creationId xmlns:a16="http://schemas.microsoft.com/office/drawing/2014/main" id="{9E42234C-1321-DE83-0A59-1B346B67C274}"/>
                  </a:ext>
                </a:extLst>
              </p:cNvPr>
              <p:cNvSpPr/>
              <p:nvPr/>
            </p:nvSpPr>
            <p:spPr>
              <a:xfrm>
                <a:off x="4171236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5" name="pg31">
                <a:extLst>
                  <a:ext uri="{FF2B5EF4-FFF2-40B4-BE49-F238E27FC236}">
                    <a16:creationId xmlns:a16="http://schemas.microsoft.com/office/drawing/2014/main" id="{B5931FDD-0FDC-8260-6FC2-563E59F9C002}"/>
                  </a:ext>
                </a:extLst>
              </p:cNvPr>
              <p:cNvSpPr/>
              <p:nvPr/>
            </p:nvSpPr>
            <p:spPr>
              <a:xfrm>
                <a:off x="425267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6" name="pg32">
                <a:extLst>
                  <a:ext uri="{FF2B5EF4-FFF2-40B4-BE49-F238E27FC236}">
                    <a16:creationId xmlns:a16="http://schemas.microsoft.com/office/drawing/2014/main" id="{CE1D5E61-8584-F343-FBBB-810CCDA06CA8}"/>
                  </a:ext>
                </a:extLst>
              </p:cNvPr>
              <p:cNvSpPr/>
              <p:nvPr/>
            </p:nvSpPr>
            <p:spPr>
              <a:xfrm>
                <a:off x="4334110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7" name="pg33">
                <a:extLst>
                  <a:ext uri="{FF2B5EF4-FFF2-40B4-BE49-F238E27FC236}">
                    <a16:creationId xmlns:a16="http://schemas.microsoft.com/office/drawing/2014/main" id="{0FCDDBB1-2ADE-EA67-D36C-1740816A223F}"/>
                  </a:ext>
                </a:extLst>
              </p:cNvPr>
              <p:cNvSpPr/>
              <p:nvPr/>
            </p:nvSpPr>
            <p:spPr>
              <a:xfrm>
                <a:off x="4415547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8" name="pg34">
                <a:extLst>
                  <a:ext uri="{FF2B5EF4-FFF2-40B4-BE49-F238E27FC236}">
                    <a16:creationId xmlns:a16="http://schemas.microsoft.com/office/drawing/2014/main" id="{1E3F8E2D-E296-548A-DF53-7DEF3FA697C5}"/>
                  </a:ext>
                </a:extLst>
              </p:cNvPr>
              <p:cNvSpPr/>
              <p:nvPr/>
            </p:nvSpPr>
            <p:spPr>
              <a:xfrm>
                <a:off x="449698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69" name="pg35">
                <a:extLst>
                  <a:ext uri="{FF2B5EF4-FFF2-40B4-BE49-F238E27FC236}">
                    <a16:creationId xmlns:a16="http://schemas.microsoft.com/office/drawing/2014/main" id="{EF3988B4-82EE-1274-3106-360A7FBD9778}"/>
                  </a:ext>
                </a:extLst>
              </p:cNvPr>
              <p:cNvSpPr/>
              <p:nvPr/>
            </p:nvSpPr>
            <p:spPr>
              <a:xfrm>
                <a:off x="457842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0" name="pg36">
                <a:extLst>
                  <a:ext uri="{FF2B5EF4-FFF2-40B4-BE49-F238E27FC236}">
                    <a16:creationId xmlns:a16="http://schemas.microsoft.com/office/drawing/2014/main" id="{C655CCF5-2DBC-8CB7-842C-9472EFC12372}"/>
                  </a:ext>
                </a:extLst>
              </p:cNvPr>
              <p:cNvSpPr/>
              <p:nvPr/>
            </p:nvSpPr>
            <p:spPr>
              <a:xfrm>
                <a:off x="465985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1" name="pg37">
                <a:extLst>
                  <a:ext uri="{FF2B5EF4-FFF2-40B4-BE49-F238E27FC236}">
                    <a16:creationId xmlns:a16="http://schemas.microsoft.com/office/drawing/2014/main" id="{8848B7E8-617D-B671-026E-03D5B09723A3}"/>
                  </a:ext>
                </a:extLst>
              </p:cNvPr>
              <p:cNvSpPr/>
              <p:nvPr/>
            </p:nvSpPr>
            <p:spPr>
              <a:xfrm>
                <a:off x="5067044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2" name="pg38">
                <a:extLst>
                  <a:ext uri="{FF2B5EF4-FFF2-40B4-BE49-F238E27FC236}">
                    <a16:creationId xmlns:a16="http://schemas.microsoft.com/office/drawing/2014/main" id="{C928C3FF-B51D-4426-05A5-C9F1BF6EA320}"/>
                  </a:ext>
                </a:extLst>
              </p:cNvPr>
              <p:cNvSpPr/>
              <p:nvPr/>
            </p:nvSpPr>
            <p:spPr>
              <a:xfrm>
                <a:off x="5148481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3" name="pg39">
                <a:extLst>
                  <a:ext uri="{FF2B5EF4-FFF2-40B4-BE49-F238E27FC236}">
                    <a16:creationId xmlns:a16="http://schemas.microsoft.com/office/drawing/2014/main" id="{618F6F24-2B61-4DA2-731A-6F3AEAB31E5E}"/>
                  </a:ext>
                </a:extLst>
              </p:cNvPr>
              <p:cNvSpPr/>
              <p:nvPr/>
            </p:nvSpPr>
            <p:spPr>
              <a:xfrm>
                <a:off x="5229918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4" name="pg40">
                <a:extLst>
                  <a:ext uri="{FF2B5EF4-FFF2-40B4-BE49-F238E27FC236}">
                    <a16:creationId xmlns:a16="http://schemas.microsoft.com/office/drawing/2014/main" id="{597B078C-2424-ABB0-5BA9-C0A523A65B1D}"/>
                  </a:ext>
                </a:extLst>
              </p:cNvPr>
              <p:cNvSpPr/>
              <p:nvPr/>
            </p:nvSpPr>
            <p:spPr>
              <a:xfrm>
                <a:off x="5311355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5" name="pg41">
                <a:extLst>
                  <a:ext uri="{FF2B5EF4-FFF2-40B4-BE49-F238E27FC236}">
                    <a16:creationId xmlns:a16="http://schemas.microsoft.com/office/drawing/2014/main" id="{583D5278-EC75-3417-8896-03AB16CD725F}"/>
                  </a:ext>
                </a:extLst>
              </p:cNvPr>
              <p:cNvSpPr/>
              <p:nvPr/>
            </p:nvSpPr>
            <p:spPr>
              <a:xfrm>
                <a:off x="5392793" y="18598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6" name="pg42">
                <a:extLst>
                  <a:ext uri="{FF2B5EF4-FFF2-40B4-BE49-F238E27FC236}">
                    <a16:creationId xmlns:a16="http://schemas.microsoft.com/office/drawing/2014/main" id="{6066D426-1546-BE36-E769-49FDEEB77920}"/>
                  </a:ext>
                </a:extLst>
              </p:cNvPr>
              <p:cNvSpPr/>
              <p:nvPr/>
            </p:nvSpPr>
            <p:spPr>
              <a:xfrm>
                <a:off x="368261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7" name="pg43">
                <a:extLst>
                  <a:ext uri="{FF2B5EF4-FFF2-40B4-BE49-F238E27FC236}">
                    <a16:creationId xmlns:a16="http://schemas.microsoft.com/office/drawing/2014/main" id="{5C638CA5-118C-0676-FDF5-A4641950B5F0}"/>
                  </a:ext>
                </a:extLst>
              </p:cNvPr>
              <p:cNvSpPr/>
              <p:nvPr/>
            </p:nvSpPr>
            <p:spPr>
              <a:xfrm>
                <a:off x="376405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8" name="pg44">
                <a:extLst>
                  <a:ext uri="{FF2B5EF4-FFF2-40B4-BE49-F238E27FC236}">
                    <a16:creationId xmlns:a16="http://schemas.microsoft.com/office/drawing/2014/main" id="{C041FA18-FE49-B0B6-EDD1-09CE6170E03E}"/>
                  </a:ext>
                </a:extLst>
              </p:cNvPr>
              <p:cNvSpPr/>
              <p:nvPr/>
            </p:nvSpPr>
            <p:spPr>
              <a:xfrm>
                <a:off x="384548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79" name="pg45">
                <a:extLst>
                  <a:ext uri="{FF2B5EF4-FFF2-40B4-BE49-F238E27FC236}">
                    <a16:creationId xmlns:a16="http://schemas.microsoft.com/office/drawing/2014/main" id="{339A7F04-55CE-C19A-C802-F652D2AAA6AD}"/>
                  </a:ext>
                </a:extLst>
              </p:cNvPr>
              <p:cNvSpPr/>
              <p:nvPr/>
            </p:nvSpPr>
            <p:spPr>
              <a:xfrm>
                <a:off x="392692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0" name="pg46">
                <a:extLst>
                  <a:ext uri="{FF2B5EF4-FFF2-40B4-BE49-F238E27FC236}">
                    <a16:creationId xmlns:a16="http://schemas.microsoft.com/office/drawing/2014/main" id="{2F0FBD7C-6E63-AB58-03B0-331F912CE068}"/>
                  </a:ext>
                </a:extLst>
              </p:cNvPr>
              <p:cNvSpPr/>
              <p:nvPr/>
            </p:nvSpPr>
            <p:spPr>
              <a:xfrm>
                <a:off x="400836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1" name="pg47">
                <a:extLst>
                  <a:ext uri="{FF2B5EF4-FFF2-40B4-BE49-F238E27FC236}">
                    <a16:creationId xmlns:a16="http://schemas.microsoft.com/office/drawing/2014/main" id="{50FEE439-406C-868B-C7BE-10F08B6F8AFE}"/>
                  </a:ext>
                </a:extLst>
              </p:cNvPr>
              <p:cNvSpPr/>
              <p:nvPr/>
            </p:nvSpPr>
            <p:spPr>
              <a:xfrm>
                <a:off x="408979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2" name="pg48">
                <a:extLst>
                  <a:ext uri="{FF2B5EF4-FFF2-40B4-BE49-F238E27FC236}">
                    <a16:creationId xmlns:a16="http://schemas.microsoft.com/office/drawing/2014/main" id="{C97330A0-3950-2B55-733F-94F02B9AD8E2}"/>
                  </a:ext>
                </a:extLst>
              </p:cNvPr>
              <p:cNvSpPr/>
              <p:nvPr/>
            </p:nvSpPr>
            <p:spPr>
              <a:xfrm>
                <a:off x="4171236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3" name="pg49">
                <a:extLst>
                  <a:ext uri="{FF2B5EF4-FFF2-40B4-BE49-F238E27FC236}">
                    <a16:creationId xmlns:a16="http://schemas.microsoft.com/office/drawing/2014/main" id="{956FB0D7-515D-01B5-27F7-9EB3F58EB3B4}"/>
                  </a:ext>
                </a:extLst>
              </p:cNvPr>
              <p:cNvSpPr/>
              <p:nvPr/>
            </p:nvSpPr>
            <p:spPr>
              <a:xfrm>
                <a:off x="425267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4" name="pg50">
                <a:extLst>
                  <a:ext uri="{FF2B5EF4-FFF2-40B4-BE49-F238E27FC236}">
                    <a16:creationId xmlns:a16="http://schemas.microsoft.com/office/drawing/2014/main" id="{A1BC0EFF-461F-D304-9D9D-9486BD76ED14}"/>
                  </a:ext>
                </a:extLst>
              </p:cNvPr>
              <p:cNvSpPr/>
              <p:nvPr/>
            </p:nvSpPr>
            <p:spPr>
              <a:xfrm>
                <a:off x="4334110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5" name="pg51">
                <a:extLst>
                  <a:ext uri="{FF2B5EF4-FFF2-40B4-BE49-F238E27FC236}">
                    <a16:creationId xmlns:a16="http://schemas.microsoft.com/office/drawing/2014/main" id="{75F7140F-714D-31A3-50C8-0F6304784B64}"/>
                  </a:ext>
                </a:extLst>
              </p:cNvPr>
              <p:cNvSpPr/>
              <p:nvPr/>
            </p:nvSpPr>
            <p:spPr>
              <a:xfrm>
                <a:off x="441554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6" name="pg52">
                <a:extLst>
                  <a:ext uri="{FF2B5EF4-FFF2-40B4-BE49-F238E27FC236}">
                    <a16:creationId xmlns:a16="http://schemas.microsoft.com/office/drawing/2014/main" id="{5D08D2F1-22A6-A645-8CA7-31D5514F7839}"/>
                  </a:ext>
                </a:extLst>
              </p:cNvPr>
              <p:cNvSpPr/>
              <p:nvPr/>
            </p:nvSpPr>
            <p:spPr>
              <a:xfrm>
                <a:off x="449698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7" name="pg53">
                <a:extLst>
                  <a:ext uri="{FF2B5EF4-FFF2-40B4-BE49-F238E27FC236}">
                    <a16:creationId xmlns:a16="http://schemas.microsoft.com/office/drawing/2014/main" id="{2B574DCE-1CF3-9783-1836-1D09F8B43F9B}"/>
                  </a:ext>
                </a:extLst>
              </p:cNvPr>
              <p:cNvSpPr/>
              <p:nvPr/>
            </p:nvSpPr>
            <p:spPr>
              <a:xfrm>
                <a:off x="457842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8" name="pg54">
                <a:extLst>
                  <a:ext uri="{FF2B5EF4-FFF2-40B4-BE49-F238E27FC236}">
                    <a16:creationId xmlns:a16="http://schemas.microsoft.com/office/drawing/2014/main" id="{66B52495-0E84-4BB9-2913-92B8B31A6D5D}"/>
                  </a:ext>
                </a:extLst>
              </p:cNvPr>
              <p:cNvSpPr/>
              <p:nvPr/>
            </p:nvSpPr>
            <p:spPr>
              <a:xfrm>
                <a:off x="4985607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89" name="pg55">
                <a:extLst>
                  <a:ext uri="{FF2B5EF4-FFF2-40B4-BE49-F238E27FC236}">
                    <a16:creationId xmlns:a16="http://schemas.microsoft.com/office/drawing/2014/main" id="{99FB896A-512E-2360-1435-D645441F1932}"/>
                  </a:ext>
                </a:extLst>
              </p:cNvPr>
              <p:cNvSpPr/>
              <p:nvPr/>
            </p:nvSpPr>
            <p:spPr>
              <a:xfrm>
                <a:off x="5067044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0" name="pg56">
                <a:extLst>
                  <a:ext uri="{FF2B5EF4-FFF2-40B4-BE49-F238E27FC236}">
                    <a16:creationId xmlns:a16="http://schemas.microsoft.com/office/drawing/2014/main" id="{E4D418F4-E5F9-AD6C-F29C-B4C3DE586B82}"/>
                  </a:ext>
                </a:extLst>
              </p:cNvPr>
              <p:cNvSpPr/>
              <p:nvPr/>
            </p:nvSpPr>
            <p:spPr>
              <a:xfrm>
                <a:off x="5148481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1" name="pg57">
                <a:extLst>
                  <a:ext uri="{FF2B5EF4-FFF2-40B4-BE49-F238E27FC236}">
                    <a16:creationId xmlns:a16="http://schemas.microsoft.com/office/drawing/2014/main" id="{821CF8A4-594D-0510-85BC-11B67711D2B8}"/>
                  </a:ext>
                </a:extLst>
              </p:cNvPr>
              <p:cNvSpPr/>
              <p:nvPr/>
            </p:nvSpPr>
            <p:spPr>
              <a:xfrm>
                <a:off x="5229918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2" name="pg58">
                <a:extLst>
                  <a:ext uri="{FF2B5EF4-FFF2-40B4-BE49-F238E27FC236}">
                    <a16:creationId xmlns:a16="http://schemas.microsoft.com/office/drawing/2014/main" id="{0D440C54-3B62-3C0A-172E-546661F7BA52}"/>
                  </a:ext>
                </a:extLst>
              </p:cNvPr>
              <p:cNvSpPr/>
              <p:nvPr/>
            </p:nvSpPr>
            <p:spPr>
              <a:xfrm>
                <a:off x="5311355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3" name="pg59">
                <a:extLst>
                  <a:ext uri="{FF2B5EF4-FFF2-40B4-BE49-F238E27FC236}">
                    <a16:creationId xmlns:a16="http://schemas.microsoft.com/office/drawing/2014/main" id="{EB1D4FB3-BA52-672A-DD11-AF5332476DE5}"/>
                  </a:ext>
                </a:extLst>
              </p:cNvPr>
              <p:cNvSpPr/>
              <p:nvPr/>
            </p:nvSpPr>
            <p:spPr>
              <a:xfrm>
                <a:off x="5392793" y="19631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4" name="pg60">
                <a:extLst>
                  <a:ext uri="{FF2B5EF4-FFF2-40B4-BE49-F238E27FC236}">
                    <a16:creationId xmlns:a16="http://schemas.microsoft.com/office/drawing/2014/main" id="{A947CA2A-F13D-950D-D184-BABE4BCF778C}"/>
                  </a:ext>
                </a:extLst>
              </p:cNvPr>
              <p:cNvSpPr/>
              <p:nvPr/>
            </p:nvSpPr>
            <p:spPr>
              <a:xfrm>
                <a:off x="360117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5" name="pg61">
                <a:extLst>
                  <a:ext uri="{FF2B5EF4-FFF2-40B4-BE49-F238E27FC236}">
                    <a16:creationId xmlns:a16="http://schemas.microsoft.com/office/drawing/2014/main" id="{847DC059-6130-7799-546B-F35353C3077D}"/>
                  </a:ext>
                </a:extLst>
              </p:cNvPr>
              <p:cNvSpPr/>
              <p:nvPr/>
            </p:nvSpPr>
            <p:spPr>
              <a:xfrm>
                <a:off x="368261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6" name="pg62">
                <a:extLst>
                  <a:ext uri="{FF2B5EF4-FFF2-40B4-BE49-F238E27FC236}">
                    <a16:creationId xmlns:a16="http://schemas.microsoft.com/office/drawing/2014/main" id="{070E6F6D-1D1F-1FDA-B3F6-10696C46B56D}"/>
                  </a:ext>
                </a:extLst>
              </p:cNvPr>
              <p:cNvSpPr/>
              <p:nvPr/>
            </p:nvSpPr>
            <p:spPr>
              <a:xfrm>
                <a:off x="376405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7" name="pg63">
                <a:extLst>
                  <a:ext uri="{FF2B5EF4-FFF2-40B4-BE49-F238E27FC236}">
                    <a16:creationId xmlns:a16="http://schemas.microsoft.com/office/drawing/2014/main" id="{0F63EC25-E874-7CE2-9E98-4631F48332B9}"/>
                  </a:ext>
                </a:extLst>
              </p:cNvPr>
              <p:cNvSpPr/>
              <p:nvPr/>
            </p:nvSpPr>
            <p:spPr>
              <a:xfrm>
                <a:off x="384548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8" name="pg64">
                <a:extLst>
                  <a:ext uri="{FF2B5EF4-FFF2-40B4-BE49-F238E27FC236}">
                    <a16:creationId xmlns:a16="http://schemas.microsoft.com/office/drawing/2014/main" id="{1D932B88-9AE3-C2C7-5C33-C1C621DC8C18}"/>
                  </a:ext>
                </a:extLst>
              </p:cNvPr>
              <p:cNvSpPr/>
              <p:nvPr/>
            </p:nvSpPr>
            <p:spPr>
              <a:xfrm>
                <a:off x="392692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299" name="pg65">
                <a:extLst>
                  <a:ext uri="{FF2B5EF4-FFF2-40B4-BE49-F238E27FC236}">
                    <a16:creationId xmlns:a16="http://schemas.microsoft.com/office/drawing/2014/main" id="{B5ED2733-7CE8-1003-55F2-12FD6F248FAF}"/>
                  </a:ext>
                </a:extLst>
              </p:cNvPr>
              <p:cNvSpPr/>
              <p:nvPr/>
            </p:nvSpPr>
            <p:spPr>
              <a:xfrm>
                <a:off x="400836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0" name="pg66">
                <a:extLst>
                  <a:ext uri="{FF2B5EF4-FFF2-40B4-BE49-F238E27FC236}">
                    <a16:creationId xmlns:a16="http://schemas.microsoft.com/office/drawing/2014/main" id="{2F59F34B-CCC7-1E50-6207-68CAEB3D88D2}"/>
                  </a:ext>
                </a:extLst>
              </p:cNvPr>
              <p:cNvSpPr/>
              <p:nvPr/>
            </p:nvSpPr>
            <p:spPr>
              <a:xfrm>
                <a:off x="408979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1" name="pg67">
                <a:extLst>
                  <a:ext uri="{FF2B5EF4-FFF2-40B4-BE49-F238E27FC236}">
                    <a16:creationId xmlns:a16="http://schemas.microsoft.com/office/drawing/2014/main" id="{F0A8548C-E2EC-754C-8B27-9433112245BD}"/>
                  </a:ext>
                </a:extLst>
              </p:cNvPr>
              <p:cNvSpPr/>
              <p:nvPr/>
            </p:nvSpPr>
            <p:spPr>
              <a:xfrm>
                <a:off x="4171236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2" name="pg68">
                <a:extLst>
                  <a:ext uri="{FF2B5EF4-FFF2-40B4-BE49-F238E27FC236}">
                    <a16:creationId xmlns:a16="http://schemas.microsoft.com/office/drawing/2014/main" id="{8CFCF7C1-E860-109F-1AA4-6FC7AAEF9146}"/>
                  </a:ext>
                </a:extLst>
              </p:cNvPr>
              <p:cNvSpPr/>
              <p:nvPr/>
            </p:nvSpPr>
            <p:spPr>
              <a:xfrm>
                <a:off x="425267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3" name="pg69">
                <a:extLst>
                  <a:ext uri="{FF2B5EF4-FFF2-40B4-BE49-F238E27FC236}">
                    <a16:creationId xmlns:a16="http://schemas.microsoft.com/office/drawing/2014/main" id="{280A9C86-0E32-B141-9A8D-9D5FA0707E07}"/>
                  </a:ext>
                </a:extLst>
              </p:cNvPr>
              <p:cNvSpPr/>
              <p:nvPr/>
            </p:nvSpPr>
            <p:spPr>
              <a:xfrm>
                <a:off x="433411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4" name="pg70">
                <a:extLst>
                  <a:ext uri="{FF2B5EF4-FFF2-40B4-BE49-F238E27FC236}">
                    <a16:creationId xmlns:a16="http://schemas.microsoft.com/office/drawing/2014/main" id="{6B2E23E4-63D8-2B1D-B06A-4EE2CAE0F1D2}"/>
                  </a:ext>
                </a:extLst>
              </p:cNvPr>
              <p:cNvSpPr/>
              <p:nvPr/>
            </p:nvSpPr>
            <p:spPr>
              <a:xfrm>
                <a:off x="441554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5" name="pg71">
                <a:extLst>
                  <a:ext uri="{FF2B5EF4-FFF2-40B4-BE49-F238E27FC236}">
                    <a16:creationId xmlns:a16="http://schemas.microsoft.com/office/drawing/2014/main" id="{DF1EE136-86F4-79AA-238A-5C530EE43B1D}"/>
                  </a:ext>
                </a:extLst>
              </p:cNvPr>
              <p:cNvSpPr/>
              <p:nvPr/>
            </p:nvSpPr>
            <p:spPr>
              <a:xfrm>
                <a:off x="449698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6" name="pg72">
                <a:extLst>
                  <a:ext uri="{FF2B5EF4-FFF2-40B4-BE49-F238E27FC236}">
                    <a16:creationId xmlns:a16="http://schemas.microsoft.com/office/drawing/2014/main" id="{B9FFE966-2D9E-D8E0-51E2-C0176A22588C}"/>
                  </a:ext>
                </a:extLst>
              </p:cNvPr>
              <p:cNvSpPr/>
              <p:nvPr/>
            </p:nvSpPr>
            <p:spPr>
              <a:xfrm>
                <a:off x="4904170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7" name="pg73">
                <a:extLst>
                  <a:ext uri="{FF2B5EF4-FFF2-40B4-BE49-F238E27FC236}">
                    <a16:creationId xmlns:a16="http://schemas.microsoft.com/office/drawing/2014/main" id="{E38122D5-14F8-2847-CDB8-89192B7FD132}"/>
                  </a:ext>
                </a:extLst>
              </p:cNvPr>
              <p:cNvSpPr/>
              <p:nvPr/>
            </p:nvSpPr>
            <p:spPr>
              <a:xfrm>
                <a:off x="4985607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8" name="pg74">
                <a:extLst>
                  <a:ext uri="{FF2B5EF4-FFF2-40B4-BE49-F238E27FC236}">
                    <a16:creationId xmlns:a16="http://schemas.microsoft.com/office/drawing/2014/main" id="{42D8A382-7EEB-F6D3-0EAA-E7528DCF7078}"/>
                  </a:ext>
                </a:extLst>
              </p:cNvPr>
              <p:cNvSpPr/>
              <p:nvPr/>
            </p:nvSpPr>
            <p:spPr>
              <a:xfrm>
                <a:off x="5067044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09" name="pg75">
                <a:extLst>
                  <a:ext uri="{FF2B5EF4-FFF2-40B4-BE49-F238E27FC236}">
                    <a16:creationId xmlns:a16="http://schemas.microsoft.com/office/drawing/2014/main" id="{260CAA81-F11B-12D1-785C-4C1EE16579E3}"/>
                  </a:ext>
                </a:extLst>
              </p:cNvPr>
              <p:cNvSpPr/>
              <p:nvPr/>
            </p:nvSpPr>
            <p:spPr>
              <a:xfrm>
                <a:off x="5148481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0" name="pg76">
                <a:extLst>
                  <a:ext uri="{FF2B5EF4-FFF2-40B4-BE49-F238E27FC236}">
                    <a16:creationId xmlns:a16="http://schemas.microsoft.com/office/drawing/2014/main" id="{17869D37-E9DE-013F-5E56-DE71D43F2191}"/>
                  </a:ext>
                </a:extLst>
              </p:cNvPr>
              <p:cNvSpPr/>
              <p:nvPr/>
            </p:nvSpPr>
            <p:spPr>
              <a:xfrm>
                <a:off x="5229918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1" name="pg77">
                <a:extLst>
                  <a:ext uri="{FF2B5EF4-FFF2-40B4-BE49-F238E27FC236}">
                    <a16:creationId xmlns:a16="http://schemas.microsoft.com/office/drawing/2014/main" id="{48327E78-36B3-173B-E726-673A44119A4D}"/>
                  </a:ext>
                </a:extLst>
              </p:cNvPr>
              <p:cNvSpPr/>
              <p:nvPr/>
            </p:nvSpPr>
            <p:spPr>
              <a:xfrm>
                <a:off x="5311355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2" name="pg78">
                <a:extLst>
                  <a:ext uri="{FF2B5EF4-FFF2-40B4-BE49-F238E27FC236}">
                    <a16:creationId xmlns:a16="http://schemas.microsoft.com/office/drawing/2014/main" id="{C51FDD85-C2E3-C431-873D-C9960488A2ED}"/>
                  </a:ext>
                </a:extLst>
              </p:cNvPr>
              <p:cNvSpPr/>
              <p:nvPr/>
            </p:nvSpPr>
            <p:spPr>
              <a:xfrm>
                <a:off x="5392793" y="206648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3" name="pg79">
                <a:extLst>
                  <a:ext uri="{FF2B5EF4-FFF2-40B4-BE49-F238E27FC236}">
                    <a16:creationId xmlns:a16="http://schemas.microsoft.com/office/drawing/2014/main" id="{878D0EFE-8BD6-B9ED-A0D2-0316B0CC90DA}"/>
                  </a:ext>
                </a:extLst>
              </p:cNvPr>
              <p:cNvSpPr/>
              <p:nvPr/>
            </p:nvSpPr>
            <p:spPr>
              <a:xfrm>
                <a:off x="343830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4" name="pg80">
                <a:extLst>
                  <a:ext uri="{FF2B5EF4-FFF2-40B4-BE49-F238E27FC236}">
                    <a16:creationId xmlns:a16="http://schemas.microsoft.com/office/drawing/2014/main" id="{0D805C6D-B644-572B-B253-2A460EDF77C2}"/>
                  </a:ext>
                </a:extLst>
              </p:cNvPr>
              <p:cNvSpPr/>
              <p:nvPr/>
            </p:nvSpPr>
            <p:spPr>
              <a:xfrm>
                <a:off x="351973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5" name="pg81">
                <a:extLst>
                  <a:ext uri="{FF2B5EF4-FFF2-40B4-BE49-F238E27FC236}">
                    <a16:creationId xmlns:a16="http://schemas.microsoft.com/office/drawing/2014/main" id="{E3E0C560-A96B-476C-D575-C5FE40A341BF}"/>
                  </a:ext>
                </a:extLst>
              </p:cNvPr>
              <p:cNvSpPr/>
              <p:nvPr/>
            </p:nvSpPr>
            <p:spPr>
              <a:xfrm>
                <a:off x="360117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6" name="pg82">
                <a:extLst>
                  <a:ext uri="{FF2B5EF4-FFF2-40B4-BE49-F238E27FC236}">
                    <a16:creationId xmlns:a16="http://schemas.microsoft.com/office/drawing/2014/main" id="{EF268787-E609-610F-5907-128E1B2AE5F1}"/>
                  </a:ext>
                </a:extLst>
              </p:cNvPr>
              <p:cNvSpPr/>
              <p:nvPr/>
            </p:nvSpPr>
            <p:spPr>
              <a:xfrm>
                <a:off x="368261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7" name="pg83">
                <a:extLst>
                  <a:ext uri="{FF2B5EF4-FFF2-40B4-BE49-F238E27FC236}">
                    <a16:creationId xmlns:a16="http://schemas.microsoft.com/office/drawing/2014/main" id="{17EFE151-FA48-88C7-EADD-FB79338469CF}"/>
                  </a:ext>
                </a:extLst>
              </p:cNvPr>
              <p:cNvSpPr/>
              <p:nvPr/>
            </p:nvSpPr>
            <p:spPr>
              <a:xfrm>
                <a:off x="376405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8" name="pg84">
                <a:extLst>
                  <a:ext uri="{FF2B5EF4-FFF2-40B4-BE49-F238E27FC236}">
                    <a16:creationId xmlns:a16="http://schemas.microsoft.com/office/drawing/2014/main" id="{6E640910-ED59-BEAD-32F4-F783F6A9D57F}"/>
                  </a:ext>
                </a:extLst>
              </p:cNvPr>
              <p:cNvSpPr/>
              <p:nvPr/>
            </p:nvSpPr>
            <p:spPr>
              <a:xfrm>
                <a:off x="384548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19" name="pg85">
                <a:extLst>
                  <a:ext uri="{FF2B5EF4-FFF2-40B4-BE49-F238E27FC236}">
                    <a16:creationId xmlns:a16="http://schemas.microsoft.com/office/drawing/2014/main" id="{B401DA81-A2AF-3C3D-E3C1-8EF63AC1F1BE}"/>
                  </a:ext>
                </a:extLst>
              </p:cNvPr>
              <p:cNvSpPr/>
              <p:nvPr/>
            </p:nvSpPr>
            <p:spPr>
              <a:xfrm>
                <a:off x="392692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0" name="pg86">
                <a:extLst>
                  <a:ext uri="{FF2B5EF4-FFF2-40B4-BE49-F238E27FC236}">
                    <a16:creationId xmlns:a16="http://schemas.microsoft.com/office/drawing/2014/main" id="{4726F269-4A61-4383-03C7-39E96500761E}"/>
                  </a:ext>
                </a:extLst>
              </p:cNvPr>
              <p:cNvSpPr/>
              <p:nvPr/>
            </p:nvSpPr>
            <p:spPr>
              <a:xfrm>
                <a:off x="400836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1" name="pg87">
                <a:extLst>
                  <a:ext uri="{FF2B5EF4-FFF2-40B4-BE49-F238E27FC236}">
                    <a16:creationId xmlns:a16="http://schemas.microsoft.com/office/drawing/2014/main" id="{D3A1E1D7-D51B-C985-A6DC-F194B05CA815}"/>
                  </a:ext>
                </a:extLst>
              </p:cNvPr>
              <p:cNvSpPr/>
              <p:nvPr/>
            </p:nvSpPr>
            <p:spPr>
              <a:xfrm>
                <a:off x="408979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2" name="pg88">
                <a:extLst>
                  <a:ext uri="{FF2B5EF4-FFF2-40B4-BE49-F238E27FC236}">
                    <a16:creationId xmlns:a16="http://schemas.microsoft.com/office/drawing/2014/main" id="{04B91AAA-D7B7-8C76-007D-2485E4F91D05}"/>
                  </a:ext>
                </a:extLst>
              </p:cNvPr>
              <p:cNvSpPr/>
              <p:nvPr/>
            </p:nvSpPr>
            <p:spPr>
              <a:xfrm>
                <a:off x="4171236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3" name="pg89">
                <a:extLst>
                  <a:ext uri="{FF2B5EF4-FFF2-40B4-BE49-F238E27FC236}">
                    <a16:creationId xmlns:a16="http://schemas.microsoft.com/office/drawing/2014/main" id="{E2D320C7-BF00-F783-7281-2F7B11884612}"/>
                  </a:ext>
                </a:extLst>
              </p:cNvPr>
              <p:cNvSpPr/>
              <p:nvPr/>
            </p:nvSpPr>
            <p:spPr>
              <a:xfrm>
                <a:off x="425267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4" name="pg90">
                <a:extLst>
                  <a:ext uri="{FF2B5EF4-FFF2-40B4-BE49-F238E27FC236}">
                    <a16:creationId xmlns:a16="http://schemas.microsoft.com/office/drawing/2014/main" id="{77534D83-D948-327F-60DE-07871928155D}"/>
                  </a:ext>
                </a:extLst>
              </p:cNvPr>
              <p:cNvSpPr/>
              <p:nvPr/>
            </p:nvSpPr>
            <p:spPr>
              <a:xfrm>
                <a:off x="433411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5" name="pg91">
                <a:extLst>
                  <a:ext uri="{FF2B5EF4-FFF2-40B4-BE49-F238E27FC236}">
                    <a16:creationId xmlns:a16="http://schemas.microsoft.com/office/drawing/2014/main" id="{B1654264-941A-4AA7-8ABA-0D520E69D388}"/>
                  </a:ext>
                </a:extLst>
              </p:cNvPr>
              <p:cNvSpPr/>
              <p:nvPr/>
            </p:nvSpPr>
            <p:spPr>
              <a:xfrm>
                <a:off x="4822733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6" name="pg92">
                <a:extLst>
                  <a:ext uri="{FF2B5EF4-FFF2-40B4-BE49-F238E27FC236}">
                    <a16:creationId xmlns:a16="http://schemas.microsoft.com/office/drawing/2014/main" id="{19C68409-E6EA-DD5F-C25D-7BF209871A39}"/>
                  </a:ext>
                </a:extLst>
              </p:cNvPr>
              <p:cNvSpPr/>
              <p:nvPr/>
            </p:nvSpPr>
            <p:spPr>
              <a:xfrm>
                <a:off x="4904170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7" name="pg93">
                <a:extLst>
                  <a:ext uri="{FF2B5EF4-FFF2-40B4-BE49-F238E27FC236}">
                    <a16:creationId xmlns:a16="http://schemas.microsoft.com/office/drawing/2014/main" id="{27076C55-011F-221D-EC3E-F75272AABEE3}"/>
                  </a:ext>
                </a:extLst>
              </p:cNvPr>
              <p:cNvSpPr/>
              <p:nvPr/>
            </p:nvSpPr>
            <p:spPr>
              <a:xfrm>
                <a:off x="4985607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8" name="pg94">
                <a:extLst>
                  <a:ext uri="{FF2B5EF4-FFF2-40B4-BE49-F238E27FC236}">
                    <a16:creationId xmlns:a16="http://schemas.microsoft.com/office/drawing/2014/main" id="{07BA4831-FB6C-E8AE-D072-A252585EF73F}"/>
                  </a:ext>
                </a:extLst>
              </p:cNvPr>
              <p:cNvSpPr/>
              <p:nvPr/>
            </p:nvSpPr>
            <p:spPr>
              <a:xfrm>
                <a:off x="5067044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29" name="pg95">
                <a:extLst>
                  <a:ext uri="{FF2B5EF4-FFF2-40B4-BE49-F238E27FC236}">
                    <a16:creationId xmlns:a16="http://schemas.microsoft.com/office/drawing/2014/main" id="{F1E96D41-BEA8-A3B7-4A57-EB564A6E6BD7}"/>
                  </a:ext>
                </a:extLst>
              </p:cNvPr>
              <p:cNvSpPr/>
              <p:nvPr/>
            </p:nvSpPr>
            <p:spPr>
              <a:xfrm>
                <a:off x="5148481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0" name="pg96">
                <a:extLst>
                  <a:ext uri="{FF2B5EF4-FFF2-40B4-BE49-F238E27FC236}">
                    <a16:creationId xmlns:a16="http://schemas.microsoft.com/office/drawing/2014/main" id="{0C17E3E5-1B1B-82CE-B4AD-E72EAEB1C67A}"/>
                  </a:ext>
                </a:extLst>
              </p:cNvPr>
              <p:cNvSpPr/>
              <p:nvPr/>
            </p:nvSpPr>
            <p:spPr>
              <a:xfrm>
                <a:off x="5229918" y="216980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1" name="pg97">
                <a:extLst>
                  <a:ext uri="{FF2B5EF4-FFF2-40B4-BE49-F238E27FC236}">
                    <a16:creationId xmlns:a16="http://schemas.microsoft.com/office/drawing/2014/main" id="{FFE78990-FF40-0ED0-72AF-9139C6A853BD}"/>
                  </a:ext>
                </a:extLst>
              </p:cNvPr>
              <p:cNvSpPr/>
              <p:nvPr/>
            </p:nvSpPr>
            <p:spPr>
              <a:xfrm>
                <a:off x="327542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2" name="pg98">
                <a:extLst>
                  <a:ext uri="{FF2B5EF4-FFF2-40B4-BE49-F238E27FC236}">
                    <a16:creationId xmlns:a16="http://schemas.microsoft.com/office/drawing/2014/main" id="{EB96A1C6-6B96-DE1D-60CC-B56089C5D19B}"/>
                  </a:ext>
                </a:extLst>
              </p:cNvPr>
              <p:cNvSpPr/>
              <p:nvPr/>
            </p:nvSpPr>
            <p:spPr>
              <a:xfrm>
                <a:off x="335686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3" name="pg99">
                <a:extLst>
                  <a:ext uri="{FF2B5EF4-FFF2-40B4-BE49-F238E27FC236}">
                    <a16:creationId xmlns:a16="http://schemas.microsoft.com/office/drawing/2014/main" id="{8F9E3F51-6A5A-9426-35ED-CF2398008402}"/>
                  </a:ext>
                </a:extLst>
              </p:cNvPr>
              <p:cNvSpPr/>
              <p:nvPr/>
            </p:nvSpPr>
            <p:spPr>
              <a:xfrm>
                <a:off x="343830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4" name="pg100">
                <a:extLst>
                  <a:ext uri="{FF2B5EF4-FFF2-40B4-BE49-F238E27FC236}">
                    <a16:creationId xmlns:a16="http://schemas.microsoft.com/office/drawing/2014/main" id="{BA362486-9CA0-1D3C-3B2A-A71E7C11AD55}"/>
                  </a:ext>
                </a:extLst>
              </p:cNvPr>
              <p:cNvSpPr/>
              <p:nvPr/>
            </p:nvSpPr>
            <p:spPr>
              <a:xfrm>
                <a:off x="351973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5" name="pg101">
                <a:extLst>
                  <a:ext uri="{FF2B5EF4-FFF2-40B4-BE49-F238E27FC236}">
                    <a16:creationId xmlns:a16="http://schemas.microsoft.com/office/drawing/2014/main" id="{58DA89F9-AA35-4EAB-FC93-ADA24BB8D3E2}"/>
                  </a:ext>
                </a:extLst>
              </p:cNvPr>
              <p:cNvSpPr/>
              <p:nvPr/>
            </p:nvSpPr>
            <p:spPr>
              <a:xfrm>
                <a:off x="360117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6" name="pg102">
                <a:extLst>
                  <a:ext uri="{FF2B5EF4-FFF2-40B4-BE49-F238E27FC236}">
                    <a16:creationId xmlns:a16="http://schemas.microsoft.com/office/drawing/2014/main" id="{FE9319B0-332D-FC56-F27D-B0CBF2426F6D}"/>
                  </a:ext>
                </a:extLst>
              </p:cNvPr>
              <p:cNvSpPr/>
              <p:nvPr/>
            </p:nvSpPr>
            <p:spPr>
              <a:xfrm>
                <a:off x="368261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7" name="pg103">
                <a:extLst>
                  <a:ext uri="{FF2B5EF4-FFF2-40B4-BE49-F238E27FC236}">
                    <a16:creationId xmlns:a16="http://schemas.microsoft.com/office/drawing/2014/main" id="{14D05CF7-3B89-FC58-CF78-744CD4599FF0}"/>
                  </a:ext>
                </a:extLst>
              </p:cNvPr>
              <p:cNvSpPr/>
              <p:nvPr/>
            </p:nvSpPr>
            <p:spPr>
              <a:xfrm>
                <a:off x="376405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8" name="pg104">
                <a:extLst>
                  <a:ext uri="{FF2B5EF4-FFF2-40B4-BE49-F238E27FC236}">
                    <a16:creationId xmlns:a16="http://schemas.microsoft.com/office/drawing/2014/main" id="{D415BAAA-C55E-8AB8-0B74-5957604D869E}"/>
                  </a:ext>
                </a:extLst>
              </p:cNvPr>
              <p:cNvSpPr/>
              <p:nvPr/>
            </p:nvSpPr>
            <p:spPr>
              <a:xfrm>
                <a:off x="384548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39" name="pg105">
                <a:extLst>
                  <a:ext uri="{FF2B5EF4-FFF2-40B4-BE49-F238E27FC236}">
                    <a16:creationId xmlns:a16="http://schemas.microsoft.com/office/drawing/2014/main" id="{56747A80-6FF2-9146-C401-47DD6CFCE1B8}"/>
                  </a:ext>
                </a:extLst>
              </p:cNvPr>
              <p:cNvSpPr/>
              <p:nvPr/>
            </p:nvSpPr>
            <p:spPr>
              <a:xfrm>
                <a:off x="392692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0" name="pg106">
                <a:extLst>
                  <a:ext uri="{FF2B5EF4-FFF2-40B4-BE49-F238E27FC236}">
                    <a16:creationId xmlns:a16="http://schemas.microsoft.com/office/drawing/2014/main" id="{391F7555-C8BA-8B93-FD25-8ED285483F94}"/>
                  </a:ext>
                </a:extLst>
              </p:cNvPr>
              <p:cNvSpPr/>
              <p:nvPr/>
            </p:nvSpPr>
            <p:spPr>
              <a:xfrm>
                <a:off x="400836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1" name="pg107">
                <a:extLst>
                  <a:ext uri="{FF2B5EF4-FFF2-40B4-BE49-F238E27FC236}">
                    <a16:creationId xmlns:a16="http://schemas.microsoft.com/office/drawing/2014/main" id="{5506BB5C-6E44-8F2D-73E3-01BD44E4B4B6}"/>
                  </a:ext>
                </a:extLst>
              </p:cNvPr>
              <p:cNvSpPr/>
              <p:nvPr/>
            </p:nvSpPr>
            <p:spPr>
              <a:xfrm>
                <a:off x="408979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2" name="pg108">
                <a:extLst>
                  <a:ext uri="{FF2B5EF4-FFF2-40B4-BE49-F238E27FC236}">
                    <a16:creationId xmlns:a16="http://schemas.microsoft.com/office/drawing/2014/main" id="{48CCDD79-6803-E75C-45F3-351FA7B3047D}"/>
                  </a:ext>
                </a:extLst>
              </p:cNvPr>
              <p:cNvSpPr/>
              <p:nvPr/>
            </p:nvSpPr>
            <p:spPr>
              <a:xfrm>
                <a:off x="417123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3" name="pg109">
                <a:extLst>
                  <a:ext uri="{FF2B5EF4-FFF2-40B4-BE49-F238E27FC236}">
                    <a16:creationId xmlns:a16="http://schemas.microsoft.com/office/drawing/2014/main" id="{41C5C51C-E886-4336-63F7-42149BDA69FE}"/>
                  </a:ext>
                </a:extLst>
              </p:cNvPr>
              <p:cNvSpPr/>
              <p:nvPr/>
            </p:nvSpPr>
            <p:spPr>
              <a:xfrm>
                <a:off x="425267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4" name="pg110">
                <a:extLst>
                  <a:ext uri="{FF2B5EF4-FFF2-40B4-BE49-F238E27FC236}">
                    <a16:creationId xmlns:a16="http://schemas.microsoft.com/office/drawing/2014/main" id="{DF46CFB2-EC29-2240-B82A-B7892CC45D00}"/>
                  </a:ext>
                </a:extLst>
              </p:cNvPr>
              <p:cNvSpPr/>
              <p:nvPr/>
            </p:nvSpPr>
            <p:spPr>
              <a:xfrm>
                <a:off x="433411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5" name="pg111">
                <a:extLst>
                  <a:ext uri="{FF2B5EF4-FFF2-40B4-BE49-F238E27FC236}">
                    <a16:creationId xmlns:a16="http://schemas.microsoft.com/office/drawing/2014/main" id="{6400C7B7-0ECA-216D-B968-554A99801F7E}"/>
                  </a:ext>
                </a:extLst>
              </p:cNvPr>
              <p:cNvSpPr/>
              <p:nvPr/>
            </p:nvSpPr>
            <p:spPr>
              <a:xfrm>
                <a:off x="441554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6" name="pg112">
                <a:extLst>
                  <a:ext uri="{FF2B5EF4-FFF2-40B4-BE49-F238E27FC236}">
                    <a16:creationId xmlns:a16="http://schemas.microsoft.com/office/drawing/2014/main" id="{43680606-575D-2499-8100-A8BEFE4C1136}"/>
                  </a:ext>
                </a:extLst>
              </p:cNvPr>
              <p:cNvSpPr/>
              <p:nvPr/>
            </p:nvSpPr>
            <p:spPr>
              <a:xfrm>
                <a:off x="449698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7" name="pg113">
                <a:extLst>
                  <a:ext uri="{FF2B5EF4-FFF2-40B4-BE49-F238E27FC236}">
                    <a16:creationId xmlns:a16="http://schemas.microsoft.com/office/drawing/2014/main" id="{C38D5389-323F-6407-20FA-AA2F66B53AB3}"/>
                  </a:ext>
                </a:extLst>
              </p:cNvPr>
              <p:cNvSpPr/>
              <p:nvPr/>
            </p:nvSpPr>
            <p:spPr>
              <a:xfrm>
                <a:off x="457842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8" name="pg114">
                <a:extLst>
                  <a:ext uri="{FF2B5EF4-FFF2-40B4-BE49-F238E27FC236}">
                    <a16:creationId xmlns:a16="http://schemas.microsoft.com/office/drawing/2014/main" id="{A926CB57-3012-3FFC-7188-65DAAEE96869}"/>
                  </a:ext>
                </a:extLst>
              </p:cNvPr>
              <p:cNvSpPr/>
              <p:nvPr/>
            </p:nvSpPr>
            <p:spPr>
              <a:xfrm>
                <a:off x="4741296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49" name="pg115">
                <a:extLst>
                  <a:ext uri="{FF2B5EF4-FFF2-40B4-BE49-F238E27FC236}">
                    <a16:creationId xmlns:a16="http://schemas.microsoft.com/office/drawing/2014/main" id="{44B83FE6-89AD-4817-7AFE-9893BF0FE943}"/>
                  </a:ext>
                </a:extLst>
              </p:cNvPr>
              <p:cNvSpPr/>
              <p:nvPr/>
            </p:nvSpPr>
            <p:spPr>
              <a:xfrm>
                <a:off x="4822733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0" name="pg116">
                <a:extLst>
                  <a:ext uri="{FF2B5EF4-FFF2-40B4-BE49-F238E27FC236}">
                    <a16:creationId xmlns:a16="http://schemas.microsoft.com/office/drawing/2014/main" id="{3E3DA229-2A21-0837-5D2E-6A7FB1D7CBF0}"/>
                  </a:ext>
                </a:extLst>
              </p:cNvPr>
              <p:cNvSpPr/>
              <p:nvPr/>
            </p:nvSpPr>
            <p:spPr>
              <a:xfrm>
                <a:off x="4904170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1" name="pg117">
                <a:extLst>
                  <a:ext uri="{FF2B5EF4-FFF2-40B4-BE49-F238E27FC236}">
                    <a16:creationId xmlns:a16="http://schemas.microsoft.com/office/drawing/2014/main" id="{02626524-DA48-1E21-3351-1C8E6CFDB5F8}"/>
                  </a:ext>
                </a:extLst>
              </p:cNvPr>
              <p:cNvSpPr/>
              <p:nvPr/>
            </p:nvSpPr>
            <p:spPr>
              <a:xfrm>
                <a:off x="4985607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2" name="pg118">
                <a:extLst>
                  <a:ext uri="{FF2B5EF4-FFF2-40B4-BE49-F238E27FC236}">
                    <a16:creationId xmlns:a16="http://schemas.microsoft.com/office/drawing/2014/main" id="{47F093B6-DA6B-2CB6-0C0D-05B7A5D61641}"/>
                  </a:ext>
                </a:extLst>
              </p:cNvPr>
              <p:cNvSpPr/>
              <p:nvPr/>
            </p:nvSpPr>
            <p:spPr>
              <a:xfrm>
                <a:off x="5067044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3" name="pg119">
                <a:extLst>
                  <a:ext uri="{FF2B5EF4-FFF2-40B4-BE49-F238E27FC236}">
                    <a16:creationId xmlns:a16="http://schemas.microsoft.com/office/drawing/2014/main" id="{0A97C2BD-4849-C790-AF10-090F9D355391}"/>
                  </a:ext>
                </a:extLst>
              </p:cNvPr>
              <p:cNvSpPr/>
              <p:nvPr/>
            </p:nvSpPr>
            <p:spPr>
              <a:xfrm>
                <a:off x="5148481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4" name="pg120">
                <a:extLst>
                  <a:ext uri="{FF2B5EF4-FFF2-40B4-BE49-F238E27FC236}">
                    <a16:creationId xmlns:a16="http://schemas.microsoft.com/office/drawing/2014/main" id="{43834599-BF21-CCF3-7EAD-5B5664D819CB}"/>
                  </a:ext>
                </a:extLst>
              </p:cNvPr>
              <p:cNvSpPr/>
              <p:nvPr/>
            </p:nvSpPr>
            <p:spPr>
              <a:xfrm>
                <a:off x="5229918" y="227312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5" name="pg121">
                <a:extLst>
                  <a:ext uri="{FF2B5EF4-FFF2-40B4-BE49-F238E27FC236}">
                    <a16:creationId xmlns:a16="http://schemas.microsoft.com/office/drawing/2014/main" id="{957A2AF9-2718-F4A7-5D5F-43ADE356D702}"/>
                  </a:ext>
                </a:extLst>
              </p:cNvPr>
              <p:cNvSpPr/>
              <p:nvPr/>
            </p:nvSpPr>
            <p:spPr>
              <a:xfrm>
                <a:off x="327542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6" name="pg122">
                <a:extLst>
                  <a:ext uri="{FF2B5EF4-FFF2-40B4-BE49-F238E27FC236}">
                    <a16:creationId xmlns:a16="http://schemas.microsoft.com/office/drawing/2014/main" id="{24934179-2586-3F72-4B1E-73A9AEDCA479}"/>
                  </a:ext>
                </a:extLst>
              </p:cNvPr>
              <p:cNvSpPr/>
              <p:nvPr/>
            </p:nvSpPr>
            <p:spPr>
              <a:xfrm>
                <a:off x="335686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7" name="pg123">
                <a:extLst>
                  <a:ext uri="{FF2B5EF4-FFF2-40B4-BE49-F238E27FC236}">
                    <a16:creationId xmlns:a16="http://schemas.microsoft.com/office/drawing/2014/main" id="{7A05E41C-7BCE-F2FA-BBC1-3B63B5E60032}"/>
                  </a:ext>
                </a:extLst>
              </p:cNvPr>
              <p:cNvSpPr/>
              <p:nvPr/>
            </p:nvSpPr>
            <p:spPr>
              <a:xfrm>
                <a:off x="343830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8" name="pg124">
                <a:extLst>
                  <a:ext uri="{FF2B5EF4-FFF2-40B4-BE49-F238E27FC236}">
                    <a16:creationId xmlns:a16="http://schemas.microsoft.com/office/drawing/2014/main" id="{B3DA3749-CF7E-1334-874D-1A19CFD65429}"/>
                  </a:ext>
                </a:extLst>
              </p:cNvPr>
              <p:cNvSpPr/>
              <p:nvPr/>
            </p:nvSpPr>
            <p:spPr>
              <a:xfrm>
                <a:off x="351973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59" name="pg125">
                <a:extLst>
                  <a:ext uri="{FF2B5EF4-FFF2-40B4-BE49-F238E27FC236}">
                    <a16:creationId xmlns:a16="http://schemas.microsoft.com/office/drawing/2014/main" id="{7980268B-F75C-AC9C-693F-A509744B28B6}"/>
                  </a:ext>
                </a:extLst>
              </p:cNvPr>
              <p:cNvSpPr/>
              <p:nvPr/>
            </p:nvSpPr>
            <p:spPr>
              <a:xfrm>
                <a:off x="360117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0" name="pg126">
                <a:extLst>
                  <a:ext uri="{FF2B5EF4-FFF2-40B4-BE49-F238E27FC236}">
                    <a16:creationId xmlns:a16="http://schemas.microsoft.com/office/drawing/2014/main" id="{FF01CA6E-84A8-8725-DC7F-2EFC8B124405}"/>
                  </a:ext>
                </a:extLst>
              </p:cNvPr>
              <p:cNvSpPr/>
              <p:nvPr/>
            </p:nvSpPr>
            <p:spPr>
              <a:xfrm>
                <a:off x="368261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1" name="pg127">
                <a:extLst>
                  <a:ext uri="{FF2B5EF4-FFF2-40B4-BE49-F238E27FC236}">
                    <a16:creationId xmlns:a16="http://schemas.microsoft.com/office/drawing/2014/main" id="{57B96A43-B886-E24A-ACC2-6258CA9E5482}"/>
                  </a:ext>
                </a:extLst>
              </p:cNvPr>
              <p:cNvSpPr/>
              <p:nvPr/>
            </p:nvSpPr>
            <p:spPr>
              <a:xfrm>
                <a:off x="376405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2" name="pg128">
                <a:extLst>
                  <a:ext uri="{FF2B5EF4-FFF2-40B4-BE49-F238E27FC236}">
                    <a16:creationId xmlns:a16="http://schemas.microsoft.com/office/drawing/2014/main" id="{6D5FBFFC-CF24-C869-FFF8-4BEA0DA2DB68}"/>
                  </a:ext>
                </a:extLst>
              </p:cNvPr>
              <p:cNvSpPr/>
              <p:nvPr/>
            </p:nvSpPr>
            <p:spPr>
              <a:xfrm>
                <a:off x="384548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3" name="pg129">
                <a:extLst>
                  <a:ext uri="{FF2B5EF4-FFF2-40B4-BE49-F238E27FC236}">
                    <a16:creationId xmlns:a16="http://schemas.microsoft.com/office/drawing/2014/main" id="{FB3DB0BF-A1DC-6784-0460-FA5A64786361}"/>
                  </a:ext>
                </a:extLst>
              </p:cNvPr>
              <p:cNvSpPr/>
              <p:nvPr/>
            </p:nvSpPr>
            <p:spPr>
              <a:xfrm>
                <a:off x="392692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4" name="pg130">
                <a:extLst>
                  <a:ext uri="{FF2B5EF4-FFF2-40B4-BE49-F238E27FC236}">
                    <a16:creationId xmlns:a16="http://schemas.microsoft.com/office/drawing/2014/main" id="{3AA21D85-A4F8-99E1-7387-FCC364E83BEF}"/>
                  </a:ext>
                </a:extLst>
              </p:cNvPr>
              <p:cNvSpPr/>
              <p:nvPr/>
            </p:nvSpPr>
            <p:spPr>
              <a:xfrm>
                <a:off x="400836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5" name="pg131">
                <a:extLst>
                  <a:ext uri="{FF2B5EF4-FFF2-40B4-BE49-F238E27FC236}">
                    <a16:creationId xmlns:a16="http://schemas.microsoft.com/office/drawing/2014/main" id="{4D1085AB-7E55-9A7B-84AD-69B867A12563}"/>
                  </a:ext>
                </a:extLst>
              </p:cNvPr>
              <p:cNvSpPr/>
              <p:nvPr/>
            </p:nvSpPr>
            <p:spPr>
              <a:xfrm>
                <a:off x="408979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6" name="pg132">
                <a:extLst>
                  <a:ext uri="{FF2B5EF4-FFF2-40B4-BE49-F238E27FC236}">
                    <a16:creationId xmlns:a16="http://schemas.microsoft.com/office/drawing/2014/main" id="{AFE927C2-94A0-23D9-4BF9-DF62134176C2}"/>
                  </a:ext>
                </a:extLst>
              </p:cNvPr>
              <p:cNvSpPr/>
              <p:nvPr/>
            </p:nvSpPr>
            <p:spPr>
              <a:xfrm>
                <a:off x="417123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7" name="pg133">
                <a:extLst>
                  <a:ext uri="{FF2B5EF4-FFF2-40B4-BE49-F238E27FC236}">
                    <a16:creationId xmlns:a16="http://schemas.microsoft.com/office/drawing/2014/main" id="{E5574D62-161C-BF1A-A399-936C843B7D09}"/>
                  </a:ext>
                </a:extLst>
              </p:cNvPr>
              <p:cNvSpPr/>
              <p:nvPr/>
            </p:nvSpPr>
            <p:spPr>
              <a:xfrm>
                <a:off x="425267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8" name="pg134">
                <a:extLst>
                  <a:ext uri="{FF2B5EF4-FFF2-40B4-BE49-F238E27FC236}">
                    <a16:creationId xmlns:a16="http://schemas.microsoft.com/office/drawing/2014/main" id="{9622C5E8-D22C-2B7C-2183-A3DD863DE349}"/>
                  </a:ext>
                </a:extLst>
              </p:cNvPr>
              <p:cNvSpPr/>
              <p:nvPr/>
            </p:nvSpPr>
            <p:spPr>
              <a:xfrm>
                <a:off x="433411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69" name="pg135">
                <a:extLst>
                  <a:ext uri="{FF2B5EF4-FFF2-40B4-BE49-F238E27FC236}">
                    <a16:creationId xmlns:a16="http://schemas.microsoft.com/office/drawing/2014/main" id="{830EDA8B-E8AC-6AC8-9BB9-CD5FF722401C}"/>
                  </a:ext>
                </a:extLst>
              </p:cNvPr>
              <p:cNvSpPr/>
              <p:nvPr/>
            </p:nvSpPr>
            <p:spPr>
              <a:xfrm>
                <a:off x="441554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0" name="pg136">
                <a:extLst>
                  <a:ext uri="{FF2B5EF4-FFF2-40B4-BE49-F238E27FC236}">
                    <a16:creationId xmlns:a16="http://schemas.microsoft.com/office/drawing/2014/main" id="{E8D7B4C1-4294-5168-B52B-4DA1DED09960}"/>
                  </a:ext>
                </a:extLst>
              </p:cNvPr>
              <p:cNvSpPr/>
              <p:nvPr/>
            </p:nvSpPr>
            <p:spPr>
              <a:xfrm>
                <a:off x="449698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1" name="pg137">
                <a:extLst>
                  <a:ext uri="{FF2B5EF4-FFF2-40B4-BE49-F238E27FC236}">
                    <a16:creationId xmlns:a16="http://schemas.microsoft.com/office/drawing/2014/main" id="{4EC82690-34C1-FE11-AFF4-3290A13B0DFC}"/>
                  </a:ext>
                </a:extLst>
              </p:cNvPr>
              <p:cNvSpPr/>
              <p:nvPr/>
            </p:nvSpPr>
            <p:spPr>
              <a:xfrm>
                <a:off x="457842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2" name="pg138">
                <a:extLst>
                  <a:ext uri="{FF2B5EF4-FFF2-40B4-BE49-F238E27FC236}">
                    <a16:creationId xmlns:a16="http://schemas.microsoft.com/office/drawing/2014/main" id="{F58D9CFA-7580-9187-AAC0-F96BEB84DA00}"/>
                  </a:ext>
                </a:extLst>
              </p:cNvPr>
              <p:cNvSpPr/>
              <p:nvPr/>
            </p:nvSpPr>
            <p:spPr>
              <a:xfrm>
                <a:off x="4659858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3" name="pg139">
                <a:extLst>
                  <a:ext uri="{FF2B5EF4-FFF2-40B4-BE49-F238E27FC236}">
                    <a16:creationId xmlns:a16="http://schemas.microsoft.com/office/drawing/2014/main" id="{900F1EF0-8FD8-8C83-6021-390D5FA3AC34}"/>
                  </a:ext>
                </a:extLst>
              </p:cNvPr>
              <p:cNvSpPr/>
              <p:nvPr/>
            </p:nvSpPr>
            <p:spPr>
              <a:xfrm>
                <a:off x="4741296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4" name="pg140">
                <a:extLst>
                  <a:ext uri="{FF2B5EF4-FFF2-40B4-BE49-F238E27FC236}">
                    <a16:creationId xmlns:a16="http://schemas.microsoft.com/office/drawing/2014/main" id="{AA6E1E10-B999-4E22-6468-5228DFF93396}"/>
                  </a:ext>
                </a:extLst>
              </p:cNvPr>
              <p:cNvSpPr/>
              <p:nvPr/>
            </p:nvSpPr>
            <p:spPr>
              <a:xfrm>
                <a:off x="4822733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5" name="pg141">
                <a:extLst>
                  <a:ext uri="{FF2B5EF4-FFF2-40B4-BE49-F238E27FC236}">
                    <a16:creationId xmlns:a16="http://schemas.microsoft.com/office/drawing/2014/main" id="{52E196ED-8047-7FF7-890A-26E9F8B6BB93}"/>
                  </a:ext>
                </a:extLst>
              </p:cNvPr>
              <p:cNvSpPr/>
              <p:nvPr/>
            </p:nvSpPr>
            <p:spPr>
              <a:xfrm>
                <a:off x="4904170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6" name="pg142">
                <a:extLst>
                  <a:ext uri="{FF2B5EF4-FFF2-40B4-BE49-F238E27FC236}">
                    <a16:creationId xmlns:a16="http://schemas.microsoft.com/office/drawing/2014/main" id="{DF432323-3D02-D3F1-4845-00303A742142}"/>
                  </a:ext>
                </a:extLst>
              </p:cNvPr>
              <p:cNvSpPr/>
              <p:nvPr/>
            </p:nvSpPr>
            <p:spPr>
              <a:xfrm>
                <a:off x="4985607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7" name="pg143">
                <a:extLst>
                  <a:ext uri="{FF2B5EF4-FFF2-40B4-BE49-F238E27FC236}">
                    <a16:creationId xmlns:a16="http://schemas.microsoft.com/office/drawing/2014/main" id="{B964CCED-E506-5275-462C-D45523D42096}"/>
                  </a:ext>
                </a:extLst>
              </p:cNvPr>
              <p:cNvSpPr/>
              <p:nvPr/>
            </p:nvSpPr>
            <p:spPr>
              <a:xfrm>
                <a:off x="5067044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8" name="pg144">
                <a:extLst>
                  <a:ext uri="{FF2B5EF4-FFF2-40B4-BE49-F238E27FC236}">
                    <a16:creationId xmlns:a16="http://schemas.microsoft.com/office/drawing/2014/main" id="{2E10415A-1790-62B8-724F-C7251E252075}"/>
                  </a:ext>
                </a:extLst>
              </p:cNvPr>
              <p:cNvSpPr/>
              <p:nvPr/>
            </p:nvSpPr>
            <p:spPr>
              <a:xfrm>
                <a:off x="5148481" y="237643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79" name="pg145">
                <a:extLst>
                  <a:ext uri="{FF2B5EF4-FFF2-40B4-BE49-F238E27FC236}">
                    <a16:creationId xmlns:a16="http://schemas.microsoft.com/office/drawing/2014/main" id="{863FFD85-4F5E-16B5-FC20-90C1ADF1BA6D}"/>
                  </a:ext>
                </a:extLst>
              </p:cNvPr>
              <p:cNvSpPr/>
              <p:nvPr/>
            </p:nvSpPr>
            <p:spPr>
              <a:xfrm>
                <a:off x="327542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0" name="pg146">
                <a:extLst>
                  <a:ext uri="{FF2B5EF4-FFF2-40B4-BE49-F238E27FC236}">
                    <a16:creationId xmlns:a16="http://schemas.microsoft.com/office/drawing/2014/main" id="{7FB651DA-765C-7642-23DC-19380C5A80D2}"/>
                  </a:ext>
                </a:extLst>
              </p:cNvPr>
              <p:cNvSpPr/>
              <p:nvPr/>
            </p:nvSpPr>
            <p:spPr>
              <a:xfrm>
                <a:off x="335686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1" name="pg147">
                <a:extLst>
                  <a:ext uri="{FF2B5EF4-FFF2-40B4-BE49-F238E27FC236}">
                    <a16:creationId xmlns:a16="http://schemas.microsoft.com/office/drawing/2014/main" id="{59FF021B-F9AE-99F0-FE47-56FAEA19AB93}"/>
                  </a:ext>
                </a:extLst>
              </p:cNvPr>
              <p:cNvSpPr/>
              <p:nvPr/>
            </p:nvSpPr>
            <p:spPr>
              <a:xfrm>
                <a:off x="343830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2" name="pg148">
                <a:extLst>
                  <a:ext uri="{FF2B5EF4-FFF2-40B4-BE49-F238E27FC236}">
                    <a16:creationId xmlns:a16="http://schemas.microsoft.com/office/drawing/2014/main" id="{AF2902BF-08DF-5E57-A5CD-4047281458D8}"/>
                  </a:ext>
                </a:extLst>
              </p:cNvPr>
              <p:cNvSpPr/>
              <p:nvPr/>
            </p:nvSpPr>
            <p:spPr>
              <a:xfrm>
                <a:off x="351973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3" name="pg149">
                <a:extLst>
                  <a:ext uri="{FF2B5EF4-FFF2-40B4-BE49-F238E27FC236}">
                    <a16:creationId xmlns:a16="http://schemas.microsoft.com/office/drawing/2014/main" id="{A088DE2A-DC5D-968D-BD62-1F3B40A3EE86}"/>
                  </a:ext>
                </a:extLst>
              </p:cNvPr>
              <p:cNvSpPr/>
              <p:nvPr/>
            </p:nvSpPr>
            <p:spPr>
              <a:xfrm>
                <a:off x="360117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4" name="pg150">
                <a:extLst>
                  <a:ext uri="{FF2B5EF4-FFF2-40B4-BE49-F238E27FC236}">
                    <a16:creationId xmlns:a16="http://schemas.microsoft.com/office/drawing/2014/main" id="{8CAA0EC8-4D57-3472-B55E-01F4F1BD60D3}"/>
                  </a:ext>
                </a:extLst>
              </p:cNvPr>
              <p:cNvSpPr/>
              <p:nvPr/>
            </p:nvSpPr>
            <p:spPr>
              <a:xfrm>
                <a:off x="368261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5" name="pg151">
                <a:extLst>
                  <a:ext uri="{FF2B5EF4-FFF2-40B4-BE49-F238E27FC236}">
                    <a16:creationId xmlns:a16="http://schemas.microsoft.com/office/drawing/2014/main" id="{B26A178C-7A05-B344-B67E-4F16E2BC097A}"/>
                  </a:ext>
                </a:extLst>
              </p:cNvPr>
              <p:cNvSpPr/>
              <p:nvPr/>
            </p:nvSpPr>
            <p:spPr>
              <a:xfrm>
                <a:off x="376405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6" name="pg152">
                <a:extLst>
                  <a:ext uri="{FF2B5EF4-FFF2-40B4-BE49-F238E27FC236}">
                    <a16:creationId xmlns:a16="http://schemas.microsoft.com/office/drawing/2014/main" id="{C4AE1F5D-5FDD-E833-AD37-7614A543FCB7}"/>
                  </a:ext>
                </a:extLst>
              </p:cNvPr>
              <p:cNvSpPr/>
              <p:nvPr/>
            </p:nvSpPr>
            <p:spPr>
              <a:xfrm>
                <a:off x="384548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7" name="pg153">
                <a:extLst>
                  <a:ext uri="{FF2B5EF4-FFF2-40B4-BE49-F238E27FC236}">
                    <a16:creationId xmlns:a16="http://schemas.microsoft.com/office/drawing/2014/main" id="{1A175929-38F1-16A2-8717-46C72244AE9F}"/>
                  </a:ext>
                </a:extLst>
              </p:cNvPr>
              <p:cNvSpPr/>
              <p:nvPr/>
            </p:nvSpPr>
            <p:spPr>
              <a:xfrm>
                <a:off x="392692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8" name="pg154">
                <a:extLst>
                  <a:ext uri="{FF2B5EF4-FFF2-40B4-BE49-F238E27FC236}">
                    <a16:creationId xmlns:a16="http://schemas.microsoft.com/office/drawing/2014/main" id="{1A07FCB8-C140-C23E-852B-F7932647CDC9}"/>
                  </a:ext>
                </a:extLst>
              </p:cNvPr>
              <p:cNvSpPr/>
              <p:nvPr/>
            </p:nvSpPr>
            <p:spPr>
              <a:xfrm>
                <a:off x="400836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89" name="pg155">
                <a:extLst>
                  <a:ext uri="{FF2B5EF4-FFF2-40B4-BE49-F238E27FC236}">
                    <a16:creationId xmlns:a16="http://schemas.microsoft.com/office/drawing/2014/main" id="{0AFE8251-4720-93CF-56CC-C67B1798D1BE}"/>
                  </a:ext>
                </a:extLst>
              </p:cNvPr>
              <p:cNvSpPr/>
              <p:nvPr/>
            </p:nvSpPr>
            <p:spPr>
              <a:xfrm>
                <a:off x="408979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0" name="pg156">
                <a:extLst>
                  <a:ext uri="{FF2B5EF4-FFF2-40B4-BE49-F238E27FC236}">
                    <a16:creationId xmlns:a16="http://schemas.microsoft.com/office/drawing/2014/main" id="{35562956-31A3-D873-296A-0F159A206721}"/>
                  </a:ext>
                </a:extLst>
              </p:cNvPr>
              <p:cNvSpPr/>
              <p:nvPr/>
            </p:nvSpPr>
            <p:spPr>
              <a:xfrm>
                <a:off x="417123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1" name="pg157">
                <a:extLst>
                  <a:ext uri="{FF2B5EF4-FFF2-40B4-BE49-F238E27FC236}">
                    <a16:creationId xmlns:a16="http://schemas.microsoft.com/office/drawing/2014/main" id="{34D588FC-4562-9F16-607E-B80A124F6F00}"/>
                  </a:ext>
                </a:extLst>
              </p:cNvPr>
              <p:cNvSpPr/>
              <p:nvPr/>
            </p:nvSpPr>
            <p:spPr>
              <a:xfrm>
                <a:off x="425267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2" name="pg158">
                <a:extLst>
                  <a:ext uri="{FF2B5EF4-FFF2-40B4-BE49-F238E27FC236}">
                    <a16:creationId xmlns:a16="http://schemas.microsoft.com/office/drawing/2014/main" id="{1826A980-227E-9752-A9C4-D64BF842A138}"/>
                  </a:ext>
                </a:extLst>
              </p:cNvPr>
              <p:cNvSpPr/>
              <p:nvPr/>
            </p:nvSpPr>
            <p:spPr>
              <a:xfrm>
                <a:off x="433411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3" name="pg159">
                <a:extLst>
                  <a:ext uri="{FF2B5EF4-FFF2-40B4-BE49-F238E27FC236}">
                    <a16:creationId xmlns:a16="http://schemas.microsoft.com/office/drawing/2014/main" id="{C29C9838-1B22-C4F5-1432-C5A95904F862}"/>
                  </a:ext>
                </a:extLst>
              </p:cNvPr>
              <p:cNvSpPr/>
              <p:nvPr/>
            </p:nvSpPr>
            <p:spPr>
              <a:xfrm>
                <a:off x="441554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4" name="pg160">
                <a:extLst>
                  <a:ext uri="{FF2B5EF4-FFF2-40B4-BE49-F238E27FC236}">
                    <a16:creationId xmlns:a16="http://schemas.microsoft.com/office/drawing/2014/main" id="{13ABE0ED-5B81-2985-AAEE-44FB7510BC58}"/>
                  </a:ext>
                </a:extLst>
              </p:cNvPr>
              <p:cNvSpPr/>
              <p:nvPr/>
            </p:nvSpPr>
            <p:spPr>
              <a:xfrm>
                <a:off x="449698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5" name="pg161">
                <a:extLst>
                  <a:ext uri="{FF2B5EF4-FFF2-40B4-BE49-F238E27FC236}">
                    <a16:creationId xmlns:a16="http://schemas.microsoft.com/office/drawing/2014/main" id="{D9F09DCC-F806-ECEA-5B0A-E40692D3D115}"/>
                  </a:ext>
                </a:extLst>
              </p:cNvPr>
              <p:cNvSpPr/>
              <p:nvPr/>
            </p:nvSpPr>
            <p:spPr>
              <a:xfrm>
                <a:off x="4578421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6" name="pg162">
                <a:extLst>
                  <a:ext uri="{FF2B5EF4-FFF2-40B4-BE49-F238E27FC236}">
                    <a16:creationId xmlns:a16="http://schemas.microsoft.com/office/drawing/2014/main" id="{18A97BE0-E932-D1AC-6766-39B5349996F2}"/>
                  </a:ext>
                </a:extLst>
              </p:cNvPr>
              <p:cNvSpPr/>
              <p:nvPr/>
            </p:nvSpPr>
            <p:spPr>
              <a:xfrm>
                <a:off x="4659858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7" name="pg163">
                <a:extLst>
                  <a:ext uri="{FF2B5EF4-FFF2-40B4-BE49-F238E27FC236}">
                    <a16:creationId xmlns:a16="http://schemas.microsoft.com/office/drawing/2014/main" id="{A5D806DF-806E-3700-1631-22639DA6C33B}"/>
                  </a:ext>
                </a:extLst>
              </p:cNvPr>
              <p:cNvSpPr/>
              <p:nvPr/>
            </p:nvSpPr>
            <p:spPr>
              <a:xfrm>
                <a:off x="4741296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8" name="pg164">
                <a:extLst>
                  <a:ext uri="{FF2B5EF4-FFF2-40B4-BE49-F238E27FC236}">
                    <a16:creationId xmlns:a16="http://schemas.microsoft.com/office/drawing/2014/main" id="{2DEBDA43-2E7E-8D16-0650-F01A647175F4}"/>
                  </a:ext>
                </a:extLst>
              </p:cNvPr>
              <p:cNvSpPr/>
              <p:nvPr/>
            </p:nvSpPr>
            <p:spPr>
              <a:xfrm>
                <a:off x="4822733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399" name="pg165">
                <a:extLst>
                  <a:ext uri="{FF2B5EF4-FFF2-40B4-BE49-F238E27FC236}">
                    <a16:creationId xmlns:a16="http://schemas.microsoft.com/office/drawing/2014/main" id="{B202488F-F339-8DB6-CC57-ECFD6F61F5C0}"/>
                  </a:ext>
                </a:extLst>
              </p:cNvPr>
              <p:cNvSpPr/>
              <p:nvPr/>
            </p:nvSpPr>
            <p:spPr>
              <a:xfrm>
                <a:off x="4904170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0" name="pg166">
                <a:extLst>
                  <a:ext uri="{FF2B5EF4-FFF2-40B4-BE49-F238E27FC236}">
                    <a16:creationId xmlns:a16="http://schemas.microsoft.com/office/drawing/2014/main" id="{64331E42-0AD1-EACE-F116-6ADD7740E5D8}"/>
                  </a:ext>
                </a:extLst>
              </p:cNvPr>
              <p:cNvSpPr/>
              <p:nvPr/>
            </p:nvSpPr>
            <p:spPr>
              <a:xfrm>
                <a:off x="4985607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1" name="pg167">
                <a:extLst>
                  <a:ext uri="{FF2B5EF4-FFF2-40B4-BE49-F238E27FC236}">
                    <a16:creationId xmlns:a16="http://schemas.microsoft.com/office/drawing/2014/main" id="{B8EAA029-C79C-CD74-52E8-A8A5567B2102}"/>
                  </a:ext>
                </a:extLst>
              </p:cNvPr>
              <p:cNvSpPr/>
              <p:nvPr/>
            </p:nvSpPr>
            <p:spPr>
              <a:xfrm>
                <a:off x="5067044" y="247975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2" name="pg168">
                <a:extLst>
                  <a:ext uri="{FF2B5EF4-FFF2-40B4-BE49-F238E27FC236}">
                    <a16:creationId xmlns:a16="http://schemas.microsoft.com/office/drawing/2014/main" id="{8DAC198B-57D1-ED90-57FE-3321CD333968}"/>
                  </a:ext>
                </a:extLst>
              </p:cNvPr>
              <p:cNvSpPr/>
              <p:nvPr/>
            </p:nvSpPr>
            <p:spPr>
              <a:xfrm>
                <a:off x="303111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3" name="pg169">
                <a:extLst>
                  <a:ext uri="{FF2B5EF4-FFF2-40B4-BE49-F238E27FC236}">
                    <a16:creationId xmlns:a16="http://schemas.microsoft.com/office/drawing/2014/main" id="{BFCD09E3-4060-E5B8-5F30-34EF68B1CD3D}"/>
                  </a:ext>
                </a:extLst>
              </p:cNvPr>
              <p:cNvSpPr/>
              <p:nvPr/>
            </p:nvSpPr>
            <p:spPr>
              <a:xfrm>
                <a:off x="311255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4" name="pg170">
                <a:extLst>
                  <a:ext uri="{FF2B5EF4-FFF2-40B4-BE49-F238E27FC236}">
                    <a16:creationId xmlns:a16="http://schemas.microsoft.com/office/drawing/2014/main" id="{8EEA2937-BC4C-57A9-9C5E-5712B9222675}"/>
                  </a:ext>
                </a:extLst>
              </p:cNvPr>
              <p:cNvSpPr/>
              <p:nvPr/>
            </p:nvSpPr>
            <p:spPr>
              <a:xfrm>
                <a:off x="327542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5" name="pg171">
                <a:extLst>
                  <a:ext uri="{FF2B5EF4-FFF2-40B4-BE49-F238E27FC236}">
                    <a16:creationId xmlns:a16="http://schemas.microsoft.com/office/drawing/2014/main" id="{E29A3F78-D332-E7DB-029D-BBE47E0F58F2}"/>
                  </a:ext>
                </a:extLst>
              </p:cNvPr>
              <p:cNvSpPr/>
              <p:nvPr/>
            </p:nvSpPr>
            <p:spPr>
              <a:xfrm>
                <a:off x="335686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6" name="pg172">
                <a:extLst>
                  <a:ext uri="{FF2B5EF4-FFF2-40B4-BE49-F238E27FC236}">
                    <a16:creationId xmlns:a16="http://schemas.microsoft.com/office/drawing/2014/main" id="{4DE3F54B-9D63-0DA7-B335-D8FA6D683672}"/>
                  </a:ext>
                </a:extLst>
              </p:cNvPr>
              <p:cNvSpPr/>
              <p:nvPr/>
            </p:nvSpPr>
            <p:spPr>
              <a:xfrm>
                <a:off x="343830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7" name="pg173">
                <a:extLst>
                  <a:ext uri="{FF2B5EF4-FFF2-40B4-BE49-F238E27FC236}">
                    <a16:creationId xmlns:a16="http://schemas.microsoft.com/office/drawing/2014/main" id="{E096543F-0A0C-E2C9-A455-D32FF5B54E3B}"/>
                  </a:ext>
                </a:extLst>
              </p:cNvPr>
              <p:cNvSpPr/>
              <p:nvPr/>
            </p:nvSpPr>
            <p:spPr>
              <a:xfrm>
                <a:off x="351973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8" name="pg174">
                <a:extLst>
                  <a:ext uri="{FF2B5EF4-FFF2-40B4-BE49-F238E27FC236}">
                    <a16:creationId xmlns:a16="http://schemas.microsoft.com/office/drawing/2014/main" id="{7FECA583-C580-7C2D-0927-0DD9AE87155F}"/>
                  </a:ext>
                </a:extLst>
              </p:cNvPr>
              <p:cNvSpPr/>
              <p:nvPr/>
            </p:nvSpPr>
            <p:spPr>
              <a:xfrm>
                <a:off x="360117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09" name="pg175">
                <a:extLst>
                  <a:ext uri="{FF2B5EF4-FFF2-40B4-BE49-F238E27FC236}">
                    <a16:creationId xmlns:a16="http://schemas.microsoft.com/office/drawing/2014/main" id="{3963FDA3-A4D1-5E63-A33E-73F800BC41BB}"/>
                  </a:ext>
                </a:extLst>
              </p:cNvPr>
              <p:cNvSpPr/>
              <p:nvPr/>
            </p:nvSpPr>
            <p:spPr>
              <a:xfrm>
                <a:off x="368261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0" name="pg176">
                <a:extLst>
                  <a:ext uri="{FF2B5EF4-FFF2-40B4-BE49-F238E27FC236}">
                    <a16:creationId xmlns:a16="http://schemas.microsoft.com/office/drawing/2014/main" id="{0E8056C4-6BA4-D569-2DB7-FFD8E271FAFD}"/>
                  </a:ext>
                </a:extLst>
              </p:cNvPr>
              <p:cNvSpPr/>
              <p:nvPr/>
            </p:nvSpPr>
            <p:spPr>
              <a:xfrm>
                <a:off x="376405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1" name="pg177">
                <a:extLst>
                  <a:ext uri="{FF2B5EF4-FFF2-40B4-BE49-F238E27FC236}">
                    <a16:creationId xmlns:a16="http://schemas.microsoft.com/office/drawing/2014/main" id="{4B3D7285-26FD-4425-F2B8-60FA90593B91}"/>
                  </a:ext>
                </a:extLst>
              </p:cNvPr>
              <p:cNvSpPr/>
              <p:nvPr/>
            </p:nvSpPr>
            <p:spPr>
              <a:xfrm>
                <a:off x="384548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2" name="pg178">
                <a:extLst>
                  <a:ext uri="{FF2B5EF4-FFF2-40B4-BE49-F238E27FC236}">
                    <a16:creationId xmlns:a16="http://schemas.microsoft.com/office/drawing/2014/main" id="{BD1167DB-7F9B-BF97-35CE-2AAEDE563D06}"/>
                  </a:ext>
                </a:extLst>
              </p:cNvPr>
              <p:cNvSpPr/>
              <p:nvPr/>
            </p:nvSpPr>
            <p:spPr>
              <a:xfrm>
                <a:off x="408979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3" name="pg179">
                <a:extLst>
                  <a:ext uri="{FF2B5EF4-FFF2-40B4-BE49-F238E27FC236}">
                    <a16:creationId xmlns:a16="http://schemas.microsoft.com/office/drawing/2014/main" id="{001D978D-917A-3C2A-34D4-15534849C9C9}"/>
                  </a:ext>
                </a:extLst>
              </p:cNvPr>
              <p:cNvSpPr/>
              <p:nvPr/>
            </p:nvSpPr>
            <p:spPr>
              <a:xfrm>
                <a:off x="417123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4" name="pg180">
                <a:extLst>
                  <a:ext uri="{FF2B5EF4-FFF2-40B4-BE49-F238E27FC236}">
                    <a16:creationId xmlns:a16="http://schemas.microsoft.com/office/drawing/2014/main" id="{3EF5E964-89B8-5350-6C50-CAFD4472C1FD}"/>
                  </a:ext>
                </a:extLst>
              </p:cNvPr>
              <p:cNvSpPr/>
              <p:nvPr/>
            </p:nvSpPr>
            <p:spPr>
              <a:xfrm>
                <a:off x="425267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5" name="pg181">
                <a:extLst>
                  <a:ext uri="{FF2B5EF4-FFF2-40B4-BE49-F238E27FC236}">
                    <a16:creationId xmlns:a16="http://schemas.microsoft.com/office/drawing/2014/main" id="{594C2EA3-6D09-0A64-0BC2-DC2CB7CC4ABC}"/>
                  </a:ext>
                </a:extLst>
              </p:cNvPr>
              <p:cNvSpPr/>
              <p:nvPr/>
            </p:nvSpPr>
            <p:spPr>
              <a:xfrm>
                <a:off x="433411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6" name="pg182">
                <a:extLst>
                  <a:ext uri="{FF2B5EF4-FFF2-40B4-BE49-F238E27FC236}">
                    <a16:creationId xmlns:a16="http://schemas.microsoft.com/office/drawing/2014/main" id="{95824A6B-B7BE-2324-EA76-49345C6E7EF8}"/>
                  </a:ext>
                </a:extLst>
              </p:cNvPr>
              <p:cNvSpPr/>
              <p:nvPr/>
            </p:nvSpPr>
            <p:spPr>
              <a:xfrm>
                <a:off x="441554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7" name="pg183">
                <a:extLst>
                  <a:ext uri="{FF2B5EF4-FFF2-40B4-BE49-F238E27FC236}">
                    <a16:creationId xmlns:a16="http://schemas.microsoft.com/office/drawing/2014/main" id="{5EBA1A18-E072-A9A8-1714-D2A3DACF18F2}"/>
                  </a:ext>
                </a:extLst>
              </p:cNvPr>
              <p:cNvSpPr/>
              <p:nvPr/>
            </p:nvSpPr>
            <p:spPr>
              <a:xfrm>
                <a:off x="4496984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8" name="pg184">
                <a:extLst>
                  <a:ext uri="{FF2B5EF4-FFF2-40B4-BE49-F238E27FC236}">
                    <a16:creationId xmlns:a16="http://schemas.microsoft.com/office/drawing/2014/main" id="{FB691386-9974-EFE2-9408-B073D6AFFC71}"/>
                  </a:ext>
                </a:extLst>
              </p:cNvPr>
              <p:cNvSpPr/>
              <p:nvPr/>
            </p:nvSpPr>
            <p:spPr>
              <a:xfrm>
                <a:off x="4578421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19" name="pg185">
                <a:extLst>
                  <a:ext uri="{FF2B5EF4-FFF2-40B4-BE49-F238E27FC236}">
                    <a16:creationId xmlns:a16="http://schemas.microsoft.com/office/drawing/2014/main" id="{98ADB04E-AB77-03A6-7A79-1143FD2ADC0D}"/>
                  </a:ext>
                </a:extLst>
              </p:cNvPr>
              <p:cNvSpPr/>
              <p:nvPr/>
            </p:nvSpPr>
            <p:spPr>
              <a:xfrm>
                <a:off x="4659858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0" name="pg186">
                <a:extLst>
                  <a:ext uri="{FF2B5EF4-FFF2-40B4-BE49-F238E27FC236}">
                    <a16:creationId xmlns:a16="http://schemas.microsoft.com/office/drawing/2014/main" id="{483722F7-1CF6-9F9D-0A20-FCB2AAAD9ACE}"/>
                  </a:ext>
                </a:extLst>
              </p:cNvPr>
              <p:cNvSpPr/>
              <p:nvPr/>
            </p:nvSpPr>
            <p:spPr>
              <a:xfrm>
                <a:off x="4741296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1" name="pg187">
                <a:extLst>
                  <a:ext uri="{FF2B5EF4-FFF2-40B4-BE49-F238E27FC236}">
                    <a16:creationId xmlns:a16="http://schemas.microsoft.com/office/drawing/2014/main" id="{4F23A699-8856-2858-A083-512AB8F0DE26}"/>
                  </a:ext>
                </a:extLst>
              </p:cNvPr>
              <p:cNvSpPr/>
              <p:nvPr/>
            </p:nvSpPr>
            <p:spPr>
              <a:xfrm>
                <a:off x="4822733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2" name="pg188">
                <a:extLst>
                  <a:ext uri="{FF2B5EF4-FFF2-40B4-BE49-F238E27FC236}">
                    <a16:creationId xmlns:a16="http://schemas.microsoft.com/office/drawing/2014/main" id="{0D0A7EF2-A70E-0A57-63FF-821D76C01D41}"/>
                  </a:ext>
                </a:extLst>
              </p:cNvPr>
              <p:cNvSpPr/>
              <p:nvPr/>
            </p:nvSpPr>
            <p:spPr>
              <a:xfrm>
                <a:off x="4904170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3" name="pg189">
                <a:extLst>
                  <a:ext uri="{FF2B5EF4-FFF2-40B4-BE49-F238E27FC236}">
                    <a16:creationId xmlns:a16="http://schemas.microsoft.com/office/drawing/2014/main" id="{D5C598EE-B892-7263-97E2-2D2D1293D7A6}"/>
                  </a:ext>
                </a:extLst>
              </p:cNvPr>
              <p:cNvSpPr/>
              <p:nvPr/>
            </p:nvSpPr>
            <p:spPr>
              <a:xfrm>
                <a:off x="4985607" y="258306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4" name="pg190">
                <a:extLst>
                  <a:ext uri="{FF2B5EF4-FFF2-40B4-BE49-F238E27FC236}">
                    <a16:creationId xmlns:a16="http://schemas.microsoft.com/office/drawing/2014/main" id="{C5B15FBF-0E83-6449-E21A-3237ED788D85}"/>
                  </a:ext>
                </a:extLst>
              </p:cNvPr>
              <p:cNvSpPr/>
              <p:nvPr/>
            </p:nvSpPr>
            <p:spPr>
              <a:xfrm>
                <a:off x="294967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5" name="pg191">
                <a:extLst>
                  <a:ext uri="{FF2B5EF4-FFF2-40B4-BE49-F238E27FC236}">
                    <a16:creationId xmlns:a16="http://schemas.microsoft.com/office/drawing/2014/main" id="{7946B4C5-A139-D822-CC5B-858FABFD2BCF}"/>
                  </a:ext>
                </a:extLst>
              </p:cNvPr>
              <p:cNvSpPr/>
              <p:nvPr/>
            </p:nvSpPr>
            <p:spPr>
              <a:xfrm>
                <a:off x="303111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6" name="pg192">
                <a:extLst>
                  <a:ext uri="{FF2B5EF4-FFF2-40B4-BE49-F238E27FC236}">
                    <a16:creationId xmlns:a16="http://schemas.microsoft.com/office/drawing/2014/main" id="{71D6D3F6-9A42-D4A8-74C7-98567CB718D6}"/>
                  </a:ext>
                </a:extLst>
              </p:cNvPr>
              <p:cNvSpPr/>
              <p:nvPr/>
            </p:nvSpPr>
            <p:spPr>
              <a:xfrm>
                <a:off x="311255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7" name="pg193">
                <a:extLst>
                  <a:ext uri="{FF2B5EF4-FFF2-40B4-BE49-F238E27FC236}">
                    <a16:creationId xmlns:a16="http://schemas.microsoft.com/office/drawing/2014/main" id="{456207C4-9C86-BB30-169D-C6F298C5C2E1}"/>
                  </a:ext>
                </a:extLst>
              </p:cNvPr>
              <p:cNvSpPr/>
              <p:nvPr/>
            </p:nvSpPr>
            <p:spPr>
              <a:xfrm>
                <a:off x="319399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8" name="pg194">
                <a:extLst>
                  <a:ext uri="{FF2B5EF4-FFF2-40B4-BE49-F238E27FC236}">
                    <a16:creationId xmlns:a16="http://schemas.microsoft.com/office/drawing/2014/main" id="{1834F9AC-3BFF-A27C-323C-FC9507DFD956}"/>
                  </a:ext>
                </a:extLst>
              </p:cNvPr>
              <p:cNvSpPr/>
              <p:nvPr/>
            </p:nvSpPr>
            <p:spPr>
              <a:xfrm>
                <a:off x="327542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29" name="pg195">
                <a:extLst>
                  <a:ext uri="{FF2B5EF4-FFF2-40B4-BE49-F238E27FC236}">
                    <a16:creationId xmlns:a16="http://schemas.microsoft.com/office/drawing/2014/main" id="{655D5A31-B740-D5E3-D0EE-2CC64B9680F5}"/>
                  </a:ext>
                </a:extLst>
              </p:cNvPr>
              <p:cNvSpPr/>
              <p:nvPr/>
            </p:nvSpPr>
            <p:spPr>
              <a:xfrm>
                <a:off x="335686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0" name="pg196">
                <a:extLst>
                  <a:ext uri="{FF2B5EF4-FFF2-40B4-BE49-F238E27FC236}">
                    <a16:creationId xmlns:a16="http://schemas.microsoft.com/office/drawing/2014/main" id="{8265ACED-553A-4F1C-118E-25FAF1E6F23A}"/>
                  </a:ext>
                </a:extLst>
              </p:cNvPr>
              <p:cNvSpPr/>
              <p:nvPr/>
            </p:nvSpPr>
            <p:spPr>
              <a:xfrm>
                <a:off x="343830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1" name="pg197">
                <a:extLst>
                  <a:ext uri="{FF2B5EF4-FFF2-40B4-BE49-F238E27FC236}">
                    <a16:creationId xmlns:a16="http://schemas.microsoft.com/office/drawing/2014/main" id="{8D654B53-4991-8702-CACE-ECFBD41B8359}"/>
                  </a:ext>
                </a:extLst>
              </p:cNvPr>
              <p:cNvSpPr/>
              <p:nvPr/>
            </p:nvSpPr>
            <p:spPr>
              <a:xfrm>
                <a:off x="351973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2" name="pg198">
                <a:extLst>
                  <a:ext uri="{FF2B5EF4-FFF2-40B4-BE49-F238E27FC236}">
                    <a16:creationId xmlns:a16="http://schemas.microsoft.com/office/drawing/2014/main" id="{19C3A338-F311-B9E3-F0EC-7D381046018A}"/>
                  </a:ext>
                </a:extLst>
              </p:cNvPr>
              <p:cNvSpPr/>
              <p:nvPr/>
            </p:nvSpPr>
            <p:spPr>
              <a:xfrm>
                <a:off x="360117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3" name="pg199">
                <a:extLst>
                  <a:ext uri="{FF2B5EF4-FFF2-40B4-BE49-F238E27FC236}">
                    <a16:creationId xmlns:a16="http://schemas.microsoft.com/office/drawing/2014/main" id="{6182B681-198F-4EAB-53A0-5E59864CE89B}"/>
                  </a:ext>
                </a:extLst>
              </p:cNvPr>
              <p:cNvSpPr/>
              <p:nvPr/>
            </p:nvSpPr>
            <p:spPr>
              <a:xfrm>
                <a:off x="368261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4" name="pg200">
                <a:extLst>
                  <a:ext uri="{FF2B5EF4-FFF2-40B4-BE49-F238E27FC236}">
                    <a16:creationId xmlns:a16="http://schemas.microsoft.com/office/drawing/2014/main" id="{317E531E-61F7-DA46-D82D-3C4C2D23B94C}"/>
                  </a:ext>
                </a:extLst>
              </p:cNvPr>
              <p:cNvSpPr/>
              <p:nvPr/>
            </p:nvSpPr>
            <p:spPr>
              <a:xfrm>
                <a:off x="376405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5" name="pg201">
                <a:extLst>
                  <a:ext uri="{FF2B5EF4-FFF2-40B4-BE49-F238E27FC236}">
                    <a16:creationId xmlns:a16="http://schemas.microsoft.com/office/drawing/2014/main" id="{7B8D2759-FEC0-21FA-7B6E-6E8591F751F2}"/>
                  </a:ext>
                </a:extLst>
              </p:cNvPr>
              <p:cNvSpPr/>
              <p:nvPr/>
            </p:nvSpPr>
            <p:spPr>
              <a:xfrm>
                <a:off x="384548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6" name="pg202">
                <a:extLst>
                  <a:ext uri="{FF2B5EF4-FFF2-40B4-BE49-F238E27FC236}">
                    <a16:creationId xmlns:a16="http://schemas.microsoft.com/office/drawing/2014/main" id="{85945DE4-8604-5FBD-995B-5BFAC1CC5D2F}"/>
                  </a:ext>
                </a:extLst>
              </p:cNvPr>
              <p:cNvSpPr/>
              <p:nvPr/>
            </p:nvSpPr>
            <p:spPr>
              <a:xfrm>
                <a:off x="417123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7" name="pg203">
                <a:extLst>
                  <a:ext uri="{FF2B5EF4-FFF2-40B4-BE49-F238E27FC236}">
                    <a16:creationId xmlns:a16="http://schemas.microsoft.com/office/drawing/2014/main" id="{07875D08-F964-1F30-E2FD-543C27812A4D}"/>
                  </a:ext>
                </a:extLst>
              </p:cNvPr>
              <p:cNvSpPr/>
              <p:nvPr/>
            </p:nvSpPr>
            <p:spPr>
              <a:xfrm>
                <a:off x="425267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8" name="pg204">
                <a:extLst>
                  <a:ext uri="{FF2B5EF4-FFF2-40B4-BE49-F238E27FC236}">
                    <a16:creationId xmlns:a16="http://schemas.microsoft.com/office/drawing/2014/main" id="{3A6A03C5-78AF-18C6-C1D6-B34E67BB9D65}"/>
                  </a:ext>
                </a:extLst>
              </p:cNvPr>
              <p:cNvSpPr/>
              <p:nvPr/>
            </p:nvSpPr>
            <p:spPr>
              <a:xfrm>
                <a:off x="433411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39" name="pg205">
                <a:extLst>
                  <a:ext uri="{FF2B5EF4-FFF2-40B4-BE49-F238E27FC236}">
                    <a16:creationId xmlns:a16="http://schemas.microsoft.com/office/drawing/2014/main" id="{F24B982D-FA09-4F37-82C3-B16C01313F49}"/>
                  </a:ext>
                </a:extLst>
              </p:cNvPr>
              <p:cNvSpPr/>
              <p:nvPr/>
            </p:nvSpPr>
            <p:spPr>
              <a:xfrm>
                <a:off x="4415547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0" name="pg206">
                <a:extLst>
                  <a:ext uri="{FF2B5EF4-FFF2-40B4-BE49-F238E27FC236}">
                    <a16:creationId xmlns:a16="http://schemas.microsoft.com/office/drawing/2014/main" id="{BF3A48AA-080D-0534-98D1-2333B7CB2155}"/>
                  </a:ext>
                </a:extLst>
              </p:cNvPr>
              <p:cNvSpPr/>
              <p:nvPr/>
            </p:nvSpPr>
            <p:spPr>
              <a:xfrm>
                <a:off x="4496984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1" name="pg207">
                <a:extLst>
                  <a:ext uri="{FF2B5EF4-FFF2-40B4-BE49-F238E27FC236}">
                    <a16:creationId xmlns:a16="http://schemas.microsoft.com/office/drawing/2014/main" id="{7C877C2F-A532-7547-2361-47FEEC06AB67}"/>
                  </a:ext>
                </a:extLst>
              </p:cNvPr>
              <p:cNvSpPr/>
              <p:nvPr/>
            </p:nvSpPr>
            <p:spPr>
              <a:xfrm>
                <a:off x="4578421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2" name="pg208">
                <a:extLst>
                  <a:ext uri="{FF2B5EF4-FFF2-40B4-BE49-F238E27FC236}">
                    <a16:creationId xmlns:a16="http://schemas.microsoft.com/office/drawing/2014/main" id="{7E8027E8-A8ED-9232-8A10-F88C837F6E3D}"/>
                  </a:ext>
                </a:extLst>
              </p:cNvPr>
              <p:cNvSpPr/>
              <p:nvPr/>
            </p:nvSpPr>
            <p:spPr>
              <a:xfrm>
                <a:off x="4659858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3" name="pg209">
                <a:extLst>
                  <a:ext uri="{FF2B5EF4-FFF2-40B4-BE49-F238E27FC236}">
                    <a16:creationId xmlns:a16="http://schemas.microsoft.com/office/drawing/2014/main" id="{0766C1D9-C1EA-798A-E521-36513B9A18C9}"/>
                  </a:ext>
                </a:extLst>
              </p:cNvPr>
              <p:cNvSpPr/>
              <p:nvPr/>
            </p:nvSpPr>
            <p:spPr>
              <a:xfrm>
                <a:off x="4741296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4" name="pg210">
                <a:extLst>
                  <a:ext uri="{FF2B5EF4-FFF2-40B4-BE49-F238E27FC236}">
                    <a16:creationId xmlns:a16="http://schemas.microsoft.com/office/drawing/2014/main" id="{2992E20F-2E68-F0AC-084D-ACDED54AF191}"/>
                  </a:ext>
                </a:extLst>
              </p:cNvPr>
              <p:cNvSpPr/>
              <p:nvPr/>
            </p:nvSpPr>
            <p:spPr>
              <a:xfrm>
                <a:off x="4822733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5" name="pg211">
                <a:extLst>
                  <a:ext uri="{FF2B5EF4-FFF2-40B4-BE49-F238E27FC236}">
                    <a16:creationId xmlns:a16="http://schemas.microsoft.com/office/drawing/2014/main" id="{DDD3D2C6-8001-8A9D-59FA-3CC286534C0C}"/>
                  </a:ext>
                </a:extLst>
              </p:cNvPr>
              <p:cNvSpPr/>
              <p:nvPr/>
            </p:nvSpPr>
            <p:spPr>
              <a:xfrm>
                <a:off x="4904170" y="268638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6" name="pg212">
                <a:extLst>
                  <a:ext uri="{FF2B5EF4-FFF2-40B4-BE49-F238E27FC236}">
                    <a16:creationId xmlns:a16="http://schemas.microsoft.com/office/drawing/2014/main" id="{3EE28237-C94E-0DAE-A23C-339362BD9A4D}"/>
                  </a:ext>
                </a:extLst>
              </p:cNvPr>
              <p:cNvSpPr/>
              <p:nvPr/>
            </p:nvSpPr>
            <p:spPr>
              <a:xfrm>
                <a:off x="286824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7" name="pg213">
                <a:extLst>
                  <a:ext uri="{FF2B5EF4-FFF2-40B4-BE49-F238E27FC236}">
                    <a16:creationId xmlns:a16="http://schemas.microsoft.com/office/drawing/2014/main" id="{3B0EFBA4-D6F3-FB75-CECC-DD1DA6537E3B}"/>
                  </a:ext>
                </a:extLst>
              </p:cNvPr>
              <p:cNvSpPr/>
              <p:nvPr/>
            </p:nvSpPr>
            <p:spPr>
              <a:xfrm>
                <a:off x="294967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8" name="pg214">
                <a:extLst>
                  <a:ext uri="{FF2B5EF4-FFF2-40B4-BE49-F238E27FC236}">
                    <a16:creationId xmlns:a16="http://schemas.microsoft.com/office/drawing/2014/main" id="{E819B344-6ADE-83A0-7CF4-911350695AFB}"/>
                  </a:ext>
                </a:extLst>
              </p:cNvPr>
              <p:cNvSpPr/>
              <p:nvPr/>
            </p:nvSpPr>
            <p:spPr>
              <a:xfrm>
                <a:off x="303111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49" name="pg215">
                <a:extLst>
                  <a:ext uri="{FF2B5EF4-FFF2-40B4-BE49-F238E27FC236}">
                    <a16:creationId xmlns:a16="http://schemas.microsoft.com/office/drawing/2014/main" id="{85CA839E-7760-4C35-4E81-2871B6B1D363}"/>
                  </a:ext>
                </a:extLst>
              </p:cNvPr>
              <p:cNvSpPr/>
              <p:nvPr/>
            </p:nvSpPr>
            <p:spPr>
              <a:xfrm>
                <a:off x="311255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0" name="pg216">
                <a:extLst>
                  <a:ext uri="{FF2B5EF4-FFF2-40B4-BE49-F238E27FC236}">
                    <a16:creationId xmlns:a16="http://schemas.microsoft.com/office/drawing/2014/main" id="{4A1B0C94-785B-6980-1FAD-9A06B26B17C5}"/>
                  </a:ext>
                </a:extLst>
              </p:cNvPr>
              <p:cNvSpPr/>
              <p:nvPr/>
            </p:nvSpPr>
            <p:spPr>
              <a:xfrm>
                <a:off x="319399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1" name="pg217">
                <a:extLst>
                  <a:ext uri="{FF2B5EF4-FFF2-40B4-BE49-F238E27FC236}">
                    <a16:creationId xmlns:a16="http://schemas.microsoft.com/office/drawing/2014/main" id="{A0FB4D18-EE2C-649A-CD71-D77D00B8EBB7}"/>
                  </a:ext>
                </a:extLst>
              </p:cNvPr>
              <p:cNvSpPr/>
              <p:nvPr/>
            </p:nvSpPr>
            <p:spPr>
              <a:xfrm>
                <a:off x="327542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2" name="pg218">
                <a:extLst>
                  <a:ext uri="{FF2B5EF4-FFF2-40B4-BE49-F238E27FC236}">
                    <a16:creationId xmlns:a16="http://schemas.microsoft.com/office/drawing/2014/main" id="{DE57175B-FEEF-F69B-9997-D83A3FF4D834}"/>
                  </a:ext>
                </a:extLst>
              </p:cNvPr>
              <p:cNvSpPr/>
              <p:nvPr/>
            </p:nvSpPr>
            <p:spPr>
              <a:xfrm>
                <a:off x="335686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3" name="pg219">
                <a:extLst>
                  <a:ext uri="{FF2B5EF4-FFF2-40B4-BE49-F238E27FC236}">
                    <a16:creationId xmlns:a16="http://schemas.microsoft.com/office/drawing/2014/main" id="{AC95B55E-6B8F-5D2D-C281-FD7FBFA2225A}"/>
                  </a:ext>
                </a:extLst>
              </p:cNvPr>
              <p:cNvSpPr/>
              <p:nvPr/>
            </p:nvSpPr>
            <p:spPr>
              <a:xfrm>
                <a:off x="343830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4" name="pg220">
                <a:extLst>
                  <a:ext uri="{FF2B5EF4-FFF2-40B4-BE49-F238E27FC236}">
                    <a16:creationId xmlns:a16="http://schemas.microsoft.com/office/drawing/2014/main" id="{38C20981-3E4A-8A7C-DC39-D6F6D3A51FEE}"/>
                  </a:ext>
                </a:extLst>
              </p:cNvPr>
              <p:cNvSpPr/>
              <p:nvPr/>
            </p:nvSpPr>
            <p:spPr>
              <a:xfrm>
                <a:off x="351973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5" name="pg221">
                <a:extLst>
                  <a:ext uri="{FF2B5EF4-FFF2-40B4-BE49-F238E27FC236}">
                    <a16:creationId xmlns:a16="http://schemas.microsoft.com/office/drawing/2014/main" id="{473EFAB4-E065-624A-1E8F-30AEB28159D6}"/>
                  </a:ext>
                </a:extLst>
              </p:cNvPr>
              <p:cNvSpPr/>
              <p:nvPr/>
            </p:nvSpPr>
            <p:spPr>
              <a:xfrm>
                <a:off x="360117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6" name="pg222">
                <a:extLst>
                  <a:ext uri="{FF2B5EF4-FFF2-40B4-BE49-F238E27FC236}">
                    <a16:creationId xmlns:a16="http://schemas.microsoft.com/office/drawing/2014/main" id="{4F9570A1-4D9F-6D6A-4B70-68E3A9ACD5B0}"/>
                  </a:ext>
                </a:extLst>
              </p:cNvPr>
              <p:cNvSpPr/>
              <p:nvPr/>
            </p:nvSpPr>
            <p:spPr>
              <a:xfrm>
                <a:off x="368261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7" name="pg223">
                <a:extLst>
                  <a:ext uri="{FF2B5EF4-FFF2-40B4-BE49-F238E27FC236}">
                    <a16:creationId xmlns:a16="http://schemas.microsoft.com/office/drawing/2014/main" id="{845214B0-F311-D4B1-A5DC-EF3BAF9A7D6D}"/>
                  </a:ext>
                </a:extLst>
              </p:cNvPr>
              <p:cNvSpPr/>
              <p:nvPr/>
            </p:nvSpPr>
            <p:spPr>
              <a:xfrm>
                <a:off x="376405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8" name="pg224">
                <a:extLst>
                  <a:ext uri="{FF2B5EF4-FFF2-40B4-BE49-F238E27FC236}">
                    <a16:creationId xmlns:a16="http://schemas.microsoft.com/office/drawing/2014/main" id="{6B1A0F62-C131-B730-7277-D76A39C6A6ED}"/>
                  </a:ext>
                </a:extLst>
              </p:cNvPr>
              <p:cNvSpPr/>
              <p:nvPr/>
            </p:nvSpPr>
            <p:spPr>
              <a:xfrm>
                <a:off x="384548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59" name="pg225">
                <a:extLst>
                  <a:ext uri="{FF2B5EF4-FFF2-40B4-BE49-F238E27FC236}">
                    <a16:creationId xmlns:a16="http://schemas.microsoft.com/office/drawing/2014/main" id="{5886F7A5-E3B7-B73B-82A4-92C44E3FDDE4}"/>
                  </a:ext>
                </a:extLst>
              </p:cNvPr>
              <p:cNvSpPr/>
              <p:nvPr/>
            </p:nvSpPr>
            <p:spPr>
              <a:xfrm>
                <a:off x="417123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0" name="pg226">
                <a:extLst>
                  <a:ext uri="{FF2B5EF4-FFF2-40B4-BE49-F238E27FC236}">
                    <a16:creationId xmlns:a16="http://schemas.microsoft.com/office/drawing/2014/main" id="{661FC55F-1107-C565-F5CA-17AB19A169FA}"/>
                  </a:ext>
                </a:extLst>
              </p:cNvPr>
              <p:cNvSpPr/>
              <p:nvPr/>
            </p:nvSpPr>
            <p:spPr>
              <a:xfrm>
                <a:off x="425267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1" name="pg227">
                <a:extLst>
                  <a:ext uri="{FF2B5EF4-FFF2-40B4-BE49-F238E27FC236}">
                    <a16:creationId xmlns:a16="http://schemas.microsoft.com/office/drawing/2014/main" id="{15D69C6B-D93C-B132-6F57-FF51EAABD9AD}"/>
                  </a:ext>
                </a:extLst>
              </p:cNvPr>
              <p:cNvSpPr/>
              <p:nvPr/>
            </p:nvSpPr>
            <p:spPr>
              <a:xfrm>
                <a:off x="4334110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2" name="pg228">
                <a:extLst>
                  <a:ext uri="{FF2B5EF4-FFF2-40B4-BE49-F238E27FC236}">
                    <a16:creationId xmlns:a16="http://schemas.microsoft.com/office/drawing/2014/main" id="{4256B898-7757-063B-629C-B2947305C01F}"/>
                  </a:ext>
                </a:extLst>
              </p:cNvPr>
              <p:cNvSpPr/>
              <p:nvPr/>
            </p:nvSpPr>
            <p:spPr>
              <a:xfrm>
                <a:off x="4415547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3" name="pg229">
                <a:extLst>
                  <a:ext uri="{FF2B5EF4-FFF2-40B4-BE49-F238E27FC236}">
                    <a16:creationId xmlns:a16="http://schemas.microsoft.com/office/drawing/2014/main" id="{46F19695-3B26-5CFA-7EC7-F99C175B8BE9}"/>
                  </a:ext>
                </a:extLst>
              </p:cNvPr>
              <p:cNvSpPr/>
              <p:nvPr/>
            </p:nvSpPr>
            <p:spPr>
              <a:xfrm>
                <a:off x="4496984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4" name="pg230">
                <a:extLst>
                  <a:ext uri="{FF2B5EF4-FFF2-40B4-BE49-F238E27FC236}">
                    <a16:creationId xmlns:a16="http://schemas.microsoft.com/office/drawing/2014/main" id="{6732D3A8-1601-4611-B2A3-93824630E601}"/>
                  </a:ext>
                </a:extLst>
              </p:cNvPr>
              <p:cNvSpPr/>
              <p:nvPr/>
            </p:nvSpPr>
            <p:spPr>
              <a:xfrm>
                <a:off x="4578421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5" name="pg231">
                <a:extLst>
                  <a:ext uri="{FF2B5EF4-FFF2-40B4-BE49-F238E27FC236}">
                    <a16:creationId xmlns:a16="http://schemas.microsoft.com/office/drawing/2014/main" id="{52A39317-93F0-112C-8CF2-6B2430CC2C79}"/>
                  </a:ext>
                </a:extLst>
              </p:cNvPr>
              <p:cNvSpPr/>
              <p:nvPr/>
            </p:nvSpPr>
            <p:spPr>
              <a:xfrm>
                <a:off x="4659858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6" name="pg232">
                <a:extLst>
                  <a:ext uri="{FF2B5EF4-FFF2-40B4-BE49-F238E27FC236}">
                    <a16:creationId xmlns:a16="http://schemas.microsoft.com/office/drawing/2014/main" id="{39CB4A43-708A-3F9F-DE99-2A36B250EB0F}"/>
                  </a:ext>
                </a:extLst>
              </p:cNvPr>
              <p:cNvSpPr/>
              <p:nvPr/>
            </p:nvSpPr>
            <p:spPr>
              <a:xfrm>
                <a:off x="4741296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7" name="pg233">
                <a:extLst>
                  <a:ext uri="{FF2B5EF4-FFF2-40B4-BE49-F238E27FC236}">
                    <a16:creationId xmlns:a16="http://schemas.microsoft.com/office/drawing/2014/main" id="{7FD08D3B-CB35-5B59-87D1-A3830AA6476F}"/>
                  </a:ext>
                </a:extLst>
              </p:cNvPr>
              <p:cNvSpPr/>
              <p:nvPr/>
            </p:nvSpPr>
            <p:spPr>
              <a:xfrm>
                <a:off x="4822733" y="278970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8" name="pg234">
                <a:extLst>
                  <a:ext uri="{FF2B5EF4-FFF2-40B4-BE49-F238E27FC236}">
                    <a16:creationId xmlns:a16="http://schemas.microsoft.com/office/drawing/2014/main" id="{58156B80-9D39-50AB-78DD-C789753E20F4}"/>
                  </a:ext>
                </a:extLst>
              </p:cNvPr>
              <p:cNvSpPr/>
              <p:nvPr/>
            </p:nvSpPr>
            <p:spPr>
              <a:xfrm>
                <a:off x="278680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69" name="pg235">
                <a:extLst>
                  <a:ext uri="{FF2B5EF4-FFF2-40B4-BE49-F238E27FC236}">
                    <a16:creationId xmlns:a16="http://schemas.microsoft.com/office/drawing/2014/main" id="{9A2BFEF7-B21D-BA33-9320-3BECC18FE181}"/>
                  </a:ext>
                </a:extLst>
              </p:cNvPr>
              <p:cNvSpPr/>
              <p:nvPr/>
            </p:nvSpPr>
            <p:spPr>
              <a:xfrm>
                <a:off x="286824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0" name="pg236">
                <a:extLst>
                  <a:ext uri="{FF2B5EF4-FFF2-40B4-BE49-F238E27FC236}">
                    <a16:creationId xmlns:a16="http://schemas.microsoft.com/office/drawing/2014/main" id="{A96E1F94-A071-9D50-25D9-B5B21A6FE026}"/>
                  </a:ext>
                </a:extLst>
              </p:cNvPr>
              <p:cNvSpPr/>
              <p:nvPr/>
            </p:nvSpPr>
            <p:spPr>
              <a:xfrm>
                <a:off x="294967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1" name="pg237">
                <a:extLst>
                  <a:ext uri="{FF2B5EF4-FFF2-40B4-BE49-F238E27FC236}">
                    <a16:creationId xmlns:a16="http://schemas.microsoft.com/office/drawing/2014/main" id="{5AA85C76-0BC8-F6CA-8ABE-F0BBF729D6C2}"/>
                  </a:ext>
                </a:extLst>
              </p:cNvPr>
              <p:cNvSpPr/>
              <p:nvPr/>
            </p:nvSpPr>
            <p:spPr>
              <a:xfrm>
                <a:off x="303111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2" name="pg238">
                <a:extLst>
                  <a:ext uri="{FF2B5EF4-FFF2-40B4-BE49-F238E27FC236}">
                    <a16:creationId xmlns:a16="http://schemas.microsoft.com/office/drawing/2014/main" id="{6853FB45-9D17-1607-3A24-090F4E45A94C}"/>
                  </a:ext>
                </a:extLst>
              </p:cNvPr>
              <p:cNvSpPr/>
              <p:nvPr/>
            </p:nvSpPr>
            <p:spPr>
              <a:xfrm>
                <a:off x="311255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3" name="pg239">
                <a:extLst>
                  <a:ext uri="{FF2B5EF4-FFF2-40B4-BE49-F238E27FC236}">
                    <a16:creationId xmlns:a16="http://schemas.microsoft.com/office/drawing/2014/main" id="{847FB03D-D1D8-D34C-1FDD-65817DB5D7EA}"/>
                  </a:ext>
                </a:extLst>
              </p:cNvPr>
              <p:cNvSpPr/>
              <p:nvPr/>
            </p:nvSpPr>
            <p:spPr>
              <a:xfrm>
                <a:off x="319399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4" name="pg240">
                <a:extLst>
                  <a:ext uri="{FF2B5EF4-FFF2-40B4-BE49-F238E27FC236}">
                    <a16:creationId xmlns:a16="http://schemas.microsoft.com/office/drawing/2014/main" id="{60854E9B-14D0-B308-1E46-00B1F98F6D1E}"/>
                  </a:ext>
                </a:extLst>
              </p:cNvPr>
              <p:cNvSpPr/>
              <p:nvPr/>
            </p:nvSpPr>
            <p:spPr>
              <a:xfrm>
                <a:off x="327542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5" name="pg241">
                <a:extLst>
                  <a:ext uri="{FF2B5EF4-FFF2-40B4-BE49-F238E27FC236}">
                    <a16:creationId xmlns:a16="http://schemas.microsoft.com/office/drawing/2014/main" id="{5E0C0272-31EB-B1D2-AD70-588039CBA459}"/>
                  </a:ext>
                </a:extLst>
              </p:cNvPr>
              <p:cNvSpPr/>
              <p:nvPr/>
            </p:nvSpPr>
            <p:spPr>
              <a:xfrm>
                <a:off x="335686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6" name="pg242">
                <a:extLst>
                  <a:ext uri="{FF2B5EF4-FFF2-40B4-BE49-F238E27FC236}">
                    <a16:creationId xmlns:a16="http://schemas.microsoft.com/office/drawing/2014/main" id="{5CE6AEAD-9EE4-CEEE-FC56-74241C332C7B}"/>
                  </a:ext>
                </a:extLst>
              </p:cNvPr>
              <p:cNvSpPr/>
              <p:nvPr/>
            </p:nvSpPr>
            <p:spPr>
              <a:xfrm>
                <a:off x="343830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7" name="pg243">
                <a:extLst>
                  <a:ext uri="{FF2B5EF4-FFF2-40B4-BE49-F238E27FC236}">
                    <a16:creationId xmlns:a16="http://schemas.microsoft.com/office/drawing/2014/main" id="{AFE3FA70-D47C-8A08-3897-E12EC39CDA5B}"/>
                  </a:ext>
                </a:extLst>
              </p:cNvPr>
              <p:cNvSpPr/>
              <p:nvPr/>
            </p:nvSpPr>
            <p:spPr>
              <a:xfrm>
                <a:off x="351973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8" name="pg244">
                <a:extLst>
                  <a:ext uri="{FF2B5EF4-FFF2-40B4-BE49-F238E27FC236}">
                    <a16:creationId xmlns:a16="http://schemas.microsoft.com/office/drawing/2014/main" id="{24F35349-47FA-BA80-E492-7286F2D9F47A}"/>
                  </a:ext>
                </a:extLst>
              </p:cNvPr>
              <p:cNvSpPr/>
              <p:nvPr/>
            </p:nvSpPr>
            <p:spPr>
              <a:xfrm>
                <a:off x="360117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79" name="pg245">
                <a:extLst>
                  <a:ext uri="{FF2B5EF4-FFF2-40B4-BE49-F238E27FC236}">
                    <a16:creationId xmlns:a16="http://schemas.microsoft.com/office/drawing/2014/main" id="{E7CF972B-1AE3-0459-8484-67F2AB188707}"/>
                  </a:ext>
                </a:extLst>
              </p:cNvPr>
              <p:cNvSpPr/>
              <p:nvPr/>
            </p:nvSpPr>
            <p:spPr>
              <a:xfrm>
                <a:off x="368261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0" name="pg246">
                <a:extLst>
                  <a:ext uri="{FF2B5EF4-FFF2-40B4-BE49-F238E27FC236}">
                    <a16:creationId xmlns:a16="http://schemas.microsoft.com/office/drawing/2014/main" id="{5652AAA6-275F-BDA2-5B0D-BAF33DCCD213}"/>
                  </a:ext>
                </a:extLst>
              </p:cNvPr>
              <p:cNvSpPr/>
              <p:nvPr/>
            </p:nvSpPr>
            <p:spPr>
              <a:xfrm>
                <a:off x="376405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1" name="pg247">
                <a:extLst>
                  <a:ext uri="{FF2B5EF4-FFF2-40B4-BE49-F238E27FC236}">
                    <a16:creationId xmlns:a16="http://schemas.microsoft.com/office/drawing/2014/main" id="{4E03D43D-03F7-AD01-F038-40B9860225BF}"/>
                  </a:ext>
                </a:extLst>
              </p:cNvPr>
              <p:cNvSpPr/>
              <p:nvPr/>
            </p:nvSpPr>
            <p:spPr>
              <a:xfrm>
                <a:off x="384548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2" name="pg248">
                <a:extLst>
                  <a:ext uri="{FF2B5EF4-FFF2-40B4-BE49-F238E27FC236}">
                    <a16:creationId xmlns:a16="http://schemas.microsoft.com/office/drawing/2014/main" id="{86ABAAAF-7B42-19A4-BFD4-35489E00905C}"/>
                  </a:ext>
                </a:extLst>
              </p:cNvPr>
              <p:cNvSpPr/>
              <p:nvPr/>
            </p:nvSpPr>
            <p:spPr>
              <a:xfrm>
                <a:off x="392692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3" name="pg249">
                <a:extLst>
                  <a:ext uri="{FF2B5EF4-FFF2-40B4-BE49-F238E27FC236}">
                    <a16:creationId xmlns:a16="http://schemas.microsoft.com/office/drawing/2014/main" id="{26C7AE78-AE38-7DCC-C80C-B4D109A3D632}"/>
                  </a:ext>
                </a:extLst>
              </p:cNvPr>
              <p:cNvSpPr/>
              <p:nvPr/>
            </p:nvSpPr>
            <p:spPr>
              <a:xfrm>
                <a:off x="4252673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4" name="pg250">
                <a:extLst>
                  <a:ext uri="{FF2B5EF4-FFF2-40B4-BE49-F238E27FC236}">
                    <a16:creationId xmlns:a16="http://schemas.microsoft.com/office/drawing/2014/main" id="{BAC06D71-86AE-8B8D-B4BB-F161B796DDA3}"/>
                  </a:ext>
                </a:extLst>
              </p:cNvPr>
              <p:cNvSpPr/>
              <p:nvPr/>
            </p:nvSpPr>
            <p:spPr>
              <a:xfrm>
                <a:off x="4334110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5" name="pg251">
                <a:extLst>
                  <a:ext uri="{FF2B5EF4-FFF2-40B4-BE49-F238E27FC236}">
                    <a16:creationId xmlns:a16="http://schemas.microsoft.com/office/drawing/2014/main" id="{B6F82F78-7EBD-56F0-0169-BC5AA06574E8}"/>
                  </a:ext>
                </a:extLst>
              </p:cNvPr>
              <p:cNvSpPr/>
              <p:nvPr/>
            </p:nvSpPr>
            <p:spPr>
              <a:xfrm>
                <a:off x="4415547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6" name="pg252">
                <a:extLst>
                  <a:ext uri="{FF2B5EF4-FFF2-40B4-BE49-F238E27FC236}">
                    <a16:creationId xmlns:a16="http://schemas.microsoft.com/office/drawing/2014/main" id="{374DE9E4-078C-443B-F234-461102E1948B}"/>
                  </a:ext>
                </a:extLst>
              </p:cNvPr>
              <p:cNvSpPr/>
              <p:nvPr/>
            </p:nvSpPr>
            <p:spPr>
              <a:xfrm>
                <a:off x="4496984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7" name="pg253">
                <a:extLst>
                  <a:ext uri="{FF2B5EF4-FFF2-40B4-BE49-F238E27FC236}">
                    <a16:creationId xmlns:a16="http://schemas.microsoft.com/office/drawing/2014/main" id="{BE6B7DCA-9594-B589-9310-7B2C1A356D0E}"/>
                  </a:ext>
                </a:extLst>
              </p:cNvPr>
              <p:cNvSpPr/>
              <p:nvPr/>
            </p:nvSpPr>
            <p:spPr>
              <a:xfrm>
                <a:off x="4578421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8" name="pg254">
                <a:extLst>
                  <a:ext uri="{FF2B5EF4-FFF2-40B4-BE49-F238E27FC236}">
                    <a16:creationId xmlns:a16="http://schemas.microsoft.com/office/drawing/2014/main" id="{A0A5D998-CDDC-4010-B214-97705C284DDC}"/>
                  </a:ext>
                </a:extLst>
              </p:cNvPr>
              <p:cNvSpPr/>
              <p:nvPr/>
            </p:nvSpPr>
            <p:spPr>
              <a:xfrm>
                <a:off x="4659858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89" name="pg255">
                <a:extLst>
                  <a:ext uri="{FF2B5EF4-FFF2-40B4-BE49-F238E27FC236}">
                    <a16:creationId xmlns:a16="http://schemas.microsoft.com/office/drawing/2014/main" id="{314603DC-9A83-7C69-6B29-FA8E3C784CA3}"/>
                  </a:ext>
                </a:extLst>
              </p:cNvPr>
              <p:cNvSpPr/>
              <p:nvPr/>
            </p:nvSpPr>
            <p:spPr>
              <a:xfrm>
                <a:off x="4741296" y="289301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0" name="pg256">
                <a:extLst>
                  <a:ext uri="{FF2B5EF4-FFF2-40B4-BE49-F238E27FC236}">
                    <a16:creationId xmlns:a16="http://schemas.microsoft.com/office/drawing/2014/main" id="{1BFE6D8C-D7AE-7652-C109-D5482E521486}"/>
                  </a:ext>
                </a:extLst>
              </p:cNvPr>
              <p:cNvSpPr/>
              <p:nvPr/>
            </p:nvSpPr>
            <p:spPr>
              <a:xfrm>
                <a:off x="278680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1" name="pg257">
                <a:extLst>
                  <a:ext uri="{FF2B5EF4-FFF2-40B4-BE49-F238E27FC236}">
                    <a16:creationId xmlns:a16="http://schemas.microsoft.com/office/drawing/2014/main" id="{D6FF79A3-2220-0C14-ECB5-177444C28411}"/>
                  </a:ext>
                </a:extLst>
              </p:cNvPr>
              <p:cNvSpPr/>
              <p:nvPr/>
            </p:nvSpPr>
            <p:spPr>
              <a:xfrm>
                <a:off x="286824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2" name="pg258">
                <a:extLst>
                  <a:ext uri="{FF2B5EF4-FFF2-40B4-BE49-F238E27FC236}">
                    <a16:creationId xmlns:a16="http://schemas.microsoft.com/office/drawing/2014/main" id="{0FA98CC3-14EC-DEA2-A299-393A056CCBD7}"/>
                  </a:ext>
                </a:extLst>
              </p:cNvPr>
              <p:cNvSpPr/>
              <p:nvPr/>
            </p:nvSpPr>
            <p:spPr>
              <a:xfrm>
                <a:off x="294967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3" name="pg259">
                <a:extLst>
                  <a:ext uri="{FF2B5EF4-FFF2-40B4-BE49-F238E27FC236}">
                    <a16:creationId xmlns:a16="http://schemas.microsoft.com/office/drawing/2014/main" id="{C96718FA-23F4-6A96-2447-537F5993CE23}"/>
                  </a:ext>
                </a:extLst>
              </p:cNvPr>
              <p:cNvSpPr/>
              <p:nvPr/>
            </p:nvSpPr>
            <p:spPr>
              <a:xfrm>
                <a:off x="303111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4" name="pg260">
                <a:extLst>
                  <a:ext uri="{FF2B5EF4-FFF2-40B4-BE49-F238E27FC236}">
                    <a16:creationId xmlns:a16="http://schemas.microsoft.com/office/drawing/2014/main" id="{A73332A1-AF3E-CD73-AD93-37806C4661E9}"/>
                  </a:ext>
                </a:extLst>
              </p:cNvPr>
              <p:cNvSpPr/>
              <p:nvPr/>
            </p:nvSpPr>
            <p:spPr>
              <a:xfrm>
                <a:off x="311255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5" name="pg261">
                <a:extLst>
                  <a:ext uri="{FF2B5EF4-FFF2-40B4-BE49-F238E27FC236}">
                    <a16:creationId xmlns:a16="http://schemas.microsoft.com/office/drawing/2014/main" id="{2EB58976-6094-957C-B826-3256E59A547D}"/>
                  </a:ext>
                </a:extLst>
              </p:cNvPr>
              <p:cNvSpPr/>
              <p:nvPr/>
            </p:nvSpPr>
            <p:spPr>
              <a:xfrm>
                <a:off x="319399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6" name="pg262">
                <a:extLst>
                  <a:ext uri="{FF2B5EF4-FFF2-40B4-BE49-F238E27FC236}">
                    <a16:creationId xmlns:a16="http://schemas.microsoft.com/office/drawing/2014/main" id="{5286CF59-E073-A9E1-CA28-9C96DB469F64}"/>
                  </a:ext>
                </a:extLst>
              </p:cNvPr>
              <p:cNvSpPr/>
              <p:nvPr/>
            </p:nvSpPr>
            <p:spPr>
              <a:xfrm>
                <a:off x="327542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7" name="pg263">
                <a:extLst>
                  <a:ext uri="{FF2B5EF4-FFF2-40B4-BE49-F238E27FC236}">
                    <a16:creationId xmlns:a16="http://schemas.microsoft.com/office/drawing/2014/main" id="{3FC05E3D-EE54-ACB2-C9E0-07D7AEBB95C0}"/>
                  </a:ext>
                </a:extLst>
              </p:cNvPr>
              <p:cNvSpPr/>
              <p:nvPr/>
            </p:nvSpPr>
            <p:spPr>
              <a:xfrm>
                <a:off x="335686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8" name="pg264">
                <a:extLst>
                  <a:ext uri="{FF2B5EF4-FFF2-40B4-BE49-F238E27FC236}">
                    <a16:creationId xmlns:a16="http://schemas.microsoft.com/office/drawing/2014/main" id="{00EF34CC-6E65-CB6B-2C35-D1795F920A3B}"/>
                  </a:ext>
                </a:extLst>
              </p:cNvPr>
              <p:cNvSpPr/>
              <p:nvPr/>
            </p:nvSpPr>
            <p:spPr>
              <a:xfrm>
                <a:off x="343830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499" name="pg265">
                <a:extLst>
                  <a:ext uri="{FF2B5EF4-FFF2-40B4-BE49-F238E27FC236}">
                    <a16:creationId xmlns:a16="http://schemas.microsoft.com/office/drawing/2014/main" id="{4D306123-71BD-74CA-62E1-9C6DFF3533A0}"/>
                  </a:ext>
                </a:extLst>
              </p:cNvPr>
              <p:cNvSpPr/>
              <p:nvPr/>
            </p:nvSpPr>
            <p:spPr>
              <a:xfrm>
                <a:off x="351973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0" name="pg266">
                <a:extLst>
                  <a:ext uri="{FF2B5EF4-FFF2-40B4-BE49-F238E27FC236}">
                    <a16:creationId xmlns:a16="http://schemas.microsoft.com/office/drawing/2014/main" id="{637F7420-BE9C-2452-8313-6EF00A49539D}"/>
                  </a:ext>
                </a:extLst>
              </p:cNvPr>
              <p:cNvSpPr/>
              <p:nvPr/>
            </p:nvSpPr>
            <p:spPr>
              <a:xfrm>
                <a:off x="3601176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1" name="pg267">
                <a:extLst>
                  <a:ext uri="{FF2B5EF4-FFF2-40B4-BE49-F238E27FC236}">
                    <a16:creationId xmlns:a16="http://schemas.microsoft.com/office/drawing/2014/main" id="{93020911-9FCF-77C4-4DE0-FAEFAF0DF9DA}"/>
                  </a:ext>
                </a:extLst>
              </p:cNvPr>
              <p:cNvSpPr/>
              <p:nvPr/>
            </p:nvSpPr>
            <p:spPr>
              <a:xfrm>
                <a:off x="368261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2" name="pg268">
                <a:extLst>
                  <a:ext uri="{FF2B5EF4-FFF2-40B4-BE49-F238E27FC236}">
                    <a16:creationId xmlns:a16="http://schemas.microsoft.com/office/drawing/2014/main" id="{08B59887-4BEB-04C6-37BF-B683FB6BAE87}"/>
                  </a:ext>
                </a:extLst>
              </p:cNvPr>
              <p:cNvSpPr/>
              <p:nvPr/>
            </p:nvSpPr>
            <p:spPr>
              <a:xfrm>
                <a:off x="376405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3" name="pg269">
                <a:extLst>
                  <a:ext uri="{FF2B5EF4-FFF2-40B4-BE49-F238E27FC236}">
                    <a16:creationId xmlns:a16="http://schemas.microsoft.com/office/drawing/2014/main" id="{E9002275-DEAA-D43D-5F37-1CAFAA303E2D}"/>
                  </a:ext>
                </a:extLst>
              </p:cNvPr>
              <p:cNvSpPr/>
              <p:nvPr/>
            </p:nvSpPr>
            <p:spPr>
              <a:xfrm>
                <a:off x="384548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4" name="pg270">
                <a:extLst>
                  <a:ext uri="{FF2B5EF4-FFF2-40B4-BE49-F238E27FC236}">
                    <a16:creationId xmlns:a16="http://schemas.microsoft.com/office/drawing/2014/main" id="{F3A0EA93-570E-B61D-6D69-725417C728DC}"/>
                  </a:ext>
                </a:extLst>
              </p:cNvPr>
              <p:cNvSpPr/>
              <p:nvPr/>
            </p:nvSpPr>
            <p:spPr>
              <a:xfrm>
                <a:off x="392692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5" name="pg271">
                <a:extLst>
                  <a:ext uri="{FF2B5EF4-FFF2-40B4-BE49-F238E27FC236}">
                    <a16:creationId xmlns:a16="http://schemas.microsoft.com/office/drawing/2014/main" id="{237EF971-979C-55A5-C5AC-B01F36A980F8}"/>
                  </a:ext>
                </a:extLst>
              </p:cNvPr>
              <p:cNvSpPr/>
              <p:nvPr/>
            </p:nvSpPr>
            <p:spPr>
              <a:xfrm>
                <a:off x="4252673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6" name="pg272">
                <a:extLst>
                  <a:ext uri="{FF2B5EF4-FFF2-40B4-BE49-F238E27FC236}">
                    <a16:creationId xmlns:a16="http://schemas.microsoft.com/office/drawing/2014/main" id="{7966CA47-7B16-AE89-3C46-74602299615E}"/>
                  </a:ext>
                </a:extLst>
              </p:cNvPr>
              <p:cNvSpPr/>
              <p:nvPr/>
            </p:nvSpPr>
            <p:spPr>
              <a:xfrm>
                <a:off x="4334110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7" name="pg273">
                <a:extLst>
                  <a:ext uri="{FF2B5EF4-FFF2-40B4-BE49-F238E27FC236}">
                    <a16:creationId xmlns:a16="http://schemas.microsoft.com/office/drawing/2014/main" id="{DBA73052-9F0B-FBA1-FDC8-AB296231B3C3}"/>
                  </a:ext>
                </a:extLst>
              </p:cNvPr>
              <p:cNvSpPr/>
              <p:nvPr/>
            </p:nvSpPr>
            <p:spPr>
              <a:xfrm>
                <a:off x="4415547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8" name="pg274">
                <a:extLst>
                  <a:ext uri="{FF2B5EF4-FFF2-40B4-BE49-F238E27FC236}">
                    <a16:creationId xmlns:a16="http://schemas.microsoft.com/office/drawing/2014/main" id="{4EC4759B-DAFA-B252-461C-AA454529FD6E}"/>
                  </a:ext>
                </a:extLst>
              </p:cNvPr>
              <p:cNvSpPr/>
              <p:nvPr/>
            </p:nvSpPr>
            <p:spPr>
              <a:xfrm>
                <a:off x="4496984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09" name="pg275">
                <a:extLst>
                  <a:ext uri="{FF2B5EF4-FFF2-40B4-BE49-F238E27FC236}">
                    <a16:creationId xmlns:a16="http://schemas.microsoft.com/office/drawing/2014/main" id="{20A7B9DB-320A-21C8-BDD7-A5275E69E825}"/>
                  </a:ext>
                </a:extLst>
              </p:cNvPr>
              <p:cNvSpPr/>
              <p:nvPr/>
            </p:nvSpPr>
            <p:spPr>
              <a:xfrm>
                <a:off x="4578421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0" name="pg276">
                <a:extLst>
                  <a:ext uri="{FF2B5EF4-FFF2-40B4-BE49-F238E27FC236}">
                    <a16:creationId xmlns:a16="http://schemas.microsoft.com/office/drawing/2014/main" id="{203FBCD5-ABDE-9FE5-857C-1E3C813BBE51}"/>
                  </a:ext>
                </a:extLst>
              </p:cNvPr>
              <p:cNvSpPr/>
              <p:nvPr/>
            </p:nvSpPr>
            <p:spPr>
              <a:xfrm>
                <a:off x="4659858" y="299633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1" name="pg277">
                <a:extLst>
                  <a:ext uri="{FF2B5EF4-FFF2-40B4-BE49-F238E27FC236}">
                    <a16:creationId xmlns:a16="http://schemas.microsoft.com/office/drawing/2014/main" id="{715E5EAA-7BD2-F810-4E0D-DB71CC475FFD}"/>
                  </a:ext>
                </a:extLst>
              </p:cNvPr>
              <p:cNvSpPr/>
              <p:nvPr/>
            </p:nvSpPr>
            <p:spPr>
              <a:xfrm>
                <a:off x="270536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2" name="pg278">
                <a:extLst>
                  <a:ext uri="{FF2B5EF4-FFF2-40B4-BE49-F238E27FC236}">
                    <a16:creationId xmlns:a16="http://schemas.microsoft.com/office/drawing/2014/main" id="{B7AEFD77-EED5-F0AF-64E1-878855AFBB37}"/>
                  </a:ext>
                </a:extLst>
              </p:cNvPr>
              <p:cNvSpPr/>
              <p:nvPr/>
            </p:nvSpPr>
            <p:spPr>
              <a:xfrm>
                <a:off x="278680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3" name="pg279">
                <a:extLst>
                  <a:ext uri="{FF2B5EF4-FFF2-40B4-BE49-F238E27FC236}">
                    <a16:creationId xmlns:a16="http://schemas.microsoft.com/office/drawing/2014/main" id="{976D1F16-2B1F-550C-99C3-D38CEE14A5A0}"/>
                  </a:ext>
                </a:extLst>
              </p:cNvPr>
              <p:cNvSpPr/>
              <p:nvPr/>
            </p:nvSpPr>
            <p:spPr>
              <a:xfrm>
                <a:off x="286824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4" name="pg280">
                <a:extLst>
                  <a:ext uri="{FF2B5EF4-FFF2-40B4-BE49-F238E27FC236}">
                    <a16:creationId xmlns:a16="http://schemas.microsoft.com/office/drawing/2014/main" id="{03EADAA0-00DE-8C3C-391D-9F967658E545}"/>
                  </a:ext>
                </a:extLst>
              </p:cNvPr>
              <p:cNvSpPr/>
              <p:nvPr/>
            </p:nvSpPr>
            <p:spPr>
              <a:xfrm>
                <a:off x="294967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5" name="pg281">
                <a:extLst>
                  <a:ext uri="{FF2B5EF4-FFF2-40B4-BE49-F238E27FC236}">
                    <a16:creationId xmlns:a16="http://schemas.microsoft.com/office/drawing/2014/main" id="{FF42EE18-44D8-40A1-8127-E9E728345DDE}"/>
                  </a:ext>
                </a:extLst>
              </p:cNvPr>
              <p:cNvSpPr/>
              <p:nvPr/>
            </p:nvSpPr>
            <p:spPr>
              <a:xfrm>
                <a:off x="303111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6" name="pg282">
                <a:extLst>
                  <a:ext uri="{FF2B5EF4-FFF2-40B4-BE49-F238E27FC236}">
                    <a16:creationId xmlns:a16="http://schemas.microsoft.com/office/drawing/2014/main" id="{6450980B-F457-8BE6-3959-862263B9F538}"/>
                  </a:ext>
                </a:extLst>
              </p:cNvPr>
              <p:cNvSpPr/>
              <p:nvPr/>
            </p:nvSpPr>
            <p:spPr>
              <a:xfrm>
                <a:off x="311255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7" name="pg283">
                <a:extLst>
                  <a:ext uri="{FF2B5EF4-FFF2-40B4-BE49-F238E27FC236}">
                    <a16:creationId xmlns:a16="http://schemas.microsoft.com/office/drawing/2014/main" id="{3C8B1564-C325-0462-FAEA-BF351B7B2EB9}"/>
                  </a:ext>
                </a:extLst>
              </p:cNvPr>
              <p:cNvSpPr/>
              <p:nvPr/>
            </p:nvSpPr>
            <p:spPr>
              <a:xfrm>
                <a:off x="319399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8" name="pg284">
                <a:extLst>
                  <a:ext uri="{FF2B5EF4-FFF2-40B4-BE49-F238E27FC236}">
                    <a16:creationId xmlns:a16="http://schemas.microsoft.com/office/drawing/2014/main" id="{3FF86DFB-22AC-9ABE-5C12-EA6AA94E6578}"/>
                  </a:ext>
                </a:extLst>
              </p:cNvPr>
              <p:cNvSpPr/>
              <p:nvPr/>
            </p:nvSpPr>
            <p:spPr>
              <a:xfrm>
                <a:off x="327542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19" name="pg285">
                <a:extLst>
                  <a:ext uri="{FF2B5EF4-FFF2-40B4-BE49-F238E27FC236}">
                    <a16:creationId xmlns:a16="http://schemas.microsoft.com/office/drawing/2014/main" id="{0C581587-5219-DFE1-A580-DE9FB000D50F}"/>
                  </a:ext>
                </a:extLst>
              </p:cNvPr>
              <p:cNvSpPr/>
              <p:nvPr/>
            </p:nvSpPr>
            <p:spPr>
              <a:xfrm>
                <a:off x="335686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0" name="pg286">
                <a:extLst>
                  <a:ext uri="{FF2B5EF4-FFF2-40B4-BE49-F238E27FC236}">
                    <a16:creationId xmlns:a16="http://schemas.microsoft.com/office/drawing/2014/main" id="{DBF1E441-720C-2924-B132-55FB26D222C3}"/>
                  </a:ext>
                </a:extLst>
              </p:cNvPr>
              <p:cNvSpPr/>
              <p:nvPr/>
            </p:nvSpPr>
            <p:spPr>
              <a:xfrm>
                <a:off x="343830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1" name="pg287">
                <a:extLst>
                  <a:ext uri="{FF2B5EF4-FFF2-40B4-BE49-F238E27FC236}">
                    <a16:creationId xmlns:a16="http://schemas.microsoft.com/office/drawing/2014/main" id="{A3D65530-832C-AF2F-8E20-07657DAA2A9F}"/>
                  </a:ext>
                </a:extLst>
              </p:cNvPr>
              <p:cNvSpPr/>
              <p:nvPr/>
            </p:nvSpPr>
            <p:spPr>
              <a:xfrm>
                <a:off x="351973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2" name="pg288">
                <a:extLst>
                  <a:ext uri="{FF2B5EF4-FFF2-40B4-BE49-F238E27FC236}">
                    <a16:creationId xmlns:a16="http://schemas.microsoft.com/office/drawing/2014/main" id="{DCB2B760-150B-B300-55CE-A70E685278E2}"/>
                  </a:ext>
                </a:extLst>
              </p:cNvPr>
              <p:cNvSpPr/>
              <p:nvPr/>
            </p:nvSpPr>
            <p:spPr>
              <a:xfrm>
                <a:off x="3601176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3" name="pg289">
                <a:extLst>
                  <a:ext uri="{FF2B5EF4-FFF2-40B4-BE49-F238E27FC236}">
                    <a16:creationId xmlns:a16="http://schemas.microsoft.com/office/drawing/2014/main" id="{9A21A24A-E4F4-9A07-D6DC-3729711B9E5B}"/>
                  </a:ext>
                </a:extLst>
              </p:cNvPr>
              <p:cNvSpPr/>
              <p:nvPr/>
            </p:nvSpPr>
            <p:spPr>
              <a:xfrm>
                <a:off x="368261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4" name="pg290">
                <a:extLst>
                  <a:ext uri="{FF2B5EF4-FFF2-40B4-BE49-F238E27FC236}">
                    <a16:creationId xmlns:a16="http://schemas.microsoft.com/office/drawing/2014/main" id="{D505B93E-CA38-599D-7F67-4012F9CFB5B3}"/>
                  </a:ext>
                </a:extLst>
              </p:cNvPr>
              <p:cNvSpPr/>
              <p:nvPr/>
            </p:nvSpPr>
            <p:spPr>
              <a:xfrm>
                <a:off x="376405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5" name="pg291">
                <a:extLst>
                  <a:ext uri="{FF2B5EF4-FFF2-40B4-BE49-F238E27FC236}">
                    <a16:creationId xmlns:a16="http://schemas.microsoft.com/office/drawing/2014/main" id="{4F48889A-14BC-5B0A-E654-2B2C8DBE3CEB}"/>
                  </a:ext>
                </a:extLst>
              </p:cNvPr>
              <p:cNvSpPr/>
              <p:nvPr/>
            </p:nvSpPr>
            <p:spPr>
              <a:xfrm>
                <a:off x="384548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6" name="pg292">
                <a:extLst>
                  <a:ext uri="{FF2B5EF4-FFF2-40B4-BE49-F238E27FC236}">
                    <a16:creationId xmlns:a16="http://schemas.microsoft.com/office/drawing/2014/main" id="{83B3E8B1-2AB5-65B9-5ABE-B6C82D1AAAD5}"/>
                  </a:ext>
                </a:extLst>
              </p:cNvPr>
              <p:cNvSpPr/>
              <p:nvPr/>
            </p:nvSpPr>
            <p:spPr>
              <a:xfrm>
                <a:off x="392692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7" name="pg293">
                <a:extLst>
                  <a:ext uri="{FF2B5EF4-FFF2-40B4-BE49-F238E27FC236}">
                    <a16:creationId xmlns:a16="http://schemas.microsoft.com/office/drawing/2014/main" id="{5568E4E4-EAAB-A117-E807-5340BE4E79FA}"/>
                  </a:ext>
                </a:extLst>
              </p:cNvPr>
              <p:cNvSpPr/>
              <p:nvPr/>
            </p:nvSpPr>
            <p:spPr>
              <a:xfrm>
                <a:off x="400836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8" name="pg294">
                <a:extLst>
                  <a:ext uri="{FF2B5EF4-FFF2-40B4-BE49-F238E27FC236}">
                    <a16:creationId xmlns:a16="http://schemas.microsoft.com/office/drawing/2014/main" id="{2F2346B8-0C42-60BC-6FAA-08C861DC916A}"/>
                  </a:ext>
                </a:extLst>
              </p:cNvPr>
              <p:cNvSpPr/>
              <p:nvPr/>
            </p:nvSpPr>
            <p:spPr>
              <a:xfrm>
                <a:off x="4252673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29" name="pg295">
                <a:extLst>
                  <a:ext uri="{FF2B5EF4-FFF2-40B4-BE49-F238E27FC236}">
                    <a16:creationId xmlns:a16="http://schemas.microsoft.com/office/drawing/2014/main" id="{B39F3607-07EF-EB99-9C9D-22A9857468F9}"/>
                  </a:ext>
                </a:extLst>
              </p:cNvPr>
              <p:cNvSpPr/>
              <p:nvPr/>
            </p:nvSpPr>
            <p:spPr>
              <a:xfrm>
                <a:off x="4334110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0" name="pg296">
                <a:extLst>
                  <a:ext uri="{FF2B5EF4-FFF2-40B4-BE49-F238E27FC236}">
                    <a16:creationId xmlns:a16="http://schemas.microsoft.com/office/drawing/2014/main" id="{6565EE05-6E07-DA9D-FE01-8AE2B54902F9}"/>
                  </a:ext>
                </a:extLst>
              </p:cNvPr>
              <p:cNvSpPr/>
              <p:nvPr/>
            </p:nvSpPr>
            <p:spPr>
              <a:xfrm>
                <a:off x="4415547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1" name="pg297">
                <a:extLst>
                  <a:ext uri="{FF2B5EF4-FFF2-40B4-BE49-F238E27FC236}">
                    <a16:creationId xmlns:a16="http://schemas.microsoft.com/office/drawing/2014/main" id="{44EE51AC-C1FC-F363-C493-E631B735479F}"/>
                  </a:ext>
                </a:extLst>
              </p:cNvPr>
              <p:cNvSpPr/>
              <p:nvPr/>
            </p:nvSpPr>
            <p:spPr>
              <a:xfrm>
                <a:off x="4496984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2" name="pg298">
                <a:extLst>
                  <a:ext uri="{FF2B5EF4-FFF2-40B4-BE49-F238E27FC236}">
                    <a16:creationId xmlns:a16="http://schemas.microsoft.com/office/drawing/2014/main" id="{A1A38455-E97B-27EF-D305-77FF0227880C}"/>
                  </a:ext>
                </a:extLst>
              </p:cNvPr>
              <p:cNvSpPr/>
              <p:nvPr/>
            </p:nvSpPr>
            <p:spPr>
              <a:xfrm>
                <a:off x="4578421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3" name="pg299">
                <a:extLst>
                  <a:ext uri="{FF2B5EF4-FFF2-40B4-BE49-F238E27FC236}">
                    <a16:creationId xmlns:a16="http://schemas.microsoft.com/office/drawing/2014/main" id="{F6EAB6D4-2F52-66B5-2570-D3A6897FF4CB}"/>
                  </a:ext>
                </a:extLst>
              </p:cNvPr>
              <p:cNvSpPr/>
              <p:nvPr/>
            </p:nvSpPr>
            <p:spPr>
              <a:xfrm>
                <a:off x="4659858" y="309964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4" name="pg300">
                <a:extLst>
                  <a:ext uri="{FF2B5EF4-FFF2-40B4-BE49-F238E27FC236}">
                    <a16:creationId xmlns:a16="http://schemas.microsoft.com/office/drawing/2014/main" id="{6A5721FC-72BA-94E8-9E54-1B5F00376B59}"/>
                  </a:ext>
                </a:extLst>
              </p:cNvPr>
              <p:cNvSpPr/>
              <p:nvPr/>
            </p:nvSpPr>
            <p:spPr>
              <a:xfrm>
                <a:off x="270536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5" name="pg301">
                <a:extLst>
                  <a:ext uri="{FF2B5EF4-FFF2-40B4-BE49-F238E27FC236}">
                    <a16:creationId xmlns:a16="http://schemas.microsoft.com/office/drawing/2014/main" id="{B70FECA7-A867-BBDD-A547-6B350346AEE4}"/>
                  </a:ext>
                </a:extLst>
              </p:cNvPr>
              <p:cNvSpPr/>
              <p:nvPr/>
            </p:nvSpPr>
            <p:spPr>
              <a:xfrm>
                <a:off x="278680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6" name="pg302">
                <a:extLst>
                  <a:ext uri="{FF2B5EF4-FFF2-40B4-BE49-F238E27FC236}">
                    <a16:creationId xmlns:a16="http://schemas.microsoft.com/office/drawing/2014/main" id="{5EA248A8-80BC-C503-38FE-05C073B278F7}"/>
                  </a:ext>
                </a:extLst>
              </p:cNvPr>
              <p:cNvSpPr/>
              <p:nvPr/>
            </p:nvSpPr>
            <p:spPr>
              <a:xfrm>
                <a:off x="286824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7" name="pg303">
                <a:extLst>
                  <a:ext uri="{FF2B5EF4-FFF2-40B4-BE49-F238E27FC236}">
                    <a16:creationId xmlns:a16="http://schemas.microsoft.com/office/drawing/2014/main" id="{F21B985F-B53B-3DAA-9D1E-9B2632323CFA}"/>
                  </a:ext>
                </a:extLst>
              </p:cNvPr>
              <p:cNvSpPr/>
              <p:nvPr/>
            </p:nvSpPr>
            <p:spPr>
              <a:xfrm>
                <a:off x="294967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8" name="pg304">
                <a:extLst>
                  <a:ext uri="{FF2B5EF4-FFF2-40B4-BE49-F238E27FC236}">
                    <a16:creationId xmlns:a16="http://schemas.microsoft.com/office/drawing/2014/main" id="{2E464CA3-9054-4EFB-9990-DA3DF825F798}"/>
                  </a:ext>
                </a:extLst>
              </p:cNvPr>
              <p:cNvSpPr/>
              <p:nvPr/>
            </p:nvSpPr>
            <p:spPr>
              <a:xfrm>
                <a:off x="303111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39" name="pg305">
                <a:extLst>
                  <a:ext uri="{FF2B5EF4-FFF2-40B4-BE49-F238E27FC236}">
                    <a16:creationId xmlns:a16="http://schemas.microsoft.com/office/drawing/2014/main" id="{D00386FB-B1FE-9E00-0EA0-CECA6BC1A3A0}"/>
                  </a:ext>
                </a:extLst>
              </p:cNvPr>
              <p:cNvSpPr/>
              <p:nvPr/>
            </p:nvSpPr>
            <p:spPr>
              <a:xfrm>
                <a:off x="311255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0" name="pg306">
                <a:extLst>
                  <a:ext uri="{FF2B5EF4-FFF2-40B4-BE49-F238E27FC236}">
                    <a16:creationId xmlns:a16="http://schemas.microsoft.com/office/drawing/2014/main" id="{E91268A6-FF7A-706B-7FEE-5B05D62092D8}"/>
                  </a:ext>
                </a:extLst>
              </p:cNvPr>
              <p:cNvSpPr/>
              <p:nvPr/>
            </p:nvSpPr>
            <p:spPr>
              <a:xfrm>
                <a:off x="319399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1" name="pg307">
                <a:extLst>
                  <a:ext uri="{FF2B5EF4-FFF2-40B4-BE49-F238E27FC236}">
                    <a16:creationId xmlns:a16="http://schemas.microsoft.com/office/drawing/2014/main" id="{F7DC07EE-B835-B9F6-CFAA-9BCB5211E91F}"/>
                  </a:ext>
                </a:extLst>
              </p:cNvPr>
              <p:cNvSpPr/>
              <p:nvPr/>
            </p:nvSpPr>
            <p:spPr>
              <a:xfrm>
                <a:off x="327542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2" name="pg308">
                <a:extLst>
                  <a:ext uri="{FF2B5EF4-FFF2-40B4-BE49-F238E27FC236}">
                    <a16:creationId xmlns:a16="http://schemas.microsoft.com/office/drawing/2014/main" id="{D3A67052-ED36-C0CF-7A4C-4132D42800F2}"/>
                  </a:ext>
                </a:extLst>
              </p:cNvPr>
              <p:cNvSpPr/>
              <p:nvPr/>
            </p:nvSpPr>
            <p:spPr>
              <a:xfrm>
                <a:off x="335686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3" name="pg309">
                <a:extLst>
                  <a:ext uri="{FF2B5EF4-FFF2-40B4-BE49-F238E27FC236}">
                    <a16:creationId xmlns:a16="http://schemas.microsoft.com/office/drawing/2014/main" id="{10412B72-7210-8CD8-AEAD-A0811E443E07}"/>
                  </a:ext>
                </a:extLst>
              </p:cNvPr>
              <p:cNvSpPr/>
              <p:nvPr/>
            </p:nvSpPr>
            <p:spPr>
              <a:xfrm>
                <a:off x="343830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4" name="pg310">
                <a:extLst>
                  <a:ext uri="{FF2B5EF4-FFF2-40B4-BE49-F238E27FC236}">
                    <a16:creationId xmlns:a16="http://schemas.microsoft.com/office/drawing/2014/main" id="{23F85FEB-D141-C6FA-D0C5-52728EAB55FA}"/>
                  </a:ext>
                </a:extLst>
              </p:cNvPr>
              <p:cNvSpPr/>
              <p:nvPr/>
            </p:nvSpPr>
            <p:spPr>
              <a:xfrm>
                <a:off x="351973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5" name="pg311">
                <a:extLst>
                  <a:ext uri="{FF2B5EF4-FFF2-40B4-BE49-F238E27FC236}">
                    <a16:creationId xmlns:a16="http://schemas.microsoft.com/office/drawing/2014/main" id="{76914A26-772E-CAFF-7F26-80521330DB3A}"/>
                  </a:ext>
                </a:extLst>
              </p:cNvPr>
              <p:cNvSpPr/>
              <p:nvPr/>
            </p:nvSpPr>
            <p:spPr>
              <a:xfrm>
                <a:off x="3601176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6" name="pg312">
                <a:extLst>
                  <a:ext uri="{FF2B5EF4-FFF2-40B4-BE49-F238E27FC236}">
                    <a16:creationId xmlns:a16="http://schemas.microsoft.com/office/drawing/2014/main" id="{B726E4CB-986F-8CB3-5683-49A896D578DD}"/>
                  </a:ext>
                </a:extLst>
              </p:cNvPr>
              <p:cNvSpPr/>
              <p:nvPr/>
            </p:nvSpPr>
            <p:spPr>
              <a:xfrm>
                <a:off x="3682613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7" name="pg313">
                <a:extLst>
                  <a:ext uri="{FF2B5EF4-FFF2-40B4-BE49-F238E27FC236}">
                    <a16:creationId xmlns:a16="http://schemas.microsoft.com/office/drawing/2014/main" id="{71695A23-661A-E398-2250-9CC792ACFCA8}"/>
                  </a:ext>
                </a:extLst>
              </p:cNvPr>
              <p:cNvSpPr/>
              <p:nvPr/>
            </p:nvSpPr>
            <p:spPr>
              <a:xfrm>
                <a:off x="376405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8" name="pg314">
                <a:extLst>
                  <a:ext uri="{FF2B5EF4-FFF2-40B4-BE49-F238E27FC236}">
                    <a16:creationId xmlns:a16="http://schemas.microsoft.com/office/drawing/2014/main" id="{25C71713-C092-E9D4-BB91-659EAC3A3CEB}"/>
                  </a:ext>
                </a:extLst>
              </p:cNvPr>
              <p:cNvSpPr/>
              <p:nvPr/>
            </p:nvSpPr>
            <p:spPr>
              <a:xfrm>
                <a:off x="384548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49" name="pg315">
                <a:extLst>
                  <a:ext uri="{FF2B5EF4-FFF2-40B4-BE49-F238E27FC236}">
                    <a16:creationId xmlns:a16="http://schemas.microsoft.com/office/drawing/2014/main" id="{BA9F611E-D38A-85BC-1A2C-4CF7FB10A097}"/>
                  </a:ext>
                </a:extLst>
              </p:cNvPr>
              <p:cNvSpPr/>
              <p:nvPr/>
            </p:nvSpPr>
            <p:spPr>
              <a:xfrm>
                <a:off x="392692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0" name="pg316">
                <a:extLst>
                  <a:ext uri="{FF2B5EF4-FFF2-40B4-BE49-F238E27FC236}">
                    <a16:creationId xmlns:a16="http://schemas.microsoft.com/office/drawing/2014/main" id="{359EEB19-96DF-9029-A965-6F21C60BDA07}"/>
                  </a:ext>
                </a:extLst>
              </p:cNvPr>
              <p:cNvSpPr/>
              <p:nvPr/>
            </p:nvSpPr>
            <p:spPr>
              <a:xfrm>
                <a:off x="400836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1" name="pg317">
                <a:extLst>
                  <a:ext uri="{FF2B5EF4-FFF2-40B4-BE49-F238E27FC236}">
                    <a16:creationId xmlns:a16="http://schemas.microsoft.com/office/drawing/2014/main" id="{D9CF793D-3F87-2BBF-565A-9E1B50DACDD3}"/>
                  </a:ext>
                </a:extLst>
              </p:cNvPr>
              <p:cNvSpPr/>
              <p:nvPr/>
            </p:nvSpPr>
            <p:spPr>
              <a:xfrm>
                <a:off x="408979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2" name="pg318">
                <a:extLst>
                  <a:ext uri="{FF2B5EF4-FFF2-40B4-BE49-F238E27FC236}">
                    <a16:creationId xmlns:a16="http://schemas.microsoft.com/office/drawing/2014/main" id="{7F93CB4A-DAB3-2E83-C52C-427878DB1607}"/>
                  </a:ext>
                </a:extLst>
              </p:cNvPr>
              <p:cNvSpPr/>
              <p:nvPr/>
            </p:nvSpPr>
            <p:spPr>
              <a:xfrm>
                <a:off x="4334110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3" name="pg319">
                <a:extLst>
                  <a:ext uri="{FF2B5EF4-FFF2-40B4-BE49-F238E27FC236}">
                    <a16:creationId xmlns:a16="http://schemas.microsoft.com/office/drawing/2014/main" id="{D9B1FF01-5504-B55B-70D8-62714F347BCC}"/>
                  </a:ext>
                </a:extLst>
              </p:cNvPr>
              <p:cNvSpPr/>
              <p:nvPr/>
            </p:nvSpPr>
            <p:spPr>
              <a:xfrm>
                <a:off x="4415547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4" name="pg320">
                <a:extLst>
                  <a:ext uri="{FF2B5EF4-FFF2-40B4-BE49-F238E27FC236}">
                    <a16:creationId xmlns:a16="http://schemas.microsoft.com/office/drawing/2014/main" id="{7755AEB4-96F7-6A86-E684-21E52A8A039A}"/>
                  </a:ext>
                </a:extLst>
              </p:cNvPr>
              <p:cNvSpPr/>
              <p:nvPr/>
            </p:nvSpPr>
            <p:spPr>
              <a:xfrm>
                <a:off x="4496984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5" name="pg321">
                <a:extLst>
                  <a:ext uri="{FF2B5EF4-FFF2-40B4-BE49-F238E27FC236}">
                    <a16:creationId xmlns:a16="http://schemas.microsoft.com/office/drawing/2014/main" id="{FA0D8EB8-09DB-41EE-E0F8-1A5BC84C1449}"/>
                  </a:ext>
                </a:extLst>
              </p:cNvPr>
              <p:cNvSpPr/>
              <p:nvPr/>
            </p:nvSpPr>
            <p:spPr>
              <a:xfrm>
                <a:off x="4578421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6" name="pg322">
                <a:extLst>
                  <a:ext uri="{FF2B5EF4-FFF2-40B4-BE49-F238E27FC236}">
                    <a16:creationId xmlns:a16="http://schemas.microsoft.com/office/drawing/2014/main" id="{BCB16D7D-E3BA-5D9D-1BF5-5F63EC54947A}"/>
                  </a:ext>
                </a:extLst>
              </p:cNvPr>
              <p:cNvSpPr/>
              <p:nvPr/>
            </p:nvSpPr>
            <p:spPr>
              <a:xfrm>
                <a:off x="4659858" y="320296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7" name="pg323">
                <a:extLst>
                  <a:ext uri="{FF2B5EF4-FFF2-40B4-BE49-F238E27FC236}">
                    <a16:creationId xmlns:a16="http://schemas.microsoft.com/office/drawing/2014/main" id="{BEFFA11C-41B2-F7AF-2EAD-4A1A219BACC3}"/>
                  </a:ext>
                </a:extLst>
              </p:cNvPr>
              <p:cNvSpPr/>
              <p:nvPr/>
            </p:nvSpPr>
            <p:spPr>
              <a:xfrm>
                <a:off x="270536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8" name="pg324">
                <a:extLst>
                  <a:ext uri="{FF2B5EF4-FFF2-40B4-BE49-F238E27FC236}">
                    <a16:creationId xmlns:a16="http://schemas.microsoft.com/office/drawing/2014/main" id="{163CD6AE-C754-1C7D-818A-40181D96052F}"/>
                  </a:ext>
                </a:extLst>
              </p:cNvPr>
              <p:cNvSpPr/>
              <p:nvPr/>
            </p:nvSpPr>
            <p:spPr>
              <a:xfrm>
                <a:off x="278680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59" name="pg325">
                <a:extLst>
                  <a:ext uri="{FF2B5EF4-FFF2-40B4-BE49-F238E27FC236}">
                    <a16:creationId xmlns:a16="http://schemas.microsoft.com/office/drawing/2014/main" id="{1433C054-E1B5-C778-8E9C-7C18B3950481}"/>
                  </a:ext>
                </a:extLst>
              </p:cNvPr>
              <p:cNvSpPr/>
              <p:nvPr/>
            </p:nvSpPr>
            <p:spPr>
              <a:xfrm>
                <a:off x="286824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0" name="pg326">
                <a:extLst>
                  <a:ext uri="{FF2B5EF4-FFF2-40B4-BE49-F238E27FC236}">
                    <a16:creationId xmlns:a16="http://schemas.microsoft.com/office/drawing/2014/main" id="{77BE140D-EAE0-3280-5B31-8EE50C1FB873}"/>
                  </a:ext>
                </a:extLst>
              </p:cNvPr>
              <p:cNvSpPr/>
              <p:nvPr/>
            </p:nvSpPr>
            <p:spPr>
              <a:xfrm>
                <a:off x="294967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1" name="pg327">
                <a:extLst>
                  <a:ext uri="{FF2B5EF4-FFF2-40B4-BE49-F238E27FC236}">
                    <a16:creationId xmlns:a16="http://schemas.microsoft.com/office/drawing/2014/main" id="{550A192E-A7FB-2719-E1C1-65F3254685B7}"/>
                  </a:ext>
                </a:extLst>
              </p:cNvPr>
              <p:cNvSpPr/>
              <p:nvPr/>
            </p:nvSpPr>
            <p:spPr>
              <a:xfrm>
                <a:off x="303111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2" name="pg328">
                <a:extLst>
                  <a:ext uri="{FF2B5EF4-FFF2-40B4-BE49-F238E27FC236}">
                    <a16:creationId xmlns:a16="http://schemas.microsoft.com/office/drawing/2014/main" id="{D6C2C174-A60B-E1C8-177D-C600BDDFD692}"/>
                  </a:ext>
                </a:extLst>
              </p:cNvPr>
              <p:cNvSpPr/>
              <p:nvPr/>
            </p:nvSpPr>
            <p:spPr>
              <a:xfrm>
                <a:off x="311255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3" name="pg329">
                <a:extLst>
                  <a:ext uri="{FF2B5EF4-FFF2-40B4-BE49-F238E27FC236}">
                    <a16:creationId xmlns:a16="http://schemas.microsoft.com/office/drawing/2014/main" id="{A83B0296-6AC9-5A7E-ED99-333A8207DC9D}"/>
                  </a:ext>
                </a:extLst>
              </p:cNvPr>
              <p:cNvSpPr/>
              <p:nvPr/>
            </p:nvSpPr>
            <p:spPr>
              <a:xfrm>
                <a:off x="319399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4" name="pg330">
                <a:extLst>
                  <a:ext uri="{FF2B5EF4-FFF2-40B4-BE49-F238E27FC236}">
                    <a16:creationId xmlns:a16="http://schemas.microsoft.com/office/drawing/2014/main" id="{2A48FF3E-CEE8-0CBA-852B-05513477278E}"/>
                  </a:ext>
                </a:extLst>
              </p:cNvPr>
              <p:cNvSpPr/>
              <p:nvPr/>
            </p:nvSpPr>
            <p:spPr>
              <a:xfrm>
                <a:off x="327542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5" name="pg331">
                <a:extLst>
                  <a:ext uri="{FF2B5EF4-FFF2-40B4-BE49-F238E27FC236}">
                    <a16:creationId xmlns:a16="http://schemas.microsoft.com/office/drawing/2014/main" id="{47BB074F-5908-205E-8B8F-666A5C83C092}"/>
                  </a:ext>
                </a:extLst>
              </p:cNvPr>
              <p:cNvSpPr/>
              <p:nvPr/>
            </p:nvSpPr>
            <p:spPr>
              <a:xfrm>
                <a:off x="335686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6" name="pg332">
                <a:extLst>
                  <a:ext uri="{FF2B5EF4-FFF2-40B4-BE49-F238E27FC236}">
                    <a16:creationId xmlns:a16="http://schemas.microsoft.com/office/drawing/2014/main" id="{B998342F-F335-BE3A-0024-385494DE3371}"/>
                  </a:ext>
                </a:extLst>
              </p:cNvPr>
              <p:cNvSpPr/>
              <p:nvPr/>
            </p:nvSpPr>
            <p:spPr>
              <a:xfrm>
                <a:off x="343830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7" name="pg333">
                <a:extLst>
                  <a:ext uri="{FF2B5EF4-FFF2-40B4-BE49-F238E27FC236}">
                    <a16:creationId xmlns:a16="http://schemas.microsoft.com/office/drawing/2014/main" id="{E3B17F03-9AFD-9E54-ACE6-F73156004FFC}"/>
                  </a:ext>
                </a:extLst>
              </p:cNvPr>
              <p:cNvSpPr/>
              <p:nvPr/>
            </p:nvSpPr>
            <p:spPr>
              <a:xfrm>
                <a:off x="351973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8" name="pg334">
                <a:extLst>
                  <a:ext uri="{FF2B5EF4-FFF2-40B4-BE49-F238E27FC236}">
                    <a16:creationId xmlns:a16="http://schemas.microsoft.com/office/drawing/2014/main" id="{21C479CA-0927-F73F-62DF-BC6D3668052C}"/>
                  </a:ext>
                </a:extLst>
              </p:cNvPr>
              <p:cNvSpPr/>
              <p:nvPr/>
            </p:nvSpPr>
            <p:spPr>
              <a:xfrm>
                <a:off x="3601176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69" name="pg335">
                <a:extLst>
                  <a:ext uri="{FF2B5EF4-FFF2-40B4-BE49-F238E27FC236}">
                    <a16:creationId xmlns:a16="http://schemas.microsoft.com/office/drawing/2014/main" id="{9D732674-E2BE-8056-F176-BDE368F78AC2}"/>
                  </a:ext>
                </a:extLst>
              </p:cNvPr>
              <p:cNvSpPr/>
              <p:nvPr/>
            </p:nvSpPr>
            <p:spPr>
              <a:xfrm>
                <a:off x="368261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0" name="pg336">
                <a:extLst>
                  <a:ext uri="{FF2B5EF4-FFF2-40B4-BE49-F238E27FC236}">
                    <a16:creationId xmlns:a16="http://schemas.microsoft.com/office/drawing/2014/main" id="{CAA94389-046E-61B7-65BD-7F8263D6371A}"/>
                  </a:ext>
                </a:extLst>
              </p:cNvPr>
              <p:cNvSpPr/>
              <p:nvPr/>
            </p:nvSpPr>
            <p:spPr>
              <a:xfrm>
                <a:off x="376405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1" name="pg337">
                <a:extLst>
                  <a:ext uri="{FF2B5EF4-FFF2-40B4-BE49-F238E27FC236}">
                    <a16:creationId xmlns:a16="http://schemas.microsoft.com/office/drawing/2014/main" id="{A0B91576-082C-0649-3043-149DF22C3BF5}"/>
                  </a:ext>
                </a:extLst>
              </p:cNvPr>
              <p:cNvSpPr/>
              <p:nvPr/>
            </p:nvSpPr>
            <p:spPr>
              <a:xfrm>
                <a:off x="384548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2" name="pg338">
                <a:extLst>
                  <a:ext uri="{FF2B5EF4-FFF2-40B4-BE49-F238E27FC236}">
                    <a16:creationId xmlns:a16="http://schemas.microsoft.com/office/drawing/2014/main" id="{73FF0F47-4CED-B428-5753-2CC0B931D435}"/>
                  </a:ext>
                </a:extLst>
              </p:cNvPr>
              <p:cNvSpPr/>
              <p:nvPr/>
            </p:nvSpPr>
            <p:spPr>
              <a:xfrm>
                <a:off x="392692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3" name="pg339">
                <a:extLst>
                  <a:ext uri="{FF2B5EF4-FFF2-40B4-BE49-F238E27FC236}">
                    <a16:creationId xmlns:a16="http://schemas.microsoft.com/office/drawing/2014/main" id="{F63B4E8A-7E8D-AFFB-0946-DD34F10BE71D}"/>
                  </a:ext>
                </a:extLst>
              </p:cNvPr>
              <p:cNvSpPr/>
              <p:nvPr/>
            </p:nvSpPr>
            <p:spPr>
              <a:xfrm>
                <a:off x="4008361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4" name="pg340">
                <a:extLst>
                  <a:ext uri="{FF2B5EF4-FFF2-40B4-BE49-F238E27FC236}">
                    <a16:creationId xmlns:a16="http://schemas.microsoft.com/office/drawing/2014/main" id="{B5368C23-6975-FA40-AA44-084144FA8742}"/>
                  </a:ext>
                </a:extLst>
              </p:cNvPr>
              <p:cNvSpPr/>
              <p:nvPr/>
            </p:nvSpPr>
            <p:spPr>
              <a:xfrm>
                <a:off x="408979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5" name="pg341">
                <a:extLst>
                  <a:ext uri="{FF2B5EF4-FFF2-40B4-BE49-F238E27FC236}">
                    <a16:creationId xmlns:a16="http://schemas.microsoft.com/office/drawing/2014/main" id="{9528E1AB-31F2-F1BB-CF88-D739719BEC30}"/>
                  </a:ext>
                </a:extLst>
              </p:cNvPr>
              <p:cNvSpPr/>
              <p:nvPr/>
            </p:nvSpPr>
            <p:spPr>
              <a:xfrm>
                <a:off x="4252673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6" name="pg342">
                <a:extLst>
                  <a:ext uri="{FF2B5EF4-FFF2-40B4-BE49-F238E27FC236}">
                    <a16:creationId xmlns:a16="http://schemas.microsoft.com/office/drawing/2014/main" id="{4B19C4C1-6746-293B-0676-6450B4F1F66F}"/>
                  </a:ext>
                </a:extLst>
              </p:cNvPr>
              <p:cNvSpPr/>
              <p:nvPr/>
            </p:nvSpPr>
            <p:spPr>
              <a:xfrm>
                <a:off x="4334110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7" name="pg343">
                <a:extLst>
                  <a:ext uri="{FF2B5EF4-FFF2-40B4-BE49-F238E27FC236}">
                    <a16:creationId xmlns:a16="http://schemas.microsoft.com/office/drawing/2014/main" id="{4A907426-08D2-756E-01FF-B71ECCCBE69A}"/>
                  </a:ext>
                </a:extLst>
              </p:cNvPr>
              <p:cNvSpPr/>
              <p:nvPr/>
            </p:nvSpPr>
            <p:spPr>
              <a:xfrm>
                <a:off x="4415547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8" name="pg344">
                <a:extLst>
                  <a:ext uri="{FF2B5EF4-FFF2-40B4-BE49-F238E27FC236}">
                    <a16:creationId xmlns:a16="http://schemas.microsoft.com/office/drawing/2014/main" id="{AD13996D-D368-18ED-A3FE-6DF6BD5625EC}"/>
                  </a:ext>
                </a:extLst>
              </p:cNvPr>
              <p:cNvSpPr/>
              <p:nvPr/>
            </p:nvSpPr>
            <p:spPr>
              <a:xfrm>
                <a:off x="4496984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79" name="pg345">
                <a:extLst>
                  <a:ext uri="{FF2B5EF4-FFF2-40B4-BE49-F238E27FC236}">
                    <a16:creationId xmlns:a16="http://schemas.microsoft.com/office/drawing/2014/main" id="{4B0B0306-6FA8-471C-9836-FAC2348898E1}"/>
                  </a:ext>
                </a:extLst>
              </p:cNvPr>
              <p:cNvSpPr/>
              <p:nvPr/>
            </p:nvSpPr>
            <p:spPr>
              <a:xfrm>
                <a:off x="4578421" y="3306281"/>
                <a:ext cx="81436" cy="103315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0" name="pg346">
                <a:extLst>
                  <a:ext uri="{FF2B5EF4-FFF2-40B4-BE49-F238E27FC236}">
                    <a16:creationId xmlns:a16="http://schemas.microsoft.com/office/drawing/2014/main" id="{8FF69AB5-0B1F-A8F9-B878-E03BA5D5F641}"/>
                  </a:ext>
                </a:extLst>
              </p:cNvPr>
              <p:cNvSpPr/>
              <p:nvPr/>
            </p:nvSpPr>
            <p:spPr>
              <a:xfrm>
                <a:off x="4659858" y="330628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1" name="pg347">
                <a:extLst>
                  <a:ext uri="{FF2B5EF4-FFF2-40B4-BE49-F238E27FC236}">
                    <a16:creationId xmlns:a16="http://schemas.microsoft.com/office/drawing/2014/main" id="{C202A35D-E6B6-440A-C894-9E0C79A2167C}"/>
                  </a:ext>
                </a:extLst>
              </p:cNvPr>
              <p:cNvSpPr/>
              <p:nvPr/>
            </p:nvSpPr>
            <p:spPr>
              <a:xfrm>
                <a:off x="278680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2" name="pg348">
                <a:extLst>
                  <a:ext uri="{FF2B5EF4-FFF2-40B4-BE49-F238E27FC236}">
                    <a16:creationId xmlns:a16="http://schemas.microsoft.com/office/drawing/2014/main" id="{89EF9242-D4AB-EE51-118A-593C6469A9C8}"/>
                  </a:ext>
                </a:extLst>
              </p:cNvPr>
              <p:cNvSpPr/>
              <p:nvPr/>
            </p:nvSpPr>
            <p:spPr>
              <a:xfrm>
                <a:off x="286824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3" name="pg349">
                <a:extLst>
                  <a:ext uri="{FF2B5EF4-FFF2-40B4-BE49-F238E27FC236}">
                    <a16:creationId xmlns:a16="http://schemas.microsoft.com/office/drawing/2014/main" id="{8EB84963-F065-EA30-C7C7-4EAE4D11A6FC}"/>
                  </a:ext>
                </a:extLst>
              </p:cNvPr>
              <p:cNvSpPr/>
              <p:nvPr/>
            </p:nvSpPr>
            <p:spPr>
              <a:xfrm>
                <a:off x="294967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4" name="pg350">
                <a:extLst>
                  <a:ext uri="{FF2B5EF4-FFF2-40B4-BE49-F238E27FC236}">
                    <a16:creationId xmlns:a16="http://schemas.microsoft.com/office/drawing/2014/main" id="{A2338C45-C8D9-943B-5C19-95DFB06EB701}"/>
                  </a:ext>
                </a:extLst>
              </p:cNvPr>
              <p:cNvSpPr/>
              <p:nvPr/>
            </p:nvSpPr>
            <p:spPr>
              <a:xfrm>
                <a:off x="303111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5" name="pg351">
                <a:extLst>
                  <a:ext uri="{FF2B5EF4-FFF2-40B4-BE49-F238E27FC236}">
                    <a16:creationId xmlns:a16="http://schemas.microsoft.com/office/drawing/2014/main" id="{677591CB-8286-E6D8-5DD0-80770399CD56}"/>
                  </a:ext>
                </a:extLst>
              </p:cNvPr>
              <p:cNvSpPr/>
              <p:nvPr/>
            </p:nvSpPr>
            <p:spPr>
              <a:xfrm>
                <a:off x="311255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6" name="pg352">
                <a:extLst>
                  <a:ext uri="{FF2B5EF4-FFF2-40B4-BE49-F238E27FC236}">
                    <a16:creationId xmlns:a16="http://schemas.microsoft.com/office/drawing/2014/main" id="{1F942900-F956-48F9-932B-1DFED81AF619}"/>
                  </a:ext>
                </a:extLst>
              </p:cNvPr>
              <p:cNvSpPr/>
              <p:nvPr/>
            </p:nvSpPr>
            <p:spPr>
              <a:xfrm>
                <a:off x="319399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7" name="pg353">
                <a:extLst>
                  <a:ext uri="{FF2B5EF4-FFF2-40B4-BE49-F238E27FC236}">
                    <a16:creationId xmlns:a16="http://schemas.microsoft.com/office/drawing/2014/main" id="{9BE96C53-49DE-C80E-BCC3-CD0BE2E073EA}"/>
                  </a:ext>
                </a:extLst>
              </p:cNvPr>
              <p:cNvSpPr/>
              <p:nvPr/>
            </p:nvSpPr>
            <p:spPr>
              <a:xfrm>
                <a:off x="327542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8" name="pg354">
                <a:extLst>
                  <a:ext uri="{FF2B5EF4-FFF2-40B4-BE49-F238E27FC236}">
                    <a16:creationId xmlns:a16="http://schemas.microsoft.com/office/drawing/2014/main" id="{A357C181-91E8-1B10-6654-94C808AD7098}"/>
                  </a:ext>
                </a:extLst>
              </p:cNvPr>
              <p:cNvSpPr/>
              <p:nvPr/>
            </p:nvSpPr>
            <p:spPr>
              <a:xfrm>
                <a:off x="335686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89" name="pg355">
                <a:extLst>
                  <a:ext uri="{FF2B5EF4-FFF2-40B4-BE49-F238E27FC236}">
                    <a16:creationId xmlns:a16="http://schemas.microsoft.com/office/drawing/2014/main" id="{8BC64C76-2F09-483E-6640-AA2092CF69AE}"/>
                  </a:ext>
                </a:extLst>
              </p:cNvPr>
              <p:cNvSpPr/>
              <p:nvPr/>
            </p:nvSpPr>
            <p:spPr>
              <a:xfrm>
                <a:off x="343830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0" name="pg356">
                <a:extLst>
                  <a:ext uri="{FF2B5EF4-FFF2-40B4-BE49-F238E27FC236}">
                    <a16:creationId xmlns:a16="http://schemas.microsoft.com/office/drawing/2014/main" id="{53895372-F4C5-07DA-4C74-CB24FF5812F5}"/>
                  </a:ext>
                </a:extLst>
              </p:cNvPr>
              <p:cNvSpPr/>
              <p:nvPr/>
            </p:nvSpPr>
            <p:spPr>
              <a:xfrm>
                <a:off x="351973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1" name="pg357">
                <a:extLst>
                  <a:ext uri="{FF2B5EF4-FFF2-40B4-BE49-F238E27FC236}">
                    <a16:creationId xmlns:a16="http://schemas.microsoft.com/office/drawing/2014/main" id="{1D106DB1-7E23-F1B4-3052-90BA505C1CB2}"/>
                  </a:ext>
                </a:extLst>
              </p:cNvPr>
              <p:cNvSpPr/>
              <p:nvPr/>
            </p:nvSpPr>
            <p:spPr>
              <a:xfrm>
                <a:off x="360117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2" name="pg358">
                <a:extLst>
                  <a:ext uri="{FF2B5EF4-FFF2-40B4-BE49-F238E27FC236}">
                    <a16:creationId xmlns:a16="http://schemas.microsoft.com/office/drawing/2014/main" id="{541B4F7B-20D9-01AB-B599-8007C71925D5}"/>
                  </a:ext>
                </a:extLst>
              </p:cNvPr>
              <p:cNvSpPr/>
              <p:nvPr/>
            </p:nvSpPr>
            <p:spPr>
              <a:xfrm>
                <a:off x="368261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3" name="pg359">
                <a:extLst>
                  <a:ext uri="{FF2B5EF4-FFF2-40B4-BE49-F238E27FC236}">
                    <a16:creationId xmlns:a16="http://schemas.microsoft.com/office/drawing/2014/main" id="{524D8DB0-F405-C196-4EC0-280E24A0DAD3}"/>
                  </a:ext>
                </a:extLst>
              </p:cNvPr>
              <p:cNvSpPr/>
              <p:nvPr/>
            </p:nvSpPr>
            <p:spPr>
              <a:xfrm>
                <a:off x="376405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4" name="pg360">
                <a:extLst>
                  <a:ext uri="{FF2B5EF4-FFF2-40B4-BE49-F238E27FC236}">
                    <a16:creationId xmlns:a16="http://schemas.microsoft.com/office/drawing/2014/main" id="{6E831A43-D32F-7B2B-2500-15665CF70DEB}"/>
                  </a:ext>
                </a:extLst>
              </p:cNvPr>
              <p:cNvSpPr/>
              <p:nvPr/>
            </p:nvSpPr>
            <p:spPr>
              <a:xfrm>
                <a:off x="384548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5" name="pg361">
                <a:extLst>
                  <a:ext uri="{FF2B5EF4-FFF2-40B4-BE49-F238E27FC236}">
                    <a16:creationId xmlns:a16="http://schemas.microsoft.com/office/drawing/2014/main" id="{765B609E-EB5A-1007-1BB2-BC3B4E0083A8}"/>
                  </a:ext>
                </a:extLst>
              </p:cNvPr>
              <p:cNvSpPr/>
              <p:nvPr/>
            </p:nvSpPr>
            <p:spPr>
              <a:xfrm>
                <a:off x="392692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6" name="pg362">
                <a:extLst>
                  <a:ext uri="{FF2B5EF4-FFF2-40B4-BE49-F238E27FC236}">
                    <a16:creationId xmlns:a16="http://schemas.microsoft.com/office/drawing/2014/main" id="{2ACDC4D7-7338-C69E-19E8-3C1AB72F527A}"/>
                  </a:ext>
                </a:extLst>
              </p:cNvPr>
              <p:cNvSpPr/>
              <p:nvPr/>
            </p:nvSpPr>
            <p:spPr>
              <a:xfrm>
                <a:off x="400836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7" name="pg363">
                <a:extLst>
                  <a:ext uri="{FF2B5EF4-FFF2-40B4-BE49-F238E27FC236}">
                    <a16:creationId xmlns:a16="http://schemas.microsoft.com/office/drawing/2014/main" id="{205EFE9C-4FA1-E4E0-8F66-FE266E90859B}"/>
                  </a:ext>
                </a:extLst>
              </p:cNvPr>
              <p:cNvSpPr/>
              <p:nvPr/>
            </p:nvSpPr>
            <p:spPr>
              <a:xfrm>
                <a:off x="408979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8" name="pg364">
                <a:extLst>
                  <a:ext uri="{FF2B5EF4-FFF2-40B4-BE49-F238E27FC236}">
                    <a16:creationId xmlns:a16="http://schemas.microsoft.com/office/drawing/2014/main" id="{20748E4E-455C-4420-A587-DF98F81FE5AB}"/>
                  </a:ext>
                </a:extLst>
              </p:cNvPr>
              <p:cNvSpPr/>
              <p:nvPr/>
            </p:nvSpPr>
            <p:spPr>
              <a:xfrm>
                <a:off x="4171236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599" name="pg365">
                <a:extLst>
                  <a:ext uri="{FF2B5EF4-FFF2-40B4-BE49-F238E27FC236}">
                    <a16:creationId xmlns:a16="http://schemas.microsoft.com/office/drawing/2014/main" id="{697B3AD9-7BB1-2C1B-3C23-4BF66B6C2AAF}"/>
                  </a:ext>
                </a:extLst>
              </p:cNvPr>
              <p:cNvSpPr/>
              <p:nvPr/>
            </p:nvSpPr>
            <p:spPr>
              <a:xfrm>
                <a:off x="4252673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0" name="pg366">
                <a:extLst>
                  <a:ext uri="{FF2B5EF4-FFF2-40B4-BE49-F238E27FC236}">
                    <a16:creationId xmlns:a16="http://schemas.microsoft.com/office/drawing/2014/main" id="{C1AADE17-1834-AD03-B7B8-3CF1ED3CAD44}"/>
                  </a:ext>
                </a:extLst>
              </p:cNvPr>
              <p:cNvSpPr/>
              <p:nvPr/>
            </p:nvSpPr>
            <p:spPr>
              <a:xfrm>
                <a:off x="4334110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1" name="pg367">
                <a:extLst>
                  <a:ext uri="{FF2B5EF4-FFF2-40B4-BE49-F238E27FC236}">
                    <a16:creationId xmlns:a16="http://schemas.microsoft.com/office/drawing/2014/main" id="{4DDF61EB-6AE3-0EF8-52B0-84A22D3C821D}"/>
                  </a:ext>
                </a:extLst>
              </p:cNvPr>
              <p:cNvSpPr/>
              <p:nvPr/>
            </p:nvSpPr>
            <p:spPr>
              <a:xfrm>
                <a:off x="4415547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2" name="pg368">
                <a:extLst>
                  <a:ext uri="{FF2B5EF4-FFF2-40B4-BE49-F238E27FC236}">
                    <a16:creationId xmlns:a16="http://schemas.microsoft.com/office/drawing/2014/main" id="{B7030214-A6D5-A3F9-C5A4-5EF414CA8AFF}"/>
                  </a:ext>
                </a:extLst>
              </p:cNvPr>
              <p:cNvSpPr/>
              <p:nvPr/>
            </p:nvSpPr>
            <p:spPr>
              <a:xfrm>
                <a:off x="4496984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3" name="pg369">
                <a:extLst>
                  <a:ext uri="{FF2B5EF4-FFF2-40B4-BE49-F238E27FC236}">
                    <a16:creationId xmlns:a16="http://schemas.microsoft.com/office/drawing/2014/main" id="{2421325D-E601-51BC-E969-E49E3031A91A}"/>
                  </a:ext>
                </a:extLst>
              </p:cNvPr>
              <p:cNvSpPr/>
              <p:nvPr/>
            </p:nvSpPr>
            <p:spPr>
              <a:xfrm>
                <a:off x="4578421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4" name="pg370">
                <a:extLst>
                  <a:ext uri="{FF2B5EF4-FFF2-40B4-BE49-F238E27FC236}">
                    <a16:creationId xmlns:a16="http://schemas.microsoft.com/office/drawing/2014/main" id="{6B0DEAE4-6064-E126-57B1-D02695AE554D}"/>
                  </a:ext>
                </a:extLst>
              </p:cNvPr>
              <p:cNvSpPr/>
              <p:nvPr/>
            </p:nvSpPr>
            <p:spPr>
              <a:xfrm>
                <a:off x="4659858" y="340959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5" name="pg371">
                <a:extLst>
                  <a:ext uri="{FF2B5EF4-FFF2-40B4-BE49-F238E27FC236}">
                    <a16:creationId xmlns:a16="http://schemas.microsoft.com/office/drawing/2014/main" id="{6F5EAE89-AB65-3E45-73B7-9B1FEBD2485E}"/>
                  </a:ext>
                </a:extLst>
              </p:cNvPr>
              <p:cNvSpPr/>
              <p:nvPr/>
            </p:nvSpPr>
            <p:spPr>
              <a:xfrm>
                <a:off x="286824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6" name="pg372">
                <a:extLst>
                  <a:ext uri="{FF2B5EF4-FFF2-40B4-BE49-F238E27FC236}">
                    <a16:creationId xmlns:a16="http://schemas.microsoft.com/office/drawing/2014/main" id="{467704F9-1C89-0305-528D-19788B380C90}"/>
                  </a:ext>
                </a:extLst>
              </p:cNvPr>
              <p:cNvSpPr/>
              <p:nvPr/>
            </p:nvSpPr>
            <p:spPr>
              <a:xfrm>
                <a:off x="294967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7" name="pg373">
                <a:extLst>
                  <a:ext uri="{FF2B5EF4-FFF2-40B4-BE49-F238E27FC236}">
                    <a16:creationId xmlns:a16="http://schemas.microsoft.com/office/drawing/2014/main" id="{6F3ED625-725C-C4BB-0413-0E131DA9BF63}"/>
                  </a:ext>
                </a:extLst>
              </p:cNvPr>
              <p:cNvSpPr/>
              <p:nvPr/>
            </p:nvSpPr>
            <p:spPr>
              <a:xfrm>
                <a:off x="303111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8" name="pg374">
                <a:extLst>
                  <a:ext uri="{FF2B5EF4-FFF2-40B4-BE49-F238E27FC236}">
                    <a16:creationId xmlns:a16="http://schemas.microsoft.com/office/drawing/2014/main" id="{3EBCDCFC-F5E8-9DE8-3AFE-85861B1D2A86}"/>
                  </a:ext>
                </a:extLst>
              </p:cNvPr>
              <p:cNvSpPr/>
              <p:nvPr/>
            </p:nvSpPr>
            <p:spPr>
              <a:xfrm>
                <a:off x="311255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09" name="pg375">
                <a:extLst>
                  <a:ext uri="{FF2B5EF4-FFF2-40B4-BE49-F238E27FC236}">
                    <a16:creationId xmlns:a16="http://schemas.microsoft.com/office/drawing/2014/main" id="{B339605E-FDDA-35A8-EBD2-01C779158373}"/>
                  </a:ext>
                </a:extLst>
              </p:cNvPr>
              <p:cNvSpPr/>
              <p:nvPr/>
            </p:nvSpPr>
            <p:spPr>
              <a:xfrm>
                <a:off x="319399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0" name="pg376">
                <a:extLst>
                  <a:ext uri="{FF2B5EF4-FFF2-40B4-BE49-F238E27FC236}">
                    <a16:creationId xmlns:a16="http://schemas.microsoft.com/office/drawing/2014/main" id="{C7C6C4DD-A5D3-30D0-0C5E-822749719A7A}"/>
                  </a:ext>
                </a:extLst>
              </p:cNvPr>
              <p:cNvSpPr/>
              <p:nvPr/>
            </p:nvSpPr>
            <p:spPr>
              <a:xfrm>
                <a:off x="327542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1" name="pg377">
                <a:extLst>
                  <a:ext uri="{FF2B5EF4-FFF2-40B4-BE49-F238E27FC236}">
                    <a16:creationId xmlns:a16="http://schemas.microsoft.com/office/drawing/2014/main" id="{EFE06373-699C-AD7A-2C1B-686105C1E62C}"/>
                  </a:ext>
                </a:extLst>
              </p:cNvPr>
              <p:cNvSpPr/>
              <p:nvPr/>
            </p:nvSpPr>
            <p:spPr>
              <a:xfrm>
                <a:off x="335686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2" name="pg378">
                <a:extLst>
                  <a:ext uri="{FF2B5EF4-FFF2-40B4-BE49-F238E27FC236}">
                    <a16:creationId xmlns:a16="http://schemas.microsoft.com/office/drawing/2014/main" id="{34D17507-9039-F97B-C0E2-D269F8F06741}"/>
                  </a:ext>
                </a:extLst>
              </p:cNvPr>
              <p:cNvSpPr/>
              <p:nvPr/>
            </p:nvSpPr>
            <p:spPr>
              <a:xfrm>
                <a:off x="343830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3" name="pg379">
                <a:extLst>
                  <a:ext uri="{FF2B5EF4-FFF2-40B4-BE49-F238E27FC236}">
                    <a16:creationId xmlns:a16="http://schemas.microsoft.com/office/drawing/2014/main" id="{16E0B53E-636B-EAFD-84B8-A26865D87EC0}"/>
                  </a:ext>
                </a:extLst>
              </p:cNvPr>
              <p:cNvSpPr/>
              <p:nvPr/>
            </p:nvSpPr>
            <p:spPr>
              <a:xfrm>
                <a:off x="351973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4" name="pg380">
                <a:extLst>
                  <a:ext uri="{FF2B5EF4-FFF2-40B4-BE49-F238E27FC236}">
                    <a16:creationId xmlns:a16="http://schemas.microsoft.com/office/drawing/2014/main" id="{A31D4A39-B9AD-C183-0B17-88E918128D94}"/>
                  </a:ext>
                </a:extLst>
              </p:cNvPr>
              <p:cNvSpPr/>
              <p:nvPr/>
            </p:nvSpPr>
            <p:spPr>
              <a:xfrm>
                <a:off x="360117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5" name="pg381">
                <a:extLst>
                  <a:ext uri="{FF2B5EF4-FFF2-40B4-BE49-F238E27FC236}">
                    <a16:creationId xmlns:a16="http://schemas.microsoft.com/office/drawing/2014/main" id="{9B835155-5B42-E845-71AF-BEA5222BFCC3}"/>
                  </a:ext>
                </a:extLst>
              </p:cNvPr>
              <p:cNvSpPr/>
              <p:nvPr/>
            </p:nvSpPr>
            <p:spPr>
              <a:xfrm>
                <a:off x="368261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6" name="pg382">
                <a:extLst>
                  <a:ext uri="{FF2B5EF4-FFF2-40B4-BE49-F238E27FC236}">
                    <a16:creationId xmlns:a16="http://schemas.microsoft.com/office/drawing/2014/main" id="{496CEA3C-B46E-9ECB-B8DE-6A08E54ABCC0}"/>
                  </a:ext>
                </a:extLst>
              </p:cNvPr>
              <p:cNvSpPr/>
              <p:nvPr/>
            </p:nvSpPr>
            <p:spPr>
              <a:xfrm>
                <a:off x="376405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7" name="pg383">
                <a:extLst>
                  <a:ext uri="{FF2B5EF4-FFF2-40B4-BE49-F238E27FC236}">
                    <a16:creationId xmlns:a16="http://schemas.microsoft.com/office/drawing/2014/main" id="{431B1283-7EA3-505D-D319-9B139AE0F997}"/>
                  </a:ext>
                </a:extLst>
              </p:cNvPr>
              <p:cNvSpPr/>
              <p:nvPr/>
            </p:nvSpPr>
            <p:spPr>
              <a:xfrm>
                <a:off x="384548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8" name="pg384">
                <a:extLst>
                  <a:ext uri="{FF2B5EF4-FFF2-40B4-BE49-F238E27FC236}">
                    <a16:creationId xmlns:a16="http://schemas.microsoft.com/office/drawing/2014/main" id="{416F1532-9092-75C5-D987-C1239B72E570}"/>
                  </a:ext>
                </a:extLst>
              </p:cNvPr>
              <p:cNvSpPr/>
              <p:nvPr/>
            </p:nvSpPr>
            <p:spPr>
              <a:xfrm>
                <a:off x="392692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19" name="pg385">
                <a:extLst>
                  <a:ext uri="{FF2B5EF4-FFF2-40B4-BE49-F238E27FC236}">
                    <a16:creationId xmlns:a16="http://schemas.microsoft.com/office/drawing/2014/main" id="{95C51BB7-4228-FF10-9BD6-30159360E553}"/>
                  </a:ext>
                </a:extLst>
              </p:cNvPr>
              <p:cNvSpPr/>
              <p:nvPr/>
            </p:nvSpPr>
            <p:spPr>
              <a:xfrm>
                <a:off x="400836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0" name="pg386">
                <a:extLst>
                  <a:ext uri="{FF2B5EF4-FFF2-40B4-BE49-F238E27FC236}">
                    <a16:creationId xmlns:a16="http://schemas.microsoft.com/office/drawing/2014/main" id="{E66C0F54-51D6-B458-70A7-430333AA70A2}"/>
                  </a:ext>
                </a:extLst>
              </p:cNvPr>
              <p:cNvSpPr/>
              <p:nvPr/>
            </p:nvSpPr>
            <p:spPr>
              <a:xfrm>
                <a:off x="4089798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1" name="pg387">
                <a:extLst>
                  <a:ext uri="{FF2B5EF4-FFF2-40B4-BE49-F238E27FC236}">
                    <a16:creationId xmlns:a16="http://schemas.microsoft.com/office/drawing/2014/main" id="{4530DC26-E1F7-1477-04C9-E0FE2BC058C4}"/>
                  </a:ext>
                </a:extLst>
              </p:cNvPr>
              <p:cNvSpPr/>
              <p:nvPr/>
            </p:nvSpPr>
            <p:spPr>
              <a:xfrm>
                <a:off x="4171236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2" name="pg388">
                <a:extLst>
                  <a:ext uri="{FF2B5EF4-FFF2-40B4-BE49-F238E27FC236}">
                    <a16:creationId xmlns:a16="http://schemas.microsoft.com/office/drawing/2014/main" id="{E6E8C0AF-8118-6CE0-3450-3762686C5EB7}"/>
                  </a:ext>
                </a:extLst>
              </p:cNvPr>
              <p:cNvSpPr/>
              <p:nvPr/>
            </p:nvSpPr>
            <p:spPr>
              <a:xfrm>
                <a:off x="4252673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3" name="pg389">
                <a:extLst>
                  <a:ext uri="{FF2B5EF4-FFF2-40B4-BE49-F238E27FC236}">
                    <a16:creationId xmlns:a16="http://schemas.microsoft.com/office/drawing/2014/main" id="{F291BE73-44DA-695A-60BB-9C1B3D35927A}"/>
                  </a:ext>
                </a:extLst>
              </p:cNvPr>
              <p:cNvSpPr/>
              <p:nvPr/>
            </p:nvSpPr>
            <p:spPr>
              <a:xfrm>
                <a:off x="4334110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4" name="pg390">
                <a:extLst>
                  <a:ext uri="{FF2B5EF4-FFF2-40B4-BE49-F238E27FC236}">
                    <a16:creationId xmlns:a16="http://schemas.microsoft.com/office/drawing/2014/main" id="{587D932E-5C81-0DEF-902E-974DC7D6AC01}"/>
                  </a:ext>
                </a:extLst>
              </p:cNvPr>
              <p:cNvSpPr/>
              <p:nvPr/>
            </p:nvSpPr>
            <p:spPr>
              <a:xfrm>
                <a:off x="4415547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5" name="pg391">
                <a:extLst>
                  <a:ext uri="{FF2B5EF4-FFF2-40B4-BE49-F238E27FC236}">
                    <a16:creationId xmlns:a16="http://schemas.microsoft.com/office/drawing/2014/main" id="{DAA27B18-2940-A63C-2952-BB7C62926402}"/>
                  </a:ext>
                </a:extLst>
              </p:cNvPr>
              <p:cNvSpPr/>
              <p:nvPr/>
            </p:nvSpPr>
            <p:spPr>
              <a:xfrm>
                <a:off x="4496984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6" name="pg392">
                <a:extLst>
                  <a:ext uri="{FF2B5EF4-FFF2-40B4-BE49-F238E27FC236}">
                    <a16:creationId xmlns:a16="http://schemas.microsoft.com/office/drawing/2014/main" id="{F85A74B1-EA63-A10C-A535-3FB948F930CB}"/>
                  </a:ext>
                </a:extLst>
              </p:cNvPr>
              <p:cNvSpPr/>
              <p:nvPr/>
            </p:nvSpPr>
            <p:spPr>
              <a:xfrm>
                <a:off x="4578421" y="351291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7" name="pg393">
                <a:extLst>
                  <a:ext uri="{FF2B5EF4-FFF2-40B4-BE49-F238E27FC236}">
                    <a16:creationId xmlns:a16="http://schemas.microsoft.com/office/drawing/2014/main" id="{E8BE15D2-1C29-678C-4B81-0D6E775CB755}"/>
                  </a:ext>
                </a:extLst>
              </p:cNvPr>
              <p:cNvSpPr/>
              <p:nvPr/>
            </p:nvSpPr>
            <p:spPr>
              <a:xfrm>
                <a:off x="286824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8" name="pg394">
                <a:extLst>
                  <a:ext uri="{FF2B5EF4-FFF2-40B4-BE49-F238E27FC236}">
                    <a16:creationId xmlns:a16="http://schemas.microsoft.com/office/drawing/2014/main" id="{85D95B00-74C1-27FF-53AC-A19F45DBB7A6}"/>
                  </a:ext>
                </a:extLst>
              </p:cNvPr>
              <p:cNvSpPr/>
              <p:nvPr/>
            </p:nvSpPr>
            <p:spPr>
              <a:xfrm>
                <a:off x="294967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29" name="pg395">
                <a:extLst>
                  <a:ext uri="{FF2B5EF4-FFF2-40B4-BE49-F238E27FC236}">
                    <a16:creationId xmlns:a16="http://schemas.microsoft.com/office/drawing/2014/main" id="{641A0864-4C32-B44A-CBC3-F1FFE8E38E59}"/>
                  </a:ext>
                </a:extLst>
              </p:cNvPr>
              <p:cNvSpPr/>
              <p:nvPr/>
            </p:nvSpPr>
            <p:spPr>
              <a:xfrm>
                <a:off x="303111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0" name="pg396">
                <a:extLst>
                  <a:ext uri="{FF2B5EF4-FFF2-40B4-BE49-F238E27FC236}">
                    <a16:creationId xmlns:a16="http://schemas.microsoft.com/office/drawing/2014/main" id="{4B06D483-4220-AE46-798C-1EFFA434791F}"/>
                  </a:ext>
                </a:extLst>
              </p:cNvPr>
              <p:cNvSpPr/>
              <p:nvPr/>
            </p:nvSpPr>
            <p:spPr>
              <a:xfrm>
                <a:off x="311255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1" name="pg397">
                <a:extLst>
                  <a:ext uri="{FF2B5EF4-FFF2-40B4-BE49-F238E27FC236}">
                    <a16:creationId xmlns:a16="http://schemas.microsoft.com/office/drawing/2014/main" id="{487A4A48-74E7-FAA2-EEBD-2CDAE8BDEE38}"/>
                  </a:ext>
                </a:extLst>
              </p:cNvPr>
              <p:cNvSpPr/>
              <p:nvPr/>
            </p:nvSpPr>
            <p:spPr>
              <a:xfrm>
                <a:off x="319399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2" name="pg398">
                <a:extLst>
                  <a:ext uri="{FF2B5EF4-FFF2-40B4-BE49-F238E27FC236}">
                    <a16:creationId xmlns:a16="http://schemas.microsoft.com/office/drawing/2014/main" id="{083E1FD0-E64E-7F09-9838-0F6034D95772}"/>
                  </a:ext>
                </a:extLst>
              </p:cNvPr>
              <p:cNvSpPr/>
              <p:nvPr/>
            </p:nvSpPr>
            <p:spPr>
              <a:xfrm>
                <a:off x="327542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3" name="pg399">
                <a:extLst>
                  <a:ext uri="{FF2B5EF4-FFF2-40B4-BE49-F238E27FC236}">
                    <a16:creationId xmlns:a16="http://schemas.microsoft.com/office/drawing/2014/main" id="{FD928DDD-44FE-DF9E-4B5E-F56FF3E7459C}"/>
                  </a:ext>
                </a:extLst>
              </p:cNvPr>
              <p:cNvSpPr/>
              <p:nvPr/>
            </p:nvSpPr>
            <p:spPr>
              <a:xfrm>
                <a:off x="335686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4" name="pg400">
                <a:extLst>
                  <a:ext uri="{FF2B5EF4-FFF2-40B4-BE49-F238E27FC236}">
                    <a16:creationId xmlns:a16="http://schemas.microsoft.com/office/drawing/2014/main" id="{715ABA5A-885C-3921-4727-1F9D9BE8FD9C}"/>
                  </a:ext>
                </a:extLst>
              </p:cNvPr>
              <p:cNvSpPr/>
              <p:nvPr/>
            </p:nvSpPr>
            <p:spPr>
              <a:xfrm>
                <a:off x="343830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5" name="pg401">
                <a:extLst>
                  <a:ext uri="{FF2B5EF4-FFF2-40B4-BE49-F238E27FC236}">
                    <a16:creationId xmlns:a16="http://schemas.microsoft.com/office/drawing/2014/main" id="{C3EF3D8F-BA5C-8480-5FFB-B953D5920F65}"/>
                  </a:ext>
                </a:extLst>
              </p:cNvPr>
              <p:cNvSpPr/>
              <p:nvPr/>
            </p:nvSpPr>
            <p:spPr>
              <a:xfrm>
                <a:off x="351973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6" name="pg402">
                <a:extLst>
                  <a:ext uri="{FF2B5EF4-FFF2-40B4-BE49-F238E27FC236}">
                    <a16:creationId xmlns:a16="http://schemas.microsoft.com/office/drawing/2014/main" id="{3BB0354E-C25A-57AD-3DCC-B69DAFE45887}"/>
                  </a:ext>
                </a:extLst>
              </p:cNvPr>
              <p:cNvSpPr/>
              <p:nvPr/>
            </p:nvSpPr>
            <p:spPr>
              <a:xfrm>
                <a:off x="360117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7" name="pg403">
                <a:extLst>
                  <a:ext uri="{FF2B5EF4-FFF2-40B4-BE49-F238E27FC236}">
                    <a16:creationId xmlns:a16="http://schemas.microsoft.com/office/drawing/2014/main" id="{3A9A2708-CD00-CED1-C1DC-02374EB1FBD2}"/>
                  </a:ext>
                </a:extLst>
              </p:cNvPr>
              <p:cNvSpPr/>
              <p:nvPr/>
            </p:nvSpPr>
            <p:spPr>
              <a:xfrm>
                <a:off x="368261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8" name="pg404">
                <a:extLst>
                  <a:ext uri="{FF2B5EF4-FFF2-40B4-BE49-F238E27FC236}">
                    <a16:creationId xmlns:a16="http://schemas.microsoft.com/office/drawing/2014/main" id="{9F59E420-3E77-4F9E-53A6-DF6528D17750}"/>
                  </a:ext>
                </a:extLst>
              </p:cNvPr>
              <p:cNvSpPr/>
              <p:nvPr/>
            </p:nvSpPr>
            <p:spPr>
              <a:xfrm>
                <a:off x="376405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39" name="pg405">
                <a:extLst>
                  <a:ext uri="{FF2B5EF4-FFF2-40B4-BE49-F238E27FC236}">
                    <a16:creationId xmlns:a16="http://schemas.microsoft.com/office/drawing/2014/main" id="{BB540699-D26F-6FAB-E53B-18A3477B647D}"/>
                  </a:ext>
                </a:extLst>
              </p:cNvPr>
              <p:cNvSpPr/>
              <p:nvPr/>
            </p:nvSpPr>
            <p:spPr>
              <a:xfrm>
                <a:off x="384548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0" name="pg406">
                <a:extLst>
                  <a:ext uri="{FF2B5EF4-FFF2-40B4-BE49-F238E27FC236}">
                    <a16:creationId xmlns:a16="http://schemas.microsoft.com/office/drawing/2014/main" id="{720A19FA-CCCF-6495-A01B-035B1E8276E0}"/>
                  </a:ext>
                </a:extLst>
              </p:cNvPr>
              <p:cNvSpPr/>
              <p:nvPr/>
            </p:nvSpPr>
            <p:spPr>
              <a:xfrm>
                <a:off x="392692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1" name="pg407">
                <a:extLst>
                  <a:ext uri="{FF2B5EF4-FFF2-40B4-BE49-F238E27FC236}">
                    <a16:creationId xmlns:a16="http://schemas.microsoft.com/office/drawing/2014/main" id="{6B73D43A-0F18-BBEA-02D7-296EEF6B12B5}"/>
                  </a:ext>
                </a:extLst>
              </p:cNvPr>
              <p:cNvSpPr/>
              <p:nvPr/>
            </p:nvSpPr>
            <p:spPr>
              <a:xfrm>
                <a:off x="4008361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2" name="pg408">
                <a:extLst>
                  <a:ext uri="{FF2B5EF4-FFF2-40B4-BE49-F238E27FC236}">
                    <a16:creationId xmlns:a16="http://schemas.microsoft.com/office/drawing/2014/main" id="{225320A9-6214-CAEA-836C-D80B85E7973F}"/>
                  </a:ext>
                </a:extLst>
              </p:cNvPr>
              <p:cNvSpPr/>
              <p:nvPr/>
            </p:nvSpPr>
            <p:spPr>
              <a:xfrm>
                <a:off x="4089798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3" name="pg409">
                <a:extLst>
                  <a:ext uri="{FF2B5EF4-FFF2-40B4-BE49-F238E27FC236}">
                    <a16:creationId xmlns:a16="http://schemas.microsoft.com/office/drawing/2014/main" id="{F6E66BE5-D03B-7FD2-5C17-C317314C0E2B}"/>
                  </a:ext>
                </a:extLst>
              </p:cNvPr>
              <p:cNvSpPr/>
              <p:nvPr/>
            </p:nvSpPr>
            <p:spPr>
              <a:xfrm>
                <a:off x="4171236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4" name="pg410">
                <a:extLst>
                  <a:ext uri="{FF2B5EF4-FFF2-40B4-BE49-F238E27FC236}">
                    <a16:creationId xmlns:a16="http://schemas.microsoft.com/office/drawing/2014/main" id="{EF47C325-246B-9548-26CE-8E83276236CE}"/>
                  </a:ext>
                </a:extLst>
              </p:cNvPr>
              <p:cNvSpPr/>
              <p:nvPr/>
            </p:nvSpPr>
            <p:spPr>
              <a:xfrm>
                <a:off x="4252673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5" name="pg411">
                <a:extLst>
                  <a:ext uri="{FF2B5EF4-FFF2-40B4-BE49-F238E27FC236}">
                    <a16:creationId xmlns:a16="http://schemas.microsoft.com/office/drawing/2014/main" id="{43D92B9B-02A6-BF3E-5A86-5312401B763C}"/>
                  </a:ext>
                </a:extLst>
              </p:cNvPr>
              <p:cNvSpPr/>
              <p:nvPr/>
            </p:nvSpPr>
            <p:spPr>
              <a:xfrm>
                <a:off x="4334110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6" name="pg412">
                <a:extLst>
                  <a:ext uri="{FF2B5EF4-FFF2-40B4-BE49-F238E27FC236}">
                    <a16:creationId xmlns:a16="http://schemas.microsoft.com/office/drawing/2014/main" id="{B3A44995-796B-464C-E5C0-AED352D326EB}"/>
                  </a:ext>
                </a:extLst>
              </p:cNvPr>
              <p:cNvSpPr/>
              <p:nvPr/>
            </p:nvSpPr>
            <p:spPr>
              <a:xfrm>
                <a:off x="4415547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7" name="pg413">
                <a:extLst>
                  <a:ext uri="{FF2B5EF4-FFF2-40B4-BE49-F238E27FC236}">
                    <a16:creationId xmlns:a16="http://schemas.microsoft.com/office/drawing/2014/main" id="{C7BDC8B0-DEB1-8CCC-8A6B-6876E90A8FCA}"/>
                  </a:ext>
                </a:extLst>
              </p:cNvPr>
              <p:cNvSpPr/>
              <p:nvPr/>
            </p:nvSpPr>
            <p:spPr>
              <a:xfrm>
                <a:off x="4496984" y="361622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8" name="pg414">
                <a:extLst>
                  <a:ext uri="{FF2B5EF4-FFF2-40B4-BE49-F238E27FC236}">
                    <a16:creationId xmlns:a16="http://schemas.microsoft.com/office/drawing/2014/main" id="{2D07263F-F06B-80C5-F9C3-8AA714C99065}"/>
                  </a:ext>
                </a:extLst>
              </p:cNvPr>
              <p:cNvSpPr/>
              <p:nvPr/>
            </p:nvSpPr>
            <p:spPr>
              <a:xfrm>
                <a:off x="303111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49" name="pg415">
                <a:extLst>
                  <a:ext uri="{FF2B5EF4-FFF2-40B4-BE49-F238E27FC236}">
                    <a16:creationId xmlns:a16="http://schemas.microsoft.com/office/drawing/2014/main" id="{848E0434-BE8B-E7F5-CDCD-77DD786611AE}"/>
                  </a:ext>
                </a:extLst>
              </p:cNvPr>
              <p:cNvSpPr/>
              <p:nvPr/>
            </p:nvSpPr>
            <p:spPr>
              <a:xfrm>
                <a:off x="311255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0" name="pg416">
                <a:extLst>
                  <a:ext uri="{FF2B5EF4-FFF2-40B4-BE49-F238E27FC236}">
                    <a16:creationId xmlns:a16="http://schemas.microsoft.com/office/drawing/2014/main" id="{132299C3-F5AA-3A17-5A22-C3B320BAAD3D}"/>
                  </a:ext>
                </a:extLst>
              </p:cNvPr>
              <p:cNvSpPr/>
              <p:nvPr/>
            </p:nvSpPr>
            <p:spPr>
              <a:xfrm>
                <a:off x="319399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1" name="pg417">
                <a:extLst>
                  <a:ext uri="{FF2B5EF4-FFF2-40B4-BE49-F238E27FC236}">
                    <a16:creationId xmlns:a16="http://schemas.microsoft.com/office/drawing/2014/main" id="{7DBEB391-67FE-417D-71AE-F5F170A5278E}"/>
                  </a:ext>
                </a:extLst>
              </p:cNvPr>
              <p:cNvSpPr/>
              <p:nvPr/>
            </p:nvSpPr>
            <p:spPr>
              <a:xfrm>
                <a:off x="327542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2" name="pg418">
                <a:extLst>
                  <a:ext uri="{FF2B5EF4-FFF2-40B4-BE49-F238E27FC236}">
                    <a16:creationId xmlns:a16="http://schemas.microsoft.com/office/drawing/2014/main" id="{927FB811-8137-D101-2166-6BB59361803D}"/>
                  </a:ext>
                </a:extLst>
              </p:cNvPr>
              <p:cNvSpPr/>
              <p:nvPr/>
            </p:nvSpPr>
            <p:spPr>
              <a:xfrm>
                <a:off x="335686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3" name="pg419">
                <a:extLst>
                  <a:ext uri="{FF2B5EF4-FFF2-40B4-BE49-F238E27FC236}">
                    <a16:creationId xmlns:a16="http://schemas.microsoft.com/office/drawing/2014/main" id="{EFB7E6DD-F847-17A4-ABDD-7BABED42B789}"/>
                  </a:ext>
                </a:extLst>
              </p:cNvPr>
              <p:cNvSpPr/>
              <p:nvPr/>
            </p:nvSpPr>
            <p:spPr>
              <a:xfrm>
                <a:off x="343830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4" name="pg420">
                <a:extLst>
                  <a:ext uri="{FF2B5EF4-FFF2-40B4-BE49-F238E27FC236}">
                    <a16:creationId xmlns:a16="http://schemas.microsoft.com/office/drawing/2014/main" id="{AEAC73E7-5DD5-5DEC-BBEE-34B91B5B54BE}"/>
                  </a:ext>
                </a:extLst>
              </p:cNvPr>
              <p:cNvSpPr/>
              <p:nvPr/>
            </p:nvSpPr>
            <p:spPr>
              <a:xfrm>
                <a:off x="351973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5" name="pg421">
                <a:extLst>
                  <a:ext uri="{FF2B5EF4-FFF2-40B4-BE49-F238E27FC236}">
                    <a16:creationId xmlns:a16="http://schemas.microsoft.com/office/drawing/2014/main" id="{F5298229-0DD2-839C-F803-12B5FC6520E6}"/>
                  </a:ext>
                </a:extLst>
              </p:cNvPr>
              <p:cNvSpPr/>
              <p:nvPr/>
            </p:nvSpPr>
            <p:spPr>
              <a:xfrm>
                <a:off x="360117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6" name="pg422">
                <a:extLst>
                  <a:ext uri="{FF2B5EF4-FFF2-40B4-BE49-F238E27FC236}">
                    <a16:creationId xmlns:a16="http://schemas.microsoft.com/office/drawing/2014/main" id="{A59B87CC-517E-B4D4-F039-945F2095D448}"/>
                  </a:ext>
                </a:extLst>
              </p:cNvPr>
              <p:cNvSpPr/>
              <p:nvPr/>
            </p:nvSpPr>
            <p:spPr>
              <a:xfrm>
                <a:off x="368261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7" name="pg423">
                <a:extLst>
                  <a:ext uri="{FF2B5EF4-FFF2-40B4-BE49-F238E27FC236}">
                    <a16:creationId xmlns:a16="http://schemas.microsoft.com/office/drawing/2014/main" id="{14A87360-BB64-9DE3-8D59-83CB87A8781C}"/>
                  </a:ext>
                </a:extLst>
              </p:cNvPr>
              <p:cNvSpPr/>
              <p:nvPr/>
            </p:nvSpPr>
            <p:spPr>
              <a:xfrm>
                <a:off x="376405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8" name="pg424">
                <a:extLst>
                  <a:ext uri="{FF2B5EF4-FFF2-40B4-BE49-F238E27FC236}">
                    <a16:creationId xmlns:a16="http://schemas.microsoft.com/office/drawing/2014/main" id="{883E96ED-0BFF-F362-30E7-B1DF0B0EDAED}"/>
                  </a:ext>
                </a:extLst>
              </p:cNvPr>
              <p:cNvSpPr/>
              <p:nvPr/>
            </p:nvSpPr>
            <p:spPr>
              <a:xfrm>
                <a:off x="384548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59" name="pg425">
                <a:extLst>
                  <a:ext uri="{FF2B5EF4-FFF2-40B4-BE49-F238E27FC236}">
                    <a16:creationId xmlns:a16="http://schemas.microsoft.com/office/drawing/2014/main" id="{882B7B6B-E0F6-36E1-D4EB-CDF9C15BCF0C}"/>
                  </a:ext>
                </a:extLst>
              </p:cNvPr>
              <p:cNvSpPr/>
              <p:nvPr/>
            </p:nvSpPr>
            <p:spPr>
              <a:xfrm>
                <a:off x="3926924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0" name="pg426">
                <a:extLst>
                  <a:ext uri="{FF2B5EF4-FFF2-40B4-BE49-F238E27FC236}">
                    <a16:creationId xmlns:a16="http://schemas.microsoft.com/office/drawing/2014/main" id="{1D055C96-19AC-E0EF-667A-EE83D8658349}"/>
                  </a:ext>
                </a:extLst>
              </p:cNvPr>
              <p:cNvSpPr/>
              <p:nvPr/>
            </p:nvSpPr>
            <p:spPr>
              <a:xfrm>
                <a:off x="4008361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1" name="pg427">
                <a:extLst>
                  <a:ext uri="{FF2B5EF4-FFF2-40B4-BE49-F238E27FC236}">
                    <a16:creationId xmlns:a16="http://schemas.microsoft.com/office/drawing/2014/main" id="{8D870FE0-0BCE-878D-251A-DF65FCAA397A}"/>
                  </a:ext>
                </a:extLst>
              </p:cNvPr>
              <p:cNvSpPr/>
              <p:nvPr/>
            </p:nvSpPr>
            <p:spPr>
              <a:xfrm>
                <a:off x="4089798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2" name="pg428">
                <a:extLst>
                  <a:ext uri="{FF2B5EF4-FFF2-40B4-BE49-F238E27FC236}">
                    <a16:creationId xmlns:a16="http://schemas.microsoft.com/office/drawing/2014/main" id="{6335A947-55DA-E66C-05E3-431CC16DD935}"/>
                  </a:ext>
                </a:extLst>
              </p:cNvPr>
              <p:cNvSpPr/>
              <p:nvPr/>
            </p:nvSpPr>
            <p:spPr>
              <a:xfrm>
                <a:off x="4171236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3" name="pg429">
                <a:extLst>
                  <a:ext uri="{FF2B5EF4-FFF2-40B4-BE49-F238E27FC236}">
                    <a16:creationId xmlns:a16="http://schemas.microsoft.com/office/drawing/2014/main" id="{6D6A5F46-6812-63DB-9B4C-0E37B506811F}"/>
                  </a:ext>
                </a:extLst>
              </p:cNvPr>
              <p:cNvSpPr/>
              <p:nvPr/>
            </p:nvSpPr>
            <p:spPr>
              <a:xfrm>
                <a:off x="4252673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4" name="pg430">
                <a:extLst>
                  <a:ext uri="{FF2B5EF4-FFF2-40B4-BE49-F238E27FC236}">
                    <a16:creationId xmlns:a16="http://schemas.microsoft.com/office/drawing/2014/main" id="{FC41749B-5F86-21C9-6271-F913EB6F2D3C}"/>
                  </a:ext>
                </a:extLst>
              </p:cNvPr>
              <p:cNvSpPr/>
              <p:nvPr/>
            </p:nvSpPr>
            <p:spPr>
              <a:xfrm>
                <a:off x="4334110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5" name="pg431">
                <a:extLst>
                  <a:ext uri="{FF2B5EF4-FFF2-40B4-BE49-F238E27FC236}">
                    <a16:creationId xmlns:a16="http://schemas.microsoft.com/office/drawing/2014/main" id="{A66664A8-FF24-217F-6671-C8053227305F}"/>
                  </a:ext>
                </a:extLst>
              </p:cNvPr>
              <p:cNvSpPr/>
              <p:nvPr/>
            </p:nvSpPr>
            <p:spPr>
              <a:xfrm>
                <a:off x="4415547" y="371954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6" name="pg432">
                <a:extLst>
                  <a:ext uri="{FF2B5EF4-FFF2-40B4-BE49-F238E27FC236}">
                    <a16:creationId xmlns:a16="http://schemas.microsoft.com/office/drawing/2014/main" id="{628F0F68-5BE0-16CF-8474-B926381FA79D}"/>
                  </a:ext>
                </a:extLst>
              </p:cNvPr>
              <p:cNvSpPr/>
              <p:nvPr/>
            </p:nvSpPr>
            <p:spPr>
              <a:xfrm>
                <a:off x="311255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7" name="pg433">
                <a:extLst>
                  <a:ext uri="{FF2B5EF4-FFF2-40B4-BE49-F238E27FC236}">
                    <a16:creationId xmlns:a16="http://schemas.microsoft.com/office/drawing/2014/main" id="{D2C8BC69-631B-5F80-5C76-3DB63B7C1E76}"/>
                  </a:ext>
                </a:extLst>
              </p:cNvPr>
              <p:cNvSpPr/>
              <p:nvPr/>
            </p:nvSpPr>
            <p:spPr>
              <a:xfrm>
                <a:off x="319399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8" name="pg434">
                <a:extLst>
                  <a:ext uri="{FF2B5EF4-FFF2-40B4-BE49-F238E27FC236}">
                    <a16:creationId xmlns:a16="http://schemas.microsoft.com/office/drawing/2014/main" id="{D1F5A233-6993-41DE-D689-7F8CF97999E7}"/>
                  </a:ext>
                </a:extLst>
              </p:cNvPr>
              <p:cNvSpPr/>
              <p:nvPr/>
            </p:nvSpPr>
            <p:spPr>
              <a:xfrm>
                <a:off x="327542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69" name="pg435">
                <a:extLst>
                  <a:ext uri="{FF2B5EF4-FFF2-40B4-BE49-F238E27FC236}">
                    <a16:creationId xmlns:a16="http://schemas.microsoft.com/office/drawing/2014/main" id="{F1C6AD2D-6443-D9F9-15E2-CBFBCD67A1E1}"/>
                  </a:ext>
                </a:extLst>
              </p:cNvPr>
              <p:cNvSpPr/>
              <p:nvPr/>
            </p:nvSpPr>
            <p:spPr>
              <a:xfrm>
                <a:off x="335686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0" name="pg436">
                <a:extLst>
                  <a:ext uri="{FF2B5EF4-FFF2-40B4-BE49-F238E27FC236}">
                    <a16:creationId xmlns:a16="http://schemas.microsoft.com/office/drawing/2014/main" id="{0BE015B5-FEA6-1168-2933-5B2E238CFB19}"/>
                  </a:ext>
                </a:extLst>
              </p:cNvPr>
              <p:cNvSpPr/>
              <p:nvPr/>
            </p:nvSpPr>
            <p:spPr>
              <a:xfrm>
                <a:off x="343830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1" name="pg437">
                <a:extLst>
                  <a:ext uri="{FF2B5EF4-FFF2-40B4-BE49-F238E27FC236}">
                    <a16:creationId xmlns:a16="http://schemas.microsoft.com/office/drawing/2014/main" id="{044A55AA-571A-4214-1B9D-24E5D2FDACB2}"/>
                  </a:ext>
                </a:extLst>
              </p:cNvPr>
              <p:cNvSpPr/>
              <p:nvPr/>
            </p:nvSpPr>
            <p:spPr>
              <a:xfrm>
                <a:off x="351973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2" name="pg438">
                <a:extLst>
                  <a:ext uri="{FF2B5EF4-FFF2-40B4-BE49-F238E27FC236}">
                    <a16:creationId xmlns:a16="http://schemas.microsoft.com/office/drawing/2014/main" id="{F5FE038F-3B48-51C4-D138-79983138CC08}"/>
                  </a:ext>
                </a:extLst>
              </p:cNvPr>
              <p:cNvSpPr/>
              <p:nvPr/>
            </p:nvSpPr>
            <p:spPr>
              <a:xfrm>
                <a:off x="360117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3" name="pg439">
                <a:extLst>
                  <a:ext uri="{FF2B5EF4-FFF2-40B4-BE49-F238E27FC236}">
                    <a16:creationId xmlns:a16="http://schemas.microsoft.com/office/drawing/2014/main" id="{22D07F04-4332-A925-08BE-2BC12AFB2561}"/>
                  </a:ext>
                </a:extLst>
              </p:cNvPr>
              <p:cNvSpPr/>
              <p:nvPr/>
            </p:nvSpPr>
            <p:spPr>
              <a:xfrm>
                <a:off x="368261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4" name="pg440">
                <a:extLst>
                  <a:ext uri="{FF2B5EF4-FFF2-40B4-BE49-F238E27FC236}">
                    <a16:creationId xmlns:a16="http://schemas.microsoft.com/office/drawing/2014/main" id="{ECD2BF9E-6DA3-DC6D-2383-2024E4B4CC81}"/>
                  </a:ext>
                </a:extLst>
              </p:cNvPr>
              <p:cNvSpPr/>
              <p:nvPr/>
            </p:nvSpPr>
            <p:spPr>
              <a:xfrm>
                <a:off x="376405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5" name="pg441">
                <a:extLst>
                  <a:ext uri="{FF2B5EF4-FFF2-40B4-BE49-F238E27FC236}">
                    <a16:creationId xmlns:a16="http://schemas.microsoft.com/office/drawing/2014/main" id="{B803F05B-B5DF-17E3-DFE9-A7D3BCF3641B}"/>
                  </a:ext>
                </a:extLst>
              </p:cNvPr>
              <p:cNvSpPr/>
              <p:nvPr/>
            </p:nvSpPr>
            <p:spPr>
              <a:xfrm>
                <a:off x="3845487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6" name="pg442">
                <a:extLst>
                  <a:ext uri="{FF2B5EF4-FFF2-40B4-BE49-F238E27FC236}">
                    <a16:creationId xmlns:a16="http://schemas.microsoft.com/office/drawing/2014/main" id="{E97888BF-F3BE-5AB3-0AB7-E07BD2706BC1}"/>
                  </a:ext>
                </a:extLst>
              </p:cNvPr>
              <p:cNvSpPr/>
              <p:nvPr/>
            </p:nvSpPr>
            <p:spPr>
              <a:xfrm>
                <a:off x="3926924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7" name="pg443">
                <a:extLst>
                  <a:ext uri="{FF2B5EF4-FFF2-40B4-BE49-F238E27FC236}">
                    <a16:creationId xmlns:a16="http://schemas.microsoft.com/office/drawing/2014/main" id="{5BD962A0-0512-439D-A718-4F938B2C28FE}"/>
                  </a:ext>
                </a:extLst>
              </p:cNvPr>
              <p:cNvSpPr/>
              <p:nvPr/>
            </p:nvSpPr>
            <p:spPr>
              <a:xfrm>
                <a:off x="4008361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8" name="pg444">
                <a:extLst>
                  <a:ext uri="{FF2B5EF4-FFF2-40B4-BE49-F238E27FC236}">
                    <a16:creationId xmlns:a16="http://schemas.microsoft.com/office/drawing/2014/main" id="{1F7CEB4B-325A-B945-4CA0-D7436894B859}"/>
                  </a:ext>
                </a:extLst>
              </p:cNvPr>
              <p:cNvSpPr/>
              <p:nvPr/>
            </p:nvSpPr>
            <p:spPr>
              <a:xfrm>
                <a:off x="4089798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79" name="pg445">
                <a:extLst>
                  <a:ext uri="{FF2B5EF4-FFF2-40B4-BE49-F238E27FC236}">
                    <a16:creationId xmlns:a16="http://schemas.microsoft.com/office/drawing/2014/main" id="{5956262F-7100-E231-300E-9475C12000EE}"/>
                  </a:ext>
                </a:extLst>
              </p:cNvPr>
              <p:cNvSpPr/>
              <p:nvPr/>
            </p:nvSpPr>
            <p:spPr>
              <a:xfrm>
                <a:off x="4171236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0" name="pg446">
                <a:extLst>
                  <a:ext uri="{FF2B5EF4-FFF2-40B4-BE49-F238E27FC236}">
                    <a16:creationId xmlns:a16="http://schemas.microsoft.com/office/drawing/2014/main" id="{50992EE2-4CBA-54E0-20AA-BB395FAA5046}"/>
                  </a:ext>
                </a:extLst>
              </p:cNvPr>
              <p:cNvSpPr/>
              <p:nvPr/>
            </p:nvSpPr>
            <p:spPr>
              <a:xfrm>
                <a:off x="4252673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1" name="pg447">
                <a:extLst>
                  <a:ext uri="{FF2B5EF4-FFF2-40B4-BE49-F238E27FC236}">
                    <a16:creationId xmlns:a16="http://schemas.microsoft.com/office/drawing/2014/main" id="{0314D453-9A79-15B7-2595-87D6D16EC859}"/>
                  </a:ext>
                </a:extLst>
              </p:cNvPr>
              <p:cNvSpPr/>
              <p:nvPr/>
            </p:nvSpPr>
            <p:spPr>
              <a:xfrm>
                <a:off x="4334110" y="382286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2" name="pg448">
                <a:extLst>
                  <a:ext uri="{FF2B5EF4-FFF2-40B4-BE49-F238E27FC236}">
                    <a16:creationId xmlns:a16="http://schemas.microsoft.com/office/drawing/2014/main" id="{094931E7-82DC-C70B-0634-4CD9F5D1625D}"/>
                  </a:ext>
                </a:extLst>
              </p:cNvPr>
              <p:cNvSpPr/>
              <p:nvPr/>
            </p:nvSpPr>
            <p:spPr>
              <a:xfrm>
                <a:off x="319399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3" name="pg449">
                <a:extLst>
                  <a:ext uri="{FF2B5EF4-FFF2-40B4-BE49-F238E27FC236}">
                    <a16:creationId xmlns:a16="http://schemas.microsoft.com/office/drawing/2014/main" id="{408B6178-2581-8591-FF3C-05BA118AEA37}"/>
                  </a:ext>
                </a:extLst>
              </p:cNvPr>
              <p:cNvSpPr/>
              <p:nvPr/>
            </p:nvSpPr>
            <p:spPr>
              <a:xfrm>
                <a:off x="327542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4" name="pg450">
                <a:extLst>
                  <a:ext uri="{FF2B5EF4-FFF2-40B4-BE49-F238E27FC236}">
                    <a16:creationId xmlns:a16="http://schemas.microsoft.com/office/drawing/2014/main" id="{006EEC42-83D4-4CF5-2199-9347B17F17DA}"/>
                  </a:ext>
                </a:extLst>
              </p:cNvPr>
              <p:cNvSpPr/>
              <p:nvPr/>
            </p:nvSpPr>
            <p:spPr>
              <a:xfrm>
                <a:off x="335686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5" name="pg451">
                <a:extLst>
                  <a:ext uri="{FF2B5EF4-FFF2-40B4-BE49-F238E27FC236}">
                    <a16:creationId xmlns:a16="http://schemas.microsoft.com/office/drawing/2014/main" id="{91340D29-748A-8371-6E08-88F59A3F1831}"/>
                  </a:ext>
                </a:extLst>
              </p:cNvPr>
              <p:cNvSpPr/>
              <p:nvPr/>
            </p:nvSpPr>
            <p:spPr>
              <a:xfrm>
                <a:off x="343830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6" name="pg452">
                <a:extLst>
                  <a:ext uri="{FF2B5EF4-FFF2-40B4-BE49-F238E27FC236}">
                    <a16:creationId xmlns:a16="http://schemas.microsoft.com/office/drawing/2014/main" id="{10001F70-6C2D-32D3-777B-8F050C4A5DEA}"/>
                  </a:ext>
                </a:extLst>
              </p:cNvPr>
              <p:cNvSpPr/>
              <p:nvPr/>
            </p:nvSpPr>
            <p:spPr>
              <a:xfrm>
                <a:off x="351973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7" name="pg453">
                <a:extLst>
                  <a:ext uri="{FF2B5EF4-FFF2-40B4-BE49-F238E27FC236}">
                    <a16:creationId xmlns:a16="http://schemas.microsoft.com/office/drawing/2014/main" id="{CD999809-0E15-8218-7A14-6484E5A62372}"/>
                  </a:ext>
                </a:extLst>
              </p:cNvPr>
              <p:cNvSpPr/>
              <p:nvPr/>
            </p:nvSpPr>
            <p:spPr>
              <a:xfrm>
                <a:off x="360117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8" name="pg454">
                <a:extLst>
                  <a:ext uri="{FF2B5EF4-FFF2-40B4-BE49-F238E27FC236}">
                    <a16:creationId xmlns:a16="http://schemas.microsoft.com/office/drawing/2014/main" id="{06AC1698-BF26-212E-320D-39AB67225235}"/>
                  </a:ext>
                </a:extLst>
              </p:cNvPr>
              <p:cNvSpPr/>
              <p:nvPr/>
            </p:nvSpPr>
            <p:spPr>
              <a:xfrm>
                <a:off x="368261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89" name="pg455">
                <a:extLst>
                  <a:ext uri="{FF2B5EF4-FFF2-40B4-BE49-F238E27FC236}">
                    <a16:creationId xmlns:a16="http://schemas.microsoft.com/office/drawing/2014/main" id="{B565C6B1-8C83-BEB3-DBF4-BDA0F305E297}"/>
                  </a:ext>
                </a:extLst>
              </p:cNvPr>
              <p:cNvSpPr/>
              <p:nvPr/>
            </p:nvSpPr>
            <p:spPr>
              <a:xfrm>
                <a:off x="376405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0" name="pg456">
                <a:extLst>
                  <a:ext uri="{FF2B5EF4-FFF2-40B4-BE49-F238E27FC236}">
                    <a16:creationId xmlns:a16="http://schemas.microsoft.com/office/drawing/2014/main" id="{5A7178AE-8207-975D-322B-D828665EE142}"/>
                  </a:ext>
                </a:extLst>
              </p:cNvPr>
              <p:cNvSpPr/>
              <p:nvPr/>
            </p:nvSpPr>
            <p:spPr>
              <a:xfrm>
                <a:off x="3845487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1" name="pg457">
                <a:extLst>
                  <a:ext uri="{FF2B5EF4-FFF2-40B4-BE49-F238E27FC236}">
                    <a16:creationId xmlns:a16="http://schemas.microsoft.com/office/drawing/2014/main" id="{0BA276BD-0D44-1FD2-F0BD-FD72DB0B70BE}"/>
                  </a:ext>
                </a:extLst>
              </p:cNvPr>
              <p:cNvSpPr/>
              <p:nvPr/>
            </p:nvSpPr>
            <p:spPr>
              <a:xfrm>
                <a:off x="3926924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2" name="pg458">
                <a:extLst>
                  <a:ext uri="{FF2B5EF4-FFF2-40B4-BE49-F238E27FC236}">
                    <a16:creationId xmlns:a16="http://schemas.microsoft.com/office/drawing/2014/main" id="{E94E89B1-AE67-B897-985A-C2E6AAE39658}"/>
                  </a:ext>
                </a:extLst>
              </p:cNvPr>
              <p:cNvSpPr/>
              <p:nvPr/>
            </p:nvSpPr>
            <p:spPr>
              <a:xfrm>
                <a:off x="4008361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3" name="pg459">
                <a:extLst>
                  <a:ext uri="{FF2B5EF4-FFF2-40B4-BE49-F238E27FC236}">
                    <a16:creationId xmlns:a16="http://schemas.microsoft.com/office/drawing/2014/main" id="{89347163-56AB-5265-83E9-14EAB2F9C9CD}"/>
                  </a:ext>
                </a:extLst>
              </p:cNvPr>
              <p:cNvSpPr/>
              <p:nvPr/>
            </p:nvSpPr>
            <p:spPr>
              <a:xfrm>
                <a:off x="4089798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4" name="pg460">
                <a:extLst>
                  <a:ext uri="{FF2B5EF4-FFF2-40B4-BE49-F238E27FC236}">
                    <a16:creationId xmlns:a16="http://schemas.microsoft.com/office/drawing/2014/main" id="{C0587C34-A2BE-DA2B-9831-5AC0A14A4293}"/>
                  </a:ext>
                </a:extLst>
              </p:cNvPr>
              <p:cNvSpPr/>
              <p:nvPr/>
            </p:nvSpPr>
            <p:spPr>
              <a:xfrm>
                <a:off x="4171236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5" name="pg461">
                <a:extLst>
                  <a:ext uri="{FF2B5EF4-FFF2-40B4-BE49-F238E27FC236}">
                    <a16:creationId xmlns:a16="http://schemas.microsoft.com/office/drawing/2014/main" id="{F68627A3-B2D9-6E89-1F2E-619672A70103}"/>
                  </a:ext>
                </a:extLst>
              </p:cNvPr>
              <p:cNvSpPr/>
              <p:nvPr/>
            </p:nvSpPr>
            <p:spPr>
              <a:xfrm>
                <a:off x="4252673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6" name="pg462">
                <a:extLst>
                  <a:ext uri="{FF2B5EF4-FFF2-40B4-BE49-F238E27FC236}">
                    <a16:creationId xmlns:a16="http://schemas.microsoft.com/office/drawing/2014/main" id="{87590266-2E99-643A-FF5C-5AEABA416EDB}"/>
                  </a:ext>
                </a:extLst>
              </p:cNvPr>
              <p:cNvSpPr/>
              <p:nvPr/>
            </p:nvSpPr>
            <p:spPr>
              <a:xfrm>
                <a:off x="4334110" y="392617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7" name="pg463">
                <a:extLst>
                  <a:ext uri="{FF2B5EF4-FFF2-40B4-BE49-F238E27FC236}">
                    <a16:creationId xmlns:a16="http://schemas.microsoft.com/office/drawing/2014/main" id="{BC96C691-D4D9-5349-4BFB-47954160E03A}"/>
                  </a:ext>
                </a:extLst>
              </p:cNvPr>
              <p:cNvSpPr/>
              <p:nvPr/>
            </p:nvSpPr>
            <p:spPr>
              <a:xfrm>
                <a:off x="286824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8" name="pg464">
                <a:extLst>
                  <a:ext uri="{FF2B5EF4-FFF2-40B4-BE49-F238E27FC236}">
                    <a16:creationId xmlns:a16="http://schemas.microsoft.com/office/drawing/2014/main" id="{532FA128-8751-F51C-FB09-0CADEDED3C3C}"/>
                  </a:ext>
                </a:extLst>
              </p:cNvPr>
              <p:cNvSpPr/>
              <p:nvPr/>
            </p:nvSpPr>
            <p:spPr>
              <a:xfrm>
                <a:off x="294967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699" name="pg465">
                <a:extLst>
                  <a:ext uri="{FF2B5EF4-FFF2-40B4-BE49-F238E27FC236}">
                    <a16:creationId xmlns:a16="http://schemas.microsoft.com/office/drawing/2014/main" id="{50DC4155-A2B7-106B-F13E-05077EDA6006}"/>
                  </a:ext>
                </a:extLst>
              </p:cNvPr>
              <p:cNvSpPr/>
              <p:nvPr/>
            </p:nvSpPr>
            <p:spPr>
              <a:xfrm>
                <a:off x="303111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0" name="pg466">
                <a:extLst>
                  <a:ext uri="{FF2B5EF4-FFF2-40B4-BE49-F238E27FC236}">
                    <a16:creationId xmlns:a16="http://schemas.microsoft.com/office/drawing/2014/main" id="{23877367-9EDA-CA0B-C788-98CA8F020F51}"/>
                  </a:ext>
                </a:extLst>
              </p:cNvPr>
              <p:cNvSpPr/>
              <p:nvPr/>
            </p:nvSpPr>
            <p:spPr>
              <a:xfrm>
                <a:off x="311255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1" name="pg467">
                <a:extLst>
                  <a:ext uri="{FF2B5EF4-FFF2-40B4-BE49-F238E27FC236}">
                    <a16:creationId xmlns:a16="http://schemas.microsoft.com/office/drawing/2014/main" id="{85D8F565-6DB2-27D9-844B-14857ACAB21B}"/>
                  </a:ext>
                </a:extLst>
              </p:cNvPr>
              <p:cNvSpPr/>
              <p:nvPr/>
            </p:nvSpPr>
            <p:spPr>
              <a:xfrm>
                <a:off x="319399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2" name="pg468">
                <a:extLst>
                  <a:ext uri="{FF2B5EF4-FFF2-40B4-BE49-F238E27FC236}">
                    <a16:creationId xmlns:a16="http://schemas.microsoft.com/office/drawing/2014/main" id="{4BA2CFE4-0022-574D-7EAA-7CBB5A76B046}"/>
                  </a:ext>
                </a:extLst>
              </p:cNvPr>
              <p:cNvSpPr/>
              <p:nvPr/>
            </p:nvSpPr>
            <p:spPr>
              <a:xfrm>
                <a:off x="327542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3" name="pg469">
                <a:extLst>
                  <a:ext uri="{FF2B5EF4-FFF2-40B4-BE49-F238E27FC236}">
                    <a16:creationId xmlns:a16="http://schemas.microsoft.com/office/drawing/2014/main" id="{D84A1E89-C71B-5E39-ABAD-D3475052509B}"/>
                  </a:ext>
                </a:extLst>
              </p:cNvPr>
              <p:cNvSpPr/>
              <p:nvPr/>
            </p:nvSpPr>
            <p:spPr>
              <a:xfrm>
                <a:off x="335686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4" name="pg470">
                <a:extLst>
                  <a:ext uri="{FF2B5EF4-FFF2-40B4-BE49-F238E27FC236}">
                    <a16:creationId xmlns:a16="http://schemas.microsoft.com/office/drawing/2014/main" id="{DAA5A7FF-4146-DCF5-FC2F-1B55E5A48B76}"/>
                  </a:ext>
                </a:extLst>
              </p:cNvPr>
              <p:cNvSpPr/>
              <p:nvPr/>
            </p:nvSpPr>
            <p:spPr>
              <a:xfrm>
                <a:off x="343830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5" name="pg471">
                <a:extLst>
                  <a:ext uri="{FF2B5EF4-FFF2-40B4-BE49-F238E27FC236}">
                    <a16:creationId xmlns:a16="http://schemas.microsoft.com/office/drawing/2014/main" id="{D9EA616B-830A-978E-45E1-287EF5C96206}"/>
                  </a:ext>
                </a:extLst>
              </p:cNvPr>
              <p:cNvSpPr/>
              <p:nvPr/>
            </p:nvSpPr>
            <p:spPr>
              <a:xfrm>
                <a:off x="351973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6" name="pg472">
                <a:extLst>
                  <a:ext uri="{FF2B5EF4-FFF2-40B4-BE49-F238E27FC236}">
                    <a16:creationId xmlns:a16="http://schemas.microsoft.com/office/drawing/2014/main" id="{2211E242-68FA-36F4-646D-3E22C8E5D8BD}"/>
                  </a:ext>
                </a:extLst>
              </p:cNvPr>
              <p:cNvSpPr/>
              <p:nvPr/>
            </p:nvSpPr>
            <p:spPr>
              <a:xfrm>
                <a:off x="360117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7" name="pg473">
                <a:extLst>
                  <a:ext uri="{FF2B5EF4-FFF2-40B4-BE49-F238E27FC236}">
                    <a16:creationId xmlns:a16="http://schemas.microsoft.com/office/drawing/2014/main" id="{409C9B09-3645-3471-2D2D-1F1FE2DB32BA}"/>
                  </a:ext>
                </a:extLst>
              </p:cNvPr>
              <p:cNvSpPr/>
              <p:nvPr/>
            </p:nvSpPr>
            <p:spPr>
              <a:xfrm>
                <a:off x="368261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8" name="pg474">
                <a:extLst>
                  <a:ext uri="{FF2B5EF4-FFF2-40B4-BE49-F238E27FC236}">
                    <a16:creationId xmlns:a16="http://schemas.microsoft.com/office/drawing/2014/main" id="{7BC54D28-F504-20D3-D0F6-616CBF0A32BE}"/>
                  </a:ext>
                </a:extLst>
              </p:cNvPr>
              <p:cNvSpPr/>
              <p:nvPr/>
            </p:nvSpPr>
            <p:spPr>
              <a:xfrm>
                <a:off x="3764050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09" name="pg475">
                <a:extLst>
                  <a:ext uri="{FF2B5EF4-FFF2-40B4-BE49-F238E27FC236}">
                    <a16:creationId xmlns:a16="http://schemas.microsoft.com/office/drawing/2014/main" id="{03EF76DF-8B7F-DD15-5633-26DF3AFA020B}"/>
                  </a:ext>
                </a:extLst>
              </p:cNvPr>
              <p:cNvSpPr/>
              <p:nvPr/>
            </p:nvSpPr>
            <p:spPr>
              <a:xfrm>
                <a:off x="3845487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0" name="pg476">
                <a:extLst>
                  <a:ext uri="{FF2B5EF4-FFF2-40B4-BE49-F238E27FC236}">
                    <a16:creationId xmlns:a16="http://schemas.microsoft.com/office/drawing/2014/main" id="{5D90E95E-AF43-D375-F6DB-34829BA02467}"/>
                  </a:ext>
                </a:extLst>
              </p:cNvPr>
              <p:cNvSpPr/>
              <p:nvPr/>
            </p:nvSpPr>
            <p:spPr>
              <a:xfrm>
                <a:off x="3926924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1" name="pg477">
                <a:extLst>
                  <a:ext uri="{FF2B5EF4-FFF2-40B4-BE49-F238E27FC236}">
                    <a16:creationId xmlns:a16="http://schemas.microsoft.com/office/drawing/2014/main" id="{6CB91006-7A5A-F5A5-66CE-7D53E2E8494C}"/>
                  </a:ext>
                </a:extLst>
              </p:cNvPr>
              <p:cNvSpPr/>
              <p:nvPr/>
            </p:nvSpPr>
            <p:spPr>
              <a:xfrm>
                <a:off x="4008361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2" name="pg478">
                <a:extLst>
                  <a:ext uri="{FF2B5EF4-FFF2-40B4-BE49-F238E27FC236}">
                    <a16:creationId xmlns:a16="http://schemas.microsoft.com/office/drawing/2014/main" id="{D753C120-B6FA-853D-9FBB-F8E90F1564A7}"/>
                  </a:ext>
                </a:extLst>
              </p:cNvPr>
              <p:cNvSpPr/>
              <p:nvPr/>
            </p:nvSpPr>
            <p:spPr>
              <a:xfrm>
                <a:off x="4089798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3" name="pg479">
                <a:extLst>
                  <a:ext uri="{FF2B5EF4-FFF2-40B4-BE49-F238E27FC236}">
                    <a16:creationId xmlns:a16="http://schemas.microsoft.com/office/drawing/2014/main" id="{B29EE911-6395-4D6C-23AE-63ABE5D3325C}"/>
                  </a:ext>
                </a:extLst>
              </p:cNvPr>
              <p:cNvSpPr/>
              <p:nvPr/>
            </p:nvSpPr>
            <p:spPr>
              <a:xfrm>
                <a:off x="4171236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4" name="pg480">
                <a:extLst>
                  <a:ext uri="{FF2B5EF4-FFF2-40B4-BE49-F238E27FC236}">
                    <a16:creationId xmlns:a16="http://schemas.microsoft.com/office/drawing/2014/main" id="{4A062B04-DCF1-5D7A-DDA1-96BE3E48F038}"/>
                  </a:ext>
                </a:extLst>
              </p:cNvPr>
              <p:cNvSpPr/>
              <p:nvPr/>
            </p:nvSpPr>
            <p:spPr>
              <a:xfrm>
                <a:off x="4252673" y="402949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5" name="pg481">
                <a:extLst>
                  <a:ext uri="{FF2B5EF4-FFF2-40B4-BE49-F238E27FC236}">
                    <a16:creationId xmlns:a16="http://schemas.microsoft.com/office/drawing/2014/main" id="{CB563AC6-4BCD-06D5-1D4F-B21B6B88120F}"/>
                  </a:ext>
                </a:extLst>
              </p:cNvPr>
              <p:cNvSpPr/>
              <p:nvPr/>
            </p:nvSpPr>
            <p:spPr>
              <a:xfrm>
                <a:off x="278680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6" name="pg482">
                <a:extLst>
                  <a:ext uri="{FF2B5EF4-FFF2-40B4-BE49-F238E27FC236}">
                    <a16:creationId xmlns:a16="http://schemas.microsoft.com/office/drawing/2014/main" id="{BFD8A052-A04D-19D8-45EB-0FA9531364C7}"/>
                  </a:ext>
                </a:extLst>
              </p:cNvPr>
              <p:cNvSpPr/>
              <p:nvPr/>
            </p:nvSpPr>
            <p:spPr>
              <a:xfrm>
                <a:off x="286824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7" name="pg483">
                <a:extLst>
                  <a:ext uri="{FF2B5EF4-FFF2-40B4-BE49-F238E27FC236}">
                    <a16:creationId xmlns:a16="http://schemas.microsoft.com/office/drawing/2014/main" id="{86492948-622E-6E3B-310E-5E81349BC569}"/>
                  </a:ext>
                </a:extLst>
              </p:cNvPr>
              <p:cNvSpPr/>
              <p:nvPr/>
            </p:nvSpPr>
            <p:spPr>
              <a:xfrm>
                <a:off x="294967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8" name="pg484">
                <a:extLst>
                  <a:ext uri="{FF2B5EF4-FFF2-40B4-BE49-F238E27FC236}">
                    <a16:creationId xmlns:a16="http://schemas.microsoft.com/office/drawing/2014/main" id="{8C1E5AE0-B5A9-D7A0-7E43-BA37ED8361C4}"/>
                  </a:ext>
                </a:extLst>
              </p:cNvPr>
              <p:cNvSpPr/>
              <p:nvPr/>
            </p:nvSpPr>
            <p:spPr>
              <a:xfrm>
                <a:off x="303111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19" name="pg485">
                <a:extLst>
                  <a:ext uri="{FF2B5EF4-FFF2-40B4-BE49-F238E27FC236}">
                    <a16:creationId xmlns:a16="http://schemas.microsoft.com/office/drawing/2014/main" id="{953F6B7F-96B5-3019-E602-5694F05482B4}"/>
                  </a:ext>
                </a:extLst>
              </p:cNvPr>
              <p:cNvSpPr/>
              <p:nvPr/>
            </p:nvSpPr>
            <p:spPr>
              <a:xfrm>
                <a:off x="311255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0" name="pg486">
                <a:extLst>
                  <a:ext uri="{FF2B5EF4-FFF2-40B4-BE49-F238E27FC236}">
                    <a16:creationId xmlns:a16="http://schemas.microsoft.com/office/drawing/2014/main" id="{37D4DE2E-65F2-FE37-D232-43CB3409991F}"/>
                  </a:ext>
                </a:extLst>
              </p:cNvPr>
              <p:cNvSpPr/>
              <p:nvPr/>
            </p:nvSpPr>
            <p:spPr>
              <a:xfrm>
                <a:off x="319399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1" name="pg487">
                <a:extLst>
                  <a:ext uri="{FF2B5EF4-FFF2-40B4-BE49-F238E27FC236}">
                    <a16:creationId xmlns:a16="http://schemas.microsoft.com/office/drawing/2014/main" id="{BE5ADCD9-E9E6-9F49-0CBC-8B09C2AC8F12}"/>
                  </a:ext>
                </a:extLst>
              </p:cNvPr>
              <p:cNvSpPr/>
              <p:nvPr/>
            </p:nvSpPr>
            <p:spPr>
              <a:xfrm>
                <a:off x="327542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2" name="pg488">
                <a:extLst>
                  <a:ext uri="{FF2B5EF4-FFF2-40B4-BE49-F238E27FC236}">
                    <a16:creationId xmlns:a16="http://schemas.microsoft.com/office/drawing/2014/main" id="{7ADE4788-CCD2-9453-33C4-B8521609CEFF}"/>
                  </a:ext>
                </a:extLst>
              </p:cNvPr>
              <p:cNvSpPr/>
              <p:nvPr/>
            </p:nvSpPr>
            <p:spPr>
              <a:xfrm>
                <a:off x="335686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3" name="pg489">
                <a:extLst>
                  <a:ext uri="{FF2B5EF4-FFF2-40B4-BE49-F238E27FC236}">
                    <a16:creationId xmlns:a16="http://schemas.microsoft.com/office/drawing/2014/main" id="{A1006484-BFA4-4A49-13E7-EB91F953902E}"/>
                  </a:ext>
                </a:extLst>
              </p:cNvPr>
              <p:cNvSpPr/>
              <p:nvPr/>
            </p:nvSpPr>
            <p:spPr>
              <a:xfrm>
                <a:off x="343830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4" name="pg490">
                <a:extLst>
                  <a:ext uri="{FF2B5EF4-FFF2-40B4-BE49-F238E27FC236}">
                    <a16:creationId xmlns:a16="http://schemas.microsoft.com/office/drawing/2014/main" id="{F0926B6B-3A25-2A61-B06B-98999B9248D8}"/>
                  </a:ext>
                </a:extLst>
              </p:cNvPr>
              <p:cNvSpPr/>
              <p:nvPr/>
            </p:nvSpPr>
            <p:spPr>
              <a:xfrm>
                <a:off x="351973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5" name="pg491">
                <a:extLst>
                  <a:ext uri="{FF2B5EF4-FFF2-40B4-BE49-F238E27FC236}">
                    <a16:creationId xmlns:a16="http://schemas.microsoft.com/office/drawing/2014/main" id="{C884D1E2-6995-B462-071A-FED608B7FE8F}"/>
                  </a:ext>
                </a:extLst>
              </p:cNvPr>
              <p:cNvSpPr/>
              <p:nvPr/>
            </p:nvSpPr>
            <p:spPr>
              <a:xfrm>
                <a:off x="360117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6" name="pg492">
                <a:extLst>
                  <a:ext uri="{FF2B5EF4-FFF2-40B4-BE49-F238E27FC236}">
                    <a16:creationId xmlns:a16="http://schemas.microsoft.com/office/drawing/2014/main" id="{E4D6024E-1E73-8EA9-0743-C3ADE6F0850E}"/>
                  </a:ext>
                </a:extLst>
              </p:cNvPr>
              <p:cNvSpPr/>
              <p:nvPr/>
            </p:nvSpPr>
            <p:spPr>
              <a:xfrm>
                <a:off x="368261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7" name="pg493">
                <a:extLst>
                  <a:ext uri="{FF2B5EF4-FFF2-40B4-BE49-F238E27FC236}">
                    <a16:creationId xmlns:a16="http://schemas.microsoft.com/office/drawing/2014/main" id="{25E1BB1B-6216-C125-2E09-71E774FA9232}"/>
                  </a:ext>
                </a:extLst>
              </p:cNvPr>
              <p:cNvSpPr/>
              <p:nvPr/>
            </p:nvSpPr>
            <p:spPr>
              <a:xfrm>
                <a:off x="3764050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8" name="pg494">
                <a:extLst>
                  <a:ext uri="{FF2B5EF4-FFF2-40B4-BE49-F238E27FC236}">
                    <a16:creationId xmlns:a16="http://schemas.microsoft.com/office/drawing/2014/main" id="{E40EE75B-C859-F03F-48C0-56E49AD79F0E}"/>
                  </a:ext>
                </a:extLst>
              </p:cNvPr>
              <p:cNvSpPr/>
              <p:nvPr/>
            </p:nvSpPr>
            <p:spPr>
              <a:xfrm>
                <a:off x="3845487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29" name="pg495">
                <a:extLst>
                  <a:ext uri="{FF2B5EF4-FFF2-40B4-BE49-F238E27FC236}">
                    <a16:creationId xmlns:a16="http://schemas.microsoft.com/office/drawing/2014/main" id="{391012D0-BE22-E08D-0F4D-62E682EE8890}"/>
                  </a:ext>
                </a:extLst>
              </p:cNvPr>
              <p:cNvSpPr/>
              <p:nvPr/>
            </p:nvSpPr>
            <p:spPr>
              <a:xfrm>
                <a:off x="3926924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0" name="pg496">
                <a:extLst>
                  <a:ext uri="{FF2B5EF4-FFF2-40B4-BE49-F238E27FC236}">
                    <a16:creationId xmlns:a16="http://schemas.microsoft.com/office/drawing/2014/main" id="{D4C24267-85B0-59CA-375C-0B71EA863398}"/>
                  </a:ext>
                </a:extLst>
              </p:cNvPr>
              <p:cNvSpPr/>
              <p:nvPr/>
            </p:nvSpPr>
            <p:spPr>
              <a:xfrm>
                <a:off x="4008361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1" name="pg497">
                <a:extLst>
                  <a:ext uri="{FF2B5EF4-FFF2-40B4-BE49-F238E27FC236}">
                    <a16:creationId xmlns:a16="http://schemas.microsoft.com/office/drawing/2014/main" id="{64C109E7-AC1A-0632-CBBE-EE4EEB2127B5}"/>
                  </a:ext>
                </a:extLst>
              </p:cNvPr>
              <p:cNvSpPr/>
              <p:nvPr/>
            </p:nvSpPr>
            <p:spPr>
              <a:xfrm>
                <a:off x="4089798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2" name="pg498">
                <a:extLst>
                  <a:ext uri="{FF2B5EF4-FFF2-40B4-BE49-F238E27FC236}">
                    <a16:creationId xmlns:a16="http://schemas.microsoft.com/office/drawing/2014/main" id="{2AF0E983-B7BA-3E3C-87F3-C823C78C1B25}"/>
                  </a:ext>
                </a:extLst>
              </p:cNvPr>
              <p:cNvSpPr/>
              <p:nvPr/>
            </p:nvSpPr>
            <p:spPr>
              <a:xfrm>
                <a:off x="4171236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3" name="pg499">
                <a:extLst>
                  <a:ext uri="{FF2B5EF4-FFF2-40B4-BE49-F238E27FC236}">
                    <a16:creationId xmlns:a16="http://schemas.microsoft.com/office/drawing/2014/main" id="{C3A4F376-13F0-6C12-A9A4-AFAEBC0B3A37}"/>
                  </a:ext>
                </a:extLst>
              </p:cNvPr>
              <p:cNvSpPr/>
              <p:nvPr/>
            </p:nvSpPr>
            <p:spPr>
              <a:xfrm>
                <a:off x="4252673" y="4132810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4" name="pg500">
                <a:extLst>
                  <a:ext uri="{FF2B5EF4-FFF2-40B4-BE49-F238E27FC236}">
                    <a16:creationId xmlns:a16="http://schemas.microsoft.com/office/drawing/2014/main" id="{7731A5EC-BDD4-C50E-DCD0-34D87F7C85E8}"/>
                  </a:ext>
                </a:extLst>
              </p:cNvPr>
              <p:cNvSpPr/>
              <p:nvPr/>
            </p:nvSpPr>
            <p:spPr>
              <a:xfrm>
                <a:off x="278680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5" name="pg501">
                <a:extLst>
                  <a:ext uri="{FF2B5EF4-FFF2-40B4-BE49-F238E27FC236}">
                    <a16:creationId xmlns:a16="http://schemas.microsoft.com/office/drawing/2014/main" id="{C5E866BA-0C8A-0388-9071-5C1593092A18}"/>
                  </a:ext>
                </a:extLst>
              </p:cNvPr>
              <p:cNvSpPr/>
              <p:nvPr/>
            </p:nvSpPr>
            <p:spPr>
              <a:xfrm>
                <a:off x="286824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6" name="pg502">
                <a:extLst>
                  <a:ext uri="{FF2B5EF4-FFF2-40B4-BE49-F238E27FC236}">
                    <a16:creationId xmlns:a16="http://schemas.microsoft.com/office/drawing/2014/main" id="{8595B37A-5984-134E-EA19-AB8DB5E8E42E}"/>
                  </a:ext>
                </a:extLst>
              </p:cNvPr>
              <p:cNvSpPr/>
              <p:nvPr/>
            </p:nvSpPr>
            <p:spPr>
              <a:xfrm>
                <a:off x="294967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7" name="pg503">
                <a:extLst>
                  <a:ext uri="{FF2B5EF4-FFF2-40B4-BE49-F238E27FC236}">
                    <a16:creationId xmlns:a16="http://schemas.microsoft.com/office/drawing/2014/main" id="{049A0EAF-77A2-88A4-8BB2-DE0048EFBB0B}"/>
                  </a:ext>
                </a:extLst>
              </p:cNvPr>
              <p:cNvSpPr/>
              <p:nvPr/>
            </p:nvSpPr>
            <p:spPr>
              <a:xfrm>
                <a:off x="303111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8" name="pg504">
                <a:extLst>
                  <a:ext uri="{FF2B5EF4-FFF2-40B4-BE49-F238E27FC236}">
                    <a16:creationId xmlns:a16="http://schemas.microsoft.com/office/drawing/2014/main" id="{516804A8-EE1F-BB21-9B44-B572118176B1}"/>
                  </a:ext>
                </a:extLst>
              </p:cNvPr>
              <p:cNvSpPr/>
              <p:nvPr/>
            </p:nvSpPr>
            <p:spPr>
              <a:xfrm>
                <a:off x="311255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39" name="pg505">
                <a:extLst>
                  <a:ext uri="{FF2B5EF4-FFF2-40B4-BE49-F238E27FC236}">
                    <a16:creationId xmlns:a16="http://schemas.microsoft.com/office/drawing/2014/main" id="{7E130CF2-569C-F71C-EA2E-90345F11576B}"/>
                  </a:ext>
                </a:extLst>
              </p:cNvPr>
              <p:cNvSpPr/>
              <p:nvPr/>
            </p:nvSpPr>
            <p:spPr>
              <a:xfrm>
                <a:off x="319399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0" name="pg506">
                <a:extLst>
                  <a:ext uri="{FF2B5EF4-FFF2-40B4-BE49-F238E27FC236}">
                    <a16:creationId xmlns:a16="http://schemas.microsoft.com/office/drawing/2014/main" id="{8D93BDBE-2A9A-1797-3F83-8109E9C4DE16}"/>
                  </a:ext>
                </a:extLst>
              </p:cNvPr>
              <p:cNvSpPr/>
              <p:nvPr/>
            </p:nvSpPr>
            <p:spPr>
              <a:xfrm>
                <a:off x="327542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1" name="pg507">
                <a:extLst>
                  <a:ext uri="{FF2B5EF4-FFF2-40B4-BE49-F238E27FC236}">
                    <a16:creationId xmlns:a16="http://schemas.microsoft.com/office/drawing/2014/main" id="{19CB3C43-BDA7-BB93-9317-ED6534B50115}"/>
                  </a:ext>
                </a:extLst>
              </p:cNvPr>
              <p:cNvSpPr/>
              <p:nvPr/>
            </p:nvSpPr>
            <p:spPr>
              <a:xfrm>
                <a:off x="335686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2" name="pg508">
                <a:extLst>
                  <a:ext uri="{FF2B5EF4-FFF2-40B4-BE49-F238E27FC236}">
                    <a16:creationId xmlns:a16="http://schemas.microsoft.com/office/drawing/2014/main" id="{45BF0CA3-4F9A-76E9-CB07-45106005D77B}"/>
                  </a:ext>
                </a:extLst>
              </p:cNvPr>
              <p:cNvSpPr/>
              <p:nvPr/>
            </p:nvSpPr>
            <p:spPr>
              <a:xfrm>
                <a:off x="343830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3" name="pg509">
                <a:extLst>
                  <a:ext uri="{FF2B5EF4-FFF2-40B4-BE49-F238E27FC236}">
                    <a16:creationId xmlns:a16="http://schemas.microsoft.com/office/drawing/2014/main" id="{79373048-7A71-AA45-743A-735BEA9C6990}"/>
                  </a:ext>
                </a:extLst>
              </p:cNvPr>
              <p:cNvSpPr/>
              <p:nvPr/>
            </p:nvSpPr>
            <p:spPr>
              <a:xfrm>
                <a:off x="351973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4" name="pg510">
                <a:extLst>
                  <a:ext uri="{FF2B5EF4-FFF2-40B4-BE49-F238E27FC236}">
                    <a16:creationId xmlns:a16="http://schemas.microsoft.com/office/drawing/2014/main" id="{E88ACBDB-AAAD-DD1D-5B51-7B7495710BA4}"/>
                  </a:ext>
                </a:extLst>
              </p:cNvPr>
              <p:cNvSpPr/>
              <p:nvPr/>
            </p:nvSpPr>
            <p:spPr>
              <a:xfrm>
                <a:off x="360117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5" name="pg511">
                <a:extLst>
                  <a:ext uri="{FF2B5EF4-FFF2-40B4-BE49-F238E27FC236}">
                    <a16:creationId xmlns:a16="http://schemas.microsoft.com/office/drawing/2014/main" id="{02401F8F-9280-BEBD-79D9-59CC8CEE83D6}"/>
                  </a:ext>
                </a:extLst>
              </p:cNvPr>
              <p:cNvSpPr/>
              <p:nvPr/>
            </p:nvSpPr>
            <p:spPr>
              <a:xfrm>
                <a:off x="3682613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6" name="pg512">
                <a:extLst>
                  <a:ext uri="{FF2B5EF4-FFF2-40B4-BE49-F238E27FC236}">
                    <a16:creationId xmlns:a16="http://schemas.microsoft.com/office/drawing/2014/main" id="{E278216B-635D-4E13-6840-68F46510426A}"/>
                  </a:ext>
                </a:extLst>
              </p:cNvPr>
              <p:cNvSpPr/>
              <p:nvPr/>
            </p:nvSpPr>
            <p:spPr>
              <a:xfrm>
                <a:off x="3764050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7" name="pg513">
                <a:extLst>
                  <a:ext uri="{FF2B5EF4-FFF2-40B4-BE49-F238E27FC236}">
                    <a16:creationId xmlns:a16="http://schemas.microsoft.com/office/drawing/2014/main" id="{B0E2A156-9B15-BD71-5921-45E64F8B07C6}"/>
                  </a:ext>
                </a:extLst>
              </p:cNvPr>
              <p:cNvSpPr/>
              <p:nvPr/>
            </p:nvSpPr>
            <p:spPr>
              <a:xfrm>
                <a:off x="3845487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8" name="pg514">
                <a:extLst>
                  <a:ext uri="{FF2B5EF4-FFF2-40B4-BE49-F238E27FC236}">
                    <a16:creationId xmlns:a16="http://schemas.microsoft.com/office/drawing/2014/main" id="{9A94FCD9-68A1-29E5-4552-28BAB06E61E0}"/>
                  </a:ext>
                </a:extLst>
              </p:cNvPr>
              <p:cNvSpPr/>
              <p:nvPr/>
            </p:nvSpPr>
            <p:spPr>
              <a:xfrm>
                <a:off x="3926924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49" name="pg515">
                <a:extLst>
                  <a:ext uri="{FF2B5EF4-FFF2-40B4-BE49-F238E27FC236}">
                    <a16:creationId xmlns:a16="http://schemas.microsoft.com/office/drawing/2014/main" id="{C41758A6-C2DE-5824-7144-A45DD3D8DF1A}"/>
                  </a:ext>
                </a:extLst>
              </p:cNvPr>
              <p:cNvSpPr/>
              <p:nvPr/>
            </p:nvSpPr>
            <p:spPr>
              <a:xfrm>
                <a:off x="4008361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0" name="pg516">
                <a:extLst>
                  <a:ext uri="{FF2B5EF4-FFF2-40B4-BE49-F238E27FC236}">
                    <a16:creationId xmlns:a16="http://schemas.microsoft.com/office/drawing/2014/main" id="{91B341D4-87B3-414D-04AB-37F520ADB11C}"/>
                  </a:ext>
                </a:extLst>
              </p:cNvPr>
              <p:cNvSpPr/>
              <p:nvPr/>
            </p:nvSpPr>
            <p:spPr>
              <a:xfrm>
                <a:off x="4089798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1" name="pg517">
                <a:extLst>
                  <a:ext uri="{FF2B5EF4-FFF2-40B4-BE49-F238E27FC236}">
                    <a16:creationId xmlns:a16="http://schemas.microsoft.com/office/drawing/2014/main" id="{ECAA3FAF-20DF-C855-BEF9-88B4AC211E31}"/>
                  </a:ext>
                </a:extLst>
              </p:cNvPr>
              <p:cNvSpPr/>
              <p:nvPr/>
            </p:nvSpPr>
            <p:spPr>
              <a:xfrm>
                <a:off x="4171236" y="4236126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2" name="pg518">
                <a:extLst>
                  <a:ext uri="{FF2B5EF4-FFF2-40B4-BE49-F238E27FC236}">
                    <a16:creationId xmlns:a16="http://schemas.microsoft.com/office/drawing/2014/main" id="{10D239B1-A948-AE7D-11EF-4608CEC28FC7}"/>
                  </a:ext>
                </a:extLst>
              </p:cNvPr>
              <p:cNvSpPr/>
              <p:nvPr/>
            </p:nvSpPr>
            <p:spPr>
              <a:xfrm>
                <a:off x="278680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3" name="pg519">
                <a:extLst>
                  <a:ext uri="{FF2B5EF4-FFF2-40B4-BE49-F238E27FC236}">
                    <a16:creationId xmlns:a16="http://schemas.microsoft.com/office/drawing/2014/main" id="{0484E484-2BC0-0D2D-49AA-6E400174495E}"/>
                  </a:ext>
                </a:extLst>
              </p:cNvPr>
              <p:cNvSpPr/>
              <p:nvPr/>
            </p:nvSpPr>
            <p:spPr>
              <a:xfrm>
                <a:off x="286824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4" name="pg520">
                <a:extLst>
                  <a:ext uri="{FF2B5EF4-FFF2-40B4-BE49-F238E27FC236}">
                    <a16:creationId xmlns:a16="http://schemas.microsoft.com/office/drawing/2014/main" id="{039B951B-9F00-7801-0DE1-718D814D914D}"/>
                  </a:ext>
                </a:extLst>
              </p:cNvPr>
              <p:cNvSpPr/>
              <p:nvPr/>
            </p:nvSpPr>
            <p:spPr>
              <a:xfrm>
                <a:off x="294967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5" name="pg521">
                <a:extLst>
                  <a:ext uri="{FF2B5EF4-FFF2-40B4-BE49-F238E27FC236}">
                    <a16:creationId xmlns:a16="http://schemas.microsoft.com/office/drawing/2014/main" id="{48311D21-8256-293F-3199-104B1A6C90C2}"/>
                  </a:ext>
                </a:extLst>
              </p:cNvPr>
              <p:cNvSpPr/>
              <p:nvPr/>
            </p:nvSpPr>
            <p:spPr>
              <a:xfrm>
                <a:off x="303111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6" name="pg522">
                <a:extLst>
                  <a:ext uri="{FF2B5EF4-FFF2-40B4-BE49-F238E27FC236}">
                    <a16:creationId xmlns:a16="http://schemas.microsoft.com/office/drawing/2014/main" id="{39168CDA-4FD4-671E-0E85-AB89258EF2DC}"/>
                  </a:ext>
                </a:extLst>
              </p:cNvPr>
              <p:cNvSpPr/>
              <p:nvPr/>
            </p:nvSpPr>
            <p:spPr>
              <a:xfrm>
                <a:off x="311255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7" name="pg523">
                <a:extLst>
                  <a:ext uri="{FF2B5EF4-FFF2-40B4-BE49-F238E27FC236}">
                    <a16:creationId xmlns:a16="http://schemas.microsoft.com/office/drawing/2014/main" id="{D6E9430B-F3CB-083F-616B-6C13834BCB66}"/>
                  </a:ext>
                </a:extLst>
              </p:cNvPr>
              <p:cNvSpPr/>
              <p:nvPr/>
            </p:nvSpPr>
            <p:spPr>
              <a:xfrm>
                <a:off x="319399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8" name="pg524">
                <a:extLst>
                  <a:ext uri="{FF2B5EF4-FFF2-40B4-BE49-F238E27FC236}">
                    <a16:creationId xmlns:a16="http://schemas.microsoft.com/office/drawing/2014/main" id="{A08007B0-C16A-5130-17FD-E776065CEE61}"/>
                  </a:ext>
                </a:extLst>
              </p:cNvPr>
              <p:cNvSpPr/>
              <p:nvPr/>
            </p:nvSpPr>
            <p:spPr>
              <a:xfrm>
                <a:off x="327542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59" name="pg525">
                <a:extLst>
                  <a:ext uri="{FF2B5EF4-FFF2-40B4-BE49-F238E27FC236}">
                    <a16:creationId xmlns:a16="http://schemas.microsoft.com/office/drawing/2014/main" id="{078A6202-A728-D39A-D07D-99371974AE3D}"/>
                  </a:ext>
                </a:extLst>
              </p:cNvPr>
              <p:cNvSpPr/>
              <p:nvPr/>
            </p:nvSpPr>
            <p:spPr>
              <a:xfrm>
                <a:off x="335686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0" name="pg526">
                <a:extLst>
                  <a:ext uri="{FF2B5EF4-FFF2-40B4-BE49-F238E27FC236}">
                    <a16:creationId xmlns:a16="http://schemas.microsoft.com/office/drawing/2014/main" id="{32DC2CCC-83C9-13B0-26D4-4EF4A26E41EC}"/>
                  </a:ext>
                </a:extLst>
              </p:cNvPr>
              <p:cNvSpPr/>
              <p:nvPr/>
            </p:nvSpPr>
            <p:spPr>
              <a:xfrm>
                <a:off x="343830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1" name="pg527">
                <a:extLst>
                  <a:ext uri="{FF2B5EF4-FFF2-40B4-BE49-F238E27FC236}">
                    <a16:creationId xmlns:a16="http://schemas.microsoft.com/office/drawing/2014/main" id="{49CAB5EB-16C8-C235-DD47-385187544F95}"/>
                  </a:ext>
                </a:extLst>
              </p:cNvPr>
              <p:cNvSpPr/>
              <p:nvPr/>
            </p:nvSpPr>
            <p:spPr>
              <a:xfrm>
                <a:off x="351973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2" name="pg528">
                <a:extLst>
                  <a:ext uri="{FF2B5EF4-FFF2-40B4-BE49-F238E27FC236}">
                    <a16:creationId xmlns:a16="http://schemas.microsoft.com/office/drawing/2014/main" id="{F97FBEB6-DAD5-2389-3EC4-44D85EEC6513}"/>
                  </a:ext>
                </a:extLst>
              </p:cNvPr>
              <p:cNvSpPr/>
              <p:nvPr/>
            </p:nvSpPr>
            <p:spPr>
              <a:xfrm>
                <a:off x="3601176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3" name="pg529">
                <a:extLst>
                  <a:ext uri="{FF2B5EF4-FFF2-40B4-BE49-F238E27FC236}">
                    <a16:creationId xmlns:a16="http://schemas.microsoft.com/office/drawing/2014/main" id="{85A472E4-1F6E-C6E3-199A-47888C973E56}"/>
                  </a:ext>
                </a:extLst>
              </p:cNvPr>
              <p:cNvSpPr/>
              <p:nvPr/>
            </p:nvSpPr>
            <p:spPr>
              <a:xfrm>
                <a:off x="3682613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4" name="pg530">
                <a:extLst>
                  <a:ext uri="{FF2B5EF4-FFF2-40B4-BE49-F238E27FC236}">
                    <a16:creationId xmlns:a16="http://schemas.microsoft.com/office/drawing/2014/main" id="{74B0308A-604E-AF05-B3C8-BA47AB28EF91}"/>
                  </a:ext>
                </a:extLst>
              </p:cNvPr>
              <p:cNvSpPr/>
              <p:nvPr/>
            </p:nvSpPr>
            <p:spPr>
              <a:xfrm>
                <a:off x="3764050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5" name="pg531">
                <a:extLst>
                  <a:ext uri="{FF2B5EF4-FFF2-40B4-BE49-F238E27FC236}">
                    <a16:creationId xmlns:a16="http://schemas.microsoft.com/office/drawing/2014/main" id="{25222844-9F51-35FE-37E3-D080AE2B5EDC}"/>
                  </a:ext>
                </a:extLst>
              </p:cNvPr>
              <p:cNvSpPr/>
              <p:nvPr/>
            </p:nvSpPr>
            <p:spPr>
              <a:xfrm>
                <a:off x="3845487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6" name="pg532">
                <a:extLst>
                  <a:ext uri="{FF2B5EF4-FFF2-40B4-BE49-F238E27FC236}">
                    <a16:creationId xmlns:a16="http://schemas.microsoft.com/office/drawing/2014/main" id="{0ACC336F-D4EA-6195-EFE2-6A0FA8010895}"/>
                  </a:ext>
                </a:extLst>
              </p:cNvPr>
              <p:cNvSpPr/>
              <p:nvPr/>
            </p:nvSpPr>
            <p:spPr>
              <a:xfrm>
                <a:off x="3926924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7" name="pg533">
                <a:extLst>
                  <a:ext uri="{FF2B5EF4-FFF2-40B4-BE49-F238E27FC236}">
                    <a16:creationId xmlns:a16="http://schemas.microsoft.com/office/drawing/2014/main" id="{5A1F2559-0B83-A23E-5462-8C99B92DF5AD}"/>
                  </a:ext>
                </a:extLst>
              </p:cNvPr>
              <p:cNvSpPr/>
              <p:nvPr/>
            </p:nvSpPr>
            <p:spPr>
              <a:xfrm>
                <a:off x="4008361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8" name="pg534">
                <a:extLst>
                  <a:ext uri="{FF2B5EF4-FFF2-40B4-BE49-F238E27FC236}">
                    <a16:creationId xmlns:a16="http://schemas.microsoft.com/office/drawing/2014/main" id="{CE968AC1-2CA9-7F56-2612-CCEF8A72C109}"/>
                  </a:ext>
                </a:extLst>
              </p:cNvPr>
              <p:cNvSpPr/>
              <p:nvPr/>
            </p:nvSpPr>
            <p:spPr>
              <a:xfrm>
                <a:off x="4089798" y="4339442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69" name="pg535">
                <a:extLst>
                  <a:ext uri="{FF2B5EF4-FFF2-40B4-BE49-F238E27FC236}">
                    <a16:creationId xmlns:a16="http://schemas.microsoft.com/office/drawing/2014/main" id="{27684A39-C9B1-589B-4FAB-242DF0169C95}"/>
                  </a:ext>
                </a:extLst>
              </p:cNvPr>
              <p:cNvSpPr/>
              <p:nvPr/>
            </p:nvSpPr>
            <p:spPr>
              <a:xfrm>
                <a:off x="286824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0" name="pg536">
                <a:extLst>
                  <a:ext uri="{FF2B5EF4-FFF2-40B4-BE49-F238E27FC236}">
                    <a16:creationId xmlns:a16="http://schemas.microsoft.com/office/drawing/2014/main" id="{46604EE1-6E65-1C6B-9075-FECC45A67A57}"/>
                  </a:ext>
                </a:extLst>
              </p:cNvPr>
              <p:cNvSpPr/>
              <p:nvPr/>
            </p:nvSpPr>
            <p:spPr>
              <a:xfrm>
                <a:off x="294967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1" name="pg537">
                <a:extLst>
                  <a:ext uri="{FF2B5EF4-FFF2-40B4-BE49-F238E27FC236}">
                    <a16:creationId xmlns:a16="http://schemas.microsoft.com/office/drawing/2014/main" id="{402067DD-17FA-1AEE-C1F7-38307A4F20F5}"/>
                  </a:ext>
                </a:extLst>
              </p:cNvPr>
              <p:cNvSpPr/>
              <p:nvPr/>
            </p:nvSpPr>
            <p:spPr>
              <a:xfrm>
                <a:off x="303111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2" name="pg538">
                <a:extLst>
                  <a:ext uri="{FF2B5EF4-FFF2-40B4-BE49-F238E27FC236}">
                    <a16:creationId xmlns:a16="http://schemas.microsoft.com/office/drawing/2014/main" id="{EE029E56-C3BA-8FAD-510D-57ACE3D747AD}"/>
                  </a:ext>
                </a:extLst>
              </p:cNvPr>
              <p:cNvSpPr/>
              <p:nvPr/>
            </p:nvSpPr>
            <p:spPr>
              <a:xfrm>
                <a:off x="311255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3" name="pg539">
                <a:extLst>
                  <a:ext uri="{FF2B5EF4-FFF2-40B4-BE49-F238E27FC236}">
                    <a16:creationId xmlns:a16="http://schemas.microsoft.com/office/drawing/2014/main" id="{4E2B43AA-1C24-956B-A7F3-DC4C35712F3F}"/>
                  </a:ext>
                </a:extLst>
              </p:cNvPr>
              <p:cNvSpPr/>
              <p:nvPr/>
            </p:nvSpPr>
            <p:spPr>
              <a:xfrm>
                <a:off x="319399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4" name="pg540">
                <a:extLst>
                  <a:ext uri="{FF2B5EF4-FFF2-40B4-BE49-F238E27FC236}">
                    <a16:creationId xmlns:a16="http://schemas.microsoft.com/office/drawing/2014/main" id="{20335EC9-2911-0523-D19A-7ABE8D10DE47}"/>
                  </a:ext>
                </a:extLst>
              </p:cNvPr>
              <p:cNvSpPr/>
              <p:nvPr/>
            </p:nvSpPr>
            <p:spPr>
              <a:xfrm>
                <a:off x="327542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5" name="pg541">
                <a:extLst>
                  <a:ext uri="{FF2B5EF4-FFF2-40B4-BE49-F238E27FC236}">
                    <a16:creationId xmlns:a16="http://schemas.microsoft.com/office/drawing/2014/main" id="{3899A419-C1EE-8DC1-EF02-C45F669A5300}"/>
                  </a:ext>
                </a:extLst>
              </p:cNvPr>
              <p:cNvSpPr/>
              <p:nvPr/>
            </p:nvSpPr>
            <p:spPr>
              <a:xfrm>
                <a:off x="335686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6" name="pg542">
                <a:extLst>
                  <a:ext uri="{FF2B5EF4-FFF2-40B4-BE49-F238E27FC236}">
                    <a16:creationId xmlns:a16="http://schemas.microsoft.com/office/drawing/2014/main" id="{57D2E1D0-5306-5A5B-9C12-45E20301F386}"/>
                  </a:ext>
                </a:extLst>
              </p:cNvPr>
              <p:cNvSpPr/>
              <p:nvPr/>
            </p:nvSpPr>
            <p:spPr>
              <a:xfrm>
                <a:off x="343830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7" name="pg543">
                <a:extLst>
                  <a:ext uri="{FF2B5EF4-FFF2-40B4-BE49-F238E27FC236}">
                    <a16:creationId xmlns:a16="http://schemas.microsoft.com/office/drawing/2014/main" id="{74963C50-04D1-93F2-67A3-3C8ACF7B4007}"/>
                  </a:ext>
                </a:extLst>
              </p:cNvPr>
              <p:cNvSpPr/>
              <p:nvPr/>
            </p:nvSpPr>
            <p:spPr>
              <a:xfrm>
                <a:off x="3519738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8" name="pg544">
                <a:extLst>
                  <a:ext uri="{FF2B5EF4-FFF2-40B4-BE49-F238E27FC236}">
                    <a16:creationId xmlns:a16="http://schemas.microsoft.com/office/drawing/2014/main" id="{7938ECD4-5476-9EF0-315D-B21BFBFCA129}"/>
                  </a:ext>
                </a:extLst>
              </p:cNvPr>
              <p:cNvSpPr/>
              <p:nvPr/>
            </p:nvSpPr>
            <p:spPr>
              <a:xfrm>
                <a:off x="3601176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79" name="pg545">
                <a:extLst>
                  <a:ext uri="{FF2B5EF4-FFF2-40B4-BE49-F238E27FC236}">
                    <a16:creationId xmlns:a16="http://schemas.microsoft.com/office/drawing/2014/main" id="{68F17020-0F2E-A44F-9DF1-1A9AAA2462BD}"/>
                  </a:ext>
                </a:extLst>
              </p:cNvPr>
              <p:cNvSpPr/>
              <p:nvPr/>
            </p:nvSpPr>
            <p:spPr>
              <a:xfrm>
                <a:off x="3682613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0" name="pg546">
                <a:extLst>
                  <a:ext uri="{FF2B5EF4-FFF2-40B4-BE49-F238E27FC236}">
                    <a16:creationId xmlns:a16="http://schemas.microsoft.com/office/drawing/2014/main" id="{97DAB885-12C9-3846-D9CA-1136AE468D1A}"/>
                  </a:ext>
                </a:extLst>
              </p:cNvPr>
              <p:cNvSpPr/>
              <p:nvPr/>
            </p:nvSpPr>
            <p:spPr>
              <a:xfrm>
                <a:off x="3764050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1" name="pg547">
                <a:extLst>
                  <a:ext uri="{FF2B5EF4-FFF2-40B4-BE49-F238E27FC236}">
                    <a16:creationId xmlns:a16="http://schemas.microsoft.com/office/drawing/2014/main" id="{48428FE2-DE19-38EF-39F4-272D6C41A49F}"/>
                  </a:ext>
                </a:extLst>
              </p:cNvPr>
              <p:cNvSpPr/>
              <p:nvPr/>
            </p:nvSpPr>
            <p:spPr>
              <a:xfrm>
                <a:off x="3845487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2" name="pg548">
                <a:extLst>
                  <a:ext uri="{FF2B5EF4-FFF2-40B4-BE49-F238E27FC236}">
                    <a16:creationId xmlns:a16="http://schemas.microsoft.com/office/drawing/2014/main" id="{123B4F70-27BE-C594-586B-DEDF3C6950BA}"/>
                  </a:ext>
                </a:extLst>
              </p:cNvPr>
              <p:cNvSpPr/>
              <p:nvPr/>
            </p:nvSpPr>
            <p:spPr>
              <a:xfrm>
                <a:off x="3926924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3" name="pg549">
                <a:extLst>
                  <a:ext uri="{FF2B5EF4-FFF2-40B4-BE49-F238E27FC236}">
                    <a16:creationId xmlns:a16="http://schemas.microsoft.com/office/drawing/2014/main" id="{3ADB50FC-D8C9-64DA-96E5-292AC929DBAD}"/>
                  </a:ext>
                </a:extLst>
              </p:cNvPr>
              <p:cNvSpPr/>
              <p:nvPr/>
            </p:nvSpPr>
            <p:spPr>
              <a:xfrm>
                <a:off x="4008361" y="444275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4" name="pg550">
                <a:extLst>
                  <a:ext uri="{FF2B5EF4-FFF2-40B4-BE49-F238E27FC236}">
                    <a16:creationId xmlns:a16="http://schemas.microsoft.com/office/drawing/2014/main" id="{5070F5E2-A84B-72BE-D3E9-2F764EC60834}"/>
                  </a:ext>
                </a:extLst>
              </p:cNvPr>
              <p:cNvSpPr/>
              <p:nvPr/>
            </p:nvSpPr>
            <p:spPr>
              <a:xfrm>
                <a:off x="311255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5" name="pg551">
                <a:extLst>
                  <a:ext uri="{FF2B5EF4-FFF2-40B4-BE49-F238E27FC236}">
                    <a16:creationId xmlns:a16="http://schemas.microsoft.com/office/drawing/2014/main" id="{C7FDBD07-9573-ACFB-994C-ABDEAD39637E}"/>
                  </a:ext>
                </a:extLst>
              </p:cNvPr>
              <p:cNvSpPr/>
              <p:nvPr/>
            </p:nvSpPr>
            <p:spPr>
              <a:xfrm>
                <a:off x="319399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6" name="pg552">
                <a:extLst>
                  <a:ext uri="{FF2B5EF4-FFF2-40B4-BE49-F238E27FC236}">
                    <a16:creationId xmlns:a16="http://schemas.microsoft.com/office/drawing/2014/main" id="{BBD7C338-68B1-B221-814D-9C8A3D5D848A}"/>
                  </a:ext>
                </a:extLst>
              </p:cNvPr>
              <p:cNvSpPr/>
              <p:nvPr/>
            </p:nvSpPr>
            <p:spPr>
              <a:xfrm>
                <a:off x="327542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7" name="pg553">
                <a:extLst>
                  <a:ext uri="{FF2B5EF4-FFF2-40B4-BE49-F238E27FC236}">
                    <a16:creationId xmlns:a16="http://schemas.microsoft.com/office/drawing/2014/main" id="{688E4BD2-05BA-878E-AE76-D0CC15F72A10}"/>
                  </a:ext>
                </a:extLst>
              </p:cNvPr>
              <p:cNvSpPr/>
              <p:nvPr/>
            </p:nvSpPr>
            <p:spPr>
              <a:xfrm>
                <a:off x="335686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8" name="pg554">
                <a:extLst>
                  <a:ext uri="{FF2B5EF4-FFF2-40B4-BE49-F238E27FC236}">
                    <a16:creationId xmlns:a16="http://schemas.microsoft.com/office/drawing/2014/main" id="{BD34175C-B2FF-C776-74FB-77B5958CBE35}"/>
                  </a:ext>
                </a:extLst>
              </p:cNvPr>
              <p:cNvSpPr/>
              <p:nvPr/>
            </p:nvSpPr>
            <p:spPr>
              <a:xfrm>
                <a:off x="343830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89" name="pg555">
                <a:extLst>
                  <a:ext uri="{FF2B5EF4-FFF2-40B4-BE49-F238E27FC236}">
                    <a16:creationId xmlns:a16="http://schemas.microsoft.com/office/drawing/2014/main" id="{02970846-3687-9ACA-C310-53D477A7079B}"/>
                  </a:ext>
                </a:extLst>
              </p:cNvPr>
              <p:cNvSpPr/>
              <p:nvPr/>
            </p:nvSpPr>
            <p:spPr>
              <a:xfrm>
                <a:off x="3519738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0" name="pg556">
                <a:extLst>
                  <a:ext uri="{FF2B5EF4-FFF2-40B4-BE49-F238E27FC236}">
                    <a16:creationId xmlns:a16="http://schemas.microsoft.com/office/drawing/2014/main" id="{82E34B3B-4E51-A203-2680-25B9AB8C7827}"/>
                  </a:ext>
                </a:extLst>
              </p:cNvPr>
              <p:cNvSpPr/>
              <p:nvPr/>
            </p:nvSpPr>
            <p:spPr>
              <a:xfrm>
                <a:off x="3601176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1" name="pg557">
                <a:extLst>
                  <a:ext uri="{FF2B5EF4-FFF2-40B4-BE49-F238E27FC236}">
                    <a16:creationId xmlns:a16="http://schemas.microsoft.com/office/drawing/2014/main" id="{44D3D6F7-1FE2-DC5D-513E-AF3B3EAEFB4D}"/>
                  </a:ext>
                </a:extLst>
              </p:cNvPr>
              <p:cNvSpPr/>
              <p:nvPr/>
            </p:nvSpPr>
            <p:spPr>
              <a:xfrm>
                <a:off x="3682613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2" name="pg558">
                <a:extLst>
                  <a:ext uri="{FF2B5EF4-FFF2-40B4-BE49-F238E27FC236}">
                    <a16:creationId xmlns:a16="http://schemas.microsoft.com/office/drawing/2014/main" id="{FDB15DCD-3B2C-579C-2779-1B55E8903131}"/>
                  </a:ext>
                </a:extLst>
              </p:cNvPr>
              <p:cNvSpPr/>
              <p:nvPr/>
            </p:nvSpPr>
            <p:spPr>
              <a:xfrm>
                <a:off x="3764050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3" name="pg559">
                <a:extLst>
                  <a:ext uri="{FF2B5EF4-FFF2-40B4-BE49-F238E27FC236}">
                    <a16:creationId xmlns:a16="http://schemas.microsoft.com/office/drawing/2014/main" id="{C1729ACA-293B-42B9-85BD-5AB9B3513C9D}"/>
                  </a:ext>
                </a:extLst>
              </p:cNvPr>
              <p:cNvSpPr/>
              <p:nvPr/>
            </p:nvSpPr>
            <p:spPr>
              <a:xfrm>
                <a:off x="3845487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4" name="pg560">
                <a:extLst>
                  <a:ext uri="{FF2B5EF4-FFF2-40B4-BE49-F238E27FC236}">
                    <a16:creationId xmlns:a16="http://schemas.microsoft.com/office/drawing/2014/main" id="{E583AB95-E575-D940-EE33-7BEA24B4A963}"/>
                  </a:ext>
                </a:extLst>
              </p:cNvPr>
              <p:cNvSpPr/>
              <p:nvPr/>
            </p:nvSpPr>
            <p:spPr>
              <a:xfrm>
                <a:off x="3926924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5" name="pg561">
                <a:extLst>
                  <a:ext uri="{FF2B5EF4-FFF2-40B4-BE49-F238E27FC236}">
                    <a16:creationId xmlns:a16="http://schemas.microsoft.com/office/drawing/2014/main" id="{84001764-06BD-4257-7019-5839971FBDBB}"/>
                  </a:ext>
                </a:extLst>
              </p:cNvPr>
              <p:cNvSpPr/>
              <p:nvPr/>
            </p:nvSpPr>
            <p:spPr>
              <a:xfrm>
                <a:off x="4008361" y="454607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6" name="pg562">
                <a:extLst>
                  <a:ext uri="{FF2B5EF4-FFF2-40B4-BE49-F238E27FC236}">
                    <a16:creationId xmlns:a16="http://schemas.microsoft.com/office/drawing/2014/main" id="{E757F34E-5445-472C-D675-6DC45CF4BB98}"/>
                  </a:ext>
                </a:extLst>
              </p:cNvPr>
              <p:cNvSpPr/>
              <p:nvPr/>
            </p:nvSpPr>
            <p:spPr>
              <a:xfrm>
                <a:off x="327542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7" name="pg563">
                <a:extLst>
                  <a:ext uri="{FF2B5EF4-FFF2-40B4-BE49-F238E27FC236}">
                    <a16:creationId xmlns:a16="http://schemas.microsoft.com/office/drawing/2014/main" id="{B47276A9-319A-24BA-8B06-4B8BB59A047D}"/>
                  </a:ext>
                </a:extLst>
              </p:cNvPr>
              <p:cNvSpPr/>
              <p:nvPr/>
            </p:nvSpPr>
            <p:spPr>
              <a:xfrm>
                <a:off x="335686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8" name="pg564">
                <a:extLst>
                  <a:ext uri="{FF2B5EF4-FFF2-40B4-BE49-F238E27FC236}">
                    <a16:creationId xmlns:a16="http://schemas.microsoft.com/office/drawing/2014/main" id="{870C6B03-6347-0E11-3D03-EA6A2CBBBBC8}"/>
                  </a:ext>
                </a:extLst>
              </p:cNvPr>
              <p:cNvSpPr/>
              <p:nvPr/>
            </p:nvSpPr>
            <p:spPr>
              <a:xfrm>
                <a:off x="343830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799" name="pg565">
                <a:extLst>
                  <a:ext uri="{FF2B5EF4-FFF2-40B4-BE49-F238E27FC236}">
                    <a16:creationId xmlns:a16="http://schemas.microsoft.com/office/drawing/2014/main" id="{F7D44B34-8FED-D7D6-A2FC-8BCDFFDA60C1}"/>
                  </a:ext>
                </a:extLst>
              </p:cNvPr>
              <p:cNvSpPr/>
              <p:nvPr/>
            </p:nvSpPr>
            <p:spPr>
              <a:xfrm>
                <a:off x="3519738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0" name="pg566">
                <a:extLst>
                  <a:ext uri="{FF2B5EF4-FFF2-40B4-BE49-F238E27FC236}">
                    <a16:creationId xmlns:a16="http://schemas.microsoft.com/office/drawing/2014/main" id="{2AD1C502-41A7-DFE1-5B85-09B3884C0B40}"/>
                  </a:ext>
                </a:extLst>
              </p:cNvPr>
              <p:cNvSpPr/>
              <p:nvPr/>
            </p:nvSpPr>
            <p:spPr>
              <a:xfrm>
                <a:off x="3601176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1" name="pg567">
                <a:extLst>
                  <a:ext uri="{FF2B5EF4-FFF2-40B4-BE49-F238E27FC236}">
                    <a16:creationId xmlns:a16="http://schemas.microsoft.com/office/drawing/2014/main" id="{33388877-46E8-7412-14DF-D9B16A814C0B}"/>
                  </a:ext>
                </a:extLst>
              </p:cNvPr>
              <p:cNvSpPr/>
              <p:nvPr/>
            </p:nvSpPr>
            <p:spPr>
              <a:xfrm>
                <a:off x="3682613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2" name="pg568">
                <a:extLst>
                  <a:ext uri="{FF2B5EF4-FFF2-40B4-BE49-F238E27FC236}">
                    <a16:creationId xmlns:a16="http://schemas.microsoft.com/office/drawing/2014/main" id="{6AB32604-1258-3C47-D391-E262EB37692B}"/>
                  </a:ext>
                </a:extLst>
              </p:cNvPr>
              <p:cNvSpPr/>
              <p:nvPr/>
            </p:nvSpPr>
            <p:spPr>
              <a:xfrm>
                <a:off x="3764050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3" name="pg569">
                <a:extLst>
                  <a:ext uri="{FF2B5EF4-FFF2-40B4-BE49-F238E27FC236}">
                    <a16:creationId xmlns:a16="http://schemas.microsoft.com/office/drawing/2014/main" id="{1AD3B8BE-53F8-008F-497C-2CFB69A8E112}"/>
                  </a:ext>
                </a:extLst>
              </p:cNvPr>
              <p:cNvSpPr/>
              <p:nvPr/>
            </p:nvSpPr>
            <p:spPr>
              <a:xfrm>
                <a:off x="3845487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4" name="pg570">
                <a:extLst>
                  <a:ext uri="{FF2B5EF4-FFF2-40B4-BE49-F238E27FC236}">
                    <a16:creationId xmlns:a16="http://schemas.microsoft.com/office/drawing/2014/main" id="{00B3892F-77AF-046B-E9DF-F6E1D0668F4B}"/>
                  </a:ext>
                </a:extLst>
              </p:cNvPr>
              <p:cNvSpPr/>
              <p:nvPr/>
            </p:nvSpPr>
            <p:spPr>
              <a:xfrm>
                <a:off x="3926924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5" name="pg571">
                <a:extLst>
                  <a:ext uri="{FF2B5EF4-FFF2-40B4-BE49-F238E27FC236}">
                    <a16:creationId xmlns:a16="http://schemas.microsoft.com/office/drawing/2014/main" id="{8F4DFD37-2DBE-215B-BEAD-D8F8A09B553E}"/>
                  </a:ext>
                </a:extLst>
              </p:cNvPr>
              <p:cNvSpPr/>
              <p:nvPr/>
            </p:nvSpPr>
            <p:spPr>
              <a:xfrm>
                <a:off x="4008361" y="464939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6" name="pg572">
                <a:extLst>
                  <a:ext uri="{FF2B5EF4-FFF2-40B4-BE49-F238E27FC236}">
                    <a16:creationId xmlns:a16="http://schemas.microsoft.com/office/drawing/2014/main" id="{2923ED66-66BF-7DC7-A2AB-47B2969A3CBC}"/>
                  </a:ext>
                </a:extLst>
              </p:cNvPr>
              <p:cNvSpPr/>
              <p:nvPr/>
            </p:nvSpPr>
            <p:spPr>
              <a:xfrm>
                <a:off x="335686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7" name="pg573">
                <a:extLst>
                  <a:ext uri="{FF2B5EF4-FFF2-40B4-BE49-F238E27FC236}">
                    <a16:creationId xmlns:a16="http://schemas.microsoft.com/office/drawing/2014/main" id="{5EEC54E5-9F40-7001-DECE-14B9C6344DC0}"/>
                  </a:ext>
                </a:extLst>
              </p:cNvPr>
              <p:cNvSpPr/>
              <p:nvPr/>
            </p:nvSpPr>
            <p:spPr>
              <a:xfrm>
                <a:off x="343830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8" name="pg574">
                <a:extLst>
                  <a:ext uri="{FF2B5EF4-FFF2-40B4-BE49-F238E27FC236}">
                    <a16:creationId xmlns:a16="http://schemas.microsoft.com/office/drawing/2014/main" id="{CBE6AC3C-F7BC-66A9-E363-91DAE213C9B2}"/>
                  </a:ext>
                </a:extLst>
              </p:cNvPr>
              <p:cNvSpPr/>
              <p:nvPr/>
            </p:nvSpPr>
            <p:spPr>
              <a:xfrm>
                <a:off x="3519738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09" name="pg575">
                <a:extLst>
                  <a:ext uri="{FF2B5EF4-FFF2-40B4-BE49-F238E27FC236}">
                    <a16:creationId xmlns:a16="http://schemas.microsoft.com/office/drawing/2014/main" id="{D9D039B3-AEBB-EE9E-078A-B8948F523658}"/>
                  </a:ext>
                </a:extLst>
              </p:cNvPr>
              <p:cNvSpPr/>
              <p:nvPr/>
            </p:nvSpPr>
            <p:spPr>
              <a:xfrm>
                <a:off x="3601176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0" name="pg576">
                <a:extLst>
                  <a:ext uri="{FF2B5EF4-FFF2-40B4-BE49-F238E27FC236}">
                    <a16:creationId xmlns:a16="http://schemas.microsoft.com/office/drawing/2014/main" id="{B00051EE-26C8-EE2D-71C8-68AB6E1EB3A6}"/>
                  </a:ext>
                </a:extLst>
              </p:cNvPr>
              <p:cNvSpPr/>
              <p:nvPr/>
            </p:nvSpPr>
            <p:spPr>
              <a:xfrm>
                <a:off x="3682613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1" name="pg577">
                <a:extLst>
                  <a:ext uri="{FF2B5EF4-FFF2-40B4-BE49-F238E27FC236}">
                    <a16:creationId xmlns:a16="http://schemas.microsoft.com/office/drawing/2014/main" id="{0E065DE1-1688-5B9C-69B4-C745EB676214}"/>
                  </a:ext>
                </a:extLst>
              </p:cNvPr>
              <p:cNvSpPr/>
              <p:nvPr/>
            </p:nvSpPr>
            <p:spPr>
              <a:xfrm>
                <a:off x="3764050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2" name="pg578">
                <a:extLst>
                  <a:ext uri="{FF2B5EF4-FFF2-40B4-BE49-F238E27FC236}">
                    <a16:creationId xmlns:a16="http://schemas.microsoft.com/office/drawing/2014/main" id="{BF473820-4EA8-ADF3-983E-4374A94CF4D4}"/>
                  </a:ext>
                </a:extLst>
              </p:cNvPr>
              <p:cNvSpPr/>
              <p:nvPr/>
            </p:nvSpPr>
            <p:spPr>
              <a:xfrm>
                <a:off x="3845487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3" name="pg579">
                <a:extLst>
                  <a:ext uri="{FF2B5EF4-FFF2-40B4-BE49-F238E27FC236}">
                    <a16:creationId xmlns:a16="http://schemas.microsoft.com/office/drawing/2014/main" id="{D7556F16-1A22-CB89-84C0-2D9284813678}"/>
                  </a:ext>
                </a:extLst>
              </p:cNvPr>
              <p:cNvSpPr/>
              <p:nvPr/>
            </p:nvSpPr>
            <p:spPr>
              <a:xfrm>
                <a:off x="3926924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4" name="pg580">
                <a:extLst>
                  <a:ext uri="{FF2B5EF4-FFF2-40B4-BE49-F238E27FC236}">
                    <a16:creationId xmlns:a16="http://schemas.microsoft.com/office/drawing/2014/main" id="{21467FF7-DB46-A418-7DE8-B8B2F36FD2D7}"/>
                  </a:ext>
                </a:extLst>
              </p:cNvPr>
              <p:cNvSpPr/>
              <p:nvPr/>
            </p:nvSpPr>
            <p:spPr>
              <a:xfrm>
                <a:off x="4008361" y="4752707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5" name="pg581">
                <a:extLst>
                  <a:ext uri="{FF2B5EF4-FFF2-40B4-BE49-F238E27FC236}">
                    <a16:creationId xmlns:a16="http://schemas.microsoft.com/office/drawing/2014/main" id="{2B9E0635-1DD0-5808-BB0C-3CEC03F25603}"/>
                  </a:ext>
                </a:extLst>
              </p:cNvPr>
              <p:cNvSpPr/>
              <p:nvPr/>
            </p:nvSpPr>
            <p:spPr>
              <a:xfrm>
                <a:off x="343830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6" name="pg582">
                <a:extLst>
                  <a:ext uri="{FF2B5EF4-FFF2-40B4-BE49-F238E27FC236}">
                    <a16:creationId xmlns:a16="http://schemas.microsoft.com/office/drawing/2014/main" id="{E24C2FC8-1272-2CE7-DA87-AEDF9BA2117E}"/>
                  </a:ext>
                </a:extLst>
              </p:cNvPr>
              <p:cNvSpPr/>
              <p:nvPr/>
            </p:nvSpPr>
            <p:spPr>
              <a:xfrm>
                <a:off x="351973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7" name="pg583">
                <a:extLst>
                  <a:ext uri="{FF2B5EF4-FFF2-40B4-BE49-F238E27FC236}">
                    <a16:creationId xmlns:a16="http://schemas.microsoft.com/office/drawing/2014/main" id="{0CE3BA21-BED6-2CE2-8DB5-4234CE35C239}"/>
                  </a:ext>
                </a:extLst>
              </p:cNvPr>
              <p:cNvSpPr/>
              <p:nvPr/>
            </p:nvSpPr>
            <p:spPr>
              <a:xfrm>
                <a:off x="3601176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8" name="pg584">
                <a:extLst>
                  <a:ext uri="{FF2B5EF4-FFF2-40B4-BE49-F238E27FC236}">
                    <a16:creationId xmlns:a16="http://schemas.microsoft.com/office/drawing/2014/main" id="{C72E6BCF-E20E-FE10-7379-E07EACFF51B2}"/>
                  </a:ext>
                </a:extLst>
              </p:cNvPr>
              <p:cNvSpPr/>
              <p:nvPr/>
            </p:nvSpPr>
            <p:spPr>
              <a:xfrm>
                <a:off x="3682613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19" name="pg585">
                <a:extLst>
                  <a:ext uri="{FF2B5EF4-FFF2-40B4-BE49-F238E27FC236}">
                    <a16:creationId xmlns:a16="http://schemas.microsoft.com/office/drawing/2014/main" id="{91D26523-D4ED-48EA-DFD9-6B305A40A9EE}"/>
                  </a:ext>
                </a:extLst>
              </p:cNvPr>
              <p:cNvSpPr/>
              <p:nvPr/>
            </p:nvSpPr>
            <p:spPr>
              <a:xfrm>
                <a:off x="3764050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0" name="pg586">
                <a:extLst>
                  <a:ext uri="{FF2B5EF4-FFF2-40B4-BE49-F238E27FC236}">
                    <a16:creationId xmlns:a16="http://schemas.microsoft.com/office/drawing/2014/main" id="{2B5B3CE2-191E-168B-A468-5D3C20145863}"/>
                  </a:ext>
                </a:extLst>
              </p:cNvPr>
              <p:cNvSpPr/>
              <p:nvPr/>
            </p:nvSpPr>
            <p:spPr>
              <a:xfrm>
                <a:off x="3845487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1" name="pg587">
                <a:extLst>
                  <a:ext uri="{FF2B5EF4-FFF2-40B4-BE49-F238E27FC236}">
                    <a16:creationId xmlns:a16="http://schemas.microsoft.com/office/drawing/2014/main" id="{797B9BFF-A00C-870E-CFF1-08BDC0AE981A}"/>
                  </a:ext>
                </a:extLst>
              </p:cNvPr>
              <p:cNvSpPr/>
              <p:nvPr/>
            </p:nvSpPr>
            <p:spPr>
              <a:xfrm>
                <a:off x="3926924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2" name="pg588">
                <a:extLst>
                  <a:ext uri="{FF2B5EF4-FFF2-40B4-BE49-F238E27FC236}">
                    <a16:creationId xmlns:a16="http://schemas.microsoft.com/office/drawing/2014/main" id="{6560F752-BB4C-F97D-89A5-46D36EFBFA7E}"/>
                  </a:ext>
                </a:extLst>
              </p:cNvPr>
              <p:cNvSpPr/>
              <p:nvPr/>
            </p:nvSpPr>
            <p:spPr>
              <a:xfrm>
                <a:off x="4008361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3" name="pg589">
                <a:extLst>
                  <a:ext uri="{FF2B5EF4-FFF2-40B4-BE49-F238E27FC236}">
                    <a16:creationId xmlns:a16="http://schemas.microsoft.com/office/drawing/2014/main" id="{7DC4ABFD-57CD-CE99-12C8-E7E21A62AA16}"/>
                  </a:ext>
                </a:extLst>
              </p:cNvPr>
              <p:cNvSpPr/>
              <p:nvPr/>
            </p:nvSpPr>
            <p:spPr>
              <a:xfrm>
                <a:off x="4089798" y="4856023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4" name="pg590">
                <a:extLst>
                  <a:ext uri="{FF2B5EF4-FFF2-40B4-BE49-F238E27FC236}">
                    <a16:creationId xmlns:a16="http://schemas.microsoft.com/office/drawing/2014/main" id="{BD63FC33-64EA-1581-FFE6-C13B85EA8E5F}"/>
                  </a:ext>
                </a:extLst>
              </p:cNvPr>
              <p:cNvSpPr/>
              <p:nvPr/>
            </p:nvSpPr>
            <p:spPr>
              <a:xfrm>
                <a:off x="3682613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5" name="pg591">
                <a:extLst>
                  <a:ext uri="{FF2B5EF4-FFF2-40B4-BE49-F238E27FC236}">
                    <a16:creationId xmlns:a16="http://schemas.microsoft.com/office/drawing/2014/main" id="{56477C0C-8846-CCE9-461C-A1CB1A8C720B}"/>
                  </a:ext>
                </a:extLst>
              </p:cNvPr>
              <p:cNvSpPr/>
              <p:nvPr/>
            </p:nvSpPr>
            <p:spPr>
              <a:xfrm>
                <a:off x="3764050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6" name="pg592">
                <a:extLst>
                  <a:ext uri="{FF2B5EF4-FFF2-40B4-BE49-F238E27FC236}">
                    <a16:creationId xmlns:a16="http://schemas.microsoft.com/office/drawing/2014/main" id="{853DDFCB-38A5-F17C-8512-E0A060FB6B0B}"/>
                  </a:ext>
                </a:extLst>
              </p:cNvPr>
              <p:cNvSpPr/>
              <p:nvPr/>
            </p:nvSpPr>
            <p:spPr>
              <a:xfrm>
                <a:off x="3845487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7" name="pg593">
                <a:extLst>
                  <a:ext uri="{FF2B5EF4-FFF2-40B4-BE49-F238E27FC236}">
                    <a16:creationId xmlns:a16="http://schemas.microsoft.com/office/drawing/2014/main" id="{C246EE6B-196D-42D6-3CF1-AAE7E45B3443}"/>
                  </a:ext>
                </a:extLst>
              </p:cNvPr>
              <p:cNvSpPr/>
              <p:nvPr/>
            </p:nvSpPr>
            <p:spPr>
              <a:xfrm>
                <a:off x="3926924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8" name="pg594">
                <a:extLst>
                  <a:ext uri="{FF2B5EF4-FFF2-40B4-BE49-F238E27FC236}">
                    <a16:creationId xmlns:a16="http://schemas.microsoft.com/office/drawing/2014/main" id="{900335FD-3E9D-977E-52DE-FC90A7EFED99}"/>
                  </a:ext>
                </a:extLst>
              </p:cNvPr>
              <p:cNvSpPr/>
              <p:nvPr/>
            </p:nvSpPr>
            <p:spPr>
              <a:xfrm>
                <a:off x="4008361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29" name="pg595">
                <a:extLst>
                  <a:ext uri="{FF2B5EF4-FFF2-40B4-BE49-F238E27FC236}">
                    <a16:creationId xmlns:a16="http://schemas.microsoft.com/office/drawing/2014/main" id="{D262791F-F728-6765-4904-20A038DB1E2D}"/>
                  </a:ext>
                </a:extLst>
              </p:cNvPr>
              <p:cNvSpPr/>
              <p:nvPr/>
            </p:nvSpPr>
            <p:spPr>
              <a:xfrm>
                <a:off x="4089798" y="4959339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0" name="pg596">
                <a:extLst>
                  <a:ext uri="{FF2B5EF4-FFF2-40B4-BE49-F238E27FC236}">
                    <a16:creationId xmlns:a16="http://schemas.microsoft.com/office/drawing/2014/main" id="{6116B6A6-F766-B095-DCCF-E8525ADA539C}"/>
                  </a:ext>
                </a:extLst>
              </p:cNvPr>
              <p:cNvSpPr/>
              <p:nvPr/>
            </p:nvSpPr>
            <p:spPr>
              <a:xfrm>
                <a:off x="327542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1" name="pg597">
                <a:extLst>
                  <a:ext uri="{FF2B5EF4-FFF2-40B4-BE49-F238E27FC236}">
                    <a16:creationId xmlns:a16="http://schemas.microsoft.com/office/drawing/2014/main" id="{13E7274F-DA74-9BB3-1263-680B3AA7746B}"/>
                  </a:ext>
                </a:extLst>
              </p:cNvPr>
              <p:cNvSpPr/>
              <p:nvPr/>
            </p:nvSpPr>
            <p:spPr>
              <a:xfrm>
                <a:off x="3601176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2" name="pg598">
                <a:extLst>
                  <a:ext uri="{FF2B5EF4-FFF2-40B4-BE49-F238E27FC236}">
                    <a16:creationId xmlns:a16="http://schemas.microsoft.com/office/drawing/2014/main" id="{949F0248-31BF-4F06-0345-AECA475E4E97}"/>
                  </a:ext>
                </a:extLst>
              </p:cNvPr>
              <p:cNvSpPr/>
              <p:nvPr/>
            </p:nvSpPr>
            <p:spPr>
              <a:xfrm>
                <a:off x="3682613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3" name="pg599">
                <a:extLst>
                  <a:ext uri="{FF2B5EF4-FFF2-40B4-BE49-F238E27FC236}">
                    <a16:creationId xmlns:a16="http://schemas.microsoft.com/office/drawing/2014/main" id="{04C70887-8DAC-0E2E-783B-DB133A3B4DCE}"/>
                  </a:ext>
                </a:extLst>
              </p:cNvPr>
              <p:cNvSpPr/>
              <p:nvPr/>
            </p:nvSpPr>
            <p:spPr>
              <a:xfrm>
                <a:off x="3764050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4" name="pg600">
                <a:extLst>
                  <a:ext uri="{FF2B5EF4-FFF2-40B4-BE49-F238E27FC236}">
                    <a16:creationId xmlns:a16="http://schemas.microsoft.com/office/drawing/2014/main" id="{5D58723A-84AC-E2F1-BFAC-15C767595AC3}"/>
                  </a:ext>
                </a:extLst>
              </p:cNvPr>
              <p:cNvSpPr/>
              <p:nvPr/>
            </p:nvSpPr>
            <p:spPr>
              <a:xfrm>
                <a:off x="3845487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5" name="pg601">
                <a:extLst>
                  <a:ext uri="{FF2B5EF4-FFF2-40B4-BE49-F238E27FC236}">
                    <a16:creationId xmlns:a16="http://schemas.microsoft.com/office/drawing/2014/main" id="{3D492FB4-4D85-82E7-5BE7-F9D0424B6B08}"/>
                  </a:ext>
                </a:extLst>
              </p:cNvPr>
              <p:cNvSpPr/>
              <p:nvPr/>
            </p:nvSpPr>
            <p:spPr>
              <a:xfrm>
                <a:off x="3926924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6" name="pg602">
                <a:extLst>
                  <a:ext uri="{FF2B5EF4-FFF2-40B4-BE49-F238E27FC236}">
                    <a16:creationId xmlns:a16="http://schemas.microsoft.com/office/drawing/2014/main" id="{D1BF17C7-F724-A969-0192-65FFCD452CCD}"/>
                  </a:ext>
                </a:extLst>
              </p:cNvPr>
              <p:cNvSpPr/>
              <p:nvPr/>
            </p:nvSpPr>
            <p:spPr>
              <a:xfrm>
                <a:off x="4008361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7" name="pg603">
                <a:extLst>
                  <a:ext uri="{FF2B5EF4-FFF2-40B4-BE49-F238E27FC236}">
                    <a16:creationId xmlns:a16="http://schemas.microsoft.com/office/drawing/2014/main" id="{CE0DEA11-D5CE-C045-C976-3CEDDD2147F4}"/>
                  </a:ext>
                </a:extLst>
              </p:cNvPr>
              <p:cNvSpPr/>
              <p:nvPr/>
            </p:nvSpPr>
            <p:spPr>
              <a:xfrm>
                <a:off x="4089798" y="5062655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8" name="pg604">
                <a:extLst>
                  <a:ext uri="{FF2B5EF4-FFF2-40B4-BE49-F238E27FC236}">
                    <a16:creationId xmlns:a16="http://schemas.microsoft.com/office/drawing/2014/main" id="{7536C58F-F975-6DE2-2361-C634199C1C96}"/>
                  </a:ext>
                </a:extLst>
              </p:cNvPr>
              <p:cNvSpPr/>
              <p:nvPr/>
            </p:nvSpPr>
            <p:spPr>
              <a:xfrm>
                <a:off x="319399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39" name="pg605">
                <a:extLst>
                  <a:ext uri="{FF2B5EF4-FFF2-40B4-BE49-F238E27FC236}">
                    <a16:creationId xmlns:a16="http://schemas.microsoft.com/office/drawing/2014/main" id="{97A69737-5313-48F8-51EE-257B4C9BA509}"/>
                  </a:ext>
                </a:extLst>
              </p:cNvPr>
              <p:cNvSpPr/>
              <p:nvPr/>
            </p:nvSpPr>
            <p:spPr>
              <a:xfrm>
                <a:off x="327542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0" name="pg606">
                <a:extLst>
                  <a:ext uri="{FF2B5EF4-FFF2-40B4-BE49-F238E27FC236}">
                    <a16:creationId xmlns:a16="http://schemas.microsoft.com/office/drawing/2014/main" id="{721568EB-3EEF-2F9D-BE07-CE84448C8519}"/>
                  </a:ext>
                </a:extLst>
              </p:cNvPr>
              <p:cNvSpPr/>
              <p:nvPr/>
            </p:nvSpPr>
            <p:spPr>
              <a:xfrm>
                <a:off x="335686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1" name="pg607">
                <a:extLst>
                  <a:ext uri="{FF2B5EF4-FFF2-40B4-BE49-F238E27FC236}">
                    <a16:creationId xmlns:a16="http://schemas.microsoft.com/office/drawing/2014/main" id="{B0F4DA29-5139-47F7-D70C-D7F823491ACE}"/>
                  </a:ext>
                </a:extLst>
              </p:cNvPr>
              <p:cNvSpPr/>
              <p:nvPr/>
            </p:nvSpPr>
            <p:spPr>
              <a:xfrm>
                <a:off x="343830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2" name="pg608">
                <a:extLst>
                  <a:ext uri="{FF2B5EF4-FFF2-40B4-BE49-F238E27FC236}">
                    <a16:creationId xmlns:a16="http://schemas.microsoft.com/office/drawing/2014/main" id="{55C87092-59BE-5144-C28A-6FF31ADA1EF3}"/>
                  </a:ext>
                </a:extLst>
              </p:cNvPr>
              <p:cNvSpPr/>
              <p:nvPr/>
            </p:nvSpPr>
            <p:spPr>
              <a:xfrm>
                <a:off x="351973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3" name="pg609">
                <a:extLst>
                  <a:ext uri="{FF2B5EF4-FFF2-40B4-BE49-F238E27FC236}">
                    <a16:creationId xmlns:a16="http://schemas.microsoft.com/office/drawing/2014/main" id="{8A06AD6B-B40D-7C98-27D8-81BC02EEB4CE}"/>
                  </a:ext>
                </a:extLst>
              </p:cNvPr>
              <p:cNvSpPr/>
              <p:nvPr/>
            </p:nvSpPr>
            <p:spPr>
              <a:xfrm>
                <a:off x="3601176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4" name="pg610">
                <a:extLst>
                  <a:ext uri="{FF2B5EF4-FFF2-40B4-BE49-F238E27FC236}">
                    <a16:creationId xmlns:a16="http://schemas.microsoft.com/office/drawing/2014/main" id="{093DA061-EFE0-C06C-7A5C-6C3AF10E8233}"/>
                  </a:ext>
                </a:extLst>
              </p:cNvPr>
              <p:cNvSpPr/>
              <p:nvPr/>
            </p:nvSpPr>
            <p:spPr>
              <a:xfrm>
                <a:off x="3682613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5" name="pg611">
                <a:extLst>
                  <a:ext uri="{FF2B5EF4-FFF2-40B4-BE49-F238E27FC236}">
                    <a16:creationId xmlns:a16="http://schemas.microsoft.com/office/drawing/2014/main" id="{ABC13F2C-AD79-1E58-17FD-93BBA8BAAFDE}"/>
                  </a:ext>
                </a:extLst>
              </p:cNvPr>
              <p:cNvSpPr/>
              <p:nvPr/>
            </p:nvSpPr>
            <p:spPr>
              <a:xfrm>
                <a:off x="3764050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6" name="pg612">
                <a:extLst>
                  <a:ext uri="{FF2B5EF4-FFF2-40B4-BE49-F238E27FC236}">
                    <a16:creationId xmlns:a16="http://schemas.microsoft.com/office/drawing/2014/main" id="{D4863DF2-4EB0-459A-BDBA-B639683E69AB}"/>
                  </a:ext>
                </a:extLst>
              </p:cNvPr>
              <p:cNvSpPr/>
              <p:nvPr/>
            </p:nvSpPr>
            <p:spPr>
              <a:xfrm>
                <a:off x="3845487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7" name="pg613">
                <a:extLst>
                  <a:ext uri="{FF2B5EF4-FFF2-40B4-BE49-F238E27FC236}">
                    <a16:creationId xmlns:a16="http://schemas.microsoft.com/office/drawing/2014/main" id="{800B0BFC-43DB-199E-C371-18AA445A23A2}"/>
                  </a:ext>
                </a:extLst>
              </p:cNvPr>
              <p:cNvSpPr/>
              <p:nvPr/>
            </p:nvSpPr>
            <p:spPr>
              <a:xfrm>
                <a:off x="3926924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8" name="pg614">
                <a:extLst>
                  <a:ext uri="{FF2B5EF4-FFF2-40B4-BE49-F238E27FC236}">
                    <a16:creationId xmlns:a16="http://schemas.microsoft.com/office/drawing/2014/main" id="{382385FB-B56E-61D3-274C-7285891ECD1C}"/>
                  </a:ext>
                </a:extLst>
              </p:cNvPr>
              <p:cNvSpPr/>
              <p:nvPr/>
            </p:nvSpPr>
            <p:spPr>
              <a:xfrm>
                <a:off x="4008361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49" name="pg615">
                <a:extLst>
                  <a:ext uri="{FF2B5EF4-FFF2-40B4-BE49-F238E27FC236}">
                    <a16:creationId xmlns:a16="http://schemas.microsoft.com/office/drawing/2014/main" id="{A32C1F69-0A77-A93D-96A7-6FE82095A2DC}"/>
                  </a:ext>
                </a:extLst>
              </p:cNvPr>
              <p:cNvSpPr/>
              <p:nvPr/>
            </p:nvSpPr>
            <p:spPr>
              <a:xfrm>
                <a:off x="4089798" y="5165971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0" name="pg616">
                <a:extLst>
                  <a:ext uri="{FF2B5EF4-FFF2-40B4-BE49-F238E27FC236}">
                    <a16:creationId xmlns:a16="http://schemas.microsoft.com/office/drawing/2014/main" id="{662770A5-0CAB-0080-4D36-9A40C0C3B162}"/>
                  </a:ext>
                </a:extLst>
              </p:cNvPr>
              <p:cNvSpPr/>
              <p:nvPr/>
            </p:nvSpPr>
            <p:spPr>
              <a:xfrm>
                <a:off x="311255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1" name="pg617">
                <a:extLst>
                  <a:ext uri="{FF2B5EF4-FFF2-40B4-BE49-F238E27FC236}">
                    <a16:creationId xmlns:a16="http://schemas.microsoft.com/office/drawing/2014/main" id="{B13317BF-CD28-B41A-308D-B7B5D13A57E7}"/>
                  </a:ext>
                </a:extLst>
              </p:cNvPr>
              <p:cNvSpPr/>
              <p:nvPr/>
            </p:nvSpPr>
            <p:spPr>
              <a:xfrm>
                <a:off x="319399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2" name="pg618">
                <a:extLst>
                  <a:ext uri="{FF2B5EF4-FFF2-40B4-BE49-F238E27FC236}">
                    <a16:creationId xmlns:a16="http://schemas.microsoft.com/office/drawing/2014/main" id="{88BCE375-000F-4E68-3F9A-A78D900B6D47}"/>
                  </a:ext>
                </a:extLst>
              </p:cNvPr>
              <p:cNvSpPr/>
              <p:nvPr/>
            </p:nvSpPr>
            <p:spPr>
              <a:xfrm>
                <a:off x="327542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3" name="pg619">
                <a:extLst>
                  <a:ext uri="{FF2B5EF4-FFF2-40B4-BE49-F238E27FC236}">
                    <a16:creationId xmlns:a16="http://schemas.microsoft.com/office/drawing/2014/main" id="{EAC83A9C-F838-7064-1D47-5600CF60FD74}"/>
                  </a:ext>
                </a:extLst>
              </p:cNvPr>
              <p:cNvSpPr/>
              <p:nvPr/>
            </p:nvSpPr>
            <p:spPr>
              <a:xfrm>
                <a:off x="335686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4" name="pg620">
                <a:extLst>
                  <a:ext uri="{FF2B5EF4-FFF2-40B4-BE49-F238E27FC236}">
                    <a16:creationId xmlns:a16="http://schemas.microsoft.com/office/drawing/2014/main" id="{3488D1E5-5D67-D823-B5CA-35994570C9BB}"/>
                  </a:ext>
                </a:extLst>
              </p:cNvPr>
              <p:cNvSpPr/>
              <p:nvPr/>
            </p:nvSpPr>
            <p:spPr>
              <a:xfrm>
                <a:off x="343830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5" name="pg621">
                <a:extLst>
                  <a:ext uri="{FF2B5EF4-FFF2-40B4-BE49-F238E27FC236}">
                    <a16:creationId xmlns:a16="http://schemas.microsoft.com/office/drawing/2014/main" id="{EBE4EDE5-E21A-F18C-9897-3821257B25F3}"/>
                  </a:ext>
                </a:extLst>
              </p:cNvPr>
              <p:cNvSpPr/>
              <p:nvPr/>
            </p:nvSpPr>
            <p:spPr>
              <a:xfrm>
                <a:off x="351973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6" name="pg622">
                <a:extLst>
                  <a:ext uri="{FF2B5EF4-FFF2-40B4-BE49-F238E27FC236}">
                    <a16:creationId xmlns:a16="http://schemas.microsoft.com/office/drawing/2014/main" id="{1D177DF4-CE52-4B17-1C60-3E7F28CF2861}"/>
                  </a:ext>
                </a:extLst>
              </p:cNvPr>
              <p:cNvSpPr/>
              <p:nvPr/>
            </p:nvSpPr>
            <p:spPr>
              <a:xfrm>
                <a:off x="360117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7" name="pg623">
                <a:extLst>
                  <a:ext uri="{FF2B5EF4-FFF2-40B4-BE49-F238E27FC236}">
                    <a16:creationId xmlns:a16="http://schemas.microsoft.com/office/drawing/2014/main" id="{65C68C64-D49E-CFE3-45A3-9788C1107FCC}"/>
                  </a:ext>
                </a:extLst>
              </p:cNvPr>
              <p:cNvSpPr/>
              <p:nvPr/>
            </p:nvSpPr>
            <p:spPr>
              <a:xfrm>
                <a:off x="3682613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8" name="pg624">
                <a:extLst>
                  <a:ext uri="{FF2B5EF4-FFF2-40B4-BE49-F238E27FC236}">
                    <a16:creationId xmlns:a16="http://schemas.microsoft.com/office/drawing/2014/main" id="{D96FC951-26F8-6296-0D6B-63E46FEE7361}"/>
                  </a:ext>
                </a:extLst>
              </p:cNvPr>
              <p:cNvSpPr/>
              <p:nvPr/>
            </p:nvSpPr>
            <p:spPr>
              <a:xfrm>
                <a:off x="3764050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59" name="pg625">
                <a:extLst>
                  <a:ext uri="{FF2B5EF4-FFF2-40B4-BE49-F238E27FC236}">
                    <a16:creationId xmlns:a16="http://schemas.microsoft.com/office/drawing/2014/main" id="{4D508AF1-246B-A510-E7BC-39AFD727DEF8}"/>
                  </a:ext>
                </a:extLst>
              </p:cNvPr>
              <p:cNvSpPr/>
              <p:nvPr/>
            </p:nvSpPr>
            <p:spPr>
              <a:xfrm>
                <a:off x="3845487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0" name="pg626">
                <a:extLst>
                  <a:ext uri="{FF2B5EF4-FFF2-40B4-BE49-F238E27FC236}">
                    <a16:creationId xmlns:a16="http://schemas.microsoft.com/office/drawing/2014/main" id="{DF04C215-B774-D096-FD75-34B212E294EC}"/>
                  </a:ext>
                </a:extLst>
              </p:cNvPr>
              <p:cNvSpPr/>
              <p:nvPr/>
            </p:nvSpPr>
            <p:spPr>
              <a:xfrm>
                <a:off x="3926924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1" name="pg627">
                <a:extLst>
                  <a:ext uri="{FF2B5EF4-FFF2-40B4-BE49-F238E27FC236}">
                    <a16:creationId xmlns:a16="http://schemas.microsoft.com/office/drawing/2014/main" id="{6C07E644-7FC4-F9A4-407D-87DB5BAA734C}"/>
                  </a:ext>
                </a:extLst>
              </p:cNvPr>
              <p:cNvSpPr/>
              <p:nvPr/>
            </p:nvSpPr>
            <p:spPr>
              <a:xfrm>
                <a:off x="4008361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2" name="pg628">
                <a:extLst>
                  <a:ext uri="{FF2B5EF4-FFF2-40B4-BE49-F238E27FC236}">
                    <a16:creationId xmlns:a16="http://schemas.microsoft.com/office/drawing/2014/main" id="{C2A18641-03D2-CC72-5840-559A96997A4B}"/>
                  </a:ext>
                </a:extLst>
              </p:cNvPr>
              <p:cNvSpPr/>
              <p:nvPr/>
            </p:nvSpPr>
            <p:spPr>
              <a:xfrm>
                <a:off x="4089798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3" name="pg629">
                <a:extLst>
                  <a:ext uri="{FF2B5EF4-FFF2-40B4-BE49-F238E27FC236}">
                    <a16:creationId xmlns:a16="http://schemas.microsoft.com/office/drawing/2014/main" id="{367551C8-4433-F586-48DC-9DA6419CDB93}"/>
                  </a:ext>
                </a:extLst>
              </p:cNvPr>
              <p:cNvSpPr/>
              <p:nvPr/>
            </p:nvSpPr>
            <p:spPr>
              <a:xfrm>
                <a:off x="4171236" y="5269288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4" name="pg630">
                <a:extLst>
                  <a:ext uri="{FF2B5EF4-FFF2-40B4-BE49-F238E27FC236}">
                    <a16:creationId xmlns:a16="http://schemas.microsoft.com/office/drawing/2014/main" id="{9FD985E2-C258-AFCD-6735-38A632218FBB}"/>
                  </a:ext>
                </a:extLst>
              </p:cNvPr>
              <p:cNvSpPr/>
              <p:nvPr/>
            </p:nvSpPr>
            <p:spPr>
              <a:xfrm>
                <a:off x="311255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5" name="pg631">
                <a:extLst>
                  <a:ext uri="{FF2B5EF4-FFF2-40B4-BE49-F238E27FC236}">
                    <a16:creationId xmlns:a16="http://schemas.microsoft.com/office/drawing/2014/main" id="{7D2D715A-3738-1976-4DC7-921F497EEFDB}"/>
                  </a:ext>
                </a:extLst>
              </p:cNvPr>
              <p:cNvSpPr/>
              <p:nvPr/>
            </p:nvSpPr>
            <p:spPr>
              <a:xfrm>
                <a:off x="319399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6" name="pg632">
                <a:extLst>
                  <a:ext uri="{FF2B5EF4-FFF2-40B4-BE49-F238E27FC236}">
                    <a16:creationId xmlns:a16="http://schemas.microsoft.com/office/drawing/2014/main" id="{3A15E08C-3E2E-17AF-838D-C2D0DA8D1034}"/>
                  </a:ext>
                </a:extLst>
              </p:cNvPr>
              <p:cNvSpPr/>
              <p:nvPr/>
            </p:nvSpPr>
            <p:spPr>
              <a:xfrm>
                <a:off x="327542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7" name="pg633">
                <a:extLst>
                  <a:ext uri="{FF2B5EF4-FFF2-40B4-BE49-F238E27FC236}">
                    <a16:creationId xmlns:a16="http://schemas.microsoft.com/office/drawing/2014/main" id="{487C7197-602F-5981-17BB-E998CE6C1D6E}"/>
                  </a:ext>
                </a:extLst>
              </p:cNvPr>
              <p:cNvSpPr/>
              <p:nvPr/>
            </p:nvSpPr>
            <p:spPr>
              <a:xfrm>
                <a:off x="335686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8" name="pg634">
                <a:extLst>
                  <a:ext uri="{FF2B5EF4-FFF2-40B4-BE49-F238E27FC236}">
                    <a16:creationId xmlns:a16="http://schemas.microsoft.com/office/drawing/2014/main" id="{542672DC-F309-6EFB-50FF-FFC9C2CE33D5}"/>
                  </a:ext>
                </a:extLst>
              </p:cNvPr>
              <p:cNvSpPr/>
              <p:nvPr/>
            </p:nvSpPr>
            <p:spPr>
              <a:xfrm>
                <a:off x="343830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69" name="pg635">
                <a:extLst>
                  <a:ext uri="{FF2B5EF4-FFF2-40B4-BE49-F238E27FC236}">
                    <a16:creationId xmlns:a16="http://schemas.microsoft.com/office/drawing/2014/main" id="{FBFEA413-E6EA-40A1-B1B1-7C212846B572}"/>
                  </a:ext>
                </a:extLst>
              </p:cNvPr>
              <p:cNvSpPr/>
              <p:nvPr/>
            </p:nvSpPr>
            <p:spPr>
              <a:xfrm>
                <a:off x="351973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0" name="pg636">
                <a:extLst>
                  <a:ext uri="{FF2B5EF4-FFF2-40B4-BE49-F238E27FC236}">
                    <a16:creationId xmlns:a16="http://schemas.microsoft.com/office/drawing/2014/main" id="{7D486A13-BBAD-B6F8-064E-A43AEF54ACD3}"/>
                  </a:ext>
                </a:extLst>
              </p:cNvPr>
              <p:cNvSpPr/>
              <p:nvPr/>
            </p:nvSpPr>
            <p:spPr>
              <a:xfrm>
                <a:off x="360117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1" name="pg637">
                <a:extLst>
                  <a:ext uri="{FF2B5EF4-FFF2-40B4-BE49-F238E27FC236}">
                    <a16:creationId xmlns:a16="http://schemas.microsoft.com/office/drawing/2014/main" id="{65043C72-0724-BA0B-6E6F-823EE7A9A017}"/>
                  </a:ext>
                </a:extLst>
              </p:cNvPr>
              <p:cNvSpPr/>
              <p:nvPr/>
            </p:nvSpPr>
            <p:spPr>
              <a:xfrm>
                <a:off x="368261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2" name="pg638">
                <a:extLst>
                  <a:ext uri="{FF2B5EF4-FFF2-40B4-BE49-F238E27FC236}">
                    <a16:creationId xmlns:a16="http://schemas.microsoft.com/office/drawing/2014/main" id="{1A2C2850-63F9-676C-82FB-07C31FF9A8FF}"/>
                  </a:ext>
                </a:extLst>
              </p:cNvPr>
              <p:cNvSpPr/>
              <p:nvPr/>
            </p:nvSpPr>
            <p:spPr>
              <a:xfrm>
                <a:off x="3764050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3" name="pg639">
                <a:extLst>
                  <a:ext uri="{FF2B5EF4-FFF2-40B4-BE49-F238E27FC236}">
                    <a16:creationId xmlns:a16="http://schemas.microsoft.com/office/drawing/2014/main" id="{3FBE38F9-60DF-9C0B-8818-CB1D98D8D3A4}"/>
                  </a:ext>
                </a:extLst>
              </p:cNvPr>
              <p:cNvSpPr/>
              <p:nvPr/>
            </p:nvSpPr>
            <p:spPr>
              <a:xfrm>
                <a:off x="3845487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4" name="pg640">
                <a:extLst>
                  <a:ext uri="{FF2B5EF4-FFF2-40B4-BE49-F238E27FC236}">
                    <a16:creationId xmlns:a16="http://schemas.microsoft.com/office/drawing/2014/main" id="{8D4235E5-26DA-EB83-FAAE-9C4575ABA9E0}"/>
                  </a:ext>
                </a:extLst>
              </p:cNvPr>
              <p:cNvSpPr/>
              <p:nvPr/>
            </p:nvSpPr>
            <p:spPr>
              <a:xfrm>
                <a:off x="3926924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5" name="pg641">
                <a:extLst>
                  <a:ext uri="{FF2B5EF4-FFF2-40B4-BE49-F238E27FC236}">
                    <a16:creationId xmlns:a16="http://schemas.microsoft.com/office/drawing/2014/main" id="{31C4E717-FF86-C333-87B5-29610CBB4201}"/>
                  </a:ext>
                </a:extLst>
              </p:cNvPr>
              <p:cNvSpPr/>
              <p:nvPr/>
            </p:nvSpPr>
            <p:spPr>
              <a:xfrm>
                <a:off x="4008361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CB0AB">
                  <a:alpha val="100000"/>
                </a:srgbClr>
              </a:solidFill>
              <a:ln w="5420" cap="flat">
                <a:solidFill>
                  <a:srgbClr val="4C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6" name="pg642">
                <a:extLst>
                  <a:ext uri="{FF2B5EF4-FFF2-40B4-BE49-F238E27FC236}">
                    <a16:creationId xmlns:a16="http://schemas.microsoft.com/office/drawing/2014/main" id="{A4FC70ED-CF96-C60B-BF0A-8CEA75D9F7E7}"/>
                  </a:ext>
                </a:extLst>
              </p:cNvPr>
              <p:cNvSpPr/>
              <p:nvPr/>
            </p:nvSpPr>
            <p:spPr>
              <a:xfrm>
                <a:off x="4089798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7" name="pg643">
                <a:extLst>
                  <a:ext uri="{FF2B5EF4-FFF2-40B4-BE49-F238E27FC236}">
                    <a16:creationId xmlns:a16="http://schemas.microsoft.com/office/drawing/2014/main" id="{F8A1F39E-E3E6-C2FD-BDFF-8E70E961F11E}"/>
                  </a:ext>
                </a:extLst>
              </p:cNvPr>
              <p:cNvSpPr/>
              <p:nvPr/>
            </p:nvSpPr>
            <p:spPr>
              <a:xfrm>
                <a:off x="4171236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8" name="pg644">
                <a:extLst>
                  <a:ext uri="{FF2B5EF4-FFF2-40B4-BE49-F238E27FC236}">
                    <a16:creationId xmlns:a16="http://schemas.microsoft.com/office/drawing/2014/main" id="{3707D166-950E-71B2-F934-35F7C2333540}"/>
                  </a:ext>
                </a:extLst>
              </p:cNvPr>
              <p:cNvSpPr/>
              <p:nvPr/>
            </p:nvSpPr>
            <p:spPr>
              <a:xfrm>
                <a:off x="4252673" y="5372604"/>
                <a:ext cx="81437" cy="103316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79" name="pg645">
                <a:extLst>
                  <a:ext uri="{FF2B5EF4-FFF2-40B4-BE49-F238E27FC236}">
                    <a16:creationId xmlns:a16="http://schemas.microsoft.com/office/drawing/2014/main" id="{7D9E49C1-7CF5-349A-A8E6-1AD8E360F300}"/>
                  </a:ext>
                </a:extLst>
              </p:cNvPr>
              <p:cNvSpPr/>
              <p:nvPr/>
            </p:nvSpPr>
            <p:spPr>
              <a:xfrm>
                <a:off x="311255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0" name="pg646">
                <a:extLst>
                  <a:ext uri="{FF2B5EF4-FFF2-40B4-BE49-F238E27FC236}">
                    <a16:creationId xmlns:a16="http://schemas.microsoft.com/office/drawing/2014/main" id="{64BEBDBF-7F5B-3E9F-184A-F4B2286D0A95}"/>
                  </a:ext>
                </a:extLst>
              </p:cNvPr>
              <p:cNvSpPr/>
              <p:nvPr/>
            </p:nvSpPr>
            <p:spPr>
              <a:xfrm>
                <a:off x="319399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1" name="pg647">
                <a:extLst>
                  <a:ext uri="{FF2B5EF4-FFF2-40B4-BE49-F238E27FC236}">
                    <a16:creationId xmlns:a16="http://schemas.microsoft.com/office/drawing/2014/main" id="{8D2A0CF9-3AA5-CDD2-7120-3EF22CA302A2}"/>
                  </a:ext>
                </a:extLst>
              </p:cNvPr>
              <p:cNvSpPr/>
              <p:nvPr/>
            </p:nvSpPr>
            <p:spPr>
              <a:xfrm>
                <a:off x="327542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2" name="pg648">
                <a:extLst>
                  <a:ext uri="{FF2B5EF4-FFF2-40B4-BE49-F238E27FC236}">
                    <a16:creationId xmlns:a16="http://schemas.microsoft.com/office/drawing/2014/main" id="{D53B8B8B-F39C-3E77-A499-7EBF3C8EDA22}"/>
                  </a:ext>
                </a:extLst>
              </p:cNvPr>
              <p:cNvSpPr/>
              <p:nvPr/>
            </p:nvSpPr>
            <p:spPr>
              <a:xfrm>
                <a:off x="335686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3" name="pg649">
                <a:extLst>
                  <a:ext uri="{FF2B5EF4-FFF2-40B4-BE49-F238E27FC236}">
                    <a16:creationId xmlns:a16="http://schemas.microsoft.com/office/drawing/2014/main" id="{FEE49C29-0ECF-F313-63A2-0BBAEAF0EE84}"/>
                  </a:ext>
                </a:extLst>
              </p:cNvPr>
              <p:cNvSpPr/>
              <p:nvPr/>
            </p:nvSpPr>
            <p:spPr>
              <a:xfrm>
                <a:off x="343830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4" name="pg650">
                <a:extLst>
                  <a:ext uri="{FF2B5EF4-FFF2-40B4-BE49-F238E27FC236}">
                    <a16:creationId xmlns:a16="http://schemas.microsoft.com/office/drawing/2014/main" id="{F1F2E8E3-063C-6AF8-5943-85C23BBD3747}"/>
                  </a:ext>
                </a:extLst>
              </p:cNvPr>
              <p:cNvSpPr/>
              <p:nvPr/>
            </p:nvSpPr>
            <p:spPr>
              <a:xfrm>
                <a:off x="351973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5" name="pg651">
                <a:extLst>
                  <a:ext uri="{FF2B5EF4-FFF2-40B4-BE49-F238E27FC236}">
                    <a16:creationId xmlns:a16="http://schemas.microsoft.com/office/drawing/2014/main" id="{2068AD5B-A506-90E5-C242-960649992B48}"/>
                  </a:ext>
                </a:extLst>
              </p:cNvPr>
              <p:cNvSpPr/>
              <p:nvPr/>
            </p:nvSpPr>
            <p:spPr>
              <a:xfrm>
                <a:off x="360117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6" name="pg652">
                <a:extLst>
                  <a:ext uri="{FF2B5EF4-FFF2-40B4-BE49-F238E27FC236}">
                    <a16:creationId xmlns:a16="http://schemas.microsoft.com/office/drawing/2014/main" id="{0EC15BAD-CD08-0FE4-B66E-671965F9003B}"/>
                  </a:ext>
                </a:extLst>
              </p:cNvPr>
              <p:cNvSpPr/>
              <p:nvPr/>
            </p:nvSpPr>
            <p:spPr>
              <a:xfrm>
                <a:off x="368261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7" name="pg653">
                <a:extLst>
                  <a:ext uri="{FF2B5EF4-FFF2-40B4-BE49-F238E27FC236}">
                    <a16:creationId xmlns:a16="http://schemas.microsoft.com/office/drawing/2014/main" id="{15030ABC-AFEF-6659-35C7-8DEAF5FB2A9D}"/>
                  </a:ext>
                </a:extLst>
              </p:cNvPr>
              <p:cNvSpPr/>
              <p:nvPr/>
            </p:nvSpPr>
            <p:spPr>
              <a:xfrm>
                <a:off x="3764050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8" name="pg654">
                <a:extLst>
                  <a:ext uri="{FF2B5EF4-FFF2-40B4-BE49-F238E27FC236}">
                    <a16:creationId xmlns:a16="http://schemas.microsoft.com/office/drawing/2014/main" id="{B968A272-66EE-3F9D-6470-824622BEB14A}"/>
                  </a:ext>
                </a:extLst>
              </p:cNvPr>
              <p:cNvSpPr/>
              <p:nvPr/>
            </p:nvSpPr>
            <p:spPr>
              <a:xfrm>
                <a:off x="3845487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89" name="pg655">
                <a:extLst>
                  <a:ext uri="{FF2B5EF4-FFF2-40B4-BE49-F238E27FC236}">
                    <a16:creationId xmlns:a16="http://schemas.microsoft.com/office/drawing/2014/main" id="{17858C5C-D8A8-5390-C0F5-FF4DEADA24C0}"/>
                  </a:ext>
                </a:extLst>
              </p:cNvPr>
              <p:cNvSpPr/>
              <p:nvPr/>
            </p:nvSpPr>
            <p:spPr>
              <a:xfrm>
                <a:off x="3926924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0" name="pg656">
                <a:extLst>
                  <a:ext uri="{FF2B5EF4-FFF2-40B4-BE49-F238E27FC236}">
                    <a16:creationId xmlns:a16="http://schemas.microsoft.com/office/drawing/2014/main" id="{995146DB-9BC3-2D52-4EAB-44F64F5D81E8}"/>
                  </a:ext>
                </a:extLst>
              </p:cNvPr>
              <p:cNvSpPr/>
              <p:nvPr/>
            </p:nvSpPr>
            <p:spPr>
              <a:xfrm>
                <a:off x="4008361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1" name="pg657">
                <a:extLst>
                  <a:ext uri="{FF2B5EF4-FFF2-40B4-BE49-F238E27FC236}">
                    <a16:creationId xmlns:a16="http://schemas.microsoft.com/office/drawing/2014/main" id="{A2BA0E2E-447B-BD67-393C-C80BB0B43E99}"/>
                  </a:ext>
                </a:extLst>
              </p:cNvPr>
              <p:cNvSpPr/>
              <p:nvPr/>
            </p:nvSpPr>
            <p:spPr>
              <a:xfrm>
                <a:off x="4089798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2" name="pg658">
                <a:extLst>
                  <a:ext uri="{FF2B5EF4-FFF2-40B4-BE49-F238E27FC236}">
                    <a16:creationId xmlns:a16="http://schemas.microsoft.com/office/drawing/2014/main" id="{63403C54-256D-8DB7-0FF6-C24C108D7EF2}"/>
                  </a:ext>
                </a:extLst>
              </p:cNvPr>
              <p:cNvSpPr/>
              <p:nvPr/>
            </p:nvSpPr>
            <p:spPr>
              <a:xfrm>
                <a:off x="4171236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3" name="pg659">
                <a:extLst>
                  <a:ext uri="{FF2B5EF4-FFF2-40B4-BE49-F238E27FC236}">
                    <a16:creationId xmlns:a16="http://schemas.microsoft.com/office/drawing/2014/main" id="{7E788FE5-3082-FD6B-120C-3F19169F1F1F}"/>
                  </a:ext>
                </a:extLst>
              </p:cNvPr>
              <p:cNvSpPr/>
              <p:nvPr/>
            </p:nvSpPr>
            <p:spPr>
              <a:xfrm>
                <a:off x="4252673" y="5475920"/>
                <a:ext cx="81437" cy="45719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4" name="pg660">
                <a:extLst>
                  <a:ext uri="{FF2B5EF4-FFF2-40B4-BE49-F238E27FC236}">
                    <a16:creationId xmlns:a16="http://schemas.microsoft.com/office/drawing/2014/main" id="{37ED89D7-D370-C971-4615-3A8574C8D856}"/>
                  </a:ext>
                </a:extLst>
              </p:cNvPr>
              <p:cNvSpPr/>
              <p:nvPr/>
            </p:nvSpPr>
            <p:spPr>
              <a:xfrm>
                <a:off x="5284534" y="1853932"/>
                <a:ext cx="27605" cy="141906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5" name="pg661">
                <a:extLst>
                  <a:ext uri="{FF2B5EF4-FFF2-40B4-BE49-F238E27FC236}">
                    <a16:creationId xmlns:a16="http://schemas.microsoft.com/office/drawing/2014/main" id="{FEAC7548-0018-48CE-796E-CB9E98046204}"/>
                  </a:ext>
                </a:extLst>
              </p:cNvPr>
              <p:cNvSpPr/>
              <p:nvPr/>
            </p:nvSpPr>
            <p:spPr>
              <a:xfrm>
                <a:off x="4217860" y="1853932"/>
                <a:ext cx="1042192" cy="937770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6" name="pg662">
                <a:extLst>
                  <a:ext uri="{FF2B5EF4-FFF2-40B4-BE49-F238E27FC236}">
                    <a16:creationId xmlns:a16="http://schemas.microsoft.com/office/drawing/2014/main" id="{DBF7938A-7A19-BE45-91AF-D86971967308}"/>
                  </a:ext>
                </a:extLst>
              </p:cNvPr>
              <p:cNvSpPr/>
              <p:nvPr/>
            </p:nvSpPr>
            <p:spPr>
              <a:xfrm>
                <a:off x="2490532" y="1853933"/>
                <a:ext cx="2088998" cy="3657376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7" name="pg663">
                <a:extLst>
                  <a:ext uri="{FF2B5EF4-FFF2-40B4-BE49-F238E27FC236}">
                    <a16:creationId xmlns:a16="http://schemas.microsoft.com/office/drawing/2014/main" id="{82B6B709-FBB2-016F-C922-126CCFBBE6CC}"/>
                  </a:ext>
                </a:extLst>
              </p:cNvPr>
              <p:cNvSpPr/>
              <p:nvPr/>
            </p:nvSpPr>
            <p:spPr>
              <a:xfrm>
                <a:off x="5159228" y="2035019"/>
                <a:ext cx="108453" cy="203932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8" name="pg664">
                <a:extLst>
                  <a:ext uri="{FF2B5EF4-FFF2-40B4-BE49-F238E27FC236}">
                    <a16:creationId xmlns:a16="http://schemas.microsoft.com/office/drawing/2014/main" id="{46752B38-6A2C-6AC8-7BD1-ABAE15F2DC38}"/>
                  </a:ext>
                </a:extLst>
              </p:cNvPr>
              <p:cNvSpPr/>
              <p:nvPr/>
            </p:nvSpPr>
            <p:spPr>
              <a:xfrm>
                <a:off x="4325772" y="3395883"/>
                <a:ext cx="207830" cy="400294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899" name="pt665">
                <a:extLst>
                  <a:ext uri="{FF2B5EF4-FFF2-40B4-BE49-F238E27FC236}">
                    <a16:creationId xmlns:a16="http://schemas.microsoft.com/office/drawing/2014/main" id="{2133DB17-9CC2-6B85-AD20-96BBEF1E1C88}"/>
                  </a:ext>
                </a:extLst>
              </p:cNvPr>
              <p:cNvSpPr/>
              <p:nvPr/>
            </p:nvSpPr>
            <p:spPr>
              <a:xfrm>
                <a:off x="4042131" y="3963949"/>
                <a:ext cx="144506" cy="144506"/>
              </a:xfrm>
              <a:prstGeom prst="ellipse">
                <a:avLst/>
              </a:prstGeom>
              <a:solidFill>
                <a:srgbClr val="59C3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0" name="pt666">
                <a:extLst>
                  <a:ext uri="{FF2B5EF4-FFF2-40B4-BE49-F238E27FC236}">
                    <a16:creationId xmlns:a16="http://schemas.microsoft.com/office/drawing/2014/main" id="{B9C9D177-B8A8-5CED-88BC-CA46E2862E3C}"/>
                  </a:ext>
                </a:extLst>
              </p:cNvPr>
              <p:cNvSpPr/>
              <p:nvPr/>
            </p:nvSpPr>
            <p:spPr>
              <a:xfrm>
                <a:off x="4598279" y="2594972"/>
                <a:ext cx="144506" cy="144506"/>
              </a:xfrm>
              <a:prstGeom prst="ellipse">
                <a:avLst/>
              </a:prstGeom>
              <a:solidFill>
                <a:srgbClr val="75D4B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1" name="pt667">
                <a:extLst>
                  <a:ext uri="{FF2B5EF4-FFF2-40B4-BE49-F238E27FC236}">
                    <a16:creationId xmlns:a16="http://schemas.microsoft.com/office/drawing/2014/main" id="{CF3C67F1-7A72-9B48-0CC1-D48E18558CC9}"/>
                  </a:ext>
                </a:extLst>
              </p:cNvPr>
              <p:cNvSpPr/>
              <p:nvPr/>
            </p:nvSpPr>
            <p:spPr>
              <a:xfrm>
                <a:off x="3322535" y="4403436"/>
                <a:ext cx="144506" cy="144506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2" name="pt668">
                <a:extLst>
                  <a:ext uri="{FF2B5EF4-FFF2-40B4-BE49-F238E27FC236}">
                    <a16:creationId xmlns:a16="http://schemas.microsoft.com/office/drawing/2014/main" id="{4E7F2882-FFD8-A8CC-745C-BA1E1FC11765}"/>
                  </a:ext>
                </a:extLst>
              </p:cNvPr>
              <p:cNvSpPr/>
              <p:nvPr/>
            </p:nvSpPr>
            <p:spPr>
              <a:xfrm>
                <a:off x="4150995" y="2255653"/>
                <a:ext cx="144506" cy="144506"/>
              </a:xfrm>
              <a:prstGeom prst="ellipse">
                <a:avLst/>
              </a:prstGeom>
              <a:solidFill>
                <a:srgbClr val="388C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3" name="pt669">
                <a:extLst>
                  <a:ext uri="{FF2B5EF4-FFF2-40B4-BE49-F238E27FC236}">
                    <a16:creationId xmlns:a16="http://schemas.microsoft.com/office/drawing/2014/main" id="{21FCF1BA-1B75-762A-77F5-DCA5BFE6EA8B}"/>
                  </a:ext>
                </a:extLst>
              </p:cNvPr>
              <p:cNvSpPr/>
              <p:nvPr/>
            </p:nvSpPr>
            <p:spPr>
              <a:xfrm>
                <a:off x="3069870" y="3287113"/>
                <a:ext cx="144506" cy="144506"/>
              </a:xfrm>
              <a:prstGeom prst="ellipse">
                <a:avLst/>
              </a:prstGeom>
              <a:solidFill>
                <a:srgbClr val="3593A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4" name="pt670">
                <a:extLst>
                  <a:ext uri="{FF2B5EF4-FFF2-40B4-BE49-F238E27FC236}">
                    <a16:creationId xmlns:a16="http://schemas.microsoft.com/office/drawing/2014/main" id="{CC251942-166F-ED57-DFA1-CD2897B2AFD6}"/>
                  </a:ext>
                </a:extLst>
              </p:cNvPr>
              <p:cNvSpPr/>
              <p:nvPr/>
            </p:nvSpPr>
            <p:spPr>
              <a:xfrm>
                <a:off x="3424034" y="3595128"/>
                <a:ext cx="255934" cy="252276"/>
              </a:xfrm>
              <a:prstGeom prst="ellipse">
                <a:avLst/>
              </a:prstGeom>
              <a:solidFill>
                <a:srgbClr val="3496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5" name="pt671">
                <a:extLst>
                  <a:ext uri="{FF2B5EF4-FFF2-40B4-BE49-F238E27FC236}">
                    <a16:creationId xmlns:a16="http://schemas.microsoft.com/office/drawing/2014/main" id="{CEC294B5-F68E-1154-1206-6B9F7672EE2E}"/>
                  </a:ext>
                </a:extLst>
              </p:cNvPr>
              <p:cNvSpPr/>
              <p:nvPr/>
            </p:nvSpPr>
            <p:spPr>
              <a:xfrm>
                <a:off x="3396284" y="4283877"/>
                <a:ext cx="255934" cy="252276"/>
              </a:xfrm>
              <a:prstGeom prst="ellipse">
                <a:avLst/>
              </a:prstGeom>
              <a:solidFill>
                <a:srgbClr val="B6E8D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6" name="pt672">
                <a:extLst>
                  <a:ext uri="{FF2B5EF4-FFF2-40B4-BE49-F238E27FC236}">
                    <a16:creationId xmlns:a16="http://schemas.microsoft.com/office/drawing/2014/main" id="{44747393-FD52-3BCC-6283-98D0C390C1A0}"/>
                  </a:ext>
                </a:extLst>
              </p:cNvPr>
              <p:cNvSpPr/>
              <p:nvPr/>
            </p:nvSpPr>
            <p:spPr>
              <a:xfrm>
                <a:off x="3295432" y="4376333"/>
                <a:ext cx="255934" cy="252276"/>
              </a:xfrm>
              <a:prstGeom prst="ellipse">
                <a:avLst/>
              </a:prstGeom>
              <a:solidFill>
                <a:srgbClr val="60CE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7" name="pg673">
                <a:extLst>
                  <a:ext uri="{FF2B5EF4-FFF2-40B4-BE49-F238E27FC236}">
                    <a16:creationId xmlns:a16="http://schemas.microsoft.com/office/drawing/2014/main" id="{45DB75DF-2B59-A436-F603-4D1F9B064E11}"/>
                  </a:ext>
                </a:extLst>
              </p:cNvPr>
              <p:cNvSpPr/>
              <p:nvPr/>
            </p:nvSpPr>
            <p:spPr>
              <a:xfrm>
                <a:off x="3180880" y="4134759"/>
                <a:ext cx="267614" cy="231762"/>
              </a:xfrm>
              <a:custGeom>
                <a:avLst/>
                <a:gdLst/>
                <a:ahLst/>
                <a:cxnLst/>
                <a:rect l="0" t="0" r="0" b="0"/>
                <a:pathLst>
                  <a:path w="267615" h="231762">
                    <a:moveTo>
                      <a:pt x="133807" y="0"/>
                    </a:moveTo>
                    <a:lnTo>
                      <a:pt x="267615" y="231762"/>
                    </a:lnTo>
                    <a:lnTo>
                      <a:pt x="0" y="231762"/>
                    </a:lnTo>
                    <a:close/>
                  </a:path>
                </a:pathLst>
              </a:custGeom>
              <a:solidFill>
                <a:srgbClr val="FF149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8" name="pl674">
                <a:extLst>
                  <a:ext uri="{FF2B5EF4-FFF2-40B4-BE49-F238E27FC236}">
                    <a16:creationId xmlns:a16="http://schemas.microsoft.com/office/drawing/2014/main" id="{5A7A456D-3918-E64C-A0B3-CA6C6175873B}"/>
                  </a:ext>
                </a:extLst>
              </p:cNvPr>
              <p:cNvSpPr/>
              <p:nvPr/>
            </p:nvSpPr>
            <p:spPr>
              <a:xfrm>
                <a:off x="3536965" y="2986772"/>
                <a:ext cx="1104060" cy="703152"/>
              </a:xfrm>
              <a:custGeom>
                <a:avLst/>
                <a:gdLst/>
                <a:ahLst/>
                <a:cxnLst/>
                <a:rect l="0" t="0" r="0" b="0"/>
                <a:pathLst>
                  <a:path w="1087492" h="365180">
                    <a:moveTo>
                      <a:pt x="1087492" y="0"/>
                    </a:moveTo>
                    <a:lnTo>
                      <a:pt x="0" y="36518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09" name="pl675">
                <a:extLst>
                  <a:ext uri="{FF2B5EF4-FFF2-40B4-BE49-F238E27FC236}">
                    <a16:creationId xmlns:a16="http://schemas.microsoft.com/office/drawing/2014/main" id="{D1A667D6-3D00-753B-836F-A7C9EEFD9F83}"/>
                  </a:ext>
                </a:extLst>
              </p:cNvPr>
              <p:cNvSpPr/>
              <p:nvPr/>
            </p:nvSpPr>
            <p:spPr>
              <a:xfrm>
                <a:off x="3603528" y="3824615"/>
                <a:ext cx="1152356" cy="537528"/>
              </a:xfrm>
              <a:custGeom>
                <a:avLst/>
                <a:gdLst/>
                <a:ahLst/>
                <a:cxnLst/>
                <a:rect l="0" t="0" r="0" b="0"/>
                <a:pathLst>
                  <a:path w="1247173" h="552821">
                    <a:moveTo>
                      <a:pt x="1247173" y="0"/>
                    </a:moveTo>
                    <a:lnTo>
                      <a:pt x="0" y="55282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910" name="rc683">
                <a:extLst>
                  <a:ext uri="{FF2B5EF4-FFF2-40B4-BE49-F238E27FC236}">
                    <a16:creationId xmlns:a16="http://schemas.microsoft.com/office/drawing/2014/main" id="{9D712E76-1D86-770A-0542-3F44E6C7F0A4}"/>
                  </a:ext>
                </a:extLst>
              </p:cNvPr>
              <p:cNvSpPr/>
              <p:nvPr/>
            </p:nvSpPr>
            <p:spPr>
              <a:xfrm>
                <a:off x="2483768" y="1859855"/>
                <a:ext cx="3967904" cy="3657377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255" name="pl674">
              <a:extLst>
                <a:ext uri="{FF2B5EF4-FFF2-40B4-BE49-F238E27FC236}">
                  <a16:creationId xmlns:a16="http://schemas.microsoft.com/office/drawing/2014/main" id="{862564B8-06BE-8B71-3F24-9F04B3D819B0}"/>
                </a:ext>
              </a:extLst>
            </p:cNvPr>
            <p:cNvSpPr/>
            <p:nvPr/>
          </p:nvSpPr>
          <p:spPr>
            <a:xfrm flipV="1">
              <a:off x="11960983" y="18218998"/>
              <a:ext cx="580713" cy="6900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6" name="pl677">
              <a:extLst>
                <a:ext uri="{FF2B5EF4-FFF2-40B4-BE49-F238E27FC236}">
                  <a16:creationId xmlns:a16="http://schemas.microsoft.com/office/drawing/2014/main" id="{BC30AB27-5B75-C4D3-E2C0-1D32706BE079}"/>
                </a:ext>
              </a:extLst>
            </p:cNvPr>
            <p:cNvSpPr/>
            <p:nvPr/>
          </p:nvSpPr>
          <p:spPr>
            <a:xfrm>
              <a:off x="11771090" y="18113250"/>
              <a:ext cx="153868" cy="288032"/>
            </a:xfrm>
            <a:custGeom>
              <a:avLst/>
              <a:gdLst/>
              <a:ahLst/>
              <a:cxnLst/>
              <a:rect l="0" t="0" r="0" b="0"/>
              <a:pathLst>
                <a:path w="1087883" h="456649">
                  <a:moveTo>
                    <a:pt x="1087883" y="0"/>
                  </a:moveTo>
                  <a:lnTo>
                    <a:pt x="0" y="4566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Helvetica" pitchFamily="2" charset="0"/>
              </a:endParaRPr>
            </a:p>
          </p:txBody>
        </p:sp>
        <p:sp>
          <p:nvSpPr>
            <p:cNvPr id="24257" name="pg681">
              <a:extLst>
                <a:ext uri="{FF2B5EF4-FFF2-40B4-BE49-F238E27FC236}">
                  <a16:creationId xmlns:a16="http://schemas.microsoft.com/office/drawing/2014/main" id="{C6EE3209-A641-F113-5837-2F092560B671}"/>
                </a:ext>
              </a:extLst>
            </p:cNvPr>
            <p:cNvSpPr/>
            <p:nvPr/>
          </p:nvSpPr>
          <p:spPr>
            <a:xfrm>
              <a:off x="11640844" y="18401282"/>
              <a:ext cx="717348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York River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24258" name="pg679">
              <a:extLst>
                <a:ext uri="{FF2B5EF4-FFF2-40B4-BE49-F238E27FC236}">
                  <a16:creationId xmlns:a16="http://schemas.microsoft.com/office/drawing/2014/main" id="{C7B9BC6C-00AC-3EB4-93BE-646B82701FA5}"/>
                </a:ext>
              </a:extLst>
            </p:cNvPr>
            <p:cNvSpPr/>
            <p:nvPr/>
          </p:nvSpPr>
          <p:spPr>
            <a:xfrm>
              <a:off x="12504218" y="18171812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24259" name="pg681">
              <a:extLst>
                <a:ext uri="{FF2B5EF4-FFF2-40B4-BE49-F238E27FC236}">
                  <a16:creationId xmlns:a16="http://schemas.microsoft.com/office/drawing/2014/main" id="{DCC1B6CF-BFD4-EDA7-0988-1127E42BD122}"/>
                </a:ext>
              </a:extLst>
            </p:cNvPr>
            <p:cNvSpPr/>
            <p:nvPr/>
          </p:nvSpPr>
          <p:spPr>
            <a:xfrm>
              <a:off x="12541695" y="17425796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S1-LOLA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24260" name="pg683">
              <a:extLst>
                <a:ext uri="{FF2B5EF4-FFF2-40B4-BE49-F238E27FC236}">
                  <a16:creationId xmlns:a16="http://schemas.microsoft.com/office/drawing/2014/main" id="{514F4A05-AE50-B90C-9651-D87F874DC606}"/>
                </a:ext>
              </a:extLst>
            </p:cNvPr>
            <p:cNvSpPr/>
            <p:nvPr/>
          </p:nvSpPr>
          <p:spPr>
            <a:xfrm>
              <a:off x="12554894" y="17783944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S2-DEBY</a:t>
              </a:r>
              <a:endParaRPr sz="1100" dirty="0">
                <a:latin typeface="Helvetica" pitchFamily="2" charset="0"/>
              </a:endParaRPr>
            </a:p>
          </p:txBody>
        </p:sp>
        <p:pic>
          <p:nvPicPr>
            <p:cNvPr id="24261" name="Picture 24260">
              <a:extLst>
                <a:ext uri="{FF2B5EF4-FFF2-40B4-BE49-F238E27FC236}">
                  <a16:creationId xmlns:a16="http://schemas.microsoft.com/office/drawing/2014/main" id="{D5A988B0-24D1-2C7D-30C3-748504D5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860016" y="16876253"/>
              <a:ext cx="1799263" cy="84869"/>
            </a:xfrm>
            <a:prstGeom prst="rect">
              <a:avLst/>
            </a:prstGeom>
          </p:spPr>
        </p:pic>
      </p:grpSp>
      <p:sp>
        <p:nvSpPr>
          <p:cNvPr id="28962" name="tx4056">
            <a:extLst>
              <a:ext uri="{FF2B5EF4-FFF2-40B4-BE49-F238E27FC236}">
                <a16:creationId xmlns:a16="http://schemas.microsoft.com/office/drawing/2014/main" id="{5B4DF1A9-AC8C-5B9B-4B26-CE6068FBA2B3}"/>
              </a:ext>
            </a:extLst>
          </p:cNvPr>
          <p:cNvSpPr/>
          <p:nvPr/>
        </p:nvSpPr>
        <p:spPr>
          <a:xfrm>
            <a:off x="10229982" y="11737143"/>
            <a:ext cx="2541117" cy="21863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400"/>
              </a:lnSpc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LEA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to York River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28963" name="tx4056">
            <a:extLst>
              <a:ext uri="{FF2B5EF4-FFF2-40B4-BE49-F238E27FC236}">
                <a16:creationId xmlns:a16="http://schemas.microsoft.com/office/drawing/2014/main" id="{6757DA50-41F6-4090-BBA1-8B3CEF9AF78D}"/>
              </a:ext>
            </a:extLst>
          </p:cNvPr>
          <p:cNvSpPr/>
          <p:nvPr/>
        </p:nvSpPr>
        <p:spPr>
          <a:xfrm>
            <a:off x="10237836" y="16057623"/>
            <a:ext cx="2541117" cy="21863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400"/>
              </a:lnSpc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RDA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to York River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28964" name="tx4056">
            <a:extLst>
              <a:ext uri="{FF2B5EF4-FFF2-40B4-BE49-F238E27FC236}">
                <a16:creationId xmlns:a16="http://schemas.microsoft.com/office/drawing/2014/main" id="{A2F61769-DA6C-E518-774B-DF1F96338497}"/>
              </a:ext>
            </a:extLst>
          </p:cNvPr>
          <p:cNvSpPr/>
          <p:nvPr/>
        </p:nvSpPr>
        <p:spPr>
          <a:xfrm>
            <a:off x="10229982" y="20480531"/>
            <a:ext cx="2541117" cy="21863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400"/>
              </a:lnSpc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(F) GF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to York River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28965" name="tx4056">
            <a:extLst>
              <a:ext uri="{FF2B5EF4-FFF2-40B4-BE49-F238E27FC236}">
                <a16:creationId xmlns:a16="http://schemas.microsoft.com/office/drawing/2014/main" id="{AB6AB6BB-D4A6-3E98-A312-E4C6ADEC7202}"/>
              </a:ext>
            </a:extLst>
          </p:cNvPr>
          <p:cNvSpPr/>
          <p:nvPr/>
        </p:nvSpPr>
        <p:spPr>
          <a:xfrm>
            <a:off x="5067106" y="16058016"/>
            <a:ext cx="2541117" cy="21863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400"/>
              </a:lnSpc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RDA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to Lewisetta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28966" name="tx4056">
            <a:extLst>
              <a:ext uri="{FF2B5EF4-FFF2-40B4-BE49-F238E27FC236}">
                <a16:creationId xmlns:a16="http://schemas.microsoft.com/office/drawing/2014/main" id="{F7FEB3B0-F89D-7FA6-48B2-909517D62566}"/>
              </a:ext>
            </a:extLst>
          </p:cNvPr>
          <p:cNvSpPr/>
          <p:nvPr/>
        </p:nvSpPr>
        <p:spPr>
          <a:xfrm>
            <a:off x="4982195" y="20478660"/>
            <a:ext cx="2541117" cy="21863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400"/>
              </a:lnSpc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(E) GF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to Lewisetta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1575</Words>
  <Application>Microsoft Macintosh PowerPoint</Application>
  <PresentationFormat>Custom</PresentationFormat>
  <Paragraphs>1072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Helvetica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7</cp:revision>
  <dcterms:created xsi:type="dcterms:W3CDTF">2017-02-13T16:18:36Z</dcterms:created>
  <dcterms:modified xsi:type="dcterms:W3CDTF">2026-02-03T21:49:10Z</dcterms:modified>
  <cp:category/>
</cp:coreProperties>
</file>